
<file path=[Content_Types].xml><?xml version="1.0" encoding="utf-8"?>
<Types xmlns="http://schemas.openxmlformats.org/package/2006/content-types">
  <Default ContentType="image/jpeg" Extension="jpg"/>
  <Default ContentType="application/x-fontdata" Extension="fntdata"/>
  <Default ContentType="application/xml" Extension="xml"/>
  <Default ContentType="image/png" Extension="png"/>
  <Default ContentType="application/vnd.openxmlformats-officedocument.obfuscatedFont" Extension="odttf"/>
  <Default ContentType="application/vnd.openxmlformats-package.relationships+xml" Extension="rels"/>
  <Override ContentType="application/vnd.openxmlformats-officedocument.presentationml.notesSlide+xml" PartName="/ppt/notesSlides/notesSlide59.xml"/>
  <Override ContentType="application/vnd.openxmlformats-officedocument.presentationml.notesSlide+xml" PartName="/ppt/notesSlides/notesSlide32.xml"/>
  <Override ContentType="application/vnd.openxmlformats-officedocument.presentationml.notesSlide+xml" PartName="/ppt/notesSlides/notesSlide3.xml"/>
  <Override ContentType="application/vnd.openxmlformats-officedocument.presentationml.notesSlide+xml" PartName="/ppt/notesSlides/notesSlide33.xml"/>
  <Override ContentType="application/vnd.openxmlformats-officedocument.presentationml.notesSlide+xml" PartName="/ppt/notesSlides/notesSlide41.xml"/>
  <Override ContentType="application/vnd.openxmlformats-officedocument.presentationml.notesSlide+xml" PartName="/ppt/notesSlides/notesSlide15.xml"/>
  <Override ContentType="application/vnd.openxmlformats-officedocument.presentationml.notesSlide+xml" PartName="/ppt/notesSlides/notesSlide24.xml"/>
  <Override ContentType="application/vnd.openxmlformats-officedocument.presentationml.notesSlide+xml" PartName="/ppt/notesSlides/notesSlide50.xml"/>
  <Override ContentType="application/vnd.openxmlformats-officedocument.presentationml.notesSlide+xml" PartName="/ppt/notesSlides/notesSlide17.xml"/>
  <Override ContentType="application/vnd.openxmlformats-officedocument.presentationml.notesSlide+xml" PartName="/ppt/notesSlides/notesSlide42.xml"/>
  <Override ContentType="application/vnd.openxmlformats-officedocument.presentationml.notesSlide+xml" PartName="/ppt/notesSlides/notesSlide16.xml"/>
  <Override ContentType="application/vnd.openxmlformats-officedocument.presentationml.notesSlide+xml" PartName="/ppt/notesSlides/notesSlide34.xml"/>
  <Override ContentType="application/vnd.openxmlformats-officedocument.presentationml.notesSlide+xml" PartName="/ppt/notesSlides/notesSlide51.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43.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56.xml"/>
  <Override ContentType="application/vnd.openxmlformats-officedocument.presentationml.notesSlide+xml" PartName="/ppt/notesSlides/notesSlide30.xml"/>
  <Override ContentType="application/vnd.openxmlformats-officedocument.presentationml.notesSlide+xml" PartName="/ppt/notesSlides/notesSlide26.xml"/>
  <Override ContentType="application/vnd.openxmlformats-officedocument.presentationml.notesSlide+xml" PartName="/ppt/notesSlides/notesSlide39.xml"/>
  <Override ContentType="application/vnd.openxmlformats-officedocument.presentationml.notesSlide+xml" PartName="/ppt/notesSlides/notesSlide31.xml"/>
  <Override ContentType="application/vnd.openxmlformats-officedocument.presentationml.notesSlide+xml" PartName="/ppt/notesSlides/notesSlide57.xml"/>
  <Override ContentType="application/vnd.openxmlformats-officedocument.presentationml.notesSlide+xml" PartName="/ppt/notesSlides/notesSlide44.xml"/>
  <Override ContentType="application/vnd.openxmlformats-officedocument.presentationml.notesSlide+xml" PartName="/ppt/notesSlides/notesSlide58.xml"/>
  <Override ContentType="application/vnd.openxmlformats-officedocument.presentationml.notesSlide+xml" PartName="/ppt/notesSlides/notesSlide27.xml"/>
  <Override ContentType="application/vnd.openxmlformats-officedocument.presentationml.notesSlide+xml" PartName="/ppt/notesSlides/notesSlide14.xml"/>
  <Override ContentType="application/vnd.openxmlformats-officedocument.presentationml.notesSlide+xml" PartName="/ppt/notesSlides/notesSlide2.xml"/>
  <Override ContentType="application/vnd.openxmlformats-officedocument.presentationml.notesSlide+xml" PartName="/ppt/notesSlides/notesSlide37.xml"/>
  <Override ContentType="application/vnd.openxmlformats-officedocument.presentationml.notesSlide+xml" PartName="/ppt/notesSlides/notesSlide29.xml"/>
  <Override ContentType="application/vnd.openxmlformats-officedocument.presentationml.notesSlide+xml" PartName="/ppt/notesSlides/notesSlide54.xml"/>
  <Override ContentType="application/vnd.openxmlformats-officedocument.presentationml.notesSlide+xml" PartName="/ppt/notesSlides/notesSlide45.xml"/>
  <Override ContentType="application/vnd.openxmlformats-officedocument.presentationml.notesSlide+xml" PartName="/ppt/notesSlides/notesSlide46.xml"/>
  <Override ContentType="application/vnd.openxmlformats-officedocument.presentationml.notesSlide+xml" PartName="/ppt/notesSlides/notesSlide9.xml"/>
  <Override ContentType="application/vnd.openxmlformats-officedocument.presentationml.notesSlide+xml" PartName="/ppt/notesSlides/notesSlide28.xml"/>
  <Override ContentType="application/vnd.openxmlformats-officedocument.presentationml.notesSlide+xml" PartName="/ppt/notesSlides/notesSlide11.xml"/>
  <Override ContentType="application/vnd.openxmlformats-officedocument.presentationml.notesSlide+xml" PartName="/ppt/notesSlides/notesSlide55.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47.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60.xml"/>
  <Override ContentType="application/vnd.openxmlformats-officedocument.presentationml.notesSlide+xml" PartName="/ppt/notesSlides/notesSlide38.xml"/>
  <Override ContentType="application/vnd.openxmlformats-officedocument.presentationml.notesSlide+xml" PartName="/ppt/notesSlides/notesSlide18.xml"/>
  <Override ContentType="application/vnd.openxmlformats-officedocument.presentationml.notesSlide+xml" PartName="/ppt/notesSlides/notesSlide6.xml"/>
  <Override ContentType="application/vnd.openxmlformats-officedocument.presentationml.notesSlide+xml" PartName="/ppt/notesSlides/notesSlide48.xml"/>
  <Override ContentType="application/vnd.openxmlformats-officedocument.presentationml.notesSlide+xml" PartName="/ppt/notesSlides/notesSlide22.xml"/>
  <Override ContentType="application/vnd.openxmlformats-officedocument.presentationml.notesSlide+xml" PartName="/ppt/notesSlides/notesSlide52.xml"/>
  <Override ContentType="application/vnd.openxmlformats-officedocument.presentationml.notesSlide+xml" PartName="/ppt/notesSlides/notesSlide7.xml"/>
  <Override ContentType="application/vnd.openxmlformats-officedocument.presentationml.notesSlide+xml" PartName="/ppt/notesSlides/notesSlide35.xml"/>
  <Override ContentType="application/vnd.openxmlformats-officedocument.presentationml.notesSlide+xml" PartName="/ppt/notesSlides/notesSlide5.xml"/>
  <Override ContentType="application/vnd.openxmlformats-officedocument.presentationml.notesSlide+xml" PartName="/ppt/notesSlides/notesSlide36.xml"/>
  <Override ContentType="application/vnd.openxmlformats-officedocument.presentationml.notesSlide+xml" PartName="/ppt/notesSlides/notesSlide49.xml"/>
  <Override ContentType="application/vnd.openxmlformats-officedocument.presentationml.notesSlide+xml" PartName="/ppt/notesSlides/notesSlide19.xml"/>
  <Override ContentType="application/vnd.openxmlformats-officedocument.presentationml.notesSlide+xml" PartName="/ppt/notesSlides/notesSlide53.xml"/>
  <Override ContentType="application/vnd.openxmlformats-officedocument.presentationml.notesSlide+xml" PartName="/ppt/notesSlides/notesSlide40.xml"/>
  <Override ContentType="application/vnd.openxmlformats-officedocument.presentationml.notesSlide+xml" PartName="/ppt/notesSlides/notesSlide23.xml"/>
  <Override ContentType="application/vnd.openxmlformats-officedocument.presentationml.notesSlide+xml" PartName="/ppt/notesSlides/notesSlide10.xml"/>
  <Override ContentType="application/vnd.openxmlformats-officedocument.presentationml.tableStyles+xml" PartName="/ppt/tableStyles.xml"/>
  <Override ContentType="application/vnd.openxmlformats-officedocument.presentationml.slideLayout+xml" PartName="/ppt/slideLayouts/slideLayout218.xml"/>
  <Override ContentType="application/vnd.openxmlformats-officedocument.presentationml.slideLayout+xml" PartName="/ppt/slideLayouts/slideLayout3.xml"/>
  <Override ContentType="application/vnd.openxmlformats-officedocument.presentationml.slideLayout+xml" PartName="/ppt/slideLayouts/slideLayout37.xml"/>
  <Override ContentType="application/vnd.openxmlformats-officedocument.presentationml.slideLayout+xml" PartName="/ppt/slideLayouts/slideLayout129.xml"/>
  <Override ContentType="application/vnd.openxmlformats-officedocument.presentationml.slideLayout+xml" PartName="/ppt/slideLayouts/slideLayout29.xml"/>
  <Override ContentType="application/vnd.openxmlformats-officedocument.presentationml.slideLayout+xml" PartName="/ppt/slideLayouts/slideLayout137.xml"/>
  <Override ContentType="application/vnd.openxmlformats-officedocument.presentationml.slideLayout+xml" PartName="/ppt/slideLayouts/slideLayout226.xml"/>
  <Override ContentType="application/vnd.openxmlformats-officedocument.presentationml.slideLayout+xml" PartName="/ppt/slideLayouts/slideLayout96.xml"/>
  <Override ContentType="application/vnd.openxmlformats-officedocument.presentationml.slideLayout+xml" PartName="/ppt/slideLayouts/slideLayout110.xml"/>
  <Override ContentType="application/vnd.openxmlformats-officedocument.presentationml.slideLayout+xml" PartName="/ppt/slideLayouts/slideLayout153.xml"/>
  <Override ContentType="application/vnd.openxmlformats-officedocument.presentationml.slideLayout+xml" PartName="/ppt/slideLayouts/slideLayout61.xml"/>
  <Override ContentType="application/vnd.openxmlformats-officedocument.presentationml.slideLayout+xml" PartName="/ppt/slideLayouts/slideLayout250.xml"/>
  <Override ContentType="application/vnd.openxmlformats-officedocument.presentationml.slideLayout+xml" PartName="/ppt/slideLayouts/slideLayout145.xml"/>
  <Override ContentType="application/vnd.openxmlformats-officedocument.presentationml.slideLayout+xml" PartName="/ppt/slideLayouts/slideLayout196.xml"/>
  <Override ContentType="application/vnd.openxmlformats-officedocument.presentationml.slideLayout+xml" PartName="/ppt/slideLayouts/slideLayout234.xml"/>
  <Override ContentType="application/vnd.openxmlformats-officedocument.presentationml.slideLayout+xml" PartName="/ppt/slideLayouts/slideLayout102.xml"/>
  <Override ContentType="application/vnd.openxmlformats-officedocument.presentationml.slideLayout+xml" PartName="/ppt/slideLayouts/slideLayout188.xml"/>
  <Override ContentType="application/vnd.openxmlformats-officedocument.presentationml.slideLayout+xml" PartName="/ppt/slideLayouts/slideLayout242.xml"/>
  <Override ContentType="application/vnd.openxmlformats-officedocument.presentationml.slideLayout+xml" PartName="/ppt/slideLayouts/slideLayout165.xml"/>
  <Override ContentType="application/vnd.openxmlformats-officedocument.presentationml.slideLayout+xml" PartName="/ppt/slideLayouts/slideLayout65.xml"/>
  <Override ContentType="application/vnd.openxmlformats-officedocument.presentationml.slideLayout+xml" PartName="/ppt/slideLayouts/slideLayout22.xml"/>
  <Override ContentType="application/vnd.openxmlformats-officedocument.presentationml.slideLayout+xml" PartName="/ppt/slideLayouts/slideLayout122.xml"/>
  <Override ContentType="application/vnd.openxmlformats-officedocument.presentationml.slideLayout+xml" PartName="/ppt/slideLayouts/slideLayout49.xml"/>
  <Override ContentType="application/vnd.openxmlformats-officedocument.presentationml.slideLayout+xml" PartName="/ppt/slideLayouts/slideLayout117.xml"/>
  <Override ContentType="application/vnd.openxmlformats-officedocument.presentationml.slideLayout+xml" PartName="/ppt/slideLayouts/slideLayout53.xml"/>
  <Override ContentType="application/vnd.openxmlformats-officedocument.presentationml.slideLayout+xml" PartName="/ppt/slideLayouts/slideLayout181.xml"/>
  <Override ContentType="application/vnd.openxmlformats-officedocument.presentationml.slideLayout+xml" PartName="/ppt/slideLayouts/slideLayout10.xml"/>
  <Override ContentType="application/vnd.openxmlformats-officedocument.presentationml.slideLayout+xml" PartName="/ppt/slideLayouts/slideLayout41.xml"/>
  <Override ContentType="application/vnd.openxmlformats-officedocument.presentationml.slideLayout+xml" PartName="/ppt/slideLayouts/slideLayout84.xml"/>
  <Override ContentType="application/vnd.openxmlformats-officedocument.presentationml.slideLayout+xml" PartName="/ppt/slideLayouts/slideLayout214.xml"/>
  <Override ContentType="application/vnd.openxmlformats-officedocument.presentationml.slideLayout+xml" PartName="/ppt/slideLayouts/slideLayout92.xml"/>
  <Override ContentType="application/vnd.openxmlformats-officedocument.presentationml.slideLayout+xml" PartName="/ppt/slideLayouts/slideLayout150.xml"/>
  <Override ContentType="application/vnd.openxmlformats-officedocument.presentationml.slideLayout+xml" PartName="/ppt/slideLayouts/slideLayout193.xml"/>
  <Override ContentType="application/vnd.openxmlformats-officedocument.presentationml.slideLayout+xml" PartName="/ppt/slideLayouts/slideLayout185.xml"/>
  <Override ContentType="application/vnd.openxmlformats-officedocument.presentationml.slideLayout+xml" PartName="/ppt/slideLayouts/slideLayout133.xml"/>
  <Override ContentType="application/vnd.openxmlformats-officedocument.presentationml.slideLayout+xml" PartName="/ppt/slideLayouts/slideLayout176.xml"/>
  <Override ContentType="application/vnd.openxmlformats-officedocument.presentationml.slideLayout+xml" PartName="/ppt/slideLayouts/slideLayout17.xml"/>
  <Override ContentType="application/vnd.openxmlformats-officedocument.presentationml.slideLayout+xml" PartName="/ppt/slideLayouts/slideLayout34.xml"/>
  <Override ContentType="application/vnd.openxmlformats-officedocument.presentationml.slideLayout+xml" PartName="/ppt/slideLayouts/slideLayout149.xml"/>
  <Override ContentType="application/vnd.openxmlformats-officedocument.presentationml.slideLayout+xml" PartName="/ppt/slideLayouts/slideLayout6.xml"/>
  <Override ContentType="application/vnd.openxmlformats-officedocument.presentationml.slideLayout+xml" PartName="/ppt/slideLayouts/slideLayout106.xml"/>
  <Override ContentType="application/vnd.openxmlformats-officedocument.presentationml.slideLayout+xml" PartName="/ppt/slideLayouts/slideLayout238.xml"/>
  <Override ContentType="application/vnd.openxmlformats-officedocument.presentationml.slideLayout+xml" PartName="/ppt/slideLayouts/slideLayout77.xml"/>
  <Override ContentType="application/vnd.openxmlformats-officedocument.presentationml.slideLayout+xml" PartName="/ppt/slideLayouts/slideLayout30.xml"/>
  <Override ContentType="application/vnd.openxmlformats-officedocument.presentationml.slideLayout+xml" PartName="/ppt/slideLayouts/slideLayout73.xml"/>
  <Override ContentType="application/vnd.openxmlformats-officedocument.presentationml.slideLayout+xml" PartName="/ppt/slideLayouts/slideLayout56.xml"/>
  <Override ContentType="application/vnd.openxmlformats-officedocument.presentationml.slideLayout+xml" PartName="/ppt/slideLayouts/slideLayout81.xml"/>
  <Override ContentType="application/vnd.openxmlformats-officedocument.presentationml.slideLayout+xml" PartName="/ppt/slideLayouts/slideLayout26.xml"/>
  <Override ContentType="application/vnd.openxmlformats-officedocument.presentationml.slideLayout+xml" PartName="/ppt/slideLayouts/slideLayout157.xml"/>
  <Override ContentType="application/vnd.openxmlformats-officedocument.presentationml.slideLayout+xml" PartName="/ppt/slideLayouts/slideLayout69.xml"/>
  <Override ContentType="application/vnd.openxmlformats-officedocument.presentationml.slideLayout+xml" PartName="/ppt/slideLayouts/slideLayout114.xml"/>
  <Override ContentType="application/vnd.openxmlformats-officedocument.presentationml.slideLayout+xml" PartName="/ppt/slideLayouts/slideLayout13.xml"/>
  <Override ContentType="application/vnd.openxmlformats-officedocument.presentationml.slideLayout+xml" PartName="/ppt/slideLayouts/slideLayout161.xml"/>
  <Override ContentType="application/vnd.openxmlformats-officedocument.presentationml.slideLayout+xml" PartName="/ppt/slideLayouts/slideLayout172.xml"/>
  <Override ContentType="application/vnd.openxmlformats-officedocument.presentationml.slideLayout+xml" PartName="/ppt/slideLayouts/slideLayout206.xml"/>
  <Override ContentType="application/vnd.openxmlformats-officedocument.presentationml.slideLayout+xml" PartName="/ppt/slideLayouts/slideLayout223.xml"/>
  <Override ContentType="application/vnd.openxmlformats-officedocument.presentationml.slideLayout+xml" PartName="/ppt/slideLayouts/slideLayout142.xml"/>
  <Override ContentType="application/vnd.openxmlformats-officedocument.presentationml.slideLayout+xml" PartName="/ppt/slideLayouts/slideLayout249.xml"/>
  <Override ContentType="application/vnd.openxmlformats-officedocument.presentationml.slideLayout+xml" PartName="/ppt/slideLayouts/slideLayout125.xml"/>
  <Override ContentType="application/vnd.openxmlformats-officedocument.presentationml.slideLayout+xml" PartName="/ppt/slideLayouts/slideLayout88.xml"/>
  <Override ContentType="application/vnd.openxmlformats-officedocument.presentationml.slideLayout+xml" PartName="/ppt/slideLayouts/slideLayout168.xml"/>
  <Override ContentType="application/vnd.openxmlformats-officedocument.presentationml.slideLayout+xml" PartName="/ppt/slideLayouts/slideLayout210.xml"/>
  <Override ContentType="application/vnd.openxmlformats-officedocument.presentationml.slideLayout+xml" PartName="/ppt/slideLayouts/slideLayout45.xml"/>
  <Override ContentType="application/vnd.openxmlformats-officedocument.presentationml.slideLayout+xml" PartName="/ppt/slideLayouts/slideLayout253.xml"/>
  <Override ContentType="application/vnd.openxmlformats-officedocument.presentationml.slideLayout+xml" PartName="/ppt/slideLayouts/slideLayout189.xml"/>
  <Override ContentType="application/vnd.openxmlformats-officedocument.presentationml.slideLayout+xml" PartName="/ppt/slideLayouts/slideLayout62.xml"/>
  <Override ContentType="application/vnd.openxmlformats-officedocument.presentationml.slideLayout+xml" PartName="/ppt/slideLayouts/slideLayout146.xml"/>
  <Override ContentType="application/vnd.openxmlformats-officedocument.presentationml.slideLayout+xml" PartName="/ppt/slideLayouts/slideLayout103.xml"/>
  <Override ContentType="application/vnd.openxmlformats-officedocument.presentationml.slideLayout+xml" PartName="/ppt/slideLayouts/slideLayout235.xml"/>
  <Override ContentType="application/vnd.openxmlformats-officedocument.presentationml.slideLayout+xml" PartName="/ppt/slideLayouts/slideLayout46.xml"/>
  <Override ContentType="application/vnd.openxmlformats-officedocument.presentationml.slideLayout+xml" PartName="/ppt/slideLayouts/slideLayout89.xml"/>
  <Override ContentType="application/vnd.openxmlformats-officedocument.presentationml.slideLayout+xml" PartName="/ppt/slideLayouts/slideLayout219.xml"/>
  <Override ContentType="application/vnd.openxmlformats-officedocument.presentationml.slideLayout+xml" PartName="/ppt/slideLayouts/slideLayout70.xml"/>
  <Override ContentType="application/vnd.openxmlformats-officedocument.presentationml.slideLayout+xml" PartName="/ppt/slideLayouts/slideLayout217.xml"/>
  <Override ContentType="application/vnd.openxmlformats-officedocument.presentationml.slideLayout+xml" PartName="/ppt/slideLayouts/slideLayout128.xml"/>
  <Override ContentType="application/vnd.openxmlformats-officedocument.presentationml.slideLayout+xml" PartName="/ppt/slideLayouts/slideLayout225.xml"/>
  <Override ContentType="application/vnd.openxmlformats-officedocument.presentationml.slideLayout+xml" PartName="/ppt/slideLayouts/slideLayout2.xml"/>
  <Override ContentType="application/vnd.openxmlformats-officedocument.presentationml.slideLayout+xml" PartName="/ppt/slideLayouts/slideLayout180.xml"/>
  <Override ContentType="application/vnd.openxmlformats-officedocument.presentationml.slideLayout+xml" PartName="/ppt/slideLayouts/slideLayout52.xml"/>
  <Override ContentType="application/vnd.openxmlformats-officedocument.presentationml.slideLayout+xml" PartName="/ppt/slideLayouts/slideLayout95.xml"/>
  <Override ContentType="application/vnd.openxmlformats-officedocument.presentationml.slideLayout+xml" PartName="/ppt/slideLayouts/slideLayout162.xml"/>
  <Override ContentType="application/vnd.openxmlformats-officedocument.presentationml.slideLayout+xml" PartName="/ppt/slideLayouts/slideLayout64.xml"/>
  <Override ContentType="application/vnd.openxmlformats-officedocument.presentationml.slideLayout+xml" PartName="/ppt/slideLayouts/slideLayout251.xml"/>
  <Override ContentType="application/vnd.openxmlformats-officedocument.presentationml.slideLayout+xml" PartName="/ppt/slideLayouts/slideLayout99.xml"/>
  <Override ContentType="application/vnd.openxmlformats-officedocument.presentationml.slideLayout+xml" PartName="/ppt/slideLayouts/slideLayout21.xml"/>
  <Override ContentType="application/vnd.openxmlformats-officedocument.presentationml.slideLayout+xml" PartName="/ppt/slideLayouts/slideLayout152.xml"/>
  <Override ContentType="application/vnd.openxmlformats-officedocument.presentationml.slideLayout+xml" PartName="/ppt/slideLayouts/slideLayout18.xml"/>
  <Override ContentType="application/vnd.openxmlformats-officedocument.presentationml.slideLayout+xml" PartName="/ppt/slideLayouts/slideLayout118.xml"/>
  <Override ContentType="application/vnd.openxmlformats-officedocument.presentationml.slideLayout+xml" PartName="/ppt/slideLayouts/slideLayout195.xml"/>
  <Override ContentType="application/vnd.openxmlformats-officedocument.presentationml.slideLayout+xml" PartName="/ppt/slideLayouts/slideLayout245.xml"/>
  <Override ContentType="application/vnd.openxmlformats-officedocument.presentationml.slideLayout+xml" PartName="/ppt/slideLayouts/slideLayout85.xml"/>
  <Override ContentType="application/vnd.openxmlformats-officedocument.presentationml.slideLayout+xml" PartName="/ppt/slideLayouts/slideLayout202.xml"/>
  <Override ContentType="application/vnd.openxmlformats-officedocument.presentationml.slideLayout+xml" PartName="/ppt/slideLayouts/slideLayout177.xml"/>
  <Override ContentType="application/vnd.openxmlformats-officedocument.presentationml.slideLayout+xml" PartName="/ppt/slideLayouts/slideLayout79.xml"/>
  <Override ContentType="application/vnd.openxmlformats-officedocument.presentationml.slideLayout+xml" PartName="/ppt/slideLayouts/slideLayout134.xml"/>
  <Override ContentType="application/vnd.openxmlformats-officedocument.presentationml.slideLayout+xml" PartName="/ppt/slideLayouts/slideLayout36.xml"/>
  <Override ContentType="application/vnd.openxmlformats-officedocument.presentationml.slideLayout+xml" PartName="/ppt/slideLayouts/slideLayout231.xml"/>
  <Override ContentType="application/vnd.openxmlformats-officedocument.presentationml.slideLayout+xml" PartName="/ppt/slideLayouts/slideLayout184.xml"/>
  <Override ContentType="application/vnd.openxmlformats-officedocument.presentationml.slideLayout+xml" PartName="/ppt/slideLayouts/slideLayout230.xml"/>
  <Override ContentType="application/vnd.openxmlformats-officedocument.presentationml.slideLayout+xml" PartName="/ppt/slideLayouts/slideLayout141.xml"/>
  <Override ContentType="application/vnd.openxmlformats-officedocument.presentationml.slideLayout+xml" PartName="/ppt/slideLayouts/slideLayout239.xml"/>
  <Override ContentType="application/vnd.openxmlformats-officedocument.presentationml.slideLayout+xml" PartName="/ppt/slideLayouts/slideLayout7.xml"/>
  <Override ContentType="application/vnd.openxmlformats-officedocument.presentationml.slideLayout+xml" PartName="/ppt/slideLayouts/slideLayout167.xml"/>
  <Override ContentType="application/vnd.openxmlformats-officedocument.presentationml.slideLayout+xml" PartName="/ppt/slideLayouts/slideLayout107.xml"/>
  <Override ContentType="application/vnd.openxmlformats-officedocument.presentationml.slideLayout+xml" PartName="/ppt/slideLayouts/slideLayout124.xml"/>
  <Override ContentType="application/vnd.openxmlformats-officedocument.presentationml.slideLayout+xml" PartName="/ppt/slideLayouts/slideLayout213.xml"/>
  <Override ContentType="application/vnd.openxmlformats-officedocument.presentationml.slideLayout+xml" PartName="/ppt/slideLayouts/slideLayout25.xml"/>
  <Override ContentType="application/vnd.openxmlformats-officedocument.presentationml.slideLayout+xml" PartName="/ppt/slideLayouts/slideLayout74.xml"/>
  <Override ContentType="application/vnd.openxmlformats-officedocument.presentationml.slideLayout+xml" PartName="/ppt/slideLayouts/slideLayout42.xml"/>
  <Override ContentType="application/vnd.openxmlformats-officedocument.presentationml.slideLayout+xml" PartName="/ppt/slideLayouts/slideLayout91.xml"/>
  <Override ContentType="application/vnd.openxmlformats-officedocument.presentationml.slideLayout+xml" PartName="/ppt/slideLayouts/slideLayout220.xml"/>
  <Override ContentType="application/vnd.openxmlformats-officedocument.presentationml.slideLayout+xml" PartName="/ppt/slideLayouts/slideLayout68.xml"/>
  <Override ContentType="application/vnd.openxmlformats-officedocument.presentationml.slideLayout+xml" PartName="/ppt/slideLayouts/slideLayout203.xml"/>
  <Override ContentType="application/vnd.openxmlformats-officedocument.presentationml.slideLayout+xml" PartName="/ppt/slideLayouts/slideLayout246.xml"/>
  <Override ContentType="application/vnd.openxmlformats-officedocument.presentationml.slideLayout+xml" PartName="/ppt/slideLayouts/slideLayout229.xml"/>
  <Override ContentType="application/vnd.openxmlformats-officedocument.presentationml.slideLayout+xml" PartName="/ppt/slideLayouts/slideLayout190.xml"/>
  <Override ContentType="application/vnd.openxmlformats-officedocument.presentationml.slideLayout+xml" PartName="/ppt/slideLayouts/slideLayout224.xml"/>
  <Override ContentType="application/vnd.openxmlformats-officedocument.presentationml.slideLayout+xml" PartName="/ppt/slideLayouts/slideLayout207.xml"/>
  <Override ContentType="application/vnd.openxmlformats-officedocument.presentationml.slideLayout+xml" PartName="/ppt/slideLayouts/slideLayout130.xml"/>
  <Override ContentType="application/vnd.openxmlformats-officedocument.presentationml.slideLayout+xml" PartName="/ppt/slideLayouts/slideLayout113.xml"/>
  <Override ContentType="application/vnd.openxmlformats-officedocument.presentationml.slideLayout+xml" PartName="/ppt/slideLayouts/slideLayout57.xml"/>
  <Override ContentType="application/vnd.openxmlformats-officedocument.presentationml.slideLayout+xml" PartName="/ppt/slideLayouts/slideLayout241.xml"/>
  <Override ContentType="application/vnd.openxmlformats-officedocument.presentationml.slideLayout+xml" PartName="/ppt/slideLayouts/slideLayout31.xml"/>
  <Override ContentType="application/vnd.openxmlformats-officedocument.presentationml.slideLayout+xml" PartName="/ppt/slideLayouts/slideLayout80.xml"/>
  <Override ContentType="application/vnd.openxmlformats-officedocument.presentationml.slideLayout+xml" PartName="/ppt/slideLayouts/slideLayout139.xml"/>
  <Override ContentType="application/vnd.openxmlformats-officedocument.presentationml.slideLayout+xml" PartName="/ppt/slideLayouts/slideLayout14.xml"/>
  <Override ContentType="application/vnd.openxmlformats-officedocument.presentationml.slideLayout+xml" PartName="/ppt/slideLayouts/slideLayout63.xml"/>
  <Override ContentType="application/vnd.openxmlformats-officedocument.presentationml.slideLayout+xml" PartName="/ppt/slideLayouts/slideLayout156.xml"/>
  <Override ContentType="application/vnd.openxmlformats-officedocument.presentationml.slideLayout+xml" PartName="/ppt/slideLayouts/slideLayout199.xml"/>
  <Override ContentType="application/vnd.openxmlformats-officedocument.presentationml.slideLayout+xml" PartName="/ppt/slideLayouts/slideLayout173.xml"/>
  <Override ContentType="application/vnd.openxmlformats-officedocument.presentationml.slideLayout+xml" PartName="/ppt/slideLayouts/slideLayout171.xml"/>
  <Override ContentType="application/vnd.openxmlformats-officedocument.presentationml.slideLayout+xml" PartName="/ppt/slideLayouts/slideLayout198.xml"/>
  <Override ContentType="application/vnd.openxmlformats-officedocument.presentationml.slideLayout+xml" PartName="/ppt/slideLayouts/slideLayout252.xml"/>
  <Override ContentType="application/vnd.openxmlformats-officedocument.presentationml.slideLayout+xml" PartName="/ppt/slideLayouts/slideLayout120.xml"/>
  <Override ContentType="application/vnd.openxmlformats-officedocument.presentationml.slideLayout+xml" PartName="/ppt/slideLayouts/slideLayout163.xml"/>
  <Override ContentType="application/vnd.openxmlformats-officedocument.presentationml.slideLayout+xml" PartName="/ppt/slideLayouts/slideLayout20.xml"/>
  <Override ContentType="application/vnd.openxmlformats-officedocument.presentationml.slideLayout+xml" PartName="/ppt/slideLayouts/slideLayout55.xml"/>
  <Override ContentType="application/vnd.openxmlformats-officedocument.presentationml.slideLayout+xml" PartName="/ppt/slideLayouts/slideLayout98.xml"/>
  <Override ContentType="application/vnd.openxmlformats-officedocument.presentationml.slideLayout+xml" PartName="/ppt/slideLayouts/slideLayout12.xml"/>
  <Override ContentType="application/vnd.openxmlformats-officedocument.presentationml.slideLayout+xml" PartName="/ppt/slideLayouts/slideLayout119.xml"/>
  <Override ContentType="application/vnd.openxmlformats-officedocument.presentationml.slideLayout+xml" PartName="/ppt/slideLayouts/slideLayout47.xml"/>
  <Override ContentType="application/vnd.openxmlformats-officedocument.presentationml.slideLayout+xml" PartName="/ppt/slideLayouts/slideLayout216.xml"/>
  <Override ContentType="application/vnd.openxmlformats-officedocument.presentationml.slideLayout+xml" PartName="/ppt/slideLayouts/slideLayout5.xml"/>
  <Override ContentType="application/vnd.openxmlformats-officedocument.presentationml.slideLayout+xml" PartName="/ppt/slideLayouts/slideLayout78.xml"/>
  <Override ContentType="application/vnd.openxmlformats-officedocument.presentationml.slideLayout+xml" PartName="/ppt/slideLayouts/slideLayout232.xml"/>
  <Override ContentType="application/vnd.openxmlformats-officedocument.presentationml.slideLayout+xml" PartName="/ppt/slideLayouts/slideLayout208.xml"/>
  <Override ContentType="application/vnd.openxmlformats-officedocument.presentationml.slideLayout+xml" PartName="/ppt/slideLayouts/slideLayout35.xml"/>
  <Override ContentType="application/vnd.openxmlformats-officedocument.presentationml.slideLayout+xml" PartName="/ppt/slideLayouts/slideLayout178.xml"/>
  <Override ContentType="application/vnd.openxmlformats-officedocument.presentationml.slideLayout+xml" PartName="/ppt/slideLayouts/slideLayout228.xml"/>
  <Override ContentType="application/vnd.openxmlformats-officedocument.presentationml.slideLayout+xml" PartName="/ppt/slideLayouts/slideLayout135.xml"/>
  <Override ContentType="application/vnd.openxmlformats-officedocument.presentationml.slideLayout+xml" PartName="/ppt/slideLayouts/slideLayout104.xml"/>
  <Override ContentType="application/vnd.openxmlformats-officedocument.presentationml.slideLayout+xml" PartName="/ppt/slideLayouts/slideLayout19.xml"/>
  <Override ContentType="application/vnd.openxmlformats-officedocument.presentationml.slideLayout+xml" PartName="/ppt/slideLayouts/slideLayout147.xml"/>
  <Override ContentType="application/vnd.openxmlformats-officedocument.presentationml.slideLayout+xml" PartName="/ppt/slideLayouts/slideLayout194.xml"/>
  <Override ContentType="application/vnd.openxmlformats-officedocument.presentationml.slideLayout+xml" PartName="/ppt/slideLayouts/slideLayout71.xml"/>
  <Override ContentType="application/vnd.openxmlformats-officedocument.presentationml.slideLayout+xml" PartName="/ppt/slideLayouts/slideLayout151.xml"/>
  <Override ContentType="application/vnd.openxmlformats-officedocument.presentationml.slideLayout+xml" PartName="/ppt/slideLayouts/slideLayout244.xml"/>
  <Override ContentType="application/vnd.openxmlformats-officedocument.presentationml.slideLayout+xml" PartName="/ppt/slideLayouts/slideLayout201.xml"/>
  <Override ContentType="application/vnd.openxmlformats-officedocument.presentationml.slideLayout+xml" PartName="/ppt/slideLayouts/slideLayout24.xml"/>
  <Override ContentType="application/vnd.openxmlformats-officedocument.presentationml.slideLayout+xml" PartName="/ppt/slideLayouts/slideLayout159.xml"/>
  <Override ContentType="application/vnd.openxmlformats-officedocument.presentationml.slideLayout+xml" PartName="/ppt/slideLayouts/slideLayout67.xml"/>
  <Override ContentType="application/vnd.openxmlformats-officedocument.presentationml.slideLayout+xml" PartName="/ppt/slideLayouts/slideLayout116.xml"/>
  <Override ContentType="application/vnd.openxmlformats-officedocument.presentationml.slideLayout+xml" PartName="/ppt/slideLayouts/slideLayout221.xml"/>
  <Override ContentType="application/vnd.openxmlformats-officedocument.presentationml.slideLayout+xml" PartName="/ppt/slideLayouts/slideLayout83.xml"/>
  <Override ContentType="application/vnd.openxmlformats-officedocument.presentationml.slideLayout+xml" PartName="/ppt/slideLayouts/slideLayout40.xml"/>
  <Override ContentType="application/vnd.openxmlformats-officedocument.presentationml.slideLayout+xml" PartName="/ppt/slideLayouts/slideLayout204.xml"/>
  <Override ContentType="application/vnd.openxmlformats-officedocument.presentationml.slideLayout+xml" PartName="/ppt/slideLayouts/slideLayout212.xml"/>
  <Override ContentType="application/vnd.openxmlformats-officedocument.presentationml.slideLayout+xml" PartName="/ppt/slideLayouts/slideLayout183.xml"/>
  <Override ContentType="application/vnd.openxmlformats-officedocument.presentationml.slideLayout+xml" PartName="/ppt/slideLayouts/slideLayout166.xml"/>
  <Override ContentType="application/vnd.openxmlformats-officedocument.presentationml.slideLayout+xml" PartName="/ppt/slideLayouts/slideLayout247.xml"/>
  <Override ContentType="application/vnd.openxmlformats-officedocument.presentationml.slideLayout+xml" PartName="/ppt/slideLayouts/slideLayout140.xml"/>
  <Override ContentType="application/vnd.openxmlformats-officedocument.presentationml.slideLayout+xml" PartName="/ppt/slideLayouts/slideLayout90.xml"/>
  <Override ContentType="application/vnd.openxmlformats-officedocument.presentationml.slideLayout+xml" PartName="/ppt/slideLayouts/slideLayout123.xml"/>
  <Override ContentType="application/vnd.openxmlformats-officedocument.presentationml.slideLayout+xml" PartName="/ppt/slideLayouts/slideLayout86.xml"/>
  <Override ContentType="application/vnd.openxmlformats-officedocument.presentationml.slideLayout+xml" PartName="/ppt/slideLayouts/slideLayout127.xml"/>
  <Override ContentType="application/vnd.openxmlformats-officedocument.presentationml.slideLayout+xml" PartName="/ppt/slideLayouts/slideLayout43.xml"/>
  <Override ContentType="application/vnd.openxmlformats-officedocument.presentationml.slideLayout+xml" PartName="/ppt/slideLayouts/slideLayout51.xml"/>
  <Override ContentType="application/vnd.openxmlformats-officedocument.presentationml.slideLayout+xml" PartName="/ppt/slideLayouts/slideLayout94.xml"/>
  <Override ContentType="application/vnd.openxmlformats-officedocument.presentationml.slideLayout+xml" PartName="/ppt/slideLayouts/slideLayout1.xml"/>
  <Override ContentType="application/vnd.openxmlformats-officedocument.presentationml.slideLayout+xml" PartName="/ppt/slideLayouts/slideLayout174.xml"/>
  <Override ContentType="application/vnd.openxmlformats-officedocument.presentationml.slideLayout+xml" PartName="/ppt/slideLayouts/slideLayout39.xml"/>
  <Override ContentType="application/vnd.openxmlformats-officedocument.presentationml.slideLayout+xml" PartName="/ppt/slideLayouts/slideLayout144.xml"/>
  <Override ContentType="application/vnd.openxmlformats-officedocument.presentationml.slideLayout+xml" PartName="/ppt/slideLayouts/slideLayout131.xml"/>
  <Override ContentType="application/vnd.openxmlformats-officedocument.presentationml.slideLayout+xml" PartName="/ppt/slideLayouts/slideLayout187.xml"/>
  <Override ContentType="application/vnd.openxmlformats-officedocument.presentationml.slideLayout+xml" PartName="/ppt/slideLayouts/slideLayout236.xml"/>
  <Override ContentType="application/vnd.openxmlformats-officedocument.presentationml.slideLayout+xml" PartName="/ppt/slideLayouts/slideLayout191.xml"/>
  <Override ContentType="application/vnd.openxmlformats-officedocument.presentationml.slideLayout+xml" PartName="/ppt/slideLayouts/slideLayout28.xml"/>
  <Override ContentType="application/vnd.openxmlformats-officedocument.presentationml.slideLayout+xml" PartName="/ppt/slideLayouts/slideLayout155.xml"/>
  <Override ContentType="application/vnd.openxmlformats-officedocument.presentationml.slideLayout+xml" PartName="/ppt/slideLayouts/slideLayout58.xml"/>
  <Override ContentType="application/vnd.openxmlformats-officedocument.presentationml.slideLayout+xml" PartName="/ppt/slideLayouts/slideLayout240.xml"/>
  <Override ContentType="application/vnd.openxmlformats-officedocument.presentationml.slideLayout+xml" PartName="/ppt/slideLayouts/slideLayout15.xml"/>
  <Override ContentType="application/vnd.openxmlformats-officedocument.presentationml.slideLayout+xml" PartName="/ppt/slideLayouts/slideLayout112.xml"/>
  <Override ContentType="application/vnd.openxmlformats-officedocument.presentationml.slideLayout+xml" PartName="/ppt/slideLayouts/slideLayout8.xml"/>
  <Override ContentType="application/vnd.openxmlformats-officedocument.presentationml.slideLayout+xml" PartName="/ppt/slideLayouts/slideLayout75.xml"/>
  <Override ContentType="application/vnd.openxmlformats-officedocument.presentationml.slideLayout+xml" PartName="/ppt/slideLayouts/slideLayout108.xml"/>
  <Override ContentType="application/vnd.openxmlformats-officedocument.presentationml.slideLayout+xml" PartName="/ppt/slideLayouts/slideLayout138.xml"/>
  <Override ContentType="application/vnd.openxmlformats-officedocument.presentationml.slideLayout+xml" PartName="/ppt/slideLayouts/slideLayout32.xml"/>
  <Override ContentType="application/vnd.openxmlformats-officedocument.presentationml.slideLayout+xml" PartName="/ppt/slideLayouts/slideLayout200.xml"/>
  <Override ContentType="application/vnd.openxmlformats-officedocument.presentationml.slideLayout+xml" PartName="/ppt/slideLayouts/slideLayout243.xml"/>
  <Override ContentType="application/vnd.openxmlformats-officedocument.presentationml.slideLayout+xml" PartName="/ppt/slideLayouts/slideLayout97.xml"/>
  <Override ContentType="application/vnd.openxmlformats-officedocument.presentationml.slideLayout+xml" PartName="/ppt/slideLayouts/slideLayout111.xml"/>
  <Override ContentType="application/vnd.openxmlformats-officedocument.presentationml.slideLayout+xml" PartName="/ppt/slideLayouts/slideLayout54.xml"/>
  <Override ContentType="application/vnd.openxmlformats-officedocument.presentationml.slideLayout+xml" PartName="/ppt/slideLayouts/slideLayout11.xml"/>
  <Override ContentType="application/vnd.openxmlformats-officedocument.presentationml.slideLayout+xml" PartName="/ppt/slideLayouts/slideLayout154.xml"/>
  <Override ContentType="application/vnd.openxmlformats-officedocument.presentationml.slideLayout+xml" PartName="/ppt/slideLayouts/slideLayout197.xml"/>
  <Override ContentType="application/vnd.openxmlformats-officedocument.presentationml.slideLayout+xml" PartName="/ppt/slideLayouts/slideLayout38.xml"/>
  <Override ContentType="application/vnd.openxmlformats-officedocument.presentationml.slideLayout+xml" PartName="/ppt/slideLayouts/slideLayout170.xml"/>
  <Override ContentType="application/vnd.openxmlformats-officedocument.presentationml.slideLayout+xml" PartName="/ppt/slideLayouts/slideLayout101.xml"/>
  <Override ContentType="application/vnd.openxmlformats-officedocument.presentationml.slideLayout+xml" PartName="/ppt/slideLayouts/slideLayout233.xml"/>
  <Override ContentType="application/vnd.openxmlformats-officedocument.presentationml.slideLayout+xml" PartName="/ppt/slideLayouts/slideLayout179.xml"/>
  <Override ContentType="application/vnd.openxmlformats-officedocument.presentationml.slideLayout+xml" PartName="/ppt/slideLayouts/slideLayout60.xml"/>
  <Override ContentType="application/vnd.openxmlformats-officedocument.presentationml.slideLayout+xml" PartName="/ppt/slideLayouts/slideLayout136.xml"/>
  <Override ContentType="application/vnd.openxmlformats-officedocument.presentationml.slideLayout+xml" PartName="/ppt/slideLayouts/slideLayout105.xml"/>
  <Override ContentType="application/vnd.openxmlformats-officedocument.presentationml.slideLayout+xml" PartName="/ppt/slideLayouts/slideLayout182.xml"/>
  <Override ContentType="application/vnd.openxmlformats-officedocument.presentationml.slideLayout+xml" PartName="/ppt/slideLayouts/slideLayout215.xml"/>
  <Override ContentType="application/vnd.openxmlformats-officedocument.presentationml.slideLayout+xml" PartName="/ppt/slideLayouts/slideLayout148.xml"/>
  <Override ContentType="application/vnd.openxmlformats-officedocument.presentationml.slideLayout+xml" PartName="/ppt/slideLayouts/slideLayout48.xml"/>
  <Override ContentType="application/vnd.openxmlformats-officedocument.presentationml.slideLayout+xml" PartName="/ppt/slideLayouts/slideLayout72.xml"/>
  <Override ContentType="application/vnd.openxmlformats-officedocument.presentationml.slideLayout+xml" PartName="/ppt/slideLayouts/slideLayout164.xml"/>
  <Override ContentType="application/vnd.openxmlformats-officedocument.presentationml.slideLayout+xml" PartName="/ppt/slideLayouts/slideLayout4.xml"/>
  <Override ContentType="application/vnd.openxmlformats-officedocument.presentationml.slideLayout+xml" PartName="/ppt/slideLayouts/slideLayout66.xml"/>
  <Override ContentType="application/vnd.openxmlformats-officedocument.presentationml.slideLayout+xml" PartName="/ppt/slideLayouts/slideLayout209.xml"/>
  <Override ContentType="application/vnd.openxmlformats-officedocument.presentationml.slideLayout+xml" PartName="/ppt/slideLayouts/slideLayout227.xml"/>
  <Override ContentType="application/vnd.openxmlformats-officedocument.presentationml.slideLayout+xml" PartName="/ppt/slideLayouts/slideLayout23.xml"/>
  <Override ContentType="application/vnd.openxmlformats-officedocument.presentationml.slideLayout+xml" PartName="/ppt/slideLayouts/slideLayout121.xml"/>
  <Override ContentType="application/vnd.openxmlformats-officedocument.presentationml.slideLayout+xml" PartName="/ppt/slideLayouts/slideLayout248.xml"/>
  <Override ContentType="application/vnd.openxmlformats-officedocument.presentationml.slideLayout+xml" PartName="/ppt/slideLayouts/slideLayout205.xml"/>
  <Override ContentType="application/vnd.openxmlformats-officedocument.presentationml.slideLayout+xml" PartName="/ppt/slideLayouts/slideLayout222.xml"/>
  <Override ContentType="application/vnd.openxmlformats-officedocument.presentationml.slideLayout+xml" PartName="/ppt/slideLayouts/slideLayout16.xml"/>
  <Override ContentType="application/vnd.openxmlformats-officedocument.presentationml.slideLayout+xml" PartName="/ppt/slideLayouts/slideLayout76.xml"/>
  <Override ContentType="application/vnd.openxmlformats-officedocument.presentationml.slideLayout+xml" PartName="/ppt/slideLayouts/slideLayout59.xml"/>
  <Override ContentType="application/vnd.openxmlformats-officedocument.presentationml.slideLayout+xml" PartName="/ppt/slideLayouts/slideLayout33.xml"/>
  <Override ContentType="application/vnd.openxmlformats-officedocument.presentationml.slideLayout+xml" PartName="/ppt/slideLayouts/slideLayout109.xml"/>
  <Override ContentType="application/vnd.openxmlformats-officedocument.presentationml.slideLayout+xml" PartName="/ppt/slideLayouts/slideLayout158.xml"/>
  <Override ContentType="application/vnd.openxmlformats-officedocument.presentationml.slideLayout+xml" PartName="/ppt/slideLayouts/slideLayout115.xml"/>
  <Override ContentType="application/vnd.openxmlformats-officedocument.presentationml.slideLayout+xml" PartName="/ppt/slideLayouts/slideLayout192.xml"/>
  <Override ContentType="application/vnd.openxmlformats-officedocument.presentationml.slideLayout+xml" PartName="/ppt/slideLayouts/slideLayout82.xml"/>
  <Override ContentType="application/vnd.openxmlformats-officedocument.presentationml.slideLayout+xml" PartName="/ppt/slideLayouts/slideLayout132.xml"/>
  <Override ContentType="application/vnd.openxmlformats-officedocument.presentationml.slideLayout+xml" PartName="/ppt/slideLayouts/slideLayout175.xml"/>
  <Override ContentType="application/vnd.openxmlformats-officedocument.presentationml.slideLayout+xml" PartName="/ppt/slideLayouts/slideLayout211.xml"/>
  <Override ContentType="application/vnd.openxmlformats-officedocument.presentationml.slideLayout+xml" PartName="/ppt/slideLayouts/slideLayout100.xml"/>
  <Override ContentType="application/vnd.openxmlformats-officedocument.presentationml.slideLayout+xml" PartName="/ppt/slideLayouts/slideLayout237.xml"/>
  <Override ContentType="application/vnd.openxmlformats-officedocument.presentationml.slideLayout+xml" PartName="/ppt/slideLayouts/slideLayout143.xml"/>
  <Override ContentType="application/vnd.openxmlformats-officedocument.presentationml.slideLayout+xml" PartName="/ppt/slideLayouts/slideLayout126.xml"/>
  <Override ContentType="application/vnd.openxmlformats-officedocument.presentationml.slideLayout+xml" PartName="/ppt/slideLayouts/slideLayout87.xml"/>
  <Override ContentType="application/vnd.openxmlformats-officedocument.presentationml.slideLayout+xml" PartName="/ppt/slideLayouts/slideLayout9.xml"/>
  <Override ContentType="application/vnd.openxmlformats-officedocument.presentationml.slideLayout+xml" PartName="/ppt/slideLayouts/slideLayout50.xml"/>
  <Override ContentType="application/vnd.openxmlformats-officedocument.presentationml.slideLayout+xml" PartName="/ppt/slideLayouts/slideLayout44.xml"/>
  <Override ContentType="application/vnd.openxmlformats-officedocument.presentationml.slideLayout+xml" PartName="/ppt/slideLayouts/slideLayout169.xml"/>
  <Override ContentType="application/vnd.openxmlformats-officedocument.presentationml.slideLayout+xml" PartName="/ppt/slideLayouts/slideLayout93.xml"/>
  <Override ContentType="application/vnd.openxmlformats-officedocument.presentationml.slideLayout+xml" PartName="/ppt/slideLayouts/slideLayout27.xml"/>
  <Override ContentType="application/vnd.openxmlformats-officedocument.presentationml.slideLayout+xml" PartName="/ppt/slideLayouts/slideLayout186.xml"/>
  <Override ContentType="application/vnd.openxmlformats-officedocument.presentationml.slideLayout+xml" PartName="/ppt/slideLayouts/slideLayout160.xml"/>
  <Override ContentType="application/vnd.openxmlformats-officedocument.presentationml.slideMaster+xml" PartName="/ppt/slideMasters/slideMaster3.xml"/>
  <Override ContentType="application/vnd.openxmlformats-officedocument.presentationml.slideMaster+xml" PartName="/ppt/slideMasters/slideMaster2.xml"/>
  <Override ContentType="application/vnd.openxmlformats-officedocument.presentationml.slideMaster+xml" PartName="/ppt/slideMasters/slideMaster1.xml"/>
  <Override ContentType="application/vnd.openxmlformats-officedocument.presentationml.slideMaster+xml" PartName="/ppt/slideMasters/slideMaster4.xml"/>
  <Override ContentType="application/vnd.openxmlformats-officedocument.presentationml.slideMaster+xml" PartName="/ppt/slideMasters/slideMaster6.xml"/>
  <Override ContentType="application/vnd.openxmlformats-officedocument.presentationml.slideMaster+xml" PartName="/ppt/slideMasters/slideMaster5.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43.xml"/>
  <Override ContentType="application/vnd.openxmlformats-officedocument.presentationml.slide+xml" PartName="/ppt/slides/slide35.xml"/>
  <Override ContentType="application/vnd.openxmlformats-officedocument.presentationml.slide+xml" PartName="/ppt/slides/slide60.xml"/>
  <Override ContentType="application/vnd.openxmlformats-officedocument.presentationml.slide+xml" PartName="/ppt/slides/slide52.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xml"/>
  <Override ContentType="application/vnd.openxmlformats-officedocument.presentationml.slide+xml" PartName="/ppt/slides/slide5.xml"/>
  <Override ContentType="application/vnd.openxmlformats-officedocument.presentationml.slide+xml" PartName="/ppt/slides/slide17.xml"/>
  <Override ContentType="application/vnd.openxmlformats-officedocument.presentationml.slide+xml" PartName="/ppt/slides/slide42.xml"/>
  <Override ContentType="application/vnd.openxmlformats-officedocument.presentationml.slide+xml" PartName="/ppt/slides/slide25.xml"/>
  <Override ContentType="application/vnd.openxmlformats-officedocument.presentationml.slide+xml" PartName="/ppt/slides/slide50.xml"/>
  <Override ContentType="application/vnd.openxmlformats-officedocument.presentationml.slide+xml" PartName="/ppt/slides/slide34.xml"/>
  <Override ContentType="application/vnd.openxmlformats-officedocument.presentationml.slide+xml" PartName="/ppt/slides/slide33.xml"/>
  <Override ContentType="application/vnd.openxmlformats-officedocument.presentationml.slide+xml" PartName="/ppt/slides/slide51.xml"/>
  <Override ContentType="application/vnd.openxmlformats-officedocument.presentationml.slide+xml" PartName="/ppt/slides/slide16.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37.xml"/>
  <Override ContentType="application/vnd.openxmlformats-officedocument.presentationml.slide+xml" PartName="/ppt/slides/slide41.xml"/>
  <Override ContentType="application/vnd.openxmlformats-officedocument.presentationml.slide+xml" PartName="/ppt/slides/slide7.xml"/>
  <Override ContentType="application/vnd.openxmlformats-officedocument.presentationml.slide+xml" PartName="/ppt/slides/slide54.xml"/>
  <Override ContentType="application/vnd.openxmlformats-officedocument.presentationml.slide+xml" PartName="/ppt/slides/slide36.xml"/>
  <Override ContentType="application/vnd.openxmlformats-officedocument.presentationml.slide+xml" PartName="/ppt/slides/slide23.xml"/>
  <Override ContentType="application/vnd.openxmlformats-officedocument.presentationml.slide+xml" PartName="/ppt/slides/slide49.xml"/>
  <Override ContentType="application/vnd.openxmlformats-officedocument.presentationml.slide+xml" PartName="/ppt/slides/slide10.xml"/>
  <Override ContentType="application/vnd.openxmlformats-officedocument.presentationml.slide+xml" PartName="/ppt/slides/slide6.xml"/>
  <Override ContentType="application/vnd.openxmlformats-officedocument.presentationml.slide+xml" PartName="/ppt/slides/slide53.xml"/>
  <Override ContentType="application/vnd.openxmlformats-officedocument.presentationml.slide+xml" PartName="/ppt/slides/slide40.xml"/>
  <Override ContentType="application/vnd.openxmlformats-officedocument.presentationml.slide+xml" PartName="/ppt/slides/slide48.xml"/>
  <Override ContentType="application/vnd.openxmlformats-officedocument.presentationml.slide+xml" PartName="/ppt/slides/slide30.xml"/>
  <Override ContentType="application/vnd.openxmlformats-officedocument.presentationml.slide+xml" PartName="/ppt/slides/slide22.xml"/>
  <Override ContentType="application/vnd.openxmlformats-officedocument.presentationml.slide+xml" PartName="/ppt/slides/slide39.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56.xml"/>
  <Override ContentType="application/vnd.openxmlformats-officedocument.presentationml.slide+xml" PartName="/ppt/slides/slide12.xml"/>
  <Override ContentType="application/vnd.openxmlformats-officedocument.presentationml.slide+xml" PartName="/ppt/slides/slide47.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38.xml"/>
  <Override ContentType="application/vnd.openxmlformats-officedocument.presentationml.slide+xml" PartName="/ppt/slides/slide46.xml"/>
  <Override ContentType="application/vnd.openxmlformats-officedocument.presentationml.slide+xml" PartName="/ppt/slides/slide8.xml"/>
  <Override ContentType="application/vnd.openxmlformats-officedocument.presentationml.slide+xml" PartName="/ppt/slides/slide55.xml"/>
  <Override ContentType="application/vnd.openxmlformats-officedocument.presentationml.slide+xml" PartName="/ppt/slides/slide29.xml"/>
  <Override ContentType="application/vnd.openxmlformats-officedocument.presentationml.slide+xml" PartName="/ppt/slides/slide59.xml"/>
  <Override ContentType="application/vnd.openxmlformats-officedocument.presentationml.slide+xml" PartName="/ppt/slides/slide32.xml"/>
  <Override ContentType="application/vnd.openxmlformats-officedocument.presentationml.slide+xml" PartName="/ppt/slides/slide1.xml"/>
  <Override ContentType="application/vnd.openxmlformats-officedocument.presentationml.slide+xml" PartName="/ppt/slides/slide58.xml"/>
  <Override ContentType="application/vnd.openxmlformats-officedocument.presentationml.slide+xml" PartName="/ppt/slides/slide45.xml"/>
  <Override ContentType="application/vnd.openxmlformats-officedocument.presentationml.slide+xml" PartName="/ppt/slides/slide28.xml"/>
  <Override ContentType="application/vnd.openxmlformats-officedocument.presentationml.slide+xml" PartName="/ppt/slides/slide15.xml"/>
  <Override ContentType="application/vnd.openxmlformats-officedocument.presentationml.slide+xml" PartName="/ppt/slides/slide31.xml"/>
  <Override ContentType="application/vnd.openxmlformats-officedocument.presentationml.slide+xml" PartName="/ppt/slides/slide27.xml"/>
  <Override ContentType="application/vnd.openxmlformats-officedocument.presentationml.slide+xml" PartName="/ppt/slides/slide57.xml"/>
  <Override ContentType="application/vnd.openxmlformats-officedocument.presentationml.slide+xml" PartName="/ppt/slides/slide2.xml"/>
  <Override ContentType="application/vnd.openxmlformats-officedocument.presentationml.slide+xml" PartName="/ppt/slides/slide44.xml"/>
  <Override ContentType="application/vnd.openxmlformats-officedocument.presentationml.slide+xml" PartName="/ppt/slides/slide14.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7.xml"/>
  <Override ContentType="application/vnd.openxmlformats-officedocument.theme+xml" PartName="/ppt/theme/theme6.xml"/>
  <Override ContentType="application/vnd.openxmlformats-officedocument.theme+xml" PartName="/ppt/theme/theme2.xml"/>
  <Override ContentType="application/vnd.openxmlformats-officedocument.theme+xml" PartName="/ppt/theme/theme3.xml"/>
  <Override ContentType="application/vnd.openxmlformats-officedocument.theme+xml" PartName="/ppt/theme/theme4.xml"/>
  <Override ContentType="application/vnd.openxmlformats-officedocument.theme+xml" PartName="/ppt/theme/theme5.xml"/>
  <Override ContentType="application/vnd.openxmlformats-officedocument.presentationml.viewProps+xml" PartName="/ppt/viewProps.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901" r:id="rId5"/>
    <p:sldMasterId id="2147483902" r:id="rId6"/>
    <p:sldMasterId id="2147483903" r:id="rId7"/>
    <p:sldMasterId id="2147483904" r:id="rId8"/>
    <p:sldMasterId id="2147483905" r:id="rId9"/>
    <p:sldMasterId id="2147483906" r:id="rId10"/>
  </p:sldMasterIdLst>
  <p:notesMasterIdLst>
    <p:notesMasterId r:id="rId11"/>
  </p:notesMasterIdLst>
  <p:sldIdLst>
    <p:sldId id="256" r:id="rId12"/>
    <p:sldId id="257" r:id="rId13"/>
    <p:sldId id="258" r:id="rId14"/>
    <p:sldId id="259" r:id="rId15"/>
    <p:sldId id="260" r:id="rId16"/>
    <p:sldId id="261" r:id="rId17"/>
    <p:sldId id="262" r:id="rId18"/>
    <p:sldId id="263" r:id="rId19"/>
    <p:sldId id="264" r:id="rId20"/>
    <p:sldId id="265" r:id="rId21"/>
    <p:sldId id="266" r:id="rId22"/>
    <p:sldId id="267" r:id="rId23"/>
    <p:sldId id="268" r:id="rId24"/>
    <p:sldId id="269" r:id="rId25"/>
    <p:sldId id="270" r:id="rId26"/>
    <p:sldId id="271" r:id="rId27"/>
    <p:sldId id="272" r:id="rId28"/>
    <p:sldId id="273" r:id="rId29"/>
    <p:sldId id="274" r:id="rId30"/>
    <p:sldId id="275" r:id="rId31"/>
    <p:sldId id="276" r:id="rId32"/>
    <p:sldId id="277" r:id="rId33"/>
    <p:sldId id="278" r:id="rId34"/>
    <p:sldId id="279" r:id="rId35"/>
    <p:sldId id="280" r:id="rId36"/>
    <p:sldId id="281" r:id="rId37"/>
    <p:sldId id="282" r:id="rId38"/>
    <p:sldId id="283" r:id="rId39"/>
    <p:sldId id="284" r:id="rId40"/>
    <p:sldId id="285" r:id="rId41"/>
    <p:sldId id="286" r:id="rId42"/>
    <p:sldId id="287" r:id="rId43"/>
    <p:sldId id="288" r:id="rId44"/>
    <p:sldId id="289" r:id="rId45"/>
    <p:sldId id="290" r:id="rId46"/>
    <p:sldId id="291" r:id="rId47"/>
    <p:sldId id="292" r:id="rId48"/>
    <p:sldId id="293" r:id="rId49"/>
    <p:sldId id="294" r:id="rId50"/>
    <p:sldId id="295" r:id="rId51"/>
    <p:sldId id="296" r:id="rId52"/>
    <p:sldId id="297" r:id="rId53"/>
    <p:sldId id="298" r:id="rId54"/>
    <p:sldId id="299" r:id="rId55"/>
    <p:sldId id="300" r:id="rId56"/>
    <p:sldId id="301" r:id="rId57"/>
    <p:sldId id="302" r:id="rId58"/>
    <p:sldId id="303" r:id="rId59"/>
    <p:sldId id="304" r:id="rId60"/>
    <p:sldId id="305" r:id="rId61"/>
    <p:sldId id="306" r:id="rId62"/>
    <p:sldId id="307" r:id="rId63"/>
    <p:sldId id="308" r:id="rId64"/>
    <p:sldId id="309" r:id="rId65"/>
    <p:sldId id="310" r:id="rId66"/>
    <p:sldId id="311" r:id="rId67"/>
    <p:sldId id="312" r:id="rId68"/>
    <p:sldId id="313" r:id="rId69"/>
    <p:sldId id="314" r:id="rId70"/>
    <p:sldId id="315" r:id="rId71"/>
  </p:sldIdLst>
  <p:sldSz cy="6840000" cx="10080000"/>
  <p:notesSz cx="6858000" cy="9144000"/>
  <p:embeddedFontLst>
    <p:embeddedFont>
      <p:font typeface="Roboto"/>
      <p:regular r:id="rId72"/>
      <p:bold r:id="rId73"/>
      <p:italic r:id="rId74"/>
      <p:boldItalic r:id="rId75"/>
    </p:embeddedFont>
    <p:embeddedFont>
      <p:font typeface="Arvo"/>
      <p:regular r:id="rId76"/>
      <p:bold r:id="rId77"/>
      <p:italic r:id="rId78"/>
      <p:boldItalic r:id="rId79"/>
    </p:embeddedFont>
    <p:embeddedFont>
      <p:font typeface="Source Code Pro"/>
      <p:regular r:id="rId80"/>
      <p:bold r:id="rId81"/>
      <p:italic r:id="rId82"/>
      <p:boldItalic r:id="rId83"/>
    </p:embeddedFont>
    <p:embeddedFont>
      <p:font typeface="Tahoma"/>
      <p:regular r:id="rId84"/>
      <p:bold r:id="rId85"/>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defaultTextStyle>
  <p:extLst>
    <p:ext uri="{EFAFB233-063F-42B5-8137-9DF3F51BA10A}">
      <p15:sldGuideLst>
        <p15:guide id="1" orient="horz" pos="1502">
          <p15:clr>
            <a:srgbClr val="A4A3A4"/>
          </p15:clr>
        </p15:guide>
        <p15:guide id="2" pos="3175">
          <p15:clr>
            <a:srgbClr val="A4A3A4"/>
          </p15:clr>
        </p15:guide>
        <p15:guide id="3" orient="horz" pos="1953">
          <p15:clr>
            <a:srgbClr val="9AA0A6"/>
          </p15:clr>
        </p15:guide>
      </p15:sldGuideLst>
    </p:ext>
  </p:extLst>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BCA326C2-F651-4685-9A93-08D606646A5A}">
  <a:tblStyle styleId="{BCA326C2-F651-4685-9A93-08D606646A5A}" styleName="Table_0">
    <a:wholeTbl>
      <a:tcTxStyle>
        <a:font>
          <a:latin typeface="Arial"/>
          <a:ea typeface="Arial"/>
          <a:cs typeface="Arial"/>
        </a:font>
        <a:srgbClr val="000000"/>
      </a:tcTx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Lst>
</file>

<file path=ppt/viewProps.xml><?xml version="1.0" encoding="utf-8"?>
<p:view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Comments="0">
  <p:slideViewPr>
    <p:cSldViewPr snapToGrid="0">
      <p:cViewPr varScale="1">
        <p:scale>
          <a:sx n="100" d="100"/>
          <a:sy n="100" d="100"/>
        </p:scale>
        <p:origin x="0" y="0"/>
      </p:cViewPr>
      <p:guideLst>
        <p:guide pos="1502" orient="horz"/>
        <p:guide pos="3175"/>
        <p:guide pos="1953" orient="horz"/>
      </p:guideLst>
    </p:cSldViewPr>
  </p:slideViewPr>
</p:viewPr>
</file>

<file path=ppt/_rels/presentation.xml.rels><?xml version="1.0" encoding="UTF-8" standalone="yes"?><Relationships xmlns="http://schemas.openxmlformats.org/package/2006/relationships"><Relationship Id="rId40" Type="http://schemas.openxmlformats.org/officeDocument/2006/relationships/slide" Target="slides/slide29.xml"/><Relationship Id="rId42" Type="http://schemas.openxmlformats.org/officeDocument/2006/relationships/slide" Target="slides/slide31.xml"/><Relationship Id="rId41" Type="http://schemas.openxmlformats.org/officeDocument/2006/relationships/slide" Target="slides/slide30.xml"/><Relationship Id="rId44" Type="http://schemas.openxmlformats.org/officeDocument/2006/relationships/slide" Target="slides/slide33.xml"/><Relationship Id="rId43" Type="http://schemas.openxmlformats.org/officeDocument/2006/relationships/slide" Target="slides/slide32.xml"/><Relationship Id="rId46" Type="http://schemas.openxmlformats.org/officeDocument/2006/relationships/slide" Target="slides/slide35.xml"/><Relationship Id="rId45" Type="http://schemas.openxmlformats.org/officeDocument/2006/relationships/slide" Target="slides/slide34.xml"/><Relationship Id="rId48" Type="http://schemas.openxmlformats.org/officeDocument/2006/relationships/slide" Target="slides/slide37.xml"/><Relationship Id="rId47" Type="http://schemas.openxmlformats.org/officeDocument/2006/relationships/slide" Target="slides/slide36.xml"/><Relationship Id="rId49" Type="http://schemas.openxmlformats.org/officeDocument/2006/relationships/slide" Target="slides/slide38.xml"/><Relationship Id="rId31" Type="http://schemas.openxmlformats.org/officeDocument/2006/relationships/slide" Target="slides/slide20.xml"/><Relationship Id="rId30" Type="http://schemas.openxmlformats.org/officeDocument/2006/relationships/slide" Target="slides/slide19.xml"/><Relationship Id="rId33" Type="http://schemas.openxmlformats.org/officeDocument/2006/relationships/slide" Target="slides/slide22.xml"/><Relationship Id="rId32" Type="http://schemas.openxmlformats.org/officeDocument/2006/relationships/slide" Target="slides/slide21.xml"/><Relationship Id="rId35" Type="http://schemas.openxmlformats.org/officeDocument/2006/relationships/slide" Target="slides/slide24.xml"/><Relationship Id="rId34" Type="http://schemas.openxmlformats.org/officeDocument/2006/relationships/slide" Target="slides/slide23.xml"/><Relationship Id="rId37" Type="http://schemas.openxmlformats.org/officeDocument/2006/relationships/slide" Target="slides/slide26.xml"/><Relationship Id="rId36" Type="http://schemas.openxmlformats.org/officeDocument/2006/relationships/slide" Target="slides/slide25.xml"/><Relationship Id="rId39" Type="http://schemas.openxmlformats.org/officeDocument/2006/relationships/slide" Target="slides/slide28.xml"/><Relationship Id="rId38" Type="http://schemas.openxmlformats.org/officeDocument/2006/relationships/slide" Target="slides/slide27.xml"/><Relationship Id="rId20" Type="http://schemas.openxmlformats.org/officeDocument/2006/relationships/slide" Target="slides/slide9.xml"/><Relationship Id="rId22" Type="http://schemas.openxmlformats.org/officeDocument/2006/relationships/slide" Target="slides/slide11.xml"/><Relationship Id="rId21" Type="http://schemas.openxmlformats.org/officeDocument/2006/relationships/slide" Target="slides/slide10.xml"/><Relationship Id="rId24" Type="http://schemas.openxmlformats.org/officeDocument/2006/relationships/slide" Target="slides/slide13.xml"/><Relationship Id="rId23" Type="http://schemas.openxmlformats.org/officeDocument/2006/relationships/slide" Target="slides/slide12.xml"/><Relationship Id="rId26" Type="http://schemas.openxmlformats.org/officeDocument/2006/relationships/slide" Target="slides/slide15.xml"/><Relationship Id="rId25" Type="http://schemas.openxmlformats.org/officeDocument/2006/relationships/slide" Target="slides/slide14.xml"/><Relationship Id="rId28" Type="http://schemas.openxmlformats.org/officeDocument/2006/relationships/slide" Target="slides/slide17.xml"/><Relationship Id="rId27" Type="http://schemas.openxmlformats.org/officeDocument/2006/relationships/slide" Target="slides/slide16.xml"/><Relationship Id="rId29" Type="http://schemas.openxmlformats.org/officeDocument/2006/relationships/slide" Target="slides/slide18.xml"/><Relationship Id="rId11" Type="http://schemas.openxmlformats.org/officeDocument/2006/relationships/notesMaster" Target="notesMasters/notesMaster1.xml"/><Relationship Id="rId10" Type="http://schemas.openxmlformats.org/officeDocument/2006/relationships/slideMaster" Target="slideMasters/slideMaster6.xml"/><Relationship Id="rId13" Type="http://schemas.openxmlformats.org/officeDocument/2006/relationships/slide" Target="slides/slide2.xml"/><Relationship Id="rId12" Type="http://schemas.openxmlformats.org/officeDocument/2006/relationships/slide" Target="slides/slide1.xml"/><Relationship Id="rId15" Type="http://schemas.openxmlformats.org/officeDocument/2006/relationships/slide" Target="slides/slide4.xml"/><Relationship Id="rId14" Type="http://schemas.openxmlformats.org/officeDocument/2006/relationships/slide" Target="slides/slide3.xml"/><Relationship Id="rId17" Type="http://schemas.openxmlformats.org/officeDocument/2006/relationships/slide" Target="slides/slide6.xml"/><Relationship Id="rId16" Type="http://schemas.openxmlformats.org/officeDocument/2006/relationships/slide" Target="slides/slide5.xml"/><Relationship Id="rId19" Type="http://schemas.openxmlformats.org/officeDocument/2006/relationships/slide" Target="slides/slide8.xml"/><Relationship Id="rId18" Type="http://schemas.openxmlformats.org/officeDocument/2006/relationships/slide" Target="slides/slide7.xml"/><Relationship Id="rId84" Type="http://schemas.openxmlformats.org/officeDocument/2006/relationships/font" Target="fonts/Tahoma-regular.fntdata"/><Relationship Id="rId83" Type="http://schemas.openxmlformats.org/officeDocument/2006/relationships/font" Target="fonts/SourceCodePro-boldItalic.fntdata"/><Relationship Id="rId85" Type="http://schemas.openxmlformats.org/officeDocument/2006/relationships/font" Target="fonts/Tahoma-bold.fntdata"/><Relationship Id="rId80" Type="http://schemas.openxmlformats.org/officeDocument/2006/relationships/font" Target="fonts/SourceCodePro-regular.fntdata"/><Relationship Id="rId82" Type="http://schemas.openxmlformats.org/officeDocument/2006/relationships/font" Target="fonts/SourceCodePro-italic.fntdata"/><Relationship Id="rId81" Type="http://schemas.openxmlformats.org/officeDocument/2006/relationships/font" Target="fonts/SourceCodePro-bold.fntdata"/><Relationship Id="rId1" Type="http://schemas.openxmlformats.org/officeDocument/2006/relationships/theme" Target="theme/theme4.xml"/><Relationship Id="rId2" Type="http://schemas.openxmlformats.org/officeDocument/2006/relationships/viewProps" Target="viewProps.xml"/><Relationship Id="rId3" Type="http://schemas.openxmlformats.org/officeDocument/2006/relationships/presProps" Target="presProps.xml"/><Relationship Id="rId4" Type="http://schemas.openxmlformats.org/officeDocument/2006/relationships/tableStyles" Target="tableStyles.xml"/><Relationship Id="rId9" Type="http://schemas.openxmlformats.org/officeDocument/2006/relationships/slideMaster" Target="slideMasters/slideMaster5.xml"/><Relationship Id="rId5" Type="http://schemas.openxmlformats.org/officeDocument/2006/relationships/slideMaster" Target="slideMasters/slideMaster1.xml"/><Relationship Id="rId6" Type="http://schemas.openxmlformats.org/officeDocument/2006/relationships/slideMaster" Target="slideMasters/slideMaster2.xml"/><Relationship Id="rId7" Type="http://schemas.openxmlformats.org/officeDocument/2006/relationships/slideMaster" Target="slideMasters/slideMaster3.xml"/><Relationship Id="rId8" Type="http://schemas.openxmlformats.org/officeDocument/2006/relationships/slideMaster" Target="slideMasters/slideMaster4.xml"/><Relationship Id="rId73" Type="http://schemas.openxmlformats.org/officeDocument/2006/relationships/font" Target="fonts/Roboto-bold.fntdata"/><Relationship Id="rId72" Type="http://schemas.openxmlformats.org/officeDocument/2006/relationships/font" Target="fonts/Roboto-regular.fntdata"/><Relationship Id="rId75" Type="http://schemas.openxmlformats.org/officeDocument/2006/relationships/font" Target="fonts/Roboto-boldItalic.fntdata"/><Relationship Id="rId74" Type="http://schemas.openxmlformats.org/officeDocument/2006/relationships/font" Target="fonts/Roboto-italic.fntdata"/><Relationship Id="rId77" Type="http://schemas.openxmlformats.org/officeDocument/2006/relationships/font" Target="fonts/Arvo-bold.fntdata"/><Relationship Id="rId76" Type="http://schemas.openxmlformats.org/officeDocument/2006/relationships/font" Target="fonts/Arvo-regular.fntdata"/><Relationship Id="rId79" Type="http://schemas.openxmlformats.org/officeDocument/2006/relationships/font" Target="fonts/Arvo-boldItalic.fntdata"/><Relationship Id="rId78" Type="http://schemas.openxmlformats.org/officeDocument/2006/relationships/font" Target="fonts/Arvo-italic.fntdata"/><Relationship Id="rId71" Type="http://schemas.openxmlformats.org/officeDocument/2006/relationships/slide" Target="slides/slide60.xml"/><Relationship Id="rId70" Type="http://schemas.openxmlformats.org/officeDocument/2006/relationships/slide" Target="slides/slide59.xml"/><Relationship Id="rId62" Type="http://schemas.openxmlformats.org/officeDocument/2006/relationships/slide" Target="slides/slide51.xml"/><Relationship Id="rId61" Type="http://schemas.openxmlformats.org/officeDocument/2006/relationships/slide" Target="slides/slide50.xml"/><Relationship Id="rId64" Type="http://schemas.openxmlformats.org/officeDocument/2006/relationships/slide" Target="slides/slide53.xml"/><Relationship Id="rId63" Type="http://schemas.openxmlformats.org/officeDocument/2006/relationships/slide" Target="slides/slide52.xml"/><Relationship Id="rId66" Type="http://schemas.openxmlformats.org/officeDocument/2006/relationships/slide" Target="slides/slide55.xml"/><Relationship Id="rId65" Type="http://schemas.openxmlformats.org/officeDocument/2006/relationships/slide" Target="slides/slide54.xml"/><Relationship Id="rId68" Type="http://schemas.openxmlformats.org/officeDocument/2006/relationships/slide" Target="slides/slide57.xml"/><Relationship Id="rId67" Type="http://schemas.openxmlformats.org/officeDocument/2006/relationships/slide" Target="slides/slide56.xml"/><Relationship Id="rId60" Type="http://schemas.openxmlformats.org/officeDocument/2006/relationships/slide" Target="slides/slide49.xml"/><Relationship Id="rId69" Type="http://schemas.openxmlformats.org/officeDocument/2006/relationships/slide" Target="slides/slide58.xml"/><Relationship Id="rId51" Type="http://schemas.openxmlformats.org/officeDocument/2006/relationships/slide" Target="slides/slide40.xml"/><Relationship Id="rId50" Type="http://schemas.openxmlformats.org/officeDocument/2006/relationships/slide" Target="slides/slide39.xml"/><Relationship Id="rId53" Type="http://schemas.openxmlformats.org/officeDocument/2006/relationships/slide" Target="slides/slide42.xml"/><Relationship Id="rId52" Type="http://schemas.openxmlformats.org/officeDocument/2006/relationships/slide" Target="slides/slide41.xml"/><Relationship Id="rId55" Type="http://schemas.openxmlformats.org/officeDocument/2006/relationships/slide" Target="slides/slide44.xml"/><Relationship Id="rId54" Type="http://schemas.openxmlformats.org/officeDocument/2006/relationships/slide" Target="slides/slide43.xml"/><Relationship Id="rId57" Type="http://schemas.openxmlformats.org/officeDocument/2006/relationships/slide" Target="slides/slide46.xml"/><Relationship Id="rId56" Type="http://schemas.openxmlformats.org/officeDocument/2006/relationships/slide" Target="slides/slide45.xml"/><Relationship Id="rId59" Type="http://schemas.openxmlformats.org/officeDocument/2006/relationships/slide" Target="slides/slide48.xml"/><Relationship Id="rId58" Type="http://schemas.openxmlformats.org/officeDocument/2006/relationships/slide" Target="slides/slide47.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1.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902643" y="685800"/>
            <a:ext cx="50535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298" name="Shape 15298"/>
        <p:cNvGrpSpPr/>
        <p:nvPr/>
      </p:nvGrpSpPr>
      <p:grpSpPr>
        <a:xfrm>
          <a:off x="0" y="0"/>
          <a:ext cx="0" cy="0"/>
          <a:chOff x="0" y="0"/>
          <a:chExt cx="0" cy="0"/>
        </a:xfrm>
      </p:grpSpPr>
      <p:sp>
        <p:nvSpPr>
          <p:cNvPr id="15299" name="Google Shape;15299;g37f0ad5250d_0_0:notes"/>
          <p:cNvSpPr/>
          <p:nvPr>
            <p:ph idx="2" type="sldImg"/>
          </p:nvPr>
        </p:nvSpPr>
        <p:spPr>
          <a:xfrm>
            <a:off x="902643" y="685800"/>
            <a:ext cx="5053500" cy="3429000"/>
          </a:xfrm>
          <a:custGeom>
            <a:rect b="b" l="l" r="r" t="t"/>
            <a:pathLst>
              <a:path extrusionOk="0" h="120000" w="120000">
                <a:moveTo>
                  <a:pt x="0" y="0"/>
                </a:moveTo>
                <a:lnTo>
                  <a:pt x="120000" y="0"/>
                </a:lnTo>
                <a:lnTo>
                  <a:pt x="120000" y="120000"/>
                </a:lnTo>
                <a:lnTo>
                  <a:pt x="0" y="120000"/>
                </a:lnTo>
                <a:close/>
              </a:path>
            </a:pathLst>
          </a:custGeom>
        </p:spPr>
      </p:sp>
      <p:sp>
        <p:nvSpPr>
          <p:cNvPr id="15300" name="Google Shape;15300;g37f0ad5250d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416" name="Shape 15416"/>
        <p:cNvGrpSpPr/>
        <p:nvPr/>
      </p:nvGrpSpPr>
      <p:grpSpPr>
        <a:xfrm>
          <a:off x="0" y="0"/>
          <a:ext cx="0" cy="0"/>
          <a:chOff x="0" y="0"/>
          <a:chExt cx="0" cy="0"/>
        </a:xfrm>
      </p:grpSpPr>
      <p:sp>
        <p:nvSpPr>
          <p:cNvPr id="15417" name="Google Shape;15417;g239e1ac008d_1_0:notes"/>
          <p:cNvSpPr/>
          <p:nvPr>
            <p:ph idx="2" type="sldImg"/>
          </p:nvPr>
        </p:nvSpPr>
        <p:spPr>
          <a:xfrm>
            <a:off x="902643" y="685800"/>
            <a:ext cx="5053500" cy="3429000"/>
          </a:xfrm>
          <a:custGeom>
            <a:rect b="b" l="l" r="r" t="t"/>
            <a:pathLst>
              <a:path extrusionOk="0" h="120000" w="120000">
                <a:moveTo>
                  <a:pt x="0" y="0"/>
                </a:moveTo>
                <a:lnTo>
                  <a:pt x="120000" y="0"/>
                </a:lnTo>
                <a:lnTo>
                  <a:pt x="120000" y="120000"/>
                </a:lnTo>
                <a:lnTo>
                  <a:pt x="0" y="120000"/>
                </a:lnTo>
                <a:close/>
              </a:path>
            </a:pathLst>
          </a:custGeom>
        </p:spPr>
      </p:sp>
      <p:sp>
        <p:nvSpPr>
          <p:cNvPr id="15418" name="Google Shape;15418;g239e1ac008d_1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463" name="Shape 15463"/>
        <p:cNvGrpSpPr/>
        <p:nvPr/>
      </p:nvGrpSpPr>
      <p:grpSpPr>
        <a:xfrm>
          <a:off x="0" y="0"/>
          <a:ext cx="0" cy="0"/>
          <a:chOff x="0" y="0"/>
          <a:chExt cx="0" cy="0"/>
        </a:xfrm>
      </p:grpSpPr>
      <p:sp>
        <p:nvSpPr>
          <p:cNvPr id="15464" name="Google Shape;15464;g37ba6384fd5_0_0:notes"/>
          <p:cNvSpPr/>
          <p:nvPr>
            <p:ph idx="2" type="sldImg"/>
          </p:nvPr>
        </p:nvSpPr>
        <p:spPr>
          <a:xfrm>
            <a:off x="902643" y="685800"/>
            <a:ext cx="5053500" cy="3429000"/>
          </a:xfrm>
          <a:custGeom>
            <a:rect b="b" l="l" r="r" t="t"/>
            <a:pathLst>
              <a:path extrusionOk="0" h="120000" w="120000">
                <a:moveTo>
                  <a:pt x="0" y="0"/>
                </a:moveTo>
                <a:lnTo>
                  <a:pt x="120000" y="0"/>
                </a:lnTo>
                <a:lnTo>
                  <a:pt x="120000" y="120000"/>
                </a:lnTo>
                <a:lnTo>
                  <a:pt x="0" y="120000"/>
                </a:lnTo>
                <a:close/>
              </a:path>
            </a:pathLst>
          </a:custGeom>
        </p:spPr>
      </p:sp>
      <p:sp>
        <p:nvSpPr>
          <p:cNvPr id="15465" name="Google Shape;15465;g37ba6384fd5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506" name="Shape 15506"/>
        <p:cNvGrpSpPr/>
        <p:nvPr/>
      </p:nvGrpSpPr>
      <p:grpSpPr>
        <a:xfrm>
          <a:off x="0" y="0"/>
          <a:ext cx="0" cy="0"/>
          <a:chOff x="0" y="0"/>
          <a:chExt cx="0" cy="0"/>
        </a:xfrm>
      </p:grpSpPr>
      <p:sp>
        <p:nvSpPr>
          <p:cNvPr id="15507" name="Google Shape;15507;g37ba6384fd5_0_39:notes"/>
          <p:cNvSpPr/>
          <p:nvPr>
            <p:ph idx="2" type="sldImg"/>
          </p:nvPr>
        </p:nvSpPr>
        <p:spPr>
          <a:xfrm>
            <a:off x="902643" y="685800"/>
            <a:ext cx="5053500" cy="3429000"/>
          </a:xfrm>
          <a:custGeom>
            <a:rect b="b" l="l" r="r" t="t"/>
            <a:pathLst>
              <a:path extrusionOk="0" h="120000" w="120000">
                <a:moveTo>
                  <a:pt x="0" y="0"/>
                </a:moveTo>
                <a:lnTo>
                  <a:pt x="120000" y="0"/>
                </a:lnTo>
                <a:lnTo>
                  <a:pt x="120000" y="120000"/>
                </a:lnTo>
                <a:lnTo>
                  <a:pt x="0" y="120000"/>
                </a:lnTo>
                <a:close/>
              </a:path>
            </a:pathLst>
          </a:custGeom>
        </p:spPr>
      </p:sp>
      <p:sp>
        <p:nvSpPr>
          <p:cNvPr id="15508" name="Google Shape;15508;g37ba6384fd5_0_3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539" name="Shape 15539"/>
        <p:cNvGrpSpPr/>
        <p:nvPr/>
      </p:nvGrpSpPr>
      <p:grpSpPr>
        <a:xfrm>
          <a:off x="0" y="0"/>
          <a:ext cx="0" cy="0"/>
          <a:chOff x="0" y="0"/>
          <a:chExt cx="0" cy="0"/>
        </a:xfrm>
      </p:grpSpPr>
      <p:sp>
        <p:nvSpPr>
          <p:cNvPr id="15540" name="Google Shape;15540;g37ba6384fd5_0_54:notes"/>
          <p:cNvSpPr/>
          <p:nvPr>
            <p:ph idx="2" type="sldImg"/>
          </p:nvPr>
        </p:nvSpPr>
        <p:spPr>
          <a:xfrm>
            <a:off x="902643" y="685800"/>
            <a:ext cx="5053500" cy="3429000"/>
          </a:xfrm>
          <a:custGeom>
            <a:rect b="b" l="l" r="r" t="t"/>
            <a:pathLst>
              <a:path extrusionOk="0" h="120000" w="120000">
                <a:moveTo>
                  <a:pt x="0" y="0"/>
                </a:moveTo>
                <a:lnTo>
                  <a:pt x="120000" y="0"/>
                </a:lnTo>
                <a:lnTo>
                  <a:pt x="120000" y="120000"/>
                </a:lnTo>
                <a:lnTo>
                  <a:pt x="0" y="120000"/>
                </a:lnTo>
                <a:close/>
              </a:path>
            </a:pathLst>
          </a:custGeom>
        </p:spPr>
      </p:sp>
      <p:sp>
        <p:nvSpPr>
          <p:cNvPr id="15541" name="Google Shape;15541;g37ba6384fd5_0_5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548" name="Shape 15548"/>
        <p:cNvGrpSpPr/>
        <p:nvPr/>
      </p:nvGrpSpPr>
      <p:grpSpPr>
        <a:xfrm>
          <a:off x="0" y="0"/>
          <a:ext cx="0" cy="0"/>
          <a:chOff x="0" y="0"/>
          <a:chExt cx="0" cy="0"/>
        </a:xfrm>
      </p:grpSpPr>
      <p:sp>
        <p:nvSpPr>
          <p:cNvPr id="15549" name="Google Shape;15549;g37c77ed3a6d_0_117:notes"/>
          <p:cNvSpPr/>
          <p:nvPr>
            <p:ph idx="2" type="sldImg"/>
          </p:nvPr>
        </p:nvSpPr>
        <p:spPr>
          <a:xfrm>
            <a:off x="902643" y="685800"/>
            <a:ext cx="5053500" cy="3429000"/>
          </a:xfrm>
          <a:custGeom>
            <a:rect b="b" l="l" r="r" t="t"/>
            <a:pathLst>
              <a:path extrusionOk="0" h="120000" w="120000">
                <a:moveTo>
                  <a:pt x="0" y="0"/>
                </a:moveTo>
                <a:lnTo>
                  <a:pt x="120000" y="0"/>
                </a:lnTo>
                <a:lnTo>
                  <a:pt x="120000" y="120000"/>
                </a:lnTo>
                <a:lnTo>
                  <a:pt x="0" y="120000"/>
                </a:lnTo>
                <a:close/>
              </a:path>
            </a:pathLst>
          </a:custGeom>
        </p:spPr>
      </p:sp>
      <p:sp>
        <p:nvSpPr>
          <p:cNvPr id="15550" name="Google Shape;15550;g37c77ed3a6d_0_11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557" name="Shape 15557"/>
        <p:cNvGrpSpPr/>
        <p:nvPr/>
      </p:nvGrpSpPr>
      <p:grpSpPr>
        <a:xfrm>
          <a:off x="0" y="0"/>
          <a:ext cx="0" cy="0"/>
          <a:chOff x="0" y="0"/>
          <a:chExt cx="0" cy="0"/>
        </a:xfrm>
      </p:grpSpPr>
      <p:sp>
        <p:nvSpPr>
          <p:cNvPr id="15558" name="Google Shape;15558;g37c77ed3a6d_0_129:notes"/>
          <p:cNvSpPr/>
          <p:nvPr>
            <p:ph idx="2" type="sldImg"/>
          </p:nvPr>
        </p:nvSpPr>
        <p:spPr>
          <a:xfrm>
            <a:off x="902643" y="685800"/>
            <a:ext cx="5053500" cy="3429000"/>
          </a:xfrm>
          <a:custGeom>
            <a:rect b="b" l="l" r="r" t="t"/>
            <a:pathLst>
              <a:path extrusionOk="0" h="120000" w="120000">
                <a:moveTo>
                  <a:pt x="0" y="0"/>
                </a:moveTo>
                <a:lnTo>
                  <a:pt x="120000" y="0"/>
                </a:lnTo>
                <a:lnTo>
                  <a:pt x="120000" y="120000"/>
                </a:lnTo>
                <a:lnTo>
                  <a:pt x="0" y="120000"/>
                </a:lnTo>
                <a:close/>
              </a:path>
            </a:pathLst>
          </a:custGeom>
        </p:spPr>
      </p:sp>
      <p:sp>
        <p:nvSpPr>
          <p:cNvPr id="15559" name="Google Shape;15559;g37c77ed3a6d_0_12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566" name="Shape 15566"/>
        <p:cNvGrpSpPr/>
        <p:nvPr/>
      </p:nvGrpSpPr>
      <p:grpSpPr>
        <a:xfrm>
          <a:off x="0" y="0"/>
          <a:ext cx="0" cy="0"/>
          <a:chOff x="0" y="0"/>
          <a:chExt cx="0" cy="0"/>
        </a:xfrm>
      </p:grpSpPr>
      <p:sp>
        <p:nvSpPr>
          <p:cNvPr id="15567" name="Google Shape;15567;g370031b2575_1_0:notes"/>
          <p:cNvSpPr/>
          <p:nvPr>
            <p:ph idx="2" type="sldImg"/>
          </p:nvPr>
        </p:nvSpPr>
        <p:spPr>
          <a:xfrm>
            <a:off x="902643" y="685800"/>
            <a:ext cx="5053500" cy="3429000"/>
          </a:xfrm>
          <a:custGeom>
            <a:rect b="b" l="l" r="r" t="t"/>
            <a:pathLst>
              <a:path extrusionOk="0" h="120000" w="120000">
                <a:moveTo>
                  <a:pt x="0" y="0"/>
                </a:moveTo>
                <a:lnTo>
                  <a:pt x="120000" y="0"/>
                </a:lnTo>
                <a:lnTo>
                  <a:pt x="120000" y="120000"/>
                </a:lnTo>
                <a:lnTo>
                  <a:pt x="0" y="120000"/>
                </a:lnTo>
                <a:close/>
              </a:path>
            </a:pathLst>
          </a:custGeom>
        </p:spPr>
      </p:sp>
      <p:sp>
        <p:nvSpPr>
          <p:cNvPr id="15568" name="Google Shape;15568;g370031b2575_1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684" name="Shape 15684"/>
        <p:cNvGrpSpPr/>
        <p:nvPr/>
      </p:nvGrpSpPr>
      <p:grpSpPr>
        <a:xfrm>
          <a:off x="0" y="0"/>
          <a:ext cx="0" cy="0"/>
          <a:chOff x="0" y="0"/>
          <a:chExt cx="0" cy="0"/>
        </a:xfrm>
      </p:grpSpPr>
      <p:sp>
        <p:nvSpPr>
          <p:cNvPr id="15685" name="Google Shape;15685;g384a3051297_0_234:notes"/>
          <p:cNvSpPr/>
          <p:nvPr>
            <p:ph idx="2" type="sldImg"/>
          </p:nvPr>
        </p:nvSpPr>
        <p:spPr>
          <a:xfrm>
            <a:off x="902643" y="685800"/>
            <a:ext cx="5053500" cy="3429000"/>
          </a:xfrm>
          <a:custGeom>
            <a:rect b="b" l="l" r="r" t="t"/>
            <a:pathLst>
              <a:path extrusionOk="0" h="120000" w="120000">
                <a:moveTo>
                  <a:pt x="0" y="0"/>
                </a:moveTo>
                <a:lnTo>
                  <a:pt x="120000" y="0"/>
                </a:lnTo>
                <a:lnTo>
                  <a:pt x="120000" y="120000"/>
                </a:lnTo>
                <a:lnTo>
                  <a:pt x="0" y="120000"/>
                </a:lnTo>
                <a:close/>
              </a:path>
            </a:pathLst>
          </a:custGeom>
        </p:spPr>
      </p:sp>
      <p:sp>
        <p:nvSpPr>
          <p:cNvPr id="15686" name="Google Shape;15686;g384a3051297_0_23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715" name="Shape 15715"/>
        <p:cNvGrpSpPr/>
        <p:nvPr/>
      </p:nvGrpSpPr>
      <p:grpSpPr>
        <a:xfrm>
          <a:off x="0" y="0"/>
          <a:ext cx="0" cy="0"/>
          <a:chOff x="0" y="0"/>
          <a:chExt cx="0" cy="0"/>
        </a:xfrm>
      </p:grpSpPr>
      <p:sp>
        <p:nvSpPr>
          <p:cNvPr id="15716" name="Google Shape;15716;g384a3051297_0_298:notes"/>
          <p:cNvSpPr/>
          <p:nvPr>
            <p:ph idx="2" type="sldImg"/>
          </p:nvPr>
        </p:nvSpPr>
        <p:spPr>
          <a:xfrm>
            <a:off x="902643" y="685800"/>
            <a:ext cx="5053500" cy="3429000"/>
          </a:xfrm>
          <a:custGeom>
            <a:rect b="b" l="l" r="r" t="t"/>
            <a:pathLst>
              <a:path extrusionOk="0" h="120000" w="120000">
                <a:moveTo>
                  <a:pt x="0" y="0"/>
                </a:moveTo>
                <a:lnTo>
                  <a:pt x="120000" y="0"/>
                </a:lnTo>
                <a:lnTo>
                  <a:pt x="120000" y="120000"/>
                </a:lnTo>
                <a:lnTo>
                  <a:pt x="0" y="120000"/>
                </a:lnTo>
                <a:close/>
              </a:path>
            </a:pathLst>
          </a:custGeom>
        </p:spPr>
      </p:sp>
      <p:sp>
        <p:nvSpPr>
          <p:cNvPr id="15717" name="Google Shape;15717;g384a3051297_0_29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790" name="Shape 15790"/>
        <p:cNvGrpSpPr/>
        <p:nvPr/>
      </p:nvGrpSpPr>
      <p:grpSpPr>
        <a:xfrm>
          <a:off x="0" y="0"/>
          <a:ext cx="0" cy="0"/>
          <a:chOff x="0" y="0"/>
          <a:chExt cx="0" cy="0"/>
        </a:xfrm>
      </p:grpSpPr>
      <p:sp>
        <p:nvSpPr>
          <p:cNvPr id="15791" name="Google Shape;15791;g36892f4bbe5_0_74:notes"/>
          <p:cNvSpPr/>
          <p:nvPr>
            <p:ph idx="2" type="sldImg"/>
          </p:nvPr>
        </p:nvSpPr>
        <p:spPr>
          <a:xfrm>
            <a:off x="902643" y="685800"/>
            <a:ext cx="5053500" cy="3429000"/>
          </a:xfrm>
          <a:custGeom>
            <a:rect b="b" l="l" r="r" t="t"/>
            <a:pathLst>
              <a:path extrusionOk="0" h="120000" w="120000">
                <a:moveTo>
                  <a:pt x="0" y="0"/>
                </a:moveTo>
                <a:lnTo>
                  <a:pt x="120000" y="0"/>
                </a:lnTo>
                <a:lnTo>
                  <a:pt x="120000" y="120000"/>
                </a:lnTo>
                <a:lnTo>
                  <a:pt x="0" y="120000"/>
                </a:lnTo>
                <a:close/>
              </a:path>
            </a:pathLst>
          </a:custGeom>
        </p:spPr>
      </p:sp>
      <p:sp>
        <p:nvSpPr>
          <p:cNvPr id="15792" name="Google Shape;15792;g36892f4bbe5_0_7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812" name="Shape 15812"/>
        <p:cNvGrpSpPr/>
        <p:nvPr/>
      </p:nvGrpSpPr>
      <p:grpSpPr>
        <a:xfrm>
          <a:off x="0" y="0"/>
          <a:ext cx="0" cy="0"/>
          <a:chOff x="0" y="0"/>
          <a:chExt cx="0" cy="0"/>
        </a:xfrm>
      </p:grpSpPr>
      <p:sp>
        <p:nvSpPr>
          <p:cNvPr id="15813" name="Google Shape;15813;g36892f4bbe5_0_100:notes"/>
          <p:cNvSpPr/>
          <p:nvPr>
            <p:ph idx="2" type="sldImg"/>
          </p:nvPr>
        </p:nvSpPr>
        <p:spPr>
          <a:xfrm>
            <a:off x="902643" y="685800"/>
            <a:ext cx="5053500" cy="3429000"/>
          </a:xfrm>
          <a:custGeom>
            <a:rect b="b" l="l" r="r" t="t"/>
            <a:pathLst>
              <a:path extrusionOk="0" h="120000" w="120000">
                <a:moveTo>
                  <a:pt x="0" y="0"/>
                </a:moveTo>
                <a:lnTo>
                  <a:pt x="120000" y="0"/>
                </a:lnTo>
                <a:lnTo>
                  <a:pt x="120000" y="120000"/>
                </a:lnTo>
                <a:lnTo>
                  <a:pt x="0" y="120000"/>
                </a:lnTo>
                <a:close/>
              </a:path>
            </a:pathLst>
          </a:custGeom>
        </p:spPr>
      </p:sp>
      <p:sp>
        <p:nvSpPr>
          <p:cNvPr id="15814" name="Google Shape;15814;g36892f4bbe5_0_10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834" name="Shape 15834"/>
        <p:cNvGrpSpPr/>
        <p:nvPr/>
      </p:nvGrpSpPr>
      <p:grpSpPr>
        <a:xfrm>
          <a:off x="0" y="0"/>
          <a:ext cx="0" cy="0"/>
          <a:chOff x="0" y="0"/>
          <a:chExt cx="0" cy="0"/>
        </a:xfrm>
      </p:grpSpPr>
      <p:sp>
        <p:nvSpPr>
          <p:cNvPr id="15835" name="Google Shape;15835;g36892f4bbe5_0_121:notes"/>
          <p:cNvSpPr/>
          <p:nvPr>
            <p:ph idx="2" type="sldImg"/>
          </p:nvPr>
        </p:nvSpPr>
        <p:spPr>
          <a:xfrm>
            <a:off x="902643" y="685800"/>
            <a:ext cx="5053500" cy="3429000"/>
          </a:xfrm>
          <a:custGeom>
            <a:rect b="b" l="l" r="r" t="t"/>
            <a:pathLst>
              <a:path extrusionOk="0" h="120000" w="120000">
                <a:moveTo>
                  <a:pt x="0" y="0"/>
                </a:moveTo>
                <a:lnTo>
                  <a:pt x="120000" y="0"/>
                </a:lnTo>
                <a:lnTo>
                  <a:pt x="120000" y="120000"/>
                </a:lnTo>
                <a:lnTo>
                  <a:pt x="0" y="120000"/>
                </a:lnTo>
                <a:close/>
              </a:path>
            </a:pathLst>
          </a:custGeom>
        </p:spPr>
      </p:sp>
      <p:sp>
        <p:nvSpPr>
          <p:cNvPr id="15836" name="Google Shape;15836;g36892f4bbe5_0_12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856" name="Shape 15856"/>
        <p:cNvGrpSpPr/>
        <p:nvPr/>
      </p:nvGrpSpPr>
      <p:grpSpPr>
        <a:xfrm>
          <a:off x="0" y="0"/>
          <a:ext cx="0" cy="0"/>
          <a:chOff x="0" y="0"/>
          <a:chExt cx="0" cy="0"/>
        </a:xfrm>
      </p:grpSpPr>
      <p:sp>
        <p:nvSpPr>
          <p:cNvPr id="15857" name="Google Shape;15857;g38c521b4c65_0_100:notes"/>
          <p:cNvSpPr/>
          <p:nvPr>
            <p:ph idx="2" type="sldImg"/>
          </p:nvPr>
        </p:nvSpPr>
        <p:spPr>
          <a:xfrm>
            <a:off x="902643" y="685800"/>
            <a:ext cx="5053500" cy="3429000"/>
          </a:xfrm>
          <a:custGeom>
            <a:rect b="b" l="l" r="r" t="t"/>
            <a:pathLst>
              <a:path extrusionOk="0" h="120000" w="120000">
                <a:moveTo>
                  <a:pt x="0" y="0"/>
                </a:moveTo>
                <a:lnTo>
                  <a:pt x="120000" y="0"/>
                </a:lnTo>
                <a:lnTo>
                  <a:pt x="120000" y="120000"/>
                </a:lnTo>
                <a:lnTo>
                  <a:pt x="0" y="120000"/>
                </a:lnTo>
                <a:close/>
              </a:path>
            </a:pathLst>
          </a:custGeom>
        </p:spPr>
      </p:sp>
      <p:sp>
        <p:nvSpPr>
          <p:cNvPr id="15858" name="Google Shape;15858;g38c521b4c65_0_10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878" name="Shape 15878"/>
        <p:cNvGrpSpPr/>
        <p:nvPr/>
      </p:nvGrpSpPr>
      <p:grpSpPr>
        <a:xfrm>
          <a:off x="0" y="0"/>
          <a:ext cx="0" cy="0"/>
          <a:chOff x="0" y="0"/>
          <a:chExt cx="0" cy="0"/>
        </a:xfrm>
      </p:grpSpPr>
      <p:sp>
        <p:nvSpPr>
          <p:cNvPr id="15879" name="Google Shape;15879;g38c521b4c65_0_2671:notes"/>
          <p:cNvSpPr/>
          <p:nvPr>
            <p:ph idx="2" type="sldImg"/>
          </p:nvPr>
        </p:nvSpPr>
        <p:spPr>
          <a:xfrm>
            <a:off x="902643" y="685800"/>
            <a:ext cx="5053500" cy="3429000"/>
          </a:xfrm>
          <a:custGeom>
            <a:rect b="b" l="l" r="r" t="t"/>
            <a:pathLst>
              <a:path extrusionOk="0" h="120000" w="120000">
                <a:moveTo>
                  <a:pt x="0" y="0"/>
                </a:moveTo>
                <a:lnTo>
                  <a:pt x="120000" y="0"/>
                </a:lnTo>
                <a:lnTo>
                  <a:pt x="120000" y="120000"/>
                </a:lnTo>
                <a:lnTo>
                  <a:pt x="0" y="120000"/>
                </a:lnTo>
                <a:close/>
              </a:path>
            </a:pathLst>
          </a:custGeom>
        </p:spPr>
      </p:sp>
      <p:sp>
        <p:nvSpPr>
          <p:cNvPr id="15880" name="Google Shape;15880;g38c521b4c65_0_267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887" name="Shape 15887"/>
        <p:cNvGrpSpPr/>
        <p:nvPr/>
      </p:nvGrpSpPr>
      <p:grpSpPr>
        <a:xfrm>
          <a:off x="0" y="0"/>
          <a:ext cx="0" cy="0"/>
          <a:chOff x="0" y="0"/>
          <a:chExt cx="0" cy="0"/>
        </a:xfrm>
      </p:grpSpPr>
      <p:sp>
        <p:nvSpPr>
          <p:cNvPr id="15888" name="Google Shape;15888;g38c521b4c65_0_7778:notes"/>
          <p:cNvSpPr/>
          <p:nvPr>
            <p:ph idx="2" type="sldImg"/>
          </p:nvPr>
        </p:nvSpPr>
        <p:spPr>
          <a:xfrm>
            <a:off x="902643" y="685800"/>
            <a:ext cx="5053500" cy="3429000"/>
          </a:xfrm>
          <a:custGeom>
            <a:rect b="b" l="l" r="r" t="t"/>
            <a:pathLst>
              <a:path extrusionOk="0" h="120000" w="120000">
                <a:moveTo>
                  <a:pt x="0" y="0"/>
                </a:moveTo>
                <a:lnTo>
                  <a:pt x="120000" y="0"/>
                </a:lnTo>
                <a:lnTo>
                  <a:pt x="120000" y="120000"/>
                </a:lnTo>
                <a:lnTo>
                  <a:pt x="0" y="120000"/>
                </a:lnTo>
                <a:close/>
              </a:path>
            </a:pathLst>
          </a:custGeom>
        </p:spPr>
      </p:sp>
      <p:sp>
        <p:nvSpPr>
          <p:cNvPr id="15889" name="Google Shape;15889;g38c521b4c65_0_777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896" name="Shape 15896"/>
        <p:cNvGrpSpPr/>
        <p:nvPr/>
      </p:nvGrpSpPr>
      <p:grpSpPr>
        <a:xfrm>
          <a:off x="0" y="0"/>
          <a:ext cx="0" cy="0"/>
          <a:chOff x="0" y="0"/>
          <a:chExt cx="0" cy="0"/>
        </a:xfrm>
      </p:grpSpPr>
      <p:sp>
        <p:nvSpPr>
          <p:cNvPr id="15897" name="Google Shape;15897;g38c521b4c65_0_10328:notes"/>
          <p:cNvSpPr/>
          <p:nvPr>
            <p:ph idx="2" type="sldImg"/>
          </p:nvPr>
        </p:nvSpPr>
        <p:spPr>
          <a:xfrm>
            <a:off x="902643" y="685800"/>
            <a:ext cx="5053500" cy="3429000"/>
          </a:xfrm>
          <a:custGeom>
            <a:rect b="b" l="l" r="r" t="t"/>
            <a:pathLst>
              <a:path extrusionOk="0" h="120000" w="120000">
                <a:moveTo>
                  <a:pt x="0" y="0"/>
                </a:moveTo>
                <a:lnTo>
                  <a:pt x="120000" y="0"/>
                </a:lnTo>
                <a:lnTo>
                  <a:pt x="120000" y="120000"/>
                </a:lnTo>
                <a:lnTo>
                  <a:pt x="0" y="120000"/>
                </a:lnTo>
                <a:close/>
              </a:path>
            </a:pathLst>
          </a:custGeom>
        </p:spPr>
      </p:sp>
      <p:sp>
        <p:nvSpPr>
          <p:cNvPr id="15898" name="Google Shape;15898;g38c521b4c65_0_1032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905" name="Shape 15905"/>
        <p:cNvGrpSpPr/>
        <p:nvPr/>
      </p:nvGrpSpPr>
      <p:grpSpPr>
        <a:xfrm>
          <a:off x="0" y="0"/>
          <a:ext cx="0" cy="0"/>
          <a:chOff x="0" y="0"/>
          <a:chExt cx="0" cy="0"/>
        </a:xfrm>
      </p:grpSpPr>
      <p:sp>
        <p:nvSpPr>
          <p:cNvPr id="15906" name="Google Shape;15906;g38c521b4c65_0_21:notes"/>
          <p:cNvSpPr/>
          <p:nvPr>
            <p:ph idx="2" type="sldImg"/>
          </p:nvPr>
        </p:nvSpPr>
        <p:spPr>
          <a:xfrm>
            <a:off x="902643" y="685800"/>
            <a:ext cx="5053500" cy="3429000"/>
          </a:xfrm>
          <a:custGeom>
            <a:rect b="b" l="l" r="r" t="t"/>
            <a:pathLst>
              <a:path extrusionOk="0" h="120000" w="120000">
                <a:moveTo>
                  <a:pt x="0" y="0"/>
                </a:moveTo>
                <a:lnTo>
                  <a:pt x="120000" y="0"/>
                </a:lnTo>
                <a:lnTo>
                  <a:pt x="120000" y="120000"/>
                </a:lnTo>
                <a:lnTo>
                  <a:pt x="0" y="120000"/>
                </a:lnTo>
                <a:close/>
              </a:path>
            </a:pathLst>
          </a:custGeom>
        </p:spPr>
      </p:sp>
      <p:sp>
        <p:nvSpPr>
          <p:cNvPr id="15907" name="Google Shape;15907;g38c521b4c65_0_2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914" name="Shape 15914"/>
        <p:cNvGrpSpPr/>
        <p:nvPr/>
      </p:nvGrpSpPr>
      <p:grpSpPr>
        <a:xfrm>
          <a:off x="0" y="0"/>
          <a:ext cx="0" cy="0"/>
          <a:chOff x="0" y="0"/>
          <a:chExt cx="0" cy="0"/>
        </a:xfrm>
      </p:grpSpPr>
      <p:sp>
        <p:nvSpPr>
          <p:cNvPr id="15915" name="Google Shape;15915;g38c521b4c65_0_15428:notes"/>
          <p:cNvSpPr/>
          <p:nvPr>
            <p:ph idx="2" type="sldImg"/>
          </p:nvPr>
        </p:nvSpPr>
        <p:spPr>
          <a:xfrm>
            <a:off x="902643" y="685800"/>
            <a:ext cx="5053500" cy="3429000"/>
          </a:xfrm>
          <a:custGeom>
            <a:rect b="b" l="l" r="r" t="t"/>
            <a:pathLst>
              <a:path extrusionOk="0" h="120000" w="120000">
                <a:moveTo>
                  <a:pt x="0" y="0"/>
                </a:moveTo>
                <a:lnTo>
                  <a:pt x="120000" y="0"/>
                </a:lnTo>
                <a:lnTo>
                  <a:pt x="120000" y="120000"/>
                </a:lnTo>
                <a:lnTo>
                  <a:pt x="0" y="120000"/>
                </a:lnTo>
                <a:close/>
              </a:path>
            </a:pathLst>
          </a:custGeom>
        </p:spPr>
      </p:sp>
      <p:sp>
        <p:nvSpPr>
          <p:cNvPr id="15916" name="Google Shape;15916;g38c521b4c65_0_1542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923" name="Shape 15923"/>
        <p:cNvGrpSpPr/>
        <p:nvPr/>
      </p:nvGrpSpPr>
      <p:grpSpPr>
        <a:xfrm>
          <a:off x="0" y="0"/>
          <a:ext cx="0" cy="0"/>
          <a:chOff x="0" y="0"/>
          <a:chExt cx="0" cy="0"/>
        </a:xfrm>
      </p:grpSpPr>
      <p:sp>
        <p:nvSpPr>
          <p:cNvPr id="15924" name="Google Shape;15924;g38c521b4c65_0_20528:notes"/>
          <p:cNvSpPr/>
          <p:nvPr>
            <p:ph idx="2" type="sldImg"/>
          </p:nvPr>
        </p:nvSpPr>
        <p:spPr>
          <a:xfrm>
            <a:off x="902643" y="685800"/>
            <a:ext cx="5053500" cy="3429000"/>
          </a:xfrm>
          <a:custGeom>
            <a:rect b="b" l="l" r="r" t="t"/>
            <a:pathLst>
              <a:path extrusionOk="0" h="120000" w="120000">
                <a:moveTo>
                  <a:pt x="0" y="0"/>
                </a:moveTo>
                <a:lnTo>
                  <a:pt x="120000" y="0"/>
                </a:lnTo>
                <a:lnTo>
                  <a:pt x="120000" y="120000"/>
                </a:lnTo>
                <a:lnTo>
                  <a:pt x="0" y="120000"/>
                </a:lnTo>
                <a:close/>
              </a:path>
            </a:pathLst>
          </a:custGeom>
        </p:spPr>
      </p:sp>
      <p:sp>
        <p:nvSpPr>
          <p:cNvPr id="15925" name="Google Shape;15925;g38c521b4c65_0_2052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932" name="Shape 15932"/>
        <p:cNvGrpSpPr/>
        <p:nvPr/>
      </p:nvGrpSpPr>
      <p:grpSpPr>
        <a:xfrm>
          <a:off x="0" y="0"/>
          <a:ext cx="0" cy="0"/>
          <a:chOff x="0" y="0"/>
          <a:chExt cx="0" cy="0"/>
        </a:xfrm>
      </p:grpSpPr>
      <p:sp>
        <p:nvSpPr>
          <p:cNvPr id="15933" name="Google Shape;15933;g38c521b4c65_0_25628:notes"/>
          <p:cNvSpPr/>
          <p:nvPr>
            <p:ph idx="2" type="sldImg"/>
          </p:nvPr>
        </p:nvSpPr>
        <p:spPr>
          <a:xfrm>
            <a:off x="902643" y="685800"/>
            <a:ext cx="5053500" cy="3429000"/>
          </a:xfrm>
          <a:custGeom>
            <a:rect b="b" l="l" r="r" t="t"/>
            <a:pathLst>
              <a:path extrusionOk="0" h="120000" w="120000">
                <a:moveTo>
                  <a:pt x="0" y="0"/>
                </a:moveTo>
                <a:lnTo>
                  <a:pt x="120000" y="0"/>
                </a:lnTo>
                <a:lnTo>
                  <a:pt x="120000" y="120000"/>
                </a:lnTo>
                <a:lnTo>
                  <a:pt x="0" y="120000"/>
                </a:lnTo>
                <a:close/>
              </a:path>
            </a:pathLst>
          </a:custGeom>
        </p:spPr>
      </p:sp>
      <p:sp>
        <p:nvSpPr>
          <p:cNvPr id="15934" name="Google Shape;15934;g38c521b4c65_0_2562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941" name="Shape 15941"/>
        <p:cNvGrpSpPr/>
        <p:nvPr/>
      </p:nvGrpSpPr>
      <p:grpSpPr>
        <a:xfrm>
          <a:off x="0" y="0"/>
          <a:ext cx="0" cy="0"/>
          <a:chOff x="0" y="0"/>
          <a:chExt cx="0" cy="0"/>
        </a:xfrm>
      </p:grpSpPr>
      <p:sp>
        <p:nvSpPr>
          <p:cNvPr id="15942" name="Google Shape;15942;g38c521b4c65_0_34:notes"/>
          <p:cNvSpPr/>
          <p:nvPr>
            <p:ph idx="2" type="sldImg"/>
          </p:nvPr>
        </p:nvSpPr>
        <p:spPr>
          <a:xfrm>
            <a:off x="902643" y="685800"/>
            <a:ext cx="5053500" cy="3429000"/>
          </a:xfrm>
          <a:custGeom>
            <a:rect b="b" l="l" r="r" t="t"/>
            <a:pathLst>
              <a:path extrusionOk="0" h="120000" w="120000">
                <a:moveTo>
                  <a:pt x="0" y="0"/>
                </a:moveTo>
                <a:lnTo>
                  <a:pt x="120000" y="0"/>
                </a:lnTo>
                <a:lnTo>
                  <a:pt x="120000" y="120000"/>
                </a:lnTo>
                <a:lnTo>
                  <a:pt x="0" y="120000"/>
                </a:lnTo>
                <a:close/>
              </a:path>
            </a:pathLst>
          </a:custGeom>
        </p:spPr>
      </p:sp>
      <p:sp>
        <p:nvSpPr>
          <p:cNvPr id="15943" name="Google Shape;15943;g38c521b4c65_0_3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955" name="Shape 15955"/>
        <p:cNvGrpSpPr/>
        <p:nvPr/>
      </p:nvGrpSpPr>
      <p:grpSpPr>
        <a:xfrm>
          <a:off x="0" y="0"/>
          <a:ext cx="0" cy="0"/>
          <a:chOff x="0" y="0"/>
          <a:chExt cx="0" cy="0"/>
        </a:xfrm>
      </p:grpSpPr>
      <p:sp>
        <p:nvSpPr>
          <p:cNvPr id="15956" name="Google Shape;15956;g38c521b4c65_0_48:notes"/>
          <p:cNvSpPr/>
          <p:nvPr>
            <p:ph idx="2" type="sldImg"/>
          </p:nvPr>
        </p:nvSpPr>
        <p:spPr>
          <a:xfrm>
            <a:off x="902643" y="685800"/>
            <a:ext cx="5053500" cy="3429000"/>
          </a:xfrm>
          <a:custGeom>
            <a:rect b="b" l="l" r="r" t="t"/>
            <a:pathLst>
              <a:path extrusionOk="0" h="120000" w="120000">
                <a:moveTo>
                  <a:pt x="0" y="0"/>
                </a:moveTo>
                <a:lnTo>
                  <a:pt x="120000" y="0"/>
                </a:lnTo>
                <a:lnTo>
                  <a:pt x="120000" y="120000"/>
                </a:lnTo>
                <a:lnTo>
                  <a:pt x="0" y="120000"/>
                </a:lnTo>
                <a:close/>
              </a:path>
            </a:pathLst>
          </a:custGeom>
        </p:spPr>
      </p:sp>
      <p:sp>
        <p:nvSpPr>
          <p:cNvPr id="15957" name="Google Shape;15957;g38c521b4c65_0_4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964" name="Shape 15964"/>
        <p:cNvGrpSpPr/>
        <p:nvPr/>
      </p:nvGrpSpPr>
      <p:grpSpPr>
        <a:xfrm>
          <a:off x="0" y="0"/>
          <a:ext cx="0" cy="0"/>
          <a:chOff x="0" y="0"/>
          <a:chExt cx="0" cy="0"/>
        </a:xfrm>
      </p:grpSpPr>
      <p:sp>
        <p:nvSpPr>
          <p:cNvPr id="15965" name="Google Shape;15965;g38c521b4c65_0_61:notes"/>
          <p:cNvSpPr/>
          <p:nvPr>
            <p:ph idx="2" type="sldImg"/>
          </p:nvPr>
        </p:nvSpPr>
        <p:spPr>
          <a:xfrm>
            <a:off x="902643" y="685800"/>
            <a:ext cx="5053500" cy="3429000"/>
          </a:xfrm>
          <a:custGeom>
            <a:rect b="b" l="l" r="r" t="t"/>
            <a:pathLst>
              <a:path extrusionOk="0" h="120000" w="120000">
                <a:moveTo>
                  <a:pt x="0" y="0"/>
                </a:moveTo>
                <a:lnTo>
                  <a:pt x="120000" y="0"/>
                </a:lnTo>
                <a:lnTo>
                  <a:pt x="120000" y="120000"/>
                </a:lnTo>
                <a:lnTo>
                  <a:pt x="0" y="120000"/>
                </a:lnTo>
                <a:close/>
              </a:path>
            </a:pathLst>
          </a:custGeom>
        </p:spPr>
      </p:sp>
      <p:sp>
        <p:nvSpPr>
          <p:cNvPr id="15966" name="Google Shape;15966;g38c521b4c65_0_6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973" name="Shape 15973"/>
        <p:cNvGrpSpPr/>
        <p:nvPr/>
      </p:nvGrpSpPr>
      <p:grpSpPr>
        <a:xfrm>
          <a:off x="0" y="0"/>
          <a:ext cx="0" cy="0"/>
          <a:chOff x="0" y="0"/>
          <a:chExt cx="0" cy="0"/>
        </a:xfrm>
      </p:grpSpPr>
      <p:sp>
        <p:nvSpPr>
          <p:cNvPr id="15974" name="Google Shape;15974;g38c521b4c65_0_74:notes"/>
          <p:cNvSpPr/>
          <p:nvPr>
            <p:ph idx="2" type="sldImg"/>
          </p:nvPr>
        </p:nvSpPr>
        <p:spPr>
          <a:xfrm>
            <a:off x="902643" y="685800"/>
            <a:ext cx="5053500" cy="3429000"/>
          </a:xfrm>
          <a:custGeom>
            <a:rect b="b" l="l" r="r" t="t"/>
            <a:pathLst>
              <a:path extrusionOk="0" h="120000" w="120000">
                <a:moveTo>
                  <a:pt x="0" y="0"/>
                </a:moveTo>
                <a:lnTo>
                  <a:pt x="120000" y="0"/>
                </a:lnTo>
                <a:lnTo>
                  <a:pt x="120000" y="120000"/>
                </a:lnTo>
                <a:lnTo>
                  <a:pt x="0" y="120000"/>
                </a:lnTo>
                <a:close/>
              </a:path>
            </a:pathLst>
          </a:custGeom>
        </p:spPr>
      </p:sp>
      <p:sp>
        <p:nvSpPr>
          <p:cNvPr id="15975" name="Google Shape;15975;g38c521b4c65_0_7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982" name="Shape 15982"/>
        <p:cNvGrpSpPr/>
        <p:nvPr/>
      </p:nvGrpSpPr>
      <p:grpSpPr>
        <a:xfrm>
          <a:off x="0" y="0"/>
          <a:ext cx="0" cy="0"/>
          <a:chOff x="0" y="0"/>
          <a:chExt cx="0" cy="0"/>
        </a:xfrm>
      </p:grpSpPr>
      <p:sp>
        <p:nvSpPr>
          <p:cNvPr id="15983" name="Google Shape;15983;g38c521b4c65_0_87:notes"/>
          <p:cNvSpPr/>
          <p:nvPr>
            <p:ph idx="2" type="sldImg"/>
          </p:nvPr>
        </p:nvSpPr>
        <p:spPr>
          <a:xfrm>
            <a:off x="902643" y="685800"/>
            <a:ext cx="5053500" cy="3429000"/>
          </a:xfrm>
          <a:custGeom>
            <a:rect b="b" l="l" r="r" t="t"/>
            <a:pathLst>
              <a:path extrusionOk="0" h="120000" w="120000">
                <a:moveTo>
                  <a:pt x="0" y="0"/>
                </a:moveTo>
                <a:lnTo>
                  <a:pt x="120000" y="0"/>
                </a:lnTo>
                <a:lnTo>
                  <a:pt x="120000" y="120000"/>
                </a:lnTo>
                <a:lnTo>
                  <a:pt x="0" y="120000"/>
                </a:lnTo>
                <a:close/>
              </a:path>
            </a:pathLst>
          </a:custGeom>
        </p:spPr>
      </p:sp>
      <p:sp>
        <p:nvSpPr>
          <p:cNvPr id="15984" name="Google Shape;15984;g38c521b4c65_0_8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991" name="Shape 15991"/>
        <p:cNvGrpSpPr/>
        <p:nvPr/>
      </p:nvGrpSpPr>
      <p:grpSpPr>
        <a:xfrm>
          <a:off x="0" y="0"/>
          <a:ext cx="0" cy="0"/>
          <a:chOff x="0" y="0"/>
          <a:chExt cx="0" cy="0"/>
        </a:xfrm>
      </p:grpSpPr>
      <p:sp>
        <p:nvSpPr>
          <p:cNvPr id="15992" name="Google Shape;15992;g39d6fdc89d1_0_0:notes"/>
          <p:cNvSpPr/>
          <p:nvPr>
            <p:ph idx="2" type="sldImg"/>
          </p:nvPr>
        </p:nvSpPr>
        <p:spPr>
          <a:xfrm>
            <a:off x="902643" y="685800"/>
            <a:ext cx="5053500" cy="3429000"/>
          </a:xfrm>
          <a:custGeom>
            <a:rect b="b" l="l" r="r" t="t"/>
            <a:pathLst>
              <a:path extrusionOk="0" h="120000" w="120000">
                <a:moveTo>
                  <a:pt x="0" y="0"/>
                </a:moveTo>
                <a:lnTo>
                  <a:pt x="120000" y="0"/>
                </a:lnTo>
                <a:lnTo>
                  <a:pt x="120000" y="120000"/>
                </a:lnTo>
                <a:lnTo>
                  <a:pt x="0" y="120000"/>
                </a:lnTo>
                <a:close/>
              </a:path>
            </a:pathLst>
          </a:custGeom>
        </p:spPr>
      </p:sp>
      <p:sp>
        <p:nvSpPr>
          <p:cNvPr id="15993" name="Google Shape;15993;g39d6fdc89d1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042" name="Shape 16042"/>
        <p:cNvGrpSpPr/>
        <p:nvPr/>
      </p:nvGrpSpPr>
      <p:grpSpPr>
        <a:xfrm>
          <a:off x="0" y="0"/>
          <a:ext cx="0" cy="0"/>
          <a:chOff x="0" y="0"/>
          <a:chExt cx="0" cy="0"/>
        </a:xfrm>
      </p:grpSpPr>
      <p:sp>
        <p:nvSpPr>
          <p:cNvPr id="16043" name="Google Shape;16043;g370031b2575_1_117:notes"/>
          <p:cNvSpPr/>
          <p:nvPr>
            <p:ph idx="2" type="sldImg"/>
          </p:nvPr>
        </p:nvSpPr>
        <p:spPr>
          <a:xfrm>
            <a:off x="902643" y="685800"/>
            <a:ext cx="5053500" cy="3429000"/>
          </a:xfrm>
          <a:custGeom>
            <a:rect b="b" l="l" r="r" t="t"/>
            <a:pathLst>
              <a:path extrusionOk="0" h="120000" w="120000">
                <a:moveTo>
                  <a:pt x="0" y="0"/>
                </a:moveTo>
                <a:lnTo>
                  <a:pt x="120000" y="0"/>
                </a:lnTo>
                <a:lnTo>
                  <a:pt x="120000" y="120000"/>
                </a:lnTo>
                <a:lnTo>
                  <a:pt x="0" y="120000"/>
                </a:lnTo>
                <a:close/>
              </a:path>
            </a:pathLst>
          </a:custGeom>
        </p:spPr>
      </p:sp>
      <p:sp>
        <p:nvSpPr>
          <p:cNvPr id="16044" name="Google Shape;16044;g370031b2575_1_11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170" name="Shape 16170"/>
        <p:cNvGrpSpPr/>
        <p:nvPr/>
      </p:nvGrpSpPr>
      <p:grpSpPr>
        <a:xfrm>
          <a:off x="0" y="0"/>
          <a:ext cx="0" cy="0"/>
          <a:chOff x="0" y="0"/>
          <a:chExt cx="0" cy="0"/>
        </a:xfrm>
      </p:grpSpPr>
      <p:sp>
        <p:nvSpPr>
          <p:cNvPr id="16171" name="Google Shape;16171;g370031b2575_1_2956:notes"/>
          <p:cNvSpPr/>
          <p:nvPr>
            <p:ph idx="2" type="sldImg"/>
          </p:nvPr>
        </p:nvSpPr>
        <p:spPr>
          <a:xfrm>
            <a:off x="902643" y="685800"/>
            <a:ext cx="5053500" cy="3429000"/>
          </a:xfrm>
          <a:custGeom>
            <a:rect b="b" l="l" r="r" t="t"/>
            <a:pathLst>
              <a:path extrusionOk="0" h="120000" w="120000">
                <a:moveTo>
                  <a:pt x="0" y="0"/>
                </a:moveTo>
                <a:lnTo>
                  <a:pt x="120000" y="0"/>
                </a:lnTo>
                <a:lnTo>
                  <a:pt x="120000" y="120000"/>
                </a:lnTo>
                <a:lnTo>
                  <a:pt x="0" y="120000"/>
                </a:lnTo>
                <a:close/>
              </a:path>
            </a:pathLst>
          </a:custGeom>
        </p:spPr>
      </p:sp>
      <p:sp>
        <p:nvSpPr>
          <p:cNvPr id="16172" name="Google Shape;16172;g370031b2575_1_295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298" name="Shape 16298"/>
        <p:cNvGrpSpPr/>
        <p:nvPr/>
      </p:nvGrpSpPr>
      <p:grpSpPr>
        <a:xfrm>
          <a:off x="0" y="0"/>
          <a:ext cx="0" cy="0"/>
          <a:chOff x="0" y="0"/>
          <a:chExt cx="0" cy="0"/>
        </a:xfrm>
      </p:grpSpPr>
      <p:sp>
        <p:nvSpPr>
          <p:cNvPr id="16299" name="Google Shape;16299;g370031b2575_1_3082:notes"/>
          <p:cNvSpPr/>
          <p:nvPr>
            <p:ph idx="2" type="sldImg"/>
          </p:nvPr>
        </p:nvSpPr>
        <p:spPr>
          <a:xfrm>
            <a:off x="902643" y="685800"/>
            <a:ext cx="5053500" cy="3429000"/>
          </a:xfrm>
          <a:custGeom>
            <a:rect b="b" l="l" r="r" t="t"/>
            <a:pathLst>
              <a:path extrusionOk="0" h="120000" w="120000">
                <a:moveTo>
                  <a:pt x="0" y="0"/>
                </a:moveTo>
                <a:lnTo>
                  <a:pt x="120000" y="0"/>
                </a:lnTo>
                <a:lnTo>
                  <a:pt x="120000" y="120000"/>
                </a:lnTo>
                <a:lnTo>
                  <a:pt x="0" y="120000"/>
                </a:lnTo>
                <a:close/>
              </a:path>
            </a:pathLst>
          </a:custGeom>
        </p:spPr>
      </p:sp>
      <p:sp>
        <p:nvSpPr>
          <p:cNvPr id="16300" name="Google Shape;16300;g370031b2575_1_308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426" name="Shape 16426"/>
        <p:cNvGrpSpPr/>
        <p:nvPr/>
      </p:nvGrpSpPr>
      <p:grpSpPr>
        <a:xfrm>
          <a:off x="0" y="0"/>
          <a:ext cx="0" cy="0"/>
          <a:chOff x="0" y="0"/>
          <a:chExt cx="0" cy="0"/>
        </a:xfrm>
      </p:grpSpPr>
      <p:sp>
        <p:nvSpPr>
          <p:cNvPr id="16427" name="Google Shape;16427;g370031b2575_1_3208:notes"/>
          <p:cNvSpPr/>
          <p:nvPr>
            <p:ph idx="2" type="sldImg"/>
          </p:nvPr>
        </p:nvSpPr>
        <p:spPr>
          <a:xfrm>
            <a:off x="902643" y="685800"/>
            <a:ext cx="5053500" cy="3429000"/>
          </a:xfrm>
          <a:custGeom>
            <a:rect b="b" l="l" r="r" t="t"/>
            <a:pathLst>
              <a:path extrusionOk="0" h="120000" w="120000">
                <a:moveTo>
                  <a:pt x="0" y="0"/>
                </a:moveTo>
                <a:lnTo>
                  <a:pt x="120000" y="0"/>
                </a:lnTo>
                <a:lnTo>
                  <a:pt x="120000" y="120000"/>
                </a:lnTo>
                <a:lnTo>
                  <a:pt x="0" y="120000"/>
                </a:lnTo>
                <a:close/>
              </a:path>
            </a:pathLst>
          </a:custGeom>
        </p:spPr>
      </p:sp>
      <p:sp>
        <p:nvSpPr>
          <p:cNvPr id="16428" name="Google Shape;16428;g370031b2575_1_320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554" name="Shape 16554"/>
        <p:cNvGrpSpPr/>
        <p:nvPr/>
      </p:nvGrpSpPr>
      <p:grpSpPr>
        <a:xfrm>
          <a:off x="0" y="0"/>
          <a:ext cx="0" cy="0"/>
          <a:chOff x="0" y="0"/>
          <a:chExt cx="0" cy="0"/>
        </a:xfrm>
      </p:grpSpPr>
      <p:sp>
        <p:nvSpPr>
          <p:cNvPr id="16555" name="Google Shape;16555;g370031b2575_1_3334:notes"/>
          <p:cNvSpPr/>
          <p:nvPr>
            <p:ph idx="2" type="sldImg"/>
          </p:nvPr>
        </p:nvSpPr>
        <p:spPr>
          <a:xfrm>
            <a:off x="902643" y="685800"/>
            <a:ext cx="5053500" cy="3429000"/>
          </a:xfrm>
          <a:custGeom>
            <a:rect b="b" l="l" r="r" t="t"/>
            <a:pathLst>
              <a:path extrusionOk="0" h="120000" w="120000">
                <a:moveTo>
                  <a:pt x="0" y="0"/>
                </a:moveTo>
                <a:lnTo>
                  <a:pt x="120000" y="0"/>
                </a:lnTo>
                <a:lnTo>
                  <a:pt x="120000" y="120000"/>
                </a:lnTo>
                <a:lnTo>
                  <a:pt x="0" y="120000"/>
                </a:lnTo>
                <a:close/>
              </a:path>
            </a:pathLst>
          </a:custGeom>
        </p:spPr>
      </p:sp>
      <p:sp>
        <p:nvSpPr>
          <p:cNvPr id="16556" name="Google Shape;16556;g370031b2575_1_333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682" name="Shape 16682"/>
        <p:cNvGrpSpPr/>
        <p:nvPr/>
      </p:nvGrpSpPr>
      <p:grpSpPr>
        <a:xfrm>
          <a:off x="0" y="0"/>
          <a:ext cx="0" cy="0"/>
          <a:chOff x="0" y="0"/>
          <a:chExt cx="0" cy="0"/>
        </a:xfrm>
      </p:grpSpPr>
      <p:sp>
        <p:nvSpPr>
          <p:cNvPr id="16683" name="Google Shape;16683;g370031b2575_1_3460:notes"/>
          <p:cNvSpPr/>
          <p:nvPr>
            <p:ph idx="2" type="sldImg"/>
          </p:nvPr>
        </p:nvSpPr>
        <p:spPr>
          <a:xfrm>
            <a:off x="902643" y="685800"/>
            <a:ext cx="5053500" cy="3429000"/>
          </a:xfrm>
          <a:custGeom>
            <a:rect b="b" l="l" r="r" t="t"/>
            <a:pathLst>
              <a:path extrusionOk="0" h="120000" w="120000">
                <a:moveTo>
                  <a:pt x="0" y="0"/>
                </a:moveTo>
                <a:lnTo>
                  <a:pt x="120000" y="0"/>
                </a:lnTo>
                <a:lnTo>
                  <a:pt x="120000" y="120000"/>
                </a:lnTo>
                <a:lnTo>
                  <a:pt x="0" y="120000"/>
                </a:lnTo>
                <a:close/>
              </a:path>
            </a:pathLst>
          </a:custGeom>
        </p:spPr>
      </p:sp>
      <p:sp>
        <p:nvSpPr>
          <p:cNvPr id="16684" name="Google Shape;16684;g370031b2575_1_346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810" name="Shape 16810"/>
        <p:cNvGrpSpPr/>
        <p:nvPr/>
      </p:nvGrpSpPr>
      <p:grpSpPr>
        <a:xfrm>
          <a:off x="0" y="0"/>
          <a:ext cx="0" cy="0"/>
          <a:chOff x="0" y="0"/>
          <a:chExt cx="0" cy="0"/>
        </a:xfrm>
      </p:grpSpPr>
      <p:sp>
        <p:nvSpPr>
          <p:cNvPr id="16811" name="Google Shape;16811;g3a246be136b_0_0:notes"/>
          <p:cNvSpPr/>
          <p:nvPr>
            <p:ph idx="2" type="sldImg"/>
          </p:nvPr>
        </p:nvSpPr>
        <p:spPr>
          <a:xfrm>
            <a:off x="902643" y="685800"/>
            <a:ext cx="5053500" cy="3429000"/>
          </a:xfrm>
          <a:custGeom>
            <a:rect b="b" l="l" r="r" t="t"/>
            <a:pathLst>
              <a:path extrusionOk="0" h="120000" w="120000">
                <a:moveTo>
                  <a:pt x="0" y="0"/>
                </a:moveTo>
                <a:lnTo>
                  <a:pt x="120000" y="0"/>
                </a:lnTo>
                <a:lnTo>
                  <a:pt x="120000" y="120000"/>
                </a:lnTo>
                <a:lnTo>
                  <a:pt x="0" y="120000"/>
                </a:lnTo>
                <a:close/>
              </a:path>
            </a:pathLst>
          </a:custGeom>
        </p:spPr>
      </p:sp>
      <p:sp>
        <p:nvSpPr>
          <p:cNvPr id="16812" name="Google Shape;16812;g3a246be136b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938" name="Shape 16938"/>
        <p:cNvGrpSpPr/>
        <p:nvPr/>
      </p:nvGrpSpPr>
      <p:grpSpPr>
        <a:xfrm>
          <a:off x="0" y="0"/>
          <a:ext cx="0" cy="0"/>
          <a:chOff x="0" y="0"/>
          <a:chExt cx="0" cy="0"/>
        </a:xfrm>
      </p:grpSpPr>
      <p:sp>
        <p:nvSpPr>
          <p:cNvPr id="16939" name="Google Shape;16939;g3a246be136b_0_126:notes"/>
          <p:cNvSpPr/>
          <p:nvPr>
            <p:ph idx="2" type="sldImg"/>
          </p:nvPr>
        </p:nvSpPr>
        <p:spPr>
          <a:xfrm>
            <a:off x="902643" y="685800"/>
            <a:ext cx="5053500" cy="3429000"/>
          </a:xfrm>
          <a:custGeom>
            <a:rect b="b" l="l" r="r" t="t"/>
            <a:pathLst>
              <a:path extrusionOk="0" h="120000" w="120000">
                <a:moveTo>
                  <a:pt x="0" y="0"/>
                </a:moveTo>
                <a:lnTo>
                  <a:pt x="120000" y="0"/>
                </a:lnTo>
                <a:lnTo>
                  <a:pt x="120000" y="120000"/>
                </a:lnTo>
                <a:lnTo>
                  <a:pt x="0" y="120000"/>
                </a:lnTo>
                <a:close/>
              </a:path>
            </a:pathLst>
          </a:custGeom>
        </p:spPr>
      </p:sp>
      <p:sp>
        <p:nvSpPr>
          <p:cNvPr id="16940" name="Google Shape;16940;g3a246be136b_0_12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066" name="Shape 17066"/>
        <p:cNvGrpSpPr/>
        <p:nvPr/>
      </p:nvGrpSpPr>
      <p:grpSpPr>
        <a:xfrm>
          <a:off x="0" y="0"/>
          <a:ext cx="0" cy="0"/>
          <a:chOff x="0" y="0"/>
          <a:chExt cx="0" cy="0"/>
        </a:xfrm>
      </p:grpSpPr>
      <p:sp>
        <p:nvSpPr>
          <p:cNvPr id="17067" name="Google Shape;17067;g3a246be136b_0_259:notes"/>
          <p:cNvSpPr/>
          <p:nvPr>
            <p:ph idx="2" type="sldImg"/>
          </p:nvPr>
        </p:nvSpPr>
        <p:spPr>
          <a:xfrm>
            <a:off x="902643" y="685800"/>
            <a:ext cx="5053500" cy="3429000"/>
          </a:xfrm>
          <a:custGeom>
            <a:rect b="b" l="l" r="r" t="t"/>
            <a:pathLst>
              <a:path extrusionOk="0" h="120000" w="120000">
                <a:moveTo>
                  <a:pt x="0" y="0"/>
                </a:moveTo>
                <a:lnTo>
                  <a:pt x="120000" y="0"/>
                </a:lnTo>
                <a:lnTo>
                  <a:pt x="120000" y="120000"/>
                </a:lnTo>
                <a:lnTo>
                  <a:pt x="0" y="120000"/>
                </a:lnTo>
                <a:close/>
              </a:path>
            </a:pathLst>
          </a:custGeom>
        </p:spPr>
      </p:sp>
      <p:sp>
        <p:nvSpPr>
          <p:cNvPr id="17068" name="Google Shape;17068;g3a246be136b_0_25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194" name="Shape 17194"/>
        <p:cNvGrpSpPr/>
        <p:nvPr/>
      </p:nvGrpSpPr>
      <p:grpSpPr>
        <a:xfrm>
          <a:off x="0" y="0"/>
          <a:ext cx="0" cy="0"/>
          <a:chOff x="0" y="0"/>
          <a:chExt cx="0" cy="0"/>
        </a:xfrm>
      </p:grpSpPr>
      <p:sp>
        <p:nvSpPr>
          <p:cNvPr id="17195" name="Google Shape;17195;g390f0be0d4a_0_7:notes"/>
          <p:cNvSpPr/>
          <p:nvPr>
            <p:ph idx="2" type="sldImg"/>
          </p:nvPr>
        </p:nvSpPr>
        <p:spPr>
          <a:xfrm>
            <a:off x="902643" y="685800"/>
            <a:ext cx="5053500" cy="3429000"/>
          </a:xfrm>
          <a:custGeom>
            <a:rect b="b" l="l" r="r" t="t"/>
            <a:pathLst>
              <a:path extrusionOk="0" h="120000" w="120000">
                <a:moveTo>
                  <a:pt x="0" y="0"/>
                </a:moveTo>
                <a:lnTo>
                  <a:pt x="120000" y="0"/>
                </a:lnTo>
                <a:lnTo>
                  <a:pt x="120000" y="120000"/>
                </a:lnTo>
                <a:lnTo>
                  <a:pt x="0" y="120000"/>
                </a:lnTo>
                <a:close/>
              </a:path>
            </a:pathLst>
          </a:custGeom>
        </p:spPr>
      </p:sp>
      <p:sp>
        <p:nvSpPr>
          <p:cNvPr id="17196" name="Google Shape;17196;g390f0be0d4a_0_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211" name="Shape 17211"/>
        <p:cNvGrpSpPr/>
        <p:nvPr/>
      </p:nvGrpSpPr>
      <p:grpSpPr>
        <a:xfrm>
          <a:off x="0" y="0"/>
          <a:ext cx="0" cy="0"/>
          <a:chOff x="0" y="0"/>
          <a:chExt cx="0" cy="0"/>
        </a:xfrm>
      </p:grpSpPr>
      <p:sp>
        <p:nvSpPr>
          <p:cNvPr id="17212" name="Google Shape;17212;g390f0be0d4a_0_30:notes"/>
          <p:cNvSpPr/>
          <p:nvPr>
            <p:ph idx="2" type="sldImg"/>
          </p:nvPr>
        </p:nvSpPr>
        <p:spPr>
          <a:xfrm>
            <a:off x="902643" y="685800"/>
            <a:ext cx="5053500" cy="3429000"/>
          </a:xfrm>
          <a:custGeom>
            <a:rect b="b" l="l" r="r" t="t"/>
            <a:pathLst>
              <a:path extrusionOk="0" h="120000" w="120000">
                <a:moveTo>
                  <a:pt x="0" y="0"/>
                </a:moveTo>
                <a:lnTo>
                  <a:pt x="120000" y="0"/>
                </a:lnTo>
                <a:lnTo>
                  <a:pt x="120000" y="120000"/>
                </a:lnTo>
                <a:lnTo>
                  <a:pt x="0" y="120000"/>
                </a:lnTo>
                <a:close/>
              </a:path>
            </a:pathLst>
          </a:custGeom>
        </p:spPr>
      </p:sp>
      <p:sp>
        <p:nvSpPr>
          <p:cNvPr id="17213" name="Google Shape;17213;g390f0be0d4a_0_3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228" name="Shape 17228"/>
        <p:cNvGrpSpPr/>
        <p:nvPr/>
      </p:nvGrpSpPr>
      <p:grpSpPr>
        <a:xfrm>
          <a:off x="0" y="0"/>
          <a:ext cx="0" cy="0"/>
          <a:chOff x="0" y="0"/>
          <a:chExt cx="0" cy="0"/>
        </a:xfrm>
      </p:grpSpPr>
      <p:sp>
        <p:nvSpPr>
          <p:cNvPr id="17229" name="Google Shape;17229;g390f0be0d4a_0_56:notes"/>
          <p:cNvSpPr/>
          <p:nvPr>
            <p:ph idx="2" type="sldImg"/>
          </p:nvPr>
        </p:nvSpPr>
        <p:spPr>
          <a:xfrm>
            <a:off x="902643" y="685800"/>
            <a:ext cx="5053500" cy="3429000"/>
          </a:xfrm>
          <a:custGeom>
            <a:rect b="b" l="l" r="r" t="t"/>
            <a:pathLst>
              <a:path extrusionOk="0" h="120000" w="120000">
                <a:moveTo>
                  <a:pt x="0" y="0"/>
                </a:moveTo>
                <a:lnTo>
                  <a:pt x="120000" y="0"/>
                </a:lnTo>
                <a:lnTo>
                  <a:pt x="120000" y="120000"/>
                </a:lnTo>
                <a:lnTo>
                  <a:pt x="0" y="120000"/>
                </a:lnTo>
                <a:close/>
              </a:path>
            </a:pathLst>
          </a:custGeom>
        </p:spPr>
      </p:sp>
      <p:sp>
        <p:nvSpPr>
          <p:cNvPr id="17230" name="Google Shape;17230;g390f0be0d4a_0_5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245" name="Shape 17245"/>
        <p:cNvGrpSpPr/>
        <p:nvPr/>
      </p:nvGrpSpPr>
      <p:grpSpPr>
        <a:xfrm>
          <a:off x="0" y="0"/>
          <a:ext cx="0" cy="0"/>
          <a:chOff x="0" y="0"/>
          <a:chExt cx="0" cy="0"/>
        </a:xfrm>
      </p:grpSpPr>
      <p:sp>
        <p:nvSpPr>
          <p:cNvPr id="17246" name="Google Shape;17246;g390f0be0d4a_0_80:notes"/>
          <p:cNvSpPr/>
          <p:nvPr>
            <p:ph idx="2" type="sldImg"/>
          </p:nvPr>
        </p:nvSpPr>
        <p:spPr>
          <a:xfrm>
            <a:off x="902643" y="685800"/>
            <a:ext cx="5053500" cy="3429000"/>
          </a:xfrm>
          <a:custGeom>
            <a:rect b="b" l="l" r="r" t="t"/>
            <a:pathLst>
              <a:path extrusionOk="0" h="120000" w="120000">
                <a:moveTo>
                  <a:pt x="0" y="0"/>
                </a:moveTo>
                <a:lnTo>
                  <a:pt x="120000" y="0"/>
                </a:lnTo>
                <a:lnTo>
                  <a:pt x="120000" y="120000"/>
                </a:lnTo>
                <a:lnTo>
                  <a:pt x="0" y="120000"/>
                </a:lnTo>
                <a:close/>
              </a:path>
            </a:pathLst>
          </a:custGeom>
        </p:spPr>
      </p:sp>
      <p:sp>
        <p:nvSpPr>
          <p:cNvPr id="17247" name="Google Shape;17247;g390f0be0d4a_0_8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280" name="Shape 17280"/>
        <p:cNvGrpSpPr/>
        <p:nvPr/>
      </p:nvGrpSpPr>
      <p:grpSpPr>
        <a:xfrm>
          <a:off x="0" y="0"/>
          <a:ext cx="0" cy="0"/>
          <a:chOff x="0" y="0"/>
          <a:chExt cx="0" cy="0"/>
        </a:xfrm>
      </p:grpSpPr>
      <p:sp>
        <p:nvSpPr>
          <p:cNvPr id="17281" name="Google Shape;17281;g390f0be0d4a_0_121:notes"/>
          <p:cNvSpPr/>
          <p:nvPr>
            <p:ph idx="2" type="sldImg"/>
          </p:nvPr>
        </p:nvSpPr>
        <p:spPr>
          <a:xfrm>
            <a:off x="902643" y="685800"/>
            <a:ext cx="5053500" cy="3429000"/>
          </a:xfrm>
          <a:custGeom>
            <a:rect b="b" l="l" r="r" t="t"/>
            <a:pathLst>
              <a:path extrusionOk="0" h="120000" w="120000">
                <a:moveTo>
                  <a:pt x="0" y="0"/>
                </a:moveTo>
                <a:lnTo>
                  <a:pt x="120000" y="0"/>
                </a:lnTo>
                <a:lnTo>
                  <a:pt x="120000" y="120000"/>
                </a:lnTo>
                <a:lnTo>
                  <a:pt x="0" y="120000"/>
                </a:lnTo>
                <a:close/>
              </a:path>
            </a:pathLst>
          </a:custGeom>
        </p:spPr>
      </p:sp>
      <p:sp>
        <p:nvSpPr>
          <p:cNvPr id="17282" name="Google Shape;17282;g390f0be0d4a_0_12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315" name="Shape 17315"/>
        <p:cNvGrpSpPr/>
        <p:nvPr/>
      </p:nvGrpSpPr>
      <p:grpSpPr>
        <a:xfrm>
          <a:off x="0" y="0"/>
          <a:ext cx="0" cy="0"/>
          <a:chOff x="0" y="0"/>
          <a:chExt cx="0" cy="0"/>
        </a:xfrm>
      </p:grpSpPr>
      <p:sp>
        <p:nvSpPr>
          <p:cNvPr id="17316" name="Google Shape;17316;g390f0be0d4a_0_160:notes"/>
          <p:cNvSpPr/>
          <p:nvPr>
            <p:ph idx="2" type="sldImg"/>
          </p:nvPr>
        </p:nvSpPr>
        <p:spPr>
          <a:xfrm>
            <a:off x="902643" y="685800"/>
            <a:ext cx="5053500" cy="3429000"/>
          </a:xfrm>
          <a:custGeom>
            <a:rect b="b" l="l" r="r" t="t"/>
            <a:pathLst>
              <a:path extrusionOk="0" h="120000" w="120000">
                <a:moveTo>
                  <a:pt x="0" y="0"/>
                </a:moveTo>
                <a:lnTo>
                  <a:pt x="120000" y="0"/>
                </a:lnTo>
                <a:lnTo>
                  <a:pt x="120000" y="120000"/>
                </a:lnTo>
                <a:lnTo>
                  <a:pt x="0" y="120000"/>
                </a:lnTo>
                <a:close/>
              </a:path>
            </a:pathLst>
          </a:custGeom>
        </p:spPr>
      </p:sp>
      <p:sp>
        <p:nvSpPr>
          <p:cNvPr id="17317" name="Google Shape;17317;g390f0be0d4a_0_16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350" name="Shape 17350"/>
        <p:cNvGrpSpPr/>
        <p:nvPr/>
      </p:nvGrpSpPr>
      <p:grpSpPr>
        <a:xfrm>
          <a:off x="0" y="0"/>
          <a:ext cx="0" cy="0"/>
          <a:chOff x="0" y="0"/>
          <a:chExt cx="0" cy="0"/>
        </a:xfrm>
      </p:grpSpPr>
      <p:sp>
        <p:nvSpPr>
          <p:cNvPr id="17351" name="Google Shape;17351;g390f0be0d4a_0_199:notes"/>
          <p:cNvSpPr/>
          <p:nvPr>
            <p:ph idx="2" type="sldImg"/>
          </p:nvPr>
        </p:nvSpPr>
        <p:spPr>
          <a:xfrm>
            <a:off x="902643" y="685800"/>
            <a:ext cx="5053500" cy="3429000"/>
          </a:xfrm>
          <a:custGeom>
            <a:rect b="b" l="l" r="r" t="t"/>
            <a:pathLst>
              <a:path extrusionOk="0" h="120000" w="120000">
                <a:moveTo>
                  <a:pt x="0" y="0"/>
                </a:moveTo>
                <a:lnTo>
                  <a:pt x="120000" y="0"/>
                </a:lnTo>
                <a:lnTo>
                  <a:pt x="120000" y="120000"/>
                </a:lnTo>
                <a:lnTo>
                  <a:pt x="0" y="120000"/>
                </a:lnTo>
                <a:close/>
              </a:path>
            </a:pathLst>
          </a:custGeom>
        </p:spPr>
      </p:sp>
      <p:sp>
        <p:nvSpPr>
          <p:cNvPr id="17352" name="Google Shape;17352;g390f0be0d4a_0_19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385" name="Shape 17385"/>
        <p:cNvGrpSpPr/>
        <p:nvPr/>
      </p:nvGrpSpPr>
      <p:grpSpPr>
        <a:xfrm>
          <a:off x="0" y="0"/>
          <a:ext cx="0" cy="0"/>
          <a:chOff x="0" y="0"/>
          <a:chExt cx="0" cy="0"/>
        </a:xfrm>
      </p:grpSpPr>
      <p:sp>
        <p:nvSpPr>
          <p:cNvPr id="17386" name="Google Shape;17386;g390f0be0d4a_0_238:notes"/>
          <p:cNvSpPr/>
          <p:nvPr>
            <p:ph idx="2" type="sldImg"/>
          </p:nvPr>
        </p:nvSpPr>
        <p:spPr>
          <a:xfrm>
            <a:off x="902643" y="685800"/>
            <a:ext cx="5053500" cy="3429000"/>
          </a:xfrm>
          <a:custGeom>
            <a:rect b="b" l="l" r="r" t="t"/>
            <a:pathLst>
              <a:path extrusionOk="0" h="120000" w="120000">
                <a:moveTo>
                  <a:pt x="0" y="0"/>
                </a:moveTo>
                <a:lnTo>
                  <a:pt x="120000" y="0"/>
                </a:lnTo>
                <a:lnTo>
                  <a:pt x="120000" y="120000"/>
                </a:lnTo>
                <a:lnTo>
                  <a:pt x="0" y="120000"/>
                </a:lnTo>
                <a:close/>
              </a:path>
            </a:pathLst>
          </a:custGeom>
        </p:spPr>
      </p:sp>
      <p:sp>
        <p:nvSpPr>
          <p:cNvPr id="17387" name="Google Shape;17387;g390f0be0d4a_0_23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420" name="Shape 17420"/>
        <p:cNvGrpSpPr/>
        <p:nvPr/>
      </p:nvGrpSpPr>
      <p:grpSpPr>
        <a:xfrm>
          <a:off x="0" y="0"/>
          <a:ext cx="0" cy="0"/>
          <a:chOff x="0" y="0"/>
          <a:chExt cx="0" cy="0"/>
        </a:xfrm>
      </p:grpSpPr>
      <p:sp>
        <p:nvSpPr>
          <p:cNvPr id="17421" name="Google Shape;17421;g390f0be0d4a_0_277:notes"/>
          <p:cNvSpPr/>
          <p:nvPr>
            <p:ph idx="2" type="sldImg"/>
          </p:nvPr>
        </p:nvSpPr>
        <p:spPr>
          <a:xfrm>
            <a:off x="902643" y="685800"/>
            <a:ext cx="5053500" cy="3429000"/>
          </a:xfrm>
          <a:custGeom>
            <a:rect b="b" l="l" r="r" t="t"/>
            <a:pathLst>
              <a:path extrusionOk="0" h="120000" w="120000">
                <a:moveTo>
                  <a:pt x="0" y="0"/>
                </a:moveTo>
                <a:lnTo>
                  <a:pt x="120000" y="0"/>
                </a:lnTo>
                <a:lnTo>
                  <a:pt x="120000" y="120000"/>
                </a:lnTo>
                <a:lnTo>
                  <a:pt x="0" y="120000"/>
                </a:lnTo>
                <a:close/>
              </a:path>
            </a:pathLst>
          </a:custGeom>
        </p:spPr>
      </p:sp>
      <p:sp>
        <p:nvSpPr>
          <p:cNvPr id="17422" name="Google Shape;17422;g390f0be0d4a_0_27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455" name="Shape 17455"/>
        <p:cNvGrpSpPr/>
        <p:nvPr/>
      </p:nvGrpSpPr>
      <p:grpSpPr>
        <a:xfrm>
          <a:off x="0" y="0"/>
          <a:ext cx="0" cy="0"/>
          <a:chOff x="0" y="0"/>
          <a:chExt cx="0" cy="0"/>
        </a:xfrm>
      </p:grpSpPr>
      <p:sp>
        <p:nvSpPr>
          <p:cNvPr id="17456" name="Google Shape;17456;g390f0be0d4a_0_316:notes"/>
          <p:cNvSpPr/>
          <p:nvPr>
            <p:ph idx="2" type="sldImg"/>
          </p:nvPr>
        </p:nvSpPr>
        <p:spPr>
          <a:xfrm>
            <a:off x="902643" y="685800"/>
            <a:ext cx="5053500" cy="3429000"/>
          </a:xfrm>
          <a:custGeom>
            <a:rect b="b" l="l" r="r" t="t"/>
            <a:pathLst>
              <a:path extrusionOk="0" h="120000" w="120000">
                <a:moveTo>
                  <a:pt x="0" y="0"/>
                </a:moveTo>
                <a:lnTo>
                  <a:pt x="120000" y="0"/>
                </a:lnTo>
                <a:lnTo>
                  <a:pt x="120000" y="120000"/>
                </a:lnTo>
                <a:lnTo>
                  <a:pt x="0" y="120000"/>
                </a:lnTo>
                <a:close/>
              </a:path>
            </a:pathLst>
          </a:custGeom>
        </p:spPr>
      </p:sp>
      <p:sp>
        <p:nvSpPr>
          <p:cNvPr id="17457" name="Google Shape;17457;g390f0be0d4a_0_31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490" name="Shape 17490"/>
        <p:cNvGrpSpPr/>
        <p:nvPr/>
      </p:nvGrpSpPr>
      <p:grpSpPr>
        <a:xfrm>
          <a:off x="0" y="0"/>
          <a:ext cx="0" cy="0"/>
          <a:chOff x="0" y="0"/>
          <a:chExt cx="0" cy="0"/>
        </a:xfrm>
      </p:grpSpPr>
      <p:sp>
        <p:nvSpPr>
          <p:cNvPr id="17491" name="Google Shape;17491;g390f0be0d4a_0_355:notes"/>
          <p:cNvSpPr/>
          <p:nvPr>
            <p:ph idx="2" type="sldImg"/>
          </p:nvPr>
        </p:nvSpPr>
        <p:spPr>
          <a:xfrm>
            <a:off x="902643" y="685800"/>
            <a:ext cx="5053500" cy="3429000"/>
          </a:xfrm>
          <a:custGeom>
            <a:rect b="b" l="l" r="r" t="t"/>
            <a:pathLst>
              <a:path extrusionOk="0" h="120000" w="120000">
                <a:moveTo>
                  <a:pt x="0" y="0"/>
                </a:moveTo>
                <a:lnTo>
                  <a:pt x="120000" y="0"/>
                </a:lnTo>
                <a:lnTo>
                  <a:pt x="120000" y="120000"/>
                </a:lnTo>
                <a:lnTo>
                  <a:pt x="0" y="120000"/>
                </a:lnTo>
                <a:close/>
              </a:path>
            </a:pathLst>
          </a:custGeom>
        </p:spPr>
      </p:sp>
      <p:sp>
        <p:nvSpPr>
          <p:cNvPr id="17492" name="Google Shape;17492;g390f0be0d4a_0_35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525" name="Shape 17525"/>
        <p:cNvGrpSpPr/>
        <p:nvPr/>
      </p:nvGrpSpPr>
      <p:grpSpPr>
        <a:xfrm>
          <a:off x="0" y="0"/>
          <a:ext cx="0" cy="0"/>
          <a:chOff x="0" y="0"/>
          <a:chExt cx="0" cy="0"/>
        </a:xfrm>
      </p:grpSpPr>
      <p:sp>
        <p:nvSpPr>
          <p:cNvPr id="17526" name="Google Shape;17526;g390f0be0d4a_0_394:notes"/>
          <p:cNvSpPr/>
          <p:nvPr>
            <p:ph idx="2" type="sldImg"/>
          </p:nvPr>
        </p:nvSpPr>
        <p:spPr>
          <a:xfrm>
            <a:off x="902643" y="685800"/>
            <a:ext cx="5053500" cy="3429000"/>
          </a:xfrm>
          <a:custGeom>
            <a:rect b="b" l="l" r="r" t="t"/>
            <a:pathLst>
              <a:path extrusionOk="0" h="120000" w="120000">
                <a:moveTo>
                  <a:pt x="0" y="0"/>
                </a:moveTo>
                <a:lnTo>
                  <a:pt x="120000" y="0"/>
                </a:lnTo>
                <a:lnTo>
                  <a:pt x="120000" y="120000"/>
                </a:lnTo>
                <a:lnTo>
                  <a:pt x="0" y="120000"/>
                </a:lnTo>
                <a:close/>
              </a:path>
            </a:pathLst>
          </a:custGeom>
        </p:spPr>
      </p:sp>
      <p:sp>
        <p:nvSpPr>
          <p:cNvPr id="17527" name="Google Shape;17527;g390f0be0d4a_0_39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560" name="Shape 17560"/>
        <p:cNvGrpSpPr/>
        <p:nvPr/>
      </p:nvGrpSpPr>
      <p:grpSpPr>
        <a:xfrm>
          <a:off x="0" y="0"/>
          <a:ext cx="0" cy="0"/>
          <a:chOff x="0" y="0"/>
          <a:chExt cx="0" cy="0"/>
        </a:xfrm>
      </p:grpSpPr>
      <p:sp>
        <p:nvSpPr>
          <p:cNvPr id="17561" name="Google Shape;17561;g390f0be0d4a_0_433:notes"/>
          <p:cNvSpPr/>
          <p:nvPr>
            <p:ph idx="2" type="sldImg"/>
          </p:nvPr>
        </p:nvSpPr>
        <p:spPr>
          <a:xfrm>
            <a:off x="902643" y="685800"/>
            <a:ext cx="5053500" cy="3429000"/>
          </a:xfrm>
          <a:custGeom>
            <a:rect b="b" l="l" r="r" t="t"/>
            <a:pathLst>
              <a:path extrusionOk="0" h="120000" w="120000">
                <a:moveTo>
                  <a:pt x="0" y="0"/>
                </a:moveTo>
                <a:lnTo>
                  <a:pt x="120000" y="0"/>
                </a:lnTo>
                <a:lnTo>
                  <a:pt x="120000" y="120000"/>
                </a:lnTo>
                <a:lnTo>
                  <a:pt x="0" y="120000"/>
                </a:lnTo>
                <a:close/>
              </a:path>
            </a:pathLst>
          </a:custGeom>
        </p:spPr>
      </p:sp>
      <p:sp>
        <p:nvSpPr>
          <p:cNvPr id="17562" name="Google Shape;17562;g390f0be0d4a_0_43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595" name="Shape 17595"/>
        <p:cNvGrpSpPr/>
        <p:nvPr/>
      </p:nvGrpSpPr>
      <p:grpSpPr>
        <a:xfrm>
          <a:off x="0" y="0"/>
          <a:ext cx="0" cy="0"/>
          <a:chOff x="0" y="0"/>
          <a:chExt cx="0" cy="0"/>
        </a:xfrm>
      </p:grpSpPr>
      <p:sp>
        <p:nvSpPr>
          <p:cNvPr id="17596" name="Google Shape;17596;g390f0be0d4a_0_472:notes"/>
          <p:cNvSpPr/>
          <p:nvPr>
            <p:ph idx="2" type="sldImg"/>
          </p:nvPr>
        </p:nvSpPr>
        <p:spPr>
          <a:xfrm>
            <a:off x="902643" y="685800"/>
            <a:ext cx="5053500" cy="3429000"/>
          </a:xfrm>
          <a:custGeom>
            <a:rect b="b" l="l" r="r" t="t"/>
            <a:pathLst>
              <a:path extrusionOk="0" h="120000" w="120000">
                <a:moveTo>
                  <a:pt x="0" y="0"/>
                </a:moveTo>
                <a:lnTo>
                  <a:pt x="120000" y="0"/>
                </a:lnTo>
                <a:lnTo>
                  <a:pt x="120000" y="120000"/>
                </a:lnTo>
                <a:lnTo>
                  <a:pt x="0" y="120000"/>
                </a:lnTo>
                <a:close/>
              </a:path>
            </a:pathLst>
          </a:custGeom>
        </p:spPr>
      </p:sp>
      <p:sp>
        <p:nvSpPr>
          <p:cNvPr id="17597" name="Google Shape;17597;g390f0be0d4a_0_47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632" name="Shape 17632"/>
        <p:cNvGrpSpPr/>
        <p:nvPr/>
      </p:nvGrpSpPr>
      <p:grpSpPr>
        <a:xfrm>
          <a:off x="0" y="0"/>
          <a:ext cx="0" cy="0"/>
          <a:chOff x="0" y="0"/>
          <a:chExt cx="0" cy="0"/>
        </a:xfrm>
      </p:grpSpPr>
      <p:sp>
        <p:nvSpPr>
          <p:cNvPr id="17633" name="Google Shape;17633;g390f0be0d4a_0_508:notes"/>
          <p:cNvSpPr/>
          <p:nvPr>
            <p:ph idx="2" type="sldImg"/>
          </p:nvPr>
        </p:nvSpPr>
        <p:spPr>
          <a:xfrm>
            <a:off x="902643" y="685800"/>
            <a:ext cx="5053500" cy="3429000"/>
          </a:xfrm>
          <a:custGeom>
            <a:rect b="b" l="l" r="r" t="t"/>
            <a:pathLst>
              <a:path extrusionOk="0" h="120000" w="120000">
                <a:moveTo>
                  <a:pt x="0" y="0"/>
                </a:moveTo>
                <a:lnTo>
                  <a:pt x="120000" y="0"/>
                </a:lnTo>
                <a:lnTo>
                  <a:pt x="120000" y="120000"/>
                </a:lnTo>
                <a:lnTo>
                  <a:pt x="0" y="120000"/>
                </a:lnTo>
                <a:close/>
              </a:path>
            </a:pathLst>
          </a:custGeom>
        </p:spPr>
      </p:sp>
      <p:sp>
        <p:nvSpPr>
          <p:cNvPr id="17634" name="Google Shape;17634;g390f0be0d4a_0_50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669" name="Shape 17669"/>
        <p:cNvGrpSpPr/>
        <p:nvPr/>
      </p:nvGrpSpPr>
      <p:grpSpPr>
        <a:xfrm>
          <a:off x="0" y="0"/>
          <a:ext cx="0" cy="0"/>
          <a:chOff x="0" y="0"/>
          <a:chExt cx="0" cy="0"/>
        </a:xfrm>
      </p:grpSpPr>
      <p:sp>
        <p:nvSpPr>
          <p:cNvPr id="17670" name="Google Shape;17670;g390f0be0d4a_0_544:notes"/>
          <p:cNvSpPr/>
          <p:nvPr>
            <p:ph idx="2" type="sldImg"/>
          </p:nvPr>
        </p:nvSpPr>
        <p:spPr>
          <a:xfrm>
            <a:off x="902643" y="685800"/>
            <a:ext cx="5053500" cy="3429000"/>
          </a:xfrm>
          <a:custGeom>
            <a:rect b="b" l="l" r="r" t="t"/>
            <a:pathLst>
              <a:path extrusionOk="0" h="120000" w="120000">
                <a:moveTo>
                  <a:pt x="0" y="0"/>
                </a:moveTo>
                <a:lnTo>
                  <a:pt x="120000" y="0"/>
                </a:lnTo>
                <a:lnTo>
                  <a:pt x="120000" y="120000"/>
                </a:lnTo>
                <a:lnTo>
                  <a:pt x="0" y="120000"/>
                </a:lnTo>
                <a:close/>
              </a:path>
            </a:pathLst>
          </a:custGeom>
        </p:spPr>
      </p:sp>
      <p:sp>
        <p:nvSpPr>
          <p:cNvPr id="17671" name="Google Shape;17671;g390f0be0d4a_0_54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706" name="Shape 17706"/>
        <p:cNvGrpSpPr/>
        <p:nvPr/>
      </p:nvGrpSpPr>
      <p:grpSpPr>
        <a:xfrm>
          <a:off x="0" y="0"/>
          <a:ext cx="0" cy="0"/>
          <a:chOff x="0" y="0"/>
          <a:chExt cx="0" cy="0"/>
        </a:xfrm>
      </p:grpSpPr>
      <p:sp>
        <p:nvSpPr>
          <p:cNvPr id="17707" name="Google Shape;17707;g390f0be0d4a_0_580:notes"/>
          <p:cNvSpPr/>
          <p:nvPr>
            <p:ph idx="2" type="sldImg"/>
          </p:nvPr>
        </p:nvSpPr>
        <p:spPr>
          <a:xfrm>
            <a:off x="902643" y="685800"/>
            <a:ext cx="5053500" cy="3429000"/>
          </a:xfrm>
          <a:custGeom>
            <a:rect b="b" l="l" r="r" t="t"/>
            <a:pathLst>
              <a:path extrusionOk="0" h="120000" w="120000">
                <a:moveTo>
                  <a:pt x="0" y="0"/>
                </a:moveTo>
                <a:lnTo>
                  <a:pt x="120000" y="0"/>
                </a:lnTo>
                <a:lnTo>
                  <a:pt x="120000" y="120000"/>
                </a:lnTo>
                <a:lnTo>
                  <a:pt x="0" y="120000"/>
                </a:lnTo>
                <a:close/>
              </a:path>
            </a:pathLst>
          </a:custGeom>
        </p:spPr>
      </p:sp>
      <p:sp>
        <p:nvSpPr>
          <p:cNvPr id="17708" name="Google Shape;17708;g390f0be0d4a_0_58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743" name="Shape 17743"/>
        <p:cNvGrpSpPr/>
        <p:nvPr/>
      </p:nvGrpSpPr>
      <p:grpSpPr>
        <a:xfrm>
          <a:off x="0" y="0"/>
          <a:ext cx="0" cy="0"/>
          <a:chOff x="0" y="0"/>
          <a:chExt cx="0" cy="0"/>
        </a:xfrm>
      </p:grpSpPr>
      <p:sp>
        <p:nvSpPr>
          <p:cNvPr id="17744" name="Google Shape;17744;g390f0be0d4a_0_616:notes"/>
          <p:cNvSpPr/>
          <p:nvPr>
            <p:ph idx="2" type="sldImg"/>
          </p:nvPr>
        </p:nvSpPr>
        <p:spPr>
          <a:xfrm>
            <a:off x="902643" y="685800"/>
            <a:ext cx="5053500" cy="3429000"/>
          </a:xfrm>
          <a:custGeom>
            <a:rect b="b" l="l" r="r" t="t"/>
            <a:pathLst>
              <a:path extrusionOk="0" h="120000" w="120000">
                <a:moveTo>
                  <a:pt x="0" y="0"/>
                </a:moveTo>
                <a:lnTo>
                  <a:pt x="120000" y="0"/>
                </a:lnTo>
                <a:lnTo>
                  <a:pt x="120000" y="120000"/>
                </a:lnTo>
                <a:lnTo>
                  <a:pt x="0" y="120000"/>
                </a:lnTo>
                <a:close/>
              </a:path>
            </a:pathLst>
          </a:custGeom>
        </p:spPr>
      </p:sp>
      <p:sp>
        <p:nvSpPr>
          <p:cNvPr id="17745" name="Google Shape;17745;g390f0be0d4a_0_61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780" name="Shape 17780"/>
        <p:cNvGrpSpPr/>
        <p:nvPr/>
      </p:nvGrpSpPr>
      <p:grpSpPr>
        <a:xfrm>
          <a:off x="0" y="0"/>
          <a:ext cx="0" cy="0"/>
          <a:chOff x="0" y="0"/>
          <a:chExt cx="0" cy="0"/>
        </a:xfrm>
      </p:grpSpPr>
      <p:sp>
        <p:nvSpPr>
          <p:cNvPr id="17781" name="Google Shape;17781;g390f0be0d4a_0_652:notes"/>
          <p:cNvSpPr/>
          <p:nvPr>
            <p:ph idx="2" type="sldImg"/>
          </p:nvPr>
        </p:nvSpPr>
        <p:spPr>
          <a:xfrm>
            <a:off x="902643" y="685800"/>
            <a:ext cx="5053500" cy="3429000"/>
          </a:xfrm>
          <a:custGeom>
            <a:rect b="b" l="l" r="r" t="t"/>
            <a:pathLst>
              <a:path extrusionOk="0" h="120000" w="120000">
                <a:moveTo>
                  <a:pt x="0" y="0"/>
                </a:moveTo>
                <a:lnTo>
                  <a:pt x="120000" y="0"/>
                </a:lnTo>
                <a:lnTo>
                  <a:pt x="120000" y="120000"/>
                </a:lnTo>
                <a:lnTo>
                  <a:pt x="0" y="120000"/>
                </a:lnTo>
                <a:close/>
              </a:path>
            </a:pathLst>
          </a:custGeom>
        </p:spPr>
      </p:sp>
      <p:sp>
        <p:nvSpPr>
          <p:cNvPr id="17782" name="Google Shape;17782;g390f0be0d4a_0_65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817" name="Shape 17817"/>
        <p:cNvGrpSpPr/>
        <p:nvPr/>
      </p:nvGrpSpPr>
      <p:grpSpPr>
        <a:xfrm>
          <a:off x="0" y="0"/>
          <a:ext cx="0" cy="0"/>
          <a:chOff x="0" y="0"/>
          <a:chExt cx="0" cy="0"/>
        </a:xfrm>
      </p:grpSpPr>
      <p:sp>
        <p:nvSpPr>
          <p:cNvPr id="17818" name="Google Shape;17818;g390f0be0d4a_0_688:notes"/>
          <p:cNvSpPr/>
          <p:nvPr>
            <p:ph idx="2" type="sldImg"/>
          </p:nvPr>
        </p:nvSpPr>
        <p:spPr>
          <a:xfrm>
            <a:off x="902643" y="685800"/>
            <a:ext cx="5053500" cy="3429000"/>
          </a:xfrm>
          <a:custGeom>
            <a:rect b="b" l="l" r="r" t="t"/>
            <a:pathLst>
              <a:path extrusionOk="0" h="120000" w="120000">
                <a:moveTo>
                  <a:pt x="0" y="0"/>
                </a:moveTo>
                <a:lnTo>
                  <a:pt x="120000" y="0"/>
                </a:lnTo>
                <a:lnTo>
                  <a:pt x="120000" y="120000"/>
                </a:lnTo>
                <a:lnTo>
                  <a:pt x="0" y="120000"/>
                </a:lnTo>
                <a:close/>
              </a:path>
            </a:pathLst>
          </a:custGeom>
        </p:spPr>
      </p:sp>
      <p:sp>
        <p:nvSpPr>
          <p:cNvPr id="17819" name="Google Shape;17819;g390f0be0d4a_0_68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854" name="Shape 17854"/>
        <p:cNvGrpSpPr/>
        <p:nvPr/>
      </p:nvGrpSpPr>
      <p:grpSpPr>
        <a:xfrm>
          <a:off x="0" y="0"/>
          <a:ext cx="0" cy="0"/>
          <a:chOff x="0" y="0"/>
          <a:chExt cx="0" cy="0"/>
        </a:xfrm>
      </p:grpSpPr>
      <p:sp>
        <p:nvSpPr>
          <p:cNvPr id="17855" name="Google Shape;17855;g390f0be0d4a_0_724:notes"/>
          <p:cNvSpPr/>
          <p:nvPr>
            <p:ph idx="2" type="sldImg"/>
          </p:nvPr>
        </p:nvSpPr>
        <p:spPr>
          <a:xfrm>
            <a:off x="902643" y="685800"/>
            <a:ext cx="5053500" cy="3429000"/>
          </a:xfrm>
          <a:custGeom>
            <a:rect b="b" l="l" r="r" t="t"/>
            <a:pathLst>
              <a:path extrusionOk="0" h="120000" w="120000">
                <a:moveTo>
                  <a:pt x="0" y="0"/>
                </a:moveTo>
                <a:lnTo>
                  <a:pt x="120000" y="0"/>
                </a:lnTo>
                <a:lnTo>
                  <a:pt x="120000" y="120000"/>
                </a:lnTo>
                <a:lnTo>
                  <a:pt x="0" y="120000"/>
                </a:lnTo>
                <a:close/>
              </a:path>
            </a:pathLst>
          </a:custGeom>
        </p:spPr>
      </p:sp>
      <p:sp>
        <p:nvSpPr>
          <p:cNvPr id="17856" name="Google Shape;17856;g390f0be0d4a_0_72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891" name="Shape 17891"/>
        <p:cNvGrpSpPr/>
        <p:nvPr/>
      </p:nvGrpSpPr>
      <p:grpSpPr>
        <a:xfrm>
          <a:off x="0" y="0"/>
          <a:ext cx="0" cy="0"/>
          <a:chOff x="0" y="0"/>
          <a:chExt cx="0" cy="0"/>
        </a:xfrm>
      </p:grpSpPr>
      <p:sp>
        <p:nvSpPr>
          <p:cNvPr id="17892" name="Google Shape;17892;g390f0be0d4a_0_760:notes"/>
          <p:cNvSpPr/>
          <p:nvPr>
            <p:ph idx="2" type="sldImg"/>
          </p:nvPr>
        </p:nvSpPr>
        <p:spPr>
          <a:xfrm>
            <a:off x="902643" y="685800"/>
            <a:ext cx="5053500" cy="3429000"/>
          </a:xfrm>
          <a:custGeom>
            <a:rect b="b" l="l" r="r" t="t"/>
            <a:pathLst>
              <a:path extrusionOk="0" h="120000" w="120000">
                <a:moveTo>
                  <a:pt x="0" y="0"/>
                </a:moveTo>
                <a:lnTo>
                  <a:pt x="120000" y="0"/>
                </a:lnTo>
                <a:lnTo>
                  <a:pt x="120000" y="120000"/>
                </a:lnTo>
                <a:lnTo>
                  <a:pt x="0" y="120000"/>
                </a:lnTo>
                <a:close/>
              </a:path>
            </a:pathLst>
          </a:custGeom>
        </p:spPr>
      </p:sp>
      <p:sp>
        <p:nvSpPr>
          <p:cNvPr id="17893" name="Google Shape;17893;g390f0be0d4a_0_76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928" name="Shape 17928"/>
        <p:cNvGrpSpPr/>
        <p:nvPr/>
      </p:nvGrpSpPr>
      <p:grpSpPr>
        <a:xfrm>
          <a:off x="0" y="0"/>
          <a:ext cx="0" cy="0"/>
          <a:chOff x="0" y="0"/>
          <a:chExt cx="0" cy="0"/>
        </a:xfrm>
      </p:grpSpPr>
      <p:sp>
        <p:nvSpPr>
          <p:cNvPr id="17929" name="Google Shape;17929;g390f0be0d4a_0_796:notes"/>
          <p:cNvSpPr/>
          <p:nvPr>
            <p:ph idx="2" type="sldImg"/>
          </p:nvPr>
        </p:nvSpPr>
        <p:spPr>
          <a:xfrm>
            <a:off x="902643" y="685800"/>
            <a:ext cx="5053500" cy="3429000"/>
          </a:xfrm>
          <a:custGeom>
            <a:rect b="b" l="l" r="r" t="t"/>
            <a:pathLst>
              <a:path extrusionOk="0" h="120000" w="120000">
                <a:moveTo>
                  <a:pt x="0" y="0"/>
                </a:moveTo>
                <a:lnTo>
                  <a:pt x="120000" y="0"/>
                </a:lnTo>
                <a:lnTo>
                  <a:pt x="120000" y="120000"/>
                </a:lnTo>
                <a:lnTo>
                  <a:pt x="0" y="120000"/>
                </a:lnTo>
                <a:close/>
              </a:path>
            </a:pathLst>
          </a:custGeom>
        </p:spPr>
      </p:sp>
      <p:sp>
        <p:nvSpPr>
          <p:cNvPr id="17930" name="Google Shape;17930;g390f0be0d4a_0_79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965" name="Shape 17965"/>
        <p:cNvGrpSpPr/>
        <p:nvPr/>
      </p:nvGrpSpPr>
      <p:grpSpPr>
        <a:xfrm>
          <a:off x="0" y="0"/>
          <a:ext cx="0" cy="0"/>
          <a:chOff x="0" y="0"/>
          <a:chExt cx="0" cy="0"/>
        </a:xfrm>
      </p:grpSpPr>
      <p:sp>
        <p:nvSpPr>
          <p:cNvPr id="17966" name="Google Shape;17966;g390f0be0d4a_0_832:notes"/>
          <p:cNvSpPr/>
          <p:nvPr>
            <p:ph idx="2" type="sldImg"/>
          </p:nvPr>
        </p:nvSpPr>
        <p:spPr>
          <a:xfrm>
            <a:off x="902643" y="685800"/>
            <a:ext cx="5053500" cy="3429000"/>
          </a:xfrm>
          <a:custGeom>
            <a:rect b="b" l="l" r="r" t="t"/>
            <a:pathLst>
              <a:path extrusionOk="0" h="120000" w="120000">
                <a:moveTo>
                  <a:pt x="0" y="0"/>
                </a:moveTo>
                <a:lnTo>
                  <a:pt x="120000" y="0"/>
                </a:lnTo>
                <a:lnTo>
                  <a:pt x="120000" y="120000"/>
                </a:lnTo>
                <a:lnTo>
                  <a:pt x="0" y="120000"/>
                </a:lnTo>
                <a:close/>
              </a:path>
            </a:pathLst>
          </a:custGeom>
        </p:spPr>
      </p:sp>
      <p:sp>
        <p:nvSpPr>
          <p:cNvPr id="17967" name="Google Shape;17967;g390f0be0d4a_0_83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7.xml.rels><?xml version="1.0" encoding="UTF-8" standalone="yes"?><Relationships xmlns="http://schemas.openxmlformats.org/package/2006/relationships"><Relationship Id="rId11" Type="http://schemas.openxmlformats.org/officeDocument/2006/relationships/image" Target="../media/image8.png"/><Relationship Id="rId10" Type="http://schemas.openxmlformats.org/officeDocument/2006/relationships/image" Target="../media/image5.png"/><Relationship Id="rId13" Type="http://schemas.openxmlformats.org/officeDocument/2006/relationships/image" Target="../media/image12.png"/><Relationship Id="rId12" Type="http://schemas.openxmlformats.org/officeDocument/2006/relationships/image" Target="../media/image10.png"/><Relationship Id="rId1" Type="http://schemas.openxmlformats.org/officeDocument/2006/relationships/slideMaster" Target="../slideMasters/slideMaster1.xml"/><Relationship Id="rId2" Type="http://schemas.openxmlformats.org/officeDocument/2006/relationships/image" Target="../media/image9.png"/><Relationship Id="rId3" Type="http://schemas.openxmlformats.org/officeDocument/2006/relationships/image" Target="../media/image7.png"/><Relationship Id="rId4" Type="http://schemas.openxmlformats.org/officeDocument/2006/relationships/image" Target="../media/image11.png"/><Relationship Id="rId9" Type="http://schemas.openxmlformats.org/officeDocument/2006/relationships/image" Target="../media/image16.png"/><Relationship Id="rId15" Type="http://schemas.openxmlformats.org/officeDocument/2006/relationships/image" Target="../media/image15.png"/><Relationship Id="rId14" Type="http://schemas.openxmlformats.org/officeDocument/2006/relationships/image" Target="../media/image14.png"/><Relationship Id="rId5" Type="http://schemas.openxmlformats.org/officeDocument/2006/relationships/image" Target="../media/image6.png"/><Relationship Id="rId6" Type="http://schemas.openxmlformats.org/officeDocument/2006/relationships/image" Target="../media/image2.png"/><Relationship Id="rId7" Type="http://schemas.openxmlformats.org/officeDocument/2006/relationships/image" Target="../media/image3.png"/><Relationship Id="rId8" Type="http://schemas.openxmlformats.org/officeDocument/2006/relationships/image" Target="../media/image13.png"/></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9.xml.rels><?xml version="1.0" encoding="UTF-8" standalone="yes"?><Relationships xmlns="http://schemas.openxmlformats.org/package/2006/relationships"><Relationship Id="rId40" Type="http://schemas.openxmlformats.org/officeDocument/2006/relationships/image" Target="../media/image53.png"/><Relationship Id="rId42" Type="http://schemas.openxmlformats.org/officeDocument/2006/relationships/image" Target="../media/image56.png"/><Relationship Id="rId41" Type="http://schemas.openxmlformats.org/officeDocument/2006/relationships/image" Target="../media/image59.png"/><Relationship Id="rId44" Type="http://schemas.openxmlformats.org/officeDocument/2006/relationships/image" Target="../media/image58.png"/><Relationship Id="rId43" Type="http://schemas.openxmlformats.org/officeDocument/2006/relationships/image" Target="../media/image61.png"/><Relationship Id="rId46" Type="http://schemas.openxmlformats.org/officeDocument/2006/relationships/image" Target="../media/image60.png"/><Relationship Id="rId45" Type="http://schemas.openxmlformats.org/officeDocument/2006/relationships/image" Target="../media/image52.png"/><Relationship Id="rId107" Type="http://schemas.openxmlformats.org/officeDocument/2006/relationships/image" Target="../media/image140.png"/><Relationship Id="rId106" Type="http://schemas.openxmlformats.org/officeDocument/2006/relationships/image" Target="../media/image112.png"/><Relationship Id="rId105" Type="http://schemas.openxmlformats.org/officeDocument/2006/relationships/image" Target="../media/image133.png"/><Relationship Id="rId104" Type="http://schemas.openxmlformats.org/officeDocument/2006/relationships/image" Target="../media/image134.png"/><Relationship Id="rId109" Type="http://schemas.openxmlformats.org/officeDocument/2006/relationships/image" Target="../media/image117.png"/><Relationship Id="rId108" Type="http://schemas.openxmlformats.org/officeDocument/2006/relationships/image" Target="../media/image118.png"/><Relationship Id="rId48" Type="http://schemas.openxmlformats.org/officeDocument/2006/relationships/image" Target="../media/image73.png"/><Relationship Id="rId47" Type="http://schemas.openxmlformats.org/officeDocument/2006/relationships/image" Target="../media/image57.png"/><Relationship Id="rId49" Type="http://schemas.openxmlformats.org/officeDocument/2006/relationships/image" Target="../media/image63.png"/><Relationship Id="rId103" Type="http://schemas.openxmlformats.org/officeDocument/2006/relationships/image" Target="../media/image122.png"/><Relationship Id="rId102" Type="http://schemas.openxmlformats.org/officeDocument/2006/relationships/image" Target="../media/image115.png"/><Relationship Id="rId101" Type="http://schemas.openxmlformats.org/officeDocument/2006/relationships/image" Target="../media/image111.png"/><Relationship Id="rId100" Type="http://schemas.openxmlformats.org/officeDocument/2006/relationships/image" Target="../media/image108.png"/><Relationship Id="rId31" Type="http://schemas.openxmlformats.org/officeDocument/2006/relationships/image" Target="../media/image43.png"/><Relationship Id="rId30" Type="http://schemas.openxmlformats.org/officeDocument/2006/relationships/image" Target="../media/image42.png"/><Relationship Id="rId33" Type="http://schemas.openxmlformats.org/officeDocument/2006/relationships/image" Target="../media/image44.png"/><Relationship Id="rId32" Type="http://schemas.openxmlformats.org/officeDocument/2006/relationships/image" Target="../media/image55.png"/><Relationship Id="rId35" Type="http://schemas.openxmlformats.org/officeDocument/2006/relationships/image" Target="../media/image48.png"/><Relationship Id="rId34" Type="http://schemas.openxmlformats.org/officeDocument/2006/relationships/image" Target="../media/image76.png"/><Relationship Id="rId37" Type="http://schemas.openxmlformats.org/officeDocument/2006/relationships/image" Target="../media/image49.png"/><Relationship Id="rId36" Type="http://schemas.openxmlformats.org/officeDocument/2006/relationships/image" Target="../media/image54.png"/><Relationship Id="rId39" Type="http://schemas.openxmlformats.org/officeDocument/2006/relationships/image" Target="../media/image50.png"/><Relationship Id="rId38" Type="http://schemas.openxmlformats.org/officeDocument/2006/relationships/image" Target="../media/image51.png"/><Relationship Id="rId20" Type="http://schemas.openxmlformats.org/officeDocument/2006/relationships/image" Target="../media/image37.png"/><Relationship Id="rId22" Type="http://schemas.openxmlformats.org/officeDocument/2006/relationships/image" Target="../media/image32.png"/><Relationship Id="rId21" Type="http://schemas.openxmlformats.org/officeDocument/2006/relationships/image" Target="../media/image35.png"/><Relationship Id="rId24" Type="http://schemas.openxmlformats.org/officeDocument/2006/relationships/image" Target="../media/image33.png"/><Relationship Id="rId23" Type="http://schemas.openxmlformats.org/officeDocument/2006/relationships/image" Target="../media/image47.png"/><Relationship Id="rId26" Type="http://schemas.openxmlformats.org/officeDocument/2006/relationships/image" Target="../media/image41.png"/><Relationship Id="rId25" Type="http://schemas.openxmlformats.org/officeDocument/2006/relationships/image" Target="../media/image36.png"/><Relationship Id="rId28" Type="http://schemas.openxmlformats.org/officeDocument/2006/relationships/image" Target="../media/image45.png"/><Relationship Id="rId27" Type="http://schemas.openxmlformats.org/officeDocument/2006/relationships/image" Target="../media/image38.png"/><Relationship Id="rId29" Type="http://schemas.openxmlformats.org/officeDocument/2006/relationships/image" Target="../media/image39.png"/><Relationship Id="rId95" Type="http://schemas.openxmlformats.org/officeDocument/2006/relationships/image" Target="../media/image180.png"/><Relationship Id="rId94" Type="http://schemas.openxmlformats.org/officeDocument/2006/relationships/image" Target="../media/image110.png"/><Relationship Id="rId97" Type="http://schemas.openxmlformats.org/officeDocument/2006/relationships/image" Target="../media/image106.png"/><Relationship Id="rId96" Type="http://schemas.openxmlformats.org/officeDocument/2006/relationships/image" Target="../media/image114.png"/><Relationship Id="rId11" Type="http://schemas.openxmlformats.org/officeDocument/2006/relationships/image" Target="../media/image26.png"/><Relationship Id="rId99" Type="http://schemas.openxmlformats.org/officeDocument/2006/relationships/image" Target="../media/image104.png"/><Relationship Id="rId10" Type="http://schemas.openxmlformats.org/officeDocument/2006/relationships/image" Target="../media/image23.png"/><Relationship Id="rId98" Type="http://schemas.openxmlformats.org/officeDocument/2006/relationships/image" Target="../media/image124.png"/><Relationship Id="rId13" Type="http://schemas.openxmlformats.org/officeDocument/2006/relationships/image" Target="../media/image27.png"/><Relationship Id="rId12" Type="http://schemas.openxmlformats.org/officeDocument/2006/relationships/image" Target="../media/image25.png"/><Relationship Id="rId91" Type="http://schemas.openxmlformats.org/officeDocument/2006/relationships/image" Target="../media/image113.png"/><Relationship Id="rId90" Type="http://schemas.openxmlformats.org/officeDocument/2006/relationships/image" Target="../media/image109.png"/><Relationship Id="rId93" Type="http://schemas.openxmlformats.org/officeDocument/2006/relationships/image" Target="../media/image103.png"/><Relationship Id="rId92" Type="http://schemas.openxmlformats.org/officeDocument/2006/relationships/image" Target="../media/image101.png"/><Relationship Id="rId15" Type="http://schemas.openxmlformats.org/officeDocument/2006/relationships/image" Target="../media/image24.png"/><Relationship Id="rId110" Type="http://schemas.openxmlformats.org/officeDocument/2006/relationships/image" Target="../media/image120.png"/><Relationship Id="rId14" Type="http://schemas.openxmlformats.org/officeDocument/2006/relationships/image" Target="../media/image28.png"/><Relationship Id="rId17" Type="http://schemas.openxmlformats.org/officeDocument/2006/relationships/image" Target="../media/image31.png"/><Relationship Id="rId16" Type="http://schemas.openxmlformats.org/officeDocument/2006/relationships/image" Target="../media/image29.png"/><Relationship Id="rId19" Type="http://schemas.openxmlformats.org/officeDocument/2006/relationships/image" Target="../media/image34.png"/><Relationship Id="rId18" Type="http://schemas.openxmlformats.org/officeDocument/2006/relationships/image" Target="../media/image40.png"/><Relationship Id="rId84" Type="http://schemas.openxmlformats.org/officeDocument/2006/relationships/image" Target="../media/image94.png"/><Relationship Id="rId83" Type="http://schemas.openxmlformats.org/officeDocument/2006/relationships/image" Target="../media/image91.png"/><Relationship Id="rId86" Type="http://schemas.openxmlformats.org/officeDocument/2006/relationships/image" Target="../media/image105.png"/><Relationship Id="rId85" Type="http://schemas.openxmlformats.org/officeDocument/2006/relationships/image" Target="../media/image95.png"/><Relationship Id="rId88" Type="http://schemas.openxmlformats.org/officeDocument/2006/relationships/image" Target="../media/image96.png"/><Relationship Id="rId87" Type="http://schemas.openxmlformats.org/officeDocument/2006/relationships/image" Target="../media/image135.png"/><Relationship Id="rId89" Type="http://schemas.openxmlformats.org/officeDocument/2006/relationships/image" Target="../media/image100.png"/><Relationship Id="rId80" Type="http://schemas.openxmlformats.org/officeDocument/2006/relationships/image" Target="../media/image90.png"/><Relationship Id="rId82" Type="http://schemas.openxmlformats.org/officeDocument/2006/relationships/image" Target="../media/image97.png"/><Relationship Id="rId81" Type="http://schemas.openxmlformats.org/officeDocument/2006/relationships/image" Target="../media/image92.png"/><Relationship Id="rId1" Type="http://schemas.openxmlformats.org/officeDocument/2006/relationships/slideMaster" Target="../slideMasters/slideMaster1.xml"/><Relationship Id="rId2" Type="http://schemas.openxmlformats.org/officeDocument/2006/relationships/image" Target="../media/image18.png"/><Relationship Id="rId3" Type="http://schemas.openxmlformats.org/officeDocument/2006/relationships/image" Target="../media/image19.png"/><Relationship Id="rId4" Type="http://schemas.openxmlformats.org/officeDocument/2006/relationships/image" Target="../media/image46.png"/><Relationship Id="rId9" Type="http://schemas.openxmlformats.org/officeDocument/2006/relationships/image" Target="../media/image20.png"/><Relationship Id="rId5" Type="http://schemas.openxmlformats.org/officeDocument/2006/relationships/image" Target="../media/image30.png"/><Relationship Id="rId6" Type="http://schemas.openxmlformats.org/officeDocument/2006/relationships/image" Target="../media/image17.png"/><Relationship Id="rId7" Type="http://schemas.openxmlformats.org/officeDocument/2006/relationships/image" Target="../media/image22.png"/><Relationship Id="rId8" Type="http://schemas.openxmlformats.org/officeDocument/2006/relationships/image" Target="../media/image21.png"/><Relationship Id="rId73" Type="http://schemas.openxmlformats.org/officeDocument/2006/relationships/image" Target="../media/image99.png"/><Relationship Id="rId72" Type="http://schemas.openxmlformats.org/officeDocument/2006/relationships/image" Target="../media/image84.png"/><Relationship Id="rId75" Type="http://schemas.openxmlformats.org/officeDocument/2006/relationships/image" Target="../media/image83.png"/><Relationship Id="rId74" Type="http://schemas.openxmlformats.org/officeDocument/2006/relationships/image" Target="../media/image82.png"/><Relationship Id="rId77" Type="http://schemas.openxmlformats.org/officeDocument/2006/relationships/image" Target="../media/image107.png"/><Relationship Id="rId76" Type="http://schemas.openxmlformats.org/officeDocument/2006/relationships/image" Target="../media/image87.png"/><Relationship Id="rId79" Type="http://schemas.openxmlformats.org/officeDocument/2006/relationships/image" Target="../media/image89.png"/><Relationship Id="rId78" Type="http://schemas.openxmlformats.org/officeDocument/2006/relationships/image" Target="../media/image98.png"/><Relationship Id="rId71" Type="http://schemas.openxmlformats.org/officeDocument/2006/relationships/image" Target="../media/image93.png"/><Relationship Id="rId70" Type="http://schemas.openxmlformats.org/officeDocument/2006/relationships/image" Target="../media/image79.png"/><Relationship Id="rId62" Type="http://schemas.openxmlformats.org/officeDocument/2006/relationships/image" Target="../media/image85.png"/><Relationship Id="rId61" Type="http://schemas.openxmlformats.org/officeDocument/2006/relationships/image" Target="../media/image68.png"/><Relationship Id="rId64" Type="http://schemas.openxmlformats.org/officeDocument/2006/relationships/image" Target="../media/image78.png"/><Relationship Id="rId63" Type="http://schemas.openxmlformats.org/officeDocument/2006/relationships/image" Target="../media/image102.png"/><Relationship Id="rId66" Type="http://schemas.openxmlformats.org/officeDocument/2006/relationships/image" Target="../media/image81.png"/><Relationship Id="rId65" Type="http://schemas.openxmlformats.org/officeDocument/2006/relationships/image" Target="../media/image75.png"/><Relationship Id="rId68" Type="http://schemas.openxmlformats.org/officeDocument/2006/relationships/image" Target="../media/image77.png"/><Relationship Id="rId67" Type="http://schemas.openxmlformats.org/officeDocument/2006/relationships/image" Target="../media/image86.png"/><Relationship Id="rId60" Type="http://schemas.openxmlformats.org/officeDocument/2006/relationships/image" Target="../media/image72.png"/><Relationship Id="rId69" Type="http://schemas.openxmlformats.org/officeDocument/2006/relationships/image" Target="../media/image88.png"/><Relationship Id="rId51" Type="http://schemas.openxmlformats.org/officeDocument/2006/relationships/image" Target="../media/image69.png"/><Relationship Id="rId50" Type="http://schemas.openxmlformats.org/officeDocument/2006/relationships/image" Target="../media/image62.png"/><Relationship Id="rId53" Type="http://schemas.openxmlformats.org/officeDocument/2006/relationships/image" Target="../media/image66.png"/><Relationship Id="rId52" Type="http://schemas.openxmlformats.org/officeDocument/2006/relationships/image" Target="../media/image64.png"/><Relationship Id="rId55" Type="http://schemas.openxmlformats.org/officeDocument/2006/relationships/image" Target="../media/image74.png"/><Relationship Id="rId54" Type="http://schemas.openxmlformats.org/officeDocument/2006/relationships/image" Target="../media/image67.png"/><Relationship Id="rId57" Type="http://schemas.openxmlformats.org/officeDocument/2006/relationships/image" Target="../media/image80.png"/><Relationship Id="rId56" Type="http://schemas.openxmlformats.org/officeDocument/2006/relationships/image" Target="../media/image65.png"/><Relationship Id="rId59" Type="http://schemas.openxmlformats.org/officeDocument/2006/relationships/image" Target="../media/image71.png"/><Relationship Id="rId58" Type="http://schemas.openxmlformats.org/officeDocument/2006/relationships/image" Target="../media/image70.png"/></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30.png"/><Relationship Id="rId3" Type="http://schemas.openxmlformats.org/officeDocument/2006/relationships/image" Target="../media/image76.png"/><Relationship Id="rId4" Type="http://schemas.openxmlformats.org/officeDocument/2006/relationships/image" Target="../media/image17.png"/><Relationship Id="rId5" Type="http://schemas.openxmlformats.org/officeDocument/2006/relationships/image" Target="../media/image23.png"/><Relationship Id="rId6" Type="http://schemas.openxmlformats.org/officeDocument/2006/relationships/image" Target="../media/image12.png"/><Relationship Id="rId7" Type="http://schemas.openxmlformats.org/officeDocument/2006/relationships/image" Target="../media/image8.png"/><Relationship Id="rId8" Type="http://schemas.openxmlformats.org/officeDocument/2006/relationships/image" Target="../media/image142.png"/></Relationships>
</file>

<file path=ppt/slideLayouts/_rels/slideLayout4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80.xml.rels><?xml version="1.0" encoding="UTF-8" standalone="yes"?><Relationships xmlns="http://schemas.openxmlformats.org/package/2006/relationships"><Relationship Id="rId11" Type="http://schemas.openxmlformats.org/officeDocument/2006/relationships/image" Target="../media/image8.png"/><Relationship Id="rId10" Type="http://schemas.openxmlformats.org/officeDocument/2006/relationships/image" Target="../media/image5.png"/><Relationship Id="rId13" Type="http://schemas.openxmlformats.org/officeDocument/2006/relationships/image" Target="../media/image12.png"/><Relationship Id="rId12" Type="http://schemas.openxmlformats.org/officeDocument/2006/relationships/image" Target="../media/image10.png"/><Relationship Id="rId15" Type="http://schemas.openxmlformats.org/officeDocument/2006/relationships/image" Target="../media/image15.png"/><Relationship Id="rId14" Type="http://schemas.openxmlformats.org/officeDocument/2006/relationships/image" Target="../media/image14.png"/><Relationship Id="rId1" Type="http://schemas.openxmlformats.org/officeDocument/2006/relationships/slideMaster" Target="../slideMasters/slideMaster2.xml"/><Relationship Id="rId2" Type="http://schemas.openxmlformats.org/officeDocument/2006/relationships/image" Target="../media/image9.png"/><Relationship Id="rId3" Type="http://schemas.openxmlformats.org/officeDocument/2006/relationships/image" Target="../media/image7.png"/><Relationship Id="rId4" Type="http://schemas.openxmlformats.org/officeDocument/2006/relationships/image" Target="../media/image11.png"/><Relationship Id="rId9" Type="http://schemas.openxmlformats.org/officeDocument/2006/relationships/image" Target="../media/image16.png"/><Relationship Id="rId5" Type="http://schemas.openxmlformats.org/officeDocument/2006/relationships/image" Target="../media/image6.png"/><Relationship Id="rId6" Type="http://schemas.openxmlformats.org/officeDocument/2006/relationships/image" Target="../media/image2.png"/><Relationship Id="rId7" Type="http://schemas.openxmlformats.org/officeDocument/2006/relationships/image" Target="../media/image3.png"/><Relationship Id="rId8" Type="http://schemas.openxmlformats.org/officeDocument/2006/relationships/image" Target="../media/image13.png"/></Relationships>
</file>

<file path=ppt/slideLayouts/_rels/slideLayout8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82.xml.rels><?xml version="1.0" encoding="UTF-8" standalone="yes"?><Relationships xmlns="http://schemas.openxmlformats.org/package/2006/relationships"><Relationship Id="rId40" Type="http://schemas.openxmlformats.org/officeDocument/2006/relationships/image" Target="../media/image53.png"/><Relationship Id="rId42" Type="http://schemas.openxmlformats.org/officeDocument/2006/relationships/image" Target="../media/image56.png"/><Relationship Id="rId41" Type="http://schemas.openxmlformats.org/officeDocument/2006/relationships/image" Target="../media/image59.png"/><Relationship Id="rId44" Type="http://schemas.openxmlformats.org/officeDocument/2006/relationships/image" Target="../media/image58.png"/><Relationship Id="rId43" Type="http://schemas.openxmlformats.org/officeDocument/2006/relationships/image" Target="../media/image61.png"/><Relationship Id="rId46" Type="http://schemas.openxmlformats.org/officeDocument/2006/relationships/image" Target="../media/image60.png"/><Relationship Id="rId45" Type="http://schemas.openxmlformats.org/officeDocument/2006/relationships/image" Target="../media/image52.png"/><Relationship Id="rId107" Type="http://schemas.openxmlformats.org/officeDocument/2006/relationships/image" Target="../media/image140.png"/><Relationship Id="rId106" Type="http://schemas.openxmlformats.org/officeDocument/2006/relationships/image" Target="../media/image112.png"/><Relationship Id="rId105" Type="http://schemas.openxmlformats.org/officeDocument/2006/relationships/image" Target="../media/image133.png"/><Relationship Id="rId104" Type="http://schemas.openxmlformats.org/officeDocument/2006/relationships/image" Target="../media/image134.png"/><Relationship Id="rId109" Type="http://schemas.openxmlformats.org/officeDocument/2006/relationships/image" Target="../media/image117.png"/><Relationship Id="rId108" Type="http://schemas.openxmlformats.org/officeDocument/2006/relationships/image" Target="../media/image118.png"/><Relationship Id="rId48" Type="http://schemas.openxmlformats.org/officeDocument/2006/relationships/image" Target="../media/image73.png"/><Relationship Id="rId47" Type="http://schemas.openxmlformats.org/officeDocument/2006/relationships/image" Target="../media/image57.png"/><Relationship Id="rId49" Type="http://schemas.openxmlformats.org/officeDocument/2006/relationships/image" Target="../media/image63.png"/><Relationship Id="rId103" Type="http://schemas.openxmlformats.org/officeDocument/2006/relationships/image" Target="../media/image122.png"/><Relationship Id="rId102" Type="http://schemas.openxmlformats.org/officeDocument/2006/relationships/image" Target="../media/image115.png"/><Relationship Id="rId101" Type="http://schemas.openxmlformats.org/officeDocument/2006/relationships/image" Target="../media/image111.png"/><Relationship Id="rId100" Type="http://schemas.openxmlformats.org/officeDocument/2006/relationships/image" Target="../media/image108.png"/><Relationship Id="rId31" Type="http://schemas.openxmlformats.org/officeDocument/2006/relationships/image" Target="../media/image43.png"/><Relationship Id="rId30" Type="http://schemas.openxmlformats.org/officeDocument/2006/relationships/image" Target="../media/image42.png"/><Relationship Id="rId33" Type="http://schemas.openxmlformats.org/officeDocument/2006/relationships/image" Target="../media/image44.png"/><Relationship Id="rId32" Type="http://schemas.openxmlformats.org/officeDocument/2006/relationships/image" Target="../media/image55.png"/><Relationship Id="rId35" Type="http://schemas.openxmlformats.org/officeDocument/2006/relationships/image" Target="../media/image48.png"/><Relationship Id="rId34" Type="http://schemas.openxmlformats.org/officeDocument/2006/relationships/image" Target="../media/image76.png"/><Relationship Id="rId37" Type="http://schemas.openxmlformats.org/officeDocument/2006/relationships/image" Target="../media/image49.png"/><Relationship Id="rId36" Type="http://schemas.openxmlformats.org/officeDocument/2006/relationships/image" Target="../media/image54.png"/><Relationship Id="rId39" Type="http://schemas.openxmlformats.org/officeDocument/2006/relationships/image" Target="../media/image50.png"/><Relationship Id="rId38" Type="http://schemas.openxmlformats.org/officeDocument/2006/relationships/image" Target="../media/image51.png"/><Relationship Id="rId20" Type="http://schemas.openxmlformats.org/officeDocument/2006/relationships/image" Target="../media/image37.png"/><Relationship Id="rId22" Type="http://schemas.openxmlformats.org/officeDocument/2006/relationships/image" Target="../media/image32.png"/><Relationship Id="rId21" Type="http://schemas.openxmlformats.org/officeDocument/2006/relationships/image" Target="../media/image35.png"/><Relationship Id="rId24" Type="http://schemas.openxmlformats.org/officeDocument/2006/relationships/image" Target="../media/image33.png"/><Relationship Id="rId23" Type="http://schemas.openxmlformats.org/officeDocument/2006/relationships/image" Target="../media/image47.png"/><Relationship Id="rId26" Type="http://schemas.openxmlformats.org/officeDocument/2006/relationships/image" Target="../media/image41.png"/><Relationship Id="rId25" Type="http://schemas.openxmlformats.org/officeDocument/2006/relationships/image" Target="../media/image36.png"/><Relationship Id="rId28" Type="http://schemas.openxmlformats.org/officeDocument/2006/relationships/image" Target="../media/image45.png"/><Relationship Id="rId27" Type="http://schemas.openxmlformats.org/officeDocument/2006/relationships/image" Target="../media/image38.png"/><Relationship Id="rId29" Type="http://schemas.openxmlformats.org/officeDocument/2006/relationships/image" Target="../media/image39.png"/><Relationship Id="rId95" Type="http://schemas.openxmlformats.org/officeDocument/2006/relationships/image" Target="../media/image180.png"/><Relationship Id="rId94" Type="http://schemas.openxmlformats.org/officeDocument/2006/relationships/image" Target="../media/image110.png"/><Relationship Id="rId97" Type="http://schemas.openxmlformats.org/officeDocument/2006/relationships/image" Target="../media/image106.png"/><Relationship Id="rId96" Type="http://schemas.openxmlformats.org/officeDocument/2006/relationships/image" Target="../media/image114.png"/><Relationship Id="rId11" Type="http://schemas.openxmlformats.org/officeDocument/2006/relationships/image" Target="../media/image26.png"/><Relationship Id="rId99" Type="http://schemas.openxmlformats.org/officeDocument/2006/relationships/image" Target="../media/image104.png"/><Relationship Id="rId10" Type="http://schemas.openxmlformats.org/officeDocument/2006/relationships/image" Target="../media/image23.png"/><Relationship Id="rId98" Type="http://schemas.openxmlformats.org/officeDocument/2006/relationships/image" Target="../media/image124.png"/><Relationship Id="rId13" Type="http://schemas.openxmlformats.org/officeDocument/2006/relationships/image" Target="../media/image27.png"/><Relationship Id="rId12" Type="http://schemas.openxmlformats.org/officeDocument/2006/relationships/image" Target="../media/image25.png"/><Relationship Id="rId91" Type="http://schemas.openxmlformats.org/officeDocument/2006/relationships/image" Target="../media/image113.png"/><Relationship Id="rId90" Type="http://schemas.openxmlformats.org/officeDocument/2006/relationships/image" Target="../media/image109.png"/><Relationship Id="rId93" Type="http://schemas.openxmlformats.org/officeDocument/2006/relationships/image" Target="../media/image103.png"/><Relationship Id="rId92" Type="http://schemas.openxmlformats.org/officeDocument/2006/relationships/image" Target="../media/image101.png"/><Relationship Id="rId15" Type="http://schemas.openxmlformats.org/officeDocument/2006/relationships/image" Target="../media/image24.png"/><Relationship Id="rId110" Type="http://schemas.openxmlformats.org/officeDocument/2006/relationships/image" Target="../media/image120.png"/><Relationship Id="rId14" Type="http://schemas.openxmlformats.org/officeDocument/2006/relationships/image" Target="../media/image28.png"/><Relationship Id="rId17" Type="http://schemas.openxmlformats.org/officeDocument/2006/relationships/image" Target="../media/image31.png"/><Relationship Id="rId16" Type="http://schemas.openxmlformats.org/officeDocument/2006/relationships/image" Target="../media/image29.png"/><Relationship Id="rId19" Type="http://schemas.openxmlformats.org/officeDocument/2006/relationships/image" Target="../media/image34.png"/><Relationship Id="rId18" Type="http://schemas.openxmlformats.org/officeDocument/2006/relationships/image" Target="../media/image40.png"/><Relationship Id="rId84" Type="http://schemas.openxmlformats.org/officeDocument/2006/relationships/image" Target="../media/image94.png"/><Relationship Id="rId83" Type="http://schemas.openxmlformats.org/officeDocument/2006/relationships/image" Target="../media/image91.png"/><Relationship Id="rId86" Type="http://schemas.openxmlformats.org/officeDocument/2006/relationships/image" Target="../media/image105.png"/><Relationship Id="rId85" Type="http://schemas.openxmlformats.org/officeDocument/2006/relationships/image" Target="../media/image95.png"/><Relationship Id="rId88" Type="http://schemas.openxmlformats.org/officeDocument/2006/relationships/image" Target="../media/image96.png"/><Relationship Id="rId87" Type="http://schemas.openxmlformats.org/officeDocument/2006/relationships/image" Target="../media/image135.png"/><Relationship Id="rId89" Type="http://schemas.openxmlformats.org/officeDocument/2006/relationships/image" Target="../media/image100.png"/><Relationship Id="rId80" Type="http://schemas.openxmlformats.org/officeDocument/2006/relationships/image" Target="../media/image90.png"/><Relationship Id="rId82" Type="http://schemas.openxmlformats.org/officeDocument/2006/relationships/image" Target="../media/image97.png"/><Relationship Id="rId81" Type="http://schemas.openxmlformats.org/officeDocument/2006/relationships/image" Target="../media/image92.png"/><Relationship Id="rId1" Type="http://schemas.openxmlformats.org/officeDocument/2006/relationships/slideMaster" Target="../slideMasters/slideMaster2.xml"/><Relationship Id="rId2" Type="http://schemas.openxmlformats.org/officeDocument/2006/relationships/image" Target="../media/image18.png"/><Relationship Id="rId3" Type="http://schemas.openxmlformats.org/officeDocument/2006/relationships/image" Target="../media/image19.png"/><Relationship Id="rId4" Type="http://schemas.openxmlformats.org/officeDocument/2006/relationships/image" Target="../media/image46.png"/><Relationship Id="rId9" Type="http://schemas.openxmlformats.org/officeDocument/2006/relationships/image" Target="../media/image20.png"/><Relationship Id="rId5" Type="http://schemas.openxmlformats.org/officeDocument/2006/relationships/image" Target="../media/image30.png"/><Relationship Id="rId6" Type="http://schemas.openxmlformats.org/officeDocument/2006/relationships/image" Target="../media/image17.png"/><Relationship Id="rId7" Type="http://schemas.openxmlformats.org/officeDocument/2006/relationships/image" Target="../media/image22.png"/><Relationship Id="rId8" Type="http://schemas.openxmlformats.org/officeDocument/2006/relationships/image" Target="../media/image21.png"/><Relationship Id="rId73" Type="http://schemas.openxmlformats.org/officeDocument/2006/relationships/image" Target="../media/image99.png"/><Relationship Id="rId72" Type="http://schemas.openxmlformats.org/officeDocument/2006/relationships/image" Target="../media/image84.png"/><Relationship Id="rId75" Type="http://schemas.openxmlformats.org/officeDocument/2006/relationships/image" Target="../media/image83.png"/><Relationship Id="rId74" Type="http://schemas.openxmlformats.org/officeDocument/2006/relationships/image" Target="../media/image82.png"/><Relationship Id="rId77" Type="http://schemas.openxmlformats.org/officeDocument/2006/relationships/image" Target="../media/image107.png"/><Relationship Id="rId76" Type="http://schemas.openxmlformats.org/officeDocument/2006/relationships/image" Target="../media/image87.png"/><Relationship Id="rId79" Type="http://schemas.openxmlformats.org/officeDocument/2006/relationships/image" Target="../media/image89.png"/><Relationship Id="rId78" Type="http://schemas.openxmlformats.org/officeDocument/2006/relationships/image" Target="../media/image98.png"/><Relationship Id="rId71" Type="http://schemas.openxmlformats.org/officeDocument/2006/relationships/image" Target="../media/image93.png"/><Relationship Id="rId70" Type="http://schemas.openxmlformats.org/officeDocument/2006/relationships/image" Target="../media/image79.png"/><Relationship Id="rId62" Type="http://schemas.openxmlformats.org/officeDocument/2006/relationships/image" Target="../media/image85.png"/><Relationship Id="rId61" Type="http://schemas.openxmlformats.org/officeDocument/2006/relationships/image" Target="../media/image68.png"/><Relationship Id="rId64" Type="http://schemas.openxmlformats.org/officeDocument/2006/relationships/image" Target="../media/image78.png"/><Relationship Id="rId63" Type="http://schemas.openxmlformats.org/officeDocument/2006/relationships/image" Target="../media/image102.png"/><Relationship Id="rId66" Type="http://schemas.openxmlformats.org/officeDocument/2006/relationships/image" Target="../media/image81.png"/><Relationship Id="rId65" Type="http://schemas.openxmlformats.org/officeDocument/2006/relationships/image" Target="../media/image75.png"/><Relationship Id="rId68" Type="http://schemas.openxmlformats.org/officeDocument/2006/relationships/image" Target="../media/image77.png"/><Relationship Id="rId67" Type="http://schemas.openxmlformats.org/officeDocument/2006/relationships/image" Target="../media/image86.png"/><Relationship Id="rId60" Type="http://schemas.openxmlformats.org/officeDocument/2006/relationships/image" Target="../media/image72.png"/><Relationship Id="rId69" Type="http://schemas.openxmlformats.org/officeDocument/2006/relationships/image" Target="../media/image88.png"/><Relationship Id="rId51" Type="http://schemas.openxmlformats.org/officeDocument/2006/relationships/image" Target="../media/image69.png"/><Relationship Id="rId50" Type="http://schemas.openxmlformats.org/officeDocument/2006/relationships/image" Target="../media/image62.png"/><Relationship Id="rId53" Type="http://schemas.openxmlformats.org/officeDocument/2006/relationships/image" Target="../media/image66.png"/><Relationship Id="rId52" Type="http://schemas.openxmlformats.org/officeDocument/2006/relationships/image" Target="../media/image64.png"/><Relationship Id="rId55" Type="http://schemas.openxmlformats.org/officeDocument/2006/relationships/image" Target="../media/image74.png"/><Relationship Id="rId54" Type="http://schemas.openxmlformats.org/officeDocument/2006/relationships/image" Target="../media/image67.png"/><Relationship Id="rId57" Type="http://schemas.openxmlformats.org/officeDocument/2006/relationships/image" Target="../media/image80.png"/><Relationship Id="rId56" Type="http://schemas.openxmlformats.org/officeDocument/2006/relationships/image" Target="../media/image65.png"/><Relationship Id="rId59" Type="http://schemas.openxmlformats.org/officeDocument/2006/relationships/image" Target="../media/image71.png"/><Relationship Id="rId58" Type="http://schemas.openxmlformats.org/officeDocument/2006/relationships/image" Target="../media/image70.png"/></Relationships>
</file>

<file path=ppt/slideLayouts/_rels/slideLayout83.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30.png"/><Relationship Id="rId3" Type="http://schemas.openxmlformats.org/officeDocument/2006/relationships/image" Target="../media/image76.png"/><Relationship Id="rId4" Type="http://schemas.openxmlformats.org/officeDocument/2006/relationships/image" Target="../media/image17.png"/><Relationship Id="rId5" Type="http://schemas.openxmlformats.org/officeDocument/2006/relationships/image" Target="../media/image23.png"/><Relationship Id="rId6" Type="http://schemas.openxmlformats.org/officeDocument/2006/relationships/image" Target="../media/image12.png"/><Relationship Id="rId7" Type="http://schemas.openxmlformats.org/officeDocument/2006/relationships/image" Target="../media/image8.png"/><Relationship Id="rId8" Type="http://schemas.openxmlformats.org/officeDocument/2006/relationships/image" Target="../media/image142.png"/></Relationships>
</file>

<file path=ppt/slideLayouts/_rels/slideLayout8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8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8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8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8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8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9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9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9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9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9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9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9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9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9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9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0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0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0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0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0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0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0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0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0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0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1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1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1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1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1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1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1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1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1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1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2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2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22.xml.rels><?xml version="1.0" encoding="UTF-8" standalone="yes"?><Relationships xmlns="http://schemas.openxmlformats.org/package/2006/relationships"><Relationship Id="rId11" Type="http://schemas.openxmlformats.org/officeDocument/2006/relationships/image" Target="../media/image8.png"/><Relationship Id="rId10" Type="http://schemas.openxmlformats.org/officeDocument/2006/relationships/image" Target="../media/image5.png"/><Relationship Id="rId13" Type="http://schemas.openxmlformats.org/officeDocument/2006/relationships/image" Target="../media/image12.png"/><Relationship Id="rId12" Type="http://schemas.openxmlformats.org/officeDocument/2006/relationships/image" Target="../media/image10.png"/><Relationship Id="rId15" Type="http://schemas.openxmlformats.org/officeDocument/2006/relationships/image" Target="../media/image15.png"/><Relationship Id="rId14" Type="http://schemas.openxmlformats.org/officeDocument/2006/relationships/image" Target="../media/image14.png"/><Relationship Id="rId1" Type="http://schemas.openxmlformats.org/officeDocument/2006/relationships/slideMaster" Target="../slideMasters/slideMaster3.xml"/><Relationship Id="rId2" Type="http://schemas.openxmlformats.org/officeDocument/2006/relationships/image" Target="../media/image9.png"/><Relationship Id="rId3" Type="http://schemas.openxmlformats.org/officeDocument/2006/relationships/image" Target="../media/image7.png"/><Relationship Id="rId4" Type="http://schemas.openxmlformats.org/officeDocument/2006/relationships/image" Target="../media/image11.png"/><Relationship Id="rId9" Type="http://schemas.openxmlformats.org/officeDocument/2006/relationships/image" Target="../media/image16.png"/><Relationship Id="rId5" Type="http://schemas.openxmlformats.org/officeDocument/2006/relationships/image" Target="../media/image6.png"/><Relationship Id="rId6" Type="http://schemas.openxmlformats.org/officeDocument/2006/relationships/image" Target="../media/image2.png"/><Relationship Id="rId7" Type="http://schemas.openxmlformats.org/officeDocument/2006/relationships/image" Target="../media/image3.png"/><Relationship Id="rId8" Type="http://schemas.openxmlformats.org/officeDocument/2006/relationships/image" Target="../media/image13.png"/></Relationships>
</file>

<file path=ppt/slideLayouts/_rels/slideLayout12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24.xml.rels><?xml version="1.0" encoding="UTF-8" standalone="yes"?><Relationships xmlns="http://schemas.openxmlformats.org/package/2006/relationships"><Relationship Id="rId40" Type="http://schemas.openxmlformats.org/officeDocument/2006/relationships/image" Target="../media/image53.png"/><Relationship Id="rId42" Type="http://schemas.openxmlformats.org/officeDocument/2006/relationships/image" Target="../media/image56.png"/><Relationship Id="rId41" Type="http://schemas.openxmlformats.org/officeDocument/2006/relationships/image" Target="../media/image59.png"/><Relationship Id="rId44" Type="http://schemas.openxmlformats.org/officeDocument/2006/relationships/image" Target="../media/image58.png"/><Relationship Id="rId43" Type="http://schemas.openxmlformats.org/officeDocument/2006/relationships/image" Target="../media/image61.png"/><Relationship Id="rId46" Type="http://schemas.openxmlformats.org/officeDocument/2006/relationships/image" Target="../media/image60.png"/><Relationship Id="rId45" Type="http://schemas.openxmlformats.org/officeDocument/2006/relationships/image" Target="../media/image52.png"/><Relationship Id="rId107" Type="http://schemas.openxmlformats.org/officeDocument/2006/relationships/image" Target="../media/image140.png"/><Relationship Id="rId106" Type="http://schemas.openxmlformats.org/officeDocument/2006/relationships/image" Target="../media/image112.png"/><Relationship Id="rId105" Type="http://schemas.openxmlformats.org/officeDocument/2006/relationships/image" Target="../media/image133.png"/><Relationship Id="rId104" Type="http://schemas.openxmlformats.org/officeDocument/2006/relationships/image" Target="../media/image134.png"/><Relationship Id="rId109" Type="http://schemas.openxmlformats.org/officeDocument/2006/relationships/image" Target="../media/image117.png"/><Relationship Id="rId108" Type="http://schemas.openxmlformats.org/officeDocument/2006/relationships/image" Target="../media/image118.png"/><Relationship Id="rId48" Type="http://schemas.openxmlformats.org/officeDocument/2006/relationships/image" Target="../media/image73.png"/><Relationship Id="rId47" Type="http://schemas.openxmlformats.org/officeDocument/2006/relationships/image" Target="../media/image57.png"/><Relationship Id="rId49" Type="http://schemas.openxmlformats.org/officeDocument/2006/relationships/image" Target="../media/image63.png"/><Relationship Id="rId103" Type="http://schemas.openxmlformats.org/officeDocument/2006/relationships/image" Target="../media/image122.png"/><Relationship Id="rId102" Type="http://schemas.openxmlformats.org/officeDocument/2006/relationships/image" Target="../media/image115.png"/><Relationship Id="rId101" Type="http://schemas.openxmlformats.org/officeDocument/2006/relationships/image" Target="../media/image111.png"/><Relationship Id="rId100" Type="http://schemas.openxmlformats.org/officeDocument/2006/relationships/image" Target="../media/image108.png"/><Relationship Id="rId31" Type="http://schemas.openxmlformats.org/officeDocument/2006/relationships/image" Target="../media/image43.png"/><Relationship Id="rId30" Type="http://schemas.openxmlformats.org/officeDocument/2006/relationships/image" Target="../media/image42.png"/><Relationship Id="rId33" Type="http://schemas.openxmlformats.org/officeDocument/2006/relationships/image" Target="../media/image44.png"/><Relationship Id="rId32" Type="http://schemas.openxmlformats.org/officeDocument/2006/relationships/image" Target="../media/image55.png"/><Relationship Id="rId35" Type="http://schemas.openxmlformats.org/officeDocument/2006/relationships/image" Target="../media/image48.png"/><Relationship Id="rId34" Type="http://schemas.openxmlformats.org/officeDocument/2006/relationships/image" Target="../media/image76.png"/><Relationship Id="rId37" Type="http://schemas.openxmlformats.org/officeDocument/2006/relationships/image" Target="../media/image49.png"/><Relationship Id="rId36" Type="http://schemas.openxmlformats.org/officeDocument/2006/relationships/image" Target="../media/image54.png"/><Relationship Id="rId39" Type="http://schemas.openxmlformats.org/officeDocument/2006/relationships/image" Target="../media/image50.png"/><Relationship Id="rId38" Type="http://schemas.openxmlformats.org/officeDocument/2006/relationships/image" Target="../media/image51.png"/><Relationship Id="rId20" Type="http://schemas.openxmlformats.org/officeDocument/2006/relationships/image" Target="../media/image37.png"/><Relationship Id="rId22" Type="http://schemas.openxmlformats.org/officeDocument/2006/relationships/image" Target="../media/image32.png"/><Relationship Id="rId21" Type="http://schemas.openxmlformats.org/officeDocument/2006/relationships/image" Target="../media/image35.png"/><Relationship Id="rId24" Type="http://schemas.openxmlformats.org/officeDocument/2006/relationships/image" Target="../media/image33.png"/><Relationship Id="rId23" Type="http://schemas.openxmlformats.org/officeDocument/2006/relationships/image" Target="../media/image47.png"/><Relationship Id="rId26" Type="http://schemas.openxmlformats.org/officeDocument/2006/relationships/image" Target="../media/image41.png"/><Relationship Id="rId25" Type="http://schemas.openxmlformats.org/officeDocument/2006/relationships/image" Target="../media/image36.png"/><Relationship Id="rId28" Type="http://schemas.openxmlformats.org/officeDocument/2006/relationships/image" Target="../media/image45.png"/><Relationship Id="rId27" Type="http://schemas.openxmlformats.org/officeDocument/2006/relationships/image" Target="../media/image38.png"/><Relationship Id="rId29" Type="http://schemas.openxmlformats.org/officeDocument/2006/relationships/image" Target="../media/image39.png"/><Relationship Id="rId95" Type="http://schemas.openxmlformats.org/officeDocument/2006/relationships/image" Target="../media/image180.png"/><Relationship Id="rId94" Type="http://schemas.openxmlformats.org/officeDocument/2006/relationships/image" Target="../media/image110.png"/><Relationship Id="rId97" Type="http://schemas.openxmlformats.org/officeDocument/2006/relationships/image" Target="../media/image106.png"/><Relationship Id="rId96" Type="http://schemas.openxmlformats.org/officeDocument/2006/relationships/image" Target="../media/image114.png"/><Relationship Id="rId11" Type="http://schemas.openxmlformats.org/officeDocument/2006/relationships/image" Target="../media/image26.png"/><Relationship Id="rId99" Type="http://schemas.openxmlformats.org/officeDocument/2006/relationships/image" Target="../media/image104.png"/><Relationship Id="rId10" Type="http://schemas.openxmlformats.org/officeDocument/2006/relationships/image" Target="../media/image23.png"/><Relationship Id="rId98" Type="http://schemas.openxmlformats.org/officeDocument/2006/relationships/image" Target="../media/image124.png"/><Relationship Id="rId13" Type="http://schemas.openxmlformats.org/officeDocument/2006/relationships/image" Target="../media/image27.png"/><Relationship Id="rId12" Type="http://schemas.openxmlformats.org/officeDocument/2006/relationships/image" Target="../media/image25.png"/><Relationship Id="rId91" Type="http://schemas.openxmlformats.org/officeDocument/2006/relationships/image" Target="../media/image113.png"/><Relationship Id="rId90" Type="http://schemas.openxmlformats.org/officeDocument/2006/relationships/image" Target="../media/image109.png"/><Relationship Id="rId93" Type="http://schemas.openxmlformats.org/officeDocument/2006/relationships/image" Target="../media/image103.png"/><Relationship Id="rId92" Type="http://schemas.openxmlformats.org/officeDocument/2006/relationships/image" Target="../media/image101.png"/><Relationship Id="rId15" Type="http://schemas.openxmlformats.org/officeDocument/2006/relationships/image" Target="../media/image24.png"/><Relationship Id="rId110" Type="http://schemas.openxmlformats.org/officeDocument/2006/relationships/image" Target="../media/image120.png"/><Relationship Id="rId14" Type="http://schemas.openxmlformats.org/officeDocument/2006/relationships/image" Target="../media/image28.png"/><Relationship Id="rId17" Type="http://schemas.openxmlformats.org/officeDocument/2006/relationships/image" Target="../media/image31.png"/><Relationship Id="rId16" Type="http://schemas.openxmlformats.org/officeDocument/2006/relationships/image" Target="../media/image29.png"/><Relationship Id="rId19" Type="http://schemas.openxmlformats.org/officeDocument/2006/relationships/image" Target="../media/image34.png"/><Relationship Id="rId18" Type="http://schemas.openxmlformats.org/officeDocument/2006/relationships/image" Target="../media/image40.png"/><Relationship Id="rId84" Type="http://schemas.openxmlformats.org/officeDocument/2006/relationships/image" Target="../media/image94.png"/><Relationship Id="rId83" Type="http://schemas.openxmlformats.org/officeDocument/2006/relationships/image" Target="../media/image91.png"/><Relationship Id="rId86" Type="http://schemas.openxmlformats.org/officeDocument/2006/relationships/image" Target="../media/image105.png"/><Relationship Id="rId85" Type="http://schemas.openxmlformats.org/officeDocument/2006/relationships/image" Target="../media/image95.png"/><Relationship Id="rId88" Type="http://schemas.openxmlformats.org/officeDocument/2006/relationships/image" Target="../media/image96.png"/><Relationship Id="rId87" Type="http://schemas.openxmlformats.org/officeDocument/2006/relationships/image" Target="../media/image135.png"/><Relationship Id="rId89" Type="http://schemas.openxmlformats.org/officeDocument/2006/relationships/image" Target="../media/image100.png"/><Relationship Id="rId80" Type="http://schemas.openxmlformats.org/officeDocument/2006/relationships/image" Target="../media/image90.png"/><Relationship Id="rId82" Type="http://schemas.openxmlformats.org/officeDocument/2006/relationships/image" Target="../media/image97.png"/><Relationship Id="rId81" Type="http://schemas.openxmlformats.org/officeDocument/2006/relationships/image" Target="../media/image92.png"/><Relationship Id="rId1" Type="http://schemas.openxmlformats.org/officeDocument/2006/relationships/slideMaster" Target="../slideMasters/slideMaster3.xml"/><Relationship Id="rId2" Type="http://schemas.openxmlformats.org/officeDocument/2006/relationships/image" Target="../media/image18.png"/><Relationship Id="rId3" Type="http://schemas.openxmlformats.org/officeDocument/2006/relationships/image" Target="../media/image19.png"/><Relationship Id="rId4" Type="http://schemas.openxmlformats.org/officeDocument/2006/relationships/image" Target="../media/image46.png"/><Relationship Id="rId9" Type="http://schemas.openxmlformats.org/officeDocument/2006/relationships/image" Target="../media/image20.png"/><Relationship Id="rId5" Type="http://schemas.openxmlformats.org/officeDocument/2006/relationships/image" Target="../media/image30.png"/><Relationship Id="rId6" Type="http://schemas.openxmlformats.org/officeDocument/2006/relationships/image" Target="../media/image17.png"/><Relationship Id="rId7" Type="http://schemas.openxmlformats.org/officeDocument/2006/relationships/image" Target="../media/image22.png"/><Relationship Id="rId8" Type="http://schemas.openxmlformats.org/officeDocument/2006/relationships/image" Target="../media/image21.png"/><Relationship Id="rId73" Type="http://schemas.openxmlformats.org/officeDocument/2006/relationships/image" Target="../media/image99.png"/><Relationship Id="rId72" Type="http://schemas.openxmlformats.org/officeDocument/2006/relationships/image" Target="../media/image84.png"/><Relationship Id="rId75" Type="http://schemas.openxmlformats.org/officeDocument/2006/relationships/image" Target="../media/image83.png"/><Relationship Id="rId74" Type="http://schemas.openxmlformats.org/officeDocument/2006/relationships/image" Target="../media/image82.png"/><Relationship Id="rId77" Type="http://schemas.openxmlformats.org/officeDocument/2006/relationships/image" Target="../media/image107.png"/><Relationship Id="rId76" Type="http://schemas.openxmlformats.org/officeDocument/2006/relationships/image" Target="../media/image87.png"/><Relationship Id="rId79" Type="http://schemas.openxmlformats.org/officeDocument/2006/relationships/image" Target="../media/image89.png"/><Relationship Id="rId78" Type="http://schemas.openxmlformats.org/officeDocument/2006/relationships/image" Target="../media/image98.png"/><Relationship Id="rId71" Type="http://schemas.openxmlformats.org/officeDocument/2006/relationships/image" Target="../media/image93.png"/><Relationship Id="rId70" Type="http://schemas.openxmlformats.org/officeDocument/2006/relationships/image" Target="../media/image79.png"/><Relationship Id="rId62" Type="http://schemas.openxmlformats.org/officeDocument/2006/relationships/image" Target="../media/image85.png"/><Relationship Id="rId61" Type="http://schemas.openxmlformats.org/officeDocument/2006/relationships/image" Target="../media/image68.png"/><Relationship Id="rId64" Type="http://schemas.openxmlformats.org/officeDocument/2006/relationships/image" Target="../media/image78.png"/><Relationship Id="rId63" Type="http://schemas.openxmlformats.org/officeDocument/2006/relationships/image" Target="../media/image102.png"/><Relationship Id="rId66" Type="http://schemas.openxmlformats.org/officeDocument/2006/relationships/image" Target="../media/image81.png"/><Relationship Id="rId65" Type="http://schemas.openxmlformats.org/officeDocument/2006/relationships/image" Target="../media/image75.png"/><Relationship Id="rId68" Type="http://schemas.openxmlformats.org/officeDocument/2006/relationships/image" Target="../media/image77.png"/><Relationship Id="rId67" Type="http://schemas.openxmlformats.org/officeDocument/2006/relationships/image" Target="../media/image86.png"/><Relationship Id="rId60" Type="http://schemas.openxmlformats.org/officeDocument/2006/relationships/image" Target="../media/image72.png"/><Relationship Id="rId69" Type="http://schemas.openxmlformats.org/officeDocument/2006/relationships/image" Target="../media/image88.png"/><Relationship Id="rId51" Type="http://schemas.openxmlformats.org/officeDocument/2006/relationships/image" Target="../media/image69.png"/><Relationship Id="rId50" Type="http://schemas.openxmlformats.org/officeDocument/2006/relationships/image" Target="../media/image62.png"/><Relationship Id="rId53" Type="http://schemas.openxmlformats.org/officeDocument/2006/relationships/image" Target="../media/image66.png"/><Relationship Id="rId52" Type="http://schemas.openxmlformats.org/officeDocument/2006/relationships/image" Target="../media/image64.png"/><Relationship Id="rId55" Type="http://schemas.openxmlformats.org/officeDocument/2006/relationships/image" Target="../media/image74.png"/><Relationship Id="rId54" Type="http://schemas.openxmlformats.org/officeDocument/2006/relationships/image" Target="../media/image67.png"/><Relationship Id="rId57" Type="http://schemas.openxmlformats.org/officeDocument/2006/relationships/image" Target="../media/image80.png"/><Relationship Id="rId56" Type="http://schemas.openxmlformats.org/officeDocument/2006/relationships/image" Target="../media/image65.png"/><Relationship Id="rId59" Type="http://schemas.openxmlformats.org/officeDocument/2006/relationships/image" Target="../media/image71.png"/><Relationship Id="rId58" Type="http://schemas.openxmlformats.org/officeDocument/2006/relationships/image" Target="../media/image70.png"/></Relationships>
</file>

<file path=ppt/slideLayouts/_rels/slideLayout125.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30.png"/><Relationship Id="rId3" Type="http://schemas.openxmlformats.org/officeDocument/2006/relationships/image" Target="../media/image76.png"/><Relationship Id="rId4" Type="http://schemas.openxmlformats.org/officeDocument/2006/relationships/image" Target="../media/image17.png"/><Relationship Id="rId5" Type="http://schemas.openxmlformats.org/officeDocument/2006/relationships/image" Target="../media/image23.png"/><Relationship Id="rId6" Type="http://schemas.openxmlformats.org/officeDocument/2006/relationships/image" Target="../media/image12.png"/><Relationship Id="rId7" Type="http://schemas.openxmlformats.org/officeDocument/2006/relationships/image" Target="../media/image8.png"/><Relationship Id="rId8" Type="http://schemas.openxmlformats.org/officeDocument/2006/relationships/image" Target="../media/image142.png"/></Relationships>
</file>

<file path=ppt/slideLayouts/_rels/slideLayout12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2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2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2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3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3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3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3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3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3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3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3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3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3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4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4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4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4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4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4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4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4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4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4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5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5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5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5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5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5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5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5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5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5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6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6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6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6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64.xml.rels><?xml version="1.0" encoding="UTF-8" standalone="yes"?><Relationships xmlns="http://schemas.openxmlformats.org/package/2006/relationships"><Relationship Id="rId11" Type="http://schemas.openxmlformats.org/officeDocument/2006/relationships/image" Target="../media/image8.png"/><Relationship Id="rId10" Type="http://schemas.openxmlformats.org/officeDocument/2006/relationships/image" Target="../media/image5.png"/><Relationship Id="rId13" Type="http://schemas.openxmlformats.org/officeDocument/2006/relationships/image" Target="../media/image12.png"/><Relationship Id="rId12" Type="http://schemas.openxmlformats.org/officeDocument/2006/relationships/image" Target="../media/image10.png"/><Relationship Id="rId15" Type="http://schemas.openxmlformats.org/officeDocument/2006/relationships/image" Target="../media/image15.png"/><Relationship Id="rId14" Type="http://schemas.openxmlformats.org/officeDocument/2006/relationships/image" Target="../media/image14.png"/><Relationship Id="rId1" Type="http://schemas.openxmlformats.org/officeDocument/2006/relationships/slideMaster" Target="../slideMasters/slideMaster4.xml"/><Relationship Id="rId2" Type="http://schemas.openxmlformats.org/officeDocument/2006/relationships/image" Target="../media/image9.png"/><Relationship Id="rId3" Type="http://schemas.openxmlformats.org/officeDocument/2006/relationships/image" Target="../media/image7.png"/><Relationship Id="rId4" Type="http://schemas.openxmlformats.org/officeDocument/2006/relationships/image" Target="../media/image11.png"/><Relationship Id="rId9" Type="http://schemas.openxmlformats.org/officeDocument/2006/relationships/image" Target="../media/image16.png"/><Relationship Id="rId5" Type="http://schemas.openxmlformats.org/officeDocument/2006/relationships/image" Target="../media/image6.png"/><Relationship Id="rId6" Type="http://schemas.openxmlformats.org/officeDocument/2006/relationships/image" Target="../media/image2.png"/><Relationship Id="rId7" Type="http://schemas.openxmlformats.org/officeDocument/2006/relationships/image" Target="../media/image3.png"/><Relationship Id="rId8" Type="http://schemas.openxmlformats.org/officeDocument/2006/relationships/image" Target="../media/image13.png"/></Relationships>
</file>

<file path=ppt/slideLayouts/_rels/slideLayout16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66.xml.rels><?xml version="1.0" encoding="UTF-8" standalone="yes"?><Relationships xmlns="http://schemas.openxmlformats.org/package/2006/relationships"><Relationship Id="rId40" Type="http://schemas.openxmlformats.org/officeDocument/2006/relationships/image" Target="../media/image53.png"/><Relationship Id="rId42" Type="http://schemas.openxmlformats.org/officeDocument/2006/relationships/image" Target="../media/image56.png"/><Relationship Id="rId41" Type="http://schemas.openxmlformats.org/officeDocument/2006/relationships/image" Target="../media/image59.png"/><Relationship Id="rId44" Type="http://schemas.openxmlformats.org/officeDocument/2006/relationships/image" Target="../media/image58.png"/><Relationship Id="rId43" Type="http://schemas.openxmlformats.org/officeDocument/2006/relationships/image" Target="../media/image61.png"/><Relationship Id="rId46" Type="http://schemas.openxmlformats.org/officeDocument/2006/relationships/image" Target="../media/image60.png"/><Relationship Id="rId45" Type="http://schemas.openxmlformats.org/officeDocument/2006/relationships/image" Target="../media/image52.png"/><Relationship Id="rId107" Type="http://schemas.openxmlformats.org/officeDocument/2006/relationships/image" Target="../media/image140.png"/><Relationship Id="rId106" Type="http://schemas.openxmlformats.org/officeDocument/2006/relationships/image" Target="../media/image112.png"/><Relationship Id="rId105" Type="http://schemas.openxmlformats.org/officeDocument/2006/relationships/image" Target="../media/image133.png"/><Relationship Id="rId104" Type="http://schemas.openxmlformats.org/officeDocument/2006/relationships/image" Target="../media/image134.png"/><Relationship Id="rId109" Type="http://schemas.openxmlformats.org/officeDocument/2006/relationships/image" Target="../media/image117.png"/><Relationship Id="rId108" Type="http://schemas.openxmlformats.org/officeDocument/2006/relationships/image" Target="../media/image118.png"/><Relationship Id="rId48" Type="http://schemas.openxmlformats.org/officeDocument/2006/relationships/image" Target="../media/image73.png"/><Relationship Id="rId47" Type="http://schemas.openxmlformats.org/officeDocument/2006/relationships/image" Target="../media/image57.png"/><Relationship Id="rId49" Type="http://schemas.openxmlformats.org/officeDocument/2006/relationships/image" Target="../media/image63.png"/><Relationship Id="rId103" Type="http://schemas.openxmlformats.org/officeDocument/2006/relationships/image" Target="../media/image122.png"/><Relationship Id="rId102" Type="http://schemas.openxmlformats.org/officeDocument/2006/relationships/image" Target="../media/image115.png"/><Relationship Id="rId101" Type="http://schemas.openxmlformats.org/officeDocument/2006/relationships/image" Target="../media/image111.png"/><Relationship Id="rId100" Type="http://schemas.openxmlformats.org/officeDocument/2006/relationships/image" Target="../media/image108.png"/><Relationship Id="rId31" Type="http://schemas.openxmlformats.org/officeDocument/2006/relationships/image" Target="../media/image43.png"/><Relationship Id="rId30" Type="http://schemas.openxmlformats.org/officeDocument/2006/relationships/image" Target="../media/image42.png"/><Relationship Id="rId33" Type="http://schemas.openxmlformats.org/officeDocument/2006/relationships/image" Target="../media/image44.png"/><Relationship Id="rId32" Type="http://schemas.openxmlformats.org/officeDocument/2006/relationships/image" Target="../media/image55.png"/><Relationship Id="rId35" Type="http://schemas.openxmlformats.org/officeDocument/2006/relationships/image" Target="../media/image48.png"/><Relationship Id="rId34" Type="http://schemas.openxmlformats.org/officeDocument/2006/relationships/image" Target="../media/image76.png"/><Relationship Id="rId37" Type="http://schemas.openxmlformats.org/officeDocument/2006/relationships/image" Target="../media/image49.png"/><Relationship Id="rId36" Type="http://schemas.openxmlformats.org/officeDocument/2006/relationships/image" Target="../media/image54.png"/><Relationship Id="rId39" Type="http://schemas.openxmlformats.org/officeDocument/2006/relationships/image" Target="../media/image50.png"/><Relationship Id="rId38" Type="http://schemas.openxmlformats.org/officeDocument/2006/relationships/image" Target="../media/image51.png"/><Relationship Id="rId20" Type="http://schemas.openxmlformats.org/officeDocument/2006/relationships/image" Target="../media/image37.png"/><Relationship Id="rId22" Type="http://schemas.openxmlformats.org/officeDocument/2006/relationships/image" Target="../media/image32.png"/><Relationship Id="rId21" Type="http://schemas.openxmlformats.org/officeDocument/2006/relationships/image" Target="../media/image35.png"/><Relationship Id="rId24" Type="http://schemas.openxmlformats.org/officeDocument/2006/relationships/image" Target="../media/image33.png"/><Relationship Id="rId23" Type="http://schemas.openxmlformats.org/officeDocument/2006/relationships/image" Target="../media/image47.png"/><Relationship Id="rId26" Type="http://schemas.openxmlformats.org/officeDocument/2006/relationships/image" Target="../media/image41.png"/><Relationship Id="rId25" Type="http://schemas.openxmlformats.org/officeDocument/2006/relationships/image" Target="../media/image36.png"/><Relationship Id="rId28" Type="http://schemas.openxmlformats.org/officeDocument/2006/relationships/image" Target="../media/image45.png"/><Relationship Id="rId27" Type="http://schemas.openxmlformats.org/officeDocument/2006/relationships/image" Target="../media/image38.png"/><Relationship Id="rId29" Type="http://schemas.openxmlformats.org/officeDocument/2006/relationships/image" Target="../media/image39.png"/><Relationship Id="rId95" Type="http://schemas.openxmlformats.org/officeDocument/2006/relationships/image" Target="../media/image180.png"/><Relationship Id="rId94" Type="http://schemas.openxmlformats.org/officeDocument/2006/relationships/image" Target="../media/image110.png"/><Relationship Id="rId97" Type="http://schemas.openxmlformats.org/officeDocument/2006/relationships/image" Target="../media/image106.png"/><Relationship Id="rId96" Type="http://schemas.openxmlformats.org/officeDocument/2006/relationships/image" Target="../media/image114.png"/><Relationship Id="rId11" Type="http://schemas.openxmlformats.org/officeDocument/2006/relationships/image" Target="../media/image26.png"/><Relationship Id="rId99" Type="http://schemas.openxmlformats.org/officeDocument/2006/relationships/image" Target="../media/image104.png"/><Relationship Id="rId10" Type="http://schemas.openxmlformats.org/officeDocument/2006/relationships/image" Target="../media/image23.png"/><Relationship Id="rId98" Type="http://schemas.openxmlformats.org/officeDocument/2006/relationships/image" Target="../media/image124.png"/><Relationship Id="rId13" Type="http://schemas.openxmlformats.org/officeDocument/2006/relationships/image" Target="../media/image27.png"/><Relationship Id="rId12" Type="http://schemas.openxmlformats.org/officeDocument/2006/relationships/image" Target="../media/image25.png"/><Relationship Id="rId91" Type="http://schemas.openxmlformats.org/officeDocument/2006/relationships/image" Target="../media/image113.png"/><Relationship Id="rId90" Type="http://schemas.openxmlformats.org/officeDocument/2006/relationships/image" Target="../media/image109.png"/><Relationship Id="rId93" Type="http://schemas.openxmlformats.org/officeDocument/2006/relationships/image" Target="../media/image103.png"/><Relationship Id="rId92" Type="http://schemas.openxmlformats.org/officeDocument/2006/relationships/image" Target="../media/image101.png"/><Relationship Id="rId15" Type="http://schemas.openxmlformats.org/officeDocument/2006/relationships/image" Target="../media/image24.png"/><Relationship Id="rId110" Type="http://schemas.openxmlformats.org/officeDocument/2006/relationships/image" Target="../media/image120.png"/><Relationship Id="rId14" Type="http://schemas.openxmlformats.org/officeDocument/2006/relationships/image" Target="../media/image28.png"/><Relationship Id="rId17" Type="http://schemas.openxmlformats.org/officeDocument/2006/relationships/image" Target="../media/image31.png"/><Relationship Id="rId16" Type="http://schemas.openxmlformats.org/officeDocument/2006/relationships/image" Target="../media/image29.png"/><Relationship Id="rId19" Type="http://schemas.openxmlformats.org/officeDocument/2006/relationships/image" Target="../media/image34.png"/><Relationship Id="rId18" Type="http://schemas.openxmlformats.org/officeDocument/2006/relationships/image" Target="../media/image40.png"/><Relationship Id="rId84" Type="http://schemas.openxmlformats.org/officeDocument/2006/relationships/image" Target="../media/image94.png"/><Relationship Id="rId83" Type="http://schemas.openxmlformats.org/officeDocument/2006/relationships/image" Target="../media/image91.png"/><Relationship Id="rId86" Type="http://schemas.openxmlformats.org/officeDocument/2006/relationships/image" Target="../media/image105.png"/><Relationship Id="rId85" Type="http://schemas.openxmlformats.org/officeDocument/2006/relationships/image" Target="../media/image95.png"/><Relationship Id="rId88" Type="http://schemas.openxmlformats.org/officeDocument/2006/relationships/image" Target="../media/image96.png"/><Relationship Id="rId87" Type="http://schemas.openxmlformats.org/officeDocument/2006/relationships/image" Target="../media/image135.png"/><Relationship Id="rId89" Type="http://schemas.openxmlformats.org/officeDocument/2006/relationships/image" Target="../media/image100.png"/><Relationship Id="rId80" Type="http://schemas.openxmlformats.org/officeDocument/2006/relationships/image" Target="../media/image90.png"/><Relationship Id="rId82" Type="http://schemas.openxmlformats.org/officeDocument/2006/relationships/image" Target="../media/image97.png"/><Relationship Id="rId81" Type="http://schemas.openxmlformats.org/officeDocument/2006/relationships/image" Target="../media/image92.png"/><Relationship Id="rId1" Type="http://schemas.openxmlformats.org/officeDocument/2006/relationships/slideMaster" Target="../slideMasters/slideMaster4.xml"/><Relationship Id="rId2" Type="http://schemas.openxmlformats.org/officeDocument/2006/relationships/image" Target="../media/image18.png"/><Relationship Id="rId3" Type="http://schemas.openxmlformats.org/officeDocument/2006/relationships/image" Target="../media/image19.png"/><Relationship Id="rId4" Type="http://schemas.openxmlformats.org/officeDocument/2006/relationships/image" Target="../media/image46.png"/><Relationship Id="rId9" Type="http://schemas.openxmlformats.org/officeDocument/2006/relationships/image" Target="../media/image20.png"/><Relationship Id="rId5" Type="http://schemas.openxmlformats.org/officeDocument/2006/relationships/image" Target="../media/image30.png"/><Relationship Id="rId6" Type="http://schemas.openxmlformats.org/officeDocument/2006/relationships/image" Target="../media/image17.png"/><Relationship Id="rId7" Type="http://schemas.openxmlformats.org/officeDocument/2006/relationships/image" Target="../media/image22.png"/><Relationship Id="rId8" Type="http://schemas.openxmlformats.org/officeDocument/2006/relationships/image" Target="../media/image21.png"/><Relationship Id="rId73" Type="http://schemas.openxmlformats.org/officeDocument/2006/relationships/image" Target="../media/image99.png"/><Relationship Id="rId72" Type="http://schemas.openxmlformats.org/officeDocument/2006/relationships/image" Target="../media/image84.png"/><Relationship Id="rId75" Type="http://schemas.openxmlformats.org/officeDocument/2006/relationships/image" Target="../media/image83.png"/><Relationship Id="rId74" Type="http://schemas.openxmlformats.org/officeDocument/2006/relationships/image" Target="../media/image82.png"/><Relationship Id="rId77" Type="http://schemas.openxmlformats.org/officeDocument/2006/relationships/image" Target="../media/image107.png"/><Relationship Id="rId76" Type="http://schemas.openxmlformats.org/officeDocument/2006/relationships/image" Target="../media/image87.png"/><Relationship Id="rId79" Type="http://schemas.openxmlformats.org/officeDocument/2006/relationships/image" Target="../media/image89.png"/><Relationship Id="rId78" Type="http://schemas.openxmlformats.org/officeDocument/2006/relationships/image" Target="../media/image98.png"/><Relationship Id="rId71" Type="http://schemas.openxmlformats.org/officeDocument/2006/relationships/image" Target="../media/image93.png"/><Relationship Id="rId70" Type="http://schemas.openxmlformats.org/officeDocument/2006/relationships/image" Target="../media/image79.png"/><Relationship Id="rId62" Type="http://schemas.openxmlformats.org/officeDocument/2006/relationships/image" Target="../media/image85.png"/><Relationship Id="rId61" Type="http://schemas.openxmlformats.org/officeDocument/2006/relationships/image" Target="../media/image68.png"/><Relationship Id="rId64" Type="http://schemas.openxmlformats.org/officeDocument/2006/relationships/image" Target="../media/image78.png"/><Relationship Id="rId63" Type="http://schemas.openxmlformats.org/officeDocument/2006/relationships/image" Target="../media/image102.png"/><Relationship Id="rId66" Type="http://schemas.openxmlformats.org/officeDocument/2006/relationships/image" Target="../media/image81.png"/><Relationship Id="rId65" Type="http://schemas.openxmlformats.org/officeDocument/2006/relationships/image" Target="../media/image75.png"/><Relationship Id="rId68" Type="http://schemas.openxmlformats.org/officeDocument/2006/relationships/image" Target="../media/image77.png"/><Relationship Id="rId67" Type="http://schemas.openxmlformats.org/officeDocument/2006/relationships/image" Target="../media/image86.png"/><Relationship Id="rId60" Type="http://schemas.openxmlformats.org/officeDocument/2006/relationships/image" Target="../media/image72.png"/><Relationship Id="rId69" Type="http://schemas.openxmlformats.org/officeDocument/2006/relationships/image" Target="../media/image88.png"/><Relationship Id="rId51" Type="http://schemas.openxmlformats.org/officeDocument/2006/relationships/image" Target="../media/image69.png"/><Relationship Id="rId50" Type="http://schemas.openxmlformats.org/officeDocument/2006/relationships/image" Target="../media/image62.png"/><Relationship Id="rId53" Type="http://schemas.openxmlformats.org/officeDocument/2006/relationships/image" Target="../media/image66.png"/><Relationship Id="rId52" Type="http://schemas.openxmlformats.org/officeDocument/2006/relationships/image" Target="../media/image64.png"/><Relationship Id="rId55" Type="http://schemas.openxmlformats.org/officeDocument/2006/relationships/image" Target="../media/image74.png"/><Relationship Id="rId54" Type="http://schemas.openxmlformats.org/officeDocument/2006/relationships/image" Target="../media/image67.png"/><Relationship Id="rId57" Type="http://schemas.openxmlformats.org/officeDocument/2006/relationships/image" Target="../media/image80.png"/><Relationship Id="rId56" Type="http://schemas.openxmlformats.org/officeDocument/2006/relationships/image" Target="../media/image65.png"/><Relationship Id="rId59" Type="http://schemas.openxmlformats.org/officeDocument/2006/relationships/image" Target="../media/image71.png"/><Relationship Id="rId58" Type="http://schemas.openxmlformats.org/officeDocument/2006/relationships/image" Target="../media/image70.png"/></Relationships>
</file>

<file path=ppt/slideLayouts/_rels/slideLayout167.xml.rels><?xml version="1.0" encoding="UTF-8" standalone="yes"?><Relationships xmlns="http://schemas.openxmlformats.org/package/2006/relationships"><Relationship Id="rId1" Type="http://schemas.openxmlformats.org/officeDocument/2006/relationships/slideMaster" Target="../slideMasters/slideMaster4.xml"/><Relationship Id="rId2" Type="http://schemas.openxmlformats.org/officeDocument/2006/relationships/image" Target="../media/image30.png"/><Relationship Id="rId3" Type="http://schemas.openxmlformats.org/officeDocument/2006/relationships/image" Target="../media/image76.png"/><Relationship Id="rId4" Type="http://schemas.openxmlformats.org/officeDocument/2006/relationships/image" Target="../media/image17.png"/><Relationship Id="rId5" Type="http://schemas.openxmlformats.org/officeDocument/2006/relationships/image" Target="../media/image23.png"/><Relationship Id="rId6" Type="http://schemas.openxmlformats.org/officeDocument/2006/relationships/image" Target="../media/image12.png"/><Relationship Id="rId7" Type="http://schemas.openxmlformats.org/officeDocument/2006/relationships/image" Target="../media/image8.png"/><Relationship Id="rId8" Type="http://schemas.openxmlformats.org/officeDocument/2006/relationships/image" Target="../media/image142.png"/></Relationships>
</file>

<file path=ppt/slideLayouts/_rels/slideLayout16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6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70.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71.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72.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73.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74.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75.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76.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77.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78.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79.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80.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81.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82.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83.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84.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85.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86.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87.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88.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89.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90.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91.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92.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93.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94.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95.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96.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97.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98.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99.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00.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01.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02.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03.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04.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05.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06.xml.rels><?xml version="1.0" encoding="UTF-8" standalone="yes"?><Relationships xmlns="http://schemas.openxmlformats.org/package/2006/relationships"><Relationship Id="rId11" Type="http://schemas.openxmlformats.org/officeDocument/2006/relationships/image" Target="../media/image8.png"/><Relationship Id="rId10" Type="http://schemas.openxmlformats.org/officeDocument/2006/relationships/image" Target="../media/image5.png"/><Relationship Id="rId13" Type="http://schemas.openxmlformats.org/officeDocument/2006/relationships/image" Target="../media/image12.png"/><Relationship Id="rId12" Type="http://schemas.openxmlformats.org/officeDocument/2006/relationships/image" Target="../media/image10.png"/><Relationship Id="rId15" Type="http://schemas.openxmlformats.org/officeDocument/2006/relationships/image" Target="../media/image15.png"/><Relationship Id="rId14" Type="http://schemas.openxmlformats.org/officeDocument/2006/relationships/image" Target="../media/image14.png"/><Relationship Id="rId1" Type="http://schemas.openxmlformats.org/officeDocument/2006/relationships/slideMaster" Target="../slideMasters/slideMaster5.xml"/><Relationship Id="rId2" Type="http://schemas.openxmlformats.org/officeDocument/2006/relationships/image" Target="../media/image9.png"/><Relationship Id="rId3" Type="http://schemas.openxmlformats.org/officeDocument/2006/relationships/image" Target="../media/image7.png"/><Relationship Id="rId4" Type="http://schemas.openxmlformats.org/officeDocument/2006/relationships/image" Target="../media/image11.png"/><Relationship Id="rId9" Type="http://schemas.openxmlformats.org/officeDocument/2006/relationships/image" Target="../media/image16.png"/><Relationship Id="rId5" Type="http://schemas.openxmlformats.org/officeDocument/2006/relationships/image" Target="../media/image6.png"/><Relationship Id="rId6" Type="http://schemas.openxmlformats.org/officeDocument/2006/relationships/image" Target="../media/image2.png"/><Relationship Id="rId7" Type="http://schemas.openxmlformats.org/officeDocument/2006/relationships/image" Target="../media/image3.png"/><Relationship Id="rId8" Type="http://schemas.openxmlformats.org/officeDocument/2006/relationships/image" Target="../media/image13.png"/></Relationships>
</file>

<file path=ppt/slideLayouts/_rels/slideLayout207.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08.xml.rels><?xml version="1.0" encoding="UTF-8" standalone="yes"?><Relationships xmlns="http://schemas.openxmlformats.org/package/2006/relationships"><Relationship Id="rId40" Type="http://schemas.openxmlformats.org/officeDocument/2006/relationships/image" Target="../media/image53.png"/><Relationship Id="rId42" Type="http://schemas.openxmlformats.org/officeDocument/2006/relationships/image" Target="../media/image56.png"/><Relationship Id="rId41" Type="http://schemas.openxmlformats.org/officeDocument/2006/relationships/image" Target="../media/image59.png"/><Relationship Id="rId44" Type="http://schemas.openxmlformats.org/officeDocument/2006/relationships/image" Target="../media/image58.png"/><Relationship Id="rId43" Type="http://schemas.openxmlformats.org/officeDocument/2006/relationships/image" Target="../media/image61.png"/><Relationship Id="rId46" Type="http://schemas.openxmlformats.org/officeDocument/2006/relationships/image" Target="../media/image60.png"/><Relationship Id="rId45" Type="http://schemas.openxmlformats.org/officeDocument/2006/relationships/image" Target="../media/image52.png"/><Relationship Id="rId107" Type="http://schemas.openxmlformats.org/officeDocument/2006/relationships/image" Target="../media/image140.png"/><Relationship Id="rId106" Type="http://schemas.openxmlformats.org/officeDocument/2006/relationships/image" Target="../media/image112.png"/><Relationship Id="rId105" Type="http://schemas.openxmlformats.org/officeDocument/2006/relationships/image" Target="../media/image133.png"/><Relationship Id="rId104" Type="http://schemas.openxmlformats.org/officeDocument/2006/relationships/image" Target="../media/image134.png"/><Relationship Id="rId109" Type="http://schemas.openxmlformats.org/officeDocument/2006/relationships/image" Target="../media/image117.png"/><Relationship Id="rId108" Type="http://schemas.openxmlformats.org/officeDocument/2006/relationships/image" Target="../media/image118.png"/><Relationship Id="rId48" Type="http://schemas.openxmlformats.org/officeDocument/2006/relationships/image" Target="../media/image73.png"/><Relationship Id="rId47" Type="http://schemas.openxmlformats.org/officeDocument/2006/relationships/image" Target="../media/image57.png"/><Relationship Id="rId49" Type="http://schemas.openxmlformats.org/officeDocument/2006/relationships/image" Target="../media/image63.png"/><Relationship Id="rId103" Type="http://schemas.openxmlformats.org/officeDocument/2006/relationships/image" Target="../media/image122.png"/><Relationship Id="rId102" Type="http://schemas.openxmlformats.org/officeDocument/2006/relationships/image" Target="../media/image115.png"/><Relationship Id="rId101" Type="http://schemas.openxmlformats.org/officeDocument/2006/relationships/image" Target="../media/image111.png"/><Relationship Id="rId100" Type="http://schemas.openxmlformats.org/officeDocument/2006/relationships/image" Target="../media/image108.png"/><Relationship Id="rId31" Type="http://schemas.openxmlformats.org/officeDocument/2006/relationships/image" Target="../media/image43.png"/><Relationship Id="rId30" Type="http://schemas.openxmlformats.org/officeDocument/2006/relationships/image" Target="../media/image42.png"/><Relationship Id="rId33" Type="http://schemas.openxmlformats.org/officeDocument/2006/relationships/image" Target="../media/image44.png"/><Relationship Id="rId32" Type="http://schemas.openxmlformats.org/officeDocument/2006/relationships/image" Target="../media/image55.png"/><Relationship Id="rId35" Type="http://schemas.openxmlformats.org/officeDocument/2006/relationships/image" Target="../media/image48.png"/><Relationship Id="rId34" Type="http://schemas.openxmlformats.org/officeDocument/2006/relationships/image" Target="../media/image76.png"/><Relationship Id="rId37" Type="http://schemas.openxmlformats.org/officeDocument/2006/relationships/image" Target="../media/image49.png"/><Relationship Id="rId36" Type="http://schemas.openxmlformats.org/officeDocument/2006/relationships/image" Target="../media/image54.png"/><Relationship Id="rId39" Type="http://schemas.openxmlformats.org/officeDocument/2006/relationships/image" Target="../media/image50.png"/><Relationship Id="rId38" Type="http://schemas.openxmlformats.org/officeDocument/2006/relationships/image" Target="../media/image51.png"/><Relationship Id="rId20" Type="http://schemas.openxmlformats.org/officeDocument/2006/relationships/image" Target="../media/image37.png"/><Relationship Id="rId22" Type="http://schemas.openxmlformats.org/officeDocument/2006/relationships/image" Target="../media/image32.png"/><Relationship Id="rId21" Type="http://schemas.openxmlformats.org/officeDocument/2006/relationships/image" Target="../media/image35.png"/><Relationship Id="rId24" Type="http://schemas.openxmlformats.org/officeDocument/2006/relationships/image" Target="../media/image33.png"/><Relationship Id="rId23" Type="http://schemas.openxmlformats.org/officeDocument/2006/relationships/image" Target="../media/image47.png"/><Relationship Id="rId26" Type="http://schemas.openxmlformats.org/officeDocument/2006/relationships/image" Target="../media/image41.png"/><Relationship Id="rId25" Type="http://schemas.openxmlformats.org/officeDocument/2006/relationships/image" Target="../media/image36.png"/><Relationship Id="rId28" Type="http://schemas.openxmlformats.org/officeDocument/2006/relationships/image" Target="../media/image45.png"/><Relationship Id="rId27" Type="http://schemas.openxmlformats.org/officeDocument/2006/relationships/image" Target="../media/image38.png"/><Relationship Id="rId29" Type="http://schemas.openxmlformats.org/officeDocument/2006/relationships/image" Target="../media/image39.png"/><Relationship Id="rId95" Type="http://schemas.openxmlformats.org/officeDocument/2006/relationships/image" Target="../media/image180.png"/><Relationship Id="rId94" Type="http://schemas.openxmlformats.org/officeDocument/2006/relationships/image" Target="../media/image110.png"/><Relationship Id="rId97" Type="http://schemas.openxmlformats.org/officeDocument/2006/relationships/image" Target="../media/image106.png"/><Relationship Id="rId96" Type="http://schemas.openxmlformats.org/officeDocument/2006/relationships/image" Target="../media/image114.png"/><Relationship Id="rId11" Type="http://schemas.openxmlformats.org/officeDocument/2006/relationships/image" Target="../media/image26.png"/><Relationship Id="rId99" Type="http://schemas.openxmlformats.org/officeDocument/2006/relationships/image" Target="../media/image104.png"/><Relationship Id="rId10" Type="http://schemas.openxmlformats.org/officeDocument/2006/relationships/image" Target="../media/image23.png"/><Relationship Id="rId98" Type="http://schemas.openxmlformats.org/officeDocument/2006/relationships/image" Target="../media/image124.png"/><Relationship Id="rId13" Type="http://schemas.openxmlformats.org/officeDocument/2006/relationships/image" Target="../media/image27.png"/><Relationship Id="rId12" Type="http://schemas.openxmlformats.org/officeDocument/2006/relationships/image" Target="../media/image25.png"/><Relationship Id="rId91" Type="http://schemas.openxmlformats.org/officeDocument/2006/relationships/image" Target="../media/image113.png"/><Relationship Id="rId90" Type="http://schemas.openxmlformats.org/officeDocument/2006/relationships/image" Target="../media/image109.png"/><Relationship Id="rId93" Type="http://schemas.openxmlformats.org/officeDocument/2006/relationships/image" Target="../media/image103.png"/><Relationship Id="rId92" Type="http://schemas.openxmlformats.org/officeDocument/2006/relationships/image" Target="../media/image101.png"/><Relationship Id="rId15" Type="http://schemas.openxmlformats.org/officeDocument/2006/relationships/image" Target="../media/image24.png"/><Relationship Id="rId110" Type="http://schemas.openxmlformats.org/officeDocument/2006/relationships/image" Target="../media/image120.png"/><Relationship Id="rId14" Type="http://schemas.openxmlformats.org/officeDocument/2006/relationships/image" Target="../media/image28.png"/><Relationship Id="rId17" Type="http://schemas.openxmlformats.org/officeDocument/2006/relationships/image" Target="../media/image31.png"/><Relationship Id="rId16" Type="http://schemas.openxmlformats.org/officeDocument/2006/relationships/image" Target="../media/image29.png"/><Relationship Id="rId19" Type="http://schemas.openxmlformats.org/officeDocument/2006/relationships/image" Target="../media/image34.png"/><Relationship Id="rId18" Type="http://schemas.openxmlformats.org/officeDocument/2006/relationships/image" Target="../media/image40.png"/><Relationship Id="rId84" Type="http://schemas.openxmlformats.org/officeDocument/2006/relationships/image" Target="../media/image94.png"/><Relationship Id="rId83" Type="http://schemas.openxmlformats.org/officeDocument/2006/relationships/image" Target="../media/image91.png"/><Relationship Id="rId86" Type="http://schemas.openxmlformats.org/officeDocument/2006/relationships/image" Target="../media/image105.png"/><Relationship Id="rId85" Type="http://schemas.openxmlformats.org/officeDocument/2006/relationships/image" Target="../media/image95.png"/><Relationship Id="rId88" Type="http://schemas.openxmlformats.org/officeDocument/2006/relationships/image" Target="../media/image96.png"/><Relationship Id="rId87" Type="http://schemas.openxmlformats.org/officeDocument/2006/relationships/image" Target="../media/image135.png"/><Relationship Id="rId89" Type="http://schemas.openxmlformats.org/officeDocument/2006/relationships/image" Target="../media/image100.png"/><Relationship Id="rId80" Type="http://schemas.openxmlformats.org/officeDocument/2006/relationships/image" Target="../media/image90.png"/><Relationship Id="rId82" Type="http://schemas.openxmlformats.org/officeDocument/2006/relationships/image" Target="../media/image97.png"/><Relationship Id="rId81" Type="http://schemas.openxmlformats.org/officeDocument/2006/relationships/image" Target="../media/image92.png"/><Relationship Id="rId1" Type="http://schemas.openxmlformats.org/officeDocument/2006/relationships/slideMaster" Target="../slideMasters/slideMaster5.xml"/><Relationship Id="rId2" Type="http://schemas.openxmlformats.org/officeDocument/2006/relationships/image" Target="../media/image18.png"/><Relationship Id="rId3" Type="http://schemas.openxmlformats.org/officeDocument/2006/relationships/image" Target="../media/image19.png"/><Relationship Id="rId4" Type="http://schemas.openxmlformats.org/officeDocument/2006/relationships/image" Target="../media/image46.png"/><Relationship Id="rId9" Type="http://schemas.openxmlformats.org/officeDocument/2006/relationships/image" Target="../media/image20.png"/><Relationship Id="rId5" Type="http://schemas.openxmlformats.org/officeDocument/2006/relationships/image" Target="../media/image30.png"/><Relationship Id="rId6" Type="http://schemas.openxmlformats.org/officeDocument/2006/relationships/image" Target="../media/image17.png"/><Relationship Id="rId7" Type="http://schemas.openxmlformats.org/officeDocument/2006/relationships/image" Target="../media/image22.png"/><Relationship Id="rId8" Type="http://schemas.openxmlformats.org/officeDocument/2006/relationships/image" Target="../media/image21.png"/><Relationship Id="rId73" Type="http://schemas.openxmlformats.org/officeDocument/2006/relationships/image" Target="../media/image99.png"/><Relationship Id="rId72" Type="http://schemas.openxmlformats.org/officeDocument/2006/relationships/image" Target="../media/image84.png"/><Relationship Id="rId75" Type="http://schemas.openxmlformats.org/officeDocument/2006/relationships/image" Target="../media/image83.png"/><Relationship Id="rId74" Type="http://schemas.openxmlformats.org/officeDocument/2006/relationships/image" Target="../media/image82.png"/><Relationship Id="rId77" Type="http://schemas.openxmlformats.org/officeDocument/2006/relationships/image" Target="../media/image107.png"/><Relationship Id="rId76" Type="http://schemas.openxmlformats.org/officeDocument/2006/relationships/image" Target="../media/image87.png"/><Relationship Id="rId79" Type="http://schemas.openxmlformats.org/officeDocument/2006/relationships/image" Target="../media/image89.png"/><Relationship Id="rId78" Type="http://schemas.openxmlformats.org/officeDocument/2006/relationships/image" Target="../media/image98.png"/><Relationship Id="rId71" Type="http://schemas.openxmlformats.org/officeDocument/2006/relationships/image" Target="../media/image93.png"/><Relationship Id="rId70" Type="http://schemas.openxmlformats.org/officeDocument/2006/relationships/image" Target="../media/image79.png"/><Relationship Id="rId62" Type="http://schemas.openxmlformats.org/officeDocument/2006/relationships/image" Target="../media/image85.png"/><Relationship Id="rId61" Type="http://schemas.openxmlformats.org/officeDocument/2006/relationships/image" Target="../media/image68.png"/><Relationship Id="rId64" Type="http://schemas.openxmlformats.org/officeDocument/2006/relationships/image" Target="../media/image78.png"/><Relationship Id="rId63" Type="http://schemas.openxmlformats.org/officeDocument/2006/relationships/image" Target="../media/image102.png"/><Relationship Id="rId66" Type="http://schemas.openxmlformats.org/officeDocument/2006/relationships/image" Target="../media/image81.png"/><Relationship Id="rId65" Type="http://schemas.openxmlformats.org/officeDocument/2006/relationships/image" Target="../media/image75.png"/><Relationship Id="rId68" Type="http://schemas.openxmlformats.org/officeDocument/2006/relationships/image" Target="../media/image77.png"/><Relationship Id="rId67" Type="http://schemas.openxmlformats.org/officeDocument/2006/relationships/image" Target="../media/image86.png"/><Relationship Id="rId60" Type="http://schemas.openxmlformats.org/officeDocument/2006/relationships/image" Target="../media/image72.png"/><Relationship Id="rId69" Type="http://schemas.openxmlformats.org/officeDocument/2006/relationships/image" Target="../media/image88.png"/><Relationship Id="rId51" Type="http://schemas.openxmlformats.org/officeDocument/2006/relationships/image" Target="../media/image69.png"/><Relationship Id="rId50" Type="http://schemas.openxmlformats.org/officeDocument/2006/relationships/image" Target="../media/image62.png"/><Relationship Id="rId53" Type="http://schemas.openxmlformats.org/officeDocument/2006/relationships/image" Target="../media/image66.png"/><Relationship Id="rId52" Type="http://schemas.openxmlformats.org/officeDocument/2006/relationships/image" Target="../media/image64.png"/><Relationship Id="rId55" Type="http://schemas.openxmlformats.org/officeDocument/2006/relationships/image" Target="../media/image74.png"/><Relationship Id="rId54" Type="http://schemas.openxmlformats.org/officeDocument/2006/relationships/image" Target="../media/image67.png"/><Relationship Id="rId57" Type="http://schemas.openxmlformats.org/officeDocument/2006/relationships/image" Target="../media/image80.png"/><Relationship Id="rId56" Type="http://schemas.openxmlformats.org/officeDocument/2006/relationships/image" Target="../media/image65.png"/><Relationship Id="rId59" Type="http://schemas.openxmlformats.org/officeDocument/2006/relationships/image" Target="../media/image71.png"/><Relationship Id="rId58" Type="http://schemas.openxmlformats.org/officeDocument/2006/relationships/image" Target="../media/image70.png"/></Relationships>
</file>

<file path=ppt/slideLayouts/_rels/slideLayout209.xml.rels><?xml version="1.0" encoding="UTF-8" standalone="yes"?><Relationships xmlns="http://schemas.openxmlformats.org/package/2006/relationships"><Relationship Id="rId1" Type="http://schemas.openxmlformats.org/officeDocument/2006/relationships/slideMaster" Target="../slideMasters/slideMaster5.xml"/><Relationship Id="rId2" Type="http://schemas.openxmlformats.org/officeDocument/2006/relationships/image" Target="../media/image30.png"/><Relationship Id="rId3" Type="http://schemas.openxmlformats.org/officeDocument/2006/relationships/image" Target="../media/image76.png"/><Relationship Id="rId4" Type="http://schemas.openxmlformats.org/officeDocument/2006/relationships/image" Target="../media/image17.png"/><Relationship Id="rId5" Type="http://schemas.openxmlformats.org/officeDocument/2006/relationships/image" Target="../media/image23.png"/><Relationship Id="rId6" Type="http://schemas.openxmlformats.org/officeDocument/2006/relationships/image" Target="../media/image12.png"/><Relationship Id="rId7" Type="http://schemas.openxmlformats.org/officeDocument/2006/relationships/image" Target="../media/image8.png"/><Relationship Id="rId8" Type="http://schemas.openxmlformats.org/officeDocument/2006/relationships/image" Target="../media/image142.png"/></Relationships>
</file>

<file path=ppt/slideLayouts/_rels/slideLayout210.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11.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12.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13.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14.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15.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16.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17.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18.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19.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20.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21.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22.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23.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24.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25.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26.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27.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28.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29.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30.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31.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32.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33.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34.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35.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36.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37.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38.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39.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40.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41.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42.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43.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44.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45.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46.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47.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48.xml.rels><?xml version="1.0" encoding="UTF-8" standalone="yes"?><Relationships xmlns="http://schemas.openxmlformats.org/package/2006/relationships"><Relationship Id="rId11" Type="http://schemas.openxmlformats.org/officeDocument/2006/relationships/image" Target="../media/image8.png"/><Relationship Id="rId10" Type="http://schemas.openxmlformats.org/officeDocument/2006/relationships/image" Target="../media/image5.png"/><Relationship Id="rId13" Type="http://schemas.openxmlformats.org/officeDocument/2006/relationships/image" Target="../media/image12.png"/><Relationship Id="rId12" Type="http://schemas.openxmlformats.org/officeDocument/2006/relationships/image" Target="../media/image10.png"/><Relationship Id="rId15" Type="http://schemas.openxmlformats.org/officeDocument/2006/relationships/image" Target="../media/image15.png"/><Relationship Id="rId14" Type="http://schemas.openxmlformats.org/officeDocument/2006/relationships/image" Target="../media/image14.png"/><Relationship Id="rId1" Type="http://schemas.openxmlformats.org/officeDocument/2006/relationships/slideMaster" Target="../slideMasters/slideMaster6.xml"/><Relationship Id="rId2" Type="http://schemas.openxmlformats.org/officeDocument/2006/relationships/image" Target="../media/image9.png"/><Relationship Id="rId3" Type="http://schemas.openxmlformats.org/officeDocument/2006/relationships/image" Target="../media/image7.png"/><Relationship Id="rId4" Type="http://schemas.openxmlformats.org/officeDocument/2006/relationships/image" Target="../media/image11.png"/><Relationship Id="rId9" Type="http://schemas.openxmlformats.org/officeDocument/2006/relationships/image" Target="../media/image16.png"/><Relationship Id="rId5" Type="http://schemas.openxmlformats.org/officeDocument/2006/relationships/image" Target="../media/image6.png"/><Relationship Id="rId6" Type="http://schemas.openxmlformats.org/officeDocument/2006/relationships/image" Target="../media/image2.png"/><Relationship Id="rId7" Type="http://schemas.openxmlformats.org/officeDocument/2006/relationships/image" Target="../media/image3.png"/><Relationship Id="rId8" Type="http://schemas.openxmlformats.org/officeDocument/2006/relationships/image" Target="../media/image13.png"/></Relationships>
</file>

<file path=ppt/slideLayouts/_rels/slideLayout249.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50.xml.rels><?xml version="1.0" encoding="UTF-8" standalone="yes"?><Relationships xmlns="http://schemas.openxmlformats.org/package/2006/relationships"><Relationship Id="rId40" Type="http://schemas.openxmlformats.org/officeDocument/2006/relationships/image" Target="../media/image53.png"/><Relationship Id="rId42" Type="http://schemas.openxmlformats.org/officeDocument/2006/relationships/image" Target="../media/image56.png"/><Relationship Id="rId41" Type="http://schemas.openxmlformats.org/officeDocument/2006/relationships/image" Target="../media/image59.png"/><Relationship Id="rId44" Type="http://schemas.openxmlformats.org/officeDocument/2006/relationships/image" Target="../media/image58.png"/><Relationship Id="rId43" Type="http://schemas.openxmlformats.org/officeDocument/2006/relationships/image" Target="../media/image61.png"/><Relationship Id="rId46" Type="http://schemas.openxmlformats.org/officeDocument/2006/relationships/image" Target="../media/image60.png"/><Relationship Id="rId45" Type="http://schemas.openxmlformats.org/officeDocument/2006/relationships/image" Target="../media/image52.png"/><Relationship Id="rId107" Type="http://schemas.openxmlformats.org/officeDocument/2006/relationships/image" Target="../media/image140.png"/><Relationship Id="rId106" Type="http://schemas.openxmlformats.org/officeDocument/2006/relationships/image" Target="../media/image112.png"/><Relationship Id="rId105" Type="http://schemas.openxmlformats.org/officeDocument/2006/relationships/image" Target="../media/image133.png"/><Relationship Id="rId104" Type="http://schemas.openxmlformats.org/officeDocument/2006/relationships/image" Target="../media/image134.png"/><Relationship Id="rId109" Type="http://schemas.openxmlformats.org/officeDocument/2006/relationships/image" Target="../media/image117.png"/><Relationship Id="rId108" Type="http://schemas.openxmlformats.org/officeDocument/2006/relationships/image" Target="../media/image118.png"/><Relationship Id="rId48" Type="http://schemas.openxmlformats.org/officeDocument/2006/relationships/image" Target="../media/image73.png"/><Relationship Id="rId47" Type="http://schemas.openxmlformats.org/officeDocument/2006/relationships/image" Target="../media/image57.png"/><Relationship Id="rId49" Type="http://schemas.openxmlformats.org/officeDocument/2006/relationships/image" Target="../media/image63.png"/><Relationship Id="rId103" Type="http://schemas.openxmlformats.org/officeDocument/2006/relationships/image" Target="../media/image122.png"/><Relationship Id="rId102" Type="http://schemas.openxmlformats.org/officeDocument/2006/relationships/image" Target="../media/image115.png"/><Relationship Id="rId101" Type="http://schemas.openxmlformats.org/officeDocument/2006/relationships/image" Target="../media/image111.png"/><Relationship Id="rId100" Type="http://schemas.openxmlformats.org/officeDocument/2006/relationships/image" Target="../media/image108.png"/><Relationship Id="rId31" Type="http://schemas.openxmlformats.org/officeDocument/2006/relationships/image" Target="../media/image43.png"/><Relationship Id="rId30" Type="http://schemas.openxmlformats.org/officeDocument/2006/relationships/image" Target="../media/image42.png"/><Relationship Id="rId33" Type="http://schemas.openxmlformats.org/officeDocument/2006/relationships/image" Target="../media/image44.png"/><Relationship Id="rId32" Type="http://schemas.openxmlformats.org/officeDocument/2006/relationships/image" Target="../media/image55.png"/><Relationship Id="rId35" Type="http://schemas.openxmlformats.org/officeDocument/2006/relationships/image" Target="../media/image48.png"/><Relationship Id="rId34" Type="http://schemas.openxmlformats.org/officeDocument/2006/relationships/image" Target="../media/image76.png"/><Relationship Id="rId37" Type="http://schemas.openxmlformats.org/officeDocument/2006/relationships/image" Target="../media/image49.png"/><Relationship Id="rId36" Type="http://schemas.openxmlformats.org/officeDocument/2006/relationships/image" Target="../media/image54.png"/><Relationship Id="rId39" Type="http://schemas.openxmlformats.org/officeDocument/2006/relationships/image" Target="../media/image50.png"/><Relationship Id="rId38" Type="http://schemas.openxmlformats.org/officeDocument/2006/relationships/image" Target="../media/image51.png"/><Relationship Id="rId20" Type="http://schemas.openxmlformats.org/officeDocument/2006/relationships/image" Target="../media/image37.png"/><Relationship Id="rId22" Type="http://schemas.openxmlformats.org/officeDocument/2006/relationships/image" Target="../media/image32.png"/><Relationship Id="rId21" Type="http://schemas.openxmlformats.org/officeDocument/2006/relationships/image" Target="../media/image35.png"/><Relationship Id="rId24" Type="http://schemas.openxmlformats.org/officeDocument/2006/relationships/image" Target="../media/image33.png"/><Relationship Id="rId23" Type="http://schemas.openxmlformats.org/officeDocument/2006/relationships/image" Target="../media/image47.png"/><Relationship Id="rId26" Type="http://schemas.openxmlformats.org/officeDocument/2006/relationships/image" Target="../media/image41.png"/><Relationship Id="rId25" Type="http://schemas.openxmlformats.org/officeDocument/2006/relationships/image" Target="../media/image36.png"/><Relationship Id="rId28" Type="http://schemas.openxmlformats.org/officeDocument/2006/relationships/image" Target="../media/image45.png"/><Relationship Id="rId27" Type="http://schemas.openxmlformats.org/officeDocument/2006/relationships/image" Target="../media/image38.png"/><Relationship Id="rId29" Type="http://schemas.openxmlformats.org/officeDocument/2006/relationships/image" Target="../media/image39.png"/><Relationship Id="rId95" Type="http://schemas.openxmlformats.org/officeDocument/2006/relationships/image" Target="../media/image180.png"/><Relationship Id="rId94" Type="http://schemas.openxmlformats.org/officeDocument/2006/relationships/image" Target="../media/image110.png"/><Relationship Id="rId97" Type="http://schemas.openxmlformats.org/officeDocument/2006/relationships/image" Target="../media/image106.png"/><Relationship Id="rId96" Type="http://schemas.openxmlformats.org/officeDocument/2006/relationships/image" Target="../media/image114.png"/><Relationship Id="rId11" Type="http://schemas.openxmlformats.org/officeDocument/2006/relationships/image" Target="../media/image26.png"/><Relationship Id="rId99" Type="http://schemas.openxmlformats.org/officeDocument/2006/relationships/image" Target="../media/image104.png"/><Relationship Id="rId10" Type="http://schemas.openxmlformats.org/officeDocument/2006/relationships/image" Target="../media/image23.png"/><Relationship Id="rId98" Type="http://schemas.openxmlformats.org/officeDocument/2006/relationships/image" Target="../media/image124.png"/><Relationship Id="rId13" Type="http://schemas.openxmlformats.org/officeDocument/2006/relationships/image" Target="../media/image27.png"/><Relationship Id="rId12" Type="http://schemas.openxmlformats.org/officeDocument/2006/relationships/image" Target="../media/image25.png"/><Relationship Id="rId91" Type="http://schemas.openxmlformats.org/officeDocument/2006/relationships/image" Target="../media/image113.png"/><Relationship Id="rId90" Type="http://schemas.openxmlformats.org/officeDocument/2006/relationships/image" Target="../media/image109.png"/><Relationship Id="rId93" Type="http://schemas.openxmlformats.org/officeDocument/2006/relationships/image" Target="../media/image103.png"/><Relationship Id="rId92" Type="http://schemas.openxmlformats.org/officeDocument/2006/relationships/image" Target="../media/image101.png"/><Relationship Id="rId15" Type="http://schemas.openxmlformats.org/officeDocument/2006/relationships/image" Target="../media/image24.png"/><Relationship Id="rId110" Type="http://schemas.openxmlformats.org/officeDocument/2006/relationships/image" Target="../media/image120.png"/><Relationship Id="rId14" Type="http://schemas.openxmlformats.org/officeDocument/2006/relationships/image" Target="../media/image28.png"/><Relationship Id="rId17" Type="http://schemas.openxmlformats.org/officeDocument/2006/relationships/image" Target="../media/image31.png"/><Relationship Id="rId16" Type="http://schemas.openxmlformats.org/officeDocument/2006/relationships/image" Target="../media/image29.png"/><Relationship Id="rId19" Type="http://schemas.openxmlformats.org/officeDocument/2006/relationships/image" Target="../media/image34.png"/><Relationship Id="rId18" Type="http://schemas.openxmlformats.org/officeDocument/2006/relationships/image" Target="../media/image40.png"/><Relationship Id="rId84" Type="http://schemas.openxmlformats.org/officeDocument/2006/relationships/image" Target="../media/image94.png"/><Relationship Id="rId83" Type="http://schemas.openxmlformats.org/officeDocument/2006/relationships/image" Target="../media/image91.png"/><Relationship Id="rId86" Type="http://schemas.openxmlformats.org/officeDocument/2006/relationships/image" Target="../media/image105.png"/><Relationship Id="rId85" Type="http://schemas.openxmlformats.org/officeDocument/2006/relationships/image" Target="../media/image95.png"/><Relationship Id="rId88" Type="http://schemas.openxmlformats.org/officeDocument/2006/relationships/image" Target="../media/image96.png"/><Relationship Id="rId87" Type="http://schemas.openxmlformats.org/officeDocument/2006/relationships/image" Target="../media/image135.png"/><Relationship Id="rId89" Type="http://schemas.openxmlformats.org/officeDocument/2006/relationships/image" Target="../media/image100.png"/><Relationship Id="rId80" Type="http://schemas.openxmlformats.org/officeDocument/2006/relationships/image" Target="../media/image90.png"/><Relationship Id="rId82" Type="http://schemas.openxmlformats.org/officeDocument/2006/relationships/image" Target="../media/image97.png"/><Relationship Id="rId81" Type="http://schemas.openxmlformats.org/officeDocument/2006/relationships/image" Target="../media/image92.png"/><Relationship Id="rId1" Type="http://schemas.openxmlformats.org/officeDocument/2006/relationships/slideMaster" Target="../slideMasters/slideMaster6.xml"/><Relationship Id="rId2" Type="http://schemas.openxmlformats.org/officeDocument/2006/relationships/image" Target="../media/image18.png"/><Relationship Id="rId3" Type="http://schemas.openxmlformats.org/officeDocument/2006/relationships/image" Target="../media/image19.png"/><Relationship Id="rId4" Type="http://schemas.openxmlformats.org/officeDocument/2006/relationships/image" Target="../media/image46.png"/><Relationship Id="rId9" Type="http://schemas.openxmlformats.org/officeDocument/2006/relationships/image" Target="../media/image20.png"/><Relationship Id="rId5" Type="http://schemas.openxmlformats.org/officeDocument/2006/relationships/image" Target="../media/image30.png"/><Relationship Id="rId6" Type="http://schemas.openxmlformats.org/officeDocument/2006/relationships/image" Target="../media/image17.png"/><Relationship Id="rId7" Type="http://schemas.openxmlformats.org/officeDocument/2006/relationships/image" Target="../media/image22.png"/><Relationship Id="rId8" Type="http://schemas.openxmlformats.org/officeDocument/2006/relationships/image" Target="../media/image21.png"/><Relationship Id="rId73" Type="http://schemas.openxmlformats.org/officeDocument/2006/relationships/image" Target="../media/image99.png"/><Relationship Id="rId72" Type="http://schemas.openxmlformats.org/officeDocument/2006/relationships/image" Target="../media/image84.png"/><Relationship Id="rId75" Type="http://schemas.openxmlformats.org/officeDocument/2006/relationships/image" Target="../media/image83.png"/><Relationship Id="rId74" Type="http://schemas.openxmlformats.org/officeDocument/2006/relationships/image" Target="../media/image82.png"/><Relationship Id="rId77" Type="http://schemas.openxmlformats.org/officeDocument/2006/relationships/image" Target="../media/image107.png"/><Relationship Id="rId76" Type="http://schemas.openxmlformats.org/officeDocument/2006/relationships/image" Target="../media/image87.png"/><Relationship Id="rId79" Type="http://schemas.openxmlformats.org/officeDocument/2006/relationships/image" Target="../media/image89.png"/><Relationship Id="rId78" Type="http://schemas.openxmlformats.org/officeDocument/2006/relationships/image" Target="../media/image98.png"/><Relationship Id="rId71" Type="http://schemas.openxmlformats.org/officeDocument/2006/relationships/image" Target="../media/image93.png"/><Relationship Id="rId70" Type="http://schemas.openxmlformats.org/officeDocument/2006/relationships/image" Target="../media/image79.png"/><Relationship Id="rId62" Type="http://schemas.openxmlformats.org/officeDocument/2006/relationships/image" Target="../media/image85.png"/><Relationship Id="rId61" Type="http://schemas.openxmlformats.org/officeDocument/2006/relationships/image" Target="../media/image68.png"/><Relationship Id="rId64" Type="http://schemas.openxmlformats.org/officeDocument/2006/relationships/image" Target="../media/image78.png"/><Relationship Id="rId63" Type="http://schemas.openxmlformats.org/officeDocument/2006/relationships/image" Target="../media/image102.png"/><Relationship Id="rId66" Type="http://schemas.openxmlformats.org/officeDocument/2006/relationships/image" Target="../media/image81.png"/><Relationship Id="rId65" Type="http://schemas.openxmlformats.org/officeDocument/2006/relationships/image" Target="../media/image75.png"/><Relationship Id="rId68" Type="http://schemas.openxmlformats.org/officeDocument/2006/relationships/image" Target="../media/image77.png"/><Relationship Id="rId67" Type="http://schemas.openxmlformats.org/officeDocument/2006/relationships/image" Target="../media/image86.png"/><Relationship Id="rId60" Type="http://schemas.openxmlformats.org/officeDocument/2006/relationships/image" Target="../media/image72.png"/><Relationship Id="rId69" Type="http://schemas.openxmlformats.org/officeDocument/2006/relationships/image" Target="../media/image88.png"/><Relationship Id="rId51" Type="http://schemas.openxmlformats.org/officeDocument/2006/relationships/image" Target="../media/image69.png"/><Relationship Id="rId50" Type="http://schemas.openxmlformats.org/officeDocument/2006/relationships/image" Target="../media/image62.png"/><Relationship Id="rId53" Type="http://schemas.openxmlformats.org/officeDocument/2006/relationships/image" Target="../media/image66.png"/><Relationship Id="rId52" Type="http://schemas.openxmlformats.org/officeDocument/2006/relationships/image" Target="../media/image64.png"/><Relationship Id="rId55" Type="http://schemas.openxmlformats.org/officeDocument/2006/relationships/image" Target="../media/image74.png"/><Relationship Id="rId54" Type="http://schemas.openxmlformats.org/officeDocument/2006/relationships/image" Target="../media/image67.png"/><Relationship Id="rId57" Type="http://schemas.openxmlformats.org/officeDocument/2006/relationships/image" Target="../media/image80.png"/><Relationship Id="rId56" Type="http://schemas.openxmlformats.org/officeDocument/2006/relationships/image" Target="../media/image65.png"/><Relationship Id="rId59" Type="http://schemas.openxmlformats.org/officeDocument/2006/relationships/image" Target="../media/image71.png"/><Relationship Id="rId58" Type="http://schemas.openxmlformats.org/officeDocument/2006/relationships/image" Target="../media/image70.png"/></Relationships>
</file>

<file path=ppt/slideLayouts/_rels/slideLayout251.xml.rels><?xml version="1.0" encoding="UTF-8" standalone="yes"?><Relationships xmlns="http://schemas.openxmlformats.org/package/2006/relationships"><Relationship Id="rId1" Type="http://schemas.openxmlformats.org/officeDocument/2006/relationships/slideMaster" Target="../slideMasters/slideMaster6.xml"/><Relationship Id="rId2" Type="http://schemas.openxmlformats.org/officeDocument/2006/relationships/image" Target="../media/image30.png"/><Relationship Id="rId3" Type="http://schemas.openxmlformats.org/officeDocument/2006/relationships/image" Target="../media/image76.png"/><Relationship Id="rId4" Type="http://schemas.openxmlformats.org/officeDocument/2006/relationships/image" Target="../media/image17.png"/><Relationship Id="rId5" Type="http://schemas.openxmlformats.org/officeDocument/2006/relationships/image" Target="../media/image23.png"/><Relationship Id="rId6" Type="http://schemas.openxmlformats.org/officeDocument/2006/relationships/image" Target="../media/image12.png"/><Relationship Id="rId7" Type="http://schemas.openxmlformats.org/officeDocument/2006/relationships/image" Target="../media/image8.png"/><Relationship Id="rId8" Type="http://schemas.openxmlformats.org/officeDocument/2006/relationships/image" Target="../media/image142.png"/></Relationships>
</file>

<file path=ppt/slideLayouts/_rels/slideLayout252.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53.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0.1 Plantilla de Proceso">
  <p:cSld name="TITLE_3">
    <p:spTree>
      <p:nvGrpSpPr>
        <p:cNvPr id="9" name="Shape 9"/>
        <p:cNvGrpSpPr/>
        <p:nvPr/>
      </p:nvGrpSpPr>
      <p:grpSpPr>
        <a:xfrm>
          <a:off x="0" y="0"/>
          <a:ext cx="0" cy="0"/>
          <a:chOff x="0" y="0"/>
          <a:chExt cx="0" cy="0"/>
        </a:xfrm>
      </p:grpSpPr>
      <p:sp>
        <p:nvSpPr>
          <p:cNvPr id="10" name="Google Shape;10;p2"/>
          <p:cNvSpPr/>
          <p:nvPr/>
        </p:nvSpPr>
        <p:spPr>
          <a:xfrm>
            <a:off x="97888" y="377012"/>
            <a:ext cx="9893400" cy="296700"/>
          </a:xfrm>
          <a:prstGeom prst="roundRect">
            <a:avLst>
              <a:gd fmla="val 22902" name="adj"/>
            </a:avLst>
          </a:prstGeom>
          <a:solidFill>
            <a:srgbClr val="F3F3F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11" name="Google Shape;11;p2"/>
          <p:cNvSpPr/>
          <p:nvPr/>
        </p:nvSpPr>
        <p:spPr>
          <a:xfrm>
            <a:off x="77688" y="358938"/>
            <a:ext cx="9935700" cy="6438000"/>
          </a:xfrm>
          <a:prstGeom prst="roundRect">
            <a:avLst>
              <a:gd fmla="val 2618" name="adj"/>
            </a:avLst>
          </a:prstGeom>
          <a:solidFill>
            <a:srgbClr val="FFFFFF"/>
          </a:solidFill>
          <a:ln cap="flat" cmpd="sng" w="38100">
            <a:solidFill>
              <a:srgbClr val="000000"/>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 name="Google Shape;12;p2"/>
          <p:cNvCxnSpPr/>
          <p:nvPr/>
        </p:nvCxnSpPr>
        <p:spPr>
          <a:xfrm>
            <a:off x="77688" y="772614"/>
            <a:ext cx="9935700" cy="0"/>
          </a:xfrm>
          <a:prstGeom prst="straightConnector1">
            <a:avLst/>
          </a:prstGeom>
          <a:noFill/>
          <a:ln cap="flat" cmpd="sng" w="19050">
            <a:solidFill>
              <a:srgbClr val="000000"/>
            </a:solidFill>
            <a:prstDash val="solid"/>
            <a:round/>
            <a:headEnd len="med" w="med" type="none"/>
            <a:tailEnd len="med" w="med" type="none"/>
          </a:ln>
        </p:spPr>
      </p:cxnSp>
      <p:cxnSp>
        <p:nvCxnSpPr>
          <p:cNvPr id="13" name="Google Shape;13;p2"/>
          <p:cNvCxnSpPr/>
          <p:nvPr/>
        </p:nvCxnSpPr>
        <p:spPr>
          <a:xfrm rot="10800000">
            <a:off x="2439038" y="368188"/>
            <a:ext cx="0" cy="402300"/>
          </a:xfrm>
          <a:prstGeom prst="straightConnector1">
            <a:avLst/>
          </a:prstGeom>
          <a:noFill/>
          <a:ln cap="flat" cmpd="sng" w="19050">
            <a:solidFill>
              <a:srgbClr val="000000"/>
            </a:solidFill>
            <a:prstDash val="solid"/>
            <a:round/>
            <a:headEnd len="med" w="med" type="none"/>
            <a:tailEnd len="med" w="med" type="none"/>
          </a:ln>
        </p:spPr>
      </p:cxnSp>
      <p:sp>
        <p:nvSpPr>
          <p:cNvPr id="14" name="Google Shape;14;p2"/>
          <p:cNvSpPr txBox="1"/>
          <p:nvPr>
            <p:ph type="title"/>
          </p:nvPr>
        </p:nvSpPr>
        <p:spPr>
          <a:xfrm flipH="1">
            <a:off x="3219174" y="437575"/>
            <a:ext cx="1731300" cy="265800"/>
          </a:xfrm>
          <a:prstGeom prst="rect">
            <a:avLst/>
          </a:prstGeom>
          <a:noFill/>
          <a:ln>
            <a:noFill/>
          </a:ln>
        </p:spPr>
        <p:txBody>
          <a:bodyPr anchorCtr="0" anchor="ctr" bIns="0" lIns="0" spcFirstLastPara="1" rIns="0" wrap="square" tIns="0">
            <a:noAutofit/>
          </a:bodyPr>
          <a:lstStyle>
            <a:lvl1pPr lvl="0" rtl="0">
              <a:spcBef>
                <a:spcPts val="0"/>
              </a:spcBef>
              <a:spcAft>
                <a:spcPts val="0"/>
              </a:spcAft>
              <a:buClr>
                <a:srgbClr val="000000"/>
              </a:buClr>
              <a:buSzPts val="1200"/>
              <a:buNone/>
              <a:defRPr sz="1200">
                <a:solidFill>
                  <a:srgbClr val="000000"/>
                </a:solidFill>
              </a:defRPr>
            </a:lvl1pPr>
            <a:lvl2pPr lvl="1" rtl="0">
              <a:spcBef>
                <a:spcPts val="0"/>
              </a:spcBef>
              <a:spcAft>
                <a:spcPts val="0"/>
              </a:spcAft>
              <a:buClr>
                <a:srgbClr val="000000"/>
              </a:buClr>
              <a:buSzPts val="1100"/>
              <a:buNone/>
              <a:defRPr sz="1100">
                <a:solidFill>
                  <a:srgbClr val="000000"/>
                </a:solidFill>
              </a:defRPr>
            </a:lvl2pPr>
            <a:lvl3pPr lvl="2" rtl="0">
              <a:spcBef>
                <a:spcPts val="0"/>
              </a:spcBef>
              <a:spcAft>
                <a:spcPts val="0"/>
              </a:spcAft>
              <a:buClr>
                <a:srgbClr val="000000"/>
              </a:buClr>
              <a:buSzPts val="1100"/>
              <a:buNone/>
              <a:defRPr sz="1100">
                <a:solidFill>
                  <a:srgbClr val="000000"/>
                </a:solidFill>
              </a:defRPr>
            </a:lvl3pPr>
            <a:lvl4pPr lvl="3" rtl="0">
              <a:spcBef>
                <a:spcPts val="0"/>
              </a:spcBef>
              <a:spcAft>
                <a:spcPts val="0"/>
              </a:spcAft>
              <a:buClr>
                <a:srgbClr val="000000"/>
              </a:buClr>
              <a:buSzPts val="1100"/>
              <a:buNone/>
              <a:defRPr sz="1100">
                <a:solidFill>
                  <a:srgbClr val="000000"/>
                </a:solidFill>
              </a:defRPr>
            </a:lvl4pPr>
            <a:lvl5pPr lvl="4" rtl="0">
              <a:spcBef>
                <a:spcPts val="0"/>
              </a:spcBef>
              <a:spcAft>
                <a:spcPts val="0"/>
              </a:spcAft>
              <a:buClr>
                <a:srgbClr val="000000"/>
              </a:buClr>
              <a:buSzPts val="1100"/>
              <a:buNone/>
              <a:defRPr sz="1100">
                <a:solidFill>
                  <a:srgbClr val="000000"/>
                </a:solidFill>
              </a:defRPr>
            </a:lvl5pPr>
            <a:lvl6pPr lvl="5" rtl="0">
              <a:spcBef>
                <a:spcPts val="0"/>
              </a:spcBef>
              <a:spcAft>
                <a:spcPts val="0"/>
              </a:spcAft>
              <a:buClr>
                <a:srgbClr val="000000"/>
              </a:buClr>
              <a:buSzPts val="1100"/>
              <a:buNone/>
              <a:defRPr sz="1100">
                <a:solidFill>
                  <a:srgbClr val="000000"/>
                </a:solidFill>
              </a:defRPr>
            </a:lvl6pPr>
            <a:lvl7pPr lvl="6" rtl="0">
              <a:spcBef>
                <a:spcPts val="0"/>
              </a:spcBef>
              <a:spcAft>
                <a:spcPts val="0"/>
              </a:spcAft>
              <a:buClr>
                <a:srgbClr val="000000"/>
              </a:buClr>
              <a:buSzPts val="1100"/>
              <a:buNone/>
              <a:defRPr sz="1100">
                <a:solidFill>
                  <a:srgbClr val="000000"/>
                </a:solidFill>
              </a:defRPr>
            </a:lvl7pPr>
            <a:lvl8pPr lvl="7" rtl="0">
              <a:spcBef>
                <a:spcPts val="0"/>
              </a:spcBef>
              <a:spcAft>
                <a:spcPts val="0"/>
              </a:spcAft>
              <a:buClr>
                <a:srgbClr val="000000"/>
              </a:buClr>
              <a:buSzPts val="1100"/>
              <a:buNone/>
              <a:defRPr sz="1100">
                <a:solidFill>
                  <a:srgbClr val="000000"/>
                </a:solidFill>
              </a:defRPr>
            </a:lvl8pPr>
            <a:lvl9pPr lvl="8" rtl="0">
              <a:spcBef>
                <a:spcPts val="0"/>
              </a:spcBef>
              <a:spcAft>
                <a:spcPts val="0"/>
              </a:spcAft>
              <a:buClr>
                <a:srgbClr val="000000"/>
              </a:buClr>
              <a:buSzPts val="1100"/>
              <a:buNone/>
              <a:defRPr sz="1100">
                <a:solidFill>
                  <a:srgbClr val="000000"/>
                </a:solidFill>
              </a:defRPr>
            </a:lvl9pPr>
          </a:lstStyle>
          <a:p/>
        </p:txBody>
      </p:sp>
      <p:sp>
        <p:nvSpPr>
          <p:cNvPr id="15" name="Google Shape;15;p2"/>
          <p:cNvSpPr txBox="1"/>
          <p:nvPr/>
        </p:nvSpPr>
        <p:spPr>
          <a:xfrm>
            <a:off x="2513487" y="437267"/>
            <a:ext cx="679500" cy="2664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b="1" lang="es-419" sz="1100"/>
              <a:t>Proceso:</a:t>
            </a:r>
            <a:endParaRPr b="1" sz="1100"/>
          </a:p>
        </p:txBody>
      </p:sp>
      <p:cxnSp>
        <p:nvCxnSpPr>
          <p:cNvPr id="16" name="Google Shape;16;p2"/>
          <p:cNvCxnSpPr/>
          <p:nvPr/>
        </p:nvCxnSpPr>
        <p:spPr>
          <a:xfrm rot="10800000">
            <a:off x="5070754" y="368188"/>
            <a:ext cx="0" cy="402300"/>
          </a:xfrm>
          <a:prstGeom prst="straightConnector1">
            <a:avLst/>
          </a:prstGeom>
          <a:noFill/>
          <a:ln cap="flat" cmpd="sng" w="19050">
            <a:solidFill>
              <a:srgbClr val="000000"/>
            </a:solidFill>
            <a:prstDash val="solid"/>
            <a:round/>
            <a:headEnd len="med" w="med" type="none"/>
            <a:tailEnd len="med" w="med" type="none"/>
          </a:ln>
        </p:spPr>
      </p:cxnSp>
      <p:sp>
        <p:nvSpPr>
          <p:cNvPr id="17" name="Google Shape;17;p2"/>
          <p:cNvSpPr/>
          <p:nvPr/>
        </p:nvSpPr>
        <p:spPr>
          <a:xfrm>
            <a:off x="77688" y="349338"/>
            <a:ext cx="2361300" cy="421200"/>
          </a:xfrm>
          <a:prstGeom prst="roundRect">
            <a:avLst>
              <a:gd fmla="val 50000" name="adj"/>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s-419" sz="1200">
                <a:solidFill>
                  <a:srgbClr val="FFFFFF"/>
                </a:solidFill>
              </a:rPr>
              <a:t>Plantilla de proceso</a:t>
            </a:r>
            <a:endParaRPr b="1" sz="1200">
              <a:solidFill>
                <a:srgbClr val="FFFFFF"/>
              </a:solidFill>
            </a:endParaRPr>
          </a:p>
          <a:p>
            <a:pPr indent="0" lvl="0" marL="0" rtl="0" algn="ctr">
              <a:spcBef>
                <a:spcPts val="0"/>
              </a:spcBef>
              <a:spcAft>
                <a:spcPts val="0"/>
              </a:spcAft>
              <a:buNone/>
            </a:pPr>
            <a:r>
              <a:t/>
            </a:r>
            <a:endParaRPr b="1" sz="1200">
              <a:solidFill>
                <a:srgbClr val="FFFFFF"/>
              </a:solidFill>
            </a:endParaRPr>
          </a:p>
        </p:txBody>
      </p:sp>
      <p:sp>
        <p:nvSpPr>
          <p:cNvPr id="18" name="Google Shape;18;p2"/>
          <p:cNvSpPr/>
          <p:nvPr/>
        </p:nvSpPr>
        <p:spPr>
          <a:xfrm>
            <a:off x="83988" y="595504"/>
            <a:ext cx="190200" cy="1692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 name="Google Shape;19;p2"/>
          <p:cNvSpPr/>
          <p:nvPr/>
        </p:nvSpPr>
        <p:spPr>
          <a:xfrm>
            <a:off x="2292338" y="358938"/>
            <a:ext cx="146700" cy="4023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 name="Google Shape;20;p2"/>
          <p:cNvSpPr txBox="1"/>
          <p:nvPr>
            <p:ph idx="1" type="body"/>
          </p:nvPr>
        </p:nvSpPr>
        <p:spPr>
          <a:xfrm>
            <a:off x="641150" y="612125"/>
            <a:ext cx="1770300" cy="160500"/>
          </a:xfrm>
          <a:prstGeom prst="rect">
            <a:avLst/>
          </a:prstGeom>
          <a:noFill/>
          <a:ln>
            <a:noFill/>
          </a:ln>
        </p:spPr>
        <p:txBody>
          <a:bodyPr anchorCtr="0" anchor="t" bIns="0" lIns="0" spcFirstLastPara="1" rIns="0" wrap="square" tIns="0">
            <a:noAutofit/>
          </a:bodyPr>
          <a:lstStyle>
            <a:lvl1pPr indent="-292100" lvl="0" marL="457200" rtl="0" algn="ctr">
              <a:spcBef>
                <a:spcPts val="0"/>
              </a:spcBef>
              <a:spcAft>
                <a:spcPts val="0"/>
              </a:spcAft>
              <a:buClr>
                <a:srgbClr val="FFFFFF"/>
              </a:buClr>
              <a:buSzPts val="1000"/>
              <a:buChar char="●"/>
              <a:defRPr sz="1000">
                <a:solidFill>
                  <a:srgbClr val="FFFFFF"/>
                </a:solidFill>
              </a:defRPr>
            </a:lvl1pPr>
            <a:lvl2pPr indent="-292100" lvl="1" marL="914400" rtl="0" algn="ctr">
              <a:spcBef>
                <a:spcPts val="0"/>
              </a:spcBef>
              <a:spcAft>
                <a:spcPts val="0"/>
              </a:spcAft>
              <a:buClr>
                <a:srgbClr val="FFFFFF"/>
              </a:buClr>
              <a:buSzPts val="1000"/>
              <a:buChar char="○"/>
              <a:defRPr sz="1000">
                <a:solidFill>
                  <a:srgbClr val="FFFFFF"/>
                </a:solidFill>
              </a:defRPr>
            </a:lvl2pPr>
            <a:lvl3pPr indent="-292100" lvl="2" marL="1371600" rtl="0" algn="ctr">
              <a:spcBef>
                <a:spcPts val="0"/>
              </a:spcBef>
              <a:spcAft>
                <a:spcPts val="0"/>
              </a:spcAft>
              <a:buClr>
                <a:srgbClr val="FFFFFF"/>
              </a:buClr>
              <a:buSzPts val="1000"/>
              <a:buChar char="■"/>
              <a:defRPr sz="1000">
                <a:solidFill>
                  <a:srgbClr val="FFFFFF"/>
                </a:solidFill>
              </a:defRPr>
            </a:lvl3pPr>
            <a:lvl4pPr indent="-292100" lvl="3" marL="1828800" rtl="0" algn="ctr">
              <a:spcBef>
                <a:spcPts val="0"/>
              </a:spcBef>
              <a:spcAft>
                <a:spcPts val="0"/>
              </a:spcAft>
              <a:buClr>
                <a:srgbClr val="FFFFFF"/>
              </a:buClr>
              <a:buSzPts val="1000"/>
              <a:buChar char="●"/>
              <a:defRPr sz="1000">
                <a:solidFill>
                  <a:srgbClr val="FFFFFF"/>
                </a:solidFill>
              </a:defRPr>
            </a:lvl4pPr>
            <a:lvl5pPr indent="-292100" lvl="4" marL="2286000" rtl="0" algn="ctr">
              <a:spcBef>
                <a:spcPts val="0"/>
              </a:spcBef>
              <a:spcAft>
                <a:spcPts val="0"/>
              </a:spcAft>
              <a:buClr>
                <a:srgbClr val="FFFFFF"/>
              </a:buClr>
              <a:buSzPts val="1000"/>
              <a:buChar char="○"/>
              <a:defRPr sz="1000">
                <a:solidFill>
                  <a:srgbClr val="FFFFFF"/>
                </a:solidFill>
              </a:defRPr>
            </a:lvl5pPr>
            <a:lvl6pPr indent="-292100" lvl="5" marL="2743200" rtl="0" algn="ctr">
              <a:spcBef>
                <a:spcPts val="0"/>
              </a:spcBef>
              <a:spcAft>
                <a:spcPts val="0"/>
              </a:spcAft>
              <a:buClr>
                <a:srgbClr val="FFFFFF"/>
              </a:buClr>
              <a:buSzPts val="1000"/>
              <a:buChar char="■"/>
              <a:defRPr sz="1000">
                <a:solidFill>
                  <a:srgbClr val="FFFFFF"/>
                </a:solidFill>
              </a:defRPr>
            </a:lvl6pPr>
            <a:lvl7pPr indent="-292100" lvl="6" marL="3200400" rtl="0" algn="ctr">
              <a:spcBef>
                <a:spcPts val="0"/>
              </a:spcBef>
              <a:spcAft>
                <a:spcPts val="0"/>
              </a:spcAft>
              <a:buClr>
                <a:srgbClr val="FFFFFF"/>
              </a:buClr>
              <a:buSzPts val="1000"/>
              <a:buChar char="●"/>
              <a:defRPr sz="1000">
                <a:solidFill>
                  <a:srgbClr val="FFFFFF"/>
                </a:solidFill>
              </a:defRPr>
            </a:lvl7pPr>
            <a:lvl8pPr indent="-292100" lvl="7" marL="3657600" rtl="0" algn="ctr">
              <a:spcBef>
                <a:spcPts val="0"/>
              </a:spcBef>
              <a:spcAft>
                <a:spcPts val="0"/>
              </a:spcAft>
              <a:buClr>
                <a:srgbClr val="FFFFFF"/>
              </a:buClr>
              <a:buSzPts val="1000"/>
              <a:buChar char="○"/>
              <a:defRPr sz="1000">
                <a:solidFill>
                  <a:srgbClr val="FFFFFF"/>
                </a:solidFill>
              </a:defRPr>
            </a:lvl8pPr>
            <a:lvl9pPr indent="-292100" lvl="8" marL="4114800" rtl="0" algn="ctr">
              <a:spcBef>
                <a:spcPts val="0"/>
              </a:spcBef>
              <a:spcAft>
                <a:spcPts val="0"/>
              </a:spcAft>
              <a:buClr>
                <a:srgbClr val="FFFFFF"/>
              </a:buClr>
              <a:buSzPts val="1000"/>
              <a:buChar char="■"/>
              <a:defRPr sz="1000">
                <a:solidFill>
                  <a:srgbClr val="FFFFFF"/>
                </a:solidFill>
              </a:defRPr>
            </a:lvl9pPr>
          </a:lstStyle>
          <a:p/>
        </p:txBody>
      </p:sp>
      <p:sp>
        <p:nvSpPr>
          <p:cNvPr id="21" name="Google Shape;21;p2"/>
          <p:cNvSpPr txBox="1"/>
          <p:nvPr/>
        </p:nvSpPr>
        <p:spPr>
          <a:xfrm>
            <a:off x="278183" y="2523036"/>
            <a:ext cx="509100" cy="878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b="1">
              <a:latin typeface="Arvo"/>
              <a:ea typeface="Arvo"/>
              <a:cs typeface="Arvo"/>
              <a:sym typeface="Arvo"/>
            </a:endParaRPr>
          </a:p>
        </p:txBody>
      </p:sp>
      <p:sp>
        <p:nvSpPr>
          <p:cNvPr id="22" name="Google Shape;22;p2"/>
          <p:cNvSpPr txBox="1"/>
          <p:nvPr/>
        </p:nvSpPr>
        <p:spPr>
          <a:xfrm>
            <a:off x="278183" y="3536053"/>
            <a:ext cx="509100" cy="878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b="1">
              <a:latin typeface="Arvo"/>
              <a:ea typeface="Arvo"/>
              <a:cs typeface="Arvo"/>
              <a:sym typeface="Arvo"/>
            </a:endParaRPr>
          </a:p>
        </p:txBody>
      </p:sp>
      <p:sp>
        <p:nvSpPr>
          <p:cNvPr id="23" name="Google Shape;23;p2"/>
          <p:cNvSpPr txBox="1"/>
          <p:nvPr/>
        </p:nvSpPr>
        <p:spPr>
          <a:xfrm>
            <a:off x="278183" y="4553002"/>
            <a:ext cx="509100" cy="878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b="1">
              <a:latin typeface="Arvo"/>
              <a:ea typeface="Arvo"/>
              <a:cs typeface="Arvo"/>
              <a:sym typeface="Arvo"/>
            </a:endParaRPr>
          </a:p>
        </p:txBody>
      </p:sp>
      <p:sp>
        <p:nvSpPr>
          <p:cNvPr id="24" name="Google Shape;24;p2"/>
          <p:cNvSpPr txBox="1"/>
          <p:nvPr/>
        </p:nvSpPr>
        <p:spPr>
          <a:xfrm>
            <a:off x="5191013" y="387663"/>
            <a:ext cx="13026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Finalidad empresa</a:t>
            </a:r>
            <a:endParaRPr b="1" sz="1100"/>
          </a:p>
        </p:txBody>
      </p:sp>
      <p:sp>
        <p:nvSpPr>
          <p:cNvPr id="25" name="Google Shape;25;p2"/>
          <p:cNvSpPr txBox="1"/>
          <p:nvPr/>
        </p:nvSpPr>
        <p:spPr>
          <a:xfrm>
            <a:off x="5191013" y="579538"/>
            <a:ext cx="11637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Finalidad cliente</a:t>
            </a:r>
            <a:endParaRPr b="1" sz="1100"/>
          </a:p>
        </p:txBody>
      </p:sp>
      <p:sp>
        <p:nvSpPr>
          <p:cNvPr id="26" name="Google Shape;26;p2"/>
          <p:cNvSpPr txBox="1"/>
          <p:nvPr>
            <p:ph idx="2" type="title"/>
          </p:nvPr>
        </p:nvSpPr>
        <p:spPr>
          <a:xfrm flipH="1">
            <a:off x="6546263" y="387663"/>
            <a:ext cx="3350100" cy="169200"/>
          </a:xfrm>
          <a:prstGeom prst="rect">
            <a:avLst/>
          </a:prstGeom>
          <a:noFill/>
          <a:ln>
            <a:noFill/>
          </a:ln>
        </p:spPr>
        <p:txBody>
          <a:bodyPr anchorCtr="0" anchor="ctr" bIns="0" lIns="0" spcFirstLastPara="1" rIns="0" wrap="square" tIns="0">
            <a:noAutofit/>
          </a:bodyPr>
          <a:lstStyle>
            <a:lvl1pPr lvl="0" rtl="0">
              <a:spcBef>
                <a:spcPts val="0"/>
              </a:spcBef>
              <a:spcAft>
                <a:spcPts val="0"/>
              </a:spcAft>
              <a:buClr>
                <a:srgbClr val="000000"/>
              </a:buClr>
              <a:buSzPts val="1000"/>
              <a:buNone/>
              <a:defRPr sz="1000">
                <a:solidFill>
                  <a:srgbClr val="000000"/>
                </a:solidFill>
              </a:defRPr>
            </a:lvl1pPr>
            <a:lvl2pPr lvl="1" rtl="0">
              <a:spcBef>
                <a:spcPts val="0"/>
              </a:spcBef>
              <a:spcAft>
                <a:spcPts val="0"/>
              </a:spcAft>
              <a:buClr>
                <a:srgbClr val="000000"/>
              </a:buClr>
              <a:buSzPts val="1000"/>
              <a:buNone/>
              <a:defRPr sz="1000">
                <a:solidFill>
                  <a:srgbClr val="000000"/>
                </a:solidFill>
              </a:defRPr>
            </a:lvl2pPr>
            <a:lvl3pPr lvl="2" rtl="0">
              <a:spcBef>
                <a:spcPts val="0"/>
              </a:spcBef>
              <a:spcAft>
                <a:spcPts val="0"/>
              </a:spcAft>
              <a:buClr>
                <a:srgbClr val="000000"/>
              </a:buClr>
              <a:buSzPts val="1000"/>
              <a:buNone/>
              <a:defRPr sz="1000">
                <a:solidFill>
                  <a:srgbClr val="000000"/>
                </a:solidFill>
              </a:defRPr>
            </a:lvl3pPr>
            <a:lvl4pPr lvl="3" rtl="0">
              <a:spcBef>
                <a:spcPts val="0"/>
              </a:spcBef>
              <a:spcAft>
                <a:spcPts val="0"/>
              </a:spcAft>
              <a:buClr>
                <a:srgbClr val="000000"/>
              </a:buClr>
              <a:buSzPts val="1000"/>
              <a:buNone/>
              <a:defRPr sz="1000">
                <a:solidFill>
                  <a:srgbClr val="000000"/>
                </a:solidFill>
              </a:defRPr>
            </a:lvl4pPr>
            <a:lvl5pPr lvl="4" rtl="0">
              <a:spcBef>
                <a:spcPts val="0"/>
              </a:spcBef>
              <a:spcAft>
                <a:spcPts val="0"/>
              </a:spcAft>
              <a:buClr>
                <a:srgbClr val="000000"/>
              </a:buClr>
              <a:buSzPts val="1000"/>
              <a:buNone/>
              <a:defRPr sz="1000">
                <a:solidFill>
                  <a:srgbClr val="000000"/>
                </a:solidFill>
              </a:defRPr>
            </a:lvl5pPr>
            <a:lvl6pPr lvl="5" rtl="0">
              <a:spcBef>
                <a:spcPts val="0"/>
              </a:spcBef>
              <a:spcAft>
                <a:spcPts val="0"/>
              </a:spcAft>
              <a:buClr>
                <a:srgbClr val="000000"/>
              </a:buClr>
              <a:buSzPts val="1000"/>
              <a:buNone/>
              <a:defRPr sz="1000">
                <a:solidFill>
                  <a:srgbClr val="000000"/>
                </a:solidFill>
              </a:defRPr>
            </a:lvl6pPr>
            <a:lvl7pPr lvl="6" rtl="0">
              <a:spcBef>
                <a:spcPts val="0"/>
              </a:spcBef>
              <a:spcAft>
                <a:spcPts val="0"/>
              </a:spcAft>
              <a:buClr>
                <a:srgbClr val="000000"/>
              </a:buClr>
              <a:buSzPts val="1000"/>
              <a:buNone/>
              <a:defRPr sz="1000">
                <a:solidFill>
                  <a:srgbClr val="000000"/>
                </a:solidFill>
              </a:defRPr>
            </a:lvl7pPr>
            <a:lvl8pPr lvl="7" rtl="0">
              <a:spcBef>
                <a:spcPts val="0"/>
              </a:spcBef>
              <a:spcAft>
                <a:spcPts val="0"/>
              </a:spcAft>
              <a:buClr>
                <a:srgbClr val="000000"/>
              </a:buClr>
              <a:buSzPts val="1000"/>
              <a:buNone/>
              <a:defRPr sz="1000">
                <a:solidFill>
                  <a:srgbClr val="000000"/>
                </a:solidFill>
              </a:defRPr>
            </a:lvl8pPr>
            <a:lvl9pPr lvl="8" rtl="0">
              <a:spcBef>
                <a:spcPts val="0"/>
              </a:spcBef>
              <a:spcAft>
                <a:spcPts val="0"/>
              </a:spcAft>
              <a:buClr>
                <a:srgbClr val="000000"/>
              </a:buClr>
              <a:buSzPts val="1000"/>
              <a:buNone/>
              <a:defRPr sz="1000">
                <a:solidFill>
                  <a:srgbClr val="000000"/>
                </a:solidFill>
              </a:defRPr>
            </a:lvl9pPr>
          </a:lstStyle>
          <a:p/>
        </p:txBody>
      </p:sp>
      <p:sp>
        <p:nvSpPr>
          <p:cNvPr id="27" name="Google Shape;27;p2"/>
          <p:cNvSpPr txBox="1"/>
          <p:nvPr>
            <p:ph idx="3" type="title"/>
          </p:nvPr>
        </p:nvSpPr>
        <p:spPr>
          <a:xfrm flipH="1">
            <a:off x="6546263" y="579538"/>
            <a:ext cx="3350100" cy="169200"/>
          </a:xfrm>
          <a:prstGeom prst="rect">
            <a:avLst/>
          </a:prstGeom>
          <a:noFill/>
          <a:ln>
            <a:noFill/>
          </a:ln>
        </p:spPr>
        <p:txBody>
          <a:bodyPr anchorCtr="0" anchor="ctr" bIns="0" lIns="0" spcFirstLastPara="1" rIns="0" wrap="square" tIns="0">
            <a:noAutofit/>
          </a:bodyPr>
          <a:lstStyle>
            <a:lvl1pPr lvl="0" rtl="0">
              <a:spcBef>
                <a:spcPts val="0"/>
              </a:spcBef>
              <a:spcAft>
                <a:spcPts val="0"/>
              </a:spcAft>
              <a:buClr>
                <a:srgbClr val="000000"/>
              </a:buClr>
              <a:buSzPts val="1000"/>
              <a:buNone/>
              <a:defRPr sz="1000">
                <a:solidFill>
                  <a:srgbClr val="000000"/>
                </a:solidFill>
              </a:defRPr>
            </a:lvl1pPr>
            <a:lvl2pPr lvl="1" rtl="0">
              <a:spcBef>
                <a:spcPts val="0"/>
              </a:spcBef>
              <a:spcAft>
                <a:spcPts val="0"/>
              </a:spcAft>
              <a:buClr>
                <a:srgbClr val="000000"/>
              </a:buClr>
              <a:buSzPts val="1000"/>
              <a:buNone/>
              <a:defRPr sz="1000">
                <a:solidFill>
                  <a:srgbClr val="000000"/>
                </a:solidFill>
              </a:defRPr>
            </a:lvl2pPr>
            <a:lvl3pPr lvl="2" rtl="0">
              <a:spcBef>
                <a:spcPts val="0"/>
              </a:spcBef>
              <a:spcAft>
                <a:spcPts val="0"/>
              </a:spcAft>
              <a:buClr>
                <a:srgbClr val="000000"/>
              </a:buClr>
              <a:buSzPts val="1000"/>
              <a:buNone/>
              <a:defRPr sz="1000">
                <a:solidFill>
                  <a:srgbClr val="000000"/>
                </a:solidFill>
              </a:defRPr>
            </a:lvl3pPr>
            <a:lvl4pPr lvl="3" rtl="0">
              <a:spcBef>
                <a:spcPts val="0"/>
              </a:spcBef>
              <a:spcAft>
                <a:spcPts val="0"/>
              </a:spcAft>
              <a:buClr>
                <a:srgbClr val="000000"/>
              </a:buClr>
              <a:buSzPts val="1000"/>
              <a:buNone/>
              <a:defRPr sz="1000">
                <a:solidFill>
                  <a:srgbClr val="000000"/>
                </a:solidFill>
              </a:defRPr>
            </a:lvl4pPr>
            <a:lvl5pPr lvl="4" rtl="0">
              <a:spcBef>
                <a:spcPts val="0"/>
              </a:spcBef>
              <a:spcAft>
                <a:spcPts val="0"/>
              </a:spcAft>
              <a:buClr>
                <a:srgbClr val="000000"/>
              </a:buClr>
              <a:buSzPts val="1000"/>
              <a:buNone/>
              <a:defRPr sz="1000">
                <a:solidFill>
                  <a:srgbClr val="000000"/>
                </a:solidFill>
              </a:defRPr>
            </a:lvl5pPr>
            <a:lvl6pPr lvl="5" rtl="0">
              <a:spcBef>
                <a:spcPts val="0"/>
              </a:spcBef>
              <a:spcAft>
                <a:spcPts val="0"/>
              </a:spcAft>
              <a:buClr>
                <a:srgbClr val="000000"/>
              </a:buClr>
              <a:buSzPts val="1000"/>
              <a:buNone/>
              <a:defRPr sz="1000">
                <a:solidFill>
                  <a:srgbClr val="000000"/>
                </a:solidFill>
              </a:defRPr>
            </a:lvl6pPr>
            <a:lvl7pPr lvl="6" rtl="0">
              <a:spcBef>
                <a:spcPts val="0"/>
              </a:spcBef>
              <a:spcAft>
                <a:spcPts val="0"/>
              </a:spcAft>
              <a:buClr>
                <a:srgbClr val="000000"/>
              </a:buClr>
              <a:buSzPts val="1000"/>
              <a:buNone/>
              <a:defRPr sz="1000">
                <a:solidFill>
                  <a:srgbClr val="000000"/>
                </a:solidFill>
              </a:defRPr>
            </a:lvl7pPr>
            <a:lvl8pPr lvl="7" rtl="0">
              <a:spcBef>
                <a:spcPts val="0"/>
              </a:spcBef>
              <a:spcAft>
                <a:spcPts val="0"/>
              </a:spcAft>
              <a:buClr>
                <a:srgbClr val="000000"/>
              </a:buClr>
              <a:buSzPts val="1000"/>
              <a:buNone/>
              <a:defRPr sz="1000">
                <a:solidFill>
                  <a:srgbClr val="000000"/>
                </a:solidFill>
              </a:defRPr>
            </a:lvl8pPr>
            <a:lvl9pPr lvl="8" rtl="0">
              <a:spcBef>
                <a:spcPts val="0"/>
              </a:spcBef>
              <a:spcAft>
                <a:spcPts val="0"/>
              </a:spcAft>
              <a:buClr>
                <a:srgbClr val="000000"/>
              </a:buClr>
              <a:buSzPts val="1000"/>
              <a:buNone/>
              <a:defRPr sz="1000">
                <a:solidFill>
                  <a:srgbClr val="000000"/>
                </a:solidFill>
              </a:defRPr>
            </a:lvl9pPr>
          </a:lstStyle>
          <a:p/>
        </p:txBody>
      </p:sp>
      <p:sp>
        <p:nvSpPr>
          <p:cNvPr id="28" name="Google Shape;28;p2"/>
          <p:cNvSpPr/>
          <p:nvPr/>
        </p:nvSpPr>
        <p:spPr>
          <a:xfrm>
            <a:off x="263400" y="1781844"/>
            <a:ext cx="7965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sp>
        <p:nvSpPr>
          <p:cNvPr id="29" name="Google Shape;29;p2"/>
          <p:cNvSpPr/>
          <p:nvPr/>
        </p:nvSpPr>
        <p:spPr>
          <a:xfrm>
            <a:off x="1179085" y="1781844"/>
            <a:ext cx="16236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cxnSp>
        <p:nvCxnSpPr>
          <p:cNvPr id="30" name="Google Shape;30;p2"/>
          <p:cNvCxnSpPr/>
          <p:nvPr/>
        </p:nvCxnSpPr>
        <p:spPr>
          <a:xfrm>
            <a:off x="1971290" y="1777312"/>
            <a:ext cx="2700" cy="446700"/>
          </a:xfrm>
          <a:prstGeom prst="straightConnector1">
            <a:avLst/>
          </a:prstGeom>
          <a:noFill/>
          <a:ln cap="flat" cmpd="sng" w="28575">
            <a:solidFill>
              <a:srgbClr val="D9D9D9"/>
            </a:solidFill>
            <a:prstDash val="solid"/>
            <a:round/>
            <a:headEnd len="sm" w="sm" type="none"/>
            <a:tailEnd len="sm" w="sm" type="none"/>
          </a:ln>
        </p:spPr>
      </p:cxnSp>
      <p:sp>
        <p:nvSpPr>
          <p:cNvPr id="31" name="Google Shape;31;p2"/>
          <p:cNvSpPr/>
          <p:nvPr/>
        </p:nvSpPr>
        <p:spPr>
          <a:xfrm>
            <a:off x="2921957" y="1781844"/>
            <a:ext cx="16236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cxnSp>
        <p:nvCxnSpPr>
          <p:cNvPr id="32" name="Google Shape;32;p2"/>
          <p:cNvCxnSpPr/>
          <p:nvPr/>
        </p:nvCxnSpPr>
        <p:spPr>
          <a:xfrm>
            <a:off x="3717505" y="1777459"/>
            <a:ext cx="2700" cy="446700"/>
          </a:xfrm>
          <a:prstGeom prst="straightConnector1">
            <a:avLst/>
          </a:prstGeom>
          <a:noFill/>
          <a:ln cap="flat" cmpd="sng" w="28575">
            <a:solidFill>
              <a:srgbClr val="D9D9D9"/>
            </a:solidFill>
            <a:prstDash val="solid"/>
            <a:round/>
            <a:headEnd len="sm" w="sm" type="none"/>
            <a:tailEnd len="sm" w="sm" type="none"/>
          </a:ln>
        </p:spPr>
      </p:cxnSp>
      <p:sp>
        <p:nvSpPr>
          <p:cNvPr id="33" name="Google Shape;33;p2"/>
          <p:cNvSpPr/>
          <p:nvPr/>
        </p:nvSpPr>
        <p:spPr>
          <a:xfrm>
            <a:off x="4664829" y="1781844"/>
            <a:ext cx="16236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cxnSp>
        <p:nvCxnSpPr>
          <p:cNvPr id="34" name="Google Shape;34;p2"/>
          <p:cNvCxnSpPr/>
          <p:nvPr/>
        </p:nvCxnSpPr>
        <p:spPr>
          <a:xfrm>
            <a:off x="5459249" y="1777300"/>
            <a:ext cx="2700" cy="446700"/>
          </a:xfrm>
          <a:prstGeom prst="straightConnector1">
            <a:avLst/>
          </a:prstGeom>
          <a:noFill/>
          <a:ln cap="flat" cmpd="sng" w="28575">
            <a:solidFill>
              <a:srgbClr val="D9D9D9"/>
            </a:solidFill>
            <a:prstDash val="solid"/>
            <a:round/>
            <a:headEnd len="sm" w="sm" type="none"/>
            <a:tailEnd len="sm" w="sm" type="none"/>
          </a:ln>
        </p:spPr>
      </p:cxnSp>
      <p:sp>
        <p:nvSpPr>
          <p:cNvPr id="35" name="Google Shape;35;p2"/>
          <p:cNvSpPr/>
          <p:nvPr/>
        </p:nvSpPr>
        <p:spPr>
          <a:xfrm>
            <a:off x="6418185" y="1781844"/>
            <a:ext cx="7965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sp>
        <p:nvSpPr>
          <p:cNvPr id="36" name="Google Shape;36;p2"/>
          <p:cNvSpPr/>
          <p:nvPr/>
        </p:nvSpPr>
        <p:spPr>
          <a:xfrm>
            <a:off x="7344354" y="1781844"/>
            <a:ext cx="24660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cxnSp>
        <p:nvCxnSpPr>
          <p:cNvPr id="37" name="Google Shape;37;p2"/>
          <p:cNvCxnSpPr/>
          <p:nvPr/>
        </p:nvCxnSpPr>
        <p:spPr>
          <a:xfrm>
            <a:off x="8159743" y="1777300"/>
            <a:ext cx="2700" cy="446700"/>
          </a:xfrm>
          <a:prstGeom prst="straightConnector1">
            <a:avLst/>
          </a:prstGeom>
          <a:noFill/>
          <a:ln cap="flat" cmpd="sng" w="28575">
            <a:solidFill>
              <a:srgbClr val="D9D9D9"/>
            </a:solidFill>
            <a:prstDash val="solid"/>
            <a:round/>
            <a:headEnd len="sm" w="sm" type="none"/>
            <a:tailEnd len="sm" w="sm" type="none"/>
          </a:ln>
        </p:spPr>
      </p:cxnSp>
      <p:cxnSp>
        <p:nvCxnSpPr>
          <p:cNvPr id="38" name="Google Shape;38;p2"/>
          <p:cNvCxnSpPr/>
          <p:nvPr/>
        </p:nvCxnSpPr>
        <p:spPr>
          <a:xfrm>
            <a:off x="8989875" y="1777337"/>
            <a:ext cx="2700" cy="446700"/>
          </a:xfrm>
          <a:prstGeom prst="straightConnector1">
            <a:avLst/>
          </a:prstGeom>
          <a:noFill/>
          <a:ln cap="flat" cmpd="sng" w="28575">
            <a:solidFill>
              <a:srgbClr val="D9D9D9"/>
            </a:solidFill>
            <a:prstDash val="solid"/>
            <a:round/>
            <a:headEnd len="sm" w="sm" type="none"/>
            <a:tailEnd len="sm" w="sm" type="none"/>
          </a:ln>
        </p:spPr>
      </p:cxnSp>
      <p:sp>
        <p:nvSpPr>
          <p:cNvPr id="39" name="Google Shape;39;p2"/>
          <p:cNvSpPr/>
          <p:nvPr/>
        </p:nvSpPr>
        <p:spPr>
          <a:xfrm>
            <a:off x="267899" y="2267276"/>
            <a:ext cx="7965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sp>
        <p:nvSpPr>
          <p:cNvPr id="40" name="Google Shape;40;p2"/>
          <p:cNvSpPr/>
          <p:nvPr/>
        </p:nvSpPr>
        <p:spPr>
          <a:xfrm>
            <a:off x="1183584" y="2267276"/>
            <a:ext cx="16236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cxnSp>
        <p:nvCxnSpPr>
          <p:cNvPr id="41" name="Google Shape;41;p2"/>
          <p:cNvCxnSpPr/>
          <p:nvPr/>
        </p:nvCxnSpPr>
        <p:spPr>
          <a:xfrm>
            <a:off x="1975789" y="2262744"/>
            <a:ext cx="2700" cy="446700"/>
          </a:xfrm>
          <a:prstGeom prst="straightConnector1">
            <a:avLst/>
          </a:prstGeom>
          <a:noFill/>
          <a:ln cap="flat" cmpd="sng" w="28575">
            <a:solidFill>
              <a:srgbClr val="D9D9D9"/>
            </a:solidFill>
            <a:prstDash val="solid"/>
            <a:round/>
            <a:headEnd len="sm" w="sm" type="none"/>
            <a:tailEnd len="sm" w="sm" type="none"/>
          </a:ln>
        </p:spPr>
      </p:cxnSp>
      <p:sp>
        <p:nvSpPr>
          <p:cNvPr id="42" name="Google Shape;42;p2"/>
          <p:cNvSpPr/>
          <p:nvPr/>
        </p:nvSpPr>
        <p:spPr>
          <a:xfrm>
            <a:off x="2926456" y="2267276"/>
            <a:ext cx="16236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cxnSp>
        <p:nvCxnSpPr>
          <p:cNvPr id="43" name="Google Shape;43;p2"/>
          <p:cNvCxnSpPr/>
          <p:nvPr/>
        </p:nvCxnSpPr>
        <p:spPr>
          <a:xfrm>
            <a:off x="3722005" y="2262891"/>
            <a:ext cx="2700" cy="446700"/>
          </a:xfrm>
          <a:prstGeom prst="straightConnector1">
            <a:avLst/>
          </a:prstGeom>
          <a:noFill/>
          <a:ln cap="flat" cmpd="sng" w="28575">
            <a:solidFill>
              <a:srgbClr val="D9D9D9"/>
            </a:solidFill>
            <a:prstDash val="solid"/>
            <a:round/>
            <a:headEnd len="sm" w="sm" type="none"/>
            <a:tailEnd len="sm" w="sm" type="none"/>
          </a:ln>
        </p:spPr>
      </p:cxnSp>
      <p:sp>
        <p:nvSpPr>
          <p:cNvPr id="44" name="Google Shape;44;p2"/>
          <p:cNvSpPr/>
          <p:nvPr/>
        </p:nvSpPr>
        <p:spPr>
          <a:xfrm>
            <a:off x="4669328" y="2267276"/>
            <a:ext cx="16236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cxnSp>
        <p:nvCxnSpPr>
          <p:cNvPr id="45" name="Google Shape;45;p2"/>
          <p:cNvCxnSpPr/>
          <p:nvPr/>
        </p:nvCxnSpPr>
        <p:spPr>
          <a:xfrm>
            <a:off x="5463748" y="2262732"/>
            <a:ext cx="2700" cy="446700"/>
          </a:xfrm>
          <a:prstGeom prst="straightConnector1">
            <a:avLst/>
          </a:prstGeom>
          <a:noFill/>
          <a:ln cap="flat" cmpd="sng" w="28575">
            <a:solidFill>
              <a:srgbClr val="D9D9D9"/>
            </a:solidFill>
            <a:prstDash val="solid"/>
            <a:round/>
            <a:headEnd len="sm" w="sm" type="none"/>
            <a:tailEnd len="sm" w="sm" type="none"/>
          </a:ln>
        </p:spPr>
      </p:cxnSp>
      <p:sp>
        <p:nvSpPr>
          <p:cNvPr id="46" name="Google Shape;46;p2"/>
          <p:cNvSpPr/>
          <p:nvPr/>
        </p:nvSpPr>
        <p:spPr>
          <a:xfrm>
            <a:off x="6422684" y="2267276"/>
            <a:ext cx="7965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sp>
        <p:nvSpPr>
          <p:cNvPr id="47" name="Google Shape;47;p2"/>
          <p:cNvSpPr/>
          <p:nvPr/>
        </p:nvSpPr>
        <p:spPr>
          <a:xfrm>
            <a:off x="7348853" y="2267276"/>
            <a:ext cx="24660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cxnSp>
        <p:nvCxnSpPr>
          <p:cNvPr id="48" name="Google Shape;48;p2"/>
          <p:cNvCxnSpPr/>
          <p:nvPr/>
        </p:nvCxnSpPr>
        <p:spPr>
          <a:xfrm>
            <a:off x="8164242" y="2262732"/>
            <a:ext cx="2700" cy="446700"/>
          </a:xfrm>
          <a:prstGeom prst="straightConnector1">
            <a:avLst/>
          </a:prstGeom>
          <a:noFill/>
          <a:ln cap="flat" cmpd="sng" w="28575">
            <a:solidFill>
              <a:srgbClr val="D9D9D9"/>
            </a:solidFill>
            <a:prstDash val="solid"/>
            <a:round/>
            <a:headEnd len="sm" w="sm" type="none"/>
            <a:tailEnd len="sm" w="sm" type="none"/>
          </a:ln>
        </p:spPr>
      </p:cxnSp>
      <p:cxnSp>
        <p:nvCxnSpPr>
          <p:cNvPr id="49" name="Google Shape;49;p2"/>
          <p:cNvCxnSpPr/>
          <p:nvPr/>
        </p:nvCxnSpPr>
        <p:spPr>
          <a:xfrm>
            <a:off x="8994374" y="2262769"/>
            <a:ext cx="2700" cy="446700"/>
          </a:xfrm>
          <a:prstGeom prst="straightConnector1">
            <a:avLst/>
          </a:prstGeom>
          <a:noFill/>
          <a:ln cap="flat" cmpd="sng" w="28575">
            <a:solidFill>
              <a:srgbClr val="D9D9D9"/>
            </a:solidFill>
            <a:prstDash val="solid"/>
            <a:round/>
            <a:headEnd len="sm" w="sm" type="none"/>
            <a:tailEnd len="sm" w="sm" type="none"/>
          </a:ln>
        </p:spPr>
      </p:cxnSp>
      <p:sp>
        <p:nvSpPr>
          <p:cNvPr id="50" name="Google Shape;50;p2"/>
          <p:cNvSpPr/>
          <p:nvPr/>
        </p:nvSpPr>
        <p:spPr>
          <a:xfrm>
            <a:off x="265150" y="2781289"/>
            <a:ext cx="7965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sp>
        <p:nvSpPr>
          <p:cNvPr id="51" name="Google Shape;51;p2"/>
          <p:cNvSpPr/>
          <p:nvPr/>
        </p:nvSpPr>
        <p:spPr>
          <a:xfrm>
            <a:off x="1180835" y="2781289"/>
            <a:ext cx="16236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cxnSp>
        <p:nvCxnSpPr>
          <p:cNvPr id="52" name="Google Shape;52;p2"/>
          <p:cNvCxnSpPr/>
          <p:nvPr/>
        </p:nvCxnSpPr>
        <p:spPr>
          <a:xfrm>
            <a:off x="1973040" y="2776758"/>
            <a:ext cx="2700" cy="446700"/>
          </a:xfrm>
          <a:prstGeom prst="straightConnector1">
            <a:avLst/>
          </a:prstGeom>
          <a:noFill/>
          <a:ln cap="flat" cmpd="sng" w="28575">
            <a:solidFill>
              <a:srgbClr val="D9D9D9"/>
            </a:solidFill>
            <a:prstDash val="solid"/>
            <a:round/>
            <a:headEnd len="sm" w="sm" type="none"/>
            <a:tailEnd len="sm" w="sm" type="none"/>
          </a:ln>
        </p:spPr>
      </p:cxnSp>
      <p:sp>
        <p:nvSpPr>
          <p:cNvPr id="53" name="Google Shape;53;p2"/>
          <p:cNvSpPr/>
          <p:nvPr/>
        </p:nvSpPr>
        <p:spPr>
          <a:xfrm>
            <a:off x="2923707" y="2781289"/>
            <a:ext cx="16236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cxnSp>
        <p:nvCxnSpPr>
          <p:cNvPr id="54" name="Google Shape;54;p2"/>
          <p:cNvCxnSpPr/>
          <p:nvPr/>
        </p:nvCxnSpPr>
        <p:spPr>
          <a:xfrm>
            <a:off x="3719255" y="2776904"/>
            <a:ext cx="2700" cy="446700"/>
          </a:xfrm>
          <a:prstGeom prst="straightConnector1">
            <a:avLst/>
          </a:prstGeom>
          <a:noFill/>
          <a:ln cap="flat" cmpd="sng" w="28575">
            <a:solidFill>
              <a:srgbClr val="D9D9D9"/>
            </a:solidFill>
            <a:prstDash val="solid"/>
            <a:round/>
            <a:headEnd len="sm" w="sm" type="none"/>
            <a:tailEnd len="sm" w="sm" type="none"/>
          </a:ln>
        </p:spPr>
      </p:cxnSp>
      <p:sp>
        <p:nvSpPr>
          <p:cNvPr id="55" name="Google Shape;55;p2"/>
          <p:cNvSpPr/>
          <p:nvPr/>
        </p:nvSpPr>
        <p:spPr>
          <a:xfrm>
            <a:off x="4666579" y="2781289"/>
            <a:ext cx="16236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cxnSp>
        <p:nvCxnSpPr>
          <p:cNvPr id="56" name="Google Shape;56;p2"/>
          <p:cNvCxnSpPr/>
          <p:nvPr/>
        </p:nvCxnSpPr>
        <p:spPr>
          <a:xfrm>
            <a:off x="5460999" y="2776745"/>
            <a:ext cx="2700" cy="446700"/>
          </a:xfrm>
          <a:prstGeom prst="straightConnector1">
            <a:avLst/>
          </a:prstGeom>
          <a:noFill/>
          <a:ln cap="flat" cmpd="sng" w="28575">
            <a:solidFill>
              <a:srgbClr val="D9D9D9"/>
            </a:solidFill>
            <a:prstDash val="solid"/>
            <a:round/>
            <a:headEnd len="sm" w="sm" type="none"/>
            <a:tailEnd len="sm" w="sm" type="none"/>
          </a:ln>
        </p:spPr>
      </p:cxnSp>
      <p:sp>
        <p:nvSpPr>
          <p:cNvPr id="57" name="Google Shape;57;p2"/>
          <p:cNvSpPr/>
          <p:nvPr/>
        </p:nvSpPr>
        <p:spPr>
          <a:xfrm>
            <a:off x="6419935" y="2781289"/>
            <a:ext cx="7965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sp>
        <p:nvSpPr>
          <p:cNvPr id="58" name="Google Shape;58;p2"/>
          <p:cNvSpPr/>
          <p:nvPr/>
        </p:nvSpPr>
        <p:spPr>
          <a:xfrm>
            <a:off x="7346104" y="2781289"/>
            <a:ext cx="24660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cxnSp>
        <p:nvCxnSpPr>
          <p:cNvPr id="59" name="Google Shape;59;p2"/>
          <p:cNvCxnSpPr/>
          <p:nvPr/>
        </p:nvCxnSpPr>
        <p:spPr>
          <a:xfrm>
            <a:off x="8161493" y="2776745"/>
            <a:ext cx="2700" cy="446700"/>
          </a:xfrm>
          <a:prstGeom prst="straightConnector1">
            <a:avLst/>
          </a:prstGeom>
          <a:noFill/>
          <a:ln cap="flat" cmpd="sng" w="28575">
            <a:solidFill>
              <a:srgbClr val="D9D9D9"/>
            </a:solidFill>
            <a:prstDash val="solid"/>
            <a:round/>
            <a:headEnd len="sm" w="sm" type="none"/>
            <a:tailEnd len="sm" w="sm" type="none"/>
          </a:ln>
        </p:spPr>
      </p:cxnSp>
      <p:cxnSp>
        <p:nvCxnSpPr>
          <p:cNvPr id="60" name="Google Shape;60;p2"/>
          <p:cNvCxnSpPr/>
          <p:nvPr/>
        </p:nvCxnSpPr>
        <p:spPr>
          <a:xfrm>
            <a:off x="8991625" y="2776782"/>
            <a:ext cx="2700" cy="446700"/>
          </a:xfrm>
          <a:prstGeom prst="straightConnector1">
            <a:avLst/>
          </a:prstGeom>
          <a:noFill/>
          <a:ln cap="flat" cmpd="sng" w="28575">
            <a:solidFill>
              <a:srgbClr val="D9D9D9"/>
            </a:solidFill>
            <a:prstDash val="solid"/>
            <a:round/>
            <a:headEnd len="sm" w="sm" type="none"/>
            <a:tailEnd len="sm" w="sm" type="none"/>
          </a:ln>
        </p:spPr>
      </p:cxnSp>
      <p:sp>
        <p:nvSpPr>
          <p:cNvPr id="61" name="Google Shape;61;p2"/>
          <p:cNvSpPr/>
          <p:nvPr/>
        </p:nvSpPr>
        <p:spPr>
          <a:xfrm>
            <a:off x="269649" y="3266721"/>
            <a:ext cx="7965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sp>
        <p:nvSpPr>
          <p:cNvPr id="62" name="Google Shape;62;p2"/>
          <p:cNvSpPr/>
          <p:nvPr/>
        </p:nvSpPr>
        <p:spPr>
          <a:xfrm>
            <a:off x="1185334" y="3266721"/>
            <a:ext cx="16236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cxnSp>
        <p:nvCxnSpPr>
          <p:cNvPr id="63" name="Google Shape;63;p2"/>
          <p:cNvCxnSpPr/>
          <p:nvPr/>
        </p:nvCxnSpPr>
        <p:spPr>
          <a:xfrm>
            <a:off x="1977539" y="3262190"/>
            <a:ext cx="2700" cy="446700"/>
          </a:xfrm>
          <a:prstGeom prst="straightConnector1">
            <a:avLst/>
          </a:prstGeom>
          <a:noFill/>
          <a:ln cap="flat" cmpd="sng" w="28575">
            <a:solidFill>
              <a:srgbClr val="D9D9D9"/>
            </a:solidFill>
            <a:prstDash val="solid"/>
            <a:round/>
            <a:headEnd len="sm" w="sm" type="none"/>
            <a:tailEnd len="sm" w="sm" type="none"/>
          </a:ln>
        </p:spPr>
      </p:cxnSp>
      <p:sp>
        <p:nvSpPr>
          <p:cNvPr id="64" name="Google Shape;64;p2"/>
          <p:cNvSpPr/>
          <p:nvPr/>
        </p:nvSpPr>
        <p:spPr>
          <a:xfrm>
            <a:off x="2928206" y="3266721"/>
            <a:ext cx="16236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cxnSp>
        <p:nvCxnSpPr>
          <p:cNvPr id="65" name="Google Shape;65;p2"/>
          <p:cNvCxnSpPr/>
          <p:nvPr/>
        </p:nvCxnSpPr>
        <p:spPr>
          <a:xfrm>
            <a:off x="3723755" y="3262336"/>
            <a:ext cx="2700" cy="446700"/>
          </a:xfrm>
          <a:prstGeom prst="straightConnector1">
            <a:avLst/>
          </a:prstGeom>
          <a:noFill/>
          <a:ln cap="flat" cmpd="sng" w="28575">
            <a:solidFill>
              <a:srgbClr val="D9D9D9"/>
            </a:solidFill>
            <a:prstDash val="solid"/>
            <a:round/>
            <a:headEnd len="sm" w="sm" type="none"/>
            <a:tailEnd len="sm" w="sm" type="none"/>
          </a:ln>
        </p:spPr>
      </p:cxnSp>
      <p:sp>
        <p:nvSpPr>
          <p:cNvPr id="66" name="Google Shape;66;p2"/>
          <p:cNvSpPr/>
          <p:nvPr/>
        </p:nvSpPr>
        <p:spPr>
          <a:xfrm>
            <a:off x="4671078" y="3266721"/>
            <a:ext cx="16236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cxnSp>
        <p:nvCxnSpPr>
          <p:cNvPr id="67" name="Google Shape;67;p2"/>
          <p:cNvCxnSpPr/>
          <p:nvPr/>
        </p:nvCxnSpPr>
        <p:spPr>
          <a:xfrm>
            <a:off x="5465498" y="3262178"/>
            <a:ext cx="2700" cy="446700"/>
          </a:xfrm>
          <a:prstGeom prst="straightConnector1">
            <a:avLst/>
          </a:prstGeom>
          <a:noFill/>
          <a:ln cap="flat" cmpd="sng" w="28575">
            <a:solidFill>
              <a:srgbClr val="D9D9D9"/>
            </a:solidFill>
            <a:prstDash val="solid"/>
            <a:round/>
            <a:headEnd len="sm" w="sm" type="none"/>
            <a:tailEnd len="sm" w="sm" type="none"/>
          </a:ln>
        </p:spPr>
      </p:cxnSp>
      <p:sp>
        <p:nvSpPr>
          <p:cNvPr id="68" name="Google Shape;68;p2"/>
          <p:cNvSpPr/>
          <p:nvPr/>
        </p:nvSpPr>
        <p:spPr>
          <a:xfrm>
            <a:off x="6424434" y="3266721"/>
            <a:ext cx="7965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sp>
        <p:nvSpPr>
          <p:cNvPr id="69" name="Google Shape;69;p2"/>
          <p:cNvSpPr/>
          <p:nvPr/>
        </p:nvSpPr>
        <p:spPr>
          <a:xfrm>
            <a:off x="7350603" y="3266721"/>
            <a:ext cx="24660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cxnSp>
        <p:nvCxnSpPr>
          <p:cNvPr id="70" name="Google Shape;70;p2"/>
          <p:cNvCxnSpPr/>
          <p:nvPr/>
        </p:nvCxnSpPr>
        <p:spPr>
          <a:xfrm>
            <a:off x="8165992" y="3262178"/>
            <a:ext cx="2700" cy="446700"/>
          </a:xfrm>
          <a:prstGeom prst="straightConnector1">
            <a:avLst/>
          </a:prstGeom>
          <a:noFill/>
          <a:ln cap="flat" cmpd="sng" w="28575">
            <a:solidFill>
              <a:srgbClr val="D9D9D9"/>
            </a:solidFill>
            <a:prstDash val="solid"/>
            <a:round/>
            <a:headEnd len="sm" w="sm" type="none"/>
            <a:tailEnd len="sm" w="sm" type="none"/>
          </a:ln>
        </p:spPr>
      </p:cxnSp>
      <p:cxnSp>
        <p:nvCxnSpPr>
          <p:cNvPr id="71" name="Google Shape;71;p2"/>
          <p:cNvCxnSpPr/>
          <p:nvPr/>
        </p:nvCxnSpPr>
        <p:spPr>
          <a:xfrm>
            <a:off x="8996124" y="3262214"/>
            <a:ext cx="2700" cy="446700"/>
          </a:xfrm>
          <a:prstGeom prst="straightConnector1">
            <a:avLst/>
          </a:prstGeom>
          <a:noFill/>
          <a:ln cap="flat" cmpd="sng" w="28575">
            <a:solidFill>
              <a:srgbClr val="D9D9D9"/>
            </a:solidFill>
            <a:prstDash val="solid"/>
            <a:round/>
            <a:headEnd len="sm" w="sm" type="none"/>
            <a:tailEnd len="sm" w="sm" type="none"/>
          </a:ln>
        </p:spPr>
      </p:cxnSp>
      <p:sp>
        <p:nvSpPr>
          <p:cNvPr id="72" name="Google Shape;72;p2"/>
          <p:cNvSpPr/>
          <p:nvPr/>
        </p:nvSpPr>
        <p:spPr>
          <a:xfrm>
            <a:off x="267345" y="3763862"/>
            <a:ext cx="7965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sp>
        <p:nvSpPr>
          <p:cNvPr id="73" name="Google Shape;73;p2"/>
          <p:cNvSpPr/>
          <p:nvPr/>
        </p:nvSpPr>
        <p:spPr>
          <a:xfrm>
            <a:off x="1183030" y="3763862"/>
            <a:ext cx="16236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cxnSp>
        <p:nvCxnSpPr>
          <p:cNvPr id="74" name="Google Shape;74;p2"/>
          <p:cNvCxnSpPr/>
          <p:nvPr/>
        </p:nvCxnSpPr>
        <p:spPr>
          <a:xfrm>
            <a:off x="1975235" y="3759330"/>
            <a:ext cx="2700" cy="446700"/>
          </a:xfrm>
          <a:prstGeom prst="straightConnector1">
            <a:avLst/>
          </a:prstGeom>
          <a:noFill/>
          <a:ln cap="flat" cmpd="sng" w="28575">
            <a:solidFill>
              <a:srgbClr val="D9D9D9"/>
            </a:solidFill>
            <a:prstDash val="solid"/>
            <a:round/>
            <a:headEnd len="sm" w="sm" type="none"/>
            <a:tailEnd len="sm" w="sm" type="none"/>
          </a:ln>
        </p:spPr>
      </p:cxnSp>
      <p:sp>
        <p:nvSpPr>
          <p:cNvPr id="75" name="Google Shape;75;p2"/>
          <p:cNvSpPr/>
          <p:nvPr/>
        </p:nvSpPr>
        <p:spPr>
          <a:xfrm>
            <a:off x="2925902" y="3763862"/>
            <a:ext cx="16236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cxnSp>
        <p:nvCxnSpPr>
          <p:cNvPr id="76" name="Google Shape;76;p2"/>
          <p:cNvCxnSpPr/>
          <p:nvPr/>
        </p:nvCxnSpPr>
        <p:spPr>
          <a:xfrm>
            <a:off x="3721450" y="3759477"/>
            <a:ext cx="2700" cy="446700"/>
          </a:xfrm>
          <a:prstGeom prst="straightConnector1">
            <a:avLst/>
          </a:prstGeom>
          <a:noFill/>
          <a:ln cap="flat" cmpd="sng" w="28575">
            <a:solidFill>
              <a:srgbClr val="D9D9D9"/>
            </a:solidFill>
            <a:prstDash val="solid"/>
            <a:round/>
            <a:headEnd len="sm" w="sm" type="none"/>
            <a:tailEnd len="sm" w="sm" type="none"/>
          </a:ln>
        </p:spPr>
      </p:cxnSp>
      <p:sp>
        <p:nvSpPr>
          <p:cNvPr id="77" name="Google Shape;77;p2"/>
          <p:cNvSpPr/>
          <p:nvPr/>
        </p:nvSpPr>
        <p:spPr>
          <a:xfrm>
            <a:off x="4668774" y="3763862"/>
            <a:ext cx="16236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cxnSp>
        <p:nvCxnSpPr>
          <p:cNvPr id="78" name="Google Shape;78;p2"/>
          <p:cNvCxnSpPr/>
          <p:nvPr/>
        </p:nvCxnSpPr>
        <p:spPr>
          <a:xfrm>
            <a:off x="5463194" y="3759318"/>
            <a:ext cx="2700" cy="446700"/>
          </a:xfrm>
          <a:prstGeom prst="straightConnector1">
            <a:avLst/>
          </a:prstGeom>
          <a:noFill/>
          <a:ln cap="flat" cmpd="sng" w="28575">
            <a:solidFill>
              <a:srgbClr val="D9D9D9"/>
            </a:solidFill>
            <a:prstDash val="solid"/>
            <a:round/>
            <a:headEnd len="sm" w="sm" type="none"/>
            <a:tailEnd len="sm" w="sm" type="none"/>
          </a:ln>
        </p:spPr>
      </p:cxnSp>
      <p:sp>
        <p:nvSpPr>
          <p:cNvPr id="79" name="Google Shape;79;p2"/>
          <p:cNvSpPr/>
          <p:nvPr/>
        </p:nvSpPr>
        <p:spPr>
          <a:xfrm>
            <a:off x="6422130" y="3763862"/>
            <a:ext cx="7965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sp>
        <p:nvSpPr>
          <p:cNvPr id="80" name="Google Shape;80;p2"/>
          <p:cNvSpPr/>
          <p:nvPr/>
        </p:nvSpPr>
        <p:spPr>
          <a:xfrm>
            <a:off x="7348299" y="3763862"/>
            <a:ext cx="24660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cxnSp>
        <p:nvCxnSpPr>
          <p:cNvPr id="81" name="Google Shape;81;p2"/>
          <p:cNvCxnSpPr/>
          <p:nvPr/>
        </p:nvCxnSpPr>
        <p:spPr>
          <a:xfrm>
            <a:off x="8163688" y="3759318"/>
            <a:ext cx="2700" cy="446700"/>
          </a:xfrm>
          <a:prstGeom prst="straightConnector1">
            <a:avLst/>
          </a:prstGeom>
          <a:noFill/>
          <a:ln cap="flat" cmpd="sng" w="28575">
            <a:solidFill>
              <a:srgbClr val="D9D9D9"/>
            </a:solidFill>
            <a:prstDash val="solid"/>
            <a:round/>
            <a:headEnd len="sm" w="sm" type="none"/>
            <a:tailEnd len="sm" w="sm" type="none"/>
          </a:ln>
        </p:spPr>
      </p:cxnSp>
      <p:cxnSp>
        <p:nvCxnSpPr>
          <p:cNvPr id="82" name="Google Shape;82;p2"/>
          <p:cNvCxnSpPr/>
          <p:nvPr/>
        </p:nvCxnSpPr>
        <p:spPr>
          <a:xfrm>
            <a:off x="8993820" y="3759355"/>
            <a:ext cx="2700" cy="446700"/>
          </a:xfrm>
          <a:prstGeom prst="straightConnector1">
            <a:avLst/>
          </a:prstGeom>
          <a:noFill/>
          <a:ln cap="flat" cmpd="sng" w="28575">
            <a:solidFill>
              <a:srgbClr val="D9D9D9"/>
            </a:solidFill>
            <a:prstDash val="solid"/>
            <a:round/>
            <a:headEnd len="sm" w="sm" type="none"/>
            <a:tailEnd len="sm" w="sm" type="none"/>
          </a:ln>
        </p:spPr>
      </p:cxnSp>
      <p:sp>
        <p:nvSpPr>
          <p:cNvPr id="83" name="Google Shape;83;p2"/>
          <p:cNvSpPr/>
          <p:nvPr/>
        </p:nvSpPr>
        <p:spPr>
          <a:xfrm>
            <a:off x="264596" y="4277875"/>
            <a:ext cx="7965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sp>
        <p:nvSpPr>
          <p:cNvPr id="84" name="Google Shape;84;p2"/>
          <p:cNvSpPr/>
          <p:nvPr/>
        </p:nvSpPr>
        <p:spPr>
          <a:xfrm>
            <a:off x="1180280" y="4277875"/>
            <a:ext cx="16236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cxnSp>
        <p:nvCxnSpPr>
          <p:cNvPr id="85" name="Google Shape;85;p2"/>
          <p:cNvCxnSpPr/>
          <p:nvPr/>
        </p:nvCxnSpPr>
        <p:spPr>
          <a:xfrm>
            <a:off x="1972486" y="4273343"/>
            <a:ext cx="2700" cy="446700"/>
          </a:xfrm>
          <a:prstGeom prst="straightConnector1">
            <a:avLst/>
          </a:prstGeom>
          <a:noFill/>
          <a:ln cap="flat" cmpd="sng" w="28575">
            <a:solidFill>
              <a:srgbClr val="D9D9D9"/>
            </a:solidFill>
            <a:prstDash val="solid"/>
            <a:round/>
            <a:headEnd len="sm" w="sm" type="none"/>
            <a:tailEnd len="sm" w="sm" type="none"/>
          </a:ln>
        </p:spPr>
      </p:cxnSp>
      <p:sp>
        <p:nvSpPr>
          <p:cNvPr id="86" name="Google Shape;86;p2"/>
          <p:cNvSpPr/>
          <p:nvPr/>
        </p:nvSpPr>
        <p:spPr>
          <a:xfrm>
            <a:off x="2923152" y="4277875"/>
            <a:ext cx="16236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cxnSp>
        <p:nvCxnSpPr>
          <p:cNvPr id="87" name="Google Shape;87;p2"/>
          <p:cNvCxnSpPr/>
          <p:nvPr/>
        </p:nvCxnSpPr>
        <p:spPr>
          <a:xfrm>
            <a:off x="3718701" y="4273490"/>
            <a:ext cx="2700" cy="446700"/>
          </a:xfrm>
          <a:prstGeom prst="straightConnector1">
            <a:avLst/>
          </a:prstGeom>
          <a:noFill/>
          <a:ln cap="flat" cmpd="sng" w="28575">
            <a:solidFill>
              <a:srgbClr val="D9D9D9"/>
            </a:solidFill>
            <a:prstDash val="solid"/>
            <a:round/>
            <a:headEnd len="sm" w="sm" type="none"/>
            <a:tailEnd len="sm" w="sm" type="none"/>
          </a:ln>
        </p:spPr>
      </p:cxnSp>
      <p:sp>
        <p:nvSpPr>
          <p:cNvPr id="88" name="Google Shape;88;p2"/>
          <p:cNvSpPr/>
          <p:nvPr/>
        </p:nvSpPr>
        <p:spPr>
          <a:xfrm>
            <a:off x="4666024" y="4277875"/>
            <a:ext cx="16236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cxnSp>
        <p:nvCxnSpPr>
          <p:cNvPr id="89" name="Google Shape;89;p2"/>
          <p:cNvCxnSpPr/>
          <p:nvPr/>
        </p:nvCxnSpPr>
        <p:spPr>
          <a:xfrm>
            <a:off x="5460445" y="4273331"/>
            <a:ext cx="2700" cy="446700"/>
          </a:xfrm>
          <a:prstGeom prst="straightConnector1">
            <a:avLst/>
          </a:prstGeom>
          <a:noFill/>
          <a:ln cap="flat" cmpd="sng" w="28575">
            <a:solidFill>
              <a:srgbClr val="D9D9D9"/>
            </a:solidFill>
            <a:prstDash val="solid"/>
            <a:round/>
            <a:headEnd len="sm" w="sm" type="none"/>
            <a:tailEnd len="sm" w="sm" type="none"/>
          </a:ln>
        </p:spPr>
      </p:cxnSp>
      <p:sp>
        <p:nvSpPr>
          <p:cNvPr id="90" name="Google Shape;90;p2"/>
          <p:cNvSpPr/>
          <p:nvPr/>
        </p:nvSpPr>
        <p:spPr>
          <a:xfrm>
            <a:off x="6419381" y="4277875"/>
            <a:ext cx="7965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sp>
        <p:nvSpPr>
          <p:cNvPr id="91" name="Google Shape;91;p2"/>
          <p:cNvSpPr/>
          <p:nvPr/>
        </p:nvSpPr>
        <p:spPr>
          <a:xfrm>
            <a:off x="7345550" y="4277875"/>
            <a:ext cx="24660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cxnSp>
        <p:nvCxnSpPr>
          <p:cNvPr id="92" name="Google Shape;92;p2"/>
          <p:cNvCxnSpPr/>
          <p:nvPr/>
        </p:nvCxnSpPr>
        <p:spPr>
          <a:xfrm>
            <a:off x="8160939" y="4273331"/>
            <a:ext cx="2700" cy="446700"/>
          </a:xfrm>
          <a:prstGeom prst="straightConnector1">
            <a:avLst/>
          </a:prstGeom>
          <a:noFill/>
          <a:ln cap="flat" cmpd="sng" w="28575">
            <a:solidFill>
              <a:srgbClr val="D9D9D9"/>
            </a:solidFill>
            <a:prstDash val="solid"/>
            <a:round/>
            <a:headEnd len="sm" w="sm" type="none"/>
            <a:tailEnd len="sm" w="sm" type="none"/>
          </a:ln>
        </p:spPr>
      </p:cxnSp>
      <p:cxnSp>
        <p:nvCxnSpPr>
          <p:cNvPr id="93" name="Google Shape;93;p2"/>
          <p:cNvCxnSpPr/>
          <p:nvPr/>
        </p:nvCxnSpPr>
        <p:spPr>
          <a:xfrm>
            <a:off x="8991070" y="4273368"/>
            <a:ext cx="2700" cy="446700"/>
          </a:xfrm>
          <a:prstGeom prst="straightConnector1">
            <a:avLst/>
          </a:prstGeom>
          <a:noFill/>
          <a:ln cap="flat" cmpd="sng" w="28575">
            <a:solidFill>
              <a:srgbClr val="D9D9D9"/>
            </a:solidFill>
            <a:prstDash val="solid"/>
            <a:round/>
            <a:headEnd len="sm" w="sm" type="none"/>
            <a:tailEnd len="sm" w="sm" type="none"/>
          </a:ln>
        </p:spPr>
      </p:cxnSp>
      <p:sp>
        <p:nvSpPr>
          <p:cNvPr id="94" name="Google Shape;94;p2"/>
          <p:cNvSpPr/>
          <p:nvPr/>
        </p:nvSpPr>
        <p:spPr>
          <a:xfrm>
            <a:off x="269095" y="4763307"/>
            <a:ext cx="7965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sp>
        <p:nvSpPr>
          <p:cNvPr id="95" name="Google Shape;95;p2"/>
          <p:cNvSpPr/>
          <p:nvPr/>
        </p:nvSpPr>
        <p:spPr>
          <a:xfrm>
            <a:off x="1184780" y="4763307"/>
            <a:ext cx="16236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cxnSp>
        <p:nvCxnSpPr>
          <p:cNvPr id="96" name="Google Shape;96;p2"/>
          <p:cNvCxnSpPr/>
          <p:nvPr/>
        </p:nvCxnSpPr>
        <p:spPr>
          <a:xfrm>
            <a:off x="1976985" y="4758776"/>
            <a:ext cx="2700" cy="446700"/>
          </a:xfrm>
          <a:prstGeom prst="straightConnector1">
            <a:avLst/>
          </a:prstGeom>
          <a:noFill/>
          <a:ln cap="flat" cmpd="sng" w="28575">
            <a:solidFill>
              <a:srgbClr val="D9D9D9"/>
            </a:solidFill>
            <a:prstDash val="solid"/>
            <a:round/>
            <a:headEnd len="sm" w="sm" type="none"/>
            <a:tailEnd len="sm" w="sm" type="none"/>
          </a:ln>
        </p:spPr>
      </p:cxnSp>
      <p:sp>
        <p:nvSpPr>
          <p:cNvPr id="97" name="Google Shape;97;p2"/>
          <p:cNvSpPr/>
          <p:nvPr/>
        </p:nvSpPr>
        <p:spPr>
          <a:xfrm>
            <a:off x="2927652" y="4763307"/>
            <a:ext cx="16236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cxnSp>
        <p:nvCxnSpPr>
          <p:cNvPr id="98" name="Google Shape;98;p2"/>
          <p:cNvCxnSpPr/>
          <p:nvPr/>
        </p:nvCxnSpPr>
        <p:spPr>
          <a:xfrm>
            <a:off x="3723200" y="4758922"/>
            <a:ext cx="2700" cy="446700"/>
          </a:xfrm>
          <a:prstGeom prst="straightConnector1">
            <a:avLst/>
          </a:prstGeom>
          <a:noFill/>
          <a:ln cap="flat" cmpd="sng" w="28575">
            <a:solidFill>
              <a:srgbClr val="D9D9D9"/>
            </a:solidFill>
            <a:prstDash val="solid"/>
            <a:round/>
            <a:headEnd len="sm" w="sm" type="none"/>
            <a:tailEnd len="sm" w="sm" type="none"/>
          </a:ln>
        </p:spPr>
      </p:cxnSp>
      <p:sp>
        <p:nvSpPr>
          <p:cNvPr id="99" name="Google Shape;99;p2"/>
          <p:cNvSpPr/>
          <p:nvPr/>
        </p:nvSpPr>
        <p:spPr>
          <a:xfrm>
            <a:off x="4670524" y="4763307"/>
            <a:ext cx="16236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cxnSp>
        <p:nvCxnSpPr>
          <p:cNvPr id="100" name="Google Shape;100;p2"/>
          <p:cNvCxnSpPr/>
          <p:nvPr/>
        </p:nvCxnSpPr>
        <p:spPr>
          <a:xfrm>
            <a:off x="5464944" y="4758764"/>
            <a:ext cx="2700" cy="446700"/>
          </a:xfrm>
          <a:prstGeom prst="straightConnector1">
            <a:avLst/>
          </a:prstGeom>
          <a:noFill/>
          <a:ln cap="flat" cmpd="sng" w="28575">
            <a:solidFill>
              <a:srgbClr val="D9D9D9"/>
            </a:solidFill>
            <a:prstDash val="solid"/>
            <a:round/>
            <a:headEnd len="sm" w="sm" type="none"/>
            <a:tailEnd len="sm" w="sm" type="none"/>
          </a:ln>
        </p:spPr>
      </p:cxnSp>
      <p:sp>
        <p:nvSpPr>
          <p:cNvPr id="101" name="Google Shape;101;p2"/>
          <p:cNvSpPr/>
          <p:nvPr/>
        </p:nvSpPr>
        <p:spPr>
          <a:xfrm>
            <a:off x="6423880" y="4763307"/>
            <a:ext cx="7965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sp>
        <p:nvSpPr>
          <p:cNvPr id="102" name="Google Shape;102;p2"/>
          <p:cNvSpPr/>
          <p:nvPr/>
        </p:nvSpPr>
        <p:spPr>
          <a:xfrm>
            <a:off x="7350049" y="4763307"/>
            <a:ext cx="24660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cxnSp>
        <p:nvCxnSpPr>
          <p:cNvPr id="103" name="Google Shape;103;p2"/>
          <p:cNvCxnSpPr/>
          <p:nvPr/>
        </p:nvCxnSpPr>
        <p:spPr>
          <a:xfrm>
            <a:off x="8165438" y="4758764"/>
            <a:ext cx="2700" cy="446700"/>
          </a:xfrm>
          <a:prstGeom prst="straightConnector1">
            <a:avLst/>
          </a:prstGeom>
          <a:noFill/>
          <a:ln cap="flat" cmpd="sng" w="28575">
            <a:solidFill>
              <a:srgbClr val="D9D9D9"/>
            </a:solidFill>
            <a:prstDash val="solid"/>
            <a:round/>
            <a:headEnd len="sm" w="sm" type="none"/>
            <a:tailEnd len="sm" w="sm" type="none"/>
          </a:ln>
        </p:spPr>
      </p:cxnSp>
      <p:cxnSp>
        <p:nvCxnSpPr>
          <p:cNvPr id="104" name="Google Shape;104;p2"/>
          <p:cNvCxnSpPr/>
          <p:nvPr/>
        </p:nvCxnSpPr>
        <p:spPr>
          <a:xfrm>
            <a:off x="8995570" y="4758800"/>
            <a:ext cx="2700" cy="446700"/>
          </a:xfrm>
          <a:prstGeom prst="straightConnector1">
            <a:avLst/>
          </a:prstGeom>
          <a:noFill/>
          <a:ln cap="flat" cmpd="sng" w="28575">
            <a:solidFill>
              <a:srgbClr val="D9D9D9"/>
            </a:solidFill>
            <a:prstDash val="solid"/>
            <a:round/>
            <a:headEnd len="sm" w="sm" type="none"/>
            <a:tailEnd len="sm" w="sm" type="none"/>
          </a:ln>
        </p:spPr>
      </p:cxnSp>
      <p:sp>
        <p:nvSpPr>
          <p:cNvPr id="105" name="Google Shape;105;p2"/>
          <p:cNvSpPr/>
          <p:nvPr/>
        </p:nvSpPr>
        <p:spPr>
          <a:xfrm>
            <a:off x="267899" y="5253569"/>
            <a:ext cx="7965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sp>
        <p:nvSpPr>
          <p:cNvPr id="106" name="Google Shape;106;p2"/>
          <p:cNvSpPr/>
          <p:nvPr/>
        </p:nvSpPr>
        <p:spPr>
          <a:xfrm>
            <a:off x="1183584" y="5253569"/>
            <a:ext cx="16236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cxnSp>
        <p:nvCxnSpPr>
          <p:cNvPr id="107" name="Google Shape;107;p2"/>
          <p:cNvCxnSpPr/>
          <p:nvPr/>
        </p:nvCxnSpPr>
        <p:spPr>
          <a:xfrm>
            <a:off x="1975789" y="5249038"/>
            <a:ext cx="2700" cy="446700"/>
          </a:xfrm>
          <a:prstGeom prst="straightConnector1">
            <a:avLst/>
          </a:prstGeom>
          <a:noFill/>
          <a:ln cap="flat" cmpd="sng" w="28575">
            <a:solidFill>
              <a:srgbClr val="D9D9D9"/>
            </a:solidFill>
            <a:prstDash val="solid"/>
            <a:round/>
            <a:headEnd len="sm" w="sm" type="none"/>
            <a:tailEnd len="sm" w="sm" type="none"/>
          </a:ln>
        </p:spPr>
      </p:cxnSp>
      <p:sp>
        <p:nvSpPr>
          <p:cNvPr id="108" name="Google Shape;108;p2"/>
          <p:cNvSpPr/>
          <p:nvPr/>
        </p:nvSpPr>
        <p:spPr>
          <a:xfrm>
            <a:off x="2926456" y="5253569"/>
            <a:ext cx="16236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cxnSp>
        <p:nvCxnSpPr>
          <p:cNvPr id="109" name="Google Shape;109;p2"/>
          <p:cNvCxnSpPr/>
          <p:nvPr/>
        </p:nvCxnSpPr>
        <p:spPr>
          <a:xfrm>
            <a:off x="3722005" y="5249184"/>
            <a:ext cx="2700" cy="446700"/>
          </a:xfrm>
          <a:prstGeom prst="straightConnector1">
            <a:avLst/>
          </a:prstGeom>
          <a:noFill/>
          <a:ln cap="flat" cmpd="sng" w="28575">
            <a:solidFill>
              <a:srgbClr val="D9D9D9"/>
            </a:solidFill>
            <a:prstDash val="solid"/>
            <a:round/>
            <a:headEnd len="sm" w="sm" type="none"/>
            <a:tailEnd len="sm" w="sm" type="none"/>
          </a:ln>
        </p:spPr>
      </p:cxnSp>
      <p:sp>
        <p:nvSpPr>
          <p:cNvPr id="110" name="Google Shape;110;p2"/>
          <p:cNvSpPr/>
          <p:nvPr/>
        </p:nvSpPr>
        <p:spPr>
          <a:xfrm>
            <a:off x="4669328" y="5253569"/>
            <a:ext cx="16236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cxnSp>
        <p:nvCxnSpPr>
          <p:cNvPr id="111" name="Google Shape;111;p2"/>
          <p:cNvCxnSpPr/>
          <p:nvPr/>
        </p:nvCxnSpPr>
        <p:spPr>
          <a:xfrm>
            <a:off x="5463748" y="5249025"/>
            <a:ext cx="2700" cy="446700"/>
          </a:xfrm>
          <a:prstGeom prst="straightConnector1">
            <a:avLst/>
          </a:prstGeom>
          <a:noFill/>
          <a:ln cap="flat" cmpd="sng" w="28575">
            <a:solidFill>
              <a:srgbClr val="D9D9D9"/>
            </a:solidFill>
            <a:prstDash val="solid"/>
            <a:round/>
            <a:headEnd len="sm" w="sm" type="none"/>
            <a:tailEnd len="sm" w="sm" type="none"/>
          </a:ln>
        </p:spPr>
      </p:cxnSp>
      <p:sp>
        <p:nvSpPr>
          <p:cNvPr id="112" name="Google Shape;112;p2"/>
          <p:cNvSpPr/>
          <p:nvPr/>
        </p:nvSpPr>
        <p:spPr>
          <a:xfrm>
            <a:off x="6422684" y="5253569"/>
            <a:ext cx="7965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sp>
        <p:nvSpPr>
          <p:cNvPr id="113" name="Google Shape;113;p2"/>
          <p:cNvSpPr/>
          <p:nvPr/>
        </p:nvSpPr>
        <p:spPr>
          <a:xfrm>
            <a:off x="7348853" y="5253569"/>
            <a:ext cx="24660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cxnSp>
        <p:nvCxnSpPr>
          <p:cNvPr id="114" name="Google Shape;114;p2"/>
          <p:cNvCxnSpPr/>
          <p:nvPr/>
        </p:nvCxnSpPr>
        <p:spPr>
          <a:xfrm>
            <a:off x="8164242" y="5249025"/>
            <a:ext cx="2700" cy="446700"/>
          </a:xfrm>
          <a:prstGeom prst="straightConnector1">
            <a:avLst/>
          </a:prstGeom>
          <a:noFill/>
          <a:ln cap="flat" cmpd="sng" w="28575">
            <a:solidFill>
              <a:srgbClr val="D9D9D9"/>
            </a:solidFill>
            <a:prstDash val="solid"/>
            <a:round/>
            <a:headEnd len="sm" w="sm" type="none"/>
            <a:tailEnd len="sm" w="sm" type="none"/>
          </a:ln>
        </p:spPr>
      </p:cxnSp>
      <p:cxnSp>
        <p:nvCxnSpPr>
          <p:cNvPr id="115" name="Google Shape;115;p2"/>
          <p:cNvCxnSpPr/>
          <p:nvPr/>
        </p:nvCxnSpPr>
        <p:spPr>
          <a:xfrm>
            <a:off x="8994374" y="5249062"/>
            <a:ext cx="2700" cy="446700"/>
          </a:xfrm>
          <a:prstGeom prst="straightConnector1">
            <a:avLst/>
          </a:prstGeom>
          <a:noFill/>
          <a:ln cap="flat" cmpd="sng" w="28575">
            <a:solidFill>
              <a:srgbClr val="D9D9D9"/>
            </a:solidFill>
            <a:prstDash val="solid"/>
            <a:round/>
            <a:headEnd len="sm" w="sm" type="none"/>
            <a:tailEnd len="sm" w="sm" type="none"/>
          </a:ln>
        </p:spPr>
      </p:cxnSp>
      <p:sp>
        <p:nvSpPr>
          <p:cNvPr id="116" name="Google Shape;116;p2"/>
          <p:cNvSpPr/>
          <p:nvPr/>
        </p:nvSpPr>
        <p:spPr>
          <a:xfrm>
            <a:off x="265150" y="5767582"/>
            <a:ext cx="7965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sp>
        <p:nvSpPr>
          <p:cNvPr id="117" name="Google Shape;117;p2"/>
          <p:cNvSpPr/>
          <p:nvPr/>
        </p:nvSpPr>
        <p:spPr>
          <a:xfrm>
            <a:off x="1180835" y="5767582"/>
            <a:ext cx="16236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cxnSp>
        <p:nvCxnSpPr>
          <p:cNvPr id="118" name="Google Shape;118;p2"/>
          <p:cNvCxnSpPr/>
          <p:nvPr/>
        </p:nvCxnSpPr>
        <p:spPr>
          <a:xfrm>
            <a:off x="1973040" y="5763051"/>
            <a:ext cx="2700" cy="446700"/>
          </a:xfrm>
          <a:prstGeom prst="straightConnector1">
            <a:avLst/>
          </a:prstGeom>
          <a:noFill/>
          <a:ln cap="flat" cmpd="sng" w="28575">
            <a:solidFill>
              <a:srgbClr val="D9D9D9"/>
            </a:solidFill>
            <a:prstDash val="solid"/>
            <a:round/>
            <a:headEnd len="sm" w="sm" type="none"/>
            <a:tailEnd len="sm" w="sm" type="none"/>
          </a:ln>
        </p:spPr>
      </p:cxnSp>
      <p:sp>
        <p:nvSpPr>
          <p:cNvPr id="119" name="Google Shape;119;p2"/>
          <p:cNvSpPr/>
          <p:nvPr/>
        </p:nvSpPr>
        <p:spPr>
          <a:xfrm>
            <a:off x="2923707" y="5767582"/>
            <a:ext cx="16236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cxnSp>
        <p:nvCxnSpPr>
          <p:cNvPr id="120" name="Google Shape;120;p2"/>
          <p:cNvCxnSpPr/>
          <p:nvPr/>
        </p:nvCxnSpPr>
        <p:spPr>
          <a:xfrm>
            <a:off x="3719255" y="5763197"/>
            <a:ext cx="2700" cy="446700"/>
          </a:xfrm>
          <a:prstGeom prst="straightConnector1">
            <a:avLst/>
          </a:prstGeom>
          <a:noFill/>
          <a:ln cap="flat" cmpd="sng" w="28575">
            <a:solidFill>
              <a:srgbClr val="D9D9D9"/>
            </a:solidFill>
            <a:prstDash val="solid"/>
            <a:round/>
            <a:headEnd len="sm" w="sm" type="none"/>
            <a:tailEnd len="sm" w="sm" type="none"/>
          </a:ln>
        </p:spPr>
      </p:cxnSp>
      <p:sp>
        <p:nvSpPr>
          <p:cNvPr id="121" name="Google Shape;121;p2"/>
          <p:cNvSpPr/>
          <p:nvPr/>
        </p:nvSpPr>
        <p:spPr>
          <a:xfrm>
            <a:off x="4666579" y="5767582"/>
            <a:ext cx="16236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cxnSp>
        <p:nvCxnSpPr>
          <p:cNvPr id="122" name="Google Shape;122;p2"/>
          <p:cNvCxnSpPr/>
          <p:nvPr/>
        </p:nvCxnSpPr>
        <p:spPr>
          <a:xfrm>
            <a:off x="5460999" y="5763038"/>
            <a:ext cx="2700" cy="446700"/>
          </a:xfrm>
          <a:prstGeom prst="straightConnector1">
            <a:avLst/>
          </a:prstGeom>
          <a:noFill/>
          <a:ln cap="flat" cmpd="sng" w="28575">
            <a:solidFill>
              <a:srgbClr val="D9D9D9"/>
            </a:solidFill>
            <a:prstDash val="solid"/>
            <a:round/>
            <a:headEnd len="sm" w="sm" type="none"/>
            <a:tailEnd len="sm" w="sm" type="none"/>
          </a:ln>
        </p:spPr>
      </p:cxnSp>
      <p:sp>
        <p:nvSpPr>
          <p:cNvPr id="123" name="Google Shape;123;p2"/>
          <p:cNvSpPr/>
          <p:nvPr/>
        </p:nvSpPr>
        <p:spPr>
          <a:xfrm>
            <a:off x="6419935" y="5767582"/>
            <a:ext cx="7965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sp>
        <p:nvSpPr>
          <p:cNvPr id="124" name="Google Shape;124;p2"/>
          <p:cNvSpPr/>
          <p:nvPr/>
        </p:nvSpPr>
        <p:spPr>
          <a:xfrm>
            <a:off x="7346104" y="5767582"/>
            <a:ext cx="24660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cxnSp>
        <p:nvCxnSpPr>
          <p:cNvPr id="125" name="Google Shape;125;p2"/>
          <p:cNvCxnSpPr/>
          <p:nvPr/>
        </p:nvCxnSpPr>
        <p:spPr>
          <a:xfrm>
            <a:off x="8161493" y="5763038"/>
            <a:ext cx="2700" cy="446700"/>
          </a:xfrm>
          <a:prstGeom prst="straightConnector1">
            <a:avLst/>
          </a:prstGeom>
          <a:noFill/>
          <a:ln cap="flat" cmpd="sng" w="28575">
            <a:solidFill>
              <a:srgbClr val="D9D9D9"/>
            </a:solidFill>
            <a:prstDash val="solid"/>
            <a:round/>
            <a:headEnd len="sm" w="sm" type="none"/>
            <a:tailEnd len="sm" w="sm" type="none"/>
          </a:ln>
        </p:spPr>
      </p:cxnSp>
      <p:cxnSp>
        <p:nvCxnSpPr>
          <p:cNvPr id="126" name="Google Shape;126;p2"/>
          <p:cNvCxnSpPr/>
          <p:nvPr/>
        </p:nvCxnSpPr>
        <p:spPr>
          <a:xfrm>
            <a:off x="8991625" y="5763075"/>
            <a:ext cx="2700" cy="446700"/>
          </a:xfrm>
          <a:prstGeom prst="straightConnector1">
            <a:avLst/>
          </a:prstGeom>
          <a:noFill/>
          <a:ln cap="flat" cmpd="sng" w="28575">
            <a:solidFill>
              <a:srgbClr val="D9D9D9"/>
            </a:solidFill>
            <a:prstDash val="solid"/>
            <a:round/>
            <a:headEnd len="sm" w="sm" type="none"/>
            <a:tailEnd len="sm" w="sm" type="none"/>
          </a:ln>
        </p:spPr>
      </p:cxnSp>
      <p:sp>
        <p:nvSpPr>
          <p:cNvPr id="127" name="Google Shape;127;p2"/>
          <p:cNvSpPr txBox="1"/>
          <p:nvPr>
            <p:ph idx="4" type="subTitle"/>
          </p:nvPr>
        </p:nvSpPr>
        <p:spPr>
          <a:xfrm>
            <a:off x="263406" y="1782608"/>
            <a:ext cx="796500" cy="437700"/>
          </a:xfrm>
          <a:prstGeom prst="rect">
            <a:avLst/>
          </a:prstGeom>
          <a:noFill/>
          <a:ln>
            <a:noFill/>
          </a:ln>
        </p:spPr>
        <p:txBody>
          <a:bodyPr anchorCtr="0" anchor="ctr" bIns="36000" lIns="36000" spcFirstLastPara="1" rIns="36000" wrap="square" tIns="36000">
            <a:noAutofit/>
          </a:bodyPr>
          <a:lstStyle>
            <a:lvl1pPr lvl="0" rt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rtl="0" algn="ctr">
              <a:lnSpc>
                <a:spcPct val="90000"/>
              </a:lnSpc>
              <a:spcBef>
                <a:spcPts val="0"/>
              </a:spcBef>
              <a:spcAft>
                <a:spcPts val="0"/>
              </a:spcAft>
              <a:buClr>
                <a:srgbClr val="000000"/>
              </a:buClr>
              <a:buSzPts val="700"/>
              <a:buNone/>
              <a:defRPr sz="700">
                <a:solidFill>
                  <a:srgbClr val="000000"/>
                </a:solidFill>
              </a:defRPr>
            </a:lvl2pPr>
            <a:lvl3pPr lvl="2" rtl="0" algn="ctr">
              <a:lnSpc>
                <a:spcPct val="90000"/>
              </a:lnSpc>
              <a:spcBef>
                <a:spcPts val="0"/>
              </a:spcBef>
              <a:spcAft>
                <a:spcPts val="0"/>
              </a:spcAft>
              <a:buClr>
                <a:srgbClr val="000000"/>
              </a:buClr>
              <a:buSzPts val="700"/>
              <a:buNone/>
              <a:defRPr sz="700">
                <a:solidFill>
                  <a:srgbClr val="000000"/>
                </a:solidFill>
              </a:defRPr>
            </a:lvl3pPr>
            <a:lvl4pPr lvl="3" rtl="0" algn="ctr">
              <a:lnSpc>
                <a:spcPct val="90000"/>
              </a:lnSpc>
              <a:spcBef>
                <a:spcPts val="0"/>
              </a:spcBef>
              <a:spcAft>
                <a:spcPts val="0"/>
              </a:spcAft>
              <a:buClr>
                <a:srgbClr val="000000"/>
              </a:buClr>
              <a:buSzPts val="700"/>
              <a:buNone/>
              <a:defRPr sz="700">
                <a:solidFill>
                  <a:srgbClr val="000000"/>
                </a:solidFill>
              </a:defRPr>
            </a:lvl4pPr>
            <a:lvl5pPr lvl="4" rtl="0" algn="ctr">
              <a:lnSpc>
                <a:spcPct val="90000"/>
              </a:lnSpc>
              <a:spcBef>
                <a:spcPts val="0"/>
              </a:spcBef>
              <a:spcAft>
                <a:spcPts val="0"/>
              </a:spcAft>
              <a:buClr>
                <a:srgbClr val="000000"/>
              </a:buClr>
              <a:buSzPts val="700"/>
              <a:buNone/>
              <a:defRPr sz="700">
                <a:solidFill>
                  <a:srgbClr val="000000"/>
                </a:solidFill>
              </a:defRPr>
            </a:lvl5pPr>
            <a:lvl6pPr lvl="5" rtl="0" algn="ctr">
              <a:lnSpc>
                <a:spcPct val="90000"/>
              </a:lnSpc>
              <a:spcBef>
                <a:spcPts val="0"/>
              </a:spcBef>
              <a:spcAft>
                <a:spcPts val="0"/>
              </a:spcAft>
              <a:buClr>
                <a:srgbClr val="000000"/>
              </a:buClr>
              <a:buSzPts val="700"/>
              <a:buNone/>
              <a:defRPr sz="700">
                <a:solidFill>
                  <a:srgbClr val="000000"/>
                </a:solidFill>
              </a:defRPr>
            </a:lvl6pPr>
            <a:lvl7pPr lvl="6" rtl="0" algn="ctr">
              <a:lnSpc>
                <a:spcPct val="90000"/>
              </a:lnSpc>
              <a:spcBef>
                <a:spcPts val="0"/>
              </a:spcBef>
              <a:spcAft>
                <a:spcPts val="0"/>
              </a:spcAft>
              <a:buClr>
                <a:srgbClr val="000000"/>
              </a:buClr>
              <a:buSzPts val="700"/>
              <a:buNone/>
              <a:defRPr sz="700">
                <a:solidFill>
                  <a:srgbClr val="000000"/>
                </a:solidFill>
              </a:defRPr>
            </a:lvl7pPr>
            <a:lvl8pPr lvl="7" rtl="0" algn="ctr">
              <a:lnSpc>
                <a:spcPct val="90000"/>
              </a:lnSpc>
              <a:spcBef>
                <a:spcPts val="0"/>
              </a:spcBef>
              <a:spcAft>
                <a:spcPts val="0"/>
              </a:spcAft>
              <a:buClr>
                <a:srgbClr val="000000"/>
              </a:buClr>
              <a:buSzPts val="700"/>
              <a:buNone/>
              <a:defRPr sz="700">
                <a:solidFill>
                  <a:srgbClr val="000000"/>
                </a:solidFill>
              </a:defRPr>
            </a:lvl8pPr>
            <a:lvl9pPr lvl="8" rtl="0" algn="ctr">
              <a:lnSpc>
                <a:spcPct val="90000"/>
              </a:lnSpc>
              <a:spcBef>
                <a:spcPts val="0"/>
              </a:spcBef>
              <a:spcAft>
                <a:spcPts val="0"/>
              </a:spcAft>
              <a:buClr>
                <a:srgbClr val="000000"/>
              </a:buClr>
              <a:buSzPts val="700"/>
              <a:buNone/>
              <a:defRPr sz="700">
                <a:solidFill>
                  <a:srgbClr val="000000"/>
                </a:solidFill>
              </a:defRPr>
            </a:lvl9pPr>
          </a:lstStyle>
          <a:p/>
        </p:txBody>
      </p:sp>
      <p:sp>
        <p:nvSpPr>
          <p:cNvPr id="128" name="Google Shape;128;p2"/>
          <p:cNvSpPr txBox="1"/>
          <p:nvPr>
            <p:ph idx="5" type="subTitle"/>
          </p:nvPr>
        </p:nvSpPr>
        <p:spPr>
          <a:xfrm>
            <a:off x="1177829" y="1782608"/>
            <a:ext cx="777900" cy="437700"/>
          </a:xfrm>
          <a:prstGeom prst="rect">
            <a:avLst/>
          </a:prstGeom>
          <a:noFill/>
          <a:ln>
            <a:noFill/>
          </a:ln>
        </p:spPr>
        <p:txBody>
          <a:bodyPr anchorCtr="0" anchor="ctr" bIns="36000" lIns="36000" spcFirstLastPara="1" rIns="36000" wrap="square" tIns="36000">
            <a:noAutofit/>
          </a:bodyPr>
          <a:lstStyle>
            <a:lvl1pPr lvl="0" rt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rtl="0" algn="ctr">
              <a:lnSpc>
                <a:spcPct val="90000"/>
              </a:lnSpc>
              <a:spcBef>
                <a:spcPts val="0"/>
              </a:spcBef>
              <a:spcAft>
                <a:spcPts val="0"/>
              </a:spcAft>
              <a:buClr>
                <a:srgbClr val="000000"/>
              </a:buClr>
              <a:buSzPts val="700"/>
              <a:buNone/>
              <a:defRPr sz="700">
                <a:solidFill>
                  <a:srgbClr val="000000"/>
                </a:solidFill>
              </a:defRPr>
            </a:lvl2pPr>
            <a:lvl3pPr lvl="2" rtl="0" algn="ctr">
              <a:lnSpc>
                <a:spcPct val="90000"/>
              </a:lnSpc>
              <a:spcBef>
                <a:spcPts val="0"/>
              </a:spcBef>
              <a:spcAft>
                <a:spcPts val="0"/>
              </a:spcAft>
              <a:buClr>
                <a:srgbClr val="000000"/>
              </a:buClr>
              <a:buSzPts val="700"/>
              <a:buNone/>
              <a:defRPr sz="700">
                <a:solidFill>
                  <a:srgbClr val="000000"/>
                </a:solidFill>
              </a:defRPr>
            </a:lvl3pPr>
            <a:lvl4pPr lvl="3" rtl="0" algn="ctr">
              <a:lnSpc>
                <a:spcPct val="90000"/>
              </a:lnSpc>
              <a:spcBef>
                <a:spcPts val="0"/>
              </a:spcBef>
              <a:spcAft>
                <a:spcPts val="0"/>
              </a:spcAft>
              <a:buClr>
                <a:srgbClr val="000000"/>
              </a:buClr>
              <a:buSzPts val="700"/>
              <a:buNone/>
              <a:defRPr sz="700">
                <a:solidFill>
                  <a:srgbClr val="000000"/>
                </a:solidFill>
              </a:defRPr>
            </a:lvl4pPr>
            <a:lvl5pPr lvl="4" rtl="0" algn="ctr">
              <a:lnSpc>
                <a:spcPct val="90000"/>
              </a:lnSpc>
              <a:spcBef>
                <a:spcPts val="0"/>
              </a:spcBef>
              <a:spcAft>
                <a:spcPts val="0"/>
              </a:spcAft>
              <a:buClr>
                <a:srgbClr val="000000"/>
              </a:buClr>
              <a:buSzPts val="700"/>
              <a:buNone/>
              <a:defRPr sz="700">
                <a:solidFill>
                  <a:srgbClr val="000000"/>
                </a:solidFill>
              </a:defRPr>
            </a:lvl5pPr>
            <a:lvl6pPr lvl="5" rtl="0" algn="ctr">
              <a:lnSpc>
                <a:spcPct val="90000"/>
              </a:lnSpc>
              <a:spcBef>
                <a:spcPts val="0"/>
              </a:spcBef>
              <a:spcAft>
                <a:spcPts val="0"/>
              </a:spcAft>
              <a:buClr>
                <a:srgbClr val="000000"/>
              </a:buClr>
              <a:buSzPts val="700"/>
              <a:buNone/>
              <a:defRPr sz="700">
                <a:solidFill>
                  <a:srgbClr val="000000"/>
                </a:solidFill>
              </a:defRPr>
            </a:lvl6pPr>
            <a:lvl7pPr lvl="6" rtl="0" algn="ctr">
              <a:lnSpc>
                <a:spcPct val="90000"/>
              </a:lnSpc>
              <a:spcBef>
                <a:spcPts val="0"/>
              </a:spcBef>
              <a:spcAft>
                <a:spcPts val="0"/>
              </a:spcAft>
              <a:buClr>
                <a:srgbClr val="000000"/>
              </a:buClr>
              <a:buSzPts val="700"/>
              <a:buNone/>
              <a:defRPr sz="700">
                <a:solidFill>
                  <a:srgbClr val="000000"/>
                </a:solidFill>
              </a:defRPr>
            </a:lvl7pPr>
            <a:lvl8pPr lvl="7" rtl="0" algn="ctr">
              <a:lnSpc>
                <a:spcPct val="90000"/>
              </a:lnSpc>
              <a:spcBef>
                <a:spcPts val="0"/>
              </a:spcBef>
              <a:spcAft>
                <a:spcPts val="0"/>
              </a:spcAft>
              <a:buClr>
                <a:srgbClr val="000000"/>
              </a:buClr>
              <a:buSzPts val="700"/>
              <a:buNone/>
              <a:defRPr sz="700">
                <a:solidFill>
                  <a:srgbClr val="000000"/>
                </a:solidFill>
              </a:defRPr>
            </a:lvl8pPr>
            <a:lvl9pPr lvl="8" rtl="0" algn="ctr">
              <a:lnSpc>
                <a:spcPct val="90000"/>
              </a:lnSpc>
              <a:spcBef>
                <a:spcPts val="0"/>
              </a:spcBef>
              <a:spcAft>
                <a:spcPts val="0"/>
              </a:spcAft>
              <a:buClr>
                <a:srgbClr val="000000"/>
              </a:buClr>
              <a:buSzPts val="700"/>
              <a:buNone/>
              <a:defRPr sz="700">
                <a:solidFill>
                  <a:srgbClr val="000000"/>
                </a:solidFill>
              </a:defRPr>
            </a:lvl9pPr>
          </a:lstStyle>
          <a:p/>
        </p:txBody>
      </p:sp>
      <p:sp>
        <p:nvSpPr>
          <p:cNvPr id="129" name="Google Shape;129;p2"/>
          <p:cNvSpPr txBox="1"/>
          <p:nvPr>
            <p:ph idx="6" type="subTitle"/>
          </p:nvPr>
        </p:nvSpPr>
        <p:spPr>
          <a:xfrm>
            <a:off x="1988728" y="1782608"/>
            <a:ext cx="815100" cy="437700"/>
          </a:xfrm>
          <a:prstGeom prst="rect">
            <a:avLst/>
          </a:prstGeom>
          <a:noFill/>
          <a:ln>
            <a:noFill/>
          </a:ln>
        </p:spPr>
        <p:txBody>
          <a:bodyPr anchorCtr="0" anchor="ctr" bIns="36000" lIns="36000" spcFirstLastPara="1" rIns="36000" wrap="square" tIns="36000">
            <a:noAutofit/>
          </a:bodyPr>
          <a:lstStyle>
            <a:lvl1pPr lvl="0" rt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rtl="0" algn="ctr">
              <a:lnSpc>
                <a:spcPct val="90000"/>
              </a:lnSpc>
              <a:spcBef>
                <a:spcPts val="0"/>
              </a:spcBef>
              <a:spcAft>
                <a:spcPts val="0"/>
              </a:spcAft>
              <a:buClr>
                <a:srgbClr val="000000"/>
              </a:buClr>
              <a:buSzPts val="700"/>
              <a:buNone/>
              <a:defRPr sz="700">
                <a:solidFill>
                  <a:srgbClr val="000000"/>
                </a:solidFill>
              </a:defRPr>
            </a:lvl2pPr>
            <a:lvl3pPr lvl="2" rtl="0" algn="ctr">
              <a:lnSpc>
                <a:spcPct val="90000"/>
              </a:lnSpc>
              <a:spcBef>
                <a:spcPts val="0"/>
              </a:spcBef>
              <a:spcAft>
                <a:spcPts val="0"/>
              </a:spcAft>
              <a:buClr>
                <a:srgbClr val="000000"/>
              </a:buClr>
              <a:buSzPts val="700"/>
              <a:buNone/>
              <a:defRPr sz="700">
                <a:solidFill>
                  <a:srgbClr val="000000"/>
                </a:solidFill>
              </a:defRPr>
            </a:lvl3pPr>
            <a:lvl4pPr lvl="3" rtl="0" algn="ctr">
              <a:lnSpc>
                <a:spcPct val="90000"/>
              </a:lnSpc>
              <a:spcBef>
                <a:spcPts val="0"/>
              </a:spcBef>
              <a:spcAft>
                <a:spcPts val="0"/>
              </a:spcAft>
              <a:buClr>
                <a:srgbClr val="000000"/>
              </a:buClr>
              <a:buSzPts val="700"/>
              <a:buNone/>
              <a:defRPr sz="700">
                <a:solidFill>
                  <a:srgbClr val="000000"/>
                </a:solidFill>
              </a:defRPr>
            </a:lvl4pPr>
            <a:lvl5pPr lvl="4" rtl="0" algn="ctr">
              <a:lnSpc>
                <a:spcPct val="90000"/>
              </a:lnSpc>
              <a:spcBef>
                <a:spcPts val="0"/>
              </a:spcBef>
              <a:spcAft>
                <a:spcPts val="0"/>
              </a:spcAft>
              <a:buClr>
                <a:srgbClr val="000000"/>
              </a:buClr>
              <a:buSzPts val="700"/>
              <a:buNone/>
              <a:defRPr sz="700">
                <a:solidFill>
                  <a:srgbClr val="000000"/>
                </a:solidFill>
              </a:defRPr>
            </a:lvl5pPr>
            <a:lvl6pPr lvl="5" rtl="0" algn="ctr">
              <a:lnSpc>
                <a:spcPct val="90000"/>
              </a:lnSpc>
              <a:spcBef>
                <a:spcPts val="0"/>
              </a:spcBef>
              <a:spcAft>
                <a:spcPts val="0"/>
              </a:spcAft>
              <a:buClr>
                <a:srgbClr val="000000"/>
              </a:buClr>
              <a:buSzPts val="700"/>
              <a:buNone/>
              <a:defRPr sz="700">
                <a:solidFill>
                  <a:srgbClr val="000000"/>
                </a:solidFill>
              </a:defRPr>
            </a:lvl6pPr>
            <a:lvl7pPr lvl="6" rtl="0" algn="ctr">
              <a:lnSpc>
                <a:spcPct val="90000"/>
              </a:lnSpc>
              <a:spcBef>
                <a:spcPts val="0"/>
              </a:spcBef>
              <a:spcAft>
                <a:spcPts val="0"/>
              </a:spcAft>
              <a:buClr>
                <a:srgbClr val="000000"/>
              </a:buClr>
              <a:buSzPts val="700"/>
              <a:buNone/>
              <a:defRPr sz="700">
                <a:solidFill>
                  <a:srgbClr val="000000"/>
                </a:solidFill>
              </a:defRPr>
            </a:lvl7pPr>
            <a:lvl8pPr lvl="7" rtl="0" algn="ctr">
              <a:lnSpc>
                <a:spcPct val="90000"/>
              </a:lnSpc>
              <a:spcBef>
                <a:spcPts val="0"/>
              </a:spcBef>
              <a:spcAft>
                <a:spcPts val="0"/>
              </a:spcAft>
              <a:buClr>
                <a:srgbClr val="000000"/>
              </a:buClr>
              <a:buSzPts val="700"/>
              <a:buNone/>
              <a:defRPr sz="700">
                <a:solidFill>
                  <a:srgbClr val="000000"/>
                </a:solidFill>
              </a:defRPr>
            </a:lvl8pPr>
            <a:lvl9pPr lvl="8" rtl="0" algn="ctr">
              <a:lnSpc>
                <a:spcPct val="90000"/>
              </a:lnSpc>
              <a:spcBef>
                <a:spcPts val="0"/>
              </a:spcBef>
              <a:spcAft>
                <a:spcPts val="0"/>
              </a:spcAft>
              <a:buClr>
                <a:srgbClr val="000000"/>
              </a:buClr>
              <a:buSzPts val="700"/>
              <a:buNone/>
              <a:defRPr sz="700">
                <a:solidFill>
                  <a:srgbClr val="000000"/>
                </a:solidFill>
              </a:defRPr>
            </a:lvl9pPr>
          </a:lstStyle>
          <a:p/>
        </p:txBody>
      </p:sp>
      <p:sp>
        <p:nvSpPr>
          <p:cNvPr id="130" name="Google Shape;130;p2"/>
          <p:cNvSpPr txBox="1"/>
          <p:nvPr>
            <p:ph idx="7" type="subTitle"/>
          </p:nvPr>
        </p:nvSpPr>
        <p:spPr>
          <a:xfrm>
            <a:off x="2923907" y="1782608"/>
            <a:ext cx="777900" cy="437700"/>
          </a:xfrm>
          <a:prstGeom prst="rect">
            <a:avLst/>
          </a:prstGeom>
          <a:noFill/>
          <a:ln>
            <a:noFill/>
          </a:ln>
        </p:spPr>
        <p:txBody>
          <a:bodyPr anchorCtr="0" anchor="ctr" bIns="36000" lIns="36000" spcFirstLastPara="1" rIns="36000" wrap="square" tIns="36000">
            <a:noAutofit/>
          </a:bodyPr>
          <a:lstStyle>
            <a:lvl1pPr lvl="0" rt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rtl="0" algn="ctr">
              <a:lnSpc>
                <a:spcPct val="90000"/>
              </a:lnSpc>
              <a:spcBef>
                <a:spcPts val="0"/>
              </a:spcBef>
              <a:spcAft>
                <a:spcPts val="0"/>
              </a:spcAft>
              <a:buClr>
                <a:srgbClr val="000000"/>
              </a:buClr>
              <a:buSzPts val="700"/>
              <a:buNone/>
              <a:defRPr sz="700">
                <a:solidFill>
                  <a:srgbClr val="000000"/>
                </a:solidFill>
              </a:defRPr>
            </a:lvl2pPr>
            <a:lvl3pPr lvl="2" rtl="0" algn="ctr">
              <a:lnSpc>
                <a:spcPct val="90000"/>
              </a:lnSpc>
              <a:spcBef>
                <a:spcPts val="0"/>
              </a:spcBef>
              <a:spcAft>
                <a:spcPts val="0"/>
              </a:spcAft>
              <a:buClr>
                <a:srgbClr val="000000"/>
              </a:buClr>
              <a:buSzPts val="700"/>
              <a:buNone/>
              <a:defRPr sz="700">
                <a:solidFill>
                  <a:srgbClr val="000000"/>
                </a:solidFill>
              </a:defRPr>
            </a:lvl3pPr>
            <a:lvl4pPr lvl="3" rtl="0" algn="ctr">
              <a:lnSpc>
                <a:spcPct val="90000"/>
              </a:lnSpc>
              <a:spcBef>
                <a:spcPts val="0"/>
              </a:spcBef>
              <a:spcAft>
                <a:spcPts val="0"/>
              </a:spcAft>
              <a:buClr>
                <a:srgbClr val="000000"/>
              </a:buClr>
              <a:buSzPts val="700"/>
              <a:buNone/>
              <a:defRPr sz="700">
                <a:solidFill>
                  <a:srgbClr val="000000"/>
                </a:solidFill>
              </a:defRPr>
            </a:lvl4pPr>
            <a:lvl5pPr lvl="4" rtl="0" algn="ctr">
              <a:lnSpc>
                <a:spcPct val="90000"/>
              </a:lnSpc>
              <a:spcBef>
                <a:spcPts val="0"/>
              </a:spcBef>
              <a:spcAft>
                <a:spcPts val="0"/>
              </a:spcAft>
              <a:buClr>
                <a:srgbClr val="000000"/>
              </a:buClr>
              <a:buSzPts val="700"/>
              <a:buNone/>
              <a:defRPr sz="700">
                <a:solidFill>
                  <a:srgbClr val="000000"/>
                </a:solidFill>
              </a:defRPr>
            </a:lvl5pPr>
            <a:lvl6pPr lvl="5" rtl="0" algn="ctr">
              <a:lnSpc>
                <a:spcPct val="90000"/>
              </a:lnSpc>
              <a:spcBef>
                <a:spcPts val="0"/>
              </a:spcBef>
              <a:spcAft>
                <a:spcPts val="0"/>
              </a:spcAft>
              <a:buClr>
                <a:srgbClr val="000000"/>
              </a:buClr>
              <a:buSzPts val="700"/>
              <a:buNone/>
              <a:defRPr sz="700">
                <a:solidFill>
                  <a:srgbClr val="000000"/>
                </a:solidFill>
              </a:defRPr>
            </a:lvl6pPr>
            <a:lvl7pPr lvl="6" rtl="0" algn="ctr">
              <a:lnSpc>
                <a:spcPct val="90000"/>
              </a:lnSpc>
              <a:spcBef>
                <a:spcPts val="0"/>
              </a:spcBef>
              <a:spcAft>
                <a:spcPts val="0"/>
              </a:spcAft>
              <a:buClr>
                <a:srgbClr val="000000"/>
              </a:buClr>
              <a:buSzPts val="700"/>
              <a:buNone/>
              <a:defRPr sz="700">
                <a:solidFill>
                  <a:srgbClr val="000000"/>
                </a:solidFill>
              </a:defRPr>
            </a:lvl7pPr>
            <a:lvl8pPr lvl="7" rtl="0" algn="ctr">
              <a:lnSpc>
                <a:spcPct val="90000"/>
              </a:lnSpc>
              <a:spcBef>
                <a:spcPts val="0"/>
              </a:spcBef>
              <a:spcAft>
                <a:spcPts val="0"/>
              </a:spcAft>
              <a:buClr>
                <a:srgbClr val="000000"/>
              </a:buClr>
              <a:buSzPts val="700"/>
              <a:buNone/>
              <a:defRPr sz="700">
                <a:solidFill>
                  <a:srgbClr val="000000"/>
                </a:solidFill>
              </a:defRPr>
            </a:lvl8pPr>
            <a:lvl9pPr lvl="8" rtl="0" algn="ctr">
              <a:lnSpc>
                <a:spcPct val="90000"/>
              </a:lnSpc>
              <a:spcBef>
                <a:spcPts val="0"/>
              </a:spcBef>
              <a:spcAft>
                <a:spcPts val="0"/>
              </a:spcAft>
              <a:buClr>
                <a:srgbClr val="000000"/>
              </a:buClr>
              <a:buSzPts val="700"/>
              <a:buNone/>
              <a:defRPr sz="700">
                <a:solidFill>
                  <a:srgbClr val="000000"/>
                </a:solidFill>
              </a:defRPr>
            </a:lvl9pPr>
          </a:lstStyle>
          <a:p/>
        </p:txBody>
      </p:sp>
      <p:sp>
        <p:nvSpPr>
          <p:cNvPr id="131" name="Google Shape;131;p2"/>
          <p:cNvSpPr txBox="1"/>
          <p:nvPr>
            <p:ph idx="8" type="subTitle"/>
          </p:nvPr>
        </p:nvSpPr>
        <p:spPr>
          <a:xfrm>
            <a:off x="3734801" y="1782608"/>
            <a:ext cx="815100" cy="437700"/>
          </a:xfrm>
          <a:prstGeom prst="rect">
            <a:avLst/>
          </a:prstGeom>
          <a:noFill/>
          <a:ln>
            <a:noFill/>
          </a:ln>
        </p:spPr>
        <p:txBody>
          <a:bodyPr anchorCtr="0" anchor="ctr" bIns="36000" lIns="36000" spcFirstLastPara="1" rIns="36000" wrap="square" tIns="36000">
            <a:noAutofit/>
          </a:bodyPr>
          <a:lstStyle>
            <a:lvl1pPr lvl="0" rt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rtl="0" algn="ctr">
              <a:lnSpc>
                <a:spcPct val="90000"/>
              </a:lnSpc>
              <a:spcBef>
                <a:spcPts val="0"/>
              </a:spcBef>
              <a:spcAft>
                <a:spcPts val="0"/>
              </a:spcAft>
              <a:buClr>
                <a:srgbClr val="000000"/>
              </a:buClr>
              <a:buSzPts val="700"/>
              <a:buNone/>
              <a:defRPr sz="700">
                <a:solidFill>
                  <a:srgbClr val="000000"/>
                </a:solidFill>
              </a:defRPr>
            </a:lvl2pPr>
            <a:lvl3pPr lvl="2" rtl="0" algn="ctr">
              <a:lnSpc>
                <a:spcPct val="90000"/>
              </a:lnSpc>
              <a:spcBef>
                <a:spcPts val="0"/>
              </a:spcBef>
              <a:spcAft>
                <a:spcPts val="0"/>
              </a:spcAft>
              <a:buClr>
                <a:srgbClr val="000000"/>
              </a:buClr>
              <a:buSzPts val="700"/>
              <a:buNone/>
              <a:defRPr sz="700">
                <a:solidFill>
                  <a:srgbClr val="000000"/>
                </a:solidFill>
              </a:defRPr>
            </a:lvl3pPr>
            <a:lvl4pPr lvl="3" rtl="0" algn="ctr">
              <a:lnSpc>
                <a:spcPct val="90000"/>
              </a:lnSpc>
              <a:spcBef>
                <a:spcPts val="0"/>
              </a:spcBef>
              <a:spcAft>
                <a:spcPts val="0"/>
              </a:spcAft>
              <a:buClr>
                <a:srgbClr val="000000"/>
              </a:buClr>
              <a:buSzPts val="700"/>
              <a:buNone/>
              <a:defRPr sz="700">
                <a:solidFill>
                  <a:srgbClr val="000000"/>
                </a:solidFill>
              </a:defRPr>
            </a:lvl4pPr>
            <a:lvl5pPr lvl="4" rtl="0" algn="ctr">
              <a:lnSpc>
                <a:spcPct val="90000"/>
              </a:lnSpc>
              <a:spcBef>
                <a:spcPts val="0"/>
              </a:spcBef>
              <a:spcAft>
                <a:spcPts val="0"/>
              </a:spcAft>
              <a:buClr>
                <a:srgbClr val="000000"/>
              </a:buClr>
              <a:buSzPts val="700"/>
              <a:buNone/>
              <a:defRPr sz="700">
                <a:solidFill>
                  <a:srgbClr val="000000"/>
                </a:solidFill>
              </a:defRPr>
            </a:lvl5pPr>
            <a:lvl6pPr lvl="5" rtl="0" algn="ctr">
              <a:lnSpc>
                <a:spcPct val="90000"/>
              </a:lnSpc>
              <a:spcBef>
                <a:spcPts val="0"/>
              </a:spcBef>
              <a:spcAft>
                <a:spcPts val="0"/>
              </a:spcAft>
              <a:buClr>
                <a:srgbClr val="000000"/>
              </a:buClr>
              <a:buSzPts val="700"/>
              <a:buNone/>
              <a:defRPr sz="700">
                <a:solidFill>
                  <a:srgbClr val="000000"/>
                </a:solidFill>
              </a:defRPr>
            </a:lvl6pPr>
            <a:lvl7pPr lvl="6" rtl="0" algn="ctr">
              <a:lnSpc>
                <a:spcPct val="90000"/>
              </a:lnSpc>
              <a:spcBef>
                <a:spcPts val="0"/>
              </a:spcBef>
              <a:spcAft>
                <a:spcPts val="0"/>
              </a:spcAft>
              <a:buClr>
                <a:srgbClr val="000000"/>
              </a:buClr>
              <a:buSzPts val="700"/>
              <a:buNone/>
              <a:defRPr sz="700">
                <a:solidFill>
                  <a:srgbClr val="000000"/>
                </a:solidFill>
              </a:defRPr>
            </a:lvl7pPr>
            <a:lvl8pPr lvl="7" rtl="0" algn="ctr">
              <a:lnSpc>
                <a:spcPct val="90000"/>
              </a:lnSpc>
              <a:spcBef>
                <a:spcPts val="0"/>
              </a:spcBef>
              <a:spcAft>
                <a:spcPts val="0"/>
              </a:spcAft>
              <a:buClr>
                <a:srgbClr val="000000"/>
              </a:buClr>
              <a:buSzPts val="700"/>
              <a:buNone/>
              <a:defRPr sz="700">
                <a:solidFill>
                  <a:srgbClr val="000000"/>
                </a:solidFill>
              </a:defRPr>
            </a:lvl8pPr>
            <a:lvl9pPr lvl="8" rtl="0" algn="ctr">
              <a:lnSpc>
                <a:spcPct val="90000"/>
              </a:lnSpc>
              <a:spcBef>
                <a:spcPts val="0"/>
              </a:spcBef>
              <a:spcAft>
                <a:spcPts val="0"/>
              </a:spcAft>
              <a:buClr>
                <a:srgbClr val="000000"/>
              </a:buClr>
              <a:buSzPts val="700"/>
              <a:buNone/>
              <a:defRPr sz="700">
                <a:solidFill>
                  <a:srgbClr val="000000"/>
                </a:solidFill>
              </a:defRPr>
            </a:lvl9pPr>
          </a:lstStyle>
          <a:p/>
        </p:txBody>
      </p:sp>
      <p:sp>
        <p:nvSpPr>
          <p:cNvPr id="132" name="Google Shape;132;p2"/>
          <p:cNvSpPr txBox="1"/>
          <p:nvPr>
            <p:ph idx="9" type="subTitle"/>
          </p:nvPr>
        </p:nvSpPr>
        <p:spPr>
          <a:xfrm>
            <a:off x="4669984" y="1782608"/>
            <a:ext cx="777900" cy="437700"/>
          </a:xfrm>
          <a:prstGeom prst="rect">
            <a:avLst/>
          </a:prstGeom>
          <a:noFill/>
          <a:ln>
            <a:noFill/>
          </a:ln>
        </p:spPr>
        <p:txBody>
          <a:bodyPr anchorCtr="0" anchor="ctr" bIns="36000" lIns="36000" spcFirstLastPara="1" rIns="36000" wrap="square" tIns="36000">
            <a:noAutofit/>
          </a:bodyPr>
          <a:lstStyle>
            <a:lvl1pPr lvl="0" rt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rtl="0" algn="ctr">
              <a:lnSpc>
                <a:spcPct val="90000"/>
              </a:lnSpc>
              <a:spcBef>
                <a:spcPts val="0"/>
              </a:spcBef>
              <a:spcAft>
                <a:spcPts val="0"/>
              </a:spcAft>
              <a:buClr>
                <a:srgbClr val="000000"/>
              </a:buClr>
              <a:buSzPts val="700"/>
              <a:buNone/>
              <a:defRPr sz="700">
                <a:solidFill>
                  <a:srgbClr val="000000"/>
                </a:solidFill>
              </a:defRPr>
            </a:lvl2pPr>
            <a:lvl3pPr lvl="2" rtl="0" algn="ctr">
              <a:lnSpc>
                <a:spcPct val="90000"/>
              </a:lnSpc>
              <a:spcBef>
                <a:spcPts val="0"/>
              </a:spcBef>
              <a:spcAft>
                <a:spcPts val="0"/>
              </a:spcAft>
              <a:buClr>
                <a:srgbClr val="000000"/>
              </a:buClr>
              <a:buSzPts val="700"/>
              <a:buNone/>
              <a:defRPr sz="700">
                <a:solidFill>
                  <a:srgbClr val="000000"/>
                </a:solidFill>
              </a:defRPr>
            </a:lvl3pPr>
            <a:lvl4pPr lvl="3" rtl="0" algn="ctr">
              <a:lnSpc>
                <a:spcPct val="90000"/>
              </a:lnSpc>
              <a:spcBef>
                <a:spcPts val="0"/>
              </a:spcBef>
              <a:spcAft>
                <a:spcPts val="0"/>
              </a:spcAft>
              <a:buClr>
                <a:srgbClr val="000000"/>
              </a:buClr>
              <a:buSzPts val="700"/>
              <a:buNone/>
              <a:defRPr sz="700">
                <a:solidFill>
                  <a:srgbClr val="000000"/>
                </a:solidFill>
              </a:defRPr>
            </a:lvl4pPr>
            <a:lvl5pPr lvl="4" rtl="0" algn="ctr">
              <a:lnSpc>
                <a:spcPct val="90000"/>
              </a:lnSpc>
              <a:spcBef>
                <a:spcPts val="0"/>
              </a:spcBef>
              <a:spcAft>
                <a:spcPts val="0"/>
              </a:spcAft>
              <a:buClr>
                <a:srgbClr val="000000"/>
              </a:buClr>
              <a:buSzPts val="700"/>
              <a:buNone/>
              <a:defRPr sz="700">
                <a:solidFill>
                  <a:srgbClr val="000000"/>
                </a:solidFill>
              </a:defRPr>
            </a:lvl5pPr>
            <a:lvl6pPr lvl="5" rtl="0" algn="ctr">
              <a:lnSpc>
                <a:spcPct val="90000"/>
              </a:lnSpc>
              <a:spcBef>
                <a:spcPts val="0"/>
              </a:spcBef>
              <a:spcAft>
                <a:spcPts val="0"/>
              </a:spcAft>
              <a:buClr>
                <a:srgbClr val="000000"/>
              </a:buClr>
              <a:buSzPts val="700"/>
              <a:buNone/>
              <a:defRPr sz="700">
                <a:solidFill>
                  <a:srgbClr val="000000"/>
                </a:solidFill>
              </a:defRPr>
            </a:lvl6pPr>
            <a:lvl7pPr lvl="6" rtl="0" algn="ctr">
              <a:lnSpc>
                <a:spcPct val="90000"/>
              </a:lnSpc>
              <a:spcBef>
                <a:spcPts val="0"/>
              </a:spcBef>
              <a:spcAft>
                <a:spcPts val="0"/>
              </a:spcAft>
              <a:buClr>
                <a:srgbClr val="000000"/>
              </a:buClr>
              <a:buSzPts val="700"/>
              <a:buNone/>
              <a:defRPr sz="700">
                <a:solidFill>
                  <a:srgbClr val="000000"/>
                </a:solidFill>
              </a:defRPr>
            </a:lvl7pPr>
            <a:lvl8pPr lvl="7" rtl="0" algn="ctr">
              <a:lnSpc>
                <a:spcPct val="90000"/>
              </a:lnSpc>
              <a:spcBef>
                <a:spcPts val="0"/>
              </a:spcBef>
              <a:spcAft>
                <a:spcPts val="0"/>
              </a:spcAft>
              <a:buClr>
                <a:srgbClr val="000000"/>
              </a:buClr>
              <a:buSzPts val="700"/>
              <a:buNone/>
              <a:defRPr sz="700">
                <a:solidFill>
                  <a:srgbClr val="000000"/>
                </a:solidFill>
              </a:defRPr>
            </a:lvl8pPr>
            <a:lvl9pPr lvl="8" rtl="0" algn="ctr">
              <a:lnSpc>
                <a:spcPct val="90000"/>
              </a:lnSpc>
              <a:spcBef>
                <a:spcPts val="0"/>
              </a:spcBef>
              <a:spcAft>
                <a:spcPts val="0"/>
              </a:spcAft>
              <a:buClr>
                <a:srgbClr val="000000"/>
              </a:buClr>
              <a:buSzPts val="700"/>
              <a:buNone/>
              <a:defRPr sz="700">
                <a:solidFill>
                  <a:srgbClr val="000000"/>
                </a:solidFill>
              </a:defRPr>
            </a:lvl9pPr>
          </a:lstStyle>
          <a:p/>
        </p:txBody>
      </p:sp>
      <p:sp>
        <p:nvSpPr>
          <p:cNvPr id="133" name="Google Shape;133;p2"/>
          <p:cNvSpPr txBox="1"/>
          <p:nvPr>
            <p:ph idx="13" type="subTitle"/>
          </p:nvPr>
        </p:nvSpPr>
        <p:spPr>
          <a:xfrm>
            <a:off x="5480878" y="1782608"/>
            <a:ext cx="815100" cy="437700"/>
          </a:xfrm>
          <a:prstGeom prst="rect">
            <a:avLst/>
          </a:prstGeom>
          <a:noFill/>
          <a:ln>
            <a:noFill/>
          </a:ln>
        </p:spPr>
        <p:txBody>
          <a:bodyPr anchorCtr="0" anchor="ctr" bIns="36000" lIns="36000" spcFirstLastPara="1" rIns="36000" wrap="square" tIns="36000">
            <a:noAutofit/>
          </a:bodyPr>
          <a:lstStyle>
            <a:lvl1pPr lvl="0" rt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rtl="0" algn="ctr">
              <a:lnSpc>
                <a:spcPct val="90000"/>
              </a:lnSpc>
              <a:spcBef>
                <a:spcPts val="0"/>
              </a:spcBef>
              <a:spcAft>
                <a:spcPts val="0"/>
              </a:spcAft>
              <a:buClr>
                <a:srgbClr val="000000"/>
              </a:buClr>
              <a:buSzPts val="700"/>
              <a:buNone/>
              <a:defRPr sz="700">
                <a:solidFill>
                  <a:srgbClr val="000000"/>
                </a:solidFill>
              </a:defRPr>
            </a:lvl2pPr>
            <a:lvl3pPr lvl="2" rtl="0" algn="ctr">
              <a:lnSpc>
                <a:spcPct val="90000"/>
              </a:lnSpc>
              <a:spcBef>
                <a:spcPts val="0"/>
              </a:spcBef>
              <a:spcAft>
                <a:spcPts val="0"/>
              </a:spcAft>
              <a:buClr>
                <a:srgbClr val="000000"/>
              </a:buClr>
              <a:buSzPts val="700"/>
              <a:buNone/>
              <a:defRPr sz="700">
                <a:solidFill>
                  <a:srgbClr val="000000"/>
                </a:solidFill>
              </a:defRPr>
            </a:lvl3pPr>
            <a:lvl4pPr lvl="3" rtl="0" algn="ctr">
              <a:lnSpc>
                <a:spcPct val="90000"/>
              </a:lnSpc>
              <a:spcBef>
                <a:spcPts val="0"/>
              </a:spcBef>
              <a:spcAft>
                <a:spcPts val="0"/>
              </a:spcAft>
              <a:buClr>
                <a:srgbClr val="000000"/>
              </a:buClr>
              <a:buSzPts val="700"/>
              <a:buNone/>
              <a:defRPr sz="700">
                <a:solidFill>
                  <a:srgbClr val="000000"/>
                </a:solidFill>
              </a:defRPr>
            </a:lvl4pPr>
            <a:lvl5pPr lvl="4" rtl="0" algn="ctr">
              <a:lnSpc>
                <a:spcPct val="90000"/>
              </a:lnSpc>
              <a:spcBef>
                <a:spcPts val="0"/>
              </a:spcBef>
              <a:spcAft>
                <a:spcPts val="0"/>
              </a:spcAft>
              <a:buClr>
                <a:srgbClr val="000000"/>
              </a:buClr>
              <a:buSzPts val="700"/>
              <a:buNone/>
              <a:defRPr sz="700">
                <a:solidFill>
                  <a:srgbClr val="000000"/>
                </a:solidFill>
              </a:defRPr>
            </a:lvl5pPr>
            <a:lvl6pPr lvl="5" rtl="0" algn="ctr">
              <a:lnSpc>
                <a:spcPct val="90000"/>
              </a:lnSpc>
              <a:spcBef>
                <a:spcPts val="0"/>
              </a:spcBef>
              <a:spcAft>
                <a:spcPts val="0"/>
              </a:spcAft>
              <a:buClr>
                <a:srgbClr val="000000"/>
              </a:buClr>
              <a:buSzPts val="700"/>
              <a:buNone/>
              <a:defRPr sz="700">
                <a:solidFill>
                  <a:srgbClr val="000000"/>
                </a:solidFill>
              </a:defRPr>
            </a:lvl6pPr>
            <a:lvl7pPr lvl="6" rtl="0" algn="ctr">
              <a:lnSpc>
                <a:spcPct val="90000"/>
              </a:lnSpc>
              <a:spcBef>
                <a:spcPts val="0"/>
              </a:spcBef>
              <a:spcAft>
                <a:spcPts val="0"/>
              </a:spcAft>
              <a:buClr>
                <a:srgbClr val="000000"/>
              </a:buClr>
              <a:buSzPts val="700"/>
              <a:buNone/>
              <a:defRPr sz="700">
                <a:solidFill>
                  <a:srgbClr val="000000"/>
                </a:solidFill>
              </a:defRPr>
            </a:lvl7pPr>
            <a:lvl8pPr lvl="7" rtl="0" algn="ctr">
              <a:lnSpc>
                <a:spcPct val="90000"/>
              </a:lnSpc>
              <a:spcBef>
                <a:spcPts val="0"/>
              </a:spcBef>
              <a:spcAft>
                <a:spcPts val="0"/>
              </a:spcAft>
              <a:buClr>
                <a:srgbClr val="000000"/>
              </a:buClr>
              <a:buSzPts val="700"/>
              <a:buNone/>
              <a:defRPr sz="700">
                <a:solidFill>
                  <a:srgbClr val="000000"/>
                </a:solidFill>
              </a:defRPr>
            </a:lvl8pPr>
            <a:lvl9pPr lvl="8" rtl="0" algn="ctr">
              <a:lnSpc>
                <a:spcPct val="90000"/>
              </a:lnSpc>
              <a:spcBef>
                <a:spcPts val="0"/>
              </a:spcBef>
              <a:spcAft>
                <a:spcPts val="0"/>
              </a:spcAft>
              <a:buClr>
                <a:srgbClr val="000000"/>
              </a:buClr>
              <a:buSzPts val="700"/>
              <a:buNone/>
              <a:defRPr sz="700">
                <a:solidFill>
                  <a:srgbClr val="000000"/>
                </a:solidFill>
              </a:defRPr>
            </a:lvl9pPr>
          </a:lstStyle>
          <a:p/>
        </p:txBody>
      </p:sp>
      <p:sp>
        <p:nvSpPr>
          <p:cNvPr id="134" name="Google Shape;134;p2"/>
          <p:cNvSpPr txBox="1"/>
          <p:nvPr>
            <p:ph idx="14" type="subTitle"/>
          </p:nvPr>
        </p:nvSpPr>
        <p:spPr>
          <a:xfrm>
            <a:off x="6410573" y="1782608"/>
            <a:ext cx="813600" cy="437700"/>
          </a:xfrm>
          <a:prstGeom prst="rect">
            <a:avLst/>
          </a:prstGeom>
          <a:noFill/>
          <a:ln>
            <a:noFill/>
          </a:ln>
        </p:spPr>
        <p:txBody>
          <a:bodyPr anchorCtr="0" anchor="ctr" bIns="36000" lIns="36000" spcFirstLastPara="1" rIns="36000" wrap="square" tIns="36000">
            <a:noAutofit/>
          </a:bodyPr>
          <a:lstStyle>
            <a:lvl1pPr lvl="0" rt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rtl="0" algn="ctr">
              <a:lnSpc>
                <a:spcPct val="90000"/>
              </a:lnSpc>
              <a:spcBef>
                <a:spcPts val="0"/>
              </a:spcBef>
              <a:spcAft>
                <a:spcPts val="0"/>
              </a:spcAft>
              <a:buClr>
                <a:srgbClr val="000000"/>
              </a:buClr>
              <a:buSzPts val="700"/>
              <a:buNone/>
              <a:defRPr sz="700">
                <a:solidFill>
                  <a:srgbClr val="000000"/>
                </a:solidFill>
              </a:defRPr>
            </a:lvl2pPr>
            <a:lvl3pPr lvl="2" rtl="0" algn="ctr">
              <a:lnSpc>
                <a:spcPct val="90000"/>
              </a:lnSpc>
              <a:spcBef>
                <a:spcPts val="0"/>
              </a:spcBef>
              <a:spcAft>
                <a:spcPts val="0"/>
              </a:spcAft>
              <a:buClr>
                <a:srgbClr val="000000"/>
              </a:buClr>
              <a:buSzPts val="700"/>
              <a:buNone/>
              <a:defRPr sz="700">
                <a:solidFill>
                  <a:srgbClr val="000000"/>
                </a:solidFill>
              </a:defRPr>
            </a:lvl3pPr>
            <a:lvl4pPr lvl="3" rtl="0" algn="ctr">
              <a:lnSpc>
                <a:spcPct val="90000"/>
              </a:lnSpc>
              <a:spcBef>
                <a:spcPts val="0"/>
              </a:spcBef>
              <a:spcAft>
                <a:spcPts val="0"/>
              </a:spcAft>
              <a:buClr>
                <a:srgbClr val="000000"/>
              </a:buClr>
              <a:buSzPts val="700"/>
              <a:buNone/>
              <a:defRPr sz="700">
                <a:solidFill>
                  <a:srgbClr val="000000"/>
                </a:solidFill>
              </a:defRPr>
            </a:lvl4pPr>
            <a:lvl5pPr lvl="4" rtl="0" algn="ctr">
              <a:lnSpc>
                <a:spcPct val="90000"/>
              </a:lnSpc>
              <a:spcBef>
                <a:spcPts val="0"/>
              </a:spcBef>
              <a:spcAft>
                <a:spcPts val="0"/>
              </a:spcAft>
              <a:buClr>
                <a:srgbClr val="000000"/>
              </a:buClr>
              <a:buSzPts val="700"/>
              <a:buNone/>
              <a:defRPr sz="700">
                <a:solidFill>
                  <a:srgbClr val="000000"/>
                </a:solidFill>
              </a:defRPr>
            </a:lvl5pPr>
            <a:lvl6pPr lvl="5" rtl="0" algn="ctr">
              <a:lnSpc>
                <a:spcPct val="90000"/>
              </a:lnSpc>
              <a:spcBef>
                <a:spcPts val="0"/>
              </a:spcBef>
              <a:spcAft>
                <a:spcPts val="0"/>
              </a:spcAft>
              <a:buClr>
                <a:srgbClr val="000000"/>
              </a:buClr>
              <a:buSzPts val="700"/>
              <a:buNone/>
              <a:defRPr sz="700">
                <a:solidFill>
                  <a:srgbClr val="000000"/>
                </a:solidFill>
              </a:defRPr>
            </a:lvl6pPr>
            <a:lvl7pPr lvl="6" rtl="0" algn="ctr">
              <a:lnSpc>
                <a:spcPct val="90000"/>
              </a:lnSpc>
              <a:spcBef>
                <a:spcPts val="0"/>
              </a:spcBef>
              <a:spcAft>
                <a:spcPts val="0"/>
              </a:spcAft>
              <a:buClr>
                <a:srgbClr val="000000"/>
              </a:buClr>
              <a:buSzPts val="700"/>
              <a:buNone/>
              <a:defRPr sz="700">
                <a:solidFill>
                  <a:srgbClr val="000000"/>
                </a:solidFill>
              </a:defRPr>
            </a:lvl7pPr>
            <a:lvl8pPr lvl="7" rtl="0" algn="ctr">
              <a:lnSpc>
                <a:spcPct val="90000"/>
              </a:lnSpc>
              <a:spcBef>
                <a:spcPts val="0"/>
              </a:spcBef>
              <a:spcAft>
                <a:spcPts val="0"/>
              </a:spcAft>
              <a:buClr>
                <a:srgbClr val="000000"/>
              </a:buClr>
              <a:buSzPts val="700"/>
              <a:buNone/>
              <a:defRPr sz="700">
                <a:solidFill>
                  <a:srgbClr val="000000"/>
                </a:solidFill>
              </a:defRPr>
            </a:lvl8pPr>
            <a:lvl9pPr lvl="8" rtl="0" algn="ctr">
              <a:lnSpc>
                <a:spcPct val="90000"/>
              </a:lnSpc>
              <a:spcBef>
                <a:spcPts val="0"/>
              </a:spcBef>
              <a:spcAft>
                <a:spcPts val="0"/>
              </a:spcAft>
              <a:buClr>
                <a:srgbClr val="000000"/>
              </a:buClr>
              <a:buSzPts val="700"/>
              <a:buNone/>
              <a:defRPr sz="700">
                <a:solidFill>
                  <a:srgbClr val="000000"/>
                </a:solidFill>
              </a:defRPr>
            </a:lvl9pPr>
          </a:lstStyle>
          <a:p/>
        </p:txBody>
      </p:sp>
      <p:sp>
        <p:nvSpPr>
          <p:cNvPr id="135" name="Google Shape;135;p2"/>
          <p:cNvSpPr txBox="1"/>
          <p:nvPr>
            <p:ph idx="15" type="subTitle"/>
          </p:nvPr>
        </p:nvSpPr>
        <p:spPr>
          <a:xfrm>
            <a:off x="7344346" y="1782608"/>
            <a:ext cx="796500" cy="437700"/>
          </a:xfrm>
          <a:prstGeom prst="rect">
            <a:avLst/>
          </a:prstGeom>
          <a:noFill/>
          <a:ln>
            <a:noFill/>
          </a:ln>
        </p:spPr>
        <p:txBody>
          <a:bodyPr anchorCtr="0" anchor="ctr" bIns="36000" lIns="36000" spcFirstLastPara="1" rIns="36000" wrap="square" tIns="36000">
            <a:noAutofit/>
          </a:bodyPr>
          <a:lstStyle>
            <a:lvl1pPr lvl="0" rt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rtl="0" algn="ctr">
              <a:lnSpc>
                <a:spcPct val="90000"/>
              </a:lnSpc>
              <a:spcBef>
                <a:spcPts val="0"/>
              </a:spcBef>
              <a:spcAft>
                <a:spcPts val="0"/>
              </a:spcAft>
              <a:buClr>
                <a:srgbClr val="000000"/>
              </a:buClr>
              <a:buSzPts val="700"/>
              <a:buNone/>
              <a:defRPr sz="700">
                <a:solidFill>
                  <a:srgbClr val="000000"/>
                </a:solidFill>
              </a:defRPr>
            </a:lvl2pPr>
            <a:lvl3pPr lvl="2" rtl="0" algn="ctr">
              <a:lnSpc>
                <a:spcPct val="90000"/>
              </a:lnSpc>
              <a:spcBef>
                <a:spcPts val="0"/>
              </a:spcBef>
              <a:spcAft>
                <a:spcPts val="0"/>
              </a:spcAft>
              <a:buClr>
                <a:srgbClr val="000000"/>
              </a:buClr>
              <a:buSzPts val="700"/>
              <a:buNone/>
              <a:defRPr sz="700">
                <a:solidFill>
                  <a:srgbClr val="000000"/>
                </a:solidFill>
              </a:defRPr>
            </a:lvl3pPr>
            <a:lvl4pPr lvl="3" rtl="0" algn="ctr">
              <a:lnSpc>
                <a:spcPct val="90000"/>
              </a:lnSpc>
              <a:spcBef>
                <a:spcPts val="0"/>
              </a:spcBef>
              <a:spcAft>
                <a:spcPts val="0"/>
              </a:spcAft>
              <a:buClr>
                <a:srgbClr val="000000"/>
              </a:buClr>
              <a:buSzPts val="700"/>
              <a:buNone/>
              <a:defRPr sz="700">
                <a:solidFill>
                  <a:srgbClr val="000000"/>
                </a:solidFill>
              </a:defRPr>
            </a:lvl4pPr>
            <a:lvl5pPr lvl="4" rtl="0" algn="ctr">
              <a:lnSpc>
                <a:spcPct val="90000"/>
              </a:lnSpc>
              <a:spcBef>
                <a:spcPts val="0"/>
              </a:spcBef>
              <a:spcAft>
                <a:spcPts val="0"/>
              </a:spcAft>
              <a:buClr>
                <a:srgbClr val="000000"/>
              </a:buClr>
              <a:buSzPts val="700"/>
              <a:buNone/>
              <a:defRPr sz="700">
                <a:solidFill>
                  <a:srgbClr val="000000"/>
                </a:solidFill>
              </a:defRPr>
            </a:lvl5pPr>
            <a:lvl6pPr lvl="5" rtl="0" algn="ctr">
              <a:lnSpc>
                <a:spcPct val="90000"/>
              </a:lnSpc>
              <a:spcBef>
                <a:spcPts val="0"/>
              </a:spcBef>
              <a:spcAft>
                <a:spcPts val="0"/>
              </a:spcAft>
              <a:buClr>
                <a:srgbClr val="000000"/>
              </a:buClr>
              <a:buSzPts val="700"/>
              <a:buNone/>
              <a:defRPr sz="700">
                <a:solidFill>
                  <a:srgbClr val="000000"/>
                </a:solidFill>
              </a:defRPr>
            </a:lvl6pPr>
            <a:lvl7pPr lvl="6" rtl="0" algn="ctr">
              <a:lnSpc>
                <a:spcPct val="90000"/>
              </a:lnSpc>
              <a:spcBef>
                <a:spcPts val="0"/>
              </a:spcBef>
              <a:spcAft>
                <a:spcPts val="0"/>
              </a:spcAft>
              <a:buClr>
                <a:srgbClr val="000000"/>
              </a:buClr>
              <a:buSzPts val="700"/>
              <a:buNone/>
              <a:defRPr sz="700">
                <a:solidFill>
                  <a:srgbClr val="000000"/>
                </a:solidFill>
              </a:defRPr>
            </a:lvl7pPr>
            <a:lvl8pPr lvl="7" rtl="0" algn="ctr">
              <a:lnSpc>
                <a:spcPct val="90000"/>
              </a:lnSpc>
              <a:spcBef>
                <a:spcPts val="0"/>
              </a:spcBef>
              <a:spcAft>
                <a:spcPts val="0"/>
              </a:spcAft>
              <a:buClr>
                <a:srgbClr val="000000"/>
              </a:buClr>
              <a:buSzPts val="700"/>
              <a:buNone/>
              <a:defRPr sz="700">
                <a:solidFill>
                  <a:srgbClr val="000000"/>
                </a:solidFill>
              </a:defRPr>
            </a:lvl8pPr>
            <a:lvl9pPr lvl="8" rtl="0" algn="ctr">
              <a:lnSpc>
                <a:spcPct val="90000"/>
              </a:lnSpc>
              <a:spcBef>
                <a:spcPts val="0"/>
              </a:spcBef>
              <a:spcAft>
                <a:spcPts val="0"/>
              </a:spcAft>
              <a:buClr>
                <a:srgbClr val="000000"/>
              </a:buClr>
              <a:buSzPts val="700"/>
              <a:buNone/>
              <a:defRPr sz="700">
                <a:solidFill>
                  <a:srgbClr val="000000"/>
                </a:solidFill>
              </a:defRPr>
            </a:lvl9pPr>
          </a:lstStyle>
          <a:p/>
        </p:txBody>
      </p:sp>
      <p:sp>
        <p:nvSpPr>
          <p:cNvPr id="136" name="Google Shape;136;p2"/>
          <p:cNvSpPr txBox="1"/>
          <p:nvPr>
            <p:ph idx="16" type="subTitle"/>
          </p:nvPr>
        </p:nvSpPr>
        <p:spPr>
          <a:xfrm>
            <a:off x="8181345" y="1782608"/>
            <a:ext cx="796500" cy="437700"/>
          </a:xfrm>
          <a:prstGeom prst="rect">
            <a:avLst/>
          </a:prstGeom>
          <a:noFill/>
          <a:ln>
            <a:noFill/>
          </a:ln>
        </p:spPr>
        <p:txBody>
          <a:bodyPr anchorCtr="0" anchor="ctr" bIns="36000" lIns="36000" spcFirstLastPara="1" rIns="36000" wrap="square" tIns="36000">
            <a:noAutofit/>
          </a:bodyPr>
          <a:lstStyle>
            <a:lvl1pPr lvl="0" rt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rtl="0" algn="ctr">
              <a:lnSpc>
                <a:spcPct val="90000"/>
              </a:lnSpc>
              <a:spcBef>
                <a:spcPts val="0"/>
              </a:spcBef>
              <a:spcAft>
                <a:spcPts val="0"/>
              </a:spcAft>
              <a:buClr>
                <a:srgbClr val="000000"/>
              </a:buClr>
              <a:buSzPts val="700"/>
              <a:buNone/>
              <a:defRPr sz="700">
                <a:solidFill>
                  <a:srgbClr val="000000"/>
                </a:solidFill>
              </a:defRPr>
            </a:lvl2pPr>
            <a:lvl3pPr lvl="2" rtl="0" algn="ctr">
              <a:lnSpc>
                <a:spcPct val="90000"/>
              </a:lnSpc>
              <a:spcBef>
                <a:spcPts val="0"/>
              </a:spcBef>
              <a:spcAft>
                <a:spcPts val="0"/>
              </a:spcAft>
              <a:buClr>
                <a:srgbClr val="000000"/>
              </a:buClr>
              <a:buSzPts val="700"/>
              <a:buNone/>
              <a:defRPr sz="700">
                <a:solidFill>
                  <a:srgbClr val="000000"/>
                </a:solidFill>
              </a:defRPr>
            </a:lvl3pPr>
            <a:lvl4pPr lvl="3" rtl="0" algn="ctr">
              <a:lnSpc>
                <a:spcPct val="90000"/>
              </a:lnSpc>
              <a:spcBef>
                <a:spcPts val="0"/>
              </a:spcBef>
              <a:spcAft>
                <a:spcPts val="0"/>
              </a:spcAft>
              <a:buClr>
                <a:srgbClr val="000000"/>
              </a:buClr>
              <a:buSzPts val="700"/>
              <a:buNone/>
              <a:defRPr sz="700">
                <a:solidFill>
                  <a:srgbClr val="000000"/>
                </a:solidFill>
              </a:defRPr>
            </a:lvl4pPr>
            <a:lvl5pPr lvl="4" rtl="0" algn="ctr">
              <a:lnSpc>
                <a:spcPct val="90000"/>
              </a:lnSpc>
              <a:spcBef>
                <a:spcPts val="0"/>
              </a:spcBef>
              <a:spcAft>
                <a:spcPts val="0"/>
              </a:spcAft>
              <a:buClr>
                <a:srgbClr val="000000"/>
              </a:buClr>
              <a:buSzPts val="700"/>
              <a:buNone/>
              <a:defRPr sz="700">
                <a:solidFill>
                  <a:srgbClr val="000000"/>
                </a:solidFill>
              </a:defRPr>
            </a:lvl5pPr>
            <a:lvl6pPr lvl="5" rtl="0" algn="ctr">
              <a:lnSpc>
                <a:spcPct val="90000"/>
              </a:lnSpc>
              <a:spcBef>
                <a:spcPts val="0"/>
              </a:spcBef>
              <a:spcAft>
                <a:spcPts val="0"/>
              </a:spcAft>
              <a:buClr>
                <a:srgbClr val="000000"/>
              </a:buClr>
              <a:buSzPts val="700"/>
              <a:buNone/>
              <a:defRPr sz="700">
                <a:solidFill>
                  <a:srgbClr val="000000"/>
                </a:solidFill>
              </a:defRPr>
            </a:lvl6pPr>
            <a:lvl7pPr lvl="6" rtl="0" algn="ctr">
              <a:lnSpc>
                <a:spcPct val="90000"/>
              </a:lnSpc>
              <a:spcBef>
                <a:spcPts val="0"/>
              </a:spcBef>
              <a:spcAft>
                <a:spcPts val="0"/>
              </a:spcAft>
              <a:buClr>
                <a:srgbClr val="000000"/>
              </a:buClr>
              <a:buSzPts val="700"/>
              <a:buNone/>
              <a:defRPr sz="700">
                <a:solidFill>
                  <a:srgbClr val="000000"/>
                </a:solidFill>
              </a:defRPr>
            </a:lvl7pPr>
            <a:lvl8pPr lvl="7" rtl="0" algn="ctr">
              <a:lnSpc>
                <a:spcPct val="90000"/>
              </a:lnSpc>
              <a:spcBef>
                <a:spcPts val="0"/>
              </a:spcBef>
              <a:spcAft>
                <a:spcPts val="0"/>
              </a:spcAft>
              <a:buClr>
                <a:srgbClr val="000000"/>
              </a:buClr>
              <a:buSzPts val="700"/>
              <a:buNone/>
              <a:defRPr sz="700">
                <a:solidFill>
                  <a:srgbClr val="000000"/>
                </a:solidFill>
              </a:defRPr>
            </a:lvl8pPr>
            <a:lvl9pPr lvl="8" rtl="0" algn="ctr">
              <a:lnSpc>
                <a:spcPct val="90000"/>
              </a:lnSpc>
              <a:spcBef>
                <a:spcPts val="0"/>
              </a:spcBef>
              <a:spcAft>
                <a:spcPts val="0"/>
              </a:spcAft>
              <a:buClr>
                <a:srgbClr val="000000"/>
              </a:buClr>
              <a:buSzPts val="700"/>
              <a:buNone/>
              <a:defRPr sz="700">
                <a:solidFill>
                  <a:srgbClr val="000000"/>
                </a:solidFill>
              </a:defRPr>
            </a:lvl9pPr>
          </a:lstStyle>
          <a:p/>
        </p:txBody>
      </p:sp>
      <p:sp>
        <p:nvSpPr>
          <p:cNvPr id="137" name="Google Shape;137;p2"/>
          <p:cNvSpPr txBox="1"/>
          <p:nvPr>
            <p:ph idx="17" type="subTitle"/>
          </p:nvPr>
        </p:nvSpPr>
        <p:spPr>
          <a:xfrm>
            <a:off x="8998819" y="1782608"/>
            <a:ext cx="815100" cy="437700"/>
          </a:xfrm>
          <a:prstGeom prst="rect">
            <a:avLst/>
          </a:prstGeom>
          <a:noFill/>
          <a:ln>
            <a:noFill/>
          </a:ln>
        </p:spPr>
        <p:txBody>
          <a:bodyPr anchorCtr="0" anchor="ctr" bIns="36000" lIns="36000" spcFirstLastPara="1" rIns="36000" wrap="square" tIns="36000">
            <a:noAutofit/>
          </a:bodyPr>
          <a:lstStyle>
            <a:lvl1pPr lvl="0" rt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rtl="0" algn="ctr">
              <a:lnSpc>
                <a:spcPct val="90000"/>
              </a:lnSpc>
              <a:spcBef>
                <a:spcPts val="0"/>
              </a:spcBef>
              <a:spcAft>
                <a:spcPts val="0"/>
              </a:spcAft>
              <a:buClr>
                <a:srgbClr val="000000"/>
              </a:buClr>
              <a:buSzPts val="700"/>
              <a:buNone/>
              <a:defRPr sz="700">
                <a:solidFill>
                  <a:srgbClr val="000000"/>
                </a:solidFill>
              </a:defRPr>
            </a:lvl2pPr>
            <a:lvl3pPr lvl="2" rtl="0" algn="ctr">
              <a:lnSpc>
                <a:spcPct val="90000"/>
              </a:lnSpc>
              <a:spcBef>
                <a:spcPts val="0"/>
              </a:spcBef>
              <a:spcAft>
                <a:spcPts val="0"/>
              </a:spcAft>
              <a:buClr>
                <a:srgbClr val="000000"/>
              </a:buClr>
              <a:buSzPts val="700"/>
              <a:buNone/>
              <a:defRPr sz="700">
                <a:solidFill>
                  <a:srgbClr val="000000"/>
                </a:solidFill>
              </a:defRPr>
            </a:lvl3pPr>
            <a:lvl4pPr lvl="3" rtl="0" algn="ctr">
              <a:lnSpc>
                <a:spcPct val="90000"/>
              </a:lnSpc>
              <a:spcBef>
                <a:spcPts val="0"/>
              </a:spcBef>
              <a:spcAft>
                <a:spcPts val="0"/>
              </a:spcAft>
              <a:buClr>
                <a:srgbClr val="000000"/>
              </a:buClr>
              <a:buSzPts val="700"/>
              <a:buNone/>
              <a:defRPr sz="700">
                <a:solidFill>
                  <a:srgbClr val="000000"/>
                </a:solidFill>
              </a:defRPr>
            </a:lvl4pPr>
            <a:lvl5pPr lvl="4" rtl="0" algn="ctr">
              <a:lnSpc>
                <a:spcPct val="90000"/>
              </a:lnSpc>
              <a:spcBef>
                <a:spcPts val="0"/>
              </a:spcBef>
              <a:spcAft>
                <a:spcPts val="0"/>
              </a:spcAft>
              <a:buClr>
                <a:srgbClr val="000000"/>
              </a:buClr>
              <a:buSzPts val="700"/>
              <a:buNone/>
              <a:defRPr sz="700">
                <a:solidFill>
                  <a:srgbClr val="000000"/>
                </a:solidFill>
              </a:defRPr>
            </a:lvl5pPr>
            <a:lvl6pPr lvl="5" rtl="0" algn="ctr">
              <a:lnSpc>
                <a:spcPct val="90000"/>
              </a:lnSpc>
              <a:spcBef>
                <a:spcPts val="0"/>
              </a:spcBef>
              <a:spcAft>
                <a:spcPts val="0"/>
              </a:spcAft>
              <a:buClr>
                <a:srgbClr val="000000"/>
              </a:buClr>
              <a:buSzPts val="700"/>
              <a:buNone/>
              <a:defRPr sz="700">
                <a:solidFill>
                  <a:srgbClr val="000000"/>
                </a:solidFill>
              </a:defRPr>
            </a:lvl6pPr>
            <a:lvl7pPr lvl="6" rtl="0" algn="ctr">
              <a:lnSpc>
                <a:spcPct val="90000"/>
              </a:lnSpc>
              <a:spcBef>
                <a:spcPts val="0"/>
              </a:spcBef>
              <a:spcAft>
                <a:spcPts val="0"/>
              </a:spcAft>
              <a:buClr>
                <a:srgbClr val="000000"/>
              </a:buClr>
              <a:buSzPts val="700"/>
              <a:buNone/>
              <a:defRPr sz="700">
                <a:solidFill>
                  <a:srgbClr val="000000"/>
                </a:solidFill>
              </a:defRPr>
            </a:lvl7pPr>
            <a:lvl8pPr lvl="7" rtl="0" algn="ctr">
              <a:lnSpc>
                <a:spcPct val="90000"/>
              </a:lnSpc>
              <a:spcBef>
                <a:spcPts val="0"/>
              </a:spcBef>
              <a:spcAft>
                <a:spcPts val="0"/>
              </a:spcAft>
              <a:buClr>
                <a:srgbClr val="000000"/>
              </a:buClr>
              <a:buSzPts val="700"/>
              <a:buNone/>
              <a:defRPr sz="700">
                <a:solidFill>
                  <a:srgbClr val="000000"/>
                </a:solidFill>
              </a:defRPr>
            </a:lvl8pPr>
            <a:lvl9pPr lvl="8" rtl="0" algn="ctr">
              <a:lnSpc>
                <a:spcPct val="90000"/>
              </a:lnSpc>
              <a:spcBef>
                <a:spcPts val="0"/>
              </a:spcBef>
              <a:spcAft>
                <a:spcPts val="0"/>
              </a:spcAft>
              <a:buClr>
                <a:srgbClr val="000000"/>
              </a:buClr>
              <a:buSzPts val="700"/>
              <a:buNone/>
              <a:defRPr sz="700">
                <a:solidFill>
                  <a:srgbClr val="000000"/>
                </a:solidFill>
              </a:defRPr>
            </a:lvl9pPr>
          </a:lstStyle>
          <a:p/>
        </p:txBody>
      </p:sp>
      <p:sp>
        <p:nvSpPr>
          <p:cNvPr id="138" name="Google Shape;138;p2"/>
          <p:cNvSpPr txBox="1"/>
          <p:nvPr>
            <p:ph idx="18" type="subTitle"/>
          </p:nvPr>
        </p:nvSpPr>
        <p:spPr>
          <a:xfrm>
            <a:off x="263406" y="2268846"/>
            <a:ext cx="796500" cy="437700"/>
          </a:xfrm>
          <a:prstGeom prst="rect">
            <a:avLst/>
          </a:prstGeom>
          <a:noFill/>
          <a:ln>
            <a:noFill/>
          </a:ln>
        </p:spPr>
        <p:txBody>
          <a:bodyPr anchorCtr="0" anchor="ctr" bIns="36000" lIns="36000" spcFirstLastPara="1" rIns="36000" wrap="square" tIns="36000">
            <a:noAutofit/>
          </a:bodyPr>
          <a:lstStyle>
            <a:lvl1pPr lvl="0" rt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rtl="0" algn="ctr">
              <a:lnSpc>
                <a:spcPct val="90000"/>
              </a:lnSpc>
              <a:spcBef>
                <a:spcPts val="0"/>
              </a:spcBef>
              <a:spcAft>
                <a:spcPts val="0"/>
              </a:spcAft>
              <a:buClr>
                <a:srgbClr val="000000"/>
              </a:buClr>
              <a:buSzPts val="700"/>
              <a:buNone/>
              <a:defRPr sz="700">
                <a:solidFill>
                  <a:srgbClr val="000000"/>
                </a:solidFill>
              </a:defRPr>
            </a:lvl2pPr>
            <a:lvl3pPr lvl="2" rtl="0" algn="ctr">
              <a:lnSpc>
                <a:spcPct val="90000"/>
              </a:lnSpc>
              <a:spcBef>
                <a:spcPts val="0"/>
              </a:spcBef>
              <a:spcAft>
                <a:spcPts val="0"/>
              </a:spcAft>
              <a:buClr>
                <a:srgbClr val="000000"/>
              </a:buClr>
              <a:buSzPts val="700"/>
              <a:buNone/>
              <a:defRPr sz="700">
                <a:solidFill>
                  <a:srgbClr val="000000"/>
                </a:solidFill>
              </a:defRPr>
            </a:lvl3pPr>
            <a:lvl4pPr lvl="3" rtl="0" algn="ctr">
              <a:lnSpc>
                <a:spcPct val="90000"/>
              </a:lnSpc>
              <a:spcBef>
                <a:spcPts val="0"/>
              </a:spcBef>
              <a:spcAft>
                <a:spcPts val="0"/>
              </a:spcAft>
              <a:buClr>
                <a:srgbClr val="000000"/>
              </a:buClr>
              <a:buSzPts val="700"/>
              <a:buNone/>
              <a:defRPr sz="700">
                <a:solidFill>
                  <a:srgbClr val="000000"/>
                </a:solidFill>
              </a:defRPr>
            </a:lvl4pPr>
            <a:lvl5pPr lvl="4" rtl="0" algn="ctr">
              <a:lnSpc>
                <a:spcPct val="90000"/>
              </a:lnSpc>
              <a:spcBef>
                <a:spcPts val="0"/>
              </a:spcBef>
              <a:spcAft>
                <a:spcPts val="0"/>
              </a:spcAft>
              <a:buClr>
                <a:srgbClr val="000000"/>
              </a:buClr>
              <a:buSzPts val="700"/>
              <a:buNone/>
              <a:defRPr sz="700">
                <a:solidFill>
                  <a:srgbClr val="000000"/>
                </a:solidFill>
              </a:defRPr>
            </a:lvl5pPr>
            <a:lvl6pPr lvl="5" rtl="0" algn="ctr">
              <a:lnSpc>
                <a:spcPct val="90000"/>
              </a:lnSpc>
              <a:spcBef>
                <a:spcPts val="0"/>
              </a:spcBef>
              <a:spcAft>
                <a:spcPts val="0"/>
              </a:spcAft>
              <a:buClr>
                <a:srgbClr val="000000"/>
              </a:buClr>
              <a:buSzPts val="700"/>
              <a:buNone/>
              <a:defRPr sz="700">
                <a:solidFill>
                  <a:srgbClr val="000000"/>
                </a:solidFill>
              </a:defRPr>
            </a:lvl6pPr>
            <a:lvl7pPr lvl="6" rtl="0" algn="ctr">
              <a:lnSpc>
                <a:spcPct val="90000"/>
              </a:lnSpc>
              <a:spcBef>
                <a:spcPts val="0"/>
              </a:spcBef>
              <a:spcAft>
                <a:spcPts val="0"/>
              </a:spcAft>
              <a:buClr>
                <a:srgbClr val="000000"/>
              </a:buClr>
              <a:buSzPts val="700"/>
              <a:buNone/>
              <a:defRPr sz="700">
                <a:solidFill>
                  <a:srgbClr val="000000"/>
                </a:solidFill>
              </a:defRPr>
            </a:lvl7pPr>
            <a:lvl8pPr lvl="7" rtl="0" algn="ctr">
              <a:lnSpc>
                <a:spcPct val="90000"/>
              </a:lnSpc>
              <a:spcBef>
                <a:spcPts val="0"/>
              </a:spcBef>
              <a:spcAft>
                <a:spcPts val="0"/>
              </a:spcAft>
              <a:buClr>
                <a:srgbClr val="000000"/>
              </a:buClr>
              <a:buSzPts val="700"/>
              <a:buNone/>
              <a:defRPr sz="700">
                <a:solidFill>
                  <a:srgbClr val="000000"/>
                </a:solidFill>
              </a:defRPr>
            </a:lvl8pPr>
            <a:lvl9pPr lvl="8" rtl="0" algn="ctr">
              <a:lnSpc>
                <a:spcPct val="90000"/>
              </a:lnSpc>
              <a:spcBef>
                <a:spcPts val="0"/>
              </a:spcBef>
              <a:spcAft>
                <a:spcPts val="0"/>
              </a:spcAft>
              <a:buClr>
                <a:srgbClr val="000000"/>
              </a:buClr>
              <a:buSzPts val="700"/>
              <a:buNone/>
              <a:defRPr sz="700">
                <a:solidFill>
                  <a:srgbClr val="000000"/>
                </a:solidFill>
              </a:defRPr>
            </a:lvl9pPr>
          </a:lstStyle>
          <a:p/>
        </p:txBody>
      </p:sp>
      <p:sp>
        <p:nvSpPr>
          <p:cNvPr id="139" name="Google Shape;139;p2"/>
          <p:cNvSpPr txBox="1"/>
          <p:nvPr>
            <p:ph idx="19" type="subTitle"/>
          </p:nvPr>
        </p:nvSpPr>
        <p:spPr>
          <a:xfrm>
            <a:off x="1177829" y="2268846"/>
            <a:ext cx="777900" cy="437700"/>
          </a:xfrm>
          <a:prstGeom prst="rect">
            <a:avLst/>
          </a:prstGeom>
          <a:noFill/>
          <a:ln>
            <a:noFill/>
          </a:ln>
        </p:spPr>
        <p:txBody>
          <a:bodyPr anchorCtr="0" anchor="ctr" bIns="36000" lIns="36000" spcFirstLastPara="1" rIns="36000" wrap="square" tIns="36000">
            <a:noAutofit/>
          </a:bodyPr>
          <a:lstStyle>
            <a:lvl1pPr lvl="0" rt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rtl="0" algn="ctr">
              <a:lnSpc>
                <a:spcPct val="90000"/>
              </a:lnSpc>
              <a:spcBef>
                <a:spcPts val="0"/>
              </a:spcBef>
              <a:spcAft>
                <a:spcPts val="0"/>
              </a:spcAft>
              <a:buClr>
                <a:srgbClr val="000000"/>
              </a:buClr>
              <a:buSzPts val="700"/>
              <a:buNone/>
              <a:defRPr sz="700">
                <a:solidFill>
                  <a:srgbClr val="000000"/>
                </a:solidFill>
              </a:defRPr>
            </a:lvl2pPr>
            <a:lvl3pPr lvl="2" rtl="0" algn="ctr">
              <a:lnSpc>
                <a:spcPct val="90000"/>
              </a:lnSpc>
              <a:spcBef>
                <a:spcPts val="0"/>
              </a:spcBef>
              <a:spcAft>
                <a:spcPts val="0"/>
              </a:spcAft>
              <a:buClr>
                <a:srgbClr val="000000"/>
              </a:buClr>
              <a:buSzPts val="700"/>
              <a:buNone/>
              <a:defRPr sz="700">
                <a:solidFill>
                  <a:srgbClr val="000000"/>
                </a:solidFill>
              </a:defRPr>
            </a:lvl3pPr>
            <a:lvl4pPr lvl="3" rtl="0" algn="ctr">
              <a:lnSpc>
                <a:spcPct val="90000"/>
              </a:lnSpc>
              <a:spcBef>
                <a:spcPts val="0"/>
              </a:spcBef>
              <a:spcAft>
                <a:spcPts val="0"/>
              </a:spcAft>
              <a:buClr>
                <a:srgbClr val="000000"/>
              </a:buClr>
              <a:buSzPts val="700"/>
              <a:buNone/>
              <a:defRPr sz="700">
                <a:solidFill>
                  <a:srgbClr val="000000"/>
                </a:solidFill>
              </a:defRPr>
            </a:lvl4pPr>
            <a:lvl5pPr lvl="4" rtl="0" algn="ctr">
              <a:lnSpc>
                <a:spcPct val="90000"/>
              </a:lnSpc>
              <a:spcBef>
                <a:spcPts val="0"/>
              </a:spcBef>
              <a:spcAft>
                <a:spcPts val="0"/>
              </a:spcAft>
              <a:buClr>
                <a:srgbClr val="000000"/>
              </a:buClr>
              <a:buSzPts val="700"/>
              <a:buNone/>
              <a:defRPr sz="700">
                <a:solidFill>
                  <a:srgbClr val="000000"/>
                </a:solidFill>
              </a:defRPr>
            </a:lvl5pPr>
            <a:lvl6pPr lvl="5" rtl="0" algn="ctr">
              <a:lnSpc>
                <a:spcPct val="90000"/>
              </a:lnSpc>
              <a:spcBef>
                <a:spcPts val="0"/>
              </a:spcBef>
              <a:spcAft>
                <a:spcPts val="0"/>
              </a:spcAft>
              <a:buClr>
                <a:srgbClr val="000000"/>
              </a:buClr>
              <a:buSzPts val="700"/>
              <a:buNone/>
              <a:defRPr sz="700">
                <a:solidFill>
                  <a:srgbClr val="000000"/>
                </a:solidFill>
              </a:defRPr>
            </a:lvl6pPr>
            <a:lvl7pPr lvl="6" rtl="0" algn="ctr">
              <a:lnSpc>
                <a:spcPct val="90000"/>
              </a:lnSpc>
              <a:spcBef>
                <a:spcPts val="0"/>
              </a:spcBef>
              <a:spcAft>
                <a:spcPts val="0"/>
              </a:spcAft>
              <a:buClr>
                <a:srgbClr val="000000"/>
              </a:buClr>
              <a:buSzPts val="700"/>
              <a:buNone/>
              <a:defRPr sz="700">
                <a:solidFill>
                  <a:srgbClr val="000000"/>
                </a:solidFill>
              </a:defRPr>
            </a:lvl7pPr>
            <a:lvl8pPr lvl="7" rtl="0" algn="ctr">
              <a:lnSpc>
                <a:spcPct val="90000"/>
              </a:lnSpc>
              <a:spcBef>
                <a:spcPts val="0"/>
              </a:spcBef>
              <a:spcAft>
                <a:spcPts val="0"/>
              </a:spcAft>
              <a:buClr>
                <a:srgbClr val="000000"/>
              </a:buClr>
              <a:buSzPts val="700"/>
              <a:buNone/>
              <a:defRPr sz="700">
                <a:solidFill>
                  <a:srgbClr val="000000"/>
                </a:solidFill>
              </a:defRPr>
            </a:lvl8pPr>
            <a:lvl9pPr lvl="8" rtl="0" algn="ctr">
              <a:lnSpc>
                <a:spcPct val="90000"/>
              </a:lnSpc>
              <a:spcBef>
                <a:spcPts val="0"/>
              </a:spcBef>
              <a:spcAft>
                <a:spcPts val="0"/>
              </a:spcAft>
              <a:buClr>
                <a:srgbClr val="000000"/>
              </a:buClr>
              <a:buSzPts val="700"/>
              <a:buNone/>
              <a:defRPr sz="700">
                <a:solidFill>
                  <a:srgbClr val="000000"/>
                </a:solidFill>
              </a:defRPr>
            </a:lvl9pPr>
          </a:lstStyle>
          <a:p/>
        </p:txBody>
      </p:sp>
      <p:sp>
        <p:nvSpPr>
          <p:cNvPr id="140" name="Google Shape;140;p2"/>
          <p:cNvSpPr txBox="1"/>
          <p:nvPr>
            <p:ph idx="20" type="subTitle"/>
          </p:nvPr>
        </p:nvSpPr>
        <p:spPr>
          <a:xfrm>
            <a:off x="1988728" y="2268846"/>
            <a:ext cx="815100" cy="437700"/>
          </a:xfrm>
          <a:prstGeom prst="rect">
            <a:avLst/>
          </a:prstGeom>
          <a:noFill/>
          <a:ln>
            <a:noFill/>
          </a:ln>
        </p:spPr>
        <p:txBody>
          <a:bodyPr anchorCtr="0" anchor="ctr" bIns="36000" lIns="36000" spcFirstLastPara="1" rIns="36000" wrap="square" tIns="36000">
            <a:noAutofit/>
          </a:bodyPr>
          <a:lstStyle>
            <a:lvl1pPr lvl="0" rt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rtl="0" algn="ctr">
              <a:lnSpc>
                <a:spcPct val="90000"/>
              </a:lnSpc>
              <a:spcBef>
                <a:spcPts val="0"/>
              </a:spcBef>
              <a:spcAft>
                <a:spcPts val="0"/>
              </a:spcAft>
              <a:buClr>
                <a:srgbClr val="000000"/>
              </a:buClr>
              <a:buSzPts val="700"/>
              <a:buNone/>
              <a:defRPr sz="700">
                <a:solidFill>
                  <a:srgbClr val="000000"/>
                </a:solidFill>
              </a:defRPr>
            </a:lvl2pPr>
            <a:lvl3pPr lvl="2" rtl="0" algn="ctr">
              <a:lnSpc>
                <a:spcPct val="90000"/>
              </a:lnSpc>
              <a:spcBef>
                <a:spcPts val="0"/>
              </a:spcBef>
              <a:spcAft>
                <a:spcPts val="0"/>
              </a:spcAft>
              <a:buClr>
                <a:srgbClr val="000000"/>
              </a:buClr>
              <a:buSzPts val="700"/>
              <a:buNone/>
              <a:defRPr sz="700">
                <a:solidFill>
                  <a:srgbClr val="000000"/>
                </a:solidFill>
              </a:defRPr>
            </a:lvl3pPr>
            <a:lvl4pPr lvl="3" rtl="0" algn="ctr">
              <a:lnSpc>
                <a:spcPct val="90000"/>
              </a:lnSpc>
              <a:spcBef>
                <a:spcPts val="0"/>
              </a:spcBef>
              <a:spcAft>
                <a:spcPts val="0"/>
              </a:spcAft>
              <a:buClr>
                <a:srgbClr val="000000"/>
              </a:buClr>
              <a:buSzPts val="700"/>
              <a:buNone/>
              <a:defRPr sz="700">
                <a:solidFill>
                  <a:srgbClr val="000000"/>
                </a:solidFill>
              </a:defRPr>
            </a:lvl4pPr>
            <a:lvl5pPr lvl="4" rtl="0" algn="ctr">
              <a:lnSpc>
                <a:spcPct val="90000"/>
              </a:lnSpc>
              <a:spcBef>
                <a:spcPts val="0"/>
              </a:spcBef>
              <a:spcAft>
                <a:spcPts val="0"/>
              </a:spcAft>
              <a:buClr>
                <a:srgbClr val="000000"/>
              </a:buClr>
              <a:buSzPts val="700"/>
              <a:buNone/>
              <a:defRPr sz="700">
                <a:solidFill>
                  <a:srgbClr val="000000"/>
                </a:solidFill>
              </a:defRPr>
            </a:lvl5pPr>
            <a:lvl6pPr lvl="5" rtl="0" algn="ctr">
              <a:lnSpc>
                <a:spcPct val="90000"/>
              </a:lnSpc>
              <a:spcBef>
                <a:spcPts val="0"/>
              </a:spcBef>
              <a:spcAft>
                <a:spcPts val="0"/>
              </a:spcAft>
              <a:buClr>
                <a:srgbClr val="000000"/>
              </a:buClr>
              <a:buSzPts val="700"/>
              <a:buNone/>
              <a:defRPr sz="700">
                <a:solidFill>
                  <a:srgbClr val="000000"/>
                </a:solidFill>
              </a:defRPr>
            </a:lvl6pPr>
            <a:lvl7pPr lvl="6" rtl="0" algn="ctr">
              <a:lnSpc>
                <a:spcPct val="90000"/>
              </a:lnSpc>
              <a:spcBef>
                <a:spcPts val="0"/>
              </a:spcBef>
              <a:spcAft>
                <a:spcPts val="0"/>
              </a:spcAft>
              <a:buClr>
                <a:srgbClr val="000000"/>
              </a:buClr>
              <a:buSzPts val="700"/>
              <a:buNone/>
              <a:defRPr sz="700">
                <a:solidFill>
                  <a:srgbClr val="000000"/>
                </a:solidFill>
              </a:defRPr>
            </a:lvl7pPr>
            <a:lvl8pPr lvl="7" rtl="0" algn="ctr">
              <a:lnSpc>
                <a:spcPct val="90000"/>
              </a:lnSpc>
              <a:spcBef>
                <a:spcPts val="0"/>
              </a:spcBef>
              <a:spcAft>
                <a:spcPts val="0"/>
              </a:spcAft>
              <a:buClr>
                <a:srgbClr val="000000"/>
              </a:buClr>
              <a:buSzPts val="700"/>
              <a:buNone/>
              <a:defRPr sz="700">
                <a:solidFill>
                  <a:srgbClr val="000000"/>
                </a:solidFill>
              </a:defRPr>
            </a:lvl8pPr>
            <a:lvl9pPr lvl="8" rtl="0" algn="ctr">
              <a:lnSpc>
                <a:spcPct val="90000"/>
              </a:lnSpc>
              <a:spcBef>
                <a:spcPts val="0"/>
              </a:spcBef>
              <a:spcAft>
                <a:spcPts val="0"/>
              </a:spcAft>
              <a:buClr>
                <a:srgbClr val="000000"/>
              </a:buClr>
              <a:buSzPts val="700"/>
              <a:buNone/>
              <a:defRPr sz="700">
                <a:solidFill>
                  <a:srgbClr val="000000"/>
                </a:solidFill>
              </a:defRPr>
            </a:lvl9pPr>
          </a:lstStyle>
          <a:p/>
        </p:txBody>
      </p:sp>
      <p:sp>
        <p:nvSpPr>
          <p:cNvPr id="141" name="Google Shape;141;p2"/>
          <p:cNvSpPr txBox="1"/>
          <p:nvPr>
            <p:ph idx="21" type="subTitle"/>
          </p:nvPr>
        </p:nvSpPr>
        <p:spPr>
          <a:xfrm>
            <a:off x="2923907" y="2268846"/>
            <a:ext cx="777900" cy="437700"/>
          </a:xfrm>
          <a:prstGeom prst="rect">
            <a:avLst/>
          </a:prstGeom>
          <a:noFill/>
          <a:ln>
            <a:noFill/>
          </a:ln>
        </p:spPr>
        <p:txBody>
          <a:bodyPr anchorCtr="0" anchor="ctr" bIns="36000" lIns="36000" spcFirstLastPara="1" rIns="36000" wrap="square" tIns="36000">
            <a:noAutofit/>
          </a:bodyPr>
          <a:lstStyle>
            <a:lvl1pPr lvl="0" rt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rtl="0" algn="ctr">
              <a:lnSpc>
                <a:spcPct val="90000"/>
              </a:lnSpc>
              <a:spcBef>
                <a:spcPts val="0"/>
              </a:spcBef>
              <a:spcAft>
                <a:spcPts val="0"/>
              </a:spcAft>
              <a:buClr>
                <a:srgbClr val="000000"/>
              </a:buClr>
              <a:buSzPts val="700"/>
              <a:buNone/>
              <a:defRPr sz="700">
                <a:solidFill>
                  <a:srgbClr val="000000"/>
                </a:solidFill>
              </a:defRPr>
            </a:lvl2pPr>
            <a:lvl3pPr lvl="2" rtl="0" algn="ctr">
              <a:lnSpc>
                <a:spcPct val="90000"/>
              </a:lnSpc>
              <a:spcBef>
                <a:spcPts val="0"/>
              </a:spcBef>
              <a:spcAft>
                <a:spcPts val="0"/>
              </a:spcAft>
              <a:buClr>
                <a:srgbClr val="000000"/>
              </a:buClr>
              <a:buSzPts val="700"/>
              <a:buNone/>
              <a:defRPr sz="700">
                <a:solidFill>
                  <a:srgbClr val="000000"/>
                </a:solidFill>
              </a:defRPr>
            </a:lvl3pPr>
            <a:lvl4pPr lvl="3" rtl="0" algn="ctr">
              <a:lnSpc>
                <a:spcPct val="90000"/>
              </a:lnSpc>
              <a:spcBef>
                <a:spcPts val="0"/>
              </a:spcBef>
              <a:spcAft>
                <a:spcPts val="0"/>
              </a:spcAft>
              <a:buClr>
                <a:srgbClr val="000000"/>
              </a:buClr>
              <a:buSzPts val="700"/>
              <a:buNone/>
              <a:defRPr sz="700">
                <a:solidFill>
                  <a:srgbClr val="000000"/>
                </a:solidFill>
              </a:defRPr>
            </a:lvl4pPr>
            <a:lvl5pPr lvl="4" rtl="0" algn="ctr">
              <a:lnSpc>
                <a:spcPct val="90000"/>
              </a:lnSpc>
              <a:spcBef>
                <a:spcPts val="0"/>
              </a:spcBef>
              <a:spcAft>
                <a:spcPts val="0"/>
              </a:spcAft>
              <a:buClr>
                <a:srgbClr val="000000"/>
              </a:buClr>
              <a:buSzPts val="700"/>
              <a:buNone/>
              <a:defRPr sz="700">
                <a:solidFill>
                  <a:srgbClr val="000000"/>
                </a:solidFill>
              </a:defRPr>
            </a:lvl5pPr>
            <a:lvl6pPr lvl="5" rtl="0" algn="ctr">
              <a:lnSpc>
                <a:spcPct val="90000"/>
              </a:lnSpc>
              <a:spcBef>
                <a:spcPts val="0"/>
              </a:spcBef>
              <a:spcAft>
                <a:spcPts val="0"/>
              </a:spcAft>
              <a:buClr>
                <a:srgbClr val="000000"/>
              </a:buClr>
              <a:buSzPts val="700"/>
              <a:buNone/>
              <a:defRPr sz="700">
                <a:solidFill>
                  <a:srgbClr val="000000"/>
                </a:solidFill>
              </a:defRPr>
            </a:lvl6pPr>
            <a:lvl7pPr lvl="6" rtl="0" algn="ctr">
              <a:lnSpc>
                <a:spcPct val="90000"/>
              </a:lnSpc>
              <a:spcBef>
                <a:spcPts val="0"/>
              </a:spcBef>
              <a:spcAft>
                <a:spcPts val="0"/>
              </a:spcAft>
              <a:buClr>
                <a:srgbClr val="000000"/>
              </a:buClr>
              <a:buSzPts val="700"/>
              <a:buNone/>
              <a:defRPr sz="700">
                <a:solidFill>
                  <a:srgbClr val="000000"/>
                </a:solidFill>
              </a:defRPr>
            </a:lvl7pPr>
            <a:lvl8pPr lvl="7" rtl="0" algn="ctr">
              <a:lnSpc>
                <a:spcPct val="90000"/>
              </a:lnSpc>
              <a:spcBef>
                <a:spcPts val="0"/>
              </a:spcBef>
              <a:spcAft>
                <a:spcPts val="0"/>
              </a:spcAft>
              <a:buClr>
                <a:srgbClr val="000000"/>
              </a:buClr>
              <a:buSzPts val="700"/>
              <a:buNone/>
              <a:defRPr sz="700">
                <a:solidFill>
                  <a:srgbClr val="000000"/>
                </a:solidFill>
              </a:defRPr>
            </a:lvl8pPr>
            <a:lvl9pPr lvl="8" rtl="0" algn="ctr">
              <a:lnSpc>
                <a:spcPct val="90000"/>
              </a:lnSpc>
              <a:spcBef>
                <a:spcPts val="0"/>
              </a:spcBef>
              <a:spcAft>
                <a:spcPts val="0"/>
              </a:spcAft>
              <a:buClr>
                <a:srgbClr val="000000"/>
              </a:buClr>
              <a:buSzPts val="700"/>
              <a:buNone/>
              <a:defRPr sz="700">
                <a:solidFill>
                  <a:srgbClr val="000000"/>
                </a:solidFill>
              </a:defRPr>
            </a:lvl9pPr>
          </a:lstStyle>
          <a:p/>
        </p:txBody>
      </p:sp>
      <p:sp>
        <p:nvSpPr>
          <p:cNvPr id="142" name="Google Shape;142;p2"/>
          <p:cNvSpPr txBox="1"/>
          <p:nvPr>
            <p:ph idx="22" type="subTitle"/>
          </p:nvPr>
        </p:nvSpPr>
        <p:spPr>
          <a:xfrm>
            <a:off x="3734801" y="2268846"/>
            <a:ext cx="815100" cy="437700"/>
          </a:xfrm>
          <a:prstGeom prst="rect">
            <a:avLst/>
          </a:prstGeom>
          <a:noFill/>
          <a:ln>
            <a:noFill/>
          </a:ln>
        </p:spPr>
        <p:txBody>
          <a:bodyPr anchorCtr="0" anchor="ctr" bIns="36000" lIns="36000" spcFirstLastPara="1" rIns="36000" wrap="square" tIns="36000">
            <a:noAutofit/>
          </a:bodyPr>
          <a:lstStyle>
            <a:lvl1pPr lvl="0" rt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rtl="0" algn="ctr">
              <a:lnSpc>
                <a:spcPct val="90000"/>
              </a:lnSpc>
              <a:spcBef>
                <a:spcPts val="0"/>
              </a:spcBef>
              <a:spcAft>
                <a:spcPts val="0"/>
              </a:spcAft>
              <a:buClr>
                <a:srgbClr val="000000"/>
              </a:buClr>
              <a:buSzPts val="700"/>
              <a:buNone/>
              <a:defRPr sz="700">
                <a:solidFill>
                  <a:srgbClr val="000000"/>
                </a:solidFill>
              </a:defRPr>
            </a:lvl2pPr>
            <a:lvl3pPr lvl="2" rtl="0" algn="ctr">
              <a:lnSpc>
                <a:spcPct val="90000"/>
              </a:lnSpc>
              <a:spcBef>
                <a:spcPts val="0"/>
              </a:spcBef>
              <a:spcAft>
                <a:spcPts val="0"/>
              </a:spcAft>
              <a:buClr>
                <a:srgbClr val="000000"/>
              </a:buClr>
              <a:buSzPts val="700"/>
              <a:buNone/>
              <a:defRPr sz="700">
                <a:solidFill>
                  <a:srgbClr val="000000"/>
                </a:solidFill>
              </a:defRPr>
            </a:lvl3pPr>
            <a:lvl4pPr lvl="3" rtl="0" algn="ctr">
              <a:lnSpc>
                <a:spcPct val="90000"/>
              </a:lnSpc>
              <a:spcBef>
                <a:spcPts val="0"/>
              </a:spcBef>
              <a:spcAft>
                <a:spcPts val="0"/>
              </a:spcAft>
              <a:buClr>
                <a:srgbClr val="000000"/>
              </a:buClr>
              <a:buSzPts val="700"/>
              <a:buNone/>
              <a:defRPr sz="700">
                <a:solidFill>
                  <a:srgbClr val="000000"/>
                </a:solidFill>
              </a:defRPr>
            </a:lvl4pPr>
            <a:lvl5pPr lvl="4" rtl="0" algn="ctr">
              <a:lnSpc>
                <a:spcPct val="90000"/>
              </a:lnSpc>
              <a:spcBef>
                <a:spcPts val="0"/>
              </a:spcBef>
              <a:spcAft>
                <a:spcPts val="0"/>
              </a:spcAft>
              <a:buClr>
                <a:srgbClr val="000000"/>
              </a:buClr>
              <a:buSzPts val="700"/>
              <a:buNone/>
              <a:defRPr sz="700">
                <a:solidFill>
                  <a:srgbClr val="000000"/>
                </a:solidFill>
              </a:defRPr>
            </a:lvl5pPr>
            <a:lvl6pPr lvl="5" rtl="0" algn="ctr">
              <a:lnSpc>
                <a:spcPct val="90000"/>
              </a:lnSpc>
              <a:spcBef>
                <a:spcPts val="0"/>
              </a:spcBef>
              <a:spcAft>
                <a:spcPts val="0"/>
              </a:spcAft>
              <a:buClr>
                <a:srgbClr val="000000"/>
              </a:buClr>
              <a:buSzPts val="700"/>
              <a:buNone/>
              <a:defRPr sz="700">
                <a:solidFill>
                  <a:srgbClr val="000000"/>
                </a:solidFill>
              </a:defRPr>
            </a:lvl6pPr>
            <a:lvl7pPr lvl="6" rtl="0" algn="ctr">
              <a:lnSpc>
                <a:spcPct val="90000"/>
              </a:lnSpc>
              <a:spcBef>
                <a:spcPts val="0"/>
              </a:spcBef>
              <a:spcAft>
                <a:spcPts val="0"/>
              </a:spcAft>
              <a:buClr>
                <a:srgbClr val="000000"/>
              </a:buClr>
              <a:buSzPts val="700"/>
              <a:buNone/>
              <a:defRPr sz="700">
                <a:solidFill>
                  <a:srgbClr val="000000"/>
                </a:solidFill>
              </a:defRPr>
            </a:lvl7pPr>
            <a:lvl8pPr lvl="7" rtl="0" algn="ctr">
              <a:lnSpc>
                <a:spcPct val="90000"/>
              </a:lnSpc>
              <a:spcBef>
                <a:spcPts val="0"/>
              </a:spcBef>
              <a:spcAft>
                <a:spcPts val="0"/>
              </a:spcAft>
              <a:buClr>
                <a:srgbClr val="000000"/>
              </a:buClr>
              <a:buSzPts val="700"/>
              <a:buNone/>
              <a:defRPr sz="700">
                <a:solidFill>
                  <a:srgbClr val="000000"/>
                </a:solidFill>
              </a:defRPr>
            </a:lvl8pPr>
            <a:lvl9pPr lvl="8" rtl="0" algn="ctr">
              <a:lnSpc>
                <a:spcPct val="90000"/>
              </a:lnSpc>
              <a:spcBef>
                <a:spcPts val="0"/>
              </a:spcBef>
              <a:spcAft>
                <a:spcPts val="0"/>
              </a:spcAft>
              <a:buClr>
                <a:srgbClr val="000000"/>
              </a:buClr>
              <a:buSzPts val="700"/>
              <a:buNone/>
              <a:defRPr sz="700">
                <a:solidFill>
                  <a:srgbClr val="000000"/>
                </a:solidFill>
              </a:defRPr>
            </a:lvl9pPr>
          </a:lstStyle>
          <a:p/>
        </p:txBody>
      </p:sp>
      <p:sp>
        <p:nvSpPr>
          <p:cNvPr id="143" name="Google Shape;143;p2"/>
          <p:cNvSpPr txBox="1"/>
          <p:nvPr>
            <p:ph idx="23" type="subTitle"/>
          </p:nvPr>
        </p:nvSpPr>
        <p:spPr>
          <a:xfrm>
            <a:off x="4669984" y="2268846"/>
            <a:ext cx="777900" cy="437700"/>
          </a:xfrm>
          <a:prstGeom prst="rect">
            <a:avLst/>
          </a:prstGeom>
          <a:noFill/>
          <a:ln>
            <a:noFill/>
          </a:ln>
        </p:spPr>
        <p:txBody>
          <a:bodyPr anchorCtr="0" anchor="ctr" bIns="36000" lIns="36000" spcFirstLastPara="1" rIns="36000" wrap="square" tIns="36000">
            <a:noAutofit/>
          </a:bodyPr>
          <a:lstStyle>
            <a:lvl1pPr lvl="0" rt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rtl="0" algn="ctr">
              <a:lnSpc>
                <a:spcPct val="90000"/>
              </a:lnSpc>
              <a:spcBef>
                <a:spcPts val="0"/>
              </a:spcBef>
              <a:spcAft>
                <a:spcPts val="0"/>
              </a:spcAft>
              <a:buClr>
                <a:srgbClr val="000000"/>
              </a:buClr>
              <a:buSzPts val="700"/>
              <a:buNone/>
              <a:defRPr sz="700">
                <a:solidFill>
                  <a:srgbClr val="000000"/>
                </a:solidFill>
              </a:defRPr>
            </a:lvl2pPr>
            <a:lvl3pPr lvl="2" rtl="0" algn="ctr">
              <a:lnSpc>
                <a:spcPct val="90000"/>
              </a:lnSpc>
              <a:spcBef>
                <a:spcPts val="0"/>
              </a:spcBef>
              <a:spcAft>
                <a:spcPts val="0"/>
              </a:spcAft>
              <a:buClr>
                <a:srgbClr val="000000"/>
              </a:buClr>
              <a:buSzPts val="700"/>
              <a:buNone/>
              <a:defRPr sz="700">
                <a:solidFill>
                  <a:srgbClr val="000000"/>
                </a:solidFill>
              </a:defRPr>
            </a:lvl3pPr>
            <a:lvl4pPr lvl="3" rtl="0" algn="ctr">
              <a:lnSpc>
                <a:spcPct val="90000"/>
              </a:lnSpc>
              <a:spcBef>
                <a:spcPts val="0"/>
              </a:spcBef>
              <a:spcAft>
                <a:spcPts val="0"/>
              </a:spcAft>
              <a:buClr>
                <a:srgbClr val="000000"/>
              </a:buClr>
              <a:buSzPts val="700"/>
              <a:buNone/>
              <a:defRPr sz="700">
                <a:solidFill>
                  <a:srgbClr val="000000"/>
                </a:solidFill>
              </a:defRPr>
            </a:lvl4pPr>
            <a:lvl5pPr lvl="4" rtl="0" algn="ctr">
              <a:lnSpc>
                <a:spcPct val="90000"/>
              </a:lnSpc>
              <a:spcBef>
                <a:spcPts val="0"/>
              </a:spcBef>
              <a:spcAft>
                <a:spcPts val="0"/>
              </a:spcAft>
              <a:buClr>
                <a:srgbClr val="000000"/>
              </a:buClr>
              <a:buSzPts val="700"/>
              <a:buNone/>
              <a:defRPr sz="700">
                <a:solidFill>
                  <a:srgbClr val="000000"/>
                </a:solidFill>
              </a:defRPr>
            </a:lvl5pPr>
            <a:lvl6pPr lvl="5" rtl="0" algn="ctr">
              <a:lnSpc>
                <a:spcPct val="90000"/>
              </a:lnSpc>
              <a:spcBef>
                <a:spcPts val="0"/>
              </a:spcBef>
              <a:spcAft>
                <a:spcPts val="0"/>
              </a:spcAft>
              <a:buClr>
                <a:srgbClr val="000000"/>
              </a:buClr>
              <a:buSzPts val="700"/>
              <a:buNone/>
              <a:defRPr sz="700">
                <a:solidFill>
                  <a:srgbClr val="000000"/>
                </a:solidFill>
              </a:defRPr>
            </a:lvl6pPr>
            <a:lvl7pPr lvl="6" rtl="0" algn="ctr">
              <a:lnSpc>
                <a:spcPct val="90000"/>
              </a:lnSpc>
              <a:spcBef>
                <a:spcPts val="0"/>
              </a:spcBef>
              <a:spcAft>
                <a:spcPts val="0"/>
              </a:spcAft>
              <a:buClr>
                <a:srgbClr val="000000"/>
              </a:buClr>
              <a:buSzPts val="700"/>
              <a:buNone/>
              <a:defRPr sz="700">
                <a:solidFill>
                  <a:srgbClr val="000000"/>
                </a:solidFill>
              </a:defRPr>
            </a:lvl7pPr>
            <a:lvl8pPr lvl="7" rtl="0" algn="ctr">
              <a:lnSpc>
                <a:spcPct val="90000"/>
              </a:lnSpc>
              <a:spcBef>
                <a:spcPts val="0"/>
              </a:spcBef>
              <a:spcAft>
                <a:spcPts val="0"/>
              </a:spcAft>
              <a:buClr>
                <a:srgbClr val="000000"/>
              </a:buClr>
              <a:buSzPts val="700"/>
              <a:buNone/>
              <a:defRPr sz="700">
                <a:solidFill>
                  <a:srgbClr val="000000"/>
                </a:solidFill>
              </a:defRPr>
            </a:lvl8pPr>
            <a:lvl9pPr lvl="8" rtl="0" algn="ctr">
              <a:lnSpc>
                <a:spcPct val="90000"/>
              </a:lnSpc>
              <a:spcBef>
                <a:spcPts val="0"/>
              </a:spcBef>
              <a:spcAft>
                <a:spcPts val="0"/>
              </a:spcAft>
              <a:buClr>
                <a:srgbClr val="000000"/>
              </a:buClr>
              <a:buSzPts val="700"/>
              <a:buNone/>
              <a:defRPr sz="700">
                <a:solidFill>
                  <a:srgbClr val="000000"/>
                </a:solidFill>
              </a:defRPr>
            </a:lvl9pPr>
          </a:lstStyle>
          <a:p/>
        </p:txBody>
      </p:sp>
      <p:sp>
        <p:nvSpPr>
          <p:cNvPr id="144" name="Google Shape;144;p2"/>
          <p:cNvSpPr txBox="1"/>
          <p:nvPr>
            <p:ph idx="24" type="subTitle"/>
          </p:nvPr>
        </p:nvSpPr>
        <p:spPr>
          <a:xfrm>
            <a:off x="5480878" y="2268846"/>
            <a:ext cx="815100" cy="437700"/>
          </a:xfrm>
          <a:prstGeom prst="rect">
            <a:avLst/>
          </a:prstGeom>
          <a:noFill/>
          <a:ln>
            <a:noFill/>
          </a:ln>
        </p:spPr>
        <p:txBody>
          <a:bodyPr anchorCtr="0" anchor="ctr" bIns="36000" lIns="36000" spcFirstLastPara="1" rIns="36000" wrap="square" tIns="36000">
            <a:noAutofit/>
          </a:bodyPr>
          <a:lstStyle>
            <a:lvl1pPr lvl="0" rt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rtl="0" algn="ctr">
              <a:lnSpc>
                <a:spcPct val="90000"/>
              </a:lnSpc>
              <a:spcBef>
                <a:spcPts val="0"/>
              </a:spcBef>
              <a:spcAft>
                <a:spcPts val="0"/>
              </a:spcAft>
              <a:buClr>
                <a:srgbClr val="000000"/>
              </a:buClr>
              <a:buSzPts val="700"/>
              <a:buNone/>
              <a:defRPr sz="700">
                <a:solidFill>
                  <a:srgbClr val="000000"/>
                </a:solidFill>
              </a:defRPr>
            </a:lvl2pPr>
            <a:lvl3pPr lvl="2" rtl="0" algn="ctr">
              <a:lnSpc>
                <a:spcPct val="90000"/>
              </a:lnSpc>
              <a:spcBef>
                <a:spcPts val="0"/>
              </a:spcBef>
              <a:spcAft>
                <a:spcPts val="0"/>
              </a:spcAft>
              <a:buClr>
                <a:srgbClr val="000000"/>
              </a:buClr>
              <a:buSzPts val="700"/>
              <a:buNone/>
              <a:defRPr sz="700">
                <a:solidFill>
                  <a:srgbClr val="000000"/>
                </a:solidFill>
              </a:defRPr>
            </a:lvl3pPr>
            <a:lvl4pPr lvl="3" rtl="0" algn="ctr">
              <a:lnSpc>
                <a:spcPct val="90000"/>
              </a:lnSpc>
              <a:spcBef>
                <a:spcPts val="0"/>
              </a:spcBef>
              <a:spcAft>
                <a:spcPts val="0"/>
              </a:spcAft>
              <a:buClr>
                <a:srgbClr val="000000"/>
              </a:buClr>
              <a:buSzPts val="700"/>
              <a:buNone/>
              <a:defRPr sz="700">
                <a:solidFill>
                  <a:srgbClr val="000000"/>
                </a:solidFill>
              </a:defRPr>
            </a:lvl4pPr>
            <a:lvl5pPr lvl="4" rtl="0" algn="ctr">
              <a:lnSpc>
                <a:spcPct val="90000"/>
              </a:lnSpc>
              <a:spcBef>
                <a:spcPts val="0"/>
              </a:spcBef>
              <a:spcAft>
                <a:spcPts val="0"/>
              </a:spcAft>
              <a:buClr>
                <a:srgbClr val="000000"/>
              </a:buClr>
              <a:buSzPts val="700"/>
              <a:buNone/>
              <a:defRPr sz="700">
                <a:solidFill>
                  <a:srgbClr val="000000"/>
                </a:solidFill>
              </a:defRPr>
            </a:lvl5pPr>
            <a:lvl6pPr lvl="5" rtl="0" algn="ctr">
              <a:lnSpc>
                <a:spcPct val="90000"/>
              </a:lnSpc>
              <a:spcBef>
                <a:spcPts val="0"/>
              </a:spcBef>
              <a:spcAft>
                <a:spcPts val="0"/>
              </a:spcAft>
              <a:buClr>
                <a:srgbClr val="000000"/>
              </a:buClr>
              <a:buSzPts val="700"/>
              <a:buNone/>
              <a:defRPr sz="700">
                <a:solidFill>
                  <a:srgbClr val="000000"/>
                </a:solidFill>
              </a:defRPr>
            </a:lvl6pPr>
            <a:lvl7pPr lvl="6" rtl="0" algn="ctr">
              <a:lnSpc>
                <a:spcPct val="90000"/>
              </a:lnSpc>
              <a:spcBef>
                <a:spcPts val="0"/>
              </a:spcBef>
              <a:spcAft>
                <a:spcPts val="0"/>
              </a:spcAft>
              <a:buClr>
                <a:srgbClr val="000000"/>
              </a:buClr>
              <a:buSzPts val="700"/>
              <a:buNone/>
              <a:defRPr sz="700">
                <a:solidFill>
                  <a:srgbClr val="000000"/>
                </a:solidFill>
              </a:defRPr>
            </a:lvl7pPr>
            <a:lvl8pPr lvl="7" rtl="0" algn="ctr">
              <a:lnSpc>
                <a:spcPct val="90000"/>
              </a:lnSpc>
              <a:spcBef>
                <a:spcPts val="0"/>
              </a:spcBef>
              <a:spcAft>
                <a:spcPts val="0"/>
              </a:spcAft>
              <a:buClr>
                <a:srgbClr val="000000"/>
              </a:buClr>
              <a:buSzPts val="700"/>
              <a:buNone/>
              <a:defRPr sz="700">
                <a:solidFill>
                  <a:srgbClr val="000000"/>
                </a:solidFill>
              </a:defRPr>
            </a:lvl8pPr>
            <a:lvl9pPr lvl="8" rtl="0" algn="ctr">
              <a:lnSpc>
                <a:spcPct val="90000"/>
              </a:lnSpc>
              <a:spcBef>
                <a:spcPts val="0"/>
              </a:spcBef>
              <a:spcAft>
                <a:spcPts val="0"/>
              </a:spcAft>
              <a:buClr>
                <a:srgbClr val="000000"/>
              </a:buClr>
              <a:buSzPts val="700"/>
              <a:buNone/>
              <a:defRPr sz="700">
                <a:solidFill>
                  <a:srgbClr val="000000"/>
                </a:solidFill>
              </a:defRPr>
            </a:lvl9pPr>
          </a:lstStyle>
          <a:p/>
        </p:txBody>
      </p:sp>
      <p:sp>
        <p:nvSpPr>
          <p:cNvPr id="145" name="Google Shape;145;p2"/>
          <p:cNvSpPr txBox="1"/>
          <p:nvPr>
            <p:ph idx="25" type="subTitle"/>
          </p:nvPr>
        </p:nvSpPr>
        <p:spPr>
          <a:xfrm>
            <a:off x="6410573" y="2268846"/>
            <a:ext cx="813600" cy="437700"/>
          </a:xfrm>
          <a:prstGeom prst="rect">
            <a:avLst/>
          </a:prstGeom>
          <a:noFill/>
          <a:ln>
            <a:noFill/>
          </a:ln>
        </p:spPr>
        <p:txBody>
          <a:bodyPr anchorCtr="0" anchor="ctr" bIns="36000" lIns="36000" spcFirstLastPara="1" rIns="36000" wrap="square" tIns="36000">
            <a:noAutofit/>
          </a:bodyPr>
          <a:lstStyle>
            <a:lvl1pPr lvl="0" rt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rtl="0" algn="ctr">
              <a:lnSpc>
                <a:spcPct val="90000"/>
              </a:lnSpc>
              <a:spcBef>
                <a:spcPts val="0"/>
              </a:spcBef>
              <a:spcAft>
                <a:spcPts val="0"/>
              </a:spcAft>
              <a:buClr>
                <a:srgbClr val="000000"/>
              </a:buClr>
              <a:buSzPts val="700"/>
              <a:buNone/>
              <a:defRPr sz="700">
                <a:solidFill>
                  <a:srgbClr val="000000"/>
                </a:solidFill>
              </a:defRPr>
            </a:lvl2pPr>
            <a:lvl3pPr lvl="2" rtl="0" algn="ctr">
              <a:lnSpc>
                <a:spcPct val="90000"/>
              </a:lnSpc>
              <a:spcBef>
                <a:spcPts val="0"/>
              </a:spcBef>
              <a:spcAft>
                <a:spcPts val="0"/>
              </a:spcAft>
              <a:buClr>
                <a:srgbClr val="000000"/>
              </a:buClr>
              <a:buSzPts val="700"/>
              <a:buNone/>
              <a:defRPr sz="700">
                <a:solidFill>
                  <a:srgbClr val="000000"/>
                </a:solidFill>
              </a:defRPr>
            </a:lvl3pPr>
            <a:lvl4pPr lvl="3" rtl="0" algn="ctr">
              <a:lnSpc>
                <a:spcPct val="90000"/>
              </a:lnSpc>
              <a:spcBef>
                <a:spcPts val="0"/>
              </a:spcBef>
              <a:spcAft>
                <a:spcPts val="0"/>
              </a:spcAft>
              <a:buClr>
                <a:srgbClr val="000000"/>
              </a:buClr>
              <a:buSzPts val="700"/>
              <a:buNone/>
              <a:defRPr sz="700">
                <a:solidFill>
                  <a:srgbClr val="000000"/>
                </a:solidFill>
              </a:defRPr>
            </a:lvl4pPr>
            <a:lvl5pPr lvl="4" rtl="0" algn="ctr">
              <a:lnSpc>
                <a:spcPct val="90000"/>
              </a:lnSpc>
              <a:spcBef>
                <a:spcPts val="0"/>
              </a:spcBef>
              <a:spcAft>
                <a:spcPts val="0"/>
              </a:spcAft>
              <a:buClr>
                <a:srgbClr val="000000"/>
              </a:buClr>
              <a:buSzPts val="700"/>
              <a:buNone/>
              <a:defRPr sz="700">
                <a:solidFill>
                  <a:srgbClr val="000000"/>
                </a:solidFill>
              </a:defRPr>
            </a:lvl5pPr>
            <a:lvl6pPr lvl="5" rtl="0" algn="ctr">
              <a:lnSpc>
                <a:spcPct val="90000"/>
              </a:lnSpc>
              <a:spcBef>
                <a:spcPts val="0"/>
              </a:spcBef>
              <a:spcAft>
                <a:spcPts val="0"/>
              </a:spcAft>
              <a:buClr>
                <a:srgbClr val="000000"/>
              </a:buClr>
              <a:buSzPts val="700"/>
              <a:buNone/>
              <a:defRPr sz="700">
                <a:solidFill>
                  <a:srgbClr val="000000"/>
                </a:solidFill>
              </a:defRPr>
            </a:lvl6pPr>
            <a:lvl7pPr lvl="6" rtl="0" algn="ctr">
              <a:lnSpc>
                <a:spcPct val="90000"/>
              </a:lnSpc>
              <a:spcBef>
                <a:spcPts val="0"/>
              </a:spcBef>
              <a:spcAft>
                <a:spcPts val="0"/>
              </a:spcAft>
              <a:buClr>
                <a:srgbClr val="000000"/>
              </a:buClr>
              <a:buSzPts val="700"/>
              <a:buNone/>
              <a:defRPr sz="700">
                <a:solidFill>
                  <a:srgbClr val="000000"/>
                </a:solidFill>
              </a:defRPr>
            </a:lvl7pPr>
            <a:lvl8pPr lvl="7" rtl="0" algn="ctr">
              <a:lnSpc>
                <a:spcPct val="90000"/>
              </a:lnSpc>
              <a:spcBef>
                <a:spcPts val="0"/>
              </a:spcBef>
              <a:spcAft>
                <a:spcPts val="0"/>
              </a:spcAft>
              <a:buClr>
                <a:srgbClr val="000000"/>
              </a:buClr>
              <a:buSzPts val="700"/>
              <a:buNone/>
              <a:defRPr sz="700">
                <a:solidFill>
                  <a:srgbClr val="000000"/>
                </a:solidFill>
              </a:defRPr>
            </a:lvl8pPr>
            <a:lvl9pPr lvl="8" rtl="0" algn="ctr">
              <a:lnSpc>
                <a:spcPct val="90000"/>
              </a:lnSpc>
              <a:spcBef>
                <a:spcPts val="0"/>
              </a:spcBef>
              <a:spcAft>
                <a:spcPts val="0"/>
              </a:spcAft>
              <a:buClr>
                <a:srgbClr val="000000"/>
              </a:buClr>
              <a:buSzPts val="700"/>
              <a:buNone/>
              <a:defRPr sz="700">
                <a:solidFill>
                  <a:srgbClr val="000000"/>
                </a:solidFill>
              </a:defRPr>
            </a:lvl9pPr>
          </a:lstStyle>
          <a:p/>
        </p:txBody>
      </p:sp>
      <p:sp>
        <p:nvSpPr>
          <p:cNvPr id="146" name="Google Shape;146;p2"/>
          <p:cNvSpPr txBox="1"/>
          <p:nvPr>
            <p:ph idx="26" type="subTitle"/>
          </p:nvPr>
        </p:nvSpPr>
        <p:spPr>
          <a:xfrm>
            <a:off x="7344346" y="2268846"/>
            <a:ext cx="796500" cy="437700"/>
          </a:xfrm>
          <a:prstGeom prst="rect">
            <a:avLst/>
          </a:prstGeom>
          <a:noFill/>
          <a:ln>
            <a:noFill/>
          </a:ln>
        </p:spPr>
        <p:txBody>
          <a:bodyPr anchorCtr="0" anchor="ctr" bIns="36000" lIns="36000" spcFirstLastPara="1" rIns="36000" wrap="square" tIns="36000">
            <a:noAutofit/>
          </a:bodyPr>
          <a:lstStyle>
            <a:lvl1pPr lvl="0" rt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rtl="0" algn="ctr">
              <a:lnSpc>
                <a:spcPct val="90000"/>
              </a:lnSpc>
              <a:spcBef>
                <a:spcPts val="0"/>
              </a:spcBef>
              <a:spcAft>
                <a:spcPts val="0"/>
              </a:spcAft>
              <a:buClr>
                <a:srgbClr val="000000"/>
              </a:buClr>
              <a:buSzPts val="700"/>
              <a:buNone/>
              <a:defRPr sz="700">
                <a:solidFill>
                  <a:srgbClr val="000000"/>
                </a:solidFill>
              </a:defRPr>
            </a:lvl2pPr>
            <a:lvl3pPr lvl="2" rtl="0" algn="ctr">
              <a:lnSpc>
                <a:spcPct val="90000"/>
              </a:lnSpc>
              <a:spcBef>
                <a:spcPts val="0"/>
              </a:spcBef>
              <a:spcAft>
                <a:spcPts val="0"/>
              </a:spcAft>
              <a:buClr>
                <a:srgbClr val="000000"/>
              </a:buClr>
              <a:buSzPts val="700"/>
              <a:buNone/>
              <a:defRPr sz="700">
                <a:solidFill>
                  <a:srgbClr val="000000"/>
                </a:solidFill>
              </a:defRPr>
            </a:lvl3pPr>
            <a:lvl4pPr lvl="3" rtl="0" algn="ctr">
              <a:lnSpc>
                <a:spcPct val="90000"/>
              </a:lnSpc>
              <a:spcBef>
                <a:spcPts val="0"/>
              </a:spcBef>
              <a:spcAft>
                <a:spcPts val="0"/>
              </a:spcAft>
              <a:buClr>
                <a:srgbClr val="000000"/>
              </a:buClr>
              <a:buSzPts val="700"/>
              <a:buNone/>
              <a:defRPr sz="700">
                <a:solidFill>
                  <a:srgbClr val="000000"/>
                </a:solidFill>
              </a:defRPr>
            </a:lvl4pPr>
            <a:lvl5pPr lvl="4" rtl="0" algn="ctr">
              <a:lnSpc>
                <a:spcPct val="90000"/>
              </a:lnSpc>
              <a:spcBef>
                <a:spcPts val="0"/>
              </a:spcBef>
              <a:spcAft>
                <a:spcPts val="0"/>
              </a:spcAft>
              <a:buClr>
                <a:srgbClr val="000000"/>
              </a:buClr>
              <a:buSzPts val="700"/>
              <a:buNone/>
              <a:defRPr sz="700">
                <a:solidFill>
                  <a:srgbClr val="000000"/>
                </a:solidFill>
              </a:defRPr>
            </a:lvl5pPr>
            <a:lvl6pPr lvl="5" rtl="0" algn="ctr">
              <a:lnSpc>
                <a:spcPct val="90000"/>
              </a:lnSpc>
              <a:spcBef>
                <a:spcPts val="0"/>
              </a:spcBef>
              <a:spcAft>
                <a:spcPts val="0"/>
              </a:spcAft>
              <a:buClr>
                <a:srgbClr val="000000"/>
              </a:buClr>
              <a:buSzPts val="700"/>
              <a:buNone/>
              <a:defRPr sz="700">
                <a:solidFill>
                  <a:srgbClr val="000000"/>
                </a:solidFill>
              </a:defRPr>
            </a:lvl6pPr>
            <a:lvl7pPr lvl="6" rtl="0" algn="ctr">
              <a:lnSpc>
                <a:spcPct val="90000"/>
              </a:lnSpc>
              <a:spcBef>
                <a:spcPts val="0"/>
              </a:spcBef>
              <a:spcAft>
                <a:spcPts val="0"/>
              </a:spcAft>
              <a:buClr>
                <a:srgbClr val="000000"/>
              </a:buClr>
              <a:buSzPts val="700"/>
              <a:buNone/>
              <a:defRPr sz="700">
                <a:solidFill>
                  <a:srgbClr val="000000"/>
                </a:solidFill>
              </a:defRPr>
            </a:lvl7pPr>
            <a:lvl8pPr lvl="7" rtl="0" algn="ctr">
              <a:lnSpc>
                <a:spcPct val="90000"/>
              </a:lnSpc>
              <a:spcBef>
                <a:spcPts val="0"/>
              </a:spcBef>
              <a:spcAft>
                <a:spcPts val="0"/>
              </a:spcAft>
              <a:buClr>
                <a:srgbClr val="000000"/>
              </a:buClr>
              <a:buSzPts val="700"/>
              <a:buNone/>
              <a:defRPr sz="700">
                <a:solidFill>
                  <a:srgbClr val="000000"/>
                </a:solidFill>
              </a:defRPr>
            </a:lvl8pPr>
            <a:lvl9pPr lvl="8" rtl="0" algn="ctr">
              <a:lnSpc>
                <a:spcPct val="90000"/>
              </a:lnSpc>
              <a:spcBef>
                <a:spcPts val="0"/>
              </a:spcBef>
              <a:spcAft>
                <a:spcPts val="0"/>
              </a:spcAft>
              <a:buClr>
                <a:srgbClr val="000000"/>
              </a:buClr>
              <a:buSzPts val="700"/>
              <a:buNone/>
              <a:defRPr sz="700">
                <a:solidFill>
                  <a:srgbClr val="000000"/>
                </a:solidFill>
              </a:defRPr>
            </a:lvl9pPr>
          </a:lstStyle>
          <a:p/>
        </p:txBody>
      </p:sp>
      <p:sp>
        <p:nvSpPr>
          <p:cNvPr id="147" name="Google Shape;147;p2"/>
          <p:cNvSpPr txBox="1"/>
          <p:nvPr>
            <p:ph idx="27" type="subTitle"/>
          </p:nvPr>
        </p:nvSpPr>
        <p:spPr>
          <a:xfrm>
            <a:off x="8181345" y="2268846"/>
            <a:ext cx="796500" cy="437700"/>
          </a:xfrm>
          <a:prstGeom prst="rect">
            <a:avLst/>
          </a:prstGeom>
          <a:noFill/>
          <a:ln>
            <a:noFill/>
          </a:ln>
        </p:spPr>
        <p:txBody>
          <a:bodyPr anchorCtr="0" anchor="ctr" bIns="36000" lIns="36000" spcFirstLastPara="1" rIns="36000" wrap="square" tIns="36000">
            <a:noAutofit/>
          </a:bodyPr>
          <a:lstStyle>
            <a:lvl1pPr lvl="0" rt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rtl="0" algn="ctr">
              <a:lnSpc>
                <a:spcPct val="90000"/>
              </a:lnSpc>
              <a:spcBef>
                <a:spcPts val="0"/>
              </a:spcBef>
              <a:spcAft>
                <a:spcPts val="0"/>
              </a:spcAft>
              <a:buClr>
                <a:srgbClr val="000000"/>
              </a:buClr>
              <a:buSzPts val="700"/>
              <a:buNone/>
              <a:defRPr sz="700">
                <a:solidFill>
                  <a:srgbClr val="000000"/>
                </a:solidFill>
              </a:defRPr>
            </a:lvl2pPr>
            <a:lvl3pPr lvl="2" rtl="0" algn="ctr">
              <a:lnSpc>
                <a:spcPct val="90000"/>
              </a:lnSpc>
              <a:spcBef>
                <a:spcPts val="0"/>
              </a:spcBef>
              <a:spcAft>
                <a:spcPts val="0"/>
              </a:spcAft>
              <a:buClr>
                <a:srgbClr val="000000"/>
              </a:buClr>
              <a:buSzPts val="700"/>
              <a:buNone/>
              <a:defRPr sz="700">
                <a:solidFill>
                  <a:srgbClr val="000000"/>
                </a:solidFill>
              </a:defRPr>
            </a:lvl3pPr>
            <a:lvl4pPr lvl="3" rtl="0" algn="ctr">
              <a:lnSpc>
                <a:spcPct val="90000"/>
              </a:lnSpc>
              <a:spcBef>
                <a:spcPts val="0"/>
              </a:spcBef>
              <a:spcAft>
                <a:spcPts val="0"/>
              </a:spcAft>
              <a:buClr>
                <a:srgbClr val="000000"/>
              </a:buClr>
              <a:buSzPts val="700"/>
              <a:buNone/>
              <a:defRPr sz="700">
                <a:solidFill>
                  <a:srgbClr val="000000"/>
                </a:solidFill>
              </a:defRPr>
            </a:lvl4pPr>
            <a:lvl5pPr lvl="4" rtl="0" algn="ctr">
              <a:lnSpc>
                <a:spcPct val="90000"/>
              </a:lnSpc>
              <a:spcBef>
                <a:spcPts val="0"/>
              </a:spcBef>
              <a:spcAft>
                <a:spcPts val="0"/>
              </a:spcAft>
              <a:buClr>
                <a:srgbClr val="000000"/>
              </a:buClr>
              <a:buSzPts val="700"/>
              <a:buNone/>
              <a:defRPr sz="700">
                <a:solidFill>
                  <a:srgbClr val="000000"/>
                </a:solidFill>
              </a:defRPr>
            </a:lvl5pPr>
            <a:lvl6pPr lvl="5" rtl="0" algn="ctr">
              <a:lnSpc>
                <a:spcPct val="90000"/>
              </a:lnSpc>
              <a:spcBef>
                <a:spcPts val="0"/>
              </a:spcBef>
              <a:spcAft>
                <a:spcPts val="0"/>
              </a:spcAft>
              <a:buClr>
                <a:srgbClr val="000000"/>
              </a:buClr>
              <a:buSzPts val="700"/>
              <a:buNone/>
              <a:defRPr sz="700">
                <a:solidFill>
                  <a:srgbClr val="000000"/>
                </a:solidFill>
              </a:defRPr>
            </a:lvl6pPr>
            <a:lvl7pPr lvl="6" rtl="0" algn="ctr">
              <a:lnSpc>
                <a:spcPct val="90000"/>
              </a:lnSpc>
              <a:spcBef>
                <a:spcPts val="0"/>
              </a:spcBef>
              <a:spcAft>
                <a:spcPts val="0"/>
              </a:spcAft>
              <a:buClr>
                <a:srgbClr val="000000"/>
              </a:buClr>
              <a:buSzPts val="700"/>
              <a:buNone/>
              <a:defRPr sz="700">
                <a:solidFill>
                  <a:srgbClr val="000000"/>
                </a:solidFill>
              </a:defRPr>
            </a:lvl7pPr>
            <a:lvl8pPr lvl="7" rtl="0" algn="ctr">
              <a:lnSpc>
                <a:spcPct val="90000"/>
              </a:lnSpc>
              <a:spcBef>
                <a:spcPts val="0"/>
              </a:spcBef>
              <a:spcAft>
                <a:spcPts val="0"/>
              </a:spcAft>
              <a:buClr>
                <a:srgbClr val="000000"/>
              </a:buClr>
              <a:buSzPts val="700"/>
              <a:buNone/>
              <a:defRPr sz="700">
                <a:solidFill>
                  <a:srgbClr val="000000"/>
                </a:solidFill>
              </a:defRPr>
            </a:lvl8pPr>
            <a:lvl9pPr lvl="8" rtl="0" algn="ctr">
              <a:lnSpc>
                <a:spcPct val="90000"/>
              </a:lnSpc>
              <a:spcBef>
                <a:spcPts val="0"/>
              </a:spcBef>
              <a:spcAft>
                <a:spcPts val="0"/>
              </a:spcAft>
              <a:buClr>
                <a:srgbClr val="000000"/>
              </a:buClr>
              <a:buSzPts val="700"/>
              <a:buNone/>
              <a:defRPr sz="700">
                <a:solidFill>
                  <a:srgbClr val="000000"/>
                </a:solidFill>
              </a:defRPr>
            </a:lvl9pPr>
          </a:lstStyle>
          <a:p/>
        </p:txBody>
      </p:sp>
      <p:sp>
        <p:nvSpPr>
          <p:cNvPr id="148" name="Google Shape;148;p2"/>
          <p:cNvSpPr txBox="1"/>
          <p:nvPr>
            <p:ph idx="28" type="subTitle"/>
          </p:nvPr>
        </p:nvSpPr>
        <p:spPr>
          <a:xfrm>
            <a:off x="8998819" y="2268846"/>
            <a:ext cx="815100" cy="437700"/>
          </a:xfrm>
          <a:prstGeom prst="rect">
            <a:avLst/>
          </a:prstGeom>
          <a:noFill/>
          <a:ln>
            <a:noFill/>
          </a:ln>
        </p:spPr>
        <p:txBody>
          <a:bodyPr anchorCtr="0" anchor="ctr" bIns="36000" lIns="36000" spcFirstLastPara="1" rIns="36000" wrap="square" tIns="36000">
            <a:noAutofit/>
          </a:bodyPr>
          <a:lstStyle>
            <a:lvl1pPr lvl="0" rt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rtl="0" algn="ctr">
              <a:lnSpc>
                <a:spcPct val="90000"/>
              </a:lnSpc>
              <a:spcBef>
                <a:spcPts val="0"/>
              </a:spcBef>
              <a:spcAft>
                <a:spcPts val="0"/>
              </a:spcAft>
              <a:buClr>
                <a:srgbClr val="000000"/>
              </a:buClr>
              <a:buSzPts val="700"/>
              <a:buNone/>
              <a:defRPr sz="700">
                <a:solidFill>
                  <a:srgbClr val="000000"/>
                </a:solidFill>
              </a:defRPr>
            </a:lvl2pPr>
            <a:lvl3pPr lvl="2" rtl="0" algn="ctr">
              <a:lnSpc>
                <a:spcPct val="90000"/>
              </a:lnSpc>
              <a:spcBef>
                <a:spcPts val="0"/>
              </a:spcBef>
              <a:spcAft>
                <a:spcPts val="0"/>
              </a:spcAft>
              <a:buClr>
                <a:srgbClr val="000000"/>
              </a:buClr>
              <a:buSzPts val="700"/>
              <a:buNone/>
              <a:defRPr sz="700">
                <a:solidFill>
                  <a:srgbClr val="000000"/>
                </a:solidFill>
              </a:defRPr>
            </a:lvl3pPr>
            <a:lvl4pPr lvl="3" rtl="0" algn="ctr">
              <a:lnSpc>
                <a:spcPct val="90000"/>
              </a:lnSpc>
              <a:spcBef>
                <a:spcPts val="0"/>
              </a:spcBef>
              <a:spcAft>
                <a:spcPts val="0"/>
              </a:spcAft>
              <a:buClr>
                <a:srgbClr val="000000"/>
              </a:buClr>
              <a:buSzPts val="700"/>
              <a:buNone/>
              <a:defRPr sz="700">
                <a:solidFill>
                  <a:srgbClr val="000000"/>
                </a:solidFill>
              </a:defRPr>
            </a:lvl4pPr>
            <a:lvl5pPr lvl="4" rtl="0" algn="ctr">
              <a:lnSpc>
                <a:spcPct val="90000"/>
              </a:lnSpc>
              <a:spcBef>
                <a:spcPts val="0"/>
              </a:spcBef>
              <a:spcAft>
                <a:spcPts val="0"/>
              </a:spcAft>
              <a:buClr>
                <a:srgbClr val="000000"/>
              </a:buClr>
              <a:buSzPts val="700"/>
              <a:buNone/>
              <a:defRPr sz="700">
                <a:solidFill>
                  <a:srgbClr val="000000"/>
                </a:solidFill>
              </a:defRPr>
            </a:lvl5pPr>
            <a:lvl6pPr lvl="5" rtl="0" algn="ctr">
              <a:lnSpc>
                <a:spcPct val="90000"/>
              </a:lnSpc>
              <a:spcBef>
                <a:spcPts val="0"/>
              </a:spcBef>
              <a:spcAft>
                <a:spcPts val="0"/>
              </a:spcAft>
              <a:buClr>
                <a:srgbClr val="000000"/>
              </a:buClr>
              <a:buSzPts val="700"/>
              <a:buNone/>
              <a:defRPr sz="700">
                <a:solidFill>
                  <a:srgbClr val="000000"/>
                </a:solidFill>
              </a:defRPr>
            </a:lvl6pPr>
            <a:lvl7pPr lvl="6" rtl="0" algn="ctr">
              <a:lnSpc>
                <a:spcPct val="90000"/>
              </a:lnSpc>
              <a:spcBef>
                <a:spcPts val="0"/>
              </a:spcBef>
              <a:spcAft>
                <a:spcPts val="0"/>
              </a:spcAft>
              <a:buClr>
                <a:srgbClr val="000000"/>
              </a:buClr>
              <a:buSzPts val="700"/>
              <a:buNone/>
              <a:defRPr sz="700">
                <a:solidFill>
                  <a:srgbClr val="000000"/>
                </a:solidFill>
              </a:defRPr>
            </a:lvl7pPr>
            <a:lvl8pPr lvl="7" rtl="0" algn="ctr">
              <a:lnSpc>
                <a:spcPct val="90000"/>
              </a:lnSpc>
              <a:spcBef>
                <a:spcPts val="0"/>
              </a:spcBef>
              <a:spcAft>
                <a:spcPts val="0"/>
              </a:spcAft>
              <a:buClr>
                <a:srgbClr val="000000"/>
              </a:buClr>
              <a:buSzPts val="700"/>
              <a:buNone/>
              <a:defRPr sz="700">
                <a:solidFill>
                  <a:srgbClr val="000000"/>
                </a:solidFill>
              </a:defRPr>
            </a:lvl8pPr>
            <a:lvl9pPr lvl="8" rtl="0" algn="ctr">
              <a:lnSpc>
                <a:spcPct val="90000"/>
              </a:lnSpc>
              <a:spcBef>
                <a:spcPts val="0"/>
              </a:spcBef>
              <a:spcAft>
                <a:spcPts val="0"/>
              </a:spcAft>
              <a:buClr>
                <a:srgbClr val="000000"/>
              </a:buClr>
              <a:buSzPts val="700"/>
              <a:buNone/>
              <a:defRPr sz="700">
                <a:solidFill>
                  <a:srgbClr val="000000"/>
                </a:solidFill>
              </a:defRPr>
            </a:lvl9pPr>
          </a:lstStyle>
          <a:p/>
        </p:txBody>
      </p:sp>
      <p:sp>
        <p:nvSpPr>
          <p:cNvPr id="149" name="Google Shape;149;p2"/>
          <p:cNvSpPr txBox="1"/>
          <p:nvPr>
            <p:ph idx="29" type="subTitle"/>
          </p:nvPr>
        </p:nvSpPr>
        <p:spPr>
          <a:xfrm>
            <a:off x="263406" y="2782511"/>
            <a:ext cx="796500" cy="437700"/>
          </a:xfrm>
          <a:prstGeom prst="rect">
            <a:avLst/>
          </a:prstGeom>
          <a:noFill/>
          <a:ln>
            <a:noFill/>
          </a:ln>
        </p:spPr>
        <p:txBody>
          <a:bodyPr anchorCtr="0" anchor="ctr" bIns="36000" lIns="36000" spcFirstLastPara="1" rIns="36000" wrap="square" tIns="36000">
            <a:noAutofit/>
          </a:bodyPr>
          <a:lstStyle>
            <a:lvl1pPr lvl="0" rt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rtl="0" algn="ctr">
              <a:lnSpc>
                <a:spcPct val="90000"/>
              </a:lnSpc>
              <a:spcBef>
                <a:spcPts val="0"/>
              </a:spcBef>
              <a:spcAft>
                <a:spcPts val="0"/>
              </a:spcAft>
              <a:buClr>
                <a:srgbClr val="000000"/>
              </a:buClr>
              <a:buSzPts val="700"/>
              <a:buNone/>
              <a:defRPr sz="700">
                <a:solidFill>
                  <a:srgbClr val="000000"/>
                </a:solidFill>
              </a:defRPr>
            </a:lvl2pPr>
            <a:lvl3pPr lvl="2" rtl="0" algn="ctr">
              <a:lnSpc>
                <a:spcPct val="90000"/>
              </a:lnSpc>
              <a:spcBef>
                <a:spcPts val="0"/>
              </a:spcBef>
              <a:spcAft>
                <a:spcPts val="0"/>
              </a:spcAft>
              <a:buClr>
                <a:srgbClr val="000000"/>
              </a:buClr>
              <a:buSzPts val="700"/>
              <a:buNone/>
              <a:defRPr sz="700">
                <a:solidFill>
                  <a:srgbClr val="000000"/>
                </a:solidFill>
              </a:defRPr>
            </a:lvl3pPr>
            <a:lvl4pPr lvl="3" rtl="0" algn="ctr">
              <a:lnSpc>
                <a:spcPct val="90000"/>
              </a:lnSpc>
              <a:spcBef>
                <a:spcPts val="0"/>
              </a:spcBef>
              <a:spcAft>
                <a:spcPts val="0"/>
              </a:spcAft>
              <a:buClr>
                <a:srgbClr val="000000"/>
              </a:buClr>
              <a:buSzPts val="700"/>
              <a:buNone/>
              <a:defRPr sz="700">
                <a:solidFill>
                  <a:srgbClr val="000000"/>
                </a:solidFill>
              </a:defRPr>
            </a:lvl4pPr>
            <a:lvl5pPr lvl="4" rtl="0" algn="ctr">
              <a:lnSpc>
                <a:spcPct val="90000"/>
              </a:lnSpc>
              <a:spcBef>
                <a:spcPts val="0"/>
              </a:spcBef>
              <a:spcAft>
                <a:spcPts val="0"/>
              </a:spcAft>
              <a:buClr>
                <a:srgbClr val="000000"/>
              </a:buClr>
              <a:buSzPts val="700"/>
              <a:buNone/>
              <a:defRPr sz="700">
                <a:solidFill>
                  <a:srgbClr val="000000"/>
                </a:solidFill>
              </a:defRPr>
            </a:lvl5pPr>
            <a:lvl6pPr lvl="5" rtl="0" algn="ctr">
              <a:lnSpc>
                <a:spcPct val="90000"/>
              </a:lnSpc>
              <a:spcBef>
                <a:spcPts val="0"/>
              </a:spcBef>
              <a:spcAft>
                <a:spcPts val="0"/>
              </a:spcAft>
              <a:buClr>
                <a:srgbClr val="000000"/>
              </a:buClr>
              <a:buSzPts val="700"/>
              <a:buNone/>
              <a:defRPr sz="700">
                <a:solidFill>
                  <a:srgbClr val="000000"/>
                </a:solidFill>
              </a:defRPr>
            </a:lvl6pPr>
            <a:lvl7pPr lvl="6" rtl="0" algn="ctr">
              <a:lnSpc>
                <a:spcPct val="90000"/>
              </a:lnSpc>
              <a:spcBef>
                <a:spcPts val="0"/>
              </a:spcBef>
              <a:spcAft>
                <a:spcPts val="0"/>
              </a:spcAft>
              <a:buClr>
                <a:srgbClr val="000000"/>
              </a:buClr>
              <a:buSzPts val="700"/>
              <a:buNone/>
              <a:defRPr sz="700">
                <a:solidFill>
                  <a:srgbClr val="000000"/>
                </a:solidFill>
              </a:defRPr>
            </a:lvl7pPr>
            <a:lvl8pPr lvl="7" rtl="0" algn="ctr">
              <a:lnSpc>
                <a:spcPct val="90000"/>
              </a:lnSpc>
              <a:spcBef>
                <a:spcPts val="0"/>
              </a:spcBef>
              <a:spcAft>
                <a:spcPts val="0"/>
              </a:spcAft>
              <a:buClr>
                <a:srgbClr val="000000"/>
              </a:buClr>
              <a:buSzPts val="700"/>
              <a:buNone/>
              <a:defRPr sz="700">
                <a:solidFill>
                  <a:srgbClr val="000000"/>
                </a:solidFill>
              </a:defRPr>
            </a:lvl8pPr>
            <a:lvl9pPr lvl="8" rtl="0" algn="ctr">
              <a:lnSpc>
                <a:spcPct val="90000"/>
              </a:lnSpc>
              <a:spcBef>
                <a:spcPts val="0"/>
              </a:spcBef>
              <a:spcAft>
                <a:spcPts val="0"/>
              </a:spcAft>
              <a:buClr>
                <a:srgbClr val="000000"/>
              </a:buClr>
              <a:buSzPts val="700"/>
              <a:buNone/>
              <a:defRPr sz="700">
                <a:solidFill>
                  <a:srgbClr val="000000"/>
                </a:solidFill>
              </a:defRPr>
            </a:lvl9pPr>
          </a:lstStyle>
          <a:p/>
        </p:txBody>
      </p:sp>
      <p:sp>
        <p:nvSpPr>
          <p:cNvPr id="150" name="Google Shape;150;p2"/>
          <p:cNvSpPr txBox="1"/>
          <p:nvPr>
            <p:ph idx="30" type="subTitle"/>
          </p:nvPr>
        </p:nvSpPr>
        <p:spPr>
          <a:xfrm>
            <a:off x="1177829" y="2782511"/>
            <a:ext cx="777900" cy="437700"/>
          </a:xfrm>
          <a:prstGeom prst="rect">
            <a:avLst/>
          </a:prstGeom>
          <a:noFill/>
          <a:ln>
            <a:noFill/>
          </a:ln>
        </p:spPr>
        <p:txBody>
          <a:bodyPr anchorCtr="0" anchor="ctr" bIns="36000" lIns="36000" spcFirstLastPara="1" rIns="36000" wrap="square" tIns="36000">
            <a:noAutofit/>
          </a:bodyPr>
          <a:lstStyle>
            <a:lvl1pPr lvl="0" rt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rtl="0" algn="ctr">
              <a:lnSpc>
                <a:spcPct val="90000"/>
              </a:lnSpc>
              <a:spcBef>
                <a:spcPts val="0"/>
              </a:spcBef>
              <a:spcAft>
                <a:spcPts val="0"/>
              </a:spcAft>
              <a:buClr>
                <a:srgbClr val="000000"/>
              </a:buClr>
              <a:buSzPts val="700"/>
              <a:buNone/>
              <a:defRPr sz="700">
                <a:solidFill>
                  <a:srgbClr val="000000"/>
                </a:solidFill>
              </a:defRPr>
            </a:lvl2pPr>
            <a:lvl3pPr lvl="2" rtl="0" algn="ctr">
              <a:lnSpc>
                <a:spcPct val="90000"/>
              </a:lnSpc>
              <a:spcBef>
                <a:spcPts val="0"/>
              </a:spcBef>
              <a:spcAft>
                <a:spcPts val="0"/>
              </a:spcAft>
              <a:buClr>
                <a:srgbClr val="000000"/>
              </a:buClr>
              <a:buSzPts val="700"/>
              <a:buNone/>
              <a:defRPr sz="700">
                <a:solidFill>
                  <a:srgbClr val="000000"/>
                </a:solidFill>
              </a:defRPr>
            </a:lvl3pPr>
            <a:lvl4pPr lvl="3" rtl="0" algn="ctr">
              <a:lnSpc>
                <a:spcPct val="90000"/>
              </a:lnSpc>
              <a:spcBef>
                <a:spcPts val="0"/>
              </a:spcBef>
              <a:spcAft>
                <a:spcPts val="0"/>
              </a:spcAft>
              <a:buClr>
                <a:srgbClr val="000000"/>
              </a:buClr>
              <a:buSzPts val="700"/>
              <a:buNone/>
              <a:defRPr sz="700">
                <a:solidFill>
                  <a:srgbClr val="000000"/>
                </a:solidFill>
              </a:defRPr>
            </a:lvl4pPr>
            <a:lvl5pPr lvl="4" rtl="0" algn="ctr">
              <a:lnSpc>
                <a:spcPct val="90000"/>
              </a:lnSpc>
              <a:spcBef>
                <a:spcPts val="0"/>
              </a:spcBef>
              <a:spcAft>
                <a:spcPts val="0"/>
              </a:spcAft>
              <a:buClr>
                <a:srgbClr val="000000"/>
              </a:buClr>
              <a:buSzPts val="700"/>
              <a:buNone/>
              <a:defRPr sz="700">
                <a:solidFill>
                  <a:srgbClr val="000000"/>
                </a:solidFill>
              </a:defRPr>
            </a:lvl5pPr>
            <a:lvl6pPr lvl="5" rtl="0" algn="ctr">
              <a:lnSpc>
                <a:spcPct val="90000"/>
              </a:lnSpc>
              <a:spcBef>
                <a:spcPts val="0"/>
              </a:spcBef>
              <a:spcAft>
                <a:spcPts val="0"/>
              </a:spcAft>
              <a:buClr>
                <a:srgbClr val="000000"/>
              </a:buClr>
              <a:buSzPts val="700"/>
              <a:buNone/>
              <a:defRPr sz="700">
                <a:solidFill>
                  <a:srgbClr val="000000"/>
                </a:solidFill>
              </a:defRPr>
            </a:lvl6pPr>
            <a:lvl7pPr lvl="6" rtl="0" algn="ctr">
              <a:lnSpc>
                <a:spcPct val="90000"/>
              </a:lnSpc>
              <a:spcBef>
                <a:spcPts val="0"/>
              </a:spcBef>
              <a:spcAft>
                <a:spcPts val="0"/>
              </a:spcAft>
              <a:buClr>
                <a:srgbClr val="000000"/>
              </a:buClr>
              <a:buSzPts val="700"/>
              <a:buNone/>
              <a:defRPr sz="700">
                <a:solidFill>
                  <a:srgbClr val="000000"/>
                </a:solidFill>
              </a:defRPr>
            </a:lvl7pPr>
            <a:lvl8pPr lvl="7" rtl="0" algn="ctr">
              <a:lnSpc>
                <a:spcPct val="90000"/>
              </a:lnSpc>
              <a:spcBef>
                <a:spcPts val="0"/>
              </a:spcBef>
              <a:spcAft>
                <a:spcPts val="0"/>
              </a:spcAft>
              <a:buClr>
                <a:srgbClr val="000000"/>
              </a:buClr>
              <a:buSzPts val="700"/>
              <a:buNone/>
              <a:defRPr sz="700">
                <a:solidFill>
                  <a:srgbClr val="000000"/>
                </a:solidFill>
              </a:defRPr>
            </a:lvl8pPr>
            <a:lvl9pPr lvl="8" rtl="0" algn="ctr">
              <a:lnSpc>
                <a:spcPct val="90000"/>
              </a:lnSpc>
              <a:spcBef>
                <a:spcPts val="0"/>
              </a:spcBef>
              <a:spcAft>
                <a:spcPts val="0"/>
              </a:spcAft>
              <a:buClr>
                <a:srgbClr val="000000"/>
              </a:buClr>
              <a:buSzPts val="700"/>
              <a:buNone/>
              <a:defRPr sz="700">
                <a:solidFill>
                  <a:srgbClr val="000000"/>
                </a:solidFill>
              </a:defRPr>
            </a:lvl9pPr>
          </a:lstStyle>
          <a:p/>
        </p:txBody>
      </p:sp>
      <p:sp>
        <p:nvSpPr>
          <p:cNvPr id="151" name="Google Shape;151;p2"/>
          <p:cNvSpPr txBox="1"/>
          <p:nvPr>
            <p:ph idx="31" type="subTitle"/>
          </p:nvPr>
        </p:nvSpPr>
        <p:spPr>
          <a:xfrm>
            <a:off x="1988728" y="2782511"/>
            <a:ext cx="815100" cy="437700"/>
          </a:xfrm>
          <a:prstGeom prst="rect">
            <a:avLst/>
          </a:prstGeom>
          <a:noFill/>
          <a:ln>
            <a:noFill/>
          </a:ln>
        </p:spPr>
        <p:txBody>
          <a:bodyPr anchorCtr="0" anchor="ctr" bIns="36000" lIns="36000" spcFirstLastPara="1" rIns="36000" wrap="square" tIns="36000">
            <a:noAutofit/>
          </a:bodyPr>
          <a:lstStyle>
            <a:lvl1pPr lvl="0" rt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rtl="0" algn="ctr">
              <a:lnSpc>
                <a:spcPct val="90000"/>
              </a:lnSpc>
              <a:spcBef>
                <a:spcPts val="0"/>
              </a:spcBef>
              <a:spcAft>
                <a:spcPts val="0"/>
              </a:spcAft>
              <a:buClr>
                <a:srgbClr val="000000"/>
              </a:buClr>
              <a:buSzPts val="700"/>
              <a:buNone/>
              <a:defRPr sz="700">
                <a:solidFill>
                  <a:srgbClr val="000000"/>
                </a:solidFill>
              </a:defRPr>
            </a:lvl2pPr>
            <a:lvl3pPr lvl="2" rtl="0" algn="ctr">
              <a:lnSpc>
                <a:spcPct val="90000"/>
              </a:lnSpc>
              <a:spcBef>
                <a:spcPts val="0"/>
              </a:spcBef>
              <a:spcAft>
                <a:spcPts val="0"/>
              </a:spcAft>
              <a:buClr>
                <a:srgbClr val="000000"/>
              </a:buClr>
              <a:buSzPts val="700"/>
              <a:buNone/>
              <a:defRPr sz="700">
                <a:solidFill>
                  <a:srgbClr val="000000"/>
                </a:solidFill>
              </a:defRPr>
            </a:lvl3pPr>
            <a:lvl4pPr lvl="3" rtl="0" algn="ctr">
              <a:lnSpc>
                <a:spcPct val="90000"/>
              </a:lnSpc>
              <a:spcBef>
                <a:spcPts val="0"/>
              </a:spcBef>
              <a:spcAft>
                <a:spcPts val="0"/>
              </a:spcAft>
              <a:buClr>
                <a:srgbClr val="000000"/>
              </a:buClr>
              <a:buSzPts val="700"/>
              <a:buNone/>
              <a:defRPr sz="700">
                <a:solidFill>
                  <a:srgbClr val="000000"/>
                </a:solidFill>
              </a:defRPr>
            </a:lvl4pPr>
            <a:lvl5pPr lvl="4" rtl="0" algn="ctr">
              <a:lnSpc>
                <a:spcPct val="90000"/>
              </a:lnSpc>
              <a:spcBef>
                <a:spcPts val="0"/>
              </a:spcBef>
              <a:spcAft>
                <a:spcPts val="0"/>
              </a:spcAft>
              <a:buClr>
                <a:srgbClr val="000000"/>
              </a:buClr>
              <a:buSzPts val="700"/>
              <a:buNone/>
              <a:defRPr sz="700">
                <a:solidFill>
                  <a:srgbClr val="000000"/>
                </a:solidFill>
              </a:defRPr>
            </a:lvl5pPr>
            <a:lvl6pPr lvl="5" rtl="0" algn="ctr">
              <a:lnSpc>
                <a:spcPct val="90000"/>
              </a:lnSpc>
              <a:spcBef>
                <a:spcPts val="0"/>
              </a:spcBef>
              <a:spcAft>
                <a:spcPts val="0"/>
              </a:spcAft>
              <a:buClr>
                <a:srgbClr val="000000"/>
              </a:buClr>
              <a:buSzPts val="700"/>
              <a:buNone/>
              <a:defRPr sz="700">
                <a:solidFill>
                  <a:srgbClr val="000000"/>
                </a:solidFill>
              </a:defRPr>
            </a:lvl6pPr>
            <a:lvl7pPr lvl="6" rtl="0" algn="ctr">
              <a:lnSpc>
                <a:spcPct val="90000"/>
              </a:lnSpc>
              <a:spcBef>
                <a:spcPts val="0"/>
              </a:spcBef>
              <a:spcAft>
                <a:spcPts val="0"/>
              </a:spcAft>
              <a:buClr>
                <a:srgbClr val="000000"/>
              </a:buClr>
              <a:buSzPts val="700"/>
              <a:buNone/>
              <a:defRPr sz="700">
                <a:solidFill>
                  <a:srgbClr val="000000"/>
                </a:solidFill>
              </a:defRPr>
            </a:lvl7pPr>
            <a:lvl8pPr lvl="7" rtl="0" algn="ctr">
              <a:lnSpc>
                <a:spcPct val="90000"/>
              </a:lnSpc>
              <a:spcBef>
                <a:spcPts val="0"/>
              </a:spcBef>
              <a:spcAft>
                <a:spcPts val="0"/>
              </a:spcAft>
              <a:buClr>
                <a:srgbClr val="000000"/>
              </a:buClr>
              <a:buSzPts val="700"/>
              <a:buNone/>
              <a:defRPr sz="700">
                <a:solidFill>
                  <a:srgbClr val="000000"/>
                </a:solidFill>
              </a:defRPr>
            </a:lvl8pPr>
            <a:lvl9pPr lvl="8" rtl="0" algn="ctr">
              <a:lnSpc>
                <a:spcPct val="90000"/>
              </a:lnSpc>
              <a:spcBef>
                <a:spcPts val="0"/>
              </a:spcBef>
              <a:spcAft>
                <a:spcPts val="0"/>
              </a:spcAft>
              <a:buClr>
                <a:srgbClr val="000000"/>
              </a:buClr>
              <a:buSzPts val="700"/>
              <a:buNone/>
              <a:defRPr sz="700">
                <a:solidFill>
                  <a:srgbClr val="000000"/>
                </a:solidFill>
              </a:defRPr>
            </a:lvl9pPr>
          </a:lstStyle>
          <a:p/>
        </p:txBody>
      </p:sp>
      <p:sp>
        <p:nvSpPr>
          <p:cNvPr id="152" name="Google Shape;152;p2"/>
          <p:cNvSpPr txBox="1"/>
          <p:nvPr>
            <p:ph idx="32" type="subTitle"/>
          </p:nvPr>
        </p:nvSpPr>
        <p:spPr>
          <a:xfrm>
            <a:off x="2923907" y="2782511"/>
            <a:ext cx="777900" cy="437700"/>
          </a:xfrm>
          <a:prstGeom prst="rect">
            <a:avLst/>
          </a:prstGeom>
          <a:noFill/>
          <a:ln>
            <a:noFill/>
          </a:ln>
        </p:spPr>
        <p:txBody>
          <a:bodyPr anchorCtr="0" anchor="ctr" bIns="36000" lIns="36000" spcFirstLastPara="1" rIns="36000" wrap="square" tIns="36000">
            <a:noAutofit/>
          </a:bodyPr>
          <a:lstStyle>
            <a:lvl1pPr lvl="0" rt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rtl="0" algn="ctr">
              <a:lnSpc>
                <a:spcPct val="90000"/>
              </a:lnSpc>
              <a:spcBef>
                <a:spcPts val="0"/>
              </a:spcBef>
              <a:spcAft>
                <a:spcPts val="0"/>
              </a:spcAft>
              <a:buClr>
                <a:srgbClr val="000000"/>
              </a:buClr>
              <a:buSzPts val="700"/>
              <a:buNone/>
              <a:defRPr sz="700">
                <a:solidFill>
                  <a:srgbClr val="000000"/>
                </a:solidFill>
              </a:defRPr>
            </a:lvl2pPr>
            <a:lvl3pPr lvl="2" rtl="0" algn="ctr">
              <a:lnSpc>
                <a:spcPct val="90000"/>
              </a:lnSpc>
              <a:spcBef>
                <a:spcPts val="0"/>
              </a:spcBef>
              <a:spcAft>
                <a:spcPts val="0"/>
              </a:spcAft>
              <a:buClr>
                <a:srgbClr val="000000"/>
              </a:buClr>
              <a:buSzPts val="700"/>
              <a:buNone/>
              <a:defRPr sz="700">
                <a:solidFill>
                  <a:srgbClr val="000000"/>
                </a:solidFill>
              </a:defRPr>
            </a:lvl3pPr>
            <a:lvl4pPr lvl="3" rtl="0" algn="ctr">
              <a:lnSpc>
                <a:spcPct val="90000"/>
              </a:lnSpc>
              <a:spcBef>
                <a:spcPts val="0"/>
              </a:spcBef>
              <a:spcAft>
                <a:spcPts val="0"/>
              </a:spcAft>
              <a:buClr>
                <a:srgbClr val="000000"/>
              </a:buClr>
              <a:buSzPts val="700"/>
              <a:buNone/>
              <a:defRPr sz="700">
                <a:solidFill>
                  <a:srgbClr val="000000"/>
                </a:solidFill>
              </a:defRPr>
            </a:lvl4pPr>
            <a:lvl5pPr lvl="4" rtl="0" algn="ctr">
              <a:lnSpc>
                <a:spcPct val="90000"/>
              </a:lnSpc>
              <a:spcBef>
                <a:spcPts val="0"/>
              </a:spcBef>
              <a:spcAft>
                <a:spcPts val="0"/>
              </a:spcAft>
              <a:buClr>
                <a:srgbClr val="000000"/>
              </a:buClr>
              <a:buSzPts val="700"/>
              <a:buNone/>
              <a:defRPr sz="700">
                <a:solidFill>
                  <a:srgbClr val="000000"/>
                </a:solidFill>
              </a:defRPr>
            </a:lvl5pPr>
            <a:lvl6pPr lvl="5" rtl="0" algn="ctr">
              <a:lnSpc>
                <a:spcPct val="90000"/>
              </a:lnSpc>
              <a:spcBef>
                <a:spcPts val="0"/>
              </a:spcBef>
              <a:spcAft>
                <a:spcPts val="0"/>
              </a:spcAft>
              <a:buClr>
                <a:srgbClr val="000000"/>
              </a:buClr>
              <a:buSzPts val="700"/>
              <a:buNone/>
              <a:defRPr sz="700">
                <a:solidFill>
                  <a:srgbClr val="000000"/>
                </a:solidFill>
              </a:defRPr>
            </a:lvl6pPr>
            <a:lvl7pPr lvl="6" rtl="0" algn="ctr">
              <a:lnSpc>
                <a:spcPct val="90000"/>
              </a:lnSpc>
              <a:spcBef>
                <a:spcPts val="0"/>
              </a:spcBef>
              <a:spcAft>
                <a:spcPts val="0"/>
              </a:spcAft>
              <a:buClr>
                <a:srgbClr val="000000"/>
              </a:buClr>
              <a:buSzPts val="700"/>
              <a:buNone/>
              <a:defRPr sz="700">
                <a:solidFill>
                  <a:srgbClr val="000000"/>
                </a:solidFill>
              </a:defRPr>
            </a:lvl7pPr>
            <a:lvl8pPr lvl="7" rtl="0" algn="ctr">
              <a:lnSpc>
                <a:spcPct val="90000"/>
              </a:lnSpc>
              <a:spcBef>
                <a:spcPts val="0"/>
              </a:spcBef>
              <a:spcAft>
                <a:spcPts val="0"/>
              </a:spcAft>
              <a:buClr>
                <a:srgbClr val="000000"/>
              </a:buClr>
              <a:buSzPts val="700"/>
              <a:buNone/>
              <a:defRPr sz="700">
                <a:solidFill>
                  <a:srgbClr val="000000"/>
                </a:solidFill>
              </a:defRPr>
            </a:lvl8pPr>
            <a:lvl9pPr lvl="8" rtl="0" algn="ctr">
              <a:lnSpc>
                <a:spcPct val="90000"/>
              </a:lnSpc>
              <a:spcBef>
                <a:spcPts val="0"/>
              </a:spcBef>
              <a:spcAft>
                <a:spcPts val="0"/>
              </a:spcAft>
              <a:buClr>
                <a:srgbClr val="000000"/>
              </a:buClr>
              <a:buSzPts val="700"/>
              <a:buNone/>
              <a:defRPr sz="700">
                <a:solidFill>
                  <a:srgbClr val="000000"/>
                </a:solidFill>
              </a:defRPr>
            </a:lvl9pPr>
          </a:lstStyle>
          <a:p/>
        </p:txBody>
      </p:sp>
      <p:sp>
        <p:nvSpPr>
          <p:cNvPr id="153" name="Google Shape;153;p2"/>
          <p:cNvSpPr txBox="1"/>
          <p:nvPr>
            <p:ph idx="33" type="subTitle"/>
          </p:nvPr>
        </p:nvSpPr>
        <p:spPr>
          <a:xfrm>
            <a:off x="3734801" y="2782511"/>
            <a:ext cx="815100" cy="437700"/>
          </a:xfrm>
          <a:prstGeom prst="rect">
            <a:avLst/>
          </a:prstGeom>
          <a:noFill/>
          <a:ln>
            <a:noFill/>
          </a:ln>
        </p:spPr>
        <p:txBody>
          <a:bodyPr anchorCtr="0" anchor="ctr" bIns="36000" lIns="36000" spcFirstLastPara="1" rIns="36000" wrap="square" tIns="36000">
            <a:noAutofit/>
          </a:bodyPr>
          <a:lstStyle>
            <a:lvl1pPr lvl="0" rt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rtl="0" algn="ctr">
              <a:lnSpc>
                <a:spcPct val="90000"/>
              </a:lnSpc>
              <a:spcBef>
                <a:spcPts val="0"/>
              </a:spcBef>
              <a:spcAft>
                <a:spcPts val="0"/>
              </a:spcAft>
              <a:buClr>
                <a:srgbClr val="000000"/>
              </a:buClr>
              <a:buSzPts val="700"/>
              <a:buNone/>
              <a:defRPr sz="700">
                <a:solidFill>
                  <a:srgbClr val="000000"/>
                </a:solidFill>
              </a:defRPr>
            </a:lvl2pPr>
            <a:lvl3pPr lvl="2" rtl="0" algn="ctr">
              <a:lnSpc>
                <a:spcPct val="90000"/>
              </a:lnSpc>
              <a:spcBef>
                <a:spcPts val="0"/>
              </a:spcBef>
              <a:spcAft>
                <a:spcPts val="0"/>
              </a:spcAft>
              <a:buClr>
                <a:srgbClr val="000000"/>
              </a:buClr>
              <a:buSzPts val="700"/>
              <a:buNone/>
              <a:defRPr sz="700">
                <a:solidFill>
                  <a:srgbClr val="000000"/>
                </a:solidFill>
              </a:defRPr>
            </a:lvl3pPr>
            <a:lvl4pPr lvl="3" rtl="0" algn="ctr">
              <a:lnSpc>
                <a:spcPct val="90000"/>
              </a:lnSpc>
              <a:spcBef>
                <a:spcPts val="0"/>
              </a:spcBef>
              <a:spcAft>
                <a:spcPts val="0"/>
              </a:spcAft>
              <a:buClr>
                <a:srgbClr val="000000"/>
              </a:buClr>
              <a:buSzPts val="700"/>
              <a:buNone/>
              <a:defRPr sz="700">
                <a:solidFill>
                  <a:srgbClr val="000000"/>
                </a:solidFill>
              </a:defRPr>
            </a:lvl4pPr>
            <a:lvl5pPr lvl="4" rtl="0" algn="ctr">
              <a:lnSpc>
                <a:spcPct val="90000"/>
              </a:lnSpc>
              <a:spcBef>
                <a:spcPts val="0"/>
              </a:spcBef>
              <a:spcAft>
                <a:spcPts val="0"/>
              </a:spcAft>
              <a:buClr>
                <a:srgbClr val="000000"/>
              </a:buClr>
              <a:buSzPts val="700"/>
              <a:buNone/>
              <a:defRPr sz="700">
                <a:solidFill>
                  <a:srgbClr val="000000"/>
                </a:solidFill>
              </a:defRPr>
            </a:lvl5pPr>
            <a:lvl6pPr lvl="5" rtl="0" algn="ctr">
              <a:lnSpc>
                <a:spcPct val="90000"/>
              </a:lnSpc>
              <a:spcBef>
                <a:spcPts val="0"/>
              </a:spcBef>
              <a:spcAft>
                <a:spcPts val="0"/>
              </a:spcAft>
              <a:buClr>
                <a:srgbClr val="000000"/>
              </a:buClr>
              <a:buSzPts val="700"/>
              <a:buNone/>
              <a:defRPr sz="700">
                <a:solidFill>
                  <a:srgbClr val="000000"/>
                </a:solidFill>
              </a:defRPr>
            </a:lvl6pPr>
            <a:lvl7pPr lvl="6" rtl="0" algn="ctr">
              <a:lnSpc>
                <a:spcPct val="90000"/>
              </a:lnSpc>
              <a:spcBef>
                <a:spcPts val="0"/>
              </a:spcBef>
              <a:spcAft>
                <a:spcPts val="0"/>
              </a:spcAft>
              <a:buClr>
                <a:srgbClr val="000000"/>
              </a:buClr>
              <a:buSzPts val="700"/>
              <a:buNone/>
              <a:defRPr sz="700">
                <a:solidFill>
                  <a:srgbClr val="000000"/>
                </a:solidFill>
              </a:defRPr>
            </a:lvl7pPr>
            <a:lvl8pPr lvl="7" rtl="0" algn="ctr">
              <a:lnSpc>
                <a:spcPct val="90000"/>
              </a:lnSpc>
              <a:spcBef>
                <a:spcPts val="0"/>
              </a:spcBef>
              <a:spcAft>
                <a:spcPts val="0"/>
              </a:spcAft>
              <a:buClr>
                <a:srgbClr val="000000"/>
              </a:buClr>
              <a:buSzPts val="700"/>
              <a:buNone/>
              <a:defRPr sz="700">
                <a:solidFill>
                  <a:srgbClr val="000000"/>
                </a:solidFill>
              </a:defRPr>
            </a:lvl8pPr>
            <a:lvl9pPr lvl="8" rtl="0" algn="ctr">
              <a:lnSpc>
                <a:spcPct val="90000"/>
              </a:lnSpc>
              <a:spcBef>
                <a:spcPts val="0"/>
              </a:spcBef>
              <a:spcAft>
                <a:spcPts val="0"/>
              </a:spcAft>
              <a:buClr>
                <a:srgbClr val="000000"/>
              </a:buClr>
              <a:buSzPts val="700"/>
              <a:buNone/>
              <a:defRPr sz="700">
                <a:solidFill>
                  <a:srgbClr val="000000"/>
                </a:solidFill>
              </a:defRPr>
            </a:lvl9pPr>
          </a:lstStyle>
          <a:p/>
        </p:txBody>
      </p:sp>
      <p:sp>
        <p:nvSpPr>
          <p:cNvPr id="154" name="Google Shape;154;p2"/>
          <p:cNvSpPr txBox="1"/>
          <p:nvPr>
            <p:ph idx="34" type="subTitle"/>
          </p:nvPr>
        </p:nvSpPr>
        <p:spPr>
          <a:xfrm>
            <a:off x="4669984" y="2782511"/>
            <a:ext cx="777900" cy="437700"/>
          </a:xfrm>
          <a:prstGeom prst="rect">
            <a:avLst/>
          </a:prstGeom>
          <a:noFill/>
          <a:ln>
            <a:noFill/>
          </a:ln>
        </p:spPr>
        <p:txBody>
          <a:bodyPr anchorCtr="0" anchor="ctr" bIns="36000" lIns="36000" spcFirstLastPara="1" rIns="36000" wrap="square" tIns="36000">
            <a:noAutofit/>
          </a:bodyPr>
          <a:lstStyle>
            <a:lvl1pPr lvl="0" rt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rtl="0" algn="ctr">
              <a:lnSpc>
                <a:spcPct val="90000"/>
              </a:lnSpc>
              <a:spcBef>
                <a:spcPts val="0"/>
              </a:spcBef>
              <a:spcAft>
                <a:spcPts val="0"/>
              </a:spcAft>
              <a:buClr>
                <a:srgbClr val="000000"/>
              </a:buClr>
              <a:buSzPts val="700"/>
              <a:buNone/>
              <a:defRPr sz="700">
                <a:solidFill>
                  <a:srgbClr val="000000"/>
                </a:solidFill>
              </a:defRPr>
            </a:lvl2pPr>
            <a:lvl3pPr lvl="2" rtl="0" algn="ctr">
              <a:lnSpc>
                <a:spcPct val="90000"/>
              </a:lnSpc>
              <a:spcBef>
                <a:spcPts val="0"/>
              </a:spcBef>
              <a:spcAft>
                <a:spcPts val="0"/>
              </a:spcAft>
              <a:buClr>
                <a:srgbClr val="000000"/>
              </a:buClr>
              <a:buSzPts val="700"/>
              <a:buNone/>
              <a:defRPr sz="700">
                <a:solidFill>
                  <a:srgbClr val="000000"/>
                </a:solidFill>
              </a:defRPr>
            </a:lvl3pPr>
            <a:lvl4pPr lvl="3" rtl="0" algn="ctr">
              <a:lnSpc>
                <a:spcPct val="90000"/>
              </a:lnSpc>
              <a:spcBef>
                <a:spcPts val="0"/>
              </a:spcBef>
              <a:spcAft>
                <a:spcPts val="0"/>
              </a:spcAft>
              <a:buClr>
                <a:srgbClr val="000000"/>
              </a:buClr>
              <a:buSzPts val="700"/>
              <a:buNone/>
              <a:defRPr sz="700">
                <a:solidFill>
                  <a:srgbClr val="000000"/>
                </a:solidFill>
              </a:defRPr>
            </a:lvl4pPr>
            <a:lvl5pPr lvl="4" rtl="0" algn="ctr">
              <a:lnSpc>
                <a:spcPct val="90000"/>
              </a:lnSpc>
              <a:spcBef>
                <a:spcPts val="0"/>
              </a:spcBef>
              <a:spcAft>
                <a:spcPts val="0"/>
              </a:spcAft>
              <a:buClr>
                <a:srgbClr val="000000"/>
              </a:buClr>
              <a:buSzPts val="700"/>
              <a:buNone/>
              <a:defRPr sz="700">
                <a:solidFill>
                  <a:srgbClr val="000000"/>
                </a:solidFill>
              </a:defRPr>
            </a:lvl5pPr>
            <a:lvl6pPr lvl="5" rtl="0" algn="ctr">
              <a:lnSpc>
                <a:spcPct val="90000"/>
              </a:lnSpc>
              <a:spcBef>
                <a:spcPts val="0"/>
              </a:spcBef>
              <a:spcAft>
                <a:spcPts val="0"/>
              </a:spcAft>
              <a:buClr>
                <a:srgbClr val="000000"/>
              </a:buClr>
              <a:buSzPts val="700"/>
              <a:buNone/>
              <a:defRPr sz="700">
                <a:solidFill>
                  <a:srgbClr val="000000"/>
                </a:solidFill>
              </a:defRPr>
            </a:lvl6pPr>
            <a:lvl7pPr lvl="6" rtl="0" algn="ctr">
              <a:lnSpc>
                <a:spcPct val="90000"/>
              </a:lnSpc>
              <a:spcBef>
                <a:spcPts val="0"/>
              </a:spcBef>
              <a:spcAft>
                <a:spcPts val="0"/>
              </a:spcAft>
              <a:buClr>
                <a:srgbClr val="000000"/>
              </a:buClr>
              <a:buSzPts val="700"/>
              <a:buNone/>
              <a:defRPr sz="700">
                <a:solidFill>
                  <a:srgbClr val="000000"/>
                </a:solidFill>
              </a:defRPr>
            </a:lvl7pPr>
            <a:lvl8pPr lvl="7" rtl="0" algn="ctr">
              <a:lnSpc>
                <a:spcPct val="90000"/>
              </a:lnSpc>
              <a:spcBef>
                <a:spcPts val="0"/>
              </a:spcBef>
              <a:spcAft>
                <a:spcPts val="0"/>
              </a:spcAft>
              <a:buClr>
                <a:srgbClr val="000000"/>
              </a:buClr>
              <a:buSzPts val="700"/>
              <a:buNone/>
              <a:defRPr sz="700">
                <a:solidFill>
                  <a:srgbClr val="000000"/>
                </a:solidFill>
              </a:defRPr>
            </a:lvl8pPr>
            <a:lvl9pPr lvl="8" rtl="0" algn="ctr">
              <a:lnSpc>
                <a:spcPct val="90000"/>
              </a:lnSpc>
              <a:spcBef>
                <a:spcPts val="0"/>
              </a:spcBef>
              <a:spcAft>
                <a:spcPts val="0"/>
              </a:spcAft>
              <a:buClr>
                <a:srgbClr val="000000"/>
              </a:buClr>
              <a:buSzPts val="700"/>
              <a:buNone/>
              <a:defRPr sz="700">
                <a:solidFill>
                  <a:srgbClr val="000000"/>
                </a:solidFill>
              </a:defRPr>
            </a:lvl9pPr>
          </a:lstStyle>
          <a:p/>
        </p:txBody>
      </p:sp>
      <p:sp>
        <p:nvSpPr>
          <p:cNvPr id="155" name="Google Shape;155;p2"/>
          <p:cNvSpPr txBox="1"/>
          <p:nvPr>
            <p:ph idx="35" type="subTitle"/>
          </p:nvPr>
        </p:nvSpPr>
        <p:spPr>
          <a:xfrm>
            <a:off x="5480878" y="2782511"/>
            <a:ext cx="815100" cy="437700"/>
          </a:xfrm>
          <a:prstGeom prst="rect">
            <a:avLst/>
          </a:prstGeom>
          <a:noFill/>
          <a:ln>
            <a:noFill/>
          </a:ln>
        </p:spPr>
        <p:txBody>
          <a:bodyPr anchorCtr="0" anchor="ctr" bIns="36000" lIns="36000" spcFirstLastPara="1" rIns="36000" wrap="square" tIns="36000">
            <a:noAutofit/>
          </a:bodyPr>
          <a:lstStyle>
            <a:lvl1pPr lvl="0" rt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rtl="0" algn="ctr">
              <a:lnSpc>
                <a:spcPct val="90000"/>
              </a:lnSpc>
              <a:spcBef>
                <a:spcPts val="0"/>
              </a:spcBef>
              <a:spcAft>
                <a:spcPts val="0"/>
              </a:spcAft>
              <a:buClr>
                <a:srgbClr val="000000"/>
              </a:buClr>
              <a:buSzPts val="700"/>
              <a:buNone/>
              <a:defRPr sz="700">
                <a:solidFill>
                  <a:srgbClr val="000000"/>
                </a:solidFill>
              </a:defRPr>
            </a:lvl2pPr>
            <a:lvl3pPr lvl="2" rtl="0" algn="ctr">
              <a:lnSpc>
                <a:spcPct val="90000"/>
              </a:lnSpc>
              <a:spcBef>
                <a:spcPts val="0"/>
              </a:spcBef>
              <a:spcAft>
                <a:spcPts val="0"/>
              </a:spcAft>
              <a:buClr>
                <a:srgbClr val="000000"/>
              </a:buClr>
              <a:buSzPts val="700"/>
              <a:buNone/>
              <a:defRPr sz="700">
                <a:solidFill>
                  <a:srgbClr val="000000"/>
                </a:solidFill>
              </a:defRPr>
            </a:lvl3pPr>
            <a:lvl4pPr lvl="3" rtl="0" algn="ctr">
              <a:lnSpc>
                <a:spcPct val="90000"/>
              </a:lnSpc>
              <a:spcBef>
                <a:spcPts val="0"/>
              </a:spcBef>
              <a:spcAft>
                <a:spcPts val="0"/>
              </a:spcAft>
              <a:buClr>
                <a:srgbClr val="000000"/>
              </a:buClr>
              <a:buSzPts val="700"/>
              <a:buNone/>
              <a:defRPr sz="700">
                <a:solidFill>
                  <a:srgbClr val="000000"/>
                </a:solidFill>
              </a:defRPr>
            </a:lvl4pPr>
            <a:lvl5pPr lvl="4" rtl="0" algn="ctr">
              <a:lnSpc>
                <a:spcPct val="90000"/>
              </a:lnSpc>
              <a:spcBef>
                <a:spcPts val="0"/>
              </a:spcBef>
              <a:spcAft>
                <a:spcPts val="0"/>
              </a:spcAft>
              <a:buClr>
                <a:srgbClr val="000000"/>
              </a:buClr>
              <a:buSzPts val="700"/>
              <a:buNone/>
              <a:defRPr sz="700">
                <a:solidFill>
                  <a:srgbClr val="000000"/>
                </a:solidFill>
              </a:defRPr>
            </a:lvl5pPr>
            <a:lvl6pPr lvl="5" rtl="0" algn="ctr">
              <a:lnSpc>
                <a:spcPct val="90000"/>
              </a:lnSpc>
              <a:spcBef>
                <a:spcPts val="0"/>
              </a:spcBef>
              <a:spcAft>
                <a:spcPts val="0"/>
              </a:spcAft>
              <a:buClr>
                <a:srgbClr val="000000"/>
              </a:buClr>
              <a:buSzPts val="700"/>
              <a:buNone/>
              <a:defRPr sz="700">
                <a:solidFill>
                  <a:srgbClr val="000000"/>
                </a:solidFill>
              </a:defRPr>
            </a:lvl6pPr>
            <a:lvl7pPr lvl="6" rtl="0" algn="ctr">
              <a:lnSpc>
                <a:spcPct val="90000"/>
              </a:lnSpc>
              <a:spcBef>
                <a:spcPts val="0"/>
              </a:spcBef>
              <a:spcAft>
                <a:spcPts val="0"/>
              </a:spcAft>
              <a:buClr>
                <a:srgbClr val="000000"/>
              </a:buClr>
              <a:buSzPts val="700"/>
              <a:buNone/>
              <a:defRPr sz="700">
                <a:solidFill>
                  <a:srgbClr val="000000"/>
                </a:solidFill>
              </a:defRPr>
            </a:lvl7pPr>
            <a:lvl8pPr lvl="7" rtl="0" algn="ctr">
              <a:lnSpc>
                <a:spcPct val="90000"/>
              </a:lnSpc>
              <a:spcBef>
                <a:spcPts val="0"/>
              </a:spcBef>
              <a:spcAft>
                <a:spcPts val="0"/>
              </a:spcAft>
              <a:buClr>
                <a:srgbClr val="000000"/>
              </a:buClr>
              <a:buSzPts val="700"/>
              <a:buNone/>
              <a:defRPr sz="700">
                <a:solidFill>
                  <a:srgbClr val="000000"/>
                </a:solidFill>
              </a:defRPr>
            </a:lvl8pPr>
            <a:lvl9pPr lvl="8" rtl="0" algn="ctr">
              <a:lnSpc>
                <a:spcPct val="90000"/>
              </a:lnSpc>
              <a:spcBef>
                <a:spcPts val="0"/>
              </a:spcBef>
              <a:spcAft>
                <a:spcPts val="0"/>
              </a:spcAft>
              <a:buClr>
                <a:srgbClr val="000000"/>
              </a:buClr>
              <a:buSzPts val="700"/>
              <a:buNone/>
              <a:defRPr sz="700">
                <a:solidFill>
                  <a:srgbClr val="000000"/>
                </a:solidFill>
              </a:defRPr>
            </a:lvl9pPr>
          </a:lstStyle>
          <a:p/>
        </p:txBody>
      </p:sp>
      <p:sp>
        <p:nvSpPr>
          <p:cNvPr id="156" name="Google Shape;156;p2"/>
          <p:cNvSpPr txBox="1"/>
          <p:nvPr>
            <p:ph idx="36" type="subTitle"/>
          </p:nvPr>
        </p:nvSpPr>
        <p:spPr>
          <a:xfrm>
            <a:off x="6410573" y="2782510"/>
            <a:ext cx="813600" cy="437700"/>
          </a:xfrm>
          <a:prstGeom prst="rect">
            <a:avLst/>
          </a:prstGeom>
          <a:noFill/>
          <a:ln>
            <a:noFill/>
          </a:ln>
        </p:spPr>
        <p:txBody>
          <a:bodyPr anchorCtr="0" anchor="ctr" bIns="36000" lIns="36000" spcFirstLastPara="1" rIns="36000" wrap="square" tIns="36000">
            <a:noAutofit/>
          </a:bodyPr>
          <a:lstStyle>
            <a:lvl1pPr lvl="0" rt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rtl="0" algn="ctr">
              <a:lnSpc>
                <a:spcPct val="90000"/>
              </a:lnSpc>
              <a:spcBef>
                <a:spcPts val="0"/>
              </a:spcBef>
              <a:spcAft>
                <a:spcPts val="0"/>
              </a:spcAft>
              <a:buClr>
                <a:srgbClr val="000000"/>
              </a:buClr>
              <a:buSzPts val="700"/>
              <a:buNone/>
              <a:defRPr sz="700">
                <a:solidFill>
                  <a:srgbClr val="000000"/>
                </a:solidFill>
              </a:defRPr>
            </a:lvl2pPr>
            <a:lvl3pPr lvl="2" rtl="0" algn="ctr">
              <a:lnSpc>
                <a:spcPct val="90000"/>
              </a:lnSpc>
              <a:spcBef>
                <a:spcPts val="0"/>
              </a:spcBef>
              <a:spcAft>
                <a:spcPts val="0"/>
              </a:spcAft>
              <a:buClr>
                <a:srgbClr val="000000"/>
              </a:buClr>
              <a:buSzPts val="700"/>
              <a:buNone/>
              <a:defRPr sz="700">
                <a:solidFill>
                  <a:srgbClr val="000000"/>
                </a:solidFill>
              </a:defRPr>
            </a:lvl3pPr>
            <a:lvl4pPr lvl="3" rtl="0" algn="ctr">
              <a:lnSpc>
                <a:spcPct val="90000"/>
              </a:lnSpc>
              <a:spcBef>
                <a:spcPts val="0"/>
              </a:spcBef>
              <a:spcAft>
                <a:spcPts val="0"/>
              </a:spcAft>
              <a:buClr>
                <a:srgbClr val="000000"/>
              </a:buClr>
              <a:buSzPts val="700"/>
              <a:buNone/>
              <a:defRPr sz="700">
                <a:solidFill>
                  <a:srgbClr val="000000"/>
                </a:solidFill>
              </a:defRPr>
            </a:lvl4pPr>
            <a:lvl5pPr lvl="4" rtl="0" algn="ctr">
              <a:lnSpc>
                <a:spcPct val="90000"/>
              </a:lnSpc>
              <a:spcBef>
                <a:spcPts val="0"/>
              </a:spcBef>
              <a:spcAft>
                <a:spcPts val="0"/>
              </a:spcAft>
              <a:buClr>
                <a:srgbClr val="000000"/>
              </a:buClr>
              <a:buSzPts val="700"/>
              <a:buNone/>
              <a:defRPr sz="700">
                <a:solidFill>
                  <a:srgbClr val="000000"/>
                </a:solidFill>
              </a:defRPr>
            </a:lvl5pPr>
            <a:lvl6pPr lvl="5" rtl="0" algn="ctr">
              <a:lnSpc>
                <a:spcPct val="90000"/>
              </a:lnSpc>
              <a:spcBef>
                <a:spcPts val="0"/>
              </a:spcBef>
              <a:spcAft>
                <a:spcPts val="0"/>
              </a:spcAft>
              <a:buClr>
                <a:srgbClr val="000000"/>
              </a:buClr>
              <a:buSzPts val="700"/>
              <a:buNone/>
              <a:defRPr sz="700">
                <a:solidFill>
                  <a:srgbClr val="000000"/>
                </a:solidFill>
              </a:defRPr>
            </a:lvl6pPr>
            <a:lvl7pPr lvl="6" rtl="0" algn="ctr">
              <a:lnSpc>
                <a:spcPct val="90000"/>
              </a:lnSpc>
              <a:spcBef>
                <a:spcPts val="0"/>
              </a:spcBef>
              <a:spcAft>
                <a:spcPts val="0"/>
              </a:spcAft>
              <a:buClr>
                <a:srgbClr val="000000"/>
              </a:buClr>
              <a:buSzPts val="700"/>
              <a:buNone/>
              <a:defRPr sz="700">
                <a:solidFill>
                  <a:srgbClr val="000000"/>
                </a:solidFill>
              </a:defRPr>
            </a:lvl7pPr>
            <a:lvl8pPr lvl="7" rtl="0" algn="ctr">
              <a:lnSpc>
                <a:spcPct val="90000"/>
              </a:lnSpc>
              <a:spcBef>
                <a:spcPts val="0"/>
              </a:spcBef>
              <a:spcAft>
                <a:spcPts val="0"/>
              </a:spcAft>
              <a:buClr>
                <a:srgbClr val="000000"/>
              </a:buClr>
              <a:buSzPts val="700"/>
              <a:buNone/>
              <a:defRPr sz="700">
                <a:solidFill>
                  <a:srgbClr val="000000"/>
                </a:solidFill>
              </a:defRPr>
            </a:lvl8pPr>
            <a:lvl9pPr lvl="8" rtl="0" algn="ctr">
              <a:lnSpc>
                <a:spcPct val="90000"/>
              </a:lnSpc>
              <a:spcBef>
                <a:spcPts val="0"/>
              </a:spcBef>
              <a:spcAft>
                <a:spcPts val="0"/>
              </a:spcAft>
              <a:buClr>
                <a:srgbClr val="000000"/>
              </a:buClr>
              <a:buSzPts val="700"/>
              <a:buNone/>
              <a:defRPr sz="700">
                <a:solidFill>
                  <a:srgbClr val="000000"/>
                </a:solidFill>
              </a:defRPr>
            </a:lvl9pPr>
          </a:lstStyle>
          <a:p/>
        </p:txBody>
      </p:sp>
      <p:sp>
        <p:nvSpPr>
          <p:cNvPr id="157" name="Google Shape;157;p2"/>
          <p:cNvSpPr txBox="1"/>
          <p:nvPr>
            <p:ph idx="37" type="subTitle"/>
          </p:nvPr>
        </p:nvSpPr>
        <p:spPr>
          <a:xfrm>
            <a:off x="7344346" y="2782511"/>
            <a:ext cx="796500" cy="437700"/>
          </a:xfrm>
          <a:prstGeom prst="rect">
            <a:avLst/>
          </a:prstGeom>
          <a:noFill/>
          <a:ln>
            <a:noFill/>
          </a:ln>
        </p:spPr>
        <p:txBody>
          <a:bodyPr anchorCtr="0" anchor="ctr" bIns="36000" lIns="36000" spcFirstLastPara="1" rIns="36000" wrap="square" tIns="36000">
            <a:noAutofit/>
          </a:bodyPr>
          <a:lstStyle>
            <a:lvl1pPr lvl="0" rt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rtl="0" algn="ctr">
              <a:lnSpc>
                <a:spcPct val="90000"/>
              </a:lnSpc>
              <a:spcBef>
                <a:spcPts val="0"/>
              </a:spcBef>
              <a:spcAft>
                <a:spcPts val="0"/>
              </a:spcAft>
              <a:buClr>
                <a:srgbClr val="000000"/>
              </a:buClr>
              <a:buSzPts val="700"/>
              <a:buNone/>
              <a:defRPr sz="700">
                <a:solidFill>
                  <a:srgbClr val="000000"/>
                </a:solidFill>
              </a:defRPr>
            </a:lvl2pPr>
            <a:lvl3pPr lvl="2" rtl="0" algn="ctr">
              <a:lnSpc>
                <a:spcPct val="90000"/>
              </a:lnSpc>
              <a:spcBef>
                <a:spcPts val="0"/>
              </a:spcBef>
              <a:spcAft>
                <a:spcPts val="0"/>
              </a:spcAft>
              <a:buClr>
                <a:srgbClr val="000000"/>
              </a:buClr>
              <a:buSzPts val="700"/>
              <a:buNone/>
              <a:defRPr sz="700">
                <a:solidFill>
                  <a:srgbClr val="000000"/>
                </a:solidFill>
              </a:defRPr>
            </a:lvl3pPr>
            <a:lvl4pPr lvl="3" rtl="0" algn="ctr">
              <a:lnSpc>
                <a:spcPct val="90000"/>
              </a:lnSpc>
              <a:spcBef>
                <a:spcPts val="0"/>
              </a:spcBef>
              <a:spcAft>
                <a:spcPts val="0"/>
              </a:spcAft>
              <a:buClr>
                <a:srgbClr val="000000"/>
              </a:buClr>
              <a:buSzPts val="700"/>
              <a:buNone/>
              <a:defRPr sz="700">
                <a:solidFill>
                  <a:srgbClr val="000000"/>
                </a:solidFill>
              </a:defRPr>
            </a:lvl4pPr>
            <a:lvl5pPr lvl="4" rtl="0" algn="ctr">
              <a:lnSpc>
                <a:spcPct val="90000"/>
              </a:lnSpc>
              <a:spcBef>
                <a:spcPts val="0"/>
              </a:spcBef>
              <a:spcAft>
                <a:spcPts val="0"/>
              </a:spcAft>
              <a:buClr>
                <a:srgbClr val="000000"/>
              </a:buClr>
              <a:buSzPts val="700"/>
              <a:buNone/>
              <a:defRPr sz="700">
                <a:solidFill>
                  <a:srgbClr val="000000"/>
                </a:solidFill>
              </a:defRPr>
            </a:lvl5pPr>
            <a:lvl6pPr lvl="5" rtl="0" algn="ctr">
              <a:lnSpc>
                <a:spcPct val="90000"/>
              </a:lnSpc>
              <a:spcBef>
                <a:spcPts val="0"/>
              </a:spcBef>
              <a:spcAft>
                <a:spcPts val="0"/>
              </a:spcAft>
              <a:buClr>
                <a:srgbClr val="000000"/>
              </a:buClr>
              <a:buSzPts val="700"/>
              <a:buNone/>
              <a:defRPr sz="700">
                <a:solidFill>
                  <a:srgbClr val="000000"/>
                </a:solidFill>
              </a:defRPr>
            </a:lvl6pPr>
            <a:lvl7pPr lvl="6" rtl="0" algn="ctr">
              <a:lnSpc>
                <a:spcPct val="90000"/>
              </a:lnSpc>
              <a:spcBef>
                <a:spcPts val="0"/>
              </a:spcBef>
              <a:spcAft>
                <a:spcPts val="0"/>
              </a:spcAft>
              <a:buClr>
                <a:srgbClr val="000000"/>
              </a:buClr>
              <a:buSzPts val="700"/>
              <a:buNone/>
              <a:defRPr sz="700">
                <a:solidFill>
                  <a:srgbClr val="000000"/>
                </a:solidFill>
              </a:defRPr>
            </a:lvl7pPr>
            <a:lvl8pPr lvl="7" rtl="0" algn="ctr">
              <a:lnSpc>
                <a:spcPct val="90000"/>
              </a:lnSpc>
              <a:spcBef>
                <a:spcPts val="0"/>
              </a:spcBef>
              <a:spcAft>
                <a:spcPts val="0"/>
              </a:spcAft>
              <a:buClr>
                <a:srgbClr val="000000"/>
              </a:buClr>
              <a:buSzPts val="700"/>
              <a:buNone/>
              <a:defRPr sz="700">
                <a:solidFill>
                  <a:srgbClr val="000000"/>
                </a:solidFill>
              </a:defRPr>
            </a:lvl8pPr>
            <a:lvl9pPr lvl="8" rtl="0" algn="ctr">
              <a:lnSpc>
                <a:spcPct val="90000"/>
              </a:lnSpc>
              <a:spcBef>
                <a:spcPts val="0"/>
              </a:spcBef>
              <a:spcAft>
                <a:spcPts val="0"/>
              </a:spcAft>
              <a:buClr>
                <a:srgbClr val="000000"/>
              </a:buClr>
              <a:buSzPts val="700"/>
              <a:buNone/>
              <a:defRPr sz="700">
                <a:solidFill>
                  <a:srgbClr val="000000"/>
                </a:solidFill>
              </a:defRPr>
            </a:lvl9pPr>
          </a:lstStyle>
          <a:p/>
        </p:txBody>
      </p:sp>
      <p:sp>
        <p:nvSpPr>
          <p:cNvPr id="158" name="Google Shape;158;p2"/>
          <p:cNvSpPr txBox="1"/>
          <p:nvPr>
            <p:ph idx="38" type="subTitle"/>
          </p:nvPr>
        </p:nvSpPr>
        <p:spPr>
          <a:xfrm>
            <a:off x="8181345" y="2782511"/>
            <a:ext cx="796500" cy="437700"/>
          </a:xfrm>
          <a:prstGeom prst="rect">
            <a:avLst/>
          </a:prstGeom>
          <a:noFill/>
          <a:ln>
            <a:noFill/>
          </a:ln>
        </p:spPr>
        <p:txBody>
          <a:bodyPr anchorCtr="0" anchor="ctr" bIns="36000" lIns="36000" spcFirstLastPara="1" rIns="36000" wrap="square" tIns="36000">
            <a:noAutofit/>
          </a:bodyPr>
          <a:lstStyle>
            <a:lvl1pPr lvl="0" rt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rtl="0" algn="ctr">
              <a:lnSpc>
                <a:spcPct val="90000"/>
              </a:lnSpc>
              <a:spcBef>
                <a:spcPts val="0"/>
              </a:spcBef>
              <a:spcAft>
                <a:spcPts val="0"/>
              </a:spcAft>
              <a:buClr>
                <a:srgbClr val="000000"/>
              </a:buClr>
              <a:buSzPts val="700"/>
              <a:buNone/>
              <a:defRPr sz="700">
                <a:solidFill>
                  <a:srgbClr val="000000"/>
                </a:solidFill>
              </a:defRPr>
            </a:lvl2pPr>
            <a:lvl3pPr lvl="2" rtl="0" algn="ctr">
              <a:lnSpc>
                <a:spcPct val="90000"/>
              </a:lnSpc>
              <a:spcBef>
                <a:spcPts val="0"/>
              </a:spcBef>
              <a:spcAft>
                <a:spcPts val="0"/>
              </a:spcAft>
              <a:buClr>
                <a:srgbClr val="000000"/>
              </a:buClr>
              <a:buSzPts val="700"/>
              <a:buNone/>
              <a:defRPr sz="700">
                <a:solidFill>
                  <a:srgbClr val="000000"/>
                </a:solidFill>
              </a:defRPr>
            </a:lvl3pPr>
            <a:lvl4pPr lvl="3" rtl="0" algn="ctr">
              <a:lnSpc>
                <a:spcPct val="90000"/>
              </a:lnSpc>
              <a:spcBef>
                <a:spcPts val="0"/>
              </a:spcBef>
              <a:spcAft>
                <a:spcPts val="0"/>
              </a:spcAft>
              <a:buClr>
                <a:srgbClr val="000000"/>
              </a:buClr>
              <a:buSzPts val="700"/>
              <a:buNone/>
              <a:defRPr sz="700">
                <a:solidFill>
                  <a:srgbClr val="000000"/>
                </a:solidFill>
              </a:defRPr>
            </a:lvl4pPr>
            <a:lvl5pPr lvl="4" rtl="0" algn="ctr">
              <a:lnSpc>
                <a:spcPct val="90000"/>
              </a:lnSpc>
              <a:spcBef>
                <a:spcPts val="0"/>
              </a:spcBef>
              <a:spcAft>
                <a:spcPts val="0"/>
              </a:spcAft>
              <a:buClr>
                <a:srgbClr val="000000"/>
              </a:buClr>
              <a:buSzPts val="700"/>
              <a:buNone/>
              <a:defRPr sz="700">
                <a:solidFill>
                  <a:srgbClr val="000000"/>
                </a:solidFill>
              </a:defRPr>
            </a:lvl5pPr>
            <a:lvl6pPr lvl="5" rtl="0" algn="ctr">
              <a:lnSpc>
                <a:spcPct val="90000"/>
              </a:lnSpc>
              <a:spcBef>
                <a:spcPts val="0"/>
              </a:spcBef>
              <a:spcAft>
                <a:spcPts val="0"/>
              </a:spcAft>
              <a:buClr>
                <a:srgbClr val="000000"/>
              </a:buClr>
              <a:buSzPts val="700"/>
              <a:buNone/>
              <a:defRPr sz="700">
                <a:solidFill>
                  <a:srgbClr val="000000"/>
                </a:solidFill>
              </a:defRPr>
            </a:lvl6pPr>
            <a:lvl7pPr lvl="6" rtl="0" algn="ctr">
              <a:lnSpc>
                <a:spcPct val="90000"/>
              </a:lnSpc>
              <a:spcBef>
                <a:spcPts val="0"/>
              </a:spcBef>
              <a:spcAft>
                <a:spcPts val="0"/>
              </a:spcAft>
              <a:buClr>
                <a:srgbClr val="000000"/>
              </a:buClr>
              <a:buSzPts val="700"/>
              <a:buNone/>
              <a:defRPr sz="700">
                <a:solidFill>
                  <a:srgbClr val="000000"/>
                </a:solidFill>
              </a:defRPr>
            </a:lvl7pPr>
            <a:lvl8pPr lvl="7" rtl="0" algn="ctr">
              <a:lnSpc>
                <a:spcPct val="90000"/>
              </a:lnSpc>
              <a:spcBef>
                <a:spcPts val="0"/>
              </a:spcBef>
              <a:spcAft>
                <a:spcPts val="0"/>
              </a:spcAft>
              <a:buClr>
                <a:srgbClr val="000000"/>
              </a:buClr>
              <a:buSzPts val="700"/>
              <a:buNone/>
              <a:defRPr sz="700">
                <a:solidFill>
                  <a:srgbClr val="000000"/>
                </a:solidFill>
              </a:defRPr>
            </a:lvl8pPr>
            <a:lvl9pPr lvl="8" rtl="0" algn="ctr">
              <a:lnSpc>
                <a:spcPct val="90000"/>
              </a:lnSpc>
              <a:spcBef>
                <a:spcPts val="0"/>
              </a:spcBef>
              <a:spcAft>
                <a:spcPts val="0"/>
              </a:spcAft>
              <a:buClr>
                <a:srgbClr val="000000"/>
              </a:buClr>
              <a:buSzPts val="700"/>
              <a:buNone/>
              <a:defRPr sz="700">
                <a:solidFill>
                  <a:srgbClr val="000000"/>
                </a:solidFill>
              </a:defRPr>
            </a:lvl9pPr>
          </a:lstStyle>
          <a:p/>
        </p:txBody>
      </p:sp>
      <p:sp>
        <p:nvSpPr>
          <p:cNvPr id="159" name="Google Shape;159;p2"/>
          <p:cNvSpPr txBox="1"/>
          <p:nvPr>
            <p:ph idx="39" type="subTitle"/>
          </p:nvPr>
        </p:nvSpPr>
        <p:spPr>
          <a:xfrm>
            <a:off x="8998819" y="2782511"/>
            <a:ext cx="815100" cy="437700"/>
          </a:xfrm>
          <a:prstGeom prst="rect">
            <a:avLst/>
          </a:prstGeom>
          <a:noFill/>
          <a:ln>
            <a:noFill/>
          </a:ln>
        </p:spPr>
        <p:txBody>
          <a:bodyPr anchorCtr="0" anchor="ctr" bIns="36000" lIns="36000" spcFirstLastPara="1" rIns="36000" wrap="square" tIns="36000">
            <a:noAutofit/>
          </a:bodyPr>
          <a:lstStyle>
            <a:lvl1pPr lvl="0" rt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rtl="0" algn="ctr">
              <a:lnSpc>
                <a:spcPct val="90000"/>
              </a:lnSpc>
              <a:spcBef>
                <a:spcPts val="0"/>
              </a:spcBef>
              <a:spcAft>
                <a:spcPts val="0"/>
              </a:spcAft>
              <a:buClr>
                <a:srgbClr val="000000"/>
              </a:buClr>
              <a:buSzPts val="700"/>
              <a:buNone/>
              <a:defRPr sz="700">
                <a:solidFill>
                  <a:srgbClr val="000000"/>
                </a:solidFill>
              </a:defRPr>
            </a:lvl2pPr>
            <a:lvl3pPr lvl="2" rtl="0" algn="ctr">
              <a:lnSpc>
                <a:spcPct val="90000"/>
              </a:lnSpc>
              <a:spcBef>
                <a:spcPts val="0"/>
              </a:spcBef>
              <a:spcAft>
                <a:spcPts val="0"/>
              </a:spcAft>
              <a:buClr>
                <a:srgbClr val="000000"/>
              </a:buClr>
              <a:buSzPts val="700"/>
              <a:buNone/>
              <a:defRPr sz="700">
                <a:solidFill>
                  <a:srgbClr val="000000"/>
                </a:solidFill>
              </a:defRPr>
            </a:lvl3pPr>
            <a:lvl4pPr lvl="3" rtl="0" algn="ctr">
              <a:lnSpc>
                <a:spcPct val="90000"/>
              </a:lnSpc>
              <a:spcBef>
                <a:spcPts val="0"/>
              </a:spcBef>
              <a:spcAft>
                <a:spcPts val="0"/>
              </a:spcAft>
              <a:buClr>
                <a:srgbClr val="000000"/>
              </a:buClr>
              <a:buSzPts val="700"/>
              <a:buNone/>
              <a:defRPr sz="700">
                <a:solidFill>
                  <a:srgbClr val="000000"/>
                </a:solidFill>
              </a:defRPr>
            </a:lvl4pPr>
            <a:lvl5pPr lvl="4" rtl="0" algn="ctr">
              <a:lnSpc>
                <a:spcPct val="90000"/>
              </a:lnSpc>
              <a:spcBef>
                <a:spcPts val="0"/>
              </a:spcBef>
              <a:spcAft>
                <a:spcPts val="0"/>
              </a:spcAft>
              <a:buClr>
                <a:srgbClr val="000000"/>
              </a:buClr>
              <a:buSzPts val="700"/>
              <a:buNone/>
              <a:defRPr sz="700">
                <a:solidFill>
                  <a:srgbClr val="000000"/>
                </a:solidFill>
              </a:defRPr>
            </a:lvl5pPr>
            <a:lvl6pPr lvl="5" rtl="0" algn="ctr">
              <a:lnSpc>
                <a:spcPct val="90000"/>
              </a:lnSpc>
              <a:spcBef>
                <a:spcPts val="0"/>
              </a:spcBef>
              <a:spcAft>
                <a:spcPts val="0"/>
              </a:spcAft>
              <a:buClr>
                <a:srgbClr val="000000"/>
              </a:buClr>
              <a:buSzPts val="700"/>
              <a:buNone/>
              <a:defRPr sz="700">
                <a:solidFill>
                  <a:srgbClr val="000000"/>
                </a:solidFill>
              </a:defRPr>
            </a:lvl6pPr>
            <a:lvl7pPr lvl="6" rtl="0" algn="ctr">
              <a:lnSpc>
                <a:spcPct val="90000"/>
              </a:lnSpc>
              <a:spcBef>
                <a:spcPts val="0"/>
              </a:spcBef>
              <a:spcAft>
                <a:spcPts val="0"/>
              </a:spcAft>
              <a:buClr>
                <a:srgbClr val="000000"/>
              </a:buClr>
              <a:buSzPts val="700"/>
              <a:buNone/>
              <a:defRPr sz="700">
                <a:solidFill>
                  <a:srgbClr val="000000"/>
                </a:solidFill>
              </a:defRPr>
            </a:lvl7pPr>
            <a:lvl8pPr lvl="7" rtl="0" algn="ctr">
              <a:lnSpc>
                <a:spcPct val="90000"/>
              </a:lnSpc>
              <a:spcBef>
                <a:spcPts val="0"/>
              </a:spcBef>
              <a:spcAft>
                <a:spcPts val="0"/>
              </a:spcAft>
              <a:buClr>
                <a:srgbClr val="000000"/>
              </a:buClr>
              <a:buSzPts val="700"/>
              <a:buNone/>
              <a:defRPr sz="700">
                <a:solidFill>
                  <a:srgbClr val="000000"/>
                </a:solidFill>
              </a:defRPr>
            </a:lvl8pPr>
            <a:lvl9pPr lvl="8" rtl="0" algn="ctr">
              <a:lnSpc>
                <a:spcPct val="90000"/>
              </a:lnSpc>
              <a:spcBef>
                <a:spcPts val="0"/>
              </a:spcBef>
              <a:spcAft>
                <a:spcPts val="0"/>
              </a:spcAft>
              <a:buClr>
                <a:srgbClr val="000000"/>
              </a:buClr>
              <a:buSzPts val="700"/>
              <a:buNone/>
              <a:defRPr sz="700">
                <a:solidFill>
                  <a:srgbClr val="000000"/>
                </a:solidFill>
              </a:defRPr>
            </a:lvl9pPr>
          </a:lstStyle>
          <a:p/>
        </p:txBody>
      </p:sp>
      <p:sp>
        <p:nvSpPr>
          <p:cNvPr id="160" name="Google Shape;160;p2"/>
          <p:cNvSpPr txBox="1"/>
          <p:nvPr>
            <p:ph idx="40" type="subTitle"/>
          </p:nvPr>
        </p:nvSpPr>
        <p:spPr>
          <a:xfrm>
            <a:off x="263406" y="3269058"/>
            <a:ext cx="796500" cy="437700"/>
          </a:xfrm>
          <a:prstGeom prst="rect">
            <a:avLst/>
          </a:prstGeom>
          <a:noFill/>
          <a:ln>
            <a:noFill/>
          </a:ln>
        </p:spPr>
        <p:txBody>
          <a:bodyPr anchorCtr="0" anchor="ctr" bIns="36000" lIns="36000" spcFirstLastPara="1" rIns="36000" wrap="square" tIns="36000">
            <a:noAutofit/>
          </a:bodyPr>
          <a:lstStyle>
            <a:lvl1pPr lvl="0" rt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rtl="0" algn="ctr">
              <a:lnSpc>
                <a:spcPct val="90000"/>
              </a:lnSpc>
              <a:spcBef>
                <a:spcPts val="0"/>
              </a:spcBef>
              <a:spcAft>
                <a:spcPts val="0"/>
              </a:spcAft>
              <a:buClr>
                <a:srgbClr val="000000"/>
              </a:buClr>
              <a:buSzPts val="700"/>
              <a:buNone/>
              <a:defRPr sz="700">
                <a:solidFill>
                  <a:srgbClr val="000000"/>
                </a:solidFill>
              </a:defRPr>
            </a:lvl2pPr>
            <a:lvl3pPr lvl="2" rtl="0" algn="ctr">
              <a:lnSpc>
                <a:spcPct val="90000"/>
              </a:lnSpc>
              <a:spcBef>
                <a:spcPts val="0"/>
              </a:spcBef>
              <a:spcAft>
                <a:spcPts val="0"/>
              </a:spcAft>
              <a:buClr>
                <a:srgbClr val="000000"/>
              </a:buClr>
              <a:buSzPts val="700"/>
              <a:buNone/>
              <a:defRPr sz="700">
                <a:solidFill>
                  <a:srgbClr val="000000"/>
                </a:solidFill>
              </a:defRPr>
            </a:lvl3pPr>
            <a:lvl4pPr lvl="3" rtl="0" algn="ctr">
              <a:lnSpc>
                <a:spcPct val="90000"/>
              </a:lnSpc>
              <a:spcBef>
                <a:spcPts val="0"/>
              </a:spcBef>
              <a:spcAft>
                <a:spcPts val="0"/>
              </a:spcAft>
              <a:buClr>
                <a:srgbClr val="000000"/>
              </a:buClr>
              <a:buSzPts val="700"/>
              <a:buNone/>
              <a:defRPr sz="700">
                <a:solidFill>
                  <a:srgbClr val="000000"/>
                </a:solidFill>
              </a:defRPr>
            </a:lvl4pPr>
            <a:lvl5pPr lvl="4" rtl="0" algn="ctr">
              <a:lnSpc>
                <a:spcPct val="90000"/>
              </a:lnSpc>
              <a:spcBef>
                <a:spcPts val="0"/>
              </a:spcBef>
              <a:spcAft>
                <a:spcPts val="0"/>
              </a:spcAft>
              <a:buClr>
                <a:srgbClr val="000000"/>
              </a:buClr>
              <a:buSzPts val="700"/>
              <a:buNone/>
              <a:defRPr sz="700">
                <a:solidFill>
                  <a:srgbClr val="000000"/>
                </a:solidFill>
              </a:defRPr>
            </a:lvl5pPr>
            <a:lvl6pPr lvl="5" rtl="0" algn="ctr">
              <a:lnSpc>
                <a:spcPct val="90000"/>
              </a:lnSpc>
              <a:spcBef>
                <a:spcPts val="0"/>
              </a:spcBef>
              <a:spcAft>
                <a:spcPts val="0"/>
              </a:spcAft>
              <a:buClr>
                <a:srgbClr val="000000"/>
              </a:buClr>
              <a:buSzPts val="700"/>
              <a:buNone/>
              <a:defRPr sz="700">
                <a:solidFill>
                  <a:srgbClr val="000000"/>
                </a:solidFill>
              </a:defRPr>
            </a:lvl6pPr>
            <a:lvl7pPr lvl="6" rtl="0" algn="ctr">
              <a:lnSpc>
                <a:spcPct val="90000"/>
              </a:lnSpc>
              <a:spcBef>
                <a:spcPts val="0"/>
              </a:spcBef>
              <a:spcAft>
                <a:spcPts val="0"/>
              </a:spcAft>
              <a:buClr>
                <a:srgbClr val="000000"/>
              </a:buClr>
              <a:buSzPts val="700"/>
              <a:buNone/>
              <a:defRPr sz="700">
                <a:solidFill>
                  <a:srgbClr val="000000"/>
                </a:solidFill>
              </a:defRPr>
            </a:lvl7pPr>
            <a:lvl8pPr lvl="7" rtl="0" algn="ctr">
              <a:lnSpc>
                <a:spcPct val="90000"/>
              </a:lnSpc>
              <a:spcBef>
                <a:spcPts val="0"/>
              </a:spcBef>
              <a:spcAft>
                <a:spcPts val="0"/>
              </a:spcAft>
              <a:buClr>
                <a:srgbClr val="000000"/>
              </a:buClr>
              <a:buSzPts val="700"/>
              <a:buNone/>
              <a:defRPr sz="700">
                <a:solidFill>
                  <a:srgbClr val="000000"/>
                </a:solidFill>
              </a:defRPr>
            </a:lvl8pPr>
            <a:lvl9pPr lvl="8" rtl="0" algn="ctr">
              <a:lnSpc>
                <a:spcPct val="90000"/>
              </a:lnSpc>
              <a:spcBef>
                <a:spcPts val="0"/>
              </a:spcBef>
              <a:spcAft>
                <a:spcPts val="0"/>
              </a:spcAft>
              <a:buClr>
                <a:srgbClr val="000000"/>
              </a:buClr>
              <a:buSzPts val="700"/>
              <a:buNone/>
              <a:defRPr sz="700">
                <a:solidFill>
                  <a:srgbClr val="000000"/>
                </a:solidFill>
              </a:defRPr>
            </a:lvl9pPr>
          </a:lstStyle>
          <a:p/>
        </p:txBody>
      </p:sp>
      <p:sp>
        <p:nvSpPr>
          <p:cNvPr id="161" name="Google Shape;161;p2"/>
          <p:cNvSpPr txBox="1"/>
          <p:nvPr>
            <p:ph idx="41" type="subTitle"/>
          </p:nvPr>
        </p:nvSpPr>
        <p:spPr>
          <a:xfrm>
            <a:off x="1177829" y="3269058"/>
            <a:ext cx="777900" cy="437700"/>
          </a:xfrm>
          <a:prstGeom prst="rect">
            <a:avLst/>
          </a:prstGeom>
          <a:noFill/>
          <a:ln>
            <a:noFill/>
          </a:ln>
        </p:spPr>
        <p:txBody>
          <a:bodyPr anchorCtr="0" anchor="ctr" bIns="36000" lIns="36000" spcFirstLastPara="1" rIns="36000" wrap="square" tIns="36000">
            <a:noAutofit/>
          </a:bodyPr>
          <a:lstStyle>
            <a:lvl1pPr lvl="0" rt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rtl="0" algn="ctr">
              <a:lnSpc>
                <a:spcPct val="90000"/>
              </a:lnSpc>
              <a:spcBef>
                <a:spcPts val="0"/>
              </a:spcBef>
              <a:spcAft>
                <a:spcPts val="0"/>
              </a:spcAft>
              <a:buClr>
                <a:srgbClr val="000000"/>
              </a:buClr>
              <a:buSzPts val="700"/>
              <a:buNone/>
              <a:defRPr sz="700">
                <a:solidFill>
                  <a:srgbClr val="000000"/>
                </a:solidFill>
              </a:defRPr>
            </a:lvl2pPr>
            <a:lvl3pPr lvl="2" rtl="0" algn="ctr">
              <a:lnSpc>
                <a:spcPct val="90000"/>
              </a:lnSpc>
              <a:spcBef>
                <a:spcPts val="0"/>
              </a:spcBef>
              <a:spcAft>
                <a:spcPts val="0"/>
              </a:spcAft>
              <a:buClr>
                <a:srgbClr val="000000"/>
              </a:buClr>
              <a:buSzPts val="700"/>
              <a:buNone/>
              <a:defRPr sz="700">
                <a:solidFill>
                  <a:srgbClr val="000000"/>
                </a:solidFill>
              </a:defRPr>
            </a:lvl3pPr>
            <a:lvl4pPr lvl="3" rtl="0" algn="ctr">
              <a:lnSpc>
                <a:spcPct val="90000"/>
              </a:lnSpc>
              <a:spcBef>
                <a:spcPts val="0"/>
              </a:spcBef>
              <a:spcAft>
                <a:spcPts val="0"/>
              </a:spcAft>
              <a:buClr>
                <a:srgbClr val="000000"/>
              </a:buClr>
              <a:buSzPts val="700"/>
              <a:buNone/>
              <a:defRPr sz="700">
                <a:solidFill>
                  <a:srgbClr val="000000"/>
                </a:solidFill>
              </a:defRPr>
            </a:lvl4pPr>
            <a:lvl5pPr lvl="4" rtl="0" algn="ctr">
              <a:lnSpc>
                <a:spcPct val="90000"/>
              </a:lnSpc>
              <a:spcBef>
                <a:spcPts val="0"/>
              </a:spcBef>
              <a:spcAft>
                <a:spcPts val="0"/>
              </a:spcAft>
              <a:buClr>
                <a:srgbClr val="000000"/>
              </a:buClr>
              <a:buSzPts val="700"/>
              <a:buNone/>
              <a:defRPr sz="700">
                <a:solidFill>
                  <a:srgbClr val="000000"/>
                </a:solidFill>
              </a:defRPr>
            </a:lvl5pPr>
            <a:lvl6pPr lvl="5" rtl="0" algn="ctr">
              <a:lnSpc>
                <a:spcPct val="90000"/>
              </a:lnSpc>
              <a:spcBef>
                <a:spcPts val="0"/>
              </a:spcBef>
              <a:spcAft>
                <a:spcPts val="0"/>
              </a:spcAft>
              <a:buClr>
                <a:srgbClr val="000000"/>
              </a:buClr>
              <a:buSzPts val="700"/>
              <a:buNone/>
              <a:defRPr sz="700">
                <a:solidFill>
                  <a:srgbClr val="000000"/>
                </a:solidFill>
              </a:defRPr>
            </a:lvl6pPr>
            <a:lvl7pPr lvl="6" rtl="0" algn="ctr">
              <a:lnSpc>
                <a:spcPct val="90000"/>
              </a:lnSpc>
              <a:spcBef>
                <a:spcPts val="0"/>
              </a:spcBef>
              <a:spcAft>
                <a:spcPts val="0"/>
              </a:spcAft>
              <a:buClr>
                <a:srgbClr val="000000"/>
              </a:buClr>
              <a:buSzPts val="700"/>
              <a:buNone/>
              <a:defRPr sz="700">
                <a:solidFill>
                  <a:srgbClr val="000000"/>
                </a:solidFill>
              </a:defRPr>
            </a:lvl7pPr>
            <a:lvl8pPr lvl="7" rtl="0" algn="ctr">
              <a:lnSpc>
                <a:spcPct val="90000"/>
              </a:lnSpc>
              <a:spcBef>
                <a:spcPts val="0"/>
              </a:spcBef>
              <a:spcAft>
                <a:spcPts val="0"/>
              </a:spcAft>
              <a:buClr>
                <a:srgbClr val="000000"/>
              </a:buClr>
              <a:buSzPts val="700"/>
              <a:buNone/>
              <a:defRPr sz="700">
                <a:solidFill>
                  <a:srgbClr val="000000"/>
                </a:solidFill>
              </a:defRPr>
            </a:lvl8pPr>
            <a:lvl9pPr lvl="8" rtl="0" algn="ctr">
              <a:lnSpc>
                <a:spcPct val="90000"/>
              </a:lnSpc>
              <a:spcBef>
                <a:spcPts val="0"/>
              </a:spcBef>
              <a:spcAft>
                <a:spcPts val="0"/>
              </a:spcAft>
              <a:buClr>
                <a:srgbClr val="000000"/>
              </a:buClr>
              <a:buSzPts val="700"/>
              <a:buNone/>
              <a:defRPr sz="700">
                <a:solidFill>
                  <a:srgbClr val="000000"/>
                </a:solidFill>
              </a:defRPr>
            </a:lvl9pPr>
          </a:lstStyle>
          <a:p/>
        </p:txBody>
      </p:sp>
      <p:sp>
        <p:nvSpPr>
          <p:cNvPr id="162" name="Google Shape;162;p2"/>
          <p:cNvSpPr txBox="1"/>
          <p:nvPr>
            <p:ph idx="42" type="subTitle"/>
          </p:nvPr>
        </p:nvSpPr>
        <p:spPr>
          <a:xfrm>
            <a:off x="1988728" y="3269058"/>
            <a:ext cx="815100" cy="437700"/>
          </a:xfrm>
          <a:prstGeom prst="rect">
            <a:avLst/>
          </a:prstGeom>
          <a:noFill/>
          <a:ln>
            <a:noFill/>
          </a:ln>
        </p:spPr>
        <p:txBody>
          <a:bodyPr anchorCtr="0" anchor="ctr" bIns="36000" lIns="36000" spcFirstLastPara="1" rIns="36000" wrap="square" tIns="36000">
            <a:noAutofit/>
          </a:bodyPr>
          <a:lstStyle>
            <a:lvl1pPr lvl="0" rt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rtl="0" algn="ctr">
              <a:lnSpc>
                <a:spcPct val="90000"/>
              </a:lnSpc>
              <a:spcBef>
                <a:spcPts val="0"/>
              </a:spcBef>
              <a:spcAft>
                <a:spcPts val="0"/>
              </a:spcAft>
              <a:buClr>
                <a:srgbClr val="000000"/>
              </a:buClr>
              <a:buSzPts val="700"/>
              <a:buNone/>
              <a:defRPr sz="700">
                <a:solidFill>
                  <a:srgbClr val="000000"/>
                </a:solidFill>
              </a:defRPr>
            </a:lvl2pPr>
            <a:lvl3pPr lvl="2" rtl="0" algn="ctr">
              <a:lnSpc>
                <a:spcPct val="90000"/>
              </a:lnSpc>
              <a:spcBef>
                <a:spcPts val="0"/>
              </a:spcBef>
              <a:spcAft>
                <a:spcPts val="0"/>
              </a:spcAft>
              <a:buClr>
                <a:srgbClr val="000000"/>
              </a:buClr>
              <a:buSzPts val="700"/>
              <a:buNone/>
              <a:defRPr sz="700">
                <a:solidFill>
                  <a:srgbClr val="000000"/>
                </a:solidFill>
              </a:defRPr>
            </a:lvl3pPr>
            <a:lvl4pPr lvl="3" rtl="0" algn="ctr">
              <a:lnSpc>
                <a:spcPct val="90000"/>
              </a:lnSpc>
              <a:spcBef>
                <a:spcPts val="0"/>
              </a:spcBef>
              <a:spcAft>
                <a:spcPts val="0"/>
              </a:spcAft>
              <a:buClr>
                <a:srgbClr val="000000"/>
              </a:buClr>
              <a:buSzPts val="700"/>
              <a:buNone/>
              <a:defRPr sz="700">
                <a:solidFill>
                  <a:srgbClr val="000000"/>
                </a:solidFill>
              </a:defRPr>
            </a:lvl4pPr>
            <a:lvl5pPr lvl="4" rtl="0" algn="ctr">
              <a:lnSpc>
                <a:spcPct val="90000"/>
              </a:lnSpc>
              <a:spcBef>
                <a:spcPts val="0"/>
              </a:spcBef>
              <a:spcAft>
                <a:spcPts val="0"/>
              </a:spcAft>
              <a:buClr>
                <a:srgbClr val="000000"/>
              </a:buClr>
              <a:buSzPts val="700"/>
              <a:buNone/>
              <a:defRPr sz="700">
                <a:solidFill>
                  <a:srgbClr val="000000"/>
                </a:solidFill>
              </a:defRPr>
            </a:lvl5pPr>
            <a:lvl6pPr lvl="5" rtl="0" algn="ctr">
              <a:lnSpc>
                <a:spcPct val="90000"/>
              </a:lnSpc>
              <a:spcBef>
                <a:spcPts val="0"/>
              </a:spcBef>
              <a:spcAft>
                <a:spcPts val="0"/>
              </a:spcAft>
              <a:buClr>
                <a:srgbClr val="000000"/>
              </a:buClr>
              <a:buSzPts val="700"/>
              <a:buNone/>
              <a:defRPr sz="700">
                <a:solidFill>
                  <a:srgbClr val="000000"/>
                </a:solidFill>
              </a:defRPr>
            </a:lvl6pPr>
            <a:lvl7pPr lvl="6" rtl="0" algn="ctr">
              <a:lnSpc>
                <a:spcPct val="90000"/>
              </a:lnSpc>
              <a:spcBef>
                <a:spcPts val="0"/>
              </a:spcBef>
              <a:spcAft>
                <a:spcPts val="0"/>
              </a:spcAft>
              <a:buClr>
                <a:srgbClr val="000000"/>
              </a:buClr>
              <a:buSzPts val="700"/>
              <a:buNone/>
              <a:defRPr sz="700">
                <a:solidFill>
                  <a:srgbClr val="000000"/>
                </a:solidFill>
              </a:defRPr>
            </a:lvl7pPr>
            <a:lvl8pPr lvl="7" rtl="0" algn="ctr">
              <a:lnSpc>
                <a:spcPct val="90000"/>
              </a:lnSpc>
              <a:spcBef>
                <a:spcPts val="0"/>
              </a:spcBef>
              <a:spcAft>
                <a:spcPts val="0"/>
              </a:spcAft>
              <a:buClr>
                <a:srgbClr val="000000"/>
              </a:buClr>
              <a:buSzPts val="700"/>
              <a:buNone/>
              <a:defRPr sz="700">
                <a:solidFill>
                  <a:srgbClr val="000000"/>
                </a:solidFill>
              </a:defRPr>
            </a:lvl8pPr>
            <a:lvl9pPr lvl="8" rtl="0" algn="ctr">
              <a:lnSpc>
                <a:spcPct val="90000"/>
              </a:lnSpc>
              <a:spcBef>
                <a:spcPts val="0"/>
              </a:spcBef>
              <a:spcAft>
                <a:spcPts val="0"/>
              </a:spcAft>
              <a:buClr>
                <a:srgbClr val="000000"/>
              </a:buClr>
              <a:buSzPts val="700"/>
              <a:buNone/>
              <a:defRPr sz="700">
                <a:solidFill>
                  <a:srgbClr val="000000"/>
                </a:solidFill>
              </a:defRPr>
            </a:lvl9pPr>
          </a:lstStyle>
          <a:p/>
        </p:txBody>
      </p:sp>
      <p:sp>
        <p:nvSpPr>
          <p:cNvPr id="163" name="Google Shape;163;p2"/>
          <p:cNvSpPr txBox="1"/>
          <p:nvPr>
            <p:ph idx="43" type="subTitle"/>
          </p:nvPr>
        </p:nvSpPr>
        <p:spPr>
          <a:xfrm>
            <a:off x="2923907" y="3269058"/>
            <a:ext cx="777900" cy="437700"/>
          </a:xfrm>
          <a:prstGeom prst="rect">
            <a:avLst/>
          </a:prstGeom>
          <a:noFill/>
          <a:ln>
            <a:noFill/>
          </a:ln>
        </p:spPr>
        <p:txBody>
          <a:bodyPr anchorCtr="0" anchor="ctr" bIns="36000" lIns="36000" spcFirstLastPara="1" rIns="36000" wrap="square" tIns="36000">
            <a:noAutofit/>
          </a:bodyPr>
          <a:lstStyle>
            <a:lvl1pPr lvl="0" rt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rtl="0" algn="ctr">
              <a:lnSpc>
                <a:spcPct val="90000"/>
              </a:lnSpc>
              <a:spcBef>
                <a:spcPts val="0"/>
              </a:spcBef>
              <a:spcAft>
                <a:spcPts val="0"/>
              </a:spcAft>
              <a:buClr>
                <a:srgbClr val="000000"/>
              </a:buClr>
              <a:buSzPts val="700"/>
              <a:buNone/>
              <a:defRPr sz="700">
                <a:solidFill>
                  <a:srgbClr val="000000"/>
                </a:solidFill>
              </a:defRPr>
            </a:lvl2pPr>
            <a:lvl3pPr lvl="2" rtl="0" algn="ctr">
              <a:lnSpc>
                <a:spcPct val="90000"/>
              </a:lnSpc>
              <a:spcBef>
                <a:spcPts val="0"/>
              </a:spcBef>
              <a:spcAft>
                <a:spcPts val="0"/>
              </a:spcAft>
              <a:buClr>
                <a:srgbClr val="000000"/>
              </a:buClr>
              <a:buSzPts val="700"/>
              <a:buNone/>
              <a:defRPr sz="700">
                <a:solidFill>
                  <a:srgbClr val="000000"/>
                </a:solidFill>
              </a:defRPr>
            </a:lvl3pPr>
            <a:lvl4pPr lvl="3" rtl="0" algn="ctr">
              <a:lnSpc>
                <a:spcPct val="90000"/>
              </a:lnSpc>
              <a:spcBef>
                <a:spcPts val="0"/>
              </a:spcBef>
              <a:spcAft>
                <a:spcPts val="0"/>
              </a:spcAft>
              <a:buClr>
                <a:srgbClr val="000000"/>
              </a:buClr>
              <a:buSzPts val="700"/>
              <a:buNone/>
              <a:defRPr sz="700">
                <a:solidFill>
                  <a:srgbClr val="000000"/>
                </a:solidFill>
              </a:defRPr>
            </a:lvl4pPr>
            <a:lvl5pPr lvl="4" rtl="0" algn="ctr">
              <a:lnSpc>
                <a:spcPct val="90000"/>
              </a:lnSpc>
              <a:spcBef>
                <a:spcPts val="0"/>
              </a:spcBef>
              <a:spcAft>
                <a:spcPts val="0"/>
              </a:spcAft>
              <a:buClr>
                <a:srgbClr val="000000"/>
              </a:buClr>
              <a:buSzPts val="700"/>
              <a:buNone/>
              <a:defRPr sz="700">
                <a:solidFill>
                  <a:srgbClr val="000000"/>
                </a:solidFill>
              </a:defRPr>
            </a:lvl5pPr>
            <a:lvl6pPr lvl="5" rtl="0" algn="ctr">
              <a:lnSpc>
                <a:spcPct val="90000"/>
              </a:lnSpc>
              <a:spcBef>
                <a:spcPts val="0"/>
              </a:spcBef>
              <a:spcAft>
                <a:spcPts val="0"/>
              </a:spcAft>
              <a:buClr>
                <a:srgbClr val="000000"/>
              </a:buClr>
              <a:buSzPts val="700"/>
              <a:buNone/>
              <a:defRPr sz="700">
                <a:solidFill>
                  <a:srgbClr val="000000"/>
                </a:solidFill>
              </a:defRPr>
            </a:lvl6pPr>
            <a:lvl7pPr lvl="6" rtl="0" algn="ctr">
              <a:lnSpc>
                <a:spcPct val="90000"/>
              </a:lnSpc>
              <a:spcBef>
                <a:spcPts val="0"/>
              </a:spcBef>
              <a:spcAft>
                <a:spcPts val="0"/>
              </a:spcAft>
              <a:buClr>
                <a:srgbClr val="000000"/>
              </a:buClr>
              <a:buSzPts val="700"/>
              <a:buNone/>
              <a:defRPr sz="700">
                <a:solidFill>
                  <a:srgbClr val="000000"/>
                </a:solidFill>
              </a:defRPr>
            </a:lvl7pPr>
            <a:lvl8pPr lvl="7" rtl="0" algn="ctr">
              <a:lnSpc>
                <a:spcPct val="90000"/>
              </a:lnSpc>
              <a:spcBef>
                <a:spcPts val="0"/>
              </a:spcBef>
              <a:spcAft>
                <a:spcPts val="0"/>
              </a:spcAft>
              <a:buClr>
                <a:srgbClr val="000000"/>
              </a:buClr>
              <a:buSzPts val="700"/>
              <a:buNone/>
              <a:defRPr sz="700">
                <a:solidFill>
                  <a:srgbClr val="000000"/>
                </a:solidFill>
              </a:defRPr>
            </a:lvl8pPr>
            <a:lvl9pPr lvl="8" rtl="0" algn="ctr">
              <a:lnSpc>
                <a:spcPct val="90000"/>
              </a:lnSpc>
              <a:spcBef>
                <a:spcPts val="0"/>
              </a:spcBef>
              <a:spcAft>
                <a:spcPts val="0"/>
              </a:spcAft>
              <a:buClr>
                <a:srgbClr val="000000"/>
              </a:buClr>
              <a:buSzPts val="700"/>
              <a:buNone/>
              <a:defRPr sz="700">
                <a:solidFill>
                  <a:srgbClr val="000000"/>
                </a:solidFill>
              </a:defRPr>
            </a:lvl9pPr>
          </a:lstStyle>
          <a:p/>
        </p:txBody>
      </p:sp>
      <p:sp>
        <p:nvSpPr>
          <p:cNvPr id="164" name="Google Shape;164;p2"/>
          <p:cNvSpPr txBox="1"/>
          <p:nvPr>
            <p:ph idx="44" type="subTitle"/>
          </p:nvPr>
        </p:nvSpPr>
        <p:spPr>
          <a:xfrm>
            <a:off x="3734801" y="3269058"/>
            <a:ext cx="815100" cy="437700"/>
          </a:xfrm>
          <a:prstGeom prst="rect">
            <a:avLst/>
          </a:prstGeom>
          <a:noFill/>
          <a:ln>
            <a:noFill/>
          </a:ln>
        </p:spPr>
        <p:txBody>
          <a:bodyPr anchorCtr="0" anchor="ctr" bIns="36000" lIns="36000" spcFirstLastPara="1" rIns="36000" wrap="square" tIns="36000">
            <a:noAutofit/>
          </a:bodyPr>
          <a:lstStyle>
            <a:lvl1pPr lvl="0" rt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rtl="0" algn="ctr">
              <a:lnSpc>
                <a:spcPct val="90000"/>
              </a:lnSpc>
              <a:spcBef>
                <a:spcPts val="0"/>
              </a:spcBef>
              <a:spcAft>
                <a:spcPts val="0"/>
              </a:spcAft>
              <a:buClr>
                <a:srgbClr val="000000"/>
              </a:buClr>
              <a:buSzPts val="700"/>
              <a:buNone/>
              <a:defRPr sz="700">
                <a:solidFill>
                  <a:srgbClr val="000000"/>
                </a:solidFill>
              </a:defRPr>
            </a:lvl2pPr>
            <a:lvl3pPr lvl="2" rtl="0" algn="ctr">
              <a:lnSpc>
                <a:spcPct val="90000"/>
              </a:lnSpc>
              <a:spcBef>
                <a:spcPts val="0"/>
              </a:spcBef>
              <a:spcAft>
                <a:spcPts val="0"/>
              </a:spcAft>
              <a:buClr>
                <a:srgbClr val="000000"/>
              </a:buClr>
              <a:buSzPts val="700"/>
              <a:buNone/>
              <a:defRPr sz="700">
                <a:solidFill>
                  <a:srgbClr val="000000"/>
                </a:solidFill>
              </a:defRPr>
            </a:lvl3pPr>
            <a:lvl4pPr lvl="3" rtl="0" algn="ctr">
              <a:lnSpc>
                <a:spcPct val="90000"/>
              </a:lnSpc>
              <a:spcBef>
                <a:spcPts val="0"/>
              </a:spcBef>
              <a:spcAft>
                <a:spcPts val="0"/>
              </a:spcAft>
              <a:buClr>
                <a:srgbClr val="000000"/>
              </a:buClr>
              <a:buSzPts val="700"/>
              <a:buNone/>
              <a:defRPr sz="700">
                <a:solidFill>
                  <a:srgbClr val="000000"/>
                </a:solidFill>
              </a:defRPr>
            </a:lvl4pPr>
            <a:lvl5pPr lvl="4" rtl="0" algn="ctr">
              <a:lnSpc>
                <a:spcPct val="90000"/>
              </a:lnSpc>
              <a:spcBef>
                <a:spcPts val="0"/>
              </a:spcBef>
              <a:spcAft>
                <a:spcPts val="0"/>
              </a:spcAft>
              <a:buClr>
                <a:srgbClr val="000000"/>
              </a:buClr>
              <a:buSzPts val="700"/>
              <a:buNone/>
              <a:defRPr sz="700">
                <a:solidFill>
                  <a:srgbClr val="000000"/>
                </a:solidFill>
              </a:defRPr>
            </a:lvl5pPr>
            <a:lvl6pPr lvl="5" rtl="0" algn="ctr">
              <a:lnSpc>
                <a:spcPct val="90000"/>
              </a:lnSpc>
              <a:spcBef>
                <a:spcPts val="0"/>
              </a:spcBef>
              <a:spcAft>
                <a:spcPts val="0"/>
              </a:spcAft>
              <a:buClr>
                <a:srgbClr val="000000"/>
              </a:buClr>
              <a:buSzPts val="700"/>
              <a:buNone/>
              <a:defRPr sz="700">
                <a:solidFill>
                  <a:srgbClr val="000000"/>
                </a:solidFill>
              </a:defRPr>
            </a:lvl6pPr>
            <a:lvl7pPr lvl="6" rtl="0" algn="ctr">
              <a:lnSpc>
                <a:spcPct val="90000"/>
              </a:lnSpc>
              <a:spcBef>
                <a:spcPts val="0"/>
              </a:spcBef>
              <a:spcAft>
                <a:spcPts val="0"/>
              </a:spcAft>
              <a:buClr>
                <a:srgbClr val="000000"/>
              </a:buClr>
              <a:buSzPts val="700"/>
              <a:buNone/>
              <a:defRPr sz="700">
                <a:solidFill>
                  <a:srgbClr val="000000"/>
                </a:solidFill>
              </a:defRPr>
            </a:lvl7pPr>
            <a:lvl8pPr lvl="7" rtl="0" algn="ctr">
              <a:lnSpc>
                <a:spcPct val="90000"/>
              </a:lnSpc>
              <a:spcBef>
                <a:spcPts val="0"/>
              </a:spcBef>
              <a:spcAft>
                <a:spcPts val="0"/>
              </a:spcAft>
              <a:buClr>
                <a:srgbClr val="000000"/>
              </a:buClr>
              <a:buSzPts val="700"/>
              <a:buNone/>
              <a:defRPr sz="700">
                <a:solidFill>
                  <a:srgbClr val="000000"/>
                </a:solidFill>
              </a:defRPr>
            </a:lvl8pPr>
            <a:lvl9pPr lvl="8" rtl="0" algn="ctr">
              <a:lnSpc>
                <a:spcPct val="90000"/>
              </a:lnSpc>
              <a:spcBef>
                <a:spcPts val="0"/>
              </a:spcBef>
              <a:spcAft>
                <a:spcPts val="0"/>
              </a:spcAft>
              <a:buClr>
                <a:srgbClr val="000000"/>
              </a:buClr>
              <a:buSzPts val="700"/>
              <a:buNone/>
              <a:defRPr sz="700">
                <a:solidFill>
                  <a:srgbClr val="000000"/>
                </a:solidFill>
              </a:defRPr>
            </a:lvl9pPr>
          </a:lstStyle>
          <a:p/>
        </p:txBody>
      </p:sp>
      <p:sp>
        <p:nvSpPr>
          <p:cNvPr id="165" name="Google Shape;165;p2"/>
          <p:cNvSpPr txBox="1"/>
          <p:nvPr>
            <p:ph idx="45" type="subTitle"/>
          </p:nvPr>
        </p:nvSpPr>
        <p:spPr>
          <a:xfrm>
            <a:off x="4669984" y="3269058"/>
            <a:ext cx="777900" cy="437700"/>
          </a:xfrm>
          <a:prstGeom prst="rect">
            <a:avLst/>
          </a:prstGeom>
          <a:noFill/>
          <a:ln>
            <a:noFill/>
          </a:ln>
        </p:spPr>
        <p:txBody>
          <a:bodyPr anchorCtr="0" anchor="ctr" bIns="36000" lIns="36000" spcFirstLastPara="1" rIns="36000" wrap="square" tIns="36000">
            <a:noAutofit/>
          </a:bodyPr>
          <a:lstStyle>
            <a:lvl1pPr lvl="0" rt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rtl="0" algn="ctr">
              <a:lnSpc>
                <a:spcPct val="90000"/>
              </a:lnSpc>
              <a:spcBef>
                <a:spcPts val="0"/>
              </a:spcBef>
              <a:spcAft>
                <a:spcPts val="0"/>
              </a:spcAft>
              <a:buClr>
                <a:srgbClr val="000000"/>
              </a:buClr>
              <a:buSzPts val="700"/>
              <a:buNone/>
              <a:defRPr sz="700">
                <a:solidFill>
                  <a:srgbClr val="000000"/>
                </a:solidFill>
              </a:defRPr>
            </a:lvl2pPr>
            <a:lvl3pPr lvl="2" rtl="0" algn="ctr">
              <a:lnSpc>
                <a:spcPct val="90000"/>
              </a:lnSpc>
              <a:spcBef>
                <a:spcPts val="0"/>
              </a:spcBef>
              <a:spcAft>
                <a:spcPts val="0"/>
              </a:spcAft>
              <a:buClr>
                <a:srgbClr val="000000"/>
              </a:buClr>
              <a:buSzPts val="700"/>
              <a:buNone/>
              <a:defRPr sz="700">
                <a:solidFill>
                  <a:srgbClr val="000000"/>
                </a:solidFill>
              </a:defRPr>
            </a:lvl3pPr>
            <a:lvl4pPr lvl="3" rtl="0" algn="ctr">
              <a:lnSpc>
                <a:spcPct val="90000"/>
              </a:lnSpc>
              <a:spcBef>
                <a:spcPts val="0"/>
              </a:spcBef>
              <a:spcAft>
                <a:spcPts val="0"/>
              </a:spcAft>
              <a:buClr>
                <a:srgbClr val="000000"/>
              </a:buClr>
              <a:buSzPts val="700"/>
              <a:buNone/>
              <a:defRPr sz="700">
                <a:solidFill>
                  <a:srgbClr val="000000"/>
                </a:solidFill>
              </a:defRPr>
            </a:lvl4pPr>
            <a:lvl5pPr lvl="4" rtl="0" algn="ctr">
              <a:lnSpc>
                <a:spcPct val="90000"/>
              </a:lnSpc>
              <a:spcBef>
                <a:spcPts val="0"/>
              </a:spcBef>
              <a:spcAft>
                <a:spcPts val="0"/>
              </a:spcAft>
              <a:buClr>
                <a:srgbClr val="000000"/>
              </a:buClr>
              <a:buSzPts val="700"/>
              <a:buNone/>
              <a:defRPr sz="700">
                <a:solidFill>
                  <a:srgbClr val="000000"/>
                </a:solidFill>
              </a:defRPr>
            </a:lvl5pPr>
            <a:lvl6pPr lvl="5" rtl="0" algn="ctr">
              <a:lnSpc>
                <a:spcPct val="90000"/>
              </a:lnSpc>
              <a:spcBef>
                <a:spcPts val="0"/>
              </a:spcBef>
              <a:spcAft>
                <a:spcPts val="0"/>
              </a:spcAft>
              <a:buClr>
                <a:srgbClr val="000000"/>
              </a:buClr>
              <a:buSzPts val="700"/>
              <a:buNone/>
              <a:defRPr sz="700">
                <a:solidFill>
                  <a:srgbClr val="000000"/>
                </a:solidFill>
              </a:defRPr>
            </a:lvl6pPr>
            <a:lvl7pPr lvl="6" rtl="0" algn="ctr">
              <a:lnSpc>
                <a:spcPct val="90000"/>
              </a:lnSpc>
              <a:spcBef>
                <a:spcPts val="0"/>
              </a:spcBef>
              <a:spcAft>
                <a:spcPts val="0"/>
              </a:spcAft>
              <a:buClr>
                <a:srgbClr val="000000"/>
              </a:buClr>
              <a:buSzPts val="700"/>
              <a:buNone/>
              <a:defRPr sz="700">
                <a:solidFill>
                  <a:srgbClr val="000000"/>
                </a:solidFill>
              </a:defRPr>
            </a:lvl7pPr>
            <a:lvl8pPr lvl="7" rtl="0" algn="ctr">
              <a:lnSpc>
                <a:spcPct val="90000"/>
              </a:lnSpc>
              <a:spcBef>
                <a:spcPts val="0"/>
              </a:spcBef>
              <a:spcAft>
                <a:spcPts val="0"/>
              </a:spcAft>
              <a:buClr>
                <a:srgbClr val="000000"/>
              </a:buClr>
              <a:buSzPts val="700"/>
              <a:buNone/>
              <a:defRPr sz="700">
                <a:solidFill>
                  <a:srgbClr val="000000"/>
                </a:solidFill>
              </a:defRPr>
            </a:lvl8pPr>
            <a:lvl9pPr lvl="8" rtl="0" algn="ctr">
              <a:lnSpc>
                <a:spcPct val="90000"/>
              </a:lnSpc>
              <a:spcBef>
                <a:spcPts val="0"/>
              </a:spcBef>
              <a:spcAft>
                <a:spcPts val="0"/>
              </a:spcAft>
              <a:buClr>
                <a:srgbClr val="000000"/>
              </a:buClr>
              <a:buSzPts val="700"/>
              <a:buNone/>
              <a:defRPr sz="700">
                <a:solidFill>
                  <a:srgbClr val="000000"/>
                </a:solidFill>
              </a:defRPr>
            </a:lvl9pPr>
          </a:lstStyle>
          <a:p/>
        </p:txBody>
      </p:sp>
      <p:sp>
        <p:nvSpPr>
          <p:cNvPr id="166" name="Google Shape;166;p2"/>
          <p:cNvSpPr txBox="1"/>
          <p:nvPr>
            <p:ph idx="46" type="subTitle"/>
          </p:nvPr>
        </p:nvSpPr>
        <p:spPr>
          <a:xfrm>
            <a:off x="5480878" y="3269058"/>
            <a:ext cx="815100" cy="437700"/>
          </a:xfrm>
          <a:prstGeom prst="rect">
            <a:avLst/>
          </a:prstGeom>
          <a:noFill/>
          <a:ln>
            <a:noFill/>
          </a:ln>
        </p:spPr>
        <p:txBody>
          <a:bodyPr anchorCtr="0" anchor="ctr" bIns="36000" lIns="36000" spcFirstLastPara="1" rIns="36000" wrap="square" tIns="36000">
            <a:noAutofit/>
          </a:bodyPr>
          <a:lstStyle>
            <a:lvl1pPr lvl="0" rt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rtl="0" algn="ctr">
              <a:lnSpc>
                <a:spcPct val="90000"/>
              </a:lnSpc>
              <a:spcBef>
                <a:spcPts val="0"/>
              </a:spcBef>
              <a:spcAft>
                <a:spcPts val="0"/>
              </a:spcAft>
              <a:buClr>
                <a:srgbClr val="000000"/>
              </a:buClr>
              <a:buSzPts val="700"/>
              <a:buNone/>
              <a:defRPr sz="700">
                <a:solidFill>
                  <a:srgbClr val="000000"/>
                </a:solidFill>
              </a:defRPr>
            </a:lvl2pPr>
            <a:lvl3pPr lvl="2" rtl="0" algn="ctr">
              <a:lnSpc>
                <a:spcPct val="90000"/>
              </a:lnSpc>
              <a:spcBef>
                <a:spcPts val="0"/>
              </a:spcBef>
              <a:spcAft>
                <a:spcPts val="0"/>
              </a:spcAft>
              <a:buClr>
                <a:srgbClr val="000000"/>
              </a:buClr>
              <a:buSzPts val="700"/>
              <a:buNone/>
              <a:defRPr sz="700">
                <a:solidFill>
                  <a:srgbClr val="000000"/>
                </a:solidFill>
              </a:defRPr>
            </a:lvl3pPr>
            <a:lvl4pPr lvl="3" rtl="0" algn="ctr">
              <a:lnSpc>
                <a:spcPct val="90000"/>
              </a:lnSpc>
              <a:spcBef>
                <a:spcPts val="0"/>
              </a:spcBef>
              <a:spcAft>
                <a:spcPts val="0"/>
              </a:spcAft>
              <a:buClr>
                <a:srgbClr val="000000"/>
              </a:buClr>
              <a:buSzPts val="700"/>
              <a:buNone/>
              <a:defRPr sz="700">
                <a:solidFill>
                  <a:srgbClr val="000000"/>
                </a:solidFill>
              </a:defRPr>
            </a:lvl4pPr>
            <a:lvl5pPr lvl="4" rtl="0" algn="ctr">
              <a:lnSpc>
                <a:spcPct val="90000"/>
              </a:lnSpc>
              <a:spcBef>
                <a:spcPts val="0"/>
              </a:spcBef>
              <a:spcAft>
                <a:spcPts val="0"/>
              </a:spcAft>
              <a:buClr>
                <a:srgbClr val="000000"/>
              </a:buClr>
              <a:buSzPts val="700"/>
              <a:buNone/>
              <a:defRPr sz="700">
                <a:solidFill>
                  <a:srgbClr val="000000"/>
                </a:solidFill>
              </a:defRPr>
            </a:lvl5pPr>
            <a:lvl6pPr lvl="5" rtl="0" algn="ctr">
              <a:lnSpc>
                <a:spcPct val="90000"/>
              </a:lnSpc>
              <a:spcBef>
                <a:spcPts val="0"/>
              </a:spcBef>
              <a:spcAft>
                <a:spcPts val="0"/>
              </a:spcAft>
              <a:buClr>
                <a:srgbClr val="000000"/>
              </a:buClr>
              <a:buSzPts val="700"/>
              <a:buNone/>
              <a:defRPr sz="700">
                <a:solidFill>
                  <a:srgbClr val="000000"/>
                </a:solidFill>
              </a:defRPr>
            </a:lvl6pPr>
            <a:lvl7pPr lvl="6" rtl="0" algn="ctr">
              <a:lnSpc>
                <a:spcPct val="90000"/>
              </a:lnSpc>
              <a:spcBef>
                <a:spcPts val="0"/>
              </a:spcBef>
              <a:spcAft>
                <a:spcPts val="0"/>
              </a:spcAft>
              <a:buClr>
                <a:srgbClr val="000000"/>
              </a:buClr>
              <a:buSzPts val="700"/>
              <a:buNone/>
              <a:defRPr sz="700">
                <a:solidFill>
                  <a:srgbClr val="000000"/>
                </a:solidFill>
              </a:defRPr>
            </a:lvl7pPr>
            <a:lvl8pPr lvl="7" rtl="0" algn="ctr">
              <a:lnSpc>
                <a:spcPct val="90000"/>
              </a:lnSpc>
              <a:spcBef>
                <a:spcPts val="0"/>
              </a:spcBef>
              <a:spcAft>
                <a:spcPts val="0"/>
              </a:spcAft>
              <a:buClr>
                <a:srgbClr val="000000"/>
              </a:buClr>
              <a:buSzPts val="700"/>
              <a:buNone/>
              <a:defRPr sz="700">
                <a:solidFill>
                  <a:srgbClr val="000000"/>
                </a:solidFill>
              </a:defRPr>
            </a:lvl8pPr>
            <a:lvl9pPr lvl="8" rtl="0" algn="ctr">
              <a:lnSpc>
                <a:spcPct val="90000"/>
              </a:lnSpc>
              <a:spcBef>
                <a:spcPts val="0"/>
              </a:spcBef>
              <a:spcAft>
                <a:spcPts val="0"/>
              </a:spcAft>
              <a:buClr>
                <a:srgbClr val="000000"/>
              </a:buClr>
              <a:buSzPts val="700"/>
              <a:buNone/>
              <a:defRPr sz="700">
                <a:solidFill>
                  <a:srgbClr val="000000"/>
                </a:solidFill>
              </a:defRPr>
            </a:lvl9pPr>
          </a:lstStyle>
          <a:p/>
        </p:txBody>
      </p:sp>
      <p:sp>
        <p:nvSpPr>
          <p:cNvPr id="167" name="Google Shape;167;p2"/>
          <p:cNvSpPr txBox="1"/>
          <p:nvPr>
            <p:ph idx="47" type="subTitle"/>
          </p:nvPr>
        </p:nvSpPr>
        <p:spPr>
          <a:xfrm>
            <a:off x="6410573" y="3269056"/>
            <a:ext cx="813600" cy="437700"/>
          </a:xfrm>
          <a:prstGeom prst="rect">
            <a:avLst/>
          </a:prstGeom>
          <a:noFill/>
          <a:ln>
            <a:noFill/>
          </a:ln>
        </p:spPr>
        <p:txBody>
          <a:bodyPr anchorCtr="0" anchor="ctr" bIns="36000" lIns="36000" spcFirstLastPara="1" rIns="36000" wrap="square" tIns="36000">
            <a:noAutofit/>
          </a:bodyPr>
          <a:lstStyle>
            <a:lvl1pPr lvl="0" rt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rtl="0" algn="ctr">
              <a:lnSpc>
                <a:spcPct val="90000"/>
              </a:lnSpc>
              <a:spcBef>
                <a:spcPts val="0"/>
              </a:spcBef>
              <a:spcAft>
                <a:spcPts val="0"/>
              </a:spcAft>
              <a:buClr>
                <a:srgbClr val="000000"/>
              </a:buClr>
              <a:buSzPts val="700"/>
              <a:buNone/>
              <a:defRPr sz="700">
                <a:solidFill>
                  <a:srgbClr val="000000"/>
                </a:solidFill>
              </a:defRPr>
            </a:lvl2pPr>
            <a:lvl3pPr lvl="2" rtl="0" algn="ctr">
              <a:lnSpc>
                <a:spcPct val="90000"/>
              </a:lnSpc>
              <a:spcBef>
                <a:spcPts val="0"/>
              </a:spcBef>
              <a:spcAft>
                <a:spcPts val="0"/>
              </a:spcAft>
              <a:buClr>
                <a:srgbClr val="000000"/>
              </a:buClr>
              <a:buSzPts val="700"/>
              <a:buNone/>
              <a:defRPr sz="700">
                <a:solidFill>
                  <a:srgbClr val="000000"/>
                </a:solidFill>
              </a:defRPr>
            </a:lvl3pPr>
            <a:lvl4pPr lvl="3" rtl="0" algn="ctr">
              <a:lnSpc>
                <a:spcPct val="90000"/>
              </a:lnSpc>
              <a:spcBef>
                <a:spcPts val="0"/>
              </a:spcBef>
              <a:spcAft>
                <a:spcPts val="0"/>
              </a:spcAft>
              <a:buClr>
                <a:srgbClr val="000000"/>
              </a:buClr>
              <a:buSzPts val="700"/>
              <a:buNone/>
              <a:defRPr sz="700">
                <a:solidFill>
                  <a:srgbClr val="000000"/>
                </a:solidFill>
              </a:defRPr>
            </a:lvl4pPr>
            <a:lvl5pPr lvl="4" rtl="0" algn="ctr">
              <a:lnSpc>
                <a:spcPct val="90000"/>
              </a:lnSpc>
              <a:spcBef>
                <a:spcPts val="0"/>
              </a:spcBef>
              <a:spcAft>
                <a:spcPts val="0"/>
              </a:spcAft>
              <a:buClr>
                <a:srgbClr val="000000"/>
              </a:buClr>
              <a:buSzPts val="700"/>
              <a:buNone/>
              <a:defRPr sz="700">
                <a:solidFill>
                  <a:srgbClr val="000000"/>
                </a:solidFill>
              </a:defRPr>
            </a:lvl5pPr>
            <a:lvl6pPr lvl="5" rtl="0" algn="ctr">
              <a:lnSpc>
                <a:spcPct val="90000"/>
              </a:lnSpc>
              <a:spcBef>
                <a:spcPts val="0"/>
              </a:spcBef>
              <a:spcAft>
                <a:spcPts val="0"/>
              </a:spcAft>
              <a:buClr>
                <a:srgbClr val="000000"/>
              </a:buClr>
              <a:buSzPts val="700"/>
              <a:buNone/>
              <a:defRPr sz="700">
                <a:solidFill>
                  <a:srgbClr val="000000"/>
                </a:solidFill>
              </a:defRPr>
            </a:lvl6pPr>
            <a:lvl7pPr lvl="6" rtl="0" algn="ctr">
              <a:lnSpc>
                <a:spcPct val="90000"/>
              </a:lnSpc>
              <a:spcBef>
                <a:spcPts val="0"/>
              </a:spcBef>
              <a:spcAft>
                <a:spcPts val="0"/>
              </a:spcAft>
              <a:buClr>
                <a:srgbClr val="000000"/>
              </a:buClr>
              <a:buSzPts val="700"/>
              <a:buNone/>
              <a:defRPr sz="700">
                <a:solidFill>
                  <a:srgbClr val="000000"/>
                </a:solidFill>
              </a:defRPr>
            </a:lvl7pPr>
            <a:lvl8pPr lvl="7" rtl="0" algn="ctr">
              <a:lnSpc>
                <a:spcPct val="90000"/>
              </a:lnSpc>
              <a:spcBef>
                <a:spcPts val="0"/>
              </a:spcBef>
              <a:spcAft>
                <a:spcPts val="0"/>
              </a:spcAft>
              <a:buClr>
                <a:srgbClr val="000000"/>
              </a:buClr>
              <a:buSzPts val="700"/>
              <a:buNone/>
              <a:defRPr sz="700">
                <a:solidFill>
                  <a:srgbClr val="000000"/>
                </a:solidFill>
              </a:defRPr>
            </a:lvl8pPr>
            <a:lvl9pPr lvl="8" rtl="0" algn="ctr">
              <a:lnSpc>
                <a:spcPct val="90000"/>
              </a:lnSpc>
              <a:spcBef>
                <a:spcPts val="0"/>
              </a:spcBef>
              <a:spcAft>
                <a:spcPts val="0"/>
              </a:spcAft>
              <a:buClr>
                <a:srgbClr val="000000"/>
              </a:buClr>
              <a:buSzPts val="700"/>
              <a:buNone/>
              <a:defRPr sz="700">
                <a:solidFill>
                  <a:srgbClr val="000000"/>
                </a:solidFill>
              </a:defRPr>
            </a:lvl9pPr>
          </a:lstStyle>
          <a:p/>
        </p:txBody>
      </p:sp>
      <p:sp>
        <p:nvSpPr>
          <p:cNvPr id="168" name="Google Shape;168;p2"/>
          <p:cNvSpPr txBox="1"/>
          <p:nvPr>
            <p:ph idx="48" type="subTitle"/>
          </p:nvPr>
        </p:nvSpPr>
        <p:spPr>
          <a:xfrm>
            <a:off x="7344346" y="3269058"/>
            <a:ext cx="796500" cy="437700"/>
          </a:xfrm>
          <a:prstGeom prst="rect">
            <a:avLst/>
          </a:prstGeom>
          <a:noFill/>
          <a:ln>
            <a:noFill/>
          </a:ln>
        </p:spPr>
        <p:txBody>
          <a:bodyPr anchorCtr="0" anchor="ctr" bIns="36000" lIns="36000" spcFirstLastPara="1" rIns="36000" wrap="square" tIns="36000">
            <a:noAutofit/>
          </a:bodyPr>
          <a:lstStyle>
            <a:lvl1pPr lvl="0" rt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rtl="0" algn="ctr">
              <a:lnSpc>
                <a:spcPct val="90000"/>
              </a:lnSpc>
              <a:spcBef>
                <a:spcPts val="0"/>
              </a:spcBef>
              <a:spcAft>
                <a:spcPts val="0"/>
              </a:spcAft>
              <a:buClr>
                <a:srgbClr val="000000"/>
              </a:buClr>
              <a:buSzPts val="700"/>
              <a:buNone/>
              <a:defRPr sz="700">
                <a:solidFill>
                  <a:srgbClr val="000000"/>
                </a:solidFill>
              </a:defRPr>
            </a:lvl2pPr>
            <a:lvl3pPr lvl="2" rtl="0" algn="ctr">
              <a:lnSpc>
                <a:spcPct val="90000"/>
              </a:lnSpc>
              <a:spcBef>
                <a:spcPts val="0"/>
              </a:spcBef>
              <a:spcAft>
                <a:spcPts val="0"/>
              </a:spcAft>
              <a:buClr>
                <a:srgbClr val="000000"/>
              </a:buClr>
              <a:buSzPts val="700"/>
              <a:buNone/>
              <a:defRPr sz="700">
                <a:solidFill>
                  <a:srgbClr val="000000"/>
                </a:solidFill>
              </a:defRPr>
            </a:lvl3pPr>
            <a:lvl4pPr lvl="3" rtl="0" algn="ctr">
              <a:lnSpc>
                <a:spcPct val="90000"/>
              </a:lnSpc>
              <a:spcBef>
                <a:spcPts val="0"/>
              </a:spcBef>
              <a:spcAft>
                <a:spcPts val="0"/>
              </a:spcAft>
              <a:buClr>
                <a:srgbClr val="000000"/>
              </a:buClr>
              <a:buSzPts val="700"/>
              <a:buNone/>
              <a:defRPr sz="700">
                <a:solidFill>
                  <a:srgbClr val="000000"/>
                </a:solidFill>
              </a:defRPr>
            </a:lvl4pPr>
            <a:lvl5pPr lvl="4" rtl="0" algn="ctr">
              <a:lnSpc>
                <a:spcPct val="90000"/>
              </a:lnSpc>
              <a:spcBef>
                <a:spcPts val="0"/>
              </a:spcBef>
              <a:spcAft>
                <a:spcPts val="0"/>
              </a:spcAft>
              <a:buClr>
                <a:srgbClr val="000000"/>
              </a:buClr>
              <a:buSzPts val="700"/>
              <a:buNone/>
              <a:defRPr sz="700">
                <a:solidFill>
                  <a:srgbClr val="000000"/>
                </a:solidFill>
              </a:defRPr>
            </a:lvl5pPr>
            <a:lvl6pPr lvl="5" rtl="0" algn="ctr">
              <a:lnSpc>
                <a:spcPct val="90000"/>
              </a:lnSpc>
              <a:spcBef>
                <a:spcPts val="0"/>
              </a:spcBef>
              <a:spcAft>
                <a:spcPts val="0"/>
              </a:spcAft>
              <a:buClr>
                <a:srgbClr val="000000"/>
              </a:buClr>
              <a:buSzPts val="700"/>
              <a:buNone/>
              <a:defRPr sz="700">
                <a:solidFill>
                  <a:srgbClr val="000000"/>
                </a:solidFill>
              </a:defRPr>
            </a:lvl6pPr>
            <a:lvl7pPr lvl="6" rtl="0" algn="ctr">
              <a:lnSpc>
                <a:spcPct val="90000"/>
              </a:lnSpc>
              <a:spcBef>
                <a:spcPts val="0"/>
              </a:spcBef>
              <a:spcAft>
                <a:spcPts val="0"/>
              </a:spcAft>
              <a:buClr>
                <a:srgbClr val="000000"/>
              </a:buClr>
              <a:buSzPts val="700"/>
              <a:buNone/>
              <a:defRPr sz="700">
                <a:solidFill>
                  <a:srgbClr val="000000"/>
                </a:solidFill>
              </a:defRPr>
            </a:lvl7pPr>
            <a:lvl8pPr lvl="7" rtl="0" algn="ctr">
              <a:lnSpc>
                <a:spcPct val="90000"/>
              </a:lnSpc>
              <a:spcBef>
                <a:spcPts val="0"/>
              </a:spcBef>
              <a:spcAft>
                <a:spcPts val="0"/>
              </a:spcAft>
              <a:buClr>
                <a:srgbClr val="000000"/>
              </a:buClr>
              <a:buSzPts val="700"/>
              <a:buNone/>
              <a:defRPr sz="700">
                <a:solidFill>
                  <a:srgbClr val="000000"/>
                </a:solidFill>
              </a:defRPr>
            </a:lvl8pPr>
            <a:lvl9pPr lvl="8" rtl="0" algn="ctr">
              <a:lnSpc>
                <a:spcPct val="90000"/>
              </a:lnSpc>
              <a:spcBef>
                <a:spcPts val="0"/>
              </a:spcBef>
              <a:spcAft>
                <a:spcPts val="0"/>
              </a:spcAft>
              <a:buClr>
                <a:srgbClr val="000000"/>
              </a:buClr>
              <a:buSzPts val="700"/>
              <a:buNone/>
              <a:defRPr sz="700">
                <a:solidFill>
                  <a:srgbClr val="000000"/>
                </a:solidFill>
              </a:defRPr>
            </a:lvl9pPr>
          </a:lstStyle>
          <a:p/>
        </p:txBody>
      </p:sp>
      <p:sp>
        <p:nvSpPr>
          <p:cNvPr id="169" name="Google Shape;169;p2"/>
          <p:cNvSpPr txBox="1"/>
          <p:nvPr>
            <p:ph idx="49" type="subTitle"/>
          </p:nvPr>
        </p:nvSpPr>
        <p:spPr>
          <a:xfrm>
            <a:off x="8181345" y="3269058"/>
            <a:ext cx="796500" cy="437700"/>
          </a:xfrm>
          <a:prstGeom prst="rect">
            <a:avLst/>
          </a:prstGeom>
          <a:noFill/>
          <a:ln>
            <a:noFill/>
          </a:ln>
        </p:spPr>
        <p:txBody>
          <a:bodyPr anchorCtr="0" anchor="ctr" bIns="36000" lIns="36000" spcFirstLastPara="1" rIns="36000" wrap="square" tIns="36000">
            <a:noAutofit/>
          </a:bodyPr>
          <a:lstStyle>
            <a:lvl1pPr lvl="0" rt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rtl="0" algn="ctr">
              <a:lnSpc>
                <a:spcPct val="90000"/>
              </a:lnSpc>
              <a:spcBef>
                <a:spcPts val="0"/>
              </a:spcBef>
              <a:spcAft>
                <a:spcPts val="0"/>
              </a:spcAft>
              <a:buClr>
                <a:srgbClr val="000000"/>
              </a:buClr>
              <a:buSzPts val="700"/>
              <a:buNone/>
              <a:defRPr sz="700">
                <a:solidFill>
                  <a:srgbClr val="000000"/>
                </a:solidFill>
              </a:defRPr>
            </a:lvl2pPr>
            <a:lvl3pPr lvl="2" rtl="0" algn="ctr">
              <a:lnSpc>
                <a:spcPct val="90000"/>
              </a:lnSpc>
              <a:spcBef>
                <a:spcPts val="0"/>
              </a:spcBef>
              <a:spcAft>
                <a:spcPts val="0"/>
              </a:spcAft>
              <a:buClr>
                <a:srgbClr val="000000"/>
              </a:buClr>
              <a:buSzPts val="700"/>
              <a:buNone/>
              <a:defRPr sz="700">
                <a:solidFill>
                  <a:srgbClr val="000000"/>
                </a:solidFill>
              </a:defRPr>
            </a:lvl3pPr>
            <a:lvl4pPr lvl="3" rtl="0" algn="ctr">
              <a:lnSpc>
                <a:spcPct val="90000"/>
              </a:lnSpc>
              <a:spcBef>
                <a:spcPts val="0"/>
              </a:spcBef>
              <a:spcAft>
                <a:spcPts val="0"/>
              </a:spcAft>
              <a:buClr>
                <a:srgbClr val="000000"/>
              </a:buClr>
              <a:buSzPts val="700"/>
              <a:buNone/>
              <a:defRPr sz="700">
                <a:solidFill>
                  <a:srgbClr val="000000"/>
                </a:solidFill>
              </a:defRPr>
            </a:lvl4pPr>
            <a:lvl5pPr lvl="4" rtl="0" algn="ctr">
              <a:lnSpc>
                <a:spcPct val="90000"/>
              </a:lnSpc>
              <a:spcBef>
                <a:spcPts val="0"/>
              </a:spcBef>
              <a:spcAft>
                <a:spcPts val="0"/>
              </a:spcAft>
              <a:buClr>
                <a:srgbClr val="000000"/>
              </a:buClr>
              <a:buSzPts val="700"/>
              <a:buNone/>
              <a:defRPr sz="700">
                <a:solidFill>
                  <a:srgbClr val="000000"/>
                </a:solidFill>
              </a:defRPr>
            </a:lvl5pPr>
            <a:lvl6pPr lvl="5" rtl="0" algn="ctr">
              <a:lnSpc>
                <a:spcPct val="90000"/>
              </a:lnSpc>
              <a:spcBef>
                <a:spcPts val="0"/>
              </a:spcBef>
              <a:spcAft>
                <a:spcPts val="0"/>
              </a:spcAft>
              <a:buClr>
                <a:srgbClr val="000000"/>
              </a:buClr>
              <a:buSzPts val="700"/>
              <a:buNone/>
              <a:defRPr sz="700">
                <a:solidFill>
                  <a:srgbClr val="000000"/>
                </a:solidFill>
              </a:defRPr>
            </a:lvl6pPr>
            <a:lvl7pPr lvl="6" rtl="0" algn="ctr">
              <a:lnSpc>
                <a:spcPct val="90000"/>
              </a:lnSpc>
              <a:spcBef>
                <a:spcPts val="0"/>
              </a:spcBef>
              <a:spcAft>
                <a:spcPts val="0"/>
              </a:spcAft>
              <a:buClr>
                <a:srgbClr val="000000"/>
              </a:buClr>
              <a:buSzPts val="700"/>
              <a:buNone/>
              <a:defRPr sz="700">
                <a:solidFill>
                  <a:srgbClr val="000000"/>
                </a:solidFill>
              </a:defRPr>
            </a:lvl7pPr>
            <a:lvl8pPr lvl="7" rtl="0" algn="ctr">
              <a:lnSpc>
                <a:spcPct val="90000"/>
              </a:lnSpc>
              <a:spcBef>
                <a:spcPts val="0"/>
              </a:spcBef>
              <a:spcAft>
                <a:spcPts val="0"/>
              </a:spcAft>
              <a:buClr>
                <a:srgbClr val="000000"/>
              </a:buClr>
              <a:buSzPts val="700"/>
              <a:buNone/>
              <a:defRPr sz="700">
                <a:solidFill>
                  <a:srgbClr val="000000"/>
                </a:solidFill>
              </a:defRPr>
            </a:lvl8pPr>
            <a:lvl9pPr lvl="8" rtl="0" algn="ctr">
              <a:lnSpc>
                <a:spcPct val="90000"/>
              </a:lnSpc>
              <a:spcBef>
                <a:spcPts val="0"/>
              </a:spcBef>
              <a:spcAft>
                <a:spcPts val="0"/>
              </a:spcAft>
              <a:buClr>
                <a:srgbClr val="000000"/>
              </a:buClr>
              <a:buSzPts val="700"/>
              <a:buNone/>
              <a:defRPr sz="700">
                <a:solidFill>
                  <a:srgbClr val="000000"/>
                </a:solidFill>
              </a:defRPr>
            </a:lvl9pPr>
          </a:lstStyle>
          <a:p/>
        </p:txBody>
      </p:sp>
      <p:sp>
        <p:nvSpPr>
          <p:cNvPr id="170" name="Google Shape;170;p2"/>
          <p:cNvSpPr txBox="1"/>
          <p:nvPr>
            <p:ph idx="50" type="subTitle"/>
          </p:nvPr>
        </p:nvSpPr>
        <p:spPr>
          <a:xfrm>
            <a:off x="8998819" y="3269058"/>
            <a:ext cx="815100" cy="437700"/>
          </a:xfrm>
          <a:prstGeom prst="rect">
            <a:avLst/>
          </a:prstGeom>
          <a:noFill/>
          <a:ln>
            <a:noFill/>
          </a:ln>
        </p:spPr>
        <p:txBody>
          <a:bodyPr anchorCtr="0" anchor="ctr" bIns="36000" lIns="36000" spcFirstLastPara="1" rIns="36000" wrap="square" tIns="36000">
            <a:noAutofit/>
          </a:bodyPr>
          <a:lstStyle>
            <a:lvl1pPr lvl="0" rt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rtl="0" algn="ctr">
              <a:lnSpc>
                <a:spcPct val="90000"/>
              </a:lnSpc>
              <a:spcBef>
                <a:spcPts val="0"/>
              </a:spcBef>
              <a:spcAft>
                <a:spcPts val="0"/>
              </a:spcAft>
              <a:buClr>
                <a:srgbClr val="000000"/>
              </a:buClr>
              <a:buSzPts val="700"/>
              <a:buNone/>
              <a:defRPr sz="700">
                <a:solidFill>
                  <a:srgbClr val="000000"/>
                </a:solidFill>
              </a:defRPr>
            </a:lvl2pPr>
            <a:lvl3pPr lvl="2" rtl="0" algn="ctr">
              <a:lnSpc>
                <a:spcPct val="90000"/>
              </a:lnSpc>
              <a:spcBef>
                <a:spcPts val="0"/>
              </a:spcBef>
              <a:spcAft>
                <a:spcPts val="0"/>
              </a:spcAft>
              <a:buClr>
                <a:srgbClr val="000000"/>
              </a:buClr>
              <a:buSzPts val="700"/>
              <a:buNone/>
              <a:defRPr sz="700">
                <a:solidFill>
                  <a:srgbClr val="000000"/>
                </a:solidFill>
              </a:defRPr>
            </a:lvl3pPr>
            <a:lvl4pPr lvl="3" rtl="0" algn="ctr">
              <a:lnSpc>
                <a:spcPct val="90000"/>
              </a:lnSpc>
              <a:spcBef>
                <a:spcPts val="0"/>
              </a:spcBef>
              <a:spcAft>
                <a:spcPts val="0"/>
              </a:spcAft>
              <a:buClr>
                <a:srgbClr val="000000"/>
              </a:buClr>
              <a:buSzPts val="700"/>
              <a:buNone/>
              <a:defRPr sz="700">
                <a:solidFill>
                  <a:srgbClr val="000000"/>
                </a:solidFill>
              </a:defRPr>
            </a:lvl4pPr>
            <a:lvl5pPr lvl="4" rtl="0" algn="ctr">
              <a:lnSpc>
                <a:spcPct val="90000"/>
              </a:lnSpc>
              <a:spcBef>
                <a:spcPts val="0"/>
              </a:spcBef>
              <a:spcAft>
                <a:spcPts val="0"/>
              </a:spcAft>
              <a:buClr>
                <a:srgbClr val="000000"/>
              </a:buClr>
              <a:buSzPts val="700"/>
              <a:buNone/>
              <a:defRPr sz="700">
                <a:solidFill>
                  <a:srgbClr val="000000"/>
                </a:solidFill>
              </a:defRPr>
            </a:lvl5pPr>
            <a:lvl6pPr lvl="5" rtl="0" algn="ctr">
              <a:lnSpc>
                <a:spcPct val="90000"/>
              </a:lnSpc>
              <a:spcBef>
                <a:spcPts val="0"/>
              </a:spcBef>
              <a:spcAft>
                <a:spcPts val="0"/>
              </a:spcAft>
              <a:buClr>
                <a:srgbClr val="000000"/>
              </a:buClr>
              <a:buSzPts val="700"/>
              <a:buNone/>
              <a:defRPr sz="700">
                <a:solidFill>
                  <a:srgbClr val="000000"/>
                </a:solidFill>
              </a:defRPr>
            </a:lvl6pPr>
            <a:lvl7pPr lvl="6" rtl="0" algn="ctr">
              <a:lnSpc>
                <a:spcPct val="90000"/>
              </a:lnSpc>
              <a:spcBef>
                <a:spcPts val="0"/>
              </a:spcBef>
              <a:spcAft>
                <a:spcPts val="0"/>
              </a:spcAft>
              <a:buClr>
                <a:srgbClr val="000000"/>
              </a:buClr>
              <a:buSzPts val="700"/>
              <a:buNone/>
              <a:defRPr sz="700">
                <a:solidFill>
                  <a:srgbClr val="000000"/>
                </a:solidFill>
              </a:defRPr>
            </a:lvl7pPr>
            <a:lvl8pPr lvl="7" rtl="0" algn="ctr">
              <a:lnSpc>
                <a:spcPct val="90000"/>
              </a:lnSpc>
              <a:spcBef>
                <a:spcPts val="0"/>
              </a:spcBef>
              <a:spcAft>
                <a:spcPts val="0"/>
              </a:spcAft>
              <a:buClr>
                <a:srgbClr val="000000"/>
              </a:buClr>
              <a:buSzPts val="700"/>
              <a:buNone/>
              <a:defRPr sz="700">
                <a:solidFill>
                  <a:srgbClr val="000000"/>
                </a:solidFill>
              </a:defRPr>
            </a:lvl8pPr>
            <a:lvl9pPr lvl="8" rtl="0" algn="ctr">
              <a:lnSpc>
                <a:spcPct val="90000"/>
              </a:lnSpc>
              <a:spcBef>
                <a:spcPts val="0"/>
              </a:spcBef>
              <a:spcAft>
                <a:spcPts val="0"/>
              </a:spcAft>
              <a:buClr>
                <a:srgbClr val="000000"/>
              </a:buClr>
              <a:buSzPts val="700"/>
              <a:buNone/>
              <a:defRPr sz="700">
                <a:solidFill>
                  <a:srgbClr val="000000"/>
                </a:solidFill>
              </a:defRPr>
            </a:lvl9pPr>
          </a:lstStyle>
          <a:p/>
        </p:txBody>
      </p:sp>
      <p:sp>
        <p:nvSpPr>
          <p:cNvPr id="171" name="Google Shape;171;p2"/>
          <p:cNvSpPr txBox="1"/>
          <p:nvPr>
            <p:ph idx="51" type="subTitle"/>
          </p:nvPr>
        </p:nvSpPr>
        <p:spPr>
          <a:xfrm>
            <a:off x="263406" y="3763699"/>
            <a:ext cx="796500" cy="437700"/>
          </a:xfrm>
          <a:prstGeom prst="rect">
            <a:avLst/>
          </a:prstGeom>
          <a:noFill/>
          <a:ln>
            <a:noFill/>
          </a:ln>
        </p:spPr>
        <p:txBody>
          <a:bodyPr anchorCtr="0" anchor="ctr" bIns="36000" lIns="36000" spcFirstLastPara="1" rIns="36000" wrap="square" tIns="36000">
            <a:noAutofit/>
          </a:bodyPr>
          <a:lstStyle>
            <a:lvl1pPr lvl="0" rt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rtl="0" algn="ctr">
              <a:lnSpc>
                <a:spcPct val="90000"/>
              </a:lnSpc>
              <a:spcBef>
                <a:spcPts val="0"/>
              </a:spcBef>
              <a:spcAft>
                <a:spcPts val="0"/>
              </a:spcAft>
              <a:buClr>
                <a:srgbClr val="000000"/>
              </a:buClr>
              <a:buSzPts val="700"/>
              <a:buNone/>
              <a:defRPr sz="700">
                <a:solidFill>
                  <a:srgbClr val="000000"/>
                </a:solidFill>
              </a:defRPr>
            </a:lvl2pPr>
            <a:lvl3pPr lvl="2" rtl="0" algn="ctr">
              <a:lnSpc>
                <a:spcPct val="90000"/>
              </a:lnSpc>
              <a:spcBef>
                <a:spcPts val="0"/>
              </a:spcBef>
              <a:spcAft>
                <a:spcPts val="0"/>
              </a:spcAft>
              <a:buClr>
                <a:srgbClr val="000000"/>
              </a:buClr>
              <a:buSzPts val="700"/>
              <a:buNone/>
              <a:defRPr sz="700">
                <a:solidFill>
                  <a:srgbClr val="000000"/>
                </a:solidFill>
              </a:defRPr>
            </a:lvl3pPr>
            <a:lvl4pPr lvl="3" rtl="0" algn="ctr">
              <a:lnSpc>
                <a:spcPct val="90000"/>
              </a:lnSpc>
              <a:spcBef>
                <a:spcPts val="0"/>
              </a:spcBef>
              <a:spcAft>
                <a:spcPts val="0"/>
              </a:spcAft>
              <a:buClr>
                <a:srgbClr val="000000"/>
              </a:buClr>
              <a:buSzPts val="700"/>
              <a:buNone/>
              <a:defRPr sz="700">
                <a:solidFill>
                  <a:srgbClr val="000000"/>
                </a:solidFill>
              </a:defRPr>
            </a:lvl4pPr>
            <a:lvl5pPr lvl="4" rtl="0" algn="ctr">
              <a:lnSpc>
                <a:spcPct val="90000"/>
              </a:lnSpc>
              <a:spcBef>
                <a:spcPts val="0"/>
              </a:spcBef>
              <a:spcAft>
                <a:spcPts val="0"/>
              </a:spcAft>
              <a:buClr>
                <a:srgbClr val="000000"/>
              </a:buClr>
              <a:buSzPts val="700"/>
              <a:buNone/>
              <a:defRPr sz="700">
                <a:solidFill>
                  <a:srgbClr val="000000"/>
                </a:solidFill>
              </a:defRPr>
            </a:lvl5pPr>
            <a:lvl6pPr lvl="5" rtl="0" algn="ctr">
              <a:lnSpc>
                <a:spcPct val="90000"/>
              </a:lnSpc>
              <a:spcBef>
                <a:spcPts val="0"/>
              </a:spcBef>
              <a:spcAft>
                <a:spcPts val="0"/>
              </a:spcAft>
              <a:buClr>
                <a:srgbClr val="000000"/>
              </a:buClr>
              <a:buSzPts val="700"/>
              <a:buNone/>
              <a:defRPr sz="700">
                <a:solidFill>
                  <a:srgbClr val="000000"/>
                </a:solidFill>
              </a:defRPr>
            </a:lvl6pPr>
            <a:lvl7pPr lvl="6" rtl="0" algn="ctr">
              <a:lnSpc>
                <a:spcPct val="90000"/>
              </a:lnSpc>
              <a:spcBef>
                <a:spcPts val="0"/>
              </a:spcBef>
              <a:spcAft>
                <a:spcPts val="0"/>
              </a:spcAft>
              <a:buClr>
                <a:srgbClr val="000000"/>
              </a:buClr>
              <a:buSzPts val="700"/>
              <a:buNone/>
              <a:defRPr sz="700">
                <a:solidFill>
                  <a:srgbClr val="000000"/>
                </a:solidFill>
              </a:defRPr>
            </a:lvl7pPr>
            <a:lvl8pPr lvl="7" rtl="0" algn="ctr">
              <a:lnSpc>
                <a:spcPct val="90000"/>
              </a:lnSpc>
              <a:spcBef>
                <a:spcPts val="0"/>
              </a:spcBef>
              <a:spcAft>
                <a:spcPts val="0"/>
              </a:spcAft>
              <a:buClr>
                <a:srgbClr val="000000"/>
              </a:buClr>
              <a:buSzPts val="700"/>
              <a:buNone/>
              <a:defRPr sz="700">
                <a:solidFill>
                  <a:srgbClr val="000000"/>
                </a:solidFill>
              </a:defRPr>
            </a:lvl8pPr>
            <a:lvl9pPr lvl="8" rtl="0" algn="ctr">
              <a:lnSpc>
                <a:spcPct val="90000"/>
              </a:lnSpc>
              <a:spcBef>
                <a:spcPts val="0"/>
              </a:spcBef>
              <a:spcAft>
                <a:spcPts val="0"/>
              </a:spcAft>
              <a:buClr>
                <a:srgbClr val="000000"/>
              </a:buClr>
              <a:buSzPts val="700"/>
              <a:buNone/>
              <a:defRPr sz="700">
                <a:solidFill>
                  <a:srgbClr val="000000"/>
                </a:solidFill>
              </a:defRPr>
            </a:lvl9pPr>
          </a:lstStyle>
          <a:p/>
        </p:txBody>
      </p:sp>
      <p:sp>
        <p:nvSpPr>
          <p:cNvPr id="172" name="Google Shape;172;p2"/>
          <p:cNvSpPr txBox="1"/>
          <p:nvPr>
            <p:ph idx="52" type="subTitle"/>
          </p:nvPr>
        </p:nvSpPr>
        <p:spPr>
          <a:xfrm>
            <a:off x="1177829" y="3763699"/>
            <a:ext cx="777900" cy="437700"/>
          </a:xfrm>
          <a:prstGeom prst="rect">
            <a:avLst/>
          </a:prstGeom>
          <a:noFill/>
          <a:ln>
            <a:noFill/>
          </a:ln>
        </p:spPr>
        <p:txBody>
          <a:bodyPr anchorCtr="0" anchor="ctr" bIns="36000" lIns="36000" spcFirstLastPara="1" rIns="36000" wrap="square" tIns="36000">
            <a:noAutofit/>
          </a:bodyPr>
          <a:lstStyle>
            <a:lvl1pPr lvl="0" rt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rtl="0" algn="ctr">
              <a:lnSpc>
                <a:spcPct val="90000"/>
              </a:lnSpc>
              <a:spcBef>
                <a:spcPts val="0"/>
              </a:spcBef>
              <a:spcAft>
                <a:spcPts val="0"/>
              </a:spcAft>
              <a:buClr>
                <a:srgbClr val="000000"/>
              </a:buClr>
              <a:buSzPts val="700"/>
              <a:buNone/>
              <a:defRPr sz="700">
                <a:solidFill>
                  <a:srgbClr val="000000"/>
                </a:solidFill>
              </a:defRPr>
            </a:lvl2pPr>
            <a:lvl3pPr lvl="2" rtl="0" algn="ctr">
              <a:lnSpc>
                <a:spcPct val="90000"/>
              </a:lnSpc>
              <a:spcBef>
                <a:spcPts val="0"/>
              </a:spcBef>
              <a:spcAft>
                <a:spcPts val="0"/>
              </a:spcAft>
              <a:buClr>
                <a:srgbClr val="000000"/>
              </a:buClr>
              <a:buSzPts val="700"/>
              <a:buNone/>
              <a:defRPr sz="700">
                <a:solidFill>
                  <a:srgbClr val="000000"/>
                </a:solidFill>
              </a:defRPr>
            </a:lvl3pPr>
            <a:lvl4pPr lvl="3" rtl="0" algn="ctr">
              <a:lnSpc>
                <a:spcPct val="90000"/>
              </a:lnSpc>
              <a:spcBef>
                <a:spcPts val="0"/>
              </a:spcBef>
              <a:spcAft>
                <a:spcPts val="0"/>
              </a:spcAft>
              <a:buClr>
                <a:srgbClr val="000000"/>
              </a:buClr>
              <a:buSzPts val="700"/>
              <a:buNone/>
              <a:defRPr sz="700">
                <a:solidFill>
                  <a:srgbClr val="000000"/>
                </a:solidFill>
              </a:defRPr>
            </a:lvl4pPr>
            <a:lvl5pPr lvl="4" rtl="0" algn="ctr">
              <a:lnSpc>
                <a:spcPct val="90000"/>
              </a:lnSpc>
              <a:spcBef>
                <a:spcPts val="0"/>
              </a:spcBef>
              <a:spcAft>
                <a:spcPts val="0"/>
              </a:spcAft>
              <a:buClr>
                <a:srgbClr val="000000"/>
              </a:buClr>
              <a:buSzPts val="700"/>
              <a:buNone/>
              <a:defRPr sz="700">
                <a:solidFill>
                  <a:srgbClr val="000000"/>
                </a:solidFill>
              </a:defRPr>
            </a:lvl5pPr>
            <a:lvl6pPr lvl="5" rtl="0" algn="ctr">
              <a:lnSpc>
                <a:spcPct val="90000"/>
              </a:lnSpc>
              <a:spcBef>
                <a:spcPts val="0"/>
              </a:spcBef>
              <a:spcAft>
                <a:spcPts val="0"/>
              </a:spcAft>
              <a:buClr>
                <a:srgbClr val="000000"/>
              </a:buClr>
              <a:buSzPts val="700"/>
              <a:buNone/>
              <a:defRPr sz="700">
                <a:solidFill>
                  <a:srgbClr val="000000"/>
                </a:solidFill>
              </a:defRPr>
            </a:lvl6pPr>
            <a:lvl7pPr lvl="6" rtl="0" algn="ctr">
              <a:lnSpc>
                <a:spcPct val="90000"/>
              </a:lnSpc>
              <a:spcBef>
                <a:spcPts val="0"/>
              </a:spcBef>
              <a:spcAft>
                <a:spcPts val="0"/>
              </a:spcAft>
              <a:buClr>
                <a:srgbClr val="000000"/>
              </a:buClr>
              <a:buSzPts val="700"/>
              <a:buNone/>
              <a:defRPr sz="700">
                <a:solidFill>
                  <a:srgbClr val="000000"/>
                </a:solidFill>
              </a:defRPr>
            </a:lvl7pPr>
            <a:lvl8pPr lvl="7" rtl="0" algn="ctr">
              <a:lnSpc>
                <a:spcPct val="90000"/>
              </a:lnSpc>
              <a:spcBef>
                <a:spcPts val="0"/>
              </a:spcBef>
              <a:spcAft>
                <a:spcPts val="0"/>
              </a:spcAft>
              <a:buClr>
                <a:srgbClr val="000000"/>
              </a:buClr>
              <a:buSzPts val="700"/>
              <a:buNone/>
              <a:defRPr sz="700">
                <a:solidFill>
                  <a:srgbClr val="000000"/>
                </a:solidFill>
              </a:defRPr>
            </a:lvl8pPr>
            <a:lvl9pPr lvl="8" rtl="0" algn="ctr">
              <a:lnSpc>
                <a:spcPct val="90000"/>
              </a:lnSpc>
              <a:spcBef>
                <a:spcPts val="0"/>
              </a:spcBef>
              <a:spcAft>
                <a:spcPts val="0"/>
              </a:spcAft>
              <a:buClr>
                <a:srgbClr val="000000"/>
              </a:buClr>
              <a:buSzPts val="700"/>
              <a:buNone/>
              <a:defRPr sz="700">
                <a:solidFill>
                  <a:srgbClr val="000000"/>
                </a:solidFill>
              </a:defRPr>
            </a:lvl9pPr>
          </a:lstStyle>
          <a:p/>
        </p:txBody>
      </p:sp>
      <p:sp>
        <p:nvSpPr>
          <p:cNvPr id="173" name="Google Shape;173;p2"/>
          <p:cNvSpPr txBox="1"/>
          <p:nvPr>
            <p:ph idx="53" type="subTitle"/>
          </p:nvPr>
        </p:nvSpPr>
        <p:spPr>
          <a:xfrm>
            <a:off x="1988728" y="3763699"/>
            <a:ext cx="815100" cy="437700"/>
          </a:xfrm>
          <a:prstGeom prst="rect">
            <a:avLst/>
          </a:prstGeom>
          <a:noFill/>
          <a:ln>
            <a:noFill/>
          </a:ln>
        </p:spPr>
        <p:txBody>
          <a:bodyPr anchorCtr="0" anchor="ctr" bIns="36000" lIns="36000" spcFirstLastPara="1" rIns="36000" wrap="square" tIns="36000">
            <a:noAutofit/>
          </a:bodyPr>
          <a:lstStyle>
            <a:lvl1pPr lvl="0" rt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rtl="0" algn="ctr">
              <a:lnSpc>
                <a:spcPct val="90000"/>
              </a:lnSpc>
              <a:spcBef>
                <a:spcPts val="0"/>
              </a:spcBef>
              <a:spcAft>
                <a:spcPts val="0"/>
              </a:spcAft>
              <a:buClr>
                <a:srgbClr val="000000"/>
              </a:buClr>
              <a:buSzPts val="700"/>
              <a:buNone/>
              <a:defRPr sz="700">
                <a:solidFill>
                  <a:srgbClr val="000000"/>
                </a:solidFill>
              </a:defRPr>
            </a:lvl2pPr>
            <a:lvl3pPr lvl="2" rtl="0" algn="ctr">
              <a:lnSpc>
                <a:spcPct val="90000"/>
              </a:lnSpc>
              <a:spcBef>
                <a:spcPts val="0"/>
              </a:spcBef>
              <a:spcAft>
                <a:spcPts val="0"/>
              </a:spcAft>
              <a:buClr>
                <a:srgbClr val="000000"/>
              </a:buClr>
              <a:buSzPts val="700"/>
              <a:buNone/>
              <a:defRPr sz="700">
                <a:solidFill>
                  <a:srgbClr val="000000"/>
                </a:solidFill>
              </a:defRPr>
            </a:lvl3pPr>
            <a:lvl4pPr lvl="3" rtl="0" algn="ctr">
              <a:lnSpc>
                <a:spcPct val="90000"/>
              </a:lnSpc>
              <a:spcBef>
                <a:spcPts val="0"/>
              </a:spcBef>
              <a:spcAft>
                <a:spcPts val="0"/>
              </a:spcAft>
              <a:buClr>
                <a:srgbClr val="000000"/>
              </a:buClr>
              <a:buSzPts val="700"/>
              <a:buNone/>
              <a:defRPr sz="700">
                <a:solidFill>
                  <a:srgbClr val="000000"/>
                </a:solidFill>
              </a:defRPr>
            </a:lvl4pPr>
            <a:lvl5pPr lvl="4" rtl="0" algn="ctr">
              <a:lnSpc>
                <a:spcPct val="90000"/>
              </a:lnSpc>
              <a:spcBef>
                <a:spcPts val="0"/>
              </a:spcBef>
              <a:spcAft>
                <a:spcPts val="0"/>
              </a:spcAft>
              <a:buClr>
                <a:srgbClr val="000000"/>
              </a:buClr>
              <a:buSzPts val="700"/>
              <a:buNone/>
              <a:defRPr sz="700">
                <a:solidFill>
                  <a:srgbClr val="000000"/>
                </a:solidFill>
              </a:defRPr>
            </a:lvl5pPr>
            <a:lvl6pPr lvl="5" rtl="0" algn="ctr">
              <a:lnSpc>
                <a:spcPct val="90000"/>
              </a:lnSpc>
              <a:spcBef>
                <a:spcPts val="0"/>
              </a:spcBef>
              <a:spcAft>
                <a:spcPts val="0"/>
              </a:spcAft>
              <a:buClr>
                <a:srgbClr val="000000"/>
              </a:buClr>
              <a:buSzPts val="700"/>
              <a:buNone/>
              <a:defRPr sz="700">
                <a:solidFill>
                  <a:srgbClr val="000000"/>
                </a:solidFill>
              </a:defRPr>
            </a:lvl6pPr>
            <a:lvl7pPr lvl="6" rtl="0" algn="ctr">
              <a:lnSpc>
                <a:spcPct val="90000"/>
              </a:lnSpc>
              <a:spcBef>
                <a:spcPts val="0"/>
              </a:spcBef>
              <a:spcAft>
                <a:spcPts val="0"/>
              </a:spcAft>
              <a:buClr>
                <a:srgbClr val="000000"/>
              </a:buClr>
              <a:buSzPts val="700"/>
              <a:buNone/>
              <a:defRPr sz="700">
                <a:solidFill>
                  <a:srgbClr val="000000"/>
                </a:solidFill>
              </a:defRPr>
            </a:lvl7pPr>
            <a:lvl8pPr lvl="7" rtl="0" algn="ctr">
              <a:lnSpc>
                <a:spcPct val="90000"/>
              </a:lnSpc>
              <a:spcBef>
                <a:spcPts val="0"/>
              </a:spcBef>
              <a:spcAft>
                <a:spcPts val="0"/>
              </a:spcAft>
              <a:buClr>
                <a:srgbClr val="000000"/>
              </a:buClr>
              <a:buSzPts val="700"/>
              <a:buNone/>
              <a:defRPr sz="700">
                <a:solidFill>
                  <a:srgbClr val="000000"/>
                </a:solidFill>
              </a:defRPr>
            </a:lvl8pPr>
            <a:lvl9pPr lvl="8" rtl="0" algn="ctr">
              <a:lnSpc>
                <a:spcPct val="90000"/>
              </a:lnSpc>
              <a:spcBef>
                <a:spcPts val="0"/>
              </a:spcBef>
              <a:spcAft>
                <a:spcPts val="0"/>
              </a:spcAft>
              <a:buClr>
                <a:srgbClr val="000000"/>
              </a:buClr>
              <a:buSzPts val="700"/>
              <a:buNone/>
              <a:defRPr sz="700">
                <a:solidFill>
                  <a:srgbClr val="000000"/>
                </a:solidFill>
              </a:defRPr>
            </a:lvl9pPr>
          </a:lstStyle>
          <a:p/>
        </p:txBody>
      </p:sp>
      <p:sp>
        <p:nvSpPr>
          <p:cNvPr id="174" name="Google Shape;174;p2"/>
          <p:cNvSpPr txBox="1"/>
          <p:nvPr>
            <p:ph idx="54" type="subTitle"/>
          </p:nvPr>
        </p:nvSpPr>
        <p:spPr>
          <a:xfrm>
            <a:off x="2923907" y="3763699"/>
            <a:ext cx="777900" cy="437700"/>
          </a:xfrm>
          <a:prstGeom prst="rect">
            <a:avLst/>
          </a:prstGeom>
          <a:noFill/>
          <a:ln>
            <a:noFill/>
          </a:ln>
        </p:spPr>
        <p:txBody>
          <a:bodyPr anchorCtr="0" anchor="ctr" bIns="36000" lIns="36000" spcFirstLastPara="1" rIns="36000" wrap="square" tIns="36000">
            <a:noAutofit/>
          </a:bodyPr>
          <a:lstStyle>
            <a:lvl1pPr lvl="0" rt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rtl="0" algn="ctr">
              <a:lnSpc>
                <a:spcPct val="90000"/>
              </a:lnSpc>
              <a:spcBef>
                <a:spcPts val="0"/>
              </a:spcBef>
              <a:spcAft>
                <a:spcPts val="0"/>
              </a:spcAft>
              <a:buClr>
                <a:srgbClr val="000000"/>
              </a:buClr>
              <a:buSzPts val="700"/>
              <a:buNone/>
              <a:defRPr sz="700">
                <a:solidFill>
                  <a:srgbClr val="000000"/>
                </a:solidFill>
              </a:defRPr>
            </a:lvl2pPr>
            <a:lvl3pPr lvl="2" rtl="0" algn="ctr">
              <a:lnSpc>
                <a:spcPct val="90000"/>
              </a:lnSpc>
              <a:spcBef>
                <a:spcPts val="0"/>
              </a:spcBef>
              <a:spcAft>
                <a:spcPts val="0"/>
              </a:spcAft>
              <a:buClr>
                <a:srgbClr val="000000"/>
              </a:buClr>
              <a:buSzPts val="700"/>
              <a:buNone/>
              <a:defRPr sz="700">
                <a:solidFill>
                  <a:srgbClr val="000000"/>
                </a:solidFill>
              </a:defRPr>
            </a:lvl3pPr>
            <a:lvl4pPr lvl="3" rtl="0" algn="ctr">
              <a:lnSpc>
                <a:spcPct val="90000"/>
              </a:lnSpc>
              <a:spcBef>
                <a:spcPts val="0"/>
              </a:spcBef>
              <a:spcAft>
                <a:spcPts val="0"/>
              </a:spcAft>
              <a:buClr>
                <a:srgbClr val="000000"/>
              </a:buClr>
              <a:buSzPts val="700"/>
              <a:buNone/>
              <a:defRPr sz="700">
                <a:solidFill>
                  <a:srgbClr val="000000"/>
                </a:solidFill>
              </a:defRPr>
            </a:lvl4pPr>
            <a:lvl5pPr lvl="4" rtl="0" algn="ctr">
              <a:lnSpc>
                <a:spcPct val="90000"/>
              </a:lnSpc>
              <a:spcBef>
                <a:spcPts val="0"/>
              </a:spcBef>
              <a:spcAft>
                <a:spcPts val="0"/>
              </a:spcAft>
              <a:buClr>
                <a:srgbClr val="000000"/>
              </a:buClr>
              <a:buSzPts val="700"/>
              <a:buNone/>
              <a:defRPr sz="700">
                <a:solidFill>
                  <a:srgbClr val="000000"/>
                </a:solidFill>
              </a:defRPr>
            </a:lvl5pPr>
            <a:lvl6pPr lvl="5" rtl="0" algn="ctr">
              <a:lnSpc>
                <a:spcPct val="90000"/>
              </a:lnSpc>
              <a:spcBef>
                <a:spcPts val="0"/>
              </a:spcBef>
              <a:spcAft>
                <a:spcPts val="0"/>
              </a:spcAft>
              <a:buClr>
                <a:srgbClr val="000000"/>
              </a:buClr>
              <a:buSzPts val="700"/>
              <a:buNone/>
              <a:defRPr sz="700">
                <a:solidFill>
                  <a:srgbClr val="000000"/>
                </a:solidFill>
              </a:defRPr>
            </a:lvl6pPr>
            <a:lvl7pPr lvl="6" rtl="0" algn="ctr">
              <a:lnSpc>
                <a:spcPct val="90000"/>
              </a:lnSpc>
              <a:spcBef>
                <a:spcPts val="0"/>
              </a:spcBef>
              <a:spcAft>
                <a:spcPts val="0"/>
              </a:spcAft>
              <a:buClr>
                <a:srgbClr val="000000"/>
              </a:buClr>
              <a:buSzPts val="700"/>
              <a:buNone/>
              <a:defRPr sz="700">
                <a:solidFill>
                  <a:srgbClr val="000000"/>
                </a:solidFill>
              </a:defRPr>
            </a:lvl7pPr>
            <a:lvl8pPr lvl="7" rtl="0" algn="ctr">
              <a:lnSpc>
                <a:spcPct val="90000"/>
              </a:lnSpc>
              <a:spcBef>
                <a:spcPts val="0"/>
              </a:spcBef>
              <a:spcAft>
                <a:spcPts val="0"/>
              </a:spcAft>
              <a:buClr>
                <a:srgbClr val="000000"/>
              </a:buClr>
              <a:buSzPts val="700"/>
              <a:buNone/>
              <a:defRPr sz="700">
                <a:solidFill>
                  <a:srgbClr val="000000"/>
                </a:solidFill>
              </a:defRPr>
            </a:lvl8pPr>
            <a:lvl9pPr lvl="8" rtl="0" algn="ctr">
              <a:lnSpc>
                <a:spcPct val="90000"/>
              </a:lnSpc>
              <a:spcBef>
                <a:spcPts val="0"/>
              </a:spcBef>
              <a:spcAft>
                <a:spcPts val="0"/>
              </a:spcAft>
              <a:buClr>
                <a:srgbClr val="000000"/>
              </a:buClr>
              <a:buSzPts val="700"/>
              <a:buNone/>
              <a:defRPr sz="700">
                <a:solidFill>
                  <a:srgbClr val="000000"/>
                </a:solidFill>
              </a:defRPr>
            </a:lvl9pPr>
          </a:lstStyle>
          <a:p/>
        </p:txBody>
      </p:sp>
      <p:sp>
        <p:nvSpPr>
          <p:cNvPr id="175" name="Google Shape;175;p2"/>
          <p:cNvSpPr txBox="1"/>
          <p:nvPr>
            <p:ph idx="55" type="subTitle"/>
          </p:nvPr>
        </p:nvSpPr>
        <p:spPr>
          <a:xfrm>
            <a:off x="3734801" y="3763699"/>
            <a:ext cx="815100" cy="437700"/>
          </a:xfrm>
          <a:prstGeom prst="rect">
            <a:avLst/>
          </a:prstGeom>
          <a:noFill/>
          <a:ln>
            <a:noFill/>
          </a:ln>
        </p:spPr>
        <p:txBody>
          <a:bodyPr anchorCtr="0" anchor="ctr" bIns="36000" lIns="36000" spcFirstLastPara="1" rIns="36000" wrap="square" tIns="36000">
            <a:noAutofit/>
          </a:bodyPr>
          <a:lstStyle>
            <a:lvl1pPr lvl="0" rt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rtl="0" algn="ctr">
              <a:lnSpc>
                <a:spcPct val="90000"/>
              </a:lnSpc>
              <a:spcBef>
                <a:spcPts val="0"/>
              </a:spcBef>
              <a:spcAft>
                <a:spcPts val="0"/>
              </a:spcAft>
              <a:buClr>
                <a:srgbClr val="000000"/>
              </a:buClr>
              <a:buSzPts val="700"/>
              <a:buNone/>
              <a:defRPr sz="700">
                <a:solidFill>
                  <a:srgbClr val="000000"/>
                </a:solidFill>
              </a:defRPr>
            </a:lvl2pPr>
            <a:lvl3pPr lvl="2" rtl="0" algn="ctr">
              <a:lnSpc>
                <a:spcPct val="90000"/>
              </a:lnSpc>
              <a:spcBef>
                <a:spcPts val="0"/>
              </a:spcBef>
              <a:spcAft>
                <a:spcPts val="0"/>
              </a:spcAft>
              <a:buClr>
                <a:srgbClr val="000000"/>
              </a:buClr>
              <a:buSzPts val="700"/>
              <a:buNone/>
              <a:defRPr sz="700">
                <a:solidFill>
                  <a:srgbClr val="000000"/>
                </a:solidFill>
              </a:defRPr>
            </a:lvl3pPr>
            <a:lvl4pPr lvl="3" rtl="0" algn="ctr">
              <a:lnSpc>
                <a:spcPct val="90000"/>
              </a:lnSpc>
              <a:spcBef>
                <a:spcPts val="0"/>
              </a:spcBef>
              <a:spcAft>
                <a:spcPts val="0"/>
              </a:spcAft>
              <a:buClr>
                <a:srgbClr val="000000"/>
              </a:buClr>
              <a:buSzPts val="700"/>
              <a:buNone/>
              <a:defRPr sz="700">
                <a:solidFill>
                  <a:srgbClr val="000000"/>
                </a:solidFill>
              </a:defRPr>
            </a:lvl4pPr>
            <a:lvl5pPr lvl="4" rtl="0" algn="ctr">
              <a:lnSpc>
                <a:spcPct val="90000"/>
              </a:lnSpc>
              <a:spcBef>
                <a:spcPts val="0"/>
              </a:spcBef>
              <a:spcAft>
                <a:spcPts val="0"/>
              </a:spcAft>
              <a:buClr>
                <a:srgbClr val="000000"/>
              </a:buClr>
              <a:buSzPts val="700"/>
              <a:buNone/>
              <a:defRPr sz="700">
                <a:solidFill>
                  <a:srgbClr val="000000"/>
                </a:solidFill>
              </a:defRPr>
            </a:lvl5pPr>
            <a:lvl6pPr lvl="5" rtl="0" algn="ctr">
              <a:lnSpc>
                <a:spcPct val="90000"/>
              </a:lnSpc>
              <a:spcBef>
                <a:spcPts val="0"/>
              </a:spcBef>
              <a:spcAft>
                <a:spcPts val="0"/>
              </a:spcAft>
              <a:buClr>
                <a:srgbClr val="000000"/>
              </a:buClr>
              <a:buSzPts val="700"/>
              <a:buNone/>
              <a:defRPr sz="700">
                <a:solidFill>
                  <a:srgbClr val="000000"/>
                </a:solidFill>
              </a:defRPr>
            </a:lvl6pPr>
            <a:lvl7pPr lvl="6" rtl="0" algn="ctr">
              <a:lnSpc>
                <a:spcPct val="90000"/>
              </a:lnSpc>
              <a:spcBef>
                <a:spcPts val="0"/>
              </a:spcBef>
              <a:spcAft>
                <a:spcPts val="0"/>
              </a:spcAft>
              <a:buClr>
                <a:srgbClr val="000000"/>
              </a:buClr>
              <a:buSzPts val="700"/>
              <a:buNone/>
              <a:defRPr sz="700">
                <a:solidFill>
                  <a:srgbClr val="000000"/>
                </a:solidFill>
              </a:defRPr>
            </a:lvl7pPr>
            <a:lvl8pPr lvl="7" rtl="0" algn="ctr">
              <a:lnSpc>
                <a:spcPct val="90000"/>
              </a:lnSpc>
              <a:spcBef>
                <a:spcPts val="0"/>
              </a:spcBef>
              <a:spcAft>
                <a:spcPts val="0"/>
              </a:spcAft>
              <a:buClr>
                <a:srgbClr val="000000"/>
              </a:buClr>
              <a:buSzPts val="700"/>
              <a:buNone/>
              <a:defRPr sz="700">
                <a:solidFill>
                  <a:srgbClr val="000000"/>
                </a:solidFill>
              </a:defRPr>
            </a:lvl8pPr>
            <a:lvl9pPr lvl="8" rtl="0" algn="ctr">
              <a:lnSpc>
                <a:spcPct val="90000"/>
              </a:lnSpc>
              <a:spcBef>
                <a:spcPts val="0"/>
              </a:spcBef>
              <a:spcAft>
                <a:spcPts val="0"/>
              </a:spcAft>
              <a:buClr>
                <a:srgbClr val="000000"/>
              </a:buClr>
              <a:buSzPts val="700"/>
              <a:buNone/>
              <a:defRPr sz="700">
                <a:solidFill>
                  <a:srgbClr val="000000"/>
                </a:solidFill>
              </a:defRPr>
            </a:lvl9pPr>
          </a:lstStyle>
          <a:p/>
        </p:txBody>
      </p:sp>
      <p:sp>
        <p:nvSpPr>
          <p:cNvPr id="176" name="Google Shape;176;p2"/>
          <p:cNvSpPr txBox="1"/>
          <p:nvPr>
            <p:ph idx="56" type="subTitle"/>
          </p:nvPr>
        </p:nvSpPr>
        <p:spPr>
          <a:xfrm>
            <a:off x="4669984" y="3763699"/>
            <a:ext cx="777900" cy="437700"/>
          </a:xfrm>
          <a:prstGeom prst="rect">
            <a:avLst/>
          </a:prstGeom>
          <a:noFill/>
          <a:ln>
            <a:noFill/>
          </a:ln>
        </p:spPr>
        <p:txBody>
          <a:bodyPr anchorCtr="0" anchor="ctr" bIns="36000" lIns="36000" spcFirstLastPara="1" rIns="36000" wrap="square" tIns="36000">
            <a:noAutofit/>
          </a:bodyPr>
          <a:lstStyle>
            <a:lvl1pPr lvl="0" rt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rtl="0" algn="ctr">
              <a:lnSpc>
                <a:spcPct val="90000"/>
              </a:lnSpc>
              <a:spcBef>
                <a:spcPts val="0"/>
              </a:spcBef>
              <a:spcAft>
                <a:spcPts val="0"/>
              </a:spcAft>
              <a:buClr>
                <a:srgbClr val="000000"/>
              </a:buClr>
              <a:buSzPts val="700"/>
              <a:buNone/>
              <a:defRPr sz="700">
                <a:solidFill>
                  <a:srgbClr val="000000"/>
                </a:solidFill>
              </a:defRPr>
            </a:lvl2pPr>
            <a:lvl3pPr lvl="2" rtl="0" algn="ctr">
              <a:lnSpc>
                <a:spcPct val="90000"/>
              </a:lnSpc>
              <a:spcBef>
                <a:spcPts val="0"/>
              </a:spcBef>
              <a:spcAft>
                <a:spcPts val="0"/>
              </a:spcAft>
              <a:buClr>
                <a:srgbClr val="000000"/>
              </a:buClr>
              <a:buSzPts val="700"/>
              <a:buNone/>
              <a:defRPr sz="700">
                <a:solidFill>
                  <a:srgbClr val="000000"/>
                </a:solidFill>
              </a:defRPr>
            </a:lvl3pPr>
            <a:lvl4pPr lvl="3" rtl="0" algn="ctr">
              <a:lnSpc>
                <a:spcPct val="90000"/>
              </a:lnSpc>
              <a:spcBef>
                <a:spcPts val="0"/>
              </a:spcBef>
              <a:spcAft>
                <a:spcPts val="0"/>
              </a:spcAft>
              <a:buClr>
                <a:srgbClr val="000000"/>
              </a:buClr>
              <a:buSzPts val="700"/>
              <a:buNone/>
              <a:defRPr sz="700">
                <a:solidFill>
                  <a:srgbClr val="000000"/>
                </a:solidFill>
              </a:defRPr>
            </a:lvl4pPr>
            <a:lvl5pPr lvl="4" rtl="0" algn="ctr">
              <a:lnSpc>
                <a:spcPct val="90000"/>
              </a:lnSpc>
              <a:spcBef>
                <a:spcPts val="0"/>
              </a:spcBef>
              <a:spcAft>
                <a:spcPts val="0"/>
              </a:spcAft>
              <a:buClr>
                <a:srgbClr val="000000"/>
              </a:buClr>
              <a:buSzPts val="700"/>
              <a:buNone/>
              <a:defRPr sz="700">
                <a:solidFill>
                  <a:srgbClr val="000000"/>
                </a:solidFill>
              </a:defRPr>
            </a:lvl5pPr>
            <a:lvl6pPr lvl="5" rtl="0" algn="ctr">
              <a:lnSpc>
                <a:spcPct val="90000"/>
              </a:lnSpc>
              <a:spcBef>
                <a:spcPts val="0"/>
              </a:spcBef>
              <a:spcAft>
                <a:spcPts val="0"/>
              </a:spcAft>
              <a:buClr>
                <a:srgbClr val="000000"/>
              </a:buClr>
              <a:buSzPts val="700"/>
              <a:buNone/>
              <a:defRPr sz="700">
                <a:solidFill>
                  <a:srgbClr val="000000"/>
                </a:solidFill>
              </a:defRPr>
            </a:lvl6pPr>
            <a:lvl7pPr lvl="6" rtl="0" algn="ctr">
              <a:lnSpc>
                <a:spcPct val="90000"/>
              </a:lnSpc>
              <a:spcBef>
                <a:spcPts val="0"/>
              </a:spcBef>
              <a:spcAft>
                <a:spcPts val="0"/>
              </a:spcAft>
              <a:buClr>
                <a:srgbClr val="000000"/>
              </a:buClr>
              <a:buSzPts val="700"/>
              <a:buNone/>
              <a:defRPr sz="700">
                <a:solidFill>
                  <a:srgbClr val="000000"/>
                </a:solidFill>
              </a:defRPr>
            </a:lvl7pPr>
            <a:lvl8pPr lvl="7" rtl="0" algn="ctr">
              <a:lnSpc>
                <a:spcPct val="90000"/>
              </a:lnSpc>
              <a:spcBef>
                <a:spcPts val="0"/>
              </a:spcBef>
              <a:spcAft>
                <a:spcPts val="0"/>
              </a:spcAft>
              <a:buClr>
                <a:srgbClr val="000000"/>
              </a:buClr>
              <a:buSzPts val="700"/>
              <a:buNone/>
              <a:defRPr sz="700">
                <a:solidFill>
                  <a:srgbClr val="000000"/>
                </a:solidFill>
              </a:defRPr>
            </a:lvl8pPr>
            <a:lvl9pPr lvl="8" rtl="0" algn="ctr">
              <a:lnSpc>
                <a:spcPct val="90000"/>
              </a:lnSpc>
              <a:spcBef>
                <a:spcPts val="0"/>
              </a:spcBef>
              <a:spcAft>
                <a:spcPts val="0"/>
              </a:spcAft>
              <a:buClr>
                <a:srgbClr val="000000"/>
              </a:buClr>
              <a:buSzPts val="700"/>
              <a:buNone/>
              <a:defRPr sz="700">
                <a:solidFill>
                  <a:srgbClr val="000000"/>
                </a:solidFill>
              </a:defRPr>
            </a:lvl9pPr>
          </a:lstStyle>
          <a:p/>
        </p:txBody>
      </p:sp>
      <p:sp>
        <p:nvSpPr>
          <p:cNvPr id="177" name="Google Shape;177;p2"/>
          <p:cNvSpPr txBox="1"/>
          <p:nvPr>
            <p:ph idx="57" type="subTitle"/>
          </p:nvPr>
        </p:nvSpPr>
        <p:spPr>
          <a:xfrm>
            <a:off x="5480878" y="3763699"/>
            <a:ext cx="815100" cy="437700"/>
          </a:xfrm>
          <a:prstGeom prst="rect">
            <a:avLst/>
          </a:prstGeom>
          <a:noFill/>
          <a:ln>
            <a:noFill/>
          </a:ln>
        </p:spPr>
        <p:txBody>
          <a:bodyPr anchorCtr="0" anchor="ctr" bIns="36000" lIns="36000" spcFirstLastPara="1" rIns="36000" wrap="square" tIns="36000">
            <a:noAutofit/>
          </a:bodyPr>
          <a:lstStyle>
            <a:lvl1pPr lvl="0" rt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rtl="0" algn="ctr">
              <a:lnSpc>
                <a:spcPct val="90000"/>
              </a:lnSpc>
              <a:spcBef>
                <a:spcPts val="0"/>
              </a:spcBef>
              <a:spcAft>
                <a:spcPts val="0"/>
              </a:spcAft>
              <a:buClr>
                <a:srgbClr val="000000"/>
              </a:buClr>
              <a:buSzPts val="700"/>
              <a:buNone/>
              <a:defRPr sz="700">
                <a:solidFill>
                  <a:srgbClr val="000000"/>
                </a:solidFill>
              </a:defRPr>
            </a:lvl2pPr>
            <a:lvl3pPr lvl="2" rtl="0" algn="ctr">
              <a:lnSpc>
                <a:spcPct val="90000"/>
              </a:lnSpc>
              <a:spcBef>
                <a:spcPts val="0"/>
              </a:spcBef>
              <a:spcAft>
                <a:spcPts val="0"/>
              </a:spcAft>
              <a:buClr>
                <a:srgbClr val="000000"/>
              </a:buClr>
              <a:buSzPts val="700"/>
              <a:buNone/>
              <a:defRPr sz="700">
                <a:solidFill>
                  <a:srgbClr val="000000"/>
                </a:solidFill>
              </a:defRPr>
            </a:lvl3pPr>
            <a:lvl4pPr lvl="3" rtl="0" algn="ctr">
              <a:lnSpc>
                <a:spcPct val="90000"/>
              </a:lnSpc>
              <a:spcBef>
                <a:spcPts val="0"/>
              </a:spcBef>
              <a:spcAft>
                <a:spcPts val="0"/>
              </a:spcAft>
              <a:buClr>
                <a:srgbClr val="000000"/>
              </a:buClr>
              <a:buSzPts val="700"/>
              <a:buNone/>
              <a:defRPr sz="700">
                <a:solidFill>
                  <a:srgbClr val="000000"/>
                </a:solidFill>
              </a:defRPr>
            </a:lvl4pPr>
            <a:lvl5pPr lvl="4" rtl="0" algn="ctr">
              <a:lnSpc>
                <a:spcPct val="90000"/>
              </a:lnSpc>
              <a:spcBef>
                <a:spcPts val="0"/>
              </a:spcBef>
              <a:spcAft>
                <a:spcPts val="0"/>
              </a:spcAft>
              <a:buClr>
                <a:srgbClr val="000000"/>
              </a:buClr>
              <a:buSzPts val="700"/>
              <a:buNone/>
              <a:defRPr sz="700">
                <a:solidFill>
                  <a:srgbClr val="000000"/>
                </a:solidFill>
              </a:defRPr>
            </a:lvl5pPr>
            <a:lvl6pPr lvl="5" rtl="0" algn="ctr">
              <a:lnSpc>
                <a:spcPct val="90000"/>
              </a:lnSpc>
              <a:spcBef>
                <a:spcPts val="0"/>
              </a:spcBef>
              <a:spcAft>
                <a:spcPts val="0"/>
              </a:spcAft>
              <a:buClr>
                <a:srgbClr val="000000"/>
              </a:buClr>
              <a:buSzPts val="700"/>
              <a:buNone/>
              <a:defRPr sz="700">
                <a:solidFill>
                  <a:srgbClr val="000000"/>
                </a:solidFill>
              </a:defRPr>
            </a:lvl6pPr>
            <a:lvl7pPr lvl="6" rtl="0" algn="ctr">
              <a:lnSpc>
                <a:spcPct val="90000"/>
              </a:lnSpc>
              <a:spcBef>
                <a:spcPts val="0"/>
              </a:spcBef>
              <a:spcAft>
                <a:spcPts val="0"/>
              </a:spcAft>
              <a:buClr>
                <a:srgbClr val="000000"/>
              </a:buClr>
              <a:buSzPts val="700"/>
              <a:buNone/>
              <a:defRPr sz="700">
                <a:solidFill>
                  <a:srgbClr val="000000"/>
                </a:solidFill>
              </a:defRPr>
            </a:lvl7pPr>
            <a:lvl8pPr lvl="7" rtl="0" algn="ctr">
              <a:lnSpc>
                <a:spcPct val="90000"/>
              </a:lnSpc>
              <a:spcBef>
                <a:spcPts val="0"/>
              </a:spcBef>
              <a:spcAft>
                <a:spcPts val="0"/>
              </a:spcAft>
              <a:buClr>
                <a:srgbClr val="000000"/>
              </a:buClr>
              <a:buSzPts val="700"/>
              <a:buNone/>
              <a:defRPr sz="700">
                <a:solidFill>
                  <a:srgbClr val="000000"/>
                </a:solidFill>
              </a:defRPr>
            </a:lvl8pPr>
            <a:lvl9pPr lvl="8" rtl="0" algn="ctr">
              <a:lnSpc>
                <a:spcPct val="90000"/>
              </a:lnSpc>
              <a:spcBef>
                <a:spcPts val="0"/>
              </a:spcBef>
              <a:spcAft>
                <a:spcPts val="0"/>
              </a:spcAft>
              <a:buClr>
                <a:srgbClr val="000000"/>
              </a:buClr>
              <a:buSzPts val="700"/>
              <a:buNone/>
              <a:defRPr sz="700">
                <a:solidFill>
                  <a:srgbClr val="000000"/>
                </a:solidFill>
              </a:defRPr>
            </a:lvl9pPr>
          </a:lstStyle>
          <a:p/>
        </p:txBody>
      </p:sp>
      <p:sp>
        <p:nvSpPr>
          <p:cNvPr id="178" name="Google Shape;178;p2"/>
          <p:cNvSpPr txBox="1"/>
          <p:nvPr>
            <p:ph idx="58" type="subTitle"/>
          </p:nvPr>
        </p:nvSpPr>
        <p:spPr>
          <a:xfrm>
            <a:off x="6410573" y="3763697"/>
            <a:ext cx="813600" cy="437700"/>
          </a:xfrm>
          <a:prstGeom prst="rect">
            <a:avLst/>
          </a:prstGeom>
          <a:noFill/>
          <a:ln>
            <a:noFill/>
          </a:ln>
        </p:spPr>
        <p:txBody>
          <a:bodyPr anchorCtr="0" anchor="ctr" bIns="36000" lIns="36000" spcFirstLastPara="1" rIns="36000" wrap="square" tIns="36000">
            <a:noAutofit/>
          </a:bodyPr>
          <a:lstStyle>
            <a:lvl1pPr lvl="0" rt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rtl="0" algn="ctr">
              <a:lnSpc>
                <a:spcPct val="90000"/>
              </a:lnSpc>
              <a:spcBef>
                <a:spcPts val="0"/>
              </a:spcBef>
              <a:spcAft>
                <a:spcPts val="0"/>
              </a:spcAft>
              <a:buClr>
                <a:srgbClr val="000000"/>
              </a:buClr>
              <a:buSzPts val="700"/>
              <a:buNone/>
              <a:defRPr sz="700">
                <a:solidFill>
                  <a:srgbClr val="000000"/>
                </a:solidFill>
              </a:defRPr>
            </a:lvl2pPr>
            <a:lvl3pPr lvl="2" rtl="0" algn="ctr">
              <a:lnSpc>
                <a:spcPct val="90000"/>
              </a:lnSpc>
              <a:spcBef>
                <a:spcPts val="0"/>
              </a:spcBef>
              <a:spcAft>
                <a:spcPts val="0"/>
              </a:spcAft>
              <a:buClr>
                <a:srgbClr val="000000"/>
              </a:buClr>
              <a:buSzPts val="700"/>
              <a:buNone/>
              <a:defRPr sz="700">
                <a:solidFill>
                  <a:srgbClr val="000000"/>
                </a:solidFill>
              </a:defRPr>
            </a:lvl3pPr>
            <a:lvl4pPr lvl="3" rtl="0" algn="ctr">
              <a:lnSpc>
                <a:spcPct val="90000"/>
              </a:lnSpc>
              <a:spcBef>
                <a:spcPts val="0"/>
              </a:spcBef>
              <a:spcAft>
                <a:spcPts val="0"/>
              </a:spcAft>
              <a:buClr>
                <a:srgbClr val="000000"/>
              </a:buClr>
              <a:buSzPts val="700"/>
              <a:buNone/>
              <a:defRPr sz="700">
                <a:solidFill>
                  <a:srgbClr val="000000"/>
                </a:solidFill>
              </a:defRPr>
            </a:lvl4pPr>
            <a:lvl5pPr lvl="4" rtl="0" algn="ctr">
              <a:lnSpc>
                <a:spcPct val="90000"/>
              </a:lnSpc>
              <a:spcBef>
                <a:spcPts val="0"/>
              </a:spcBef>
              <a:spcAft>
                <a:spcPts val="0"/>
              </a:spcAft>
              <a:buClr>
                <a:srgbClr val="000000"/>
              </a:buClr>
              <a:buSzPts val="700"/>
              <a:buNone/>
              <a:defRPr sz="700">
                <a:solidFill>
                  <a:srgbClr val="000000"/>
                </a:solidFill>
              </a:defRPr>
            </a:lvl5pPr>
            <a:lvl6pPr lvl="5" rtl="0" algn="ctr">
              <a:lnSpc>
                <a:spcPct val="90000"/>
              </a:lnSpc>
              <a:spcBef>
                <a:spcPts val="0"/>
              </a:spcBef>
              <a:spcAft>
                <a:spcPts val="0"/>
              </a:spcAft>
              <a:buClr>
                <a:srgbClr val="000000"/>
              </a:buClr>
              <a:buSzPts val="700"/>
              <a:buNone/>
              <a:defRPr sz="700">
                <a:solidFill>
                  <a:srgbClr val="000000"/>
                </a:solidFill>
              </a:defRPr>
            </a:lvl6pPr>
            <a:lvl7pPr lvl="6" rtl="0" algn="ctr">
              <a:lnSpc>
                <a:spcPct val="90000"/>
              </a:lnSpc>
              <a:spcBef>
                <a:spcPts val="0"/>
              </a:spcBef>
              <a:spcAft>
                <a:spcPts val="0"/>
              </a:spcAft>
              <a:buClr>
                <a:srgbClr val="000000"/>
              </a:buClr>
              <a:buSzPts val="700"/>
              <a:buNone/>
              <a:defRPr sz="700">
                <a:solidFill>
                  <a:srgbClr val="000000"/>
                </a:solidFill>
              </a:defRPr>
            </a:lvl7pPr>
            <a:lvl8pPr lvl="7" rtl="0" algn="ctr">
              <a:lnSpc>
                <a:spcPct val="90000"/>
              </a:lnSpc>
              <a:spcBef>
                <a:spcPts val="0"/>
              </a:spcBef>
              <a:spcAft>
                <a:spcPts val="0"/>
              </a:spcAft>
              <a:buClr>
                <a:srgbClr val="000000"/>
              </a:buClr>
              <a:buSzPts val="700"/>
              <a:buNone/>
              <a:defRPr sz="700">
                <a:solidFill>
                  <a:srgbClr val="000000"/>
                </a:solidFill>
              </a:defRPr>
            </a:lvl8pPr>
            <a:lvl9pPr lvl="8" rtl="0" algn="ctr">
              <a:lnSpc>
                <a:spcPct val="90000"/>
              </a:lnSpc>
              <a:spcBef>
                <a:spcPts val="0"/>
              </a:spcBef>
              <a:spcAft>
                <a:spcPts val="0"/>
              </a:spcAft>
              <a:buClr>
                <a:srgbClr val="000000"/>
              </a:buClr>
              <a:buSzPts val="700"/>
              <a:buNone/>
              <a:defRPr sz="700">
                <a:solidFill>
                  <a:srgbClr val="000000"/>
                </a:solidFill>
              </a:defRPr>
            </a:lvl9pPr>
          </a:lstStyle>
          <a:p/>
        </p:txBody>
      </p:sp>
      <p:sp>
        <p:nvSpPr>
          <p:cNvPr id="179" name="Google Shape;179;p2"/>
          <p:cNvSpPr txBox="1"/>
          <p:nvPr>
            <p:ph idx="59" type="subTitle"/>
          </p:nvPr>
        </p:nvSpPr>
        <p:spPr>
          <a:xfrm>
            <a:off x="7344346" y="3763699"/>
            <a:ext cx="796500" cy="437700"/>
          </a:xfrm>
          <a:prstGeom prst="rect">
            <a:avLst/>
          </a:prstGeom>
          <a:noFill/>
          <a:ln>
            <a:noFill/>
          </a:ln>
        </p:spPr>
        <p:txBody>
          <a:bodyPr anchorCtr="0" anchor="ctr" bIns="36000" lIns="36000" spcFirstLastPara="1" rIns="36000" wrap="square" tIns="36000">
            <a:noAutofit/>
          </a:bodyPr>
          <a:lstStyle>
            <a:lvl1pPr lvl="0" rt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rtl="0" algn="ctr">
              <a:lnSpc>
                <a:spcPct val="90000"/>
              </a:lnSpc>
              <a:spcBef>
                <a:spcPts val="0"/>
              </a:spcBef>
              <a:spcAft>
                <a:spcPts val="0"/>
              </a:spcAft>
              <a:buClr>
                <a:srgbClr val="000000"/>
              </a:buClr>
              <a:buSzPts val="700"/>
              <a:buNone/>
              <a:defRPr sz="700">
                <a:solidFill>
                  <a:srgbClr val="000000"/>
                </a:solidFill>
              </a:defRPr>
            </a:lvl2pPr>
            <a:lvl3pPr lvl="2" rtl="0" algn="ctr">
              <a:lnSpc>
                <a:spcPct val="90000"/>
              </a:lnSpc>
              <a:spcBef>
                <a:spcPts val="0"/>
              </a:spcBef>
              <a:spcAft>
                <a:spcPts val="0"/>
              </a:spcAft>
              <a:buClr>
                <a:srgbClr val="000000"/>
              </a:buClr>
              <a:buSzPts val="700"/>
              <a:buNone/>
              <a:defRPr sz="700">
                <a:solidFill>
                  <a:srgbClr val="000000"/>
                </a:solidFill>
              </a:defRPr>
            </a:lvl3pPr>
            <a:lvl4pPr lvl="3" rtl="0" algn="ctr">
              <a:lnSpc>
                <a:spcPct val="90000"/>
              </a:lnSpc>
              <a:spcBef>
                <a:spcPts val="0"/>
              </a:spcBef>
              <a:spcAft>
                <a:spcPts val="0"/>
              </a:spcAft>
              <a:buClr>
                <a:srgbClr val="000000"/>
              </a:buClr>
              <a:buSzPts val="700"/>
              <a:buNone/>
              <a:defRPr sz="700">
                <a:solidFill>
                  <a:srgbClr val="000000"/>
                </a:solidFill>
              </a:defRPr>
            </a:lvl4pPr>
            <a:lvl5pPr lvl="4" rtl="0" algn="ctr">
              <a:lnSpc>
                <a:spcPct val="90000"/>
              </a:lnSpc>
              <a:spcBef>
                <a:spcPts val="0"/>
              </a:spcBef>
              <a:spcAft>
                <a:spcPts val="0"/>
              </a:spcAft>
              <a:buClr>
                <a:srgbClr val="000000"/>
              </a:buClr>
              <a:buSzPts val="700"/>
              <a:buNone/>
              <a:defRPr sz="700">
                <a:solidFill>
                  <a:srgbClr val="000000"/>
                </a:solidFill>
              </a:defRPr>
            </a:lvl5pPr>
            <a:lvl6pPr lvl="5" rtl="0" algn="ctr">
              <a:lnSpc>
                <a:spcPct val="90000"/>
              </a:lnSpc>
              <a:spcBef>
                <a:spcPts val="0"/>
              </a:spcBef>
              <a:spcAft>
                <a:spcPts val="0"/>
              </a:spcAft>
              <a:buClr>
                <a:srgbClr val="000000"/>
              </a:buClr>
              <a:buSzPts val="700"/>
              <a:buNone/>
              <a:defRPr sz="700">
                <a:solidFill>
                  <a:srgbClr val="000000"/>
                </a:solidFill>
              </a:defRPr>
            </a:lvl6pPr>
            <a:lvl7pPr lvl="6" rtl="0" algn="ctr">
              <a:lnSpc>
                <a:spcPct val="90000"/>
              </a:lnSpc>
              <a:spcBef>
                <a:spcPts val="0"/>
              </a:spcBef>
              <a:spcAft>
                <a:spcPts val="0"/>
              </a:spcAft>
              <a:buClr>
                <a:srgbClr val="000000"/>
              </a:buClr>
              <a:buSzPts val="700"/>
              <a:buNone/>
              <a:defRPr sz="700">
                <a:solidFill>
                  <a:srgbClr val="000000"/>
                </a:solidFill>
              </a:defRPr>
            </a:lvl7pPr>
            <a:lvl8pPr lvl="7" rtl="0" algn="ctr">
              <a:lnSpc>
                <a:spcPct val="90000"/>
              </a:lnSpc>
              <a:spcBef>
                <a:spcPts val="0"/>
              </a:spcBef>
              <a:spcAft>
                <a:spcPts val="0"/>
              </a:spcAft>
              <a:buClr>
                <a:srgbClr val="000000"/>
              </a:buClr>
              <a:buSzPts val="700"/>
              <a:buNone/>
              <a:defRPr sz="700">
                <a:solidFill>
                  <a:srgbClr val="000000"/>
                </a:solidFill>
              </a:defRPr>
            </a:lvl8pPr>
            <a:lvl9pPr lvl="8" rtl="0" algn="ctr">
              <a:lnSpc>
                <a:spcPct val="90000"/>
              </a:lnSpc>
              <a:spcBef>
                <a:spcPts val="0"/>
              </a:spcBef>
              <a:spcAft>
                <a:spcPts val="0"/>
              </a:spcAft>
              <a:buClr>
                <a:srgbClr val="000000"/>
              </a:buClr>
              <a:buSzPts val="700"/>
              <a:buNone/>
              <a:defRPr sz="700">
                <a:solidFill>
                  <a:srgbClr val="000000"/>
                </a:solidFill>
              </a:defRPr>
            </a:lvl9pPr>
          </a:lstStyle>
          <a:p/>
        </p:txBody>
      </p:sp>
      <p:sp>
        <p:nvSpPr>
          <p:cNvPr id="180" name="Google Shape;180;p2"/>
          <p:cNvSpPr txBox="1"/>
          <p:nvPr>
            <p:ph idx="60" type="subTitle"/>
          </p:nvPr>
        </p:nvSpPr>
        <p:spPr>
          <a:xfrm>
            <a:off x="8181345" y="3763699"/>
            <a:ext cx="796500" cy="437700"/>
          </a:xfrm>
          <a:prstGeom prst="rect">
            <a:avLst/>
          </a:prstGeom>
          <a:noFill/>
          <a:ln>
            <a:noFill/>
          </a:ln>
        </p:spPr>
        <p:txBody>
          <a:bodyPr anchorCtr="0" anchor="ctr" bIns="36000" lIns="36000" spcFirstLastPara="1" rIns="36000" wrap="square" tIns="36000">
            <a:noAutofit/>
          </a:bodyPr>
          <a:lstStyle>
            <a:lvl1pPr lvl="0" rt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rtl="0" algn="ctr">
              <a:lnSpc>
                <a:spcPct val="90000"/>
              </a:lnSpc>
              <a:spcBef>
                <a:spcPts val="0"/>
              </a:spcBef>
              <a:spcAft>
                <a:spcPts val="0"/>
              </a:spcAft>
              <a:buClr>
                <a:srgbClr val="000000"/>
              </a:buClr>
              <a:buSzPts val="700"/>
              <a:buNone/>
              <a:defRPr sz="700">
                <a:solidFill>
                  <a:srgbClr val="000000"/>
                </a:solidFill>
              </a:defRPr>
            </a:lvl2pPr>
            <a:lvl3pPr lvl="2" rtl="0" algn="ctr">
              <a:lnSpc>
                <a:spcPct val="90000"/>
              </a:lnSpc>
              <a:spcBef>
                <a:spcPts val="0"/>
              </a:spcBef>
              <a:spcAft>
                <a:spcPts val="0"/>
              </a:spcAft>
              <a:buClr>
                <a:srgbClr val="000000"/>
              </a:buClr>
              <a:buSzPts val="700"/>
              <a:buNone/>
              <a:defRPr sz="700">
                <a:solidFill>
                  <a:srgbClr val="000000"/>
                </a:solidFill>
              </a:defRPr>
            </a:lvl3pPr>
            <a:lvl4pPr lvl="3" rtl="0" algn="ctr">
              <a:lnSpc>
                <a:spcPct val="90000"/>
              </a:lnSpc>
              <a:spcBef>
                <a:spcPts val="0"/>
              </a:spcBef>
              <a:spcAft>
                <a:spcPts val="0"/>
              </a:spcAft>
              <a:buClr>
                <a:srgbClr val="000000"/>
              </a:buClr>
              <a:buSzPts val="700"/>
              <a:buNone/>
              <a:defRPr sz="700">
                <a:solidFill>
                  <a:srgbClr val="000000"/>
                </a:solidFill>
              </a:defRPr>
            </a:lvl4pPr>
            <a:lvl5pPr lvl="4" rtl="0" algn="ctr">
              <a:lnSpc>
                <a:spcPct val="90000"/>
              </a:lnSpc>
              <a:spcBef>
                <a:spcPts val="0"/>
              </a:spcBef>
              <a:spcAft>
                <a:spcPts val="0"/>
              </a:spcAft>
              <a:buClr>
                <a:srgbClr val="000000"/>
              </a:buClr>
              <a:buSzPts val="700"/>
              <a:buNone/>
              <a:defRPr sz="700">
                <a:solidFill>
                  <a:srgbClr val="000000"/>
                </a:solidFill>
              </a:defRPr>
            </a:lvl5pPr>
            <a:lvl6pPr lvl="5" rtl="0" algn="ctr">
              <a:lnSpc>
                <a:spcPct val="90000"/>
              </a:lnSpc>
              <a:spcBef>
                <a:spcPts val="0"/>
              </a:spcBef>
              <a:spcAft>
                <a:spcPts val="0"/>
              </a:spcAft>
              <a:buClr>
                <a:srgbClr val="000000"/>
              </a:buClr>
              <a:buSzPts val="700"/>
              <a:buNone/>
              <a:defRPr sz="700">
                <a:solidFill>
                  <a:srgbClr val="000000"/>
                </a:solidFill>
              </a:defRPr>
            </a:lvl6pPr>
            <a:lvl7pPr lvl="6" rtl="0" algn="ctr">
              <a:lnSpc>
                <a:spcPct val="90000"/>
              </a:lnSpc>
              <a:spcBef>
                <a:spcPts val="0"/>
              </a:spcBef>
              <a:spcAft>
                <a:spcPts val="0"/>
              </a:spcAft>
              <a:buClr>
                <a:srgbClr val="000000"/>
              </a:buClr>
              <a:buSzPts val="700"/>
              <a:buNone/>
              <a:defRPr sz="700">
                <a:solidFill>
                  <a:srgbClr val="000000"/>
                </a:solidFill>
              </a:defRPr>
            </a:lvl7pPr>
            <a:lvl8pPr lvl="7" rtl="0" algn="ctr">
              <a:lnSpc>
                <a:spcPct val="90000"/>
              </a:lnSpc>
              <a:spcBef>
                <a:spcPts val="0"/>
              </a:spcBef>
              <a:spcAft>
                <a:spcPts val="0"/>
              </a:spcAft>
              <a:buClr>
                <a:srgbClr val="000000"/>
              </a:buClr>
              <a:buSzPts val="700"/>
              <a:buNone/>
              <a:defRPr sz="700">
                <a:solidFill>
                  <a:srgbClr val="000000"/>
                </a:solidFill>
              </a:defRPr>
            </a:lvl8pPr>
            <a:lvl9pPr lvl="8" rtl="0" algn="ctr">
              <a:lnSpc>
                <a:spcPct val="90000"/>
              </a:lnSpc>
              <a:spcBef>
                <a:spcPts val="0"/>
              </a:spcBef>
              <a:spcAft>
                <a:spcPts val="0"/>
              </a:spcAft>
              <a:buClr>
                <a:srgbClr val="000000"/>
              </a:buClr>
              <a:buSzPts val="700"/>
              <a:buNone/>
              <a:defRPr sz="700">
                <a:solidFill>
                  <a:srgbClr val="000000"/>
                </a:solidFill>
              </a:defRPr>
            </a:lvl9pPr>
          </a:lstStyle>
          <a:p/>
        </p:txBody>
      </p:sp>
      <p:sp>
        <p:nvSpPr>
          <p:cNvPr id="181" name="Google Shape;181;p2"/>
          <p:cNvSpPr txBox="1"/>
          <p:nvPr>
            <p:ph idx="61" type="subTitle"/>
          </p:nvPr>
        </p:nvSpPr>
        <p:spPr>
          <a:xfrm>
            <a:off x="8998819" y="3763699"/>
            <a:ext cx="815100" cy="437700"/>
          </a:xfrm>
          <a:prstGeom prst="rect">
            <a:avLst/>
          </a:prstGeom>
          <a:noFill/>
          <a:ln>
            <a:noFill/>
          </a:ln>
        </p:spPr>
        <p:txBody>
          <a:bodyPr anchorCtr="0" anchor="ctr" bIns="36000" lIns="36000" spcFirstLastPara="1" rIns="36000" wrap="square" tIns="36000">
            <a:noAutofit/>
          </a:bodyPr>
          <a:lstStyle>
            <a:lvl1pPr lvl="0" rt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rtl="0" algn="ctr">
              <a:lnSpc>
                <a:spcPct val="90000"/>
              </a:lnSpc>
              <a:spcBef>
                <a:spcPts val="0"/>
              </a:spcBef>
              <a:spcAft>
                <a:spcPts val="0"/>
              </a:spcAft>
              <a:buClr>
                <a:srgbClr val="000000"/>
              </a:buClr>
              <a:buSzPts val="700"/>
              <a:buNone/>
              <a:defRPr sz="700">
                <a:solidFill>
                  <a:srgbClr val="000000"/>
                </a:solidFill>
              </a:defRPr>
            </a:lvl2pPr>
            <a:lvl3pPr lvl="2" rtl="0" algn="ctr">
              <a:lnSpc>
                <a:spcPct val="90000"/>
              </a:lnSpc>
              <a:spcBef>
                <a:spcPts val="0"/>
              </a:spcBef>
              <a:spcAft>
                <a:spcPts val="0"/>
              </a:spcAft>
              <a:buClr>
                <a:srgbClr val="000000"/>
              </a:buClr>
              <a:buSzPts val="700"/>
              <a:buNone/>
              <a:defRPr sz="700">
                <a:solidFill>
                  <a:srgbClr val="000000"/>
                </a:solidFill>
              </a:defRPr>
            </a:lvl3pPr>
            <a:lvl4pPr lvl="3" rtl="0" algn="ctr">
              <a:lnSpc>
                <a:spcPct val="90000"/>
              </a:lnSpc>
              <a:spcBef>
                <a:spcPts val="0"/>
              </a:spcBef>
              <a:spcAft>
                <a:spcPts val="0"/>
              </a:spcAft>
              <a:buClr>
                <a:srgbClr val="000000"/>
              </a:buClr>
              <a:buSzPts val="700"/>
              <a:buNone/>
              <a:defRPr sz="700">
                <a:solidFill>
                  <a:srgbClr val="000000"/>
                </a:solidFill>
              </a:defRPr>
            </a:lvl4pPr>
            <a:lvl5pPr lvl="4" rtl="0" algn="ctr">
              <a:lnSpc>
                <a:spcPct val="90000"/>
              </a:lnSpc>
              <a:spcBef>
                <a:spcPts val="0"/>
              </a:spcBef>
              <a:spcAft>
                <a:spcPts val="0"/>
              </a:spcAft>
              <a:buClr>
                <a:srgbClr val="000000"/>
              </a:buClr>
              <a:buSzPts val="700"/>
              <a:buNone/>
              <a:defRPr sz="700">
                <a:solidFill>
                  <a:srgbClr val="000000"/>
                </a:solidFill>
              </a:defRPr>
            </a:lvl5pPr>
            <a:lvl6pPr lvl="5" rtl="0" algn="ctr">
              <a:lnSpc>
                <a:spcPct val="90000"/>
              </a:lnSpc>
              <a:spcBef>
                <a:spcPts val="0"/>
              </a:spcBef>
              <a:spcAft>
                <a:spcPts val="0"/>
              </a:spcAft>
              <a:buClr>
                <a:srgbClr val="000000"/>
              </a:buClr>
              <a:buSzPts val="700"/>
              <a:buNone/>
              <a:defRPr sz="700">
                <a:solidFill>
                  <a:srgbClr val="000000"/>
                </a:solidFill>
              </a:defRPr>
            </a:lvl6pPr>
            <a:lvl7pPr lvl="6" rtl="0" algn="ctr">
              <a:lnSpc>
                <a:spcPct val="90000"/>
              </a:lnSpc>
              <a:spcBef>
                <a:spcPts val="0"/>
              </a:spcBef>
              <a:spcAft>
                <a:spcPts val="0"/>
              </a:spcAft>
              <a:buClr>
                <a:srgbClr val="000000"/>
              </a:buClr>
              <a:buSzPts val="700"/>
              <a:buNone/>
              <a:defRPr sz="700">
                <a:solidFill>
                  <a:srgbClr val="000000"/>
                </a:solidFill>
              </a:defRPr>
            </a:lvl7pPr>
            <a:lvl8pPr lvl="7" rtl="0" algn="ctr">
              <a:lnSpc>
                <a:spcPct val="90000"/>
              </a:lnSpc>
              <a:spcBef>
                <a:spcPts val="0"/>
              </a:spcBef>
              <a:spcAft>
                <a:spcPts val="0"/>
              </a:spcAft>
              <a:buClr>
                <a:srgbClr val="000000"/>
              </a:buClr>
              <a:buSzPts val="700"/>
              <a:buNone/>
              <a:defRPr sz="700">
                <a:solidFill>
                  <a:srgbClr val="000000"/>
                </a:solidFill>
              </a:defRPr>
            </a:lvl8pPr>
            <a:lvl9pPr lvl="8" rtl="0" algn="ctr">
              <a:lnSpc>
                <a:spcPct val="90000"/>
              </a:lnSpc>
              <a:spcBef>
                <a:spcPts val="0"/>
              </a:spcBef>
              <a:spcAft>
                <a:spcPts val="0"/>
              </a:spcAft>
              <a:buClr>
                <a:srgbClr val="000000"/>
              </a:buClr>
              <a:buSzPts val="700"/>
              <a:buNone/>
              <a:defRPr sz="700">
                <a:solidFill>
                  <a:srgbClr val="000000"/>
                </a:solidFill>
              </a:defRPr>
            </a:lvl9pPr>
          </a:lstStyle>
          <a:p/>
        </p:txBody>
      </p:sp>
      <p:sp>
        <p:nvSpPr>
          <p:cNvPr id="182" name="Google Shape;182;p2"/>
          <p:cNvSpPr txBox="1"/>
          <p:nvPr>
            <p:ph idx="62" type="subTitle"/>
          </p:nvPr>
        </p:nvSpPr>
        <p:spPr>
          <a:xfrm>
            <a:off x="263406" y="4278991"/>
            <a:ext cx="796500" cy="437700"/>
          </a:xfrm>
          <a:prstGeom prst="rect">
            <a:avLst/>
          </a:prstGeom>
          <a:noFill/>
          <a:ln>
            <a:noFill/>
          </a:ln>
        </p:spPr>
        <p:txBody>
          <a:bodyPr anchorCtr="0" anchor="ctr" bIns="36000" lIns="36000" spcFirstLastPara="1" rIns="36000" wrap="square" tIns="36000">
            <a:noAutofit/>
          </a:bodyPr>
          <a:lstStyle>
            <a:lvl1pPr lvl="0" rt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rtl="0" algn="ctr">
              <a:lnSpc>
                <a:spcPct val="90000"/>
              </a:lnSpc>
              <a:spcBef>
                <a:spcPts val="0"/>
              </a:spcBef>
              <a:spcAft>
                <a:spcPts val="0"/>
              </a:spcAft>
              <a:buClr>
                <a:srgbClr val="000000"/>
              </a:buClr>
              <a:buSzPts val="700"/>
              <a:buNone/>
              <a:defRPr sz="700">
                <a:solidFill>
                  <a:srgbClr val="000000"/>
                </a:solidFill>
              </a:defRPr>
            </a:lvl2pPr>
            <a:lvl3pPr lvl="2" rtl="0" algn="ctr">
              <a:lnSpc>
                <a:spcPct val="90000"/>
              </a:lnSpc>
              <a:spcBef>
                <a:spcPts val="0"/>
              </a:spcBef>
              <a:spcAft>
                <a:spcPts val="0"/>
              </a:spcAft>
              <a:buClr>
                <a:srgbClr val="000000"/>
              </a:buClr>
              <a:buSzPts val="700"/>
              <a:buNone/>
              <a:defRPr sz="700">
                <a:solidFill>
                  <a:srgbClr val="000000"/>
                </a:solidFill>
              </a:defRPr>
            </a:lvl3pPr>
            <a:lvl4pPr lvl="3" rtl="0" algn="ctr">
              <a:lnSpc>
                <a:spcPct val="90000"/>
              </a:lnSpc>
              <a:spcBef>
                <a:spcPts val="0"/>
              </a:spcBef>
              <a:spcAft>
                <a:spcPts val="0"/>
              </a:spcAft>
              <a:buClr>
                <a:srgbClr val="000000"/>
              </a:buClr>
              <a:buSzPts val="700"/>
              <a:buNone/>
              <a:defRPr sz="700">
                <a:solidFill>
                  <a:srgbClr val="000000"/>
                </a:solidFill>
              </a:defRPr>
            </a:lvl4pPr>
            <a:lvl5pPr lvl="4" rtl="0" algn="ctr">
              <a:lnSpc>
                <a:spcPct val="90000"/>
              </a:lnSpc>
              <a:spcBef>
                <a:spcPts val="0"/>
              </a:spcBef>
              <a:spcAft>
                <a:spcPts val="0"/>
              </a:spcAft>
              <a:buClr>
                <a:srgbClr val="000000"/>
              </a:buClr>
              <a:buSzPts val="700"/>
              <a:buNone/>
              <a:defRPr sz="700">
                <a:solidFill>
                  <a:srgbClr val="000000"/>
                </a:solidFill>
              </a:defRPr>
            </a:lvl5pPr>
            <a:lvl6pPr lvl="5" rtl="0" algn="ctr">
              <a:lnSpc>
                <a:spcPct val="90000"/>
              </a:lnSpc>
              <a:spcBef>
                <a:spcPts val="0"/>
              </a:spcBef>
              <a:spcAft>
                <a:spcPts val="0"/>
              </a:spcAft>
              <a:buClr>
                <a:srgbClr val="000000"/>
              </a:buClr>
              <a:buSzPts val="700"/>
              <a:buNone/>
              <a:defRPr sz="700">
                <a:solidFill>
                  <a:srgbClr val="000000"/>
                </a:solidFill>
              </a:defRPr>
            </a:lvl6pPr>
            <a:lvl7pPr lvl="6" rtl="0" algn="ctr">
              <a:lnSpc>
                <a:spcPct val="90000"/>
              </a:lnSpc>
              <a:spcBef>
                <a:spcPts val="0"/>
              </a:spcBef>
              <a:spcAft>
                <a:spcPts val="0"/>
              </a:spcAft>
              <a:buClr>
                <a:srgbClr val="000000"/>
              </a:buClr>
              <a:buSzPts val="700"/>
              <a:buNone/>
              <a:defRPr sz="700">
                <a:solidFill>
                  <a:srgbClr val="000000"/>
                </a:solidFill>
              </a:defRPr>
            </a:lvl7pPr>
            <a:lvl8pPr lvl="7" rtl="0" algn="ctr">
              <a:lnSpc>
                <a:spcPct val="90000"/>
              </a:lnSpc>
              <a:spcBef>
                <a:spcPts val="0"/>
              </a:spcBef>
              <a:spcAft>
                <a:spcPts val="0"/>
              </a:spcAft>
              <a:buClr>
                <a:srgbClr val="000000"/>
              </a:buClr>
              <a:buSzPts val="700"/>
              <a:buNone/>
              <a:defRPr sz="700">
                <a:solidFill>
                  <a:srgbClr val="000000"/>
                </a:solidFill>
              </a:defRPr>
            </a:lvl8pPr>
            <a:lvl9pPr lvl="8" rtl="0" algn="ctr">
              <a:lnSpc>
                <a:spcPct val="90000"/>
              </a:lnSpc>
              <a:spcBef>
                <a:spcPts val="0"/>
              </a:spcBef>
              <a:spcAft>
                <a:spcPts val="0"/>
              </a:spcAft>
              <a:buClr>
                <a:srgbClr val="000000"/>
              </a:buClr>
              <a:buSzPts val="700"/>
              <a:buNone/>
              <a:defRPr sz="700">
                <a:solidFill>
                  <a:srgbClr val="000000"/>
                </a:solidFill>
              </a:defRPr>
            </a:lvl9pPr>
          </a:lstStyle>
          <a:p/>
        </p:txBody>
      </p:sp>
      <p:sp>
        <p:nvSpPr>
          <p:cNvPr id="183" name="Google Shape;183;p2"/>
          <p:cNvSpPr txBox="1"/>
          <p:nvPr>
            <p:ph idx="63" type="subTitle"/>
          </p:nvPr>
        </p:nvSpPr>
        <p:spPr>
          <a:xfrm>
            <a:off x="1177829" y="4278991"/>
            <a:ext cx="777900" cy="437700"/>
          </a:xfrm>
          <a:prstGeom prst="rect">
            <a:avLst/>
          </a:prstGeom>
          <a:noFill/>
          <a:ln>
            <a:noFill/>
          </a:ln>
        </p:spPr>
        <p:txBody>
          <a:bodyPr anchorCtr="0" anchor="ctr" bIns="36000" lIns="36000" spcFirstLastPara="1" rIns="36000" wrap="square" tIns="36000">
            <a:noAutofit/>
          </a:bodyPr>
          <a:lstStyle>
            <a:lvl1pPr lvl="0" rt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rtl="0" algn="ctr">
              <a:lnSpc>
                <a:spcPct val="90000"/>
              </a:lnSpc>
              <a:spcBef>
                <a:spcPts val="0"/>
              </a:spcBef>
              <a:spcAft>
                <a:spcPts val="0"/>
              </a:spcAft>
              <a:buClr>
                <a:srgbClr val="000000"/>
              </a:buClr>
              <a:buSzPts val="700"/>
              <a:buNone/>
              <a:defRPr sz="700">
                <a:solidFill>
                  <a:srgbClr val="000000"/>
                </a:solidFill>
              </a:defRPr>
            </a:lvl2pPr>
            <a:lvl3pPr lvl="2" rtl="0" algn="ctr">
              <a:lnSpc>
                <a:spcPct val="90000"/>
              </a:lnSpc>
              <a:spcBef>
                <a:spcPts val="0"/>
              </a:spcBef>
              <a:spcAft>
                <a:spcPts val="0"/>
              </a:spcAft>
              <a:buClr>
                <a:srgbClr val="000000"/>
              </a:buClr>
              <a:buSzPts val="700"/>
              <a:buNone/>
              <a:defRPr sz="700">
                <a:solidFill>
                  <a:srgbClr val="000000"/>
                </a:solidFill>
              </a:defRPr>
            </a:lvl3pPr>
            <a:lvl4pPr lvl="3" rtl="0" algn="ctr">
              <a:lnSpc>
                <a:spcPct val="90000"/>
              </a:lnSpc>
              <a:spcBef>
                <a:spcPts val="0"/>
              </a:spcBef>
              <a:spcAft>
                <a:spcPts val="0"/>
              </a:spcAft>
              <a:buClr>
                <a:srgbClr val="000000"/>
              </a:buClr>
              <a:buSzPts val="700"/>
              <a:buNone/>
              <a:defRPr sz="700">
                <a:solidFill>
                  <a:srgbClr val="000000"/>
                </a:solidFill>
              </a:defRPr>
            </a:lvl4pPr>
            <a:lvl5pPr lvl="4" rtl="0" algn="ctr">
              <a:lnSpc>
                <a:spcPct val="90000"/>
              </a:lnSpc>
              <a:spcBef>
                <a:spcPts val="0"/>
              </a:spcBef>
              <a:spcAft>
                <a:spcPts val="0"/>
              </a:spcAft>
              <a:buClr>
                <a:srgbClr val="000000"/>
              </a:buClr>
              <a:buSzPts val="700"/>
              <a:buNone/>
              <a:defRPr sz="700">
                <a:solidFill>
                  <a:srgbClr val="000000"/>
                </a:solidFill>
              </a:defRPr>
            </a:lvl5pPr>
            <a:lvl6pPr lvl="5" rtl="0" algn="ctr">
              <a:lnSpc>
                <a:spcPct val="90000"/>
              </a:lnSpc>
              <a:spcBef>
                <a:spcPts val="0"/>
              </a:spcBef>
              <a:spcAft>
                <a:spcPts val="0"/>
              </a:spcAft>
              <a:buClr>
                <a:srgbClr val="000000"/>
              </a:buClr>
              <a:buSzPts val="700"/>
              <a:buNone/>
              <a:defRPr sz="700">
                <a:solidFill>
                  <a:srgbClr val="000000"/>
                </a:solidFill>
              </a:defRPr>
            </a:lvl6pPr>
            <a:lvl7pPr lvl="6" rtl="0" algn="ctr">
              <a:lnSpc>
                <a:spcPct val="90000"/>
              </a:lnSpc>
              <a:spcBef>
                <a:spcPts val="0"/>
              </a:spcBef>
              <a:spcAft>
                <a:spcPts val="0"/>
              </a:spcAft>
              <a:buClr>
                <a:srgbClr val="000000"/>
              </a:buClr>
              <a:buSzPts val="700"/>
              <a:buNone/>
              <a:defRPr sz="700">
                <a:solidFill>
                  <a:srgbClr val="000000"/>
                </a:solidFill>
              </a:defRPr>
            </a:lvl7pPr>
            <a:lvl8pPr lvl="7" rtl="0" algn="ctr">
              <a:lnSpc>
                <a:spcPct val="90000"/>
              </a:lnSpc>
              <a:spcBef>
                <a:spcPts val="0"/>
              </a:spcBef>
              <a:spcAft>
                <a:spcPts val="0"/>
              </a:spcAft>
              <a:buClr>
                <a:srgbClr val="000000"/>
              </a:buClr>
              <a:buSzPts val="700"/>
              <a:buNone/>
              <a:defRPr sz="700">
                <a:solidFill>
                  <a:srgbClr val="000000"/>
                </a:solidFill>
              </a:defRPr>
            </a:lvl8pPr>
            <a:lvl9pPr lvl="8" rtl="0" algn="ctr">
              <a:lnSpc>
                <a:spcPct val="90000"/>
              </a:lnSpc>
              <a:spcBef>
                <a:spcPts val="0"/>
              </a:spcBef>
              <a:spcAft>
                <a:spcPts val="0"/>
              </a:spcAft>
              <a:buClr>
                <a:srgbClr val="000000"/>
              </a:buClr>
              <a:buSzPts val="700"/>
              <a:buNone/>
              <a:defRPr sz="700">
                <a:solidFill>
                  <a:srgbClr val="000000"/>
                </a:solidFill>
              </a:defRPr>
            </a:lvl9pPr>
          </a:lstStyle>
          <a:p/>
        </p:txBody>
      </p:sp>
      <p:sp>
        <p:nvSpPr>
          <p:cNvPr id="184" name="Google Shape;184;p2"/>
          <p:cNvSpPr txBox="1"/>
          <p:nvPr>
            <p:ph idx="64" type="subTitle"/>
          </p:nvPr>
        </p:nvSpPr>
        <p:spPr>
          <a:xfrm>
            <a:off x="1988728" y="4278991"/>
            <a:ext cx="815100" cy="437700"/>
          </a:xfrm>
          <a:prstGeom prst="rect">
            <a:avLst/>
          </a:prstGeom>
          <a:noFill/>
          <a:ln>
            <a:noFill/>
          </a:ln>
        </p:spPr>
        <p:txBody>
          <a:bodyPr anchorCtr="0" anchor="ctr" bIns="36000" lIns="36000" spcFirstLastPara="1" rIns="36000" wrap="square" tIns="36000">
            <a:noAutofit/>
          </a:bodyPr>
          <a:lstStyle>
            <a:lvl1pPr lvl="0" rt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rtl="0" algn="ctr">
              <a:lnSpc>
                <a:spcPct val="90000"/>
              </a:lnSpc>
              <a:spcBef>
                <a:spcPts val="0"/>
              </a:spcBef>
              <a:spcAft>
                <a:spcPts val="0"/>
              </a:spcAft>
              <a:buClr>
                <a:srgbClr val="000000"/>
              </a:buClr>
              <a:buSzPts val="700"/>
              <a:buNone/>
              <a:defRPr sz="700">
                <a:solidFill>
                  <a:srgbClr val="000000"/>
                </a:solidFill>
              </a:defRPr>
            </a:lvl2pPr>
            <a:lvl3pPr lvl="2" rtl="0" algn="ctr">
              <a:lnSpc>
                <a:spcPct val="90000"/>
              </a:lnSpc>
              <a:spcBef>
                <a:spcPts val="0"/>
              </a:spcBef>
              <a:spcAft>
                <a:spcPts val="0"/>
              </a:spcAft>
              <a:buClr>
                <a:srgbClr val="000000"/>
              </a:buClr>
              <a:buSzPts val="700"/>
              <a:buNone/>
              <a:defRPr sz="700">
                <a:solidFill>
                  <a:srgbClr val="000000"/>
                </a:solidFill>
              </a:defRPr>
            </a:lvl3pPr>
            <a:lvl4pPr lvl="3" rtl="0" algn="ctr">
              <a:lnSpc>
                <a:spcPct val="90000"/>
              </a:lnSpc>
              <a:spcBef>
                <a:spcPts val="0"/>
              </a:spcBef>
              <a:spcAft>
                <a:spcPts val="0"/>
              </a:spcAft>
              <a:buClr>
                <a:srgbClr val="000000"/>
              </a:buClr>
              <a:buSzPts val="700"/>
              <a:buNone/>
              <a:defRPr sz="700">
                <a:solidFill>
                  <a:srgbClr val="000000"/>
                </a:solidFill>
              </a:defRPr>
            </a:lvl4pPr>
            <a:lvl5pPr lvl="4" rtl="0" algn="ctr">
              <a:lnSpc>
                <a:spcPct val="90000"/>
              </a:lnSpc>
              <a:spcBef>
                <a:spcPts val="0"/>
              </a:spcBef>
              <a:spcAft>
                <a:spcPts val="0"/>
              </a:spcAft>
              <a:buClr>
                <a:srgbClr val="000000"/>
              </a:buClr>
              <a:buSzPts val="700"/>
              <a:buNone/>
              <a:defRPr sz="700">
                <a:solidFill>
                  <a:srgbClr val="000000"/>
                </a:solidFill>
              </a:defRPr>
            </a:lvl5pPr>
            <a:lvl6pPr lvl="5" rtl="0" algn="ctr">
              <a:lnSpc>
                <a:spcPct val="90000"/>
              </a:lnSpc>
              <a:spcBef>
                <a:spcPts val="0"/>
              </a:spcBef>
              <a:spcAft>
                <a:spcPts val="0"/>
              </a:spcAft>
              <a:buClr>
                <a:srgbClr val="000000"/>
              </a:buClr>
              <a:buSzPts val="700"/>
              <a:buNone/>
              <a:defRPr sz="700">
                <a:solidFill>
                  <a:srgbClr val="000000"/>
                </a:solidFill>
              </a:defRPr>
            </a:lvl6pPr>
            <a:lvl7pPr lvl="6" rtl="0" algn="ctr">
              <a:lnSpc>
                <a:spcPct val="90000"/>
              </a:lnSpc>
              <a:spcBef>
                <a:spcPts val="0"/>
              </a:spcBef>
              <a:spcAft>
                <a:spcPts val="0"/>
              </a:spcAft>
              <a:buClr>
                <a:srgbClr val="000000"/>
              </a:buClr>
              <a:buSzPts val="700"/>
              <a:buNone/>
              <a:defRPr sz="700">
                <a:solidFill>
                  <a:srgbClr val="000000"/>
                </a:solidFill>
              </a:defRPr>
            </a:lvl7pPr>
            <a:lvl8pPr lvl="7" rtl="0" algn="ctr">
              <a:lnSpc>
                <a:spcPct val="90000"/>
              </a:lnSpc>
              <a:spcBef>
                <a:spcPts val="0"/>
              </a:spcBef>
              <a:spcAft>
                <a:spcPts val="0"/>
              </a:spcAft>
              <a:buClr>
                <a:srgbClr val="000000"/>
              </a:buClr>
              <a:buSzPts val="700"/>
              <a:buNone/>
              <a:defRPr sz="700">
                <a:solidFill>
                  <a:srgbClr val="000000"/>
                </a:solidFill>
              </a:defRPr>
            </a:lvl8pPr>
            <a:lvl9pPr lvl="8" rtl="0" algn="ctr">
              <a:lnSpc>
                <a:spcPct val="90000"/>
              </a:lnSpc>
              <a:spcBef>
                <a:spcPts val="0"/>
              </a:spcBef>
              <a:spcAft>
                <a:spcPts val="0"/>
              </a:spcAft>
              <a:buClr>
                <a:srgbClr val="000000"/>
              </a:buClr>
              <a:buSzPts val="700"/>
              <a:buNone/>
              <a:defRPr sz="700">
                <a:solidFill>
                  <a:srgbClr val="000000"/>
                </a:solidFill>
              </a:defRPr>
            </a:lvl9pPr>
          </a:lstStyle>
          <a:p/>
        </p:txBody>
      </p:sp>
      <p:sp>
        <p:nvSpPr>
          <p:cNvPr id="185" name="Google Shape;185;p2"/>
          <p:cNvSpPr txBox="1"/>
          <p:nvPr>
            <p:ph idx="65" type="subTitle"/>
          </p:nvPr>
        </p:nvSpPr>
        <p:spPr>
          <a:xfrm>
            <a:off x="2923907" y="4278991"/>
            <a:ext cx="777900" cy="437700"/>
          </a:xfrm>
          <a:prstGeom prst="rect">
            <a:avLst/>
          </a:prstGeom>
          <a:noFill/>
          <a:ln>
            <a:noFill/>
          </a:ln>
        </p:spPr>
        <p:txBody>
          <a:bodyPr anchorCtr="0" anchor="ctr" bIns="36000" lIns="36000" spcFirstLastPara="1" rIns="36000" wrap="square" tIns="36000">
            <a:noAutofit/>
          </a:bodyPr>
          <a:lstStyle>
            <a:lvl1pPr lvl="0" rt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rtl="0" algn="ctr">
              <a:lnSpc>
                <a:spcPct val="90000"/>
              </a:lnSpc>
              <a:spcBef>
                <a:spcPts val="0"/>
              </a:spcBef>
              <a:spcAft>
                <a:spcPts val="0"/>
              </a:spcAft>
              <a:buClr>
                <a:srgbClr val="000000"/>
              </a:buClr>
              <a:buSzPts val="700"/>
              <a:buNone/>
              <a:defRPr sz="700">
                <a:solidFill>
                  <a:srgbClr val="000000"/>
                </a:solidFill>
              </a:defRPr>
            </a:lvl2pPr>
            <a:lvl3pPr lvl="2" rtl="0" algn="ctr">
              <a:lnSpc>
                <a:spcPct val="90000"/>
              </a:lnSpc>
              <a:spcBef>
                <a:spcPts val="0"/>
              </a:spcBef>
              <a:spcAft>
                <a:spcPts val="0"/>
              </a:spcAft>
              <a:buClr>
                <a:srgbClr val="000000"/>
              </a:buClr>
              <a:buSzPts val="700"/>
              <a:buNone/>
              <a:defRPr sz="700">
                <a:solidFill>
                  <a:srgbClr val="000000"/>
                </a:solidFill>
              </a:defRPr>
            </a:lvl3pPr>
            <a:lvl4pPr lvl="3" rtl="0" algn="ctr">
              <a:lnSpc>
                <a:spcPct val="90000"/>
              </a:lnSpc>
              <a:spcBef>
                <a:spcPts val="0"/>
              </a:spcBef>
              <a:spcAft>
                <a:spcPts val="0"/>
              </a:spcAft>
              <a:buClr>
                <a:srgbClr val="000000"/>
              </a:buClr>
              <a:buSzPts val="700"/>
              <a:buNone/>
              <a:defRPr sz="700">
                <a:solidFill>
                  <a:srgbClr val="000000"/>
                </a:solidFill>
              </a:defRPr>
            </a:lvl4pPr>
            <a:lvl5pPr lvl="4" rtl="0" algn="ctr">
              <a:lnSpc>
                <a:spcPct val="90000"/>
              </a:lnSpc>
              <a:spcBef>
                <a:spcPts val="0"/>
              </a:spcBef>
              <a:spcAft>
                <a:spcPts val="0"/>
              </a:spcAft>
              <a:buClr>
                <a:srgbClr val="000000"/>
              </a:buClr>
              <a:buSzPts val="700"/>
              <a:buNone/>
              <a:defRPr sz="700">
                <a:solidFill>
                  <a:srgbClr val="000000"/>
                </a:solidFill>
              </a:defRPr>
            </a:lvl5pPr>
            <a:lvl6pPr lvl="5" rtl="0" algn="ctr">
              <a:lnSpc>
                <a:spcPct val="90000"/>
              </a:lnSpc>
              <a:spcBef>
                <a:spcPts val="0"/>
              </a:spcBef>
              <a:spcAft>
                <a:spcPts val="0"/>
              </a:spcAft>
              <a:buClr>
                <a:srgbClr val="000000"/>
              </a:buClr>
              <a:buSzPts val="700"/>
              <a:buNone/>
              <a:defRPr sz="700">
                <a:solidFill>
                  <a:srgbClr val="000000"/>
                </a:solidFill>
              </a:defRPr>
            </a:lvl6pPr>
            <a:lvl7pPr lvl="6" rtl="0" algn="ctr">
              <a:lnSpc>
                <a:spcPct val="90000"/>
              </a:lnSpc>
              <a:spcBef>
                <a:spcPts val="0"/>
              </a:spcBef>
              <a:spcAft>
                <a:spcPts val="0"/>
              </a:spcAft>
              <a:buClr>
                <a:srgbClr val="000000"/>
              </a:buClr>
              <a:buSzPts val="700"/>
              <a:buNone/>
              <a:defRPr sz="700">
                <a:solidFill>
                  <a:srgbClr val="000000"/>
                </a:solidFill>
              </a:defRPr>
            </a:lvl7pPr>
            <a:lvl8pPr lvl="7" rtl="0" algn="ctr">
              <a:lnSpc>
                <a:spcPct val="90000"/>
              </a:lnSpc>
              <a:spcBef>
                <a:spcPts val="0"/>
              </a:spcBef>
              <a:spcAft>
                <a:spcPts val="0"/>
              </a:spcAft>
              <a:buClr>
                <a:srgbClr val="000000"/>
              </a:buClr>
              <a:buSzPts val="700"/>
              <a:buNone/>
              <a:defRPr sz="700">
                <a:solidFill>
                  <a:srgbClr val="000000"/>
                </a:solidFill>
              </a:defRPr>
            </a:lvl8pPr>
            <a:lvl9pPr lvl="8" rtl="0" algn="ctr">
              <a:lnSpc>
                <a:spcPct val="90000"/>
              </a:lnSpc>
              <a:spcBef>
                <a:spcPts val="0"/>
              </a:spcBef>
              <a:spcAft>
                <a:spcPts val="0"/>
              </a:spcAft>
              <a:buClr>
                <a:srgbClr val="000000"/>
              </a:buClr>
              <a:buSzPts val="700"/>
              <a:buNone/>
              <a:defRPr sz="700">
                <a:solidFill>
                  <a:srgbClr val="000000"/>
                </a:solidFill>
              </a:defRPr>
            </a:lvl9pPr>
          </a:lstStyle>
          <a:p/>
        </p:txBody>
      </p:sp>
      <p:sp>
        <p:nvSpPr>
          <p:cNvPr id="186" name="Google Shape;186;p2"/>
          <p:cNvSpPr txBox="1"/>
          <p:nvPr>
            <p:ph idx="66" type="subTitle"/>
          </p:nvPr>
        </p:nvSpPr>
        <p:spPr>
          <a:xfrm>
            <a:off x="3734801" y="4278991"/>
            <a:ext cx="815100" cy="437700"/>
          </a:xfrm>
          <a:prstGeom prst="rect">
            <a:avLst/>
          </a:prstGeom>
          <a:noFill/>
          <a:ln>
            <a:noFill/>
          </a:ln>
        </p:spPr>
        <p:txBody>
          <a:bodyPr anchorCtr="0" anchor="ctr" bIns="36000" lIns="36000" spcFirstLastPara="1" rIns="36000" wrap="square" tIns="36000">
            <a:noAutofit/>
          </a:bodyPr>
          <a:lstStyle>
            <a:lvl1pPr lvl="0" rt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rtl="0" algn="ctr">
              <a:lnSpc>
                <a:spcPct val="90000"/>
              </a:lnSpc>
              <a:spcBef>
                <a:spcPts val="0"/>
              </a:spcBef>
              <a:spcAft>
                <a:spcPts val="0"/>
              </a:spcAft>
              <a:buClr>
                <a:srgbClr val="000000"/>
              </a:buClr>
              <a:buSzPts val="700"/>
              <a:buNone/>
              <a:defRPr sz="700">
                <a:solidFill>
                  <a:srgbClr val="000000"/>
                </a:solidFill>
              </a:defRPr>
            </a:lvl2pPr>
            <a:lvl3pPr lvl="2" rtl="0" algn="ctr">
              <a:lnSpc>
                <a:spcPct val="90000"/>
              </a:lnSpc>
              <a:spcBef>
                <a:spcPts val="0"/>
              </a:spcBef>
              <a:spcAft>
                <a:spcPts val="0"/>
              </a:spcAft>
              <a:buClr>
                <a:srgbClr val="000000"/>
              </a:buClr>
              <a:buSzPts val="700"/>
              <a:buNone/>
              <a:defRPr sz="700">
                <a:solidFill>
                  <a:srgbClr val="000000"/>
                </a:solidFill>
              </a:defRPr>
            </a:lvl3pPr>
            <a:lvl4pPr lvl="3" rtl="0" algn="ctr">
              <a:lnSpc>
                <a:spcPct val="90000"/>
              </a:lnSpc>
              <a:spcBef>
                <a:spcPts val="0"/>
              </a:spcBef>
              <a:spcAft>
                <a:spcPts val="0"/>
              </a:spcAft>
              <a:buClr>
                <a:srgbClr val="000000"/>
              </a:buClr>
              <a:buSzPts val="700"/>
              <a:buNone/>
              <a:defRPr sz="700">
                <a:solidFill>
                  <a:srgbClr val="000000"/>
                </a:solidFill>
              </a:defRPr>
            </a:lvl4pPr>
            <a:lvl5pPr lvl="4" rtl="0" algn="ctr">
              <a:lnSpc>
                <a:spcPct val="90000"/>
              </a:lnSpc>
              <a:spcBef>
                <a:spcPts val="0"/>
              </a:spcBef>
              <a:spcAft>
                <a:spcPts val="0"/>
              </a:spcAft>
              <a:buClr>
                <a:srgbClr val="000000"/>
              </a:buClr>
              <a:buSzPts val="700"/>
              <a:buNone/>
              <a:defRPr sz="700">
                <a:solidFill>
                  <a:srgbClr val="000000"/>
                </a:solidFill>
              </a:defRPr>
            </a:lvl5pPr>
            <a:lvl6pPr lvl="5" rtl="0" algn="ctr">
              <a:lnSpc>
                <a:spcPct val="90000"/>
              </a:lnSpc>
              <a:spcBef>
                <a:spcPts val="0"/>
              </a:spcBef>
              <a:spcAft>
                <a:spcPts val="0"/>
              </a:spcAft>
              <a:buClr>
                <a:srgbClr val="000000"/>
              </a:buClr>
              <a:buSzPts val="700"/>
              <a:buNone/>
              <a:defRPr sz="700">
                <a:solidFill>
                  <a:srgbClr val="000000"/>
                </a:solidFill>
              </a:defRPr>
            </a:lvl6pPr>
            <a:lvl7pPr lvl="6" rtl="0" algn="ctr">
              <a:lnSpc>
                <a:spcPct val="90000"/>
              </a:lnSpc>
              <a:spcBef>
                <a:spcPts val="0"/>
              </a:spcBef>
              <a:spcAft>
                <a:spcPts val="0"/>
              </a:spcAft>
              <a:buClr>
                <a:srgbClr val="000000"/>
              </a:buClr>
              <a:buSzPts val="700"/>
              <a:buNone/>
              <a:defRPr sz="700">
                <a:solidFill>
                  <a:srgbClr val="000000"/>
                </a:solidFill>
              </a:defRPr>
            </a:lvl7pPr>
            <a:lvl8pPr lvl="7" rtl="0" algn="ctr">
              <a:lnSpc>
                <a:spcPct val="90000"/>
              </a:lnSpc>
              <a:spcBef>
                <a:spcPts val="0"/>
              </a:spcBef>
              <a:spcAft>
                <a:spcPts val="0"/>
              </a:spcAft>
              <a:buClr>
                <a:srgbClr val="000000"/>
              </a:buClr>
              <a:buSzPts val="700"/>
              <a:buNone/>
              <a:defRPr sz="700">
                <a:solidFill>
                  <a:srgbClr val="000000"/>
                </a:solidFill>
              </a:defRPr>
            </a:lvl8pPr>
            <a:lvl9pPr lvl="8" rtl="0" algn="ctr">
              <a:lnSpc>
                <a:spcPct val="90000"/>
              </a:lnSpc>
              <a:spcBef>
                <a:spcPts val="0"/>
              </a:spcBef>
              <a:spcAft>
                <a:spcPts val="0"/>
              </a:spcAft>
              <a:buClr>
                <a:srgbClr val="000000"/>
              </a:buClr>
              <a:buSzPts val="700"/>
              <a:buNone/>
              <a:defRPr sz="700">
                <a:solidFill>
                  <a:srgbClr val="000000"/>
                </a:solidFill>
              </a:defRPr>
            </a:lvl9pPr>
          </a:lstStyle>
          <a:p/>
        </p:txBody>
      </p:sp>
      <p:sp>
        <p:nvSpPr>
          <p:cNvPr id="187" name="Google Shape;187;p2"/>
          <p:cNvSpPr txBox="1"/>
          <p:nvPr>
            <p:ph idx="67" type="subTitle"/>
          </p:nvPr>
        </p:nvSpPr>
        <p:spPr>
          <a:xfrm>
            <a:off x="4669984" y="4278991"/>
            <a:ext cx="777900" cy="437700"/>
          </a:xfrm>
          <a:prstGeom prst="rect">
            <a:avLst/>
          </a:prstGeom>
          <a:noFill/>
          <a:ln>
            <a:noFill/>
          </a:ln>
        </p:spPr>
        <p:txBody>
          <a:bodyPr anchorCtr="0" anchor="ctr" bIns="36000" lIns="36000" spcFirstLastPara="1" rIns="36000" wrap="square" tIns="36000">
            <a:noAutofit/>
          </a:bodyPr>
          <a:lstStyle>
            <a:lvl1pPr lvl="0" rt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rtl="0" algn="ctr">
              <a:lnSpc>
                <a:spcPct val="90000"/>
              </a:lnSpc>
              <a:spcBef>
                <a:spcPts val="0"/>
              </a:spcBef>
              <a:spcAft>
                <a:spcPts val="0"/>
              </a:spcAft>
              <a:buClr>
                <a:srgbClr val="000000"/>
              </a:buClr>
              <a:buSzPts val="700"/>
              <a:buNone/>
              <a:defRPr sz="700">
                <a:solidFill>
                  <a:srgbClr val="000000"/>
                </a:solidFill>
              </a:defRPr>
            </a:lvl2pPr>
            <a:lvl3pPr lvl="2" rtl="0" algn="ctr">
              <a:lnSpc>
                <a:spcPct val="90000"/>
              </a:lnSpc>
              <a:spcBef>
                <a:spcPts val="0"/>
              </a:spcBef>
              <a:spcAft>
                <a:spcPts val="0"/>
              </a:spcAft>
              <a:buClr>
                <a:srgbClr val="000000"/>
              </a:buClr>
              <a:buSzPts val="700"/>
              <a:buNone/>
              <a:defRPr sz="700">
                <a:solidFill>
                  <a:srgbClr val="000000"/>
                </a:solidFill>
              </a:defRPr>
            </a:lvl3pPr>
            <a:lvl4pPr lvl="3" rtl="0" algn="ctr">
              <a:lnSpc>
                <a:spcPct val="90000"/>
              </a:lnSpc>
              <a:spcBef>
                <a:spcPts val="0"/>
              </a:spcBef>
              <a:spcAft>
                <a:spcPts val="0"/>
              </a:spcAft>
              <a:buClr>
                <a:srgbClr val="000000"/>
              </a:buClr>
              <a:buSzPts val="700"/>
              <a:buNone/>
              <a:defRPr sz="700">
                <a:solidFill>
                  <a:srgbClr val="000000"/>
                </a:solidFill>
              </a:defRPr>
            </a:lvl4pPr>
            <a:lvl5pPr lvl="4" rtl="0" algn="ctr">
              <a:lnSpc>
                <a:spcPct val="90000"/>
              </a:lnSpc>
              <a:spcBef>
                <a:spcPts val="0"/>
              </a:spcBef>
              <a:spcAft>
                <a:spcPts val="0"/>
              </a:spcAft>
              <a:buClr>
                <a:srgbClr val="000000"/>
              </a:buClr>
              <a:buSzPts val="700"/>
              <a:buNone/>
              <a:defRPr sz="700">
                <a:solidFill>
                  <a:srgbClr val="000000"/>
                </a:solidFill>
              </a:defRPr>
            </a:lvl5pPr>
            <a:lvl6pPr lvl="5" rtl="0" algn="ctr">
              <a:lnSpc>
                <a:spcPct val="90000"/>
              </a:lnSpc>
              <a:spcBef>
                <a:spcPts val="0"/>
              </a:spcBef>
              <a:spcAft>
                <a:spcPts val="0"/>
              </a:spcAft>
              <a:buClr>
                <a:srgbClr val="000000"/>
              </a:buClr>
              <a:buSzPts val="700"/>
              <a:buNone/>
              <a:defRPr sz="700">
                <a:solidFill>
                  <a:srgbClr val="000000"/>
                </a:solidFill>
              </a:defRPr>
            </a:lvl6pPr>
            <a:lvl7pPr lvl="6" rtl="0" algn="ctr">
              <a:lnSpc>
                <a:spcPct val="90000"/>
              </a:lnSpc>
              <a:spcBef>
                <a:spcPts val="0"/>
              </a:spcBef>
              <a:spcAft>
                <a:spcPts val="0"/>
              </a:spcAft>
              <a:buClr>
                <a:srgbClr val="000000"/>
              </a:buClr>
              <a:buSzPts val="700"/>
              <a:buNone/>
              <a:defRPr sz="700">
                <a:solidFill>
                  <a:srgbClr val="000000"/>
                </a:solidFill>
              </a:defRPr>
            </a:lvl7pPr>
            <a:lvl8pPr lvl="7" rtl="0" algn="ctr">
              <a:lnSpc>
                <a:spcPct val="90000"/>
              </a:lnSpc>
              <a:spcBef>
                <a:spcPts val="0"/>
              </a:spcBef>
              <a:spcAft>
                <a:spcPts val="0"/>
              </a:spcAft>
              <a:buClr>
                <a:srgbClr val="000000"/>
              </a:buClr>
              <a:buSzPts val="700"/>
              <a:buNone/>
              <a:defRPr sz="700">
                <a:solidFill>
                  <a:srgbClr val="000000"/>
                </a:solidFill>
              </a:defRPr>
            </a:lvl8pPr>
            <a:lvl9pPr lvl="8" rtl="0" algn="ctr">
              <a:lnSpc>
                <a:spcPct val="90000"/>
              </a:lnSpc>
              <a:spcBef>
                <a:spcPts val="0"/>
              </a:spcBef>
              <a:spcAft>
                <a:spcPts val="0"/>
              </a:spcAft>
              <a:buClr>
                <a:srgbClr val="000000"/>
              </a:buClr>
              <a:buSzPts val="700"/>
              <a:buNone/>
              <a:defRPr sz="700">
                <a:solidFill>
                  <a:srgbClr val="000000"/>
                </a:solidFill>
              </a:defRPr>
            </a:lvl9pPr>
          </a:lstStyle>
          <a:p/>
        </p:txBody>
      </p:sp>
      <p:sp>
        <p:nvSpPr>
          <p:cNvPr id="188" name="Google Shape;188;p2"/>
          <p:cNvSpPr txBox="1"/>
          <p:nvPr>
            <p:ph idx="68" type="subTitle"/>
          </p:nvPr>
        </p:nvSpPr>
        <p:spPr>
          <a:xfrm>
            <a:off x="5480878" y="4278991"/>
            <a:ext cx="815100" cy="437700"/>
          </a:xfrm>
          <a:prstGeom prst="rect">
            <a:avLst/>
          </a:prstGeom>
          <a:noFill/>
          <a:ln>
            <a:noFill/>
          </a:ln>
        </p:spPr>
        <p:txBody>
          <a:bodyPr anchorCtr="0" anchor="ctr" bIns="36000" lIns="36000" spcFirstLastPara="1" rIns="36000" wrap="square" tIns="36000">
            <a:noAutofit/>
          </a:bodyPr>
          <a:lstStyle>
            <a:lvl1pPr lvl="0" rt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rtl="0" algn="ctr">
              <a:lnSpc>
                <a:spcPct val="90000"/>
              </a:lnSpc>
              <a:spcBef>
                <a:spcPts val="0"/>
              </a:spcBef>
              <a:spcAft>
                <a:spcPts val="0"/>
              </a:spcAft>
              <a:buClr>
                <a:srgbClr val="000000"/>
              </a:buClr>
              <a:buSzPts val="700"/>
              <a:buNone/>
              <a:defRPr sz="700">
                <a:solidFill>
                  <a:srgbClr val="000000"/>
                </a:solidFill>
              </a:defRPr>
            </a:lvl2pPr>
            <a:lvl3pPr lvl="2" rtl="0" algn="ctr">
              <a:lnSpc>
                <a:spcPct val="90000"/>
              </a:lnSpc>
              <a:spcBef>
                <a:spcPts val="0"/>
              </a:spcBef>
              <a:spcAft>
                <a:spcPts val="0"/>
              </a:spcAft>
              <a:buClr>
                <a:srgbClr val="000000"/>
              </a:buClr>
              <a:buSzPts val="700"/>
              <a:buNone/>
              <a:defRPr sz="700">
                <a:solidFill>
                  <a:srgbClr val="000000"/>
                </a:solidFill>
              </a:defRPr>
            </a:lvl3pPr>
            <a:lvl4pPr lvl="3" rtl="0" algn="ctr">
              <a:lnSpc>
                <a:spcPct val="90000"/>
              </a:lnSpc>
              <a:spcBef>
                <a:spcPts val="0"/>
              </a:spcBef>
              <a:spcAft>
                <a:spcPts val="0"/>
              </a:spcAft>
              <a:buClr>
                <a:srgbClr val="000000"/>
              </a:buClr>
              <a:buSzPts val="700"/>
              <a:buNone/>
              <a:defRPr sz="700">
                <a:solidFill>
                  <a:srgbClr val="000000"/>
                </a:solidFill>
              </a:defRPr>
            </a:lvl4pPr>
            <a:lvl5pPr lvl="4" rtl="0" algn="ctr">
              <a:lnSpc>
                <a:spcPct val="90000"/>
              </a:lnSpc>
              <a:spcBef>
                <a:spcPts val="0"/>
              </a:spcBef>
              <a:spcAft>
                <a:spcPts val="0"/>
              </a:spcAft>
              <a:buClr>
                <a:srgbClr val="000000"/>
              </a:buClr>
              <a:buSzPts val="700"/>
              <a:buNone/>
              <a:defRPr sz="700">
                <a:solidFill>
                  <a:srgbClr val="000000"/>
                </a:solidFill>
              </a:defRPr>
            </a:lvl5pPr>
            <a:lvl6pPr lvl="5" rtl="0" algn="ctr">
              <a:lnSpc>
                <a:spcPct val="90000"/>
              </a:lnSpc>
              <a:spcBef>
                <a:spcPts val="0"/>
              </a:spcBef>
              <a:spcAft>
                <a:spcPts val="0"/>
              </a:spcAft>
              <a:buClr>
                <a:srgbClr val="000000"/>
              </a:buClr>
              <a:buSzPts val="700"/>
              <a:buNone/>
              <a:defRPr sz="700">
                <a:solidFill>
                  <a:srgbClr val="000000"/>
                </a:solidFill>
              </a:defRPr>
            </a:lvl6pPr>
            <a:lvl7pPr lvl="6" rtl="0" algn="ctr">
              <a:lnSpc>
                <a:spcPct val="90000"/>
              </a:lnSpc>
              <a:spcBef>
                <a:spcPts val="0"/>
              </a:spcBef>
              <a:spcAft>
                <a:spcPts val="0"/>
              </a:spcAft>
              <a:buClr>
                <a:srgbClr val="000000"/>
              </a:buClr>
              <a:buSzPts val="700"/>
              <a:buNone/>
              <a:defRPr sz="700">
                <a:solidFill>
                  <a:srgbClr val="000000"/>
                </a:solidFill>
              </a:defRPr>
            </a:lvl7pPr>
            <a:lvl8pPr lvl="7" rtl="0" algn="ctr">
              <a:lnSpc>
                <a:spcPct val="90000"/>
              </a:lnSpc>
              <a:spcBef>
                <a:spcPts val="0"/>
              </a:spcBef>
              <a:spcAft>
                <a:spcPts val="0"/>
              </a:spcAft>
              <a:buClr>
                <a:srgbClr val="000000"/>
              </a:buClr>
              <a:buSzPts val="700"/>
              <a:buNone/>
              <a:defRPr sz="700">
                <a:solidFill>
                  <a:srgbClr val="000000"/>
                </a:solidFill>
              </a:defRPr>
            </a:lvl8pPr>
            <a:lvl9pPr lvl="8" rtl="0" algn="ctr">
              <a:lnSpc>
                <a:spcPct val="90000"/>
              </a:lnSpc>
              <a:spcBef>
                <a:spcPts val="0"/>
              </a:spcBef>
              <a:spcAft>
                <a:spcPts val="0"/>
              </a:spcAft>
              <a:buClr>
                <a:srgbClr val="000000"/>
              </a:buClr>
              <a:buSzPts val="700"/>
              <a:buNone/>
              <a:defRPr sz="700">
                <a:solidFill>
                  <a:srgbClr val="000000"/>
                </a:solidFill>
              </a:defRPr>
            </a:lvl9pPr>
          </a:lstStyle>
          <a:p/>
        </p:txBody>
      </p:sp>
      <p:sp>
        <p:nvSpPr>
          <p:cNvPr id="189" name="Google Shape;189;p2"/>
          <p:cNvSpPr txBox="1"/>
          <p:nvPr>
            <p:ph idx="69" type="subTitle"/>
          </p:nvPr>
        </p:nvSpPr>
        <p:spPr>
          <a:xfrm>
            <a:off x="6410573" y="4278988"/>
            <a:ext cx="813600" cy="437700"/>
          </a:xfrm>
          <a:prstGeom prst="rect">
            <a:avLst/>
          </a:prstGeom>
          <a:noFill/>
          <a:ln>
            <a:noFill/>
          </a:ln>
        </p:spPr>
        <p:txBody>
          <a:bodyPr anchorCtr="0" anchor="ctr" bIns="36000" lIns="36000" spcFirstLastPara="1" rIns="36000" wrap="square" tIns="36000">
            <a:noAutofit/>
          </a:bodyPr>
          <a:lstStyle>
            <a:lvl1pPr lvl="0" rt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rtl="0" algn="ctr">
              <a:lnSpc>
                <a:spcPct val="90000"/>
              </a:lnSpc>
              <a:spcBef>
                <a:spcPts val="0"/>
              </a:spcBef>
              <a:spcAft>
                <a:spcPts val="0"/>
              </a:spcAft>
              <a:buClr>
                <a:srgbClr val="000000"/>
              </a:buClr>
              <a:buSzPts val="700"/>
              <a:buNone/>
              <a:defRPr sz="700">
                <a:solidFill>
                  <a:srgbClr val="000000"/>
                </a:solidFill>
              </a:defRPr>
            </a:lvl2pPr>
            <a:lvl3pPr lvl="2" rtl="0" algn="ctr">
              <a:lnSpc>
                <a:spcPct val="90000"/>
              </a:lnSpc>
              <a:spcBef>
                <a:spcPts val="0"/>
              </a:spcBef>
              <a:spcAft>
                <a:spcPts val="0"/>
              </a:spcAft>
              <a:buClr>
                <a:srgbClr val="000000"/>
              </a:buClr>
              <a:buSzPts val="700"/>
              <a:buNone/>
              <a:defRPr sz="700">
                <a:solidFill>
                  <a:srgbClr val="000000"/>
                </a:solidFill>
              </a:defRPr>
            </a:lvl3pPr>
            <a:lvl4pPr lvl="3" rtl="0" algn="ctr">
              <a:lnSpc>
                <a:spcPct val="90000"/>
              </a:lnSpc>
              <a:spcBef>
                <a:spcPts val="0"/>
              </a:spcBef>
              <a:spcAft>
                <a:spcPts val="0"/>
              </a:spcAft>
              <a:buClr>
                <a:srgbClr val="000000"/>
              </a:buClr>
              <a:buSzPts val="700"/>
              <a:buNone/>
              <a:defRPr sz="700">
                <a:solidFill>
                  <a:srgbClr val="000000"/>
                </a:solidFill>
              </a:defRPr>
            </a:lvl4pPr>
            <a:lvl5pPr lvl="4" rtl="0" algn="ctr">
              <a:lnSpc>
                <a:spcPct val="90000"/>
              </a:lnSpc>
              <a:spcBef>
                <a:spcPts val="0"/>
              </a:spcBef>
              <a:spcAft>
                <a:spcPts val="0"/>
              </a:spcAft>
              <a:buClr>
                <a:srgbClr val="000000"/>
              </a:buClr>
              <a:buSzPts val="700"/>
              <a:buNone/>
              <a:defRPr sz="700">
                <a:solidFill>
                  <a:srgbClr val="000000"/>
                </a:solidFill>
              </a:defRPr>
            </a:lvl5pPr>
            <a:lvl6pPr lvl="5" rtl="0" algn="ctr">
              <a:lnSpc>
                <a:spcPct val="90000"/>
              </a:lnSpc>
              <a:spcBef>
                <a:spcPts val="0"/>
              </a:spcBef>
              <a:spcAft>
                <a:spcPts val="0"/>
              </a:spcAft>
              <a:buClr>
                <a:srgbClr val="000000"/>
              </a:buClr>
              <a:buSzPts val="700"/>
              <a:buNone/>
              <a:defRPr sz="700">
                <a:solidFill>
                  <a:srgbClr val="000000"/>
                </a:solidFill>
              </a:defRPr>
            </a:lvl6pPr>
            <a:lvl7pPr lvl="6" rtl="0" algn="ctr">
              <a:lnSpc>
                <a:spcPct val="90000"/>
              </a:lnSpc>
              <a:spcBef>
                <a:spcPts val="0"/>
              </a:spcBef>
              <a:spcAft>
                <a:spcPts val="0"/>
              </a:spcAft>
              <a:buClr>
                <a:srgbClr val="000000"/>
              </a:buClr>
              <a:buSzPts val="700"/>
              <a:buNone/>
              <a:defRPr sz="700">
                <a:solidFill>
                  <a:srgbClr val="000000"/>
                </a:solidFill>
              </a:defRPr>
            </a:lvl7pPr>
            <a:lvl8pPr lvl="7" rtl="0" algn="ctr">
              <a:lnSpc>
                <a:spcPct val="90000"/>
              </a:lnSpc>
              <a:spcBef>
                <a:spcPts val="0"/>
              </a:spcBef>
              <a:spcAft>
                <a:spcPts val="0"/>
              </a:spcAft>
              <a:buClr>
                <a:srgbClr val="000000"/>
              </a:buClr>
              <a:buSzPts val="700"/>
              <a:buNone/>
              <a:defRPr sz="700">
                <a:solidFill>
                  <a:srgbClr val="000000"/>
                </a:solidFill>
              </a:defRPr>
            </a:lvl8pPr>
            <a:lvl9pPr lvl="8" rtl="0" algn="ctr">
              <a:lnSpc>
                <a:spcPct val="90000"/>
              </a:lnSpc>
              <a:spcBef>
                <a:spcPts val="0"/>
              </a:spcBef>
              <a:spcAft>
                <a:spcPts val="0"/>
              </a:spcAft>
              <a:buClr>
                <a:srgbClr val="000000"/>
              </a:buClr>
              <a:buSzPts val="700"/>
              <a:buNone/>
              <a:defRPr sz="700">
                <a:solidFill>
                  <a:srgbClr val="000000"/>
                </a:solidFill>
              </a:defRPr>
            </a:lvl9pPr>
          </a:lstStyle>
          <a:p/>
        </p:txBody>
      </p:sp>
      <p:sp>
        <p:nvSpPr>
          <p:cNvPr id="190" name="Google Shape;190;p2"/>
          <p:cNvSpPr txBox="1"/>
          <p:nvPr>
            <p:ph idx="70" type="subTitle"/>
          </p:nvPr>
        </p:nvSpPr>
        <p:spPr>
          <a:xfrm>
            <a:off x="7344346" y="4278991"/>
            <a:ext cx="796500" cy="437700"/>
          </a:xfrm>
          <a:prstGeom prst="rect">
            <a:avLst/>
          </a:prstGeom>
          <a:noFill/>
          <a:ln>
            <a:noFill/>
          </a:ln>
        </p:spPr>
        <p:txBody>
          <a:bodyPr anchorCtr="0" anchor="ctr" bIns="36000" lIns="36000" spcFirstLastPara="1" rIns="36000" wrap="square" tIns="36000">
            <a:noAutofit/>
          </a:bodyPr>
          <a:lstStyle>
            <a:lvl1pPr lvl="0" rt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rtl="0" algn="ctr">
              <a:lnSpc>
                <a:spcPct val="90000"/>
              </a:lnSpc>
              <a:spcBef>
                <a:spcPts val="0"/>
              </a:spcBef>
              <a:spcAft>
                <a:spcPts val="0"/>
              </a:spcAft>
              <a:buClr>
                <a:srgbClr val="000000"/>
              </a:buClr>
              <a:buSzPts val="700"/>
              <a:buNone/>
              <a:defRPr sz="700">
                <a:solidFill>
                  <a:srgbClr val="000000"/>
                </a:solidFill>
              </a:defRPr>
            </a:lvl2pPr>
            <a:lvl3pPr lvl="2" rtl="0" algn="ctr">
              <a:lnSpc>
                <a:spcPct val="90000"/>
              </a:lnSpc>
              <a:spcBef>
                <a:spcPts val="0"/>
              </a:spcBef>
              <a:spcAft>
                <a:spcPts val="0"/>
              </a:spcAft>
              <a:buClr>
                <a:srgbClr val="000000"/>
              </a:buClr>
              <a:buSzPts val="700"/>
              <a:buNone/>
              <a:defRPr sz="700">
                <a:solidFill>
                  <a:srgbClr val="000000"/>
                </a:solidFill>
              </a:defRPr>
            </a:lvl3pPr>
            <a:lvl4pPr lvl="3" rtl="0" algn="ctr">
              <a:lnSpc>
                <a:spcPct val="90000"/>
              </a:lnSpc>
              <a:spcBef>
                <a:spcPts val="0"/>
              </a:spcBef>
              <a:spcAft>
                <a:spcPts val="0"/>
              </a:spcAft>
              <a:buClr>
                <a:srgbClr val="000000"/>
              </a:buClr>
              <a:buSzPts val="700"/>
              <a:buNone/>
              <a:defRPr sz="700">
                <a:solidFill>
                  <a:srgbClr val="000000"/>
                </a:solidFill>
              </a:defRPr>
            </a:lvl4pPr>
            <a:lvl5pPr lvl="4" rtl="0" algn="ctr">
              <a:lnSpc>
                <a:spcPct val="90000"/>
              </a:lnSpc>
              <a:spcBef>
                <a:spcPts val="0"/>
              </a:spcBef>
              <a:spcAft>
                <a:spcPts val="0"/>
              </a:spcAft>
              <a:buClr>
                <a:srgbClr val="000000"/>
              </a:buClr>
              <a:buSzPts val="700"/>
              <a:buNone/>
              <a:defRPr sz="700">
                <a:solidFill>
                  <a:srgbClr val="000000"/>
                </a:solidFill>
              </a:defRPr>
            </a:lvl5pPr>
            <a:lvl6pPr lvl="5" rtl="0" algn="ctr">
              <a:lnSpc>
                <a:spcPct val="90000"/>
              </a:lnSpc>
              <a:spcBef>
                <a:spcPts val="0"/>
              </a:spcBef>
              <a:spcAft>
                <a:spcPts val="0"/>
              </a:spcAft>
              <a:buClr>
                <a:srgbClr val="000000"/>
              </a:buClr>
              <a:buSzPts val="700"/>
              <a:buNone/>
              <a:defRPr sz="700">
                <a:solidFill>
                  <a:srgbClr val="000000"/>
                </a:solidFill>
              </a:defRPr>
            </a:lvl6pPr>
            <a:lvl7pPr lvl="6" rtl="0" algn="ctr">
              <a:lnSpc>
                <a:spcPct val="90000"/>
              </a:lnSpc>
              <a:spcBef>
                <a:spcPts val="0"/>
              </a:spcBef>
              <a:spcAft>
                <a:spcPts val="0"/>
              </a:spcAft>
              <a:buClr>
                <a:srgbClr val="000000"/>
              </a:buClr>
              <a:buSzPts val="700"/>
              <a:buNone/>
              <a:defRPr sz="700">
                <a:solidFill>
                  <a:srgbClr val="000000"/>
                </a:solidFill>
              </a:defRPr>
            </a:lvl7pPr>
            <a:lvl8pPr lvl="7" rtl="0" algn="ctr">
              <a:lnSpc>
                <a:spcPct val="90000"/>
              </a:lnSpc>
              <a:spcBef>
                <a:spcPts val="0"/>
              </a:spcBef>
              <a:spcAft>
                <a:spcPts val="0"/>
              </a:spcAft>
              <a:buClr>
                <a:srgbClr val="000000"/>
              </a:buClr>
              <a:buSzPts val="700"/>
              <a:buNone/>
              <a:defRPr sz="700">
                <a:solidFill>
                  <a:srgbClr val="000000"/>
                </a:solidFill>
              </a:defRPr>
            </a:lvl8pPr>
            <a:lvl9pPr lvl="8" rtl="0" algn="ctr">
              <a:lnSpc>
                <a:spcPct val="90000"/>
              </a:lnSpc>
              <a:spcBef>
                <a:spcPts val="0"/>
              </a:spcBef>
              <a:spcAft>
                <a:spcPts val="0"/>
              </a:spcAft>
              <a:buClr>
                <a:srgbClr val="000000"/>
              </a:buClr>
              <a:buSzPts val="700"/>
              <a:buNone/>
              <a:defRPr sz="700">
                <a:solidFill>
                  <a:srgbClr val="000000"/>
                </a:solidFill>
              </a:defRPr>
            </a:lvl9pPr>
          </a:lstStyle>
          <a:p/>
        </p:txBody>
      </p:sp>
      <p:sp>
        <p:nvSpPr>
          <p:cNvPr id="191" name="Google Shape;191;p2"/>
          <p:cNvSpPr txBox="1"/>
          <p:nvPr>
            <p:ph idx="71" type="subTitle"/>
          </p:nvPr>
        </p:nvSpPr>
        <p:spPr>
          <a:xfrm>
            <a:off x="8181345" y="4278991"/>
            <a:ext cx="796500" cy="437700"/>
          </a:xfrm>
          <a:prstGeom prst="rect">
            <a:avLst/>
          </a:prstGeom>
          <a:noFill/>
          <a:ln>
            <a:noFill/>
          </a:ln>
        </p:spPr>
        <p:txBody>
          <a:bodyPr anchorCtr="0" anchor="ctr" bIns="36000" lIns="36000" spcFirstLastPara="1" rIns="36000" wrap="square" tIns="36000">
            <a:noAutofit/>
          </a:bodyPr>
          <a:lstStyle>
            <a:lvl1pPr lvl="0" rt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rtl="0" algn="ctr">
              <a:lnSpc>
                <a:spcPct val="90000"/>
              </a:lnSpc>
              <a:spcBef>
                <a:spcPts val="0"/>
              </a:spcBef>
              <a:spcAft>
                <a:spcPts val="0"/>
              </a:spcAft>
              <a:buClr>
                <a:srgbClr val="000000"/>
              </a:buClr>
              <a:buSzPts val="700"/>
              <a:buNone/>
              <a:defRPr sz="700">
                <a:solidFill>
                  <a:srgbClr val="000000"/>
                </a:solidFill>
              </a:defRPr>
            </a:lvl2pPr>
            <a:lvl3pPr lvl="2" rtl="0" algn="ctr">
              <a:lnSpc>
                <a:spcPct val="90000"/>
              </a:lnSpc>
              <a:spcBef>
                <a:spcPts val="0"/>
              </a:spcBef>
              <a:spcAft>
                <a:spcPts val="0"/>
              </a:spcAft>
              <a:buClr>
                <a:srgbClr val="000000"/>
              </a:buClr>
              <a:buSzPts val="700"/>
              <a:buNone/>
              <a:defRPr sz="700">
                <a:solidFill>
                  <a:srgbClr val="000000"/>
                </a:solidFill>
              </a:defRPr>
            </a:lvl3pPr>
            <a:lvl4pPr lvl="3" rtl="0" algn="ctr">
              <a:lnSpc>
                <a:spcPct val="90000"/>
              </a:lnSpc>
              <a:spcBef>
                <a:spcPts val="0"/>
              </a:spcBef>
              <a:spcAft>
                <a:spcPts val="0"/>
              </a:spcAft>
              <a:buClr>
                <a:srgbClr val="000000"/>
              </a:buClr>
              <a:buSzPts val="700"/>
              <a:buNone/>
              <a:defRPr sz="700">
                <a:solidFill>
                  <a:srgbClr val="000000"/>
                </a:solidFill>
              </a:defRPr>
            </a:lvl4pPr>
            <a:lvl5pPr lvl="4" rtl="0" algn="ctr">
              <a:lnSpc>
                <a:spcPct val="90000"/>
              </a:lnSpc>
              <a:spcBef>
                <a:spcPts val="0"/>
              </a:spcBef>
              <a:spcAft>
                <a:spcPts val="0"/>
              </a:spcAft>
              <a:buClr>
                <a:srgbClr val="000000"/>
              </a:buClr>
              <a:buSzPts val="700"/>
              <a:buNone/>
              <a:defRPr sz="700">
                <a:solidFill>
                  <a:srgbClr val="000000"/>
                </a:solidFill>
              </a:defRPr>
            </a:lvl5pPr>
            <a:lvl6pPr lvl="5" rtl="0" algn="ctr">
              <a:lnSpc>
                <a:spcPct val="90000"/>
              </a:lnSpc>
              <a:spcBef>
                <a:spcPts val="0"/>
              </a:spcBef>
              <a:spcAft>
                <a:spcPts val="0"/>
              </a:spcAft>
              <a:buClr>
                <a:srgbClr val="000000"/>
              </a:buClr>
              <a:buSzPts val="700"/>
              <a:buNone/>
              <a:defRPr sz="700">
                <a:solidFill>
                  <a:srgbClr val="000000"/>
                </a:solidFill>
              </a:defRPr>
            </a:lvl6pPr>
            <a:lvl7pPr lvl="6" rtl="0" algn="ctr">
              <a:lnSpc>
                <a:spcPct val="90000"/>
              </a:lnSpc>
              <a:spcBef>
                <a:spcPts val="0"/>
              </a:spcBef>
              <a:spcAft>
                <a:spcPts val="0"/>
              </a:spcAft>
              <a:buClr>
                <a:srgbClr val="000000"/>
              </a:buClr>
              <a:buSzPts val="700"/>
              <a:buNone/>
              <a:defRPr sz="700">
                <a:solidFill>
                  <a:srgbClr val="000000"/>
                </a:solidFill>
              </a:defRPr>
            </a:lvl7pPr>
            <a:lvl8pPr lvl="7" rtl="0" algn="ctr">
              <a:lnSpc>
                <a:spcPct val="90000"/>
              </a:lnSpc>
              <a:spcBef>
                <a:spcPts val="0"/>
              </a:spcBef>
              <a:spcAft>
                <a:spcPts val="0"/>
              </a:spcAft>
              <a:buClr>
                <a:srgbClr val="000000"/>
              </a:buClr>
              <a:buSzPts val="700"/>
              <a:buNone/>
              <a:defRPr sz="700">
                <a:solidFill>
                  <a:srgbClr val="000000"/>
                </a:solidFill>
              </a:defRPr>
            </a:lvl8pPr>
            <a:lvl9pPr lvl="8" rtl="0" algn="ctr">
              <a:lnSpc>
                <a:spcPct val="90000"/>
              </a:lnSpc>
              <a:spcBef>
                <a:spcPts val="0"/>
              </a:spcBef>
              <a:spcAft>
                <a:spcPts val="0"/>
              </a:spcAft>
              <a:buClr>
                <a:srgbClr val="000000"/>
              </a:buClr>
              <a:buSzPts val="700"/>
              <a:buNone/>
              <a:defRPr sz="700">
                <a:solidFill>
                  <a:srgbClr val="000000"/>
                </a:solidFill>
              </a:defRPr>
            </a:lvl9pPr>
          </a:lstStyle>
          <a:p/>
        </p:txBody>
      </p:sp>
      <p:sp>
        <p:nvSpPr>
          <p:cNvPr id="192" name="Google Shape;192;p2"/>
          <p:cNvSpPr txBox="1"/>
          <p:nvPr>
            <p:ph idx="72" type="subTitle"/>
          </p:nvPr>
        </p:nvSpPr>
        <p:spPr>
          <a:xfrm>
            <a:off x="8998819" y="4278991"/>
            <a:ext cx="815100" cy="437700"/>
          </a:xfrm>
          <a:prstGeom prst="rect">
            <a:avLst/>
          </a:prstGeom>
          <a:noFill/>
          <a:ln>
            <a:noFill/>
          </a:ln>
        </p:spPr>
        <p:txBody>
          <a:bodyPr anchorCtr="0" anchor="ctr" bIns="36000" lIns="36000" spcFirstLastPara="1" rIns="36000" wrap="square" tIns="36000">
            <a:noAutofit/>
          </a:bodyPr>
          <a:lstStyle>
            <a:lvl1pPr lvl="0" rt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rtl="0" algn="ctr">
              <a:lnSpc>
                <a:spcPct val="90000"/>
              </a:lnSpc>
              <a:spcBef>
                <a:spcPts val="0"/>
              </a:spcBef>
              <a:spcAft>
                <a:spcPts val="0"/>
              </a:spcAft>
              <a:buClr>
                <a:srgbClr val="000000"/>
              </a:buClr>
              <a:buSzPts val="700"/>
              <a:buNone/>
              <a:defRPr sz="700">
                <a:solidFill>
                  <a:srgbClr val="000000"/>
                </a:solidFill>
              </a:defRPr>
            </a:lvl2pPr>
            <a:lvl3pPr lvl="2" rtl="0" algn="ctr">
              <a:lnSpc>
                <a:spcPct val="90000"/>
              </a:lnSpc>
              <a:spcBef>
                <a:spcPts val="0"/>
              </a:spcBef>
              <a:spcAft>
                <a:spcPts val="0"/>
              </a:spcAft>
              <a:buClr>
                <a:srgbClr val="000000"/>
              </a:buClr>
              <a:buSzPts val="700"/>
              <a:buNone/>
              <a:defRPr sz="700">
                <a:solidFill>
                  <a:srgbClr val="000000"/>
                </a:solidFill>
              </a:defRPr>
            </a:lvl3pPr>
            <a:lvl4pPr lvl="3" rtl="0" algn="ctr">
              <a:lnSpc>
                <a:spcPct val="90000"/>
              </a:lnSpc>
              <a:spcBef>
                <a:spcPts val="0"/>
              </a:spcBef>
              <a:spcAft>
                <a:spcPts val="0"/>
              </a:spcAft>
              <a:buClr>
                <a:srgbClr val="000000"/>
              </a:buClr>
              <a:buSzPts val="700"/>
              <a:buNone/>
              <a:defRPr sz="700">
                <a:solidFill>
                  <a:srgbClr val="000000"/>
                </a:solidFill>
              </a:defRPr>
            </a:lvl4pPr>
            <a:lvl5pPr lvl="4" rtl="0" algn="ctr">
              <a:lnSpc>
                <a:spcPct val="90000"/>
              </a:lnSpc>
              <a:spcBef>
                <a:spcPts val="0"/>
              </a:spcBef>
              <a:spcAft>
                <a:spcPts val="0"/>
              </a:spcAft>
              <a:buClr>
                <a:srgbClr val="000000"/>
              </a:buClr>
              <a:buSzPts val="700"/>
              <a:buNone/>
              <a:defRPr sz="700">
                <a:solidFill>
                  <a:srgbClr val="000000"/>
                </a:solidFill>
              </a:defRPr>
            </a:lvl5pPr>
            <a:lvl6pPr lvl="5" rtl="0" algn="ctr">
              <a:lnSpc>
                <a:spcPct val="90000"/>
              </a:lnSpc>
              <a:spcBef>
                <a:spcPts val="0"/>
              </a:spcBef>
              <a:spcAft>
                <a:spcPts val="0"/>
              </a:spcAft>
              <a:buClr>
                <a:srgbClr val="000000"/>
              </a:buClr>
              <a:buSzPts val="700"/>
              <a:buNone/>
              <a:defRPr sz="700">
                <a:solidFill>
                  <a:srgbClr val="000000"/>
                </a:solidFill>
              </a:defRPr>
            </a:lvl6pPr>
            <a:lvl7pPr lvl="6" rtl="0" algn="ctr">
              <a:lnSpc>
                <a:spcPct val="90000"/>
              </a:lnSpc>
              <a:spcBef>
                <a:spcPts val="0"/>
              </a:spcBef>
              <a:spcAft>
                <a:spcPts val="0"/>
              </a:spcAft>
              <a:buClr>
                <a:srgbClr val="000000"/>
              </a:buClr>
              <a:buSzPts val="700"/>
              <a:buNone/>
              <a:defRPr sz="700">
                <a:solidFill>
                  <a:srgbClr val="000000"/>
                </a:solidFill>
              </a:defRPr>
            </a:lvl7pPr>
            <a:lvl8pPr lvl="7" rtl="0" algn="ctr">
              <a:lnSpc>
                <a:spcPct val="90000"/>
              </a:lnSpc>
              <a:spcBef>
                <a:spcPts val="0"/>
              </a:spcBef>
              <a:spcAft>
                <a:spcPts val="0"/>
              </a:spcAft>
              <a:buClr>
                <a:srgbClr val="000000"/>
              </a:buClr>
              <a:buSzPts val="700"/>
              <a:buNone/>
              <a:defRPr sz="700">
                <a:solidFill>
                  <a:srgbClr val="000000"/>
                </a:solidFill>
              </a:defRPr>
            </a:lvl8pPr>
            <a:lvl9pPr lvl="8" rtl="0" algn="ctr">
              <a:lnSpc>
                <a:spcPct val="90000"/>
              </a:lnSpc>
              <a:spcBef>
                <a:spcPts val="0"/>
              </a:spcBef>
              <a:spcAft>
                <a:spcPts val="0"/>
              </a:spcAft>
              <a:buClr>
                <a:srgbClr val="000000"/>
              </a:buClr>
              <a:buSzPts val="700"/>
              <a:buNone/>
              <a:defRPr sz="700">
                <a:solidFill>
                  <a:srgbClr val="000000"/>
                </a:solidFill>
              </a:defRPr>
            </a:lvl9pPr>
          </a:lstStyle>
          <a:p/>
        </p:txBody>
      </p:sp>
      <p:sp>
        <p:nvSpPr>
          <p:cNvPr id="193" name="Google Shape;193;p2"/>
          <p:cNvSpPr txBox="1"/>
          <p:nvPr>
            <p:ph idx="73" type="subTitle"/>
          </p:nvPr>
        </p:nvSpPr>
        <p:spPr>
          <a:xfrm>
            <a:off x="264731" y="4765316"/>
            <a:ext cx="796500" cy="437700"/>
          </a:xfrm>
          <a:prstGeom prst="rect">
            <a:avLst/>
          </a:prstGeom>
          <a:noFill/>
          <a:ln>
            <a:noFill/>
          </a:ln>
        </p:spPr>
        <p:txBody>
          <a:bodyPr anchorCtr="0" anchor="ctr" bIns="36000" lIns="36000" spcFirstLastPara="1" rIns="36000" wrap="square" tIns="36000">
            <a:noAutofit/>
          </a:bodyPr>
          <a:lstStyle>
            <a:lvl1pPr lvl="0" rt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rtl="0" algn="ctr">
              <a:lnSpc>
                <a:spcPct val="90000"/>
              </a:lnSpc>
              <a:spcBef>
                <a:spcPts val="0"/>
              </a:spcBef>
              <a:spcAft>
                <a:spcPts val="0"/>
              </a:spcAft>
              <a:buClr>
                <a:srgbClr val="000000"/>
              </a:buClr>
              <a:buSzPts val="700"/>
              <a:buNone/>
              <a:defRPr sz="700">
                <a:solidFill>
                  <a:srgbClr val="000000"/>
                </a:solidFill>
              </a:defRPr>
            </a:lvl2pPr>
            <a:lvl3pPr lvl="2" rtl="0" algn="ctr">
              <a:lnSpc>
                <a:spcPct val="90000"/>
              </a:lnSpc>
              <a:spcBef>
                <a:spcPts val="0"/>
              </a:spcBef>
              <a:spcAft>
                <a:spcPts val="0"/>
              </a:spcAft>
              <a:buClr>
                <a:srgbClr val="000000"/>
              </a:buClr>
              <a:buSzPts val="700"/>
              <a:buNone/>
              <a:defRPr sz="700">
                <a:solidFill>
                  <a:srgbClr val="000000"/>
                </a:solidFill>
              </a:defRPr>
            </a:lvl3pPr>
            <a:lvl4pPr lvl="3" rtl="0" algn="ctr">
              <a:lnSpc>
                <a:spcPct val="90000"/>
              </a:lnSpc>
              <a:spcBef>
                <a:spcPts val="0"/>
              </a:spcBef>
              <a:spcAft>
                <a:spcPts val="0"/>
              </a:spcAft>
              <a:buClr>
                <a:srgbClr val="000000"/>
              </a:buClr>
              <a:buSzPts val="700"/>
              <a:buNone/>
              <a:defRPr sz="700">
                <a:solidFill>
                  <a:srgbClr val="000000"/>
                </a:solidFill>
              </a:defRPr>
            </a:lvl4pPr>
            <a:lvl5pPr lvl="4" rtl="0" algn="ctr">
              <a:lnSpc>
                <a:spcPct val="90000"/>
              </a:lnSpc>
              <a:spcBef>
                <a:spcPts val="0"/>
              </a:spcBef>
              <a:spcAft>
                <a:spcPts val="0"/>
              </a:spcAft>
              <a:buClr>
                <a:srgbClr val="000000"/>
              </a:buClr>
              <a:buSzPts val="700"/>
              <a:buNone/>
              <a:defRPr sz="700">
                <a:solidFill>
                  <a:srgbClr val="000000"/>
                </a:solidFill>
              </a:defRPr>
            </a:lvl5pPr>
            <a:lvl6pPr lvl="5" rtl="0" algn="ctr">
              <a:lnSpc>
                <a:spcPct val="90000"/>
              </a:lnSpc>
              <a:spcBef>
                <a:spcPts val="0"/>
              </a:spcBef>
              <a:spcAft>
                <a:spcPts val="0"/>
              </a:spcAft>
              <a:buClr>
                <a:srgbClr val="000000"/>
              </a:buClr>
              <a:buSzPts val="700"/>
              <a:buNone/>
              <a:defRPr sz="700">
                <a:solidFill>
                  <a:srgbClr val="000000"/>
                </a:solidFill>
              </a:defRPr>
            </a:lvl6pPr>
            <a:lvl7pPr lvl="6" rtl="0" algn="ctr">
              <a:lnSpc>
                <a:spcPct val="90000"/>
              </a:lnSpc>
              <a:spcBef>
                <a:spcPts val="0"/>
              </a:spcBef>
              <a:spcAft>
                <a:spcPts val="0"/>
              </a:spcAft>
              <a:buClr>
                <a:srgbClr val="000000"/>
              </a:buClr>
              <a:buSzPts val="700"/>
              <a:buNone/>
              <a:defRPr sz="700">
                <a:solidFill>
                  <a:srgbClr val="000000"/>
                </a:solidFill>
              </a:defRPr>
            </a:lvl7pPr>
            <a:lvl8pPr lvl="7" rtl="0" algn="ctr">
              <a:lnSpc>
                <a:spcPct val="90000"/>
              </a:lnSpc>
              <a:spcBef>
                <a:spcPts val="0"/>
              </a:spcBef>
              <a:spcAft>
                <a:spcPts val="0"/>
              </a:spcAft>
              <a:buClr>
                <a:srgbClr val="000000"/>
              </a:buClr>
              <a:buSzPts val="700"/>
              <a:buNone/>
              <a:defRPr sz="700">
                <a:solidFill>
                  <a:srgbClr val="000000"/>
                </a:solidFill>
              </a:defRPr>
            </a:lvl8pPr>
            <a:lvl9pPr lvl="8" rtl="0" algn="ctr">
              <a:lnSpc>
                <a:spcPct val="90000"/>
              </a:lnSpc>
              <a:spcBef>
                <a:spcPts val="0"/>
              </a:spcBef>
              <a:spcAft>
                <a:spcPts val="0"/>
              </a:spcAft>
              <a:buClr>
                <a:srgbClr val="000000"/>
              </a:buClr>
              <a:buSzPts val="700"/>
              <a:buNone/>
              <a:defRPr sz="700">
                <a:solidFill>
                  <a:srgbClr val="000000"/>
                </a:solidFill>
              </a:defRPr>
            </a:lvl9pPr>
          </a:lstStyle>
          <a:p/>
        </p:txBody>
      </p:sp>
      <p:sp>
        <p:nvSpPr>
          <p:cNvPr id="194" name="Google Shape;194;p2"/>
          <p:cNvSpPr txBox="1"/>
          <p:nvPr>
            <p:ph idx="74" type="subTitle"/>
          </p:nvPr>
        </p:nvSpPr>
        <p:spPr>
          <a:xfrm>
            <a:off x="1179154" y="4765316"/>
            <a:ext cx="777900" cy="437700"/>
          </a:xfrm>
          <a:prstGeom prst="rect">
            <a:avLst/>
          </a:prstGeom>
          <a:noFill/>
          <a:ln>
            <a:noFill/>
          </a:ln>
        </p:spPr>
        <p:txBody>
          <a:bodyPr anchorCtr="0" anchor="ctr" bIns="36000" lIns="36000" spcFirstLastPara="1" rIns="36000" wrap="square" tIns="36000">
            <a:noAutofit/>
          </a:bodyPr>
          <a:lstStyle>
            <a:lvl1pPr lvl="0" rt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rtl="0" algn="ctr">
              <a:lnSpc>
                <a:spcPct val="90000"/>
              </a:lnSpc>
              <a:spcBef>
                <a:spcPts val="0"/>
              </a:spcBef>
              <a:spcAft>
                <a:spcPts val="0"/>
              </a:spcAft>
              <a:buClr>
                <a:srgbClr val="000000"/>
              </a:buClr>
              <a:buSzPts val="700"/>
              <a:buNone/>
              <a:defRPr sz="700">
                <a:solidFill>
                  <a:srgbClr val="000000"/>
                </a:solidFill>
              </a:defRPr>
            </a:lvl2pPr>
            <a:lvl3pPr lvl="2" rtl="0" algn="ctr">
              <a:lnSpc>
                <a:spcPct val="90000"/>
              </a:lnSpc>
              <a:spcBef>
                <a:spcPts val="0"/>
              </a:spcBef>
              <a:spcAft>
                <a:spcPts val="0"/>
              </a:spcAft>
              <a:buClr>
                <a:srgbClr val="000000"/>
              </a:buClr>
              <a:buSzPts val="700"/>
              <a:buNone/>
              <a:defRPr sz="700">
                <a:solidFill>
                  <a:srgbClr val="000000"/>
                </a:solidFill>
              </a:defRPr>
            </a:lvl3pPr>
            <a:lvl4pPr lvl="3" rtl="0" algn="ctr">
              <a:lnSpc>
                <a:spcPct val="90000"/>
              </a:lnSpc>
              <a:spcBef>
                <a:spcPts val="0"/>
              </a:spcBef>
              <a:spcAft>
                <a:spcPts val="0"/>
              </a:spcAft>
              <a:buClr>
                <a:srgbClr val="000000"/>
              </a:buClr>
              <a:buSzPts val="700"/>
              <a:buNone/>
              <a:defRPr sz="700">
                <a:solidFill>
                  <a:srgbClr val="000000"/>
                </a:solidFill>
              </a:defRPr>
            </a:lvl4pPr>
            <a:lvl5pPr lvl="4" rtl="0" algn="ctr">
              <a:lnSpc>
                <a:spcPct val="90000"/>
              </a:lnSpc>
              <a:spcBef>
                <a:spcPts val="0"/>
              </a:spcBef>
              <a:spcAft>
                <a:spcPts val="0"/>
              </a:spcAft>
              <a:buClr>
                <a:srgbClr val="000000"/>
              </a:buClr>
              <a:buSzPts val="700"/>
              <a:buNone/>
              <a:defRPr sz="700">
                <a:solidFill>
                  <a:srgbClr val="000000"/>
                </a:solidFill>
              </a:defRPr>
            </a:lvl5pPr>
            <a:lvl6pPr lvl="5" rtl="0" algn="ctr">
              <a:lnSpc>
                <a:spcPct val="90000"/>
              </a:lnSpc>
              <a:spcBef>
                <a:spcPts val="0"/>
              </a:spcBef>
              <a:spcAft>
                <a:spcPts val="0"/>
              </a:spcAft>
              <a:buClr>
                <a:srgbClr val="000000"/>
              </a:buClr>
              <a:buSzPts val="700"/>
              <a:buNone/>
              <a:defRPr sz="700">
                <a:solidFill>
                  <a:srgbClr val="000000"/>
                </a:solidFill>
              </a:defRPr>
            </a:lvl6pPr>
            <a:lvl7pPr lvl="6" rtl="0" algn="ctr">
              <a:lnSpc>
                <a:spcPct val="90000"/>
              </a:lnSpc>
              <a:spcBef>
                <a:spcPts val="0"/>
              </a:spcBef>
              <a:spcAft>
                <a:spcPts val="0"/>
              </a:spcAft>
              <a:buClr>
                <a:srgbClr val="000000"/>
              </a:buClr>
              <a:buSzPts val="700"/>
              <a:buNone/>
              <a:defRPr sz="700">
                <a:solidFill>
                  <a:srgbClr val="000000"/>
                </a:solidFill>
              </a:defRPr>
            </a:lvl7pPr>
            <a:lvl8pPr lvl="7" rtl="0" algn="ctr">
              <a:lnSpc>
                <a:spcPct val="90000"/>
              </a:lnSpc>
              <a:spcBef>
                <a:spcPts val="0"/>
              </a:spcBef>
              <a:spcAft>
                <a:spcPts val="0"/>
              </a:spcAft>
              <a:buClr>
                <a:srgbClr val="000000"/>
              </a:buClr>
              <a:buSzPts val="700"/>
              <a:buNone/>
              <a:defRPr sz="700">
                <a:solidFill>
                  <a:srgbClr val="000000"/>
                </a:solidFill>
              </a:defRPr>
            </a:lvl8pPr>
            <a:lvl9pPr lvl="8" rtl="0" algn="ctr">
              <a:lnSpc>
                <a:spcPct val="90000"/>
              </a:lnSpc>
              <a:spcBef>
                <a:spcPts val="0"/>
              </a:spcBef>
              <a:spcAft>
                <a:spcPts val="0"/>
              </a:spcAft>
              <a:buClr>
                <a:srgbClr val="000000"/>
              </a:buClr>
              <a:buSzPts val="700"/>
              <a:buNone/>
              <a:defRPr sz="700">
                <a:solidFill>
                  <a:srgbClr val="000000"/>
                </a:solidFill>
              </a:defRPr>
            </a:lvl9pPr>
          </a:lstStyle>
          <a:p/>
        </p:txBody>
      </p:sp>
      <p:sp>
        <p:nvSpPr>
          <p:cNvPr id="195" name="Google Shape;195;p2"/>
          <p:cNvSpPr txBox="1"/>
          <p:nvPr>
            <p:ph idx="75" type="subTitle"/>
          </p:nvPr>
        </p:nvSpPr>
        <p:spPr>
          <a:xfrm>
            <a:off x="1990053" y="4765316"/>
            <a:ext cx="815100" cy="437700"/>
          </a:xfrm>
          <a:prstGeom prst="rect">
            <a:avLst/>
          </a:prstGeom>
          <a:noFill/>
          <a:ln>
            <a:noFill/>
          </a:ln>
        </p:spPr>
        <p:txBody>
          <a:bodyPr anchorCtr="0" anchor="ctr" bIns="36000" lIns="36000" spcFirstLastPara="1" rIns="36000" wrap="square" tIns="36000">
            <a:noAutofit/>
          </a:bodyPr>
          <a:lstStyle>
            <a:lvl1pPr lvl="0" rt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rtl="0" algn="ctr">
              <a:lnSpc>
                <a:spcPct val="90000"/>
              </a:lnSpc>
              <a:spcBef>
                <a:spcPts val="0"/>
              </a:spcBef>
              <a:spcAft>
                <a:spcPts val="0"/>
              </a:spcAft>
              <a:buClr>
                <a:srgbClr val="000000"/>
              </a:buClr>
              <a:buSzPts val="700"/>
              <a:buNone/>
              <a:defRPr sz="700">
                <a:solidFill>
                  <a:srgbClr val="000000"/>
                </a:solidFill>
              </a:defRPr>
            </a:lvl2pPr>
            <a:lvl3pPr lvl="2" rtl="0" algn="ctr">
              <a:lnSpc>
                <a:spcPct val="90000"/>
              </a:lnSpc>
              <a:spcBef>
                <a:spcPts val="0"/>
              </a:spcBef>
              <a:spcAft>
                <a:spcPts val="0"/>
              </a:spcAft>
              <a:buClr>
                <a:srgbClr val="000000"/>
              </a:buClr>
              <a:buSzPts val="700"/>
              <a:buNone/>
              <a:defRPr sz="700">
                <a:solidFill>
                  <a:srgbClr val="000000"/>
                </a:solidFill>
              </a:defRPr>
            </a:lvl3pPr>
            <a:lvl4pPr lvl="3" rtl="0" algn="ctr">
              <a:lnSpc>
                <a:spcPct val="90000"/>
              </a:lnSpc>
              <a:spcBef>
                <a:spcPts val="0"/>
              </a:spcBef>
              <a:spcAft>
                <a:spcPts val="0"/>
              </a:spcAft>
              <a:buClr>
                <a:srgbClr val="000000"/>
              </a:buClr>
              <a:buSzPts val="700"/>
              <a:buNone/>
              <a:defRPr sz="700">
                <a:solidFill>
                  <a:srgbClr val="000000"/>
                </a:solidFill>
              </a:defRPr>
            </a:lvl4pPr>
            <a:lvl5pPr lvl="4" rtl="0" algn="ctr">
              <a:lnSpc>
                <a:spcPct val="90000"/>
              </a:lnSpc>
              <a:spcBef>
                <a:spcPts val="0"/>
              </a:spcBef>
              <a:spcAft>
                <a:spcPts val="0"/>
              </a:spcAft>
              <a:buClr>
                <a:srgbClr val="000000"/>
              </a:buClr>
              <a:buSzPts val="700"/>
              <a:buNone/>
              <a:defRPr sz="700">
                <a:solidFill>
                  <a:srgbClr val="000000"/>
                </a:solidFill>
              </a:defRPr>
            </a:lvl5pPr>
            <a:lvl6pPr lvl="5" rtl="0" algn="ctr">
              <a:lnSpc>
                <a:spcPct val="90000"/>
              </a:lnSpc>
              <a:spcBef>
                <a:spcPts val="0"/>
              </a:spcBef>
              <a:spcAft>
                <a:spcPts val="0"/>
              </a:spcAft>
              <a:buClr>
                <a:srgbClr val="000000"/>
              </a:buClr>
              <a:buSzPts val="700"/>
              <a:buNone/>
              <a:defRPr sz="700">
                <a:solidFill>
                  <a:srgbClr val="000000"/>
                </a:solidFill>
              </a:defRPr>
            </a:lvl6pPr>
            <a:lvl7pPr lvl="6" rtl="0" algn="ctr">
              <a:lnSpc>
                <a:spcPct val="90000"/>
              </a:lnSpc>
              <a:spcBef>
                <a:spcPts val="0"/>
              </a:spcBef>
              <a:spcAft>
                <a:spcPts val="0"/>
              </a:spcAft>
              <a:buClr>
                <a:srgbClr val="000000"/>
              </a:buClr>
              <a:buSzPts val="700"/>
              <a:buNone/>
              <a:defRPr sz="700">
                <a:solidFill>
                  <a:srgbClr val="000000"/>
                </a:solidFill>
              </a:defRPr>
            </a:lvl7pPr>
            <a:lvl8pPr lvl="7" rtl="0" algn="ctr">
              <a:lnSpc>
                <a:spcPct val="90000"/>
              </a:lnSpc>
              <a:spcBef>
                <a:spcPts val="0"/>
              </a:spcBef>
              <a:spcAft>
                <a:spcPts val="0"/>
              </a:spcAft>
              <a:buClr>
                <a:srgbClr val="000000"/>
              </a:buClr>
              <a:buSzPts val="700"/>
              <a:buNone/>
              <a:defRPr sz="700">
                <a:solidFill>
                  <a:srgbClr val="000000"/>
                </a:solidFill>
              </a:defRPr>
            </a:lvl8pPr>
            <a:lvl9pPr lvl="8" rtl="0" algn="ctr">
              <a:lnSpc>
                <a:spcPct val="90000"/>
              </a:lnSpc>
              <a:spcBef>
                <a:spcPts val="0"/>
              </a:spcBef>
              <a:spcAft>
                <a:spcPts val="0"/>
              </a:spcAft>
              <a:buClr>
                <a:srgbClr val="000000"/>
              </a:buClr>
              <a:buSzPts val="700"/>
              <a:buNone/>
              <a:defRPr sz="700">
                <a:solidFill>
                  <a:srgbClr val="000000"/>
                </a:solidFill>
              </a:defRPr>
            </a:lvl9pPr>
          </a:lstStyle>
          <a:p/>
        </p:txBody>
      </p:sp>
      <p:sp>
        <p:nvSpPr>
          <p:cNvPr id="196" name="Google Shape;196;p2"/>
          <p:cNvSpPr txBox="1"/>
          <p:nvPr>
            <p:ph idx="76" type="subTitle"/>
          </p:nvPr>
        </p:nvSpPr>
        <p:spPr>
          <a:xfrm>
            <a:off x="2925232" y="4765316"/>
            <a:ext cx="777900" cy="437700"/>
          </a:xfrm>
          <a:prstGeom prst="rect">
            <a:avLst/>
          </a:prstGeom>
          <a:noFill/>
          <a:ln>
            <a:noFill/>
          </a:ln>
        </p:spPr>
        <p:txBody>
          <a:bodyPr anchorCtr="0" anchor="ctr" bIns="36000" lIns="36000" spcFirstLastPara="1" rIns="36000" wrap="square" tIns="36000">
            <a:noAutofit/>
          </a:bodyPr>
          <a:lstStyle>
            <a:lvl1pPr lvl="0" rt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rtl="0" algn="ctr">
              <a:lnSpc>
                <a:spcPct val="90000"/>
              </a:lnSpc>
              <a:spcBef>
                <a:spcPts val="0"/>
              </a:spcBef>
              <a:spcAft>
                <a:spcPts val="0"/>
              </a:spcAft>
              <a:buClr>
                <a:srgbClr val="000000"/>
              </a:buClr>
              <a:buSzPts val="700"/>
              <a:buNone/>
              <a:defRPr sz="700">
                <a:solidFill>
                  <a:srgbClr val="000000"/>
                </a:solidFill>
              </a:defRPr>
            </a:lvl2pPr>
            <a:lvl3pPr lvl="2" rtl="0" algn="ctr">
              <a:lnSpc>
                <a:spcPct val="90000"/>
              </a:lnSpc>
              <a:spcBef>
                <a:spcPts val="0"/>
              </a:spcBef>
              <a:spcAft>
                <a:spcPts val="0"/>
              </a:spcAft>
              <a:buClr>
                <a:srgbClr val="000000"/>
              </a:buClr>
              <a:buSzPts val="700"/>
              <a:buNone/>
              <a:defRPr sz="700">
                <a:solidFill>
                  <a:srgbClr val="000000"/>
                </a:solidFill>
              </a:defRPr>
            </a:lvl3pPr>
            <a:lvl4pPr lvl="3" rtl="0" algn="ctr">
              <a:lnSpc>
                <a:spcPct val="90000"/>
              </a:lnSpc>
              <a:spcBef>
                <a:spcPts val="0"/>
              </a:spcBef>
              <a:spcAft>
                <a:spcPts val="0"/>
              </a:spcAft>
              <a:buClr>
                <a:srgbClr val="000000"/>
              </a:buClr>
              <a:buSzPts val="700"/>
              <a:buNone/>
              <a:defRPr sz="700">
                <a:solidFill>
                  <a:srgbClr val="000000"/>
                </a:solidFill>
              </a:defRPr>
            </a:lvl4pPr>
            <a:lvl5pPr lvl="4" rtl="0" algn="ctr">
              <a:lnSpc>
                <a:spcPct val="90000"/>
              </a:lnSpc>
              <a:spcBef>
                <a:spcPts val="0"/>
              </a:spcBef>
              <a:spcAft>
                <a:spcPts val="0"/>
              </a:spcAft>
              <a:buClr>
                <a:srgbClr val="000000"/>
              </a:buClr>
              <a:buSzPts val="700"/>
              <a:buNone/>
              <a:defRPr sz="700">
                <a:solidFill>
                  <a:srgbClr val="000000"/>
                </a:solidFill>
              </a:defRPr>
            </a:lvl5pPr>
            <a:lvl6pPr lvl="5" rtl="0" algn="ctr">
              <a:lnSpc>
                <a:spcPct val="90000"/>
              </a:lnSpc>
              <a:spcBef>
                <a:spcPts val="0"/>
              </a:spcBef>
              <a:spcAft>
                <a:spcPts val="0"/>
              </a:spcAft>
              <a:buClr>
                <a:srgbClr val="000000"/>
              </a:buClr>
              <a:buSzPts val="700"/>
              <a:buNone/>
              <a:defRPr sz="700">
                <a:solidFill>
                  <a:srgbClr val="000000"/>
                </a:solidFill>
              </a:defRPr>
            </a:lvl6pPr>
            <a:lvl7pPr lvl="6" rtl="0" algn="ctr">
              <a:lnSpc>
                <a:spcPct val="90000"/>
              </a:lnSpc>
              <a:spcBef>
                <a:spcPts val="0"/>
              </a:spcBef>
              <a:spcAft>
                <a:spcPts val="0"/>
              </a:spcAft>
              <a:buClr>
                <a:srgbClr val="000000"/>
              </a:buClr>
              <a:buSzPts val="700"/>
              <a:buNone/>
              <a:defRPr sz="700">
                <a:solidFill>
                  <a:srgbClr val="000000"/>
                </a:solidFill>
              </a:defRPr>
            </a:lvl7pPr>
            <a:lvl8pPr lvl="7" rtl="0" algn="ctr">
              <a:lnSpc>
                <a:spcPct val="90000"/>
              </a:lnSpc>
              <a:spcBef>
                <a:spcPts val="0"/>
              </a:spcBef>
              <a:spcAft>
                <a:spcPts val="0"/>
              </a:spcAft>
              <a:buClr>
                <a:srgbClr val="000000"/>
              </a:buClr>
              <a:buSzPts val="700"/>
              <a:buNone/>
              <a:defRPr sz="700">
                <a:solidFill>
                  <a:srgbClr val="000000"/>
                </a:solidFill>
              </a:defRPr>
            </a:lvl8pPr>
            <a:lvl9pPr lvl="8" rtl="0" algn="ctr">
              <a:lnSpc>
                <a:spcPct val="90000"/>
              </a:lnSpc>
              <a:spcBef>
                <a:spcPts val="0"/>
              </a:spcBef>
              <a:spcAft>
                <a:spcPts val="0"/>
              </a:spcAft>
              <a:buClr>
                <a:srgbClr val="000000"/>
              </a:buClr>
              <a:buSzPts val="700"/>
              <a:buNone/>
              <a:defRPr sz="700">
                <a:solidFill>
                  <a:srgbClr val="000000"/>
                </a:solidFill>
              </a:defRPr>
            </a:lvl9pPr>
          </a:lstStyle>
          <a:p/>
        </p:txBody>
      </p:sp>
      <p:sp>
        <p:nvSpPr>
          <p:cNvPr id="197" name="Google Shape;197;p2"/>
          <p:cNvSpPr txBox="1"/>
          <p:nvPr>
            <p:ph idx="77" type="subTitle"/>
          </p:nvPr>
        </p:nvSpPr>
        <p:spPr>
          <a:xfrm>
            <a:off x="3736126" y="4765316"/>
            <a:ext cx="815100" cy="437700"/>
          </a:xfrm>
          <a:prstGeom prst="rect">
            <a:avLst/>
          </a:prstGeom>
          <a:noFill/>
          <a:ln>
            <a:noFill/>
          </a:ln>
        </p:spPr>
        <p:txBody>
          <a:bodyPr anchorCtr="0" anchor="ctr" bIns="36000" lIns="36000" spcFirstLastPara="1" rIns="36000" wrap="square" tIns="36000">
            <a:noAutofit/>
          </a:bodyPr>
          <a:lstStyle>
            <a:lvl1pPr lvl="0" rt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rtl="0" algn="ctr">
              <a:lnSpc>
                <a:spcPct val="90000"/>
              </a:lnSpc>
              <a:spcBef>
                <a:spcPts val="0"/>
              </a:spcBef>
              <a:spcAft>
                <a:spcPts val="0"/>
              </a:spcAft>
              <a:buClr>
                <a:srgbClr val="000000"/>
              </a:buClr>
              <a:buSzPts val="700"/>
              <a:buNone/>
              <a:defRPr sz="700">
                <a:solidFill>
                  <a:srgbClr val="000000"/>
                </a:solidFill>
              </a:defRPr>
            </a:lvl2pPr>
            <a:lvl3pPr lvl="2" rtl="0" algn="ctr">
              <a:lnSpc>
                <a:spcPct val="90000"/>
              </a:lnSpc>
              <a:spcBef>
                <a:spcPts val="0"/>
              </a:spcBef>
              <a:spcAft>
                <a:spcPts val="0"/>
              </a:spcAft>
              <a:buClr>
                <a:srgbClr val="000000"/>
              </a:buClr>
              <a:buSzPts val="700"/>
              <a:buNone/>
              <a:defRPr sz="700">
                <a:solidFill>
                  <a:srgbClr val="000000"/>
                </a:solidFill>
              </a:defRPr>
            </a:lvl3pPr>
            <a:lvl4pPr lvl="3" rtl="0" algn="ctr">
              <a:lnSpc>
                <a:spcPct val="90000"/>
              </a:lnSpc>
              <a:spcBef>
                <a:spcPts val="0"/>
              </a:spcBef>
              <a:spcAft>
                <a:spcPts val="0"/>
              </a:spcAft>
              <a:buClr>
                <a:srgbClr val="000000"/>
              </a:buClr>
              <a:buSzPts val="700"/>
              <a:buNone/>
              <a:defRPr sz="700">
                <a:solidFill>
                  <a:srgbClr val="000000"/>
                </a:solidFill>
              </a:defRPr>
            </a:lvl4pPr>
            <a:lvl5pPr lvl="4" rtl="0" algn="ctr">
              <a:lnSpc>
                <a:spcPct val="90000"/>
              </a:lnSpc>
              <a:spcBef>
                <a:spcPts val="0"/>
              </a:spcBef>
              <a:spcAft>
                <a:spcPts val="0"/>
              </a:spcAft>
              <a:buClr>
                <a:srgbClr val="000000"/>
              </a:buClr>
              <a:buSzPts val="700"/>
              <a:buNone/>
              <a:defRPr sz="700">
                <a:solidFill>
                  <a:srgbClr val="000000"/>
                </a:solidFill>
              </a:defRPr>
            </a:lvl5pPr>
            <a:lvl6pPr lvl="5" rtl="0" algn="ctr">
              <a:lnSpc>
                <a:spcPct val="90000"/>
              </a:lnSpc>
              <a:spcBef>
                <a:spcPts val="0"/>
              </a:spcBef>
              <a:spcAft>
                <a:spcPts val="0"/>
              </a:spcAft>
              <a:buClr>
                <a:srgbClr val="000000"/>
              </a:buClr>
              <a:buSzPts val="700"/>
              <a:buNone/>
              <a:defRPr sz="700">
                <a:solidFill>
                  <a:srgbClr val="000000"/>
                </a:solidFill>
              </a:defRPr>
            </a:lvl6pPr>
            <a:lvl7pPr lvl="6" rtl="0" algn="ctr">
              <a:lnSpc>
                <a:spcPct val="90000"/>
              </a:lnSpc>
              <a:spcBef>
                <a:spcPts val="0"/>
              </a:spcBef>
              <a:spcAft>
                <a:spcPts val="0"/>
              </a:spcAft>
              <a:buClr>
                <a:srgbClr val="000000"/>
              </a:buClr>
              <a:buSzPts val="700"/>
              <a:buNone/>
              <a:defRPr sz="700">
                <a:solidFill>
                  <a:srgbClr val="000000"/>
                </a:solidFill>
              </a:defRPr>
            </a:lvl7pPr>
            <a:lvl8pPr lvl="7" rtl="0" algn="ctr">
              <a:lnSpc>
                <a:spcPct val="90000"/>
              </a:lnSpc>
              <a:spcBef>
                <a:spcPts val="0"/>
              </a:spcBef>
              <a:spcAft>
                <a:spcPts val="0"/>
              </a:spcAft>
              <a:buClr>
                <a:srgbClr val="000000"/>
              </a:buClr>
              <a:buSzPts val="700"/>
              <a:buNone/>
              <a:defRPr sz="700">
                <a:solidFill>
                  <a:srgbClr val="000000"/>
                </a:solidFill>
              </a:defRPr>
            </a:lvl8pPr>
            <a:lvl9pPr lvl="8" rtl="0" algn="ctr">
              <a:lnSpc>
                <a:spcPct val="90000"/>
              </a:lnSpc>
              <a:spcBef>
                <a:spcPts val="0"/>
              </a:spcBef>
              <a:spcAft>
                <a:spcPts val="0"/>
              </a:spcAft>
              <a:buClr>
                <a:srgbClr val="000000"/>
              </a:buClr>
              <a:buSzPts val="700"/>
              <a:buNone/>
              <a:defRPr sz="700">
                <a:solidFill>
                  <a:srgbClr val="000000"/>
                </a:solidFill>
              </a:defRPr>
            </a:lvl9pPr>
          </a:lstStyle>
          <a:p/>
        </p:txBody>
      </p:sp>
      <p:sp>
        <p:nvSpPr>
          <p:cNvPr id="198" name="Google Shape;198;p2"/>
          <p:cNvSpPr txBox="1"/>
          <p:nvPr>
            <p:ph idx="78" type="subTitle"/>
          </p:nvPr>
        </p:nvSpPr>
        <p:spPr>
          <a:xfrm>
            <a:off x="4671309" y="4765316"/>
            <a:ext cx="777900" cy="437700"/>
          </a:xfrm>
          <a:prstGeom prst="rect">
            <a:avLst/>
          </a:prstGeom>
          <a:noFill/>
          <a:ln>
            <a:noFill/>
          </a:ln>
        </p:spPr>
        <p:txBody>
          <a:bodyPr anchorCtr="0" anchor="ctr" bIns="36000" lIns="36000" spcFirstLastPara="1" rIns="36000" wrap="square" tIns="36000">
            <a:noAutofit/>
          </a:bodyPr>
          <a:lstStyle>
            <a:lvl1pPr lvl="0" rt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rtl="0" algn="ctr">
              <a:lnSpc>
                <a:spcPct val="90000"/>
              </a:lnSpc>
              <a:spcBef>
                <a:spcPts val="0"/>
              </a:spcBef>
              <a:spcAft>
                <a:spcPts val="0"/>
              </a:spcAft>
              <a:buClr>
                <a:srgbClr val="000000"/>
              </a:buClr>
              <a:buSzPts val="700"/>
              <a:buNone/>
              <a:defRPr sz="700">
                <a:solidFill>
                  <a:srgbClr val="000000"/>
                </a:solidFill>
              </a:defRPr>
            </a:lvl2pPr>
            <a:lvl3pPr lvl="2" rtl="0" algn="ctr">
              <a:lnSpc>
                <a:spcPct val="90000"/>
              </a:lnSpc>
              <a:spcBef>
                <a:spcPts val="0"/>
              </a:spcBef>
              <a:spcAft>
                <a:spcPts val="0"/>
              </a:spcAft>
              <a:buClr>
                <a:srgbClr val="000000"/>
              </a:buClr>
              <a:buSzPts val="700"/>
              <a:buNone/>
              <a:defRPr sz="700">
                <a:solidFill>
                  <a:srgbClr val="000000"/>
                </a:solidFill>
              </a:defRPr>
            </a:lvl3pPr>
            <a:lvl4pPr lvl="3" rtl="0" algn="ctr">
              <a:lnSpc>
                <a:spcPct val="90000"/>
              </a:lnSpc>
              <a:spcBef>
                <a:spcPts val="0"/>
              </a:spcBef>
              <a:spcAft>
                <a:spcPts val="0"/>
              </a:spcAft>
              <a:buClr>
                <a:srgbClr val="000000"/>
              </a:buClr>
              <a:buSzPts val="700"/>
              <a:buNone/>
              <a:defRPr sz="700">
                <a:solidFill>
                  <a:srgbClr val="000000"/>
                </a:solidFill>
              </a:defRPr>
            </a:lvl4pPr>
            <a:lvl5pPr lvl="4" rtl="0" algn="ctr">
              <a:lnSpc>
                <a:spcPct val="90000"/>
              </a:lnSpc>
              <a:spcBef>
                <a:spcPts val="0"/>
              </a:spcBef>
              <a:spcAft>
                <a:spcPts val="0"/>
              </a:spcAft>
              <a:buClr>
                <a:srgbClr val="000000"/>
              </a:buClr>
              <a:buSzPts val="700"/>
              <a:buNone/>
              <a:defRPr sz="700">
                <a:solidFill>
                  <a:srgbClr val="000000"/>
                </a:solidFill>
              </a:defRPr>
            </a:lvl5pPr>
            <a:lvl6pPr lvl="5" rtl="0" algn="ctr">
              <a:lnSpc>
                <a:spcPct val="90000"/>
              </a:lnSpc>
              <a:spcBef>
                <a:spcPts val="0"/>
              </a:spcBef>
              <a:spcAft>
                <a:spcPts val="0"/>
              </a:spcAft>
              <a:buClr>
                <a:srgbClr val="000000"/>
              </a:buClr>
              <a:buSzPts val="700"/>
              <a:buNone/>
              <a:defRPr sz="700">
                <a:solidFill>
                  <a:srgbClr val="000000"/>
                </a:solidFill>
              </a:defRPr>
            </a:lvl6pPr>
            <a:lvl7pPr lvl="6" rtl="0" algn="ctr">
              <a:lnSpc>
                <a:spcPct val="90000"/>
              </a:lnSpc>
              <a:spcBef>
                <a:spcPts val="0"/>
              </a:spcBef>
              <a:spcAft>
                <a:spcPts val="0"/>
              </a:spcAft>
              <a:buClr>
                <a:srgbClr val="000000"/>
              </a:buClr>
              <a:buSzPts val="700"/>
              <a:buNone/>
              <a:defRPr sz="700">
                <a:solidFill>
                  <a:srgbClr val="000000"/>
                </a:solidFill>
              </a:defRPr>
            </a:lvl7pPr>
            <a:lvl8pPr lvl="7" rtl="0" algn="ctr">
              <a:lnSpc>
                <a:spcPct val="90000"/>
              </a:lnSpc>
              <a:spcBef>
                <a:spcPts val="0"/>
              </a:spcBef>
              <a:spcAft>
                <a:spcPts val="0"/>
              </a:spcAft>
              <a:buClr>
                <a:srgbClr val="000000"/>
              </a:buClr>
              <a:buSzPts val="700"/>
              <a:buNone/>
              <a:defRPr sz="700">
                <a:solidFill>
                  <a:srgbClr val="000000"/>
                </a:solidFill>
              </a:defRPr>
            </a:lvl8pPr>
            <a:lvl9pPr lvl="8" rtl="0" algn="ctr">
              <a:lnSpc>
                <a:spcPct val="90000"/>
              </a:lnSpc>
              <a:spcBef>
                <a:spcPts val="0"/>
              </a:spcBef>
              <a:spcAft>
                <a:spcPts val="0"/>
              </a:spcAft>
              <a:buClr>
                <a:srgbClr val="000000"/>
              </a:buClr>
              <a:buSzPts val="700"/>
              <a:buNone/>
              <a:defRPr sz="700">
                <a:solidFill>
                  <a:srgbClr val="000000"/>
                </a:solidFill>
              </a:defRPr>
            </a:lvl9pPr>
          </a:lstStyle>
          <a:p/>
        </p:txBody>
      </p:sp>
      <p:sp>
        <p:nvSpPr>
          <p:cNvPr id="199" name="Google Shape;199;p2"/>
          <p:cNvSpPr txBox="1"/>
          <p:nvPr>
            <p:ph idx="79" type="subTitle"/>
          </p:nvPr>
        </p:nvSpPr>
        <p:spPr>
          <a:xfrm>
            <a:off x="5482203" y="4765316"/>
            <a:ext cx="815100" cy="437700"/>
          </a:xfrm>
          <a:prstGeom prst="rect">
            <a:avLst/>
          </a:prstGeom>
          <a:noFill/>
          <a:ln>
            <a:noFill/>
          </a:ln>
        </p:spPr>
        <p:txBody>
          <a:bodyPr anchorCtr="0" anchor="ctr" bIns="36000" lIns="36000" spcFirstLastPara="1" rIns="36000" wrap="square" tIns="36000">
            <a:noAutofit/>
          </a:bodyPr>
          <a:lstStyle>
            <a:lvl1pPr lvl="0" rt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rtl="0" algn="ctr">
              <a:lnSpc>
                <a:spcPct val="90000"/>
              </a:lnSpc>
              <a:spcBef>
                <a:spcPts val="0"/>
              </a:spcBef>
              <a:spcAft>
                <a:spcPts val="0"/>
              </a:spcAft>
              <a:buClr>
                <a:srgbClr val="000000"/>
              </a:buClr>
              <a:buSzPts val="700"/>
              <a:buNone/>
              <a:defRPr sz="700">
                <a:solidFill>
                  <a:srgbClr val="000000"/>
                </a:solidFill>
              </a:defRPr>
            </a:lvl2pPr>
            <a:lvl3pPr lvl="2" rtl="0" algn="ctr">
              <a:lnSpc>
                <a:spcPct val="90000"/>
              </a:lnSpc>
              <a:spcBef>
                <a:spcPts val="0"/>
              </a:spcBef>
              <a:spcAft>
                <a:spcPts val="0"/>
              </a:spcAft>
              <a:buClr>
                <a:srgbClr val="000000"/>
              </a:buClr>
              <a:buSzPts val="700"/>
              <a:buNone/>
              <a:defRPr sz="700">
                <a:solidFill>
                  <a:srgbClr val="000000"/>
                </a:solidFill>
              </a:defRPr>
            </a:lvl3pPr>
            <a:lvl4pPr lvl="3" rtl="0" algn="ctr">
              <a:lnSpc>
                <a:spcPct val="90000"/>
              </a:lnSpc>
              <a:spcBef>
                <a:spcPts val="0"/>
              </a:spcBef>
              <a:spcAft>
                <a:spcPts val="0"/>
              </a:spcAft>
              <a:buClr>
                <a:srgbClr val="000000"/>
              </a:buClr>
              <a:buSzPts val="700"/>
              <a:buNone/>
              <a:defRPr sz="700">
                <a:solidFill>
                  <a:srgbClr val="000000"/>
                </a:solidFill>
              </a:defRPr>
            </a:lvl4pPr>
            <a:lvl5pPr lvl="4" rtl="0" algn="ctr">
              <a:lnSpc>
                <a:spcPct val="90000"/>
              </a:lnSpc>
              <a:spcBef>
                <a:spcPts val="0"/>
              </a:spcBef>
              <a:spcAft>
                <a:spcPts val="0"/>
              </a:spcAft>
              <a:buClr>
                <a:srgbClr val="000000"/>
              </a:buClr>
              <a:buSzPts val="700"/>
              <a:buNone/>
              <a:defRPr sz="700">
                <a:solidFill>
                  <a:srgbClr val="000000"/>
                </a:solidFill>
              </a:defRPr>
            </a:lvl5pPr>
            <a:lvl6pPr lvl="5" rtl="0" algn="ctr">
              <a:lnSpc>
                <a:spcPct val="90000"/>
              </a:lnSpc>
              <a:spcBef>
                <a:spcPts val="0"/>
              </a:spcBef>
              <a:spcAft>
                <a:spcPts val="0"/>
              </a:spcAft>
              <a:buClr>
                <a:srgbClr val="000000"/>
              </a:buClr>
              <a:buSzPts val="700"/>
              <a:buNone/>
              <a:defRPr sz="700">
                <a:solidFill>
                  <a:srgbClr val="000000"/>
                </a:solidFill>
              </a:defRPr>
            </a:lvl6pPr>
            <a:lvl7pPr lvl="6" rtl="0" algn="ctr">
              <a:lnSpc>
                <a:spcPct val="90000"/>
              </a:lnSpc>
              <a:spcBef>
                <a:spcPts val="0"/>
              </a:spcBef>
              <a:spcAft>
                <a:spcPts val="0"/>
              </a:spcAft>
              <a:buClr>
                <a:srgbClr val="000000"/>
              </a:buClr>
              <a:buSzPts val="700"/>
              <a:buNone/>
              <a:defRPr sz="700">
                <a:solidFill>
                  <a:srgbClr val="000000"/>
                </a:solidFill>
              </a:defRPr>
            </a:lvl7pPr>
            <a:lvl8pPr lvl="7" rtl="0" algn="ctr">
              <a:lnSpc>
                <a:spcPct val="90000"/>
              </a:lnSpc>
              <a:spcBef>
                <a:spcPts val="0"/>
              </a:spcBef>
              <a:spcAft>
                <a:spcPts val="0"/>
              </a:spcAft>
              <a:buClr>
                <a:srgbClr val="000000"/>
              </a:buClr>
              <a:buSzPts val="700"/>
              <a:buNone/>
              <a:defRPr sz="700">
                <a:solidFill>
                  <a:srgbClr val="000000"/>
                </a:solidFill>
              </a:defRPr>
            </a:lvl8pPr>
            <a:lvl9pPr lvl="8" rtl="0" algn="ctr">
              <a:lnSpc>
                <a:spcPct val="90000"/>
              </a:lnSpc>
              <a:spcBef>
                <a:spcPts val="0"/>
              </a:spcBef>
              <a:spcAft>
                <a:spcPts val="0"/>
              </a:spcAft>
              <a:buClr>
                <a:srgbClr val="000000"/>
              </a:buClr>
              <a:buSzPts val="700"/>
              <a:buNone/>
              <a:defRPr sz="700">
                <a:solidFill>
                  <a:srgbClr val="000000"/>
                </a:solidFill>
              </a:defRPr>
            </a:lvl9pPr>
          </a:lstStyle>
          <a:p/>
        </p:txBody>
      </p:sp>
      <p:sp>
        <p:nvSpPr>
          <p:cNvPr id="200" name="Google Shape;200;p2"/>
          <p:cNvSpPr txBox="1"/>
          <p:nvPr>
            <p:ph idx="80" type="subTitle"/>
          </p:nvPr>
        </p:nvSpPr>
        <p:spPr>
          <a:xfrm>
            <a:off x="6411959" y="4765313"/>
            <a:ext cx="813600" cy="437700"/>
          </a:xfrm>
          <a:prstGeom prst="rect">
            <a:avLst/>
          </a:prstGeom>
          <a:noFill/>
          <a:ln>
            <a:noFill/>
          </a:ln>
        </p:spPr>
        <p:txBody>
          <a:bodyPr anchorCtr="0" anchor="ctr" bIns="36000" lIns="36000" spcFirstLastPara="1" rIns="36000" wrap="square" tIns="36000">
            <a:noAutofit/>
          </a:bodyPr>
          <a:lstStyle>
            <a:lvl1pPr lvl="0" rt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rtl="0" algn="ctr">
              <a:lnSpc>
                <a:spcPct val="90000"/>
              </a:lnSpc>
              <a:spcBef>
                <a:spcPts val="0"/>
              </a:spcBef>
              <a:spcAft>
                <a:spcPts val="0"/>
              </a:spcAft>
              <a:buClr>
                <a:srgbClr val="000000"/>
              </a:buClr>
              <a:buSzPts val="700"/>
              <a:buNone/>
              <a:defRPr sz="700">
                <a:solidFill>
                  <a:srgbClr val="000000"/>
                </a:solidFill>
              </a:defRPr>
            </a:lvl2pPr>
            <a:lvl3pPr lvl="2" rtl="0" algn="ctr">
              <a:lnSpc>
                <a:spcPct val="90000"/>
              </a:lnSpc>
              <a:spcBef>
                <a:spcPts val="0"/>
              </a:spcBef>
              <a:spcAft>
                <a:spcPts val="0"/>
              </a:spcAft>
              <a:buClr>
                <a:srgbClr val="000000"/>
              </a:buClr>
              <a:buSzPts val="700"/>
              <a:buNone/>
              <a:defRPr sz="700">
                <a:solidFill>
                  <a:srgbClr val="000000"/>
                </a:solidFill>
              </a:defRPr>
            </a:lvl3pPr>
            <a:lvl4pPr lvl="3" rtl="0" algn="ctr">
              <a:lnSpc>
                <a:spcPct val="90000"/>
              </a:lnSpc>
              <a:spcBef>
                <a:spcPts val="0"/>
              </a:spcBef>
              <a:spcAft>
                <a:spcPts val="0"/>
              </a:spcAft>
              <a:buClr>
                <a:srgbClr val="000000"/>
              </a:buClr>
              <a:buSzPts val="700"/>
              <a:buNone/>
              <a:defRPr sz="700">
                <a:solidFill>
                  <a:srgbClr val="000000"/>
                </a:solidFill>
              </a:defRPr>
            </a:lvl4pPr>
            <a:lvl5pPr lvl="4" rtl="0" algn="ctr">
              <a:lnSpc>
                <a:spcPct val="90000"/>
              </a:lnSpc>
              <a:spcBef>
                <a:spcPts val="0"/>
              </a:spcBef>
              <a:spcAft>
                <a:spcPts val="0"/>
              </a:spcAft>
              <a:buClr>
                <a:srgbClr val="000000"/>
              </a:buClr>
              <a:buSzPts val="700"/>
              <a:buNone/>
              <a:defRPr sz="700">
                <a:solidFill>
                  <a:srgbClr val="000000"/>
                </a:solidFill>
              </a:defRPr>
            </a:lvl5pPr>
            <a:lvl6pPr lvl="5" rtl="0" algn="ctr">
              <a:lnSpc>
                <a:spcPct val="90000"/>
              </a:lnSpc>
              <a:spcBef>
                <a:spcPts val="0"/>
              </a:spcBef>
              <a:spcAft>
                <a:spcPts val="0"/>
              </a:spcAft>
              <a:buClr>
                <a:srgbClr val="000000"/>
              </a:buClr>
              <a:buSzPts val="700"/>
              <a:buNone/>
              <a:defRPr sz="700">
                <a:solidFill>
                  <a:srgbClr val="000000"/>
                </a:solidFill>
              </a:defRPr>
            </a:lvl6pPr>
            <a:lvl7pPr lvl="6" rtl="0" algn="ctr">
              <a:lnSpc>
                <a:spcPct val="90000"/>
              </a:lnSpc>
              <a:spcBef>
                <a:spcPts val="0"/>
              </a:spcBef>
              <a:spcAft>
                <a:spcPts val="0"/>
              </a:spcAft>
              <a:buClr>
                <a:srgbClr val="000000"/>
              </a:buClr>
              <a:buSzPts val="700"/>
              <a:buNone/>
              <a:defRPr sz="700">
                <a:solidFill>
                  <a:srgbClr val="000000"/>
                </a:solidFill>
              </a:defRPr>
            </a:lvl7pPr>
            <a:lvl8pPr lvl="7" rtl="0" algn="ctr">
              <a:lnSpc>
                <a:spcPct val="90000"/>
              </a:lnSpc>
              <a:spcBef>
                <a:spcPts val="0"/>
              </a:spcBef>
              <a:spcAft>
                <a:spcPts val="0"/>
              </a:spcAft>
              <a:buClr>
                <a:srgbClr val="000000"/>
              </a:buClr>
              <a:buSzPts val="700"/>
              <a:buNone/>
              <a:defRPr sz="700">
                <a:solidFill>
                  <a:srgbClr val="000000"/>
                </a:solidFill>
              </a:defRPr>
            </a:lvl8pPr>
            <a:lvl9pPr lvl="8" rtl="0" algn="ctr">
              <a:lnSpc>
                <a:spcPct val="90000"/>
              </a:lnSpc>
              <a:spcBef>
                <a:spcPts val="0"/>
              </a:spcBef>
              <a:spcAft>
                <a:spcPts val="0"/>
              </a:spcAft>
              <a:buClr>
                <a:srgbClr val="000000"/>
              </a:buClr>
              <a:buSzPts val="700"/>
              <a:buNone/>
              <a:defRPr sz="700">
                <a:solidFill>
                  <a:srgbClr val="000000"/>
                </a:solidFill>
              </a:defRPr>
            </a:lvl9pPr>
          </a:lstStyle>
          <a:p/>
        </p:txBody>
      </p:sp>
      <p:sp>
        <p:nvSpPr>
          <p:cNvPr id="201" name="Google Shape;201;p2"/>
          <p:cNvSpPr txBox="1"/>
          <p:nvPr>
            <p:ph idx="81" type="subTitle"/>
          </p:nvPr>
        </p:nvSpPr>
        <p:spPr>
          <a:xfrm>
            <a:off x="7345671" y="4765316"/>
            <a:ext cx="796500" cy="437700"/>
          </a:xfrm>
          <a:prstGeom prst="rect">
            <a:avLst/>
          </a:prstGeom>
          <a:noFill/>
          <a:ln>
            <a:noFill/>
          </a:ln>
        </p:spPr>
        <p:txBody>
          <a:bodyPr anchorCtr="0" anchor="ctr" bIns="36000" lIns="36000" spcFirstLastPara="1" rIns="36000" wrap="square" tIns="36000">
            <a:noAutofit/>
          </a:bodyPr>
          <a:lstStyle>
            <a:lvl1pPr lvl="0" rt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rtl="0" algn="ctr">
              <a:lnSpc>
                <a:spcPct val="90000"/>
              </a:lnSpc>
              <a:spcBef>
                <a:spcPts val="0"/>
              </a:spcBef>
              <a:spcAft>
                <a:spcPts val="0"/>
              </a:spcAft>
              <a:buClr>
                <a:srgbClr val="000000"/>
              </a:buClr>
              <a:buSzPts val="700"/>
              <a:buNone/>
              <a:defRPr sz="700">
                <a:solidFill>
                  <a:srgbClr val="000000"/>
                </a:solidFill>
              </a:defRPr>
            </a:lvl2pPr>
            <a:lvl3pPr lvl="2" rtl="0" algn="ctr">
              <a:lnSpc>
                <a:spcPct val="90000"/>
              </a:lnSpc>
              <a:spcBef>
                <a:spcPts val="0"/>
              </a:spcBef>
              <a:spcAft>
                <a:spcPts val="0"/>
              </a:spcAft>
              <a:buClr>
                <a:srgbClr val="000000"/>
              </a:buClr>
              <a:buSzPts val="700"/>
              <a:buNone/>
              <a:defRPr sz="700">
                <a:solidFill>
                  <a:srgbClr val="000000"/>
                </a:solidFill>
              </a:defRPr>
            </a:lvl3pPr>
            <a:lvl4pPr lvl="3" rtl="0" algn="ctr">
              <a:lnSpc>
                <a:spcPct val="90000"/>
              </a:lnSpc>
              <a:spcBef>
                <a:spcPts val="0"/>
              </a:spcBef>
              <a:spcAft>
                <a:spcPts val="0"/>
              </a:spcAft>
              <a:buClr>
                <a:srgbClr val="000000"/>
              </a:buClr>
              <a:buSzPts val="700"/>
              <a:buNone/>
              <a:defRPr sz="700">
                <a:solidFill>
                  <a:srgbClr val="000000"/>
                </a:solidFill>
              </a:defRPr>
            </a:lvl4pPr>
            <a:lvl5pPr lvl="4" rtl="0" algn="ctr">
              <a:lnSpc>
                <a:spcPct val="90000"/>
              </a:lnSpc>
              <a:spcBef>
                <a:spcPts val="0"/>
              </a:spcBef>
              <a:spcAft>
                <a:spcPts val="0"/>
              </a:spcAft>
              <a:buClr>
                <a:srgbClr val="000000"/>
              </a:buClr>
              <a:buSzPts val="700"/>
              <a:buNone/>
              <a:defRPr sz="700">
                <a:solidFill>
                  <a:srgbClr val="000000"/>
                </a:solidFill>
              </a:defRPr>
            </a:lvl5pPr>
            <a:lvl6pPr lvl="5" rtl="0" algn="ctr">
              <a:lnSpc>
                <a:spcPct val="90000"/>
              </a:lnSpc>
              <a:spcBef>
                <a:spcPts val="0"/>
              </a:spcBef>
              <a:spcAft>
                <a:spcPts val="0"/>
              </a:spcAft>
              <a:buClr>
                <a:srgbClr val="000000"/>
              </a:buClr>
              <a:buSzPts val="700"/>
              <a:buNone/>
              <a:defRPr sz="700">
                <a:solidFill>
                  <a:srgbClr val="000000"/>
                </a:solidFill>
              </a:defRPr>
            </a:lvl6pPr>
            <a:lvl7pPr lvl="6" rtl="0" algn="ctr">
              <a:lnSpc>
                <a:spcPct val="90000"/>
              </a:lnSpc>
              <a:spcBef>
                <a:spcPts val="0"/>
              </a:spcBef>
              <a:spcAft>
                <a:spcPts val="0"/>
              </a:spcAft>
              <a:buClr>
                <a:srgbClr val="000000"/>
              </a:buClr>
              <a:buSzPts val="700"/>
              <a:buNone/>
              <a:defRPr sz="700">
                <a:solidFill>
                  <a:srgbClr val="000000"/>
                </a:solidFill>
              </a:defRPr>
            </a:lvl7pPr>
            <a:lvl8pPr lvl="7" rtl="0" algn="ctr">
              <a:lnSpc>
                <a:spcPct val="90000"/>
              </a:lnSpc>
              <a:spcBef>
                <a:spcPts val="0"/>
              </a:spcBef>
              <a:spcAft>
                <a:spcPts val="0"/>
              </a:spcAft>
              <a:buClr>
                <a:srgbClr val="000000"/>
              </a:buClr>
              <a:buSzPts val="700"/>
              <a:buNone/>
              <a:defRPr sz="700">
                <a:solidFill>
                  <a:srgbClr val="000000"/>
                </a:solidFill>
              </a:defRPr>
            </a:lvl8pPr>
            <a:lvl9pPr lvl="8" rtl="0" algn="ctr">
              <a:lnSpc>
                <a:spcPct val="90000"/>
              </a:lnSpc>
              <a:spcBef>
                <a:spcPts val="0"/>
              </a:spcBef>
              <a:spcAft>
                <a:spcPts val="0"/>
              </a:spcAft>
              <a:buClr>
                <a:srgbClr val="000000"/>
              </a:buClr>
              <a:buSzPts val="700"/>
              <a:buNone/>
              <a:defRPr sz="700">
                <a:solidFill>
                  <a:srgbClr val="000000"/>
                </a:solidFill>
              </a:defRPr>
            </a:lvl9pPr>
          </a:lstStyle>
          <a:p/>
        </p:txBody>
      </p:sp>
      <p:sp>
        <p:nvSpPr>
          <p:cNvPr id="202" name="Google Shape;202;p2"/>
          <p:cNvSpPr txBox="1"/>
          <p:nvPr>
            <p:ph idx="82" type="subTitle"/>
          </p:nvPr>
        </p:nvSpPr>
        <p:spPr>
          <a:xfrm>
            <a:off x="8182670" y="4765316"/>
            <a:ext cx="796500" cy="437700"/>
          </a:xfrm>
          <a:prstGeom prst="rect">
            <a:avLst/>
          </a:prstGeom>
          <a:noFill/>
          <a:ln>
            <a:noFill/>
          </a:ln>
        </p:spPr>
        <p:txBody>
          <a:bodyPr anchorCtr="0" anchor="ctr" bIns="36000" lIns="36000" spcFirstLastPara="1" rIns="36000" wrap="square" tIns="36000">
            <a:noAutofit/>
          </a:bodyPr>
          <a:lstStyle>
            <a:lvl1pPr lvl="0" rt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rtl="0" algn="ctr">
              <a:lnSpc>
                <a:spcPct val="90000"/>
              </a:lnSpc>
              <a:spcBef>
                <a:spcPts val="0"/>
              </a:spcBef>
              <a:spcAft>
                <a:spcPts val="0"/>
              </a:spcAft>
              <a:buClr>
                <a:srgbClr val="000000"/>
              </a:buClr>
              <a:buSzPts val="700"/>
              <a:buNone/>
              <a:defRPr sz="700">
                <a:solidFill>
                  <a:srgbClr val="000000"/>
                </a:solidFill>
              </a:defRPr>
            </a:lvl2pPr>
            <a:lvl3pPr lvl="2" rtl="0" algn="ctr">
              <a:lnSpc>
                <a:spcPct val="90000"/>
              </a:lnSpc>
              <a:spcBef>
                <a:spcPts val="0"/>
              </a:spcBef>
              <a:spcAft>
                <a:spcPts val="0"/>
              </a:spcAft>
              <a:buClr>
                <a:srgbClr val="000000"/>
              </a:buClr>
              <a:buSzPts val="700"/>
              <a:buNone/>
              <a:defRPr sz="700">
                <a:solidFill>
                  <a:srgbClr val="000000"/>
                </a:solidFill>
              </a:defRPr>
            </a:lvl3pPr>
            <a:lvl4pPr lvl="3" rtl="0" algn="ctr">
              <a:lnSpc>
                <a:spcPct val="90000"/>
              </a:lnSpc>
              <a:spcBef>
                <a:spcPts val="0"/>
              </a:spcBef>
              <a:spcAft>
                <a:spcPts val="0"/>
              </a:spcAft>
              <a:buClr>
                <a:srgbClr val="000000"/>
              </a:buClr>
              <a:buSzPts val="700"/>
              <a:buNone/>
              <a:defRPr sz="700">
                <a:solidFill>
                  <a:srgbClr val="000000"/>
                </a:solidFill>
              </a:defRPr>
            </a:lvl4pPr>
            <a:lvl5pPr lvl="4" rtl="0" algn="ctr">
              <a:lnSpc>
                <a:spcPct val="90000"/>
              </a:lnSpc>
              <a:spcBef>
                <a:spcPts val="0"/>
              </a:spcBef>
              <a:spcAft>
                <a:spcPts val="0"/>
              </a:spcAft>
              <a:buClr>
                <a:srgbClr val="000000"/>
              </a:buClr>
              <a:buSzPts val="700"/>
              <a:buNone/>
              <a:defRPr sz="700">
                <a:solidFill>
                  <a:srgbClr val="000000"/>
                </a:solidFill>
              </a:defRPr>
            </a:lvl5pPr>
            <a:lvl6pPr lvl="5" rtl="0" algn="ctr">
              <a:lnSpc>
                <a:spcPct val="90000"/>
              </a:lnSpc>
              <a:spcBef>
                <a:spcPts val="0"/>
              </a:spcBef>
              <a:spcAft>
                <a:spcPts val="0"/>
              </a:spcAft>
              <a:buClr>
                <a:srgbClr val="000000"/>
              </a:buClr>
              <a:buSzPts val="700"/>
              <a:buNone/>
              <a:defRPr sz="700">
                <a:solidFill>
                  <a:srgbClr val="000000"/>
                </a:solidFill>
              </a:defRPr>
            </a:lvl6pPr>
            <a:lvl7pPr lvl="6" rtl="0" algn="ctr">
              <a:lnSpc>
                <a:spcPct val="90000"/>
              </a:lnSpc>
              <a:spcBef>
                <a:spcPts val="0"/>
              </a:spcBef>
              <a:spcAft>
                <a:spcPts val="0"/>
              </a:spcAft>
              <a:buClr>
                <a:srgbClr val="000000"/>
              </a:buClr>
              <a:buSzPts val="700"/>
              <a:buNone/>
              <a:defRPr sz="700">
                <a:solidFill>
                  <a:srgbClr val="000000"/>
                </a:solidFill>
              </a:defRPr>
            </a:lvl7pPr>
            <a:lvl8pPr lvl="7" rtl="0" algn="ctr">
              <a:lnSpc>
                <a:spcPct val="90000"/>
              </a:lnSpc>
              <a:spcBef>
                <a:spcPts val="0"/>
              </a:spcBef>
              <a:spcAft>
                <a:spcPts val="0"/>
              </a:spcAft>
              <a:buClr>
                <a:srgbClr val="000000"/>
              </a:buClr>
              <a:buSzPts val="700"/>
              <a:buNone/>
              <a:defRPr sz="700">
                <a:solidFill>
                  <a:srgbClr val="000000"/>
                </a:solidFill>
              </a:defRPr>
            </a:lvl8pPr>
            <a:lvl9pPr lvl="8" rtl="0" algn="ctr">
              <a:lnSpc>
                <a:spcPct val="90000"/>
              </a:lnSpc>
              <a:spcBef>
                <a:spcPts val="0"/>
              </a:spcBef>
              <a:spcAft>
                <a:spcPts val="0"/>
              </a:spcAft>
              <a:buClr>
                <a:srgbClr val="000000"/>
              </a:buClr>
              <a:buSzPts val="700"/>
              <a:buNone/>
              <a:defRPr sz="700">
                <a:solidFill>
                  <a:srgbClr val="000000"/>
                </a:solidFill>
              </a:defRPr>
            </a:lvl9pPr>
          </a:lstStyle>
          <a:p/>
        </p:txBody>
      </p:sp>
      <p:sp>
        <p:nvSpPr>
          <p:cNvPr id="203" name="Google Shape;203;p2"/>
          <p:cNvSpPr txBox="1"/>
          <p:nvPr>
            <p:ph idx="83" type="subTitle"/>
          </p:nvPr>
        </p:nvSpPr>
        <p:spPr>
          <a:xfrm>
            <a:off x="9000144" y="4765316"/>
            <a:ext cx="815100" cy="437700"/>
          </a:xfrm>
          <a:prstGeom prst="rect">
            <a:avLst/>
          </a:prstGeom>
          <a:noFill/>
          <a:ln>
            <a:noFill/>
          </a:ln>
        </p:spPr>
        <p:txBody>
          <a:bodyPr anchorCtr="0" anchor="ctr" bIns="36000" lIns="36000" spcFirstLastPara="1" rIns="36000" wrap="square" tIns="36000">
            <a:noAutofit/>
          </a:bodyPr>
          <a:lstStyle>
            <a:lvl1pPr lvl="0" rt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rtl="0" algn="ctr">
              <a:lnSpc>
                <a:spcPct val="90000"/>
              </a:lnSpc>
              <a:spcBef>
                <a:spcPts val="0"/>
              </a:spcBef>
              <a:spcAft>
                <a:spcPts val="0"/>
              </a:spcAft>
              <a:buClr>
                <a:srgbClr val="000000"/>
              </a:buClr>
              <a:buSzPts val="700"/>
              <a:buNone/>
              <a:defRPr sz="700">
                <a:solidFill>
                  <a:srgbClr val="000000"/>
                </a:solidFill>
              </a:defRPr>
            </a:lvl2pPr>
            <a:lvl3pPr lvl="2" rtl="0" algn="ctr">
              <a:lnSpc>
                <a:spcPct val="90000"/>
              </a:lnSpc>
              <a:spcBef>
                <a:spcPts val="0"/>
              </a:spcBef>
              <a:spcAft>
                <a:spcPts val="0"/>
              </a:spcAft>
              <a:buClr>
                <a:srgbClr val="000000"/>
              </a:buClr>
              <a:buSzPts val="700"/>
              <a:buNone/>
              <a:defRPr sz="700">
                <a:solidFill>
                  <a:srgbClr val="000000"/>
                </a:solidFill>
              </a:defRPr>
            </a:lvl3pPr>
            <a:lvl4pPr lvl="3" rtl="0" algn="ctr">
              <a:lnSpc>
                <a:spcPct val="90000"/>
              </a:lnSpc>
              <a:spcBef>
                <a:spcPts val="0"/>
              </a:spcBef>
              <a:spcAft>
                <a:spcPts val="0"/>
              </a:spcAft>
              <a:buClr>
                <a:srgbClr val="000000"/>
              </a:buClr>
              <a:buSzPts val="700"/>
              <a:buNone/>
              <a:defRPr sz="700">
                <a:solidFill>
                  <a:srgbClr val="000000"/>
                </a:solidFill>
              </a:defRPr>
            </a:lvl4pPr>
            <a:lvl5pPr lvl="4" rtl="0" algn="ctr">
              <a:lnSpc>
                <a:spcPct val="90000"/>
              </a:lnSpc>
              <a:spcBef>
                <a:spcPts val="0"/>
              </a:spcBef>
              <a:spcAft>
                <a:spcPts val="0"/>
              </a:spcAft>
              <a:buClr>
                <a:srgbClr val="000000"/>
              </a:buClr>
              <a:buSzPts val="700"/>
              <a:buNone/>
              <a:defRPr sz="700">
                <a:solidFill>
                  <a:srgbClr val="000000"/>
                </a:solidFill>
              </a:defRPr>
            </a:lvl5pPr>
            <a:lvl6pPr lvl="5" rtl="0" algn="ctr">
              <a:lnSpc>
                <a:spcPct val="90000"/>
              </a:lnSpc>
              <a:spcBef>
                <a:spcPts val="0"/>
              </a:spcBef>
              <a:spcAft>
                <a:spcPts val="0"/>
              </a:spcAft>
              <a:buClr>
                <a:srgbClr val="000000"/>
              </a:buClr>
              <a:buSzPts val="700"/>
              <a:buNone/>
              <a:defRPr sz="700">
                <a:solidFill>
                  <a:srgbClr val="000000"/>
                </a:solidFill>
              </a:defRPr>
            </a:lvl6pPr>
            <a:lvl7pPr lvl="6" rtl="0" algn="ctr">
              <a:lnSpc>
                <a:spcPct val="90000"/>
              </a:lnSpc>
              <a:spcBef>
                <a:spcPts val="0"/>
              </a:spcBef>
              <a:spcAft>
                <a:spcPts val="0"/>
              </a:spcAft>
              <a:buClr>
                <a:srgbClr val="000000"/>
              </a:buClr>
              <a:buSzPts val="700"/>
              <a:buNone/>
              <a:defRPr sz="700">
                <a:solidFill>
                  <a:srgbClr val="000000"/>
                </a:solidFill>
              </a:defRPr>
            </a:lvl7pPr>
            <a:lvl8pPr lvl="7" rtl="0" algn="ctr">
              <a:lnSpc>
                <a:spcPct val="90000"/>
              </a:lnSpc>
              <a:spcBef>
                <a:spcPts val="0"/>
              </a:spcBef>
              <a:spcAft>
                <a:spcPts val="0"/>
              </a:spcAft>
              <a:buClr>
                <a:srgbClr val="000000"/>
              </a:buClr>
              <a:buSzPts val="700"/>
              <a:buNone/>
              <a:defRPr sz="700">
                <a:solidFill>
                  <a:srgbClr val="000000"/>
                </a:solidFill>
              </a:defRPr>
            </a:lvl8pPr>
            <a:lvl9pPr lvl="8" rtl="0" algn="ctr">
              <a:lnSpc>
                <a:spcPct val="90000"/>
              </a:lnSpc>
              <a:spcBef>
                <a:spcPts val="0"/>
              </a:spcBef>
              <a:spcAft>
                <a:spcPts val="0"/>
              </a:spcAft>
              <a:buClr>
                <a:srgbClr val="000000"/>
              </a:buClr>
              <a:buSzPts val="700"/>
              <a:buNone/>
              <a:defRPr sz="700">
                <a:solidFill>
                  <a:srgbClr val="000000"/>
                </a:solidFill>
              </a:defRPr>
            </a:lvl9pPr>
          </a:lstStyle>
          <a:p/>
        </p:txBody>
      </p:sp>
      <p:sp>
        <p:nvSpPr>
          <p:cNvPr id="204" name="Google Shape;204;p2"/>
          <p:cNvSpPr txBox="1"/>
          <p:nvPr>
            <p:ph idx="84" type="subTitle"/>
          </p:nvPr>
        </p:nvSpPr>
        <p:spPr>
          <a:xfrm>
            <a:off x="264731" y="5255657"/>
            <a:ext cx="796500" cy="437700"/>
          </a:xfrm>
          <a:prstGeom prst="rect">
            <a:avLst/>
          </a:prstGeom>
          <a:noFill/>
          <a:ln>
            <a:noFill/>
          </a:ln>
        </p:spPr>
        <p:txBody>
          <a:bodyPr anchorCtr="0" anchor="ctr" bIns="36000" lIns="36000" spcFirstLastPara="1" rIns="36000" wrap="square" tIns="36000">
            <a:noAutofit/>
          </a:bodyPr>
          <a:lstStyle>
            <a:lvl1pPr lvl="0" rt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rtl="0" algn="ctr">
              <a:lnSpc>
                <a:spcPct val="90000"/>
              </a:lnSpc>
              <a:spcBef>
                <a:spcPts val="0"/>
              </a:spcBef>
              <a:spcAft>
                <a:spcPts val="0"/>
              </a:spcAft>
              <a:buClr>
                <a:srgbClr val="000000"/>
              </a:buClr>
              <a:buSzPts val="700"/>
              <a:buNone/>
              <a:defRPr sz="700">
                <a:solidFill>
                  <a:srgbClr val="000000"/>
                </a:solidFill>
              </a:defRPr>
            </a:lvl2pPr>
            <a:lvl3pPr lvl="2" rtl="0" algn="ctr">
              <a:lnSpc>
                <a:spcPct val="90000"/>
              </a:lnSpc>
              <a:spcBef>
                <a:spcPts val="0"/>
              </a:spcBef>
              <a:spcAft>
                <a:spcPts val="0"/>
              </a:spcAft>
              <a:buClr>
                <a:srgbClr val="000000"/>
              </a:buClr>
              <a:buSzPts val="700"/>
              <a:buNone/>
              <a:defRPr sz="700">
                <a:solidFill>
                  <a:srgbClr val="000000"/>
                </a:solidFill>
              </a:defRPr>
            </a:lvl3pPr>
            <a:lvl4pPr lvl="3" rtl="0" algn="ctr">
              <a:lnSpc>
                <a:spcPct val="90000"/>
              </a:lnSpc>
              <a:spcBef>
                <a:spcPts val="0"/>
              </a:spcBef>
              <a:spcAft>
                <a:spcPts val="0"/>
              </a:spcAft>
              <a:buClr>
                <a:srgbClr val="000000"/>
              </a:buClr>
              <a:buSzPts val="700"/>
              <a:buNone/>
              <a:defRPr sz="700">
                <a:solidFill>
                  <a:srgbClr val="000000"/>
                </a:solidFill>
              </a:defRPr>
            </a:lvl4pPr>
            <a:lvl5pPr lvl="4" rtl="0" algn="ctr">
              <a:lnSpc>
                <a:spcPct val="90000"/>
              </a:lnSpc>
              <a:spcBef>
                <a:spcPts val="0"/>
              </a:spcBef>
              <a:spcAft>
                <a:spcPts val="0"/>
              </a:spcAft>
              <a:buClr>
                <a:srgbClr val="000000"/>
              </a:buClr>
              <a:buSzPts val="700"/>
              <a:buNone/>
              <a:defRPr sz="700">
                <a:solidFill>
                  <a:srgbClr val="000000"/>
                </a:solidFill>
              </a:defRPr>
            </a:lvl5pPr>
            <a:lvl6pPr lvl="5" rtl="0" algn="ctr">
              <a:lnSpc>
                <a:spcPct val="90000"/>
              </a:lnSpc>
              <a:spcBef>
                <a:spcPts val="0"/>
              </a:spcBef>
              <a:spcAft>
                <a:spcPts val="0"/>
              </a:spcAft>
              <a:buClr>
                <a:srgbClr val="000000"/>
              </a:buClr>
              <a:buSzPts val="700"/>
              <a:buNone/>
              <a:defRPr sz="700">
                <a:solidFill>
                  <a:srgbClr val="000000"/>
                </a:solidFill>
              </a:defRPr>
            </a:lvl6pPr>
            <a:lvl7pPr lvl="6" rtl="0" algn="ctr">
              <a:lnSpc>
                <a:spcPct val="90000"/>
              </a:lnSpc>
              <a:spcBef>
                <a:spcPts val="0"/>
              </a:spcBef>
              <a:spcAft>
                <a:spcPts val="0"/>
              </a:spcAft>
              <a:buClr>
                <a:srgbClr val="000000"/>
              </a:buClr>
              <a:buSzPts val="700"/>
              <a:buNone/>
              <a:defRPr sz="700">
                <a:solidFill>
                  <a:srgbClr val="000000"/>
                </a:solidFill>
              </a:defRPr>
            </a:lvl7pPr>
            <a:lvl8pPr lvl="7" rtl="0" algn="ctr">
              <a:lnSpc>
                <a:spcPct val="90000"/>
              </a:lnSpc>
              <a:spcBef>
                <a:spcPts val="0"/>
              </a:spcBef>
              <a:spcAft>
                <a:spcPts val="0"/>
              </a:spcAft>
              <a:buClr>
                <a:srgbClr val="000000"/>
              </a:buClr>
              <a:buSzPts val="700"/>
              <a:buNone/>
              <a:defRPr sz="700">
                <a:solidFill>
                  <a:srgbClr val="000000"/>
                </a:solidFill>
              </a:defRPr>
            </a:lvl8pPr>
            <a:lvl9pPr lvl="8" rtl="0" algn="ctr">
              <a:lnSpc>
                <a:spcPct val="90000"/>
              </a:lnSpc>
              <a:spcBef>
                <a:spcPts val="0"/>
              </a:spcBef>
              <a:spcAft>
                <a:spcPts val="0"/>
              </a:spcAft>
              <a:buClr>
                <a:srgbClr val="000000"/>
              </a:buClr>
              <a:buSzPts val="700"/>
              <a:buNone/>
              <a:defRPr sz="700">
                <a:solidFill>
                  <a:srgbClr val="000000"/>
                </a:solidFill>
              </a:defRPr>
            </a:lvl9pPr>
          </a:lstStyle>
          <a:p/>
        </p:txBody>
      </p:sp>
      <p:sp>
        <p:nvSpPr>
          <p:cNvPr id="205" name="Google Shape;205;p2"/>
          <p:cNvSpPr txBox="1"/>
          <p:nvPr>
            <p:ph idx="85" type="subTitle"/>
          </p:nvPr>
        </p:nvSpPr>
        <p:spPr>
          <a:xfrm>
            <a:off x="1179154" y="5255657"/>
            <a:ext cx="777900" cy="437700"/>
          </a:xfrm>
          <a:prstGeom prst="rect">
            <a:avLst/>
          </a:prstGeom>
          <a:noFill/>
          <a:ln>
            <a:noFill/>
          </a:ln>
        </p:spPr>
        <p:txBody>
          <a:bodyPr anchorCtr="0" anchor="ctr" bIns="36000" lIns="36000" spcFirstLastPara="1" rIns="36000" wrap="square" tIns="36000">
            <a:noAutofit/>
          </a:bodyPr>
          <a:lstStyle>
            <a:lvl1pPr lvl="0" rt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rtl="0" algn="ctr">
              <a:lnSpc>
                <a:spcPct val="90000"/>
              </a:lnSpc>
              <a:spcBef>
                <a:spcPts val="0"/>
              </a:spcBef>
              <a:spcAft>
                <a:spcPts val="0"/>
              </a:spcAft>
              <a:buClr>
                <a:srgbClr val="000000"/>
              </a:buClr>
              <a:buSzPts val="700"/>
              <a:buNone/>
              <a:defRPr sz="700">
                <a:solidFill>
                  <a:srgbClr val="000000"/>
                </a:solidFill>
              </a:defRPr>
            </a:lvl2pPr>
            <a:lvl3pPr lvl="2" rtl="0" algn="ctr">
              <a:lnSpc>
                <a:spcPct val="90000"/>
              </a:lnSpc>
              <a:spcBef>
                <a:spcPts val="0"/>
              </a:spcBef>
              <a:spcAft>
                <a:spcPts val="0"/>
              </a:spcAft>
              <a:buClr>
                <a:srgbClr val="000000"/>
              </a:buClr>
              <a:buSzPts val="700"/>
              <a:buNone/>
              <a:defRPr sz="700">
                <a:solidFill>
                  <a:srgbClr val="000000"/>
                </a:solidFill>
              </a:defRPr>
            </a:lvl3pPr>
            <a:lvl4pPr lvl="3" rtl="0" algn="ctr">
              <a:lnSpc>
                <a:spcPct val="90000"/>
              </a:lnSpc>
              <a:spcBef>
                <a:spcPts val="0"/>
              </a:spcBef>
              <a:spcAft>
                <a:spcPts val="0"/>
              </a:spcAft>
              <a:buClr>
                <a:srgbClr val="000000"/>
              </a:buClr>
              <a:buSzPts val="700"/>
              <a:buNone/>
              <a:defRPr sz="700">
                <a:solidFill>
                  <a:srgbClr val="000000"/>
                </a:solidFill>
              </a:defRPr>
            </a:lvl4pPr>
            <a:lvl5pPr lvl="4" rtl="0" algn="ctr">
              <a:lnSpc>
                <a:spcPct val="90000"/>
              </a:lnSpc>
              <a:spcBef>
                <a:spcPts val="0"/>
              </a:spcBef>
              <a:spcAft>
                <a:spcPts val="0"/>
              </a:spcAft>
              <a:buClr>
                <a:srgbClr val="000000"/>
              </a:buClr>
              <a:buSzPts val="700"/>
              <a:buNone/>
              <a:defRPr sz="700">
                <a:solidFill>
                  <a:srgbClr val="000000"/>
                </a:solidFill>
              </a:defRPr>
            </a:lvl5pPr>
            <a:lvl6pPr lvl="5" rtl="0" algn="ctr">
              <a:lnSpc>
                <a:spcPct val="90000"/>
              </a:lnSpc>
              <a:spcBef>
                <a:spcPts val="0"/>
              </a:spcBef>
              <a:spcAft>
                <a:spcPts val="0"/>
              </a:spcAft>
              <a:buClr>
                <a:srgbClr val="000000"/>
              </a:buClr>
              <a:buSzPts val="700"/>
              <a:buNone/>
              <a:defRPr sz="700">
                <a:solidFill>
                  <a:srgbClr val="000000"/>
                </a:solidFill>
              </a:defRPr>
            </a:lvl6pPr>
            <a:lvl7pPr lvl="6" rtl="0" algn="ctr">
              <a:lnSpc>
                <a:spcPct val="90000"/>
              </a:lnSpc>
              <a:spcBef>
                <a:spcPts val="0"/>
              </a:spcBef>
              <a:spcAft>
                <a:spcPts val="0"/>
              </a:spcAft>
              <a:buClr>
                <a:srgbClr val="000000"/>
              </a:buClr>
              <a:buSzPts val="700"/>
              <a:buNone/>
              <a:defRPr sz="700">
                <a:solidFill>
                  <a:srgbClr val="000000"/>
                </a:solidFill>
              </a:defRPr>
            </a:lvl7pPr>
            <a:lvl8pPr lvl="7" rtl="0" algn="ctr">
              <a:lnSpc>
                <a:spcPct val="90000"/>
              </a:lnSpc>
              <a:spcBef>
                <a:spcPts val="0"/>
              </a:spcBef>
              <a:spcAft>
                <a:spcPts val="0"/>
              </a:spcAft>
              <a:buClr>
                <a:srgbClr val="000000"/>
              </a:buClr>
              <a:buSzPts val="700"/>
              <a:buNone/>
              <a:defRPr sz="700">
                <a:solidFill>
                  <a:srgbClr val="000000"/>
                </a:solidFill>
              </a:defRPr>
            </a:lvl8pPr>
            <a:lvl9pPr lvl="8" rtl="0" algn="ctr">
              <a:lnSpc>
                <a:spcPct val="90000"/>
              </a:lnSpc>
              <a:spcBef>
                <a:spcPts val="0"/>
              </a:spcBef>
              <a:spcAft>
                <a:spcPts val="0"/>
              </a:spcAft>
              <a:buClr>
                <a:srgbClr val="000000"/>
              </a:buClr>
              <a:buSzPts val="700"/>
              <a:buNone/>
              <a:defRPr sz="700">
                <a:solidFill>
                  <a:srgbClr val="000000"/>
                </a:solidFill>
              </a:defRPr>
            </a:lvl9pPr>
          </a:lstStyle>
          <a:p/>
        </p:txBody>
      </p:sp>
      <p:sp>
        <p:nvSpPr>
          <p:cNvPr id="206" name="Google Shape;206;p2"/>
          <p:cNvSpPr txBox="1"/>
          <p:nvPr>
            <p:ph idx="86" type="subTitle"/>
          </p:nvPr>
        </p:nvSpPr>
        <p:spPr>
          <a:xfrm>
            <a:off x="1990053" y="5255657"/>
            <a:ext cx="815100" cy="437700"/>
          </a:xfrm>
          <a:prstGeom prst="rect">
            <a:avLst/>
          </a:prstGeom>
          <a:noFill/>
          <a:ln>
            <a:noFill/>
          </a:ln>
        </p:spPr>
        <p:txBody>
          <a:bodyPr anchorCtr="0" anchor="ctr" bIns="36000" lIns="36000" spcFirstLastPara="1" rIns="36000" wrap="square" tIns="36000">
            <a:noAutofit/>
          </a:bodyPr>
          <a:lstStyle>
            <a:lvl1pPr lvl="0" rt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rtl="0" algn="ctr">
              <a:lnSpc>
                <a:spcPct val="90000"/>
              </a:lnSpc>
              <a:spcBef>
                <a:spcPts val="0"/>
              </a:spcBef>
              <a:spcAft>
                <a:spcPts val="0"/>
              </a:spcAft>
              <a:buClr>
                <a:srgbClr val="000000"/>
              </a:buClr>
              <a:buSzPts val="700"/>
              <a:buNone/>
              <a:defRPr sz="700">
                <a:solidFill>
                  <a:srgbClr val="000000"/>
                </a:solidFill>
              </a:defRPr>
            </a:lvl2pPr>
            <a:lvl3pPr lvl="2" rtl="0" algn="ctr">
              <a:lnSpc>
                <a:spcPct val="90000"/>
              </a:lnSpc>
              <a:spcBef>
                <a:spcPts val="0"/>
              </a:spcBef>
              <a:spcAft>
                <a:spcPts val="0"/>
              </a:spcAft>
              <a:buClr>
                <a:srgbClr val="000000"/>
              </a:buClr>
              <a:buSzPts val="700"/>
              <a:buNone/>
              <a:defRPr sz="700">
                <a:solidFill>
                  <a:srgbClr val="000000"/>
                </a:solidFill>
              </a:defRPr>
            </a:lvl3pPr>
            <a:lvl4pPr lvl="3" rtl="0" algn="ctr">
              <a:lnSpc>
                <a:spcPct val="90000"/>
              </a:lnSpc>
              <a:spcBef>
                <a:spcPts val="0"/>
              </a:spcBef>
              <a:spcAft>
                <a:spcPts val="0"/>
              </a:spcAft>
              <a:buClr>
                <a:srgbClr val="000000"/>
              </a:buClr>
              <a:buSzPts val="700"/>
              <a:buNone/>
              <a:defRPr sz="700">
                <a:solidFill>
                  <a:srgbClr val="000000"/>
                </a:solidFill>
              </a:defRPr>
            </a:lvl4pPr>
            <a:lvl5pPr lvl="4" rtl="0" algn="ctr">
              <a:lnSpc>
                <a:spcPct val="90000"/>
              </a:lnSpc>
              <a:spcBef>
                <a:spcPts val="0"/>
              </a:spcBef>
              <a:spcAft>
                <a:spcPts val="0"/>
              </a:spcAft>
              <a:buClr>
                <a:srgbClr val="000000"/>
              </a:buClr>
              <a:buSzPts val="700"/>
              <a:buNone/>
              <a:defRPr sz="700">
                <a:solidFill>
                  <a:srgbClr val="000000"/>
                </a:solidFill>
              </a:defRPr>
            </a:lvl5pPr>
            <a:lvl6pPr lvl="5" rtl="0" algn="ctr">
              <a:lnSpc>
                <a:spcPct val="90000"/>
              </a:lnSpc>
              <a:spcBef>
                <a:spcPts val="0"/>
              </a:spcBef>
              <a:spcAft>
                <a:spcPts val="0"/>
              </a:spcAft>
              <a:buClr>
                <a:srgbClr val="000000"/>
              </a:buClr>
              <a:buSzPts val="700"/>
              <a:buNone/>
              <a:defRPr sz="700">
                <a:solidFill>
                  <a:srgbClr val="000000"/>
                </a:solidFill>
              </a:defRPr>
            </a:lvl6pPr>
            <a:lvl7pPr lvl="6" rtl="0" algn="ctr">
              <a:lnSpc>
                <a:spcPct val="90000"/>
              </a:lnSpc>
              <a:spcBef>
                <a:spcPts val="0"/>
              </a:spcBef>
              <a:spcAft>
                <a:spcPts val="0"/>
              </a:spcAft>
              <a:buClr>
                <a:srgbClr val="000000"/>
              </a:buClr>
              <a:buSzPts val="700"/>
              <a:buNone/>
              <a:defRPr sz="700">
                <a:solidFill>
                  <a:srgbClr val="000000"/>
                </a:solidFill>
              </a:defRPr>
            </a:lvl7pPr>
            <a:lvl8pPr lvl="7" rtl="0" algn="ctr">
              <a:lnSpc>
                <a:spcPct val="90000"/>
              </a:lnSpc>
              <a:spcBef>
                <a:spcPts val="0"/>
              </a:spcBef>
              <a:spcAft>
                <a:spcPts val="0"/>
              </a:spcAft>
              <a:buClr>
                <a:srgbClr val="000000"/>
              </a:buClr>
              <a:buSzPts val="700"/>
              <a:buNone/>
              <a:defRPr sz="700">
                <a:solidFill>
                  <a:srgbClr val="000000"/>
                </a:solidFill>
              </a:defRPr>
            </a:lvl8pPr>
            <a:lvl9pPr lvl="8" rtl="0" algn="ctr">
              <a:lnSpc>
                <a:spcPct val="90000"/>
              </a:lnSpc>
              <a:spcBef>
                <a:spcPts val="0"/>
              </a:spcBef>
              <a:spcAft>
                <a:spcPts val="0"/>
              </a:spcAft>
              <a:buClr>
                <a:srgbClr val="000000"/>
              </a:buClr>
              <a:buSzPts val="700"/>
              <a:buNone/>
              <a:defRPr sz="700">
                <a:solidFill>
                  <a:srgbClr val="000000"/>
                </a:solidFill>
              </a:defRPr>
            </a:lvl9pPr>
          </a:lstStyle>
          <a:p/>
        </p:txBody>
      </p:sp>
      <p:sp>
        <p:nvSpPr>
          <p:cNvPr id="207" name="Google Shape;207;p2"/>
          <p:cNvSpPr txBox="1"/>
          <p:nvPr>
            <p:ph idx="87" type="subTitle"/>
          </p:nvPr>
        </p:nvSpPr>
        <p:spPr>
          <a:xfrm>
            <a:off x="2925232" y="5255657"/>
            <a:ext cx="777900" cy="437700"/>
          </a:xfrm>
          <a:prstGeom prst="rect">
            <a:avLst/>
          </a:prstGeom>
          <a:noFill/>
          <a:ln>
            <a:noFill/>
          </a:ln>
        </p:spPr>
        <p:txBody>
          <a:bodyPr anchorCtr="0" anchor="ctr" bIns="36000" lIns="36000" spcFirstLastPara="1" rIns="36000" wrap="square" tIns="36000">
            <a:noAutofit/>
          </a:bodyPr>
          <a:lstStyle>
            <a:lvl1pPr lvl="0" rt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rtl="0" algn="ctr">
              <a:lnSpc>
                <a:spcPct val="90000"/>
              </a:lnSpc>
              <a:spcBef>
                <a:spcPts val="0"/>
              </a:spcBef>
              <a:spcAft>
                <a:spcPts val="0"/>
              </a:spcAft>
              <a:buClr>
                <a:srgbClr val="000000"/>
              </a:buClr>
              <a:buSzPts val="700"/>
              <a:buNone/>
              <a:defRPr sz="700">
                <a:solidFill>
                  <a:srgbClr val="000000"/>
                </a:solidFill>
              </a:defRPr>
            </a:lvl2pPr>
            <a:lvl3pPr lvl="2" rtl="0" algn="ctr">
              <a:lnSpc>
                <a:spcPct val="90000"/>
              </a:lnSpc>
              <a:spcBef>
                <a:spcPts val="0"/>
              </a:spcBef>
              <a:spcAft>
                <a:spcPts val="0"/>
              </a:spcAft>
              <a:buClr>
                <a:srgbClr val="000000"/>
              </a:buClr>
              <a:buSzPts val="700"/>
              <a:buNone/>
              <a:defRPr sz="700">
                <a:solidFill>
                  <a:srgbClr val="000000"/>
                </a:solidFill>
              </a:defRPr>
            </a:lvl3pPr>
            <a:lvl4pPr lvl="3" rtl="0" algn="ctr">
              <a:lnSpc>
                <a:spcPct val="90000"/>
              </a:lnSpc>
              <a:spcBef>
                <a:spcPts val="0"/>
              </a:spcBef>
              <a:spcAft>
                <a:spcPts val="0"/>
              </a:spcAft>
              <a:buClr>
                <a:srgbClr val="000000"/>
              </a:buClr>
              <a:buSzPts val="700"/>
              <a:buNone/>
              <a:defRPr sz="700">
                <a:solidFill>
                  <a:srgbClr val="000000"/>
                </a:solidFill>
              </a:defRPr>
            </a:lvl4pPr>
            <a:lvl5pPr lvl="4" rtl="0" algn="ctr">
              <a:lnSpc>
                <a:spcPct val="90000"/>
              </a:lnSpc>
              <a:spcBef>
                <a:spcPts val="0"/>
              </a:spcBef>
              <a:spcAft>
                <a:spcPts val="0"/>
              </a:spcAft>
              <a:buClr>
                <a:srgbClr val="000000"/>
              </a:buClr>
              <a:buSzPts val="700"/>
              <a:buNone/>
              <a:defRPr sz="700">
                <a:solidFill>
                  <a:srgbClr val="000000"/>
                </a:solidFill>
              </a:defRPr>
            </a:lvl5pPr>
            <a:lvl6pPr lvl="5" rtl="0" algn="ctr">
              <a:lnSpc>
                <a:spcPct val="90000"/>
              </a:lnSpc>
              <a:spcBef>
                <a:spcPts val="0"/>
              </a:spcBef>
              <a:spcAft>
                <a:spcPts val="0"/>
              </a:spcAft>
              <a:buClr>
                <a:srgbClr val="000000"/>
              </a:buClr>
              <a:buSzPts val="700"/>
              <a:buNone/>
              <a:defRPr sz="700">
                <a:solidFill>
                  <a:srgbClr val="000000"/>
                </a:solidFill>
              </a:defRPr>
            </a:lvl6pPr>
            <a:lvl7pPr lvl="6" rtl="0" algn="ctr">
              <a:lnSpc>
                <a:spcPct val="90000"/>
              </a:lnSpc>
              <a:spcBef>
                <a:spcPts val="0"/>
              </a:spcBef>
              <a:spcAft>
                <a:spcPts val="0"/>
              </a:spcAft>
              <a:buClr>
                <a:srgbClr val="000000"/>
              </a:buClr>
              <a:buSzPts val="700"/>
              <a:buNone/>
              <a:defRPr sz="700">
                <a:solidFill>
                  <a:srgbClr val="000000"/>
                </a:solidFill>
              </a:defRPr>
            </a:lvl7pPr>
            <a:lvl8pPr lvl="7" rtl="0" algn="ctr">
              <a:lnSpc>
                <a:spcPct val="90000"/>
              </a:lnSpc>
              <a:spcBef>
                <a:spcPts val="0"/>
              </a:spcBef>
              <a:spcAft>
                <a:spcPts val="0"/>
              </a:spcAft>
              <a:buClr>
                <a:srgbClr val="000000"/>
              </a:buClr>
              <a:buSzPts val="700"/>
              <a:buNone/>
              <a:defRPr sz="700">
                <a:solidFill>
                  <a:srgbClr val="000000"/>
                </a:solidFill>
              </a:defRPr>
            </a:lvl8pPr>
            <a:lvl9pPr lvl="8" rtl="0" algn="ctr">
              <a:lnSpc>
                <a:spcPct val="90000"/>
              </a:lnSpc>
              <a:spcBef>
                <a:spcPts val="0"/>
              </a:spcBef>
              <a:spcAft>
                <a:spcPts val="0"/>
              </a:spcAft>
              <a:buClr>
                <a:srgbClr val="000000"/>
              </a:buClr>
              <a:buSzPts val="700"/>
              <a:buNone/>
              <a:defRPr sz="700">
                <a:solidFill>
                  <a:srgbClr val="000000"/>
                </a:solidFill>
              </a:defRPr>
            </a:lvl9pPr>
          </a:lstStyle>
          <a:p/>
        </p:txBody>
      </p:sp>
      <p:sp>
        <p:nvSpPr>
          <p:cNvPr id="208" name="Google Shape;208;p2"/>
          <p:cNvSpPr txBox="1"/>
          <p:nvPr>
            <p:ph idx="88" type="subTitle"/>
          </p:nvPr>
        </p:nvSpPr>
        <p:spPr>
          <a:xfrm>
            <a:off x="3736126" y="5255657"/>
            <a:ext cx="815100" cy="437700"/>
          </a:xfrm>
          <a:prstGeom prst="rect">
            <a:avLst/>
          </a:prstGeom>
          <a:noFill/>
          <a:ln>
            <a:noFill/>
          </a:ln>
        </p:spPr>
        <p:txBody>
          <a:bodyPr anchorCtr="0" anchor="ctr" bIns="36000" lIns="36000" spcFirstLastPara="1" rIns="36000" wrap="square" tIns="36000">
            <a:noAutofit/>
          </a:bodyPr>
          <a:lstStyle>
            <a:lvl1pPr lvl="0" rt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rtl="0" algn="ctr">
              <a:lnSpc>
                <a:spcPct val="90000"/>
              </a:lnSpc>
              <a:spcBef>
                <a:spcPts val="0"/>
              </a:spcBef>
              <a:spcAft>
                <a:spcPts val="0"/>
              </a:spcAft>
              <a:buClr>
                <a:srgbClr val="000000"/>
              </a:buClr>
              <a:buSzPts val="700"/>
              <a:buNone/>
              <a:defRPr sz="700">
                <a:solidFill>
                  <a:srgbClr val="000000"/>
                </a:solidFill>
              </a:defRPr>
            </a:lvl2pPr>
            <a:lvl3pPr lvl="2" rtl="0" algn="ctr">
              <a:lnSpc>
                <a:spcPct val="90000"/>
              </a:lnSpc>
              <a:spcBef>
                <a:spcPts val="0"/>
              </a:spcBef>
              <a:spcAft>
                <a:spcPts val="0"/>
              </a:spcAft>
              <a:buClr>
                <a:srgbClr val="000000"/>
              </a:buClr>
              <a:buSzPts val="700"/>
              <a:buNone/>
              <a:defRPr sz="700">
                <a:solidFill>
                  <a:srgbClr val="000000"/>
                </a:solidFill>
              </a:defRPr>
            </a:lvl3pPr>
            <a:lvl4pPr lvl="3" rtl="0" algn="ctr">
              <a:lnSpc>
                <a:spcPct val="90000"/>
              </a:lnSpc>
              <a:spcBef>
                <a:spcPts val="0"/>
              </a:spcBef>
              <a:spcAft>
                <a:spcPts val="0"/>
              </a:spcAft>
              <a:buClr>
                <a:srgbClr val="000000"/>
              </a:buClr>
              <a:buSzPts val="700"/>
              <a:buNone/>
              <a:defRPr sz="700">
                <a:solidFill>
                  <a:srgbClr val="000000"/>
                </a:solidFill>
              </a:defRPr>
            </a:lvl4pPr>
            <a:lvl5pPr lvl="4" rtl="0" algn="ctr">
              <a:lnSpc>
                <a:spcPct val="90000"/>
              </a:lnSpc>
              <a:spcBef>
                <a:spcPts val="0"/>
              </a:spcBef>
              <a:spcAft>
                <a:spcPts val="0"/>
              </a:spcAft>
              <a:buClr>
                <a:srgbClr val="000000"/>
              </a:buClr>
              <a:buSzPts val="700"/>
              <a:buNone/>
              <a:defRPr sz="700">
                <a:solidFill>
                  <a:srgbClr val="000000"/>
                </a:solidFill>
              </a:defRPr>
            </a:lvl5pPr>
            <a:lvl6pPr lvl="5" rtl="0" algn="ctr">
              <a:lnSpc>
                <a:spcPct val="90000"/>
              </a:lnSpc>
              <a:spcBef>
                <a:spcPts val="0"/>
              </a:spcBef>
              <a:spcAft>
                <a:spcPts val="0"/>
              </a:spcAft>
              <a:buClr>
                <a:srgbClr val="000000"/>
              </a:buClr>
              <a:buSzPts val="700"/>
              <a:buNone/>
              <a:defRPr sz="700">
                <a:solidFill>
                  <a:srgbClr val="000000"/>
                </a:solidFill>
              </a:defRPr>
            </a:lvl6pPr>
            <a:lvl7pPr lvl="6" rtl="0" algn="ctr">
              <a:lnSpc>
                <a:spcPct val="90000"/>
              </a:lnSpc>
              <a:spcBef>
                <a:spcPts val="0"/>
              </a:spcBef>
              <a:spcAft>
                <a:spcPts val="0"/>
              </a:spcAft>
              <a:buClr>
                <a:srgbClr val="000000"/>
              </a:buClr>
              <a:buSzPts val="700"/>
              <a:buNone/>
              <a:defRPr sz="700">
                <a:solidFill>
                  <a:srgbClr val="000000"/>
                </a:solidFill>
              </a:defRPr>
            </a:lvl7pPr>
            <a:lvl8pPr lvl="7" rtl="0" algn="ctr">
              <a:lnSpc>
                <a:spcPct val="90000"/>
              </a:lnSpc>
              <a:spcBef>
                <a:spcPts val="0"/>
              </a:spcBef>
              <a:spcAft>
                <a:spcPts val="0"/>
              </a:spcAft>
              <a:buClr>
                <a:srgbClr val="000000"/>
              </a:buClr>
              <a:buSzPts val="700"/>
              <a:buNone/>
              <a:defRPr sz="700">
                <a:solidFill>
                  <a:srgbClr val="000000"/>
                </a:solidFill>
              </a:defRPr>
            </a:lvl8pPr>
            <a:lvl9pPr lvl="8" rtl="0" algn="ctr">
              <a:lnSpc>
                <a:spcPct val="90000"/>
              </a:lnSpc>
              <a:spcBef>
                <a:spcPts val="0"/>
              </a:spcBef>
              <a:spcAft>
                <a:spcPts val="0"/>
              </a:spcAft>
              <a:buClr>
                <a:srgbClr val="000000"/>
              </a:buClr>
              <a:buSzPts val="700"/>
              <a:buNone/>
              <a:defRPr sz="700">
                <a:solidFill>
                  <a:srgbClr val="000000"/>
                </a:solidFill>
              </a:defRPr>
            </a:lvl9pPr>
          </a:lstStyle>
          <a:p/>
        </p:txBody>
      </p:sp>
      <p:sp>
        <p:nvSpPr>
          <p:cNvPr id="209" name="Google Shape;209;p2"/>
          <p:cNvSpPr txBox="1"/>
          <p:nvPr>
            <p:ph idx="89" type="subTitle"/>
          </p:nvPr>
        </p:nvSpPr>
        <p:spPr>
          <a:xfrm>
            <a:off x="4671309" y="5255657"/>
            <a:ext cx="777900" cy="437700"/>
          </a:xfrm>
          <a:prstGeom prst="rect">
            <a:avLst/>
          </a:prstGeom>
          <a:noFill/>
          <a:ln>
            <a:noFill/>
          </a:ln>
        </p:spPr>
        <p:txBody>
          <a:bodyPr anchorCtr="0" anchor="ctr" bIns="36000" lIns="36000" spcFirstLastPara="1" rIns="36000" wrap="square" tIns="36000">
            <a:noAutofit/>
          </a:bodyPr>
          <a:lstStyle>
            <a:lvl1pPr lvl="0" rt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rtl="0" algn="ctr">
              <a:lnSpc>
                <a:spcPct val="90000"/>
              </a:lnSpc>
              <a:spcBef>
                <a:spcPts val="0"/>
              </a:spcBef>
              <a:spcAft>
                <a:spcPts val="0"/>
              </a:spcAft>
              <a:buClr>
                <a:srgbClr val="000000"/>
              </a:buClr>
              <a:buSzPts val="700"/>
              <a:buNone/>
              <a:defRPr sz="700">
                <a:solidFill>
                  <a:srgbClr val="000000"/>
                </a:solidFill>
              </a:defRPr>
            </a:lvl2pPr>
            <a:lvl3pPr lvl="2" rtl="0" algn="ctr">
              <a:lnSpc>
                <a:spcPct val="90000"/>
              </a:lnSpc>
              <a:spcBef>
                <a:spcPts val="0"/>
              </a:spcBef>
              <a:spcAft>
                <a:spcPts val="0"/>
              </a:spcAft>
              <a:buClr>
                <a:srgbClr val="000000"/>
              </a:buClr>
              <a:buSzPts val="700"/>
              <a:buNone/>
              <a:defRPr sz="700">
                <a:solidFill>
                  <a:srgbClr val="000000"/>
                </a:solidFill>
              </a:defRPr>
            </a:lvl3pPr>
            <a:lvl4pPr lvl="3" rtl="0" algn="ctr">
              <a:lnSpc>
                <a:spcPct val="90000"/>
              </a:lnSpc>
              <a:spcBef>
                <a:spcPts val="0"/>
              </a:spcBef>
              <a:spcAft>
                <a:spcPts val="0"/>
              </a:spcAft>
              <a:buClr>
                <a:srgbClr val="000000"/>
              </a:buClr>
              <a:buSzPts val="700"/>
              <a:buNone/>
              <a:defRPr sz="700">
                <a:solidFill>
                  <a:srgbClr val="000000"/>
                </a:solidFill>
              </a:defRPr>
            </a:lvl4pPr>
            <a:lvl5pPr lvl="4" rtl="0" algn="ctr">
              <a:lnSpc>
                <a:spcPct val="90000"/>
              </a:lnSpc>
              <a:spcBef>
                <a:spcPts val="0"/>
              </a:spcBef>
              <a:spcAft>
                <a:spcPts val="0"/>
              </a:spcAft>
              <a:buClr>
                <a:srgbClr val="000000"/>
              </a:buClr>
              <a:buSzPts val="700"/>
              <a:buNone/>
              <a:defRPr sz="700">
                <a:solidFill>
                  <a:srgbClr val="000000"/>
                </a:solidFill>
              </a:defRPr>
            </a:lvl5pPr>
            <a:lvl6pPr lvl="5" rtl="0" algn="ctr">
              <a:lnSpc>
                <a:spcPct val="90000"/>
              </a:lnSpc>
              <a:spcBef>
                <a:spcPts val="0"/>
              </a:spcBef>
              <a:spcAft>
                <a:spcPts val="0"/>
              </a:spcAft>
              <a:buClr>
                <a:srgbClr val="000000"/>
              </a:buClr>
              <a:buSzPts val="700"/>
              <a:buNone/>
              <a:defRPr sz="700">
                <a:solidFill>
                  <a:srgbClr val="000000"/>
                </a:solidFill>
              </a:defRPr>
            </a:lvl6pPr>
            <a:lvl7pPr lvl="6" rtl="0" algn="ctr">
              <a:lnSpc>
                <a:spcPct val="90000"/>
              </a:lnSpc>
              <a:spcBef>
                <a:spcPts val="0"/>
              </a:spcBef>
              <a:spcAft>
                <a:spcPts val="0"/>
              </a:spcAft>
              <a:buClr>
                <a:srgbClr val="000000"/>
              </a:buClr>
              <a:buSzPts val="700"/>
              <a:buNone/>
              <a:defRPr sz="700">
                <a:solidFill>
                  <a:srgbClr val="000000"/>
                </a:solidFill>
              </a:defRPr>
            </a:lvl7pPr>
            <a:lvl8pPr lvl="7" rtl="0" algn="ctr">
              <a:lnSpc>
                <a:spcPct val="90000"/>
              </a:lnSpc>
              <a:spcBef>
                <a:spcPts val="0"/>
              </a:spcBef>
              <a:spcAft>
                <a:spcPts val="0"/>
              </a:spcAft>
              <a:buClr>
                <a:srgbClr val="000000"/>
              </a:buClr>
              <a:buSzPts val="700"/>
              <a:buNone/>
              <a:defRPr sz="700">
                <a:solidFill>
                  <a:srgbClr val="000000"/>
                </a:solidFill>
              </a:defRPr>
            </a:lvl8pPr>
            <a:lvl9pPr lvl="8" rtl="0" algn="ctr">
              <a:lnSpc>
                <a:spcPct val="90000"/>
              </a:lnSpc>
              <a:spcBef>
                <a:spcPts val="0"/>
              </a:spcBef>
              <a:spcAft>
                <a:spcPts val="0"/>
              </a:spcAft>
              <a:buClr>
                <a:srgbClr val="000000"/>
              </a:buClr>
              <a:buSzPts val="700"/>
              <a:buNone/>
              <a:defRPr sz="700">
                <a:solidFill>
                  <a:srgbClr val="000000"/>
                </a:solidFill>
              </a:defRPr>
            </a:lvl9pPr>
          </a:lstStyle>
          <a:p/>
        </p:txBody>
      </p:sp>
      <p:sp>
        <p:nvSpPr>
          <p:cNvPr id="210" name="Google Shape;210;p2"/>
          <p:cNvSpPr txBox="1"/>
          <p:nvPr>
            <p:ph idx="90" type="subTitle"/>
          </p:nvPr>
        </p:nvSpPr>
        <p:spPr>
          <a:xfrm>
            <a:off x="5482203" y="5255657"/>
            <a:ext cx="815100" cy="437700"/>
          </a:xfrm>
          <a:prstGeom prst="rect">
            <a:avLst/>
          </a:prstGeom>
          <a:noFill/>
          <a:ln>
            <a:noFill/>
          </a:ln>
        </p:spPr>
        <p:txBody>
          <a:bodyPr anchorCtr="0" anchor="ctr" bIns="36000" lIns="36000" spcFirstLastPara="1" rIns="36000" wrap="square" tIns="36000">
            <a:noAutofit/>
          </a:bodyPr>
          <a:lstStyle>
            <a:lvl1pPr lvl="0" rt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rtl="0" algn="ctr">
              <a:lnSpc>
                <a:spcPct val="90000"/>
              </a:lnSpc>
              <a:spcBef>
                <a:spcPts val="0"/>
              </a:spcBef>
              <a:spcAft>
                <a:spcPts val="0"/>
              </a:spcAft>
              <a:buClr>
                <a:srgbClr val="000000"/>
              </a:buClr>
              <a:buSzPts val="700"/>
              <a:buNone/>
              <a:defRPr sz="700">
                <a:solidFill>
                  <a:srgbClr val="000000"/>
                </a:solidFill>
              </a:defRPr>
            </a:lvl2pPr>
            <a:lvl3pPr lvl="2" rtl="0" algn="ctr">
              <a:lnSpc>
                <a:spcPct val="90000"/>
              </a:lnSpc>
              <a:spcBef>
                <a:spcPts val="0"/>
              </a:spcBef>
              <a:spcAft>
                <a:spcPts val="0"/>
              </a:spcAft>
              <a:buClr>
                <a:srgbClr val="000000"/>
              </a:buClr>
              <a:buSzPts val="700"/>
              <a:buNone/>
              <a:defRPr sz="700">
                <a:solidFill>
                  <a:srgbClr val="000000"/>
                </a:solidFill>
              </a:defRPr>
            </a:lvl3pPr>
            <a:lvl4pPr lvl="3" rtl="0" algn="ctr">
              <a:lnSpc>
                <a:spcPct val="90000"/>
              </a:lnSpc>
              <a:spcBef>
                <a:spcPts val="0"/>
              </a:spcBef>
              <a:spcAft>
                <a:spcPts val="0"/>
              </a:spcAft>
              <a:buClr>
                <a:srgbClr val="000000"/>
              </a:buClr>
              <a:buSzPts val="700"/>
              <a:buNone/>
              <a:defRPr sz="700">
                <a:solidFill>
                  <a:srgbClr val="000000"/>
                </a:solidFill>
              </a:defRPr>
            </a:lvl4pPr>
            <a:lvl5pPr lvl="4" rtl="0" algn="ctr">
              <a:lnSpc>
                <a:spcPct val="90000"/>
              </a:lnSpc>
              <a:spcBef>
                <a:spcPts val="0"/>
              </a:spcBef>
              <a:spcAft>
                <a:spcPts val="0"/>
              </a:spcAft>
              <a:buClr>
                <a:srgbClr val="000000"/>
              </a:buClr>
              <a:buSzPts val="700"/>
              <a:buNone/>
              <a:defRPr sz="700">
                <a:solidFill>
                  <a:srgbClr val="000000"/>
                </a:solidFill>
              </a:defRPr>
            </a:lvl5pPr>
            <a:lvl6pPr lvl="5" rtl="0" algn="ctr">
              <a:lnSpc>
                <a:spcPct val="90000"/>
              </a:lnSpc>
              <a:spcBef>
                <a:spcPts val="0"/>
              </a:spcBef>
              <a:spcAft>
                <a:spcPts val="0"/>
              </a:spcAft>
              <a:buClr>
                <a:srgbClr val="000000"/>
              </a:buClr>
              <a:buSzPts val="700"/>
              <a:buNone/>
              <a:defRPr sz="700">
                <a:solidFill>
                  <a:srgbClr val="000000"/>
                </a:solidFill>
              </a:defRPr>
            </a:lvl6pPr>
            <a:lvl7pPr lvl="6" rtl="0" algn="ctr">
              <a:lnSpc>
                <a:spcPct val="90000"/>
              </a:lnSpc>
              <a:spcBef>
                <a:spcPts val="0"/>
              </a:spcBef>
              <a:spcAft>
                <a:spcPts val="0"/>
              </a:spcAft>
              <a:buClr>
                <a:srgbClr val="000000"/>
              </a:buClr>
              <a:buSzPts val="700"/>
              <a:buNone/>
              <a:defRPr sz="700">
                <a:solidFill>
                  <a:srgbClr val="000000"/>
                </a:solidFill>
              </a:defRPr>
            </a:lvl7pPr>
            <a:lvl8pPr lvl="7" rtl="0" algn="ctr">
              <a:lnSpc>
                <a:spcPct val="90000"/>
              </a:lnSpc>
              <a:spcBef>
                <a:spcPts val="0"/>
              </a:spcBef>
              <a:spcAft>
                <a:spcPts val="0"/>
              </a:spcAft>
              <a:buClr>
                <a:srgbClr val="000000"/>
              </a:buClr>
              <a:buSzPts val="700"/>
              <a:buNone/>
              <a:defRPr sz="700">
                <a:solidFill>
                  <a:srgbClr val="000000"/>
                </a:solidFill>
              </a:defRPr>
            </a:lvl8pPr>
            <a:lvl9pPr lvl="8" rtl="0" algn="ctr">
              <a:lnSpc>
                <a:spcPct val="90000"/>
              </a:lnSpc>
              <a:spcBef>
                <a:spcPts val="0"/>
              </a:spcBef>
              <a:spcAft>
                <a:spcPts val="0"/>
              </a:spcAft>
              <a:buClr>
                <a:srgbClr val="000000"/>
              </a:buClr>
              <a:buSzPts val="700"/>
              <a:buNone/>
              <a:defRPr sz="700">
                <a:solidFill>
                  <a:srgbClr val="000000"/>
                </a:solidFill>
              </a:defRPr>
            </a:lvl9pPr>
          </a:lstStyle>
          <a:p/>
        </p:txBody>
      </p:sp>
      <p:sp>
        <p:nvSpPr>
          <p:cNvPr id="211" name="Google Shape;211;p2"/>
          <p:cNvSpPr txBox="1"/>
          <p:nvPr>
            <p:ph idx="91" type="subTitle"/>
          </p:nvPr>
        </p:nvSpPr>
        <p:spPr>
          <a:xfrm>
            <a:off x="6411959" y="5255653"/>
            <a:ext cx="813600" cy="437700"/>
          </a:xfrm>
          <a:prstGeom prst="rect">
            <a:avLst/>
          </a:prstGeom>
          <a:noFill/>
          <a:ln>
            <a:noFill/>
          </a:ln>
        </p:spPr>
        <p:txBody>
          <a:bodyPr anchorCtr="0" anchor="ctr" bIns="36000" lIns="36000" spcFirstLastPara="1" rIns="36000" wrap="square" tIns="36000">
            <a:noAutofit/>
          </a:bodyPr>
          <a:lstStyle>
            <a:lvl1pPr lvl="0" rt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rtl="0" algn="ctr">
              <a:lnSpc>
                <a:spcPct val="90000"/>
              </a:lnSpc>
              <a:spcBef>
                <a:spcPts val="0"/>
              </a:spcBef>
              <a:spcAft>
                <a:spcPts val="0"/>
              </a:spcAft>
              <a:buClr>
                <a:srgbClr val="000000"/>
              </a:buClr>
              <a:buSzPts val="700"/>
              <a:buNone/>
              <a:defRPr sz="700">
                <a:solidFill>
                  <a:srgbClr val="000000"/>
                </a:solidFill>
              </a:defRPr>
            </a:lvl2pPr>
            <a:lvl3pPr lvl="2" rtl="0" algn="ctr">
              <a:lnSpc>
                <a:spcPct val="90000"/>
              </a:lnSpc>
              <a:spcBef>
                <a:spcPts val="0"/>
              </a:spcBef>
              <a:spcAft>
                <a:spcPts val="0"/>
              </a:spcAft>
              <a:buClr>
                <a:srgbClr val="000000"/>
              </a:buClr>
              <a:buSzPts val="700"/>
              <a:buNone/>
              <a:defRPr sz="700">
                <a:solidFill>
                  <a:srgbClr val="000000"/>
                </a:solidFill>
              </a:defRPr>
            </a:lvl3pPr>
            <a:lvl4pPr lvl="3" rtl="0" algn="ctr">
              <a:lnSpc>
                <a:spcPct val="90000"/>
              </a:lnSpc>
              <a:spcBef>
                <a:spcPts val="0"/>
              </a:spcBef>
              <a:spcAft>
                <a:spcPts val="0"/>
              </a:spcAft>
              <a:buClr>
                <a:srgbClr val="000000"/>
              </a:buClr>
              <a:buSzPts val="700"/>
              <a:buNone/>
              <a:defRPr sz="700">
                <a:solidFill>
                  <a:srgbClr val="000000"/>
                </a:solidFill>
              </a:defRPr>
            </a:lvl4pPr>
            <a:lvl5pPr lvl="4" rtl="0" algn="ctr">
              <a:lnSpc>
                <a:spcPct val="90000"/>
              </a:lnSpc>
              <a:spcBef>
                <a:spcPts val="0"/>
              </a:spcBef>
              <a:spcAft>
                <a:spcPts val="0"/>
              </a:spcAft>
              <a:buClr>
                <a:srgbClr val="000000"/>
              </a:buClr>
              <a:buSzPts val="700"/>
              <a:buNone/>
              <a:defRPr sz="700">
                <a:solidFill>
                  <a:srgbClr val="000000"/>
                </a:solidFill>
              </a:defRPr>
            </a:lvl5pPr>
            <a:lvl6pPr lvl="5" rtl="0" algn="ctr">
              <a:lnSpc>
                <a:spcPct val="90000"/>
              </a:lnSpc>
              <a:spcBef>
                <a:spcPts val="0"/>
              </a:spcBef>
              <a:spcAft>
                <a:spcPts val="0"/>
              </a:spcAft>
              <a:buClr>
                <a:srgbClr val="000000"/>
              </a:buClr>
              <a:buSzPts val="700"/>
              <a:buNone/>
              <a:defRPr sz="700">
                <a:solidFill>
                  <a:srgbClr val="000000"/>
                </a:solidFill>
              </a:defRPr>
            </a:lvl6pPr>
            <a:lvl7pPr lvl="6" rtl="0" algn="ctr">
              <a:lnSpc>
                <a:spcPct val="90000"/>
              </a:lnSpc>
              <a:spcBef>
                <a:spcPts val="0"/>
              </a:spcBef>
              <a:spcAft>
                <a:spcPts val="0"/>
              </a:spcAft>
              <a:buClr>
                <a:srgbClr val="000000"/>
              </a:buClr>
              <a:buSzPts val="700"/>
              <a:buNone/>
              <a:defRPr sz="700">
                <a:solidFill>
                  <a:srgbClr val="000000"/>
                </a:solidFill>
              </a:defRPr>
            </a:lvl7pPr>
            <a:lvl8pPr lvl="7" rtl="0" algn="ctr">
              <a:lnSpc>
                <a:spcPct val="90000"/>
              </a:lnSpc>
              <a:spcBef>
                <a:spcPts val="0"/>
              </a:spcBef>
              <a:spcAft>
                <a:spcPts val="0"/>
              </a:spcAft>
              <a:buClr>
                <a:srgbClr val="000000"/>
              </a:buClr>
              <a:buSzPts val="700"/>
              <a:buNone/>
              <a:defRPr sz="700">
                <a:solidFill>
                  <a:srgbClr val="000000"/>
                </a:solidFill>
              </a:defRPr>
            </a:lvl8pPr>
            <a:lvl9pPr lvl="8" rtl="0" algn="ctr">
              <a:lnSpc>
                <a:spcPct val="90000"/>
              </a:lnSpc>
              <a:spcBef>
                <a:spcPts val="0"/>
              </a:spcBef>
              <a:spcAft>
                <a:spcPts val="0"/>
              </a:spcAft>
              <a:buClr>
                <a:srgbClr val="000000"/>
              </a:buClr>
              <a:buSzPts val="700"/>
              <a:buNone/>
              <a:defRPr sz="700">
                <a:solidFill>
                  <a:srgbClr val="000000"/>
                </a:solidFill>
              </a:defRPr>
            </a:lvl9pPr>
          </a:lstStyle>
          <a:p/>
        </p:txBody>
      </p:sp>
      <p:sp>
        <p:nvSpPr>
          <p:cNvPr id="212" name="Google Shape;212;p2"/>
          <p:cNvSpPr txBox="1"/>
          <p:nvPr>
            <p:ph idx="92" type="subTitle"/>
          </p:nvPr>
        </p:nvSpPr>
        <p:spPr>
          <a:xfrm>
            <a:off x="7345671" y="5255657"/>
            <a:ext cx="796500" cy="437700"/>
          </a:xfrm>
          <a:prstGeom prst="rect">
            <a:avLst/>
          </a:prstGeom>
          <a:noFill/>
          <a:ln>
            <a:noFill/>
          </a:ln>
        </p:spPr>
        <p:txBody>
          <a:bodyPr anchorCtr="0" anchor="ctr" bIns="36000" lIns="36000" spcFirstLastPara="1" rIns="36000" wrap="square" tIns="36000">
            <a:noAutofit/>
          </a:bodyPr>
          <a:lstStyle>
            <a:lvl1pPr lvl="0" rt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rtl="0" algn="ctr">
              <a:lnSpc>
                <a:spcPct val="90000"/>
              </a:lnSpc>
              <a:spcBef>
                <a:spcPts val="0"/>
              </a:spcBef>
              <a:spcAft>
                <a:spcPts val="0"/>
              </a:spcAft>
              <a:buClr>
                <a:srgbClr val="000000"/>
              </a:buClr>
              <a:buSzPts val="700"/>
              <a:buNone/>
              <a:defRPr sz="700">
                <a:solidFill>
                  <a:srgbClr val="000000"/>
                </a:solidFill>
              </a:defRPr>
            </a:lvl2pPr>
            <a:lvl3pPr lvl="2" rtl="0" algn="ctr">
              <a:lnSpc>
                <a:spcPct val="90000"/>
              </a:lnSpc>
              <a:spcBef>
                <a:spcPts val="0"/>
              </a:spcBef>
              <a:spcAft>
                <a:spcPts val="0"/>
              </a:spcAft>
              <a:buClr>
                <a:srgbClr val="000000"/>
              </a:buClr>
              <a:buSzPts val="700"/>
              <a:buNone/>
              <a:defRPr sz="700">
                <a:solidFill>
                  <a:srgbClr val="000000"/>
                </a:solidFill>
              </a:defRPr>
            </a:lvl3pPr>
            <a:lvl4pPr lvl="3" rtl="0" algn="ctr">
              <a:lnSpc>
                <a:spcPct val="90000"/>
              </a:lnSpc>
              <a:spcBef>
                <a:spcPts val="0"/>
              </a:spcBef>
              <a:spcAft>
                <a:spcPts val="0"/>
              </a:spcAft>
              <a:buClr>
                <a:srgbClr val="000000"/>
              </a:buClr>
              <a:buSzPts val="700"/>
              <a:buNone/>
              <a:defRPr sz="700">
                <a:solidFill>
                  <a:srgbClr val="000000"/>
                </a:solidFill>
              </a:defRPr>
            </a:lvl4pPr>
            <a:lvl5pPr lvl="4" rtl="0" algn="ctr">
              <a:lnSpc>
                <a:spcPct val="90000"/>
              </a:lnSpc>
              <a:spcBef>
                <a:spcPts val="0"/>
              </a:spcBef>
              <a:spcAft>
                <a:spcPts val="0"/>
              </a:spcAft>
              <a:buClr>
                <a:srgbClr val="000000"/>
              </a:buClr>
              <a:buSzPts val="700"/>
              <a:buNone/>
              <a:defRPr sz="700">
                <a:solidFill>
                  <a:srgbClr val="000000"/>
                </a:solidFill>
              </a:defRPr>
            </a:lvl5pPr>
            <a:lvl6pPr lvl="5" rtl="0" algn="ctr">
              <a:lnSpc>
                <a:spcPct val="90000"/>
              </a:lnSpc>
              <a:spcBef>
                <a:spcPts val="0"/>
              </a:spcBef>
              <a:spcAft>
                <a:spcPts val="0"/>
              </a:spcAft>
              <a:buClr>
                <a:srgbClr val="000000"/>
              </a:buClr>
              <a:buSzPts val="700"/>
              <a:buNone/>
              <a:defRPr sz="700">
                <a:solidFill>
                  <a:srgbClr val="000000"/>
                </a:solidFill>
              </a:defRPr>
            </a:lvl6pPr>
            <a:lvl7pPr lvl="6" rtl="0" algn="ctr">
              <a:lnSpc>
                <a:spcPct val="90000"/>
              </a:lnSpc>
              <a:spcBef>
                <a:spcPts val="0"/>
              </a:spcBef>
              <a:spcAft>
                <a:spcPts val="0"/>
              </a:spcAft>
              <a:buClr>
                <a:srgbClr val="000000"/>
              </a:buClr>
              <a:buSzPts val="700"/>
              <a:buNone/>
              <a:defRPr sz="700">
                <a:solidFill>
                  <a:srgbClr val="000000"/>
                </a:solidFill>
              </a:defRPr>
            </a:lvl7pPr>
            <a:lvl8pPr lvl="7" rtl="0" algn="ctr">
              <a:lnSpc>
                <a:spcPct val="90000"/>
              </a:lnSpc>
              <a:spcBef>
                <a:spcPts val="0"/>
              </a:spcBef>
              <a:spcAft>
                <a:spcPts val="0"/>
              </a:spcAft>
              <a:buClr>
                <a:srgbClr val="000000"/>
              </a:buClr>
              <a:buSzPts val="700"/>
              <a:buNone/>
              <a:defRPr sz="700">
                <a:solidFill>
                  <a:srgbClr val="000000"/>
                </a:solidFill>
              </a:defRPr>
            </a:lvl8pPr>
            <a:lvl9pPr lvl="8" rtl="0" algn="ctr">
              <a:lnSpc>
                <a:spcPct val="90000"/>
              </a:lnSpc>
              <a:spcBef>
                <a:spcPts val="0"/>
              </a:spcBef>
              <a:spcAft>
                <a:spcPts val="0"/>
              </a:spcAft>
              <a:buClr>
                <a:srgbClr val="000000"/>
              </a:buClr>
              <a:buSzPts val="700"/>
              <a:buNone/>
              <a:defRPr sz="700">
                <a:solidFill>
                  <a:srgbClr val="000000"/>
                </a:solidFill>
              </a:defRPr>
            </a:lvl9pPr>
          </a:lstStyle>
          <a:p/>
        </p:txBody>
      </p:sp>
      <p:sp>
        <p:nvSpPr>
          <p:cNvPr id="213" name="Google Shape;213;p2"/>
          <p:cNvSpPr txBox="1"/>
          <p:nvPr>
            <p:ph idx="93" type="subTitle"/>
          </p:nvPr>
        </p:nvSpPr>
        <p:spPr>
          <a:xfrm>
            <a:off x="8182670" y="5255657"/>
            <a:ext cx="796500" cy="437700"/>
          </a:xfrm>
          <a:prstGeom prst="rect">
            <a:avLst/>
          </a:prstGeom>
          <a:noFill/>
          <a:ln>
            <a:noFill/>
          </a:ln>
        </p:spPr>
        <p:txBody>
          <a:bodyPr anchorCtr="0" anchor="ctr" bIns="36000" lIns="36000" spcFirstLastPara="1" rIns="36000" wrap="square" tIns="36000">
            <a:noAutofit/>
          </a:bodyPr>
          <a:lstStyle>
            <a:lvl1pPr lvl="0" rt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rtl="0" algn="ctr">
              <a:lnSpc>
                <a:spcPct val="90000"/>
              </a:lnSpc>
              <a:spcBef>
                <a:spcPts val="0"/>
              </a:spcBef>
              <a:spcAft>
                <a:spcPts val="0"/>
              </a:spcAft>
              <a:buClr>
                <a:srgbClr val="000000"/>
              </a:buClr>
              <a:buSzPts val="700"/>
              <a:buNone/>
              <a:defRPr sz="700">
                <a:solidFill>
                  <a:srgbClr val="000000"/>
                </a:solidFill>
              </a:defRPr>
            </a:lvl2pPr>
            <a:lvl3pPr lvl="2" rtl="0" algn="ctr">
              <a:lnSpc>
                <a:spcPct val="90000"/>
              </a:lnSpc>
              <a:spcBef>
                <a:spcPts val="0"/>
              </a:spcBef>
              <a:spcAft>
                <a:spcPts val="0"/>
              </a:spcAft>
              <a:buClr>
                <a:srgbClr val="000000"/>
              </a:buClr>
              <a:buSzPts val="700"/>
              <a:buNone/>
              <a:defRPr sz="700">
                <a:solidFill>
                  <a:srgbClr val="000000"/>
                </a:solidFill>
              </a:defRPr>
            </a:lvl3pPr>
            <a:lvl4pPr lvl="3" rtl="0" algn="ctr">
              <a:lnSpc>
                <a:spcPct val="90000"/>
              </a:lnSpc>
              <a:spcBef>
                <a:spcPts val="0"/>
              </a:spcBef>
              <a:spcAft>
                <a:spcPts val="0"/>
              </a:spcAft>
              <a:buClr>
                <a:srgbClr val="000000"/>
              </a:buClr>
              <a:buSzPts val="700"/>
              <a:buNone/>
              <a:defRPr sz="700">
                <a:solidFill>
                  <a:srgbClr val="000000"/>
                </a:solidFill>
              </a:defRPr>
            </a:lvl4pPr>
            <a:lvl5pPr lvl="4" rtl="0" algn="ctr">
              <a:lnSpc>
                <a:spcPct val="90000"/>
              </a:lnSpc>
              <a:spcBef>
                <a:spcPts val="0"/>
              </a:spcBef>
              <a:spcAft>
                <a:spcPts val="0"/>
              </a:spcAft>
              <a:buClr>
                <a:srgbClr val="000000"/>
              </a:buClr>
              <a:buSzPts val="700"/>
              <a:buNone/>
              <a:defRPr sz="700">
                <a:solidFill>
                  <a:srgbClr val="000000"/>
                </a:solidFill>
              </a:defRPr>
            </a:lvl5pPr>
            <a:lvl6pPr lvl="5" rtl="0" algn="ctr">
              <a:lnSpc>
                <a:spcPct val="90000"/>
              </a:lnSpc>
              <a:spcBef>
                <a:spcPts val="0"/>
              </a:spcBef>
              <a:spcAft>
                <a:spcPts val="0"/>
              </a:spcAft>
              <a:buClr>
                <a:srgbClr val="000000"/>
              </a:buClr>
              <a:buSzPts val="700"/>
              <a:buNone/>
              <a:defRPr sz="700">
                <a:solidFill>
                  <a:srgbClr val="000000"/>
                </a:solidFill>
              </a:defRPr>
            </a:lvl6pPr>
            <a:lvl7pPr lvl="6" rtl="0" algn="ctr">
              <a:lnSpc>
                <a:spcPct val="90000"/>
              </a:lnSpc>
              <a:spcBef>
                <a:spcPts val="0"/>
              </a:spcBef>
              <a:spcAft>
                <a:spcPts val="0"/>
              </a:spcAft>
              <a:buClr>
                <a:srgbClr val="000000"/>
              </a:buClr>
              <a:buSzPts val="700"/>
              <a:buNone/>
              <a:defRPr sz="700">
                <a:solidFill>
                  <a:srgbClr val="000000"/>
                </a:solidFill>
              </a:defRPr>
            </a:lvl7pPr>
            <a:lvl8pPr lvl="7" rtl="0" algn="ctr">
              <a:lnSpc>
                <a:spcPct val="90000"/>
              </a:lnSpc>
              <a:spcBef>
                <a:spcPts val="0"/>
              </a:spcBef>
              <a:spcAft>
                <a:spcPts val="0"/>
              </a:spcAft>
              <a:buClr>
                <a:srgbClr val="000000"/>
              </a:buClr>
              <a:buSzPts val="700"/>
              <a:buNone/>
              <a:defRPr sz="700">
                <a:solidFill>
                  <a:srgbClr val="000000"/>
                </a:solidFill>
              </a:defRPr>
            </a:lvl8pPr>
            <a:lvl9pPr lvl="8" rtl="0" algn="ctr">
              <a:lnSpc>
                <a:spcPct val="90000"/>
              </a:lnSpc>
              <a:spcBef>
                <a:spcPts val="0"/>
              </a:spcBef>
              <a:spcAft>
                <a:spcPts val="0"/>
              </a:spcAft>
              <a:buClr>
                <a:srgbClr val="000000"/>
              </a:buClr>
              <a:buSzPts val="700"/>
              <a:buNone/>
              <a:defRPr sz="700">
                <a:solidFill>
                  <a:srgbClr val="000000"/>
                </a:solidFill>
              </a:defRPr>
            </a:lvl9pPr>
          </a:lstStyle>
          <a:p/>
        </p:txBody>
      </p:sp>
      <p:sp>
        <p:nvSpPr>
          <p:cNvPr id="214" name="Google Shape;214;p2"/>
          <p:cNvSpPr txBox="1"/>
          <p:nvPr>
            <p:ph idx="94" type="subTitle"/>
          </p:nvPr>
        </p:nvSpPr>
        <p:spPr>
          <a:xfrm>
            <a:off x="9000144" y="5255657"/>
            <a:ext cx="815100" cy="437700"/>
          </a:xfrm>
          <a:prstGeom prst="rect">
            <a:avLst/>
          </a:prstGeom>
          <a:noFill/>
          <a:ln>
            <a:noFill/>
          </a:ln>
        </p:spPr>
        <p:txBody>
          <a:bodyPr anchorCtr="0" anchor="ctr" bIns="36000" lIns="36000" spcFirstLastPara="1" rIns="36000" wrap="square" tIns="36000">
            <a:noAutofit/>
          </a:bodyPr>
          <a:lstStyle>
            <a:lvl1pPr lvl="0" rt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rtl="0" algn="ctr">
              <a:lnSpc>
                <a:spcPct val="90000"/>
              </a:lnSpc>
              <a:spcBef>
                <a:spcPts val="0"/>
              </a:spcBef>
              <a:spcAft>
                <a:spcPts val="0"/>
              </a:spcAft>
              <a:buClr>
                <a:srgbClr val="000000"/>
              </a:buClr>
              <a:buSzPts val="700"/>
              <a:buNone/>
              <a:defRPr sz="700">
                <a:solidFill>
                  <a:srgbClr val="000000"/>
                </a:solidFill>
              </a:defRPr>
            </a:lvl2pPr>
            <a:lvl3pPr lvl="2" rtl="0" algn="ctr">
              <a:lnSpc>
                <a:spcPct val="90000"/>
              </a:lnSpc>
              <a:spcBef>
                <a:spcPts val="0"/>
              </a:spcBef>
              <a:spcAft>
                <a:spcPts val="0"/>
              </a:spcAft>
              <a:buClr>
                <a:srgbClr val="000000"/>
              </a:buClr>
              <a:buSzPts val="700"/>
              <a:buNone/>
              <a:defRPr sz="700">
                <a:solidFill>
                  <a:srgbClr val="000000"/>
                </a:solidFill>
              </a:defRPr>
            </a:lvl3pPr>
            <a:lvl4pPr lvl="3" rtl="0" algn="ctr">
              <a:lnSpc>
                <a:spcPct val="90000"/>
              </a:lnSpc>
              <a:spcBef>
                <a:spcPts val="0"/>
              </a:spcBef>
              <a:spcAft>
                <a:spcPts val="0"/>
              </a:spcAft>
              <a:buClr>
                <a:srgbClr val="000000"/>
              </a:buClr>
              <a:buSzPts val="700"/>
              <a:buNone/>
              <a:defRPr sz="700">
                <a:solidFill>
                  <a:srgbClr val="000000"/>
                </a:solidFill>
              </a:defRPr>
            </a:lvl4pPr>
            <a:lvl5pPr lvl="4" rtl="0" algn="ctr">
              <a:lnSpc>
                <a:spcPct val="90000"/>
              </a:lnSpc>
              <a:spcBef>
                <a:spcPts val="0"/>
              </a:spcBef>
              <a:spcAft>
                <a:spcPts val="0"/>
              </a:spcAft>
              <a:buClr>
                <a:srgbClr val="000000"/>
              </a:buClr>
              <a:buSzPts val="700"/>
              <a:buNone/>
              <a:defRPr sz="700">
                <a:solidFill>
                  <a:srgbClr val="000000"/>
                </a:solidFill>
              </a:defRPr>
            </a:lvl5pPr>
            <a:lvl6pPr lvl="5" rtl="0" algn="ctr">
              <a:lnSpc>
                <a:spcPct val="90000"/>
              </a:lnSpc>
              <a:spcBef>
                <a:spcPts val="0"/>
              </a:spcBef>
              <a:spcAft>
                <a:spcPts val="0"/>
              </a:spcAft>
              <a:buClr>
                <a:srgbClr val="000000"/>
              </a:buClr>
              <a:buSzPts val="700"/>
              <a:buNone/>
              <a:defRPr sz="700">
                <a:solidFill>
                  <a:srgbClr val="000000"/>
                </a:solidFill>
              </a:defRPr>
            </a:lvl6pPr>
            <a:lvl7pPr lvl="6" rtl="0" algn="ctr">
              <a:lnSpc>
                <a:spcPct val="90000"/>
              </a:lnSpc>
              <a:spcBef>
                <a:spcPts val="0"/>
              </a:spcBef>
              <a:spcAft>
                <a:spcPts val="0"/>
              </a:spcAft>
              <a:buClr>
                <a:srgbClr val="000000"/>
              </a:buClr>
              <a:buSzPts val="700"/>
              <a:buNone/>
              <a:defRPr sz="700">
                <a:solidFill>
                  <a:srgbClr val="000000"/>
                </a:solidFill>
              </a:defRPr>
            </a:lvl7pPr>
            <a:lvl8pPr lvl="7" rtl="0" algn="ctr">
              <a:lnSpc>
                <a:spcPct val="90000"/>
              </a:lnSpc>
              <a:spcBef>
                <a:spcPts val="0"/>
              </a:spcBef>
              <a:spcAft>
                <a:spcPts val="0"/>
              </a:spcAft>
              <a:buClr>
                <a:srgbClr val="000000"/>
              </a:buClr>
              <a:buSzPts val="700"/>
              <a:buNone/>
              <a:defRPr sz="700">
                <a:solidFill>
                  <a:srgbClr val="000000"/>
                </a:solidFill>
              </a:defRPr>
            </a:lvl8pPr>
            <a:lvl9pPr lvl="8" rtl="0" algn="ctr">
              <a:lnSpc>
                <a:spcPct val="90000"/>
              </a:lnSpc>
              <a:spcBef>
                <a:spcPts val="0"/>
              </a:spcBef>
              <a:spcAft>
                <a:spcPts val="0"/>
              </a:spcAft>
              <a:buClr>
                <a:srgbClr val="000000"/>
              </a:buClr>
              <a:buSzPts val="700"/>
              <a:buNone/>
              <a:defRPr sz="700">
                <a:solidFill>
                  <a:srgbClr val="000000"/>
                </a:solidFill>
              </a:defRPr>
            </a:lvl9pPr>
          </a:lstStyle>
          <a:p/>
        </p:txBody>
      </p:sp>
      <p:sp>
        <p:nvSpPr>
          <p:cNvPr id="215" name="Google Shape;215;p2"/>
          <p:cNvSpPr txBox="1"/>
          <p:nvPr>
            <p:ph idx="95" type="subTitle"/>
          </p:nvPr>
        </p:nvSpPr>
        <p:spPr>
          <a:xfrm>
            <a:off x="264731" y="5769224"/>
            <a:ext cx="796500" cy="437700"/>
          </a:xfrm>
          <a:prstGeom prst="rect">
            <a:avLst/>
          </a:prstGeom>
          <a:noFill/>
          <a:ln>
            <a:noFill/>
          </a:ln>
        </p:spPr>
        <p:txBody>
          <a:bodyPr anchorCtr="0" anchor="ctr" bIns="36000" lIns="36000" spcFirstLastPara="1" rIns="36000" wrap="square" tIns="36000">
            <a:noAutofit/>
          </a:bodyPr>
          <a:lstStyle>
            <a:lvl1pPr lvl="0" rt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rtl="0" algn="ctr">
              <a:lnSpc>
                <a:spcPct val="90000"/>
              </a:lnSpc>
              <a:spcBef>
                <a:spcPts val="0"/>
              </a:spcBef>
              <a:spcAft>
                <a:spcPts val="0"/>
              </a:spcAft>
              <a:buClr>
                <a:srgbClr val="000000"/>
              </a:buClr>
              <a:buSzPts val="700"/>
              <a:buNone/>
              <a:defRPr sz="700">
                <a:solidFill>
                  <a:srgbClr val="000000"/>
                </a:solidFill>
              </a:defRPr>
            </a:lvl2pPr>
            <a:lvl3pPr lvl="2" rtl="0" algn="ctr">
              <a:lnSpc>
                <a:spcPct val="90000"/>
              </a:lnSpc>
              <a:spcBef>
                <a:spcPts val="0"/>
              </a:spcBef>
              <a:spcAft>
                <a:spcPts val="0"/>
              </a:spcAft>
              <a:buClr>
                <a:srgbClr val="000000"/>
              </a:buClr>
              <a:buSzPts val="700"/>
              <a:buNone/>
              <a:defRPr sz="700">
                <a:solidFill>
                  <a:srgbClr val="000000"/>
                </a:solidFill>
              </a:defRPr>
            </a:lvl3pPr>
            <a:lvl4pPr lvl="3" rtl="0" algn="ctr">
              <a:lnSpc>
                <a:spcPct val="90000"/>
              </a:lnSpc>
              <a:spcBef>
                <a:spcPts val="0"/>
              </a:spcBef>
              <a:spcAft>
                <a:spcPts val="0"/>
              </a:spcAft>
              <a:buClr>
                <a:srgbClr val="000000"/>
              </a:buClr>
              <a:buSzPts val="700"/>
              <a:buNone/>
              <a:defRPr sz="700">
                <a:solidFill>
                  <a:srgbClr val="000000"/>
                </a:solidFill>
              </a:defRPr>
            </a:lvl4pPr>
            <a:lvl5pPr lvl="4" rtl="0" algn="ctr">
              <a:lnSpc>
                <a:spcPct val="90000"/>
              </a:lnSpc>
              <a:spcBef>
                <a:spcPts val="0"/>
              </a:spcBef>
              <a:spcAft>
                <a:spcPts val="0"/>
              </a:spcAft>
              <a:buClr>
                <a:srgbClr val="000000"/>
              </a:buClr>
              <a:buSzPts val="700"/>
              <a:buNone/>
              <a:defRPr sz="700">
                <a:solidFill>
                  <a:srgbClr val="000000"/>
                </a:solidFill>
              </a:defRPr>
            </a:lvl5pPr>
            <a:lvl6pPr lvl="5" rtl="0" algn="ctr">
              <a:lnSpc>
                <a:spcPct val="90000"/>
              </a:lnSpc>
              <a:spcBef>
                <a:spcPts val="0"/>
              </a:spcBef>
              <a:spcAft>
                <a:spcPts val="0"/>
              </a:spcAft>
              <a:buClr>
                <a:srgbClr val="000000"/>
              </a:buClr>
              <a:buSzPts val="700"/>
              <a:buNone/>
              <a:defRPr sz="700">
                <a:solidFill>
                  <a:srgbClr val="000000"/>
                </a:solidFill>
              </a:defRPr>
            </a:lvl6pPr>
            <a:lvl7pPr lvl="6" rtl="0" algn="ctr">
              <a:lnSpc>
                <a:spcPct val="90000"/>
              </a:lnSpc>
              <a:spcBef>
                <a:spcPts val="0"/>
              </a:spcBef>
              <a:spcAft>
                <a:spcPts val="0"/>
              </a:spcAft>
              <a:buClr>
                <a:srgbClr val="000000"/>
              </a:buClr>
              <a:buSzPts val="700"/>
              <a:buNone/>
              <a:defRPr sz="700">
                <a:solidFill>
                  <a:srgbClr val="000000"/>
                </a:solidFill>
              </a:defRPr>
            </a:lvl7pPr>
            <a:lvl8pPr lvl="7" rtl="0" algn="ctr">
              <a:lnSpc>
                <a:spcPct val="90000"/>
              </a:lnSpc>
              <a:spcBef>
                <a:spcPts val="0"/>
              </a:spcBef>
              <a:spcAft>
                <a:spcPts val="0"/>
              </a:spcAft>
              <a:buClr>
                <a:srgbClr val="000000"/>
              </a:buClr>
              <a:buSzPts val="700"/>
              <a:buNone/>
              <a:defRPr sz="700">
                <a:solidFill>
                  <a:srgbClr val="000000"/>
                </a:solidFill>
              </a:defRPr>
            </a:lvl8pPr>
            <a:lvl9pPr lvl="8" rtl="0" algn="ctr">
              <a:lnSpc>
                <a:spcPct val="90000"/>
              </a:lnSpc>
              <a:spcBef>
                <a:spcPts val="0"/>
              </a:spcBef>
              <a:spcAft>
                <a:spcPts val="0"/>
              </a:spcAft>
              <a:buClr>
                <a:srgbClr val="000000"/>
              </a:buClr>
              <a:buSzPts val="700"/>
              <a:buNone/>
              <a:defRPr sz="700">
                <a:solidFill>
                  <a:srgbClr val="000000"/>
                </a:solidFill>
              </a:defRPr>
            </a:lvl9pPr>
          </a:lstStyle>
          <a:p/>
        </p:txBody>
      </p:sp>
      <p:sp>
        <p:nvSpPr>
          <p:cNvPr id="216" name="Google Shape;216;p2"/>
          <p:cNvSpPr txBox="1"/>
          <p:nvPr>
            <p:ph idx="96" type="subTitle"/>
          </p:nvPr>
        </p:nvSpPr>
        <p:spPr>
          <a:xfrm>
            <a:off x="1179154" y="5769224"/>
            <a:ext cx="777900" cy="437700"/>
          </a:xfrm>
          <a:prstGeom prst="rect">
            <a:avLst/>
          </a:prstGeom>
          <a:noFill/>
          <a:ln>
            <a:noFill/>
          </a:ln>
        </p:spPr>
        <p:txBody>
          <a:bodyPr anchorCtr="0" anchor="ctr" bIns="36000" lIns="36000" spcFirstLastPara="1" rIns="36000" wrap="square" tIns="36000">
            <a:noAutofit/>
          </a:bodyPr>
          <a:lstStyle>
            <a:lvl1pPr lvl="0" rt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rtl="0" algn="ctr">
              <a:lnSpc>
                <a:spcPct val="90000"/>
              </a:lnSpc>
              <a:spcBef>
                <a:spcPts val="0"/>
              </a:spcBef>
              <a:spcAft>
                <a:spcPts val="0"/>
              </a:spcAft>
              <a:buClr>
                <a:srgbClr val="000000"/>
              </a:buClr>
              <a:buSzPts val="700"/>
              <a:buNone/>
              <a:defRPr sz="700">
                <a:solidFill>
                  <a:srgbClr val="000000"/>
                </a:solidFill>
              </a:defRPr>
            </a:lvl2pPr>
            <a:lvl3pPr lvl="2" rtl="0" algn="ctr">
              <a:lnSpc>
                <a:spcPct val="90000"/>
              </a:lnSpc>
              <a:spcBef>
                <a:spcPts val="0"/>
              </a:spcBef>
              <a:spcAft>
                <a:spcPts val="0"/>
              </a:spcAft>
              <a:buClr>
                <a:srgbClr val="000000"/>
              </a:buClr>
              <a:buSzPts val="700"/>
              <a:buNone/>
              <a:defRPr sz="700">
                <a:solidFill>
                  <a:srgbClr val="000000"/>
                </a:solidFill>
              </a:defRPr>
            </a:lvl3pPr>
            <a:lvl4pPr lvl="3" rtl="0" algn="ctr">
              <a:lnSpc>
                <a:spcPct val="90000"/>
              </a:lnSpc>
              <a:spcBef>
                <a:spcPts val="0"/>
              </a:spcBef>
              <a:spcAft>
                <a:spcPts val="0"/>
              </a:spcAft>
              <a:buClr>
                <a:srgbClr val="000000"/>
              </a:buClr>
              <a:buSzPts val="700"/>
              <a:buNone/>
              <a:defRPr sz="700">
                <a:solidFill>
                  <a:srgbClr val="000000"/>
                </a:solidFill>
              </a:defRPr>
            </a:lvl4pPr>
            <a:lvl5pPr lvl="4" rtl="0" algn="ctr">
              <a:lnSpc>
                <a:spcPct val="90000"/>
              </a:lnSpc>
              <a:spcBef>
                <a:spcPts val="0"/>
              </a:spcBef>
              <a:spcAft>
                <a:spcPts val="0"/>
              </a:spcAft>
              <a:buClr>
                <a:srgbClr val="000000"/>
              </a:buClr>
              <a:buSzPts val="700"/>
              <a:buNone/>
              <a:defRPr sz="700">
                <a:solidFill>
                  <a:srgbClr val="000000"/>
                </a:solidFill>
              </a:defRPr>
            </a:lvl5pPr>
            <a:lvl6pPr lvl="5" rtl="0" algn="ctr">
              <a:lnSpc>
                <a:spcPct val="90000"/>
              </a:lnSpc>
              <a:spcBef>
                <a:spcPts val="0"/>
              </a:spcBef>
              <a:spcAft>
                <a:spcPts val="0"/>
              </a:spcAft>
              <a:buClr>
                <a:srgbClr val="000000"/>
              </a:buClr>
              <a:buSzPts val="700"/>
              <a:buNone/>
              <a:defRPr sz="700">
                <a:solidFill>
                  <a:srgbClr val="000000"/>
                </a:solidFill>
              </a:defRPr>
            </a:lvl6pPr>
            <a:lvl7pPr lvl="6" rtl="0" algn="ctr">
              <a:lnSpc>
                <a:spcPct val="90000"/>
              </a:lnSpc>
              <a:spcBef>
                <a:spcPts val="0"/>
              </a:spcBef>
              <a:spcAft>
                <a:spcPts val="0"/>
              </a:spcAft>
              <a:buClr>
                <a:srgbClr val="000000"/>
              </a:buClr>
              <a:buSzPts val="700"/>
              <a:buNone/>
              <a:defRPr sz="700">
                <a:solidFill>
                  <a:srgbClr val="000000"/>
                </a:solidFill>
              </a:defRPr>
            </a:lvl7pPr>
            <a:lvl8pPr lvl="7" rtl="0" algn="ctr">
              <a:lnSpc>
                <a:spcPct val="90000"/>
              </a:lnSpc>
              <a:spcBef>
                <a:spcPts val="0"/>
              </a:spcBef>
              <a:spcAft>
                <a:spcPts val="0"/>
              </a:spcAft>
              <a:buClr>
                <a:srgbClr val="000000"/>
              </a:buClr>
              <a:buSzPts val="700"/>
              <a:buNone/>
              <a:defRPr sz="700">
                <a:solidFill>
                  <a:srgbClr val="000000"/>
                </a:solidFill>
              </a:defRPr>
            </a:lvl8pPr>
            <a:lvl9pPr lvl="8" rtl="0" algn="ctr">
              <a:lnSpc>
                <a:spcPct val="90000"/>
              </a:lnSpc>
              <a:spcBef>
                <a:spcPts val="0"/>
              </a:spcBef>
              <a:spcAft>
                <a:spcPts val="0"/>
              </a:spcAft>
              <a:buClr>
                <a:srgbClr val="000000"/>
              </a:buClr>
              <a:buSzPts val="700"/>
              <a:buNone/>
              <a:defRPr sz="700">
                <a:solidFill>
                  <a:srgbClr val="000000"/>
                </a:solidFill>
              </a:defRPr>
            </a:lvl9pPr>
          </a:lstStyle>
          <a:p/>
        </p:txBody>
      </p:sp>
      <p:sp>
        <p:nvSpPr>
          <p:cNvPr id="217" name="Google Shape;217;p2"/>
          <p:cNvSpPr txBox="1"/>
          <p:nvPr>
            <p:ph idx="97" type="subTitle"/>
          </p:nvPr>
        </p:nvSpPr>
        <p:spPr>
          <a:xfrm>
            <a:off x="1990053" y="5769224"/>
            <a:ext cx="815100" cy="437700"/>
          </a:xfrm>
          <a:prstGeom prst="rect">
            <a:avLst/>
          </a:prstGeom>
          <a:noFill/>
          <a:ln>
            <a:noFill/>
          </a:ln>
        </p:spPr>
        <p:txBody>
          <a:bodyPr anchorCtr="0" anchor="ctr" bIns="36000" lIns="36000" spcFirstLastPara="1" rIns="36000" wrap="square" tIns="36000">
            <a:noAutofit/>
          </a:bodyPr>
          <a:lstStyle>
            <a:lvl1pPr lvl="0" rt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rtl="0" algn="ctr">
              <a:lnSpc>
                <a:spcPct val="90000"/>
              </a:lnSpc>
              <a:spcBef>
                <a:spcPts val="0"/>
              </a:spcBef>
              <a:spcAft>
                <a:spcPts val="0"/>
              </a:spcAft>
              <a:buClr>
                <a:srgbClr val="000000"/>
              </a:buClr>
              <a:buSzPts val="700"/>
              <a:buNone/>
              <a:defRPr sz="700">
                <a:solidFill>
                  <a:srgbClr val="000000"/>
                </a:solidFill>
              </a:defRPr>
            </a:lvl2pPr>
            <a:lvl3pPr lvl="2" rtl="0" algn="ctr">
              <a:lnSpc>
                <a:spcPct val="90000"/>
              </a:lnSpc>
              <a:spcBef>
                <a:spcPts val="0"/>
              </a:spcBef>
              <a:spcAft>
                <a:spcPts val="0"/>
              </a:spcAft>
              <a:buClr>
                <a:srgbClr val="000000"/>
              </a:buClr>
              <a:buSzPts val="700"/>
              <a:buNone/>
              <a:defRPr sz="700">
                <a:solidFill>
                  <a:srgbClr val="000000"/>
                </a:solidFill>
              </a:defRPr>
            </a:lvl3pPr>
            <a:lvl4pPr lvl="3" rtl="0" algn="ctr">
              <a:lnSpc>
                <a:spcPct val="90000"/>
              </a:lnSpc>
              <a:spcBef>
                <a:spcPts val="0"/>
              </a:spcBef>
              <a:spcAft>
                <a:spcPts val="0"/>
              </a:spcAft>
              <a:buClr>
                <a:srgbClr val="000000"/>
              </a:buClr>
              <a:buSzPts val="700"/>
              <a:buNone/>
              <a:defRPr sz="700">
                <a:solidFill>
                  <a:srgbClr val="000000"/>
                </a:solidFill>
              </a:defRPr>
            </a:lvl4pPr>
            <a:lvl5pPr lvl="4" rtl="0" algn="ctr">
              <a:lnSpc>
                <a:spcPct val="90000"/>
              </a:lnSpc>
              <a:spcBef>
                <a:spcPts val="0"/>
              </a:spcBef>
              <a:spcAft>
                <a:spcPts val="0"/>
              </a:spcAft>
              <a:buClr>
                <a:srgbClr val="000000"/>
              </a:buClr>
              <a:buSzPts val="700"/>
              <a:buNone/>
              <a:defRPr sz="700">
                <a:solidFill>
                  <a:srgbClr val="000000"/>
                </a:solidFill>
              </a:defRPr>
            </a:lvl5pPr>
            <a:lvl6pPr lvl="5" rtl="0" algn="ctr">
              <a:lnSpc>
                <a:spcPct val="90000"/>
              </a:lnSpc>
              <a:spcBef>
                <a:spcPts val="0"/>
              </a:spcBef>
              <a:spcAft>
                <a:spcPts val="0"/>
              </a:spcAft>
              <a:buClr>
                <a:srgbClr val="000000"/>
              </a:buClr>
              <a:buSzPts val="700"/>
              <a:buNone/>
              <a:defRPr sz="700">
                <a:solidFill>
                  <a:srgbClr val="000000"/>
                </a:solidFill>
              </a:defRPr>
            </a:lvl6pPr>
            <a:lvl7pPr lvl="6" rtl="0" algn="ctr">
              <a:lnSpc>
                <a:spcPct val="90000"/>
              </a:lnSpc>
              <a:spcBef>
                <a:spcPts val="0"/>
              </a:spcBef>
              <a:spcAft>
                <a:spcPts val="0"/>
              </a:spcAft>
              <a:buClr>
                <a:srgbClr val="000000"/>
              </a:buClr>
              <a:buSzPts val="700"/>
              <a:buNone/>
              <a:defRPr sz="700">
                <a:solidFill>
                  <a:srgbClr val="000000"/>
                </a:solidFill>
              </a:defRPr>
            </a:lvl7pPr>
            <a:lvl8pPr lvl="7" rtl="0" algn="ctr">
              <a:lnSpc>
                <a:spcPct val="90000"/>
              </a:lnSpc>
              <a:spcBef>
                <a:spcPts val="0"/>
              </a:spcBef>
              <a:spcAft>
                <a:spcPts val="0"/>
              </a:spcAft>
              <a:buClr>
                <a:srgbClr val="000000"/>
              </a:buClr>
              <a:buSzPts val="700"/>
              <a:buNone/>
              <a:defRPr sz="700">
                <a:solidFill>
                  <a:srgbClr val="000000"/>
                </a:solidFill>
              </a:defRPr>
            </a:lvl8pPr>
            <a:lvl9pPr lvl="8" rtl="0" algn="ctr">
              <a:lnSpc>
                <a:spcPct val="90000"/>
              </a:lnSpc>
              <a:spcBef>
                <a:spcPts val="0"/>
              </a:spcBef>
              <a:spcAft>
                <a:spcPts val="0"/>
              </a:spcAft>
              <a:buClr>
                <a:srgbClr val="000000"/>
              </a:buClr>
              <a:buSzPts val="700"/>
              <a:buNone/>
              <a:defRPr sz="700">
                <a:solidFill>
                  <a:srgbClr val="000000"/>
                </a:solidFill>
              </a:defRPr>
            </a:lvl9pPr>
          </a:lstStyle>
          <a:p/>
        </p:txBody>
      </p:sp>
      <p:sp>
        <p:nvSpPr>
          <p:cNvPr id="218" name="Google Shape;218;p2"/>
          <p:cNvSpPr txBox="1"/>
          <p:nvPr>
            <p:ph idx="98" type="subTitle"/>
          </p:nvPr>
        </p:nvSpPr>
        <p:spPr>
          <a:xfrm>
            <a:off x="2925232" y="5769224"/>
            <a:ext cx="777900" cy="437700"/>
          </a:xfrm>
          <a:prstGeom prst="rect">
            <a:avLst/>
          </a:prstGeom>
          <a:noFill/>
          <a:ln>
            <a:noFill/>
          </a:ln>
        </p:spPr>
        <p:txBody>
          <a:bodyPr anchorCtr="0" anchor="ctr" bIns="36000" lIns="36000" spcFirstLastPara="1" rIns="36000" wrap="square" tIns="36000">
            <a:noAutofit/>
          </a:bodyPr>
          <a:lstStyle>
            <a:lvl1pPr lvl="0" rt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rtl="0" algn="ctr">
              <a:lnSpc>
                <a:spcPct val="90000"/>
              </a:lnSpc>
              <a:spcBef>
                <a:spcPts val="0"/>
              </a:spcBef>
              <a:spcAft>
                <a:spcPts val="0"/>
              </a:spcAft>
              <a:buClr>
                <a:srgbClr val="000000"/>
              </a:buClr>
              <a:buSzPts val="700"/>
              <a:buNone/>
              <a:defRPr sz="700">
                <a:solidFill>
                  <a:srgbClr val="000000"/>
                </a:solidFill>
              </a:defRPr>
            </a:lvl2pPr>
            <a:lvl3pPr lvl="2" rtl="0" algn="ctr">
              <a:lnSpc>
                <a:spcPct val="90000"/>
              </a:lnSpc>
              <a:spcBef>
                <a:spcPts val="0"/>
              </a:spcBef>
              <a:spcAft>
                <a:spcPts val="0"/>
              </a:spcAft>
              <a:buClr>
                <a:srgbClr val="000000"/>
              </a:buClr>
              <a:buSzPts val="700"/>
              <a:buNone/>
              <a:defRPr sz="700">
                <a:solidFill>
                  <a:srgbClr val="000000"/>
                </a:solidFill>
              </a:defRPr>
            </a:lvl3pPr>
            <a:lvl4pPr lvl="3" rtl="0" algn="ctr">
              <a:lnSpc>
                <a:spcPct val="90000"/>
              </a:lnSpc>
              <a:spcBef>
                <a:spcPts val="0"/>
              </a:spcBef>
              <a:spcAft>
                <a:spcPts val="0"/>
              </a:spcAft>
              <a:buClr>
                <a:srgbClr val="000000"/>
              </a:buClr>
              <a:buSzPts val="700"/>
              <a:buNone/>
              <a:defRPr sz="700">
                <a:solidFill>
                  <a:srgbClr val="000000"/>
                </a:solidFill>
              </a:defRPr>
            </a:lvl4pPr>
            <a:lvl5pPr lvl="4" rtl="0" algn="ctr">
              <a:lnSpc>
                <a:spcPct val="90000"/>
              </a:lnSpc>
              <a:spcBef>
                <a:spcPts val="0"/>
              </a:spcBef>
              <a:spcAft>
                <a:spcPts val="0"/>
              </a:spcAft>
              <a:buClr>
                <a:srgbClr val="000000"/>
              </a:buClr>
              <a:buSzPts val="700"/>
              <a:buNone/>
              <a:defRPr sz="700">
                <a:solidFill>
                  <a:srgbClr val="000000"/>
                </a:solidFill>
              </a:defRPr>
            </a:lvl5pPr>
            <a:lvl6pPr lvl="5" rtl="0" algn="ctr">
              <a:lnSpc>
                <a:spcPct val="90000"/>
              </a:lnSpc>
              <a:spcBef>
                <a:spcPts val="0"/>
              </a:spcBef>
              <a:spcAft>
                <a:spcPts val="0"/>
              </a:spcAft>
              <a:buClr>
                <a:srgbClr val="000000"/>
              </a:buClr>
              <a:buSzPts val="700"/>
              <a:buNone/>
              <a:defRPr sz="700">
                <a:solidFill>
                  <a:srgbClr val="000000"/>
                </a:solidFill>
              </a:defRPr>
            </a:lvl6pPr>
            <a:lvl7pPr lvl="6" rtl="0" algn="ctr">
              <a:lnSpc>
                <a:spcPct val="90000"/>
              </a:lnSpc>
              <a:spcBef>
                <a:spcPts val="0"/>
              </a:spcBef>
              <a:spcAft>
                <a:spcPts val="0"/>
              </a:spcAft>
              <a:buClr>
                <a:srgbClr val="000000"/>
              </a:buClr>
              <a:buSzPts val="700"/>
              <a:buNone/>
              <a:defRPr sz="700">
                <a:solidFill>
                  <a:srgbClr val="000000"/>
                </a:solidFill>
              </a:defRPr>
            </a:lvl7pPr>
            <a:lvl8pPr lvl="7" rtl="0" algn="ctr">
              <a:lnSpc>
                <a:spcPct val="90000"/>
              </a:lnSpc>
              <a:spcBef>
                <a:spcPts val="0"/>
              </a:spcBef>
              <a:spcAft>
                <a:spcPts val="0"/>
              </a:spcAft>
              <a:buClr>
                <a:srgbClr val="000000"/>
              </a:buClr>
              <a:buSzPts val="700"/>
              <a:buNone/>
              <a:defRPr sz="700">
                <a:solidFill>
                  <a:srgbClr val="000000"/>
                </a:solidFill>
              </a:defRPr>
            </a:lvl8pPr>
            <a:lvl9pPr lvl="8" rtl="0" algn="ctr">
              <a:lnSpc>
                <a:spcPct val="90000"/>
              </a:lnSpc>
              <a:spcBef>
                <a:spcPts val="0"/>
              </a:spcBef>
              <a:spcAft>
                <a:spcPts val="0"/>
              </a:spcAft>
              <a:buClr>
                <a:srgbClr val="000000"/>
              </a:buClr>
              <a:buSzPts val="700"/>
              <a:buNone/>
              <a:defRPr sz="700">
                <a:solidFill>
                  <a:srgbClr val="000000"/>
                </a:solidFill>
              </a:defRPr>
            </a:lvl9pPr>
          </a:lstStyle>
          <a:p/>
        </p:txBody>
      </p:sp>
      <p:sp>
        <p:nvSpPr>
          <p:cNvPr id="219" name="Google Shape;219;p2"/>
          <p:cNvSpPr txBox="1"/>
          <p:nvPr>
            <p:ph idx="99" type="subTitle"/>
          </p:nvPr>
        </p:nvSpPr>
        <p:spPr>
          <a:xfrm>
            <a:off x="3736126" y="5769224"/>
            <a:ext cx="815100" cy="437700"/>
          </a:xfrm>
          <a:prstGeom prst="rect">
            <a:avLst/>
          </a:prstGeom>
          <a:noFill/>
          <a:ln>
            <a:noFill/>
          </a:ln>
        </p:spPr>
        <p:txBody>
          <a:bodyPr anchorCtr="0" anchor="ctr" bIns="36000" lIns="36000" spcFirstLastPara="1" rIns="36000" wrap="square" tIns="36000">
            <a:noAutofit/>
          </a:bodyPr>
          <a:lstStyle>
            <a:lvl1pPr lvl="0" rt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rtl="0" algn="ctr">
              <a:lnSpc>
                <a:spcPct val="90000"/>
              </a:lnSpc>
              <a:spcBef>
                <a:spcPts val="0"/>
              </a:spcBef>
              <a:spcAft>
                <a:spcPts val="0"/>
              </a:spcAft>
              <a:buClr>
                <a:srgbClr val="000000"/>
              </a:buClr>
              <a:buSzPts val="700"/>
              <a:buNone/>
              <a:defRPr sz="700">
                <a:solidFill>
                  <a:srgbClr val="000000"/>
                </a:solidFill>
              </a:defRPr>
            </a:lvl2pPr>
            <a:lvl3pPr lvl="2" rtl="0" algn="ctr">
              <a:lnSpc>
                <a:spcPct val="90000"/>
              </a:lnSpc>
              <a:spcBef>
                <a:spcPts val="0"/>
              </a:spcBef>
              <a:spcAft>
                <a:spcPts val="0"/>
              </a:spcAft>
              <a:buClr>
                <a:srgbClr val="000000"/>
              </a:buClr>
              <a:buSzPts val="700"/>
              <a:buNone/>
              <a:defRPr sz="700">
                <a:solidFill>
                  <a:srgbClr val="000000"/>
                </a:solidFill>
              </a:defRPr>
            </a:lvl3pPr>
            <a:lvl4pPr lvl="3" rtl="0" algn="ctr">
              <a:lnSpc>
                <a:spcPct val="90000"/>
              </a:lnSpc>
              <a:spcBef>
                <a:spcPts val="0"/>
              </a:spcBef>
              <a:spcAft>
                <a:spcPts val="0"/>
              </a:spcAft>
              <a:buClr>
                <a:srgbClr val="000000"/>
              </a:buClr>
              <a:buSzPts val="700"/>
              <a:buNone/>
              <a:defRPr sz="700">
                <a:solidFill>
                  <a:srgbClr val="000000"/>
                </a:solidFill>
              </a:defRPr>
            </a:lvl4pPr>
            <a:lvl5pPr lvl="4" rtl="0" algn="ctr">
              <a:lnSpc>
                <a:spcPct val="90000"/>
              </a:lnSpc>
              <a:spcBef>
                <a:spcPts val="0"/>
              </a:spcBef>
              <a:spcAft>
                <a:spcPts val="0"/>
              </a:spcAft>
              <a:buClr>
                <a:srgbClr val="000000"/>
              </a:buClr>
              <a:buSzPts val="700"/>
              <a:buNone/>
              <a:defRPr sz="700">
                <a:solidFill>
                  <a:srgbClr val="000000"/>
                </a:solidFill>
              </a:defRPr>
            </a:lvl5pPr>
            <a:lvl6pPr lvl="5" rtl="0" algn="ctr">
              <a:lnSpc>
                <a:spcPct val="90000"/>
              </a:lnSpc>
              <a:spcBef>
                <a:spcPts val="0"/>
              </a:spcBef>
              <a:spcAft>
                <a:spcPts val="0"/>
              </a:spcAft>
              <a:buClr>
                <a:srgbClr val="000000"/>
              </a:buClr>
              <a:buSzPts val="700"/>
              <a:buNone/>
              <a:defRPr sz="700">
                <a:solidFill>
                  <a:srgbClr val="000000"/>
                </a:solidFill>
              </a:defRPr>
            </a:lvl6pPr>
            <a:lvl7pPr lvl="6" rtl="0" algn="ctr">
              <a:lnSpc>
                <a:spcPct val="90000"/>
              </a:lnSpc>
              <a:spcBef>
                <a:spcPts val="0"/>
              </a:spcBef>
              <a:spcAft>
                <a:spcPts val="0"/>
              </a:spcAft>
              <a:buClr>
                <a:srgbClr val="000000"/>
              </a:buClr>
              <a:buSzPts val="700"/>
              <a:buNone/>
              <a:defRPr sz="700">
                <a:solidFill>
                  <a:srgbClr val="000000"/>
                </a:solidFill>
              </a:defRPr>
            </a:lvl7pPr>
            <a:lvl8pPr lvl="7" rtl="0" algn="ctr">
              <a:lnSpc>
                <a:spcPct val="90000"/>
              </a:lnSpc>
              <a:spcBef>
                <a:spcPts val="0"/>
              </a:spcBef>
              <a:spcAft>
                <a:spcPts val="0"/>
              </a:spcAft>
              <a:buClr>
                <a:srgbClr val="000000"/>
              </a:buClr>
              <a:buSzPts val="700"/>
              <a:buNone/>
              <a:defRPr sz="700">
                <a:solidFill>
                  <a:srgbClr val="000000"/>
                </a:solidFill>
              </a:defRPr>
            </a:lvl8pPr>
            <a:lvl9pPr lvl="8" rtl="0" algn="ctr">
              <a:lnSpc>
                <a:spcPct val="90000"/>
              </a:lnSpc>
              <a:spcBef>
                <a:spcPts val="0"/>
              </a:spcBef>
              <a:spcAft>
                <a:spcPts val="0"/>
              </a:spcAft>
              <a:buClr>
                <a:srgbClr val="000000"/>
              </a:buClr>
              <a:buSzPts val="700"/>
              <a:buNone/>
              <a:defRPr sz="700">
                <a:solidFill>
                  <a:srgbClr val="000000"/>
                </a:solidFill>
              </a:defRPr>
            </a:lvl9pPr>
          </a:lstStyle>
          <a:p/>
        </p:txBody>
      </p:sp>
      <p:sp>
        <p:nvSpPr>
          <p:cNvPr id="220" name="Google Shape;220;p2"/>
          <p:cNvSpPr txBox="1"/>
          <p:nvPr>
            <p:ph idx="100" type="subTitle"/>
          </p:nvPr>
        </p:nvSpPr>
        <p:spPr>
          <a:xfrm>
            <a:off x="4671309" y="5769224"/>
            <a:ext cx="777900" cy="437700"/>
          </a:xfrm>
          <a:prstGeom prst="rect">
            <a:avLst/>
          </a:prstGeom>
          <a:noFill/>
          <a:ln>
            <a:noFill/>
          </a:ln>
        </p:spPr>
        <p:txBody>
          <a:bodyPr anchorCtr="0" anchor="ctr" bIns="36000" lIns="36000" spcFirstLastPara="1" rIns="36000" wrap="square" tIns="36000">
            <a:noAutofit/>
          </a:bodyPr>
          <a:lstStyle>
            <a:lvl1pPr lvl="0" rt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rtl="0" algn="ctr">
              <a:lnSpc>
                <a:spcPct val="90000"/>
              </a:lnSpc>
              <a:spcBef>
                <a:spcPts val="0"/>
              </a:spcBef>
              <a:spcAft>
                <a:spcPts val="0"/>
              </a:spcAft>
              <a:buClr>
                <a:srgbClr val="000000"/>
              </a:buClr>
              <a:buSzPts val="700"/>
              <a:buNone/>
              <a:defRPr sz="700">
                <a:solidFill>
                  <a:srgbClr val="000000"/>
                </a:solidFill>
              </a:defRPr>
            </a:lvl2pPr>
            <a:lvl3pPr lvl="2" rtl="0" algn="ctr">
              <a:lnSpc>
                <a:spcPct val="90000"/>
              </a:lnSpc>
              <a:spcBef>
                <a:spcPts val="0"/>
              </a:spcBef>
              <a:spcAft>
                <a:spcPts val="0"/>
              </a:spcAft>
              <a:buClr>
                <a:srgbClr val="000000"/>
              </a:buClr>
              <a:buSzPts val="700"/>
              <a:buNone/>
              <a:defRPr sz="700">
                <a:solidFill>
                  <a:srgbClr val="000000"/>
                </a:solidFill>
              </a:defRPr>
            </a:lvl3pPr>
            <a:lvl4pPr lvl="3" rtl="0" algn="ctr">
              <a:lnSpc>
                <a:spcPct val="90000"/>
              </a:lnSpc>
              <a:spcBef>
                <a:spcPts val="0"/>
              </a:spcBef>
              <a:spcAft>
                <a:spcPts val="0"/>
              </a:spcAft>
              <a:buClr>
                <a:srgbClr val="000000"/>
              </a:buClr>
              <a:buSzPts val="700"/>
              <a:buNone/>
              <a:defRPr sz="700">
                <a:solidFill>
                  <a:srgbClr val="000000"/>
                </a:solidFill>
              </a:defRPr>
            </a:lvl4pPr>
            <a:lvl5pPr lvl="4" rtl="0" algn="ctr">
              <a:lnSpc>
                <a:spcPct val="90000"/>
              </a:lnSpc>
              <a:spcBef>
                <a:spcPts val="0"/>
              </a:spcBef>
              <a:spcAft>
                <a:spcPts val="0"/>
              </a:spcAft>
              <a:buClr>
                <a:srgbClr val="000000"/>
              </a:buClr>
              <a:buSzPts val="700"/>
              <a:buNone/>
              <a:defRPr sz="700">
                <a:solidFill>
                  <a:srgbClr val="000000"/>
                </a:solidFill>
              </a:defRPr>
            </a:lvl5pPr>
            <a:lvl6pPr lvl="5" rtl="0" algn="ctr">
              <a:lnSpc>
                <a:spcPct val="90000"/>
              </a:lnSpc>
              <a:spcBef>
                <a:spcPts val="0"/>
              </a:spcBef>
              <a:spcAft>
                <a:spcPts val="0"/>
              </a:spcAft>
              <a:buClr>
                <a:srgbClr val="000000"/>
              </a:buClr>
              <a:buSzPts val="700"/>
              <a:buNone/>
              <a:defRPr sz="700">
                <a:solidFill>
                  <a:srgbClr val="000000"/>
                </a:solidFill>
              </a:defRPr>
            </a:lvl6pPr>
            <a:lvl7pPr lvl="6" rtl="0" algn="ctr">
              <a:lnSpc>
                <a:spcPct val="90000"/>
              </a:lnSpc>
              <a:spcBef>
                <a:spcPts val="0"/>
              </a:spcBef>
              <a:spcAft>
                <a:spcPts val="0"/>
              </a:spcAft>
              <a:buClr>
                <a:srgbClr val="000000"/>
              </a:buClr>
              <a:buSzPts val="700"/>
              <a:buNone/>
              <a:defRPr sz="700">
                <a:solidFill>
                  <a:srgbClr val="000000"/>
                </a:solidFill>
              </a:defRPr>
            </a:lvl7pPr>
            <a:lvl8pPr lvl="7" rtl="0" algn="ctr">
              <a:lnSpc>
                <a:spcPct val="90000"/>
              </a:lnSpc>
              <a:spcBef>
                <a:spcPts val="0"/>
              </a:spcBef>
              <a:spcAft>
                <a:spcPts val="0"/>
              </a:spcAft>
              <a:buClr>
                <a:srgbClr val="000000"/>
              </a:buClr>
              <a:buSzPts val="700"/>
              <a:buNone/>
              <a:defRPr sz="700">
                <a:solidFill>
                  <a:srgbClr val="000000"/>
                </a:solidFill>
              </a:defRPr>
            </a:lvl8pPr>
            <a:lvl9pPr lvl="8" rtl="0" algn="ctr">
              <a:lnSpc>
                <a:spcPct val="90000"/>
              </a:lnSpc>
              <a:spcBef>
                <a:spcPts val="0"/>
              </a:spcBef>
              <a:spcAft>
                <a:spcPts val="0"/>
              </a:spcAft>
              <a:buClr>
                <a:srgbClr val="000000"/>
              </a:buClr>
              <a:buSzPts val="700"/>
              <a:buNone/>
              <a:defRPr sz="700">
                <a:solidFill>
                  <a:srgbClr val="000000"/>
                </a:solidFill>
              </a:defRPr>
            </a:lvl9pPr>
          </a:lstStyle>
          <a:p/>
        </p:txBody>
      </p:sp>
      <p:sp>
        <p:nvSpPr>
          <p:cNvPr id="221" name="Google Shape;221;p2"/>
          <p:cNvSpPr txBox="1"/>
          <p:nvPr>
            <p:ph idx="101" type="subTitle"/>
          </p:nvPr>
        </p:nvSpPr>
        <p:spPr>
          <a:xfrm>
            <a:off x="5482203" y="5769224"/>
            <a:ext cx="815100" cy="437700"/>
          </a:xfrm>
          <a:prstGeom prst="rect">
            <a:avLst/>
          </a:prstGeom>
          <a:noFill/>
          <a:ln>
            <a:noFill/>
          </a:ln>
        </p:spPr>
        <p:txBody>
          <a:bodyPr anchorCtr="0" anchor="ctr" bIns="36000" lIns="36000" spcFirstLastPara="1" rIns="36000" wrap="square" tIns="36000">
            <a:noAutofit/>
          </a:bodyPr>
          <a:lstStyle>
            <a:lvl1pPr lvl="0" rt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rtl="0" algn="ctr">
              <a:lnSpc>
                <a:spcPct val="90000"/>
              </a:lnSpc>
              <a:spcBef>
                <a:spcPts val="0"/>
              </a:spcBef>
              <a:spcAft>
                <a:spcPts val="0"/>
              </a:spcAft>
              <a:buClr>
                <a:srgbClr val="000000"/>
              </a:buClr>
              <a:buSzPts val="700"/>
              <a:buNone/>
              <a:defRPr sz="700">
                <a:solidFill>
                  <a:srgbClr val="000000"/>
                </a:solidFill>
              </a:defRPr>
            </a:lvl2pPr>
            <a:lvl3pPr lvl="2" rtl="0" algn="ctr">
              <a:lnSpc>
                <a:spcPct val="90000"/>
              </a:lnSpc>
              <a:spcBef>
                <a:spcPts val="0"/>
              </a:spcBef>
              <a:spcAft>
                <a:spcPts val="0"/>
              </a:spcAft>
              <a:buClr>
                <a:srgbClr val="000000"/>
              </a:buClr>
              <a:buSzPts val="700"/>
              <a:buNone/>
              <a:defRPr sz="700">
                <a:solidFill>
                  <a:srgbClr val="000000"/>
                </a:solidFill>
              </a:defRPr>
            </a:lvl3pPr>
            <a:lvl4pPr lvl="3" rtl="0" algn="ctr">
              <a:lnSpc>
                <a:spcPct val="90000"/>
              </a:lnSpc>
              <a:spcBef>
                <a:spcPts val="0"/>
              </a:spcBef>
              <a:spcAft>
                <a:spcPts val="0"/>
              </a:spcAft>
              <a:buClr>
                <a:srgbClr val="000000"/>
              </a:buClr>
              <a:buSzPts val="700"/>
              <a:buNone/>
              <a:defRPr sz="700">
                <a:solidFill>
                  <a:srgbClr val="000000"/>
                </a:solidFill>
              </a:defRPr>
            </a:lvl4pPr>
            <a:lvl5pPr lvl="4" rtl="0" algn="ctr">
              <a:lnSpc>
                <a:spcPct val="90000"/>
              </a:lnSpc>
              <a:spcBef>
                <a:spcPts val="0"/>
              </a:spcBef>
              <a:spcAft>
                <a:spcPts val="0"/>
              </a:spcAft>
              <a:buClr>
                <a:srgbClr val="000000"/>
              </a:buClr>
              <a:buSzPts val="700"/>
              <a:buNone/>
              <a:defRPr sz="700">
                <a:solidFill>
                  <a:srgbClr val="000000"/>
                </a:solidFill>
              </a:defRPr>
            </a:lvl5pPr>
            <a:lvl6pPr lvl="5" rtl="0" algn="ctr">
              <a:lnSpc>
                <a:spcPct val="90000"/>
              </a:lnSpc>
              <a:spcBef>
                <a:spcPts val="0"/>
              </a:spcBef>
              <a:spcAft>
                <a:spcPts val="0"/>
              </a:spcAft>
              <a:buClr>
                <a:srgbClr val="000000"/>
              </a:buClr>
              <a:buSzPts val="700"/>
              <a:buNone/>
              <a:defRPr sz="700">
                <a:solidFill>
                  <a:srgbClr val="000000"/>
                </a:solidFill>
              </a:defRPr>
            </a:lvl6pPr>
            <a:lvl7pPr lvl="6" rtl="0" algn="ctr">
              <a:lnSpc>
                <a:spcPct val="90000"/>
              </a:lnSpc>
              <a:spcBef>
                <a:spcPts val="0"/>
              </a:spcBef>
              <a:spcAft>
                <a:spcPts val="0"/>
              </a:spcAft>
              <a:buClr>
                <a:srgbClr val="000000"/>
              </a:buClr>
              <a:buSzPts val="700"/>
              <a:buNone/>
              <a:defRPr sz="700">
                <a:solidFill>
                  <a:srgbClr val="000000"/>
                </a:solidFill>
              </a:defRPr>
            </a:lvl7pPr>
            <a:lvl8pPr lvl="7" rtl="0" algn="ctr">
              <a:lnSpc>
                <a:spcPct val="90000"/>
              </a:lnSpc>
              <a:spcBef>
                <a:spcPts val="0"/>
              </a:spcBef>
              <a:spcAft>
                <a:spcPts val="0"/>
              </a:spcAft>
              <a:buClr>
                <a:srgbClr val="000000"/>
              </a:buClr>
              <a:buSzPts val="700"/>
              <a:buNone/>
              <a:defRPr sz="700">
                <a:solidFill>
                  <a:srgbClr val="000000"/>
                </a:solidFill>
              </a:defRPr>
            </a:lvl8pPr>
            <a:lvl9pPr lvl="8" rtl="0" algn="ctr">
              <a:lnSpc>
                <a:spcPct val="90000"/>
              </a:lnSpc>
              <a:spcBef>
                <a:spcPts val="0"/>
              </a:spcBef>
              <a:spcAft>
                <a:spcPts val="0"/>
              </a:spcAft>
              <a:buClr>
                <a:srgbClr val="000000"/>
              </a:buClr>
              <a:buSzPts val="700"/>
              <a:buNone/>
              <a:defRPr sz="700">
                <a:solidFill>
                  <a:srgbClr val="000000"/>
                </a:solidFill>
              </a:defRPr>
            </a:lvl9pPr>
          </a:lstStyle>
          <a:p/>
        </p:txBody>
      </p:sp>
      <p:sp>
        <p:nvSpPr>
          <p:cNvPr id="222" name="Google Shape;222;p2"/>
          <p:cNvSpPr txBox="1"/>
          <p:nvPr>
            <p:ph idx="102" type="subTitle"/>
          </p:nvPr>
        </p:nvSpPr>
        <p:spPr>
          <a:xfrm>
            <a:off x="6411959" y="5769219"/>
            <a:ext cx="813600" cy="437700"/>
          </a:xfrm>
          <a:prstGeom prst="rect">
            <a:avLst/>
          </a:prstGeom>
          <a:noFill/>
          <a:ln>
            <a:noFill/>
          </a:ln>
        </p:spPr>
        <p:txBody>
          <a:bodyPr anchorCtr="0" anchor="ctr" bIns="36000" lIns="36000" spcFirstLastPara="1" rIns="36000" wrap="square" tIns="36000">
            <a:noAutofit/>
          </a:bodyPr>
          <a:lstStyle>
            <a:lvl1pPr lvl="0" rt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rtl="0" algn="ctr">
              <a:lnSpc>
                <a:spcPct val="90000"/>
              </a:lnSpc>
              <a:spcBef>
                <a:spcPts val="0"/>
              </a:spcBef>
              <a:spcAft>
                <a:spcPts val="0"/>
              </a:spcAft>
              <a:buClr>
                <a:srgbClr val="000000"/>
              </a:buClr>
              <a:buSzPts val="700"/>
              <a:buNone/>
              <a:defRPr sz="700">
                <a:solidFill>
                  <a:srgbClr val="000000"/>
                </a:solidFill>
              </a:defRPr>
            </a:lvl2pPr>
            <a:lvl3pPr lvl="2" rtl="0" algn="ctr">
              <a:lnSpc>
                <a:spcPct val="90000"/>
              </a:lnSpc>
              <a:spcBef>
                <a:spcPts val="0"/>
              </a:spcBef>
              <a:spcAft>
                <a:spcPts val="0"/>
              </a:spcAft>
              <a:buClr>
                <a:srgbClr val="000000"/>
              </a:buClr>
              <a:buSzPts val="700"/>
              <a:buNone/>
              <a:defRPr sz="700">
                <a:solidFill>
                  <a:srgbClr val="000000"/>
                </a:solidFill>
              </a:defRPr>
            </a:lvl3pPr>
            <a:lvl4pPr lvl="3" rtl="0" algn="ctr">
              <a:lnSpc>
                <a:spcPct val="90000"/>
              </a:lnSpc>
              <a:spcBef>
                <a:spcPts val="0"/>
              </a:spcBef>
              <a:spcAft>
                <a:spcPts val="0"/>
              </a:spcAft>
              <a:buClr>
                <a:srgbClr val="000000"/>
              </a:buClr>
              <a:buSzPts val="700"/>
              <a:buNone/>
              <a:defRPr sz="700">
                <a:solidFill>
                  <a:srgbClr val="000000"/>
                </a:solidFill>
              </a:defRPr>
            </a:lvl4pPr>
            <a:lvl5pPr lvl="4" rtl="0" algn="ctr">
              <a:lnSpc>
                <a:spcPct val="90000"/>
              </a:lnSpc>
              <a:spcBef>
                <a:spcPts val="0"/>
              </a:spcBef>
              <a:spcAft>
                <a:spcPts val="0"/>
              </a:spcAft>
              <a:buClr>
                <a:srgbClr val="000000"/>
              </a:buClr>
              <a:buSzPts val="700"/>
              <a:buNone/>
              <a:defRPr sz="700">
                <a:solidFill>
                  <a:srgbClr val="000000"/>
                </a:solidFill>
              </a:defRPr>
            </a:lvl5pPr>
            <a:lvl6pPr lvl="5" rtl="0" algn="ctr">
              <a:lnSpc>
                <a:spcPct val="90000"/>
              </a:lnSpc>
              <a:spcBef>
                <a:spcPts val="0"/>
              </a:spcBef>
              <a:spcAft>
                <a:spcPts val="0"/>
              </a:spcAft>
              <a:buClr>
                <a:srgbClr val="000000"/>
              </a:buClr>
              <a:buSzPts val="700"/>
              <a:buNone/>
              <a:defRPr sz="700">
                <a:solidFill>
                  <a:srgbClr val="000000"/>
                </a:solidFill>
              </a:defRPr>
            </a:lvl6pPr>
            <a:lvl7pPr lvl="6" rtl="0" algn="ctr">
              <a:lnSpc>
                <a:spcPct val="90000"/>
              </a:lnSpc>
              <a:spcBef>
                <a:spcPts val="0"/>
              </a:spcBef>
              <a:spcAft>
                <a:spcPts val="0"/>
              </a:spcAft>
              <a:buClr>
                <a:srgbClr val="000000"/>
              </a:buClr>
              <a:buSzPts val="700"/>
              <a:buNone/>
              <a:defRPr sz="700">
                <a:solidFill>
                  <a:srgbClr val="000000"/>
                </a:solidFill>
              </a:defRPr>
            </a:lvl7pPr>
            <a:lvl8pPr lvl="7" rtl="0" algn="ctr">
              <a:lnSpc>
                <a:spcPct val="90000"/>
              </a:lnSpc>
              <a:spcBef>
                <a:spcPts val="0"/>
              </a:spcBef>
              <a:spcAft>
                <a:spcPts val="0"/>
              </a:spcAft>
              <a:buClr>
                <a:srgbClr val="000000"/>
              </a:buClr>
              <a:buSzPts val="700"/>
              <a:buNone/>
              <a:defRPr sz="700">
                <a:solidFill>
                  <a:srgbClr val="000000"/>
                </a:solidFill>
              </a:defRPr>
            </a:lvl8pPr>
            <a:lvl9pPr lvl="8" rtl="0" algn="ctr">
              <a:lnSpc>
                <a:spcPct val="90000"/>
              </a:lnSpc>
              <a:spcBef>
                <a:spcPts val="0"/>
              </a:spcBef>
              <a:spcAft>
                <a:spcPts val="0"/>
              </a:spcAft>
              <a:buClr>
                <a:srgbClr val="000000"/>
              </a:buClr>
              <a:buSzPts val="700"/>
              <a:buNone/>
              <a:defRPr sz="700">
                <a:solidFill>
                  <a:srgbClr val="000000"/>
                </a:solidFill>
              </a:defRPr>
            </a:lvl9pPr>
          </a:lstStyle>
          <a:p/>
        </p:txBody>
      </p:sp>
      <p:sp>
        <p:nvSpPr>
          <p:cNvPr id="223" name="Google Shape;223;p2"/>
          <p:cNvSpPr txBox="1"/>
          <p:nvPr>
            <p:ph idx="103" type="subTitle"/>
          </p:nvPr>
        </p:nvSpPr>
        <p:spPr>
          <a:xfrm>
            <a:off x="7345671" y="5769224"/>
            <a:ext cx="796500" cy="437700"/>
          </a:xfrm>
          <a:prstGeom prst="rect">
            <a:avLst/>
          </a:prstGeom>
          <a:noFill/>
          <a:ln>
            <a:noFill/>
          </a:ln>
        </p:spPr>
        <p:txBody>
          <a:bodyPr anchorCtr="0" anchor="ctr" bIns="36000" lIns="36000" spcFirstLastPara="1" rIns="36000" wrap="square" tIns="36000">
            <a:noAutofit/>
          </a:bodyPr>
          <a:lstStyle>
            <a:lvl1pPr lvl="0" rt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rtl="0" algn="ctr">
              <a:lnSpc>
                <a:spcPct val="90000"/>
              </a:lnSpc>
              <a:spcBef>
                <a:spcPts val="0"/>
              </a:spcBef>
              <a:spcAft>
                <a:spcPts val="0"/>
              </a:spcAft>
              <a:buClr>
                <a:srgbClr val="000000"/>
              </a:buClr>
              <a:buSzPts val="700"/>
              <a:buNone/>
              <a:defRPr sz="700">
                <a:solidFill>
                  <a:srgbClr val="000000"/>
                </a:solidFill>
              </a:defRPr>
            </a:lvl2pPr>
            <a:lvl3pPr lvl="2" rtl="0" algn="ctr">
              <a:lnSpc>
                <a:spcPct val="90000"/>
              </a:lnSpc>
              <a:spcBef>
                <a:spcPts val="0"/>
              </a:spcBef>
              <a:spcAft>
                <a:spcPts val="0"/>
              </a:spcAft>
              <a:buClr>
                <a:srgbClr val="000000"/>
              </a:buClr>
              <a:buSzPts val="700"/>
              <a:buNone/>
              <a:defRPr sz="700">
                <a:solidFill>
                  <a:srgbClr val="000000"/>
                </a:solidFill>
              </a:defRPr>
            </a:lvl3pPr>
            <a:lvl4pPr lvl="3" rtl="0" algn="ctr">
              <a:lnSpc>
                <a:spcPct val="90000"/>
              </a:lnSpc>
              <a:spcBef>
                <a:spcPts val="0"/>
              </a:spcBef>
              <a:spcAft>
                <a:spcPts val="0"/>
              </a:spcAft>
              <a:buClr>
                <a:srgbClr val="000000"/>
              </a:buClr>
              <a:buSzPts val="700"/>
              <a:buNone/>
              <a:defRPr sz="700">
                <a:solidFill>
                  <a:srgbClr val="000000"/>
                </a:solidFill>
              </a:defRPr>
            </a:lvl4pPr>
            <a:lvl5pPr lvl="4" rtl="0" algn="ctr">
              <a:lnSpc>
                <a:spcPct val="90000"/>
              </a:lnSpc>
              <a:spcBef>
                <a:spcPts val="0"/>
              </a:spcBef>
              <a:spcAft>
                <a:spcPts val="0"/>
              </a:spcAft>
              <a:buClr>
                <a:srgbClr val="000000"/>
              </a:buClr>
              <a:buSzPts val="700"/>
              <a:buNone/>
              <a:defRPr sz="700">
                <a:solidFill>
                  <a:srgbClr val="000000"/>
                </a:solidFill>
              </a:defRPr>
            </a:lvl5pPr>
            <a:lvl6pPr lvl="5" rtl="0" algn="ctr">
              <a:lnSpc>
                <a:spcPct val="90000"/>
              </a:lnSpc>
              <a:spcBef>
                <a:spcPts val="0"/>
              </a:spcBef>
              <a:spcAft>
                <a:spcPts val="0"/>
              </a:spcAft>
              <a:buClr>
                <a:srgbClr val="000000"/>
              </a:buClr>
              <a:buSzPts val="700"/>
              <a:buNone/>
              <a:defRPr sz="700">
                <a:solidFill>
                  <a:srgbClr val="000000"/>
                </a:solidFill>
              </a:defRPr>
            </a:lvl6pPr>
            <a:lvl7pPr lvl="6" rtl="0" algn="ctr">
              <a:lnSpc>
                <a:spcPct val="90000"/>
              </a:lnSpc>
              <a:spcBef>
                <a:spcPts val="0"/>
              </a:spcBef>
              <a:spcAft>
                <a:spcPts val="0"/>
              </a:spcAft>
              <a:buClr>
                <a:srgbClr val="000000"/>
              </a:buClr>
              <a:buSzPts val="700"/>
              <a:buNone/>
              <a:defRPr sz="700">
                <a:solidFill>
                  <a:srgbClr val="000000"/>
                </a:solidFill>
              </a:defRPr>
            </a:lvl7pPr>
            <a:lvl8pPr lvl="7" rtl="0" algn="ctr">
              <a:lnSpc>
                <a:spcPct val="90000"/>
              </a:lnSpc>
              <a:spcBef>
                <a:spcPts val="0"/>
              </a:spcBef>
              <a:spcAft>
                <a:spcPts val="0"/>
              </a:spcAft>
              <a:buClr>
                <a:srgbClr val="000000"/>
              </a:buClr>
              <a:buSzPts val="700"/>
              <a:buNone/>
              <a:defRPr sz="700">
                <a:solidFill>
                  <a:srgbClr val="000000"/>
                </a:solidFill>
              </a:defRPr>
            </a:lvl8pPr>
            <a:lvl9pPr lvl="8" rtl="0" algn="ctr">
              <a:lnSpc>
                <a:spcPct val="90000"/>
              </a:lnSpc>
              <a:spcBef>
                <a:spcPts val="0"/>
              </a:spcBef>
              <a:spcAft>
                <a:spcPts val="0"/>
              </a:spcAft>
              <a:buClr>
                <a:srgbClr val="000000"/>
              </a:buClr>
              <a:buSzPts val="700"/>
              <a:buNone/>
              <a:defRPr sz="700">
                <a:solidFill>
                  <a:srgbClr val="000000"/>
                </a:solidFill>
              </a:defRPr>
            </a:lvl9pPr>
          </a:lstStyle>
          <a:p/>
        </p:txBody>
      </p:sp>
      <p:sp>
        <p:nvSpPr>
          <p:cNvPr id="224" name="Google Shape;224;p2"/>
          <p:cNvSpPr txBox="1"/>
          <p:nvPr>
            <p:ph idx="104" type="subTitle"/>
          </p:nvPr>
        </p:nvSpPr>
        <p:spPr>
          <a:xfrm>
            <a:off x="8182670" y="5769224"/>
            <a:ext cx="796500" cy="437700"/>
          </a:xfrm>
          <a:prstGeom prst="rect">
            <a:avLst/>
          </a:prstGeom>
          <a:noFill/>
          <a:ln>
            <a:noFill/>
          </a:ln>
        </p:spPr>
        <p:txBody>
          <a:bodyPr anchorCtr="0" anchor="ctr" bIns="36000" lIns="36000" spcFirstLastPara="1" rIns="36000" wrap="square" tIns="36000">
            <a:noAutofit/>
          </a:bodyPr>
          <a:lstStyle>
            <a:lvl1pPr lvl="0" rt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rtl="0" algn="ctr">
              <a:lnSpc>
                <a:spcPct val="90000"/>
              </a:lnSpc>
              <a:spcBef>
                <a:spcPts val="0"/>
              </a:spcBef>
              <a:spcAft>
                <a:spcPts val="0"/>
              </a:spcAft>
              <a:buClr>
                <a:srgbClr val="000000"/>
              </a:buClr>
              <a:buSzPts val="700"/>
              <a:buNone/>
              <a:defRPr sz="700">
                <a:solidFill>
                  <a:srgbClr val="000000"/>
                </a:solidFill>
              </a:defRPr>
            </a:lvl2pPr>
            <a:lvl3pPr lvl="2" rtl="0" algn="ctr">
              <a:lnSpc>
                <a:spcPct val="90000"/>
              </a:lnSpc>
              <a:spcBef>
                <a:spcPts val="0"/>
              </a:spcBef>
              <a:spcAft>
                <a:spcPts val="0"/>
              </a:spcAft>
              <a:buClr>
                <a:srgbClr val="000000"/>
              </a:buClr>
              <a:buSzPts val="700"/>
              <a:buNone/>
              <a:defRPr sz="700">
                <a:solidFill>
                  <a:srgbClr val="000000"/>
                </a:solidFill>
              </a:defRPr>
            </a:lvl3pPr>
            <a:lvl4pPr lvl="3" rtl="0" algn="ctr">
              <a:lnSpc>
                <a:spcPct val="90000"/>
              </a:lnSpc>
              <a:spcBef>
                <a:spcPts val="0"/>
              </a:spcBef>
              <a:spcAft>
                <a:spcPts val="0"/>
              </a:spcAft>
              <a:buClr>
                <a:srgbClr val="000000"/>
              </a:buClr>
              <a:buSzPts val="700"/>
              <a:buNone/>
              <a:defRPr sz="700">
                <a:solidFill>
                  <a:srgbClr val="000000"/>
                </a:solidFill>
              </a:defRPr>
            </a:lvl4pPr>
            <a:lvl5pPr lvl="4" rtl="0" algn="ctr">
              <a:lnSpc>
                <a:spcPct val="90000"/>
              </a:lnSpc>
              <a:spcBef>
                <a:spcPts val="0"/>
              </a:spcBef>
              <a:spcAft>
                <a:spcPts val="0"/>
              </a:spcAft>
              <a:buClr>
                <a:srgbClr val="000000"/>
              </a:buClr>
              <a:buSzPts val="700"/>
              <a:buNone/>
              <a:defRPr sz="700">
                <a:solidFill>
                  <a:srgbClr val="000000"/>
                </a:solidFill>
              </a:defRPr>
            </a:lvl5pPr>
            <a:lvl6pPr lvl="5" rtl="0" algn="ctr">
              <a:lnSpc>
                <a:spcPct val="90000"/>
              </a:lnSpc>
              <a:spcBef>
                <a:spcPts val="0"/>
              </a:spcBef>
              <a:spcAft>
                <a:spcPts val="0"/>
              </a:spcAft>
              <a:buClr>
                <a:srgbClr val="000000"/>
              </a:buClr>
              <a:buSzPts val="700"/>
              <a:buNone/>
              <a:defRPr sz="700">
                <a:solidFill>
                  <a:srgbClr val="000000"/>
                </a:solidFill>
              </a:defRPr>
            </a:lvl6pPr>
            <a:lvl7pPr lvl="6" rtl="0" algn="ctr">
              <a:lnSpc>
                <a:spcPct val="90000"/>
              </a:lnSpc>
              <a:spcBef>
                <a:spcPts val="0"/>
              </a:spcBef>
              <a:spcAft>
                <a:spcPts val="0"/>
              </a:spcAft>
              <a:buClr>
                <a:srgbClr val="000000"/>
              </a:buClr>
              <a:buSzPts val="700"/>
              <a:buNone/>
              <a:defRPr sz="700">
                <a:solidFill>
                  <a:srgbClr val="000000"/>
                </a:solidFill>
              </a:defRPr>
            </a:lvl7pPr>
            <a:lvl8pPr lvl="7" rtl="0" algn="ctr">
              <a:lnSpc>
                <a:spcPct val="90000"/>
              </a:lnSpc>
              <a:spcBef>
                <a:spcPts val="0"/>
              </a:spcBef>
              <a:spcAft>
                <a:spcPts val="0"/>
              </a:spcAft>
              <a:buClr>
                <a:srgbClr val="000000"/>
              </a:buClr>
              <a:buSzPts val="700"/>
              <a:buNone/>
              <a:defRPr sz="700">
                <a:solidFill>
                  <a:srgbClr val="000000"/>
                </a:solidFill>
              </a:defRPr>
            </a:lvl8pPr>
            <a:lvl9pPr lvl="8" rtl="0" algn="ctr">
              <a:lnSpc>
                <a:spcPct val="90000"/>
              </a:lnSpc>
              <a:spcBef>
                <a:spcPts val="0"/>
              </a:spcBef>
              <a:spcAft>
                <a:spcPts val="0"/>
              </a:spcAft>
              <a:buClr>
                <a:srgbClr val="000000"/>
              </a:buClr>
              <a:buSzPts val="700"/>
              <a:buNone/>
              <a:defRPr sz="700">
                <a:solidFill>
                  <a:srgbClr val="000000"/>
                </a:solidFill>
              </a:defRPr>
            </a:lvl9pPr>
          </a:lstStyle>
          <a:p/>
        </p:txBody>
      </p:sp>
      <p:sp>
        <p:nvSpPr>
          <p:cNvPr id="225" name="Google Shape;225;p2"/>
          <p:cNvSpPr txBox="1"/>
          <p:nvPr>
            <p:ph idx="105" type="subTitle"/>
          </p:nvPr>
        </p:nvSpPr>
        <p:spPr>
          <a:xfrm>
            <a:off x="9000144" y="5769224"/>
            <a:ext cx="815100" cy="437700"/>
          </a:xfrm>
          <a:prstGeom prst="rect">
            <a:avLst/>
          </a:prstGeom>
          <a:noFill/>
          <a:ln>
            <a:noFill/>
          </a:ln>
        </p:spPr>
        <p:txBody>
          <a:bodyPr anchorCtr="0" anchor="ctr" bIns="36000" lIns="36000" spcFirstLastPara="1" rIns="36000" wrap="square" tIns="36000">
            <a:noAutofit/>
          </a:bodyPr>
          <a:lstStyle>
            <a:lvl1pPr lvl="0" rt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rtl="0" algn="ctr">
              <a:lnSpc>
                <a:spcPct val="90000"/>
              </a:lnSpc>
              <a:spcBef>
                <a:spcPts val="0"/>
              </a:spcBef>
              <a:spcAft>
                <a:spcPts val="0"/>
              </a:spcAft>
              <a:buClr>
                <a:srgbClr val="000000"/>
              </a:buClr>
              <a:buSzPts val="700"/>
              <a:buNone/>
              <a:defRPr sz="700">
                <a:solidFill>
                  <a:srgbClr val="000000"/>
                </a:solidFill>
              </a:defRPr>
            </a:lvl2pPr>
            <a:lvl3pPr lvl="2" rtl="0" algn="ctr">
              <a:lnSpc>
                <a:spcPct val="90000"/>
              </a:lnSpc>
              <a:spcBef>
                <a:spcPts val="0"/>
              </a:spcBef>
              <a:spcAft>
                <a:spcPts val="0"/>
              </a:spcAft>
              <a:buClr>
                <a:srgbClr val="000000"/>
              </a:buClr>
              <a:buSzPts val="700"/>
              <a:buNone/>
              <a:defRPr sz="700">
                <a:solidFill>
                  <a:srgbClr val="000000"/>
                </a:solidFill>
              </a:defRPr>
            </a:lvl3pPr>
            <a:lvl4pPr lvl="3" rtl="0" algn="ctr">
              <a:lnSpc>
                <a:spcPct val="90000"/>
              </a:lnSpc>
              <a:spcBef>
                <a:spcPts val="0"/>
              </a:spcBef>
              <a:spcAft>
                <a:spcPts val="0"/>
              </a:spcAft>
              <a:buClr>
                <a:srgbClr val="000000"/>
              </a:buClr>
              <a:buSzPts val="700"/>
              <a:buNone/>
              <a:defRPr sz="700">
                <a:solidFill>
                  <a:srgbClr val="000000"/>
                </a:solidFill>
              </a:defRPr>
            </a:lvl4pPr>
            <a:lvl5pPr lvl="4" rtl="0" algn="ctr">
              <a:lnSpc>
                <a:spcPct val="90000"/>
              </a:lnSpc>
              <a:spcBef>
                <a:spcPts val="0"/>
              </a:spcBef>
              <a:spcAft>
                <a:spcPts val="0"/>
              </a:spcAft>
              <a:buClr>
                <a:srgbClr val="000000"/>
              </a:buClr>
              <a:buSzPts val="700"/>
              <a:buNone/>
              <a:defRPr sz="700">
                <a:solidFill>
                  <a:srgbClr val="000000"/>
                </a:solidFill>
              </a:defRPr>
            </a:lvl5pPr>
            <a:lvl6pPr lvl="5" rtl="0" algn="ctr">
              <a:lnSpc>
                <a:spcPct val="90000"/>
              </a:lnSpc>
              <a:spcBef>
                <a:spcPts val="0"/>
              </a:spcBef>
              <a:spcAft>
                <a:spcPts val="0"/>
              </a:spcAft>
              <a:buClr>
                <a:srgbClr val="000000"/>
              </a:buClr>
              <a:buSzPts val="700"/>
              <a:buNone/>
              <a:defRPr sz="700">
                <a:solidFill>
                  <a:srgbClr val="000000"/>
                </a:solidFill>
              </a:defRPr>
            </a:lvl6pPr>
            <a:lvl7pPr lvl="6" rtl="0" algn="ctr">
              <a:lnSpc>
                <a:spcPct val="90000"/>
              </a:lnSpc>
              <a:spcBef>
                <a:spcPts val="0"/>
              </a:spcBef>
              <a:spcAft>
                <a:spcPts val="0"/>
              </a:spcAft>
              <a:buClr>
                <a:srgbClr val="000000"/>
              </a:buClr>
              <a:buSzPts val="700"/>
              <a:buNone/>
              <a:defRPr sz="700">
                <a:solidFill>
                  <a:srgbClr val="000000"/>
                </a:solidFill>
              </a:defRPr>
            </a:lvl7pPr>
            <a:lvl8pPr lvl="7" rtl="0" algn="ctr">
              <a:lnSpc>
                <a:spcPct val="90000"/>
              </a:lnSpc>
              <a:spcBef>
                <a:spcPts val="0"/>
              </a:spcBef>
              <a:spcAft>
                <a:spcPts val="0"/>
              </a:spcAft>
              <a:buClr>
                <a:srgbClr val="000000"/>
              </a:buClr>
              <a:buSzPts val="700"/>
              <a:buNone/>
              <a:defRPr sz="700">
                <a:solidFill>
                  <a:srgbClr val="000000"/>
                </a:solidFill>
              </a:defRPr>
            </a:lvl8pPr>
            <a:lvl9pPr lvl="8" rtl="0" algn="ctr">
              <a:lnSpc>
                <a:spcPct val="90000"/>
              </a:lnSpc>
              <a:spcBef>
                <a:spcPts val="0"/>
              </a:spcBef>
              <a:spcAft>
                <a:spcPts val="0"/>
              </a:spcAft>
              <a:buClr>
                <a:srgbClr val="000000"/>
              </a:buClr>
              <a:buSzPts val="700"/>
              <a:buNone/>
              <a:defRPr sz="700">
                <a:solidFill>
                  <a:srgbClr val="000000"/>
                </a:solidFill>
              </a:defRPr>
            </a:lvl9pPr>
          </a:lstStyle>
          <a:p/>
        </p:txBody>
      </p:sp>
      <p:sp>
        <p:nvSpPr>
          <p:cNvPr id="226" name="Google Shape;226;p2"/>
          <p:cNvSpPr/>
          <p:nvPr/>
        </p:nvSpPr>
        <p:spPr>
          <a:xfrm>
            <a:off x="2937798" y="843909"/>
            <a:ext cx="1592700" cy="408600"/>
          </a:xfrm>
          <a:prstGeom prst="roundRect">
            <a:avLst>
              <a:gd fmla="val 16667" name="adj"/>
            </a:avLst>
          </a:prstGeom>
          <a:solidFill>
            <a:srgbClr val="D9EAD3"/>
          </a:solidFill>
          <a:ln>
            <a:noFill/>
          </a:ln>
          <a:effectLst>
            <a:outerShdw blurRad="57150" rotWithShape="0" algn="bl" dir="5400000" dist="19050">
              <a:srgbClr val="000000">
                <a:alpha val="49800"/>
              </a:srgbClr>
            </a:outerShdw>
          </a:effectLst>
        </p:spPr>
        <p:txBody>
          <a:bodyPr anchorCtr="0" anchor="ctr" bIns="18000" lIns="18000" spcFirstLastPara="1" rIns="18000" wrap="square" tIns="18000">
            <a:noAutofit/>
          </a:bodyPr>
          <a:lstStyle/>
          <a:p>
            <a:pPr indent="0" lvl="0" marL="0" marR="0" rtl="0" algn="ctr">
              <a:lnSpc>
                <a:spcPct val="100000"/>
              </a:lnSpc>
              <a:spcBef>
                <a:spcPts val="0"/>
              </a:spcBef>
              <a:spcAft>
                <a:spcPts val="0"/>
              </a:spcAft>
              <a:buClr>
                <a:srgbClr val="000000"/>
              </a:buClr>
              <a:buSzPts val="900"/>
              <a:buFont typeface="Arial"/>
              <a:buNone/>
            </a:pPr>
            <a:r>
              <a:rPr b="1" lang="es-419" sz="900">
                <a:latin typeface="Arvo"/>
                <a:ea typeface="Arvo"/>
                <a:cs typeface="Arvo"/>
                <a:sym typeface="Arvo"/>
              </a:rPr>
              <a:t>¿Qué?</a:t>
            </a:r>
            <a:endParaRPr b="1" i="0" sz="900" u="none" cap="none" strike="noStrike">
              <a:solidFill>
                <a:srgbClr val="000000"/>
              </a:solidFill>
              <a:latin typeface="Arvo"/>
              <a:ea typeface="Arvo"/>
              <a:cs typeface="Arvo"/>
              <a:sym typeface="Arvo"/>
            </a:endParaRPr>
          </a:p>
        </p:txBody>
      </p:sp>
      <p:sp>
        <p:nvSpPr>
          <p:cNvPr id="227" name="Google Shape;227;p2"/>
          <p:cNvSpPr/>
          <p:nvPr/>
        </p:nvSpPr>
        <p:spPr>
          <a:xfrm>
            <a:off x="6437250" y="843897"/>
            <a:ext cx="781500" cy="408900"/>
          </a:xfrm>
          <a:prstGeom prst="roundRect">
            <a:avLst>
              <a:gd fmla="val 16667" name="adj"/>
            </a:avLst>
          </a:prstGeom>
          <a:solidFill>
            <a:srgbClr val="FFF2CC"/>
          </a:solidFill>
          <a:ln>
            <a:noFill/>
          </a:ln>
          <a:effectLst>
            <a:outerShdw blurRad="57150" rotWithShape="0" algn="bl" dir="5400000" dist="19050">
              <a:srgbClr val="000000">
                <a:alpha val="49800"/>
              </a:srgbClr>
            </a:outerShdw>
          </a:effectLst>
        </p:spPr>
        <p:txBody>
          <a:bodyPr anchorCtr="0" anchor="ctr" bIns="18000" lIns="18000" spcFirstLastPara="1" rIns="18000" wrap="square" tIns="18000">
            <a:noAutofit/>
          </a:bodyPr>
          <a:lstStyle/>
          <a:p>
            <a:pPr indent="0" lvl="0" marL="0" marR="0" rtl="0" algn="ctr">
              <a:lnSpc>
                <a:spcPct val="100000"/>
              </a:lnSpc>
              <a:spcBef>
                <a:spcPts val="0"/>
              </a:spcBef>
              <a:spcAft>
                <a:spcPts val="0"/>
              </a:spcAft>
              <a:buClr>
                <a:srgbClr val="000000"/>
              </a:buClr>
              <a:buSzPts val="900"/>
              <a:buFont typeface="Arial"/>
              <a:buNone/>
            </a:pPr>
            <a:r>
              <a:rPr b="1" lang="es-419" sz="900">
                <a:latin typeface="Arvo"/>
                <a:ea typeface="Arvo"/>
                <a:cs typeface="Arvo"/>
                <a:sym typeface="Arvo"/>
              </a:rPr>
              <a:t>¿Cuándo?</a:t>
            </a:r>
            <a:endParaRPr b="1" i="0" sz="900" u="none" cap="none" strike="noStrike">
              <a:solidFill>
                <a:srgbClr val="000000"/>
              </a:solidFill>
              <a:latin typeface="Arvo"/>
              <a:ea typeface="Arvo"/>
              <a:cs typeface="Arvo"/>
              <a:sym typeface="Arvo"/>
            </a:endParaRPr>
          </a:p>
        </p:txBody>
      </p:sp>
      <p:sp>
        <p:nvSpPr>
          <p:cNvPr id="228" name="Google Shape;228;p2"/>
          <p:cNvSpPr/>
          <p:nvPr/>
        </p:nvSpPr>
        <p:spPr>
          <a:xfrm>
            <a:off x="4687703" y="843897"/>
            <a:ext cx="1592700" cy="408600"/>
          </a:xfrm>
          <a:prstGeom prst="roundRect">
            <a:avLst>
              <a:gd fmla="val 16667" name="adj"/>
            </a:avLst>
          </a:prstGeom>
          <a:solidFill>
            <a:srgbClr val="F4CCCC"/>
          </a:solidFill>
          <a:ln>
            <a:noFill/>
          </a:ln>
          <a:effectLst>
            <a:outerShdw blurRad="57150" rotWithShape="0" algn="bl" dir="5400000" dist="19050">
              <a:srgbClr val="000000">
                <a:alpha val="49800"/>
              </a:srgbClr>
            </a:outerShdw>
          </a:effectLst>
        </p:spPr>
        <p:txBody>
          <a:bodyPr anchorCtr="0" anchor="ctr" bIns="18000" lIns="18000" spcFirstLastPara="1" rIns="18000" wrap="square" tIns="18000">
            <a:noAutofit/>
          </a:bodyPr>
          <a:lstStyle/>
          <a:p>
            <a:pPr indent="0" lvl="0" marL="0" marR="0" rtl="0" algn="ctr">
              <a:lnSpc>
                <a:spcPct val="100000"/>
              </a:lnSpc>
              <a:spcBef>
                <a:spcPts val="0"/>
              </a:spcBef>
              <a:spcAft>
                <a:spcPts val="0"/>
              </a:spcAft>
              <a:buClr>
                <a:srgbClr val="000000"/>
              </a:buClr>
              <a:buSzPts val="900"/>
              <a:buFont typeface="Arial"/>
              <a:buNone/>
            </a:pPr>
            <a:r>
              <a:rPr b="1" lang="es-419" sz="900">
                <a:latin typeface="Arvo"/>
                <a:ea typeface="Arvo"/>
                <a:cs typeface="Arvo"/>
                <a:sym typeface="Arvo"/>
              </a:rPr>
              <a:t>¿Dónde?</a:t>
            </a:r>
            <a:endParaRPr b="1" i="0" sz="900" u="none" cap="none" strike="noStrike">
              <a:solidFill>
                <a:srgbClr val="000000"/>
              </a:solidFill>
              <a:latin typeface="Arvo"/>
              <a:ea typeface="Arvo"/>
              <a:cs typeface="Arvo"/>
              <a:sym typeface="Arvo"/>
            </a:endParaRPr>
          </a:p>
        </p:txBody>
      </p:sp>
      <p:sp>
        <p:nvSpPr>
          <p:cNvPr id="229" name="Google Shape;229;p2"/>
          <p:cNvSpPr/>
          <p:nvPr/>
        </p:nvSpPr>
        <p:spPr>
          <a:xfrm>
            <a:off x="1169479" y="843909"/>
            <a:ext cx="1631400" cy="448500"/>
          </a:xfrm>
          <a:prstGeom prst="roundRect">
            <a:avLst>
              <a:gd fmla="val 16667" name="adj"/>
            </a:avLst>
          </a:prstGeom>
          <a:solidFill>
            <a:srgbClr val="FFF2CC"/>
          </a:solidFill>
          <a:ln>
            <a:noFill/>
          </a:ln>
          <a:effectLst>
            <a:outerShdw blurRad="57150" rotWithShape="0" algn="bl" dir="5400000" dist="19050">
              <a:srgbClr val="000000">
                <a:alpha val="49800"/>
              </a:srgbClr>
            </a:outerShdw>
          </a:effectLst>
        </p:spPr>
        <p:txBody>
          <a:bodyPr anchorCtr="0" anchor="ctr" bIns="18000" lIns="18000" spcFirstLastPara="1" rIns="18000" wrap="square" tIns="18000">
            <a:noAutofit/>
          </a:bodyPr>
          <a:lstStyle/>
          <a:p>
            <a:pPr indent="0" lvl="0" marL="0" rtl="0" algn="ctr">
              <a:spcBef>
                <a:spcPts val="0"/>
              </a:spcBef>
              <a:spcAft>
                <a:spcPts val="0"/>
              </a:spcAft>
              <a:buClr>
                <a:srgbClr val="000000"/>
              </a:buClr>
              <a:buSzPts val="1100"/>
              <a:buFont typeface="Arial"/>
              <a:buNone/>
            </a:pPr>
            <a:r>
              <a:rPr b="1" lang="es-419" sz="900">
                <a:solidFill>
                  <a:srgbClr val="000000"/>
                </a:solidFill>
              </a:rPr>
              <a:t>¿Quién? </a:t>
            </a:r>
            <a:endParaRPr b="1" sz="900">
              <a:solidFill>
                <a:srgbClr val="000000"/>
              </a:solidFill>
            </a:endParaRPr>
          </a:p>
          <a:p>
            <a:pPr indent="0" lvl="0" marL="0" rtl="0" algn="ctr">
              <a:spcBef>
                <a:spcPts val="0"/>
              </a:spcBef>
              <a:spcAft>
                <a:spcPts val="0"/>
              </a:spcAft>
              <a:buClr>
                <a:srgbClr val="000000"/>
              </a:buClr>
              <a:buSzPts val="1100"/>
              <a:buFont typeface="Arial"/>
              <a:buNone/>
            </a:pPr>
            <a:r>
              <a:rPr b="1" lang="es-419" sz="600">
                <a:solidFill>
                  <a:srgbClr val="000000"/>
                </a:solidFill>
              </a:rPr>
              <a:t>R = responsable. A = Aprobador. C = Consultado. I = Informado. </a:t>
            </a:r>
            <a:endParaRPr b="1" sz="600">
              <a:latin typeface="Arvo"/>
              <a:ea typeface="Arvo"/>
              <a:cs typeface="Arvo"/>
              <a:sym typeface="Arvo"/>
            </a:endParaRPr>
          </a:p>
        </p:txBody>
      </p:sp>
      <p:sp>
        <p:nvSpPr>
          <p:cNvPr id="230" name="Google Shape;230;p2"/>
          <p:cNvSpPr/>
          <p:nvPr/>
        </p:nvSpPr>
        <p:spPr>
          <a:xfrm>
            <a:off x="250802" y="843897"/>
            <a:ext cx="781500" cy="448500"/>
          </a:xfrm>
          <a:prstGeom prst="roundRect">
            <a:avLst>
              <a:gd fmla="val 16667" name="adj"/>
            </a:avLst>
          </a:prstGeom>
          <a:solidFill>
            <a:srgbClr val="F3F3F3"/>
          </a:solidFill>
          <a:ln>
            <a:noFill/>
          </a:ln>
          <a:effectLst>
            <a:outerShdw blurRad="57150" rotWithShape="0" algn="bl" dir="5400000" dist="19050">
              <a:srgbClr val="000000">
                <a:alpha val="49800"/>
              </a:srgbClr>
            </a:outerShdw>
          </a:effectLst>
        </p:spPr>
        <p:txBody>
          <a:bodyPr anchorCtr="0" anchor="ctr" bIns="18000" lIns="18000" spcFirstLastPara="1" rIns="18000" wrap="square" tIns="18000">
            <a:noAutofit/>
          </a:bodyPr>
          <a:lstStyle/>
          <a:p>
            <a:pPr indent="0" lvl="0" marL="0" marR="0" rtl="0" algn="ctr">
              <a:lnSpc>
                <a:spcPct val="100000"/>
              </a:lnSpc>
              <a:spcBef>
                <a:spcPts val="0"/>
              </a:spcBef>
              <a:spcAft>
                <a:spcPts val="0"/>
              </a:spcAft>
              <a:buClr>
                <a:srgbClr val="000000"/>
              </a:buClr>
              <a:buSzPts val="900"/>
              <a:buFont typeface="Arial"/>
              <a:buNone/>
            </a:pPr>
            <a:r>
              <a:rPr b="1" lang="es-419" sz="900">
                <a:latin typeface="Arvo"/>
                <a:ea typeface="Arvo"/>
                <a:cs typeface="Arvo"/>
                <a:sym typeface="Arvo"/>
              </a:rPr>
              <a:t>¿Cómo?</a:t>
            </a:r>
            <a:endParaRPr b="1" i="0" sz="900" u="none" cap="none" strike="noStrike">
              <a:solidFill>
                <a:srgbClr val="000000"/>
              </a:solidFill>
              <a:latin typeface="Arvo"/>
              <a:ea typeface="Arvo"/>
              <a:cs typeface="Arvo"/>
              <a:sym typeface="Arvo"/>
            </a:endParaRPr>
          </a:p>
        </p:txBody>
      </p:sp>
      <p:sp>
        <p:nvSpPr>
          <p:cNvPr id="231" name="Google Shape;231;p2"/>
          <p:cNvSpPr/>
          <p:nvPr/>
        </p:nvSpPr>
        <p:spPr>
          <a:xfrm>
            <a:off x="7375550" y="843897"/>
            <a:ext cx="2434800" cy="408900"/>
          </a:xfrm>
          <a:prstGeom prst="roundRect">
            <a:avLst>
              <a:gd fmla="val 16667" name="adj"/>
            </a:avLst>
          </a:prstGeom>
          <a:solidFill>
            <a:srgbClr val="B4A7D6"/>
          </a:solidFill>
          <a:ln>
            <a:noFill/>
          </a:ln>
          <a:effectLst>
            <a:outerShdw blurRad="57150" rotWithShape="0" algn="bl" dir="5400000" dist="19050">
              <a:srgbClr val="000000">
                <a:alpha val="49800"/>
              </a:srgbClr>
            </a:outerShdw>
          </a:effectLst>
        </p:spPr>
        <p:txBody>
          <a:bodyPr anchorCtr="0" anchor="ctr" bIns="18000" lIns="18000" spcFirstLastPara="1" rIns="18000" wrap="square" tIns="18000">
            <a:noAutofit/>
          </a:bodyPr>
          <a:lstStyle/>
          <a:p>
            <a:pPr indent="0" lvl="0" marL="0" marR="0" rtl="0" algn="ctr">
              <a:lnSpc>
                <a:spcPct val="100000"/>
              </a:lnSpc>
              <a:spcBef>
                <a:spcPts val="0"/>
              </a:spcBef>
              <a:spcAft>
                <a:spcPts val="0"/>
              </a:spcAft>
              <a:buClr>
                <a:srgbClr val="000000"/>
              </a:buClr>
              <a:buSzPts val="900"/>
              <a:buFont typeface="Arial"/>
              <a:buNone/>
            </a:pPr>
            <a:r>
              <a:rPr b="1" lang="es-419" sz="900">
                <a:latin typeface="Arvo"/>
                <a:ea typeface="Arvo"/>
                <a:cs typeface="Arvo"/>
                <a:sym typeface="Arvo"/>
              </a:rPr>
              <a:t>¿Por qué?</a:t>
            </a:r>
            <a:endParaRPr b="1" sz="900">
              <a:latin typeface="Arvo"/>
              <a:ea typeface="Arvo"/>
              <a:cs typeface="Arvo"/>
              <a:sym typeface="Arvo"/>
            </a:endParaRPr>
          </a:p>
        </p:txBody>
      </p:sp>
      <p:sp>
        <p:nvSpPr>
          <p:cNvPr id="232" name="Google Shape;232;p2"/>
          <p:cNvSpPr txBox="1"/>
          <p:nvPr/>
        </p:nvSpPr>
        <p:spPr>
          <a:xfrm>
            <a:off x="9027247" y="1335932"/>
            <a:ext cx="781500" cy="370800"/>
          </a:xfrm>
          <a:prstGeom prst="rect">
            <a:avLst/>
          </a:prstGeom>
          <a:solidFill>
            <a:srgbClr val="B4A7D6"/>
          </a:solidFill>
          <a:ln>
            <a:noFill/>
          </a:ln>
          <a:effectLst>
            <a:outerShdw blurRad="57150" rotWithShape="0" algn="bl" dir="2160000" dist="19050">
              <a:srgbClr val="000000">
                <a:alpha val="78000"/>
              </a:srgbClr>
            </a:outerShdw>
          </a:effectLst>
        </p:spPr>
        <p:txBody>
          <a:bodyPr anchorCtr="0" anchor="ctr" bIns="18000" lIns="18000" spcFirstLastPara="1" rIns="18000" wrap="square" tIns="18000">
            <a:noAutofit/>
          </a:bodyPr>
          <a:lstStyle/>
          <a:p>
            <a:pPr indent="0" lvl="0" marL="0" rtl="0" algn="ctr">
              <a:spcBef>
                <a:spcPts val="0"/>
              </a:spcBef>
              <a:spcAft>
                <a:spcPts val="0"/>
              </a:spcAft>
              <a:buNone/>
            </a:pPr>
            <a:r>
              <a:rPr b="1" lang="es-419" sz="600">
                <a:latin typeface="Arvo"/>
                <a:ea typeface="Arvo"/>
                <a:cs typeface="Arvo"/>
                <a:sym typeface="Arvo"/>
              </a:rPr>
              <a:t>Punto de control / regla de negocio</a:t>
            </a:r>
            <a:endParaRPr b="1" sz="600">
              <a:latin typeface="Arvo"/>
              <a:ea typeface="Arvo"/>
              <a:cs typeface="Arvo"/>
              <a:sym typeface="Arvo"/>
            </a:endParaRPr>
          </a:p>
        </p:txBody>
      </p:sp>
      <p:sp>
        <p:nvSpPr>
          <p:cNvPr id="233" name="Google Shape;233;p2"/>
          <p:cNvSpPr txBox="1"/>
          <p:nvPr/>
        </p:nvSpPr>
        <p:spPr>
          <a:xfrm>
            <a:off x="8202044" y="1335932"/>
            <a:ext cx="781500" cy="370800"/>
          </a:xfrm>
          <a:prstGeom prst="rect">
            <a:avLst/>
          </a:prstGeom>
          <a:solidFill>
            <a:srgbClr val="B4A7D6"/>
          </a:solidFill>
          <a:ln>
            <a:noFill/>
          </a:ln>
          <a:effectLst>
            <a:outerShdw blurRad="57150" rotWithShape="0" algn="bl" dir="2160000" dist="19050">
              <a:srgbClr val="000000">
                <a:alpha val="78000"/>
              </a:srgbClr>
            </a:outerShdw>
          </a:effectLst>
        </p:spPr>
        <p:txBody>
          <a:bodyPr anchorCtr="0" anchor="ctr" bIns="18000" lIns="18000" spcFirstLastPara="1" rIns="18000" wrap="square" tIns="18000">
            <a:noAutofit/>
          </a:bodyPr>
          <a:lstStyle/>
          <a:p>
            <a:pPr indent="0" lvl="0" marL="0" rtl="0" algn="ctr">
              <a:spcBef>
                <a:spcPts val="0"/>
              </a:spcBef>
              <a:spcAft>
                <a:spcPts val="0"/>
              </a:spcAft>
              <a:buNone/>
            </a:pPr>
            <a:r>
              <a:rPr b="1" lang="es-419" sz="600">
                <a:latin typeface="Arvo"/>
                <a:ea typeface="Arvo"/>
                <a:cs typeface="Arvo"/>
                <a:sym typeface="Arvo"/>
              </a:rPr>
              <a:t>¿Por qué lo hace?</a:t>
            </a:r>
            <a:endParaRPr b="1" sz="600">
              <a:latin typeface="Arvo"/>
              <a:ea typeface="Arvo"/>
              <a:cs typeface="Arvo"/>
              <a:sym typeface="Arvo"/>
            </a:endParaRPr>
          </a:p>
        </p:txBody>
      </p:sp>
      <p:sp>
        <p:nvSpPr>
          <p:cNvPr id="234" name="Google Shape;234;p2"/>
          <p:cNvSpPr txBox="1"/>
          <p:nvPr/>
        </p:nvSpPr>
        <p:spPr>
          <a:xfrm>
            <a:off x="7376842" y="1335932"/>
            <a:ext cx="781500" cy="370800"/>
          </a:xfrm>
          <a:prstGeom prst="rect">
            <a:avLst/>
          </a:prstGeom>
          <a:solidFill>
            <a:srgbClr val="B4A7D6"/>
          </a:solidFill>
          <a:ln>
            <a:noFill/>
          </a:ln>
          <a:effectLst>
            <a:outerShdw blurRad="57150" rotWithShape="0" algn="bl" dir="2160000" dist="19050">
              <a:srgbClr val="000000">
                <a:alpha val="78000"/>
              </a:srgbClr>
            </a:outerShdw>
          </a:effectLst>
        </p:spPr>
        <p:txBody>
          <a:bodyPr anchorCtr="0" anchor="ctr" bIns="18000" lIns="18000" spcFirstLastPara="1" rIns="18000" wrap="square" tIns="18000">
            <a:noAutofit/>
          </a:bodyPr>
          <a:lstStyle/>
          <a:p>
            <a:pPr indent="0" lvl="0" marL="0" rtl="0" algn="ctr">
              <a:spcBef>
                <a:spcPts val="0"/>
              </a:spcBef>
              <a:spcAft>
                <a:spcPts val="0"/>
              </a:spcAft>
              <a:buNone/>
            </a:pPr>
            <a:r>
              <a:rPr b="1" lang="es-419" sz="600">
                <a:latin typeface="Arvo"/>
                <a:ea typeface="Arvo"/>
                <a:cs typeface="Arvo"/>
                <a:sym typeface="Arvo"/>
              </a:rPr>
              <a:t>¿Qué necesita para iniciar?</a:t>
            </a:r>
            <a:endParaRPr b="1" sz="600">
              <a:latin typeface="Arvo"/>
              <a:ea typeface="Arvo"/>
              <a:cs typeface="Arvo"/>
              <a:sym typeface="Arvo"/>
            </a:endParaRPr>
          </a:p>
        </p:txBody>
      </p:sp>
      <p:sp>
        <p:nvSpPr>
          <p:cNvPr id="235" name="Google Shape;235;p2"/>
          <p:cNvSpPr txBox="1"/>
          <p:nvPr/>
        </p:nvSpPr>
        <p:spPr>
          <a:xfrm>
            <a:off x="6438453" y="1335932"/>
            <a:ext cx="781500" cy="370800"/>
          </a:xfrm>
          <a:prstGeom prst="rect">
            <a:avLst/>
          </a:prstGeom>
          <a:solidFill>
            <a:srgbClr val="FFF2CC"/>
          </a:solidFill>
          <a:ln>
            <a:noFill/>
          </a:ln>
          <a:effectLst>
            <a:outerShdw blurRad="57150" rotWithShape="0" algn="bl" dir="2160000" dist="19050">
              <a:srgbClr val="000000">
                <a:alpha val="78000"/>
              </a:srgbClr>
            </a:outerShdw>
          </a:effectLst>
        </p:spPr>
        <p:txBody>
          <a:bodyPr anchorCtr="0" anchor="ctr" bIns="18000" lIns="18000" spcFirstLastPara="1" rIns="18000" wrap="square" tIns="18000">
            <a:noAutofit/>
          </a:bodyPr>
          <a:lstStyle/>
          <a:p>
            <a:pPr indent="0" lvl="0" marL="0" rtl="0" algn="ctr">
              <a:spcBef>
                <a:spcPts val="0"/>
              </a:spcBef>
              <a:spcAft>
                <a:spcPts val="0"/>
              </a:spcAft>
              <a:buNone/>
            </a:pPr>
            <a:r>
              <a:rPr b="1" lang="es-419" sz="600">
                <a:latin typeface="Arvo"/>
                <a:ea typeface="Arvo"/>
                <a:cs typeface="Arvo"/>
                <a:sym typeface="Arvo"/>
              </a:rPr>
              <a:t>¿Cuándo lo hace?</a:t>
            </a:r>
            <a:endParaRPr b="1" sz="600">
              <a:latin typeface="Arvo"/>
              <a:ea typeface="Arvo"/>
              <a:cs typeface="Arvo"/>
              <a:sym typeface="Arvo"/>
            </a:endParaRPr>
          </a:p>
        </p:txBody>
      </p:sp>
      <p:sp>
        <p:nvSpPr>
          <p:cNvPr id="236" name="Google Shape;236;p2"/>
          <p:cNvSpPr txBox="1"/>
          <p:nvPr/>
        </p:nvSpPr>
        <p:spPr>
          <a:xfrm>
            <a:off x="5504571" y="1335932"/>
            <a:ext cx="781500" cy="370800"/>
          </a:xfrm>
          <a:prstGeom prst="rect">
            <a:avLst/>
          </a:prstGeom>
          <a:solidFill>
            <a:srgbClr val="F4CCCC"/>
          </a:solidFill>
          <a:ln>
            <a:noFill/>
          </a:ln>
          <a:effectLst>
            <a:outerShdw blurRad="57150" rotWithShape="0" algn="bl" dir="2160000" dist="19050">
              <a:srgbClr val="000000">
                <a:alpha val="78000"/>
              </a:srgbClr>
            </a:outerShdw>
          </a:effectLst>
        </p:spPr>
        <p:txBody>
          <a:bodyPr anchorCtr="0" anchor="ctr" bIns="18000" lIns="18000" spcFirstLastPara="1" rIns="18000" wrap="square" tIns="18000">
            <a:noAutofit/>
          </a:bodyPr>
          <a:lstStyle/>
          <a:p>
            <a:pPr indent="0" lvl="0" marL="0" rtl="0" algn="ctr">
              <a:spcBef>
                <a:spcPts val="0"/>
              </a:spcBef>
              <a:spcAft>
                <a:spcPts val="0"/>
              </a:spcAft>
              <a:buNone/>
            </a:pPr>
            <a:r>
              <a:rPr b="1" lang="es-419" sz="600">
                <a:latin typeface="Arvo"/>
                <a:ea typeface="Arvo"/>
                <a:cs typeface="Arvo"/>
                <a:sym typeface="Arvo"/>
              </a:rPr>
              <a:t>¿Dónde lo hace?</a:t>
            </a:r>
            <a:endParaRPr b="1" sz="600">
              <a:latin typeface="Arvo"/>
              <a:ea typeface="Arvo"/>
              <a:cs typeface="Arvo"/>
              <a:sym typeface="Arvo"/>
            </a:endParaRPr>
          </a:p>
        </p:txBody>
      </p:sp>
      <p:sp>
        <p:nvSpPr>
          <p:cNvPr id="237" name="Google Shape;237;p2"/>
          <p:cNvSpPr txBox="1"/>
          <p:nvPr/>
        </p:nvSpPr>
        <p:spPr>
          <a:xfrm>
            <a:off x="4679368" y="1335932"/>
            <a:ext cx="781500" cy="370800"/>
          </a:xfrm>
          <a:prstGeom prst="rect">
            <a:avLst/>
          </a:prstGeom>
          <a:solidFill>
            <a:srgbClr val="F4CCCC"/>
          </a:solidFill>
          <a:ln>
            <a:noFill/>
          </a:ln>
          <a:effectLst>
            <a:outerShdw blurRad="57150" rotWithShape="0" algn="bl" dir="2160000" dist="19050">
              <a:srgbClr val="000000">
                <a:alpha val="78000"/>
              </a:srgbClr>
            </a:outerShdw>
          </a:effectLst>
        </p:spPr>
        <p:txBody>
          <a:bodyPr anchorCtr="0" anchor="ctr" bIns="18000" lIns="18000" spcFirstLastPara="1" rIns="18000" wrap="square" tIns="18000">
            <a:noAutofit/>
          </a:bodyPr>
          <a:lstStyle/>
          <a:p>
            <a:pPr indent="0" lvl="0" marL="0" rtl="0" algn="ctr">
              <a:spcBef>
                <a:spcPts val="0"/>
              </a:spcBef>
              <a:spcAft>
                <a:spcPts val="0"/>
              </a:spcAft>
              <a:buNone/>
            </a:pPr>
            <a:r>
              <a:rPr b="1" lang="es-419" sz="600">
                <a:latin typeface="Arvo"/>
                <a:ea typeface="Arvo"/>
                <a:cs typeface="Arvo"/>
                <a:sym typeface="Arvo"/>
              </a:rPr>
              <a:t>¿Recursos con que lo hace?</a:t>
            </a:r>
            <a:endParaRPr b="1" sz="600">
              <a:latin typeface="Arvo"/>
              <a:ea typeface="Arvo"/>
              <a:cs typeface="Arvo"/>
              <a:sym typeface="Arvo"/>
            </a:endParaRPr>
          </a:p>
        </p:txBody>
      </p:sp>
      <p:sp>
        <p:nvSpPr>
          <p:cNvPr id="238" name="Google Shape;238;p2"/>
          <p:cNvSpPr txBox="1"/>
          <p:nvPr/>
        </p:nvSpPr>
        <p:spPr>
          <a:xfrm>
            <a:off x="249876" y="1335932"/>
            <a:ext cx="781500" cy="370800"/>
          </a:xfrm>
          <a:prstGeom prst="rect">
            <a:avLst/>
          </a:prstGeom>
          <a:solidFill>
            <a:srgbClr val="F3F3F3"/>
          </a:solidFill>
          <a:ln>
            <a:noFill/>
          </a:ln>
          <a:effectLst>
            <a:outerShdw blurRad="57150" rotWithShape="0" algn="bl" dir="2160000" dist="19050">
              <a:srgbClr val="000000">
                <a:alpha val="78000"/>
              </a:srgbClr>
            </a:outerShdw>
          </a:effectLst>
        </p:spPr>
        <p:txBody>
          <a:bodyPr anchorCtr="0" anchor="ctr" bIns="18000" lIns="18000" spcFirstLastPara="1" rIns="18000" wrap="square" tIns="18000">
            <a:noAutofit/>
          </a:bodyPr>
          <a:lstStyle/>
          <a:p>
            <a:pPr indent="0" lvl="0" marL="0" rtl="0" algn="ctr">
              <a:spcBef>
                <a:spcPts val="0"/>
              </a:spcBef>
              <a:spcAft>
                <a:spcPts val="0"/>
              </a:spcAft>
              <a:buNone/>
            </a:pPr>
            <a:r>
              <a:rPr b="1" lang="es-419" sz="600">
                <a:latin typeface="Arvo"/>
                <a:ea typeface="Arvo"/>
                <a:cs typeface="Arvo"/>
                <a:sym typeface="Arvo"/>
              </a:rPr>
              <a:t>¿Actividad?</a:t>
            </a:r>
            <a:endParaRPr b="1" sz="600">
              <a:latin typeface="Arvo"/>
              <a:ea typeface="Arvo"/>
              <a:cs typeface="Arvo"/>
              <a:sym typeface="Arvo"/>
            </a:endParaRPr>
          </a:p>
        </p:txBody>
      </p:sp>
      <p:sp>
        <p:nvSpPr>
          <p:cNvPr id="239" name="Google Shape;239;p2"/>
          <p:cNvSpPr txBox="1"/>
          <p:nvPr/>
        </p:nvSpPr>
        <p:spPr>
          <a:xfrm>
            <a:off x="1995967" y="1335932"/>
            <a:ext cx="781500" cy="370800"/>
          </a:xfrm>
          <a:prstGeom prst="rect">
            <a:avLst/>
          </a:prstGeom>
          <a:solidFill>
            <a:srgbClr val="FFF2CC"/>
          </a:solidFill>
          <a:ln>
            <a:noFill/>
          </a:ln>
          <a:effectLst>
            <a:outerShdw blurRad="57150" rotWithShape="0" algn="bl" dir="2160000" dist="19050">
              <a:srgbClr val="000000">
                <a:alpha val="78000"/>
              </a:srgbClr>
            </a:outerShdw>
          </a:effectLst>
        </p:spPr>
        <p:txBody>
          <a:bodyPr anchorCtr="0" anchor="ctr" bIns="18000" lIns="18000" spcFirstLastPara="1" rIns="18000" wrap="square" tIns="18000">
            <a:noAutofit/>
          </a:bodyPr>
          <a:lstStyle/>
          <a:p>
            <a:pPr indent="0" lvl="0" marL="0" rtl="0" algn="ctr">
              <a:spcBef>
                <a:spcPts val="0"/>
              </a:spcBef>
              <a:spcAft>
                <a:spcPts val="0"/>
              </a:spcAft>
              <a:buNone/>
            </a:pPr>
            <a:r>
              <a:rPr b="1" lang="es-419" sz="600">
                <a:latin typeface="Arvo"/>
                <a:ea typeface="Arvo"/>
                <a:cs typeface="Arvo"/>
                <a:sym typeface="Arvo"/>
              </a:rPr>
              <a:t>¿Roles externos?</a:t>
            </a:r>
            <a:endParaRPr b="1" sz="600">
              <a:latin typeface="Arvo"/>
              <a:ea typeface="Arvo"/>
              <a:cs typeface="Arvo"/>
              <a:sym typeface="Arvo"/>
            </a:endParaRPr>
          </a:p>
        </p:txBody>
      </p:sp>
      <p:sp>
        <p:nvSpPr>
          <p:cNvPr id="240" name="Google Shape;240;p2"/>
          <p:cNvSpPr txBox="1"/>
          <p:nvPr/>
        </p:nvSpPr>
        <p:spPr>
          <a:xfrm>
            <a:off x="1170765" y="1335932"/>
            <a:ext cx="781500" cy="370800"/>
          </a:xfrm>
          <a:prstGeom prst="rect">
            <a:avLst/>
          </a:prstGeom>
          <a:solidFill>
            <a:srgbClr val="FFF2CC"/>
          </a:solidFill>
          <a:ln>
            <a:noFill/>
          </a:ln>
          <a:effectLst>
            <a:outerShdw blurRad="57150" rotWithShape="0" algn="bl" dir="2160000" dist="19050">
              <a:srgbClr val="000000">
                <a:alpha val="78000"/>
              </a:srgbClr>
            </a:outerShdw>
          </a:effectLst>
        </p:spPr>
        <p:txBody>
          <a:bodyPr anchorCtr="0" anchor="ctr" bIns="18000" lIns="18000" spcFirstLastPara="1" rIns="18000" wrap="square" tIns="18000">
            <a:noAutofit/>
          </a:bodyPr>
          <a:lstStyle/>
          <a:p>
            <a:pPr indent="0" lvl="0" marL="0" rtl="0" algn="ctr">
              <a:spcBef>
                <a:spcPts val="0"/>
              </a:spcBef>
              <a:spcAft>
                <a:spcPts val="0"/>
              </a:spcAft>
              <a:buNone/>
            </a:pPr>
            <a:r>
              <a:rPr b="1" lang="es-419" sz="600">
                <a:latin typeface="Arvo"/>
                <a:ea typeface="Arvo"/>
                <a:cs typeface="Arvo"/>
                <a:sym typeface="Arvo"/>
              </a:rPr>
              <a:t>¿Roles internos?</a:t>
            </a:r>
            <a:endParaRPr b="1" sz="600">
              <a:latin typeface="Arvo"/>
              <a:ea typeface="Arvo"/>
              <a:cs typeface="Arvo"/>
              <a:sym typeface="Arvo"/>
            </a:endParaRPr>
          </a:p>
        </p:txBody>
      </p:sp>
      <p:sp>
        <p:nvSpPr>
          <p:cNvPr id="241" name="Google Shape;241;p2"/>
          <p:cNvSpPr/>
          <p:nvPr/>
        </p:nvSpPr>
        <p:spPr>
          <a:xfrm>
            <a:off x="265150" y="6300982"/>
            <a:ext cx="7965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sp>
        <p:nvSpPr>
          <p:cNvPr id="242" name="Google Shape;242;p2"/>
          <p:cNvSpPr/>
          <p:nvPr/>
        </p:nvSpPr>
        <p:spPr>
          <a:xfrm>
            <a:off x="1180835" y="6300982"/>
            <a:ext cx="16236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cxnSp>
        <p:nvCxnSpPr>
          <p:cNvPr id="243" name="Google Shape;243;p2"/>
          <p:cNvCxnSpPr/>
          <p:nvPr/>
        </p:nvCxnSpPr>
        <p:spPr>
          <a:xfrm>
            <a:off x="1973040" y="6296451"/>
            <a:ext cx="2700" cy="446700"/>
          </a:xfrm>
          <a:prstGeom prst="straightConnector1">
            <a:avLst/>
          </a:prstGeom>
          <a:noFill/>
          <a:ln cap="flat" cmpd="sng" w="28575">
            <a:solidFill>
              <a:srgbClr val="D9D9D9"/>
            </a:solidFill>
            <a:prstDash val="solid"/>
            <a:round/>
            <a:headEnd len="sm" w="sm" type="none"/>
            <a:tailEnd len="sm" w="sm" type="none"/>
          </a:ln>
        </p:spPr>
      </p:cxnSp>
      <p:sp>
        <p:nvSpPr>
          <p:cNvPr id="244" name="Google Shape;244;p2"/>
          <p:cNvSpPr/>
          <p:nvPr/>
        </p:nvSpPr>
        <p:spPr>
          <a:xfrm>
            <a:off x="2923707" y="6300982"/>
            <a:ext cx="16236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cxnSp>
        <p:nvCxnSpPr>
          <p:cNvPr id="245" name="Google Shape;245;p2"/>
          <p:cNvCxnSpPr/>
          <p:nvPr/>
        </p:nvCxnSpPr>
        <p:spPr>
          <a:xfrm>
            <a:off x="3719255" y="6296597"/>
            <a:ext cx="2700" cy="446700"/>
          </a:xfrm>
          <a:prstGeom prst="straightConnector1">
            <a:avLst/>
          </a:prstGeom>
          <a:noFill/>
          <a:ln cap="flat" cmpd="sng" w="28575">
            <a:solidFill>
              <a:srgbClr val="D9D9D9"/>
            </a:solidFill>
            <a:prstDash val="solid"/>
            <a:round/>
            <a:headEnd len="sm" w="sm" type="none"/>
            <a:tailEnd len="sm" w="sm" type="none"/>
          </a:ln>
        </p:spPr>
      </p:cxnSp>
      <p:sp>
        <p:nvSpPr>
          <p:cNvPr id="246" name="Google Shape;246;p2"/>
          <p:cNvSpPr/>
          <p:nvPr/>
        </p:nvSpPr>
        <p:spPr>
          <a:xfrm>
            <a:off x="4666579" y="6300982"/>
            <a:ext cx="16236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cxnSp>
        <p:nvCxnSpPr>
          <p:cNvPr id="247" name="Google Shape;247;p2"/>
          <p:cNvCxnSpPr/>
          <p:nvPr/>
        </p:nvCxnSpPr>
        <p:spPr>
          <a:xfrm>
            <a:off x="5460999" y="6296438"/>
            <a:ext cx="2700" cy="446700"/>
          </a:xfrm>
          <a:prstGeom prst="straightConnector1">
            <a:avLst/>
          </a:prstGeom>
          <a:noFill/>
          <a:ln cap="flat" cmpd="sng" w="28575">
            <a:solidFill>
              <a:srgbClr val="D9D9D9"/>
            </a:solidFill>
            <a:prstDash val="solid"/>
            <a:round/>
            <a:headEnd len="sm" w="sm" type="none"/>
            <a:tailEnd len="sm" w="sm" type="none"/>
          </a:ln>
        </p:spPr>
      </p:cxnSp>
      <p:sp>
        <p:nvSpPr>
          <p:cNvPr id="248" name="Google Shape;248;p2"/>
          <p:cNvSpPr/>
          <p:nvPr/>
        </p:nvSpPr>
        <p:spPr>
          <a:xfrm>
            <a:off x="6419935" y="6300982"/>
            <a:ext cx="7965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sp>
        <p:nvSpPr>
          <p:cNvPr id="249" name="Google Shape;249;p2"/>
          <p:cNvSpPr/>
          <p:nvPr/>
        </p:nvSpPr>
        <p:spPr>
          <a:xfrm>
            <a:off x="7346104" y="6300982"/>
            <a:ext cx="24660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cxnSp>
        <p:nvCxnSpPr>
          <p:cNvPr id="250" name="Google Shape;250;p2"/>
          <p:cNvCxnSpPr/>
          <p:nvPr/>
        </p:nvCxnSpPr>
        <p:spPr>
          <a:xfrm>
            <a:off x="8161493" y="6296438"/>
            <a:ext cx="2700" cy="446700"/>
          </a:xfrm>
          <a:prstGeom prst="straightConnector1">
            <a:avLst/>
          </a:prstGeom>
          <a:noFill/>
          <a:ln cap="flat" cmpd="sng" w="28575">
            <a:solidFill>
              <a:srgbClr val="D9D9D9"/>
            </a:solidFill>
            <a:prstDash val="solid"/>
            <a:round/>
            <a:headEnd len="sm" w="sm" type="none"/>
            <a:tailEnd len="sm" w="sm" type="none"/>
          </a:ln>
        </p:spPr>
      </p:cxnSp>
      <p:cxnSp>
        <p:nvCxnSpPr>
          <p:cNvPr id="251" name="Google Shape;251;p2"/>
          <p:cNvCxnSpPr/>
          <p:nvPr/>
        </p:nvCxnSpPr>
        <p:spPr>
          <a:xfrm>
            <a:off x="8991625" y="6296475"/>
            <a:ext cx="2700" cy="446700"/>
          </a:xfrm>
          <a:prstGeom prst="straightConnector1">
            <a:avLst/>
          </a:prstGeom>
          <a:noFill/>
          <a:ln cap="flat" cmpd="sng" w="28575">
            <a:solidFill>
              <a:srgbClr val="D9D9D9"/>
            </a:solidFill>
            <a:prstDash val="solid"/>
            <a:round/>
            <a:headEnd len="sm" w="sm" type="none"/>
            <a:tailEnd len="sm" w="sm" type="none"/>
          </a:ln>
        </p:spPr>
      </p:cxnSp>
      <p:sp>
        <p:nvSpPr>
          <p:cNvPr id="252" name="Google Shape;252;p2"/>
          <p:cNvSpPr txBox="1"/>
          <p:nvPr>
            <p:ph idx="106" type="subTitle"/>
          </p:nvPr>
        </p:nvSpPr>
        <p:spPr>
          <a:xfrm>
            <a:off x="264731" y="6302624"/>
            <a:ext cx="796500" cy="437700"/>
          </a:xfrm>
          <a:prstGeom prst="rect">
            <a:avLst/>
          </a:prstGeom>
          <a:noFill/>
          <a:ln>
            <a:noFill/>
          </a:ln>
        </p:spPr>
        <p:txBody>
          <a:bodyPr anchorCtr="0" anchor="ctr" bIns="36000" lIns="36000" spcFirstLastPara="1" rIns="36000" wrap="square" tIns="36000">
            <a:noAutofit/>
          </a:bodyPr>
          <a:lstStyle>
            <a:lvl1pPr lvl="0" rt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rtl="0" algn="ctr">
              <a:lnSpc>
                <a:spcPct val="90000"/>
              </a:lnSpc>
              <a:spcBef>
                <a:spcPts val="0"/>
              </a:spcBef>
              <a:spcAft>
                <a:spcPts val="0"/>
              </a:spcAft>
              <a:buClr>
                <a:srgbClr val="000000"/>
              </a:buClr>
              <a:buSzPts val="700"/>
              <a:buNone/>
              <a:defRPr sz="700">
                <a:solidFill>
                  <a:srgbClr val="000000"/>
                </a:solidFill>
              </a:defRPr>
            </a:lvl2pPr>
            <a:lvl3pPr lvl="2" rtl="0" algn="ctr">
              <a:lnSpc>
                <a:spcPct val="90000"/>
              </a:lnSpc>
              <a:spcBef>
                <a:spcPts val="0"/>
              </a:spcBef>
              <a:spcAft>
                <a:spcPts val="0"/>
              </a:spcAft>
              <a:buClr>
                <a:srgbClr val="000000"/>
              </a:buClr>
              <a:buSzPts val="700"/>
              <a:buNone/>
              <a:defRPr sz="700">
                <a:solidFill>
                  <a:srgbClr val="000000"/>
                </a:solidFill>
              </a:defRPr>
            </a:lvl3pPr>
            <a:lvl4pPr lvl="3" rtl="0" algn="ctr">
              <a:lnSpc>
                <a:spcPct val="90000"/>
              </a:lnSpc>
              <a:spcBef>
                <a:spcPts val="0"/>
              </a:spcBef>
              <a:spcAft>
                <a:spcPts val="0"/>
              </a:spcAft>
              <a:buClr>
                <a:srgbClr val="000000"/>
              </a:buClr>
              <a:buSzPts val="700"/>
              <a:buNone/>
              <a:defRPr sz="700">
                <a:solidFill>
                  <a:srgbClr val="000000"/>
                </a:solidFill>
              </a:defRPr>
            </a:lvl4pPr>
            <a:lvl5pPr lvl="4" rtl="0" algn="ctr">
              <a:lnSpc>
                <a:spcPct val="90000"/>
              </a:lnSpc>
              <a:spcBef>
                <a:spcPts val="0"/>
              </a:spcBef>
              <a:spcAft>
                <a:spcPts val="0"/>
              </a:spcAft>
              <a:buClr>
                <a:srgbClr val="000000"/>
              </a:buClr>
              <a:buSzPts val="700"/>
              <a:buNone/>
              <a:defRPr sz="700">
                <a:solidFill>
                  <a:srgbClr val="000000"/>
                </a:solidFill>
              </a:defRPr>
            </a:lvl5pPr>
            <a:lvl6pPr lvl="5" rtl="0" algn="ctr">
              <a:lnSpc>
                <a:spcPct val="90000"/>
              </a:lnSpc>
              <a:spcBef>
                <a:spcPts val="0"/>
              </a:spcBef>
              <a:spcAft>
                <a:spcPts val="0"/>
              </a:spcAft>
              <a:buClr>
                <a:srgbClr val="000000"/>
              </a:buClr>
              <a:buSzPts val="700"/>
              <a:buNone/>
              <a:defRPr sz="700">
                <a:solidFill>
                  <a:srgbClr val="000000"/>
                </a:solidFill>
              </a:defRPr>
            </a:lvl6pPr>
            <a:lvl7pPr lvl="6" rtl="0" algn="ctr">
              <a:lnSpc>
                <a:spcPct val="90000"/>
              </a:lnSpc>
              <a:spcBef>
                <a:spcPts val="0"/>
              </a:spcBef>
              <a:spcAft>
                <a:spcPts val="0"/>
              </a:spcAft>
              <a:buClr>
                <a:srgbClr val="000000"/>
              </a:buClr>
              <a:buSzPts val="700"/>
              <a:buNone/>
              <a:defRPr sz="700">
                <a:solidFill>
                  <a:srgbClr val="000000"/>
                </a:solidFill>
              </a:defRPr>
            </a:lvl7pPr>
            <a:lvl8pPr lvl="7" rtl="0" algn="ctr">
              <a:lnSpc>
                <a:spcPct val="90000"/>
              </a:lnSpc>
              <a:spcBef>
                <a:spcPts val="0"/>
              </a:spcBef>
              <a:spcAft>
                <a:spcPts val="0"/>
              </a:spcAft>
              <a:buClr>
                <a:srgbClr val="000000"/>
              </a:buClr>
              <a:buSzPts val="700"/>
              <a:buNone/>
              <a:defRPr sz="700">
                <a:solidFill>
                  <a:srgbClr val="000000"/>
                </a:solidFill>
              </a:defRPr>
            </a:lvl8pPr>
            <a:lvl9pPr lvl="8" rtl="0" algn="ctr">
              <a:lnSpc>
                <a:spcPct val="90000"/>
              </a:lnSpc>
              <a:spcBef>
                <a:spcPts val="0"/>
              </a:spcBef>
              <a:spcAft>
                <a:spcPts val="0"/>
              </a:spcAft>
              <a:buClr>
                <a:srgbClr val="000000"/>
              </a:buClr>
              <a:buSzPts val="700"/>
              <a:buNone/>
              <a:defRPr sz="700">
                <a:solidFill>
                  <a:srgbClr val="000000"/>
                </a:solidFill>
              </a:defRPr>
            </a:lvl9pPr>
          </a:lstStyle>
          <a:p/>
        </p:txBody>
      </p:sp>
      <p:sp>
        <p:nvSpPr>
          <p:cNvPr id="253" name="Google Shape;253;p2"/>
          <p:cNvSpPr txBox="1"/>
          <p:nvPr>
            <p:ph idx="107" type="subTitle"/>
          </p:nvPr>
        </p:nvSpPr>
        <p:spPr>
          <a:xfrm>
            <a:off x="1179154" y="6302624"/>
            <a:ext cx="777900" cy="437700"/>
          </a:xfrm>
          <a:prstGeom prst="rect">
            <a:avLst/>
          </a:prstGeom>
          <a:noFill/>
          <a:ln>
            <a:noFill/>
          </a:ln>
        </p:spPr>
        <p:txBody>
          <a:bodyPr anchorCtr="0" anchor="ctr" bIns="36000" lIns="36000" spcFirstLastPara="1" rIns="36000" wrap="square" tIns="36000">
            <a:noAutofit/>
          </a:bodyPr>
          <a:lstStyle>
            <a:lvl1pPr lvl="0" rt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rtl="0" algn="ctr">
              <a:lnSpc>
                <a:spcPct val="90000"/>
              </a:lnSpc>
              <a:spcBef>
                <a:spcPts val="0"/>
              </a:spcBef>
              <a:spcAft>
                <a:spcPts val="0"/>
              </a:spcAft>
              <a:buClr>
                <a:srgbClr val="000000"/>
              </a:buClr>
              <a:buSzPts val="700"/>
              <a:buNone/>
              <a:defRPr sz="700">
                <a:solidFill>
                  <a:srgbClr val="000000"/>
                </a:solidFill>
              </a:defRPr>
            </a:lvl2pPr>
            <a:lvl3pPr lvl="2" rtl="0" algn="ctr">
              <a:lnSpc>
                <a:spcPct val="90000"/>
              </a:lnSpc>
              <a:spcBef>
                <a:spcPts val="0"/>
              </a:spcBef>
              <a:spcAft>
                <a:spcPts val="0"/>
              </a:spcAft>
              <a:buClr>
                <a:srgbClr val="000000"/>
              </a:buClr>
              <a:buSzPts val="700"/>
              <a:buNone/>
              <a:defRPr sz="700">
                <a:solidFill>
                  <a:srgbClr val="000000"/>
                </a:solidFill>
              </a:defRPr>
            </a:lvl3pPr>
            <a:lvl4pPr lvl="3" rtl="0" algn="ctr">
              <a:lnSpc>
                <a:spcPct val="90000"/>
              </a:lnSpc>
              <a:spcBef>
                <a:spcPts val="0"/>
              </a:spcBef>
              <a:spcAft>
                <a:spcPts val="0"/>
              </a:spcAft>
              <a:buClr>
                <a:srgbClr val="000000"/>
              </a:buClr>
              <a:buSzPts val="700"/>
              <a:buNone/>
              <a:defRPr sz="700">
                <a:solidFill>
                  <a:srgbClr val="000000"/>
                </a:solidFill>
              </a:defRPr>
            </a:lvl4pPr>
            <a:lvl5pPr lvl="4" rtl="0" algn="ctr">
              <a:lnSpc>
                <a:spcPct val="90000"/>
              </a:lnSpc>
              <a:spcBef>
                <a:spcPts val="0"/>
              </a:spcBef>
              <a:spcAft>
                <a:spcPts val="0"/>
              </a:spcAft>
              <a:buClr>
                <a:srgbClr val="000000"/>
              </a:buClr>
              <a:buSzPts val="700"/>
              <a:buNone/>
              <a:defRPr sz="700">
                <a:solidFill>
                  <a:srgbClr val="000000"/>
                </a:solidFill>
              </a:defRPr>
            </a:lvl5pPr>
            <a:lvl6pPr lvl="5" rtl="0" algn="ctr">
              <a:lnSpc>
                <a:spcPct val="90000"/>
              </a:lnSpc>
              <a:spcBef>
                <a:spcPts val="0"/>
              </a:spcBef>
              <a:spcAft>
                <a:spcPts val="0"/>
              </a:spcAft>
              <a:buClr>
                <a:srgbClr val="000000"/>
              </a:buClr>
              <a:buSzPts val="700"/>
              <a:buNone/>
              <a:defRPr sz="700">
                <a:solidFill>
                  <a:srgbClr val="000000"/>
                </a:solidFill>
              </a:defRPr>
            </a:lvl6pPr>
            <a:lvl7pPr lvl="6" rtl="0" algn="ctr">
              <a:lnSpc>
                <a:spcPct val="90000"/>
              </a:lnSpc>
              <a:spcBef>
                <a:spcPts val="0"/>
              </a:spcBef>
              <a:spcAft>
                <a:spcPts val="0"/>
              </a:spcAft>
              <a:buClr>
                <a:srgbClr val="000000"/>
              </a:buClr>
              <a:buSzPts val="700"/>
              <a:buNone/>
              <a:defRPr sz="700">
                <a:solidFill>
                  <a:srgbClr val="000000"/>
                </a:solidFill>
              </a:defRPr>
            </a:lvl7pPr>
            <a:lvl8pPr lvl="7" rtl="0" algn="ctr">
              <a:lnSpc>
                <a:spcPct val="90000"/>
              </a:lnSpc>
              <a:spcBef>
                <a:spcPts val="0"/>
              </a:spcBef>
              <a:spcAft>
                <a:spcPts val="0"/>
              </a:spcAft>
              <a:buClr>
                <a:srgbClr val="000000"/>
              </a:buClr>
              <a:buSzPts val="700"/>
              <a:buNone/>
              <a:defRPr sz="700">
                <a:solidFill>
                  <a:srgbClr val="000000"/>
                </a:solidFill>
              </a:defRPr>
            </a:lvl8pPr>
            <a:lvl9pPr lvl="8" rtl="0" algn="ctr">
              <a:lnSpc>
                <a:spcPct val="90000"/>
              </a:lnSpc>
              <a:spcBef>
                <a:spcPts val="0"/>
              </a:spcBef>
              <a:spcAft>
                <a:spcPts val="0"/>
              </a:spcAft>
              <a:buClr>
                <a:srgbClr val="000000"/>
              </a:buClr>
              <a:buSzPts val="700"/>
              <a:buNone/>
              <a:defRPr sz="700">
                <a:solidFill>
                  <a:srgbClr val="000000"/>
                </a:solidFill>
              </a:defRPr>
            </a:lvl9pPr>
          </a:lstStyle>
          <a:p/>
        </p:txBody>
      </p:sp>
      <p:sp>
        <p:nvSpPr>
          <p:cNvPr id="254" name="Google Shape;254;p2"/>
          <p:cNvSpPr txBox="1"/>
          <p:nvPr>
            <p:ph idx="108" type="subTitle"/>
          </p:nvPr>
        </p:nvSpPr>
        <p:spPr>
          <a:xfrm>
            <a:off x="1990053" y="6302624"/>
            <a:ext cx="815100" cy="437700"/>
          </a:xfrm>
          <a:prstGeom prst="rect">
            <a:avLst/>
          </a:prstGeom>
          <a:noFill/>
          <a:ln>
            <a:noFill/>
          </a:ln>
        </p:spPr>
        <p:txBody>
          <a:bodyPr anchorCtr="0" anchor="ctr" bIns="36000" lIns="36000" spcFirstLastPara="1" rIns="36000" wrap="square" tIns="36000">
            <a:noAutofit/>
          </a:bodyPr>
          <a:lstStyle>
            <a:lvl1pPr lvl="0" rt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rtl="0" algn="ctr">
              <a:lnSpc>
                <a:spcPct val="90000"/>
              </a:lnSpc>
              <a:spcBef>
                <a:spcPts val="0"/>
              </a:spcBef>
              <a:spcAft>
                <a:spcPts val="0"/>
              </a:spcAft>
              <a:buClr>
                <a:srgbClr val="000000"/>
              </a:buClr>
              <a:buSzPts val="700"/>
              <a:buNone/>
              <a:defRPr sz="700">
                <a:solidFill>
                  <a:srgbClr val="000000"/>
                </a:solidFill>
              </a:defRPr>
            </a:lvl2pPr>
            <a:lvl3pPr lvl="2" rtl="0" algn="ctr">
              <a:lnSpc>
                <a:spcPct val="90000"/>
              </a:lnSpc>
              <a:spcBef>
                <a:spcPts val="0"/>
              </a:spcBef>
              <a:spcAft>
                <a:spcPts val="0"/>
              </a:spcAft>
              <a:buClr>
                <a:srgbClr val="000000"/>
              </a:buClr>
              <a:buSzPts val="700"/>
              <a:buNone/>
              <a:defRPr sz="700">
                <a:solidFill>
                  <a:srgbClr val="000000"/>
                </a:solidFill>
              </a:defRPr>
            </a:lvl3pPr>
            <a:lvl4pPr lvl="3" rtl="0" algn="ctr">
              <a:lnSpc>
                <a:spcPct val="90000"/>
              </a:lnSpc>
              <a:spcBef>
                <a:spcPts val="0"/>
              </a:spcBef>
              <a:spcAft>
                <a:spcPts val="0"/>
              </a:spcAft>
              <a:buClr>
                <a:srgbClr val="000000"/>
              </a:buClr>
              <a:buSzPts val="700"/>
              <a:buNone/>
              <a:defRPr sz="700">
                <a:solidFill>
                  <a:srgbClr val="000000"/>
                </a:solidFill>
              </a:defRPr>
            </a:lvl4pPr>
            <a:lvl5pPr lvl="4" rtl="0" algn="ctr">
              <a:lnSpc>
                <a:spcPct val="90000"/>
              </a:lnSpc>
              <a:spcBef>
                <a:spcPts val="0"/>
              </a:spcBef>
              <a:spcAft>
                <a:spcPts val="0"/>
              </a:spcAft>
              <a:buClr>
                <a:srgbClr val="000000"/>
              </a:buClr>
              <a:buSzPts val="700"/>
              <a:buNone/>
              <a:defRPr sz="700">
                <a:solidFill>
                  <a:srgbClr val="000000"/>
                </a:solidFill>
              </a:defRPr>
            </a:lvl5pPr>
            <a:lvl6pPr lvl="5" rtl="0" algn="ctr">
              <a:lnSpc>
                <a:spcPct val="90000"/>
              </a:lnSpc>
              <a:spcBef>
                <a:spcPts val="0"/>
              </a:spcBef>
              <a:spcAft>
                <a:spcPts val="0"/>
              </a:spcAft>
              <a:buClr>
                <a:srgbClr val="000000"/>
              </a:buClr>
              <a:buSzPts val="700"/>
              <a:buNone/>
              <a:defRPr sz="700">
                <a:solidFill>
                  <a:srgbClr val="000000"/>
                </a:solidFill>
              </a:defRPr>
            </a:lvl6pPr>
            <a:lvl7pPr lvl="6" rtl="0" algn="ctr">
              <a:lnSpc>
                <a:spcPct val="90000"/>
              </a:lnSpc>
              <a:spcBef>
                <a:spcPts val="0"/>
              </a:spcBef>
              <a:spcAft>
                <a:spcPts val="0"/>
              </a:spcAft>
              <a:buClr>
                <a:srgbClr val="000000"/>
              </a:buClr>
              <a:buSzPts val="700"/>
              <a:buNone/>
              <a:defRPr sz="700">
                <a:solidFill>
                  <a:srgbClr val="000000"/>
                </a:solidFill>
              </a:defRPr>
            </a:lvl7pPr>
            <a:lvl8pPr lvl="7" rtl="0" algn="ctr">
              <a:lnSpc>
                <a:spcPct val="90000"/>
              </a:lnSpc>
              <a:spcBef>
                <a:spcPts val="0"/>
              </a:spcBef>
              <a:spcAft>
                <a:spcPts val="0"/>
              </a:spcAft>
              <a:buClr>
                <a:srgbClr val="000000"/>
              </a:buClr>
              <a:buSzPts val="700"/>
              <a:buNone/>
              <a:defRPr sz="700">
                <a:solidFill>
                  <a:srgbClr val="000000"/>
                </a:solidFill>
              </a:defRPr>
            </a:lvl8pPr>
            <a:lvl9pPr lvl="8" rtl="0" algn="ctr">
              <a:lnSpc>
                <a:spcPct val="90000"/>
              </a:lnSpc>
              <a:spcBef>
                <a:spcPts val="0"/>
              </a:spcBef>
              <a:spcAft>
                <a:spcPts val="0"/>
              </a:spcAft>
              <a:buClr>
                <a:srgbClr val="000000"/>
              </a:buClr>
              <a:buSzPts val="700"/>
              <a:buNone/>
              <a:defRPr sz="700">
                <a:solidFill>
                  <a:srgbClr val="000000"/>
                </a:solidFill>
              </a:defRPr>
            </a:lvl9pPr>
          </a:lstStyle>
          <a:p/>
        </p:txBody>
      </p:sp>
      <p:sp>
        <p:nvSpPr>
          <p:cNvPr id="255" name="Google Shape;255;p2"/>
          <p:cNvSpPr txBox="1"/>
          <p:nvPr>
            <p:ph idx="109" type="subTitle"/>
          </p:nvPr>
        </p:nvSpPr>
        <p:spPr>
          <a:xfrm>
            <a:off x="2925232" y="6302624"/>
            <a:ext cx="777900" cy="437700"/>
          </a:xfrm>
          <a:prstGeom prst="rect">
            <a:avLst/>
          </a:prstGeom>
          <a:noFill/>
          <a:ln>
            <a:noFill/>
          </a:ln>
        </p:spPr>
        <p:txBody>
          <a:bodyPr anchorCtr="0" anchor="ctr" bIns="36000" lIns="36000" spcFirstLastPara="1" rIns="36000" wrap="square" tIns="36000">
            <a:noAutofit/>
          </a:bodyPr>
          <a:lstStyle>
            <a:lvl1pPr lvl="0" rt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rtl="0" algn="ctr">
              <a:lnSpc>
                <a:spcPct val="90000"/>
              </a:lnSpc>
              <a:spcBef>
                <a:spcPts val="0"/>
              </a:spcBef>
              <a:spcAft>
                <a:spcPts val="0"/>
              </a:spcAft>
              <a:buClr>
                <a:srgbClr val="000000"/>
              </a:buClr>
              <a:buSzPts val="700"/>
              <a:buNone/>
              <a:defRPr sz="700">
                <a:solidFill>
                  <a:srgbClr val="000000"/>
                </a:solidFill>
              </a:defRPr>
            </a:lvl2pPr>
            <a:lvl3pPr lvl="2" rtl="0" algn="ctr">
              <a:lnSpc>
                <a:spcPct val="90000"/>
              </a:lnSpc>
              <a:spcBef>
                <a:spcPts val="0"/>
              </a:spcBef>
              <a:spcAft>
                <a:spcPts val="0"/>
              </a:spcAft>
              <a:buClr>
                <a:srgbClr val="000000"/>
              </a:buClr>
              <a:buSzPts val="700"/>
              <a:buNone/>
              <a:defRPr sz="700">
                <a:solidFill>
                  <a:srgbClr val="000000"/>
                </a:solidFill>
              </a:defRPr>
            </a:lvl3pPr>
            <a:lvl4pPr lvl="3" rtl="0" algn="ctr">
              <a:lnSpc>
                <a:spcPct val="90000"/>
              </a:lnSpc>
              <a:spcBef>
                <a:spcPts val="0"/>
              </a:spcBef>
              <a:spcAft>
                <a:spcPts val="0"/>
              </a:spcAft>
              <a:buClr>
                <a:srgbClr val="000000"/>
              </a:buClr>
              <a:buSzPts val="700"/>
              <a:buNone/>
              <a:defRPr sz="700">
                <a:solidFill>
                  <a:srgbClr val="000000"/>
                </a:solidFill>
              </a:defRPr>
            </a:lvl4pPr>
            <a:lvl5pPr lvl="4" rtl="0" algn="ctr">
              <a:lnSpc>
                <a:spcPct val="90000"/>
              </a:lnSpc>
              <a:spcBef>
                <a:spcPts val="0"/>
              </a:spcBef>
              <a:spcAft>
                <a:spcPts val="0"/>
              </a:spcAft>
              <a:buClr>
                <a:srgbClr val="000000"/>
              </a:buClr>
              <a:buSzPts val="700"/>
              <a:buNone/>
              <a:defRPr sz="700">
                <a:solidFill>
                  <a:srgbClr val="000000"/>
                </a:solidFill>
              </a:defRPr>
            </a:lvl5pPr>
            <a:lvl6pPr lvl="5" rtl="0" algn="ctr">
              <a:lnSpc>
                <a:spcPct val="90000"/>
              </a:lnSpc>
              <a:spcBef>
                <a:spcPts val="0"/>
              </a:spcBef>
              <a:spcAft>
                <a:spcPts val="0"/>
              </a:spcAft>
              <a:buClr>
                <a:srgbClr val="000000"/>
              </a:buClr>
              <a:buSzPts val="700"/>
              <a:buNone/>
              <a:defRPr sz="700">
                <a:solidFill>
                  <a:srgbClr val="000000"/>
                </a:solidFill>
              </a:defRPr>
            </a:lvl6pPr>
            <a:lvl7pPr lvl="6" rtl="0" algn="ctr">
              <a:lnSpc>
                <a:spcPct val="90000"/>
              </a:lnSpc>
              <a:spcBef>
                <a:spcPts val="0"/>
              </a:spcBef>
              <a:spcAft>
                <a:spcPts val="0"/>
              </a:spcAft>
              <a:buClr>
                <a:srgbClr val="000000"/>
              </a:buClr>
              <a:buSzPts val="700"/>
              <a:buNone/>
              <a:defRPr sz="700">
                <a:solidFill>
                  <a:srgbClr val="000000"/>
                </a:solidFill>
              </a:defRPr>
            </a:lvl7pPr>
            <a:lvl8pPr lvl="7" rtl="0" algn="ctr">
              <a:lnSpc>
                <a:spcPct val="90000"/>
              </a:lnSpc>
              <a:spcBef>
                <a:spcPts val="0"/>
              </a:spcBef>
              <a:spcAft>
                <a:spcPts val="0"/>
              </a:spcAft>
              <a:buClr>
                <a:srgbClr val="000000"/>
              </a:buClr>
              <a:buSzPts val="700"/>
              <a:buNone/>
              <a:defRPr sz="700">
                <a:solidFill>
                  <a:srgbClr val="000000"/>
                </a:solidFill>
              </a:defRPr>
            </a:lvl8pPr>
            <a:lvl9pPr lvl="8" rtl="0" algn="ctr">
              <a:lnSpc>
                <a:spcPct val="90000"/>
              </a:lnSpc>
              <a:spcBef>
                <a:spcPts val="0"/>
              </a:spcBef>
              <a:spcAft>
                <a:spcPts val="0"/>
              </a:spcAft>
              <a:buClr>
                <a:srgbClr val="000000"/>
              </a:buClr>
              <a:buSzPts val="700"/>
              <a:buNone/>
              <a:defRPr sz="700">
                <a:solidFill>
                  <a:srgbClr val="000000"/>
                </a:solidFill>
              </a:defRPr>
            </a:lvl9pPr>
          </a:lstStyle>
          <a:p/>
        </p:txBody>
      </p:sp>
      <p:sp>
        <p:nvSpPr>
          <p:cNvPr id="256" name="Google Shape;256;p2"/>
          <p:cNvSpPr txBox="1"/>
          <p:nvPr>
            <p:ph idx="110" type="subTitle"/>
          </p:nvPr>
        </p:nvSpPr>
        <p:spPr>
          <a:xfrm>
            <a:off x="3736126" y="6302624"/>
            <a:ext cx="815100" cy="437700"/>
          </a:xfrm>
          <a:prstGeom prst="rect">
            <a:avLst/>
          </a:prstGeom>
          <a:noFill/>
          <a:ln>
            <a:noFill/>
          </a:ln>
        </p:spPr>
        <p:txBody>
          <a:bodyPr anchorCtr="0" anchor="ctr" bIns="36000" lIns="36000" spcFirstLastPara="1" rIns="36000" wrap="square" tIns="36000">
            <a:noAutofit/>
          </a:bodyPr>
          <a:lstStyle>
            <a:lvl1pPr lvl="0" rt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rtl="0" algn="ctr">
              <a:lnSpc>
                <a:spcPct val="90000"/>
              </a:lnSpc>
              <a:spcBef>
                <a:spcPts val="0"/>
              </a:spcBef>
              <a:spcAft>
                <a:spcPts val="0"/>
              </a:spcAft>
              <a:buClr>
                <a:srgbClr val="000000"/>
              </a:buClr>
              <a:buSzPts val="700"/>
              <a:buNone/>
              <a:defRPr sz="700">
                <a:solidFill>
                  <a:srgbClr val="000000"/>
                </a:solidFill>
              </a:defRPr>
            </a:lvl2pPr>
            <a:lvl3pPr lvl="2" rtl="0" algn="ctr">
              <a:lnSpc>
                <a:spcPct val="90000"/>
              </a:lnSpc>
              <a:spcBef>
                <a:spcPts val="0"/>
              </a:spcBef>
              <a:spcAft>
                <a:spcPts val="0"/>
              </a:spcAft>
              <a:buClr>
                <a:srgbClr val="000000"/>
              </a:buClr>
              <a:buSzPts val="700"/>
              <a:buNone/>
              <a:defRPr sz="700">
                <a:solidFill>
                  <a:srgbClr val="000000"/>
                </a:solidFill>
              </a:defRPr>
            </a:lvl3pPr>
            <a:lvl4pPr lvl="3" rtl="0" algn="ctr">
              <a:lnSpc>
                <a:spcPct val="90000"/>
              </a:lnSpc>
              <a:spcBef>
                <a:spcPts val="0"/>
              </a:spcBef>
              <a:spcAft>
                <a:spcPts val="0"/>
              </a:spcAft>
              <a:buClr>
                <a:srgbClr val="000000"/>
              </a:buClr>
              <a:buSzPts val="700"/>
              <a:buNone/>
              <a:defRPr sz="700">
                <a:solidFill>
                  <a:srgbClr val="000000"/>
                </a:solidFill>
              </a:defRPr>
            </a:lvl4pPr>
            <a:lvl5pPr lvl="4" rtl="0" algn="ctr">
              <a:lnSpc>
                <a:spcPct val="90000"/>
              </a:lnSpc>
              <a:spcBef>
                <a:spcPts val="0"/>
              </a:spcBef>
              <a:spcAft>
                <a:spcPts val="0"/>
              </a:spcAft>
              <a:buClr>
                <a:srgbClr val="000000"/>
              </a:buClr>
              <a:buSzPts val="700"/>
              <a:buNone/>
              <a:defRPr sz="700">
                <a:solidFill>
                  <a:srgbClr val="000000"/>
                </a:solidFill>
              </a:defRPr>
            </a:lvl5pPr>
            <a:lvl6pPr lvl="5" rtl="0" algn="ctr">
              <a:lnSpc>
                <a:spcPct val="90000"/>
              </a:lnSpc>
              <a:spcBef>
                <a:spcPts val="0"/>
              </a:spcBef>
              <a:spcAft>
                <a:spcPts val="0"/>
              </a:spcAft>
              <a:buClr>
                <a:srgbClr val="000000"/>
              </a:buClr>
              <a:buSzPts val="700"/>
              <a:buNone/>
              <a:defRPr sz="700">
                <a:solidFill>
                  <a:srgbClr val="000000"/>
                </a:solidFill>
              </a:defRPr>
            </a:lvl6pPr>
            <a:lvl7pPr lvl="6" rtl="0" algn="ctr">
              <a:lnSpc>
                <a:spcPct val="90000"/>
              </a:lnSpc>
              <a:spcBef>
                <a:spcPts val="0"/>
              </a:spcBef>
              <a:spcAft>
                <a:spcPts val="0"/>
              </a:spcAft>
              <a:buClr>
                <a:srgbClr val="000000"/>
              </a:buClr>
              <a:buSzPts val="700"/>
              <a:buNone/>
              <a:defRPr sz="700">
                <a:solidFill>
                  <a:srgbClr val="000000"/>
                </a:solidFill>
              </a:defRPr>
            </a:lvl7pPr>
            <a:lvl8pPr lvl="7" rtl="0" algn="ctr">
              <a:lnSpc>
                <a:spcPct val="90000"/>
              </a:lnSpc>
              <a:spcBef>
                <a:spcPts val="0"/>
              </a:spcBef>
              <a:spcAft>
                <a:spcPts val="0"/>
              </a:spcAft>
              <a:buClr>
                <a:srgbClr val="000000"/>
              </a:buClr>
              <a:buSzPts val="700"/>
              <a:buNone/>
              <a:defRPr sz="700">
                <a:solidFill>
                  <a:srgbClr val="000000"/>
                </a:solidFill>
              </a:defRPr>
            </a:lvl8pPr>
            <a:lvl9pPr lvl="8" rtl="0" algn="ctr">
              <a:lnSpc>
                <a:spcPct val="90000"/>
              </a:lnSpc>
              <a:spcBef>
                <a:spcPts val="0"/>
              </a:spcBef>
              <a:spcAft>
                <a:spcPts val="0"/>
              </a:spcAft>
              <a:buClr>
                <a:srgbClr val="000000"/>
              </a:buClr>
              <a:buSzPts val="700"/>
              <a:buNone/>
              <a:defRPr sz="700">
                <a:solidFill>
                  <a:srgbClr val="000000"/>
                </a:solidFill>
              </a:defRPr>
            </a:lvl9pPr>
          </a:lstStyle>
          <a:p/>
        </p:txBody>
      </p:sp>
      <p:sp>
        <p:nvSpPr>
          <p:cNvPr id="257" name="Google Shape;257;p2"/>
          <p:cNvSpPr txBox="1"/>
          <p:nvPr>
            <p:ph idx="111" type="subTitle"/>
          </p:nvPr>
        </p:nvSpPr>
        <p:spPr>
          <a:xfrm>
            <a:off x="4671309" y="6302624"/>
            <a:ext cx="777900" cy="437700"/>
          </a:xfrm>
          <a:prstGeom prst="rect">
            <a:avLst/>
          </a:prstGeom>
          <a:noFill/>
          <a:ln>
            <a:noFill/>
          </a:ln>
        </p:spPr>
        <p:txBody>
          <a:bodyPr anchorCtr="0" anchor="ctr" bIns="36000" lIns="36000" spcFirstLastPara="1" rIns="36000" wrap="square" tIns="36000">
            <a:noAutofit/>
          </a:bodyPr>
          <a:lstStyle>
            <a:lvl1pPr lvl="0" rt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rtl="0" algn="ctr">
              <a:lnSpc>
                <a:spcPct val="90000"/>
              </a:lnSpc>
              <a:spcBef>
                <a:spcPts val="0"/>
              </a:spcBef>
              <a:spcAft>
                <a:spcPts val="0"/>
              </a:spcAft>
              <a:buClr>
                <a:srgbClr val="000000"/>
              </a:buClr>
              <a:buSzPts val="700"/>
              <a:buNone/>
              <a:defRPr sz="700">
                <a:solidFill>
                  <a:srgbClr val="000000"/>
                </a:solidFill>
              </a:defRPr>
            </a:lvl2pPr>
            <a:lvl3pPr lvl="2" rtl="0" algn="ctr">
              <a:lnSpc>
                <a:spcPct val="90000"/>
              </a:lnSpc>
              <a:spcBef>
                <a:spcPts val="0"/>
              </a:spcBef>
              <a:spcAft>
                <a:spcPts val="0"/>
              </a:spcAft>
              <a:buClr>
                <a:srgbClr val="000000"/>
              </a:buClr>
              <a:buSzPts val="700"/>
              <a:buNone/>
              <a:defRPr sz="700">
                <a:solidFill>
                  <a:srgbClr val="000000"/>
                </a:solidFill>
              </a:defRPr>
            </a:lvl3pPr>
            <a:lvl4pPr lvl="3" rtl="0" algn="ctr">
              <a:lnSpc>
                <a:spcPct val="90000"/>
              </a:lnSpc>
              <a:spcBef>
                <a:spcPts val="0"/>
              </a:spcBef>
              <a:spcAft>
                <a:spcPts val="0"/>
              </a:spcAft>
              <a:buClr>
                <a:srgbClr val="000000"/>
              </a:buClr>
              <a:buSzPts val="700"/>
              <a:buNone/>
              <a:defRPr sz="700">
                <a:solidFill>
                  <a:srgbClr val="000000"/>
                </a:solidFill>
              </a:defRPr>
            </a:lvl4pPr>
            <a:lvl5pPr lvl="4" rtl="0" algn="ctr">
              <a:lnSpc>
                <a:spcPct val="90000"/>
              </a:lnSpc>
              <a:spcBef>
                <a:spcPts val="0"/>
              </a:spcBef>
              <a:spcAft>
                <a:spcPts val="0"/>
              </a:spcAft>
              <a:buClr>
                <a:srgbClr val="000000"/>
              </a:buClr>
              <a:buSzPts val="700"/>
              <a:buNone/>
              <a:defRPr sz="700">
                <a:solidFill>
                  <a:srgbClr val="000000"/>
                </a:solidFill>
              </a:defRPr>
            </a:lvl5pPr>
            <a:lvl6pPr lvl="5" rtl="0" algn="ctr">
              <a:lnSpc>
                <a:spcPct val="90000"/>
              </a:lnSpc>
              <a:spcBef>
                <a:spcPts val="0"/>
              </a:spcBef>
              <a:spcAft>
                <a:spcPts val="0"/>
              </a:spcAft>
              <a:buClr>
                <a:srgbClr val="000000"/>
              </a:buClr>
              <a:buSzPts val="700"/>
              <a:buNone/>
              <a:defRPr sz="700">
                <a:solidFill>
                  <a:srgbClr val="000000"/>
                </a:solidFill>
              </a:defRPr>
            </a:lvl6pPr>
            <a:lvl7pPr lvl="6" rtl="0" algn="ctr">
              <a:lnSpc>
                <a:spcPct val="90000"/>
              </a:lnSpc>
              <a:spcBef>
                <a:spcPts val="0"/>
              </a:spcBef>
              <a:spcAft>
                <a:spcPts val="0"/>
              </a:spcAft>
              <a:buClr>
                <a:srgbClr val="000000"/>
              </a:buClr>
              <a:buSzPts val="700"/>
              <a:buNone/>
              <a:defRPr sz="700">
                <a:solidFill>
                  <a:srgbClr val="000000"/>
                </a:solidFill>
              </a:defRPr>
            </a:lvl7pPr>
            <a:lvl8pPr lvl="7" rtl="0" algn="ctr">
              <a:lnSpc>
                <a:spcPct val="90000"/>
              </a:lnSpc>
              <a:spcBef>
                <a:spcPts val="0"/>
              </a:spcBef>
              <a:spcAft>
                <a:spcPts val="0"/>
              </a:spcAft>
              <a:buClr>
                <a:srgbClr val="000000"/>
              </a:buClr>
              <a:buSzPts val="700"/>
              <a:buNone/>
              <a:defRPr sz="700">
                <a:solidFill>
                  <a:srgbClr val="000000"/>
                </a:solidFill>
              </a:defRPr>
            </a:lvl8pPr>
            <a:lvl9pPr lvl="8" rtl="0" algn="ctr">
              <a:lnSpc>
                <a:spcPct val="90000"/>
              </a:lnSpc>
              <a:spcBef>
                <a:spcPts val="0"/>
              </a:spcBef>
              <a:spcAft>
                <a:spcPts val="0"/>
              </a:spcAft>
              <a:buClr>
                <a:srgbClr val="000000"/>
              </a:buClr>
              <a:buSzPts val="700"/>
              <a:buNone/>
              <a:defRPr sz="700">
                <a:solidFill>
                  <a:srgbClr val="000000"/>
                </a:solidFill>
              </a:defRPr>
            </a:lvl9pPr>
          </a:lstStyle>
          <a:p/>
        </p:txBody>
      </p:sp>
      <p:sp>
        <p:nvSpPr>
          <p:cNvPr id="258" name="Google Shape;258;p2"/>
          <p:cNvSpPr txBox="1"/>
          <p:nvPr>
            <p:ph idx="112" type="subTitle"/>
          </p:nvPr>
        </p:nvSpPr>
        <p:spPr>
          <a:xfrm>
            <a:off x="5482203" y="6302624"/>
            <a:ext cx="815100" cy="437700"/>
          </a:xfrm>
          <a:prstGeom prst="rect">
            <a:avLst/>
          </a:prstGeom>
          <a:noFill/>
          <a:ln>
            <a:noFill/>
          </a:ln>
        </p:spPr>
        <p:txBody>
          <a:bodyPr anchorCtr="0" anchor="ctr" bIns="36000" lIns="36000" spcFirstLastPara="1" rIns="36000" wrap="square" tIns="36000">
            <a:noAutofit/>
          </a:bodyPr>
          <a:lstStyle>
            <a:lvl1pPr lvl="0" rt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rtl="0" algn="ctr">
              <a:lnSpc>
                <a:spcPct val="90000"/>
              </a:lnSpc>
              <a:spcBef>
                <a:spcPts val="0"/>
              </a:spcBef>
              <a:spcAft>
                <a:spcPts val="0"/>
              </a:spcAft>
              <a:buClr>
                <a:srgbClr val="000000"/>
              </a:buClr>
              <a:buSzPts val="700"/>
              <a:buNone/>
              <a:defRPr sz="700">
                <a:solidFill>
                  <a:srgbClr val="000000"/>
                </a:solidFill>
              </a:defRPr>
            </a:lvl2pPr>
            <a:lvl3pPr lvl="2" rtl="0" algn="ctr">
              <a:lnSpc>
                <a:spcPct val="90000"/>
              </a:lnSpc>
              <a:spcBef>
                <a:spcPts val="0"/>
              </a:spcBef>
              <a:spcAft>
                <a:spcPts val="0"/>
              </a:spcAft>
              <a:buClr>
                <a:srgbClr val="000000"/>
              </a:buClr>
              <a:buSzPts val="700"/>
              <a:buNone/>
              <a:defRPr sz="700">
                <a:solidFill>
                  <a:srgbClr val="000000"/>
                </a:solidFill>
              </a:defRPr>
            </a:lvl3pPr>
            <a:lvl4pPr lvl="3" rtl="0" algn="ctr">
              <a:lnSpc>
                <a:spcPct val="90000"/>
              </a:lnSpc>
              <a:spcBef>
                <a:spcPts val="0"/>
              </a:spcBef>
              <a:spcAft>
                <a:spcPts val="0"/>
              </a:spcAft>
              <a:buClr>
                <a:srgbClr val="000000"/>
              </a:buClr>
              <a:buSzPts val="700"/>
              <a:buNone/>
              <a:defRPr sz="700">
                <a:solidFill>
                  <a:srgbClr val="000000"/>
                </a:solidFill>
              </a:defRPr>
            </a:lvl4pPr>
            <a:lvl5pPr lvl="4" rtl="0" algn="ctr">
              <a:lnSpc>
                <a:spcPct val="90000"/>
              </a:lnSpc>
              <a:spcBef>
                <a:spcPts val="0"/>
              </a:spcBef>
              <a:spcAft>
                <a:spcPts val="0"/>
              </a:spcAft>
              <a:buClr>
                <a:srgbClr val="000000"/>
              </a:buClr>
              <a:buSzPts val="700"/>
              <a:buNone/>
              <a:defRPr sz="700">
                <a:solidFill>
                  <a:srgbClr val="000000"/>
                </a:solidFill>
              </a:defRPr>
            </a:lvl5pPr>
            <a:lvl6pPr lvl="5" rtl="0" algn="ctr">
              <a:lnSpc>
                <a:spcPct val="90000"/>
              </a:lnSpc>
              <a:spcBef>
                <a:spcPts val="0"/>
              </a:spcBef>
              <a:spcAft>
                <a:spcPts val="0"/>
              </a:spcAft>
              <a:buClr>
                <a:srgbClr val="000000"/>
              </a:buClr>
              <a:buSzPts val="700"/>
              <a:buNone/>
              <a:defRPr sz="700">
                <a:solidFill>
                  <a:srgbClr val="000000"/>
                </a:solidFill>
              </a:defRPr>
            </a:lvl6pPr>
            <a:lvl7pPr lvl="6" rtl="0" algn="ctr">
              <a:lnSpc>
                <a:spcPct val="90000"/>
              </a:lnSpc>
              <a:spcBef>
                <a:spcPts val="0"/>
              </a:spcBef>
              <a:spcAft>
                <a:spcPts val="0"/>
              </a:spcAft>
              <a:buClr>
                <a:srgbClr val="000000"/>
              </a:buClr>
              <a:buSzPts val="700"/>
              <a:buNone/>
              <a:defRPr sz="700">
                <a:solidFill>
                  <a:srgbClr val="000000"/>
                </a:solidFill>
              </a:defRPr>
            </a:lvl7pPr>
            <a:lvl8pPr lvl="7" rtl="0" algn="ctr">
              <a:lnSpc>
                <a:spcPct val="90000"/>
              </a:lnSpc>
              <a:spcBef>
                <a:spcPts val="0"/>
              </a:spcBef>
              <a:spcAft>
                <a:spcPts val="0"/>
              </a:spcAft>
              <a:buClr>
                <a:srgbClr val="000000"/>
              </a:buClr>
              <a:buSzPts val="700"/>
              <a:buNone/>
              <a:defRPr sz="700">
                <a:solidFill>
                  <a:srgbClr val="000000"/>
                </a:solidFill>
              </a:defRPr>
            </a:lvl8pPr>
            <a:lvl9pPr lvl="8" rtl="0" algn="ctr">
              <a:lnSpc>
                <a:spcPct val="90000"/>
              </a:lnSpc>
              <a:spcBef>
                <a:spcPts val="0"/>
              </a:spcBef>
              <a:spcAft>
                <a:spcPts val="0"/>
              </a:spcAft>
              <a:buClr>
                <a:srgbClr val="000000"/>
              </a:buClr>
              <a:buSzPts val="700"/>
              <a:buNone/>
              <a:defRPr sz="700">
                <a:solidFill>
                  <a:srgbClr val="000000"/>
                </a:solidFill>
              </a:defRPr>
            </a:lvl9pPr>
          </a:lstStyle>
          <a:p/>
        </p:txBody>
      </p:sp>
      <p:sp>
        <p:nvSpPr>
          <p:cNvPr id="259" name="Google Shape;259;p2"/>
          <p:cNvSpPr txBox="1"/>
          <p:nvPr>
            <p:ph idx="113" type="subTitle"/>
          </p:nvPr>
        </p:nvSpPr>
        <p:spPr>
          <a:xfrm>
            <a:off x="6411959" y="6302619"/>
            <a:ext cx="813600" cy="437700"/>
          </a:xfrm>
          <a:prstGeom prst="rect">
            <a:avLst/>
          </a:prstGeom>
          <a:noFill/>
          <a:ln>
            <a:noFill/>
          </a:ln>
        </p:spPr>
        <p:txBody>
          <a:bodyPr anchorCtr="0" anchor="ctr" bIns="36000" lIns="36000" spcFirstLastPara="1" rIns="36000" wrap="square" tIns="36000">
            <a:noAutofit/>
          </a:bodyPr>
          <a:lstStyle>
            <a:lvl1pPr lvl="0" rt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rtl="0" algn="ctr">
              <a:lnSpc>
                <a:spcPct val="90000"/>
              </a:lnSpc>
              <a:spcBef>
                <a:spcPts val="0"/>
              </a:spcBef>
              <a:spcAft>
                <a:spcPts val="0"/>
              </a:spcAft>
              <a:buClr>
                <a:srgbClr val="000000"/>
              </a:buClr>
              <a:buSzPts val="700"/>
              <a:buNone/>
              <a:defRPr sz="700">
                <a:solidFill>
                  <a:srgbClr val="000000"/>
                </a:solidFill>
              </a:defRPr>
            </a:lvl2pPr>
            <a:lvl3pPr lvl="2" rtl="0" algn="ctr">
              <a:lnSpc>
                <a:spcPct val="90000"/>
              </a:lnSpc>
              <a:spcBef>
                <a:spcPts val="0"/>
              </a:spcBef>
              <a:spcAft>
                <a:spcPts val="0"/>
              </a:spcAft>
              <a:buClr>
                <a:srgbClr val="000000"/>
              </a:buClr>
              <a:buSzPts val="700"/>
              <a:buNone/>
              <a:defRPr sz="700">
                <a:solidFill>
                  <a:srgbClr val="000000"/>
                </a:solidFill>
              </a:defRPr>
            </a:lvl3pPr>
            <a:lvl4pPr lvl="3" rtl="0" algn="ctr">
              <a:lnSpc>
                <a:spcPct val="90000"/>
              </a:lnSpc>
              <a:spcBef>
                <a:spcPts val="0"/>
              </a:spcBef>
              <a:spcAft>
                <a:spcPts val="0"/>
              </a:spcAft>
              <a:buClr>
                <a:srgbClr val="000000"/>
              </a:buClr>
              <a:buSzPts val="700"/>
              <a:buNone/>
              <a:defRPr sz="700">
                <a:solidFill>
                  <a:srgbClr val="000000"/>
                </a:solidFill>
              </a:defRPr>
            </a:lvl4pPr>
            <a:lvl5pPr lvl="4" rtl="0" algn="ctr">
              <a:lnSpc>
                <a:spcPct val="90000"/>
              </a:lnSpc>
              <a:spcBef>
                <a:spcPts val="0"/>
              </a:spcBef>
              <a:spcAft>
                <a:spcPts val="0"/>
              </a:spcAft>
              <a:buClr>
                <a:srgbClr val="000000"/>
              </a:buClr>
              <a:buSzPts val="700"/>
              <a:buNone/>
              <a:defRPr sz="700">
                <a:solidFill>
                  <a:srgbClr val="000000"/>
                </a:solidFill>
              </a:defRPr>
            </a:lvl5pPr>
            <a:lvl6pPr lvl="5" rtl="0" algn="ctr">
              <a:lnSpc>
                <a:spcPct val="90000"/>
              </a:lnSpc>
              <a:spcBef>
                <a:spcPts val="0"/>
              </a:spcBef>
              <a:spcAft>
                <a:spcPts val="0"/>
              </a:spcAft>
              <a:buClr>
                <a:srgbClr val="000000"/>
              </a:buClr>
              <a:buSzPts val="700"/>
              <a:buNone/>
              <a:defRPr sz="700">
                <a:solidFill>
                  <a:srgbClr val="000000"/>
                </a:solidFill>
              </a:defRPr>
            </a:lvl6pPr>
            <a:lvl7pPr lvl="6" rtl="0" algn="ctr">
              <a:lnSpc>
                <a:spcPct val="90000"/>
              </a:lnSpc>
              <a:spcBef>
                <a:spcPts val="0"/>
              </a:spcBef>
              <a:spcAft>
                <a:spcPts val="0"/>
              </a:spcAft>
              <a:buClr>
                <a:srgbClr val="000000"/>
              </a:buClr>
              <a:buSzPts val="700"/>
              <a:buNone/>
              <a:defRPr sz="700">
                <a:solidFill>
                  <a:srgbClr val="000000"/>
                </a:solidFill>
              </a:defRPr>
            </a:lvl7pPr>
            <a:lvl8pPr lvl="7" rtl="0" algn="ctr">
              <a:lnSpc>
                <a:spcPct val="90000"/>
              </a:lnSpc>
              <a:spcBef>
                <a:spcPts val="0"/>
              </a:spcBef>
              <a:spcAft>
                <a:spcPts val="0"/>
              </a:spcAft>
              <a:buClr>
                <a:srgbClr val="000000"/>
              </a:buClr>
              <a:buSzPts val="700"/>
              <a:buNone/>
              <a:defRPr sz="700">
                <a:solidFill>
                  <a:srgbClr val="000000"/>
                </a:solidFill>
              </a:defRPr>
            </a:lvl8pPr>
            <a:lvl9pPr lvl="8" rtl="0" algn="ctr">
              <a:lnSpc>
                <a:spcPct val="90000"/>
              </a:lnSpc>
              <a:spcBef>
                <a:spcPts val="0"/>
              </a:spcBef>
              <a:spcAft>
                <a:spcPts val="0"/>
              </a:spcAft>
              <a:buClr>
                <a:srgbClr val="000000"/>
              </a:buClr>
              <a:buSzPts val="700"/>
              <a:buNone/>
              <a:defRPr sz="700">
                <a:solidFill>
                  <a:srgbClr val="000000"/>
                </a:solidFill>
              </a:defRPr>
            </a:lvl9pPr>
          </a:lstStyle>
          <a:p/>
        </p:txBody>
      </p:sp>
      <p:sp>
        <p:nvSpPr>
          <p:cNvPr id="260" name="Google Shape;260;p2"/>
          <p:cNvSpPr txBox="1"/>
          <p:nvPr>
            <p:ph idx="114" type="subTitle"/>
          </p:nvPr>
        </p:nvSpPr>
        <p:spPr>
          <a:xfrm>
            <a:off x="7345671" y="6302624"/>
            <a:ext cx="796500" cy="437700"/>
          </a:xfrm>
          <a:prstGeom prst="rect">
            <a:avLst/>
          </a:prstGeom>
          <a:noFill/>
          <a:ln>
            <a:noFill/>
          </a:ln>
        </p:spPr>
        <p:txBody>
          <a:bodyPr anchorCtr="0" anchor="ctr" bIns="36000" lIns="36000" spcFirstLastPara="1" rIns="36000" wrap="square" tIns="36000">
            <a:noAutofit/>
          </a:bodyPr>
          <a:lstStyle>
            <a:lvl1pPr lvl="0" rt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rtl="0" algn="ctr">
              <a:lnSpc>
                <a:spcPct val="90000"/>
              </a:lnSpc>
              <a:spcBef>
                <a:spcPts val="0"/>
              </a:spcBef>
              <a:spcAft>
                <a:spcPts val="0"/>
              </a:spcAft>
              <a:buClr>
                <a:srgbClr val="000000"/>
              </a:buClr>
              <a:buSzPts val="700"/>
              <a:buNone/>
              <a:defRPr sz="700">
                <a:solidFill>
                  <a:srgbClr val="000000"/>
                </a:solidFill>
              </a:defRPr>
            </a:lvl2pPr>
            <a:lvl3pPr lvl="2" rtl="0" algn="ctr">
              <a:lnSpc>
                <a:spcPct val="90000"/>
              </a:lnSpc>
              <a:spcBef>
                <a:spcPts val="0"/>
              </a:spcBef>
              <a:spcAft>
                <a:spcPts val="0"/>
              </a:spcAft>
              <a:buClr>
                <a:srgbClr val="000000"/>
              </a:buClr>
              <a:buSzPts val="700"/>
              <a:buNone/>
              <a:defRPr sz="700">
                <a:solidFill>
                  <a:srgbClr val="000000"/>
                </a:solidFill>
              </a:defRPr>
            </a:lvl3pPr>
            <a:lvl4pPr lvl="3" rtl="0" algn="ctr">
              <a:lnSpc>
                <a:spcPct val="90000"/>
              </a:lnSpc>
              <a:spcBef>
                <a:spcPts val="0"/>
              </a:spcBef>
              <a:spcAft>
                <a:spcPts val="0"/>
              </a:spcAft>
              <a:buClr>
                <a:srgbClr val="000000"/>
              </a:buClr>
              <a:buSzPts val="700"/>
              <a:buNone/>
              <a:defRPr sz="700">
                <a:solidFill>
                  <a:srgbClr val="000000"/>
                </a:solidFill>
              </a:defRPr>
            </a:lvl4pPr>
            <a:lvl5pPr lvl="4" rtl="0" algn="ctr">
              <a:lnSpc>
                <a:spcPct val="90000"/>
              </a:lnSpc>
              <a:spcBef>
                <a:spcPts val="0"/>
              </a:spcBef>
              <a:spcAft>
                <a:spcPts val="0"/>
              </a:spcAft>
              <a:buClr>
                <a:srgbClr val="000000"/>
              </a:buClr>
              <a:buSzPts val="700"/>
              <a:buNone/>
              <a:defRPr sz="700">
                <a:solidFill>
                  <a:srgbClr val="000000"/>
                </a:solidFill>
              </a:defRPr>
            </a:lvl5pPr>
            <a:lvl6pPr lvl="5" rtl="0" algn="ctr">
              <a:lnSpc>
                <a:spcPct val="90000"/>
              </a:lnSpc>
              <a:spcBef>
                <a:spcPts val="0"/>
              </a:spcBef>
              <a:spcAft>
                <a:spcPts val="0"/>
              </a:spcAft>
              <a:buClr>
                <a:srgbClr val="000000"/>
              </a:buClr>
              <a:buSzPts val="700"/>
              <a:buNone/>
              <a:defRPr sz="700">
                <a:solidFill>
                  <a:srgbClr val="000000"/>
                </a:solidFill>
              </a:defRPr>
            </a:lvl6pPr>
            <a:lvl7pPr lvl="6" rtl="0" algn="ctr">
              <a:lnSpc>
                <a:spcPct val="90000"/>
              </a:lnSpc>
              <a:spcBef>
                <a:spcPts val="0"/>
              </a:spcBef>
              <a:spcAft>
                <a:spcPts val="0"/>
              </a:spcAft>
              <a:buClr>
                <a:srgbClr val="000000"/>
              </a:buClr>
              <a:buSzPts val="700"/>
              <a:buNone/>
              <a:defRPr sz="700">
                <a:solidFill>
                  <a:srgbClr val="000000"/>
                </a:solidFill>
              </a:defRPr>
            </a:lvl7pPr>
            <a:lvl8pPr lvl="7" rtl="0" algn="ctr">
              <a:lnSpc>
                <a:spcPct val="90000"/>
              </a:lnSpc>
              <a:spcBef>
                <a:spcPts val="0"/>
              </a:spcBef>
              <a:spcAft>
                <a:spcPts val="0"/>
              </a:spcAft>
              <a:buClr>
                <a:srgbClr val="000000"/>
              </a:buClr>
              <a:buSzPts val="700"/>
              <a:buNone/>
              <a:defRPr sz="700">
                <a:solidFill>
                  <a:srgbClr val="000000"/>
                </a:solidFill>
              </a:defRPr>
            </a:lvl8pPr>
            <a:lvl9pPr lvl="8" rtl="0" algn="ctr">
              <a:lnSpc>
                <a:spcPct val="90000"/>
              </a:lnSpc>
              <a:spcBef>
                <a:spcPts val="0"/>
              </a:spcBef>
              <a:spcAft>
                <a:spcPts val="0"/>
              </a:spcAft>
              <a:buClr>
                <a:srgbClr val="000000"/>
              </a:buClr>
              <a:buSzPts val="700"/>
              <a:buNone/>
              <a:defRPr sz="700">
                <a:solidFill>
                  <a:srgbClr val="000000"/>
                </a:solidFill>
              </a:defRPr>
            </a:lvl9pPr>
          </a:lstStyle>
          <a:p/>
        </p:txBody>
      </p:sp>
      <p:sp>
        <p:nvSpPr>
          <p:cNvPr id="261" name="Google Shape;261;p2"/>
          <p:cNvSpPr txBox="1"/>
          <p:nvPr>
            <p:ph idx="115" type="subTitle"/>
          </p:nvPr>
        </p:nvSpPr>
        <p:spPr>
          <a:xfrm>
            <a:off x="8182670" y="6302624"/>
            <a:ext cx="796500" cy="437700"/>
          </a:xfrm>
          <a:prstGeom prst="rect">
            <a:avLst/>
          </a:prstGeom>
          <a:noFill/>
          <a:ln>
            <a:noFill/>
          </a:ln>
        </p:spPr>
        <p:txBody>
          <a:bodyPr anchorCtr="0" anchor="ctr" bIns="36000" lIns="36000" spcFirstLastPara="1" rIns="36000" wrap="square" tIns="36000">
            <a:noAutofit/>
          </a:bodyPr>
          <a:lstStyle>
            <a:lvl1pPr lvl="0" rt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rtl="0" algn="ctr">
              <a:lnSpc>
                <a:spcPct val="90000"/>
              </a:lnSpc>
              <a:spcBef>
                <a:spcPts val="0"/>
              </a:spcBef>
              <a:spcAft>
                <a:spcPts val="0"/>
              </a:spcAft>
              <a:buClr>
                <a:srgbClr val="000000"/>
              </a:buClr>
              <a:buSzPts val="700"/>
              <a:buNone/>
              <a:defRPr sz="700">
                <a:solidFill>
                  <a:srgbClr val="000000"/>
                </a:solidFill>
              </a:defRPr>
            </a:lvl2pPr>
            <a:lvl3pPr lvl="2" rtl="0" algn="ctr">
              <a:lnSpc>
                <a:spcPct val="90000"/>
              </a:lnSpc>
              <a:spcBef>
                <a:spcPts val="0"/>
              </a:spcBef>
              <a:spcAft>
                <a:spcPts val="0"/>
              </a:spcAft>
              <a:buClr>
                <a:srgbClr val="000000"/>
              </a:buClr>
              <a:buSzPts val="700"/>
              <a:buNone/>
              <a:defRPr sz="700">
                <a:solidFill>
                  <a:srgbClr val="000000"/>
                </a:solidFill>
              </a:defRPr>
            </a:lvl3pPr>
            <a:lvl4pPr lvl="3" rtl="0" algn="ctr">
              <a:lnSpc>
                <a:spcPct val="90000"/>
              </a:lnSpc>
              <a:spcBef>
                <a:spcPts val="0"/>
              </a:spcBef>
              <a:spcAft>
                <a:spcPts val="0"/>
              </a:spcAft>
              <a:buClr>
                <a:srgbClr val="000000"/>
              </a:buClr>
              <a:buSzPts val="700"/>
              <a:buNone/>
              <a:defRPr sz="700">
                <a:solidFill>
                  <a:srgbClr val="000000"/>
                </a:solidFill>
              </a:defRPr>
            </a:lvl4pPr>
            <a:lvl5pPr lvl="4" rtl="0" algn="ctr">
              <a:lnSpc>
                <a:spcPct val="90000"/>
              </a:lnSpc>
              <a:spcBef>
                <a:spcPts val="0"/>
              </a:spcBef>
              <a:spcAft>
                <a:spcPts val="0"/>
              </a:spcAft>
              <a:buClr>
                <a:srgbClr val="000000"/>
              </a:buClr>
              <a:buSzPts val="700"/>
              <a:buNone/>
              <a:defRPr sz="700">
                <a:solidFill>
                  <a:srgbClr val="000000"/>
                </a:solidFill>
              </a:defRPr>
            </a:lvl5pPr>
            <a:lvl6pPr lvl="5" rtl="0" algn="ctr">
              <a:lnSpc>
                <a:spcPct val="90000"/>
              </a:lnSpc>
              <a:spcBef>
                <a:spcPts val="0"/>
              </a:spcBef>
              <a:spcAft>
                <a:spcPts val="0"/>
              </a:spcAft>
              <a:buClr>
                <a:srgbClr val="000000"/>
              </a:buClr>
              <a:buSzPts val="700"/>
              <a:buNone/>
              <a:defRPr sz="700">
                <a:solidFill>
                  <a:srgbClr val="000000"/>
                </a:solidFill>
              </a:defRPr>
            </a:lvl6pPr>
            <a:lvl7pPr lvl="6" rtl="0" algn="ctr">
              <a:lnSpc>
                <a:spcPct val="90000"/>
              </a:lnSpc>
              <a:spcBef>
                <a:spcPts val="0"/>
              </a:spcBef>
              <a:spcAft>
                <a:spcPts val="0"/>
              </a:spcAft>
              <a:buClr>
                <a:srgbClr val="000000"/>
              </a:buClr>
              <a:buSzPts val="700"/>
              <a:buNone/>
              <a:defRPr sz="700">
                <a:solidFill>
                  <a:srgbClr val="000000"/>
                </a:solidFill>
              </a:defRPr>
            </a:lvl7pPr>
            <a:lvl8pPr lvl="7" rtl="0" algn="ctr">
              <a:lnSpc>
                <a:spcPct val="90000"/>
              </a:lnSpc>
              <a:spcBef>
                <a:spcPts val="0"/>
              </a:spcBef>
              <a:spcAft>
                <a:spcPts val="0"/>
              </a:spcAft>
              <a:buClr>
                <a:srgbClr val="000000"/>
              </a:buClr>
              <a:buSzPts val="700"/>
              <a:buNone/>
              <a:defRPr sz="700">
                <a:solidFill>
                  <a:srgbClr val="000000"/>
                </a:solidFill>
              </a:defRPr>
            </a:lvl8pPr>
            <a:lvl9pPr lvl="8" rtl="0" algn="ctr">
              <a:lnSpc>
                <a:spcPct val="90000"/>
              </a:lnSpc>
              <a:spcBef>
                <a:spcPts val="0"/>
              </a:spcBef>
              <a:spcAft>
                <a:spcPts val="0"/>
              </a:spcAft>
              <a:buClr>
                <a:srgbClr val="000000"/>
              </a:buClr>
              <a:buSzPts val="700"/>
              <a:buNone/>
              <a:defRPr sz="700">
                <a:solidFill>
                  <a:srgbClr val="000000"/>
                </a:solidFill>
              </a:defRPr>
            </a:lvl9pPr>
          </a:lstStyle>
          <a:p/>
        </p:txBody>
      </p:sp>
      <p:sp>
        <p:nvSpPr>
          <p:cNvPr id="262" name="Google Shape;262;p2"/>
          <p:cNvSpPr txBox="1"/>
          <p:nvPr>
            <p:ph idx="116" type="subTitle"/>
          </p:nvPr>
        </p:nvSpPr>
        <p:spPr>
          <a:xfrm>
            <a:off x="9000144" y="6302624"/>
            <a:ext cx="815100" cy="437700"/>
          </a:xfrm>
          <a:prstGeom prst="rect">
            <a:avLst/>
          </a:prstGeom>
          <a:noFill/>
          <a:ln>
            <a:noFill/>
          </a:ln>
        </p:spPr>
        <p:txBody>
          <a:bodyPr anchorCtr="0" anchor="ctr" bIns="36000" lIns="36000" spcFirstLastPara="1" rIns="36000" wrap="square" tIns="36000">
            <a:noAutofit/>
          </a:bodyPr>
          <a:lstStyle>
            <a:lvl1pPr lvl="0" rt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rtl="0" algn="ctr">
              <a:lnSpc>
                <a:spcPct val="90000"/>
              </a:lnSpc>
              <a:spcBef>
                <a:spcPts val="0"/>
              </a:spcBef>
              <a:spcAft>
                <a:spcPts val="0"/>
              </a:spcAft>
              <a:buClr>
                <a:srgbClr val="000000"/>
              </a:buClr>
              <a:buSzPts val="700"/>
              <a:buNone/>
              <a:defRPr sz="700">
                <a:solidFill>
                  <a:srgbClr val="000000"/>
                </a:solidFill>
              </a:defRPr>
            </a:lvl2pPr>
            <a:lvl3pPr lvl="2" rtl="0" algn="ctr">
              <a:lnSpc>
                <a:spcPct val="90000"/>
              </a:lnSpc>
              <a:spcBef>
                <a:spcPts val="0"/>
              </a:spcBef>
              <a:spcAft>
                <a:spcPts val="0"/>
              </a:spcAft>
              <a:buClr>
                <a:srgbClr val="000000"/>
              </a:buClr>
              <a:buSzPts val="700"/>
              <a:buNone/>
              <a:defRPr sz="700">
                <a:solidFill>
                  <a:srgbClr val="000000"/>
                </a:solidFill>
              </a:defRPr>
            </a:lvl3pPr>
            <a:lvl4pPr lvl="3" rtl="0" algn="ctr">
              <a:lnSpc>
                <a:spcPct val="90000"/>
              </a:lnSpc>
              <a:spcBef>
                <a:spcPts val="0"/>
              </a:spcBef>
              <a:spcAft>
                <a:spcPts val="0"/>
              </a:spcAft>
              <a:buClr>
                <a:srgbClr val="000000"/>
              </a:buClr>
              <a:buSzPts val="700"/>
              <a:buNone/>
              <a:defRPr sz="700">
                <a:solidFill>
                  <a:srgbClr val="000000"/>
                </a:solidFill>
              </a:defRPr>
            </a:lvl4pPr>
            <a:lvl5pPr lvl="4" rtl="0" algn="ctr">
              <a:lnSpc>
                <a:spcPct val="90000"/>
              </a:lnSpc>
              <a:spcBef>
                <a:spcPts val="0"/>
              </a:spcBef>
              <a:spcAft>
                <a:spcPts val="0"/>
              </a:spcAft>
              <a:buClr>
                <a:srgbClr val="000000"/>
              </a:buClr>
              <a:buSzPts val="700"/>
              <a:buNone/>
              <a:defRPr sz="700">
                <a:solidFill>
                  <a:srgbClr val="000000"/>
                </a:solidFill>
              </a:defRPr>
            </a:lvl5pPr>
            <a:lvl6pPr lvl="5" rtl="0" algn="ctr">
              <a:lnSpc>
                <a:spcPct val="90000"/>
              </a:lnSpc>
              <a:spcBef>
                <a:spcPts val="0"/>
              </a:spcBef>
              <a:spcAft>
                <a:spcPts val="0"/>
              </a:spcAft>
              <a:buClr>
                <a:srgbClr val="000000"/>
              </a:buClr>
              <a:buSzPts val="700"/>
              <a:buNone/>
              <a:defRPr sz="700">
                <a:solidFill>
                  <a:srgbClr val="000000"/>
                </a:solidFill>
              </a:defRPr>
            </a:lvl6pPr>
            <a:lvl7pPr lvl="6" rtl="0" algn="ctr">
              <a:lnSpc>
                <a:spcPct val="90000"/>
              </a:lnSpc>
              <a:spcBef>
                <a:spcPts val="0"/>
              </a:spcBef>
              <a:spcAft>
                <a:spcPts val="0"/>
              </a:spcAft>
              <a:buClr>
                <a:srgbClr val="000000"/>
              </a:buClr>
              <a:buSzPts val="700"/>
              <a:buNone/>
              <a:defRPr sz="700">
                <a:solidFill>
                  <a:srgbClr val="000000"/>
                </a:solidFill>
              </a:defRPr>
            </a:lvl7pPr>
            <a:lvl8pPr lvl="7" rtl="0" algn="ctr">
              <a:lnSpc>
                <a:spcPct val="90000"/>
              </a:lnSpc>
              <a:spcBef>
                <a:spcPts val="0"/>
              </a:spcBef>
              <a:spcAft>
                <a:spcPts val="0"/>
              </a:spcAft>
              <a:buClr>
                <a:srgbClr val="000000"/>
              </a:buClr>
              <a:buSzPts val="700"/>
              <a:buNone/>
              <a:defRPr sz="700">
                <a:solidFill>
                  <a:srgbClr val="000000"/>
                </a:solidFill>
              </a:defRPr>
            </a:lvl8pPr>
            <a:lvl9pPr lvl="8" rtl="0" algn="ctr">
              <a:lnSpc>
                <a:spcPct val="90000"/>
              </a:lnSpc>
              <a:spcBef>
                <a:spcPts val="0"/>
              </a:spcBef>
              <a:spcAft>
                <a:spcPts val="0"/>
              </a:spcAft>
              <a:buClr>
                <a:srgbClr val="000000"/>
              </a:buClr>
              <a:buSzPts val="700"/>
              <a:buNone/>
              <a:defRPr sz="700">
                <a:solidFill>
                  <a:srgbClr val="000000"/>
                </a:solidFill>
              </a:defRPr>
            </a:lvl9pPr>
          </a:lstStyle>
          <a:p/>
        </p:txBody>
      </p:sp>
      <p:sp>
        <p:nvSpPr>
          <p:cNvPr id="263" name="Google Shape;263;p2"/>
          <p:cNvSpPr txBox="1"/>
          <p:nvPr/>
        </p:nvSpPr>
        <p:spPr>
          <a:xfrm>
            <a:off x="84825" y="598125"/>
            <a:ext cx="595500" cy="205800"/>
          </a:xfrm>
          <a:prstGeom prst="rect">
            <a:avLst/>
          </a:prstGeom>
          <a:noFill/>
          <a:ln>
            <a:noFill/>
          </a:ln>
        </p:spPr>
        <p:txBody>
          <a:bodyPr anchorCtr="0" anchor="t" bIns="18000" lIns="18000" spcFirstLastPara="1" rIns="18000" wrap="square" tIns="18000">
            <a:spAutoFit/>
          </a:bodyPr>
          <a:lstStyle/>
          <a:p>
            <a:pPr indent="0" lvl="0" marL="0" rtl="0" algn="l">
              <a:spcBef>
                <a:spcPts val="0"/>
              </a:spcBef>
              <a:spcAft>
                <a:spcPts val="0"/>
              </a:spcAft>
              <a:buNone/>
            </a:pPr>
            <a:r>
              <a:rPr lang="es-419" sz="1100">
                <a:solidFill>
                  <a:srgbClr val="FFFFFF"/>
                </a:solidFill>
              </a:rPr>
              <a:t>Nombre:</a:t>
            </a:r>
            <a:endParaRPr sz="1100">
              <a:solidFill>
                <a:srgbClr val="FFFFFF"/>
              </a:solidFill>
            </a:endParaRPr>
          </a:p>
        </p:txBody>
      </p:sp>
      <p:sp>
        <p:nvSpPr>
          <p:cNvPr id="264" name="Google Shape;264;p2"/>
          <p:cNvSpPr txBox="1"/>
          <p:nvPr/>
        </p:nvSpPr>
        <p:spPr>
          <a:xfrm>
            <a:off x="3750158" y="1335932"/>
            <a:ext cx="781500" cy="370800"/>
          </a:xfrm>
          <a:prstGeom prst="rect">
            <a:avLst/>
          </a:prstGeom>
          <a:solidFill>
            <a:srgbClr val="D9EAD3"/>
          </a:solidFill>
          <a:ln>
            <a:noFill/>
          </a:ln>
          <a:effectLst>
            <a:outerShdw blurRad="57150" rotWithShape="0" algn="bl" dir="2160000" dist="19050">
              <a:srgbClr val="000000">
                <a:alpha val="78000"/>
              </a:srgbClr>
            </a:outerShdw>
          </a:effectLst>
        </p:spPr>
        <p:txBody>
          <a:bodyPr anchorCtr="0" anchor="ctr" bIns="18000" lIns="18000" spcFirstLastPara="1" rIns="18000" wrap="square" tIns="18000">
            <a:noAutofit/>
          </a:bodyPr>
          <a:lstStyle/>
          <a:p>
            <a:pPr indent="0" lvl="0" marL="0" rtl="0" algn="ctr">
              <a:spcBef>
                <a:spcPts val="0"/>
              </a:spcBef>
              <a:spcAft>
                <a:spcPts val="0"/>
              </a:spcAft>
              <a:buNone/>
            </a:pPr>
            <a:r>
              <a:rPr b="1" lang="es-419" sz="600">
                <a:latin typeface="Arvo"/>
                <a:ea typeface="Arvo"/>
                <a:cs typeface="Arvo"/>
                <a:sym typeface="Arvo"/>
              </a:rPr>
              <a:t>¿Información adicional del cliente o empresa?</a:t>
            </a:r>
            <a:endParaRPr b="1" sz="600">
              <a:latin typeface="Arvo"/>
              <a:ea typeface="Arvo"/>
              <a:cs typeface="Arvo"/>
              <a:sym typeface="Arvo"/>
            </a:endParaRPr>
          </a:p>
        </p:txBody>
      </p:sp>
      <p:sp>
        <p:nvSpPr>
          <p:cNvPr id="265" name="Google Shape;265;p2"/>
          <p:cNvSpPr txBox="1"/>
          <p:nvPr/>
        </p:nvSpPr>
        <p:spPr>
          <a:xfrm>
            <a:off x="2924956" y="1335932"/>
            <a:ext cx="781500" cy="370800"/>
          </a:xfrm>
          <a:prstGeom prst="rect">
            <a:avLst/>
          </a:prstGeom>
          <a:solidFill>
            <a:srgbClr val="D9EAD3"/>
          </a:solidFill>
          <a:ln>
            <a:noFill/>
          </a:ln>
          <a:effectLst>
            <a:outerShdw blurRad="57150" rotWithShape="0" algn="bl" dir="2160000" dist="19050">
              <a:srgbClr val="000000">
                <a:alpha val="78000"/>
              </a:srgbClr>
            </a:outerShdw>
          </a:effectLst>
        </p:spPr>
        <p:txBody>
          <a:bodyPr anchorCtr="0" anchor="ctr" bIns="18000" lIns="18000" spcFirstLastPara="1" rIns="18000" wrap="square" tIns="18000">
            <a:noAutofit/>
          </a:bodyPr>
          <a:lstStyle/>
          <a:p>
            <a:pPr indent="0" lvl="0" marL="0" rtl="0" algn="ctr">
              <a:spcBef>
                <a:spcPts val="0"/>
              </a:spcBef>
              <a:spcAft>
                <a:spcPts val="0"/>
              </a:spcAft>
              <a:buNone/>
            </a:pPr>
            <a:r>
              <a:rPr b="1" lang="es-419" sz="600">
                <a:latin typeface="Arvo"/>
                <a:ea typeface="Arvo"/>
                <a:cs typeface="Arvo"/>
                <a:sym typeface="Arvo"/>
              </a:rPr>
              <a:t>¿Información relevante o core?</a:t>
            </a:r>
            <a:endParaRPr b="1" sz="600">
              <a:latin typeface="Arvo"/>
              <a:ea typeface="Arvo"/>
              <a:cs typeface="Arvo"/>
              <a:sym typeface="Arvo"/>
            </a:endParaRPr>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0.2 Relaciones Estructurales del Dominio">
  <p:cSld name="TITLE_3_6_2">
    <p:spTree>
      <p:nvGrpSpPr>
        <p:cNvPr id="266" name="Shape 266"/>
        <p:cNvGrpSpPr/>
        <p:nvPr/>
      </p:nvGrpSpPr>
      <p:grpSpPr>
        <a:xfrm>
          <a:off x="0" y="0"/>
          <a:ext cx="0" cy="0"/>
          <a:chOff x="0" y="0"/>
          <a:chExt cx="0" cy="0"/>
        </a:xfrm>
      </p:grpSpPr>
      <p:sp>
        <p:nvSpPr>
          <p:cNvPr id="267" name="Google Shape;267;p3"/>
          <p:cNvSpPr/>
          <p:nvPr/>
        </p:nvSpPr>
        <p:spPr>
          <a:xfrm>
            <a:off x="77688" y="358938"/>
            <a:ext cx="9935700" cy="6438000"/>
          </a:xfrm>
          <a:prstGeom prst="roundRect">
            <a:avLst>
              <a:gd fmla="val 2618" name="adj"/>
            </a:avLst>
          </a:prstGeom>
          <a:solidFill>
            <a:srgbClr val="FFFFFF"/>
          </a:solidFill>
          <a:ln cap="flat" cmpd="sng" w="38100">
            <a:solidFill>
              <a:srgbClr val="000000"/>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68" name="Google Shape;268;p3"/>
          <p:cNvCxnSpPr/>
          <p:nvPr/>
        </p:nvCxnSpPr>
        <p:spPr>
          <a:xfrm>
            <a:off x="77688" y="772614"/>
            <a:ext cx="9935700" cy="0"/>
          </a:xfrm>
          <a:prstGeom prst="straightConnector1">
            <a:avLst/>
          </a:prstGeom>
          <a:noFill/>
          <a:ln cap="flat" cmpd="sng" w="19050">
            <a:solidFill>
              <a:srgbClr val="000000"/>
            </a:solidFill>
            <a:prstDash val="solid"/>
            <a:round/>
            <a:headEnd len="med" w="med" type="none"/>
            <a:tailEnd len="med" w="med" type="none"/>
          </a:ln>
        </p:spPr>
      </p:cxnSp>
      <p:cxnSp>
        <p:nvCxnSpPr>
          <p:cNvPr id="269" name="Google Shape;269;p3"/>
          <p:cNvCxnSpPr/>
          <p:nvPr/>
        </p:nvCxnSpPr>
        <p:spPr>
          <a:xfrm rot="10800000">
            <a:off x="2439038" y="368188"/>
            <a:ext cx="0" cy="402300"/>
          </a:xfrm>
          <a:prstGeom prst="straightConnector1">
            <a:avLst/>
          </a:prstGeom>
          <a:noFill/>
          <a:ln cap="flat" cmpd="sng" w="19050">
            <a:solidFill>
              <a:srgbClr val="000000"/>
            </a:solidFill>
            <a:prstDash val="solid"/>
            <a:round/>
            <a:headEnd len="med" w="med" type="none"/>
            <a:tailEnd len="med" w="med" type="none"/>
          </a:ln>
        </p:spPr>
      </p:cxnSp>
      <p:sp>
        <p:nvSpPr>
          <p:cNvPr id="270" name="Google Shape;270;p3"/>
          <p:cNvSpPr/>
          <p:nvPr/>
        </p:nvSpPr>
        <p:spPr>
          <a:xfrm>
            <a:off x="77688" y="349338"/>
            <a:ext cx="2361300" cy="421200"/>
          </a:xfrm>
          <a:prstGeom prst="roundRect">
            <a:avLst>
              <a:gd fmla="val 50000" name="adj"/>
            </a:avLst>
          </a:prstGeom>
          <a:solidFill>
            <a:srgbClr val="000000"/>
          </a:solidFill>
          <a:ln cap="flat" cmpd="sng" w="9525">
            <a:solidFill>
              <a:srgbClr val="000000"/>
            </a:solidFill>
            <a:prstDash val="solid"/>
            <a:round/>
            <a:headEnd len="sm" w="sm" type="none"/>
            <a:tailEnd len="sm" w="sm" type="none"/>
          </a:ln>
        </p:spPr>
        <p:txBody>
          <a:bodyPr anchorCtr="0" anchor="ctr" bIns="91425" lIns="0" spcFirstLastPara="1" rIns="0" wrap="square" tIns="91425">
            <a:noAutofit/>
          </a:bodyPr>
          <a:lstStyle/>
          <a:p>
            <a:pPr indent="0" lvl="0" marL="0" rtl="0" algn="ctr">
              <a:spcBef>
                <a:spcPts val="0"/>
              </a:spcBef>
              <a:spcAft>
                <a:spcPts val="0"/>
              </a:spcAft>
              <a:buNone/>
            </a:pPr>
            <a:r>
              <a:rPr b="1" lang="es-419" sz="1100">
                <a:solidFill>
                  <a:srgbClr val="FFFFFF"/>
                </a:solidFill>
              </a:rPr>
              <a:t>Relaciones Estructurales</a:t>
            </a:r>
            <a:endParaRPr b="1" sz="1100">
              <a:solidFill>
                <a:srgbClr val="FFFFFF"/>
              </a:solidFill>
            </a:endParaRPr>
          </a:p>
          <a:p>
            <a:pPr indent="0" lvl="0" marL="0" rtl="0" algn="ctr">
              <a:spcBef>
                <a:spcPts val="0"/>
              </a:spcBef>
              <a:spcAft>
                <a:spcPts val="0"/>
              </a:spcAft>
              <a:buNone/>
            </a:pPr>
            <a:r>
              <a:t/>
            </a:r>
            <a:endParaRPr b="1" sz="1200">
              <a:solidFill>
                <a:srgbClr val="FFFFFF"/>
              </a:solidFill>
            </a:endParaRPr>
          </a:p>
        </p:txBody>
      </p:sp>
      <p:sp>
        <p:nvSpPr>
          <p:cNvPr id="271" name="Google Shape;271;p3"/>
          <p:cNvSpPr/>
          <p:nvPr/>
        </p:nvSpPr>
        <p:spPr>
          <a:xfrm>
            <a:off x="83988" y="595504"/>
            <a:ext cx="190200" cy="1692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 name="Google Shape;272;p3"/>
          <p:cNvSpPr/>
          <p:nvPr/>
        </p:nvSpPr>
        <p:spPr>
          <a:xfrm>
            <a:off x="2350598" y="358950"/>
            <a:ext cx="88500" cy="4023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 name="Google Shape;273;p3"/>
          <p:cNvSpPr/>
          <p:nvPr/>
        </p:nvSpPr>
        <p:spPr>
          <a:xfrm>
            <a:off x="2277739" y="663750"/>
            <a:ext cx="88500" cy="1089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 name="Google Shape;274;p3"/>
          <p:cNvSpPr/>
          <p:nvPr/>
        </p:nvSpPr>
        <p:spPr>
          <a:xfrm>
            <a:off x="1195662" y="1008122"/>
            <a:ext cx="2361300" cy="383700"/>
          </a:xfrm>
          <a:prstGeom prst="roundRect">
            <a:avLst>
              <a:gd fmla="val 16667" name="adj"/>
            </a:avLst>
          </a:prstGeom>
          <a:solidFill>
            <a:srgbClr val="FFF2CC"/>
          </a:solidFill>
          <a:ln cap="flat" cmpd="sng" w="9525">
            <a:solidFill>
              <a:srgbClr val="FFF2CC"/>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36000" lIns="0" spcFirstLastPara="1" rIns="0" wrap="square" tIns="36000">
            <a:noAutofit/>
          </a:bodyPr>
          <a:lstStyle/>
          <a:p>
            <a:pPr indent="0" lvl="0" marL="0" marR="0" rtl="0" algn="ctr">
              <a:lnSpc>
                <a:spcPct val="100000"/>
              </a:lnSpc>
              <a:spcBef>
                <a:spcPts val="0"/>
              </a:spcBef>
              <a:spcAft>
                <a:spcPts val="0"/>
              </a:spcAft>
              <a:buClr>
                <a:srgbClr val="000000"/>
              </a:buClr>
              <a:buSzPts val="1100"/>
              <a:buFont typeface="Arial"/>
              <a:buNone/>
            </a:pPr>
            <a:r>
              <a:rPr b="1" lang="es-419" sz="1100">
                <a:latin typeface="Arvo"/>
                <a:ea typeface="Arvo"/>
                <a:cs typeface="Arvo"/>
                <a:sym typeface="Arvo"/>
              </a:rPr>
              <a:t>Concepto 1</a:t>
            </a:r>
            <a:endParaRPr b="1" sz="1100">
              <a:latin typeface="Arvo"/>
              <a:ea typeface="Arvo"/>
              <a:cs typeface="Arvo"/>
              <a:sym typeface="Arvo"/>
            </a:endParaRPr>
          </a:p>
          <a:p>
            <a:pPr indent="0" lvl="0" marL="0" rtl="0" algn="ctr">
              <a:spcBef>
                <a:spcPts val="300"/>
              </a:spcBef>
              <a:spcAft>
                <a:spcPts val="0"/>
              </a:spcAft>
              <a:buClr>
                <a:schemeClr val="dk1"/>
              </a:buClr>
              <a:buSzPts val="1100"/>
              <a:buFont typeface="Arial"/>
              <a:buNone/>
            </a:pPr>
            <a:r>
              <a:rPr lang="es-419" sz="600">
                <a:solidFill>
                  <a:schemeClr val="dk1"/>
                </a:solidFill>
                <a:latin typeface="Arvo"/>
                <a:ea typeface="Arvo"/>
                <a:cs typeface="Arvo"/>
                <a:sym typeface="Arvo"/>
              </a:rPr>
              <a:t>Un(a) &lt;conductor&gt;</a:t>
            </a:r>
            <a:endParaRPr b="1" sz="1100">
              <a:latin typeface="Arvo"/>
              <a:ea typeface="Arvo"/>
              <a:cs typeface="Arvo"/>
              <a:sym typeface="Arvo"/>
            </a:endParaRPr>
          </a:p>
        </p:txBody>
      </p:sp>
      <p:sp>
        <p:nvSpPr>
          <p:cNvPr id="275" name="Google Shape;275;p3"/>
          <p:cNvSpPr/>
          <p:nvPr/>
        </p:nvSpPr>
        <p:spPr>
          <a:xfrm>
            <a:off x="5594950" y="1007972"/>
            <a:ext cx="1650900" cy="384000"/>
          </a:xfrm>
          <a:prstGeom prst="roundRect">
            <a:avLst>
              <a:gd fmla="val 16667" name="adj"/>
            </a:avLst>
          </a:prstGeom>
          <a:solidFill>
            <a:srgbClr val="F3F3F3"/>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36000" lIns="0" spcFirstLastPara="1" rIns="0" wrap="square" tIns="36000">
            <a:noAutofit/>
          </a:bodyPr>
          <a:lstStyle/>
          <a:p>
            <a:pPr indent="0" lvl="0" marL="0" marR="0" rtl="0" algn="ctr">
              <a:lnSpc>
                <a:spcPct val="100000"/>
              </a:lnSpc>
              <a:spcBef>
                <a:spcPts val="0"/>
              </a:spcBef>
              <a:spcAft>
                <a:spcPts val="0"/>
              </a:spcAft>
              <a:buClr>
                <a:srgbClr val="000000"/>
              </a:buClr>
              <a:buSzPts val="1100"/>
              <a:buFont typeface="Arial"/>
              <a:buNone/>
            </a:pPr>
            <a:r>
              <a:rPr b="1" lang="es-419" sz="1100">
                <a:latin typeface="Arvo"/>
                <a:ea typeface="Arvo"/>
                <a:cs typeface="Arvo"/>
                <a:sym typeface="Arvo"/>
              </a:rPr>
              <a:t>Multiplicidad</a:t>
            </a:r>
            <a:endParaRPr b="1" sz="1100">
              <a:latin typeface="Arvo"/>
              <a:ea typeface="Arvo"/>
              <a:cs typeface="Arvo"/>
              <a:sym typeface="Arvo"/>
            </a:endParaRPr>
          </a:p>
          <a:p>
            <a:pPr indent="0" lvl="0" marL="0" marR="0" rtl="0" algn="ctr">
              <a:lnSpc>
                <a:spcPct val="100000"/>
              </a:lnSpc>
              <a:spcBef>
                <a:spcPts val="300"/>
              </a:spcBef>
              <a:spcAft>
                <a:spcPts val="0"/>
              </a:spcAft>
              <a:buClr>
                <a:srgbClr val="000000"/>
              </a:buClr>
              <a:buSzPts val="1100"/>
              <a:buFont typeface="Arial"/>
              <a:buNone/>
            </a:pPr>
            <a:r>
              <a:rPr lang="es-419" sz="600">
                <a:latin typeface="Arvo"/>
                <a:ea typeface="Arvo"/>
                <a:cs typeface="Arvo"/>
                <a:sym typeface="Arvo"/>
              </a:rPr>
              <a:t>[Un(a)] - [Un(a) o Varias] - [Cero o Varias]</a:t>
            </a:r>
            <a:endParaRPr sz="600">
              <a:latin typeface="Arvo"/>
              <a:ea typeface="Arvo"/>
              <a:cs typeface="Arvo"/>
              <a:sym typeface="Arvo"/>
            </a:endParaRPr>
          </a:p>
        </p:txBody>
      </p:sp>
      <p:sp>
        <p:nvSpPr>
          <p:cNvPr id="276" name="Google Shape;276;p3"/>
          <p:cNvSpPr/>
          <p:nvPr/>
        </p:nvSpPr>
        <p:spPr>
          <a:xfrm>
            <a:off x="3659414" y="1008122"/>
            <a:ext cx="1841700" cy="383700"/>
          </a:xfrm>
          <a:prstGeom prst="roundRect">
            <a:avLst>
              <a:gd fmla="val 16667" name="adj"/>
            </a:avLst>
          </a:prstGeom>
          <a:solidFill>
            <a:srgbClr val="F3F3F3"/>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36000" lIns="0" spcFirstLastPara="1" rIns="0" wrap="square" tIns="36000">
            <a:noAutofit/>
          </a:bodyPr>
          <a:lstStyle/>
          <a:p>
            <a:pPr indent="0" lvl="0" marL="0" marR="0" rtl="0" algn="ctr">
              <a:lnSpc>
                <a:spcPct val="100000"/>
              </a:lnSpc>
              <a:spcBef>
                <a:spcPts val="0"/>
              </a:spcBef>
              <a:spcAft>
                <a:spcPts val="0"/>
              </a:spcAft>
              <a:buClr>
                <a:srgbClr val="000000"/>
              </a:buClr>
              <a:buSzPts val="1100"/>
              <a:buFont typeface="Arial"/>
              <a:buNone/>
            </a:pPr>
            <a:r>
              <a:rPr b="1" lang="es-419" sz="1100">
                <a:latin typeface="Arvo"/>
                <a:ea typeface="Arvo"/>
                <a:cs typeface="Arvo"/>
                <a:sym typeface="Arvo"/>
              </a:rPr>
              <a:t>Texto de la relación</a:t>
            </a:r>
            <a:endParaRPr b="1" sz="1100">
              <a:latin typeface="Arvo"/>
              <a:ea typeface="Arvo"/>
              <a:cs typeface="Arvo"/>
              <a:sym typeface="Arvo"/>
            </a:endParaRPr>
          </a:p>
          <a:p>
            <a:pPr indent="0" lvl="0" marL="0" rtl="0" algn="ctr">
              <a:spcBef>
                <a:spcPts val="300"/>
              </a:spcBef>
              <a:spcAft>
                <a:spcPts val="0"/>
              </a:spcAft>
              <a:buClr>
                <a:schemeClr val="dk1"/>
              </a:buClr>
              <a:buSzPts val="1100"/>
              <a:buFont typeface="Arial"/>
              <a:buNone/>
            </a:pPr>
            <a:r>
              <a:rPr lang="es-419" sz="600">
                <a:solidFill>
                  <a:schemeClr val="dk1"/>
                </a:solidFill>
                <a:latin typeface="Arvo"/>
                <a:ea typeface="Arvo"/>
                <a:cs typeface="Arvo"/>
                <a:sym typeface="Arvo"/>
              </a:rPr>
              <a:t>&lt;conduce&gt;</a:t>
            </a:r>
            <a:endParaRPr b="1" sz="1100">
              <a:latin typeface="Arvo"/>
              <a:ea typeface="Arvo"/>
              <a:cs typeface="Arvo"/>
              <a:sym typeface="Arvo"/>
            </a:endParaRPr>
          </a:p>
        </p:txBody>
      </p:sp>
      <p:sp>
        <p:nvSpPr>
          <p:cNvPr id="277" name="Google Shape;277;p3"/>
          <p:cNvSpPr/>
          <p:nvPr/>
        </p:nvSpPr>
        <p:spPr>
          <a:xfrm>
            <a:off x="7339674" y="1007972"/>
            <a:ext cx="2361600" cy="384000"/>
          </a:xfrm>
          <a:prstGeom prst="roundRect">
            <a:avLst>
              <a:gd fmla="val 16667" name="adj"/>
            </a:avLst>
          </a:prstGeom>
          <a:solidFill>
            <a:srgbClr val="FFF2CC"/>
          </a:solidFill>
          <a:ln cap="flat" cmpd="sng" w="9525">
            <a:solidFill>
              <a:srgbClr val="FFF2CC"/>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36000" lIns="0" spcFirstLastPara="1" rIns="0" wrap="square" tIns="36000">
            <a:noAutofit/>
          </a:bodyPr>
          <a:lstStyle/>
          <a:p>
            <a:pPr indent="0" lvl="0" marL="0" marR="0" rtl="0" algn="ctr">
              <a:lnSpc>
                <a:spcPct val="100000"/>
              </a:lnSpc>
              <a:spcBef>
                <a:spcPts val="0"/>
              </a:spcBef>
              <a:spcAft>
                <a:spcPts val="0"/>
              </a:spcAft>
              <a:buClr>
                <a:srgbClr val="000000"/>
              </a:buClr>
              <a:buSzPts val="1100"/>
              <a:buFont typeface="Arial"/>
              <a:buNone/>
            </a:pPr>
            <a:r>
              <a:rPr b="1" lang="es-419" sz="1100">
                <a:latin typeface="Arvo"/>
                <a:ea typeface="Arvo"/>
                <a:cs typeface="Arvo"/>
                <a:sym typeface="Arvo"/>
              </a:rPr>
              <a:t>Concepto 2</a:t>
            </a:r>
            <a:endParaRPr b="1" sz="1100">
              <a:latin typeface="Arvo"/>
              <a:ea typeface="Arvo"/>
              <a:cs typeface="Arvo"/>
              <a:sym typeface="Arvo"/>
            </a:endParaRPr>
          </a:p>
          <a:p>
            <a:pPr indent="0" lvl="0" marL="0" rtl="0" algn="ctr">
              <a:spcBef>
                <a:spcPts val="300"/>
              </a:spcBef>
              <a:spcAft>
                <a:spcPts val="0"/>
              </a:spcAft>
              <a:buClr>
                <a:schemeClr val="dk1"/>
              </a:buClr>
              <a:buSzPts val="1100"/>
              <a:buFont typeface="Arial"/>
              <a:buNone/>
            </a:pPr>
            <a:r>
              <a:rPr lang="es-419" sz="600">
                <a:solidFill>
                  <a:schemeClr val="dk1"/>
                </a:solidFill>
                <a:latin typeface="Arvo"/>
                <a:ea typeface="Arvo"/>
                <a:cs typeface="Arvo"/>
                <a:sym typeface="Arvo"/>
              </a:rPr>
              <a:t>&lt;busetas&gt;</a:t>
            </a:r>
            <a:endParaRPr b="1" sz="1100">
              <a:latin typeface="Arvo"/>
              <a:ea typeface="Arvo"/>
              <a:cs typeface="Arvo"/>
              <a:sym typeface="Arvo"/>
            </a:endParaRPr>
          </a:p>
        </p:txBody>
      </p:sp>
      <p:sp>
        <p:nvSpPr>
          <p:cNvPr id="278" name="Google Shape;278;p3"/>
          <p:cNvSpPr/>
          <p:nvPr/>
        </p:nvSpPr>
        <p:spPr>
          <a:xfrm>
            <a:off x="378600" y="1533949"/>
            <a:ext cx="9322800" cy="266400"/>
          </a:xfrm>
          <a:prstGeom prst="roundRect">
            <a:avLst>
              <a:gd fmla="val 12113" name="adj"/>
            </a:avLst>
          </a:prstGeom>
          <a:solidFill>
            <a:srgbClr val="FFFFFF"/>
          </a:solidFill>
          <a:ln cap="flat" cmpd="sng" w="9525">
            <a:solidFill>
              <a:srgbClr val="EFEFEF"/>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6000" spcFirstLastPara="1" rIns="0" wrap="square" tIns="0">
            <a:noAutofit/>
          </a:bodyPr>
          <a:lstStyle/>
          <a:p>
            <a:pPr indent="0" lvl="0" marL="0" rtl="0" algn="l">
              <a:lnSpc>
                <a:spcPct val="120000"/>
              </a:lnSpc>
              <a:spcBef>
                <a:spcPts val="0"/>
              </a:spcBef>
              <a:spcAft>
                <a:spcPts val="0"/>
              </a:spcAft>
              <a:buClr>
                <a:schemeClr val="dk1"/>
              </a:buClr>
              <a:buSzPts val="1100"/>
              <a:buFont typeface="Arial"/>
              <a:buNone/>
            </a:pPr>
            <a:r>
              <a:rPr b="1" lang="es-419" sz="800">
                <a:solidFill>
                  <a:schemeClr val="dk1"/>
                </a:solidFill>
                <a:latin typeface="Arvo"/>
                <a:ea typeface="Arvo"/>
                <a:cs typeface="Arvo"/>
                <a:sym typeface="Arvo"/>
              </a:rPr>
              <a:t>          Un(a)</a:t>
            </a:r>
            <a:endParaRPr b="1" sz="800">
              <a:latin typeface="Arvo"/>
              <a:ea typeface="Arvo"/>
              <a:cs typeface="Arvo"/>
              <a:sym typeface="Arvo"/>
            </a:endParaRPr>
          </a:p>
        </p:txBody>
      </p:sp>
      <p:sp>
        <p:nvSpPr>
          <p:cNvPr id="279" name="Google Shape;279;p3"/>
          <p:cNvSpPr txBox="1"/>
          <p:nvPr>
            <p:ph idx="1" type="subTitle"/>
          </p:nvPr>
        </p:nvSpPr>
        <p:spPr>
          <a:xfrm>
            <a:off x="1195650" y="1537620"/>
            <a:ext cx="2361300" cy="265800"/>
          </a:xfrm>
          <a:prstGeom prst="rect">
            <a:avLst/>
          </a:prstGeom>
          <a:noFill/>
          <a:ln>
            <a:noFill/>
          </a:ln>
        </p:spPr>
        <p:txBody>
          <a:bodyPr anchorCtr="0" anchor="ctr" bIns="36000" lIns="36000" spcFirstLastPara="1" rIns="36000" wrap="square" tIns="36000">
            <a:noAutofit/>
          </a:bodyPr>
          <a:lstStyle>
            <a:lvl1pPr lvl="0" rt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rtl="0" algn="ctr">
              <a:lnSpc>
                <a:spcPct val="90000"/>
              </a:lnSpc>
              <a:spcBef>
                <a:spcPts val="0"/>
              </a:spcBef>
              <a:spcAft>
                <a:spcPts val="0"/>
              </a:spcAft>
              <a:buClr>
                <a:srgbClr val="000000"/>
              </a:buClr>
              <a:buSzPts val="1000"/>
              <a:buNone/>
              <a:defRPr sz="1000">
                <a:solidFill>
                  <a:srgbClr val="000000"/>
                </a:solidFill>
              </a:defRPr>
            </a:lvl2pPr>
            <a:lvl3pPr lvl="2" rtl="0" algn="ctr">
              <a:lnSpc>
                <a:spcPct val="90000"/>
              </a:lnSpc>
              <a:spcBef>
                <a:spcPts val="0"/>
              </a:spcBef>
              <a:spcAft>
                <a:spcPts val="0"/>
              </a:spcAft>
              <a:buClr>
                <a:srgbClr val="000000"/>
              </a:buClr>
              <a:buSzPts val="1000"/>
              <a:buNone/>
              <a:defRPr sz="1000">
                <a:solidFill>
                  <a:srgbClr val="000000"/>
                </a:solidFill>
              </a:defRPr>
            </a:lvl3pPr>
            <a:lvl4pPr lvl="3" rtl="0" algn="ctr">
              <a:lnSpc>
                <a:spcPct val="90000"/>
              </a:lnSpc>
              <a:spcBef>
                <a:spcPts val="0"/>
              </a:spcBef>
              <a:spcAft>
                <a:spcPts val="0"/>
              </a:spcAft>
              <a:buClr>
                <a:srgbClr val="000000"/>
              </a:buClr>
              <a:buSzPts val="1000"/>
              <a:buNone/>
              <a:defRPr sz="1000">
                <a:solidFill>
                  <a:srgbClr val="000000"/>
                </a:solidFill>
              </a:defRPr>
            </a:lvl4pPr>
            <a:lvl5pPr lvl="4" rtl="0" algn="ctr">
              <a:lnSpc>
                <a:spcPct val="90000"/>
              </a:lnSpc>
              <a:spcBef>
                <a:spcPts val="0"/>
              </a:spcBef>
              <a:spcAft>
                <a:spcPts val="0"/>
              </a:spcAft>
              <a:buClr>
                <a:srgbClr val="000000"/>
              </a:buClr>
              <a:buSzPts val="1000"/>
              <a:buNone/>
              <a:defRPr sz="1000">
                <a:solidFill>
                  <a:srgbClr val="000000"/>
                </a:solidFill>
              </a:defRPr>
            </a:lvl5pPr>
            <a:lvl6pPr lvl="5" rtl="0" algn="ctr">
              <a:lnSpc>
                <a:spcPct val="90000"/>
              </a:lnSpc>
              <a:spcBef>
                <a:spcPts val="0"/>
              </a:spcBef>
              <a:spcAft>
                <a:spcPts val="0"/>
              </a:spcAft>
              <a:buClr>
                <a:srgbClr val="000000"/>
              </a:buClr>
              <a:buSzPts val="1000"/>
              <a:buNone/>
              <a:defRPr sz="1000">
                <a:solidFill>
                  <a:srgbClr val="000000"/>
                </a:solidFill>
              </a:defRPr>
            </a:lvl6pPr>
            <a:lvl7pPr lvl="6" rtl="0" algn="ctr">
              <a:lnSpc>
                <a:spcPct val="90000"/>
              </a:lnSpc>
              <a:spcBef>
                <a:spcPts val="0"/>
              </a:spcBef>
              <a:spcAft>
                <a:spcPts val="0"/>
              </a:spcAft>
              <a:buClr>
                <a:srgbClr val="000000"/>
              </a:buClr>
              <a:buSzPts val="1000"/>
              <a:buNone/>
              <a:defRPr sz="1000">
                <a:solidFill>
                  <a:srgbClr val="000000"/>
                </a:solidFill>
              </a:defRPr>
            </a:lvl7pPr>
            <a:lvl8pPr lvl="7" rtl="0" algn="ctr">
              <a:lnSpc>
                <a:spcPct val="90000"/>
              </a:lnSpc>
              <a:spcBef>
                <a:spcPts val="0"/>
              </a:spcBef>
              <a:spcAft>
                <a:spcPts val="0"/>
              </a:spcAft>
              <a:buClr>
                <a:srgbClr val="000000"/>
              </a:buClr>
              <a:buSzPts val="1000"/>
              <a:buNone/>
              <a:defRPr sz="1000">
                <a:solidFill>
                  <a:srgbClr val="000000"/>
                </a:solidFill>
              </a:defRPr>
            </a:lvl8pPr>
            <a:lvl9pPr lvl="8" rtl="0" algn="ctr">
              <a:lnSpc>
                <a:spcPct val="90000"/>
              </a:lnSpc>
              <a:spcBef>
                <a:spcPts val="0"/>
              </a:spcBef>
              <a:spcAft>
                <a:spcPts val="0"/>
              </a:spcAft>
              <a:buClr>
                <a:srgbClr val="000000"/>
              </a:buClr>
              <a:buSzPts val="1000"/>
              <a:buNone/>
              <a:defRPr sz="1000">
                <a:solidFill>
                  <a:srgbClr val="000000"/>
                </a:solidFill>
              </a:defRPr>
            </a:lvl9pPr>
          </a:lstStyle>
          <a:p/>
        </p:txBody>
      </p:sp>
      <p:cxnSp>
        <p:nvCxnSpPr>
          <p:cNvPr id="280" name="Google Shape;280;p3"/>
          <p:cNvCxnSpPr/>
          <p:nvPr/>
        </p:nvCxnSpPr>
        <p:spPr>
          <a:xfrm flipH="1">
            <a:off x="3614691" y="1542000"/>
            <a:ext cx="600" cy="258300"/>
          </a:xfrm>
          <a:prstGeom prst="straightConnector1">
            <a:avLst/>
          </a:prstGeom>
          <a:noFill/>
          <a:ln cap="flat" cmpd="sng" w="28575">
            <a:solidFill>
              <a:srgbClr val="D9D9D9"/>
            </a:solidFill>
            <a:prstDash val="solid"/>
            <a:round/>
            <a:headEnd len="sm" w="sm" type="none"/>
            <a:tailEnd len="sm" w="sm" type="none"/>
          </a:ln>
        </p:spPr>
      </p:cxnSp>
      <p:sp>
        <p:nvSpPr>
          <p:cNvPr id="281" name="Google Shape;281;p3"/>
          <p:cNvSpPr txBox="1"/>
          <p:nvPr>
            <p:ph idx="2" type="subTitle"/>
          </p:nvPr>
        </p:nvSpPr>
        <p:spPr>
          <a:xfrm>
            <a:off x="7340100" y="1537624"/>
            <a:ext cx="2361300" cy="266400"/>
          </a:xfrm>
          <a:prstGeom prst="rect">
            <a:avLst/>
          </a:prstGeom>
          <a:noFill/>
          <a:ln>
            <a:noFill/>
          </a:ln>
        </p:spPr>
        <p:txBody>
          <a:bodyPr anchorCtr="0" anchor="ctr" bIns="36000" lIns="36000" spcFirstLastPara="1" rIns="36000" wrap="square" tIns="36000">
            <a:noAutofit/>
          </a:bodyPr>
          <a:lstStyle>
            <a:lvl1pPr lvl="0" rt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rtl="0" algn="ctr">
              <a:lnSpc>
                <a:spcPct val="90000"/>
              </a:lnSpc>
              <a:spcBef>
                <a:spcPts val="0"/>
              </a:spcBef>
              <a:spcAft>
                <a:spcPts val="0"/>
              </a:spcAft>
              <a:buClr>
                <a:srgbClr val="000000"/>
              </a:buClr>
              <a:buSzPts val="1000"/>
              <a:buNone/>
              <a:defRPr sz="1000">
                <a:solidFill>
                  <a:srgbClr val="000000"/>
                </a:solidFill>
              </a:defRPr>
            </a:lvl2pPr>
            <a:lvl3pPr lvl="2" rtl="0" algn="ctr">
              <a:lnSpc>
                <a:spcPct val="90000"/>
              </a:lnSpc>
              <a:spcBef>
                <a:spcPts val="0"/>
              </a:spcBef>
              <a:spcAft>
                <a:spcPts val="0"/>
              </a:spcAft>
              <a:buClr>
                <a:srgbClr val="000000"/>
              </a:buClr>
              <a:buSzPts val="1000"/>
              <a:buNone/>
              <a:defRPr sz="1000">
                <a:solidFill>
                  <a:srgbClr val="000000"/>
                </a:solidFill>
              </a:defRPr>
            </a:lvl3pPr>
            <a:lvl4pPr lvl="3" rtl="0" algn="ctr">
              <a:lnSpc>
                <a:spcPct val="90000"/>
              </a:lnSpc>
              <a:spcBef>
                <a:spcPts val="0"/>
              </a:spcBef>
              <a:spcAft>
                <a:spcPts val="0"/>
              </a:spcAft>
              <a:buClr>
                <a:srgbClr val="000000"/>
              </a:buClr>
              <a:buSzPts val="1000"/>
              <a:buNone/>
              <a:defRPr sz="1000">
                <a:solidFill>
                  <a:srgbClr val="000000"/>
                </a:solidFill>
              </a:defRPr>
            </a:lvl4pPr>
            <a:lvl5pPr lvl="4" rtl="0" algn="ctr">
              <a:lnSpc>
                <a:spcPct val="90000"/>
              </a:lnSpc>
              <a:spcBef>
                <a:spcPts val="0"/>
              </a:spcBef>
              <a:spcAft>
                <a:spcPts val="0"/>
              </a:spcAft>
              <a:buClr>
                <a:srgbClr val="000000"/>
              </a:buClr>
              <a:buSzPts val="1000"/>
              <a:buNone/>
              <a:defRPr sz="1000">
                <a:solidFill>
                  <a:srgbClr val="000000"/>
                </a:solidFill>
              </a:defRPr>
            </a:lvl5pPr>
            <a:lvl6pPr lvl="5" rtl="0" algn="ctr">
              <a:lnSpc>
                <a:spcPct val="90000"/>
              </a:lnSpc>
              <a:spcBef>
                <a:spcPts val="0"/>
              </a:spcBef>
              <a:spcAft>
                <a:spcPts val="0"/>
              </a:spcAft>
              <a:buClr>
                <a:srgbClr val="000000"/>
              </a:buClr>
              <a:buSzPts val="1000"/>
              <a:buNone/>
              <a:defRPr sz="1000">
                <a:solidFill>
                  <a:srgbClr val="000000"/>
                </a:solidFill>
              </a:defRPr>
            </a:lvl6pPr>
            <a:lvl7pPr lvl="6" rtl="0" algn="ctr">
              <a:lnSpc>
                <a:spcPct val="90000"/>
              </a:lnSpc>
              <a:spcBef>
                <a:spcPts val="0"/>
              </a:spcBef>
              <a:spcAft>
                <a:spcPts val="0"/>
              </a:spcAft>
              <a:buClr>
                <a:srgbClr val="000000"/>
              </a:buClr>
              <a:buSzPts val="1000"/>
              <a:buNone/>
              <a:defRPr sz="1000">
                <a:solidFill>
                  <a:srgbClr val="000000"/>
                </a:solidFill>
              </a:defRPr>
            </a:lvl7pPr>
            <a:lvl8pPr lvl="7" rtl="0" algn="ctr">
              <a:lnSpc>
                <a:spcPct val="90000"/>
              </a:lnSpc>
              <a:spcBef>
                <a:spcPts val="0"/>
              </a:spcBef>
              <a:spcAft>
                <a:spcPts val="0"/>
              </a:spcAft>
              <a:buClr>
                <a:srgbClr val="000000"/>
              </a:buClr>
              <a:buSzPts val="1000"/>
              <a:buNone/>
              <a:defRPr sz="1000">
                <a:solidFill>
                  <a:srgbClr val="000000"/>
                </a:solidFill>
              </a:defRPr>
            </a:lvl8pPr>
            <a:lvl9pPr lvl="8" rtl="0" algn="ctr">
              <a:lnSpc>
                <a:spcPct val="90000"/>
              </a:lnSpc>
              <a:spcBef>
                <a:spcPts val="0"/>
              </a:spcBef>
              <a:spcAft>
                <a:spcPts val="0"/>
              </a:spcAft>
              <a:buClr>
                <a:srgbClr val="000000"/>
              </a:buClr>
              <a:buSzPts val="1000"/>
              <a:buNone/>
              <a:defRPr sz="1000">
                <a:solidFill>
                  <a:srgbClr val="000000"/>
                </a:solidFill>
              </a:defRPr>
            </a:lvl9pPr>
          </a:lstStyle>
          <a:p/>
        </p:txBody>
      </p:sp>
      <p:sp>
        <p:nvSpPr>
          <p:cNvPr id="282" name="Google Shape;282;p3"/>
          <p:cNvSpPr txBox="1"/>
          <p:nvPr>
            <p:ph idx="3" type="subTitle"/>
          </p:nvPr>
        </p:nvSpPr>
        <p:spPr>
          <a:xfrm>
            <a:off x="3673650" y="1537620"/>
            <a:ext cx="1827600" cy="265800"/>
          </a:xfrm>
          <a:prstGeom prst="rect">
            <a:avLst/>
          </a:prstGeom>
          <a:noFill/>
          <a:ln>
            <a:noFill/>
          </a:ln>
        </p:spPr>
        <p:txBody>
          <a:bodyPr anchorCtr="0" anchor="ctr" bIns="36000" lIns="36000" spcFirstLastPara="1" rIns="36000" wrap="square" tIns="36000">
            <a:noAutofit/>
          </a:bodyPr>
          <a:lstStyle>
            <a:lvl1pPr lvl="0" rt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rtl="0" algn="ctr">
              <a:lnSpc>
                <a:spcPct val="90000"/>
              </a:lnSpc>
              <a:spcBef>
                <a:spcPts val="0"/>
              </a:spcBef>
              <a:spcAft>
                <a:spcPts val="0"/>
              </a:spcAft>
              <a:buClr>
                <a:srgbClr val="000000"/>
              </a:buClr>
              <a:buSzPts val="1000"/>
              <a:buNone/>
              <a:defRPr sz="1000">
                <a:solidFill>
                  <a:srgbClr val="000000"/>
                </a:solidFill>
              </a:defRPr>
            </a:lvl2pPr>
            <a:lvl3pPr lvl="2" rtl="0" algn="ctr">
              <a:lnSpc>
                <a:spcPct val="90000"/>
              </a:lnSpc>
              <a:spcBef>
                <a:spcPts val="0"/>
              </a:spcBef>
              <a:spcAft>
                <a:spcPts val="0"/>
              </a:spcAft>
              <a:buClr>
                <a:srgbClr val="000000"/>
              </a:buClr>
              <a:buSzPts val="1000"/>
              <a:buNone/>
              <a:defRPr sz="1000">
                <a:solidFill>
                  <a:srgbClr val="000000"/>
                </a:solidFill>
              </a:defRPr>
            </a:lvl3pPr>
            <a:lvl4pPr lvl="3" rtl="0" algn="ctr">
              <a:lnSpc>
                <a:spcPct val="90000"/>
              </a:lnSpc>
              <a:spcBef>
                <a:spcPts val="0"/>
              </a:spcBef>
              <a:spcAft>
                <a:spcPts val="0"/>
              </a:spcAft>
              <a:buClr>
                <a:srgbClr val="000000"/>
              </a:buClr>
              <a:buSzPts val="1000"/>
              <a:buNone/>
              <a:defRPr sz="1000">
                <a:solidFill>
                  <a:srgbClr val="000000"/>
                </a:solidFill>
              </a:defRPr>
            </a:lvl4pPr>
            <a:lvl5pPr lvl="4" rtl="0" algn="ctr">
              <a:lnSpc>
                <a:spcPct val="90000"/>
              </a:lnSpc>
              <a:spcBef>
                <a:spcPts val="0"/>
              </a:spcBef>
              <a:spcAft>
                <a:spcPts val="0"/>
              </a:spcAft>
              <a:buClr>
                <a:srgbClr val="000000"/>
              </a:buClr>
              <a:buSzPts val="1000"/>
              <a:buNone/>
              <a:defRPr sz="1000">
                <a:solidFill>
                  <a:srgbClr val="000000"/>
                </a:solidFill>
              </a:defRPr>
            </a:lvl5pPr>
            <a:lvl6pPr lvl="5" rtl="0" algn="ctr">
              <a:lnSpc>
                <a:spcPct val="90000"/>
              </a:lnSpc>
              <a:spcBef>
                <a:spcPts val="0"/>
              </a:spcBef>
              <a:spcAft>
                <a:spcPts val="0"/>
              </a:spcAft>
              <a:buClr>
                <a:srgbClr val="000000"/>
              </a:buClr>
              <a:buSzPts val="1000"/>
              <a:buNone/>
              <a:defRPr sz="1000">
                <a:solidFill>
                  <a:srgbClr val="000000"/>
                </a:solidFill>
              </a:defRPr>
            </a:lvl6pPr>
            <a:lvl7pPr lvl="6" rtl="0" algn="ctr">
              <a:lnSpc>
                <a:spcPct val="90000"/>
              </a:lnSpc>
              <a:spcBef>
                <a:spcPts val="0"/>
              </a:spcBef>
              <a:spcAft>
                <a:spcPts val="0"/>
              </a:spcAft>
              <a:buClr>
                <a:srgbClr val="000000"/>
              </a:buClr>
              <a:buSzPts val="1000"/>
              <a:buNone/>
              <a:defRPr sz="1000">
                <a:solidFill>
                  <a:srgbClr val="000000"/>
                </a:solidFill>
              </a:defRPr>
            </a:lvl7pPr>
            <a:lvl8pPr lvl="7" rtl="0" algn="ctr">
              <a:lnSpc>
                <a:spcPct val="90000"/>
              </a:lnSpc>
              <a:spcBef>
                <a:spcPts val="0"/>
              </a:spcBef>
              <a:spcAft>
                <a:spcPts val="0"/>
              </a:spcAft>
              <a:buClr>
                <a:srgbClr val="000000"/>
              </a:buClr>
              <a:buSzPts val="1000"/>
              <a:buNone/>
              <a:defRPr sz="1000">
                <a:solidFill>
                  <a:srgbClr val="000000"/>
                </a:solidFill>
              </a:defRPr>
            </a:lvl8pPr>
            <a:lvl9pPr lvl="8" rtl="0" algn="ctr">
              <a:lnSpc>
                <a:spcPct val="90000"/>
              </a:lnSpc>
              <a:spcBef>
                <a:spcPts val="0"/>
              </a:spcBef>
              <a:spcAft>
                <a:spcPts val="0"/>
              </a:spcAft>
              <a:buClr>
                <a:srgbClr val="000000"/>
              </a:buClr>
              <a:buSzPts val="1000"/>
              <a:buNone/>
              <a:defRPr sz="1000">
                <a:solidFill>
                  <a:srgbClr val="000000"/>
                </a:solidFill>
              </a:defRPr>
            </a:lvl9pPr>
          </a:lstStyle>
          <a:p/>
        </p:txBody>
      </p:sp>
      <p:sp>
        <p:nvSpPr>
          <p:cNvPr id="283" name="Google Shape;283;p3"/>
          <p:cNvSpPr txBox="1"/>
          <p:nvPr>
            <p:ph idx="4" type="subTitle"/>
          </p:nvPr>
        </p:nvSpPr>
        <p:spPr>
          <a:xfrm>
            <a:off x="5631975" y="1537625"/>
            <a:ext cx="1584600" cy="266400"/>
          </a:xfrm>
          <a:prstGeom prst="rect">
            <a:avLst/>
          </a:prstGeom>
          <a:noFill/>
          <a:ln>
            <a:noFill/>
          </a:ln>
        </p:spPr>
        <p:txBody>
          <a:bodyPr anchorCtr="0" anchor="ctr" bIns="36000" lIns="36000" spcFirstLastPara="1" rIns="36000" wrap="square" tIns="36000">
            <a:noAutofit/>
          </a:bodyPr>
          <a:lstStyle>
            <a:lvl1pPr lvl="0" rt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rtl="0" algn="ctr">
              <a:lnSpc>
                <a:spcPct val="90000"/>
              </a:lnSpc>
              <a:spcBef>
                <a:spcPts val="0"/>
              </a:spcBef>
              <a:spcAft>
                <a:spcPts val="0"/>
              </a:spcAft>
              <a:buClr>
                <a:srgbClr val="000000"/>
              </a:buClr>
              <a:buSzPts val="1000"/>
              <a:buNone/>
              <a:defRPr sz="1000">
                <a:solidFill>
                  <a:srgbClr val="000000"/>
                </a:solidFill>
              </a:defRPr>
            </a:lvl2pPr>
            <a:lvl3pPr lvl="2" rtl="0" algn="ctr">
              <a:lnSpc>
                <a:spcPct val="90000"/>
              </a:lnSpc>
              <a:spcBef>
                <a:spcPts val="0"/>
              </a:spcBef>
              <a:spcAft>
                <a:spcPts val="0"/>
              </a:spcAft>
              <a:buClr>
                <a:srgbClr val="000000"/>
              </a:buClr>
              <a:buSzPts val="1000"/>
              <a:buNone/>
              <a:defRPr sz="1000">
                <a:solidFill>
                  <a:srgbClr val="000000"/>
                </a:solidFill>
              </a:defRPr>
            </a:lvl3pPr>
            <a:lvl4pPr lvl="3" rtl="0" algn="ctr">
              <a:lnSpc>
                <a:spcPct val="90000"/>
              </a:lnSpc>
              <a:spcBef>
                <a:spcPts val="0"/>
              </a:spcBef>
              <a:spcAft>
                <a:spcPts val="0"/>
              </a:spcAft>
              <a:buClr>
                <a:srgbClr val="000000"/>
              </a:buClr>
              <a:buSzPts val="1000"/>
              <a:buNone/>
              <a:defRPr sz="1000">
                <a:solidFill>
                  <a:srgbClr val="000000"/>
                </a:solidFill>
              </a:defRPr>
            </a:lvl4pPr>
            <a:lvl5pPr lvl="4" rtl="0" algn="ctr">
              <a:lnSpc>
                <a:spcPct val="90000"/>
              </a:lnSpc>
              <a:spcBef>
                <a:spcPts val="0"/>
              </a:spcBef>
              <a:spcAft>
                <a:spcPts val="0"/>
              </a:spcAft>
              <a:buClr>
                <a:srgbClr val="000000"/>
              </a:buClr>
              <a:buSzPts val="1000"/>
              <a:buNone/>
              <a:defRPr sz="1000">
                <a:solidFill>
                  <a:srgbClr val="000000"/>
                </a:solidFill>
              </a:defRPr>
            </a:lvl5pPr>
            <a:lvl6pPr lvl="5" rtl="0" algn="ctr">
              <a:lnSpc>
                <a:spcPct val="90000"/>
              </a:lnSpc>
              <a:spcBef>
                <a:spcPts val="0"/>
              </a:spcBef>
              <a:spcAft>
                <a:spcPts val="0"/>
              </a:spcAft>
              <a:buClr>
                <a:srgbClr val="000000"/>
              </a:buClr>
              <a:buSzPts val="1000"/>
              <a:buNone/>
              <a:defRPr sz="1000">
                <a:solidFill>
                  <a:srgbClr val="000000"/>
                </a:solidFill>
              </a:defRPr>
            </a:lvl6pPr>
            <a:lvl7pPr lvl="6" rtl="0" algn="ctr">
              <a:lnSpc>
                <a:spcPct val="90000"/>
              </a:lnSpc>
              <a:spcBef>
                <a:spcPts val="0"/>
              </a:spcBef>
              <a:spcAft>
                <a:spcPts val="0"/>
              </a:spcAft>
              <a:buClr>
                <a:srgbClr val="000000"/>
              </a:buClr>
              <a:buSzPts val="1000"/>
              <a:buNone/>
              <a:defRPr sz="1000">
                <a:solidFill>
                  <a:srgbClr val="000000"/>
                </a:solidFill>
              </a:defRPr>
            </a:lvl7pPr>
            <a:lvl8pPr lvl="7" rtl="0" algn="ctr">
              <a:lnSpc>
                <a:spcPct val="90000"/>
              </a:lnSpc>
              <a:spcBef>
                <a:spcPts val="0"/>
              </a:spcBef>
              <a:spcAft>
                <a:spcPts val="0"/>
              </a:spcAft>
              <a:buClr>
                <a:srgbClr val="000000"/>
              </a:buClr>
              <a:buSzPts val="1000"/>
              <a:buNone/>
              <a:defRPr sz="1000">
                <a:solidFill>
                  <a:srgbClr val="000000"/>
                </a:solidFill>
              </a:defRPr>
            </a:lvl8pPr>
            <a:lvl9pPr lvl="8" rtl="0" algn="ctr">
              <a:lnSpc>
                <a:spcPct val="90000"/>
              </a:lnSpc>
              <a:spcBef>
                <a:spcPts val="0"/>
              </a:spcBef>
              <a:spcAft>
                <a:spcPts val="0"/>
              </a:spcAft>
              <a:buClr>
                <a:srgbClr val="000000"/>
              </a:buClr>
              <a:buSzPts val="1000"/>
              <a:buNone/>
              <a:defRPr sz="1000">
                <a:solidFill>
                  <a:srgbClr val="000000"/>
                </a:solidFill>
              </a:defRPr>
            </a:lvl9pPr>
          </a:lstStyle>
          <a:p/>
        </p:txBody>
      </p:sp>
      <p:cxnSp>
        <p:nvCxnSpPr>
          <p:cNvPr id="284" name="Google Shape;284;p3"/>
          <p:cNvCxnSpPr/>
          <p:nvPr/>
        </p:nvCxnSpPr>
        <p:spPr>
          <a:xfrm flipH="1">
            <a:off x="5566304" y="1538000"/>
            <a:ext cx="600" cy="258300"/>
          </a:xfrm>
          <a:prstGeom prst="straightConnector1">
            <a:avLst/>
          </a:prstGeom>
          <a:noFill/>
          <a:ln cap="flat" cmpd="sng" w="28575">
            <a:solidFill>
              <a:srgbClr val="D9D9D9"/>
            </a:solidFill>
            <a:prstDash val="solid"/>
            <a:round/>
            <a:headEnd len="sm" w="sm" type="none"/>
            <a:tailEnd len="sm" w="sm" type="none"/>
          </a:ln>
        </p:spPr>
      </p:cxnSp>
      <p:cxnSp>
        <p:nvCxnSpPr>
          <p:cNvPr id="285" name="Google Shape;285;p3"/>
          <p:cNvCxnSpPr/>
          <p:nvPr/>
        </p:nvCxnSpPr>
        <p:spPr>
          <a:xfrm flipH="1">
            <a:off x="7292829" y="1537625"/>
            <a:ext cx="600" cy="258300"/>
          </a:xfrm>
          <a:prstGeom prst="straightConnector1">
            <a:avLst/>
          </a:prstGeom>
          <a:noFill/>
          <a:ln cap="flat" cmpd="sng" w="28575">
            <a:solidFill>
              <a:srgbClr val="D9D9D9"/>
            </a:solidFill>
            <a:prstDash val="solid"/>
            <a:round/>
            <a:headEnd len="sm" w="sm" type="none"/>
            <a:tailEnd len="sm" w="sm" type="none"/>
          </a:ln>
        </p:spPr>
      </p:cxnSp>
      <p:cxnSp>
        <p:nvCxnSpPr>
          <p:cNvPr id="286" name="Google Shape;286;p3"/>
          <p:cNvCxnSpPr/>
          <p:nvPr/>
        </p:nvCxnSpPr>
        <p:spPr>
          <a:xfrm flipH="1">
            <a:off x="1137291" y="1537625"/>
            <a:ext cx="600" cy="258300"/>
          </a:xfrm>
          <a:prstGeom prst="straightConnector1">
            <a:avLst/>
          </a:prstGeom>
          <a:noFill/>
          <a:ln cap="flat" cmpd="sng" w="28575">
            <a:solidFill>
              <a:srgbClr val="D9D9D9"/>
            </a:solidFill>
            <a:prstDash val="solid"/>
            <a:round/>
            <a:headEnd len="sm" w="sm" type="none"/>
            <a:tailEnd len="sm" w="sm" type="none"/>
          </a:ln>
        </p:spPr>
      </p:cxnSp>
      <p:sp>
        <p:nvSpPr>
          <p:cNvPr id="287" name="Google Shape;287;p3"/>
          <p:cNvSpPr/>
          <p:nvPr/>
        </p:nvSpPr>
        <p:spPr>
          <a:xfrm>
            <a:off x="378600" y="1838911"/>
            <a:ext cx="9322800" cy="266400"/>
          </a:xfrm>
          <a:prstGeom prst="roundRect">
            <a:avLst>
              <a:gd fmla="val 12113" name="adj"/>
            </a:avLst>
          </a:prstGeom>
          <a:solidFill>
            <a:srgbClr val="FFFFFF"/>
          </a:solidFill>
          <a:ln cap="flat" cmpd="sng" w="9525">
            <a:solidFill>
              <a:srgbClr val="EFEFEF"/>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6000" spcFirstLastPara="1" rIns="0" wrap="square" tIns="0">
            <a:noAutofit/>
          </a:bodyPr>
          <a:lstStyle/>
          <a:p>
            <a:pPr indent="0" lvl="0" marL="0" rtl="0" algn="l">
              <a:lnSpc>
                <a:spcPct val="120000"/>
              </a:lnSpc>
              <a:spcBef>
                <a:spcPts val="0"/>
              </a:spcBef>
              <a:spcAft>
                <a:spcPts val="0"/>
              </a:spcAft>
              <a:buClr>
                <a:schemeClr val="dk1"/>
              </a:buClr>
              <a:buSzPts val="1100"/>
              <a:buFont typeface="Arial"/>
              <a:buNone/>
            </a:pPr>
            <a:r>
              <a:rPr b="1" lang="es-419" sz="800">
                <a:solidFill>
                  <a:schemeClr val="dk1"/>
                </a:solidFill>
                <a:latin typeface="Arvo"/>
                <a:ea typeface="Arvo"/>
                <a:cs typeface="Arvo"/>
                <a:sym typeface="Arvo"/>
              </a:rPr>
              <a:t>          Un(a)</a:t>
            </a:r>
            <a:endParaRPr b="1" sz="800">
              <a:latin typeface="Arvo"/>
              <a:ea typeface="Arvo"/>
              <a:cs typeface="Arvo"/>
              <a:sym typeface="Arvo"/>
            </a:endParaRPr>
          </a:p>
        </p:txBody>
      </p:sp>
      <p:sp>
        <p:nvSpPr>
          <p:cNvPr id="288" name="Google Shape;288;p3"/>
          <p:cNvSpPr txBox="1"/>
          <p:nvPr>
            <p:ph idx="5" type="subTitle"/>
          </p:nvPr>
        </p:nvSpPr>
        <p:spPr>
          <a:xfrm>
            <a:off x="1195650" y="1842582"/>
            <a:ext cx="2361300" cy="265800"/>
          </a:xfrm>
          <a:prstGeom prst="rect">
            <a:avLst/>
          </a:prstGeom>
          <a:noFill/>
          <a:ln>
            <a:noFill/>
          </a:ln>
        </p:spPr>
        <p:txBody>
          <a:bodyPr anchorCtr="0" anchor="ctr" bIns="36000" lIns="36000" spcFirstLastPara="1" rIns="36000" wrap="square" tIns="36000">
            <a:noAutofit/>
          </a:bodyPr>
          <a:lstStyle>
            <a:lvl1pPr lvl="0" rt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rtl="0" algn="ctr">
              <a:lnSpc>
                <a:spcPct val="90000"/>
              </a:lnSpc>
              <a:spcBef>
                <a:spcPts val="0"/>
              </a:spcBef>
              <a:spcAft>
                <a:spcPts val="0"/>
              </a:spcAft>
              <a:buClr>
                <a:srgbClr val="000000"/>
              </a:buClr>
              <a:buSzPts val="1000"/>
              <a:buNone/>
              <a:defRPr sz="1000">
                <a:solidFill>
                  <a:srgbClr val="000000"/>
                </a:solidFill>
              </a:defRPr>
            </a:lvl2pPr>
            <a:lvl3pPr lvl="2" rtl="0" algn="ctr">
              <a:lnSpc>
                <a:spcPct val="90000"/>
              </a:lnSpc>
              <a:spcBef>
                <a:spcPts val="0"/>
              </a:spcBef>
              <a:spcAft>
                <a:spcPts val="0"/>
              </a:spcAft>
              <a:buClr>
                <a:srgbClr val="000000"/>
              </a:buClr>
              <a:buSzPts val="1000"/>
              <a:buNone/>
              <a:defRPr sz="1000">
                <a:solidFill>
                  <a:srgbClr val="000000"/>
                </a:solidFill>
              </a:defRPr>
            </a:lvl3pPr>
            <a:lvl4pPr lvl="3" rtl="0" algn="ctr">
              <a:lnSpc>
                <a:spcPct val="90000"/>
              </a:lnSpc>
              <a:spcBef>
                <a:spcPts val="0"/>
              </a:spcBef>
              <a:spcAft>
                <a:spcPts val="0"/>
              </a:spcAft>
              <a:buClr>
                <a:srgbClr val="000000"/>
              </a:buClr>
              <a:buSzPts val="1000"/>
              <a:buNone/>
              <a:defRPr sz="1000">
                <a:solidFill>
                  <a:srgbClr val="000000"/>
                </a:solidFill>
              </a:defRPr>
            </a:lvl4pPr>
            <a:lvl5pPr lvl="4" rtl="0" algn="ctr">
              <a:lnSpc>
                <a:spcPct val="90000"/>
              </a:lnSpc>
              <a:spcBef>
                <a:spcPts val="0"/>
              </a:spcBef>
              <a:spcAft>
                <a:spcPts val="0"/>
              </a:spcAft>
              <a:buClr>
                <a:srgbClr val="000000"/>
              </a:buClr>
              <a:buSzPts val="1000"/>
              <a:buNone/>
              <a:defRPr sz="1000">
                <a:solidFill>
                  <a:srgbClr val="000000"/>
                </a:solidFill>
              </a:defRPr>
            </a:lvl5pPr>
            <a:lvl6pPr lvl="5" rtl="0" algn="ctr">
              <a:lnSpc>
                <a:spcPct val="90000"/>
              </a:lnSpc>
              <a:spcBef>
                <a:spcPts val="0"/>
              </a:spcBef>
              <a:spcAft>
                <a:spcPts val="0"/>
              </a:spcAft>
              <a:buClr>
                <a:srgbClr val="000000"/>
              </a:buClr>
              <a:buSzPts val="1000"/>
              <a:buNone/>
              <a:defRPr sz="1000">
                <a:solidFill>
                  <a:srgbClr val="000000"/>
                </a:solidFill>
              </a:defRPr>
            </a:lvl6pPr>
            <a:lvl7pPr lvl="6" rtl="0" algn="ctr">
              <a:lnSpc>
                <a:spcPct val="90000"/>
              </a:lnSpc>
              <a:spcBef>
                <a:spcPts val="0"/>
              </a:spcBef>
              <a:spcAft>
                <a:spcPts val="0"/>
              </a:spcAft>
              <a:buClr>
                <a:srgbClr val="000000"/>
              </a:buClr>
              <a:buSzPts val="1000"/>
              <a:buNone/>
              <a:defRPr sz="1000">
                <a:solidFill>
                  <a:srgbClr val="000000"/>
                </a:solidFill>
              </a:defRPr>
            </a:lvl7pPr>
            <a:lvl8pPr lvl="7" rtl="0" algn="ctr">
              <a:lnSpc>
                <a:spcPct val="90000"/>
              </a:lnSpc>
              <a:spcBef>
                <a:spcPts val="0"/>
              </a:spcBef>
              <a:spcAft>
                <a:spcPts val="0"/>
              </a:spcAft>
              <a:buClr>
                <a:srgbClr val="000000"/>
              </a:buClr>
              <a:buSzPts val="1000"/>
              <a:buNone/>
              <a:defRPr sz="1000">
                <a:solidFill>
                  <a:srgbClr val="000000"/>
                </a:solidFill>
              </a:defRPr>
            </a:lvl8pPr>
            <a:lvl9pPr lvl="8" rtl="0" algn="ctr">
              <a:lnSpc>
                <a:spcPct val="90000"/>
              </a:lnSpc>
              <a:spcBef>
                <a:spcPts val="0"/>
              </a:spcBef>
              <a:spcAft>
                <a:spcPts val="0"/>
              </a:spcAft>
              <a:buClr>
                <a:srgbClr val="000000"/>
              </a:buClr>
              <a:buSzPts val="1000"/>
              <a:buNone/>
              <a:defRPr sz="1000">
                <a:solidFill>
                  <a:srgbClr val="000000"/>
                </a:solidFill>
              </a:defRPr>
            </a:lvl9pPr>
          </a:lstStyle>
          <a:p/>
        </p:txBody>
      </p:sp>
      <p:cxnSp>
        <p:nvCxnSpPr>
          <p:cNvPr id="289" name="Google Shape;289;p3"/>
          <p:cNvCxnSpPr/>
          <p:nvPr/>
        </p:nvCxnSpPr>
        <p:spPr>
          <a:xfrm flipH="1">
            <a:off x="3614691" y="1846962"/>
            <a:ext cx="600" cy="258300"/>
          </a:xfrm>
          <a:prstGeom prst="straightConnector1">
            <a:avLst/>
          </a:prstGeom>
          <a:noFill/>
          <a:ln cap="flat" cmpd="sng" w="28575">
            <a:solidFill>
              <a:srgbClr val="D9D9D9"/>
            </a:solidFill>
            <a:prstDash val="solid"/>
            <a:round/>
            <a:headEnd len="sm" w="sm" type="none"/>
            <a:tailEnd len="sm" w="sm" type="none"/>
          </a:ln>
        </p:spPr>
      </p:cxnSp>
      <p:sp>
        <p:nvSpPr>
          <p:cNvPr id="290" name="Google Shape;290;p3"/>
          <p:cNvSpPr txBox="1"/>
          <p:nvPr>
            <p:ph idx="6" type="subTitle"/>
          </p:nvPr>
        </p:nvSpPr>
        <p:spPr>
          <a:xfrm>
            <a:off x="7340100" y="1842586"/>
            <a:ext cx="2361300" cy="266400"/>
          </a:xfrm>
          <a:prstGeom prst="rect">
            <a:avLst/>
          </a:prstGeom>
          <a:noFill/>
          <a:ln>
            <a:noFill/>
          </a:ln>
        </p:spPr>
        <p:txBody>
          <a:bodyPr anchorCtr="0" anchor="ctr" bIns="36000" lIns="36000" spcFirstLastPara="1" rIns="36000" wrap="square" tIns="36000">
            <a:noAutofit/>
          </a:bodyPr>
          <a:lstStyle>
            <a:lvl1pPr lvl="0" rt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rtl="0" algn="ctr">
              <a:lnSpc>
                <a:spcPct val="90000"/>
              </a:lnSpc>
              <a:spcBef>
                <a:spcPts val="0"/>
              </a:spcBef>
              <a:spcAft>
                <a:spcPts val="0"/>
              </a:spcAft>
              <a:buClr>
                <a:srgbClr val="000000"/>
              </a:buClr>
              <a:buSzPts val="1000"/>
              <a:buNone/>
              <a:defRPr sz="1000">
                <a:solidFill>
                  <a:srgbClr val="000000"/>
                </a:solidFill>
              </a:defRPr>
            </a:lvl2pPr>
            <a:lvl3pPr lvl="2" rtl="0" algn="ctr">
              <a:lnSpc>
                <a:spcPct val="90000"/>
              </a:lnSpc>
              <a:spcBef>
                <a:spcPts val="0"/>
              </a:spcBef>
              <a:spcAft>
                <a:spcPts val="0"/>
              </a:spcAft>
              <a:buClr>
                <a:srgbClr val="000000"/>
              </a:buClr>
              <a:buSzPts val="1000"/>
              <a:buNone/>
              <a:defRPr sz="1000">
                <a:solidFill>
                  <a:srgbClr val="000000"/>
                </a:solidFill>
              </a:defRPr>
            </a:lvl3pPr>
            <a:lvl4pPr lvl="3" rtl="0" algn="ctr">
              <a:lnSpc>
                <a:spcPct val="90000"/>
              </a:lnSpc>
              <a:spcBef>
                <a:spcPts val="0"/>
              </a:spcBef>
              <a:spcAft>
                <a:spcPts val="0"/>
              </a:spcAft>
              <a:buClr>
                <a:srgbClr val="000000"/>
              </a:buClr>
              <a:buSzPts val="1000"/>
              <a:buNone/>
              <a:defRPr sz="1000">
                <a:solidFill>
                  <a:srgbClr val="000000"/>
                </a:solidFill>
              </a:defRPr>
            </a:lvl4pPr>
            <a:lvl5pPr lvl="4" rtl="0" algn="ctr">
              <a:lnSpc>
                <a:spcPct val="90000"/>
              </a:lnSpc>
              <a:spcBef>
                <a:spcPts val="0"/>
              </a:spcBef>
              <a:spcAft>
                <a:spcPts val="0"/>
              </a:spcAft>
              <a:buClr>
                <a:srgbClr val="000000"/>
              </a:buClr>
              <a:buSzPts val="1000"/>
              <a:buNone/>
              <a:defRPr sz="1000">
                <a:solidFill>
                  <a:srgbClr val="000000"/>
                </a:solidFill>
              </a:defRPr>
            </a:lvl5pPr>
            <a:lvl6pPr lvl="5" rtl="0" algn="ctr">
              <a:lnSpc>
                <a:spcPct val="90000"/>
              </a:lnSpc>
              <a:spcBef>
                <a:spcPts val="0"/>
              </a:spcBef>
              <a:spcAft>
                <a:spcPts val="0"/>
              </a:spcAft>
              <a:buClr>
                <a:srgbClr val="000000"/>
              </a:buClr>
              <a:buSzPts val="1000"/>
              <a:buNone/>
              <a:defRPr sz="1000">
                <a:solidFill>
                  <a:srgbClr val="000000"/>
                </a:solidFill>
              </a:defRPr>
            </a:lvl6pPr>
            <a:lvl7pPr lvl="6" rtl="0" algn="ctr">
              <a:lnSpc>
                <a:spcPct val="90000"/>
              </a:lnSpc>
              <a:spcBef>
                <a:spcPts val="0"/>
              </a:spcBef>
              <a:spcAft>
                <a:spcPts val="0"/>
              </a:spcAft>
              <a:buClr>
                <a:srgbClr val="000000"/>
              </a:buClr>
              <a:buSzPts val="1000"/>
              <a:buNone/>
              <a:defRPr sz="1000">
                <a:solidFill>
                  <a:srgbClr val="000000"/>
                </a:solidFill>
              </a:defRPr>
            </a:lvl7pPr>
            <a:lvl8pPr lvl="7" rtl="0" algn="ctr">
              <a:lnSpc>
                <a:spcPct val="90000"/>
              </a:lnSpc>
              <a:spcBef>
                <a:spcPts val="0"/>
              </a:spcBef>
              <a:spcAft>
                <a:spcPts val="0"/>
              </a:spcAft>
              <a:buClr>
                <a:srgbClr val="000000"/>
              </a:buClr>
              <a:buSzPts val="1000"/>
              <a:buNone/>
              <a:defRPr sz="1000">
                <a:solidFill>
                  <a:srgbClr val="000000"/>
                </a:solidFill>
              </a:defRPr>
            </a:lvl8pPr>
            <a:lvl9pPr lvl="8" rtl="0" algn="ctr">
              <a:lnSpc>
                <a:spcPct val="90000"/>
              </a:lnSpc>
              <a:spcBef>
                <a:spcPts val="0"/>
              </a:spcBef>
              <a:spcAft>
                <a:spcPts val="0"/>
              </a:spcAft>
              <a:buClr>
                <a:srgbClr val="000000"/>
              </a:buClr>
              <a:buSzPts val="1000"/>
              <a:buNone/>
              <a:defRPr sz="1000">
                <a:solidFill>
                  <a:srgbClr val="000000"/>
                </a:solidFill>
              </a:defRPr>
            </a:lvl9pPr>
          </a:lstStyle>
          <a:p/>
        </p:txBody>
      </p:sp>
      <p:sp>
        <p:nvSpPr>
          <p:cNvPr id="291" name="Google Shape;291;p3"/>
          <p:cNvSpPr txBox="1"/>
          <p:nvPr>
            <p:ph idx="7" type="subTitle"/>
          </p:nvPr>
        </p:nvSpPr>
        <p:spPr>
          <a:xfrm>
            <a:off x="3673650" y="1842583"/>
            <a:ext cx="1827600" cy="265800"/>
          </a:xfrm>
          <a:prstGeom prst="rect">
            <a:avLst/>
          </a:prstGeom>
          <a:noFill/>
          <a:ln>
            <a:noFill/>
          </a:ln>
        </p:spPr>
        <p:txBody>
          <a:bodyPr anchorCtr="0" anchor="ctr" bIns="36000" lIns="36000" spcFirstLastPara="1" rIns="36000" wrap="square" tIns="36000">
            <a:noAutofit/>
          </a:bodyPr>
          <a:lstStyle>
            <a:lvl1pPr lvl="0" rt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rtl="0" algn="ctr">
              <a:lnSpc>
                <a:spcPct val="90000"/>
              </a:lnSpc>
              <a:spcBef>
                <a:spcPts val="0"/>
              </a:spcBef>
              <a:spcAft>
                <a:spcPts val="0"/>
              </a:spcAft>
              <a:buClr>
                <a:srgbClr val="000000"/>
              </a:buClr>
              <a:buSzPts val="1000"/>
              <a:buNone/>
              <a:defRPr sz="1000">
                <a:solidFill>
                  <a:srgbClr val="000000"/>
                </a:solidFill>
              </a:defRPr>
            </a:lvl2pPr>
            <a:lvl3pPr lvl="2" rtl="0" algn="ctr">
              <a:lnSpc>
                <a:spcPct val="90000"/>
              </a:lnSpc>
              <a:spcBef>
                <a:spcPts val="0"/>
              </a:spcBef>
              <a:spcAft>
                <a:spcPts val="0"/>
              </a:spcAft>
              <a:buClr>
                <a:srgbClr val="000000"/>
              </a:buClr>
              <a:buSzPts val="1000"/>
              <a:buNone/>
              <a:defRPr sz="1000">
                <a:solidFill>
                  <a:srgbClr val="000000"/>
                </a:solidFill>
              </a:defRPr>
            </a:lvl3pPr>
            <a:lvl4pPr lvl="3" rtl="0" algn="ctr">
              <a:lnSpc>
                <a:spcPct val="90000"/>
              </a:lnSpc>
              <a:spcBef>
                <a:spcPts val="0"/>
              </a:spcBef>
              <a:spcAft>
                <a:spcPts val="0"/>
              </a:spcAft>
              <a:buClr>
                <a:srgbClr val="000000"/>
              </a:buClr>
              <a:buSzPts val="1000"/>
              <a:buNone/>
              <a:defRPr sz="1000">
                <a:solidFill>
                  <a:srgbClr val="000000"/>
                </a:solidFill>
              </a:defRPr>
            </a:lvl4pPr>
            <a:lvl5pPr lvl="4" rtl="0" algn="ctr">
              <a:lnSpc>
                <a:spcPct val="90000"/>
              </a:lnSpc>
              <a:spcBef>
                <a:spcPts val="0"/>
              </a:spcBef>
              <a:spcAft>
                <a:spcPts val="0"/>
              </a:spcAft>
              <a:buClr>
                <a:srgbClr val="000000"/>
              </a:buClr>
              <a:buSzPts val="1000"/>
              <a:buNone/>
              <a:defRPr sz="1000">
                <a:solidFill>
                  <a:srgbClr val="000000"/>
                </a:solidFill>
              </a:defRPr>
            </a:lvl5pPr>
            <a:lvl6pPr lvl="5" rtl="0" algn="ctr">
              <a:lnSpc>
                <a:spcPct val="90000"/>
              </a:lnSpc>
              <a:spcBef>
                <a:spcPts val="0"/>
              </a:spcBef>
              <a:spcAft>
                <a:spcPts val="0"/>
              </a:spcAft>
              <a:buClr>
                <a:srgbClr val="000000"/>
              </a:buClr>
              <a:buSzPts val="1000"/>
              <a:buNone/>
              <a:defRPr sz="1000">
                <a:solidFill>
                  <a:srgbClr val="000000"/>
                </a:solidFill>
              </a:defRPr>
            </a:lvl6pPr>
            <a:lvl7pPr lvl="6" rtl="0" algn="ctr">
              <a:lnSpc>
                <a:spcPct val="90000"/>
              </a:lnSpc>
              <a:spcBef>
                <a:spcPts val="0"/>
              </a:spcBef>
              <a:spcAft>
                <a:spcPts val="0"/>
              </a:spcAft>
              <a:buClr>
                <a:srgbClr val="000000"/>
              </a:buClr>
              <a:buSzPts val="1000"/>
              <a:buNone/>
              <a:defRPr sz="1000">
                <a:solidFill>
                  <a:srgbClr val="000000"/>
                </a:solidFill>
              </a:defRPr>
            </a:lvl7pPr>
            <a:lvl8pPr lvl="7" rtl="0" algn="ctr">
              <a:lnSpc>
                <a:spcPct val="90000"/>
              </a:lnSpc>
              <a:spcBef>
                <a:spcPts val="0"/>
              </a:spcBef>
              <a:spcAft>
                <a:spcPts val="0"/>
              </a:spcAft>
              <a:buClr>
                <a:srgbClr val="000000"/>
              </a:buClr>
              <a:buSzPts val="1000"/>
              <a:buNone/>
              <a:defRPr sz="1000">
                <a:solidFill>
                  <a:srgbClr val="000000"/>
                </a:solidFill>
              </a:defRPr>
            </a:lvl8pPr>
            <a:lvl9pPr lvl="8" rtl="0" algn="ctr">
              <a:lnSpc>
                <a:spcPct val="90000"/>
              </a:lnSpc>
              <a:spcBef>
                <a:spcPts val="0"/>
              </a:spcBef>
              <a:spcAft>
                <a:spcPts val="0"/>
              </a:spcAft>
              <a:buClr>
                <a:srgbClr val="000000"/>
              </a:buClr>
              <a:buSzPts val="1000"/>
              <a:buNone/>
              <a:defRPr sz="1000">
                <a:solidFill>
                  <a:srgbClr val="000000"/>
                </a:solidFill>
              </a:defRPr>
            </a:lvl9pPr>
          </a:lstStyle>
          <a:p/>
        </p:txBody>
      </p:sp>
      <p:sp>
        <p:nvSpPr>
          <p:cNvPr id="292" name="Google Shape;292;p3"/>
          <p:cNvSpPr txBox="1"/>
          <p:nvPr>
            <p:ph idx="8" type="subTitle"/>
          </p:nvPr>
        </p:nvSpPr>
        <p:spPr>
          <a:xfrm>
            <a:off x="5631975" y="1842588"/>
            <a:ext cx="1584600" cy="266400"/>
          </a:xfrm>
          <a:prstGeom prst="rect">
            <a:avLst/>
          </a:prstGeom>
          <a:noFill/>
          <a:ln>
            <a:noFill/>
          </a:ln>
        </p:spPr>
        <p:txBody>
          <a:bodyPr anchorCtr="0" anchor="ctr" bIns="36000" lIns="36000" spcFirstLastPara="1" rIns="36000" wrap="square" tIns="36000">
            <a:noAutofit/>
          </a:bodyPr>
          <a:lstStyle>
            <a:lvl1pPr lvl="0" rt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rtl="0" algn="ctr">
              <a:lnSpc>
                <a:spcPct val="90000"/>
              </a:lnSpc>
              <a:spcBef>
                <a:spcPts val="0"/>
              </a:spcBef>
              <a:spcAft>
                <a:spcPts val="0"/>
              </a:spcAft>
              <a:buClr>
                <a:srgbClr val="000000"/>
              </a:buClr>
              <a:buSzPts val="1000"/>
              <a:buNone/>
              <a:defRPr sz="1000">
                <a:solidFill>
                  <a:srgbClr val="000000"/>
                </a:solidFill>
              </a:defRPr>
            </a:lvl2pPr>
            <a:lvl3pPr lvl="2" rtl="0" algn="ctr">
              <a:lnSpc>
                <a:spcPct val="90000"/>
              </a:lnSpc>
              <a:spcBef>
                <a:spcPts val="0"/>
              </a:spcBef>
              <a:spcAft>
                <a:spcPts val="0"/>
              </a:spcAft>
              <a:buClr>
                <a:srgbClr val="000000"/>
              </a:buClr>
              <a:buSzPts val="1000"/>
              <a:buNone/>
              <a:defRPr sz="1000">
                <a:solidFill>
                  <a:srgbClr val="000000"/>
                </a:solidFill>
              </a:defRPr>
            </a:lvl3pPr>
            <a:lvl4pPr lvl="3" rtl="0" algn="ctr">
              <a:lnSpc>
                <a:spcPct val="90000"/>
              </a:lnSpc>
              <a:spcBef>
                <a:spcPts val="0"/>
              </a:spcBef>
              <a:spcAft>
                <a:spcPts val="0"/>
              </a:spcAft>
              <a:buClr>
                <a:srgbClr val="000000"/>
              </a:buClr>
              <a:buSzPts val="1000"/>
              <a:buNone/>
              <a:defRPr sz="1000">
                <a:solidFill>
                  <a:srgbClr val="000000"/>
                </a:solidFill>
              </a:defRPr>
            </a:lvl4pPr>
            <a:lvl5pPr lvl="4" rtl="0" algn="ctr">
              <a:lnSpc>
                <a:spcPct val="90000"/>
              </a:lnSpc>
              <a:spcBef>
                <a:spcPts val="0"/>
              </a:spcBef>
              <a:spcAft>
                <a:spcPts val="0"/>
              </a:spcAft>
              <a:buClr>
                <a:srgbClr val="000000"/>
              </a:buClr>
              <a:buSzPts val="1000"/>
              <a:buNone/>
              <a:defRPr sz="1000">
                <a:solidFill>
                  <a:srgbClr val="000000"/>
                </a:solidFill>
              </a:defRPr>
            </a:lvl5pPr>
            <a:lvl6pPr lvl="5" rtl="0" algn="ctr">
              <a:lnSpc>
                <a:spcPct val="90000"/>
              </a:lnSpc>
              <a:spcBef>
                <a:spcPts val="0"/>
              </a:spcBef>
              <a:spcAft>
                <a:spcPts val="0"/>
              </a:spcAft>
              <a:buClr>
                <a:srgbClr val="000000"/>
              </a:buClr>
              <a:buSzPts val="1000"/>
              <a:buNone/>
              <a:defRPr sz="1000">
                <a:solidFill>
                  <a:srgbClr val="000000"/>
                </a:solidFill>
              </a:defRPr>
            </a:lvl6pPr>
            <a:lvl7pPr lvl="6" rtl="0" algn="ctr">
              <a:lnSpc>
                <a:spcPct val="90000"/>
              </a:lnSpc>
              <a:spcBef>
                <a:spcPts val="0"/>
              </a:spcBef>
              <a:spcAft>
                <a:spcPts val="0"/>
              </a:spcAft>
              <a:buClr>
                <a:srgbClr val="000000"/>
              </a:buClr>
              <a:buSzPts val="1000"/>
              <a:buNone/>
              <a:defRPr sz="1000">
                <a:solidFill>
                  <a:srgbClr val="000000"/>
                </a:solidFill>
              </a:defRPr>
            </a:lvl7pPr>
            <a:lvl8pPr lvl="7" rtl="0" algn="ctr">
              <a:lnSpc>
                <a:spcPct val="90000"/>
              </a:lnSpc>
              <a:spcBef>
                <a:spcPts val="0"/>
              </a:spcBef>
              <a:spcAft>
                <a:spcPts val="0"/>
              </a:spcAft>
              <a:buClr>
                <a:srgbClr val="000000"/>
              </a:buClr>
              <a:buSzPts val="1000"/>
              <a:buNone/>
              <a:defRPr sz="1000">
                <a:solidFill>
                  <a:srgbClr val="000000"/>
                </a:solidFill>
              </a:defRPr>
            </a:lvl8pPr>
            <a:lvl9pPr lvl="8" rtl="0" algn="ctr">
              <a:lnSpc>
                <a:spcPct val="90000"/>
              </a:lnSpc>
              <a:spcBef>
                <a:spcPts val="0"/>
              </a:spcBef>
              <a:spcAft>
                <a:spcPts val="0"/>
              </a:spcAft>
              <a:buClr>
                <a:srgbClr val="000000"/>
              </a:buClr>
              <a:buSzPts val="1000"/>
              <a:buNone/>
              <a:defRPr sz="1000">
                <a:solidFill>
                  <a:srgbClr val="000000"/>
                </a:solidFill>
              </a:defRPr>
            </a:lvl9pPr>
          </a:lstStyle>
          <a:p/>
        </p:txBody>
      </p:sp>
      <p:cxnSp>
        <p:nvCxnSpPr>
          <p:cNvPr id="293" name="Google Shape;293;p3"/>
          <p:cNvCxnSpPr/>
          <p:nvPr/>
        </p:nvCxnSpPr>
        <p:spPr>
          <a:xfrm flipH="1">
            <a:off x="5566304" y="1842962"/>
            <a:ext cx="600" cy="258300"/>
          </a:xfrm>
          <a:prstGeom prst="straightConnector1">
            <a:avLst/>
          </a:prstGeom>
          <a:noFill/>
          <a:ln cap="flat" cmpd="sng" w="28575">
            <a:solidFill>
              <a:srgbClr val="D9D9D9"/>
            </a:solidFill>
            <a:prstDash val="solid"/>
            <a:round/>
            <a:headEnd len="sm" w="sm" type="none"/>
            <a:tailEnd len="sm" w="sm" type="none"/>
          </a:ln>
        </p:spPr>
      </p:cxnSp>
      <p:cxnSp>
        <p:nvCxnSpPr>
          <p:cNvPr id="294" name="Google Shape;294;p3"/>
          <p:cNvCxnSpPr/>
          <p:nvPr/>
        </p:nvCxnSpPr>
        <p:spPr>
          <a:xfrm flipH="1">
            <a:off x="7292829" y="1842587"/>
            <a:ext cx="600" cy="258300"/>
          </a:xfrm>
          <a:prstGeom prst="straightConnector1">
            <a:avLst/>
          </a:prstGeom>
          <a:noFill/>
          <a:ln cap="flat" cmpd="sng" w="28575">
            <a:solidFill>
              <a:srgbClr val="D9D9D9"/>
            </a:solidFill>
            <a:prstDash val="solid"/>
            <a:round/>
            <a:headEnd len="sm" w="sm" type="none"/>
            <a:tailEnd len="sm" w="sm" type="none"/>
          </a:ln>
        </p:spPr>
      </p:cxnSp>
      <p:cxnSp>
        <p:nvCxnSpPr>
          <p:cNvPr id="295" name="Google Shape;295;p3"/>
          <p:cNvCxnSpPr/>
          <p:nvPr/>
        </p:nvCxnSpPr>
        <p:spPr>
          <a:xfrm flipH="1">
            <a:off x="1137291" y="1842587"/>
            <a:ext cx="600" cy="258300"/>
          </a:xfrm>
          <a:prstGeom prst="straightConnector1">
            <a:avLst/>
          </a:prstGeom>
          <a:noFill/>
          <a:ln cap="flat" cmpd="sng" w="28575">
            <a:solidFill>
              <a:srgbClr val="D9D9D9"/>
            </a:solidFill>
            <a:prstDash val="solid"/>
            <a:round/>
            <a:headEnd len="sm" w="sm" type="none"/>
            <a:tailEnd len="sm" w="sm" type="none"/>
          </a:ln>
        </p:spPr>
      </p:cxnSp>
      <p:sp>
        <p:nvSpPr>
          <p:cNvPr id="296" name="Google Shape;296;p3"/>
          <p:cNvSpPr/>
          <p:nvPr/>
        </p:nvSpPr>
        <p:spPr>
          <a:xfrm>
            <a:off x="379388" y="2125324"/>
            <a:ext cx="9322800" cy="266400"/>
          </a:xfrm>
          <a:prstGeom prst="roundRect">
            <a:avLst>
              <a:gd fmla="val 12113" name="adj"/>
            </a:avLst>
          </a:prstGeom>
          <a:solidFill>
            <a:srgbClr val="FFFFFF"/>
          </a:solidFill>
          <a:ln cap="flat" cmpd="sng" w="9525">
            <a:solidFill>
              <a:srgbClr val="EFEFEF"/>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6000" spcFirstLastPara="1" rIns="0" wrap="square" tIns="0">
            <a:noAutofit/>
          </a:bodyPr>
          <a:lstStyle/>
          <a:p>
            <a:pPr indent="0" lvl="0" marL="0" rtl="0" algn="l">
              <a:lnSpc>
                <a:spcPct val="120000"/>
              </a:lnSpc>
              <a:spcBef>
                <a:spcPts val="0"/>
              </a:spcBef>
              <a:spcAft>
                <a:spcPts val="0"/>
              </a:spcAft>
              <a:buClr>
                <a:schemeClr val="dk1"/>
              </a:buClr>
              <a:buSzPts val="1100"/>
              <a:buFont typeface="Arial"/>
              <a:buNone/>
            </a:pPr>
            <a:r>
              <a:rPr b="1" lang="es-419" sz="800">
                <a:solidFill>
                  <a:schemeClr val="dk1"/>
                </a:solidFill>
                <a:latin typeface="Arvo"/>
                <a:ea typeface="Arvo"/>
                <a:cs typeface="Arvo"/>
                <a:sym typeface="Arvo"/>
              </a:rPr>
              <a:t>          Un(a)</a:t>
            </a:r>
            <a:endParaRPr b="1" sz="800">
              <a:latin typeface="Arvo"/>
              <a:ea typeface="Arvo"/>
              <a:cs typeface="Arvo"/>
              <a:sym typeface="Arvo"/>
            </a:endParaRPr>
          </a:p>
        </p:txBody>
      </p:sp>
      <p:sp>
        <p:nvSpPr>
          <p:cNvPr id="297" name="Google Shape;297;p3"/>
          <p:cNvSpPr txBox="1"/>
          <p:nvPr>
            <p:ph idx="9" type="subTitle"/>
          </p:nvPr>
        </p:nvSpPr>
        <p:spPr>
          <a:xfrm>
            <a:off x="1196438" y="2128995"/>
            <a:ext cx="2361300" cy="265800"/>
          </a:xfrm>
          <a:prstGeom prst="rect">
            <a:avLst/>
          </a:prstGeom>
          <a:noFill/>
          <a:ln>
            <a:noFill/>
          </a:ln>
        </p:spPr>
        <p:txBody>
          <a:bodyPr anchorCtr="0" anchor="ctr" bIns="36000" lIns="36000" spcFirstLastPara="1" rIns="36000" wrap="square" tIns="36000">
            <a:noAutofit/>
          </a:bodyPr>
          <a:lstStyle>
            <a:lvl1pPr lvl="0" rt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rtl="0" algn="ctr">
              <a:lnSpc>
                <a:spcPct val="90000"/>
              </a:lnSpc>
              <a:spcBef>
                <a:spcPts val="0"/>
              </a:spcBef>
              <a:spcAft>
                <a:spcPts val="0"/>
              </a:spcAft>
              <a:buClr>
                <a:srgbClr val="000000"/>
              </a:buClr>
              <a:buSzPts val="1000"/>
              <a:buNone/>
              <a:defRPr sz="1000">
                <a:solidFill>
                  <a:srgbClr val="000000"/>
                </a:solidFill>
              </a:defRPr>
            </a:lvl2pPr>
            <a:lvl3pPr lvl="2" rtl="0" algn="ctr">
              <a:lnSpc>
                <a:spcPct val="90000"/>
              </a:lnSpc>
              <a:spcBef>
                <a:spcPts val="0"/>
              </a:spcBef>
              <a:spcAft>
                <a:spcPts val="0"/>
              </a:spcAft>
              <a:buClr>
                <a:srgbClr val="000000"/>
              </a:buClr>
              <a:buSzPts val="1000"/>
              <a:buNone/>
              <a:defRPr sz="1000">
                <a:solidFill>
                  <a:srgbClr val="000000"/>
                </a:solidFill>
              </a:defRPr>
            </a:lvl3pPr>
            <a:lvl4pPr lvl="3" rtl="0" algn="ctr">
              <a:lnSpc>
                <a:spcPct val="90000"/>
              </a:lnSpc>
              <a:spcBef>
                <a:spcPts val="0"/>
              </a:spcBef>
              <a:spcAft>
                <a:spcPts val="0"/>
              </a:spcAft>
              <a:buClr>
                <a:srgbClr val="000000"/>
              </a:buClr>
              <a:buSzPts val="1000"/>
              <a:buNone/>
              <a:defRPr sz="1000">
                <a:solidFill>
                  <a:srgbClr val="000000"/>
                </a:solidFill>
              </a:defRPr>
            </a:lvl4pPr>
            <a:lvl5pPr lvl="4" rtl="0" algn="ctr">
              <a:lnSpc>
                <a:spcPct val="90000"/>
              </a:lnSpc>
              <a:spcBef>
                <a:spcPts val="0"/>
              </a:spcBef>
              <a:spcAft>
                <a:spcPts val="0"/>
              </a:spcAft>
              <a:buClr>
                <a:srgbClr val="000000"/>
              </a:buClr>
              <a:buSzPts val="1000"/>
              <a:buNone/>
              <a:defRPr sz="1000">
                <a:solidFill>
                  <a:srgbClr val="000000"/>
                </a:solidFill>
              </a:defRPr>
            </a:lvl5pPr>
            <a:lvl6pPr lvl="5" rtl="0" algn="ctr">
              <a:lnSpc>
                <a:spcPct val="90000"/>
              </a:lnSpc>
              <a:spcBef>
                <a:spcPts val="0"/>
              </a:spcBef>
              <a:spcAft>
                <a:spcPts val="0"/>
              </a:spcAft>
              <a:buClr>
                <a:srgbClr val="000000"/>
              </a:buClr>
              <a:buSzPts val="1000"/>
              <a:buNone/>
              <a:defRPr sz="1000">
                <a:solidFill>
                  <a:srgbClr val="000000"/>
                </a:solidFill>
              </a:defRPr>
            </a:lvl6pPr>
            <a:lvl7pPr lvl="6" rtl="0" algn="ctr">
              <a:lnSpc>
                <a:spcPct val="90000"/>
              </a:lnSpc>
              <a:spcBef>
                <a:spcPts val="0"/>
              </a:spcBef>
              <a:spcAft>
                <a:spcPts val="0"/>
              </a:spcAft>
              <a:buClr>
                <a:srgbClr val="000000"/>
              </a:buClr>
              <a:buSzPts val="1000"/>
              <a:buNone/>
              <a:defRPr sz="1000">
                <a:solidFill>
                  <a:srgbClr val="000000"/>
                </a:solidFill>
              </a:defRPr>
            </a:lvl7pPr>
            <a:lvl8pPr lvl="7" rtl="0" algn="ctr">
              <a:lnSpc>
                <a:spcPct val="90000"/>
              </a:lnSpc>
              <a:spcBef>
                <a:spcPts val="0"/>
              </a:spcBef>
              <a:spcAft>
                <a:spcPts val="0"/>
              </a:spcAft>
              <a:buClr>
                <a:srgbClr val="000000"/>
              </a:buClr>
              <a:buSzPts val="1000"/>
              <a:buNone/>
              <a:defRPr sz="1000">
                <a:solidFill>
                  <a:srgbClr val="000000"/>
                </a:solidFill>
              </a:defRPr>
            </a:lvl8pPr>
            <a:lvl9pPr lvl="8" rtl="0" algn="ctr">
              <a:lnSpc>
                <a:spcPct val="90000"/>
              </a:lnSpc>
              <a:spcBef>
                <a:spcPts val="0"/>
              </a:spcBef>
              <a:spcAft>
                <a:spcPts val="0"/>
              </a:spcAft>
              <a:buClr>
                <a:srgbClr val="000000"/>
              </a:buClr>
              <a:buSzPts val="1000"/>
              <a:buNone/>
              <a:defRPr sz="1000">
                <a:solidFill>
                  <a:srgbClr val="000000"/>
                </a:solidFill>
              </a:defRPr>
            </a:lvl9pPr>
          </a:lstStyle>
          <a:p/>
        </p:txBody>
      </p:sp>
      <p:cxnSp>
        <p:nvCxnSpPr>
          <p:cNvPr id="298" name="Google Shape;298;p3"/>
          <p:cNvCxnSpPr/>
          <p:nvPr/>
        </p:nvCxnSpPr>
        <p:spPr>
          <a:xfrm flipH="1">
            <a:off x="3615479" y="2133375"/>
            <a:ext cx="600" cy="258300"/>
          </a:xfrm>
          <a:prstGeom prst="straightConnector1">
            <a:avLst/>
          </a:prstGeom>
          <a:noFill/>
          <a:ln cap="flat" cmpd="sng" w="28575">
            <a:solidFill>
              <a:srgbClr val="D9D9D9"/>
            </a:solidFill>
            <a:prstDash val="solid"/>
            <a:round/>
            <a:headEnd len="sm" w="sm" type="none"/>
            <a:tailEnd len="sm" w="sm" type="none"/>
          </a:ln>
        </p:spPr>
      </p:cxnSp>
      <p:sp>
        <p:nvSpPr>
          <p:cNvPr id="299" name="Google Shape;299;p3"/>
          <p:cNvSpPr txBox="1"/>
          <p:nvPr>
            <p:ph idx="13" type="subTitle"/>
          </p:nvPr>
        </p:nvSpPr>
        <p:spPr>
          <a:xfrm>
            <a:off x="7340888" y="2128999"/>
            <a:ext cx="2361300" cy="266400"/>
          </a:xfrm>
          <a:prstGeom prst="rect">
            <a:avLst/>
          </a:prstGeom>
          <a:noFill/>
          <a:ln>
            <a:noFill/>
          </a:ln>
        </p:spPr>
        <p:txBody>
          <a:bodyPr anchorCtr="0" anchor="ctr" bIns="36000" lIns="36000" spcFirstLastPara="1" rIns="36000" wrap="square" tIns="36000">
            <a:noAutofit/>
          </a:bodyPr>
          <a:lstStyle>
            <a:lvl1pPr lvl="0" rt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rtl="0" algn="ctr">
              <a:lnSpc>
                <a:spcPct val="90000"/>
              </a:lnSpc>
              <a:spcBef>
                <a:spcPts val="0"/>
              </a:spcBef>
              <a:spcAft>
                <a:spcPts val="0"/>
              </a:spcAft>
              <a:buClr>
                <a:srgbClr val="000000"/>
              </a:buClr>
              <a:buSzPts val="1000"/>
              <a:buNone/>
              <a:defRPr sz="1000">
                <a:solidFill>
                  <a:srgbClr val="000000"/>
                </a:solidFill>
              </a:defRPr>
            </a:lvl2pPr>
            <a:lvl3pPr lvl="2" rtl="0" algn="ctr">
              <a:lnSpc>
                <a:spcPct val="90000"/>
              </a:lnSpc>
              <a:spcBef>
                <a:spcPts val="0"/>
              </a:spcBef>
              <a:spcAft>
                <a:spcPts val="0"/>
              </a:spcAft>
              <a:buClr>
                <a:srgbClr val="000000"/>
              </a:buClr>
              <a:buSzPts val="1000"/>
              <a:buNone/>
              <a:defRPr sz="1000">
                <a:solidFill>
                  <a:srgbClr val="000000"/>
                </a:solidFill>
              </a:defRPr>
            </a:lvl3pPr>
            <a:lvl4pPr lvl="3" rtl="0" algn="ctr">
              <a:lnSpc>
                <a:spcPct val="90000"/>
              </a:lnSpc>
              <a:spcBef>
                <a:spcPts val="0"/>
              </a:spcBef>
              <a:spcAft>
                <a:spcPts val="0"/>
              </a:spcAft>
              <a:buClr>
                <a:srgbClr val="000000"/>
              </a:buClr>
              <a:buSzPts val="1000"/>
              <a:buNone/>
              <a:defRPr sz="1000">
                <a:solidFill>
                  <a:srgbClr val="000000"/>
                </a:solidFill>
              </a:defRPr>
            </a:lvl4pPr>
            <a:lvl5pPr lvl="4" rtl="0" algn="ctr">
              <a:lnSpc>
                <a:spcPct val="90000"/>
              </a:lnSpc>
              <a:spcBef>
                <a:spcPts val="0"/>
              </a:spcBef>
              <a:spcAft>
                <a:spcPts val="0"/>
              </a:spcAft>
              <a:buClr>
                <a:srgbClr val="000000"/>
              </a:buClr>
              <a:buSzPts val="1000"/>
              <a:buNone/>
              <a:defRPr sz="1000">
                <a:solidFill>
                  <a:srgbClr val="000000"/>
                </a:solidFill>
              </a:defRPr>
            </a:lvl5pPr>
            <a:lvl6pPr lvl="5" rtl="0" algn="ctr">
              <a:lnSpc>
                <a:spcPct val="90000"/>
              </a:lnSpc>
              <a:spcBef>
                <a:spcPts val="0"/>
              </a:spcBef>
              <a:spcAft>
                <a:spcPts val="0"/>
              </a:spcAft>
              <a:buClr>
                <a:srgbClr val="000000"/>
              </a:buClr>
              <a:buSzPts val="1000"/>
              <a:buNone/>
              <a:defRPr sz="1000">
                <a:solidFill>
                  <a:srgbClr val="000000"/>
                </a:solidFill>
              </a:defRPr>
            </a:lvl6pPr>
            <a:lvl7pPr lvl="6" rtl="0" algn="ctr">
              <a:lnSpc>
                <a:spcPct val="90000"/>
              </a:lnSpc>
              <a:spcBef>
                <a:spcPts val="0"/>
              </a:spcBef>
              <a:spcAft>
                <a:spcPts val="0"/>
              </a:spcAft>
              <a:buClr>
                <a:srgbClr val="000000"/>
              </a:buClr>
              <a:buSzPts val="1000"/>
              <a:buNone/>
              <a:defRPr sz="1000">
                <a:solidFill>
                  <a:srgbClr val="000000"/>
                </a:solidFill>
              </a:defRPr>
            </a:lvl7pPr>
            <a:lvl8pPr lvl="7" rtl="0" algn="ctr">
              <a:lnSpc>
                <a:spcPct val="90000"/>
              </a:lnSpc>
              <a:spcBef>
                <a:spcPts val="0"/>
              </a:spcBef>
              <a:spcAft>
                <a:spcPts val="0"/>
              </a:spcAft>
              <a:buClr>
                <a:srgbClr val="000000"/>
              </a:buClr>
              <a:buSzPts val="1000"/>
              <a:buNone/>
              <a:defRPr sz="1000">
                <a:solidFill>
                  <a:srgbClr val="000000"/>
                </a:solidFill>
              </a:defRPr>
            </a:lvl8pPr>
            <a:lvl9pPr lvl="8" rtl="0" algn="ctr">
              <a:lnSpc>
                <a:spcPct val="90000"/>
              </a:lnSpc>
              <a:spcBef>
                <a:spcPts val="0"/>
              </a:spcBef>
              <a:spcAft>
                <a:spcPts val="0"/>
              </a:spcAft>
              <a:buClr>
                <a:srgbClr val="000000"/>
              </a:buClr>
              <a:buSzPts val="1000"/>
              <a:buNone/>
              <a:defRPr sz="1000">
                <a:solidFill>
                  <a:srgbClr val="000000"/>
                </a:solidFill>
              </a:defRPr>
            </a:lvl9pPr>
          </a:lstStyle>
          <a:p/>
        </p:txBody>
      </p:sp>
      <p:sp>
        <p:nvSpPr>
          <p:cNvPr id="300" name="Google Shape;300;p3"/>
          <p:cNvSpPr txBox="1"/>
          <p:nvPr>
            <p:ph idx="14" type="subTitle"/>
          </p:nvPr>
        </p:nvSpPr>
        <p:spPr>
          <a:xfrm>
            <a:off x="3674438" y="2128995"/>
            <a:ext cx="1827600" cy="265800"/>
          </a:xfrm>
          <a:prstGeom prst="rect">
            <a:avLst/>
          </a:prstGeom>
          <a:noFill/>
          <a:ln>
            <a:noFill/>
          </a:ln>
        </p:spPr>
        <p:txBody>
          <a:bodyPr anchorCtr="0" anchor="ctr" bIns="36000" lIns="36000" spcFirstLastPara="1" rIns="36000" wrap="square" tIns="36000">
            <a:noAutofit/>
          </a:bodyPr>
          <a:lstStyle>
            <a:lvl1pPr lvl="0" rt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rtl="0" algn="ctr">
              <a:lnSpc>
                <a:spcPct val="90000"/>
              </a:lnSpc>
              <a:spcBef>
                <a:spcPts val="0"/>
              </a:spcBef>
              <a:spcAft>
                <a:spcPts val="0"/>
              </a:spcAft>
              <a:buClr>
                <a:srgbClr val="000000"/>
              </a:buClr>
              <a:buSzPts val="1000"/>
              <a:buNone/>
              <a:defRPr sz="1000">
                <a:solidFill>
                  <a:srgbClr val="000000"/>
                </a:solidFill>
              </a:defRPr>
            </a:lvl2pPr>
            <a:lvl3pPr lvl="2" rtl="0" algn="ctr">
              <a:lnSpc>
                <a:spcPct val="90000"/>
              </a:lnSpc>
              <a:spcBef>
                <a:spcPts val="0"/>
              </a:spcBef>
              <a:spcAft>
                <a:spcPts val="0"/>
              </a:spcAft>
              <a:buClr>
                <a:srgbClr val="000000"/>
              </a:buClr>
              <a:buSzPts val="1000"/>
              <a:buNone/>
              <a:defRPr sz="1000">
                <a:solidFill>
                  <a:srgbClr val="000000"/>
                </a:solidFill>
              </a:defRPr>
            </a:lvl3pPr>
            <a:lvl4pPr lvl="3" rtl="0" algn="ctr">
              <a:lnSpc>
                <a:spcPct val="90000"/>
              </a:lnSpc>
              <a:spcBef>
                <a:spcPts val="0"/>
              </a:spcBef>
              <a:spcAft>
                <a:spcPts val="0"/>
              </a:spcAft>
              <a:buClr>
                <a:srgbClr val="000000"/>
              </a:buClr>
              <a:buSzPts val="1000"/>
              <a:buNone/>
              <a:defRPr sz="1000">
                <a:solidFill>
                  <a:srgbClr val="000000"/>
                </a:solidFill>
              </a:defRPr>
            </a:lvl4pPr>
            <a:lvl5pPr lvl="4" rtl="0" algn="ctr">
              <a:lnSpc>
                <a:spcPct val="90000"/>
              </a:lnSpc>
              <a:spcBef>
                <a:spcPts val="0"/>
              </a:spcBef>
              <a:spcAft>
                <a:spcPts val="0"/>
              </a:spcAft>
              <a:buClr>
                <a:srgbClr val="000000"/>
              </a:buClr>
              <a:buSzPts val="1000"/>
              <a:buNone/>
              <a:defRPr sz="1000">
                <a:solidFill>
                  <a:srgbClr val="000000"/>
                </a:solidFill>
              </a:defRPr>
            </a:lvl5pPr>
            <a:lvl6pPr lvl="5" rtl="0" algn="ctr">
              <a:lnSpc>
                <a:spcPct val="90000"/>
              </a:lnSpc>
              <a:spcBef>
                <a:spcPts val="0"/>
              </a:spcBef>
              <a:spcAft>
                <a:spcPts val="0"/>
              </a:spcAft>
              <a:buClr>
                <a:srgbClr val="000000"/>
              </a:buClr>
              <a:buSzPts val="1000"/>
              <a:buNone/>
              <a:defRPr sz="1000">
                <a:solidFill>
                  <a:srgbClr val="000000"/>
                </a:solidFill>
              </a:defRPr>
            </a:lvl6pPr>
            <a:lvl7pPr lvl="6" rtl="0" algn="ctr">
              <a:lnSpc>
                <a:spcPct val="90000"/>
              </a:lnSpc>
              <a:spcBef>
                <a:spcPts val="0"/>
              </a:spcBef>
              <a:spcAft>
                <a:spcPts val="0"/>
              </a:spcAft>
              <a:buClr>
                <a:srgbClr val="000000"/>
              </a:buClr>
              <a:buSzPts val="1000"/>
              <a:buNone/>
              <a:defRPr sz="1000">
                <a:solidFill>
                  <a:srgbClr val="000000"/>
                </a:solidFill>
              </a:defRPr>
            </a:lvl7pPr>
            <a:lvl8pPr lvl="7" rtl="0" algn="ctr">
              <a:lnSpc>
                <a:spcPct val="90000"/>
              </a:lnSpc>
              <a:spcBef>
                <a:spcPts val="0"/>
              </a:spcBef>
              <a:spcAft>
                <a:spcPts val="0"/>
              </a:spcAft>
              <a:buClr>
                <a:srgbClr val="000000"/>
              </a:buClr>
              <a:buSzPts val="1000"/>
              <a:buNone/>
              <a:defRPr sz="1000">
                <a:solidFill>
                  <a:srgbClr val="000000"/>
                </a:solidFill>
              </a:defRPr>
            </a:lvl8pPr>
            <a:lvl9pPr lvl="8" rtl="0" algn="ctr">
              <a:lnSpc>
                <a:spcPct val="90000"/>
              </a:lnSpc>
              <a:spcBef>
                <a:spcPts val="0"/>
              </a:spcBef>
              <a:spcAft>
                <a:spcPts val="0"/>
              </a:spcAft>
              <a:buClr>
                <a:srgbClr val="000000"/>
              </a:buClr>
              <a:buSzPts val="1000"/>
              <a:buNone/>
              <a:defRPr sz="1000">
                <a:solidFill>
                  <a:srgbClr val="000000"/>
                </a:solidFill>
              </a:defRPr>
            </a:lvl9pPr>
          </a:lstStyle>
          <a:p/>
        </p:txBody>
      </p:sp>
      <p:sp>
        <p:nvSpPr>
          <p:cNvPr id="301" name="Google Shape;301;p3"/>
          <p:cNvSpPr txBox="1"/>
          <p:nvPr>
            <p:ph idx="15" type="subTitle"/>
          </p:nvPr>
        </p:nvSpPr>
        <p:spPr>
          <a:xfrm>
            <a:off x="5632763" y="2129000"/>
            <a:ext cx="1584600" cy="266400"/>
          </a:xfrm>
          <a:prstGeom prst="rect">
            <a:avLst/>
          </a:prstGeom>
          <a:noFill/>
          <a:ln>
            <a:noFill/>
          </a:ln>
        </p:spPr>
        <p:txBody>
          <a:bodyPr anchorCtr="0" anchor="ctr" bIns="36000" lIns="36000" spcFirstLastPara="1" rIns="36000" wrap="square" tIns="36000">
            <a:noAutofit/>
          </a:bodyPr>
          <a:lstStyle>
            <a:lvl1pPr lvl="0" rt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rtl="0" algn="ctr">
              <a:lnSpc>
                <a:spcPct val="90000"/>
              </a:lnSpc>
              <a:spcBef>
                <a:spcPts val="0"/>
              </a:spcBef>
              <a:spcAft>
                <a:spcPts val="0"/>
              </a:spcAft>
              <a:buClr>
                <a:srgbClr val="000000"/>
              </a:buClr>
              <a:buSzPts val="1000"/>
              <a:buNone/>
              <a:defRPr sz="1000">
                <a:solidFill>
                  <a:srgbClr val="000000"/>
                </a:solidFill>
              </a:defRPr>
            </a:lvl2pPr>
            <a:lvl3pPr lvl="2" rtl="0" algn="ctr">
              <a:lnSpc>
                <a:spcPct val="90000"/>
              </a:lnSpc>
              <a:spcBef>
                <a:spcPts val="0"/>
              </a:spcBef>
              <a:spcAft>
                <a:spcPts val="0"/>
              </a:spcAft>
              <a:buClr>
                <a:srgbClr val="000000"/>
              </a:buClr>
              <a:buSzPts val="1000"/>
              <a:buNone/>
              <a:defRPr sz="1000">
                <a:solidFill>
                  <a:srgbClr val="000000"/>
                </a:solidFill>
              </a:defRPr>
            </a:lvl3pPr>
            <a:lvl4pPr lvl="3" rtl="0" algn="ctr">
              <a:lnSpc>
                <a:spcPct val="90000"/>
              </a:lnSpc>
              <a:spcBef>
                <a:spcPts val="0"/>
              </a:spcBef>
              <a:spcAft>
                <a:spcPts val="0"/>
              </a:spcAft>
              <a:buClr>
                <a:srgbClr val="000000"/>
              </a:buClr>
              <a:buSzPts val="1000"/>
              <a:buNone/>
              <a:defRPr sz="1000">
                <a:solidFill>
                  <a:srgbClr val="000000"/>
                </a:solidFill>
              </a:defRPr>
            </a:lvl4pPr>
            <a:lvl5pPr lvl="4" rtl="0" algn="ctr">
              <a:lnSpc>
                <a:spcPct val="90000"/>
              </a:lnSpc>
              <a:spcBef>
                <a:spcPts val="0"/>
              </a:spcBef>
              <a:spcAft>
                <a:spcPts val="0"/>
              </a:spcAft>
              <a:buClr>
                <a:srgbClr val="000000"/>
              </a:buClr>
              <a:buSzPts val="1000"/>
              <a:buNone/>
              <a:defRPr sz="1000">
                <a:solidFill>
                  <a:srgbClr val="000000"/>
                </a:solidFill>
              </a:defRPr>
            </a:lvl5pPr>
            <a:lvl6pPr lvl="5" rtl="0" algn="ctr">
              <a:lnSpc>
                <a:spcPct val="90000"/>
              </a:lnSpc>
              <a:spcBef>
                <a:spcPts val="0"/>
              </a:spcBef>
              <a:spcAft>
                <a:spcPts val="0"/>
              </a:spcAft>
              <a:buClr>
                <a:srgbClr val="000000"/>
              </a:buClr>
              <a:buSzPts val="1000"/>
              <a:buNone/>
              <a:defRPr sz="1000">
                <a:solidFill>
                  <a:srgbClr val="000000"/>
                </a:solidFill>
              </a:defRPr>
            </a:lvl6pPr>
            <a:lvl7pPr lvl="6" rtl="0" algn="ctr">
              <a:lnSpc>
                <a:spcPct val="90000"/>
              </a:lnSpc>
              <a:spcBef>
                <a:spcPts val="0"/>
              </a:spcBef>
              <a:spcAft>
                <a:spcPts val="0"/>
              </a:spcAft>
              <a:buClr>
                <a:srgbClr val="000000"/>
              </a:buClr>
              <a:buSzPts val="1000"/>
              <a:buNone/>
              <a:defRPr sz="1000">
                <a:solidFill>
                  <a:srgbClr val="000000"/>
                </a:solidFill>
              </a:defRPr>
            </a:lvl7pPr>
            <a:lvl8pPr lvl="7" rtl="0" algn="ctr">
              <a:lnSpc>
                <a:spcPct val="90000"/>
              </a:lnSpc>
              <a:spcBef>
                <a:spcPts val="0"/>
              </a:spcBef>
              <a:spcAft>
                <a:spcPts val="0"/>
              </a:spcAft>
              <a:buClr>
                <a:srgbClr val="000000"/>
              </a:buClr>
              <a:buSzPts val="1000"/>
              <a:buNone/>
              <a:defRPr sz="1000">
                <a:solidFill>
                  <a:srgbClr val="000000"/>
                </a:solidFill>
              </a:defRPr>
            </a:lvl8pPr>
            <a:lvl9pPr lvl="8" rtl="0" algn="ctr">
              <a:lnSpc>
                <a:spcPct val="90000"/>
              </a:lnSpc>
              <a:spcBef>
                <a:spcPts val="0"/>
              </a:spcBef>
              <a:spcAft>
                <a:spcPts val="0"/>
              </a:spcAft>
              <a:buClr>
                <a:srgbClr val="000000"/>
              </a:buClr>
              <a:buSzPts val="1000"/>
              <a:buNone/>
              <a:defRPr sz="1000">
                <a:solidFill>
                  <a:srgbClr val="000000"/>
                </a:solidFill>
              </a:defRPr>
            </a:lvl9pPr>
          </a:lstStyle>
          <a:p/>
        </p:txBody>
      </p:sp>
      <p:cxnSp>
        <p:nvCxnSpPr>
          <p:cNvPr id="302" name="Google Shape;302;p3"/>
          <p:cNvCxnSpPr/>
          <p:nvPr/>
        </p:nvCxnSpPr>
        <p:spPr>
          <a:xfrm flipH="1">
            <a:off x="5567091" y="2129375"/>
            <a:ext cx="600" cy="258300"/>
          </a:xfrm>
          <a:prstGeom prst="straightConnector1">
            <a:avLst/>
          </a:prstGeom>
          <a:noFill/>
          <a:ln cap="flat" cmpd="sng" w="28575">
            <a:solidFill>
              <a:srgbClr val="D9D9D9"/>
            </a:solidFill>
            <a:prstDash val="solid"/>
            <a:round/>
            <a:headEnd len="sm" w="sm" type="none"/>
            <a:tailEnd len="sm" w="sm" type="none"/>
          </a:ln>
        </p:spPr>
      </p:cxnSp>
      <p:cxnSp>
        <p:nvCxnSpPr>
          <p:cNvPr id="303" name="Google Shape;303;p3"/>
          <p:cNvCxnSpPr/>
          <p:nvPr/>
        </p:nvCxnSpPr>
        <p:spPr>
          <a:xfrm flipH="1">
            <a:off x="7293616" y="2129000"/>
            <a:ext cx="600" cy="258300"/>
          </a:xfrm>
          <a:prstGeom prst="straightConnector1">
            <a:avLst/>
          </a:prstGeom>
          <a:noFill/>
          <a:ln cap="flat" cmpd="sng" w="28575">
            <a:solidFill>
              <a:srgbClr val="D9D9D9"/>
            </a:solidFill>
            <a:prstDash val="solid"/>
            <a:round/>
            <a:headEnd len="sm" w="sm" type="none"/>
            <a:tailEnd len="sm" w="sm" type="none"/>
          </a:ln>
        </p:spPr>
      </p:cxnSp>
      <p:cxnSp>
        <p:nvCxnSpPr>
          <p:cNvPr id="304" name="Google Shape;304;p3"/>
          <p:cNvCxnSpPr/>
          <p:nvPr/>
        </p:nvCxnSpPr>
        <p:spPr>
          <a:xfrm flipH="1">
            <a:off x="1138079" y="2129000"/>
            <a:ext cx="600" cy="258300"/>
          </a:xfrm>
          <a:prstGeom prst="straightConnector1">
            <a:avLst/>
          </a:prstGeom>
          <a:noFill/>
          <a:ln cap="flat" cmpd="sng" w="28575">
            <a:solidFill>
              <a:srgbClr val="D9D9D9"/>
            </a:solidFill>
            <a:prstDash val="solid"/>
            <a:round/>
            <a:headEnd len="sm" w="sm" type="none"/>
            <a:tailEnd len="sm" w="sm" type="none"/>
          </a:ln>
        </p:spPr>
      </p:cxnSp>
      <p:sp>
        <p:nvSpPr>
          <p:cNvPr id="305" name="Google Shape;305;p3"/>
          <p:cNvSpPr/>
          <p:nvPr/>
        </p:nvSpPr>
        <p:spPr>
          <a:xfrm>
            <a:off x="379388" y="2430286"/>
            <a:ext cx="9322800" cy="266400"/>
          </a:xfrm>
          <a:prstGeom prst="roundRect">
            <a:avLst>
              <a:gd fmla="val 12113" name="adj"/>
            </a:avLst>
          </a:prstGeom>
          <a:solidFill>
            <a:srgbClr val="FFFFFF"/>
          </a:solidFill>
          <a:ln cap="flat" cmpd="sng" w="9525">
            <a:solidFill>
              <a:srgbClr val="EFEFEF"/>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6000" spcFirstLastPara="1" rIns="0" wrap="square" tIns="0">
            <a:noAutofit/>
          </a:bodyPr>
          <a:lstStyle/>
          <a:p>
            <a:pPr indent="0" lvl="0" marL="0" rtl="0" algn="l">
              <a:lnSpc>
                <a:spcPct val="120000"/>
              </a:lnSpc>
              <a:spcBef>
                <a:spcPts val="0"/>
              </a:spcBef>
              <a:spcAft>
                <a:spcPts val="0"/>
              </a:spcAft>
              <a:buClr>
                <a:schemeClr val="dk1"/>
              </a:buClr>
              <a:buSzPts val="1100"/>
              <a:buFont typeface="Arial"/>
              <a:buNone/>
            </a:pPr>
            <a:r>
              <a:rPr b="1" lang="es-419" sz="800">
                <a:solidFill>
                  <a:schemeClr val="dk1"/>
                </a:solidFill>
                <a:latin typeface="Arvo"/>
                <a:ea typeface="Arvo"/>
                <a:cs typeface="Arvo"/>
                <a:sym typeface="Arvo"/>
              </a:rPr>
              <a:t>          Un(a)</a:t>
            </a:r>
            <a:endParaRPr b="1" sz="800">
              <a:latin typeface="Arvo"/>
              <a:ea typeface="Arvo"/>
              <a:cs typeface="Arvo"/>
              <a:sym typeface="Arvo"/>
            </a:endParaRPr>
          </a:p>
        </p:txBody>
      </p:sp>
      <p:sp>
        <p:nvSpPr>
          <p:cNvPr id="306" name="Google Shape;306;p3"/>
          <p:cNvSpPr txBox="1"/>
          <p:nvPr>
            <p:ph idx="16" type="subTitle"/>
          </p:nvPr>
        </p:nvSpPr>
        <p:spPr>
          <a:xfrm>
            <a:off x="1196438" y="2433957"/>
            <a:ext cx="2361300" cy="265800"/>
          </a:xfrm>
          <a:prstGeom prst="rect">
            <a:avLst/>
          </a:prstGeom>
          <a:noFill/>
          <a:ln>
            <a:noFill/>
          </a:ln>
        </p:spPr>
        <p:txBody>
          <a:bodyPr anchorCtr="0" anchor="ctr" bIns="36000" lIns="36000" spcFirstLastPara="1" rIns="36000" wrap="square" tIns="36000">
            <a:noAutofit/>
          </a:bodyPr>
          <a:lstStyle>
            <a:lvl1pPr lvl="0" rt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rtl="0" algn="ctr">
              <a:lnSpc>
                <a:spcPct val="90000"/>
              </a:lnSpc>
              <a:spcBef>
                <a:spcPts val="0"/>
              </a:spcBef>
              <a:spcAft>
                <a:spcPts val="0"/>
              </a:spcAft>
              <a:buClr>
                <a:srgbClr val="000000"/>
              </a:buClr>
              <a:buSzPts val="1000"/>
              <a:buNone/>
              <a:defRPr sz="1000">
                <a:solidFill>
                  <a:srgbClr val="000000"/>
                </a:solidFill>
              </a:defRPr>
            </a:lvl2pPr>
            <a:lvl3pPr lvl="2" rtl="0" algn="ctr">
              <a:lnSpc>
                <a:spcPct val="90000"/>
              </a:lnSpc>
              <a:spcBef>
                <a:spcPts val="0"/>
              </a:spcBef>
              <a:spcAft>
                <a:spcPts val="0"/>
              </a:spcAft>
              <a:buClr>
                <a:srgbClr val="000000"/>
              </a:buClr>
              <a:buSzPts val="1000"/>
              <a:buNone/>
              <a:defRPr sz="1000">
                <a:solidFill>
                  <a:srgbClr val="000000"/>
                </a:solidFill>
              </a:defRPr>
            </a:lvl3pPr>
            <a:lvl4pPr lvl="3" rtl="0" algn="ctr">
              <a:lnSpc>
                <a:spcPct val="90000"/>
              </a:lnSpc>
              <a:spcBef>
                <a:spcPts val="0"/>
              </a:spcBef>
              <a:spcAft>
                <a:spcPts val="0"/>
              </a:spcAft>
              <a:buClr>
                <a:srgbClr val="000000"/>
              </a:buClr>
              <a:buSzPts val="1000"/>
              <a:buNone/>
              <a:defRPr sz="1000">
                <a:solidFill>
                  <a:srgbClr val="000000"/>
                </a:solidFill>
              </a:defRPr>
            </a:lvl4pPr>
            <a:lvl5pPr lvl="4" rtl="0" algn="ctr">
              <a:lnSpc>
                <a:spcPct val="90000"/>
              </a:lnSpc>
              <a:spcBef>
                <a:spcPts val="0"/>
              </a:spcBef>
              <a:spcAft>
                <a:spcPts val="0"/>
              </a:spcAft>
              <a:buClr>
                <a:srgbClr val="000000"/>
              </a:buClr>
              <a:buSzPts val="1000"/>
              <a:buNone/>
              <a:defRPr sz="1000">
                <a:solidFill>
                  <a:srgbClr val="000000"/>
                </a:solidFill>
              </a:defRPr>
            </a:lvl5pPr>
            <a:lvl6pPr lvl="5" rtl="0" algn="ctr">
              <a:lnSpc>
                <a:spcPct val="90000"/>
              </a:lnSpc>
              <a:spcBef>
                <a:spcPts val="0"/>
              </a:spcBef>
              <a:spcAft>
                <a:spcPts val="0"/>
              </a:spcAft>
              <a:buClr>
                <a:srgbClr val="000000"/>
              </a:buClr>
              <a:buSzPts val="1000"/>
              <a:buNone/>
              <a:defRPr sz="1000">
                <a:solidFill>
                  <a:srgbClr val="000000"/>
                </a:solidFill>
              </a:defRPr>
            </a:lvl6pPr>
            <a:lvl7pPr lvl="6" rtl="0" algn="ctr">
              <a:lnSpc>
                <a:spcPct val="90000"/>
              </a:lnSpc>
              <a:spcBef>
                <a:spcPts val="0"/>
              </a:spcBef>
              <a:spcAft>
                <a:spcPts val="0"/>
              </a:spcAft>
              <a:buClr>
                <a:srgbClr val="000000"/>
              </a:buClr>
              <a:buSzPts val="1000"/>
              <a:buNone/>
              <a:defRPr sz="1000">
                <a:solidFill>
                  <a:srgbClr val="000000"/>
                </a:solidFill>
              </a:defRPr>
            </a:lvl7pPr>
            <a:lvl8pPr lvl="7" rtl="0" algn="ctr">
              <a:lnSpc>
                <a:spcPct val="90000"/>
              </a:lnSpc>
              <a:spcBef>
                <a:spcPts val="0"/>
              </a:spcBef>
              <a:spcAft>
                <a:spcPts val="0"/>
              </a:spcAft>
              <a:buClr>
                <a:srgbClr val="000000"/>
              </a:buClr>
              <a:buSzPts val="1000"/>
              <a:buNone/>
              <a:defRPr sz="1000">
                <a:solidFill>
                  <a:srgbClr val="000000"/>
                </a:solidFill>
              </a:defRPr>
            </a:lvl8pPr>
            <a:lvl9pPr lvl="8" rtl="0" algn="ctr">
              <a:lnSpc>
                <a:spcPct val="90000"/>
              </a:lnSpc>
              <a:spcBef>
                <a:spcPts val="0"/>
              </a:spcBef>
              <a:spcAft>
                <a:spcPts val="0"/>
              </a:spcAft>
              <a:buClr>
                <a:srgbClr val="000000"/>
              </a:buClr>
              <a:buSzPts val="1000"/>
              <a:buNone/>
              <a:defRPr sz="1000">
                <a:solidFill>
                  <a:srgbClr val="000000"/>
                </a:solidFill>
              </a:defRPr>
            </a:lvl9pPr>
          </a:lstStyle>
          <a:p/>
        </p:txBody>
      </p:sp>
      <p:cxnSp>
        <p:nvCxnSpPr>
          <p:cNvPr id="307" name="Google Shape;307;p3"/>
          <p:cNvCxnSpPr/>
          <p:nvPr/>
        </p:nvCxnSpPr>
        <p:spPr>
          <a:xfrm flipH="1">
            <a:off x="3615479" y="2438337"/>
            <a:ext cx="600" cy="258300"/>
          </a:xfrm>
          <a:prstGeom prst="straightConnector1">
            <a:avLst/>
          </a:prstGeom>
          <a:noFill/>
          <a:ln cap="flat" cmpd="sng" w="28575">
            <a:solidFill>
              <a:srgbClr val="D9D9D9"/>
            </a:solidFill>
            <a:prstDash val="solid"/>
            <a:round/>
            <a:headEnd len="sm" w="sm" type="none"/>
            <a:tailEnd len="sm" w="sm" type="none"/>
          </a:ln>
        </p:spPr>
      </p:cxnSp>
      <p:sp>
        <p:nvSpPr>
          <p:cNvPr id="308" name="Google Shape;308;p3"/>
          <p:cNvSpPr txBox="1"/>
          <p:nvPr>
            <p:ph idx="17" type="subTitle"/>
          </p:nvPr>
        </p:nvSpPr>
        <p:spPr>
          <a:xfrm>
            <a:off x="7340888" y="2433961"/>
            <a:ext cx="2361300" cy="266400"/>
          </a:xfrm>
          <a:prstGeom prst="rect">
            <a:avLst/>
          </a:prstGeom>
          <a:noFill/>
          <a:ln>
            <a:noFill/>
          </a:ln>
        </p:spPr>
        <p:txBody>
          <a:bodyPr anchorCtr="0" anchor="ctr" bIns="36000" lIns="36000" spcFirstLastPara="1" rIns="36000" wrap="square" tIns="36000">
            <a:noAutofit/>
          </a:bodyPr>
          <a:lstStyle>
            <a:lvl1pPr lvl="0" rt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rtl="0" algn="ctr">
              <a:lnSpc>
                <a:spcPct val="90000"/>
              </a:lnSpc>
              <a:spcBef>
                <a:spcPts val="0"/>
              </a:spcBef>
              <a:spcAft>
                <a:spcPts val="0"/>
              </a:spcAft>
              <a:buClr>
                <a:srgbClr val="000000"/>
              </a:buClr>
              <a:buSzPts val="1000"/>
              <a:buNone/>
              <a:defRPr sz="1000">
                <a:solidFill>
                  <a:srgbClr val="000000"/>
                </a:solidFill>
              </a:defRPr>
            </a:lvl2pPr>
            <a:lvl3pPr lvl="2" rtl="0" algn="ctr">
              <a:lnSpc>
                <a:spcPct val="90000"/>
              </a:lnSpc>
              <a:spcBef>
                <a:spcPts val="0"/>
              </a:spcBef>
              <a:spcAft>
                <a:spcPts val="0"/>
              </a:spcAft>
              <a:buClr>
                <a:srgbClr val="000000"/>
              </a:buClr>
              <a:buSzPts val="1000"/>
              <a:buNone/>
              <a:defRPr sz="1000">
                <a:solidFill>
                  <a:srgbClr val="000000"/>
                </a:solidFill>
              </a:defRPr>
            </a:lvl3pPr>
            <a:lvl4pPr lvl="3" rtl="0" algn="ctr">
              <a:lnSpc>
                <a:spcPct val="90000"/>
              </a:lnSpc>
              <a:spcBef>
                <a:spcPts val="0"/>
              </a:spcBef>
              <a:spcAft>
                <a:spcPts val="0"/>
              </a:spcAft>
              <a:buClr>
                <a:srgbClr val="000000"/>
              </a:buClr>
              <a:buSzPts val="1000"/>
              <a:buNone/>
              <a:defRPr sz="1000">
                <a:solidFill>
                  <a:srgbClr val="000000"/>
                </a:solidFill>
              </a:defRPr>
            </a:lvl4pPr>
            <a:lvl5pPr lvl="4" rtl="0" algn="ctr">
              <a:lnSpc>
                <a:spcPct val="90000"/>
              </a:lnSpc>
              <a:spcBef>
                <a:spcPts val="0"/>
              </a:spcBef>
              <a:spcAft>
                <a:spcPts val="0"/>
              </a:spcAft>
              <a:buClr>
                <a:srgbClr val="000000"/>
              </a:buClr>
              <a:buSzPts val="1000"/>
              <a:buNone/>
              <a:defRPr sz="1000">
                <a:solidFill>
                  <a:srgbClr val="000000"/>
                </a:solidFill>
              </a:defRPr>
            </a:lvl5pPr>
            <a:lvl6pPr lvl="5" rtl="0" algn="ctr">
              <a:lnSpc>
                <a:spcPct val="90000"/>
              </a:lnSpc>
              <a:spcBef>
                <a:spcPts val="0"/>
              </a:spcBef>
              <a:spcAft>
                <a:spcPts val="0"/>
              </a:spcAft>
              <a:buClr>
                <a:srgbClr val="000000"/>
              </a:buClr>
              <a:buSzPts val="1000"/>
              <a:buNone/>
              <a:defRPr sz="1000">
                <a:solidFill>
                  <a:srgbClr val="000000"/>
                </a:solidFill>
              </a:defRPr>
            </a:lvl6pPr>
            <a:lvl7pPr lvl="6" rtl="0" algn="ctr">
              <a:lnSpc>
                <a:spcPct val="90000"/>
              </a:lnSpc>
              <a:spcBef>
                <a:spcPts val="0"/>
              </a:spcBef>
              <a:spcAft>
                <a:spcPts val="0"/>
              </a:spcAft>
              <a:buClr>
                <a:srgbClr val="000000"/>
              </a:buClr>
              <a:buSzPts val="1000"/>
              <a:buNone/>
              <a:defRPr sz="1000">
                <a:solidFill>
                  <a:srgbClr val="000000"/>
                </a:solidFill>
              </a:defRPr>
            </a:lvl7pPr>
            <a:lvl8pPr lvl="7" rtl="0" algn="ctr">
              <a:lnSpc>
                <a:spcPct val="90000"/>
              </a:lnSpc>
              <a:spcBef>
                <a:spcPts val="0"/>
              </a:spcBef>
              <a:spcAft>
                <a:spcPts val="0"/>
              </a:spcAft>
              <a:buClr>
                <a:srgbClr val="000000"/>
              </a:buClr>
              <a:buSzPts val="1000"/>
              <a:buNone/>
              <a:defRPr sz="1000">
                <a:solidFill>
                  <a:srgbClr val="000000"/>
                </a:solidFill>
              </a:defRPr>
            </a:lvl8pPr>
            <a:lvl9pPr lvl="8" rtl="0" algn="ctr">
              <a:lnSpc>
                <a:spcPct val="90000"/>
              </a:lnSpc>
              <a:spcBef>
                <a:spcPts val="0"/>
              </a:spcBef>
              <a:spcAft>
                <a:spcPts val="0"/>
              </a:spcAft>
              <a:buClr>
                <a:srgbClr val="000000"/>
              </a:buClr>
              <a:buSzPts val="1000"/>
              <a:buNone/>
              <a:defRPr sz="1000">
                <a:solidFill>
                  <a:srgbClr val="000000"/>
                </a:solidFill>
              </a:defRPr>
            </a:lvl9pPr>
          </a:lstStyle>
          <a:p/>
        </p:txBody>
      </p:sp>
      <p:sp>
        <p:nvSpPr>
          <p:cNvPr id="309" name="Google Shape;309;p3"/>
          <p:cNvSpPr txBox="1"/>
          <p:nvPr>
            <p:ph idx="18" type="subTitle"/>
          </p:nvPr>
        </p:nvSpPr>
        <p:spPr>
          <a:xfrm>
            <a:off x="3674438" y="2433958"/>
            <a:ext cx="1827600" cy="265800"/>
          </a:xfrm>
          <a:prstGeom prst="rect">
            <a:avLst/>
          </a:prstGeom>
          <a:noFill/>
          <a:ln>
            <a:noFill/>
          </a:ln>
        </p:spPr>
        <p:txBody>
          <a:bodyPr anchorCtr="0" anchor="ctr" bIns="36000" lIns="36000" spcFirstLastPara="1" rIns="36000" wrap="square" tIns="36000">
            <a:noAutofit/>
          </a:bodyPr>
          <a:lstStyle>
            <a:lvl1pPr lvl="0" rt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rtl="0" algn="ctr">
              <a:lnSpc>
                <a:spcPct val="90000"/>
              </a:lnSpc>
              <a:spcBef>
                <a:spcPts val="0"/>
              </a:spcBef>
              <a:spcAft>
                <a:spcPts val="0"/>
              </a:spcAft>
              <a:buClr>
                <a:srgbClr val="000000"/>
              </a:buClr>
              <a:buSzPts val="1000"/>
              <a:buNone/>
              <a:defRPr sz="1000">
                <a:solidFill>
                  <a:srgbClr val="000000"/>
                </a:solidFill>
              </a:defRPr>
            </a:lvl2pPr>
            <a:lvl3pPr lvl="2" rtl="0" algn="ctr">
              <a:lnSpc>
                <a:spcPct val="90000"/>
              </a:lnSpc>
              <a:spcBef>
                <a:spcPts val="0"/>
              </a:spcBef>
              <a:spcAft>
                <a:spcPts val="0"/>
              </a:spcAft>
              <a:buClr>
                <a:srgbClr val="000000"/>
              </a:buClr>
              <a:buSzPts val="1000"/>
              <a:buNone/>
              <a:defRPr sz="1000">
                <a:solidFill>
                  <a:srgbClr val="000000"/>
                </a:solidFill>
              </a:defRPr>
            </a:lvl3pPr>
            <a:lvl4pPr lvl="3" rtl="0" algn="ctr">
              <a:lnSpc>
                <a:spcPct val="90000"/>
              </a:lnSpc>
              <a:spcBef>
                <a:spcPts val="0"/>
              </a:spcBef>
              <a:spcAft>
                <a:spcPts val="0"/>
              </a:spcAft>
              <a:buClr>
                <a:srgbClr val="000000"/>
              </a:buClr>
              <a:buSzPts val="1000"/>
              <a:buNone/>
              <a:defRPr sz="1000">
                <a:solidFill>
                  <a:srgbClr val="000000"/>
                </a:solidFill>
              </a:defRPr>
            </a:lvl4pPr>
            <a:lvl5pPr lvl="4" rtl="0" algn="ctr">
              <a:lnSpc>
                <a:spcPct val="90000"/>
              </a:lnSpc>
              <a:spcBef>
                <a:spcPts val="0"/>
              </a:spcBef>
              <a:spcAft>
                <a:spcPts val="0"/>
              </a:spcAft>
              <a:buClr>
                <a:srgbClr val="000000"/>
              </a:buClr>
              <a:buSzPts val="1000"/>
              <a:buNone/>
              <a:defRPr sz="1000">
                <a:solidFill>
                  <a:srgbClr val="000000"/>
                </a:solidFill>
              </a:defRPr>
            </a:lvl5pPr>
            <a:lvl6pPr lvl="5" rtl="0" algn="ctr">
              <a:lnSpc>
                <a:spcPct val="90000"/>
              </a:lnSpc>
              <a:spcBef>
                <a:spcPts val="0"/>
              </a:spcBef>
              <a:spcAft>
                <a:spcPts val="0"/>
              </a:spcAft>
              <a:buClr>
                <a:srgbClr val="000000"/>
              </a:buClr>
              <a:buSzPts val="1000"/>
              <a:buNone/>
              <a:defRPr sz="1000">
                <a:solidFill>
                  <a:srgbClr val="000000"/>
                </a:solidFill>
              </a:defRPr>
            </a:lvl6pPr>
            <a:lvl7pPr lvl="6" rtl="0" algn="ctr">
              <a:lnSpc>
                <a:spcPct val="90000"/>
              </a:lnSpc>
              <a:spcBef>
                <a:spcPts val="0"/>
              </a:spcBef>
              <a:spcAft>
                <a:spcPts val="0"/>
              </a:spcAft>
              <a:buClr>
                <a:srgbClr val="000000"/>
              </a:buClr>
              <a:buSzPts val="1000"/>
              <a:buNone/>
              <a:defRPr sz="1000">
                <a:solidFill>
                  <a:srgbClr val="000000"/>
                </a:solidFill>
              </a:defRPr>
            </a:lvl7pPr>
            <a:lvl8pPr lvl="7" rtl="0" algn="ctr">
              <a:lnSpc>
                <a:spcPct val="90000"/>
              </a:lnSpc>
              <a:spcBef>
                <a:spcPts val="0"/>
              </a:spcBef>
              <a:spcAft>
                <a:spcPts val="0"/>
              </a:spcAft>
              <a:buClr>
                <a:srgbClr val="000000"/>
              </a:buClr>
              <a:buSzPts val="1000"/>
              <a:buNone/>
              <a:defRPr sz="1000">
                <a:solidFill>
                  <a:srgbClr val="000000"/>
                </a:solidFill>
              </a:defRPr>
            </a:lvl8pPr>
            <a:lvl9pPr lvl="8" rtl="0" algn="ctr">
              <a:lnSpc>
                <a:spcPct val="90000"/>
              </a:lnSpc>
              <a:spcBef>
                <a:spcPts val="0"/>
              </a:spcBef>
              <a:spcAft>
                <a:spcPts val="0"/>
              </a:spcAft>
              <a:buClr>
                <a:srgbClr val="000000"/>
              </a:buClr>
              <a:buSzPts val="1000"/>
              <a:buNone/>
              <a:defRPr sz="1000">
                <a:solidFill>
                  <a:srgbClr val="000000"/>
                </a:solidFill>
              </a:defRPr>
            </a:lvl9pPr>
          </a:lstStyle>
          <a:p/>
        </p:txBody>
      </p:sp>
      <p:sp>
        <p:nvSpPr>
          <p:cNvPr id="310" name="Google Shape;310;p3"/>
          <p:cNvSpPr txBox="1"/>
          <p:nvPr>
            <p:ph idx="19" type="subTitle"/>
          </p:nvPr>
        </p:nvSpPr>
        <p:spPr>
          <a:xfrm>
            <a:off x="5632763" y="2433963"/>
            <a:ext cx="1584600" cy="266400"/>
          </a:xfrm>
          <a:prstGeom prst="rect">
            <a:avLst/>
          </a:prstGeom>
          <a:noFill/>
          <a:ln>
            <a:noFill/>
          </a:ln>
        </p:spPr>
        <p:txBody>
          <a:bodyPr anchorCtr="0" anchor="ctr" bIns="36000" lIns="36000" spcFirstLastPara="1" rIns="36000" wrap="square" tIns="36000">
            <a:noAutofit/>
          </a:bodyPr>
          <a:lstStyle>
            <a:lvl1pPr lvl="0" rt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rtl="0" algn="ctr">
              <a:lnSpc>
                <a:spcPct val="90000"/>
              </a:lnSpc>
              <a:spcBef>
                <a:spcPts val="0"/>
              </a:spcBef>
              <a:spcAft>
                <a:spcPts val="0"/>
              </a:spcAft>
              <a:buClr>
                <a:srgbClr val="000000"/>
              </a:buClr>
              <a:buSzPts val="1000"/>
              <a:buNone/>
              <a:defRPr sz="1000">
                <a:solidFill>
                  <a:srgbClr val="000000"/>
                </a:solidFill>
              </a:defRPr>
            </a:lvl2pPr>
            <a:lvl3pPr lvl="2" rtl="0" algn="ctr">
              <a:lnSpc>
                <a:spcPct val="90000"/>
              </a:lnSpc>
              <a:spcBef>
                <a:spcPts val="0"/>
              </a:spcBef>
              <a:spcAft>
                <a:spcPts val="0"/>
              </a:spcAft>
              <a:buClr>
                <a:srgbClr val="000000"/>
              </a:buClr>
              <a:buSzPts val="1000"/>
              <a:buNone/>
              <a:defRPr sz="1000">
                <a:solidFill>
                  <a:srgbClr val="000000"/>
                </a:solidFill>
              </a:defRPr>
            </a:lvl3pPr>
            <a:lvl4pPr lvl="3" rtl="0" algn="ctr">
              <a:lnSpc>
                <a:spcPct val="90000"/>
              </a:lnSpc>
              <a:spcBef>
                <a:spcPts val="0"/>
              </a:spcBef>
              <a:spcAft>
                <a:spcPts val="0"/>
              </a:spcAft>
              <a:buClr>
                <a:srgbClr val="000000"/>
              </a:buClr>
              <a:buSzPts val="1000"/>
              <a:buNone/>
              <a:defRPr sz="1000">
                <a:solidFill>
                  <a:srgbClr val="000000"/>
                </a:solidFill>
              </a:defRPr>
            </a:lvl4pPr>
            <a:lvl5pPr lvl="4" rtl="0" algn="ctr">
              <a:lnSpc>
                <a:spcPct val="90000"/>
              </a:lnSpc>
              <a:spcBef>
                <a:spcPts val="0"/>
              </a:spcBef>
              <a:spcAft>
                <a:spcPts val="0"/>
              </a:spcAft>
              <a:buClr>
                <a:srgbClr val="000000"/>
              </a:buClr>
              <a:buSzPts val="1000"/>
              <a:buNone/>
              <a:defRPr sz="1000">
                <a:solidFill>
                  <a:srgbClr val="000000"/>
                </a:solidFill>
              </a:defRPr>
            </a:lvl5pPr>
            <a:lvl6pPr lvl="5" rtl="0" algn="ctr">
              <a:lnSpc>
                <a:spcPct val="90000"/>
              </a:lnSpc>
              <a:spcBef>
                <a:spcPts val="0"/>
              </a:spcBef>
              <a:spcAft>
                <a:spcPts val="0"/>
              </a:spcAft>
              <a:buClr>
                <a:srgbClr val="000000"/>
              </a:buClr>
              <a:buSzPts val="1000"/>
              <a:buNone/>
              <a:defRPr sz="1000">
                <a:solidFill>
                  <a:srgbClr val="000000"/>
                </a:solidFill>
              </a:defRPr>
            </a:lvl6pPr>
            <a:lvl7pPr lvl="6" rtl="0" algn="ctr">
              <a:lnSpc>
                <a:spcPct val="90000"/>
              </a:lnSpc>
              <a:spcBef>
                <a:spcPts val="0"/>
              </a:spcBef>
              <a:spcAft>
                <a:spcPts val="0"/>
              </a:spcAft>
              <a:buClr>
                <a:srgbClr val="000000"/>
              </a:buClr>
              <a:buSzPts val="1000"/>
              <a:buNone/>
              <a:defRPr sz="1000">
                <a:solidFill>
                  <a:srgbClr val="000000"/>
                </a:solidFill>
              </a:defRPr>
            </a:lvl7pPr>
            <a:lvl8pPr lvl="7" rtl="0" algn="ctr">
              <a:lnSpc>
                <a:spcPct val="90000"/>
              </a:lnSpc>
              <a:spcBef>
                <a:spcPts val="0"/>
              </a:spcBef>
              <a:spcAft>
                <a:spcPts val="0"/>
              </a:spcAft>
              <a:buClr>
                <a:srgbClr val="000000"/>
              </a:buClr>
              <a:buSzPts val="1000"/>
              <a:buNone/>
              <a:defRPr sz="1000">
                <a:solidFill>
                  <a:srgbClr val="000000"/>
                </a:solidFill>
              </a:defRPr>
            </a:lvl8pPr>
            <a:lvl9pPr lvl="8" rtl="0" algn="ctr">
              <a:lnSpc>
                <a:spcPct val="90000"/>
              </a:lnSpc>
              <a:spcBef>
                <a:spcPts val="0"/>
              </a:spcBef>
              <a:spcAft>
                <a:spcPts val="0"/>
              </a:spcAft>
              <a:buClr>
                <a:srgbClr val="000000"/>
              </a:buClr>
              <a:buSzPts val="1000"/>
              <a:buNone/>
              <a:defRPr sz="1000">
                <a:solidFill>
                  <a:srgbClr val="000000"/>
                </a:solidFill>
              </a:defRPr>
            </a:lvl9pPr>
          </a:lstStyle>
          <a:p/>
        </p:txBody>
      </p:sp>
      <p:cxnSp>
        <p:nvCxnSpPr>
          <p:cNvPr id="311" name="Google Shape;311;p3"/>
          <p:cNvCxnSpPr/>
          <p:nvPr/>
        </p:nvCxnSpPr>
        <p:spPr>
          <a:xfrm flipH="1">
            <a:off x="5567091" y="2434337"/>
            <a:ext cx="600" cy="258300"/>
          </a:xfrm>
          <a:prstGeom prst="straightConnector1">
            <a:avLst/>
          </a:prstGeom>
          <a:noFill/>
          <a:ln cap="flat" cmpd="sng" w="28575">
            <a:solidFill>
              <a:srgbClr val="D9D9D9"/>
            </a:solidFill>
            <a:prstDash val="solid"/>
            <a:round/>
            <a:headEnd len="sm" w="sm" type="none"/>
            <a:tailEnd len="sm" w="sm" type="none"/>
          </a:ln>
        </p:spPr>
      </p:cxnSp>
      <p:cxnSp>
        <p:nvCxnSpPr>
          <p:cNvPr id="312" name="Google Shape;312;p3"/>
          <p:cNvCxnSpPr/>
          <p:nvPr/>
        </p:nvCxnSpPr>
        <p:spPr>
          <a:xfrm flipH="1">
            <a:off x="7293616" y="2433962"/>
            <a:ext cx="600" cy="258300"/>
          </a:xfrm>
          <a:prstGeom prst="straightConnector1">
            <a:avLst/>
          </a:prstGeom>
          <a:noFill/>
          <a:ln cap="flat" cmpd="sng" w="28575">
            <a:solidFill>
              <a:srgbClr val="D9D9D9"/>
            </a:solidFill>
            <a:prstDash val="solid"/>
            <a:round/>
            <a:headEnd len="sm" w="sm" type="none"/>
            <a:tailEnd len="sm" w="sm" type="none"/>
          </a:ln>
        </p:spPr>
      </p:cxnSp>
      <p:cxnSp>
        <p:nvCxnSpPr>
          <p:cNvPr id="313" name="Google Shape;313;p3"/>
          <p:cNvCxnSpPr/>
          <p:nvPr/>
        </p:nvCxnSpPr>
        <p:spPr>
          <a:xfrm flipH="1">
            <a:off x="1138079" y="2433962"/>
            <a:ext cx="600" cy="258300"/>
          </a:xfrm>
          <a:prstGeom prst="straightConnector1">
            <a:avLst/>
          </a:prstGeom>
          <a:noFill/>
          <a:ln cap="flat" cmpd="sng" w="28575">
            <a:solidFill>
              <a:srgbClr val="D9D9D9"/>
            </a:solidFill>
            <a:prstDash val="solid"/>
            <a:round/>
            <a:headEnd len="sm" w="sm" type="none"/>
            <a:tailEnd len="sm" w="sm" type="none"/>
          </a:ln>
        </p:spPr>
      </p:cxnSp>
      <p:sp>
        <p:nvSpPr>
          <p:cNvPr id="314" name="Google Shape;314;p3"/>
          <p:cNvSpPr/>
          <p:nvPr/>
        </p:nvSpPr>
        <p:spPr>
          <a:xfrm>
            <a:off x="378600" y="2727911"/>
            <a:ext cx="9322800" cy="266400"/>
          </a:xfrm>
          <a:prstGeom prst="roundRect">
            <a:avLst>
              <a:gd fmla="val 12113" name="adj"/>
            </a:avLst>
          </a:prstGeom>
          <a:solidFill>
            <a:srgbClr val="FFFFFF"/>
          </a:solidFill>
          <a:ln cap="flat" cmpd="sng" w="9525">
            <a:solidFill>
              <a:srgbClr val="EFEFEF"/>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6000" spcFirstLastPara="1" rIns="0" wrap="square" tIns="0">
            <a:noAutofit/>
          </a:bodyPr>
          <a:lstStyle/>
          <a:p>
            <a:pPr indent="0" lvl="0" marL="0" rtl="0" algn="l">
              <a:lnSpc>
                <a:spcPct val="120000"/>
              </a:lnSpc>
              <a:spcBef>
                <a:spcPts val="0"/>
              </a:spcBef>
              <a:spcAft>
                <a:spcPts val="0"/>
              </a:spcAft>
              <a:buClr>
                <a:schemeClr val="dk1"/>
              </a:buClr>
              <a:buSzPts val="1100"/>
              <a:buFont typeface="Arial"/>
              <a:buNone/>
            </a:pPr>
            <a:r>
              <a:rPr b="1" lang="es-419" sz="800">
                <a:solidFill>
                  <a:schemeClr val="dk1"/>
                </a:solidFill>
                <a:latin typeface="Arvo"/>
                <a:ea typeface="Arvo"/>
                <a:cs typeface="Arvo"/>
                <a:sym typeface="Arvo"/>
              </a:rPr>
              <a:t>          Un(a)</a:t>
            </a:r>
            <a:endParaRPr b="1" sz="800">
              <a:latin typeface="Arvo"/>
              <a:ea typeface="Arvo"/>
              <a:cs typeface="Arvo"/>
              <a:sym typeface="Arvo"/>
            </a:endParaRPr>
          </a:p>
        </p:txBody>
      </p:sp>
      <p:sp>
        <p:nvSpPr>
          <p:cNvPr id="315" name="Google Shape;315;p3"/>
          <p:cNvSpPr txBox="1"/>
          <p:nvPr>
            <p:ph idx="20" type="subTitle"/>
          </p:nvPr>
        </p:nvSpPr>
        <p:spPr>
          <a:xfrm>
            <a:off x="1195650" y="2731582"/>
            <a:ext cx="2361300" cy="265800"/>
          </a:xfrm>
          <a:prstGeom prst="rect">
            <a:avLst/>
          </a:prstGeom>
          <a:noFill/>
          <a:ln>
            <a:noFill/>
          </a:ln>
        </p:spPr>
        <p:txBody>
          <a:bodyPr anchorCtr="0" anchor="ctr" bIns="36000" lIns="36000" spcFirstLastPara="1" rIns="36000" wrap="square" tIns="36000">
            <a:noAutofit/>
          </a:bodyPr>
          <a:lstStyle>
            <a:lvl1pPr lvl="0" rt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rtl="0" algn="ctr">
              <a:lnSpc>
                <a:spcPct val="90000"/>
              </a:lnSpc>
              <a:spcBef>
                <a:spcPts val="0"/>
              </a:spcBef>
              <a:spcAft>
                <a:spcPts val="0"/>
              </a:spcAft>
              <a:buClr>
                <a:srgbClr val="000000"/>
              </a:buClr>
              <a:buSzPts val="1000"/>
              <a:buNone/>
              <a:defRPr sz="1000">
                <a:solidFill>
                  <a:srgbClr val="000000"/>
                </a:solidFill>
              </a:defRPr>
            </a:lvl2pPr>
            <a:lvl3pPr lvl="2" rtl="0" algn="ctr">
              <a:lnSpc>
                <a:spcPct val="90000"/>
              </a:lnSpc>
              <a:spcBef>
                <a:spcPts val="0"/>
              </a:spcBef>
              <a:spcAft>
                <a:spcPts val="0"/>
              </a:spcAft>
              <a:buClr>
                <a:srgbClr val="000000"/>
              </a:buClr>
              <a:buSzPts val="1000"/>
              <a:buNone/>
              <a:defRPr sz="1000">
                <a:solidFill>
                  <a:srgbClr val="000000"/>
                </a:solidFill>
              </a:defRPr>
            </a:lvl3pPr>
            <a:lvl4pPr lvl="3" rtl="0" algn="ctr">
              <a:lnSpc>
                <a:spcPct val="90000"/>
              </a:lnSpc>
              <a:spcBef>
                <a:spcPts val="0"/>
              </a:spcBef>
              <a:spcAft>
                <a:spcPts val="0"/>
              </a:spcAft>
              <a:buClr>
                <a:srgbClr val="000000"/>
              </a:buClr>
              <a:buSzPts val="1000"/>
              <a:buNone/>
              <a:defRPr sz="1000">
                <a:solidFill>
                  <a:srgbClr val="000000"/>
                </a:solidFill>
              </a:defRPr>
            </a:lvl4pPr>
            <a:lvl5pPr lvl="4" rtl="0" algn="ctr">
              <a:lnSpc>
                <a:spcPct val="90000"/>
              </a:lnSpc>
              <a:spcBef>
                <a:spcPts val="0"/>
              </a:spcBef>
              <a:spcAft>
                <a:spcPts val="0"/>
              </a:spcAft>
              <a:buClr>
                <a:srgbClr val="000000"/>
              </a:buClr>
              <a:buSzPts val="1000"/>
              <a:buNone/>
              <a:defRPr sz="1000">
                <a:solidFill>
                  <a:srgbClr val="000000"/>
                </a:solidFill>
              </a:defRPr>
            </a:lvl5pPr>
            <a:lvl6pPr lvl="5" rtl="0" algn="ctr">
              <a:lnSpc>
                <a:spcPct val="90000"/>
              </a:lnSpc>
              <a:spcBef>
                <a:spcPts val="0"/>
              </a:spcBef>
              <a:spcAft>
                <a:spcPts val="0"/>
              </a:spcAft>
              <a:buClr>
                <a:srgbClr val="000000"/>
              </a:buClr>
              <a:buSzPts val="1000"/>
              <a:buNone/>
              <a:defRPr sz="1000">
                <a:solidFill>
                  <a:srgbClr val="000000"/>
                </a:solidFill>
              </a:defRPr>
            </a:lvl6pPr>
            <a:lvl7pPr lvl="6" rtl="0" algn="ctr">
              <a:lnSpc>
                <a:spcPct val="90000"/>
              </a:lnSpc>
              <a:spcBef>
                <a:spcPts val="0"/>
              </a:spcBef>
              <a:spcAft>
                <a:spcPts val="0"/>
              </a:spcAft>
              <a:buClr>
                <a:srgbClr val="000000"/>
              </a:buClr>
              <a:buSzPts val="1000"/>
              <a:buNone/>
              <a:defRPr sz="1000">
                <a:solidFill>
                  <a:srgbClr val="000000"/>
                </a:solidFill>
              </a:defRPr>
            </a:lvl7pPr>
            <a:lvl8pPr lvl="7" rtl="0" algn="ctr">
              <a:lnSpc>
                <a:spcPct val="90000"/>
              </a:lnSpc>
              <a:spcBef>
                <a:spcPts val="0"/>
              </a:spcBef>
              <a:spcAft>
                <a:spcPts val="0"/>
              </a:spcAft>
              <a:buClr>
                <a:srgbClr val="000000"/>
              </a:buClr>
              <a:buSzPts val="1000"/>
              <a:buNone/>
              <a:defRPr sz="1000">
                <a:solidFill>
                  <a:srgbClr val="000000"/>
                </a:solidFill>
              </a:defRPr>
            </a:lvl8pPr>
            <a:lvl9pPr lvl="8" rtl="0" algn="ctr">
              <a:lnSpc>
                <a:spcPct val="90000"/>
              </a:lnSpc>
              <a:spcBef>
                <a:spcPts val="0"/>
              </a:spcBef>
              <a:spcAft>
                <a:spcPts val="0"/>
              </a:spcAft>
              <a:buClr>
                <a:srgbClr val="000000"/>
              </a:buClr>
              <a:buSzPts val="1000"/>
              <a:buNone/>
              <a:defRPr sz="1000">
                <a:solidFill>
                  <a:srgbClr val="000000"/>
                </a:solidFill>
              </a:defRPr>
            </a:lvl9pPr>
          </a:lstStyle>
          <a:p/>
        </p:txBody>
      </p:sp>
      <p:cxnSp>
        <p:nvCxnSpPr>
          <p:cNvPr id="316" name="Google Shape;316;p3"/>
          <p:cNvCxnSpPr/>
          <p:nvPr/>
        </p:nvCxnSpPr>
        <p:spPr>
          <a:xfrm flipH="1">
            <a:off x="3614691" y="2735962"/>
            <a:ext cx="600" cy="258300"/>
          </a:xfrm>
          <a:prstGeom prst="straightConnector1">
            <a:avLst/>
          </a:prstGeom>
          <a:noFill/>
          <a:ln cap="flat" cmpd="sng" w="28575">
            <a:solidFill>
              <a:srgbClr val="D9D9D9"/>
            </a:solidFill>
            <a:prstDash val="solid"/>
            <a:round/>
            <a:headEnd len="sm" w="sm" type="none"/>
            <a:tailEnd len="sm" w="sm" type="none"/>
          </a:ln>
        </p:spPr>
      </p:cxnSp>
      <p:sp>
        <p:nvSpPr>
          <p:cNvPr id="317" name="Google Shape;317;p3"/>
          <p:cNvSpPr txBox="1"/>
          <p:nvPr>
            <p:ph idx="21" type="subTitle"/>
          </p:nvPr>
        </p:nvSpPr>
        <p:spPr>
          <a:xfrm>
            <a:off x="7340100" y="2731586"/>
            <a:ext cx="2361300" cy="266400"/>
          </a:xfrm>
          <a:prstGeom prst="rect">
            <a:avLst/>
          </a:prstGeom>
          <a:noFill/>
          <a:ln>
            <a:noFill/>
          </a:ln>
        </p:spPr>
        <p:txBody>
          <a:bodyPr anchorCtr="0" anchor="ctr" bIns="36000" lIns="36000" spcFirstLastPara="1" rIns="36000" wrap="square" tIns="36000">
            <a:noAutofit/>
          </a:bodyPr>
          <a:lstStyle>
            <a:lvl1pPr lvl="0" rt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rtl="0" algn="ctr">
              <a:lnSpc>
                <a:spcPct val="90000"/>
              </a:lnSpc>
              <a:spcBef>
                <a:spcPts val="0"/>
              </a:spcBef>
              <a:spcAft>
                <a:spcPts val="0"/>
              </a:spcAft>
              <a:buClr>
                <a:srgbClr val="000000"/>
              </a:buClr>
              <a:buSzPts val="1000"/>
              <a:buNone/>
              <a:defRPr sz="1000">
                <a:solidFill>
                  <a:srgbClr val="000000"/>
                </a:solidFill>
              </a:defRPr>
            </a:lvl2pPr>
            <a:lvl3pPr lvl="2" rtl="0" algn="ctr">
              <a:lnSpc>
                <a:spcPct val="90000"/>
              </a:lnSpc>
              <a:spcBef>
                <a:spcPts val="0"/>
              </a:spcBef>
              <a:spcAft>
                <a:spcPts val="0"/>
              </a:spcAft>
              <a:buClr>
                <a:srgbClr val="000000"/>
              </a:buClr>
              <a:buSzPts val="1000"/>
              <a:buNone/>
              <a:defRPr sz="1000">
                <a:solidFill>
                  <a:srgbClr val="000000"/>
                </a:solidFill>
              </a:defRPr>
            </a:lvl3pPr>
            <a:lvl4pPr lvl="3" rtl="0" algn="ctr">
              <a:lnSpc>
                <a:spcPct val="90000"/>
              </a:lnSpc>
              <a:spcBef>
                <a:spcPts val="0"/>
              </a:spcBef>
              <a:spcAft>
                <a:spcPts val="0"/>
              </a:spcAft>
              <a:buClr>
                <a:srgbClr val="000000"/>
              </a:buClr>
              <a:buSzPts val="1000"/>
              <a:buNone/>
              <a:defRPr sz="1000">
                <a:solidFill>
                  <a:srgbClr val="000000"/>
                </a:solidFill>
              </a:defRPr>
            </a:lvl4pPr>
            <a:lvl5pPr lvl="4" rtl="0" algn="ctr">
              <a:lnSpc>
                <a:spcPct val="90000"/>
              </a:lnSpc>
              <a:spcBef>
                <a:spcPts val="0"/>
              </a:spcBef>
              <a:spcAft>
                <a:spcPts val="0"/>
              </a:spcAft>
              <a:buClr>
                <a:srgbClr val="000000"/>
              </a:buClr>
              <a:buSzPts val="1000"/>
              <a:buNone/>
              <a:defRPr sz="1000">
                <a:solidFill>
                  <a:srgbClr val="000000"/>
                </a:solidFill>
              </a:defRPr>
            </a:lvl5pPr>
            <a:lvl6pPr lvl="5" rtl="0" algn="ctr">
              <a:lnSpc>
                <a:spcPct val="90000"/>
              </a:lnSpc>
              <a:spcBef>
                <a:spcPts val="0"/>
              </a:spcBef>
              <a:spcAft>
                <a:spcPts val="0"/>
              </a:spcAft>
              <a:buClr>
                <a:srgbClr val="000000"/>
              </a:buClr>
              <a:buSzPts val="1000"/>
              <a:buNone/>
              <a:defRPr sz="1000">
                <a:solidFill>
                  <a:srgbClr val="000000"/>
                </a:solidFill>
              </a:defRPr>
            </a:lvl6pPr>
            <a:lvl7pPr lvl="6" rtl="0" algn="ctr">
              <a:lnSpc>
                <a:spcPct val="90000"/>
              </a:lnSpc>
              <a:spcBef>
                <a:spcPts val="0"/>
              </a:spcBef>
              <a:spcAft>
                <a:spcPts val="0"/>
              </a:spcAft>
              <a:buClr>
                <a:srgbClr val="000000"/>
              </a:buClr>
              <a:buSzPts val="1000"/>
              <a:buNone/>
              <a:defRPr sz="1000">
                <a:solidFill>
                  <a:srgbClr val="000000"/>
                </a:solidFill>
              </a:defRPr>
            </a:lvl7pPr>
            <a:lvl8pPr lvl="7" rtl="0" algn="ctr">
              <a:lnSpc>
                <a:spcPct val="90000"/>
              </a:lnSpc>
              <a:spcBef>
                <a:spcPts val="0"/>
              </a:spcBef>
              <a:spcAft>
                <a:spcPts val="0"/>
              </a:spcAft>
              <a:buClr>
                <a:srgbClr val="000000"/>
              </a:buClr>
              <a:buSzPts val="1000"/>
              <a:buNone/>
              <a:defRPr sz="1000">
                <a:solidFill>
                  <a:srgbClr val="000000"/>
                </a:solidFill>
              </a:defRPr>
            </a:lvl8pPr>
            <a:lvl9pPr lvl="8" rtl="0" algn="ctr">
              <a:lnSpc>
                <a:spcPct val="90000"/>
              </a:lnSpc>
              <a:spcBef>
                <a:spcPts val="0"/>
              </a:spcBef>
              <a:spcAft>
                <a:spcPts val="0"/>
              </a:spcAft>
              <a:buClr>
                <a:srgbClr val="000000"/>
              </a:buClr>
              <a:buSzPts val="1000"/>
              <a:buNone/>
              <a:defRPr sz="1000">
                <a:solidFill>
                  <a:srgbClr val="000000"/>
                </a:solidFill>
              </a:defRPr>
            </a:lvl9pPr>
          </a:lstStyle>
          <a:p/>
        </p:txBody>
      </p:sp>
      <p:sp>
        <p:nvSpPr>
          <p:cNvPr id="318" name="Google Shape;318;p3"/>
          <p:cNvSpPr txBox="1"/>
          <p:nvPr>
            <p:ph idx="22" type="subTitle"/>
          </p:nvPr>
        </p:nvSpPr>
        <p:spPr>
          <a:xfrm>
            <a:off x="3673650" y="2731583"/>
            <a:ext cx="1827600" cy="265800"/>
          </a:xfrm>
          <a:prstGeom prst="rect">
            <a:avLst/>
          </a:prstGeom>
          <a:noFill/>
          <a:ln>
            <a:noFill/>
          </a:ln>
        </p:spPr>
        <p:txBody>
          <a:bodyPr anchorCtr="0" anchor="ctr" bIns="36000" lIns="36000" spcFirstLastPara="1" rIns="36000" wrap="square" tIns="36000">
            <a:noAutofit/>
          </a:bodyPr>
          <a:lstStyle>
            <a:lvl1pPr lvl="0" rt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rtl="0" algn="ctr">
              <a:lnSpc>
                <a:spcPct val="90000"/>
              </a:lnSpc>
              <a:spcBef>
                <a:spcPts val="0"/>
              </a:spcBef>
              <a:spcAft>
                <a:spcPts val="0"/>
              </a:spcAft>
              <a:buClr>
                <a:srgbClr val="000000"/>
              </a:buClr>
              <a:buSzPts val="1000"/>
              <a:buNone/>
              <a:defRPr sz="1000">
                <a:solidFill>
                  <a:srgbClr val="000000"/>
                </a:solidFill>
              </a:defRPr>
            </a:lvl2pPr>
            <a:lvl3pPr lvl="2" rtl="0" algn="ctr">
              <a:lnSpc>
                <a:spcPct val="90000"/>
              </a:lnSpc>
              <a:spcBef>
                <a:spcPts val="0"/>
              </a:spcBef>
              <a:spcAft>
                <a:spcPts val="0"/>
              </a:spcAft>
              <a:buClr>
                <a:srgbClr val="000000"/>
              </a:buClr>
              <a:buSzPts val="1000"/>
              <a:buNone/>
              <a:defRPr sz="1000">
                <a:solidFill>
                  <a:srgbClr val="000000"/>
                </a:solidFill>
              </a:defRPr>
            </a:lvl3pPr>
            <a:lvl4pPr lvl="3" rtl="0" algn="ctr">
              <a:lnSpc>
                <a:spcPct val="90000"/>
              </a:lnSpc>
              <a:spcBef>
                <a:spcPts val="0"/>
              </a:spcBef>
              <a:spcAft>
                <a:spcPts val="0"/>
              </a:spcAft>
              <a:buClr>
                <a:srgbClr val="000000"/>
              </a:buClr>
              <a:buSzPts val="1000"/>
              <a:buNone/>
              <a:defRPr sz="1000">
                <a:solidFill>
                  <a:srgbClr val="000000"/>
                </a:solidFill>
              </a:defRPr>
            </a:lvl4pPr>
            <a:lvl5pPr lvl="4" rtl="0" algn="ctr">
              <a:lnSpc>
                <a:spcPct val="90000"/>
              </a:lnSpc>
              <a:spcBef>
                <a:spcPts val="0"/>
              </a:spcBef>
              <a:spcAft>
                <a:spcPts val="0"/>
              </a:spcAft>
              <a:buClr>
                <a:srgbClr val="000000"/>
              </a:buClr>
              <a:buSzPts val="1000"/>
              <a:buNone/>
              <a:defRPr sz="1000">
                <a:solidFill>
                  <a:srgbClr val="000000"/>
                </a:solidFill>
              </a:defRPr>
            </a:lvl5pPr>
            <a:lvl6pPr lvl="5" rtl="0" algn="ctr">
              <a:lnSpc>
                <a:spcPct val="90000"/>
              </a:lnSpc>
              <a:spcBef>
                <a:spcPts val="0"/>
              </a:spcBef>
              <a:spcAft>
                <a:spcPts val="0"/>
              </a:spcAft>
              <a:buClr>
                <a:srgbClr val="000000"/>
              </a:buClr>
              <a:buSzPts val="1000"/>
              <a:buNone/>
              <a:defRPr sz="1000">
                <a:solidFill>
                  <a:srgbClr val="000000"/>
                </a:solidFill>
              </a:defRPr>
            </a:lvl6pPr>
            <a:lvl7pPr lvl="6" rtl="0" algn="ctr">
              <a:lnSpc>
                <a:spcPct val="90000"/>
              </a:lnSpc>
              <a:spcBef>
                <a:spcPts val="0"/>
              </a:spcBef>
              <a:spcAft>
                <a:spcPts val="0"/>
              </a:spcAft>
              <a:buClr>
                <a:srgbClr val="000000"/>
              </a:buClr>
              <a:buSzPts val="1000"/>
              <a:buNone/>
              <a:defRPr sz="1000">
                <a:solidFill>
                  <a:srgbClr val="000000"/>
                </a:solidFill>
              </a:defRPr>
            </a:lvl7pPr>
            <a:lvl8pPr lvl="7" rtl="0" algn="ctr">
              <a:lnSpc>
                <a:spcPct val="90000"/>
              </a:lnSpc>
              <a:spcBef>
                <a:spcPts val="0"/>
              </a:spcBef>
              <a:spcAft>
                <a:spcPts val="0"/>
              </a:spcAft>
              <a:buClr>
                <a:srgbClr val="000000"/>
              </a:buClr>
              <a:buSzPts val="1000"/>
              <a:buNone/>
              <a:defRPr sz="1000">
                <a:solidFill>
                  <a:srgbClr val="000000"/>
                </a:solidFill>
              </a:defRPr>
            </a:lvl8pPr>
            <a:lvl9pPr lvl="8" rtl="0" algn="ctr">
              <a:lnSpc>
                <a:spcPct val="90000"/>
              </a:lnSpc>
              <a:spcBef>
                <a:spcPts val="0"/>
              </a:spcBef>
              <a:spcAft>
                <a:spcPts val="0"/>
              </a:spcAft>
              <a:buClr>
                <a:srgbClr val="000000"/>
              </a:buClr>
              <a:buSzPts val="1000"/>
              <a:buNone/>
              <a:defRPr sz="1000">
                <a:solidFill>
                  <a:srgbClr val="000000"/>
                </a:solidFill>
              </a:defRPr>
            </a:lvl9pPr>
          </a:lstStyle>
          <a:p/>
        </p:txBody>
      </p:sp>
      <p:sp>
        <p:nvSpPr>
          <p:cNvPr id="319" name="Google Shape;319;p3"/>
          <p:cNvSpPr txBox="1"/>
          <p:nvPr>
            <p:ph idx="23" type="subTitle"/>
          </p:nvPr>
        </p:nvSpPr>
        <p:spPr>
          <a:xfrm>
            <a:off x="5631975" y="2731588"/>
            <a:ext cx="1584600" cy="266400"/>
          </a:xfrm>
          <a:prstGeom prst="rect">
            <a:avLst/>
          </a:prstGeom>
          <a:noFill/>
          <a:ln>
            <a:noFill/>
          </a:ln>
        </p:spPr>
        <p:txBody>
          <a:bodyPr anchorCtr="0" anchor="ctr" bIns="36000" lIns="36000" spcFirstLastPara="1" rIns="36000" wrap="square" tIns="36000">
            <a:noAutofit/>
          </a:bodyPr>
          <a:lstStyle>
            <a:lvl1pPr lvl="0" rt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rtl="0" algn="ctr">
              <a:lnSpc>
                <a:spcPct val="90000"/>
              </a:lnSpc>
              <a:spcBef>
                <a:spcPts val="0"/>
              </a:spcBef>
              <a:spcAft>
                <a:spcPts val="0"/>
              </a:spcAft>
              <a:buClr>
                <a:srgbClr val="000000"/>
              </a:buClr>
              <a:buSzPts val="1000"/>
              <a:buNone/>
              <a:defRPr sz="1000">
                <a:solidFill>
                  <a:srgbClr val="000000"/>
                </a:solidFill>
              </a:defRPr>
            </a:lvl2pPr>
            <a:lvl3pPr lvl="2" rtl="0" algn="ctr">
              <a:lnSpc>
                <a:spcPct val="90000"/>
              </a:lnSpc>
              <a:spcBef>
                <a:spcPts val="0"/>
              </a:spcBef>
              <a:spcAft>
                <a:spcPts val="0"/>
              </a:spcAft>
              <a:buClr>
                <a:srgbClr val="000000"/>
              </a:buClr>
              <a:buSzPts val="1000"/>
              <a:buNone/>
              <a:defRPr sz="1000">
                <a:solidFill>
                  <a:srgbClr val="000000"/>
                </a:solidFill>
              </a:defRPr>
            </a:lvl3pPr>
            <a:lvl4pPr lvl="3" rtl="0" algn="ctr">
              <a:lnSpc>
                <a:spcPct val="90000"/>
              </a:lnSpc>
              <a:spcBef>
                <a:spcPts val="0"/>
              </a:spcBef>
              <a:spcAft>
                <a:spcPts val="0"/>
              </a:spcAft>
              <a:buClr>
                <a:srgbClr val="000000"/>
              </a:buClr>
              <a:buSzPts val="1000"/>
              <a:buNone/>
              <a:defRPr sz="1000">
                <a:solidFill>
                  <a:srgbClr val="000000"/>
                </a:solidFill>
              </a:defRPr>
            </a:lvl4pPr>
            <a:lvl5pPr lvl="4" rtl="0" algn="ctr">
              <a:lnSpc>
                <a:spcPct val="90000"/>
              </a:lnSpc>
              <a:spcBef>
                <a:spcPts val="0"/>
              </a:spcBef>
              <a:spcAft>
                <a:spcPts val="0"/>
              </a:spcAft>
              <a:buClr>
                <a:srgbClr val="000000"/>
              </a:buClr>
              <a:buSzPts val="1000"/>
              <a:buNone/>
              <a:defRPr sz="1000">
                <a:solidFill>
                  <a:srgbClr val="000000"/>
                </a:solidFill>
              </a:defRPr>
            </a:lvl5pPr>
            <a:lvl6pPr lvl="5" rtl="0" algn="ctr">
              <a:lnSpc>
                <a:spcPct val="90000"/>
              </a:lnSpc>
              <a:spcBef>
                <a:spcPts val="0"/>
              </a:spcBef>
              <a:spcAft>
                <a:spcPts val="0"/>
              </a:spcAft>
              <a:buClr>
                <a:srgbClr val="000000"/>
              </a:buClr>
              <a:buSzPts val="1000"/>
              <a:buNone/>
              <a:defRPr sz="1000">
                <a:solidFill>
                  <a:srgbClr val="000000"/>
                </a:solidFill>
              </a:defRPr>
            </a:lvl6pPr>
            <a:lvl7pPr lvl="6" rtl="0" algn="ctr">
              <a:lnSpc>
                <a:spcPct val="90000"/>
              </a:lnSpc>
              <a:spcBef>
                <a:spcPts val="0"/>
              </a:spcBef>
              <a:spcAft>
                <a:spcPts val="0"/>
              </a:spcAft>
              <a:buClr>
                <a:srgbClr val="000000"/>
              </a:buClr>
              <a:buSzPts val="1000"/>
              <a:buNone/>
              <a:defRPr sz="1000">
                <a:solidFill>
                  <a:srgbClr val="000000"/>
                </a:solidFill>
              </a:defRPr>
            </a:lvl7pPr>
            <a:lvl8pPr lvl="7" rtl="0" algn="ctr">
              <a:lnSpc>
                <a:spcPct val="90000"/>
              </a:lnSpc>
              <a:spcBef>
                <a:spcPts val="0"/>
              </a:spcBef>
              <a:spcAft>
                <a:spcPts val="0"/>
              </a:spcAft>
              <a:buClr>
                <a:srgbClr val="000000"/>
              </a:buClr>
              <a:buSzPts val="1000"/>
              <a:buNone/>
              <a:defRPr sz="1000">
                <a:solidFill>
                  <a:srgbClr val="000000"/>
                </a:solidFill>
              </a:defRPr>
            </a:lvl8pPr>
            <a:lvl9pPr lvl="8" rtl="0" algn="ctr">
              <a:lnSpc>
                <a:spcPct val="90000"/>
              </a:lnSpc>
              <a:spcBef>
                <a:spcPts val="0"/>
              </a:spcBef>
              <a:spcAft>
                <a:spcPts val="0"/>
              </a:spcAft>
              <a:buClr>
                <a:srgbClr val="000000"/>
              </a:buClr>
              <a:buSzPts val="1000"/>
              <a:buNone/>
              <a:defRPr sz="1000">
                <a:solidFill>
                  <a:srgbClr val="000000"/>
                </a:solidFill>
              </a:defRPr>
            </a:lvl9pPr>
          </a:lstStyle>
          <a:p/>
        </p:txBody>
      </p:sp>
      <p:cxnSp>
        <p:nvCxnSpPr>
          <p:cNvPr id="320" name="Google Shape;320;p3"/>
          <p:cNvCxnSpPr/>
          <p:nvPr/>
        </p:nvCxnSpPr>
        <p:spPr>
          <a:xfrm flipH="1">
            <a:off x="5566304" y="2731962"/>
            <a:ext cx="600" cy="258300"/>
          </a:xfrm>
          <a:prstGeom prst="straightConnector1">
            <a:avLst/>
          </a:prstGeom>
          <a:noFill/>
          <a:ln cap="flat" cmpd="sng" w="28575">
            <a:solidFill>
              <a:srgbClr val="D9D9D9"/>
            </a:solidFill>
            <a:prstDash val="solid"/>
            <a:round/>
            <a:headEnd len="sm" w="sm" type="none"/>
            <a:tailEnd len="sm" w="sm" type="none"/>
          </a:ln>
        </p:spPr>
      </p:cxnSp>
      <p:cxnSp>
        <p:nvCxnSpPr>
          <p:cNvPr id="321" name="Google Shape;321;p3"/>
          <p:cNvCxnSpPr/>
          <p:nvPr/>
        </p:nvCxnSpPr>
        <p:spPr>
          <a:xfrm flipH="1">
            <a:off x="7292829" y="2731587"/>
            <a:ext cx="600" cy="258300"/>
          </a:xfrm>
          <a:prstGeom prst="straightConnector1">
            <a:avLst/>
          </a:prstGeom>
          <a:noFill/>
          <a:ln cap="flat" cmpd="sng" w="28575">
            <a:solidFill>
              <a:srgbClr val="D9D9D9"/>
            </a:solidFill>
            <a:prstDash val="solid"/>
            <a:round/>
            <a:headEnd len="sm" w="sm" type="none"/>
            <a:tailEnd len="sm" w="sm" type="none"/>
          </a:ln>
        </p:spPr>
      </p:cxnSp>
      <p:cxnSp>
        <p:nvCxnSpPr>
          <p:cNvPr id="322" name="Google Shape;322;p3"/>
          <p:cNvCxnSpPr/>
          <p:nvPr/>
        </p:nvCxnSpPr>
        <p:spPr>
          <a:xfrm flipH="1">
            <a:off x="1137291" y="2731587"/>
            <a:ext cx="600" cy="258300"/>
          </a:xfrm>
          <a:prstGeom prst="straightConnector1">
            <a:avLst/>
          </a:prstGeom>
          <a:noFill/>
          <a:ln cap="flat" cmpd="sng" w="28575">
            <a:solidFill>
              <a:srgbClr val="D9D9D9"/>
            </a:solidFill>
            <a:prstDash val="solid"/>
            <a:round/>
            <a:headEnd len="sm" w="sm" type="none"/>
            <a:tailEnd len="sm" w="sm" type="none"/>
          </a:ln>
        </p:spPr>
      </p:cxnSp>
      <p:sp>
        <p:nvSpPr>
          <p:cNvPr id="323" name="Google Shape;323;p3"/>
          <p:cNvSpPr/>
          <p:nvPr/>
        </p:nvSpPr>
        <p:spPr>
          <a:xfrm>
            <a:off x="378600" y="3032874"/>
            <a:ext cx="9322800" cy="266400"/>
          </a:xfrm>
          <a:prstGeom prst="roundRect">
            <a:avLst>
              <a:gd fmla="val 12113" name="adj"/>
            </a:avLst>
          </a:prstGeom>
          <a:solidFill>
            <a:srgbClr val="FFFFFF"/>
          </a:solidFill>
          <a:ln cap="flat" cmpd="sng" w="9525">
            <a:solidFill>
              <a:srgbClr val="EFEFEF"/>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6000" spcFirstLastPara="1" rIns="0" wrap="square" tIns="0">
            <a:noAutofit/>
          </a:bodyPr>
          <a:lstStyle/>
          <a:p>
            <a:pPr indent="0" lvl="0" marL="0" rtl="0" algn="l">
              <a:lnSpc>
                <a:spcPct val="120000"/>
              </a:lnSpc>
              <a:spcBef>
                <a:spcPts val="0"/>
              </a:spcBef>
              <a:spcAft>
                <a:spcPts val="0"/>
              </a:spcAft>
              <a:buClr>
                <a:schemeClr val="dk1"/>
              </a:buClr>
              <a:buSzPts val="1100"/>
              <a:buFont typeface="Arial"/>
              <a:buNone/>
            </a:pPr>
            <a:r>
              <a:rPr b="1" lang="es-419" sz="800">
                <a:solidFill>
                  <a:schemeClr val="dk1"/>
                </a:solidFill>
                <a:latin typeface="Arvo"/>
                <a:ea typeface="Arvo"/>
                <a:cs typeface="Arvo"/>
                <a:sym typeface="Arvo"/>
              </a:rPr>
              <a:t>          Un(a)</a:t>
            </a:r>
            <a:endParaRPr b="1" sz="800">
              <a:latin typeface="Arvo"/>
              <a:ea typeface="Arvo"/>
              <a:cs typeface="Arvo"/>
              <a:sym typeface="Arvo"/>
            </a:endParaRPr>
          </a:p>
        </p:txBody>
      </p:sp>
      <p:sp>
        <p:nvSpPr>
          <p:cNvPr id="324" name="Google Shape;324;p3"/>
          <p:cNvSpPr txBox="1"/>
          <p:nvPr>
            <p:ph idx="24" type="subTitle"/>
          </p:nvPr>
        </p:nvSpPr>
        <p:spPr>
          <a:xfrm>
            <a:off x="1195650" y="3036545"/>
            <a:ext cx="2361300" cy="265800"/>
          </a:xfrm>
          <a:prstGeom prst="rect">
            <a:avLst/>
          </a:prstGeom>
          <a:noFill/>
          <a:ln>
            <a:noFill/>
          </a:ln>
        </p:spPr>
        <p:txBody>
          <a:bodyPr anchorCtr="0" anchor="ctr" bIns="36000" lIns="36000" spcFirstLastPara="1" rIns="36000" wrap="square" tIns="36000">
            <a:noAutofit/>
          </a:bodyPr>
          <a:lstStyle>
            <a:lvl1pPr lvl="0" rt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rtl="0" algn="ctr">
              <a:lnSpc>
                <a:spcPct val="90000"/>
              </a:lnSpc>
              <a:spcBef>
                <a:spcPts val="0"/>
              </a:spcBef>
              <a:spcAft>
                <a:spcPts val="0"/>
              </a:spcAft>
              <a:buClr>
                <a:srgbClr val="000000"/>
              </a:buClr>
              <a:buSzPts val="1000"/>
              <a:buNone/>
              <a:defRPr sz="1000">
                <a:solidFill>
                  <a:srgbClr val="000000"/>
                </a:solidFill>
              </a:defRPr>
            </a:lvl2pPr>
            <a:lvl3pPr lvl="2" rtl="0" algn="ctr">
              <a:lnSpc>
                <a:spcPct val="90000"/>
              </a:lnSpc>
              <a:spcBef>
                <a:spcPts val="0"/>
              </a:spcBef>
              <a:spcAft>
                <a:spcPts val="0"/>
              </a:spcAft>
              <a:buClr>
                <a:srgbClr val="000000"/>
              </a:buClr>
              <a:buSzPts val="1000"/>
              <a:buNone/>
              <a:defRPr sz="1000">
                <a:solidFill>
                  <a:srgbClr val="000000"/>
                </a:solidFill>
              </a:defRPr>
            </a:lvl3pPr>
            <a:lvl4pPr lvl="3" rtl="0" algn="ctr">
              <a:lnSpc>
                <a:spcPct val="90000"/>
              </a:lnSpc>
              <a:spcBef>
                <a:spcPts val="0"/>
              </a:spcBef>
              <a:spcAft>
                <a:spcPts val="0"/>
              </a:spcAft>
              <a:buClr>
                <a:srgbClr val="000000"/>
              </a:buClr>
              <a:buSzPts val="1000"/>
              <a:buNone/>
              <a:defRPr sz="1000">
                <a:solidFill>
                  <a:srgbClr val="000000"/>
                </a:solidFill>
              </a:defRPr>
            </a:lvl4pPr>
            <a:lvl5pPr lvl="4" rtl="0" algn="ctr">
              <a:lnSpc>
                <a:spcPct val="90000"/>
              </a:lnSpc>
              <a:spcBef>
                <a:spcPts val="0"/>
              </a:spcBef>
              <a:spcAft>
                <a:spcPts val="0"/>
              </a:spcAft>
              <a:buClr>
                <a:srgbClr val="000000"/>
              </a:buClr>
              <a:buSzPts val="1000"/>
              <a:buNone/>
              <a:defRPr sz="1000">
                <a:solidFill>
                  <a:srgbClr val="000000"/>
                </a:solidFill>
              </a:defRPr>
            </a:lvl5pPr>
            <a:lvl6pPr lvl="5" rtl="0" algn="ctr">
              <a:lnSpc>
                <a:spcPct val="90000"/>
              </a:lnSpc>
              <a:spcBef>
                <a:spcPts val="0"/>
              </a:spcBef>
              <a:spcAft>
                <a:spcPts val="0"/>
              </a:spcAft>
              <a:buClr>
                <a:srgbClr val="000000"/>
              </a:buClr>
              <a:buSzPts val="1000"/>
              <a:buNone/>
              <a:defRPr sz="1000">
                <a:solidFill>
                  <a:srgbClr val="000000"/>
                </a:solidFill>
              </a:defRPr>
            </a:lvl6pPr>
            <a:lvl7pPr lvl="6" rtl="0" algn="ctr">
              <a:lnSpc>
                <a:spcPct val="90000"/>
              </a:lnSpc>
              <a:spcBef>
                <a:spcPts val="0"/>
              </a:spcBef>
              <a:spcAft>
                <a:spcPts val="0"/>
              </a:spcAft>
              <a:buClr>
                <a:srgbClr val="000000"/>
              </a:buClr>
              <a:buSzPts val="1000"/>
              <a:buNone/>
              <a:defRPr sz="1000">
                <a:solidFill>
                  <a:srgbClr val="000000"/>
                </a:solidFill>
              </a:defRPr>
            </a:lvl7pPr>
            <a:lvl8pPr lvl="7" rtl="0" algn="ctr">
              <a:lnSpc>
                <a:spcPct val="90000"/>
              </a:lnSpc>
              <a:spcBef>
                <a:spcPts val="0"/>
              </a:spcBef>
              <a:spcAft>
                <a:spcPts val="0"/>
              </a:spcAft>
              <a:buClr>
                <a:srgbClr val="000000"/>
              </a:buClr>
              <a:buSzPts val="1000"/>
              <a:buNone/>
              <a:defRPr sz="1000">
                <a:solidFill>
                  <a:srgbClr val="000000"/>
                </a:solidFill>
              </a:defRPr>
            </a:lvl8pPr>
            <a:lvl9pPr lvl="8" rtl="0" algn="ctr">
              <a:lnSpc>
                <a:spcPct val="90000"/>
              </a:lnSpc>
              <a:spcBef>
                <a:spcPts val="0"/>
              </a:spcBef>
              <a:spcAft>
                <a:spcPts val="0"/>
              </a:spcAft>
              <a:buClr>
                <a:srgbClr val="000000"/>
              </a:buClr>
              <a:buSzPts val="1000"/>
              <a:buNone/>
              <a:defRPr sz="1000">
                <a:solidFill>
                  <a:srgbClr val="000000"/>
                </a:solidFill>
              </a:defRPr>
            </a:lvl9pPr>
          </a:lstStyle>
          <a:p/>
        </p:txBody>
      </p:sp>
      <p:cxnSp>
        <p:nvCxnSpPr>
          <p:cNvPr id="325" name="Google Shape;325;p3"/>
          <p:cNvCxnSpPr/>
          <p:nvPr/>
        </p:nvCxnSpPr>
        <p:spPr>
          <a:xfrm flipH="1">
            <a:off x="3614691" y="3040925"/>
            <a:ext cx="600" cy="258300"/>
          </a:xfrm>
          <a:prstGeom prst="straightConnector1">
            <a:avLst/>
          </a:prstGeom>
          <a:noFill/>
          <a:ln cap="flat" cmpd="sng" w="28575">
            <a:solidFill>
              <a:srgbClr val="D9D9D9"/>
            </a:solidFill>
            <a:prstDash val="solid"/>
            <a:round/>
            <a:headEnd len="sm" w="sm" type="none"/>
            <a:tailEnd len="sm" w="sm" type="none"/>
          </a:ln>
        </p:spPr>
      </p:cxnSp>
      <p:sp>
        <p:nvSpPr>
          <p:cNvPr id="326" name="Google Shape;326;p3"/>
          <p:cNvSpPr txBox="1"/>
          <p:nvPr>
            <p:ph idx="25" type="subTitle"/>
          </p:nvPr>
        </p:nvSpPr>
        <p:spPr>
          <a:xfrm>
            <a:off x="7340100" y="3036549"/>
            <a:ext cx="2361300" cy="266400"/>
          </a:xfrm>
          <a:prstGeom prst="rect">
            <a:avLst/>
          </a:prstGeom>
          <a:noFill/>
          <a:ln>
            <a:noFill/>
          </a:ln>
        </p:spPr>
        <p:txBody>
          <a:bodyPr anchorCtr="0" anchor="ctr" bIns="36000" lIns="36000" spcFirstLastPara="1" rIns="36000" wrap="square" tIns="36000">
            <a:noAutofit/>
          </a:bodyPr>
          <a:lstStyle>
            <a:lvl1pPr lvl="0" rt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rtl="0" algn="ctr">
              <a:lnSpc>
                <a:spcPct val="90000"/>
              </a:lnSpc>
              <a:spcBef>
                <a:spcPts val="0"/>
              </a:spcBef>
              <a:spcAft>
                <a:spcPts val="0"/>
              </a:spcAft>
              <a:buClr>
                <a:srgbClr val="000000"/>
              </a:buClr>
              <a:buSzPts val="1000"/>
              <a:buNone/>
              <a:defRPr sz="1000">
                <a:solidFill>
                  <a:srgbClr val="000000"/>
                </a:solidFill>
              </a:defRPr>
            </a:lvl2pPr>
            <a:lvl3pPr lvl="2" rtl="0" algn="ctr">
              <a:lnSpc>
                <a:spcPct val="90000"/>
              </a:lnSpc>
              <a:spcBef>
                <a:spcPts val="0"/>
              </a:spcBef>
              <a:spcAft>
                <a:spcPts val="0"/>
              </a:spcAft>
              <a:buClr>
                <a:srgbClr val="000000"/>
              </a:buClr>
              <a:buSzPts val="1000"/>
              <a:buNone/>
              <a:defRPr sz="1000">
                <a:solidFill>
                  <a:srgbClr val="000000"/>
                </a:solidFill>
              </a:defRPr>
            </a:lvl3pPr>
            <a:lvl4pPr lvl="3" rtl="0" algn="ctr">
              <a:lnSpc>
                <a:spcPct val="90000"/>
              </a:lnSpc>
              <a:spcBef>
                <a:spcPts val="0"/>
              </a:spcBef>
              <a:spcAft>
                <a:spcPts val="0"/>
              </a:spcAft>
              <a:buClr>
                <a:srgbClr val="000000"/>
              </a:buClr>
              <a:buSzPts val="1000"/>
              <a:buNone/>
              <a:defRPr sz="1000">
                <a:solidFill>
                  <a:srgbClr val="000000"/>
                </a:solidFill>
              </a:defRPr>
            </a:lvl4pPr>
            <a:lvl5pPr lvl="4" rtl="0" algn="ctr">
              <a:lnSpc>
                <a:spcPct val="90000"/>
              </a:lnSpc>
              <a:spcBef>
                <a:spcPts val="0"/>
              </a:spcBef>
              <a:spcAft>
                <a:spcPts val="0"/>
              </a:spcAft>
              <a:buClr>
                <a:srgbClr val="000000"/>
              </a:buClr>
              <a:buSzPts val="1000"/>
              <a:buNone/>
              <a:defRPr sz="1000">
                <a:solidFill>
                  <a:srgbClr val="000000"/>
                </a:solidFill>
              </a:defRPr>
            </a:lvl5pPr>
            <a:lvl6pPr lvl="5" rtl="0" algn="ctr">
              <a:lnSpc>
                <a:spcPct val="90000"/>
              </a:lnSpc>
              <a:spcBef>
                <a:spcPts val="0"/>
              </a:spcBef>
              <a:spcAft>
                <a:spcPts val="0"/>
              </a:spcAft>
              <a:buClr>
                <a:srgbClr val="000000"/>
              </a:buClr>
              <a:buSzPts val="1000"/>
              <a:buNone/>
              <a:defRPr sz="1000">
                <a:solidFill>
                  <a:srgbClr val="000000"/>
                </a:solidFill>
              </a:defRPr>
            </a:lvl6pPr>
            <a:lvl7pPr lvl="6" rtl="0" algn="ctr">
              <a:lnSpc>
                <a:spcPct val="90000"/>
              </a:lnSpc>
              <a:spcBef>
                <a:spcPts val="0"/>
              </a:spcBef>
              <a:spcAft>
                <a:spcPts val="0"/>
              </a:spcAft>
              <a:buClr>
                <a:srgbClr val="000000"/>
              </a:buClr>
              <a:buSzPts val="1000"/>
              <a:buNone/>
              <a:defRPr sz="1000">
                <a:solidFill>
                  <a:srgbClr val="000000"/>
                </a:solidFill>
              </a:defRPr>
            </a:lvl7pPr>
            <a:lvl8pPr lvl="7" rtl="0" algn="ctr">
              <a:lnSpc>
                <a:spcPct val="90000"/>
              </a:lnSpc>
              <a:spcBef>
                <a:spcPts val="0"/>
              </a:spcBef>
              <a:spcAft>
                <a:spcPts val="0"/>
              </a:spcAft>
              <a:buClr>
                <a:srgbClr val="000000"/>
              </a:buClr>
              <a:buSzPts val="1000"/>
              <a:buNone/>
              <a:defRPr sz="1000">
                <a:solidFill>
                  <a:srgbClr val="000000"/>
                </a:solidFill>
              </a:defRPr>
            </a:lvl8pPr>
            <a:lvl9pPr lvl="8" rtl="0" algn="ctr">
              <a:lnSpc>
                <a:spcPct val="90000"/>
              </a:lnSpc>
              <a:spcBef>
                <a:spcPts val="0"/>
              </a:spcBef>
              <a:spcAft>
                <a:spcPts val="0"/>
              </a:spcAft>
              <a:buClr>
                <a:srgbClr val="000000"/>
              </a:buClr>
              <a:buSzPts val="1000"/>
              <a:buNone/>
              <a:defRPr sz="1000">
                <a:solidFill>
                  <a:srgbClr val="000000"/>
                </a:solidFill>
              </a:defRPr>
            </a:lvl9pPr>
          </a:lstStyle>
          <a:p/>
        </p:txBody>
      </p:sp>
      <p:sp>
        <p:nvSpPr>
          <p:cNvPr id="327" name="Google Shape;327;p3"/>
          <p:cNvSpPr txBox="1"/>
          <p:nvPr>
            <p:ph idx="26" type="subTitle"/>
          </p:nvPr>
        </p:nvSpPr>
        <p:spPr>
          <a:xfrm>
            <a:off x="3673650" y="3036545"/>
            <a:ext cx="1827600" cy="265800"/>
          </a:xfrm>
          <a:prstGeom prst="rect">
            <a:avLst/>
          </a:prstGeom>
          <a:noFill/>
          <a:ln>
            <a:noFill/>
          </a:ln>
        </p:spPr>
        <p:txBody>
          <a:bodyPr anchorCtr="0" anchor="ctr" bIns="36000" lIns="36000" spcFirstLastPara="1" rIns="36000" wrap="square" tIns="36000">
            <a:noAutofit/>
          </a:bodyPr>
          <a:lstStyle>
            <a:lvl1pPr lvl="0" rt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rtl="0" algn="ctr">
              <a:lnSpc>
                <a:spcPct val="90000"/>
              </a:lnSpc>
              <a:spcBef>
                <a:spcPts val="0"/>
              </a:spcBef>
              <a:spcAft>
                <a:spcPts val="0"/>
              </a:spcAft>
              <a:buClr>
                <a:srgbClr val="000000"/>
              </a:buClr>
              <a:buSzPts val="1000"/>
              <a:buNone/>
              <a:defRPr sz="1000">
                <a:solidFill>
                  <a:srgbClr val="000000"/>
                </a:solidFill>
              </a:defRPr>
            </a:lvl2pPr>
            <a:lvl3pPr lvl="2" rtl="0" algn="ctr">
              <a:lnSpc>
                <a:spcPct val="90000"/>
              </a:lnSpc>
              <a:spcBef>
                <a:spcPts val="0"/>
              </a:spcBef>
              <a:spcAft>
                <a:spcPts val="0"/>
              </a:spcAft>
              <a:buClr>
                <a:srgbClr val="000000"/>
              </a:buClr>
              <a:buSzPts val="1000"/>
              <a:buNone/>
              <a:defRPr sz="1000">
                <a:solidFill>
                  <a:srgbClr val="000000"/>
                </a:solidFill>
              </a:defRPr>
            </a:lvl3pPr>
            <a:lvl4pPr lvl="3" rtl="0" algn="ctr">
              <a:lnSpc>
                <a:spcPct val="90000"/>
              </a:lnSpc>
              <a:spcBef>
                <a:spcPts val="0"/>
              </a:spcBef>
              <a:spcAft>
                <a:spcPts val="0"/>
              </a:spcAft>
              <a:buClr>
                <a:srgbClr val="000000"/>
              </a:buClr>
              <a:buSzPts val="1000"/>
              <a:buNone/>
              <a:defRPr sz="1000">
                <a:solidFill>
                  <a:srgbClr val="000000"/>
                </a:solidFill>
              </a:defRPr>
            </a:lvl4pPr>
            <a:lvl5pPr lvl="4" rtl="0" algn="ctr">
              <a:lnSpc>
                <a:spcPct val="90000"/>
              </a:lnSpc>
              <a:spcBef>
                <a:spcPts val="0"/>
              </a:spcBef>
              <a:spcAft>
                <a:spcPts val="0"/>
              </a:spcAft>
              <a:buClr>
                <a:srgbClr val="000000"/>
              </a:buClr>
              <a:buSzPts val="1000"/>
              <a:buNone/>
              <a:defRPr sz="1000">
                <a:solidFill>
                  <a:srgbClr val="000000"/>
                </a:solidFill>
              </a:defRPr>
            </a:lvl5pPr>
            <a:lvl6pPr lvl="5" rtl="0" algn="ctr">
              <a:lnSpc>
                <a:spcPct val="90000"/>
              </a:lnSpc>
              <a:spcBef>
                <a:spcPts val="0"/>
              </a:spcBef>
              <a:spcAft>
                <a:spcPts val="0"/>
              </a:spcAft>
              <a:buClr>
                <a:srgbClr val="000000"/>
              </a:buClr>
              <a:buSzPts val="1000"/>
              <a:buNone/>
              <a:defRPr sz="1000">
                <a:solidFill>
                  <a:srgbClr val="000000"/>
                </a:solidFill>
              </a:defRPr>
            </a:lvl6pPr>
            <a:lvl7pPr lvl="6" rtl="0" algn="ctr">
              <a:lnSpc>
                <a:spcPct val="90000"/>
              </a:lnSpc>
              <a:spcBef>
                <a:spcPts val="0"/>
              </a:spcBef>
              <a:spcAft>
                <a:spcPts val="0"/>
              </a:spcAft>
              <a:buClr>
                <a:srgbClr val="000000"/>
              </a:buClr>
              <a:buSzPts val="1000"/>
              <a:buNone/>
              <a:defRPr sz="1000">
                <a:solidFill>
                  <a:srgbClr val="000000"/>
                </a:solidFill>
              </a:defRPr>
            </a:lvl7pPr>
            <a:lvl8pPr lvl="7" rtl="0" algn="ctr">
              <a:lnSpc>
                <a:spcPct val="90000"/>
              </a:lnSpc>
              <a:spcBef>
                <a:spcPts val="0"/>
              </a:spcBef>
              <a:spcAft>
                <a:spcPts val="0"/>
              </a:spcAft>
              <a:buClr>
                <a:srgbClr val="000000"/>
              </a:buClr>
              <a:buSzPts val="1000"/>
              <a:buNone/>
              <a:defRPr sz="1000">
                <a:solidFill>
                  <a:srgbClr val="000000"/>
                </a:solidFill>
              </a:defRPr>
            </a:lvl8pPr>
            <a:lvl9pPr lvl="8" rtl="0" algn="ctr">
              <a:lnSpc>
                <a:spcPct val="90000"/>
              </a:lnSpc>
              <a:spcBef>
                <a:spcPts val="0"/>
              </a:spcBef>
              <a:spcAft>
                <a:spcPts val="0"/>
              </a:spcAft>
              <a:buClr>
                <a:srgbClr val="000000"/>
              </a:buClr>
              <a:buSzPts val="1000"/>
              <a:buNone/>
              <a:defRPr sz="1000">
                <a:solidFill>
                  <a:srgbClr val="000000"/>
                </a:solidFill>
              </a:defRPr>
            </a:lvl9pPr>
          </a:lstStyle>
          <a:p/>
        </p:txBody>
      </p:sp>
      <p:sp>
        <p:nvSpPr>
          <p:cNvPr id="328" name="Google Shape;328;p3"/>
          <p:cNvSpPr txBox="1"/>
          <p:nvPr>
            <p:ph idx="27" type="subTitle"/>
          </p:nvPr>
        </p:nvSpPr>
        <p:spPr>
          <a:xfrm>
            <a:off x="5631975" y="3036550"/>
            <a:ext cx="1584600" cy="266400"/>
          </a:xfrm>
          <a:prstGeom prst="rect">
            <a:avLst/>
          </a:prstGeom>
          <a:noFill/>
          <a:ln>
            <a:noFill/>
          </a:ln>
        </p:spPr>
        <p:txBody>
          <a:bodyPr anchorCtr="0" anchor="ctr" bIns="36000" lIns="36000" spcFirstLastPara="1" rIns="36000" wrap="square" tIns="36000">
            <a:noAutofit/>
          </a:bodyPr>
          <a:lstStyle>
            <a:lvl1pPr lvl="0" rt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rtl="0" algn="ctr">
              <a:lnSpc>
                <a:spcPct val="90000"/>
              </a:lnSpc>
              <a:spcBef>
                <a:spcPts val="0"/>
              </a:spcBef>
              <a:spcAft>
                <a:spcPts val="0"/>
              </a:spcAft>
              <a:buClr>
                <a:srgbClr val="000000"/>
              </a:buClr>
              <a:buSzPts val="1000"/>
              <a:buNone/>
              <a:defRPr sz="1000">
                <a:solidFill>
                  <a:srgbClr val="000000"/>
                </a:solidFill>
              </a:defRPr>
            </a:lvl2pPr>
            <a:lvl3pPr lvl="2" rtl="0" algn="ctr">
              <a:lnSpc>
                <a:spcPct val="90000"/>
              </a:lnSpc>
              <a:spcBef>
                <a:spcPts val="0"/>
              </a:spcBef>
              <a:spcAft>
                <a:spcPts val="0"/>
              </a:spcAft>
              <a:buClr>
                <a:srgbClr val="000000"/>
              </a:buClr>
              <a:buSzPts val="1000"/>
              <a:buNone/>
              <a:defRPr sz="1000">
                <a:solidFill>
                  <a:srgbClr val="000000"/>
                </a:solidFill>
              </a:defRPr>
            </a:lvl3pPr>
            <a:lvl4pPr lvl="3" rtl="0" algn="ctr">
              <a:lnSpc>
                <a:spcPct val="90000"/>
              </a:lnSpc>
              <a:spcBef>
                <a:spcPts val="0"/>
              </a:spcBef>
              <a:spcAft>
                <a:spcPts val="0"/>
              </a:spcAft>
              <a:buClr>
                <a:srgbClr val="000000"/>
              </a:buClr>
              <a:buSzPts val="1000"/>
              <a:buNone/>
              <a:defRPr sz="1000">
                <a:solidFill>
                  <a:srgbClr val="000000"/>
                </a:solidFill>
              </a:defRPr>
            </a:lvl4pPr>
            <a:lvl5pPr lvl="4" rtl="0" algn="ctr">
              <a:lnSpc>
                <a:spcPct val="90000"/>
              </a:lnSpc>
              <a:spcBef>
                <a:spcPts val="0"/>
              </a:spcBef>
              <a:spcAft>
                <a:spcPts val="0"/>
              </a:spcAft>
              <a:buClr>
                <a:srgbClr val="000000"/>
              </a:buClr>
              <a:buSzPts val="1000"/>
              <a:buNone/>
              <a:defRPr sz="1000">
                <a:solidFill>
                  <a:srgbClr val="000000"/>
                </a:solidFill>
              </a:defRPr>
            </a:lvl5pPr>
            <a:lvl6pPr lvl="5" rtl="0" algn="ctr">
              <a:lnSpc>
                <a:spcPct val="90000"/>
              </a:lnSpc>
              <a:spcBef>
                <a:spcPts val="0"/>
              </a:spcBef>
              <a:spcAft>
                <a:spcPts val="0"/>
              </a:spcAft>
              <a:buClr>
                <a:srgbClr val="000000"/>
              </a:buClr>
              <a:buSzPts val="1000"/>
              <a:buNone/>
              <a:defRPr sz="1000">
                <a:solidFill>
                  <a:srgbClr val="000000"/>
                </a:solidFill>
              </a:defRPr>
            </a:lvl6pPr>
            <a:lvl7pPr lvl="6" rtl="0" algn="ctr">
              <a:lnSpc>
                <a:spcPct val="90000"/>
              </a:lnSpc>
              <a:spcBef>
                <a:spcPts val="0"/>
              </a:spcBef>
              <a:spcAft>
                <a:spcPts val="0"/>
              </a:spcAft>
              <a:buClr>
                <a:srgbClr val="000000"/>
              </a:buClr>
              <a:buSzPts val="1000"/>
              <a:buNone/>
              <a:defRPr sz="1000">
                <a:solidFill>
                  <a:srgbClr val="000000"/>
                </a:solidFill>
              </a:defRPr>
            </a:lvl7pPr>
            <a:lvl8pPr lvl="7" rtl="0" algn="ctr">
              <a:lnSpc>
                <a:spcPct val="90000"/>
              </a:lnSpc>
              <a:spcBef>
                <a:spcPts val="0"/>
              </a:spcBef>
              <a:spcAft>
                <a:spcPts val="0"/>
              </a:spcAft>
              <a:buClr>
                <a:srgbClr val="000000"/>
              </a:buClr>
              <a:buSzPts val="1000"/>
              <a:buNone/>
              <a:defRPr sz="1000">
                <a:solidFill>
                  <a:srgbClr val="000000"/>
                </a:solidFill>
              </a:defRPr>
            </a:lvl8pPr>
            <a:lvl9pPr lvl="8" rtl="0" algn="ctr">
              <a:lnSpc>
                <a:spcPct val="90000"/>
              </a:lnSpc>
              <a:spcBef>
                <a:spcPts val="0"/>
              </a:spcBef>
              <a:spcAft>
                <a:spcPts val="0"/>
              </a:spcAft>
              <a:buClr>
                <a:srgbClr val="000000"/>
              </a:buClr>
              <a:buSzPts val="1000"/>
              <a:buNone/>
              <a:defRPr sz="1000">
                <a:solidFill>
                  <a:srgbClr val="000000"/>
                </a:solidFill>
              </a:defRPr>
            </a:lvl9pPr>
          </a:lstStyle>
          <a:p/>
        </p:txBody>
      </p:sp>
      <p:cxnSp>
        <p:nvCxnSpPr>
          <p:cNvPr id="329" name="Google Shape;329;p3"/>
          <p:cNvCxnSpPr/>
          <p:nvPr/>
        </p:nvCxnSpPr>
        <p:spPr>
          <a:xfrm flipH="1">
            <a:off x="5566304" y="3036925"/>
            <a:ext cx="600" cy="258300"/>
          </a:xfrm>
          <a:prstGeom prst="straightConnector1">
            <a:avLst/>
          </a:prstGeom>
          <a:noFill/>
          <a:ln cap="flat" cmpd="sng" w="28575">
            <a:solidFill>
              <a:srgbClr val="D9D9D9"/>
            </a:solidFill>
            <a:prstDash val="solid"/>
            <a:round/>
            <a:headEnd len="sm" w="sm" type="none"/>
            <a:tailEnd len="sm" w="sm" type="none"/>
          </a:ln>
        </p:spPr>
      </p:cxnSp>
      <p:cxnSp>
        <p:nvCxnSpPr>
          <p:cNvPr id="330" name="Google Shape;330;p3"/>
          <p:cNvCxnSpPr/>
          <p:nvPr/>
        </p:nvCxnSpPr>
        <p:spPr>
          <a:xfrm flipH="1">
            <a:off x="7292829" y="3036550"/>
            <a:ext cx="600" cy="258300"/>
          </a:xfrm>
          <a:prstGeom prst="straightConnector1">
            <a:avLst/>
          </a:prstGeom>
          <a:noFill/>
          <a:ln cap="flat" cmpd="sng" w="28575">
            <a:solidFill>
              <a:srgbClr val="D9D9D9"/>
            </a:solidFill>
            <a:prstDash val="solid"/>
            <a:round/>
            <a:headEnd len="sm" w="sm" type="none"/>
            <a:tailEnd len="sm" w="sm" type="none"/>
          </a:ln>
        </p:spPr>
      </p:cxnSp>
      <p:cxnSp>
        <p:nvCxnSpPr>
          <p:cNvPr id="331" name="Google Shape;331;p3"/>
          <p:cNvCxnSpPr/>
          <p:nvPr/>
        </p:nvCxnSpPr>
        <p:spPr>
          <a:xfrm flipH="1">
            <a:off x="1137291" y="3036550"/>
            <a:ext cx="600" cy="258300"/>
          </a:xfrm>
          <a:prstGeom prst="straightConnector1">
            <a:avLst/>
          </a:prstGeom>
          <a:noFill/>
          <a:ln cap="flat" cmpd="sng" w="28575">
            <a:solidFill>
              <a:srgbClr val="D9D9D9"/>
            </a:solidFill>
            <a:prstDash val="solid"/>
            <a:round/>
            <a:headEnd len="sm" w="sm" type="none"/>
            <a:tailEnd len="sm" w="sm" type="none"/>
          </a:ln>
        </p:spPr>
      </p:cxnSp>
      <p:sp>
        <p:nvSpPr>
          <p:cNvPr id="332" name="Google Shape;332;p3"/>
          <p:cNvSpPr/>
          <p:nvPr/>
        </p:nvSpPr>
        <p:spPr>
          <a:xfrm>
            <a:off x="378600" y="3332511"/>
            <a:ext cx="9322800" cy="266400"/>
          </a:xfrm>
          <a:prstGeom prst="roundRect">
            <a:avLst>
              <a:gd fmla="val 12113" name="adj"/>
            </a:avLst>
          </a:prstGeom>
          <a:solidFill>
            <a:srgbClr val="FFFFFF"/>
          </a:solidFill>
          <a:ln cap="flat" cmpd="sng" w="9525">
            <a:solidFill>
              <a:srgbClr val="EFEFEF"/>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6000" spcFirstLastPara="1" rIns="0" wrap="square" tIns="0">
            <a:noAutofit/>
          </a:bodyPr>
          <a:lstStyle/>
          <a:p>
            <a:pPr indent="0" lvl="0" marL="0" rtl="0" algn="l">
              <a:lnSpc>
                <a:spcPct val="120000"/>
              </a:lnSpc>
              <a:spcBef>
                <a:spcPts val="0"/>
              </a:spcBef>
              <a:spcAft>
                <a:spcPts val="0"/>
              </a:spcAft>
              <a:buClr>
                <a:schemeClr val="dk1"/>
              </a:buClr>
              <a:buSzPts val="1100"/>
              <a:buFont typeface="Arial"/>
              <a:buNone/>
            </a:pPr>
            <a:r>
              <a:rPr b="1" lang="es-419" sz="800">
                <a:solidFill>
                  <a:schemeClr val="dk1"/>
                </a:solidFill>
                <a:latin typeface="Arvo"/>
                <a:ea typeface="Arvo"/>
                <a:cs typeface="Arvo"/>
                <a:sym typeface="Arvo"/>
              </a:rPr>
              <a:t>          Un(a)</a:t>
            </a:r>
            <a:endParaRPr b="1" sz="800">
              <a:latin typeface="Arvo"/>
              <a:ea typeface="Arvo"/>
              <a:cs typeface="Arvo"/>
              <a:sym typeface="Arvo"/>
            </a:endParaRPr>
          </a:p>
        </p:txBody>
      </p:sp>
      <p:sp>
        <p:nvSpPr>
          <p:cNvPr id="333" name="Google Shape;333;p3"/>
          <p:cNvSpPr txBox="1"/>
          <p:nvPr>
            <p:ph idx="28" type="subTitle"/>
          </p:nvPr>
        </p:nvSpPr>
        <p:spPr>
          <a:xfrm>
            <a:off x="1195650" y="3336182"/>
            <a:ext cx="2361300" cy="265800"/>
          </a:xfrm>
          <a:prstGeom prst="rect">
            <a:avLst/>
          </a:prstGeom>
          <a:noFill/>
          <a:ln>
            <a:noFill/>
          </a:ln>
        </p:spPr>
        <p:txBody>
          <a:bodyPr anchorCtr="0" anchor="ctr" bIns="36000" lIns="36000" spcFirstLastPara="1" rIns="36000" wrap="square" tIns="36000">
            <a:noAutofit/>
          </a:bodyPr>
          <a:lstStyle>
            <a:lvl1pPr lvl="0" rt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rtl="0" algn="ctr">
              <a:lnSpc>
                <a:spcPct val="90000"/>
              </a:lnSpc>
              <a:spcBef>
                <a:spcPts val="0"/>
              </a:spcBef>
              <a:spcAft>
                <a:spcPts val="0"/>
              </a:spcAft>
              <a:buClr>
                <a:srgbClr val="000000"/>
              </a:buClr>
              <a:buSzPts val="1000"/>
              <a:buNone/>
              <a:defRPr sz="1000">
                <a:solidFill>
                  <a:srgbClr val="000000"/>
                </a:solidFill>
              </a:defRPr>
            </a:lvl2pPr>
            <a:lvl3pPr lvl="2" rtl="0" algn="ctr">
              <a:lnSpc>
                <a:spcPct val="90000"/>
              </a:lnSpc>
              <a:spcBef>
                <a:spcPts val="0"/>
              </a:spcBef>
              <a:spcAft>
                <a:spcPts val="0"/>
              </a:spcAft>
              <a:buClr>
                <a:srgbClr val="000000"/>
              </a:buClr>
              <a:buSzPts val="1000"/>
              <a:buNone/>
              <a:defRPr sz="1000">
                <a:solidFill>
                  <a:srgbClr val="000000"/>
                </a:solidFill>
              </a:defRPr>
            </a:lvl3pPr>
            <a:lvl4pPr lvl="3" rtl="0" algn="ctr">
              <a:lnSpc>
                <a:spcPct val="90000"/>
              </a:lnSpc>
              <a:spcBef>
                <a:spcPts val="0"/>
              </a:spcBef>
              <a:spcAft>
                <a:spcPts val="0"/>
              </a:spcAft>
              <a:buClr>
                <a:srgbClr val="000000"/>
              </a:buClr>
              <a:buSzPts val="1000"/>
              <a:buNone/>
              <a:defRPr sz="1000">
                <a:solidFill>
                  <a:srgbClr val="000000"/>
                </a:solidFill>
              </a:defRPr>
            </a:lvl4pPr>
            <a:lvl5pPr lvl="4" rtl="0" algn="ctr">
              <a:lnSpc>
                <a:spcPct val="90000"/>
              </a:lnSpc>
              <a:spcBef>
                <a:spcPts val="0"/>
              </a:spcBef>
              <a:spcAft>
                <a:spcPts val="0"/>
              </a:spcAft>
              <a:buClr>
                <a:srgbClr val="000000"/>
              </a:buClr>
              <a:buSzPts val="1000"/>
              <a:buNone/>
              <a:defRPr sz="1000">
                <a:solidFill>
                  <a:srgbClr val="000000"/>
                </a:solidFill>
              </a:defRPr>
            </a:lvl5pPr>
            <a:lvl6pPr lvl="5" rtl="0" algn="ctr">
              <a:lnSpc>
                <a:spcPct val="90000"/>
              </a:lnSpc>
              <a:spcBef>
                <a:spcPts val="0"/>
              </a:spcBef>
              <a:spcAft>
                <a:spcPts val="0"/>
              </a:spcAft>
              <a:buClr>
                <a:srgbClr val="000000"/>
              </a:buClr>
              <a:buSzPts val="1000"/>
              <a:buNone/>
              <a:defRPr sz="1000">
                <a:solidFill>
                  <a:srgbClr val="000000"/>
                </a:solidFill>
              </a:defRPr>
            </a:lvl6pPr>
            <a:lvl7pPr lvl="6" rtl="0" algn="ctr">
              <a:lnSpc>
                <a:spcPct val="90000"/>
              </a:lnSpc>
              <a:spcBef>
                <a:spcPts val="0"/>
              </a:spcBef>
              <a:spcAft>
                <a:spcPts val="0"/>
              </a:spcAft>
              <a:buClr>
                <a:srgbClr val="000000"/>
              </a:buClr>
              <a:buSzPts val="1000"/>
              <a:buNone/>
              <a:defRPr sz="1000">
                <a:solidFill>
                  <a:srgbClr val="000000"/>
                </a:solidFill>
              </a:defRPr>
            </a:lvl7pPr>
            <a:lvl8pPr lvl="7" rtl="0" algn="ctr">
              <a:lnSpc>
                <a:spcPct val="90000"/>
              </a:lnSpc>
              <a:spcBef>
                <a:spcPts val="0"/>
              </a:spcBef>
              <a:spcAft>
                <a:spcPts val="0"/>
              </a:spcAft>
              <a:buClr>
                <a:srgbClr val="000000"/>
              </a:buClr>
              <a:buSzPts val="1000"/>
              <a:buNone/>
              <a:defRPr sz="1000">
                <a:solidFill>
                  <a:srgbClr val="000000"/>
                </a:solidFill>
              </a:defRPr>
            </a:lvl8pPr>
            <a:lvl9pPr lvl="8" rtl="0" algn="ctr">
              <a:lnSpc>
                <a:spcPct val="90000"/>
              </a:lnSpc>
              <a:spcBef>
                <a:spcPts val="0"/>
              </a:spcBef>
              <a:spcAft>
                <a:spcPts val="0"/>
              </a:spcAft>
              <a:buClr>
                <a:srgbClr val="000000"/>
              </a:buClr>
              <a:buSzPts val="1000"/>
              <a:buNone/>
              <a:defRPr sz="1000">
                <a:solidFill>
                  <a:srgbClr val="000000"/>
                </a:solidFill>
              </a:defRPr>
            </a:lvl9pPr>
          </a:lstStyle>
          <a:p/>
        </p:txBody>
      </p:sp>
      <p:cxnSp>
        <p:nvCxnSpPr>
          <p:cNvPr id="334" name="Google Shape;334;p3"/>
          <p:cNvCxnSpPr/>
          <p:nvPr/>
        </p:nvCxnSpPr>
        <p:spPr>
          <a:xfrm flipH="1">
            <a:off x="3614691" y="3340562"/>
            <a:ext cx="600" cy="258300"/>
          </a:xfrm>
          <a:prstGeom prst="straightConnector1">
            <a:avLst/>
          </a:prstGeom>
          <a:noFill/>
          <a:ln cap="flat" cmpd="sng" w="28575">
            <a:solidFill>
              <a:srgbClr val="D9D9D9"/>
            </a:solidFill>
            <a:prstDash val="solid"/>
            <a:round/>
            <a:headEnd len="sm" w="sm" type="none"/>
            <a:tailEnd len="sm" w="sm" type="none"/>
          </a:ln>
        </p:spPr>
      </p:cxnSp>
      <p:sp>
        <p:nvSpPr>
          <p:cNvPr id="335" name="Google Shape;335;p3"/>
          <p:cNvSpPr txBox="1"/>
          <p:nvPr>
            <p:ph idx="29" type="subTitle"/>
          </p:nvPr>
        </p:nvSpPr>
        <p:spPr>
          <a:xfrm>
            <a:off x="7340100" y="3336186"/>
            <a:ext cx="2361300" cy="266400"/>
          </a:xfrm>
          <a:prstGeom prst="rect">
            <a:avLst/>
          </a:prstGeom>
          <a:noFill/>
          <a:ln>
            <a:noFill/>
          </a:ln>
        </p:spPr>
        <p:txBody>
          <a:bodyPr anchorCtr="0" anchor="ctr" bIns="36000" lIns="36000" spcFirstLastPara="1" rIns="36000" wrap="square" tIns="36000">
            <a:noAutofit/>
          </a:bodyPr>
          <a:lstStyle>
            <a:lvl1pPr lvl="0" rt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rtl="0" algn="ctr">
              <a:lnSpc>
                <a:spcPct val="90000"/>
              </a:lnSpc>
              <a:spcBef>
                <a:spcPts val="0"/>
              </a:spcBef>
              <a:spcAft>
                <a:spcPts val="0"/>
              </a:spcAft>
              <a:buClr>
                <a:srgbClr val="000000"/>
              </a:buClr>
              <a:buSzPts val="1000"/>
              <a:buNone/>
              <a:defRPr sz="1000">
                <a:solidFill>
                  <a:srgbClr val="000000"/>
                </a:solidFill>
              </a:defRPr>
            </a:lvl2pPr>
            <a:lvl3pPr lvl="2" rtl="0" algn="ctr">
              <a:lnSpc>
                <a:spcPct val="90000"/>
              </a:lnSpc>
              <a:spcBef>
                <a:spcPts val="0"/>
              </a:spcBef>
              <a:spcAft>
                <a:spcPts val="0"/>
              </a:spcAft>
              <a:buClr>
                <a:srgbClr val="000000"/>
              </a:buClr>
              <a:buSzPts val="1000"/>
              <a:buNone/>
              <a:defRPr sz="1000">
                <a:solidFill>
                  <a:srgbClr val="000000"/>
                </a:solidFill>
              </a:defRPr>
            </a:lvl3pPr>
            <a:lvl4pPr lvl="3" rtl="0" algn="ctr">
              <a:lnSpc>
                <a:spcPct val="90000"/>
              </a:lnSpc>
              <a:spcBef>
                <a:spcPts val="0"/>
              </a:spcBef>
              <a:spcAft>
                <a:spcPts val="0"/>
              </a:spcAft>
              <a:buClr>
                <a:srgbClr val="000000"/>
              </a:buClr>
              <a:buSzPts val="1000"/>
              <a:buNone/>
              <a:defRPr sz="1000">
                <a:solidFill>
                  <a:srgbClr val="000000"/>
                </a:solidFill>
              </a:defRPr>
            </a:lvl4pPr>
            <a:lvl5pPr lvl="4" rtl="0" algn="ctr">
              <a:lnSpc>
                <a:spcPct val="90000"/>
              </a:lnSpc>
              <a:spcBef>
                <a:spcPts val="0"/>
              </a:spcBef>
              <a:spcAft>
                <a:spcPts val="0"/>
              </a:spcAft>
              <a:buClr>
                <a:srgbClr val="000000"/>
              </a:buClr>
              <a:buSzPts val="1000"/>
              <a:buNone/>
              <a:defRPr sz="1000">
                <a:solidFill>
                  <a:srgbClr val="000000"/>
                </a:solidFill>
              </a:defRPr>
            </a:lvl5pPr>
            <a:lvl6pPr lvl="5" rtl="0" algn="ctr">
              <a:lnSpc>
                <a:spcPct val="90000"/>
              </a:lnSpc>
              <a:spcBef>
                <a:spcPts val="0"/>
              </a:spcBef>
              <a:spcAft>
                <a:spcPts val="0"/>
              </a:spcAft>
              <a:buClr>
                <a:srgbClr val="000000"/>
              </a:buClr>
              <a:buSzPts val="1000"/>
              <a:buNone/>
              <a:defRPr sz="1000">
                <a:solidFill>
                  <a:srgbClr val="000000"/>
                </a:solidFill>
              </a:defRPr>
            </a:lvl6pPr>
            <a:lvl7pPr lvl="6" rtl="0" algn="ctr">
              <a:lnSpc>
                <a:spcPct val="90000"/>
              </a:lnSpc>
              <a:spcBef>
                <a:spcPts val="0"/>
              </a:spcBef>
              <a:spcAft>
                <a:spcPts val="0"/>
              </a:spcAft>
              <a:buClr>
                <a:srgbClr val="000000"/>
              </a:buClr>
              <a:buSzPts val="1000"/>
              <a:buNone/>
              <a:defRPr sz="1000">
                <a:solidFill>
                  <a:srgbClr val="000000"/>
                </a:solidFill>
              </a:defRPr>
            </a:lvl7pPr>
            <a:lvl8pPr lvl="7" rtl="0" algn="ctr">
              <a:lnSpc>
                <a:spcPct val="90000"/>
              </a:lnSpc>
              <a:spcBef>
                <a:spcPts val="0"/>
              </a:spcBef>
              <a:spcAft>
                <a:spcPts val="0"/>
              </a:spcAft>
              <a:buClr>
                <a:srgbClr val="000000"/>
              </a:buClr>
              <a:buSzPts val="1000"/>
              <a:buNone/>
              <a:defRPr sz="1000">
                <a:solidFill>
                  <a:srgbClr val="000000"/>
                </a:solidFill>
              </a:defRPr>
            </a:lvl8pPr>
            <a:lvl9pPr lvl="8" rtl="0" algn="ctr">
              <a:lnSpc>
                <a:spcPct val="90000"/>
              </a:lnSpc>
              <a:spcBef>
                <a:spcPts val="0"/>
              </a:spcBef>
              <a:spcAft>
                <a:spcPts val="0"/>
              </a:spcAft>
              <a:buClr>
                <a:srgbClr val="000000"/>
              </a:buClr>
              <a:buSzPts val="1000"/>
              <a:buNone/>
              <a:defRPr sz="1000">
                <a:solidFill>
                  <a:srgbClr val="000000"/>
                </a:solidFill>
              </a:defRPr>
            </a:lvl9pPr>
          </a:lstStyle>
          <a:p/>
        </p:txBody>
      </p:sp>
      <p:sp>
        <p:nvSpPr>
          <p:cNvPr id="336" name="Google Shape;336;p3"/>
          <p:cNvSpPr txBox="1"/>
          <p:nvPr>
            <p:ph idx="30" type="subTitle"/>
          </p:nvPr>
        </p:nvSpPr>
        <p:spPr>
          <a:xfrm>
            <a:off x="3673650" y="3336183"/>
            <a:ext cx="1827600" cy="265800"/>
          </a:xfrm>
          <a:prstGeom prst="rect">
            <a:avLst/>
          </a:prstGeom>
          <a:noFill/>
          <a:ln>
            <a:noFill/>
          </a:ln>
        </p:spPr>
        <p:txBody>
          <a:bodyPr anchorCtr="0" anchor="ctr" bIns="36000" lIns="36000" spcFirstLastPara="1" rIns="36000" wrap="square" tIns="36000">
            <a:noAutofit/>
          </a:bodyPr>
          <a:lstStyle>
            <a:lvl1pPr lvl="0" rt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rtl="0" algn="ctr">
              <a:lnSpc>
                <a:spcPct val="90000"/>
              </a:lnSpc>
              <a:spcBef>
                <a:spcPts val="0"/>
              </a:spcBef>
              <a:spcAft>
                <a:spcPts val="0"/>
              </a:spcAft>
              <a:buClr>
                <a:srgbClr val="000000"/>
              </a:buClr>
              <a:buSzPts val="1000"/>
              <a:buNone/>
              <a:defRPr sz="1000">
                <a:solidFill>
                  <a:srgbClr val="000000"/>
                </a:solidFill>
              </a:defRPr>
            </a:lvl2pPr>
            <a:lvl3pPr lvl="2" rtl="0" algn="ctr">
              <a:lnSpc>
                <a:spcPct val="90000"/>
              </a:lnSpc>
              <a:spcBef>
                <a:spcPts val="0"/>
              </a:spcBef>
              <a:spcAft>
                <a:spcPts val="0"/>
              </a:spcAft>
              <a:buClr>
                <a:srgbClr val="000000"/>
              </a:buClr>
              <a:buSzPts val="1000"/>
              <a:buNone/>
              <a:defRPr sz="1000">
                <a:solidFill>
                  <a:srgbClr val="000000"/>
                </a:solidFill>
              </a:defRPr>
            </a:lvl3pPr>
            <a:lvl4pPr lvl="3" rtl="0" algn="ctr">
              <a:lnSpc>
                <a:spcPct val="90000"/>
              </a:lnSpc>
              <a:spcBef>
                <a:spcPts val="0"/>
              </a:spcBef>
              <a:spcAft>
                <a:spcPts val="0"/>
              </a:spcAft>
              <a:buClr>
                <a:srgbClr val="000000"/>
              </a:buClr>
              <a:buSzPts val="1000"/>
              <a:buNone/>
              <a:defRPr sz="1000">
                <a:solidFill>
                  <a:srgbClr val="000000"/>
                </a:solidFill>
              </a:defRPr>
            </a:lvl4pPr>
            <a:lvl5pPr lvl="4" rtl="0" algn="ctr">
              <a:lnSpc>
                <a:spcPct val="90000"/>
              </a:lnSpc>
              <a:spcBef>
                <a:spcPts val="0"/>
              </a:spcBef>
              <a:spcAft>
                <a:spcPts val="0"/>
              </a:spcAft>
              <a:buClr>
                <a:srgbClr val="000000"/>
              </a:buClr>
              <a:buSzPts val="1000"/>
              <a:buNone/>
              <a:defRPr sz="1000">
                <a:solidFill>
                  <a:srgbClr val="000000"/>
                </a:solidFill>
              </a:defRPr>
            </a:lvl5pPr>
            <a:lvl6pPr lvl="5" rtl="0" algn="ctr">
              <a:lnSpc>
                <a:spcPct val="90000"/>
              </a:lnSpc>
              <a:spcBef>
                <a:spcPts val="0"/>
              </a:spcBef>
              <a:spcAft>
                <a:spcPts val="0"/>
              </a:spcAft>
              <a:buClr>
                <a:srgbClr val="000000"/>
              </a:buClr>
              <a:buSzPts val="1000"/>
              <a:buNone/>
              <a:defRPr sz="1000">
                <a:solidFill>
                  <a:srgbClr val="000000"/>
                </a:solidFill>
              </a:defRPr>
            </a:lvl6pPr>
            <a:lvl7pPr lvl="6" rtl="0" algn="ctr">
              <a:lnSpc>
                <a:spcPct val="90000"/>
              </a:lnSpc>
              <a:spcBef>
                <a:spcPts val="0"/>
              </a:spcBef>
              <a:spcAft>
                <a:spcPts val="0"/>
              </a:spcAft>
              <a:buClr>
                <a:srgbClr val="000000"/>
              </a:buClr>
              <a:buSzPts val="1000"/>
              <a:buNone/>
              <a:defRPr sz="1000">
                <a:solidFill>
                  <a:srgbClr val="000000"/>
                </a:solidFill>
              </a:defRPr>
            </a:lvl7pPr>
            <a:lvl8pPr lvl="7" rtl="0" algn="ctr">
              <a:lnSpc>
                <a:spcPct val="90000"/>
              </a:lnSpc>
              <a:spcBef>
                <a:spcPts val="0"/>
              </a:spcBef>
              <a:spcAft>
                <a:spcPts val="0"/>
              </a:spcAft>
              <a:buClr>
                <a:srgbClr val="000000"/>
              </a:buClr>
              <a:buSzPts val="1000"/>
              <a:buNone/>
              <a:defRPr sz="1000">
                <a:solidFill>
                  <a:srgbClr val="000000"/>
                </a:solidFill>
              </a:defRPr>
            </a:lvl8pPr>
            <a:lvl9pPr lvl="8" rtl="0" algn="ctr">
              <a:lnSpc>
                <a:spcPct val="90000"/>
              </a:lnSpc>
              <a:spcBef>
                <a:spcPts val="0"/>
              </a:spcBef>
              <a:spcAft>
                <a:spcPts val="0"/>
              </a:spcAft>
              <a:buClr>
                <a:srgbClr val="000000"/>
              </a:buClr>
              <a:buSzPts val="1000"/>
              <a:buNone/>
              <a:defRPr sz="1000">
                <a:solidFill>
                  <a:srgbClr val="000000"/>
                </a:solidFill>
              </a:defRPr>
            </a:lvl9pPr>
          </a:lstStyle>
          <a:p/>
        </p:txBody>
      </p:sp>
      <p:sp>
        <p:nvSpPr>
          <p:cNvPr id="337" name="Google Shape;337;p3"/>
          <p:cNvSpPr txBox="1"/>
          <p:nvPr>
            <p:ph idx="31" type="subTitle"/>
          </p:nvPr>
        </p:nvSpPr>
        <p:spPr>
          <a:xfrm>
            <a:off x="5631975" y="3336188"/>
            <a:ext cx="1584600" cy="266400"/>
          </a:xfrm>
          <a:prstGeom prst="rect">
            <a:avLst/>
          </a:prstGeom>
          <a:noFill/>
          <a:ln>
            <a:noFill/>
          </a:ln>
        </p:spPr>
        <p:txBody>
          <a:bodyPr anchorCtr="0" anchor="ctr" bIns="36000" lIns="36000" spcFirstLastPara="1" rIns="36000" wrap="square" tIns="36000">
            <a:noAutofit/>
          </a:bodyPr>
          <a:lstStyle>
            <a:lvl1pPr lvl="0" rt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rtl="0" algn="ctr">
              <a:lnSpc>
                <a:spcPct val="90000"/>
              </a:lnSpc>
              <a:spcBef>
                <a:spcPts val="0"/>
              </a:spcBef>
              <a:spcAft>
                <a:spcPts val="0"/>
              </a:spcAft>
              <a:buClr>
                <a:srgbClr val="000000"/>
              </a:buClr>
              <a:buSzPts val="1000"/>
              <a:buNone/>
              <a:defRPr sz="1000">
                <a:solidFill>
                  <a:srgbClr val="000000"/>
                </a:solidFill>
              </a:defRPr>
            </a:lvl2pPr>
            <a:lvl3pPr lvl="2" rtl="0" algn="ctr">
              <a:lnSpc>
                <a:spcPct val="90000"/>
              </a:lnSpc>
              <a:spcBef>
                <a:spcPts val="0"/>
              </a:spcBef>
              <a:spcAft>
                <a:spcPts val="0"/>
              </a:spcAft>
              <a:buClr>
                <a:srgbClr val="000000"/>
              </a:buClr>
              <a:buSzPts val="1000"/>
              <a:buNone/>
              <a:defRPr sz="1000">
                <a:solidFill>
                  <a:srgbClr val="000000"/>
                </a:solidFill>
              </a:defRPr>
            </a:lvl3pPr>
            <a:lvl4pPr lvl="3" rtl="0" algn="ctr">
              <a:lnSpc>
                <a:spcPct val="90000"/>
              </a:lnSpc>
              <a:spcBef>
                <a:spcPts val="0"/>
              </a:spcBef>
              <a:spcAft>
                <a:spcPts val="0"/>
              </a:spcAft>
              <a:buClr>
                <a:srgbClr val="000000"/>
              </a:buClr>
              <a:buSzPts val="1000"/>
              <a:buNone/>
              <a:defRPr sz="1000">
                <a:solidFill>
                  <a:srgbClr val="000000"/>
                </a:solidFill>
              </a:defRPr>
            </a:lvl4pPr>
            <a:lvl5pPr lvl="4" rtl="0" algn="ctr">
              <a:lnSpc>
                <a:spcPct val="90000"/>
              </a:lnSpc>
              <a:spcBef>
                <a:spcPts val="0"/>
              </a:spcBef>
              <a:spcAft>
                <a:spcPts val="0"/>
              </a:spcAft>
              <a:buClr>
                <a:srgbClr val="000000"/>
              </a:buClr>
              <a:buSzPts val="1000"/>
              <a:buNone/>
              <a:defRPr sz="1000">
                <a:solidFill>
                  <a:srgbClr val="000000"/>
                </a:solidFill>
              </a:defRPr>
            </a:lvl5pPr>
            <a:lvl6pPr lvl="5" rtl="0" algn="ctr">
              <a:lnSpc>
                <a:spcPct val="90000"/>
              </a:lnSpc>
              <a:spcBef>
                <a:spcPts val="0"/>
              </a:spcBef>
              <a:spcAft>
                <a:spcPts val="0"/>
              </a:spcAft>
              <a:buClr>
                <a:srgbClr val="000000"/>
              </a:buClr>
              <a:buSzPts val="1000"/>
              <a:buNone/>
              <a:defRPr sz="1000">
                <a:solidFill>
                  <a:srgbClr val="000000"/>
                </a:solidFill>
              </a:defRPr>
            </a:lvl6pPr>
            <a:lvl7pPr lvl="6" rtl="0" algn="ctr">
              <a:lnSpc>
                <a:spcPct val="90000"/>
              </a:lnSpc>
              <a:spcBef>
                <a:spcPts val="0"/>
              </a:spcBef>
              <a:spcAft>
                <a:spcPts val="0"/>
              </a:spcAft>
              <a:buClr>
                <a:srgbClr val="000000"/>
              </a:buClr>
              <a:buSzPts val="1000"/>
              <a:buNone/>
              <a:defRPr sz="1000">
                <a:solidFill>
                  <a:srgbClr val="000000"/>
                </a:solidFill>
              </a:defRPr>
            </a:lvl7pPr>
            <a:lvl8pPr lvl="7" rtl="0" algn="ctr">
              <a:lnSpc>
                <a:spcPct val="90000"/>
              </a:lnSpc>
              <a:spcBef>
                <a:spcPts val="0"/>
              </a:spcBef>
              <a:spcAft>
                <a:spcPts val="0"/>
              </a:spcAft>
              <a:buClr>
                <a:srgbClr val="000000"/>
              </a:buClr>
              <a:buSzPts val="1000"/>
              <a:buNone/>
              <a:defRPr sz="1000">
                <a:solidFill>
                  <a:srgbClr val="000000"/>
                </a:solidFill>
              </a:defRPr>
            </a:lvl8pPr>
            <a:lvl9pPr lvl="8" rtl="0" algn="ctr">
              <a:lnSpc>
                <a:spcPct val="90000"/>
              </a:lnSpc>
              <a:spcBef>
                <a:spcPts val="0"/>
              </a:spcBef>
              <a:spcAft>
                <a:spcPts val="0"/>
              </a:spcAft>
              <a:buClr>
                <a:srgbClr val="000000"/>
              </a:buClr>
              <a:buSzPts val="1000"/>
              <a:buNone/>
              <a:defRPr sz="1000">
                <a:solidFill>
                  <a:srgbClr val="000000"/>
                </a:solidFill>
              </a:defRPr>
            </a:lvl9pPr>
          </a:lstStyle>
          <a:p/>
        </p:txBody>
      </p:sp>
      <p:cxnSp>
        <p:nvCxnSpPr>
          <p:cNvPr id="338" name="Google Shape;338;p3"/>
          <p:cNvCxnSpPr/>
          <p:nvPr/>
        </p:nvCxnSpPr>
        <p:spPr>
          <a:xfrm flipH="1">
            <a:off x="5566304" y="3336562"/>
            <a:ext cx="600" cy="258300"/>
          </a:xfrm>
          <a:prstGeom prst="straightConnector1">
            <a:avLst/>
          </a:prstGeom>
          <a:noFill/>
          <a:ln cap="flat" cmpd="sng" w="28575">
            <a:solidFill>
              <a:srgbClr val="D9D9D9"/>
            </a:solidFill>
            <a:prstDash val="solid"/>
            <a:round/>
            <a:headEnd len="sm" w="sm" type="none"/>
            <a:tailEnd len="sm" w="sm" type="none"/>
          </a:ln>
        </p:spPr>
      </p:cxnSp>
      <p:cxnSp>
        <p:nvCxnSpPr>
          <p:cNvPr id="339" name="Google Shape;339;p3"/>
          <p:cNvCxnSpPr/>
          <p:nvPr/>
        </p:nvCxnSpPr>
        <p:spPr>
          <a:xfrm flipH="1">
            <a:off x="7292829" y="3336187"/>
            <a:ext cx="600" cy="258300"/>
          </a:xfrm>
          <a:prstGeom prst="straightConnector1">
            <a:avLst/>
          </a:prstGeom>
          <a:noFill/>
          <a:ln cap="flat" cmpd="sng" w="28575">
            <a:solidFill>
              <a:srgbClr val="D9D9D9"/>
            </a:solidFill>
            <a:prstDash val="solid"/>
            <a:round/>
            <a:headEnd len="sm" w="sm" type="none"/>
            <a:tailEnd len="sm" w="sm" type="none"/>
          </a:ln>
        </p:spPr>
      </p:cxnSp>
      <p:cxnSp>
        <p:nvCxnSpPr>
          <p:cNvPr id="340" name="Google Shape;340;p3"/>
          <p:cNvCxnSpPr/>
          <p:nvPr/>
        </p:nvCxnSpPr>
        <p:spPr>
          <a:xfrm flipH="1">
            <a:off x="1137291" y="3336187"/>
            <a:ext cx="600" cy="258300"/>
          </a:xfrm>
          <a:prstGeom prst="straightConnector1">
            <a:avLst/>
          </a:prstGeom>
          <a:noFill/>
          <a:ln cap="flat" cmpd="sng" w="28575">
            <a:solidFill>
              <a:srgbClr val="D9D9D9"/>
            </a:solidFill>
            <a:prstDash val="solid"/>
            <a:round/>
            <a:headEnd len="sm" w="sm" type="none"/>
            <a:tailEnd len="sm" w="sm" type="none"/>
          </a:ln>
        </p:spPr>
      </p:cxnSp>
      <p:sp>
        <p:nvSpPr>
          <p:cNvPr id="341" name="Google Shape;341;p3"/>
          <p:cNvSpPr/>
          <p:nvPr/>
        </p:nvSpPr>
        <p:spPr>
          <a:xfrm>
            <a:off x="378600" y="3637474"/>
            <a:ext cx="9322800" cy="266400"/>
          </a:xfrm>
          <a:prstGeom prst="roundRect">
            <a:avLst>
              <a:gd fmla="val 12113" name="adj"/>
            </a:avLst>
          </a:prstGeom>
          <a:solidFill>
            <a:srgbClr val="FFFFFF"/>
          </a:solidFill>
          <a:ln cap="flat" cmpd="sng" w="9525">
            <a:solidFill>
              <a:srgbClr val="EFEFEF"/>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6000" spcFirstLastPara="1" rIns="0" wrap="square" tIns="0">
            <a:noAutofit/>
          </a:bodyPr>
          <a:lstStyle/>
          <a:p>
            <a:pPr indent="0" lvl="0" marL="0" rtl="0" algn="l">
              <a:lnSpc>
                <a:spcPct val="120000"/>
              </a:lnSpc>
              <a:spcBef>
                <a:spcPts val="0"/>
              </a:spcBef>
              <a:spcAft>
                <a:spcPts val="0"/>
              </a:spcAft>
              <a:buClr>
                <a:schemeClr val="dk1"/>
              </a:buClr>
              <a:buSzPts val="1100"/>
              <a:buFont typeface="Arial"/>
              <a:buNone/>
            </a:pPr>
            <a:r>
              <a:rPr b="1" lang="es-419" sz="800">
                <a:solidFill>
                  <a:schemeClr val="dk1"/>
                </a:solidFill>
                <a:latin typeface="Arvo"/>
                <a:ea typeface="Arvo"/>
                <a:cs typeface="Arvo"/>
                <a:sym typeface="Arvo"/>
              </a:rPr>
              <a:t>          Un(a)</a:t>
            </a:r>
            <a:endParaRPr b="1" sz="800">
              <a:latin typeface="Arvo"/>
              <a:ea typeface="Arvo"/>
              <a:cs typeface="Arvo"/>
              <a:sym typeface="Arvo"/>
            </a:endParaRPr>
          </a:p>
        </p:txBody>
      </p:sp>
      <p:sp>
        <p:nvSpPr>
          <p:cNvPr id="342" name="Google Shape;342;p3"/>
          <p:cNvSpPr txBox="1"/>
          <p:nvPr>
            <p:ph idx="32" type="subTitle"/>
          </p:nvPr>
        </p:nvSpPr>
        <p:spPr>
          <a:xfrm>
            <a:off x="1195650" y="3641145"/>
            <a:ext cx="2361300" cy="265800"/>
          </a:xfrm>
          <a:prstGeom prst="rect">
            <a:avLst/>
          </a:prstGeom>
          <a:noFill/>
          <a:ln>
            <a:noFill/>
          </a:ln>
        </p:spPr>
        <p:txBody>
          <a:bodyPr anchorCtr="0" anchor="ctr" bIns="36000" lIns="36000" spcFirstLastPara="1" rIns="36000" wrap="square" tIns="36000">
            <a:noAutofit/>
          </a:bodyPr>
          <a:lstStyle>
            <a:lvl1pPr lvl="0" rt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rtl="0" algn="ctr">
              <a:lnSpc>
                <a:spcPct val="90000"/>
              </a:lnSpc>
              <a:spcBef>
                <a:spcPts val="0"/>
              </a:spcBef>
              <a:spcAft>
                <a:spcPts val="0"/>
              </a:spcAft>
              <a:buClr>
                <a:srgbClr val="000000"/>
              </a:buClr>
              <a:buSzPts val="1000"/>
              <a:buNone/>
              <a:defRPr sz="1000">
                <a:solidFill>
                  <a:srgbClr val="000000"/>
                </a:solidFill>
              </a:defRPr>
            </a:lvl2pPr>
            <a:lvl3pPr lvl="2" rtl="0" algn="ctr">
              <a:lnSpc>
                <a:spcPct val="90000"/>
              </a:lnSpc>
              <a:spcBef>
                <a:spcPts val="0"/>
              </a:spcBef>
              <a:spcAft>
                <a:spcPts val="0"/>
              </a:spcAft>
              <a:buClr>
                <a:srgbClr val="000000"/>
              </a:buClr>
              <a:buSzPts val="1000"/>
              <a:buNone/>
              <a:defRPr sz="1000">
                <a:solidFill>
                  <a:srgbClr val="000000"/>
                </a:solidFill>
              </a:defRPr>
            </a:lvl3pPr>
            <a:lvl4pPr lvl="3" rtl="0" algn="ctr">
              <a:lnSpc>
                <a:spcPct val="90000"/>
              </a:lnSpc>
              <a:spcBef>
                <a:spcPts val="0"/>
              </a:spcBef>
              <a:spcAft>
                <a:spcPts val="0"/>
              </a:spcAft>
              <a:buClr>
                <a:srgbClr val="000000"/>
              </a:buClr>
              <a:buSzPts val="1000"/>
              <a:buNone/>
              <a:defRPr sz="1000">
                <a:solidFill>
                  <a:srgbClr val="000000"/>
                </a:solidFill>
              </a:defRPr>
            </a:lvl4pPr>
            <a:lvl5pPr lvl="4" rtl="0" algn="ctr">
              <a:lnSpc>
                <a:spcPct val="90000"/>
              </a:lnSpc>
              <a:spcBef>
                <a:spcPts val="0"/>
              </a:spcBef>
              <a:spcAft>
                <a:spcPts val="0"/>
              </a:spcAft>
              <a:buClr>
                <a:srgbClr val="000000"/>
              </a:buClr>
              <a:buSzPts val="1000"/>
              <a:buNone/>
              <a:defRPr sz="1000">
                <a:solidFill>
                  <a:srgbClr val="000000"/>
                </a:solidFill>
              </a:defRPr>
            </a:lvl5pPr>
            <a:lvl6pPr lvl="5" rtl="0" algn="ctr">
              <a:lnSpc>
                <a:spcPct val="90000"/>
              </a:lnSpc>
              <a:spcBef>
                <a:spcPts val="0"/>
              </a:spcBef>
              <a:spcAft>
                <a:spcPts val="0"/>
              </a:spcAft>
              <a:buClr>
                <a:srgbClr val="000000"/>
              </a:buClr>
              <a:buSzPts val="1000"/>
              <a:buNone/>
              <a:defRPr sz="1000">
                <a:solidFill>
                  <a:srgbClr val="000000"/>
                </a:solidFill>
              </a:defRPr>
            </a:lvl6pPr>
            <a:lvl7pPr lvl="6" rtl="0" algn="ctr">
              <a:lnSpc>
                <a:spcPct val="90000"/>
              </a:lnSpc>
              <a:spcBef>
                <a:spcPts val="0"/>
              </a:spcBef>
              <a:spcAft>
                <a:spcPts val="0"/>
              </a:spcAft>
              <a:buClr>
                <a:srgbClr val="000000"/>
              </a:buClr>
              <a:buSzPts val="1000"/>
              <a:buNone/>
              <a:defRPr sz="1000">
                <a:solidFill>
                  <a:srgbClr val="000000"/>
                </a:solidFill>
              </a:defRPr>
            </a:lvl7pPr>
            <a:lvl8pPr lvl="7" rtl="0" algn="ctr">
              <a:lnSpc>
                <a:spcPct val="90000"/>
              </a:lnSpc>
              <a:spcBef>
                <a:spcPts val="0"/>
              </a:spcBef>
              <a:spcAft>
                <a:spcPts val="0"/>
              </a:spcAft>
              <a:buClr>
                <a:srgbClr val="000000"/>
              </a:buClr>
              <a:buSzPts val="1000"/>
              <a:buNone/>
              <a:defRPr sz="1000">
                <a:solidFill>
                  <a:srgbClr val="000000"/>
                </a:solidFill>
              </a:defRPr>
            </a:lvl8pPr>
            <a:lvl9pPr lvl="8" rtl="0" algn="ctr">
              <a:lnSpc>
                <a:spcPct val="90000"/>
              </a:lnSpc>
              <a:spcBef>
                <a:spcPts val="0"/>
              </a:spcBef>
              <a:spcAft>
                <a:spcPts val="0"/>
              </a:spcAft>
              <a:buClr>
                <a:srgbClr val="000000"/>
              </a:buClr>
              <a:buSzPts val="1000"/>
              <a:buNone/>
              <a:defRPr sz="1000">
                <a:solidFill>
                  <a:srgbClr val="000000"/>
                </a:solidFill>
              </a:defRPr>
            </a:lvl9pPr>
          </a:lstStyle>
          <a:p/>
        </p:txBody>
      </p:sp>
      <p:cxnSp>
        <p:nvCxnSpPr>
          <p:cNvPr id="343" name="Google Shape;343;p3"/>
          <p:cNvCxnSpPr/>
          <p:nvPr/>
        </p:nvCxnSpPr>
        <p:spPr>
          <a:xfrm flipH="1">
            <a:off x="3614691" y="3645525"/>
            <a:ext cx="600" cy="258300"/>
          </a:xfrm>
          <a:prstGeom prst="straightConnector1">
            <a:avLst/>
          </a:prstGeom>
          <a:noFill/>
          <a:ln cap="flat" cmpd="sng" w="28575">
            <a:solidFill>
              <a:srgbClr val="D9D9D9"/>
            </a:solidFill>
            <a:prstDash val="solid"/>
            <a:round/>
            <a:headEnd len="sm" w="sm" type="none"/>
            <a:tailEnd len="sm" w="sm" type="none"/>
          </a:ln>
        </p:spPr>
      </p:cxnSp>
      <p:sp>
        <p:nvSpPr>
          <p:cNvPr id="344" name="Google Shape;344;p3"/>
          <p:cNvSpPr txBox="1"/>
          <p:nvPr>
            <p:ph idx="33" type="subTitle"/>
          </p:nvPr>
        </p:nvSpPr>
        <p:spPr>
          <a:xfrm>
            <a:off x="7340100" y="3641149"/>
            <a:ext cx="2361300" cy="266400"/>
          </a:xfrm>
          <a:prstGeom prst="rect">
            <a:avLst/>
          </a:prstGeom>
          <a:noFill/>
          <a:ln>
            <a:noFill/>
          </a:ln>
        </p:spPr>
        <p:txBody>
          <a:bodyPr anchorCtr="0" anchor="ctr" bIns="36000" lIns="36000" spcFirstLastPara="1" rIns="36000" wrap="square" tIns="36000">
            <a:noAutofit/>
          </a:bodyPr>
          <a:lstStyle>
            <a:lvl1pPr lvl="0" rt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rtl="0" algn="ctr">
              <a:lnSpc>
                <a:spcPct val="90000"/>
              </a:lnSpc>
              <a:spcBef>
                <a:spcPts val="0"/>
              </a:spcBef>
              <a:spcAft>
                <a:spcPts val="0"/>
              </a:spcAft>
              <a:buClr>
                <a:srgbClr val="000000"/>
              </a:buClr>
              <a:buSzPts val="1000"/>
              <a:buNone/>
              <a:defRPr sz="1000">
                <a:solidFill>
                  <a:srgbClr val="000000"/>
                </a:solidFill>
              </a:defRPr>
            </a:lvl2pPr>
            <a:lvl3pPr lvl="2" rtl="0" algn="ctr">
              <a:lnSpc>
                <a:spcPct val="90000"/>
              </a:lnSpc>
              <a:spcBef>
                <a:spcPts val="0"/>
              </a:spcBef>
              <a:spcAft>
                <a:spcPts val="0"/>
              </a:spcAft>
              <a:buClr>
                <a:srgbClr val="000000"/>
              </a:buClr>
              <a:buSzPts val="1000"/>
              <a:buNone/>
              <a:defRPr sz="1000">
                <a:solidFill>
                  <a:srgbClr val="000000"/>
                </a:solidFill>
              </a:defRPr>
            </a:lvl3pPr>
            <a:lvl4pPr lvl="3" rtl="0" algn="ctr">
              <a:lnSpc>
                <a:spcPct val="90000"/>
              </a:lnSpc>
              <a:spcBef>
                <a:spcPts val="0"/>
              </a:spcBef>
              <a:spcAft>
                <a:spcPts val="0"/>
              </a:spcAft>
              <a:buClr>
                <a:srgbClr val="000000"/>
              </a:buClr>
              <a:buSzPts val="1000"/>
              <a:buNone/>
              <a:defRPr sz="1000">
                <a:solidFill>
                  <a:srgbClr val="000000"/>
                </a:solidFill>
              </a:defRPr>
            </a:lvl4pPr>
            <a:lvl5pPr lvl="4" rtl="0" algn="ctr">
              <a:lnSpc>
                <a:spcPct val="90000"/>
              </a:lnSpc>
              <a:spcBef>
                <a:spcPts val="0"/>
              </a:spcBef>
              <a:spcAft>
                <a:spcPts val="0"/>
              </a:spcAft>
              <a:buClr>
                <a:srgbClr val="000000"/>
              </a:buClr>
              <a:buSzPts val="1000"/>
              <a:buNone/>
              <a:defRPr sz="1000">
                <a:solidFill>
                  <a:srgbClr val="000000"/>
                </a:solidFill>
              </a:defRPr>
            </a:lvl5pPr>
            <a:lvl6pPr lvl="5" rtl="0" algn="ctr">
              <a:lnSpc>
                <a:spcPct val="90000"/>
              </a:lnSpc>
              <a:spcBef>
                <a:spcPts val="0"/>
              </a:spcBef>
              <a:spcAft>
                <a:spcPts val="0"/>
              </a:spcAft>
              <a:buClr>
                <a:srgbClr val="000000"/>
              </a:buClr>
              <a:buSzPts val="1000"/>
              <a:buNone/>
              <a:defRPr sz="1000">
                <a:solidFill>
                  <a:srgbClr val="000000"/>
                </a:solidFill>
              </a:defRPr>
            </a:lvl6pPr>
            <a:lvl7pPr lvl="6" rtl="0" algn="ctr">
              <a:lnSpc>
                <a:spcPct val="90000"/>
              </a:lnSpc>
              <a:spcBef>
                <a:spcPts val="0"/>
              </a:spcBef>
              <a:spcAft>
                <a:spcPts val="0"/>
              </a:spcAft>
              <a:buClr>
                <a:srgbClr val="000000"/>
              </a:buClr>
              <a:buSzPts val="1000"/>
              <a:buNone/>
              <a:defRPr sz="1000">
                <a:solidFill>
                  <a:srgbClr val="000000"/>
                </a:solidFill>
              </a:defRPr>
            </a:lvl7pPr>
            <a:lvl8pPr lvl="7" rtl="0" algn="ctr">
              <a:lnSpc>
                <a:spcPct val="90000"/>
              </a:lnSpc>
              <a:spcBef>
                <a:spcPts val="0"/>
              </a:spcBef>
              <a:spcAft>
                <a:spcPts val="0"/>
              </a:spcAft>
              <a:buClr>
                <a:srgbClr val="000000"/>
              </a:buClr>
              <a:buSzPts val="1000"/>
              <a:buNone/>
              <a:defRPr sz="1000">
                <a:solidFill>
                  <a:srgbClr val="000000"/>
                </a:solidFill>
              </a:defRPr>
            </a:lvl8pPr>
            <a:lvl9pPr lvl="8" rtl="0" algn="ctr">
              <a:lnSpc>
                <a:spcPct val="90000"/>
              </a:lnSpc>
              <a:spcBef>
                <a:spcPts val="0"/>
              </a:spcBef>
              <a:spcAft>
                <a:spcPts val="0"/>
              </a:spcAft>
              <a:buClr>
                <a:srgbClr val="000000"/>
              </a:buClr>
              <a:buSzPts val="1000"/>
              <a:buNone/>
              <a:defRPr sz="1000">
                <a:solidFill>
                  <a:srgbClr val="000000"/>
                </a:solidFill>
              </a:defRPr>
            </a:lvl9pPr>
          </a:lstStyle>
          <a:p/>
        </p:txBody>
      </p:sp>
      <p:sp>
        <p:nvSpPr>
          <p:cNvPr id="345" name="Google Shape;345;p3"/>
          <p:cNvSpPr txBox="1"/>
          <p:nvPr>
            <p:ph idx="34" type="subTitle"/>
          </p:nvPr>
        </p:nvSpPr>
        <p:spPr>
          <a:xfrm>
            <a:off x="3673650" y="3641145"/>
            <a:ext cx="1827600" cy="265800"/>
          </a:xfrm>
          <a:prstGeom prst="rect">
            <a:avLst/>
          </a:prstGeom>
          <a:noFill/>
          <a:ln>
            <a:noFill/>
          </a:ln>
        </p:spPr>
        <p:txBody>
          <a:bodyPr anchorCtr="0" anchor="ctr" bIns="36000" lIns="36000" spcFirstLastPara="1" rIns="36000" wrap="square" tIns="36000">
            <a:noAutofit/>
          </a:bodyPr>
          <a:lstStyle>
            <a:lvl1pPr lvl="0" rt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rtl="0" algn="ctr">
              <a:lnSpc>
                <a:spcPct val="90000"/>
              </a:lnSpc>
              <a:spcBef>
                <a:spcPts val="0"/>
              </a:spcBef>
              <a:spcAft>
                <a:spcPts val="0"/>
              </a:spcAft>
              <a:buClr>
                <a:srgbClr val="000000"/>
              </a:buClr>
              <a:buSzPts val="1000"/>
              <a:buNone/>
              <a:defRPr sz="1000">
                <a:solidFill>
                  <a:srgbClr val="000000"/>
                </a:solidFill>
              </a:defRPr>
            </a:lvl2pPr>
            <a:lvl3pPr lvl="2" rtl="0" algn="ctr">
              <a:lnSpc>
                <a:spcPct val="90000"/>
              </a:lnSpc>
              <a:spcBef>
                <a:spcPts val="0"/>
              </a:spcBef>
              <a:spcAft>
                <a:spcPts val="0"/>
              </a:spcAft>
              <a:buClr>
                <a:srgbClr val="000000"/>
              </a:buClr>
              <a:buSzPts val="1000"/>
              <a:buNone/>
              <a:defRPr sz="1000">
                <a:solidFill>
                  <a:srgbClr val="000000"/>
                </a:solidFill>
              </a:defRPr>
            </a:lvl3pPr>
            <a:lvl4pPr lvl="3" rtl="0" algn="ctr">
              <a:lnSpc>
                <a:spcPct val="90000"/>
              </a:lnSpc>
              <a:spcBef>
                <a:spcPts val="0"/>
              </a:spcBef>
              <a:spcAft>
                <a:spcPts val="0"/>
              </a:spcAft>
              <a:buClr>
                <a:srgbClr val="000000"/>
              </a:buClr>
              <a:buSzPts val="1000"/>
              <a:buNone/>
              <a:defRPr sz="1000">
                <a:solidFill>
                  <a:srgbClr val="000000"/>
                </a:solidFill>
              </a:defRPr>
            </a:lvl4pPr>
            <a:lvl5pPr lvl="4" rtl="0" algn="ctr">
              <a:lnSpc>
                <a:spcPct val="90000"/>
              </a:lnSpc>
              <a:spcBef>
                <a:spcPts val="0"/>
              </a:spcBef>
              <a:spcAft>
                <a:spcPts val="0"/>
              </a:spcAft>
              <a:buClr>
                <a:srgbClr val="000000"/>
              </a:buClr>
              <a:buSzPts val="1000"/>
              <a:buNone/>
              <a:defRPr sz="1000">
                <a:solidFill>
                  <a:srgbClr val="000000"/>
                </a:solidFill>
              </a:defRPr>
            </a:lvl5pPr>
            <a:lvl6pPr lvl="5" rtl="0" algn="ctr">
              <a:lnSpc>
                <a:spcPct val="90000"/>
              </a:lnSpc>
              <a:spcBef>
                <a:spcPts val="0"/>
              </a:spcBef>
              <a:spcAft>
                <a:spcPts val="0"/>
              </a:spcAft>
              <a:buClr>
                <a:srgbClr val="000000"/>
              </a:buClr>
              <a:buSzPts val="1000"/>
              <a:buNone/>
              <a:defRPr sz="1000">
                <a:solidFill>
                  <a:srgbClr val="000000"/>
                </a:solidFill>
              </a:defRPr>
            </a:lvl6pPr>
            <a:lvl7pPr lvl="6" rtl="0" algn="ctr">
              <a:lnSpc>
                <a:spcPct val="90000"/>
              </a:lnSpc>
              <a:spcBef>
                <a:spcPts val="0"/>
              </a:spcBef>
              <a:spcAft>
                <a:spcPts val="0"/>
              </a:spcAft>
              <a:buClr>
                <a:srgbClr val="000000"/>
              </a:buClr>
              <a:buSzPts val="1000"/>
              <a:buNone/>
              <a:defRPr sz="1000">
                <a:solidFill>
                  <a:srgbClr val="000000"/>
                </a:solidFill>
              </a:defRPr>
            </a:lvl7pPr>
            <a:lvl8pPr lvl="7" rtl="0" algn="ctr">
              <a:lnSpc>
                <a:spcPct val="90000"/>
              </a:lnSpc>
              <a:spcBef>
                <a:spcPts val="0"/>
              </a:spcBef>
              <a:spcAft>
                <a:spcPts val="0"/>
              </a:spcAft>
              <a:buClr>
                <a:srgbClr val="000000"/>
              </a:buClr>
              <a:buSzPts val="1000"/>
              <a:buNone/>
              <a:defRPr sz="1000">
                <a:solidFill>
                  <a:srgbClr val="000000"/>
                </a:solidFill>
              </a:defRPr>
            </a:lvl8pPr>
            <a:lvl9pPr lvl="8" rtl="0" algn="ctr">
              <a:lnSpc>
                <a:spcPct val="90000"/>
              </a:lnSpc>
              <a:spcBef>
                <a:spcPts val="0"/>
              </a:spcBef>
              <a:spcAft>
                <a:spcPts val="0"/>
              </a:spcAft>
              <a:buClr>
                <a:srgbClr val="000000"/>
              </a:buClr>
              <a:buSzPts val="1000"/>
              <a:buNone/>
              <a:defRPr sz="1000">
                <a:solidFill>
                  <a:srgbClr val="000000"/>
                </a:solidFill>
              </a:defRPr>
            </a:lvl9pPr>
          </a:lstStyle>
          <a:p/>
        </p:txBody>
      </p:sp>
      <p:sp>
        <p:nvSpPr>
          <p:cNvPr id="346" name="Google Shape;346;p3"/>
          <p:cNvSpPr txBox="1"/>
          <p:nvPr>
            <p:ph idx="35" type="subTitle"/>
          </p:nvPr>
        </p:nvSpPr>
        <p:spPr>
          <a:xfrm>
            <a:off x="5631975" y="3641150"/>
            <a:ext cx="1584600" cy="266400"/>
          </a:xfrm>
          <a:prstGeom prst="rect">
            <a:avLst/>
          </a:prstGeom>
          <a:noFill/>
          <a:ln>
            <a:noFill/>
          </a:ln>
        </p:spPr>
        <p:txBody>
          <a:bodyPr anchorCtr="0" anchor="ctr" bIns="36000" lIns="36000" spcFirstLastPara="1" rIns="36000" wrap="square" tIns="36000">
            <a:noAutofit/>
          </a:bodyPr>
          <a:lstStyle>
            <a:lvl1pPr lvl="0" rt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rtl="0" algn="ctr">
              <a:lnSpc>
                <a:spcPct val="90000"/>
              </a:lnSpc>
              <a:spcBef>
                <a:spcPts val="0"/>
              </a:spcBef>
              <a:spcAft>
                <a:spcPts val="0"/>
              </a:spcAft>
              <a:buClr>
                <a:srgbClr val="000000"/>
              </a:buClr>
              <a:buSzPts val="1000"/>
              <a:buNone/>
              <a:defRPr sz="1000">
                <a:solidFill>
                  <a:srgbClr val="000000"/>
                </a:solidFill>
              </a:defRPr>
            </a:lvl2pPr>
            <a:lvl3pPr lvl="2" rtl="0" algn="ctr">
              <a:lnSpc>
                <a:spcPct val="90000"/>
              </a:lnSpc>
              <a:spcBef>
                <a:spcPts val="0"/>
              </a:spcBef>
              <a:spcAft>
                <a:spcPts val="0"/>
              </a:spcAft>
              <a:buClr>
                <a:srgbClr val="000000"/>
              </a:buClr>
              <a:buSzPts val="1000"/>
              <a:buNone/>
              <a:defRPr sz="1000">
                <a:solidFill>
                  <a:srgbClr val="000000"/>
                </a:solidFill>
              </a:defRPr>
            </a:lvl3pPr>
            <a:lvl4pPr lvl="3" rtl="0" algn="ctr">
              <a:lnSpc>
                <a:spcPct val="90000"/>
              </a:lnSpc>
              <a:spcBef>
                <a:spcPts val="0"/>
              </a:spcBef>
              <a:spcAft>
                <a:spcPts val="0"/>
              </a:spcAft>
              <a:buClr>
                <a:srgbClr val="000000"/>
              </a:buClr>
              <a:buSzPts val="1000"/>
              <a:buNone/>
              <a:defRPr sz="1000">
                <a:solidFill>
                  <a:srgbClr val="000000"/>
                </a:solidFill>
              </a:defRPr>
            </a:lvl4pPr>
            <a:lvl5pPr lvl="4" rtl="0" algn="ctr">
              <a:lnSpc>
                <a:spcPct val="90000"/>
              </a:lnSpc>
              <a:spcBef>
                <a:spcPts val="0"/>
              </a:spcBef>
              <a:spcAft>
                <a:spcPts val="0"/>
              </a:spcAft>
              <a:buClr>
                <a:srgbClr val="000000"/>
              </a:buClr>
              <a:buSzPts val="1000"/>
              <a:buNone/>
              <a:defRPr sz="1000">
                <a:solidFill>
                  <a:srgbClr val="000000"/>
                </a:solidFill>
              </a:defRPr>
            </a:lvl5pPr>
            <a:lvl6pPr lvl="5" rtl="0" algn="ctr">
              <a:lnSpc>
                <a:spcPct val="90000"/>
              </a:lnSpc>
              <a:spcBef>
                <a:spcPts val="0"/>
              </a:spcBef>
              <a:spcAft>
                <a:spcPts val="0"/>
              </a:spcAft>
              <a:buClr>
                <a:srgbClr val="000000"/>
              </a:buClr>
              <a:buSzPts val="1000"/>
              <a:buNone/>
              <a:defRPr sz="1000">
                <a:solidFill>
                  <a:srgbClr val="000000"/>
                </a:solidFill>
              </a:defRPr>
            </a:lvl6pPr>
            <a:lvl7pPr lvl="6" rtl="0" algn="ctr">
              <a:lnSpc>
                <a:spcPct val="90000"/>
              </a:lnSpc>
              <a:spcBef>
                <a:spcPts val="0"/>
              </a:spcBef>
              <a:spcAft>
                <a:spcPts val="0"/>
              </a:spcAft>
              <a:buClr>
                <a:srgbClr val="000000"/>
              </a:buClr>
              <a:buSzPts val="1000"/>
              <a:buNone/>
              <a:defRPr sz="1000">
                <a:solidFill>
                  <a:srgbClr val="000000"/>
                </a:solidFill>
              </a:defRPr>
            </a:lvl7pPr>
            <a:lvl8pPr lvl="7" rtl="0" algn="ctr">
              <a:lnSpc>
                <a:spcPct val="90000"/>
              </a:lnSpc>
              <a:spcBef>
                <a:spcPts val="0"/>
              </a:spcBef>
              <a:spcAft>
                <a:spcPts val="0"/>
              </a:spcAft>
              <a:buClr>
                <a:srgbClr val="000000"/>
              </a:buClr>
              <a:buSzPts val="1000"/>
              <a:buNone/>
              <a:defRPr sz="1000">
                <a:solidFill>
                  <a:srgbClr val="000000"/>
                </a:solidFill>
              </a:defRPr>
            </a:lvl8pPr>
            <a:lvl9pPr lvl="8" rtl="0" algn="ctr">
              <a:lnSpc>
                <a:spcPct val="90000"/>
              </a:lnSpc>
              <a:spcBef>
                <a:spcPts val="0"/>
              </a:spcBef>
              <a:spcAft>
                <a:spcPts val="0"/>
              </a:spcAft>
              <a:buClr>
                <a:srgbClr val="000000"/>
              </a:buClr>
              <a:buSzPts val="1000"/>
              <a:buNone/>
              <a:defRPr sz="1000">
                <a:solidFill>
                  <a:srgbClr val="000000"/>
                </a:solidFill>
              </a:defRPr>
            </a:lvl9pPr>
          </a:lstStyle>
          <a:p/>
        </p:txBody>
      </p:sp>
      <p:cxnSp>
        <p:nvCxnSpPr>
          <p:cNvPr id="347" name="Google Shape;347;p3"/>
          <p:cNvCxnSpPr/>
          <p:nvPr/>
        </p:nvCxnSpPr>
        <p:spPr>
          <a:xfrm flipH="1">
            <a:off x="5566304" y="3641525"/>
            <a:ext cx="600" cy="258300"/>
          </a:xfrm>
          <a:prstGeom prst="straightConnector1">
            <a:avLst/>
          </a:prstGeom>
          <a:noFill/>
          <a:ln cap="flat" cmpd="sng" w="28575">
            <a:solidFill>
              <a:srgbClr val="D9D9D9"/>
            </a:solidFill>
            <a:prstDash val="solid"/>
            <a:round/>
            <a:headEnd len="sm" w="sm" type="none"/>
            <a:tailEnd len="sm" w="sm" type="none"/>
          </a:ln>
        </p:spPr>
      </p:cxnSp>
      <p:cxnSp>
        <p:nvCxnSpPr>
          <p:cNvPr id="348" name="Google Shape;348;p3"/>
          <p:cNvCxnSpPr/>
          <p:nvPr/>
        </p:nvCxnSpPr>
        <p:spPr>
          <a:xfrm flipH="1">
            <a:off x="7292829" y="3641150"/>
            <a:ext cx="600" cy="258300"/>
          </a:xfrm>
          <a:prstGeom prst="straightConnector1">
            <a:avLst/>
          </a:prstGeom>
          <a:noFill/>
          <a:ln cap="flat" cmpd="sng" w="28575">
            <a:solidFill>
              <a:srgbClr val="D9D9D9"/>
            </a:solidFill>
            <a:prstDash val="solid"/>
            <a:round/>
            <a:headEnd len="sm" w="sm" type="none"/>
            <a:tailEnd len="sm" w="sm" type="none"/>
          </a:ln>
        </p:spPr>
      </p:cxnSp>
      <p:cxnSp>
        <p:nvCxnSpPr>
          <p:cNvPr id="349" name="Google Shape;349;p3"/>
          <p:cNvCxnSpPr/>
          <p:nvPr/>
        </p:nvCxnSpPr>
        <p:spPr>
          <a:xfrm flipH="1">
            <a:off x="1137291" y="3641150"/>
            <a:ext cx="600" cy="258300"/>
          </a:xfrm>
          <a:prstGeom prst="straightConnector1">
            <a:avLst/>
          </a:prstGeom>
          <a:noFill/>
          <a:ln cap="flat" cmpd="sng" w="28575">
            <a:solidFill>
              <a:srgbClr val="D9D9D9"/>
            </a:solidFill>
            <a:prstDash val="solid"/>
            <a:round/>
            <a:headEnd len="sm" w="sm" type="none"/>
            <a:tailEnd len="sm" w="sm" type="none"/>
          </a:ln>
        </p:spPr>
      </p:cxnSp>
      <p:sp>
        <p:nvSpPr>
          <p:cNvPr id="350" name="Google Shape;350;p3"/>
          <p:cNvSpPr/>
          <p:nvPr/>
        </p:nvSpPr>
        <p:spPr>
          <a:xfrm>
            <a:off x="379263" y="3936611"/>
            <a:ext cx="9322800" cy="266400"/>
          </a:xfrm>
          <a:prstGeom prst="roundRect">
            <a:avLst>
              <a:gd fmla="val 12113" name="adj"/>
            </a:avLst>
          </a:prstGeom>
          <a:solidFill>
            <a:srgbClr val="FFFFFF"/>
          </a:solidFill>
          <a:ln cap="flat" cmpd="sng" w="9525">
            <a:solidFill>
              <a:srgbClr val="EFEFEF"/>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6000" spcFirstLastPara="1" rIns="0" wrap="square" tIns="0">
            <a:noAutofit/>
          </a:bodyPr>
          <a:lstStyle/>
          <a:p>
            <a:pPr indent="0" lvl="0" marL="0" rtl="0" algn="l">
              <a:lnSpc>
                <a:spcPct val="120000"/>
              </a:lnSpc>
              <a:spcBef>
                <a:spcPts val="0"/>
              </a:spcBef>
              <a:spcAft>
                <a:spcPts val="0"/>
              </a:spcAft>
              <a:buClr>
                <a:schemeClr val="dk1"/>
              </a:buClr>
              <a:buSzPts val="1100"/>
              <a:buFont typeface="Arial"/>
              <a:buNone/>
            </a:pPr>
            <a:r>
              <a:rPr b="1" lang="es-419" sz="800">
                <a:solidFill>
                  <a:schemeClr val="dk1"/>
                </a:solidFill>
                <a:latin typeface="Arvo"/>
                <a:ea typeface="Arvo"/>
                <a:cs typeface="Arvo"/>
                <a:sym typeface="Arvo"/>
              </a:rPr>
              <a:t>          Un(a)</a:t>
            </a:r>
            <a:endParaRPr b="1" sz="800">
              <a:latin typeface="Arvo"/>
              <a:ea typeface="Arvo"/>
              <a:cs typeface="Arvo"/>
              <a:sym typeface="Arvo"/>
            </a:endParaRPr>
          </a:p>
        </p:txBody>
      </p:sp>
      <p:sp>
        <p:nvSpPr>
          <p:cNvPr id="351" name="Google Shape;351;p3"/>
          <p:cNvSpPr txBox="1"/>
          <p:nvPr>
            <p:ph idx="36" type="subTitle"/>
          </p:nvPr>
        </p:nvSpPr>
        <p:spPr>
          <a:xfrm>
            <a:off x="1196313" y="3940282"/>
            <a:ext cx="2361300" cy="265800"/>
          </a:xfrm>
          <a:prstGeom prst="rect">
            <a:avLst/>
          </a:prstGeom>
          <a:noFill/>
          <a:ln>
            <a:noFill/>
          </a:ln>
        </p:spPr>
        <p:txBody>
          <a:bodyPr anchorCtr="0" anchor="ctr" bIns="36000" lIns="36000" spcFirstLastPara="1" rIns="36000" wrap="square" tIns="36000">
            <a:noAutofit/>
          </a:bodyPr>
          <a:lstStyle>
            <a:lvl1pPr lvl="0" rt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rtl="0" algn="ctr">
              <a:lnSpc>
                <a:spcPct val="90000"/>
              </a:lnSpc>
              <a:spcBef>
                <a:spcPts val="0"/>
              </a:spcBef>
              <a:spcAft>
                <a:spcPts val="0"/>
              </a:spcAft>
              <a:buClr>
                <a:srgbClr val="000000"/>
              </a:buClr>
              <a:buSzPts val="1000"/>
              <a:buNone/>
              <a:defRPr sz="1000">
                <a:solidFill>
                  <a:srgbClr val="000000"/>
                </a:solidFill>
              </a:defRPr>
            </a:lvl2pPr>
            <a:lvl3pPr lvl="2" rtl="0" algn="ctr">
              <a:lnSpc>
                <a:spcPct val="90000"/>
              </a:lnSpc>
              <a:spcBef>
                <a:spcPts val="0"/>
              </a:spcBef>
              <a:spcAft>
                <a:spcPts val="0"/>
              </a:spcAft>
              <a:buClr>
                <a:srgbClr val="000000"/>
              </a:buClr>
              <a:buSzPts val="1000"/>
              <a:buNone/>
              <a:defRPr sz="1000">
                <a:solidFill>
                  <a:srgbClr val="000000"/>
                </a:solidFill>
              </a:defRPr>
            </a:lvl3pPr>
            <a:lvl4pPr lvl="3" rtl="0" algn="ctr">
              <a:lnSpc>
                <a:spcPct val="90000"/>
              </a:lnSpc>
              <a:spcBef>
                <a:spcPts val="0"/>
              </a:spcBef>
              <a:spcAft>
                <a:spcPts val="0"/>
              </a:spcAft>
              <a:buClr>
                <a:srgbClr val="000000"/>
              </a:buClr>
              <a:buSzPts val="1000"/>
              <a:buNone/>
              <a:defRPr sz="1000">
                <a:solidFill>
                  <a:srgbClr val="000000"/>
                </a:solidFill>
              </a:defRPr>
            </a:lvl4pPr>
            <a:lvl5pPr lvl="4" rtl="0" algn="ctr">
              <a:lnSpc>
                <a:spcPct val="90000"/>
              </a:lnSpc>
              <a:spcBef>
                <a:spcPts val="0"/>
              </a:spcBef>
              <a:spcAft>
                <a:spcPts val="0"/>
              </a:spcAft>
              <a:buClr>
                <a:srgbClr val="000000"/>
              </a:buClr>
              <a:buSzPts val="1000"/>
              <a:buNone/>
              <a:defRPr sz="1000">
                <a:solidFill>
                  <a:srgbClr val="000000"/>
                </a:solidFill>
              </a:defRPr>
            </a:lvl5pPr>
            <a:lvl6pPr lvl="5" rtl="0" algn="ctr">
              <a:lnSpc>
                <a:spcPct val="90000"/>
              </a:lnSpc>
              <a:spcBef>
                <a:spcPts val="0"/>
              </a:spcBef>
              <a:spcAft>
                <a:spcPts val="0"/>
              </a:spcAft>
              <a:buClr>
                <a:srgbClr val="000000"/>
              </a:buClr>
              <a:buSzPts val="1000"/>
              <a:buNone/>
              <a:defRPr sz="1000">
                <a:solidFill>
                  <a:srgbClr val="000000"/>
                </a:solidFill>
              </a:defRPr>
            </a:lvl6pPr>
            <a:lvl7pPr lvl="6" rtl="0" algn="ctr">
              <a:lnSpc>
                <a:spcPct val="90000"/>
              </a:lnSpc>
              <a:spcBef>
                <a:spcPts val="0"/>
              </a:spcBef>
              <a:spcAft>
                <a:spcPts val="0"/>
              </a:spcAft>
              <a:buClr>
                <a:srgbClr val="000000"/>
              </a:buClr>
              <a:buSzPts val="1000"/>
              <a:buNone/>
              <a:defRPr sz="1000">
                <a:solidFill>
                  <a:srgbClr val="000000"/>
                </a:solidFill>
              </a:defRPr>
            </a:lvl7pPr>
            <a:lvl8pPr lvl="7" rtl="0" algn="ctr">
              <a:lnSpc>
                <a:spcPct val="90000"/>
              </a:lnSpc>
              <a:spcBef>
                <a:spcPts val="0"/>
              </a:spcBef>
              <a:spcAft>
                <a:spcPts val="0"/>
              </a:spcAft>
              <a:buClr>
                <a:srgbClr val="000000"/>
              </a:buClr>
              <a:buSzPts val="1000"/>
              <a:buNone/>
              <a:defRPr sz="1000">
                <a:solidFill>
                  <a:srgbClr val="000000"/>
                </a:solidFill>
              </a:defRPr>
            </a:lvl8pPr>
            <a:lvl9pPr lvl="8" rtl="0" algn="ctr">
              <a:lnSpc>
                <a:spcPct val="90000"/>
              </a:lnSpc>
              <a:spcBef>
                <a:spcPts val="0"/>
              </a:spcBef>
              <a:spcAft>
                <a:spcPts val="0"/>
              </a:spcAft>
              <a:buClr>
                <a:srgbClr val="000000"/>
              </a:buClr>
              <a:buSzPts val="1000"/>
              <a:buNone/>
              <a:defRPr sz="1000">
                <a:solidFill>
                  <a:srgbClr val="000000"/>
                </a:solidFill>
              </a:defRPr>
            </a:lvl9pPr>
          </a:lstStyle>
          <a:p/>
        </p:txBody>
      </p:sp>
      <p:cxnSp>
        <p:nvCxnSpPr>
          <p:cNvPr id="352" name="Google Shape;352;p3"/>
          <p:cNvCxnSpPr/>
          <p:nvPr/>
        </p:nvCxnSpPr>
        <p:spPr>
          <a:xfrm flipH="1">
            <a:off x="3615354" y="3944662"/>
            <a:ext cx="600" cy="258300"/>
          </a:xfrm>
          <a:prstGeom prst="straightConnector1">
            <a:avLst/>
          </a:prstGeom>
          <a:noFill/>
          <a:ln cap="flat" cmpd="sng" w="28575">
            <a:solidFill>
              <a:srgbClr val="D9D9D9"/>
            </a:solidFill>
            <a:prstDash val="solid"/>
            <a:round/>
            <a:headEnd len="sm" w="sm" type="none"/>
            <a:tailEnd len="sm" w="sm" type="none"/>
          </a:ln>
        </p:spPr>
      </p:cxnSp>
      <p:sp>
        <p:nvSpPr>
          <p:cNvPr id="353" name="Google Shape;353;p3"/>
          <p:cNvSpPr txBox="1"/>
          <p:nvPr>
            <p:ph idx="37" type="subTitle"/>
          </p:nvPr>
        </p:nvSpPr>
        <p:spPr>
          <a:xfrm>
            <a:off x="7340763" y="3940286"/>
            <a:ext cx="2361300" cy="266400"/>
          </a:xfrm>
          <a:prstGeom prst="rect">
            <a:avLst/>
          </a:prstGeom>
          <a:noFill/>
          <a:ln>
            <a:noFill/>
          </a:ln>
        </p:spPr>
        <p:txBody>
          <a:bodyPr anchorCtr="0" anchor="ctr" bIns="36000" lIns="36000" spcFirstLastPara="1" rIns="36000" wrap="square" tIns="36000">
            <a:noAutofit/>
          </a:bodyPr>
          <a:lstStyle>
            <a:lvl1pPr lvl="0" rt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rtl="0" algn="ctr">
              <a:lnSpc>
                <a:spcPct val="90000"/>
              </a:lnSpc>
              <a:spcBef>
                <a:spcPts val="0"/>
              </a:spcBef>
              <a:spcAft>
                <a:spcPts val="0"/>
              </a:spcAft>
              <a:buClr>
                <a:srgbClr val="000000"/>
              </a:buClr>
              <a:buSzPts val="1000"/>
              <a:buNone/>
              <a:defRPr sz="1000">
                <a:solidFill>
                  <a:srgbClr val="000000"/>
                </a:solidFill>
              </a:defRPr>
            </a:lvl2pPr>
            <a:lvl3pPr lvl="2" rtl="0" algn="ctr">
              <a:lnSpc>
                <a:spcPct val="90000"/>
              </a:lnSpc>
              <a:spcBef>
                <a:spcPts val="0"/>
              </a:spcBef>
              <a:spcAft>
                <a:spcPts val="0"/>
              </a:spcAft>
              <a:buClr>
                <a:srgbClr val="000000"/>
              </a:buClr>
              <a:buSzPts val="1000"/>
              <a:buNone/>
              <a:defRPr sz="1000">
                <a:solidFill>
                  <a:srgbClr val="000000"/>
                </a:solidFill>
              </a:defRPr>
            </a:lvl3pPr>
            <a:lvl4pPr lvl="3" rtl="0" algn="ctr">
              <a:lnSpc>
                <a:spcPct val="90000"/>
              </a:lnSpc>
              <a:spcBef>
                <a:spcPts val="0"/>
              </a:spcBef>
              <a:spcAft>
                <a:spcPts val="0"/>
              </a:spcAft>
              <a:buClr>
                <a:srgbClr val="000000"/>
              </a:buClr>
              <a:buSzPts val="1000"/>
              <a:buNone/>
              <a:defRPr sz="1000">
                <a:solidFill>
                  <a:srgbClr val="000000"/>
                </a:solidFill>
              </a:defRPr>
            </a:lvl4pPr>
            <a:lvl5pPr lvl="4" rtl="0" algn="ctr">
              <a:lnSpc>
                <a:spcPct val="90000"/>
              </a:lnSpc>
              <a:spcBef>
                <a:spcPts val="0"/>
              </a:spcBef>
              <a:spcAft>
                <a:spcPts val="0"/>
              </a:spcAft>
              <a:buClr>
                <a:srgbClr val="000000"/>
              </a:buClr>
              <a:buSzPts val="1000"/>
              <a:buNone/>
              <a:defRPr sz="1000">
                <a:solidFill>
                  <a:srgbClr val="000000"/>
                </a:solidFill>
              </a:defRPr>
            </a:lvl5pPr>
            <a:lvl6pPr lvl="5" rtl="0" algn="ctr">
              <a:lnSpc>
                <a:spcPct val="90000"/>
              </a:lnSpc>
              <a:spcBef>
                <a:spcPts val="0"/>
              </a:spcBef>
              <a:spcAft>
                <a:spcPts val="0"/>
              </a:spcAft>
              <a:buClr>
                <a:srgbClr val="000000"/>
              </a:buClr>
              <a:buSzPts val="1000"/>
              <a:buNone/>
              <a:defRPr sz="1000">
                <a:solidFill>
                  <a:srgbClr val="000000"/>
                </a:solidFill>
              </a:defRPr>
            </a:lvl6pPr>
            <a:lvl7pPr lvl="6" rtl="0" algn="ctr">
              <a:lnSpc>
                <a:spcPct val="90000"/>
              </a:lnSpc>
              <a:spcBef>
                <a:spcPts val="0"/>
              </a:spcBef>
              <a:spcAft>
                <a:spcPts val="0"/>
              </a:spcAft>
              <a:buClr>
                <a:srgbClr val="000000"/>
              </a:buClr>
              <a:buSzPts val="1000"/>
              <a:buNone/>
              <a:defRPr sz="1000">
                <a:solidFill>
                  <a:srgbClr val="000000"/>
                </a:solidFill>
              </a:defRPr>
            </a:lvl7pPr>
            <a:lvl8pPr lvl="7" rtl="0" algn="ctr">
              <a:lnSpc>
                <a:spcPct val="90000"/>
              </a:lnSpc>
              <a:spcBef>
                <a:spcPts val="0"/>
              </a:spcBef>
              <a:spcAft>
                <a:spcPts val="0"/>
              </a:spcAft>
              <a:buClr>
                <a:srgbClr val="000000"/>
              </a:buClr>
              <a:buSzPts val="1000"/>
              <a:buNone/>
              <a:defRPr sz="1000">
                <a:solidFill>
                  <a:srgbClr val="000000"/>
                </a:solidFill>
              </a:defRPr>
            </a:lvl8pPr>
            <a:lvl9pPr lvl="8" rtl="0" algn="ctr">
              <a:lnSpc>
                <a:spcPct val="90000"/>
              </a:lnSpc>
              <a:spcBef>
                <a:spcPts val="0"/>
              </a:spcBef>
              <a:spcAft>
                <a:spcPts val="0"/>
              </a:spcAft>
              <a:buClr>
                <a:srgbClr val="000000"/>
              </a:buClr>
              <a:buSzPts val="1000"/>
              <a:buNone/>
              <a:defRPr sz="1000">
                <a:solidFill>
                  <a:srgbClr val="000000"/>
                </a:solidFill>
              </a:defRPr>
            </a:lvl9pPr>
          </a:lstStyle>
          <a:p/>
        </p:txBody>
      </p:sp>
      <p:sp>
        <p:nvSpPr>
          <p:cNvPr id="354" name="Google Shape;354;p3"/>
          <p:cNvSpPr txBox="1"/>
          <p:nvPr>
            <p:ph idx="38" type="subTitle"/>
          </p:nvPr>
        </p:nvSpPr>
        <p:spPr>
          <a:xfrm>
            <a:off x="3674313" y="3940283"/>
            <a:ext cx="1827600" cy="265800"/>
          </a:xfrm>
          <a:prstGeom prst="rect">
            <a:avLst/>
          </a:prstGeom>
          <a:noFill/>
          <a:ln>
            <a:noFill/>
          </a:ln>
        </p:spPr>
        <p:txBody>
          <a:bodyPr anchorCtr="0" anchor="ctr" bIns="36000" lIns="36000" spcFirstLastPara="1" rIns="36000" wrap="square" tIns="36000">
            <a:noAutofit/>
          </a:bodyPr>
          <a:lstStyle>
            <a:lvl1pPr lvl="0" rt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rtl="0" algn="ctr">
              <a:lnSpc>
                <a:spcPct val="90000"/>
              </a:lnSpc>
              <a:spcBef>
                <a:spcPts val="0"/>
              </a:spcBef>
              <a:spcAft>
                <a:spcPts val="0"/>
              </a:spcAft>
              <a:buClr>
                <a:srgbClr val="000000"/>
              </a:buClr>
              <a:buSzPts val="1000"/>
              <a:buNone/>
              <a:defRPr sz="1000">
                <a:solidFill>
                  <a:srgbClr val="000000"/>
                </a:solidFill>
              </a:defRPr>
            </a:lvl2pPr>
            <a:lvl3pPr lvl="2" rtl="0" algn="ctr">
              <a:lnSpc>
                <a:spcPct val="90000"/>
              </a:lnSpc>
              <a:spcBef>
                <a:spcPts val="0"/>
              </a:spcBef>
              <a:spcAft>
                <a:spcPts val="0"/>
              </a:spcAft>
              <a:buClr>
                <a:srgbClr val="000000"/>
              </a:buClr>
              <a:buSzPts val="1000"/>
              <a:buNone/>
              <a:defRPr sz="1000">
                <a:solidFill>
                  <a:srgbClr val="000000"/>
                </a:solidFill>
              </a:defRPr>
            </a:lvl3pPr>
            <a:lvl4pPr lvl="3" rtl="0" algn="ctr">
              <a:lnSpc>
                <a:spcPct val="90000"/>
              </a:lnSpc>
              <a:spcBef>
                <a:spcPts val="0"/>
              </a:spcBef>
              <a:spcAft>
                <a:spcPts val="0"/>
              </a:spcAft>
              <a:buClr>
                <a:srgbClr val="000000"/>
              </a:buClr>
              <a:buSzPts val="1000"/>
              <a:buNone/>
              <a:defRPr sz="1000">
                <a:solidFill>
                  <a:srgbClr val="000000"/>
                </a:solidFill>
              </a:defRPr>
            </a:lvl4pPr>
            <a:lvl5pPr lvl="4" rtl="0" algn="ctr">
              <a:lnSpc>
                <a:spcPct val="90000"/>
              </a:lnSpc>
              <a:spcBef>
                <a:spcPts val="0"/>
              </a:spcBef>
              <a:spcAft>
                <a:spcPts val="0"/>
              </a:spcAft>
              <a:buClr>
                <a:srgbClr val="000000"/>
              </a:buClr>
              <a:buSzPts val="1000"/>
              <a:buNone/>
              <a:defRPr sz="1000">
                <a:solidFill>
                  <a:srgbClr val="000000"/>
                </a:solidFill>
              </a:defRPr>
            </a:lvl5pPr>
            <a:lvl6pPr lvl="5" rtl="0" algn="ctr">
              <a:lnSpc>
                <a:spcPct val="90000"/>
              </a:lnSpc>
              <a:spcBef>
                <a:spcPts val="0"/>
              </a:spcBef>
              <a:spcAft>
                <a:spcPts val="0"/>
              </a:spcAft>
              <a:buClr>
                <a:srgbClr val="000000"/>
              </a:buClr>
              <a:buSzPts val="1000"/>
              <a:buNone/>
              <a:defRPr sz="1000">
                <a:solidFill>
                  <a:srgbClr val="000000"/>
                </a:solidFill>
              </a:defRPr>
            </a:lvl6pPr>
            <a:lvl7pPr lvl="6" rtl="0" algn="ctr">
              <a:lnSpc>
                <a:spcPct val="90000"/>
              </a:lnSpc>
              <a:spcBef>
                <a:spcPts val="0"/>
              </a:spcBef>
              <a:spcAft>
                <a:spcPts val="0"/>
              </a:spcAft>
              <a:buClr>
                <a:srgbClr val="000000"/>
              </a:buClr>
              <a:buSzPts val="1000"/>
              <a:buNone/>
              <a:defRPr sz="1000">
                <a:solidFill>
                  <a:srgbClr val="000000"/>
                </a:solidFill>
              </a:defRPr>
            </a:lvl7pPr>
            <a:lvl8pPr lvl="7" rtl="0" algn="ctr">
              <a:lnSpc>
                <a:spcPct val="90000"/>
              </a:lnSpc>
              <a:spcBef>
                <a:spcPts val="0"/>
              </a:spcBef>
              <a:spcAft>
                <a:spcPts val="0"/>
              </a:spcAft>
              <a:buClr>
                <a:srgbClr val="000000"/>
              </a:buClr>
              <a:buSzPts val="1000"/>
              <a:buNone/>
              <a:defRPr sz="1000">
                <a:solidFill>
                  <a:srgbClr val="000000"/>
                </a:solidFill>
              </a:defRPr>
            </a:lvl8pPr>
            <a:lvl9pPr lvl="8" rtl="0" algn="ctr">
              <a:lnSpc>
                <a:spcPct val="90000"/>
              </a:lnSpc>
              <a:spcBef>
                <a:spcPts val="0"/>
              </a:spcBef>
              <a:spcAft>
                <a:spcPts val="0"/>
              </a:spcAft>
              <a:buClr>
                <a:srgbClr val="000000"/>
              </a:buClr>
              <a:buSzPts val="1000"/>
              <a:buNone/>
              <a:defRPr sz="1000">
                <a:solidFill>
                  <a:srgbClr val="000000"/>
                </a:solidFill>
              </a:defRPr>
            </a:lvl9pPr>
          </a:lstStyle>
          <a:p/>
        </p:txBody>
      </p:sp>
      <p:sp>
        <p:nvSpPr>
          <p:cNvPr id="355" name="Google Shape;355;p3"/>
          <p:cNvSpPr txBox="1"/>
          <p:nvPr>
            <p:ph idx="39" type="subTitle"/>
          </p:nvPr>
        </p:nvSpPr>
        <p:spPr>
          <a:xfrm>
            <a:off x="5632638" y="3940288"/>
            <a:ext cx="1584600" cy="266400"/>
          </a:xfrm>
          <a:prstGeom prst="rect">
            <a:avLst/>
          </a:prstGeom>
          <a:noFill/>
          <a:ln>
            <a:noFill/>
          </a:ln>
        </p:spPr>
        <p:txBody>
          <a:bodyPr anchorCtr="0" anchor="ctr" bIns="36000" lIns="36000" spcFirstLastPara="1" rIns="36000" wrap="square" tIns="36000">
            <a:noAutofit/>
          </a:bodyPr>
          <a:lstStyle>
            <a:lvl1pPr lvl="0" rt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rtl="0" algn="ctr">
              <a:lnSpc>
                <a:spcPct val="90000"/>
              </a:lnSpc>
              <a:spcBef>
                <a:spcPts val="0"/>
              </a:spcBef>
              <a:spcAft>
                <a:spcPts val="0"/>
              </a:spcAft>
              <a:buClr>
                <a:srgbClr val="000000"/>
              </a:buClr>
              <a:buSzPts val="1000"/>
              <a:buNone/>
              <a:defRPr sz="1000">
                <a:solidFill>
                  <a:srgbClr val="000000"/>
                </a:solidFill>
              </a:defRPr>
            </a:lvl2pPr>
            <a:lvl3pPr lvl="2" rtl="0" algn="ctr">
              <a:lnSpc>
                <a:spcPct val="90000"/>
              </a:lnSpc>
              <a:spcBef>
                <a:spcPts val="0"/>
              </a:spcBef>
              <a:spcAft>
                <a:spcPts val="0"/>
              </a:spcAft>
              <a:buClr>
                <a:srgbClr val="000000"/>
              </a:buClr>
              <a:buSzPts val="1000"/>
              <a:buNone/>
              <a:defRPr sz="1000">
                <a:solidFill>
                  <a:srgbClr val="000000"/>
                </a:solidFill>
              </a:defRPr>
            </a:lvl3pPr>
            <a:lvl4pPr lvl="3" rtl="0" algn="ctr">
              <a:lnSpc>
                <a:spcPct val="90000"/>
              </a:lnSpc>
              <a:spcBef>
                <a:spcPts val="0"/>
              </a:spcBef>
              <a:spcAft>
                <a:spcPts val="0"/>
              </a:spcAft>
              <a:buClr>
                <a:srgbClr val="000000"/>
              </a:buClr>
              <a:buSzPts val="1000"/>
              <a:buNone/>
              <a:defRPr sz="1000">
                <a:solidFill>
                  <a:srgbClr val="000000"/>
                </a:solidFill>
              </a:defRPr>
            </a:lvl4pPr>
            <a:lvl5pPr lvl="4" rtl="0" algn="ctr">
              <a:lnSpc>
                <a:spcPct val="90000"/>
              </a:lnSpc>
              <a:spcBef>
                <a:spcPts val="0"/>
              </a:spcBef>
              <a:spcAft>
                <a:spcPts val="0"/>
              </a:spcAft>
              <a:buClr>
                <a:srgbClr val="000000"/>
              </a:buClr>
              <a:buSzPts val="1000"/>
              <a:buNone/>
              <a:defRPr sz="1000">
                <a:solidFill>
                  <a:srgbClr val="000000"/>
                </a:solidFill>
              </a:defRPr>
            </a:lvl5pPr>
            <a:lvl6pPr lvl="5" rtl="0" algn="ctr">
              <a:lnSpc>
                <a:spcPct val="90000"/>
              </a:lnSpc>
              <a:spcBef>
                <a:spcPts val="0"/>
              </a:spcBef>
              <a:spcAft>
                <a:spcPts val="0"/>
              </a:spcAft>
              <a:buClr>
                <a:srgbClr val="000000"/>
              </a:buClr>
              <a:buSzPts val="1000"/>
              <a:buNone/>
              <a:defRPr sz="1000">
                <a:solidFill>
                  <a:srgbClr val="000000"/>
                </a:solidFill>
              </a:defRPr>
            </a:lvl6pPr>
            <a:lvl7pPr lvl="6" rtl="0" algn="ctr">
              <a:lnSpc>
                <a:spcPct val="90000"/>
              </a:lnSpc>
              <a:spcBef>
                <a:spcPts val="0"/>
              </a:spcBef>
              <a:spcAft>
                <a:spcPts val="0"/>
              </a:spcAft>
              <a:buClr>
                <a:srgbClr val="000000"/>
              </a:buClr>
              <a:buSzPts val="1000"/>
              <a:buNone/>
              <a:defRPr sz="1000">
                <a:solidFill>
                  <a:srgbClr val="000000"/>
                </a:solidFill>
              </a:defRPr>
            </a:lvl7pPr>
            <a:lvl8pPr lvl="7" rtl="0" algn="ctr">
              <a:lnSpc>
                <a:spcPct val="90000"/>
              </a:lnSpc>
              <a:spcBef>
                <a:spcPts val="0"/>
              </a:spcBef>
              <a:spcAft>
                <a:spcPts val="0"/>
              </a:spcAft>
              <a:buClr>
                <a:srgbClr val="000000"/>
              </a:buClr>
              <a:buSzPts val="1000"/>
              <a:buNone/>
              <a:defRPr sz="1000">
                <a:solidFill>
                  <a:srgbClr val="000000"/>
                </a:solidFill>
              </a:defRPr>
            </a:lvl8pPr>
            <a:lvl9pPr lvl="8" rtl="0" algn="ctr">
              <a:lnSpc>
                <a:spcPct val="90000"/>
              </a:lnSpc>
              <a:spcBef>
                <a:spcPts val="0"/>
              </a:spcBef>
              <a:spcAft>
                <a:spcPts val="0"/>
              </a:spcAft>
              <a:buClr>
                <a:srgbClr val="000000"/>
              </a:buClr>
              <a:buSzPts val="1000"/>
              <a:buNone/>
              <a:defRPr sz="1000">
                <a:solidFill>
                  <a:srgbClr val="000000"/>
                </a:solidFill>
              </a:defRPr>
            </a:lvl9pPr>
          </a:lstStyle>
          <a:p/>
        </p:txBody>
      </p:sp>
      <p:cxnSp>
        <p:nvCxnSpPr>
          <p:cNvPr id="356" name="Google Shape;356;p3"/>
          <p:cNvCxnSpPr/>
          <p:nvPr/>
        </p:nvCxnSpPr>
        <p:spPr>
          <a:xfrm flipH="1">
            <a:off x="5566966" y="3940662"/>
            <a:ext cx="600" cy="258300"/>
          </a:xfrm>
          <a:prstGeom prst="straightConnector1">
            <a:avLst/>
          </a:prstGeom>
          <a:noFill/>
          <a:ln cap="flat" cmpd="sng" w="28575">
            <a:solidFill>
              <a:srgbClr val="D9D9D9"/>
            </a:solidFill>
            <a:prstDash val="solid"/>
            <a:round/>
            <a:headEnd len="sm" w="sm" type="none"/>
            <a:tailEnd len="sm" w="sm" type="none"/>
          </a:ln>
        </p:spPr>
      </p:cxnSp>
      <p:cxnSp>
        <p:nvCxnSpPr>
          <p:cNvPr id="357" name="Google Shape;357;p3"/>
          <p:cNvCxnSpPr/>
          <p:nvPr/>
        </p:nvCxnSpPr>
        <p:spPr>
          <a:xfrm flipH="1">
            <a:off x="7293491" y="3940287"/>
            <a:ext cx="600" cy="258300"/>
          </a:xfrm>
          <a:prstGeom prst="straightConnector1">
            <a:avLst/>
          </a:prstGeom>
          <a:noFill/>
          <a:ln cap="flat" cmpd="sng" w="28575">
            <a:solidFill>
              <a:srgbClr val="D9D9D9"/>
            </a:solidFill>
            <a:prstDash val="solid"/>
            <a:round/>
            <a:headEnd len="sm" w="sm" type="none"/>
            <a:tailEnd len="sm" w="sm" type="none"/>
          </a:ln>
        </p:spPr>
      </p:cxnSp>
      <p:cxnSp>
        <p:nvCxnSpPr>
          <p:cNvPr id="358" name="Google Shape;358;p3"/>
          <p:cNvCxnSpPr/>
          <p:nvPr/>
        </p:nvCxnSpPr>
        <p:spPr>
          <a:xfrm flipH="1">
            <a:off x="1137954" y="3940287"/>
            <a:ext cx="600" cy="258300"/>
          </a:xfrm>
          <a:prstGeom prst="straightConnector1">
            <a:avLst/>
          </a:prstGeom>
          <a:noFill/>
          <a:ln cap="flat" cmpd="sng" w="28575">
            <a:solidFill>
              <a:srgbClr val="D9D9D9"/>
            </a:solidFill>
            <a:prstDash val="solid"/>
            <a:round/>
            <a:headEnd len="sm" w="sm" type="none"/>
            <a:tailEnd len="sm" w="sm" type="none"/>
          </a:ln>
        </p:spPr>
      </p:cxnSp>
      <p:sp>
        <p:nvSpPr>
          <p:cNvPr id="359" name="Google Shape;359;p3"/>
          <p:cNvSpPr/>
          <p:nvPr/>
        </p:nvSpPr>
        <p:spPr>
          <a:xfrm>
            <a:off x="379263" y="4241574"/>
            <a:ext cx="9322800" cy="266400"/>
          </a:xfrm>
          <a:prstGeom prst="roundRect">
            <a:avLst>
              <a:gd fmla="val 12113" name="adj"/>
            </a:avLst>
          </a:prstGeom>
          <a:solidFill>
            <a:srgbClr val="FFFFFF"/>
          </a:solidFill>
          <a:ln cap="flat" cmpd="sng" w="9525">
            <a:solidFill>
              <a:srgbClr val="EFEFEF"/>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6000" spcFirstLastPara="1" rIns="0" wrap="square" tIns="0">
            <a:noAutofit/>
          </a:bodyPr>
          <a:lstStyle/>
          <a:p>
            <a:pPr indent="0" lvl="0" marL="0" rtl="0" algn="l">
              <a:lnSpc>
                <a:spcPct val="120000"/>
              </a:lnSpc>
              <a:spcBef>
                <a:spcPts val="0"/>
              </a:spcBef>
              <a:spcAft>
                <a:spcPts val="0"/>
              </a:spcAft>
              <a:buClr>
                <a:schemeClr val="dk1"/>
              </a:buClr>
              <a:buSzPts val="1100"/>
              <a:buFont typeface="Arial"/>
              <a:buNone/>
            </a:pPr>
            <a:r>
              <a:rPr b="1" lang="es-419" sz="800">
                <a:solidFill>
                  <a:schemeClr val="dk1"/>
                </a:solidFill>
                <a:latin typeface="Arvo"/>
                <a:ea typeface="Arvo"/>
                <a:cs typeface="Arvo"/>
                <a:sym typeface="Arvo"/>
              </a:rPr>
              <a:t>          Un(a)</a:t>
            </a:r>
            <a:endParaRPr b="1" sz="800">
              <a:latin typeface="Arvo"/>
              <a:ea typeface="Arvo"/>
              <a:cs typeface="Arvo"/>
              <a:sym typeface="Arvo"/>
            </a:endParaRPr>
          </a:p>
        </p:txBody>
      </p:sp>
      <p:sp>
        <p:nvSpPr>
          <p:cNvPr id="360" name="Google Shape;360;p3"/>
          <p:cNvSpPr txBox="1"/>
          <p:nvPr>
            <p:ph idx="40" type="subTitle"/>
          </p:nvPr>
        </p:nvSpPr>
        <p:spPr>
          <a:xfrm>
            <a:off x="1196313" y="4245245"/>
            <a:ext cx="2361300" cy="265800"/>
          </a:xfrm>
          <a:prstGeom prst="rect">
            <a:avLst/>
          </a:prstGeom>
          <a:noFill/>
          <a:ln>
            <a:noFill/>
          </a:ln>
        </p:spPr>
        <p:txBody>
          <a:bodyPr anchorCtr="0" anchor="ctr" bIns="36000" lIns="36000" spcFirstLastPara="1" rIns="36000" wrap="square" tIns="36000">
            <a:noAutofit/>
          </a:bodyPr>
          <a:lstStyle>
            <a:lvl1pPr lvl="0" rt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rtl="0" algn="ctr">
              <a:lnSpc>
                <a:spcPct val="90000"/>
              </a:lnSpc>
              <a:spcBef>
                <a:spcPts val="0"/>
              </a:spcBef>
              <a:spcAft>
                <a:spcPts val="0"/>
              </a:spcAft>
              <a:buClr>
                <a:srgbClr val="000000"/>
              </a:buClr>
              <a:buSzPts val="1000"/>
              <a:buNone/>
              <a:defRPr sz="1000">
                <a:solidFill>
                  <a:srgbClr val="000000"/>
                </a:solidFill>
              </a:defRPr>
            </a:lvl2pPr>
            <a:lvl3pPr lvl="2" rtl="0" algn="ctr">
              <a:lnSpc>
                <a:spcPct val="90000"/>
              </a:lnSpc>
              <a:spcBef>
                <a:spcPts val="0"/>
              </a:spcBef>
              <a:spcAft>
                <a:spcPts val="0"/>
              </a:spcAft>
              <a:buClr>
                <a:srgbClr val="000000"/>
              </a:buClr>
              <a:buSzPts val="1000"/>
              <a:buNone/>
              <a:defRPr sz="1000">
                <a:solidFill>
                  <a:srgbClr val="000000"/>
                </a:solidFill>
              </a:defRPr>
            </a:lvl3pPr>
            <a:lvl4pPr lvl="3" rtl="0" algn="ctr">
              <a:lnSpc>
                <a:spcPct val="90000"/>
              </a:lnSpc>
              <a:spcBef>
                <a:spcPts val="0"/>
              </a:spcBef>
              <a:spcAft>
                <a:spcPts val="0"/>
              </a:spcAft>
              <a:buClr>
                <a:srgbClr val="000000"/>
              </a:buClr>
              <a:buSzPts val="1000"/>
              <a:buNone/>
              <a:defRPr sz="1000">
                <a:solidFill>
                  <a:srgbClr val="000000"/>
                </a:solidFill>
              </a:defRPr>
            </a:lvl4pPr>
            <a:lvl5pPr lvl="4" rtl="0" algn="ctr">
              <a:lnSpc>
                <a:spcPct val="90000"/>
              </a:lnSpc>
              <a:spcBef>
                <a:spcPts val="0"/>
              </a:spcBef>
              <a:spcAft>
                <a:spcPts val="0"/>
              </a:spcAft>
              <a:buClr>
                <a:srgbClr val="000000"/>
              </a:buClr>
              <a:buSzPts val="1000"/>
              <a:buNone/>
              <a:defRPr sz="1000">
                <a:solidFill>
                  <a:srgbClr val="000000"/>
                </a:solidFill>
              </a:defRPr>
            </a:lvl5pPr>
            <a:lvl6pPr lvl="5" rtl="0" algn="ctr">
              <a:lnSpc>
                <a:spcPct val="90000"/>
              </a:lnSpc>
              <a:spcBef>
                <a:spcPts val="0"/>
              </a:spcBef>
              <a:spcAft>
                <a:spcPts val="0"/>
              </a:spcAft>
              <a:buClr>
                <a:srgbClr val="000000"/>
              </a:buClr>
              <a:buSzPts val="1000"/>
              <a:buNone/>
              <a:defRPr sz="1000">
                <a:solidFill>
                  <a:srgbClr val="000000"/>
                </a:solidFill>
              </a:defRPr>
            </a:lvl6pPr>
            <a:lvl7pPr lvl="6" rtl="0" algn="ctr">
              <a:lnSpc>
                <a:spcPct val="90000"/>
              </a:lnSpc>
              <a:spcBef>
                <a:spcPts val="0"/>
              </a:spcBef>
              <a:spcAft>
                <a:spcPts val="0"/>
              </a:spcAft>
              <a:buClr>
                <a:srgbClr val="000000"/>
              </a:buClr>
              <a:buSzPts val="1000"/>
              <a:buNone/>
              <a:defRPr sz="1000">
                <a:solidFill>
                  <a:srgbClr val="000000"/>
                </a:solidFill>
              </a:defRPr>
            </a:lvl7pPr>
            <a:lvl8pPr lvl="7" rtl="0" algn="ctr">
              <a:lnSpc>
                <a:spcPct val="90000"/>
              </a:lnSpc>
              <a:spcBef>
                <a:spcPts val="0"/>
              </a:spcBef>
              <a:spcAft>
                <a:spcPts val="0"/>
              </a:spcAft>
              <a:buClr>
                <a:srgbClr val="000000"/>
              </a:buClr>
              <a:buSzPts val="1000"/>
              <a:buNone/>
              <a:defRPr sz="1000">
                <a:solidFill>
                  <a:srgbClr val="000000"/>
                </a:solidFill>
              </a:defRPr>
            </a:lvl8pPr>
            <a:lvl9pPr lvl="8" rtl="0" algn="ctr">
              <a:lnSpc>
                <a:spcPct val="90000"/>
              </a:lnSpc>
              <a:spcBef>
                <a:spcPts val="0"/>
              </a:spcBef>
              <a:spcAft>
                <a:spcPts val="0"/>
              </a:spcAft>
              <a:buClr>
                <a:srgbClr val="000000"/>
              </a:buClr>
              <a:buSzPts val="1000"/>
              <a:buNone/>
              <a:defRPr sz="1000">
                <a:solidFill>
                  <a:srgbClr val="000000"/>
                </a:solidFill>
              </a:defRPr>
            </a:lvl9pPr>
          </a:lstStyle>
          <a:p/>
        </p:txBody>
      </p:sp>
      <p:cxnSp>
        <p:nvCxnSpPr>
          <p:cNvPr id="361" name="Google Shape;361;p3"/>
          <p:cNvCxnSpPr/>
          <p:nvPr/>
        </p:nvCxnSpPr>
        <p:spPr>
          <a:xfrm flipH="1">
            <a:off x="3615354" y="4249625"/>
            <a:ext cx="600" cy="258300"/>
          </a:xfrm>
          <a:prstGeom prst="straightConnector1">
            <a:avLst/>
          </a:prstGeom>
          <a:noFill/>
          <a:ln cap="flat" cmpd="sng" w="28575">
            <a:solidFill>
              <a:srgbClr val="D9D9D9"/>
            </a:solidFill>
            <a:prstDash val="solid"/>
            <a:round/>
            <a:headEnd len="sm" w="sm" type="none"/>
            <a:tailEnd len="sm" w="sm" type="none"/>
          </a:ln>
        </p:spPr>
      </p:cxnSp>
      <p:sp>
        <p:nvSpPr>
          <p:cNvPr id="362" name="Google Shape;362;p3"/>
          <p:cNvSpPr txBox="1"/>
          <p:nvPr>
            <p:ph idx="41" type="subTitle"/>
          </p:nvPr>
        </p:nvSpPr>
        <p:spPr>
          <a:xfrm>
            <a:off x="7340763" y="4245249"/>
            <a:ext cx="2361300" cy="266400"/>
          </a:xfrm>
          <a:prstGeom prst="rect">
            <a:avLst/>
          </a:prstGeom>
          <a:noFill/>
          <a:ln>
            <a:noFill/>
          </a:ln>
        </p:spPr>
        <p:txBody>
          <a:bodyPr anchorCtr="0" anchor="ctr" bIns="36000" lIns="36000" spcFirstLastPara="1" rIns="36000" wrap="square" tIns="36000">
            <a:noAutofit/>
          </a:bodyPr>
          <a:lstStyle>
            <a:lvl1pPr lvl="0" rt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rtl="0" algn="ctr">
              <a:lnSpc>
                <a:spcPct val="90000"/>
              </a:lnSpc>
              <a:spcBef>
                <a:spcPts val="0"/>
              </a:spcBef>
              <a:spcAft>
                <a:spcPts val="0"/>
              </a:spcAft>
              <a:buClr>
                <a:srgbClr val="000000"/>
              </a:buClr>
              <a:buSzPts val="1000"/>
              <a:buNone/>
              <a:defRPr sz="1000">
                <a:solidFill>
                  <a:srgbClr val="000000"/>
                </a:solidFill>
              </a:defRPr>
            </a:lvl2pPr>
            <a:lvl3pPr lvl="2" rtl="0" algn="ctr">
              <a:lnSpc>
                <a:spcPct val="90000"/>
              </a:lnSpc>
              <a:spcBef>
                <a:spcPts val="0"/>
              </a:spcBef>
              <a:spcAft>
                <a:spcPts val="0"/>
              </a:spcAft>
              <a:buClr>
                <a:srgbClr val="000000"/>
              </a:buClr>
              <a:buSzPts val="1000"/>
              <a:buNone/>
              <a:defRPr sz="1000">
                <a:solidFill>
                  <a:srgbClr val="000000"/>
                </a:solidFill>
              </a:defRPr>
            </a:lvl3pPr>
            <a:lvl4pPr lvl="3" rtl="0" algn="ctr">
              <a:lnSpc>
                <a:spcPct val="90000"/>
              </a:lnSpc>
              <a:spcBef>
                <a:spcPts val="0"/>
              </a:spcBef>
              <a:spcAft>
                <a:spcPts val="0"/>
              </a:spcAft>
              <a:buClr>
                <a:srgbClr val="000000"/>
              </a:buClr>
              <a:buSzPts val="1000"/>
              <a:buNone/>
              <a:defRPr sz="1000">
                <a:solidFill>
                  <a:srgbClr val="000000"/>
                </a:solidFill>
              </a:defRPr>
            </a:lvl4pPr>
            <a:lvl5pPr lvl="4" rtl="0" algn="ctr">
              <a:lnSpc>
                <a:spcPct val="90000"/>
              </a:lnSpc>
              <a:spcBef>
                <a:spcPts val="0"/>
              </a:spcBef>
              <a:spcAft>
                <a:spcPts val="0"/>
              </a:spcAft>
              <a:buClr>
                <a:srgbClr val="000000"/>
              </a:buClr>
              <a:buSzPts val="1000"/>
              <a:buNone/>
              <a:defRPr sz="1000">
                <a:solidFill>
                  <a:srgbClr val="000000"/>
                </a:solidFill>
              </a:defRPr>
            </a:lvl5pPr>
            <a:lvl6pPr lvl="5" rtl="0" algn="ctr">
              <a:lnSpc>
                <a:spcPct val="90000"/>
              </a:lnSpc>
              <a:spcBef>
                <a:spcPts val="0"/>
              </a:spcBef>
              <a:spcAft>
                <a:spcPts val="0"/>
              </a:spcAft>
              <a:buClr>
                <a:srgbClr val="000000"/>
              </a:buClr>
              <a:buSzPts val="1000"/>
              <a:buNone/>
              <a:defRPr sz="1000">
                <a:solidFill>
                  <a:srgbClr val="000000"/>
                </a:solidFill>
              </a:defRPr>
            </a:lvl6pPr>
            <a:lvl7pPr lvl="6" rtl="0" algn="ctr">
              <a:lnSpc>
                <a:spcPct val="90000"/>
              </a:lnSpc>
              <a:spcBef>
                <a:spcPts val="0"/>
              </a:spcBef>
              <a:spcAft>
                <a:spcPts val="0"/>
              </a:spcAft>
              <a:buClr>
                <a:srgbClr val="000000"/>
              </a:buClr>
              <a:buSzPts val="1000"/>
              <a:buNone/>
              <a:defRPr sz="1000">
                <a:solidFill>
                  <a:srgbClr val="000000"/>
                </a:solidFill>
              </a:defRPr>
            </a:lvl7pPr>
            <a:lvl8pPr lvl="7" rtl="0" algn="ctr">
              <a:lnSpc>
                <a:spcPct val="90000"/>
              </a:lnSpc>
              <a:spcBef>
                <a:spcPts val="0"/>
              </a:spcBef>
              <a:spcAft>
                <a:spcPts val="0"/>
              </a:spcAft>
              <a:buClr>
                <a:srgbClr val="000000"/>
              </a:buClr>
              <a:buSzPts val="1000"/>
              <a:buNone/>
              <a:defRPr sz="1000">
                <a:solidFill>
                  <a:srgbClr val="000000"/>
                </a:solidFill>
              </a:defRPr>
            </a:lvl8pPr>
            <a:lvl9pPr lvl="8" rtl="0" algn="ctr">
              <a:lnSpc>
                <a:spcPct val="90000"/>
              </a:lnSpc>
              <a:spcBef>
                <a:spcPts val="0"/>
              </a:spcBef>
              <a:spcAft>
                <a:spcPts val="0"/>
              </a:spcAft>
              <a:buClr>
                <a:srgbClr val="000000"/>
              </a:buClr>
              <a:buSzPts val="1000"/>
              <a:buNone/>
              <a:defRPr sz="1000">
                <a:solidFill>
                  <a:srgbClr val="000000"/>
                </a:solidFill>
              </a:defRPr>
            </a:lvl9pPr>
          </a:lstStyle>
          <a:p/>
        </p:txBody>
      </p:sp>
      <p:sp>
        <p:nvSpPr>
          <p:cNvPr id="363" name="Google Shape;363;p3"/>
          <p:cNvSpPr txBox="1"/>
          <p:nvPr>
            <p:ph idx="42" type="subTitle"/>
          </p:nvPr>
        </p:nvSpPr>
        <p:spPr>
          <a:xfrm>
            <a:off x="3674313" y="4245245"/>
            <a:ext cx="1827600" cy="265800"/>
          </a:xfrm>
          <a:prstGeom prst="rect">
            <a:avLst/>
          </a:prstGeom>
          <a:noFill/>
          <a:ln>
            <a:noFill/>
          </a:ln>
        </p:spPr>
        <p:txBody>
          <a:bodyPr anchorCtr="0" anchor="ctr" bIns="36000" lIns="36000" spcFirstLastPara="1" rIns="36000" wrap="square" tIns="36000">
            <a:noAutofit/>
          </a:bodyPr>
          <a:lstStyle>
            <a:lvl1pPr lvl="0" rt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rtl="0" algn="ctr">
              <a:lnSpc>
                <a:spcPct val="90000"/>
              </a:lnSpc>
              <a:spcBef>
                <a:spcPts val="0"/>
              </a:spcBef>
              <a:spcAft>
                <a:spcPts val="0"/>
              </a:spcAft>
              <a:buClr>
                <a:srgbClr val="000000"/>
              </a:buClr>
              <a:buSzPts val="1000"/>
              <a:buNone/>
              <a:defRPr sz="1000">
                <a:solidFill>
                  <a:srgbClr val="000000"/>
                </a:solidFill>
              </a:defRPr>
            </a:lvl2pPr>
            <a:lvl3pPr lvl="2" rtl="0" algn="ctr">
              <a:lnSpc>
                <a:spcPct val="90000"/>
              </a:lnSpc>
              <a:spcBef>
                <a:spcPts val="0"/>
              </a:spcBef>
              <a:spcAft>
                <a:spcPts val="0"/>
              </a:spcAft>
              <a:buClr>
                <a:srgbClr val="000000"/>
              </a:buClr>
              <a:buSzPts val="1000"/>
              <a:buNone/>
              <a:defRPr sz="1000">
                <a:solidFill>
                  <a:srgbClr val="000000"/>
                </a:solidFill>
              </a:defRPr>
            </a:lvl3pPr>
            <a:lvl4pPr lvl="3" rtl="0" algn="ctr">
              <a:lnSpc>
                <a:spcPct val="90000"/>
              </a:lnSpc>
              <a:spcBef>
                <a:spcPts val="0"/>
              </a:spcBef>
              <a:spcAft>
                <a:spcPts val="0"/>
              </a:spcAft>
              <a:buClr>
                <a:srgbClr val="000000"/>
              </a:buClr>
              <a:buSzPts val="1000"/>
              <a:buNone/>
              <a:defRPr sz="1000">
                <a:solidFill>
                  <a:srgbClr val="000000"/>
                </a:solidFill>
              </a:defRPr>
            </a:lvl4pPr>
            <a:lvl5pPr lvl="4" rtl="0" algn="ctr">
              <a:lnSpc>
                <a:spcPct val="90000"/>
              </a:lnSpc>
              <a:spcBef>
                <a:spcPts val="0"/>
              </a:spcBef>
              <a:spcAft>
                <a:spcPts val="0"/>
              </a:spcAft>
              <a:buClr>
                <a:srgbClr val="000000"/>
              </a:buClr>
              <a:buSzPts val="1000"/>
              <a:buNone/>
              <a:defRPr sz="1000">
                <a:solidFill>
                  <a:srgbClr val="000000"/>
                </a:solidFill>
              </a:defRPr>
            </a:lvl5pPr>
            <a:lvl6pPr lvl="5" rtl="0" algn="ctr">
              <a:lnSpc>
                <a:spcPct val="90000"/>
              </a:lnSpc>
              <a:spcBef>
                <a:spcPts val="0"/>
              </a:spcBef>
              <a:spcAft>
                <a:spcPts val="0"/>
              </a:spcAft>
              <a:buClr>
                <a:srgbClr val="000000"/>
              </a:buClr>
              <a:buSzPts val="1000"/>
              <a:buNone/>
              <a:defRPr sz="1000">
                <a:solidFill>
                  <a:srgbClr val="000000"/>
                </a:solidFill>
              </a:defRPr>
            </a:lvl6pPr>
            <a:lvl7pPr lvl="6" rtl="0" algn="ctr">
              <a:lnSpc>
                <a:spcPct val="90000"/>
              </a:lnSpc>
              <a:spcBef>
                <a:spcPts val="0"/>
              </a:spcBef>
              <a:spcAft>
                <a:spcPts val="0"/>
              </a:spcAft>
              <a:buClr>
                <a:srgbClr val="000000"/>
              </a:buClr>
              <a:buSzPts val="1000"/>
              <a:buNone/>
              <a:defRPr sz="1000">
                <a:solidFill>
                  <a:srgbClr val="000000"/>
                </a:solidFill>
              </a:defRPr>
            </a:lvl7pPr>
            <a:lvl8pPr lvl="7" rtl="0" algn="ctr">
              <a:lnSpc>
                <a:spcPct val="90000"/>
              </a:lnSpc>
              <a:spcBef>
                <a:spcPts val="0"/>
              </a:spcBef>
              <a:spcAft>
                <a:spcPts val="0"/>
              </a:spcAft>
              <a:buClr>
                <a:srgbClr val="000000"/>
              </a:buClr>
              <a:buSzPts val="1000"/>
              <a:buNone/>
              <a:defRPr sz="1000">
                <a:solidFill>
                  <a:srgbClr val="000000"/>
                </a:solidFill>
              </a:defRPr>
            </a:lvl8pPr>
            <a:lvl9pPr lvl="8" rtl="0" algn="ctr">
              <a:lnSpc>
                <a:spcPct val="90000"/>
              </a:lnSpc>
              <a:spcBef>
                <a:spcPts val="0"/>
              </a:spcBef>
              <a:spcAft>
                <a:spcPts val="0"/>
              </a:spcAft>
              <a:buClr>
                <a:srgbClr val="000000"/>
              </a:buClr>
              <a:buSzPts val="1000"/>
              <a:buNone/>
              <a:defRPr sz="1000">
                <a:solidFill>
                  <a:srgbClr val="000000"/>
                </a:solidFill>
              </a:defRPr>
            </a:lvl9pPr>
          </a:lstStyle>
          <a:p/>
        </p:txBody>
      </p:sp>
      <p:sp>
        <p:nvSpPr>
          <p:cNvPr id="364" name="Google Shape;364;p3"/>
          <p:cNvSpPr txBox="1"/>
          <p:nvPr>
            <p:ph idx="43" type="subTitle"/>
          </p:nvPr>
        </p:nvSpPr>
        <p:spPr>
          <a:xfrm>
            <a:off x="5632638" y="4245250"/>
            <a:ext cx="1584600" cy="266400"/>
          </a:xfrm>
          <a:prstGeom prst="rect">
            <a:avLst/>
          </a:prstGeom>
          <a:noFill/>
          <a:ln>
            <a:noFill/>
          </a:ln>
        </p:spPr>
        <p:txBody>
          <a:bodyPr anchorCtr="0" anchor="ctr" bIns="36000" lIns="36000" spcFirstLastPara="1" rIns="36000" wrap="square" tIns="36000">
            <a:noAutofit/>
          </a:bodyPr>
          <a:lstStyle>
            <a:lvl1pPr lvl="0" rt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rtl="0" algn="ctr">
              <a:lnSpc>
                <a:spcPct val="90000"/>
              </a:lnSpc>
              <a:spcBef>
                <a:spcPts val="0"/>
              </a:spcBef>
              <a:spcAft>
                <a:spcPts val="0"/>
              </a:spcAft>
              <a:buClr>
                <a:srgbClr val="000000"/>
              </a:buClr>
              <a:buSzPts val="1000"/>
              <a:buNone/>
              <a:defRPr sz="1000">
                <a:solidFill>
                  <a:srgbClr val="000000"/>
                </a:solidFill>
              </a:defRPr>
            </a:lvl2pPr>
            <a:lvl3pPr lvl="2" rtl="0" algn="ctr">
              <a:lnSpc>
                <a:spcPct val="90000"/>
              </a:lnSpc>
              <a:spcBef>
                <a:spcPts val="0"/>
              </a:spcBef>
              <a:spcAft>
                <a:spcPts val="0"/>
              </a:spcAft>
              <a:buClr>
                <a:srgbClr val="000000"/>
              </a:buClr>
              <a:buSzPts val="1000"/>
              <a:buNone/>
              <a:defRPr sz="1000">
                <a:solidFill>
                  <a:srgbClr val="000000"/>
                </a:solidFill>
              </a:defRPr>
            </a:lvl3pPr>
            <a:lvl4pPr lvl="3" rtl="0" algn="ctr">
              <a:lnSpc>
                <a:spcPct val="90000"/>
              </a:lnSpc>
              <a:spcBef>
                <a:spcPts val="0"/>
              </a:spcBef>
              <a:spcAft>
                <a:spcPts val="0"/>
              </a:spcAft>
              <a:buClr>
                <a:srgbClr val="000000"/>
              </a:buClr>
              <a:buSzPts val="1000"/>
              <a:buNone/>
              <a:defRPr sz="1000">
                <a:solidFill>
                  <a:srgbClr val="000000"/>
                </a:solidFill>
              </a:defRPr>
            </a:lvl4pPr>
            <a:lvl5pPr lvl="4" rtl="0" algn="ctr">
              <a:lnSpc>
                <a:spcPct val="90000"/>
              </a:lnSpc>
              <a:spcBef>
                <a:spcPts val="0"/>
              </a:spcBef>
              <a:spcAft>
                <a:spcPts val="0"/>
              </a:spcAft>
              <a:buClr>
                <a:srgbClr val="000000"/>
              </a:buClr>
              <a:buSzPts val="1000"/>
              <a:buNone/>
              <a:defRPr sz="1000">
                <a:solidFill>
                  <a:srgbClr val="000000"/>
                </a:solidFill>
              </a:defRPr>
            </a:lvl5pPr>
            <a:lvl6pPr lvl="5" rtl="0" algn="ctr">
              <a:lnSpc>
                <a:spcPct val="90000"/>
              </a:lnSpc>
              <a:spcBef>
                <a:spcPts val="0"/>
              </a:spcBef>
              <a:spcAft>
                <a:spcPts val="0"/>
              </a:spcAft>
              <a:buClr>
                <a:srgbClr val="000000"/>
              </a:buClr>
              <a:buSzPts val="1000"/>
              <a:buNone/>
              <a:defRPr sz="1000">
                <a:solidFill>
                  <a:srgbClr val="000000"/>
                </a:solidFill>
              </a:defRPr>
            </a:lvl6pPr>
            <a:lvl7pPr lvl="6" rtl="0" algn="ctr">
              <a:lnSpc>
                <a:spcPct val="90000"/>
              </a:lnSpc>
              <a:spcBef>
                <a:spcPts val="0"/>
              </a:spcBef>
              <a:spcAft>
                <a:spcPts val="0"/>
              </a:spcAft>
              <a:buClr>
                <a:srgbClr val="000000"/>
              </a:buClr>
              <a:buSzPts val="1000"/>
              <a:buNone/>
              <a:defRPr sz="1000">
                <a:solidFill>
                  <a:srgbClr val="000000"/>
                </a:solidFill>
              </a:defRPr>
            </a:lvl7pPr>
            <a:lvl8pPr lvl="7" rtl="0" algn="ctr">
              <a:lnSpc>
                <a:spcPct val="90000"/>
              </a:lnSpc>
              <a:spcBef>
                <a:spcPts val="0"/>
              </a:spcBef>
              <a:spcAft>
                <a:spcPts val="0"/>
              </a:spcAft>
              <a:buClr>
                <a:srgbClr val="000000"/>
              </a:buClr>
              <a:buSzPts val="1000"/>
              <a:buNone/>
              <a:defRPr sz="1000">
                <a:solidFill>
                  <a:srgbClr val="000000"/>
                </a:solidFill>
              </a:defRPr>
            </a:lvl8pPr>
            <a:lvl9pPr lvl="8" rtl="0" algn="ctr">
              <a:lnSpc>
                <a:spcPct val="90000"/>
              </a:lnSpc>
              <a:spcBef>
                <a:spcPts val="0"/>
              </a:spcBef>
              <a:spcAft>
                <a:spcPts val="0"/>
              </a:spcAft>
              <a:buClr>
                <a:srgbClr val="000000"/>
              </a:buClr>
              <a:buSzPts val="1000"/>
              <a:buNone/>
              <a:defRPr sz="1000">
                <a:solidFill>
                  <a:srgbClr val="000000"/>
                </a:solidFill>
              </a:defRPr>
            </a:lvl9pPr>
          </a:lstStyle>
          <a:p/>
        </p:txBody>
      </p:sp>
      <p:cxnSp>
        <p:nvCxnSpPr>
          <p:cNvPr id="365" name="Google Shape;365;p3"/>
          <p:cNvCxnSpPr/>
          <p:nvPr/>
        </p:nvCxnSpPr>
        <p:spPr>
          <a:xfrm flipH="1">
            <a:off x="5566966" y="4245625"/>
            <a:ext cx="600" cy="258300"/>
          </a:xfrm>
          <a:prstGeom prst="straightConnector1">
            <a:avLst/>
          </a:prstGeom>
          <a:noFill/>
          <a:ln cap="flat" cmpd="sng" w="28575">
            <a:solidFill>
              <a:srgbClr val="D9D9D9"/>
            </a:solidFill>
            <a:prstDash val="solid"/>
            <a:round/>
            <a:headEnd len="sm" w="sm" type="none"/>
            <a:tailEnd len="sm" w="sm" type="none"/>
          </a:ln>
        </p:spPr>
      </p:cxnSp>
      <p:cxnSp>
        <p:nvCxnSpPr>
          <p:cNvPr id="366" name="Google Shape;366;p3"/>
          <p:cNvCxnSpPr/>
          <p:nvPr/>
        </p:nvCxnSpPr>
        <p:spPr>
          <a:xfrm flipH="1">
            <a:off x="7293491" y="4245250"/>
            <a:ext cx="600" cy="258300"/>
          </a:xfrm>
          <a:prstGeom prst="straightConnector1">
            <a:avLst/>
          </a:prstGeom>
          <a:noFill/>
          <a:ln cap="flat" cmpd="sng" w="28575">
            <a:solidFill>
              <a:srgbClr val="D9D9D9"/>
            </a:solidFill>
            <a:prstDash val="solid"/>
            <a:round/>
            <a:headEnd len="sm" w="sm" type="none"/>
            <a:tailEnd len="sm" w="sm" type="none"/>
          </a:ln>
        </p:spPr>
      </p:cxnSp>
      <p:cxnSp>
        <p:nvCxnSpPr>
          <p:cNvPr id="367" name="Google Shape;367;p3"/>
          <p:cNvCxnSpPr/>
          <p:nvPr/>
        </p:nvCxnSpPr>
        <p:spPr>
          <a:xfrm flipH="1">
            <a:off x="1137954" y="4245250"/>
            <a:ext cx="600" cy="258300"/>
          </a:xfrm>
          <a:prstGeom prst="straightConnector1">
            <a:avLst/>
          </a:prstGeom>
          <a:noFill/>
          <a:ln cap="flat" cmpd="sng" w="28575">
            <a:solidFill>
              <a:srgbClr val="D9D9D9"/>
            </a:solidFill>
            <a:prstDash val="solid"/>
            <a:round/>
            <a:headEnd len="sm" w="sm" type="none"/>
            <a:tailEnd len="sm" w="sm" type="none"/>
          </a:ln>
        </p:spPr>
      </p:cxnSp>
      <p:sp>
        <p:nvSpPr>
          <p:cNvPr id="368" name="Google Shape;368;p3"/>
          <p:cNvSpPr/>
          <p:nvPr/>
        </p:nvSpPr>
        <p:spPr>
          <a:xfrm>
            <a:off x="379388" y="4535949"/>
            <a:ext cx="9322800" cy="266400"/>
          </a:xfrm>
          <a:prstGeom prst="roundRect">
            <a:avLst>
              <a:gd fmla="val 12113" name="adj"/>
            </a:avLst>
          </a:prstGeom>
          <a:solidFill>
            <a:srgbClr val="FFFFFF"/>
          </a:solidFill>
          <a:ln cap="flat" cmpd="sng" w="9525">
            <a:solidFill>
              <a:srgbClr val="EFEFEF"/>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6000" spcFirstLastPara="1" rIns="0" wrap="square" tIns="0">
            <a:noAutofit/>
          </a:bodyPr>
          <a:lstStyle/>
          <a:p>
            <a:pPr indent="0" lvl="0" marL="0" rtl="0" algn="l">
              <a:lnSpc>
                <a:spcPct val="120000"/>
              </a:lnSpc>
              <a:spcBef>
                <a:spcPts val="0"/>
              </a:spcBef>
              <a:spcAft>
                <a:spcPts val="0"/>
              </a:spcAft>
              <a:buClr>
                <a:schemeClr val="dk1"/>
              </a:buClr>
              <a:buSzPts val="1100"/>
              <a:buFont typeface="Arial"/>
              <a:buNone/>
            </a:pPr>
            <a:r>
              <a:rPr b="1" lang="es-419" sz="800">
                <a:solidFill>
                  <a:schemeClr val="dk1"/>
                </a:solidFill>
                <a:latin typeface="Arvo"/>
                <a:ea typeface="Arvo"/>
                <a:cs typeface="Arvo"/>
                <a:sym typeface="Arvo"/>
              </a:rPr>
              <a:t>          Un(a)</a:t>
            </a:r>
            <a:endParaRPr b="1" sz="800">
              <a:latin typeface="Arvo"/>
              <a:ea typeface="Arvo"/>
              <a:cs typeface="Arvo"/>
              <a:sym typeface="Arvo"/>
            </a:endParaRPr>
          </a:p>
        </p:txBody>
      </p:sp>
      <p:sp>
        <p:nvSpPr>
          <p:cNvPr id="369" name="Google Shape;369;p3"/>
          <p:cNvSpPr txBox="1"/>
          <p:nvPr>
            <p:ph idx="44" type="subTitle"/>
          </p:nvPr>
        </p:nvSpPr>
        <p:spPr>
          <a:xfrm>
            <a:off x="1196438" y="4539620"/>
            <a:ext cx="2361300" cy="265800"/>
          </a:xfrm>
          <a:prstGeom prst="rect">
            <a:avLst/>
          </a:prstGeom>
          <a:noFill/>
          <a:ln>
            <a:noFill/>
          </a:ln>
        </p:spPr>
        <p:txBody>
          <a:bodyPr anchorCtr="0" anchor="ctr" bIns="36000" lIns="36000" spcFirstLastPara="1" rIns="36000" wrap="square" tIns="36000">
            <a:noAutofit/>
          </a:bodyPr>
          <a:lstStyle>
            <a:lvl1pPr lvl="0" rt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rtl="0" algn="ctr">
              <a:lnSpc>
                <a:spcPct val="90000"/>
              </a:lnSpc>
              <a:spcBef>
                <a:spcPts val="0"/>
              </a:spcBef>
              <a:spcAft>
                <a:spcPts val="0"/>
              </a:spcAft>
              <a:buClr>
                <a:srgbClr val="000000"/>
              </a:buClr>
              <a:buSzPts val="1000"/>
              <a:buNone/>
              <a:defRPr sz="1000">
                <a:solidFill>
                  <a:srgbClr val="000000"/>
                </a:solidFill>
              </a:defRPr>
            </a:lvl2pPr>
            <a:lvl3pPr lvl="2" rtl="0" algn="ctr">
              <a:lnSpc>
                <a:spcPct val="90000"/>
              </a:lnSpc>
              <a:spcBef>
                <a:spcPts val="0"/>
              </a:spcBef>
              <a:spcAft>
                <a:spcPts val="0"/>
              </a:spcAft>
              <a:buClr>
                <a:srgbClr val="000000"/>
              </a:buClr>
              <a:buSzPts val="1000"/>
              <a:buNone/>
              <a:defRPr sz="1000">
                <a:solidFill>
                  <a:srgbClr val="000000"/>
                </a:solidFill>
              </a:defRPr>
            </a:lvl3pPr>
            <a:lvl4pPr lvl="3" rtl="0" algn="ctr">
              <a:lnSpc>
                <a:spcPct val="90000"/>
              </a:lnSpc>
              <a:spcBef>
                <a:spcPts val="0"/>
              </a:spcBef>
              <a:spcAft>
                <a:spcPts val="0"/>
              </a:spcAft>
              <a:buClr>
                <a:srgbClr val="000000"/>
              </a:buClr>
              <a:buSzPts val="1000"/>
              <a:buNone/>
              <a:defRPr sz="1000">
                <a:solidFill>
                  <a:srgbClr val="000000"/>
                </a:solidFill>
              </a:defRPr>
            </a:lvl4pPr>
            <a:lvl5pPr lvl="4" rtl="0" algn="ctr">
              <a:lnSpc>
                <a:spcPct val="90000"/>
              </a:lnSpc>
              <a:spcBef>
                <a:spcPts val="0"/>
              </a:spcBef>
              <a:spcAft>
                <a:spcPts val="0"/>
              </a:spcAft>
              <a:buClr>
                <a:srgbClr val="000000"/>
              </a:buClr>
              <a:buSzPts val="1000"/>
              <a:buNone/>
              <a:defRPr sz="1000">
                <a:solidFill>
                  <a:srgbClr val="000000"/>
                </a:solidFill>
              </a:defRPr>
            </a:lvl5pPr>
            <a:lvl6pPr lvl="5" rtl="0" algn="ctr">
              <a:lnSpc>
                <a:spcPct val="90000"/>
              </a:lnSpc>
              <a:spcBef>
                <a:spcPts val="0"/>
              </a:spcBef>
              <a:spcAft>
                <a:spcPts val="0"/>
              </a:spcAft>
              <a:buClr>
                <a:srgbClr val="000000"/>
              </a:buClr>
              <a:buSzPts val="1000"/>
              <a:buNone/>
              <a:defRPr sz="1000">
                <a:solidFill>
                  <a:srgbClr val="000000"/>
                </a:solidFill>
              </a:defRPr>
            </a:lvl6pPr>
            <a:lvl7pPr lvl="6" rtl="0" algn="ctr">
              <a:lnSpc>
                <a:spcPct val="90000"/>
              </a:lnSpc>
              <a:spcBef>
                <a:spcPts val="0"/>
              </a:spcBef>
              <a:spcAft>
                <a:spcPts val="0"/>
              </a:spcAft>
              <a:buClr>
                <a:srgbClr val="000000"/>
              </a:buClr>
              <a:buSzPts val="1000"/>
              <a:buNone/>
              <a:defRPr sz="1000">
                <a:solidFill>
                  <a:srgbClr val="000000"/>
                </a:solidFill>
              </a:defRPr>
            </a:lvl7pPr>
            <a:lvl8pPr lvl="7" rtl="0" algn="ctr">
              <a:lnSpc>
                <a:spcPct val="90000"/>
              </a:lnSpc>
              <a:spcBef>
                <a:spcPts val="0"/>
              </a:spcBef>
              <a:spcAft>
                <a:spcPts val="0"/>
              </a:spcAft>
              <a:buClr>
                <a:srgbClr val="000000"/>
              </a:buClr>
              <a:buSzPts val="1000"/>
              <a:buNone/>
              <a:defRPr sz="1000">
                <a:solidFill>
                  <a:srgbClr val="000000"/>
                </a:solidFill>
              </a:defRPr>
            </a:lvl8pPr>
            <a:lvl9pPr lvl="8" rtl="0" algn="ctr">
              <a:lnSpc>
                <a:spcPct val="90000"/>
              </a:lnSpc>
              <a:spcBef>
                <a:spcPts val="0"/>
              </a:spcBef>
              <a:spcAft>
                <a:spcPts val="0"/>
              </a:spcAft>
              <a:buClr>
                <a:srgbClr val="000000"/>
              </a:buClr>
              <a:buSzPts val="1000"/>
              <a:buNone/>
              <a:defRPr sz="1000">
                <a:solidFill>
                  <a:srgbClr val="000000"/>
                </a:solidFill>
              </a:defRPr>
            </a:lvl9pPr>
          </a:lstStyle>
          <a:p/>
        </p:txBody>
      </p:sp>
      <p:cxnSp>
        <p:nvCxnSpPr>
          <p:cNvPr id="370" name="Google Shape;370;p3"/>
          <p:cNvCxnSpPr/>
          <p:nvPr/>
        </p:nvCxnSpPr>
        <p:spPr>
          <a:xfrm flipH="1">
            <a:off x="3615479" y="4544000"/>
            <a:ext cx="600" cy="258300"/>
          </a:xfrm>
          <a:prstGeom prst="straightConnector1">
            <a:avLst/>
          </a:prstGeom>
          <a:noFill/>
          <a:ln cap="flat" cmpd="sng" w="28575">
            <a:solidFill>
              <a:srgbClr val="D9D9D9"/>
            </a:solidFill>
            <a:prstDash val="solid"/>
            <a:round/>
            <a:headEnd len="sm" w="sm" type="none"/>
            <a:tailEnd len="sm" w="sm" type="none"/>
          </a:ln>
        </p:spPr>
      </p:cxnSp>
      <p:sp>
        <p:nvSpPr>
          <p:cNvPr id="371" name="Google Shape;371;p3"/>
          <p:cNvSpPr txBox="1"/>
          <p:nvPr>
            <p:ph idx="45" type="subTitle"/>
          </p:nvPr>
        </p:nvSpPr>
        <p:spPr>
          <a:xfrm>
            <a:off x="7340888" y="4539624"/>
            <a:ext cx="2361300" cy="266400"/>
          </a:xfrm>
          <a:prstGeom prst="rect">
            <a:avLst/>
          </a:prstGeom>
          <a:noFill/>
          <a:ln>
            <a:noFill/>
          </a:ln>
        </p:spPr>
        <p:txBody>
          <a:bodyPr anchorCtr="0" anchor="ctr" bIns="36000" lIns="36000" spcFirstLastPara="1" rIns="36000" wrap="square" tIns="36000">
            <a:noAutofit/>
          </a:bodyPr>
          <a:lstStyle>
            <a:lvl1pPr lvl="0" rt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rtl="0" algn="ctr">
              <a:lnSpc>
                <a:spcPct val="90000"/>
              </a:lnSpc>
              <a:spcBef>
                <a:spcPts val="0"/>
              </a:spcBef>
              <a:spcAft>
                <a:spcPts val="0"/>
              </a:spcAft>
              <a:buClr>
                <a:srgbClr val="000000"/>
              </a:buClr>
              <a:buSzPts val="1000"/>
              <a:buNone/>
              <a:defRPr sz="1000">
                <a:solidFill>
                  <a:srgbClr val="000000"/>
                </a:solidFill>
              </a:defRPr>
            </a:lvl2pPr>
            <a:lvl3pPr lvl="2" rtl="0" algn="ctr">
              <a:lnSpc>
                <a:spcPct val="90000"/>
              </a:lnSpc>
              <a:spcBef>
                <a:spcPts val="0"/>
              </a:spcBef>
              <a:spcAft>
                <a:spcPts val="0"/>
              </a:spcAft>
              <a:buClr>
                <a:srgbClr val="000000"/>
              </a:buClr>
              <a:buSzPts val="1000"/>
              <a:buNone/>
              <a:defRPr sz="1000">
                <a:solidFill>
                  <a:srgbClr val="000000"/>
                </a:solidFill>
              </a:defRPr>
            </a:lvl3pPr>
            <a:lvl4pPr lvl="3" rtl="0" algn="ctr">
              <a:lnSpc>
                <a:spcPct val="90000"/>
              </a:lnSpc>
              <a:spcBef>
                <a:spcPts val="0"/>
              </a:spcBef>
              <a:spcAft>
                <a:spcPts val="0"/>
              </a:spcAft>
              <a:buClr>
                <a:srgbClr val="000000"/>
              </a:buClr>
              <a:buSzPts val="1000"/>
              <a:buNone/>
              <a:defRPr sz="1000">
                <a:solidFill>
                  <a:srgbClr val="000000"/>
                </a:solidFill>
              </a:defRPr>
            </a:lvl4pPr>
            <a:lvl5pPr lvl="4" rtl="0" algn="ctr">
              <a:lnSpc>
                <a:spcPct val="90000"/>
              </a:lnSpc>
              <a:spcBef>
                <a:spcPts val="0"/>
              </a:spcBef>
              <a:spcAft>
                <a:spcPts val="0"/>
              </a:spcAft>
              <a:buClr>
                <a:srgbClr val="000000"/>
              </a:buClr>
              <a:buSzPts val="1000"/>
              <a:buNone/>
              <a:defRPr sz="1000">
                <a:solidFill>
                  <a:srgbClr val="000000"/>
                </a:solidFill>
              </a:defRPr>
            </a:lvl5pPr>
            <a:lvl6pPr lvl="5" rtl="0" algn="ctr">
              <a:lnSpc>
                <a:spcPct val="90000"/>
              </a:lnSpc>
              <a:spcBef>
                <a:spcPts val="0"/>
              </a:spcBef>
              <a:spcAft>
                <a:spcPts val="0"/>
              </a:spcAft>
              <a:buClr>
                <a:srgbClr val="000000"/>
              </a:buClr>
              <a:buSzPts val="1000"/>
              <a:buNone/>
              <a:defRPr sz="1000">
                <a:solidFill>
                  <a:srgbClr val="000000"/>
                </a:solidFill>
              </a:defRPr>
            </a:lvl6pPr>
            <a:lvl7pPr lvl="6" rtl="0" algn="ctr">
              <a:lnSpc>
                <a:spcPct val="90000"/>
              </a:lnSpc>
              <a:spcBef>
                <a:spcPts val="0"/>
              </a:spcBef>
              <a:spcAft>
                <a:spcPts val="0"/>
              </a:spcAft>
              <a:buClr>
                <a:srgbClr val="000000"/>
              </a:buClr>
              <a:buSzPts val="1000"/>
              <a:buNone/>
              <a:defRPr sz="1000">
                <a:solidFill>
                  <a:srgbClr val="000000"/>
                </a:solidFill>
              </a:defRPr>
            </a:lvl7pPr>
            <a:lvl8pPr lvl="7" rtl="0" algn="ctr">
              <a:lnSpc>
                <a:spcPct val="90000"/>
              </a:lnSpc>
              <a:spcBef>
                <a:spcPts val="0"/>
              </a:spcBef>
              <a:spcAft>
                <a:spcPts val="0"/>
              </a:spcAft>
              <a:buClr>
                <a:srgbClr val="000000"/>
              </a:buClr>
              <a:buSzPts val="1000"/>
              <a:buNone/>
              <a:defRPr sz="1000">
                <a:solidFill>
                  <a:srgbClr val="000000"/>
                </a:solidFill>
              </a:defRPr>
            </a:lvl8pPr>
            <a:lvl9pPr lvl="8" rtl="0" algn="ctr">
              <a:lnSpc>
                <a:spcPct val="90000"/>
              </a:lnSpc>
              <a:spcBef>
                <a:spcPts val="0"/>
              </a:spcBef>
              <a:spcAft>
                <a:spcPts val="0"/>
              </a:spcAft>
              <a:buClr>
                <a:srgbClr val="000000"/>
              </a:buClr>
              <a:buSzPts val="1000"/>
              <a:buNone/>
              <a:defRPr sz="1000">
                <a:solidFill>
                  <a:srgbClr val="000000"/>
                </a:solidFill>
              </a:defRPr>
            </a:lvl9pPr>
          </a:lstStyle>
          <a:p/>
        </p:txBody>
      </p:sp>
      <p:sp>
        <p:nvSpPr>
          <p:cNvPr id="372" name="Google Shape;372;p3"/>
          <p:cNvSpPr txBox="1"/>
          <p:nvPr>
            <p:ph idx="46" type="subTitle"/>
          </p:nvPr>
        </p:nvSpPr>
        <p:spPr>
          <a:xfrm>
            <a:off x="3674438" y="4539620"/>
            <a:ext cx="1827600" cy="265800"/>
          </a:xfrm>
          <a:prstGeom prst="rect">
            <a:avLst/>
          </a:prstGeom>
          <a:noFill/>
          <a:ln>
            <a:noFill/>
          </a:ln>
        </p:spPr>
        <p:txBody>
          <a:bodyPr anchorCtr="0" anchor="ctr" bIns="36000" lIns="36000" spcFirstLastPara="1" rIns="36000" wrap="square" tIns="36000">
            <a:noAutofit/>
          </a:bodyPr>
          <a:lstStyle>
            <a:lvl1pPr lvl="0" rt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rtl="0" algn="ctr">
              <a:lnSpc>
                <a:spcPct val="90000"/>
              </a:lnSpc>
              <a:spcBef>
                <a:spcPts val="0"/>
              </a:spcBef>
              <a:spcAft>
                <a:spcPts val="0"/>
              </a:spcAft>
              <a:buClr>
                <a:srgbClr val="000000"/>
              </a:buClr>
              <a:buSzPts val="1000"/>
              <a:buNone/>
              <a:defRPr sz="1000">
                <a:solidFill>
                  <a:srgbClr val="000000"/>
                </a:solidFill>
              </a:defRPr>
            </a:lvl2pPr>
            <a:lvl3pPr lvl="2" rtl="0" algn="ctr">
              <a:lnSpc>
                <a:spcPct val="90000"/>
              </a:lnSpc>
              <a:spcBef>
                <a:spcPts val="0"/>
              </a:spcBef>
              <a:spcAft>
                <a:spcPts val="0"/>
              </a:spcAft>
              <a:buClr>
                <a:srgbClr val="000000"/>
              </a:buClr>
              <a:buSzPts val="1000"/>
              <a:buNone/>
              <a:defRPr sz="1000">
                <a:solidFill>
                  <a:srgbClr val="000000"/>
                </a:solidFill>
              </a:defRPr>
            </a:lvl3pPr>
            <a:lvl4pPr lvl="3" rtl="0" algn="ctr">
              <a:lnSpc>
                <a:spcPct val="90000"/>
              </a:lnSpc>
              <a:spcBef>
                <a:spcPts val="0"/>
              </a:spcBef>
              <a:spcAft>
                <a:spcPts val="0"/>
              </a:spcAft>
              <a:buClr>
                <a:srgbClr val="000000"/>
              </a:buClr>
              <a:buSzPts val="1000"/>
              <a:buNone/>
              <a:defRPr sz="1000">
                <a:solidFill>
                  <a:srgbClr val="000000"/>
                </a:solidFill>
              </a:defRPr>
            </a:lvl4pPr>
            <a:lvl5pPr lvl="4" rtl="0" algn="ctr">
              <a:lnSpc>
                <a:spcPct val="90000"/>
              </a:lnSpc>
              <a:spcBef>
                <a:spcPts val="0"/>
              </a:spcBef>
              <a:spcAft>
                <a:spcPts val="0"/>
              </a:spcAft>
              <a:buClr>
                <a:srgbClr val="000000"/>
              </a:buClr>
              <a:buSzPts val="1000"/>
              <a:buNone/>
              <a:defRPr sz="1000">
                <a:solidFill>
                  <a:srgbClr val="000000"/>
                </a:solidFill>
              </a:defRPr>
            </a:lvl5pPr>
            <a:lvl6pPr lvl="5" rtl="0" algn="ctr">
              <a:lnSpc>
                <a:spcPct val="90000"/>
              </a:lnSpc>
              <a:spcBef>
                <a:spcPts val="0"/>
              </a:spcBef>
              <a:spcAft>
                <a:spcPts val="0"/>
              </a:spcAft>
              <a:buClr>
                <a:srgbClr val="000000"/>
              </a:buClr>
              <a:buSzPts val="1000"/>
              <a:buNone/>
              <a:defRPr sz="1000">
                <a:solidFill>
                  <a:srgbClr val="000000"/>
                </a:solidFill>
              </a:defRPr>
            </a:lvl6pPr>
            <a:lvl7pPr lvl="6" rtl="0" algn="ctr">
              <a:lnSpc>
                <a:spcPct val="90000"/>
              </a:lnSpc>
              <a:spcBef>
                <a:spcPts val="0"/>
              </a:spcBef>
              <a:spcAft>
                <a:spcPts val="0"/>
              </a:spcAft>
              <a:buClr>
                <a:srgbClr val="000000"/>
              </a:buClr>
              <a:buSzPts val="1000"/>
              <a:buNone/>
              <a:defRPr sz="1000">
                <a:solidFill>
                  <a:srgbClr val="000000"/>
                </a:solidFill>
              </a:defRPr>
            </a:lvl7pPr>
            <a:lvl8pPr lvl="7" rtl="0" algn="ctr">
              <a:lnSpc>
                <a:spcPct val="90000"/>
              </a:lnSpc>
              <a:spcBef>
                <a:spcPts val="0"/>
              </a:spcBef>
              <a:spcAft>
                <a:spcPts val="0"/>
              </a:spcAft>
              <a:buClr>
                <a:srgbClr val="000000"/>
              </a:buClr>
              <a:buSzPts val="1000"/>
              <a:buNone/>
              <a:defRPr sz="1000">
                <a:solidFill>
                  <a:srgbClr val="000000"/>
                </a:solidFill>
              </a:defRPr>
            </a:lvl8pPr>
            <a:lvl9pPr lvl="8" rtl="0" algn="ctr">
              <a:lnSpc>
                <a:spcPct val="90000"/>
              </a:lnSpc>
              <a:spcBef>
                <a:spcPts val="0"/>
              </a:spcBef>
              <a:spcAft>
                <a:spcPts val="0"/>
              </a:spcAft>
              <a:buClr>
                <a:srgbClr val="000000"/>
              </a:buClr>
              <a:buSzPts val="1000"/>
              <a:buNone/>
              <a:defRPr sz="1000">
                <a:solidFill>
                  <a:srgbClr val="000000"/>
                </a:solidFill>
              </a:defRPr>
            </a:lvl9pPr>
          </a:lstStyle>
          <a:p/>
        </p:txBody>
      </p:sp>
      <p:sp>
        <p:nvSpPr>
          <p:cNvPr id="373" name="Google Shape;373;p3"/>
          <p:cNvSpPr txBox="1"/>
          <p:nvPr>
            <p:ph idx="47" type="subTitle"/>
          </p:nvPr>
        </p:nvSpPr>
        <p:spPr>
          <a:xfrm>
            <a:off x="5632763" y="4539625"/>
            <a:ext cx="1584600" cy="266400"/>
          </a:xfrm>
          <a:prstGeom prst="rect">
            <a:avLst/>
          </a:prstGeom>
          <a:noFill/>
          <a:ln>
            <a:noFill/>
          </a:ln>
        </p:spPr>
        <p:txBody>
          <a:bodyPr anchorCtr="0" anchor="ctr" bIns="36000" lIns="36000" spcFirstLastPara="1" rIns="36000" wrap="square" tIns="36000">
            <a:noAutofit/>
          </a:bodyPr>
          <a:lstStyle>
            <a:lvl1pPr lvl="0" rt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rtl="0" algn="ctr">
              <a:lnSpc>
                <a:spcPct val="90000"/>
              </a:lnSpc>
              <a:spcBef>
                <a:spcPts val="0"/>
              </a:spcBef>
              <a:spcAft>
                <a:spcPts val="0"/>
              </a:spcAft>
              <a:buClr>
                <a:srgbClr val="000000"/>
              </a:buClr>
              <a:buSzPts val="1000"/>
              <a:buNone/>
              <a:defRPr sz="1000">
                <a:solidFill>
                  <a:srgbClr val="000000"/>
                </a:solidFill>
              </a:defRPr>
            </a:lvl2pPr>
            <a:lvl3pPr lvl="2" rtl="0" algn="ctr">
              <a:lnSpc>
                <a:spcPct val="90000"/>
              </a:lnSpc>
              <a:spcBef>
                <a:spcPts val="0"/>
              </a:spcBef>
              <a:spcAft>
                <a:spcPts val="0"/>
              </a:spcAft>
              <a:buClr>
                <a:srgbClr val="000000"/>
              </a:buClr>
              <a:buSzPts val="1000"/>
              <a:buNone/>
              <a:defRPr sz="1000">
                <a:solidFill>
                  <a:srgbClr val="000000"/>
                </a:solidFill>
              </a:defRPr>
            </a:lvl3pPr>
            <a:lvl4pPr lvl="3" rtl="0" algn="ctr">
              <a:lnSpc>
                <a:spcPct val="90000"/>
              </a:lnSpc>
              <a:spcBef>
                <a:spcPts val="0"/>
              </a:spcBef>
              <a:spcAft>
                <a:spcPts val="0"/>
              </a:spcAft>
              <a:buClr>
                <a:srgbClr val="000000"/>
              </a:buClr>
              <a:buSzPts val="1000"/>
              <a:buNone/>
              <a:defRPr sz="1000">
                <a:solidFill>
                  <a:srgbClr val="000000"/>
                </a:solidFill>
              </a:defRPr>
            </a:lvl4pPr>
            <a:lvl5pPr lvl="4" rtl="0" algn="ctr">
              <a:lnSpc>
                <a:spcPct val="90000"/>
              </a:lnSpc>
              <a:spcBef>
                <a:spcPts val="0"/>
              </a:spcBef>
              <a:spcAft>
                <a:spcPts val="0"/>
              </a:spcAft>
              <a:buClr>
                <a:srgbClr val="000000"/>
              </a:buClr>
              <a:buSzPts val="1000"/>
              <a:buNone/>
              <a:defRPr sz="1000">
                <a:solidFill>
                  <a:srgbClr val="000000"/>
                </a:solidFill>
              </a:defRPr>
            </a:lvl5pPr>
            <a:lvl6pPr lvl="5" rtl="0" algn="ctr">
              <a:lnSpc>
                <a:spcPct val="90000"/>
              </a:lnSpc>
              <a:spcBef>
                <a:spcPts val="0"/>
              </a:spcBef>
              <a:spcAft>
                <a:spcPts val="0"/>
              </a:spcAft>
              <a:buClr>
                <a:srgbClr val="000000"/>
              </a:buClr>
              <a:buSzPts val="1000"/>
              <a:buNone/>
              <a:defRPr sz="1000">
                <a:solidFill>
                  <a:srgbClr val="000000"/>
                </a:solidFill>
              </a:defRPr>
            </a:lvl6pPr>
            <a:lvl7pPr lvl="6" rtl="0" algn="ctr">
              <a:lnSpc>
                <a:spcPct val="90000"/>
              </a:lnSpc>
              <a:spcBef>
                <a:spcPts val="0"/>
              </a:spcBef>
              <a:spcAft>
                <a:spcPts val="0"/>
              </a:spcAft>
              <a:buClr>
                <a:srgbClr val="000000"/>
              </a:buClr>
              <a:buSzPts val="1000"/>
              <a:buNone/>
              <a:defRPr sz="1000">
                <a:solidFill>
                  <a:srgbClr val="000000"/>
                </a:solidFill>
              </a:defRPr>
            </a:lvl7pPr>
            <a:lvl8pPr lvl="7" rtl="0" algn="ctr">
              <a:lnSpc>
                <a:spcPct val="90000"/>
              </a:lnSpc>
              <a:spcBef>
                <a:spcPts val="0"/>
              </a:spcBef>
              <a:spcAft>
                <a:spcPts val="0"/>
              </a:spcAft>
              <a:buClr>
                <a:srgbClr val="000000"/>
              </a:buClr>
              <a:buSzPts val="1000"/>
              <a:buNone/>
              <a:defRPr sz="1000">
                <a:solidFill>
                  <a:srgbClr val="000000"/>
                </a:solidFill>
              </a:defRPr>
            </a:lvl8pPr>
            <a:lvl9pPr lvl="8" rtl="0" algn="ctr">
              <a:lnSpc>
                <a:spcPct val="90000"/>
              </a:lnSpc>
              <a:spcBef>
                <a:spcPts val="0"/>
              </a:spcBef>
              <a:spcAft>
                <a:spcPts val="0"/>
              </a:spcAft>
              <a:buClr>
                <a:srgbClr val="000000"/>
              </a:buClr>
              <a:buSzPts val="1000"/>
              <a:buNone/>
              <a:defRPr sz="1000">
                <a:solidFill>
                  <a:srgbClr val="000000"/>
                </a:solidFill>
              </a:defRPr>
            </a:lvl9pPr>
          </a:lstStyle>
          <a:p/>
        </p:txBody>
      </p:sp>
      <p:cxnSp>
        <p:nvCxnSpPr>
          <p:cNvPr id="374" name="Google Shape;374;p3"/>
          <p:cNvCxnSpPr/>
          <p:nvPr/>
        </p:nvCxnSpPr>
        <p:spPr>
          <a:xfrm flipH="1">
            <a:off x="5567091" y="4540000"/>
            <a:ext cx="600" cy="258300"/>
          </a:xfrm>
          <a:prstGeom prst="straightConnector1">
            <a:avLst/>
          </a:prstGeom>
          <a:noFill/>
          <a:ln cap="flat" cmpd="sng" w="28575">
            <a:solidFill>
              <a:srgbClr val="D9D9D9"/>
            </a:solidFill>
            <a:prstDash val="solid"/>
            <a:round/>
            <a:headEnd len="sm" w="sm" type="none"/>
            <a:tailEnd len="sm" w="sm" type="none"/>
          </a:ln>
        </p:spPr>
      </p:cxnSp>
      <p:cxnSp>
        <p:nvCxnSpPr>
          <p:cNvPr id="375" name="Google Shape;375;p3"/>
          <p:cNvCxnSpPr/>
          <p:nvPr/>
        </p:nvCxnSpPr>
        <p:spPr>
          <a:xfrm flipH="1">
            <a:off x="7293616" y="4539625"/>
            <a:ext cx="600" cy="258300"/>
          </a:xfrm>
          <a:prstGeom prst="straightConnector1">
            <a:avLst/>
          </a:prstGeom>
          <a:noFill/>
          <a:ln cap="flat" cmpd="sng" w="28575">
            <a:solidFill>
              <a:srgbClr val="D9D9D9"/>
            </a:solidFill>
            <a:prstDash val="solid"/>
            <a:round/>
            <a:headEnd len="sm" w="sm" type="none"/>
            <a:tailEnd len="sm" w="sm" type="none"/>
          </a:ln>
        </p:spPr>
      </p:cxnSp>
      <p:cxnSp>
        <p:nvCxnSpPr>
          <p:cNvPr id="376" name="Google Shape;376;p3"/>
          <p:cNvCxnSpPr/>
          <p:nvPr/>
        </p:nvCxnSpPr>
        <p:spPr>
          <a:xfrm flipH="1">
            <a:off x="1138079" y="4539625"/>
            <a:ext cx="600" cy="258300"/>
          </a:xfrm>
          <a:prstGeom prst="straightConnector1">
            <a:avLst/>
          </a:prstGeom>
          <a:noFill/>
          <a:ln cap="flat" cmpd="sng" w="28575">
            <a:solidFill>
              <a:srgbClr val="D9D9D9"/>
            </a:solidFill>
            <a:prstDash val="solid"/>
            <a:round/>
            <a:headEnd len="sm" w="sm" type="none"/>
            <a:tailEnd len="sm" w="sm" type="none"/>
          </a:ln>
        </p:spPr>
      </p:cxnSp>
      <p:sp>
        <p:nvSpPr>
          <p:cNvPr id="377" name="Google Shape;377;p3"/>
          <p:cNvSpPr/>
          <p:nvPr/>
        </p:nvSpPr>
        <p:spPr>
          <a:xfrm>
            <a:off x="379388" y="4840911"/>
            <a:ext cx="9322800" cy="266400"/>
          </a:xfrm>
          <a:prstGeom prst="roundRect">
            <a:avLst>
              <a:gd fmla="val 12113" name="adj"/>
            </a:avLst>
          </a:prstGeom>
          <a:solidFill>
            <a:srgbClr val="FFFFFF"/>
          </a:solidFill>
          <a:ln cap="flat" cmpd="sng" w="9525">
            <a:solidFill>
              <a:srgbClr val="EFEFEF"/>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6000" spcFirstLastPara="1" rIns="0" wrap="square" tIns="0">
            <a:noAutofit/>
          </a:bodyPr>
          <a:lstStyle/>
          <a:p>
            <a:pPr indent="0" lvl="0" marL="0" rtl="0" algn="l">
              <a:lnSpc>
                <a:spcPct val="120000"/>
              </a:lnSpc>
              <a:spcBef>
                <a:spcPts val="0"/>
              </a:spcBef>
              <a:spcAft>
                <a:spcPts val="0"/>
              </a:spcAft>
              <a:buClr>
                <a:schemeClr val="dk1"/>
              </a:buClr>
              <a:buSzPts val="1100"/>
              <a:buFont typeface="Arial"/>
              <a:buNone/>
            </a:pPr>
            <a:r>
              <a:rPr b="1" lang="es-419" sz="800">
                <a:solidFill>
                  <a:schemeClr val="dk1"/>
                </a:solidFill>
                <a:latin typeface="Arvo"/>
                <a:ea typeface="Arvo"/>
                <a:cs typeface="Arvo"/>
                <a:sym typeface="Arvo"/>
              </a:rPr>
              <a:t>          Un(a)</a:t>
            </a:r>
            <a:endParaRPr b="1" sz="800">
              <a:latin typeface="Arvo"/>
              <a:ea typeface="Arvo"/>
              <a:cs typeface="Arvo"/>
              <a:sym typeface="Arvo"/>
            </a:endParaRPr>
          </a:p>
        </p:txBody>
      </p:sp>
      <p:sp>
        <p:nvSpPr>
          <p:cNvPr id="378" name="Google Shape;378;p3"/>
          <p:cNvSpPr txBox="1"/>
          <p:nvPr>
            <p:ph idx="48" type="subTitle"/>
          </p:nvPr>
        </p:nvSpPr>
        <p:spPr>
          <a:xfrm>
            <a:off x="1196438" y="4844582"/>
            <a:ext cx="2361300" cy="265800"/>
          </a:xfrm>
          <a:prstGeom prst="rect">
            <a:avLst/>
          </a:prstGeom>
          <a:noFill/>
          <a:ln>
            <a:noFill/>
          </a:ln>
        </p:spPr>
        <p:txBody>
          <a:bodyPr anchorCtr="0" anchor="ctr" bIns="36000" lIns="36000" spcFirstLastPara="1" rIns="36000" wrap="square" tIns="36000">
            <a:noAutofit/>
          </a:bodyPr>
          <a:lstStyle>
            <a:lvl1pPr lvl="0" rt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rtl="0" algn="ctr">
              <a:lnSpc>
                <a:spcPct val="90000"/>
              </a:lnSpc>
              <a:spcBef>
                <a:spcPts val="0"/>
              </a:spcBef>
              <a:spcAft>
                <a:spcPts val="0"/>
              </a:spcAft>
              <a:buClr>
                <a:srgbClr val="000000"/>
              </a:buClr>
              <a:buSzPts val="1000"/>
              <a:buNone/>
              <a:defRPr sz="1000">
                <a:solidFill>
                  <a:srgbClr val="000000"/>
                </a:solidFill>
              </a:defRPr>
            </a:lvl2pPr>
            <a:lvl3pPr lvl="2" rtl="0" algn="ctr">
              <a:lnSpc>
                <a:spcPct val="90000"/>
              </a:lnSpc>
              <a:spcBef>
                <a:spcPts val="0"/>
              </a:spcBef>
              <a:spcAft>
                <a:spcPts val="0"/>
              </a:spcAft>
              <a:buClr>
                <a:srgbClr val="000000"/>
              </a:buClr>
              <a:buSzPts val="1000"/>
              <a:buNone/>
              <a:defRPr sz="1000">
                <a:solidFill>
                  <a:srgbClr val="000000"/>
                </a:solidFill>
              </a:defRPr>
            </a:lvl3pPr>
            <a:lvl4pPr lvl="3" rtl="0" algn="ctr">
              <a:lnSpc>
                <a:spcPct val="90000"/>
              </a:lnSpc>
              <a:spcBef>
                <a:spcPts val="0"/>
              </a:spcBef>
              <a:spcAft>
                <a:spcPts val="0"/>
              </a:spcAft>
              <a:buClr>
                <a:srgbClr val="000000"/>
              </a:buClr>
              <a:buSzPts val="1000"/>
              <a:buNone/>
              <a:defRPr sz="1000">
                <a:solidFill>
                  <a:srgbClr val="000000"/>
                </a:solidFill>
              </a:defRPr>
            </a:lvl4pPr>
            <a:lvl5pPr lvl="4" rtl="0" algn="ctr">
              <a:lnSpc>
                <a:spcPct val="90000"/>
              </a:lnSpc>
              <a:spcBef>
                <a:spcPts val="0"/>
              </a:spcBef>
              <a:spcAft>
                <a:spcPts val="0"/>
              </a:spcAft>
              <a:buClr>
                <a:srgbClr val="000000"/>
              </a:buClr>
              <a:buSzPts val="1000"/>
              <a:buNone/>
              <a:defRPr sz="1000">
                <a:solidFill>
                  <a:srgbClr val="000000"/>
                </a:solidFill>
              </a:defRPr>
            </a:lvl5pPr>
            <a:lvl6pPr lvl="5" rtl="0" algn="ctr">
              <a:lnSpc>
                <a:spcPct val="90000"/>
              </a:lnSpc>
              <a:spcBef>
                <a:spcPts val="0"/>
              </a:spcBef>
              <a:spcAft>
                <a:spcPts val="0"/>
              </a:spcAft>
              <a:buClr>
                <a:srgbClr val="000000"/>
              </a:buClr>
              <a:buSzPts val="1000"/>
              <a:buNone/>
              <a:defRPr sz="1000">
                <a:solidFill>
                  <a:srgbClr val="000000"/>
                </a:solidFill>
              </a:defRPr>
            </a:lvl6pPr>
            <a:lvl7pPr lvl="6" rtl="0" algn="ctr">
              <a:lnSpc>
                <a:spcPct val="90000"/>
              </a:lnSpc>
              <a:spcBef>
                <a:spcPts val="0"/>
              </a:spcBef>
              <a:spcAft>
                <a:spcPts val="0"/>
              </a:spcAft>
              <a:buClr>
                <a:srgbClr val="000000"/>
              </a:buClr>
              <a:buSzPts val="1000"/>
              <a:buNone/>
              <a:defRPr sz="1000">
                <a:solidFill>
                  <a:srgbClr val="000000"/>
                </a:solidFill>
              </a:defRPr>
            </a:lvl7pPr>
            <a:lvl8pPr lvl="7" rtl="0" algn="ctr">
              <a:lnSpc>
                <a:spcPct val="90000"/>
              </a:lnSpc>
              <a:spcBef>
                <a:spcPts val="0"/>
              </a:spcBef>
              <a:spcAft>
                <a:spcPts val="0"/>
              </a:spcAft>
              <a:buClr>
                <a:srgbClr val="000000"/>
              </a:buClr>
              <a:buSzPts val="1000"/>
              <a:buNone/>
              <a:defRPr sz="1000">
                <a:solidFill>
                  <a:srgbClr val="000000"/>
                </a:solidFill>
              </a:defRPr>
            </a:lvl8pPr>
            <a:lvl9pPr lvl="8" rtl="0" algn="ctr">
              <a:lnSpc>
                <a:spcPct val="90000"/>
              </a:lnSpc>
              <a:spcBef>
                <a:spcPts val="0"/>
              </a:spcBef>
              <a:spcAft>
                <a:spcPts val="0"/>
              </a:spcAft>
              <a:buClr>
                <a:srgbClr val="000000"/>
              </a:buClr>
              <a:buSzPts val="1000"/>
              <a:buNone/>
              <a:defRPr sz="1000">
                <a:solidFill>
                  <a:srgbClr val="000000"/>
                </a:solidFill>
              </a:defRPr>
            </a:lvl9pPr>
          </a:lstStyle>
          <a:p/>
        </p:txBody>
      </p:sp>
      <p:cxnSp>
        <p:nvCxnSpPr>
          <p:cNvPr id="379" name="Google Shape;379;p3"/>
          <p:cNvCxnSpPr/>
          <p:nvPr/>
        </p:nvCxnSpPr>
        <p:spPr>
          <a:xfrm flipH="1">
            <a:off x="3615479" y="4848962"/>
            <a:ext cx="600" cy="258300"/>
          </a:xfrm>
          <a:prstGeom prst="straightConnector1">
            <a:avLst/>
          </a:prstGeom>
          <a:noFill/>
          <a:ln cap="flat" cmpd="sng" w="28575">
            <a:solidFill>
              <a:srgbClr val="D9D9D9"/>
            </a:solidFill>
            <a:prstDash val="solid"/>
            <a:round/>
            <a:headEnd len="sm" w="sm" type="none"/>
            <a:tailEnd len="sm" w="sm" type="none"/>
          </a:ln>
        </p:spPr>
      </p:cxnSp>
      <p:sp>
        <p:nvSpPr>
          <p:cNvPr id="380" name="Google Shape;380;p3"/>
          <p:cNvSpPr txBox="1"/>
          <p:nvPr>
            <p:ph idx="49" type="subTitle"/>
          </p:nvPr>
        </p:nvSpPr>
        <p:spPr>
          <a:xfrm>
            <a:off x="7340888" y="4844586"/>
            <a:ext cx="2361300" cy="266400"/>
          </a:xfrm>
          <a:prstGeom prst="rect">
            <a:avLst/>
          </a:prstGeom>
          <a:noFill/>
          <a:ln>
            <a:noFill/>
          </a:ln>
        </p:spPr>
        <p:txBody>
          <a:bodyPr anchorCtr="0" anchor="ctr" bIns="36000" lIns="36000" spcFirstLastPara="1" rIns="36000" wrap="square" tIns="36000">
            <a:noAutofit/>
          </a:bodyPr>
          <a:lstStyle>
            <a:lvl1pPr lvl="0" rt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rtl="0" algn="ctr">
              <a:lnSpc>
                <a:spcPct val="90000"/>
              </a:lnSpc>
              <a:spcBef>
                <a:spcPts val="0"/>
              </a:spcBef>
              <a:spcAft>
                <a:spcPts val="0"/>
              </a:spcAft>
              <a:buClr>
                <a:srgbClr val="000000"/>
              </a:buClr>
              <a:buSzPts val="1000"/>
              <a:buNone/>
              <a:defRPr sz="1000">
                <a:solidFill>
                  <a:srgbClr val="000000"/>
                </a:solidFill>
              </a:defRPr>
            </a:lvl2pPr>
            <a:lvl3pPr lvl="2" rtl="0" algn="ctr">
              <a:lnSpc>
                <a:spcPct val="90000"/>
              </a:lnSpc>
              <a:spcBef>
                <a:spcPts val="0"/>
              </a:spcBef>
              <a:spcAft>
                <a:spcPts val="0"/>
              </a:spcAft>
              <a:buClr>
                <a:srgbClr val="000000"/>
              </a:buClr>
              <a:buSzPts val="1000"/>
              <a:buNone/>
              <a:defRPr sz="1000">
                <a:solidFill>
                  <a:srgbClr val="000000"/>
                </a:solidFill>
              </a:defRPr>
            </a:lvl3pPr>
            <a:lvl4pPr lvl="3" rtl="0" algn="ctr">
              <a:lnSpc>
                <a:spcPct val="90000"/>
              </a:lnSpc>
              <a:spcBef>
                <a:spcPts val="0"/>
              </a:spcBef>
              <a:spcAft>
                <a:spcPts val="0"/>
              </a:spcAft>
              <a:buClr>
                <a:srgbClr val="000000"/>
              </a:buClr>
              <a:buSzPts val="1000"/>
              <a:buNone/>
              <a:defRPr sz="1000">
                <a:solidFill>
                  <a:srgbClr val="000000"/>
                </a:solidFill>
              </a:defRPr>
            </a:lvl4pPr>
            <a:lvl5pPr lvl="4" rtl="0" algn="ctr">
              <a:lnSpc>
                <a:spcPct val="90000"/>
              </a:lnSpc>
              <a:spcBef>
                <a:spcPts val="0"/>
              </a:spcBef>
              <a:spcAft>
                <a:spcPts val="0"/>
              </a:spcAft>
              <a:buClr>
                <a:srgbClr val="000000"/>
              </a:buClr>
              <a:buSzPts val="1000"/>
              <a:buNone/>
              <a:defRPr sz="1000">
                <a:solidFill>
                  <a:srgbClr val="000000"/>
                </a:solidFill>
              </a:defRPr>
            </a:lvl5pPr>
            <a:lvl6pPr lvl="5" rtl="0" algn="ctr">
              <a:lnSpc>
                <a:spcPct val="90000"/>
              </a:lnSpc>
              <a:spcBef>
                <a:spcPts val="0"/>
              </a:spcBef>
              <a:spcAft>
                <a:spcPts val="0"/>
              </a:spcAft>
              <a:buClr>
                <a:srgbClr val="000000"/>
              </a:buClr>
              <a:buSzPts val="1000"/>
              <a:buNone/>
              <a:defRPr sz="1000">
                <a:solidFill>
                  <a:srgbClr val="000000"/>
                </a:solidFill>
              </a:defRPr>
            </a:lvl6pPr>
            <a:lvl7pPr lvl="6" rtl="0" algn="ctr">
              <a:lnSpc>
                <a:spcPct val="90000"/>
              </a:lnSpc>
              <a:spcBef>
                <a:spcPts val="0"/>
              </a:spcBef>
              <a:spcAft>
                <a:spcPts val="0"/>
              </a:spcAft>
              <a:buClr>
                <a:srgbClr val="000000"/>
              </a:buClr>
              <a:buSzPts val="1000"/>
              <a:buNone/>
              <a:defRPr sz="1000">
                <a:solidFill>
                  <a:srgbClr val="000000"/>
                </a:solidFill>
              </a:defRPr>
            </a:lvl7pPr>
            <a:lvl8pPr lvl="7" rtl="0" algn="ctr">
              <a:lnSpc>
                <a:spcPct val="90000"/>
              </a:lnSpc>
              <a:spcBef>
                <a:spcPts val="0"/>
              </a:spcBef>
              <a:spcAft>
                <a:spcPts val="0"/>
              </a:spcAft>
              <a:buClr>
                <a:srgbClr val="000000"/>
              </a:buClr>
              <a:buSzPts val="1000"/>
              <a:buNone/>
              <a:defRPr sz="1000">
                <a:solidFill>
                  <a:srgbClr val="000000"/>
                </a:solidFill>
              </a:defRPr>
            </a:lvl8pPr>
            <a:lvl9pPr lvl="8" rtl="0" algn="ctr">
              <a:lnSpc>
                <a:spcPct val="90000"/>
              </a:lnSpc>
              <a:spcBef>
                <a:spcPts val="0"/>
              </a:spcBef>
              <a:spcAft>
                <a:spcPts val="0"/>
              </a:spcAft>
              <a:buClr>
                <a:srgbClr val="000000"/>
              </a:buClr>
              <a:buSzPts val="1000"/>
              <a:buNone/>
              <a:defRPr sz="1000">
                <a:solidFill>
                  <a:srgbClr val="000000"/>
                </a:solidFill>
              </a:defRPr>
            </a:lvl9pPr>
          </a:lstStyle>
          <a:p/>
        </p:txBody>
      </p:sp>
      <p:sp>
        <p:nvSpPr>
          <p:cNvPr id="381" name="Google Shape;381;p3"/>
          <p:cNvSpPr txBox="1"/>
          <p:nvPr>
            <p:ph idx="50" type="subTitle"/>
          </p:nvPr>
        </p:nvSpPr>
        <p:spPr>
          <a:xfrm>
            <a:off x="3674438" y="4844583"/>
            <a:ext cx="1827600" cy="265800"/>
          </a:xfrm>
          <a:prstGeom prst="rect">
            <a:avLst/>
          </a:prstGeom>
          <a:noFill/>
          <a:ln>
            <a:noFill/>
          </a:ln>
        </p:spPr>
        <p:txBody>
          <a:bodyPr anchorCtr="0" anchor="ctr" bIns="36000" lIns="36000" spcFirstLastPara="1" rIns="36000" wrap="square" tIns="36000">
            <a:noAutofit/>
          </a:bodyPr>
          <a:lstStyle>
            <a:lvl1pPr lvl="0" rt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rtl="0" algn="ctr">
              <a:lnSpc>
                <a:spcPct val="90000"/>
              </a:lnSpc>
              <a:spcBef>
                <a:spcPts val="0"/>
              </a:spcBef>
              <a:spcAft>
                <a:spcPts val="0"/>
              </a:spcAft>
              <a:buClr>
                <a:srgbClr val="000000"/>
              </a:buClr>
              <a:buSzPts val="1000"/>
              <a:buNone/>
              <a:defRPr sz="1000">
                <a:solidFill>
                  <a:srgbClr val="000000"/>
                </a:solidFill>
              </a:defRPr>
            </a:lvl2pPr>
            <a:lvl3pPr lvl="2" rtl="0" algn="ctr">
              <a:lnSpc>
                <a:spcPct val="90000"/>
              </a:lnSpc>
              <a:spcBef>
                <a:spcPts val="0"/>
              </a:spcBef>
              <a:spcAft>
                <a:spcPts val="0"/>
              </a:spcAft>
              <a:buClr>
                <a:srgbClr val="000000"/>
              </a:buClr>
              <a:buSzPts val="1000"/>
              <a:buNone/>
              <a:defRPr sz="1000">
                <a:solidFill>
                  <a:srgbClr val="000000"/>
                </a:solidFill>
              </a:defRPr>
            </a:lvl3pPr>
            <a:lvl4pPr lvl="3" rtl="0" algn="ctr">
              <a:lnSpc>
                <a:spcPct val="90000"/>
              </a:lnSpc>
              <a:spcBef>
                <a:spcPts val="0"/>
              </a:spcBef>
              <a:spcAft>
                <a:spcPts val="0"/>
              </a:spcAft>
              <a:buClr>
                <a:srgbClr val="000000"/>
              </a:buClr>
              <a:buSzPts val="1000"/>
              <a:buNone/>
              <a:defRPr sz="1000">
                <a:solidFill>
                  <a:srgbClr val="000000"/>
                </a:solidFill>
              </a:defRPr>
            </a:lvl4pPr>
            <a:lvl5pPr lvl="4" rtl="0" algn="ctr">
              <a:lnSpc>
                <a:spcPct val="90000"/>
              </a:lnSpc>
              <a:spcBef>
                <a:spcPts val="0"/>
              </a:spcBef>
              <a:spcAft>
                <a:spcPts val="0"/>
              </a:spcAft>
              <a:buClr>
                <a:srgbClr val="000000"/>
              </a:buClr>
              <a:buSzPts val="1000"/>
              <a:buNone/>
              <a:defRPr sz="1000">
                <a:solidFill>
                  <a:srgbClr val="000000"/>
                </a:solidFill>
              </a:defRPr>
            </a:lvl5pPr>
            <a:lvl6pPr lvl="5" rtl="0" algn="ctr">
              <a:lnSpc>
                <a:spcPct val="90000"/>
              </a:lnSpc>
              <a:spcBef>
                <a:spcPts val="0"/>
              </a:spcBef>
              <a:spcAft>
                <a:spcPts val="0"/>
              </a:spcAft>
              <a:buClr>
                <a:srgbClr val="000000"/>
              </a:buClr>
              <a:buSzPts val="1000"/>
              <a:buNone/>
              <a:defRPr sz="1000">
                <a:solidFill>
                  <a:srgbClr val="000000"/>
                </a:solidFill>
              </a:defRPr>
            </a:lvl6pPr>
            <a:lvl7pPr lvl="6" rtl="0" algn="ctr">
              <a:lnSpc>
                <a:spcPct val="90000"/>
              </a:lnSpc>
              <a:spcBef>
                <a:spcPts val="0"/>
              </a:spcBef>
              <a:spcAft>
                <a:spcPts val="0"/>
              </a:spcAft>
              <a:buClr>
                <a:srgbClr val="000000"/>
              </a:buClr>
              <a:buSzPts val="1000"/>
              <a:buNone/>
              <a:defRPr sz="1000">
                <a:solidFill>
                  <a:srgbClr val="000000"/>
                </a:solidFill>
              </a:defRPr>
            </a:lvl7pPr>
            <a:lvl8pPr lvl="7" rtl="0" algn="ctr">
              <a:lnSpc>
                <a:spcPct val="90000"/>
              </a:lnSpc>
              <a:spcBef>
                <a:spcPts val="0"/>
              </a:spcBef>
              <a:spcAft>
                <a:spcPts val="0"/>
              </a:spcAft>
              <a:buClr>
                <a:srgbClr val="000000"/>
              </a:buClr>
              <a:buSzPts val="1000"/>
              <a:buNone/>
              <a:defRPr sz="1000">
                <a:solidFill>
                  <a:srgbClr val="000000"/>
                </a:solidFill>
              </a:defRPr>
            </a:lvl8pPr>
            <a:lvl9pPr lvl="8" rtl="0" algn="ctr">
              <a:lnSpc>
                <a:spcPct val="90000"/>
              </a:lnSpc>
              <a:spcBef>
                <a:spcPts val="0"/>
              </a:spcBef>
              <a:spcAft>
                <a:spcPts val="0"/>
              </a:spcAft>
              <a:buClr>
                <a:srgbClr val="000000"/>
              </a:buClr>
              <a:buSzPts val="1000"/>
              <a:buNone/>
              <a:defRPr sz="1000">
                <a:solidFill>
                  <a:srgbClr val="000000"/>
                </a:solidFill>
              </a:defRPr>
            </a:lvl9pPr>
          </a:lstStyle>
          <a:p/>
        </p:txBody>
      </p:sp>
      <p:sp>
        <p:nvSpPr>
          <p:cNvPr id="382" name="Google Shape;382;p3"/>
          <p:cNvSpPr txBox="1"/>
          <p:nvPr>
            <p:ph idx="51" type="subTitle"/>
          </p:nvPr>
        </p:nvSpPr>
        <p:spPr>
          <a:xfrm>
            <a:off x="5632763" y="4844588"/>
            <a:ext cx="1584600" cy="266400"/>
          </a:xfrm>
          <a:prstGeom prst="rect">
            <a:avLst/>
          </a:prstGeom>
          <a:noFill/>
          <a:ln>
            <a:noFill/>
          </a:ln>
        </p:spPr>
        <p:txBody>
          <a:bodyPr anchorCtr="0" anchor="ctr" bIns="36000" lIns="36000" spcFirstLastPara="1" rIns="36000" wrap="square" tIns="36000">
            <a:noAutofit/>
          </a:bodyPr>
          <a:lstStyle>
            <a:lvl1pPr lvl="0" rt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rtl="0" algn="ctr">
              <a:lnSpc>
                <a:spcPct val="90000"/>
              </a:lnSpc>
              <a:spcBef>
                <a:spcPts val="0"/>
              </a:spcBef>
              <a:spcAft>
                <a:spcPts val="0"/>
              </a:spcAft>
              <a:buClr>
                <a:srgbClr val="000000"/>
              </a:buClr>
              <a:buSzPts val="1000"/>
              <a:buNone/>
              <a:defRPr sz="1000">
                <a:solidFill>
                  <a:srgbClr val="000000"/>
                </a:solidFill>
              </a:defRPr>
            </a:lvl2pPr>
            <a:lvl3pPr lvl="2" rtl="0" algn="ctr">
              <a:lnSpc>
                <a:spcPct val="90000"/>
              </a:lnSpc>
              <a:spcBef>
                <a:spcPts val="0"/>
              </a:spcBef>
              <a:spcAft>
                <a:spcPts val="0"/>
              </a:spcAft>
              <a:buClr>
                <a:srgbClr val="000000"/>
              </a:buClr>
              <a:buSzPts val="1000"/>
              <a:buNone/>
              <a:defRPr sz="1000">
                <a:solidFill>
                  <a:srgbClr val="000000"/>
                </a:solidFill>
              </a:defRPr>
            </a:lvl3pPr>
            <a:lvl4pPr lvl="3" rtl="0" algn="ctr">
              <a:lnSpc>
                <a:spcPct val="90000"/>
              </a:lnSpc>
              <a:spcBef>
                <a:spcPts val="0"/>
              </a:spcBef>
              <a:spcAft>
                <a:spcPts val="0"/>
              </a:spcAft>
              <a:buClr>
                <a:srgbClr val="000000"/>
              </a:buClr>
              <a:buSzPts val="1000"/>
              <a:buNone/>
              <a:defRPr sz="1000">
                <a:solidFill>
                  <a:srgbClr val="000000"/>
                </a:solidFill>
              </a:defRPr>
            </a:lvl4pPr>
            <a:lvl5pPr lvl="4" rtl="0" algn="ctr">
              <a:lnSpc>
                <a:spcPct val="90000"/>
              </a:lnSpc>
              <a:spcBef>
                <a:spcPts val="0"/>
              </a:spcBef>
              <a:spcAft>
                <a:spcPts val="0"/>
              </a:spcAft>
              <a:buClr>
                <a:srgbClr val="000000"/>
              </a:buClr>
              <a:buSzPts val="1000"/>
              <a:buNone/>
              <a:defRPr sz="1000">
                <a:solidFill>
                  <a:srgbClr val="000000"/>
                </a:solidFill>
              </a:defRPr>
            </a:lvl5pPr>
            <a:lvl6pPr lvl="5" rtl="0" algn="ctr">
              <a:lnSpc>
                <a:spcPct val="90000"/>
              </a:lnSpc>
              <a:spcBef>
                <a:spcPts val="0"/>
              </a:spcBef>
              <a:spcAft>
                <a:spcPts val="0"/>
              </a:spcAft>
              <a:buClr>
                <a:srgbClr val="000000"/>
              </a:buClr>
              <a:buSzPts val="1000"/>
              <a:buNone/>
              <a:defRPr sz="1000">
                <a:solidFill>
                  <a:srgbClr val="000000"/>
                </a:solidFill>
              </a:defRPr>
            </a:lvl6pPr>
            <a:lvl7pPr lvl="6" rtl="0" algn="ctr">
              <a:lnSpc>
                <a:spcPct val="90000"/>
              </a:lnSpc>
              <a:spcBef>
                <a:spcPts val="0"/>
              </a:spcBef>
              <a:spcAft>
                <a:spcPts val="0"/>
              </a:spcAft>
              <a:buClr>
                <a:srgbClr val="000000"/>
              </a:buClr>
              <a:buSzPts val="1000"/>
              <a:buNone/>
              <a:defRPr sz="1000">
                <a:solidFill>
                  <a:srgbClr val="000000"/>
                </a:solidFill>
              </a:defRPr>
            </a:lvl7pPr>
            <a:lvl8pPr lvl="7" rtl="0" algn="ctr">
              <a:lnSpc>
                <a:spcPct val="90000"/>
              </a:lnSpc>
              <a:spcBef>
                <a:spcPts val="0"/>
              </a:spcBef>
              <a:spcAft>
                <a:spcPts val="0"/>
              </a:spcAft>
              <a:buClr>
                <a:srgbClr val="000000"/>
              </a:buClr>
              <a:buSzPts val="1000"/>
              <a:buNone/>
              <a:defRPr sz="1000">
                <a:solidFill>
                  <a:srgbClr val="000000"/>
                </a:solidFill>
              </a:defRPr>
            </a:lvl8pPr>
            <a:lvl9pPr lvl="8" rtl="0" algn="ctr">
              <a:lnSpc>
                <a:spcPct val="90000"/>
              </a:lnSpc>
              <a:spcBef>
                <a:spcPts val="0"/>
              </a:spcBef>
              <a:spcAft>
                <a:spcPts val="0"/>
              </a:spcAft>
              <a:buClr>
                <a:srgbClr val="000000"/>
              </a:buClr>
              <a:buSzPts val="1000"/>
              <a:buNone/>
              <a:defRPr sz="1000">
                <a:solidFill>
                  <a:srgbClr val="000000"/>
                </a:solidFill>
              </a:defRPr>
            </a:lvl9pPr>
          </a:lstStyle>
          <a:p/>
        </p:txBody>
      </p:sp>
      <p:cxnSp>
        <p:nvCxnSpPr>
          <p:cNvPr id="383" name="Google Shape;383;p3"/>
          <p:cNvCxnSpPr/>
          <p:nvPr/>
        </p:nvCxnSpPr>
        <p:spPr>
          <a:xfrm flipH="1">
            <a:off x="5567091" y="4844962"/>
            <a:ext cx="600" cy="258300"/>
          </a:xfrm>
          <a:prstGeom prst="straightConnector1">
            <a:avLst/>
          </a:prstGeom>
          <a:noFill/>
          <a:ln cap="flat" cmpd="sng" w="28575">
            <a:solidFill>
              <a:srgbClr val="D9D9D9"/>
            </a:solidFill>
            <a:prstDash val="solid"/>
            <a:round/>
            <a:headEnd len="sm" w="sm" type="none"/>
            <a:tailEnd len="sm" w="sm" type="none"/>
          </a:ln>
        </p:spPr>
      </p:cxnSp>
      <p:cxnSp>
        <p:nvCxnSpPr>
          <p:cNvPr id="384" name="Google Shape;384;p3"/>
          <p:cNvCxnSpPr/>
          <p:nvPr/>
        </p:nvCxnSpPr>
        <p:spPr>
          <a:xfrm flipH="1">
            <a:off x="7293616" y="4844587"/>
            <a:ext cx="600" cy="258300"/>
          </a:xfrm>
          <a:prstGeom prst="straightConnector1">
            <a:avLst/>
          </a:prstGeom>
          <a:noFill/>
          <a:ln cap="flat" cmpd="sng" w="28575">
            <a:solidFill>
              <a:srgbClr val="D9D9D9"/>
            </a:solidFill>
            <a:prstDash val="solid"/>
            <a:round/>
            <a:headEnd len="sm" w="sm" type="none"/>
            <a:tailEnd len="sm" w="sm" type="none"/>
          </a:ln>
        </p:spPr>
      </p:cxnSp>
      <p:cxnSp>
        <p:nvCxnSpPr>
          <p:cNvPr id="385" name="Google Shape;385;p3"/>
          <p:cNvCxnSpPr/>
          <p:nvPr/>
        </p:nvCxnSpPr>
        <p:spPr>
          <a:xfrm flipH="1">
            <a:off x="1138079" y="4844587"/>
            <a:ext cx="600" cy="258300"/>
          </a:xfrm>
          <a:prstGeom prst="straightConnector1">
            <a:avLst/>
          </a:prstGeom>
          <a:noFill/>
          <a:ln cap="flat" cmpd="sng" w="28575">
            <a:solidFill>
              <a:srgbClr val="D9D9D9"/>
            </a:solidFill>
            <a:prstDash val="solid"/>
            <a:round/>
            <a:headEnd len="sm" w="sm" type="none"/>
            <a:tailEnd len="sm" w="sm" type="none"/>
          </a:ln>
        </p:spPr>
      </p:cxnSp>
      <p:sp>
        <p:nvSpPr>
          <p:cNvPr id="386" name="Google Shape;386;p3"/>
          <p:cNvSpPr/>
          <p:nvPr/>
        </p:nvSpPr>
        <p:spPr>
          <a:xfrm>
            <a:off x="379388" y="5135286"/>
            <a:ext cx="9322800" cy="266400"/>
          </a:xfrm>
          <a:prstGeom prst="roundRect">
            <a:avLst>
              <a:gd fmla="val 12113" name="adj"/>
            </a:avLst>
          </a:prstGeom>
          <a:solidFill>
            <a:srgbClr val="FFFFFF"/>
          </a:solidFill>
          <a:ln cap="flat" cmpd="sng" w="9525">
            <a:solidFill>
              <a:srgbClr val="EFEFEF"/>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6000" spcFirstLastPara="1" rIns="0" wrap="square" tIns="0">
            <a:noAutofit/>
          </a:bodyPr>
          <a:lstStyle/>
          <a:p>
            <a:pPr indent="0" lvl="0" marL="0" rtl="0" algn="l">
              <a:lnSpc>
                <a:spcPct val="120000"/>
              </a:lnSpc>
              <a:spcBef>
                <a:spcPts val="0"/>
              </a:spcBef>
              <a:spcAft>
                <a:spcPts val="0"/>
              </a:spcAft>
              <a:buClr>
                <a:schemeClr val="dk1"/>
              </a:buClr>
              <a:buSzPts val="1100"/>
              <a:buFont typeface="Arial"/>
              <a:buNone/>
            </a:pPr>
            <a:r>
              <a:rPr b="1" lang="es-419" sz="800">
                <a:solidFill>
                  <a:schemeClr val="dk1"/>
                </a:solidFill>
                <a:latin typeface="Arvo"/>
                <a:ea typeface="Arvo"/>
                <a:cs typeface="Arvo"/>
                <a:sym typeface="Arvo"/>
              </a:rPr>
              <a:t>          Un(a)</a:t>
            </a:r>
            <a:endParaRPr b="1" sz="800">
              <a:latin typeface="Arvo"/>
              <a:ea typeface="Arvo"/>
              <a:cs typeface="Arvo"/>
              <a:sym typeface="Arvo"/>
            </a:endParaRPr>
          </a:p>
        </p:txBody>
      </p:sp>
      <p:sp>
        <p:nvSpPr>
          <p:cNvPr id="387" name="Google Shape;387;p3"/>
          <p:cNvSpPr txBox="1"/>
          <p:nvPr>
            <p:ph idx="52" type="subTitle"/>
          </p:nvPr>
        </p:nvSpPr>
        <p:spPr>
          <a:xfrm>
            <a:off x="1196438" y="5138957"/>
            <a:ext cx="2361300" cy="265800"/>
          </a:xfrm>
          <a:prstGeom prst="rect">
            <a:avLst/>
          </a:prstGeom>
          <a:noFill/>
          <a:ln>
            <a:noFill/>
          </a:ln>
        </p:spPr>
        <p:txBody>
          <a:bodyPr anchorCtr="0" anchor="ctr" bIns="36000" lIns="36000" spcFirstLastPara="1" rIns="36000" wrap="square" tIns="36000">
            <a:noAutofit/>
          </a:bodyPr>
          <a:lstStyle>
            <a:lvl1pPr lvl="0" rt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rtl="0" algn="ctr">
              <a:lnSpc>
                <a:spcPct val="90000"/>
              </a:lnSpc>
              <a:spcBef>
                <a:spcPts val="0"/>
              </a:spcBef>
              <a:spcAft>
                <a:spcPts val="0"/>
              </a:spcAft>
              <a:buClr>
                <a:srgbClr val="000000"/>
              </a:buClr>
              <a:buSzPts val="1000"/>
              <a:buNone/>
              <a:defRPr sz="1000">
                <a:solidFill>
                  <a:srgbClr val="000000"/>
                </a:solidFill>
              </a:defRPr>
            </a:lvl2pPr>
            <a:lvl3pPr lvl="2" rtl="0" algn="ctr">
              <a:lnSpc>
                <a:spcPct val="90000"/>
              </a:lnSpc>
              <a:spcBef>
                <a:spcPts val="0"/>
              </a:spcBef>
              <a:spcAft>
                <a:spcPts val="0"/>
              </a:spcAft>
              <a:buClr>
                <a:srgbClr val="000000"/>
              </a:buClr>
              <a:buSzPts val="1000"/>
              <a:buNone/>
              <a:defRPr sz="1000">
                <a:solidFill>
                  <a:srgbClr val="000000"/>
                </a:solidFill>
              </a:defRPr>
            </a:lvl3pPr>
            <a:lvl4pPr lvl="3" rtl="0" algn="ctr">
              <a:lnSpc>
                <a:spcPct val="90000"/>
              </a:lnSpc>
              <a:spcBef>
                <a:spcPts val="0"/>
              </a:spcBef>
              <a:spcAft>
                <a:spcPts val="0"/>
              </a:spcAft>
              <a:buClr>
                <a:srgbClr val="000000"/>
              </a:buClr>
              <a:buSzPts val="1000"/>
              <a:buNone/>
              <a:defRPr sz="1000">
                <a:solidFill>
                  <a:srgbClr val="000000"/>
                </a:solidFill>
              </a:defRPr>
            </a:lvl4pPr>
            <a:lvl5pPr lvl="4" rtl="0" algn="ctr">
              <a:lnSpc>
                <a:spcPct val="90000"/>
              </a:lnSpc>
              <a:spcBef>
                <a:spcPts val="0"/>
              </a:spcBef>
              <a:spcAft>
                <a:spcPts val="0"/>
              </a:spcAft>
              <a:buClr>
                <a:srgbClr val="000000"/>
              </a:buClr>
              <a:buSzPts val="1000"/>
              <a:buNone/>
              <a:defRPr sz="1000">
                <a:solidFill>
                  <a:srgbClr val="000000"/>
                </a:solidFill>
              </a:defRPr>
            </a:lvl5pPr>
            <a:lvl6pPr lvl="5" rtl="0" algn="ctr">
              <a:lnSpc>
                <a:spcPct val="90000"/>
              </a:lnSpc>
              <a:spcBef>
                <a:spcPts val="0"/>
              </a:spcBef>
              <a:spcAft>
                <a:spcPts val="0"/>
              </a:spcAft>
              <a:buClr>
                <a:srgbClr val="000000"/>
              </a:buClr>
              <a:buSzPts val="1000"/>
              <a:buNone/>
              <a:defRPr sz="1000">
                <a:solidFill>
                  <a:srgbClr val="000000"/>
                </a:solidFill>
              </a:defRPr>
            </a:lvl6pPr>
            <a:lvl7pPr lvl="6" rtl="0" algn="ctr">
              <a:lnSpc>
                <a:spcPct val="90000"/>
              </a:lnSpc>
              <a:spcBef>
                <a:spcPts val="0"/>
              </a:spcBef>
              <a:spcAft>
                <a:spcPts val="0"/>
              </a:spcAft>
              <a:buClr>
                <a:srgbClr val="000000"/>
              </a:buClr>
              <a:buSzPts val="1000"/>
              <a:buNone/>
              <a:defRPr sz="1000">
                <a:solidFill>
                  <a:srgbClr val="000000"/>
                </a:solidFill>
              </a:defRPr>
            </a:lvl7pPr>
            <a:lvl8pPr lvl="7" rtl="0" algn="ctr">
              <a:lnSpc>
                <a:spcPct val="90000"/>
              </a:lnSpc>
              <a:spcBef>
                <a:spcPts val="0"/>
              </a:spcBef>
              <a:spcAft>
                <a:spcPts val="0"/>
              </a:spcAft>
              <a:buClr>
                <a:srgbClr val="000000"/>
              </a:buClr>
              <a:buSzPts val="1000"/>
              <a:buNone/>
              <a:defRPr sz="1000">
                <a:solidFill>
                  <a:srgbClr val="000000"/>
                </a:solidFill>
              </a:defRPr>
            </a:lvl8pPr>
            <a:lvl9pPr lvl="8" rtl="0" algn="ctr">
              <a:lnSpc>
                <a:spcPct val="90000"/>
              </a:lnSpc>
              <a:spcBef>
                <a:spcPts val="0"/>
              </a:spcBef>
              <a:spcAft>
                <a:spcPts val="0"/>
              </a:spcAft>
              <a:buClr>
                <a:srgbClr val="000000"/>
              </a:buClr>
              <a:buSzPts val="1000"/>
              <a:buNone/>
              <a:defRPr sz="1000">
                <a:solidFill>
                  <a:srgbClr val="000000"/>
                </a:solidFill>
              </a:defRPr>
            </a:lvl9pPr>
          </a:lstStyle>
          <a:p/>
        </p:txBody>
      </p:sp>
      <p:cxnSp>
        <p:nvCxnSpPr>
          <p:cNvPr id="388" name="Google Shape;388;p3"/>
          <p:cNvCxnSpPr/>
          <p:nvPr/>
        </p:nvCxnSpPr>
        <p:spPr>
          <a:xfrm flipH="1">
            <a:off x="3615479" y="5143337"/>
            <a:ext cx="600" cy="258300"/>
          </a:xfrm>
          <a:prstGeom prst="straightConnector1">
            <a:avLst/>
          </a:prstGeom>
          <a:noFill/>
          <a:ln cap="flat" cmpd="sng" w="28575">
            <a:solidFill>
              <a:srgbClr val="D9D9D9"/>
            </a:solidFill>
            <a:prstDash val="solid"/>
            <a:round/>
            <a:headEnd len="sm" w="sm" type="none"/>
            <a:tailEnd len="sm" w="sm" type="none"/>
          </a:ln>
        </p:spPr>
      </p:cxnSp>
      <p:sp>
        <p:nvSpPr>
          <p:cNvPr id="389" name="Google Shape;389;p3"/>
          <p:cNvSpPr txBox="1"/>
          <p:nvPr>
            <p:ph idx="53" type="subTitle"/>
          </p:nvPr>
        </p:nvSpPr>
        <p:spPr>
          <a:xfrm>
            <a:off x="7340888" y="5138961"/>
            <a:ext cx="2361300" cy="266400"/>
          </a:xfrm>
          <a:prstGeom prst="rect">
            <a:avLst/>
          </a:prstGeom>
          <a:noFill/>
          <a:ln>
            <a:noFill/>
          </a:ln>
        </p:spPr>
        <p:txBody>
          <a:bodyPr anchorCtr="0" anchor="ctr" bIns="36000" lIns="36000" spcFirstLastPara="1" rIns="36000" wrap="square" tIns="36000">
            <a:noAutofit/>
          </a:bodyPr>
          <a:lstStyle>
            <a:lvl1pPr lvl="0" rt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rtl="0" algn="ctr">
              <a:lnSpc>
                <a:spcPct val="90000"/>
              </a:lnSpc>
              <a:spcBef>
                <a:spcPts val="0"/>
              </a:spcBef>
              <a:spcAft>
                <a:spcPts val="0"/>
              </a:spcAft>
              <a:buClr>
                <a:srgbClr val="000000"/>
              </a:buClr>
              <a:buSzPts val="1000"/>
              <a:buNone/>
              <a:defRPr sz="1000">
                <a:solidFill>
                  <a:srgbClr val="000000"/>
                </a:solidFill>
              </a:defRPr>
            </a:lvl2pPr>
            <a:lvl3pPr lvl="2" rtl="0" algn="ctr">
              <a:lnSpc>
                <a:spcPct val="90000"/>
              </a:lnSpc>
              <a:spcBef>
                <a:spcPts val="0"/>
              </a:spcBef>
              <a:spcAft>
                <a:spcPts val="0"/>
              </a:spcAft>
              <a:buClr>
                <a:srgbClr val="000000"/>
              </a:buClr>
              <a:buSzPts val="1000"/>
              <a:buNone/>
              <a:defRPr sz="1000">
                <a:solidFill>
                  <a:srgbClr val="000000"/>
                </a:solidFill>
              </a:defRPr>
            </a:lvl3pPr>
            <a:lvl4pPr lvl="3" rtl="0" algn="ctr">
              <a:lnSpc>
                <a:spcPct val="90000"/>
              </a:lnSpc>
              <a:spcBef>
                <a:spcPts val="0"/>
              </a:spcBef>
              <a:spcAft>
                <a:spcPts val="0"/>
              </a:spcAft>
              <a:buClr>
                <a:srgbClr val="000000"/>
              </a:buClr>
              <a:buSzPts val="1000"/>
              <a:buNone/>
              <a:defRPr sz="1000">
                <a:solidFill>
                  <a:srgbClr val="000000"/>
                </a:solidFill>
              </a:defRPr>
            </a:lvl4pPr>
            <a:lvl5pPr lvl="4" rtl="0" algn="ctr">
              <a:lnSpc>
                <a:spcPct val="90000"/>
              </a:lnSpc>
              <a:spcBef>
                <a:spcPts val="0"/>
              </a:spcBef>
              <a:spcAft>
                <a:spcPts val="0"/>
              </a:spcAft>
              <a:buClr>
                <a:srgbClr val="000000"/>
              </a:buClr>
              <a:buSzPts val="1000"/>
              <a:buNone/>
              <a:defRPr sz="1000">
                <a:solidFill>
                  <a:srgbClr val="000000"/>
                </a:solidFill>
              </a:defRPr>
            </a:lvl5pPr>
            <a:lvl6pPr lvl="5" rtl="0" algn="ctr">
              <a:lnSpc>
                <a:spcPct val="90000"/>
              </a:lnSpc>
              <a:spcBef>
                <a:spcPts val="0"/>
              </a:spcBef>
              <a:spcAft>
                <a:spcPts val="0"/>
              </a:spcAft>
              <a:buClr>
                <a:srgbClr val="000000"/>
              </a:buClr>
              <a:buSzPts val="1000"/>
              <a:buNone/>
              <a:defRPr sz="1000">
                <a:solidFill>
                  <a:srgbClr val="000000"/>
                </a:solidFill>
              </a:defRPr>
            </a:lvl6pPr>
            <a:lvl7pPr lvl="6" rtl="0" algn="ctr">
              <a:lnSpc>
                <a:spcPct val="90000"/>
              </a:lnSpc>
              <a:spcBef>
                <a:spcPts val="0"/>
              </a:spcBef>
              <a:spcAft>
                <a:spcPts val="0"/>
              </a:spcAft>
              <a:buClr>
                <a:srgbClr val="000000"/>
              </a:buClr>
              <a:buSzPts val="1000"/>
              <a:buNone/>
              <a:defRPr sz="1000">
                <a:solidFill>
                  <a:srgbClr val="000000"/>
                </a:solidFill>
              </a:defRPr>
            </a:lvl7pPr>
            <a:lvl8pPr lvl="7" rtl="0" algn="ctr">
              <a:lnSpc>
                <a:spcPct val="90000"/>
              </a:lnSpc>
              <a:spcBef>
                <a:spcPts val="0"/>
              </a:spcBef>
              <a:spcAft>
                <a:spcPts val="0"/>
              </a:spcAft>
              <a:buClr>
                <a:srgbClr val="000000"/>
              </a:buClr>
              <a:buSzPts val="1000"/>
              <a:buNone/>
              <a:defRPr sz="1000">
                <a:solidFill>
                  <a:srgbClr val="000000"/>
                </a:solidFill>
              </a:defRPr>
            </a:lvl8pPr>
            <a:lvl9pPr lvl="8" rtl="0" algn="ctr">
              <a:lnSpc>
                <a:spcPct val="90000"/>
              </a:lnSpc>
              <a:spcBef>
                <a:spcPts val="0"/>
              </a:spcBef>
              <a:spcAft>
                <a:spcPts val="0"/>
              </a:spcAft>
              <a:buClr>
                <a:srgbClr val="000000"/>
              </a:buClr>
              <a:buSzPts val="1000"/>
              <a:buNone/>
              <a:defRPr sz="1000">
                <a:solidFill>
                  <a:srgbClr val="000000"/>
                </a:solidFill>
              </a:defRPr>
            </a:lvl9pPr>
          </a:lstStyle>
          <a:p/>
        </p:txBody>
      </p:sp>
      <p:sp>
        <p:nvSpPr>
          <p:cNvPr id="390" name="Google Shape;390;p3"/>
          <p:cNvSpPr txBox="1"/>
          <p:nvPr>
            <p:ph idx="54" type="subTitle"/>
          </p:nvPr>
        </p:nvSpPr>
        <p:spPr>
          <a:xfrm>
            <a:off x="3674438" y="5138958"/>
            <a:ext cx="1827600" cy="265800"/>
          </a:xfrm>
          <a:prstGeom prst="rect">
            <a:avLst/>
          </a:prstGeom>
          <a:noFill/>
          <a:ln>
            <a:noFill/>
          </a:ln>
        </p:spPr>
        <p:txBody>
          <a:bodyPr anchorCtr="0" anchor="ctr" bIns="36000" lIns="36000" spcFirstLastPara="1" rIns="36000" wrap="square" tIns="36000">
            <a:noAutofit/>
          </a:bodyPr>
          <a:lstStyle>
            <a:lvl1pPr lvl="0" rt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rtl="0" algn="ctr">
              <a:lnSpc>
                <a:spcPct val="90000"/>
              </a:lnSpc>
              <a:spcBef>
                <a:spcPts val="0"/>
              </a:spcBef>
              <a:spcAft>
                <a:spcPts val="0"/>
              </a:spcAft>
              <a:buClr>
                <a:srgbClr val="000000"/>
              </a:buClr>
              <a:buSzPts val="1000"/>
              <a:buNone/>
              <a:defRPr sz="1000">
                <a:solidFill>
                  <a:srgbClr val="000000"/>
                </a:solidFill>
              </a:defRPr>
            </a:lvl2pPr>
            <a:lvl3pPr lvl="2" rtl="0" algn="ctr">
              <a:lnSpc>
                <a:spcPct val="90000"/>
              </a:lnSpc>
              <a:spcBef>
                <a:spcPts val="0"/>
              </a:spcBef>
              <a:spcAft>
                <a:spcPts val="0"/>
              </a:spcAft>
              <a:buClr>
                <a:srgbClr val="000000"/>
              </a:buClr>
              <a:buSzPts val="1000"/>
              <a:buNone/>
              <a:defRPr sz="1000">
                <a:solidFill>
                  <a:srgbClr val="000000"/>
                </a:solidFill>
              </a:defRPr>
            </a:lvl3pPr>
            <a:lvl4pPr lvl="3" rtl="0" algn="ctr">
              <a:lnSpc>
                <a:spcPct val="90000"/>
              </a:lnSpc>
              <a:spcBef>
                <a:spcPts val="0"/>
              </a:spcBef>
              <a:spcAft>
                <a:spcPts val="0"/>
              </a:spcAft>
              <a:buClr>
                <a:srgbClr val="000000"/>
              </a:buClr>
              <a:buSzPts val="1000"/>
              <a:buNone/>
              <a:defRPr sz="1000">
                <a:solidFill>
                  <a:srgbClr val="000000"/>
                </a:solidFill>
              </a:defRPr>
            </a:lvl4pPr>
            <a:lvl5pPr lvl="4" rtl="0" algn="ctr">
              <a:lnSpc>
                <a:spcPct val="90000"/>
              </a:lnSpc>
              <a:spcBef>
                <a:spcPts val="0"/>
              </a:spcBef>
              <a:spcAft>
                <a:spcPts val="0"/>
              </a:spcAft>
              <a:buClr>
                <a:srgbClr val="000000"/>
              </a:buClr>
              <a:buSzPts val="1000"/>
              <a:buNone/>
              <a:defRPr sz="1000">
                <a:solidFill>
                  <a:srgbClr val="000000"/>
                </a:solidFill>
              </a:defRPr>
            </a:lvl5pPr>
            <a:lvl6pPr lvl="5" rtl="0" algn="ctr">
              <a:lnSpc>
                <a:spcPct val="90000"/>
              </a:lnSpc>
              <a:spcBef>
                <a:spcPts val="0"/>
              </a:spcBef>
              <a:spcAft>
                <a:spcPts val="0"/>
              </a:spcAft>
              <a:buClr>
                <a:srgbClr val="000000"/>
              </a:buClr>
              <a:buSzPts val="1000"/>
              <a:buNone/>
              <a:defRPr sz="1000">
                <a:solidFill>
                  <a:srgbClr val="000000"/>
                </a:solidFill>
              </a:defRPr>
            </a:lvl6pPr>
            <a:lvl7pPr lvl="6" rtl="0" algn="ctr">
              <a:lnSpc>
                <a:spcPct val="90000"/>
              </a:lnSpc>
              <a:spcBef>
                <a:spcPts val="0"/>
              </a:spcBef>
              <a:spcAft>
                <a:spcPts val="0"/>
              </a:spcAft>
              <a:buClr>
                <a:srgbClr val="000000"/>
              </a:buClr>
              <a:buSzPts val="1000"/>
              <a:buNone/>
              <a:defRPr sz="1000">
                <a:solidFill>
                  <a:srgbClr val="000000"/>
                </a:solidFill>
              </a:defRPr>
            </a:lvl7pPr>
            <a:lvl8pPr lvl="7" rtl="0" algn="ctr">
              <a:lnSpc>
                <a:spcPct val="90000"/>
              </a:lnSpc>
              <a:spcBef>
                <a:spcPts val="0"/>
              </a:spcBef>
              <a:spcAft>
                <a:spcPts val="0"/>
              </a:spcAft>
              <a:buClr>
                <a:srgbClr val="000000"/>
              </a:buClr>
              <a:buSzPts val="1000"/>
              <a:buNone/>
              <a:defRPr sz="1000">
                <a:solidFill>
                  <a:srgbClr val="000000"/>
                </a:solidFill>
              </a:defRPr>
            </a:lvl8pPr>
            <a:lvl9pPr lvl="8" rtl="0" algn="ctr">
              <a:lnSpc>
                <a:spcPct val="90000"/>
              </a:lnSpc>
              <a:spcBef>
                <a:spcPts val="0"/>
              </a:spcBef>
              <a:spcAft>
                <a:spcPts val="0"/>
              </a:spcAft>
              <a:buClr>
                <a:srgbClr val="000000"/>
              </a:buClr>
              <a:buSzPts val="1000"/>
              <a:buNone/>
              <a:defRPr sz="1000">
                <a:solidFill>
                  <a:srgbClr val="000000"/>
                </a:solidFill>
              </a:defRPr>
            </a:lvl9pPr>
          </a:lstStyle>
          <a:p/>
        </p:txBody>
      </p:sp>
      <p:sp>
        <p:nvSpPr>
          <p:cNvPr id="391" name="Google Shape;391;p3"/>
          <p:cNvSpPr txBox="1"/>
          <p:nvPr>
            <p:ph idx="55" type="subTitle"/>
          </p:nvPr>
        </p:nvSpPr>
        <p:spPr>
          <a:xfrm>
            <a:off x="5632763" y="5138963"/>
            <a:ext cx="1584600" cy="266400"/>
          </a:xfrm>
          <a:prstGeom prst="rect">
            <a:avLst/>
          </a:prstGeom>
          <a:noFill/>
          <a:ln>
            <a:noFill/>
          </a:ln>
        </p:spPr>
        <p:txBody>
          <a:bodyPr anchorCtr="0" anchor="ctr" bIns="36000" lIns="36000" spcFirstLastPara="1" rIns="36000" wrap="square" tIns="36000">
            <a:noAutofit/>
          </a:bodyPr>
          <a:lstStyle>
            <a:lvl1pPr lvl="0" rt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rtl="0" algn="ctr">
              <a:lnSpc>
                <a:spcPct val="90000"/>
              </a:lnSpc>
              <a:spcBef>
                <a:spcPts val="0"/>
              </a:spcBef>
              <a:spcAft>
                <a:spcPts val="0"/>
              </a:spcAft>
              <a:buClr>
                <a:srgbClr val="000000"/>
              </a:buClr>
              <a:buSzPts val="1000"/>
              <a:buNone/>
              <a:defRPr sz="1000">
                <a:solidFill>
                  <a:srgbClr val="000000"/>
                </a:solidFill>
              </a:defRPr>
            </a:lvl2pPr>
            <a:lvl3pPr lvl="2" rtl="0" algn="ctr">
              <a:lnSpc>
                <a:spcPct val="90000"/>
              </a:lnSpc>
              <a:spcBef>
                <a:spcPts val="0"/>
              </a:spcBef>
              <a:spcAft>
                <a:spcPts val="0"/>
              </a:spcAft>
              <a:buClr>
                <a:srgbClr val="000000"/>
              </a:buClr>
              <a:buSzPts val="1000"/>
              <a:buNone/>
              <a:defRPr sz="1000">
                <a:solidFill>
                  <a:srgbClr val="000000"/>
                </a:solidFill>
              </a:defRPr>
            </a:lvl3pPr>
            <a:lvl4pPr lvl="3" rtl="0" algn="ctr">
              <a:lnSpc>
                <a:spcPct val="90000"/>
              </a:lnSpc>
              <a:spcBef>
                <a:spcPts val="0"/>
              </a:spcBef>
              <a:spcAft>
                <a:spcPts val="0"/>
              </a:spcAft>
              <a:buClr>
                <a:srgbClr val="000000"/>
              </a:buClr>
              <a:buSzPts val="1000"/>
              <a:buNone/>
              <a:defRPr sz="1000">
                <a:solidFill>
                  <a:srgbClr val="000000"/>
                </a:solidFill>
              </a:defRPr>
            </a:lvl4pPr>
            <a:lvl5pPr lvl="4" rtl="0" algn="ctr">
              <a:lnSpc>
                <a:spcPct val="90000"/>
              </a:lnSpc>
              <a:spcBef>
                <a:spcPts val="0"/>
              </a:spcBef>
              <a:spcAft>
                <a:spcPts val="0"/>
              </a:spcAft>
              <a:buClr>
                <a:srgbClr val="000000"/>
              </a:buClr>
              <a:buSzPts val="1000"/>
              <a:buNone/>
              <a:defRPr sz="1000">
                <a:solidFill>
                  <a:srgbClr val="000000"/>
                </a:solidFill>
              </a:defRPr>
            </a:lvl5pPr>
            <a:lvl6pPr lvl="5" rtl="0" algn="ctr">
              <a:lnSpc>
                <a:spcPct val="90000"/>
              </a:lnSpc>
              <a:spcBef>
                <a:spcPts val="0"/>
              </a:spcBef>
              <a:spcAft>
                <a:spcPts val="0"/>
              </a:spcAft>
              <a:buClr>
                <a:srgbClr val="000000"/>
              </a:buClr>
              <a:buSzPts val="1000"/>
              <a:buNone/>
              <a:defRPr sz="1000">
                <a:solidFill>
                  <a:srgbClr val="000000"/>
                </a:solidFill>
              </a:defRPr>
            </a:lvl6pPr>
            <a:lvl7pPr lvl="6" rtl="0" algn="ctr">
              <a:lnSpc>
                <a:spcPct val="90000"/>
              </a:lnSpc>
              <a:spcBef>
                <a:spcPts val="0"/>
              </a:spcBef>
              <a:spcAft>
                <a:spcPts val="0"/>
              </a:spcAft>
              <a:buClr>
                <a:srgbClr val="000000"/>
              </a:buClr>
              <a:buSzPts val="1000"/>
              <a:buNone/>
              <a:defRPr sz="1000">
                <a:solidFill>
                  <a:srgbClr val="000000"/>
                </a:solidFill>
              </a:defRPr>
            </a:lvl7pPr>
            <a:lvl8pPr lvl="7" rtl="0" algn="ctr">
              <a:lnSpc>
                <a:spcPct val="90000"/>
              </a:lnSpc>
              <a:spcBef>
                <a:spcPts val="0"/>
              </a:spcBef>
              <a:spcAft>
                <a:spcPts val="0"/>
              </a:spcAft>
              <a:buClr>
                <a:srgbClr val="000000"/>
              </a:buClr>
              <a:buSzPts val="1000"/>
              <a:buNone/>
              <a:defRPr sz="1000">
                <a:solidFill>
                  <a:srgbClr val="000000"/>
                </a:solidFill>
              </a:defRPr>
            </a:lvl8pPr>
            <a:lvl9pPr lvl="8" rtl="0" algn="ctr">
              <a:lnSpc>
                <a:spcPct val="90000"/>
              </a:lnSpc>
              <a:spcBef>
                <a:spcPts val="0"/>
              </a:spcBef>
              <a:spcAft>
                <a:spcPts val="0"/>
              </a:spcAft>
              <a:buClr>
                <a:srgbClr val="000000"/>
              </a:buClr>
              <a:buSzPts val="1000"/>
              <a:buNone/>
              <a:defRPr sz="1000">
                <a:solidFill>
                  <a:srgbClr val="000000"/>
                </a:solidFill>
              </a:defRPr>
            </a:lvl9pPr>
          </a:lstStyle>
          <a:p/>
        </p:txBody>
      </p:sp>
      <p:cxnSp>
        <p:nvCxnSpPr>
          <p:cNvPr id="392" name="Google Shape;392;p3"/>
          <p:cNvCxnSpPr/>
          <p:nvPr/>
        </p:nvCxnSpPr>
        <p:spPr>
          <a:xfrm flipH="1">
            <a:off x="5567091" y="5139337"/>
            <a:ext cx="600" cy="258300"/>
          </a:xfrm>
          <a:prstGeom prst="straightConnector1">
            <a:avLst/>
          </a:prstGeom>
          <a:noFill/>
          <a:ln cap="flat" cmpd="sng" w="28575">
            <a:solidFill>
              <a:srgbClr val="D9D9D9"/>
            </a:solidFill>
            <a:prstDash val="solid"/>
            <a:round/>
            <a:headEnd len="sm" w="sm" type="none"/>
            <a:tailEnd len="sm" w="sm" type="none"/>
          </a:ln>
        </p:spPr>
      </p:cxnSp>
      <p:cxnSp>
        <p:nvCxnSpPr>
          <p:cNvPr id="393" name="Google Shape;393;p3"/>
          <p:cNvCxnSpPr/>
          <p:nvPr/>
        </p:nvCxnSpPr>
        <p:spPr>
          <a:xfrm flipH="1">
            <a:off x="7293616" y="5138962"/>
            <a:ext cx="600" cy="258300"/>
          </a:xfrm>
          <a:prstGeom prst="straightConnector1">
            <a:avLst/>
          </a:prstGeom>
          <a:noFill/>
          <a:ln cap="flat" cmpd="sng" w="28575">
            <a:solidFill>
              <a:srgbClr val="D9D9D9"/>
            </a:solidFill>
            <a:prstDash val="solid"/>
            <a:round/>
            <a:headEnd len="sm" w="sm" type="none"/>
            <a:tailEnd len="sm" w="sm" type="none"/>
          </a:ln>
        </p:spPr>
      </p:cxnSp>
      <p:cxnSp>
        <p:nvCxnSpPr>
          <p:cNvPr id="394" name="Google Shape;394;p3"/>
          <p:cNvCxnSpPr/>
          <p:nvPr/>
        </p:nvCxnSpPr>
        <p:spPr>
          <a:xfrm flipH="1">
            <a:off x="1138079" y="5138962"/>
            <a:ext cx="600" cy="258300"/>
          </a:xfrm>
          <a:prstGeom prst="straightConnector1">
            <a:avLst/>
          </a:prstGeom>
          <a:noFill/>
          <a:ln cap="flat" cmpd="sng" w="28575">
            <a:solidFill>
              <a:srgbClr val="D9D9D9"/>
            </a:solidFill>
            <a:prstDash val="solid"/>
            <a:round/>
            <a:headEnd len="sm" w="sm" type="none"/>
            <a:tailEnd len="sm" w="sm" type="none"/>
          </a:ln>
        </p:spPr>
      </p:cxnSp>
      <p:sp>
        <p:nvSpPr>
          <p:cNvPr id="395" name="Google Shape;395;p3"/>
          <p:cNvSpPr/>
          <p:nvPr/>
        </p:nvSpPr>
        <p:spPr>
          <a:xfrm>
            <a:off x="379388" y="5440249"/>
            <a:ext cx="9322800" cy="266400"/>
          </a:xfrm>
          <a:prstGeom prst="roundRect">
            <a:avLst>
              <a:gd fmla="val 12113" name="adj"/>
            </a:avLst>
          </a:prstGeom>
          <a:solidFill>
            <a:srgbClr val="FFFFFF"/>
          </a:solidFill>
          <a:ln cap="flat" cmpd="sng" w="9525">
            <a:solidFill>
              <a:srgbClr val="EFEFEF"/>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6000" spcFirstLastPara="1" rIns="0" wrap="square" tIns="0">
            <a:noAutofit/>
          </a:bodyPr>
          <a:lstStyle/>
          <a:p>
            <a:pPr indent="0" lvl="0" marL="0" rtl="0" algn="l">
              <a:lnSpc>
                <a:spcPct val="120000"/>
              </a:lnSpc>
              <a:spcBef>
                <a:spcPts val="0"/>
              </a:spcBef>
              <a:spcAft>
                <a:spcPts val="0"/>
              </a:spcAft>
              <a:buClr>
                <a:schemeClr val="dk1"/>
              </a:buClr>
              <a:buSzPts val="1100"/>
              <a:buFont typeface="Arial"/>
              <a:buNone/>
            </a:pPr>
            <a:r>
              <a:rPr b="1" lang="es-419" sz="800">
                <a:solidFill>
                  <a:schemeClr val="dk1"/>
                </a:solidFill>
                <a:latin typeface="Arvo"/>
                <a:ea typeface="Arvo"/>
                <a:cs typeface="Arvo"/>
                <a:sym typeface="Arvo"/>
              </a:rPr>
              <a:t>          Un(a)</a:t>
            </a:r>
            <a:endParaRPr b="1" sz="800">
              <a:latin typeface="Arvo"/>
              <a:ea typeface="Arvo"/>
              <a:cs typeface="Arvo"/>
              <a:sym typeface="Arvo"/>
            </a:endParaRPr>
          </a:p>
        </p:txBody>
      </p:sp>
      <p:sp>
        <p:nvSpPr>
          <p:cNvPr id="396" name="Google Shape;396;p3"/>
          <p:cNvSpPr txBox="1"/>
          <p:nvPr>
            <p:ph idx="56" type="subTitle"/>
          </p:nvPr>
        </p:nvSpPr>
        <p:spPr>
          <a:xfrm>
            <a:off x="1196438" y="5443920"/>
            <a:ext cx="2361300" cy="265800"/>
          </a:xfrm>
          <a:prstGeom prst="rect">
            <a:avLst/>
          </a:prstGeom>
          <a:noFill/>
          <a:ln>
            <a:noFill/>
          </a:ln>
        </p:spPr>
        <p:txBody>
          <a:bodyPr anchorCtr="0" anchor="ctr" bIns="36000" lIns="36000" spcFirstLastPara="1" rIns="36000" wrap="square" tIns="36000">
            <a:noAutofit/>
          </a:bodyPr>
          <a:lstStyle>
            <a:lvl1pPr lvl="0" rt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rtl="0" algn="ctr">
              <a:lnSpc>
                <a:spcPct val="90000"/>
              </a:lnSpc>
              <a:spcBef>
                <a:spcPts val="0"/>
              </a:spcBef>
              <a:spcAft>
                <a:spcPts val="0"/>
              </a:spcAft>
              <a:buClr>
                <a:srgbClr val="000000"/>
              </a:buClr>
              <a:buSzPts val="1000"/>
              <a:buNone/>
              <a:defRPr sz="1000">
                <a:solidFill>
                  <a:srgbClr val="000000"/>
                </a:solidFill>
              </a:defRPr>
            </a:lvl2pPr>
            <a:lvl3pPr lvl="2" rtl="0" algn="ctr">
              <a:lnSpc>
                <a:spcPct val="90000"/>
              </a:lnSpc>
              <a:spcBef>
                <a:spcPts val="0"/>
              </a:spcBef>
              <a:spcAft>
                <a:spcPts val="0"/>
              </a:spcAft>
              <a:buClr>
                <a:srgbClr val="000000"/>
              </a:buClr>
              <a:buSzPts val="1000"/>
              <a:buNone/>
              <a:defRPr sz="1000">
                <a:solidFill>
                  <a:srgbClr val="000000"/>
                </a:solidFill>
              </a:defRPr>
            </a:lvl3pPr>
            <a:lvl4pPr lvl="3" rtl="0" algn="ctr">
              <a:lnSpc>
                <a:spcPct val="90000"/>
              </a:lnSpc>
              <a:spcBef>
                <a:spcPts val="0"/>
              </a:spcBef>
              <a:spcAft>
                <a:spcPts val="0"/>
              </a:spcAft>
              <a:buClr>
                <a:srgbClr val="000000"/>
              </a:buClr>
              <a:buSzPts val="1000"/>
              <a:buNone/>
              <a:defRPr sz="1000">
                <a:solidFill>
                  <a:srgbClr val="000000"/>
                </a:solidFill>
              </a:defRPr>
            </a:lvl4pPr>
            <a:lvl5pPr lvl="4" rtl="0" algn="ctr">
              <a:lnSpc>
                <a:spcPct val="90000"/>
              </a:lnSpc>
              <a:spcBef>
                <a:spcPts val="0"/>
              </a:spcBef>
              <a:spcAft>
                <a:spcPts val="0"/>
              </a:spcAft>
              <a:buClr>
                <a:srgbClr val="000000"/>
              </a:buClr>
              <a:buSzPts val="1000"/>
              <a:buNone/>
              <a:defRPr sz="1000">
                <a:solidFill>
                  <a:srgbClr val="000000"/>
                </a:solidFill>
              </a:defRPr>
            </a:lvl5pPr>
            <a:lvl6pPr lvl="5" rtl="0" algn="ctr">
              <a:lnSpc>
                <a:spcPct val="90000"/>
              </a:lnSpc>
              <a:spcBef>
                <a:spcPts val="0"/>
              </a:spcBef>
              <a:spcAft>
                <a:spcPts val="0"/>
              </a:spcAft>
              <a:buClr>
                <a:srgbClr val="000000"/>
              </a:buClr>
              <a:buSzPts val="1000"/>
              <a:buNone/>
              <a:defRPr sz="1000">
                <a:solidFill>
                  <a:srgbClr val="000000"/>
                </a:solidFill>
              </a:defRPr>
            </a:lvl6pPr>
            <a:lvl7pPr lvl="6" rtl="0" algn="ctr">
              <a:lnSpc>
                <a:spcPct val="90000"/>
              </a:lnSpc>
              <a:spcBef>
                <a:spcPts val="0"/>
              </a:spcBef>
              <a:spcAft>
                <a:spcPts val="0"/>
              </a:spcAft>
              <a:buClr>
                <a:srgbClr val="000000"/>
              </a:buClr>
              <a:buSzPts val="1000"/>
              <a:buNone/>
              <a:defRPr sz="1000">
                <a:solidFill>
                  <a:srgbClr val="000000"/>
                </a:solidFill>
              </a:defRPr>
            </a:lvl7pPr>
            <a:lvl8pPr lvl="7" rtl="0" algn="ctr">
              <a:lnSpc>
                <a:spcPct val="90000"/>
              </a:lnSpc>
              <a:spcBef>
                <a:spcPts val="0"/>
              </a:spcBef>
              <a:spcAft>
                <a:spcPts val="0"/>
              </a:spcAft>
              <a:buClr>
                <a:srgbClr val="000000"/>
              </a:buClr>
              <a:buSzPts val="1000"/>
              <a:buNone/>
              <a:defRPr sz="1000">
                <a:solidFill>
                  <a:srgbClr val="000000"/>
                </a:solidFill>
              </a:defRPr>
            </a:lvl8pPr>
            <a:lvl9pPr lvl="8" rtl="0" algn="ctr">
              <a:lnSpc>
                <a:spcPct val="90000"/>
              </a:lnSpc>
              <a:spcBef>
                <a:spcPts val="0"/>
              </a:spcBef>
              <a:spcAft>
                <a:spcPts val="0"/>
              </a:spcAft>
              <a:buClr>
                <a:srgbClr val="000000"/>
              </a:buClr>
              <a:buSzPts val="1000"/>
              <a:buNone/>
              <a:defRPr sz="1000">
                <a:solidFill>
                  <a:srgbClr val="000000"/>
                </a:solidFill>
              </a:defRPr>
            </a:lvl9pPr>
          </a:lstStyle>
          <a:p/>
        </p:txBody>
      </p:sp>
      <p:cxnSp>
        <p:nvCxnSpPr>
          <p:cNvPr id="397" name="Google Shape;397;p3"/>
          <p:cNvCxnSpPr/>
          <p:nvPr/>
        </p:nvCxnSpPr>
        <p:spPr>
          <a:xfrm flipH="1">
            <a:off x="3615479" y="5448300"/>
            <a:ext cx="600" cy="258300"/>
          </a:xfrm>
          <a:prstGeom prst="straightConnector1">
            <a:avLst/>
          </a:prstGeom>
          <a:noFill/>
          <a:ln cap="flat" cmpd="sng" w="28575">
            <a:solidFill>
              <a:srgbClr val="D9D9D9"/>
            </a:solidFill>
            <a:prstDash val="solid"/>
            <a:round/>
            <a:headEnd len="sm" w="sm" type="none"/>
            <a:tailEnd len="sm" w="sm" type="none"/>
          </a:ln>
        </p:spPr>
      </p:cxnSp>
      <p:sp>
        <p:nvSpPr>
          <p:cNvPr id="398" name="Google Shape;398;p3"/>
          <p:cNvSpPr txBox="1"/>
          <p:nvPr>
            <p:ph idx="57" type="subTitle"/>
          </p:nvPr>
        </p:nvSpPr>
        <p:spPr>
          <a:xfrm>
            <a:off x="7340888" y="5443924"/>
            <a:ext cx="2361300" cy="266400"/>
          </a:xfrm>
          <a:prstGeom prst="rect">
            <a:avLst/>
          </a:prstGeom>
          <a:noFill/>
          <a:ln>
            <a:noFill/>
          </a:ln>
        </p:spPr>
        <p:txBody>
          <a:bodyPr anchorCtr="0" anchor="ctr" bIns="36000" lIns="36000" spcFirstLastPara="1" rIns="36000" wrap="square" tIns="36000">
            <a:noAutofit/>
          </a:bodyPr>
          <a:lstStyle>
            <a:lvl1pPr lvl="0" rt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rtl="0" algn="ctr">
              <a:lnSpc>
                <a:spcPct val="90000"/>
              </a:lnSpc>
              <a:spcBef>
                <a:spcPts val="0"/>
              </a:spcBef>
              <a:spcAft>
                <a:spcPts val="0"/>
              </a:spcAft>
              <a:buClr>
                <a:srgbClr val="000000"/>
              </a:buClr>
              <a:buSzPts val="1000"/>
              <a:buNone/>
              <a:defRPr sz="1000">
                <a:solidFill>
                  <a:srgbClr val="000000"/>
                </a:solidFill>
              </a:defRPr>
            </a:lvl2pPr>
            <a:lvl3pPr lvl="2" rtl="0" algn="ctr">
              <a:lnSpc>
                <a:spcPct val="90000"/>
              </a:lnSpc>
              <a:spcBef>
                <a:spcPts val="0"/>
              </a:spcBef>
              <a:spcAft>
                <a:spcPts val="0"/>
              </a:spcAft>
              <a:buClr>
                <a:srgbClr val="000000"/>
              </a:buClr>
              <a:buSzPts val="1000"/>
              <a:buNone/>
              <a:defRPr sz="1000">
                <a:solidFill>
                  <a:srgbClr val="000000"/>
                </a:solidFill>
              </a:defRPr>
            </a:lvl3pPr>
            <a:lvl4pPr lvl="3" rtl="0" algn="ctr">
              <a:lnSpc>
                <a:spcPct val="90000"/>
              </a:lnSpc>
              <a:spcBef>
                <a:spcPts val="0"/>
              </a:spcBef>
              <a:spcAft>
                <a:spcPts val="0"/>
              </a:spcAft>
              <a:buClr>
                <a:srgbClr val="000000"/>
              </a:buClr>
              <a:buSzPts val="1000"/>
              <a:buNone/>
              <a:defRPr sz="1000">
                <a:solidFill>
                  <a:srgbClr val="000000"/>
                </a:solidFill>
              </a:defRPr>
            </a:lvl4pPr>
            <a:lvl5pPr lvl="4" rtl="0" algn="ctr">
              <a:lnSpc>
                <a:spcPct val="90000"/>
              </a:lnSpc>
              <a:spcBef>
                <a:spcPts val="0"/>
              </a:spcBef>
              <a:spcAft>
                <a:spcPts val="0"/>
              </a:spcAft>
              <a:buClr>
                <a:srgbClr val="000000"/>
              </a:buClr>
              <a:buSzPts val="1000"/>
              <a:buNone/>
              <a:defRPr sz="1000">
                <a:solidFill>
                  <a:srgbClr val="000000"/>
                </a:solidFill>
              </a:defRPr>
            </a:lvl5pPr>
            <a:lvl6pPr lvl="5" rtl="0" algn="ctr">
              <a:lnSpc>
                <a:spcPct val="90000"/>
              </a:lnSpc>
              <a:spcBef>
                <a:spcPts val="0"/>
              </a:spcBef>
              <a:spcAft>
                <a:spcPts val="0"/>
              </a:spcAft>
              <a:buClr>
                <a:srgbClr val="000000"/>
              </a:buClr>
              <a:buSzPts val="1000"/>
              <a:buNone/>
              <a:defRPr sz="1000">
                <a:solidFill>
                  <a:srgbClr val="000000"/>
                </a:solidFill>
              </a:defRPr>
            </a:lvl6pPr>
            <a:lvl7pPr lvl="6" rtl="0" algn="ctr">
              <a:lnSpc>
                <a:spcPct val="90000"/>
              </a:lnSpc>
              <a:spcBef>
                <a:spcPts val="0"/>
              </a:spcBef>
              <a:spcAft>
                <a:spcPts val="0"/>
              </a:spcAft>
              <a:buClr>
                <a:srgbClr val="000000"/>
              </a:buClr>
              <a:buSzPts val="1000"/>
              <a:buNone/>
              <a:defRPr sz="1000">
                <a:solidFill>
                  <a:srgbClr val="000000"/>
                </a:solidFill>
              </a:defRPr>
            </a:lvl7pPr>
            <a:lvl8pPr lvl="7" rtl="0" algn="ctr">
              <a:lnSpc>
                <a:spcPct val="90000"/>
              </a:lnSpc>
              <a:spcBef>
                <a:spcPts val="0"/>
              </a:spcBef>
              <a:spcAft>
                <a:spcPts val="0"/>
              </a:spcAft>
              <a:buClr>
                <a:srgbClr val="000000"/>
              </a:buClr>
              <a:buSzPts val="1000"/>
              <a:buNone/>
              <a:defRPr sz="1000">
                <a:solidFill>
                  <a:srgbClr val="000000"/>
                </a:solidFill>
              </a:defRPr>
            </a:lvl8pPr>
            <a:lvl9pPr lvl="8" rtl="0" algn="ctr">
              <a:lnSpc>
                <a:spcPct val="90000"/>
              </a:lnSpc>
              <a:spcBef>
                <a:spcPts val="0"/>
              </a:spcBef>
              <a:spcAft>
                <a:spcPts val="0"/>
              </a:spcAft>
              <a:buClr>
                <a:srgbClr val="000000"/>
              </a:buClr>
              <a:buSzPts val="1000"/>
              <a:buNone/>
              <a:defRPr sz="1000">
                <a:solidFill>
                  <a:srgbClr val="000000"/>
                </a:solidFill>
              </a:defRPr>
            </a:lvl9pPr>
          </a:lstStyle>
          <a:p/>
        </p:txBody>
      </p:sp>
      <p:sp>
        <p:nvSpPr>
          <p:cNvPr id="399" name="Google Shape;399;p3"/>
          <p:cNvSpPr txBox="1"/>
          <p:nvPr>
            <p:ph idx="58" type="subTitle"/>
          </p:nvPr>
        </p:nvSpPr>
        <p:spPr>
          <a:xfrm>
            <a:off x="3674438" y="5443920"/>
            <a:ext cx="1827600" cy="265800"/>
          </a:xfrm>
          <a:prstGeom prst="rect">
            <a:avLst/>
          </a:prstGeom>
          <a:noFill/>
          <a:ln>
            <a:noFill/>
          </a:ln>
        </p:spPr>
        <p:txBody>
          <a:bodyPr anchorCtr="0" anchor="ctr" bIns="36000" lIns="36000" spcFirstLastPara="1" rIns="36000" wrap="square" tIns="36000">
            <a:noAutofit/>
          </a:bodyPr>
          <a:lstStyle>
            <a:lvl1pPr lvl="0" rt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rtl="0" algn="ctr">
              <a:lnSpc>
                <a:spcPct val="90000"/>
              </a:lnSpc>
              <a:spcBef>
                <a:spcPts val="0"/>
              </a:spcBef>
              <a:spcAft>
                <a:spcPts val="0"/>
              </a:spcAft>
              <a:buClr>
                <a:srgbClr val="000000"/>
              </a:buClr>
              <a:buSzPts val="1000"/>
              <a:buNone/>
              <a:defRPr sz="1000">
                <a:solidFill>
                  <a:srgbClr val="000000"/>
                </a:solidFill>
              </a:defRPr>
            </a:lvl2pPr>
            <a:lvl3pPr lvl="2" rtl="0" algn="ctr">
              <a:lnSpc>
                <a:spcPct val="90000"/>
              </a:lnSpc>
              <a:spcBef>
                <a:spcPts val="0"/>
              </a:spcBef>
              <a:spcAft>
                <a:spcPts val="0"/>
              </a:spcAft>
              <a:buClr>
                <a:srgbClr val="000000"/>
              </a:buClr>
              <a:buSzPts val="1000"/>
              <a:buNone/>
              <a:defRPr sz="1000">
                <a:solidFill>
                  <a:srgbClr val="000000"/>
                </a:solidFill>
              </a:defRPr>
            </a:lvl3pPr>
            <a:lvl4pPr lvl="3" rtl="0" algn="ctr">
              <a:lnSpc>
                <a:spcPct val="90000"/>
              </a:lnSpc>
              <a:spcBef>
                <a:spcPts val="0"/>
              </a:spcBef>
              <a:spcAft>
                <a:spcPts val="0"/>
              </a:spcAft>
              <a:buClr>
                <a:srgbClr val="000000"/>
              </a:buClr>
              <a:buSzPts val="1000"/>
              <a:buNone/>
              <a:defRPr sz="1000">
                <a:solidFill>
                  <a:srgbClr val="000000"/>
                </a:solidFill>
              </a:defRPr>
            </a:lvl4pPr>
            <a:lvl5pPr lvl="4" rtl="0" algn="ctr">
              <a:lnSpc>
                <a:spcPct val="90000"/>
              </a:lnSpc>
              <a:spcBef>
                <a:spcPts val="0"/>
              </a:spcBef>
              <a:spcAft>
                <a:spcPts val="0"/>
              </a:spcAft>
              <a:buClr>
                <a:srgbClr val="000000"/>
              </a:buClr>
              <a:buSzPts val="1000"/>
              <a:buNone/>
              <a:defRPr sz="1000">
                <a:solidFill>
                  <a:srgbClr val="000000"/>
                </a:solidFill>
              </a:defRPr>
            </a:lvl5pPr>
            <a:lvl6pPr lvl="5" rtl="0" algn="ctr">
              <a:lnSpc>
                <a:spcPct val="90000"/>
              </a:lnSpc>
              <a:spcBef>
                <a:spcPts val="0"/>
              </a:spcBef>
              <a:spcAft>
                <a:spcPts val="0"/>
              </a:spcAft>
              <a:buClr>
                <a:srgbClr val="000000"/>
              </a:buClr>
              <a:buSzPts val="1000"/>
              <a:buNone/>
              <a:defRPr sz="1000">
                <a:solidFill>
                  <a:srgbClr val="000000"/>
                </a:solidFill>
              </a:defRPr>
            </a:lvl6pPr>
            <a:lvl7pPr lvl="6" rtl="0" algn="ctr">
              <a:lnSpc>
                <a:spcPct val="90000"/>
              </a:lnSpc>
              <a:spcBef>
                <a:spcPts val="0"/>
              </a:spcBef>
              <a:spcAft>
                <a:spcPts val="0"/>
              </a:spcAft>
              <a:buClr>
                <a:srgbClr val="000000"/>
              </a:buClr>
              <a:buSzPts val="1000"/>
              <a:buNone/>
              <a:defRPr sz="1000">
                <a:solidFill>
                  <a:srgbClr val="000000"/>
                </a:solidFill>
              </a:defRPr>
            </a:lvl7pPr>
            <a:lvl8pPr lvl="7" rtl="0" algn="ctr">
              <a:lnSpc>
                <a:spcPct val="90000"/>
              </a:lnSpc>
              <a:spcBef>
                <a:spcPts val="0"/>
              </a:spcBef>
              <a:spcAft>
                <a:spcPts val="0"/>
              </a:spcAft>
              <a:buClr>
                <a:srgbClr val="000000"/>
              </a:buClr>
              <a:buSzPts val="1000"/>
              <a:buNone/>
              <a:defRPr sz="1000">
                <a:solidFill>
                  <a:srgbClr val="000000"/>
                </a:solidFill>
              </a:defRPr>
            </a:lvl8pPr>
            <a:lvl9pPr lvl="8" rtl="0" algn="ctr">
              <a:lnSpc>
                <a:spcPct val="90000"/>
              </a:lnSpc>
              <a:spcBef>
                <a:spcPts val="0"/>
              </a:spcBef>
              <a:spcAft>
                <a:spcPts val="0"/>
              </a:spcAft>
              <a:buClr>
                <a:srgbClr val="000000"/>
              </a:buClr>
              <a:buSzPts val="1000"/>
              <a:buNone/>
              <a:defRPr sz="1000">
                <a:solidFill>
                  <a:srgbClr val="000000"/>
                </a:solidFill>
              </a:defRPr>
            </a:lvl9pPr>
          </a:lstStyle>
          <a:p/>
        </p:txBody>
      </p:sp>
      <p:sp>
        <p:nvSpPr>
          <p:cNvPr id="400" name="Google Shape;400;p3"/>
          <p:cNvSpPr txBox="1"/>
          <p:nvPr>
            <p:ph idx="59" type="subTitle"/>
          </p:nvPr>
        </p:nvSpPr>
        <p:spPr>
          <a:xfrm>
            <a:off x="5632763" y="5443925"/>
            <a:ext cx="1584600" cy="266400"/>
          </a:xfrm>
          <a:prstGeom prst="rect">
            <a:avLst/>
          </a:prstGeom>
          <a:noFill/>
          <a:ln>
            <a:noFill/>
          </a:ln>
        </p:spPr>
        <p:txBody>
          <a:bodyPr anchorCtr="0" anchor="ctr" bIns="36000" lIns="36000" spcFirstLastPara="1" rIns="36000" wrap="square" tIns="36000">
            <a:noAutofit/>
          </a:bodyPr>
          <a:lstStyle>
            <a:lvl1pPr lvl="0" rt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rtl="0" algn="ctr">
              <a:lnSpc>
                <a:spcPct val="90000"/>
              </a:lnSpc>
              <a:spcBef>
                <a:spcPts val="0"/>
              </a:spcBef>
              <a:spcAft>
                <a:spcPts val="0"/>
              </a:spcAft>
              <a:buClr>
                <a:srgbClr val="000000"/>
              </a:buClr>
              <a:buSzPts val="1000"/>
              <a:buNone/>
              <a:defRPr sz="1000">
                <a:solidFill>
                  <a:srgbClr val="000000"/>
                </a:solidFill>
              </a:defRPr>
            </a:lvl2pPr>
            <a:lvl3pPr lvl="2" rtl="0" algn="ctr">
              <a:lnSpc>
                <a:spcPct val="90000"/>
              </a:lnSpc>
              <a:spcBef>
                <a:spcPts val="0"/>
              </a:spcBef>
              <a:spcAft>
                <a:spcPts val="0"/>
              </a:spcAft>
              <a:buClr>
                <a:srgbClr val="000000"/>
              </a:buClr>
              <a:buSzPts val="1000"/>
              <a:buNone/>
              <a:defRPr sz="1000">
                <a:solidFill>
                  <a:srgbClr val="000000"/>
                </a:solidFill>
              </a:defRPr>
            </a:lvl3pPr>
            <a:lvl4pPr lvl="3" rtl="0" algn="ctr">
              <a:lnSpc>
                <a:spcPct val="90000"/>
              </a:lnSpc>
              <a:spcBef>
                <a:spcPts val="0"/>
              </a:spcBef>
              <a:spcAft>
                <a:spcPts val="0"/>
              </a:spcAft>
              <a:buClr>
                <a:srgbClr val="000000"/>
              </a:buClr>
              <a:buSzPts val="1000"/>
              <a:buNone/>
              <a:defRPr sz="1000">
                <a:solidFill>
                  <a:srgbClr val="000000"/>
                </a:solidFill>
              </a:defRPr>
            </a:lvl4pPr>
            <a:lvl5pPr lvl="4" rtl="0" algn="ctr">
              <a:lnSpc>
                <a:spcPct val="90000"/>
              </a:lnSpc>
              <a:spcBef>
                <a:spcPts val="0"/>
              </a:spcBef>
              <a:spcAft>
                <a:spcPts val="0"/>
              </a:spcAft>
              <a:buClr>
                <a:srgbClr val="000000"/>
              </a:buClr>
              <a:buSzPts val="1000"/>
              <a:buNone/>
              <a:defRPr sz="1000">
                <a:solidFill>
                  <a:srgbClr val="000000"/>
                </a:solidFill>
              </a:defRPr>
            </a:lvl5pPr>
            <a:lvl6pPr lvl="5" rtl="0" algn="ctr">
              <a:lnSpc>
                <a:spcPct val="90000"/>
              </a:lnSpc>
              <a:spcBef>
                <a:spcPts val="0"/>
              </a:spcBef>
              <a:spcAft>
                <a:spcPts val="0"/>
              </a:spcAft>
              <a:buClr>
                <a:srgbClr val="000000"/>
              </a:buClr>
              <a:buSzPts val="1000"/>
              <a:buNone/>
              <a:defRPr sz="1000">
                <a:solidFill>
                  <a:srgbClr val="000000"/>
                </a:solidFill>
              </a:defRPr>
            </a:lvl6pPr>
            <a:lvl7pPr lvl="6" rtl="0" algn="ctr">
              <a:lnSpc>
                <a:spcPct val="90000"/>
              </a:lnSpc>
              <a:spcBef>
                <a:spcPts val="0"/>
              </a:spcBef>
              <a:spcAft>
                <a:spcPts val="0"/>
              </a:spcAft>
              <a:buClr>
                <a:srgbClr val="000000"/>
              </a:buClr>
              <a:buSzPts val="1000"/>
              <a:buNone/>
              <a:defRPr sz="1000">
                <a:solidFill>
                  <a:srgbClr val="000000"/>
                </a:solidFill>
              </a:defRPr>
            </a:lvl7pPr>
            <a:lvl8pPr lvl="7" rtl="0" algn="ctr">
              <a:lnSpc>
                <a:spcPct val="90000"/>
              </a:lnSpc>
              <a:spcBef>
                <a:spcPts val="0"/>
              </a:spcBef>
              <a:spcAft>
                <a:spcPts val="0"/>
              </a:spcAft>
              <a:buClr>
                <a:srgbClr val="000000"/>
              </a:buClr>
              <a:buSzPts val="1000"/>
              <a:buNone/>
              <a:defRPr sz="1000">
                <a:solidFill>
                  <a:srgbClr val="000000"/>
                </a:solidFill>
              </a:defRPr>
            </a:lvl8pPr>
            <a:lvl9pPr lvl="8" rtl="0" algn="ctr">
              <a:lnSpc>
                <a:spcPct val="90000"/>
              </a:lnSpc>
              <a:spcBef>
                <a:spcPts val="0"/>
              </a:spcBef>
              <a:spcAft>
                <a:spcPts val="0"/>
              </a:spcAft>
              <a:buClr>
                <a:srgbClr val="000000"/>
              </a:buClr>
              <a:buSzPts val="1000"/>
              <a:buNone/>
              <a:defRPr sz="1000">
                <a:solidFill>
                  <a:srgbClr val="000000"/>
                </a:solidFill>
              </a:defRPr>
            </a:lvl9pPr>
          </a:lstStyle>
          <a:p/>
        </p:txBody>
      </p:sp>
      <p:cxnSp>
        <p:nvCxnSpPr>
          <p:cNvPr id="401" name="Google Shape;401;p3"/>
          <p:cNvCxnSpPr/>
          <p:nvPr/>
        </p:nvCxnSpPr>
        <p:spPr>
          <a:xfrm flipH="1">
            <a:off x="5567091" y="5444300"/>
            <a:ext cx="600" cy="258300"/>
          </a:xfrm>
          <a:prstGeom prst="straightConnector1">
            <a:avLst/>
          </a:prstGeom>
          <a:noFill/>
          <a:ln cap="flat" cmpd="sng" w="28575">
            <a:solidFill>
              <a:srgbClr val="D9D9D9"/>
            </a:solidFill>
            <a:prstDash val="solid"/>
            <a:round/>
            <a:headEnd len="sm" w="sm" type="none"/>
            <a:tailEnd len="sm" w="sm" type="none"/>
          </a:ln>
        </p:spPr>
      </p:cxnSp>
      <p:cxnSp>
        <p:nvCxnSpPr>
          <p:cNvPr id="402" name="Google Shape;402;p3"/>
          <p:cNvCxnSpPr/>
          <p:nvPr/>
        </p:nvCxnSpPr>
        <p:spPr>
          <a:xfrm flipH="1">
            <a:off x="7293616" y="5443925"/>
            <a:ext cx="600" cy="258300"/>
          </a:xfrm>
          <a:prstGeom prst="straightConnector1">
            <a:avLst/>
          </a:prstGeom>
          <a:noFill/>
          <a:ln cap="flat" cmpd="sng" w="28575">
            <a:solidFill>
              <a:srgbClr val="D9D9D9"/>
            </a:solidFill>
            <a:prstDash val="solid"/>
            <a:round/>
            <a:headEnd len="sm" w="sm" type="none"/>
            <a:tailEnd len="sm" w="sm" type="none"/>
          </a:ln>
        </p:spPr>
      </p:cxnSp>
      <p:cxnSp>
        <p:nvCxnSpPr>
          <p:cNvPr id="403" name="Google Shape;403;p3"/>
          <p:cNvCxnSpPr/>
          <p:nvPr/>
        </p:nvCxnSpPr>
        <p:spPr>
          <a:xfrm flipH="1">
            <a:off x="1138079" y="5443925"/>
            <a:ext cx="600" cy="258300"/>
          </a:xfrm>
          <a:prstGeom prst="straightConnector1">
            <a:avLst/>
          </a:prstGeom>
          <a:noFill/>
          <a:ln cap="flat" cmpd="sng" w="28575">
            <a:solidFill>
              <a:srgbClr val="D9D9D9"/>
            </a:solidFill>
            <a:prstDash val="solid"/>
            <a:round/>
            <a:headEnd len="sm" w="sm" type="none"/>
            <a:tailEnd len="sm" w="sm" type="none"/>
          </a:ln>
        </p:spPr>
      </p:cxnSp>
      <p:sp>
        <p:nvSpPr>
          <p:cNvPr id="404" name="Google Shape;404;p3"/>
          <p:cNvSpPr/>
          <p:nvPr/>
        </p:nvSpPr>
        <p:spPr>
          <a:xfrm>
            <a:off x="379388" y="5745211"/>
            <a:ext cx="9322800" cy="266400"/>
          </a:xfrm>
          <a:prstGeom prst="roundRect">
            <a:avLst>
              <a:gd fmla="val 12113" name="adj"/>
            </a:avLst>
          </a:prstGeom>
          <a:solidFill>
            <a:srgbClr val="FFFFFF"/>
          </a:solidFill>
          <a:ln cap="flat" cmpd="sng" w="9525">
            <a:solidFill>
              <a:srgbClr val="EFEFEF"/>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6000" spcFirstLastPara="1" rIns="0" wrap="square" tIns="0">
            <a:noAutofit/>
          </a:bodyPr>
          <a:lstStyle/>
          <a:p>
            <a:pPr indent="0" lvl="0" marL="0" rtl="0" algn="l">
              <a:lnSpc>
                <a:spcPct val="120000"/>
              </a:lnSpc>
              <a:spcBef>
                <a:spcPts val="0"/>
              </a:spcBef>
              <a:spcAft>
                <a:spcPts val="0"/>
              </a:spcAft>
              <a:buClr>
                <a:schemeClr val="dk1"/>
              </a:buClr>
              <a:buSzPts val="1100"/>
              <a:buFont typeface="Arial"/>
              <a:buNone/>
            </a:pPr>
            <a:r>
              <a:rPr b="1" lang="es-419" sz="800">
                <a:solidFill>
                  <a:schemeClr val="dk1"/>
                </a:solidFill>
                <a:latin typeface="Arvo"/>
                <a:ea typeface="Arvo"/>
                <a:cs typeface="Arvo"/>
                <a:sym typeface="Arvo"/>
              </a:rPr>
              <a:t>          Un(a)</a:t>
            </a:r>
            <a:endParaRPr b="1" sz="800">
              <a:latin typeface="Arvo"/>
              <a:ea typeface="Arvo"/>
              <a:cs typeface="Arvo"/>
              <a:sym typeface="Arvo"/>
            </a:endParaRPr>
          </a:p>
        </p:txBody>
      </p:sp>
      <p:sp>
        <p:nvSpPr>
          <p:cNvPr id="405" name="Google Shape;405;p3"/>
          <p:cNvSpPr txBox="1"/>
          <p:nvPr>
            <p:ph idx="60" type="subTitle"/>
          </p:nvPr>
        </p:nvSpPr>
        <p:spPr>
          <a:xfrm>
            <a:off x="1196438" y="5748882"/>
            <a:ext cx="2361300" cy="265800"/>
          </a:xfrm>
          <a:prstGeom prst="rect">
            <a:avLst/>
          </a:prstGeom>
          <a:noFill/>
          <a:ln>
            <a:noFill/>
          </a:ln>
        </p:spPr>
        <p:txBody>
          <a:bodyPr anchorCtr="0" anchor="ctr" bIns="36000" lIns="36000" spcFirstLastPara="1" rIns="36000" wrap="square" tIns="36000">
            <a:noAutofit/>
          </a:bodyPr>
          <a:lstStyle>
            <a:lvl1pPr lvl="0" rt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rtl="0" algn="ctr">
              <a:lnSpc>
                <a:spcPct val="90000"/>
              </a:lnSpc>
              <a:spcBef>
                <a:spcPts val="0"/>
              </a:spcBef>
              <a:spcAft>
                <a:spcPts val="0"/>
              </a:spcAft>
              <a:buClr>
                <a:srgbClr val="000000"/>
              </a:buClr>
              <a:buSzPts val="1000"/>
              <a:buNone/>
              <a:defRPr sz="1000">
                <a:solidFill>
                  <a:srgbClr val="000000"/>
                </a:solidFill>
              </a:defRPr>
            </a:lvl2pPr>
            <a:lvl3pPr lvl="2" rtl="0" algn="ctr">
              <a:lnSpc>
                <a:spcPct val="90000"/>
              </a:lnSpc>
              <a:spcBef>
                <a:spcPts val="0"/>
              </a:spcBef>
              <a:spcAft>
                <a:spcPts val="0"/>
              </a:spcAft>
              <a:buClr>
                <a:srgbClr val="000000"/>
              </a:buClr>
              <a:buSzPts val="1000"/>
              <a:buNone/>
              <a:defRPr sz="1000">
                <a:solidFill>
                  <a:srgbClr val="000000"/>
                </a:solidFill>
              </a:defRPr>
            </a:lvl3pPr>
            <a:lvl4pPr lvl="3" rtl="0" algn="ctr">
              <a:lnSpc>
                <a:spcPct val="90000"/>
              </a:lnSpc>
              <a:spcBef>
                <a:spcPts val="0"/>
              </a:spcBef>
              <a:spcAft>
                <a:spcPts val="0"/>
              </a:spcAft>
              <a:buClr>
                <a:srgbClr val="000000"/>
              </a:buClr>
              <a:buSzPts val="1000"/>
              <a:buNone/>
              <a:defRPr sz="1000">
                <a:solidFill>
                  <a:srgbClr val="000000"/>
                </a:solidFill>
              </a:defRPr>
            </a:lvl4pPr>
            <a:lvl5pPr lvl="4" rtl="0" algn="ctr">
              <a:lnSpc>
                <a:spcPct val="90000"/>
              </a:lnSpc>
              <a:spcBef>
                <a:spcPts val="0"/>
              </a:spcBef>
              <a:spcAft>
                <a:spcPts val="0"/>
              </a:spcAft>
              <a:buClr>
                <a:srgbClr val="000000"/>
              </a:buClr>
              <a:buSzPts val="1000"/>
              <a:buNone/>
              <a:defRPr sz="1000">
                <a:solidFill>
                  <a:srgbClr val="000000"/>
                </a:solidFill>
              </a:defRPr>
            </a:lvl5pPr>
            <a:lvl6pPr lvl="5" rtl="0" algn="ctr">
              <a:lnSpc>
                <a:spcPct val="90000"/>
              </a:lnSpc>
              <a:spcBef>
                <a:spcPts val="0"/>
              </a:spcBef>
              <a:spcAft>
                <a:spcPts val="0"/>
              </a:spcAft>
              <a:buClr>
                <a:srgbClr val="000000"/>
              </a:buClr>
              <a:buSzPts val="1000"/>
              <a:buNone/>
              <a:defRPr sz="1000">
                <a:solidFill>
                  <a:srgbClr val="000000"/>
                </a:solidFill>
              </a:defRPr>
            </a:lvl6pPr>
            <a:lvl7pPr lvl="6" rtl="0" algn="ctr">
              <a:lnSpc>
                <a:spcPct val="90000"/>
              </a:lnSpc>
              <a:spcBef>
                <a:spcPts val="0"/>
              </a:spcBef>
              <a:spcAft>
                <a:spcPts val="0"/>
              </a:spcAft>
              <a:buClr>
                <a:srgbClr val="000000"/>
              </a:buClr>
              <a:buSzPts val="1000"/>
              <a:buNone/>
              <a:defRPr sz="1000">
                <a:solidFill>
                  <a:srgbClr val="000000"/>
                </a:solidFill>
              </a:defRPr>
            </a:lvl7pPr>
            <a:lvl8pPr lvl="7" rtl="0" algn="ctr">
              <a:lnSpc>
                <a:spcPct val="90000"/>
              </a:lnSpc>
              <a:spcBef>
                <a:spcPts val="0"/>
              </a:spcBef>
              <a:spcAft>
                <a:spcPts val="0"/>
              </a:spcAft>
              <a:buClr>
                <a:srgbClr val="000000"/>
              </a:buClr>
              <a:buSzPts val="1000"/>
              <a:buNone/>
              <a:defRPr sz="1000">
                <a:solidFill>
                  <a:srgbClr val="000000"/>
                </a:solidFill>
              </a:defRPr>
            </a:lvl8pPr>
            <a:lvl9pPr lvl="8" rtl="0" algn="ctr">
              <a:lnSpc>
                <a:spcPct val="90000"/>
              </a:lnSpc>
              <a:spcBef>
                <a:spcPts val="0"/>
              </a:spcBef>
              <a:spcAft>
                <a:spcPts val="0"/>
              </a:spcAft>
              <a:buClr>
                <a:srgbClr val="000000"/>
              </a:buClr>
              <a:buSzPts val="1000"/>
              <a:buNone/>
              <a:defRPr sz="1000">
                <a:solidFill>
                  <a:srgbClr val="000000"/>
                </a:solidFill>
              </a:defRPr>
            </a:lvl9pPr>
          </a:lstStyle>
          <a:p/>
        </p:txBody>
      </p:sp>
      <p:cxnSp>
        <p:nvCxnSpPr>
          <p:cNvPr id="406" name="Google Shape;406;p3"/>
          <p:cNvCxnSpPr/>
          <p:nvPr/>
        </p:nvCxnSpPr>
        <p:spPr>
          <a:xfrm flipH="1">
            <a:off x="3615479" y="5753262"/>
            <a:ext cx="600" cy="258300"/>
          </a:xfrm>
          <a:prstGeom prst="straightConnector1">
            <a:avLst/>
          </a:prstGeom>
          <a:noFill/>
          <a:ln cap="flat" cmpd="sng" w="28575">
            <a:solidFill>
              <a:srgbClr val="D9D9D9"/>
            </a:solidFill>
            <a:prstDash val="solid"/>
            <a:round/>
            <a:headEnd len="sm" w="sm" type="none"/>
            <a:tailEnd len="sm" w="sm" type="none"/>
          </a:ln>
        </p:spPr>
      </p:cxnSp>
      <p:sp>
        <p:nvSpPr>
          <p:cNvPr id="407" name="Google Shape;407;p3"/>
          <p:cNvSpPr txBox="1"/>
          <p:nvPr>
            <p:ph idx="61" type="subTitle"/>
          </p:nvPr>
        </p:nvSpPr>
        <p:spPr>
          <a:xfrm>
            <a:off x="7340888" y="5748886"/>
            <a:ext cx="2361300" cy="266400"/>
          </a:xfrm>
          <a:prstGeom prst="rect">
            <a:avLst/>
          </a:prstGeom>
          <a:noFill/>
          <a:ln>
            <a:noFill/>
          </a:ln>
        </p:spPr>
        <p:txBody>
          <a:bodyPr anchorCtr="0" anchor="ctr" bIns="36000" lIns="36000" spcFirstLastPara="1" rIns="36000" wrap="square" tIns="36000">
            <a:noAutofit/>
          </a:bodyPr>
          <a:lstStyle>
            <a:lvl1pPr lvl="0" rt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rtl="0" algn="ctr">
              <a:lnSpc>
                <a:spcPct val="90000"/>
              </a:lnSpc>
              <a:spcBef>
                <a:spcPts val="0"/>
              </a:spcBef>
              <a:spcAft>
                <a:spcPts val="0"/>
              </a:spcAft>
              <a:buClr>
                <a:srgbClr val="000000"/>
              </a:buClr>
              <a:buSzPts val="1000"/>
              <a:buNone/>
              <a:defRPr sz="1000">
                <a:solidFill>
                  <a:srgbClr val="000000"/>
                </a:solidFill>
              </a:defRPr>
            </a:lvl2pPr>
            <a:lvl3pPr lvl="2" rtl="0" algn="ctr">
              <a:lnSpc>
                <a:spcPct val="90000"/>
              </a:lnSpc>
              <a:spcBef>
                <a:spcPts val="0"/>
              </a:spcBef>
              <a:spcAft>
                <a:spcPts val="0"/>
              </a:spcAft>
              <a:buClr>
                <a:srgbClr val="000000"/>
              </a:buClr>
              <a:buSzPts val="1000"/>
              <a:buNone/>
              <a:defRPr sz="1000">
                <a:solidFill>
                  <a:srgbClr val="000000"/>
                </a:solidFill>
              </a:defRPr>
            </a:lvl3pPr>
            <a:lvl4pPr lvl="3" rtl="0" algn="ctr">
              <a:lnSpc>
                <a:spcPct val="90000"/>
              </a:lnSpc>
              <a:spcBef>
                <a:spcPts val="0"/>
              </a:spcBef>
              <a:spcAft>
                <a:spcPts val="0"/>
              </a:spcAft>
              <a:buClr>
                <a:srgbClr val="000000"/>
              </a:buClr>
              <a:buSzPts val="1000"/>
              <a:buNone/>
              <a:defRPr sz="1000">
                <a:solidFill>
                  <a:srgbClr val="000000"/>
                </a:solidFill>
              </a:defRPr>
            </a:lvl4pPr>
            <a:lvl5pPr lvl="4" rtl="0" algn="ctr">
              <a:lnSpc>
                <a:spcPct val="90000"/>
              </a:lnSpc>
              <a:spcBef>
                <a:spcPts val="0"/>
              </a:spcBef>
              <a:spcAft>
                <a:spcPts val="0"/>
              </a:spcAft>
              <a:buClr>
                <a:srgbClr val="000000"/>
              </a:buClr>
              <a:buSzPts val="1000"/>
              <a:buNone/>
              <a:defRPr sz="1000">
                <a:solidFill>
                  <a:srgbClr val="000000"/>
                </a:solidFill>
              </a:defRPr>
            </a:lvl5pPr>
            <a:lvl6pPr lvl="5" rtl="0" algn="ctr">
              <a:lnSpc>
                <a:spcPct val="90000"/>
              </a:lnSpc>
              <a:spcBef>
                <a:spcPts val="0"/>
              </a:spcBef>
              <a:spcAft>
                <a:spcPts val="0"/>
              </a:spcAft>
              <a:buClr>
                <a:srgbClr val="000000"/>
              </a:buClr>
              <a:buSzPts val="1000"/>
              <a:buNone/>
              <a:defRPr sz="1000">
                <a:solidFill>
                  <a:srgbClr val="000000"/>
                </a:solidFill>
              </a:defRPr>
            </a:lvl6pPr>
            <a:lvl7pPr lvl="6" rtl="0" algn="ctr">
              <a:lnSpc>
                <a:spcPct val="90000"/>
              </a:lnSpc>
              <a:spcBef>
                <a:spcPts val="0"/>
              </a:spcBef>
              <a:spcAft>
                <a:spcPts val="0"/>
              </a:spcAft>
              <a:buClr>
                <a:srgbClr val="000000"/>
              </a:buClr>
              <a:buSzPts val="1000"/>
              <a:buNone/>
              <a:defRPr sz="1000">
                <a:solidFill>
                  <a:srgbClr val="000000"/>
                </a:solidFill>
              </a:defRPr>
            </a:lvl7pPr>
            <a:lvl8pPr lvl="7" rtl="0" algn="ctr">
              <a:lnSpc>
                <a:spcPct val="90000"/>
              </a:lnSpc>
              <a:spcBef>
                <a:spcPts val="0"/>
              </a:spcBef>
              <a:spcAft>
                <a:spcPts val="0"/>
              </a:spcAft>
              <a:buClr>
                <a:srgbClr val="000000"/>
              </a:buClr>
              <a:buSzPts val="1000"/>
              <a:buNone/>
              <a:defRPr sz="1000">
                <a:solidFill>
                  <a:srgbClr val="000000"/>
                </a:solidFill>
              </a:defRPr>
            </a:lvl8pPr>
            <a:lvl9pPr lvl="8" rtl="0" algn="ctr">
              <a:lnSpc>
                <a:spcPct val="90000"/>
              </a:lnSpc>
              <a:spcBef>
                <a:spcPts val="0"/>
              </a:spcBef>
              <a:spcAft>
                <a:spcPts val="0"/>
              </a:spcAft>
              <a:buClr>
                <a:srgbClr val="000000"/>
              </a:buClr>
              <a:buSzPts val="1000"/>
              <a:buNone/>
              <a:defRPr sz="1000">
                <a:solidFill>
                  <a:srgbClr val="000000"/>
                </a:solidFill>
              </a:defRPr>
            </a:lvl9pPr>
          </a:lstStyle>
          <a:p/>
        </p:txBody>
      </p:sp>
      <p:sp>
        <p:nvSpPr>
          <p:cNvPr id="408" name="Google Shape;408;p3"/>
          <p:cNvSpPr txBox="1"/>
          <p:nvPr>
            <p:ph idx="62" type="subTitle"/>
          </p:nvPr>
        </p:nvSpPr>
        <p:spPr>
          <a:xfrm>
            <a:off x="3674438" y="5748883"/>
            <a:ext cx="1827600" cy="265800"/>
          </a:xfrm>
          <a:prstGeom prst="rect">
            <a:avLst/>
          </a:prstGeom>
          <a:noFill/>
          <a:ln>
            <a:noFill/>
          </a:ln>
        </p:spPr>
        <p:txBody>
          <a:bodyPr anchorCtr="0" anchor="ctr" bIns="36000" lIns="36000" spcFirstLastPara="1" rIns="36000" wrap="square" tIns="36000">
            <a:noAutofit/>
          </a:bodyPr>
          <a:lstStyle>
            <a:lvl1pPr lvl="0" rt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rtl="0" algn="ctr">
              <a:lnSpc>
                <a:spcPct val="90000"/>
              </a:lnSpc>
              <a:spcBef>
                <a:spcPts val="0"/>
              </a:spcBef>
              <a:spcAft>
                <a:spcPts val="0"/>
              </a:spcAft>
              <a:buClr>
                <a:srgbClr val="000000"/>
              </a:buClr>
              <a:buSzPts val="1000"/>
              <a:buNone/>
              <a:defRPr sz="1000">
                <a:solidFill>
                  <a:srgbClr val="000000"/>
                </a:solidFill>
              </a:defRPr>
            </a:lvl2pPr>
            <a:lvl3pPr lvl="2" rtl="0" algn="ctr">
              <a:lnSpc>
                <a:spcPct val="90000"/>
              </a:lnSpc>
              <a:spcBef>
                <a:spcPts val="0"/>
              </a:spcBef>
              <a:spcAft>
                <a:spcPts val="0"/>
              </a:spcAft>
              <a:buClr>
                <a:srgbClr val="000000"/>
              </a:buClr>
              <a:buSzPts val="1000"/>
              <a:buNone/>
              <a:defRPr sz="1000">
                <a:solidFill>
                  <a:srgbClr val="000000"/>
                </a:solidFill>
              </a:defRPr>
            </a:lvl3pPr>
            <a:lvl4pPr lvl="3" rtl="0" algn="ctr">
              <a:lnSpc>
                <a:spcPct val="90000"/>
              </a:lnSpc>
              <a:spcBef>
                <a:spcPts val="0"/>
              </a:spcBef>
              <a:spcAft>
                <a:spcPts val="0"/>
              </a:spcAft>
              <a:buClr>
                <a:srgbClr val="000000"/>
              </a:buClr>
              <a:buSzPts val="1000"/>
              <a:buNone/>
              <a:defRPr sz="1000">
                <a:solidFill>
                  <a:srgbClr val="000000"/>
                </a:solidFill>
              </a:defRPr>
            </a:lvl4pPr>
            <a:lvl5pPr lvl="4" rtl="0" algn="ctr">
              <a:lnSpc>
                <a:spcPct val="90000"/>
              </a:lnSpc>
              <a:spcBef>
                <a:spcPts val="0"/>
              </a:spcBef>
              <a:spcAft>
                <a:spcPts val="0"/>
              </a:spcAft>
              <a:buClr>
                <a:srgbClr val="000000"/>
              </a:buClr>
              <a:buSzPts val="1000"/>
              <a:buNone/>
              <a:defRPr sz="1000">
                <a:solidFill>
                  <a:srgbClr val="000000"/>
                </a:solidFill>
              </a:defRPr>
            </a:lvl5pPr>
            <a:lvl6pPr lvl="5" rtl="0" algn="ctr">
              <a:lnSpc>
                <a:spcPct val="90000"/>
              </a:lnSpc>
              <a:spcBef>
                <a:spcPts val="0"/>
              </a:spcBef>
              <a:spcAft>
                <a:spcPts val="0"/>
              </a:spcAft>
              <a:buClr>
                <a:srgbClr val="000000"/>
              </a:buClr>
              <a:buSzPts val="1000"/>
              <a:buNone/>
              <a:defRPr sz="1000">
                <a:solidFill>
                  <a:srgbClr val="000000"/>
                </a:solidFill>
              </a:defRPr>
            </a:lvl6pPr>
            <a:lvl7pPr lvl="6" rtl="0" algn="ctr">
              <a:lnSpc>
                <a:spcPct val="90000"/>
              </a:lnSpc>
              <a:spcBef>
                <a:spcPts val="0"/>
              </a:spcBef>
              <a:spcAft>
                <a:spcPts val="0"/>
              </a:spcAft>
              <a:buClr>
                <a:srgbClr val="000000"/>
              </a:buClr>
              <a:buSzPts val="1000"/>
              <a:buNone/>
              <a:defRPr sz="1000">
                <a:solidFill>
                  <a:srgbClr val="000000"/>
                </a:solidFill>
              </a:defRPr>
            </a:lvl7pPr>
            <a:lvl8pPr lvl="7" rtl="0" algn="ctr">
              <a:lnSpc>
                <a:spcPct val="90000"/>
              </a:lnSpc>
              <a:spcBef>
                <a:spcPts val="0"/>
              </a:spcBef>
              <a:spcAft>
                <a:spcPts val="0"/>
              </a:spcAft>
              <a:buClr>
                <a:srgbClr val="000000"/>
              </a:buClr>
              <a:buSzPts val="1000"/>
              <a:buNone/>
              <a:defRPr sz="1000">
                <a:solidFill>
                  <a:srgbClr val="000000"/>
                </a:solidFill>
              </a:defRPr>
            </a:lvl8pPr>
            <a:lvl9pPr lvl="8" rtl="0" algn="ctr">
              <a:lnSpc>
                <a:spcPct val="90000"/>
              </a:lnSpc>
              <a:spcBef>
                <a:spcPts val="0"/>
              </a:spcBef>
              <a:spcAft>
                <a:spcPts val="0"/>
              </a:spcAft>
              <a:buClr>
                <a:srgbClr val="000000"/>
              </a:buClr>
              <a:buSzPts val="1000"/>
              <a:buNone/>
              <a:defRPr sz="1000">
                <a:solidFill>
                  <a:srgbClr val="000000"/>
                </a:solidFill>
              </a:defRPr>
            </a:lvl9pPr>
          </a:lstStyle>
          <a:p/>
        </p:txBody>
      </p:sp>
      <p:sp>
        <p:nvSpPr>
          <p:cNvPr id="409" name="Google Shape;409;p3"/>
          <p:cNvSpPr txBox="1"/>
          <p:nvPr>
            <p:ph idx="63" type="subTitle"/>
          </p:nvPr>
        </p:nvSpPr>
        <p:spPr>
          <a:xfrm>
            <a:off x="5632763" y="5748888"/>
            <a:ext cx="1584600" cy="266400"/>
          </a:xfrm>
          <a:prstGeom prst="rect">
            <a:avLst/>
          </a:prstGeom>
          <a:noFill/>
          <a:ln>
            <a:noFill/>
          </a:ln>
        </p:spPr>
        <p:txBody>
          <a:bodyPr anchorCtr="0" anchor="ctr" bIns="36000" lIns="36000" spcFirstLastPara="1" rIns="36000" wrap="square" tIns="36000">
            <a:noAutofit/>
          </a:bodyPr>
          <a:lstStyle>
            <a:lvl1pPr lvl="0" rt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rtl="0" algn="ctr">
              <a:lnSpc>
                <a:spcPct val="90000"/>
              </a:lnSpc>
              <a:spcBef>
                <a:spcPts val="0"/>
              </a:spcBef>
              <a:spcAft>
                <a:spcPts val="0"/>
              </a:spcAft>
              <a:buClr>
                <a:srgbClr val="000000"/>
              </a:buClr>
              <a:buSzPts val="1000"/>
              <a:buNone/>
              <a:defRPr sz="1000">
                <a:solidFill>
                  <a:srgbClr val="000000"/>
                </a:solidFill>
              </a:defRPr>
            </a:lvl2pPr>
            <a:lvl3pPr lvl="2" rtl="0" algn="ctr">
              <a:lnSpc>
                <a:spcPct val="90000"/>
              </a:lnSpc>
              <a:spcBef>
                <a:spcPts val="0"/>
              </a:spcBef>
              <a:spcAft>
                <a:spcPts val="0"/>
              </a:spcAft>
              <a:buClr>
                <a:srgbClr val="000000"/>
              </a:buClr>
              <a:buSzPts val="1000"/>
              <a:buNone/>
              <a:defRPr sz="1000">
                <a:solidFill>
                  <a:srgbClr val="000000"/>
                </a:solidFill>
              </a:defRPr>
            </a:lvl3pPr>
            <a:lvl4pPr lvl="3" rtl="0" algn="ctr">
              <a:lnSpc>
                <a:spcPct val="90000"/>
              </a:lnSpc>
              <a:spcBef>
                <a:spcPts val="0"/>
              </a:spcBef>
              <a:spcAft>
                <a:spcPts val="0"/>
              </a:spcAft>
              <a:buClr>
                <a:srgbClr val="000000"/>
              </a:buClr>
              <a:buSzPts val="1000"/>
              <a:buNone/>
              <a:defRPr sz="1000">
                <a:solidFill>
                  <a:srgbClr val="000000"/>
                </a:solidFill>
              </a:defRPr>
            </a:lvl4pPr>
            <a:lvl5pPr lvl="4" rtl="0" algn="ctr">
              <a:lnSpc>
                <a:spcPct val="90000"/>
              </a:lnSpc>
              <a:spcBef>
                <a:spcPts val="0"/>
              </a:spcBef>
              <a:spcAft>
                <a:spcPts val="0"/>
              </a:spcAft>
              <a:buClr>
                <a:srgbClr val="000000"/>
              </a:buClr>
              <a:buSzPts val="1000"/>
              <a:buNone/>
              <a:defRPr sz="1000">
                <a:solidFill>
                  <a:srgbClr val="000000"/>
                </a:solidFill>
              </a:defRPr>
            </a:lvl5pPr>
            <a:lvl6pPr lvl="5" rtl="0" algn="ctr">
              <a:lnSpc>
                <a:spcPct val="90000"/>
              </a:lnSpc>
              <a:spcBef>
                <a:spcPts val="0"/>
              </a:spcBef>
              <a:spcAft>
                <a:spcPts val="0"/>
              </a:spcAft>
              <a:buClr>
                <a:srgbClr val="000000"/>
              </a:buClr>
              <a:buSzPts val="1000"/>
              <a:buNone/>
              <a:defRPr sz="1000">
                <a:solidFill>
                  <a:srgbClr val="000000"/>
                </a:solidFill>
              </a:defRPr>
            </a:lvl6pPr>
            <a:lvl7pPr lvl="6" rtl="0" algn="ctr">
              <a:lnSpc>
                <a:spcPct val="90000"/>
              </a:lnSpc>
              <a:spcBef>
                <a:spcPts val="0"/>
              </a:spcBef>
              <a:spcAft>
                <a:spcPts val="0"/>
              </a:spcAft>
              <a:buClr>
                <a:srgbClr val="000000"/>
              </a:buClr>
              <a:buSzPts val="1000"/>
              <a:buNone/>
              <a:defRPr sz="1000">
                <a:solidFill>
                  <a:srgbClr val="000000"/>
                </a:solidFill>
              </a:defRPr>
            </a:lvl7pPr>
            <a:lvl8pPr lvl="7" rtl="0" algn="ctr">
              <a:lnSpc>
                <a:spcPct val="90000"/>
              </a:lnSpc>
              <a:spcBef>
                <a:spcPts val="0"/>
              </a:spcBef>
              <a:spcAft>
                <a:spcPts val="0"/>
              </a:spcAft>
              <a:buClr>
                <a:srgbClr val="000000"/>
              </a:buClr>
              <a:buSzPts val="1000"/>
              <a:buNone/>
              <a:defRPr sz="1000">
                <a:solidFill>
                  <a:srgbClr val="000000"/>
                </a:solidFill>
              </a:defRPr>
            </a:lvl8pPr>
            <a:lvl9pPr lvl="8" rtl="0" algn="ctr">
              <a:lnSpc>
                <a:spcPct val="90000"/>
              </a:lnSpc>
              <a:spcBef>
                <a:spcPts val="0"/>
              </a:spcBef>
              <a:spcAft>
                <a:spcPts val="0"/>
              </a:spcAft>
              <a:buClr>
                <a:srgbClr val="000000"/>
              </a:buClr>
              <a:buSzPts val="1000"/>
              <a:buNone/>
              <a:defRPr sz="1000">
                <a:solidFill>
                  <a:srgbClr val="000000"/>
                </a:solidFill>
              </a:defRPr>
            </a:lvl9pPr>
          </a:lstStyle>
          <a:p/>
        </p:txBody>
      </p:sp>
      <p:cxnSp>
        <p:nvCxnSpPr>
          <p:cNvPr id="410" name="Google Shape;410;p3"/>
          <p:cNvCxnSpPr/>
          <p:nvPr/>
        </p:nvCxnSpPr>
        <p:spPr>
          <a:xfrm flipH="1">
            <a:off x="5567091" y="5749262"/>
            <a:ext cx="600" cy="258300"/>
          </a:xfrm>
          <a:prstGeom prst="straightConnector1">
            <a:avLst/>
          </a:prstGeom>
          <a:noFill/>
          <a:ln cap="flat" cmpd="sng" w="28575">
            <a:solidFill>
              <a:srgbClr val="D9D9D9"/>
            </a:solidFill>
            <a:prstDash val="solid"/>
            <a:round/>
            <a:headEnd len="sm" w="sm" type="none"/>
            <a:tailEnd len="sm" w="sm" type="none"/>
          </a:ln>
        </p:spPr>
      </p:cxnSp>
      <p:cxnSp>
        <p:nvCxnSpPr>
          <p:cNvPr id="411" name="Google Shape;411;p3"/>
          <p:cNvCxnSpPr/>
          <p:nvPr/>
        </p:nvCxnSpPr>
        <p:spPr>
          <a:xfrm flipH="1">
            <a:off x="7293616" y="5748887"/>
            <a:ext cx="600" cy="258300"/>
          </a:xfrm>
          <a:prstGeom prst="straightConnector1">
            <a:avLst/>
          </a:prstGeom>
          <a:noFill/>
          <a:ln cap="flat" cmpd="sng" w="28575">
            <a:solidFill>
              <a:srgbClr val="D9D9D9"/>
            </a:solidFill>
            <a:prstDash val="solid"/>
            <a:round/>
            <a:headEnd len="sm" w="sm" type="none"/>
            <a:tailEnd len="sm" w="sm" type="none"/>
          </a:ln>
        </p:spPr>
      </p:cxnSp>
      <p:cxnSp>
        <p:nvCxnSpPr>
          <p:cNvPr id="412" name="Google Shape;412;p3"/>
          <p:cNvCxnSpPr/>
          <p:nvPr/>
        </p:nvCxnSpPr>
        <p:spPr>
          <a:xfrm flipH="1">
            <a:off x="1138079" y="5748887"/>
            <a:ext cx="600" cy="258300"/>
          </a:xfrm>
          <a:prstGeom prst="straightConnector1">
            <a:avLst/>
          </a:prstGeom>
          <a:noFill/>
          <a:ln cap="flat" cmpd="sng" w="28575">
            <a:solidFill>
              <a:srgbClr val="D9D9D9"/>
            </a:solidFill>
            <a:prstDash val="solid"/>
            <a:round/>
            <a:headEnd len="sm" w="sm" type="none"/>
            <a:tailEnd len="sm" w="sm" type="none"/>
          </a:ln>
        </p:spPr>
      </p:cxnSp>
      <p:sp>
        <p:nvSpPr>
          <p:cNvPr id="413" name="Google Shape;413;p3"/>
          <p:cNvSpPr/>
          <p:nvPr/>
        </p:nvSpPr>
        <p:spPr>
          <a:xfrm>
            <a:off x="379388" y="6050174"/>
            <a:ext cx="9322800" cy="266400"/>
          </a:xfrm>
          <a:prstGeom prst="roundRect">
            <a:avLst>
              <a:gd fmla="val 12113" name="adj"/>
            </a:avLst>
          </a:prstGeom>
          <a:solidFill>
            <a:srgbClr val="FFFFFF"/>
          </a:solidFill>
          <a:ln cap="flat" cmpd="sng" w="9525">
            <a:solidFill>
              <a:srgbClr val="EFEFEF"/>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6000" spcFirstLastPara="1" rIns="0" wrap="square" tIns="0">
            <a:noAutofit/>
          </a:bodyPr>
          <a:lstStyle/>
          <a:p>
            <a:pPr indent="0" lvl="0" marL="0" rtl="0" algn="l">
              <a:lnSpc>
                <a:spcPct val="120000"/>
              </a:lnSpc>
              <a:spcBef>
                <a:spcPts val="0"/>
              </a:spcBef>
              <a:spcAft>
                <a:spcPts val="0"/>
              </a:spcAft>
              <a:buClr>
                <a:schemeClr val="dk1"/>
              </a:buClr>
              <a:buSzPts val="1100"/>
              <a:buFont typeface="Arial"/>
              <a:buNone/>
            </a:pPr>
            <a:r>
              <a:rPr b="1" lang="es-419" sz="800">
                <a:solidFill>
                  <a:schemeClr val="dk1"/>
                </a:solidFill>
                <a:latin typeface="Arvo"/>
                <a:ea typeface="Arvo"/>
                <a:cs typeface="Arvo"/>
                <a:sym typeface="Arvo"/>
              </a:rPr>
              <a:t>          Un(a)</a:t>
            </a:r>
            <a:endParaRPr b="1" sz="800">
              <a:latin typeface="Arvo"/>
              <a:ea typeface="Arvo"/>
              <a:cs typeface="Arvo"/>
              <a:sym typeface="Arvo"/>
            </a:endParaRPr>
          </a:p>
        </p:txBody>
      </p:sp>
      <p:sp>
        <p:nvSpPr>
          <p:cNvPr id="414" name="Google Shape;414;p3"/>
          <p:cNvSpPr txBox="1"/>
          <p:nvPr>
            <p:ph idx="64" type="subTitle"/>
          </p:nvPr>
        </p:nvSpPr>
        <p:spPr>
          <a:xfrm>
            <a:off x="1196438" y="6053845"/>
            <a:ext cx="2361300" cy="265800"/>
          </a:xfrm>
          <a:prstGeom prst="rect">
            <a:avLst/>
          </a:prstGeom>
          <a:noFill/>
          <a:ln>
            <a:noFill/>
          </a:ln>
        </p:spPr>
        <p:txBody>
          <a:bodyPr anchorCtr="0" anchor="ctr" bIns="36000" lIns="36000" spcFirstLastPara="1" rIns="36000" wrap="square" tIns="36000">
            <a:noAutofit/>
          </a:bodyPr>
          <a:lstStyle>
            <a:lvl1pPr lvl="0" rt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rtl="0" algn="ctr">
              <a:lnSpc>
                <a:spcPct val="90000"/>
              </a:lnSpc>
              <a:spcBef>
                <a:spcPts val="0"/>
              </a:spcBef>
              <a:spcAft>
                <a:spcPts val="0"/>
              </a:spcAft>
              <a:buClr>
                <a:srgbClr val="000000"/>
              </a:buClr>
              <a:buSzPts val="1000"/>
              <a:buNone/>
              <a:defRPr sz="1000">
                <a:solidFill>
                  <a:srgbClr val="000000"/>
                </a:solidFill>
              </a:defRPr>
            </a:lvl2pPr>
            <a:lvl3pPr lvl="2" rtl="0" algn="ctr">
              <a:lnSpc>
                <a:spcPct val="90000"/>
              </a:lnSpc>
              <a:spcBef>
                <a:spcPts val="0"/>
              </a:spcBef>
              <a:spcAft>
                <a:spcPts val="0"/>
              </a:spcAft>
              <a:buClr>
                <a:srgbClr val="000000"/>
              </a:buClr>
              <a:buSzPts val="1000"/>
              <a:buNone/>
              <a:defRPr sz="1000">
                <a:solidFill>
                  <a:srgbClr val="000000"/>
                </a:solidFill>
              </a:defRPr>
            </a:lvl3pPr>
            <a:lvl4pPr lvl="3" rtl="0" algn="ctr">
              <a:lnSpc>
                <a:spcPct val="90000"/>
              </a:lnSpc>
              <a:spcBef>
                <a:spcPts val="0"/>
              </a:spcBef>
              <a:spcAft>
                <a:spcPts val="0"/>
              </a:spcAft>
              <a:buClr>
                <a:srgbClr val="000000"/>
              </a:buClr>
              <a:buSzPts val="1000"/>
              <a:buNone/>
              <a:defRPr sz="1000">
                <a:solidFill>
                  <a:srgbClr val="000000"/>
                </a:solidFill>
              </a:defRPr>
            </a:lvl4pPr>
            <a:lvl5pPr lvl="4" rtl="0" algn="ctr">
              <a:lnSpc>
                <a:spcPct val="90000"/>
              </a:lnSpc>
              <a:spcBef>
                <a:spcPts val="0"/>
              </a:spcBef>
              <a:spcAft>
                <a:spcPts val="0"/>
              </a:spcAft>
              <a:buClr>
                <a:srgbClr val="000000"/>
              </a:buClr>
              <a:buSzPts val="1000"/>
              <a:buNone/>
              <a:defRPr sz="1000">
                <a:solidFill>
                  <a:srgbClr val="000000"/>
                </a:solidFill>
              </a:defRPr>
            </a:lvl5pPr>
            <a:lvl6pPr lvl="5" rtl="0" algn="ctr">
              <a:lnSpc>
                <a:spcPct val="90000"/>
              </a:lnSpc>
              <a:spcBef>
                <a:spcPts val="0"/>
              </a:spcBef>
              <a:spcAft>
                <a:spcPts val="0"/>
              </a:spcAft>
              <a:buClr>
                <a:srgbClr val="000000"/>
              </a:buClr>
              <a:buSzPts val="1000"/>
              <a:buNone/>
              <a:defRPr sz="1000">
                <a:solidFill>
                  <a:srgbClr val="000000"/>
                </a:solidFill>
              </a:defRPr>
            </a:lvl6pPr>
            <a:lvl7pPr lvl="6" rtl="0" algn="ctr">
              <a:lnSpc>
                <a:spcPct val="90000"/>
              </a:lnSpc>
              <a:spcBef>
                <a:spcPts val="0"/>
              </a:spcBef>
              <a:spcAft>
                <a:spcPts val="0"/>
              </a:spcAft>
              <a:buClr>
                <a:srgbClr val="000000"/>
              </a:buClr>
              <a:buSzPts val="1000"/>
              <a:buNone/>
              <a:defRPr sz="1000">
                <a:solidFill>
                  <a:srgbClr val="000000"/>
                </a:solidFill>
              </a:defRPr>
            </a:lvl7pPr>
            <a:lvl8pPr lvl="7" rtl="0" algn="ctr">
              <a:lnSpc>
                <a:spcPct val="90000"/>
              </a:lnSpc>
              <a:spcBef>
                <a:spcPts val="0"/>
              </a:spcBef>
              <a:spcAft>
                <a:spcPts val="0"/>
              </a:spcAft>
              <a:buClr>
                <a:srgbClr val="000000"/>
              </a:buClr>
              <a:buSzPts val="1000"/>
              <a:buNone/>
              <a:defRPr sz="1000">
                <a:solidFill>
                  <a:srgbClr val="000000"/>
                </a:solidFill>
              </a:defRPr>
            </a:lvl8pPr>
            <a:lvl9pPr lvl="8" rtl="0" algn="ctr">
              <a:lnSpc>
                <a:spcPct val="90000"/>
              </a:lnSpc>
              <a:spcBef>
                <a:spcPts val="0"/>
              </a:spcBef>
              <a:spcAft>
                <a:spcPts val="0"/>
              </a:spcAft>
              <a:buClr>
                <a:srgbClr val="000000"/>
              </a:buClr>
              <a:buSzPts val="1000"/>
              <a:buNone/>
              <a:defRPr sz="1000">
                <a:solidFill>
                  <a:srgbClr val="000000"/>
                </a:solidFill>
              </a:defRPr>
            </a:lvl9pPr>
          </a:lstStyle>
          <a:p/>
        </p:txBody>
      </p:sp>
      <p:cxnSp>
        <p:nvCxnSpPr>
          <p:cNvPr id="415" name="Google Shape;415;p3"/>
          <p:cNvCxnSpPr/>
          <p:nvPr/>
        </p:nvCxnSpPr>
        <p:spPr>
          <a:xfrm flipH="1">
            <a:off x="3615479" y="6058225"/>
            <a:ext cx="600" cy="258300"/>
          </a:xfrm>
          <a:prstGeom prst="straightConnector1">
            <a:avLst/>
          </a:prstGeom>
          <a:noFill/>
          <a:ln cap="flat" cmpd="sng" w="28575">
            <a:solidFill>
              <a:srgbClr val="D9D9D9"/>
            </a:solidFill>
            <a:prstDash val="solid"/>
            <a:round/>
            <a:headEnd len="sm" w="sm" type="none"/>
            <a:tailEnd len="sm" w="sm" type="none"/>
          </a:ln>
        </p:spPr>
      </p:cxnSp>
      <p:sp>
        <p:nvSpPr>
          <p:cNvPr id="416" name="Google Shape;416;p3"/>
          <p:cNvSpPr txBox="1"/>
          <p:nvPr>
            <p:ph idx="65" type="subTitle"/>
          </p:nvPr>
        </p:nvSpPr>
        <p:spPr>
          <a:xfrm>
            <a:off x="7340888" y="6053849"/>
            <a:ext cx="2361300" cy="266400"/>
          </a:xfrm>
          <a:prstGeom prst="rect">
            <a:avLst/>
          </a:prstGeom>
          <a:noFill/>
          <a:ln>
            <a:noFill/>
          </a:ln>
        </p:spPr>
        <p:txBody>
          <a:bodyPr anchorCtr="0" anchor="ctr" bIns="36000" lIns="36000" spcFirstLastPara="1" rIns="36000" wrap="square" tIns="36000">
            <a:noAutofit/>
          </a:bodyPr>
          <a:lstStyle>
            <a:lvl1pPr lvl="0" rt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rtl="0" algn="ctr">
              <a:lnSpc>
                <a:spcPct val="90000"/>
              </a:lnSpc>
              <a:spcBef>
                <a:spcPts val="0"/>
              </a:spcBef>
              <a:spcAft>
                <a:spcPts val="0"/>
              </a:spcAft>
              <a:buClr>
                <a:srgbClr val="000000"/>
              </a:buClr>
              <a:buSzPts val="1000"/>
              <a:buNone/>
              <a:defRPr sz="1000">
                <a:solidFill>
                  <a:srgbClr val="000000"/>
                </a:solidFill>
              </a:defRPr>
            </a:lvl2pPr>
            <a:lvl3pPr lvl="2" rtl="0" algn="ctr">
              <a:lnSpc>
                <a:spcPct val="90000"/>
              </a:lnSpc>
              <a:spcBef>
                <a:spcPts val="0"/>
              </a:spcBef>
              <a:spcAft>
                <a:spcPts val="0"/>
              </a:spcAft>
              <a:buClr>
                <a:srgbClr val="000000"/>
              </a:buClr>
              <a:buSzPts val="1000"/>
              <a:buNone/>
              <a:defRPr sz="1000">
                <a:solidFill>
                  <a:srgbClr val="000000"/>
                </a:solidFill>
              </a:defRPr>
            </a:lvl3pPr>
            <a:lvl4pPr lvl="3" rtl="0" algn="ctr">
              <a:lnSpc>
                <a:spcPct val="90000"/>
              </a:lnSpc>
              <a:spcBef>
                <a:spcPts val="0"/>
              </a:spcBef>
              <a:spcAft>
                <a:spcPts val="0"/>
              </a:spcAft>
              <a:buClr>
                <a:srgbClr val="000000"/>
              </a:buClr>
              <a:buSzPts val="1000"/>
              <a:buNone/>
              <a:defRPr sz="1000">
                <a:solidFill>
                  <a:srgbClr val="000000"/>
                </a:solidFill>
              </a:defRPr>
            </a:lvl4pPr>
            <a:lvl5pPr lvl="4" rtl="0" algn="ctr">
              <a:lnSpc>
                <a:spcPct val="90000"/>
              </a:lnSpc>
              <a:spcBef>
                <a:spcPts val="0"/>
              </a:spcBef>
              <a:spcAft>
                <a:spcPts val="0"/>
              </a:spcAft>
              <a:buClr>
                <a:srgbClr val="000000"/>
              </a:buClr>
              <a:buSzPts val="1000"/>
              <a:buNone/>
              <a:defRPr sz="1000">
                <a:solidFill>
                  <a:srgbClr val="000000"/>
                </a:solidFill>
              </a:defRPr>
            </a:lvl5pPr>
            <a:lvl6pPr lvl="5" rtl="0" algn="ctr">
              <a:lnSpc>
                <a:spcPct val="90000"/>
              </a:lnSpc>
              <a:spcBef>
                <a:spcPts val="0"/>
              </a:spcBef>
              <a:spcAft>
                <a:spcPts val="0"/>
              </a:spcAft>
              <a:buClr>
                <a:srgbClr val="000000"/>
              </a:buClr>
              <a:buSzPts val="1000"/>
              <a:buNone/>
              <a:defRPr sz="1000">
                <a:solidFill>
                  <a:srgbClr val="000000"/>
                </a:solidFill>
              </a:defRPr>
            </a:lvl6pPr>
            <a:lvl7pPr lvl="6" rtl="0" algn="ctr">
              <a:lnSpc>
                <a:spcPct val="90000"/>
              </a:lnSpc>
              <a:spcBef>
                <a:spcPts val="0"/>
              </a:spcBef>
              <a:spcAft>
                <a:spcPts val="0"/>
              </a:spcAft>
              <a:buClr>
                <a:srgbClr val="000000"/>
              </a:buClr>
              <a:buSzPts val="1000"/>
              <a:buNone/>
              <a:defRPr sz="1000">
                <a:solidFill>
                  <a:srgbClr val="000000"/>
                </a:solidFill>
              </a:defRPr>
            </a:lvl7pPr>
            <a:lvl8pPr lvl="7" rtl="0" algn="ctr">
              <a:lnSpc>
                <a:spcPct val="90000"/>
              </a:lnSpc>
              <a:spcBef>
                <a:spcPts val="0"/>
              </a:spcBef>
              <a:spcAft>
                <a:spcPts val="0"/>
              </a:spcAft>
              <a:buClr>
                <a:srgbClr val="000000"/>
              </a:buClr>
              <a:buSzPts val="1000"/>
              <a:buNone/>
              <a:defRPr sz="1000">
                <a:solidFill>
                  <a:srgbClr val="000000"/>
                </a:solidFill>
              </a:defRPr>
            </a:lvl8pPr>
            <a:lvl9pPr lvl="8" rtl="0" algn="ctr">
              <a:lnSpc>
                <a:spcPct val="90000"/>
              </a:lnSpc>
              <a:spcBef>
                <a:spcPts val="0"/>
              </a:spcBef>
              <a:spcAft>
                <a:spcPts val="0"/>
              </a:spcAft>
              <a:buClr>
                <a:srgbClr val="000000"/>
              </a:buClr>
              <a:buSzPts val="1000"/>
              <a:buNone/>
              <a:defRPr sz="1000">
                <a:solidFill>
                  <a:srgbClr val="000000"/>
                </a:solidFill>
              </a:defRPr>
            </a:lvl9pPr>
          </a:lstStyle>
          <a:p/>
        </p:txBody>
      </p:sp>
      <p:sp>
        <p:nvSpPr>
          <p:cNvPr id="417" name="Google Shape;417;p3"/>
          <p:cNvSpPr txBox="1"/>
          <p:nvPr>
            <p:ph idx="66" type="subTitle"/>
          </p:nvPr>
        </p:nvSpPr>
        <p:spPr>
          <a:xfrm>
            <a:off x="3674438" y="6053845"/>
            <a:ext cx="1827600" cy="265800"/>
          </a:xfrm>
          <a:prstGeom prst="rect">
            <a:avLst/>
          </a:prstGeom>
          <a:noFill/>
          <a:ln>
            <a:noFill/>
          </a:ln>
        </p:spPr>
        <p:txBody>
          <a:bodyPr anchorCtr="0" anchor="ctr" bIns="36000" lIns="36000" spcFirstLastPara="1" rIns="36000" wrap="square" tIns="36000">
            <a:noAutofit/>
          </a:bodyPr>
          <a:lstStyle>
            <a:lvl1pPr lvl="0" rt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rtl="0" algn="ctr">
              <a:lnSpc>
                <a:spcPct val="90000"/>
              </a:lnSpc>
              <a:spcBef>
                <a:spcPts val="0"/>
              </a:spcBef>
              <a:spcAft>
                <a:spcPts val="0"/>
              </a:spcAft>
              <a:buClr>
                <a:srgbClr val="000000"/>
              </a:buClr>
              <a:buSzPts val="1000"/>
              <a:buNone/>
              <a:defRPr sz="1000">
                <a:solidFill>
                  <a:srgbClr val="000000"/>
                </a:solidFill>
              </a:defRPr>
            </a:lvl2pPr>
            <a:lvl3pPr lvl="2" rtl="0" algn="ctr">
              <a:lnSpc>
                <a:spcPct val="90000"/>
              </a:lnSpc>
              <a:spcBef>
                <a:spcPts val="0"/>
              </a:spcBef>
              <a:spcAft>
                <a:spcPts val="0"/>
              </a:spcAft>
              <a:buClr>
                <a:srgbClr val="000000"/>
              </a:buClr>
              <a:buSzPts val="1000"/>
              <a:buNone/>
              <a:defRPr sz="1000">
                <a:solidFill>
                  <a:srgbClr val="000000"/>
                </a:solidFill>
              </a:defRPr>
            </a:lvl3pPr>
            <a:lvl4pPr lvl="3" rtl="0" algn="ctr">
              <a:lnSpc>
                <a:spcPct val="90000"/>
              </a:lnSpc>
              <a:spcBef>
                <a:spcPts val="0"/>
              </a:spcBef>
              <a:spcAft>
                <a:spcPts val="0"/>
              </a:spcAft>
              <a:buClr>
                <a:srgbClr val="000000"/>
              </a:buClr>
              <a:buSzPts val="1000"/>
              <a:buNone/>
              <a:defRPr sz="1000">
                <a:solidFill>
                  <a:srgbClr val="000000"/>
                </a:solidFill>
              </a:defRPr>
            </a:lvl4pPr>
            <a:lvl5pPr lvl="4" rtl="0" algn="ctr">
              <a:lnSpc>
                <a:spcPct val="90000"/>
              </a:lnSpc>
              <a:spcBef>
                <a:spcPts val="0"/>
              </a:spcBef>
              <a:spcAft>
                <a:spcPts val="0"/>
              </a:spcAft>
              <a:buClr>
                <a:srgbClr val="000000"/>
              </a:buClr>
              <a:buSzPts val="1000"/>
              <a:buNone/>
              <a:defRPr sz="1000">
                <a:solidFill>
                  <a:srgbClr val="000000"/>
                </a:solidFill>
              </a:defRPr>
            </a:lvl5pPr>
            <a:lvl6pPr lvl="5" rtl="0" algn="ctr">
              <a:lnSpc>
                <a:spcPct val="90000"/>
              </a:lnSpc>
              <a:spcBef>
                <a:spcPts val="0"/>
              </a:spcBef>
              <a:spcAft>
                <a:spcPts val="0"/>
              </a:spcAft>
              <a:buClr>
                <a:srgbClr val="000000"/>
              </a:buClr>
              <a:buSzPts val="1000"/>
              <a:buNone/>
              <a:defRPr sz="1000">
                <a:solidFill>
                  <a:srgbClr val="000000"/>
                </a:solidFill>
              </a:defRPr>
            </a:lvl6pPr>
            <a:lvl7pPr lvl="6" rtl="0" algn="ctr">
              <a:lnSpc>
                <a:spcPct val="90000"/>
              </a:lnSpc>
              <a:spcBef>
                <a:spcPts val="0"/>
              </a:spcBef>
              <a:spcAft>
                <a:spcPts val="0"/>
              </a:spcAft>
              <a:buClr>
                <a:srgbClr val="000000"/>
              </a:buClr>
              <a:buSzPts val="1000"/>
              <a:buNone/>
              <a:defRPr sz="1000">
                <a:solidFill>
                  <a:srgbClr val="000000"/>
                </a:solidFill>
              </a:defRPr>
            </a:lvl7pPr>
            <a:lvl8pPr lvl="7" rtl="0" algn="ctr">
              <a:lnSpc>
                <a:spcPct val="90000"/>
              </a:lnSpc>
              <a:spcBef>
                <a:spcPts val="0"/>
              </a:spcBef>
              <a:spcAft>
                <a:spcPts val="0"/>
              </a:spcAft>
              <a:buClr>
                <a:srgbClr val="000000"/>
              </a:buClr>
              <a:buSzPts val="1000"/>
              <a:buNone/>
              <a:defRPr sz="1000">
                <a:solidFill>
                  <a:srgbClr val="000000"/>
                </a:solidFill>
              </a:defRPr>
            </a:lvl8pPr>
            <a:lvl9pPr lvl="8" rtl="0" algn="ctr">
              <a:lnSpc>
                <a:spcPct val="90000"/>
              </a:lnSpc>
              <a:spcBef>
                <a:spcPts val="0"/>
              </a:spcBef>
              <a:spcAft>
                <a:spcPts val="0"/>
              </a:spcAft>
              <a:buClr>
                <a:srgbClr val="000000"/>
              </a:buClr>
              <a:buSzPts val="1000"/>
              <a:buNone/>
              <a:defRPr sz="1000">
                <a:solidFill>
                  <a:srgbClr val="000000"/>
                </a:solidFill>
              </a:defRPr>
            </a:lvl9pPr>
          </a:lstStyle>
          <a:p/>
        </p:txBody>
      </p:sp>
      <p:sp>
        <p:nvSpPr>
          <p:cNvPr id="418" name="Google Shape;418;p3"/>
          <p:cNvSpPr txBox="1"/>
          <p:nvPr>
            <p:ph idx="67" type="subTitle"/>
          </p:nvPr>
        </p:nvSpPr>
        <p:spPr>
          <a:xfrm>
            <a:off x="5632763" y="6053850"/>
            <a:ext cx="1584600" cy="266400"/>
          </a:xfrm>
          <a:prstGeom prst="rect">
            <a:avLst/>
          </a:prstGeom>
          <a:noFill/>
          <a:ln>
            <a:noFill/>
          </a:ln>
        </p:spPr>
        <p:txBody>
          <a:bodyPr anchorCtr="0" anchor="ctr" bIns="36000" lIns="36000" spcFirstLastPara="1" rIns="36000" wrap="square" tIns="36000">
            <a:noAutofit/>
          </a:bodyPr>
          <a:lstStyle>
            <a:lvl1pPr lvl="0" rt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rtl="0" algn="ctr">
              <a:lnSpc>
                <a:spcPct val="90000"/>
              </a:lnSpc>
              <a:spcBef>
                <a:spcPts val="0"/>
              </a:spcBef>
              <a:spcAft>
                <a:spcPts val="0"/>
              </a:spcAft>
              <a:buClr>
                <a:srgbClr val="000000"/>
              </a:buClr>
              <a:buSzPts val="1000"/>
              <a:buNone/>
              <a:defRPr sz="1000">
                <a:solidFill>
                  <a:srgbClr val="000000"/>
                </a:solidFill>
              </a:defRPr>
            </a:lvl2pPr>
            <a:lvl3pPr lvl="2" rtl="0" algn="ctr">
              <a:lnSpc>
                <a:spcPct val="90000"/>
              </a:lnSpc>
              <a:spcBef>
                <a:spcPts val="0"/>
              </a:spcBef>
              <a:spcAft>
                <a:spcPts val="0"/>
              </a:spcAft>
              <a:buClr>
                <a:srgbClr val="000000"/>
              </a:buClr>
              <a:buSzPts val="1000"/>
              <a:buNone/>
              <a:defRPr sz="1000">
                <a:solidFill>
                  <a:srgbClr val="000000"/>
                </a:solidFill>
              </a:defRPr>
            </a:lvl3pPr>
            <a:lvl4pPr lvl="3" rtl="0" algn="ctr">
              <a:lnSpc>
                <a:spcPct val="90000"/>
              </a:lnSpc>
              <a:spcBef>
                <a:spcPts val="0"/>
              </a:spcBef>
              <a:spcAft>
                <a:spcPts val="0"/>
              </a:spcAft>
              <a:buClr>
                <a:srgbClr val="000000"/>
              </a:buClr>
              <a:buSzPts val="1000"/>
              <a:buNone/>
              <a:defRPr sz="1000">
                <a:solidFill>
                  <a:srgbClr val="000000"/>
                </a:solidFill>
              </a:defRPr>
            </a:lvl4pPr>
            <a:lvl5pPr lvl="4" rtl="0" algn="ctr">
              <a:lnSpc>
                <a:spcPct val="90000"/>
              </a:lnSpc>
              <a:spcBef>
                <a:spcPts val="0"/>
              </a:spcBef>
              <a:spcAft>
                <a:spcPts val="0"/>
              </a:spcAft>
              <a:buClr>
                <a:srgbClr val="000000"/>
              </a:buClr>
              <a:buSzPts val="1000"/>
              <a:buNone/>
              <a:defRPr sz="1000">
                <a:solidFill>
                  <a:srgbClr val="000000"/>
                </a:solidFill>
              </a:defRPr>
            </a:lvl5pPr>
            <a:lvl6pPr lvl="5" rtl="0" algn="ctr">
              <a:lnSpc>
                <a:spcPct val="90000"/>
              </a:lnSpc>
              <a:spcBef>
                <a:spcPts val="0"/>
              </a:spcBef>
              <a:spcAft>
                <a:spcPts val="0"/>
              </a:spcAft>
              <a:buClr>
                <a:srgbClr val="000000"/>
              </a:buClr>
              <a:buSzPts val="1000"/>
              <a:buNone/>
              <a:defRPr sz="1000">
                <a:solidFill>
                  <a:srgbClr val="000000"/>
                </a:solidFill>
              </a:defRPr>
            </a:lvl6pPr>
            <a:lvl7pPr lvl="6" rtl="0" algn="ctr">
              <a:lnSpc>
                <a:spcPct val="90000"/>
              </a:lnSpc>
              <a:spcBef>
                <a:spcPts val="0"/>
              </a:spcBef>
              <a:spcAft>
                <a:spcPts val="0"/>
              </a:spcAft>
              <a:buClr>
                <a:srgbClr val="000000"/>
              </a:buClr>
              <a:buSzPts val="1000"/>
              <a:buNone/>
              <a:defRPr sz="1000">
                <a:solidFill>
                  <a:srgbClr val="000000"/>
                </a:solidFill>
              </a:defRPr>
            </a:lvl7pPr>
            <a:lvl8pPr lvl="7" rtl="0" algn="ctr">
              <a:lnSpc>
                <a:spcPct val="90000"/>
              </a:lnSpc>
              <a:spcBef>
                <a:spcPts val="0"/>
              </a:spcBef>
              <a:spcAft>
                <a:spcPts val="0"/>
              </a:spcAft>
              <a:buClr>
                <a:srgbClr val="000000"/>
              </a:buClr>
              <a:buSzPts val="1000"/>
              <a:buNone/>
              <a:defRPr sz="1000">
                <a:solidFill>
                  <a:srgbClr val="000000"/>
                </a:solidFill>
              </a:defRPr>
            </a:lvl8pPr>
            <a:lvl9pPr lvl="8" rtl="0" algn="ctr">
              <a:lnSpc>
                <a:spcPct val="90000"/>
              </a:lnSpc>
              <a:spcBef>
                <a:spcPts val="0"/>
              </a:spcBef>
              <a:spcAft>
                <a:spcPts val="0"/>
              </a:spcAft>
              <a:buClr>
                <a:srgbClr val="000000"/>
              </a:buClr>
              <a:buSzPts val="1000"/>
              <a:buNone/>
              <a:defRPr sz="1000">
                <a:solidFill>
                  <a:srgbClr val="000000"/>
                </a:solidFill>
              </a:defRPr>
            </a:lvl9pPr>
          </a:lstStyle>
          <a:p/>
        </p:txBody>
      </p:sp>
      <p:cxnSp>
        <p:nvCxnSpPr>
          <p:cNvPr id="419" name="Google Shape;419;p3"/>
          <p:cNvCxnSpPr/>
          <p:nvPr/>
        </p:nvCxnSpPr>
        <p:spPr>
          <a:xfrm flipH="1">
            <a:off x="5567091" y="6054225"/>
            <a:ext cx="600" cy="258300"/>
          </a:xfrm>
          <a:prstGeom prst="straightConnector1">
            <a:avLst/>
          </a:prstGeom>
          <a:noFill/>
          <a:ln cap="flat" cmpd="sng" w="28575">
            <a:solidFill>
              <a:srgbClr val="D9D9D9"/>
            </a:solidFill>
            <a:prstDash val="solid"/>
            <a:round/>
            <a:headEnd len="sm" w="sm" type="none"/>
            <a:tailEnd len="sm" w="sm" type="none"/>
          </a:ln>
        </p:spPr>
      </p:cxnSp>
      <p:cxnSp>
        <p:nvCxnSpPr>
          <p:cNvPr id="420" name="Google Shape;420;p3"/>
          <p:cNvCxnSpPr/>
          <p:nvPr/>
        </p:nvCxnSpPr>
        <p:spPr>
          <a:xfrm flipH="1">
            <a:off x="7293616" y="6053850"/>
            <a:ext cx="600" cy="258300"/>
          </a:xfrm>
          <a:prstGeom prst="straightConnector1">
            <a:avLst/>
          </a:prstGeom>
          <a:noFill/>
          <a:ln cap="flat" cmpd="sng" w="28575">
            <a:solidFill>
              <a:srgbClr val="D9D9D9"/>
            </a:solidFill>
            <a:prstDash val="solid"/>
            <a:round/>
            <a:headEnd len="sm" w="sm" type="none"/>
            <a:tailEnd len="sm" w="sm" type="none"/>
          </a:ln>
        </p:spPr>
      </p:cxnSp>
      <p:cxnSp>
        <p:nvCxnSpPr>
          <p:cNvPr id="421" name="Google Shape;421;p3"/>
          <p:cNvCxnSpPr/>
          <p:nvPr/>
        </p:nvCxnSpPr>
        <p:spPr>
          <a:xfrm flipH="1">
            <a:off x="1138079" y="6053850"/>
            <a:ext cx="600" cy="258300"/>
          </a:xfrm>
          <a:prstGeom prst="straightConnector1">
            <a:avLst/>
          </a:prstGeom>
          <a:noFill/>
          <a:ln cap="flat" cmpd="sng" w="28575">
            <a:solidFill>
              <a:srgbClr val="D9D9D9"/>
            </a:solidFill>
            <a:prstDash val="solid"/>
            <a:round/>
            <a:headEnd len="sm" w="sm" type="none"/>
            <a:tailEnd len="sm" w="sm" type="none"/>
          </a:ln>
        </p:spPr>
      </p:cxnSp>
      <p:sp>
        <p:nvSpPr>
          <p:cNvPr id="422" name="Google Shape;422;p3"/>
          <p:cNvSpPr/>
          <p:nvPr/>
        </p:nvSpPr>
        <p:spPr>
          <a:xfrm>
            <a:off x="378575" y="6354074"/>
            <a:ext cx="9322800" cy="266400"/>
          </a:xfrm>
          <a:prstGeom prst="roundRect">
            <a:avLst>
              <a:gd fmla="val 12113" name="adj"/>
            </a:avLst>
          </a:prstGeom>
          <a:solidFill>
            <a:srgbClr val="FFFFFF"/>
          </a:solidFill>
          <a:ln cap="flat" cmpd="sng" w="9525">
            <a:solidFill>
              <a:srgbClr val="EFEFEF"/>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6000" spcFirstLastPara="1" rIns="0" wrap="square" tIns="0">
            <a:noAutofit/>
          </a:bodyPr>
          <a:lstStyle/>
          <a:p>
            <a:pPr indent="0" lvl="0" marL="0" rtl="0" algn="l">
              <a:lnSpc>
                <a:spcPct val="120000"/>
              </a:lnSpc>
              <a:spcBef>
                <a:spcPts val="0"/>
              </a:spcBef>
              <a:spcAft>
                <a:spcPts val="0"/>
              </a:spcAft>
              <a:buClr>
                <a:schemeClr val="dk1"/>
              </a:buClr>
              <a:buSzPts val="1100"/>
              <a:buFont typeface="Arial"/>
              <a:buNone/>
            </a:pPr>
            <a:r>
              <a:rPr b="1" lang="es-419" sz="800">
                <a:solidFill>
                  <a:schemeClr val="dk1"/>
                </a:solidFill>
                <a:latin typeface="Arvo"/>
                <a:ea typeface="Arvo"/>
                <a:cs typeface="Arvo"/>
                <a:sym typeface="Arvo"/>
              </a:rPr>
              <a:t>          Un(a)</a:t>
            </a:r>
            <a:endParaRPr b="1" sz="800">
              <a:latin typeface="Arvo"/>
              <a:ea typeface="Arvo"/>
              <a:cs typeface="Arvo"/>
              <a:sym typeface="Arvo"/>
            </a:endParaRPr>
          </a:p>
        </p:txBody>
      </p:sp>
      <p:sp>
        <p:nvSpPr>
          <p:cNvPr id="423" name="Google Shape;423;p3"/>
          <p:cNvSpPr txBox="1"/>
          <p:nvPr>
            <p:ph idx="68" type="subTitle"/>
          </p:nvPr>
        </p:nvSpPr>
        <p:spPr>
          <a:xfrm>
            <a:off x="1195625" y="6357745"/>
            <a:ext cx="2361300" cy="265800"/>
          </a:xfrm>
          <a:prstGeom prst="rect">
            <a:avLst/>
          </a:prstGeom>
          <a:noFill/>
          <a:ln>
            <a:noFill/>
          </a:ln>
        </p:spPr>
        <p:txBody>
          <a:bodyPr anchorCtr="0" anchor="ctr" bIns="36000" lIns="36000" spcFirstLastPara="1" rIns="36000" wrap="square" tIns="36000">
            <a:noAutofit/>
          </a:bodyPr>
          <a:lstStyle>
            <a:lvl1pPr lvl="0" rt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rtl="0" algn="ctr">
              <a:lnSpc>
                <a:spcPct val="90000"/>
              </a:lnSpc>
              <a:spcBef>
                <a:spcPts val="0"/>
              </a:spcBef>
              <a:spcAft>
                <a:spcPts val="0"/>
              </a:spcAft>
              <a:buClr>
                <a:srgbClr val="000000"/>
              </a:buClr>
              <a:buSzPts val="1000"/>
              <a:buNone/>
              <a:defRPr sz="1000">
                <a:solidFill>
                  <a:srgbClr val="000000"/>
                </a:solidFill>
              </a:defRPr>
            </a:lvl2pPr>
            <a:lvl3pPr lvl="2" rtl="0" algn="ctr">
              <a:lnSpc>
                <a:spcPct val="90000"/>
              </a:lnSpc>
              <a:spcBef>
                <a:spcPts val="0"/>
              </a:spcBef>
              <a:spcAft>
                <a:spcPts val="0"/>
              </a:spcAft>
              <a:buClr>
                <a:srgbClr val="000000"/>
              </a:buClr>
              <a:buSzPts val="1000"/>
              <a:buNone/>
              <a:defRPr sz="1000">
                <a:solidFill>
                  <a:srgbClr val="000000"/>
                </a:solidFill>
              </a:defRPr>
            </a:lvl3pPr>
            <a:lvl4pPr lvl="3" rtl="0" algn="ctr">
              <a:lnSpc>
                <a:spcPct val="90000"/>
              </a:lnSpc>
              <a:spcBef>
                <a:spcPts val="0"/>
              </a:spcBef>
              <a:spcAft>
                <a:spcPts val="0"/>
              </a:spcAft>
              <a:buClr>
                <a:srgbClr val="000000"/>
              </a:buClr>
              <a:buSzPts val="1000"/>
              <a:buNone/>
              <a:defRPr sz="1000">
                <a:solidFill>
                  <a:srgbClr val="000000"/>
                </a:solidFill>
              </a:defRPr>
            </a:lvl4pPr>
            <a:lvl5pPr lvl="4" rtl="0" algn="ctr">
              <a:lnSpc>
                <a:spcPct val="90000"/>
              </a:lnSpc>
              <a:spcBef>
                <a:spcPts val="0"/>
              </a:spcBef>
              <a:spcAft>
                <a:spcPts val="0"/>
              </a:spcAft>
              <a:buClr>
                <a:srgbClr val="000000"/>
              </a:buClr>
              <a:buSzPts val="1000"/>
              <a:buNone/>
              <a:defRPr sz="1000">
                <a:solidFill>
                  <a:srgbClr val="000000"/>
                </a:solidFill>
              </a:defRPr>
            </a:lvl5pPr>
            <a:lvl6pPr lvl="5" rtl="0" algn="ctr">
              <a:lnSpc>
                <a:spcPct val="90000"/>
              </a:lnSpc>
              <a:spcBef>
                <a:spcPts val="0"/>
              </a:spcBef>
              <a:spcAft>
                <a:spcPts val="0"/>
              </a:spcAft>
              <a:buClr>
                <a:srgbClr val="000000"/>
              </a:buClr>
              <a:buSzPts val="1000"/>
              <a:buNone/>
              <a:defRPr sz="1000">
                <a:solidFill>
                  <a:srgbClr val="000000"/>
                </a:solidFill>
              </a:defRPr>
            </a:lvl6pPr>
            <a:lvl7pPr lvl="6" rtl="0" algn="ctr">
              <a:lnSpc>
                <a:spcPct val="90000"/>
              </a:lnSpc>
              <a:spcBef>
                <a:spcPts val="0"/>
              </a:spcBef>
              <a:spcAft>
                <a:spcPts val="0"/>
              </a:spcAft>
              <a:buClr>
                <a:srgbClr val="000000"/>
              </a:buClr>
              <a:buSzPts val="1000"/>
              <a:buNone/>
              <a:defRPr sz="1000">
                <a:solidFill>
                  <a:srgbClr val="000000"/>
                </a:solidFill>
              </a:defRPr>
            </a:lvl7pPr>
            <a:lvl8pPr lvl="7" rtl="0" algn="ctr">
              <a:lnSpc>
                <a:spcPct val="90000"/>
              </a:lnSpc>
              <a:spcBef>
                <a:spcPts val="0"/>
              </a:spcBef>
              <a:spcAft>
                <a:spcPts val="0"/>
              </a:spcAft>
              <a:buClr>
                <a:srgbClr val="000000"/>
              </a:buClr>
              <a:buSzPts val="1000"/>
              <a:buNone/>
              <a:defRPr sz="1000">
                <a:solidFill>
                  <a:srgbClr val="000000"/>
                </a:solidFill>
              </a:defRPr>
            </a:lvl8pPr>
            <a:lvl9pPr lvl="8" rtl="0" algn="ctr">
              <a:lnSpc>
                <a:spcPct val="90000"/>
              </a:lnSpc>
              <a:spcBef>
                <a:spcPts val="0"/>
              </a:spcBef>
              <a:spcAft>
                <a:spcPts val="0"/>
              </a:spcAft>
              <a:buClr>
                <a:srgbClr val="000000"/>
              </a:buClr>
              <a:buSzPts val="1000"/>
              <a:buNone/>
              <a:defRPr sz="1000">
                <a:solidFill>
                  <a:srgbClr val="000000"/>
                </a:solidFill>
              </a:defRPr>
            </a:lvl9pPr>
          </a:lstStyle>
          <a:p/>
        </p:txBody>
      </p:sp>
      <p:cxnSp>
        <p:nvCxnSpPr>
          <p:cNvPr id="424" name="Google Shape;424;p3"/>
          <p:cNvCxnSpPr/>
          <p:nvPr/>
        </p:nvCxnSpPr>
        <p:spPr>
          <a:xfrm flipH="1">
            <a:off x="3614666" y="6362125"/>
            <a:ext cx="600" cy="258300"/>
          </a:xfrm>
          <a:prstGeom prst="straightConnector1">
            <a:avLst/>
          </a:prstGeom>
          <a:noFill/>
          <a:ln cap="flat" cmpd="sng" w="28575">
            <a:solidFill>
              <a:srgbClr val="D9D9D9"/>
            </a:solidFill>
            <a:prstDash val="solid"/>
            <a:round/>
            <a:headEnd len="sm" w="sm" type="none"/>
            <a:tailEnd len="sm" w="sm" type="none"/>
          </a:ln>
        </p:spPr>
      </p:cxnSp>
      <p:sp>
        <p:nvSpPr>
          <p:cNvPr id="425" name="Google Shape;425;p3"/>
          <p:cNvSpPr txBox="1"/>
          <p:nvPr>
            <p:ph idx="69" type="subTitle"/>
          </p:nvPr>
        </p:nvSpPr>
        <p:spPr>
          <a:xfrm>
            <a:off x="7340075" y="6357749"/>
            <a:ext cx="2361300" cy="266400"/>
          </a:xfrm>
          <a:prstGeom prst="rect">
            <a:avLst/>
          </a:prstGeom>
          <a:noFill/>
          <a:ln>
            <a:noFill/>
          </a:ln>
        </p:spPr>
        <p:txBody>
          <a:bodyPr anchorCtr="0" anchor="ctr" bIns="36000" lIns="36000" spcFirstLastPara="1" rIns="36000" wrap="square" tIns="36000">
            <a:noAutofit/>
          </a:bodyPr>
          <a:lstStyle>
            <a:lvl1pPr lvl="0" rt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rtl="0" algn="ctr">
              <a:lnSpc>
                <a:spcPct val="90000"/>
              </a:lnSpc>
              <a:spcBef>
                <a:spcPts val="0"/>
              </a:spcBef>
              <a:spcAft>
                <a:spcPts val="0"/>
              </a:spcAft>
              <a:buClr>
                <a:srgbClr val="000000"/>
              </a:buClr>
              <a:buSzPts val="1000"/>
              <a:buNone/>
              <a:defRPr sz="1000">
                <a:solidFill>
                  <a:srgbClr val="000000"/>
                </a:solidFill>
              </a:defRPr>
            </a:lvl2pPr>
            <a:lvl3pPr lvl="2" rtl="0" algn="ctr">
              <a:lnSpc>
                <a:spcPct val="90000"/>
              </a:lnSpc>
              <a:spcBef>
                <a:spcPts val="0"/>
              </a:spcBef>
              <a:spcAft>
                <a:spcPts val="0"/>
              </a:spcAft>
              <a:buClr>
                <a:srgbClr val="000000"/>
              </a:buClr>
              <a:buSzPts val="1000"/>
              <a:buNone/>
              <a:defRPr sz="1000">
                <a:solidFill>
                  <a:srgbClr val="000000"/>
                </a:solidFill>
              </a:defRPr>
            </a:lvl3pPr>
            <a:lvl4pPr lvl="3" rtl="0" algn="ctr">
              <a:lnSpc>
                <a:spcPct val="90000"/>
              </a:lnSpc>
              <a:spcBef>
                <a:spcPts val="0"/>
              </a:spcBef>
              <a:spcAft>
                <a:spcPts val="0"/>
              </a:spcAft>
              <a:buClr>
                <a:srgbClr val="000000"/>
              </a:buClr>
              <a:buSzPts val="1000"/>
              <a:buNone/>
              <a:defRPr sz="1000">
                <a:solidFill>
                  <a:srgbClr val="000000"/>
                </a:solidFill>
              </a:defRPr>
            </a:lvl4pPr>
            <a:lvl5pPr lvl="4" rtl="0" algn="ctr">
              <a:lnSpc>
                <a:spcPct val="90000"/>
              </a:lnSpc>
              <a:spcBef>
                <a:spcPts val="0"/>
              </a:spcBef>
              <a:spcAft>
                <a:spcPts val="0"/>
              </a:spcAft>
              <a:buClr>
                <a:srgbClr val="000000"/>
              </a:buClr>
              <a:buSzPts val="1000"/>
              <a:buNone/>
              <a:defRPr sz="1000">
                <a:solidFill>
                  <a:srgbClr val="000000"/>
                </a:solidFill>
              </a:defRPr>
            </a:lvl5pPr>
            <a:lvl6pPr lvl="5" rtl="0" algn="ctr">
              <a:lnSpc>
                <a:spcPct val="90000"/>
              </a:lnSpc>
              <a:spcBef>
                <a:spcPts val="0"/>
              </a:spcBef>
              <a:spcAft>
                <a:spcPts val="0"/>
              </a:spcAft>
              <a:buClr>
                <a:srgbClr val="000000"/>
              </a:buClr>
              <a:buSzPts val="1000"/>
              <a:buNone/>
              <a:defRPr sz="1000">
                <a:solidFill>
                  <a:srgbClr val="000000"/>
                </a:solidFill>
              </a:defRPr>
            </a:lvl6pPr>
            <a:lvl7pPr lvl="6" rtl="0" algn="ctr">
              <a:lnSpc>
                <a:spcPct val="90000"/>
              </a:lnSpc>
              <a:spcBef>
                <a:spcPts val="0"/>
              </a:spcBef>
              <a:spcAft>
                <a:spcPts val="0"/>
              </a:spcAft>
              <a:buClr>
                <a:srgbClr val="000000"/>
              </a:buClr>
              <a:buSzPts val="1000"/>
              <a:buNone/>
              <a:defRPr sz="1000">
                <a:solidFill>
                  <a:srgbClr val="000000"/>
                </a:solidFill>
              </a:defRPr>
            </a:lvl7pPr>
            <a:lvl8pPr lvl="7" rtl="0" algn="ctr">
              <a:lnSpc>
                <a:spcPct val="90000"/>
              </a:lnSpc>
              <a:spcBef>
                <a:spcPts val="0"/>
              </a:spcBef>
              <a:spcAft>
                <a:spcPts val="0"/>
              </a:spcAft>
              <a:buClr>
                <a:srgbClr val="000000"/>
              </a:buClr>
              <a:buSzPts val="1000"/>
              <a:buNone/>
              <a:defRPr sz="1000">
                <a:solidFill>
                  <a:srgbClr val="000000"/>
                </a:solidFill>
              </a:defRPr>
            </a:lvl8pPr>
            <a:lvl9pPr lvl="8" rtl="0" algn="ctr">
              <a:lnSpc>
                <a:spcPct val="90000"/>
              </a:lnSpc>
              <a:spcBef>
                <a:spcPts val="0"/>
              </a:spcBef>
              <a:spcAft>
                <a:spcPts val="0"/>
              </a:spcAft>
              <a:buClr>
                <a:srgbClr val="000000"/>
              </a:buClr>
              <a:buSzPts val="1000"/>
              <a:buNone/>
              <a:defRPr sz="1000">
                <a:solidFill>
                  <a:srgbClr val="000000"/>
                </a:solidFill>
              </a:defRPr>
            </a:lvl9pPr>
          </a:lstStyle>
          <a:p/>
        </p:txBody>
      </p:sp>
      <p:sp>
        <p:nvSpPr>
          <p:cNvPr id="426" name="Google Shape;426;p3"/>
          <p:cNvSpPr txBox="1"/>
          <p:nvPr>
            <p:ph idx="70" type="subTitle"/>
          </p:nvPr>
        </p:nvSpPr>
        <p:spPr>
          <a:xfrm>
            <a:off x="3673625" y="6357745"/>
            <a:ext cx="1827600" cy="265800"/>
          </a:xfrm>
          <a:prstGeom prst="rect">
            <a:avLst/>
          </a:prstGeom>
          <a:noFill/>
          <a:ln>
            <a:noFill/>
          </a:ln>
        </p:spPr>
        <p:txBody>
          <a:bodyPr anchorCtr="0" anchor="ctr" bIns="36000" lIns="36000" spcFirstLastPara="1" rIns="36000" wrap="square" tIns="36000">
            <a:noAutofit/>
          </a:bodyPr>
          <a:lstStyle>
            <a:lvl1pPr lvl="0" rt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rtl="0" algn="ctr">
              <a:lnSpc>
                <a:spcPct val="90000"/>
              </a:lnSpc>
              <a:spcBef>
                <a:spcPts val="0"/>
              </a:spcBef>
              <a:spcAft>
                <a:spcPts val="0"/>
              </a:spcAft>
              <a:buClr>
                <a:srgbClr val="000000"/>
              </a:buClr>
              <a:buSzPts val="1000"/>
              <a:buNone/>
              <a:defRPr sz="1000">
                <a:solidFill>
                  <a:srgbClr val="000000"/>
                </a:solidFill>
              </a:defRPr>
            </a:lvl2pPr>
            <a:lvl3pPr lvl="2" rtl="0" algn="ctr">
              <a:lnSpc>
                <a:spcPct val="90000"/>
              </a:lnSpc>
              <a:spcBef>
                <a:spcPts val="0"/>
              </a:spcBef>
              <a:spcAft>
                <a:spcPts val="0"/>
              </a:spcAft>
              <a:buClr>
                <a:srgbClr val="000000"/>
              </a:buClr>
              <a:buSzPts val="1000"/>
              <a:buNone/>
              <a:defRPr sz="1000">
                <a:solidFill>
                  <a:srgbClr val="000000"/>
                </a:solidFill>
              </a:defRPr>
            </a:lvl3pPr>
            <a:lvl4pPr lvl="3" rtl="0" algn="ctr">
              <a:lnSpc>
                <a:spcPct val="90000"/>
              </a:lnSpc>
              <a:spcBef>
                <a:spcPts val="0"/>
              </a:spcBef>
              <a:spcAft>
                <a:spcPts val="0"/>
              </a:spcAft>
              <a:buClr>
                <a:srgbClr val="000000"/>
              </a:buClr>
              <a:buSzPts val="1000"/>
              <a:buNone/>
              <a:defRPr sz="1000">
                <a:solidFill>
                  <a:srgbClr val="000000"/>
                </a:solidFill>
              </a:defRPr>
            </a:lvl4pPr>
            <a:lvl5pPr lvl="4" rtl="0" algn="ctr">
              <a:lnSpc>
                <a:spcPct val="90000"/>
              </a:lnSpc>
              <a:spcBef>
                <a:spcPts val="0"/>
              </a:spcBef>
              <a:spcAft>
                <a:spcPts val="0"/>
              </a:spcAft>
              <a:buClr>
                <a:srgbClr val="000000"/>
              </a:buClr>
              <a:buSzPts val="1000"/>
              <a:buNone/>
              <a:defRPr sz="1000">
                <a:solidFill>
                  <a:srgbClr val="000000"/>
                </a:solidFill>
              </a:defRPr>
            </a:lvl5pPr>
            <a:lvl6pPr lvl="5" rtl="0" algn="ctr">
              <a:lnSpc>
                <a:spcPct val="90000"/>
              </a:lnSpc>
              <a:spcBef>
                <a:spcPts val="0"/>
              </a:spcBef>
              <a:spcAft>
                <a:spcPts val="0"/>
              </a:spcAft>
              <a:buClr>
                <a:srgbClr val="000000"/>
              </a:buClr>
              <a:buSzPts val="1000"/>
              <a:buNone/>
              <a:defRPr sz="1000">
                <a:solidFill>
                  <a:srgbClr val="000000"/>
                </a:solidFill>
              </a:defRPr>
            </a:lvl6pPr>
            <a:lvl7pPr lvl="6" rtl="0" algn="ctr">
              <a:lnSpc>
                <a:spcPct val="90000"/>
              </a:lnSpc>
              <a:spcBef>
                <a:spcPts val="0"/>
              </a:spcBef>
              <a:spcAft>
                <a:spcPts val="0"/>
              </a:spcAft>
              <a:buClr>
                <a:srgbClr val="000000"/>
              </a:buClr>
              <a:buSzPts val="1000"/>
              <a:buNone/>
              <a:defRPr sz="1000">
                <a:solidFill>
                  <a:srgbClr val="000000"/>
                </a:solidFill>
              </a:defRPr>
            </a:lvl7pPr>
            <a:lvl8pPr lvl="7" rtl="0" algn="ctr">
              <a:lnSpc>
                <a:spcPct val="90000"/>
              </a:lnSpc>
              <a:spcBef>
                <a:spcPts val="0"/>
              </a:spcBef>
              <a:spcAft>
                <a:spcPts val="0"/>
              </a:spcAft>
              <a:buClr>
                <a:srgbClr val="000000"/>
              </a:buClr>
              <a:buSzPts val="1000"/>
              <a:buNone/>
              <a:defRPr sz="1000">
                <a:solidFill>
                  <a:srgbClr val="000000"/>
                </a:solidFill>
              </a:defRPr>
            </a:lvl8pPr>
            <a:lvl9pPr lvl="8" rtl="0" algn="ctr">
              <a:lnSpc>
                <a:spcPct val="90000"/>
              </a:lnSpc>
              <a:spcBef>
                <a:spcPts val="0"/>
              </a:spcBef>
              <a:spcAft>
                <a:spcPts val="0"/>
              </a:spcAft>
              <a:buClr>
                <a:srgbClr val="000000"/>
              </a:buClr>
              <a:buSzPts val="1000"/>
              <a:buNone/>
              <a:defRPr sz="1000">
                <a:solidFill>
                  <a:srgbClr val="000000"/>
                </a:solidFill>
              </a:defRPr>
            </a:lvl9pPr>
          </a:lstStyle>
          <a:p/>
        </p:txBody>
      </p:sp>
      <p:sp>
        <p:nvSpPr>
          <p:cNvPr id="427" name="Google Shape;427;p3"/>
          <p:cNvSpPr txBox="1"/>
          <p:nvPr>
            <p:ph idx="71" type="subTitle"/>
          </p:nvPr>
        </p:nvSpPr>
        <p:spPr>
          <a:xfrm>
            <a:off x="5631950" y="6357750"/>
            <a:ext cx="1584600" cy="266400"/>
          </a:xfrm>
          <a:prstGeom prst="rect">
            <a:avLst/>
          </a:prstGeom>
          <a:noFill/>
          <a:ln>
            <a:noFill/>
          </a:ln>
        </p:spPr>
        <p:txBody>
          <a:bodyPr anchorCtr="0" anchor="ctr" bIns="36000" lIns="36000" spcFirstLastPara="1" rIns="36000" wrap="square" tIns="36000">
            <a:noAutofit/>
          </a:bodyPr>
          <a:lstStyle>
            <a:lvl1pPr lvl="0" rt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rtl="0" algn="ctr">
              <a:lnSpc>
                <a:spcPct val="90000"/>
              </a:lnSpc>
              <a:spcBef>
                <a:spcPts val="0"/>
              </a:spcBef>
              <a:spcAft>
                <a:spcPts val="0"/>
              </a:spcAft>
              <a:buClr>
                <a:srgbClr val="000000"/>
              </a:buClr>
              <a:buSzPts val="1000"/>
              <a:buNone/>
              <a:defRPr sz="1000">
                <a:solidFill>
                  <a:srgbClr val="000000"/>
                </a:solidFill>
              </a:defRPr>
            </a:lvl2pPr>
            <a:lvl3pPr lvl="2" rtl="0" algn="ctr">
              <a:lnSpc>
                <a:spcPct val="90000"/>
              </a:lnSpc>
              <a:spcBef>
                <a:spcPts val="0"/>
              </a:spcBef>
              <a:spcAft>
                <a:spcPts val="0"/>
              </a:spcAft>
              <a:buClr>
                <a:srgbClr val="000000"/>
              </a:buClr>
              <a:buSzPts val="1000"/>
              <a:buNone/>
              <a:defRPr sz="1000">
                <a:solidFill>
                  <a:srgbClr val="000000"/>
                </a:solidFill>
              </a:defRPr>
            </a:lvl3pPr>
            <a:lvl4pPr lvl="3" rtl="0" algn="ctr">
              <a:lnSpc>
                <a:spcPct val="90000"/>
              </a:lnSpc>
              <a:spcBef>
                <a:spcPts val="0"/>
              </a:spcBef>
              <a:spcAft>
                <a:spcPts val="0"/>
              </a:spcAft>
              <a:buClr>
                <a:srgbClr val="000000"/>
              </a:buClr>
              <a:buSzPts val="1000"/>
              <a:buNone/>
              <a:defRPr sz="1000">
                <a:solidFill>
                  <a:srgbClr val="000000"/>
                </a:solidFill>
              </a:defRPr>
            </a:lvl4pPr>
            <a:lvl5pPr lvl="4" rtl="0" algn="ctr">
              <a:lnSpc>
                <a:spcPct val="90000"/>
              </a:lnSpc>
              <a:spcBef>
                <a:spcPts val="0"/>
              </a:spcBef>
              <a:spcAft>
                <a:spcPts val="0"/>
              </a:spcAft>
              <a:buClr>
                <a:srgbClr val="000000"/>
              </a:buClr>
              <a:buSzPts val="1000"/>
              <a:buNone/>
              <a:defRPr sz="1000">
                <a:solidFill>
                  <a:srgbClr val="000000"/>
                </a:solidFill>
              </a:defRPr>
            </a:lvl5pPr>
            <a:lvl6pPr lvl="5" rtl="0" algn="ctr">
              <a:lnSpc>
                <a:spcPct val="90000"/>
              </a:lnSpc>
              <a:spcBef>
                <a:spcPts val="0"/>
              </a:spcBef>
              <a:spcAft>
                <a:spcPts val="0"/>
              </a:spcAft>
              <a:buClr>
                <a:srgbClr val="000000"/>
              </a:buClr>
              <a:buSzPts val="1000"/>
              <a:buNone/>
              <a:defRPr sz="1000">
                <a:solidFill>
                  <a:srgbClr val="000000"/>
                </a:solidFill>
              </a:defRPr>
            </a:lvl6pPr>
            <a:lvl7pPr lvl="6" rtl="0" algn="ctr">
              <a:lnSpc>
                <a:spcPct val="90000"/>
              </a:lnSpc>
              <a:spcBef>
                <a:spcPts val="0"/>
              </a:spcBef>
              <a:spcAft>
                <a:spcPts val="0"/>
              </a:spcAft>
              <a:buClr>
                <a:srgbClr val="000000"/>
              </a:buClr>
              <a:buSzPts val="1000"/>
              <a:buNone/>
              <a:defRPr sz="1000">
                <a:solidFill>
                  <a:srgbClr val="000000"/>
                </a:solidFill>
              </a:defRPr>
            </a:lvl7pPr>
            <a:lvl8pPr lvl="7" rtl="0" algn="ctr">
              <a:lnSpc>
                <a:spcPct val="90000"/>
              </a:lnSpc>
              <a:spcBef>
                <a:spcPts val="0"/>
              </a:spcBef>
              <a:spcAft>
                <a:spcPts val="0"/>
              </a:spcAft>
              <a:buClr>
                <a:srgbClr val="000000"/>
              </a:buClr>
              <a:buSzPts val="1000"/>
              <a:buNone/>
              <a:defRPr sz="1000">
                <a:solidFill>
                  <a:srgbClr val="000000"/>
                </a:solidFill>
              </a:defRPr>
            </a:lvl8pPr>
            <a:lvl9pPr lvl="8" rtl="0" algn="ctr">
              <a:lnSpc>
                <a:spcPct val="90000"/>
              </a:lnSpc>
              <a:spcBef>
                <a:spcPts val="0"/>
              </a:spcBef>
              <a:spcAft>
                <a:spcPts val="0"/>
              </a:spcAft>
              <a:buClr>
                <a:srgbClr val="000000"/>
              </a:buClr>
              <a:buSzPts val="1000"/>
              <a:buNone/>
              <a:defRPr sz="1000">
                <a:solidFill>
                  <a:srgbClr val="000000"/>
                </a:solidFill>
              </a:defRPr>
            </a:lvl9pPr>
          </a:lstStyle>
          <a:p/>
        </p:txBody>
      </p:sp>
      <p:cxnSp>
        <p:nvCxnSpPr>
          <p:cNvPr id="428" name="Google Shape;428;p3"/>
          <p:cNvCxnSpPr/>
          <p:nvPr/>
        </p:nvCxnSpPr>
        <p:spPr>
          <a:xfrm flipH="1">
            <a:off x="5566279" y="6358125"/>
            <a:ext cx="600" cy="258300"/>
          </a:xfrm>
          <a:prstGeom prst="straightConnector1">
            <a:avLst/>
          </a:prstGeom>
          <a:noFill/>
          <a:ln cap="flat" cmpd="sng" w="28575">
            <a:solidFill>
              <a:srgbClr val="D9D9D9"/>
            </a:solidFill>
            <a:prstDash val="solid"/>
            <a:round/>
            <a:headEnd len="sm" w="sm" type="none"/>
            <a:tailEnd len="sm" w="sm" type="none"/>
          </a:ln>
        </p:spPr>
      </p:cxnSp>
      <p:cxnSp>
        <p:nvCxnSpPr>
          <p:cNvPr id="429" name="Google Shape;429;p3"/>
          <p:cNvCxnSpPr/>
          <p:nvPr/>
        </p:nvCxnSpPr>
        <p:spPr>
          <a:xfrm flipH="1">
            <a:off x="7292804" y="6357750"/>
            <a:ext cx="600" cy="258300"/>
          </a:xfrm>
          <a:prstGeom prst="straightConnector1">
            <a:avLst/>
          </a:prstGeom>
          <a:noFill/>
          <a:ln cap="flat" cmpd="sng" w="28575">
            <a:solidFill>
              <a:srgbClr val="D9D9D9"/>
            </a:solidFill>
            <a:prstDash val="solid"/>
            <a:round/>
            <a:headEnd len="sm" w="sm" type="none"/>
            <a:tailEnd len="sm" w="sm" type="none"/>
          </a:ln>
        </p:spPr>
      </p:cxnSp>
      <p:cxnSp>
        <p:nvCxnSpPr>
          <p:cNvPr id="430" name="Google Shape;430;p3"/>
          <p:cNvCxnSpPr/>
          <p:nvPr/>
        </p:nvCxnSpPr>
        <p:spPr>
          <a:xfrm flipH="1">
            <a:off x="1137266" y="6357750"/>
            <a:ext cx="600" cy="258300"/>
          </a:xfrm>
          <a:prstGeom prst="straightConnector1">
            <a:avLst/>
          </a:prstGeom>
          <a:noFill/>
          <a:ln cap="flat" cmpd="sng" w="28575">
            <a:solidFill>
              <a:srgbClr val="D9D9D9"/>
            </a:solidFill>
            <a:prstDash val="solid"/>
            <a:round/>
            <a:headEnd len="sm" w="sm" type="none"/>
            <a:tailEnd len="sm" w="sm" type="none"/>
          </a:ln>
        </p:spPr>
      </p:cxnSp>
      <p:sp>
        <p:nvSpPr>
          <p:cNvPr id="431" name="Google Shape;431;p3"/>
          <p:cNvSpPr txBox="1"/>
          <p:nvPr/>
        </p:nvSpPr>
        <p:spPr>
          <a:xfrm>
            <a:off x="2524025" y="387675"/>
            <a:ext cx="15012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Unid. Organizacional:</a:t>
            </a:r>
            <a:endParaRPr b="1" sz="1100"/>
          </a:p>
        </p:txBody>
      </p:sp>
      <p:sp>
        <p:nvSpPr>
          <p:cNvPr id="432" name="Google Shape;432;p3"/>
          <p:cNvSpPr txBox="1"/>
          <p:nvPr/>
        </p:nvSpPr>
        <p:spPr>
          <a:xfrm>
            <a:off x="2524020" y="579550"/>
            <a:ext cx="6846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Alcance:</a:t>
            </a:r>
            <a:endParaRPr b="1" sz="1100"/>
          </a:p>
        </p:txBody>
      </p:sp>
      <p:sp>
        <p:nvSpPr>
          <p:cNvPr id="433" name="Google Shape;433;p3"/>
          <p:cNvSpPr txBox="1"/>
          <p:nvPr>
            <p:ph type="title"/>
          </p:nvPr>
        </p:nvSpPr>
        <p:spPr>
          <a:xfrm flipH="1">
            <a:off x="4025374" y="387675"/>
            <a:ext cx="5863200" cy="169200"/>
          </a:xfrm>
          <a:prstGeom prst="rect">
            <a:avLst/>
          </a:prstGeom>
          <a:noFill/>
          <a:ln>
            <a:noFill/>
          </a:ln>
        </p:spPr>
        <p:txBody>
          <a:bodyPr anchorCtr="0" anchor="ctr" bIns="0" lIns="0" spcFirstLastPara="1" rIns="0" wrap="square" tIns="0">
            <a:noAutofit/>
          </a:bodyPr>
          <a:lstStyle>
            <a:lvl1pPr lvl="0" rtl="0">
              <a:spcBef>
                <a:spcPts val="0"/>
              </a:spcBef>
              <a:spcAft>
                <a:spcPts val="0"/>
              </a:spcAft>
              <a:buClr>
                <a:srgbClr val="000000"/>
              </a:buClr>
              <a:buSzPts val="1000"/>
              <a:buNone/>
              <a:defRPr sz="1000">
                <a:solidFill>
                  <a:srgbClr val="000000"/>
                </a:solidFill>
              </a:defRPr>
            </a:lvl1pPr>
            <a:lvl2pPr lvl="1" rtl="0">
              <a:spcBef>
                <a:spcPts val="0"/>
              </a:spcBef>
              <a:spcAft>
                <a:spcPts val="0"/>
              </a:spcAft>
              <a:buClr>
                <a:srgbClr val="000000"/>
              </a:buClr>
              <a:buSzPts val="1000"/>
              <a:buNone/>
              <a:defRPr sz="1000">
                <a:solidFill>
                  <a:srgbClr val="000000"/>
                </a:solidFill>
              </a:defRPr>
            </a:lvl2pPr>
            <a:lvl3pPr lvl="2" rtl="0">
              <a:spcBef>
                <a:spcPts val="0"/>
              </a:spcBef>
              <a:spcAft>
                <a:spcPts val="0"/>
              </a:spcAft>
              <a:buClr>
                <a:srgbClr val="000000"/>
              </a:buClr>
              <a:buSzPts val="1000"/>
              <a:buNone/>
              <a:defRPr sz="1000">
                <a:solidFill>
                  <a:srgbClr val="000000"/>
                </a:solidFill>
              </a:defRPr>
            </a:lvl3pPr>
            <a:lvl4pPr lvl="3" rtl="0">
              <a:spcBef>
                <a:spcPts val="0"/>
              </a:spcBef>
              <a:spcAft>
                <a:spcPts val="0"/>
              </a:spcAft>
              <a:buClr>
                <a:srgbClr val="000000"/>
              </a:buClr>
              <a:buSzPts val="1000"/>
              <a:buNone/>
              <a:defRPr sz="1000">
                <a:solidFill>
                  <a:srgbClr val="000000"/>
                </a:solidFill>
              </a:defRPr>
            </a:lvl4pPr>
            <a:lvl5pPr lvl="4" rtl="0">
              <a:spcBef>
                <a:spcPts val="0"/>
              </a:spcBef>
              <a:spcAft>
                <a:spcPts val="0"/>
              </a:spcAft>
              <a:buClr>
                <a:srgbClr val="000000"/>
              </a:buClr>
              <a:buSzPts val="1000"/>
              <a:buNone/>
              <a:defRPr sz="1000">
                <a:solidFill>
                  <a:srgbClr val="000000"/>
                </a:solidFill>
              </a:defRPr>
            </a:lvl5pPr>
            <a:lvl6pPr lvl="5" rtl="0">
              <a:spcBef>
                <a:spcPts val="0"/>
              </a:spcBef>
              <a:spcAft>
                <a:spcPts val="0"/>
              </a:spcAft>
              <a:buClr>
                <a:srgbClr val="000000"/>
              </a:buClr>
              <a:buSzPts val="1000"/>
              <a:buNone/>
              <a:defRPr sz="1000">
                <a:solidFill>
                  <a:srgbClr val="000000"/>
                </a:solidFill>
              </a:defRPr>
            </a:lvl6pPr>
            <a:lvl7pPr lvl="6" rtl="0">
              <a:spcBef>
                <a:spcPts val="0"/>
              </a:spcBef>
              <a:spcAft>
                <a:spcPts val="0"/>
              </a:spcAft>
              <a:buClr>
                <a:srgbClr val="000000"/>
              </a:buClr>
              <a:buSzPts val="1000"/>
              <a:buNone/>
              <a:defRPr sz="1000">
                <a:solidFill>
                  <a:srgbClr val="000000"/>
                </a:solidFill>
              </a:defRPr>
            </a:lvl7pPr>
            <a:lvl8pPr lvl="7" rtl="0">
              <a:spcBef>
                <a:spcPts val="0"/>
              </a:spcBef>
              <a:spcAft>
                <a:spcPts val="0"/>
              </a:spcAft>
              <a:buClr>
                <a:srgbClr val="000000"/>
              </a:buClr>
              <a:buSzPts val="1000"/>
              <a:buNone/>
              <a:defRPr sz="1000">
                <a:solidFill>
                  <a:srgbClr val="000000"/>
                </a:solidFill>
              </a:defRPr>
            </a:lvl8pPr>
            <a:lvl9pPr lvl="8" rtl="0">
              <a:spcBef>
                <a:spcPts val="0"/>
              </a:spcBef>
              <a:spcAft>
                <a:spcPts val="0"/>
              </a:spcAft>
              <a:buClr>
                <a:srgbClr val="000000"/>
              </a:buClr>
              <a:buSzPts val="1000"/>
              <a:buNone/>
              <a:defRPr sz="1000">
                <a:solidFill>
                  <a:srgbClr val="000000"/>
                </a:solidFill>
              </a:defRPr>
            </a:lvl9pPr>
          </a:lstStyle>
          <a:p/>
        </p:txBody>
      </p:sp>
      <p:sp>
        <p:nvSpPr>
          <p:cNvPr id="434" name="Google Shape;434;p3"/>
          <p:cNvSpPr txBox="1"/>
          <p:nvPr>
            <p:ph idx="72" type="title"/>
          </p:nvPr>
        </p:nvSpPr>
        <p:spPr>
          <a:xfrm flipH="1">
            <a:off x="3208773" y="579550"/>
            <a:ext cx="6679800" cy="169200"/>
          </a:xfrm>
          <a:prstGeom prst="rect">
            <a:avLst/>
          </a:prstGeom>
          <a:noFill/>
          <a:ln>
            <a:noFill/>
          </a:ln>
        </p:spPr>
        <p:txBody>
          <a:bodyPr anchorCtr="0" anchor="ctr" bIns="0" lIns="0" spcFirstLastPara="1" rIns="0" wrap="square" tIns="0">
            <a:noAutofit/>
          </a:bodyPr>
          <a:lstStyle>
            <a:lvl1pPr lvl="0" rtl="0">
              <a:spcBef>
                <a:spcPts val="0"/>
              </a:spcBef>
              <a:spcAft>
                <a:spcPts val="0"/>
              </a:spcAft>
              <a:buClr>
                <a:srgbClr val="000000"/>
              </a:buClr>
              <a:buSzPts val="1000"/>
              <a:buNone/>
              <a:defRPr sz="1000">
                <a:solidFill>
                  <a:srgbClr val="000000"/>
                </a:solidFill>
              </a:defRPr>
            </a:lvl1pPr>
            <a:lvl2pPr lvl="1" rtl="0">
              <a:spcBef>
                <a:spcPts val="0"/>
              </a:spcBef>
              <a:spcAft>
                <a:spcPts val="0"/>
              </a:spcAft>
              <a:buClr>
                <a:srgbClr val="000000"/>
              </a:buClr>
              <a:buSzPts val="1000"/>
              <a:buNone/>
              <a:defRPr sz="1000">
                <a:solidFill>
                  <a:srgbClr val="000000"/>
                </a:solidFill>
              </a:defRPr>
            </a:lvl2pPr>
            <a:lvl3pPr lvl="2" rtl="0">
              <a:spcBef>
                <a:spcPts val="0"/>
              </a:spcBef>
              <a:spcAft>
                <a:spcPts val="0"/>
              </a:spcAft>
              <a:buClr>
                <a:srgbClr val="000000"/>
              </a:buClr>
              <a:buSzPts val="1000"/>
              <a:buNone/>
              <a:defRPr sz="1000">
                <a:solidFill>
                  <a:srgbClr val="000000"/>
                </a:solidFill>
              </a:defRPr>
            </a:lvl3pPr>
            <a:lvl4pPr lvl="3" rtl="0">
              <a:spcBef>
                <a:spcPts val="0"/>
              </a:spcBef>
              <a:spcAft>
                <a:spcPts val="0"/>
              </a:spcAft>
              <a:buClr>
                <a:srgbClr val="000000"/>
              </a:buClr>
              <a:buSzPts val="1000"/>
              <a:buNone/>
              <a:defRPr sz="1000">
                <a:solidFill>
                  <a:srgbClr val="000000"/>
                </a:solidFill>
              </a:defRPr>
            </a:lvl4pPr>
            <a:lvl5pPr lvl="4" rtl="0">
              <a:spcBef>
                <a:spcPts val="0"/>
              </a:spcBef>
              <a:spcAft>
                <a:spcPts val="0"/>
              </a:spcAft>
              <a:buClr>
                <a:srgbClr val="000000"/>
              </a:buClr>
              <a:buSzPts val="1000"/>
              <a:buNone/>
              <a:defRPr sz="1000">
                <a:solidFill>
                  <a:srgbClr val="000000"/>
                </a:solidFill>
              </a:defRPr>
            </a:lvl5pPr>
            <a:lvl6pPr lvl="5" rtl="0">
              <a:spcBef>
                <a:spcPts val="0"/>
              </a:spcBef>
              <a:spcAft>
                <a:spcPts val="0"/>
              </a:spcAft>
              <a:buClr>
                <a:srgbClr val="000000"/>
              </a:buClr>
              <a:buSzPts val="1000"/>
              <a:buNone/>
              <a:defRPr sz="1000">
                <a:solidFill>
                  <a:srgbClr val="000000"/>
                </a:solidFill>
              </a:defRPr>
            </a:lvl6pPr>
            <a:lvl7pPr lvl="6" rtl="0">
              <a:spcBef>
                <a:spcPts val="0"/>
              </a:spcBef>
              <a:spcAft>
                <a:spcPts val="0"/>
              </a:spcAft>
              <a:buClr>
                <a:srgbClr val="000000"/>
              </a:buClr>
              <a:buSzPts val="1000"/>
              <a:buNone/>
              <a:defRPr sz="1000">
                <a:solidFill>
                  <a:srgbClr val="000000"/>
                </a:solidFill>
              </a:defRPr>
            </a:lvl7pPr>
            <a:lvl8pPr lvl="7" rtl="0">
              <a:spcBef>
                <a:spcPts val="0"/>
              </a:spcBef>
              <a:spcAft>
                <a:spcPts val="0"/>
              </a:spcAft>
              <a:buClr>
                <a:srgbClr val="000000"/>
              </a:buClr>
              <a:buSzPts val="1000"/>
              <a:buNone/>
              <a:defRPr sz="1000">
                <a:solidFill>
                  <a:srgbClr val="000000"/>
                </a:solidFill>
              </a:defRPr>
            </a:lvl8pPr>
            <a:lvl9pPr lvl="8" rtl="0">
              <a:spcBef>
                <a:spcPts val="0"/>
              </a:spcBef>
              <a:spcAft>
                <a:spcPts val="0"/>
              </a:spcAft>
              <a:buClr>
                <a:srgbClr val="000000"/>
              </a:buClr>
              <a:buSzPts val="1000"/>
              <a:buNone/>
              <a:defRPr sz="1000">
                <a:solidFill>
                  <a:srgbClr val="000000"/>
                </a:solidFill>
              </a:defRPr>
            </a:lvl9pPr>
          </a:lstStyle>
          <a:p/>
        </p:txBody>
      </p:sp>
      <p:sp>
        <p:nvSpPr>
          <p:cNvPr id="435" name="Google Shape;435;p3"/>
          <p:cNvSpPr txBox="1"/>
          <p:nvPr>
            <p:ph idx="73" type="body"/>
          </p:nvPr>
        </p:nvSpPr>
        <p:spPr>
          <a:xfrm>
            <a:off x="641150" y="612125"/>
            <a:ext cx="1770300" cy="160500"/>
          </a:xfrm>
          <a:prstGeom prst="rect">
            <a:avLst/>
          </a:prstGeom>
          <a:noFill/>
          <a:ln>
            <a:noFill/>
          </a:ln>
        </p:spPr>
        <p:txBody>
          <a:bodyPr anchorCtr="0" anchor="t" bIns="0" lIns="0" spcFirstLastPara="1" rIns="0" wrap="square" tIns="0">
            <a:noAutofit/>
          </a:bodyPr>
          <a:lstStyle>
            <a:lvl1pPr indent="-292100" lvl="0" marL="457200" rtl="0" algn="ctr">
              <a:spcBef>
                <a:spcPts val="0"/>
              </a:spcBef>
              <a:spcAft>
                <a:spcPts val="0"/>
              </a:spcAft>
              <a:buClr>
                <a:srgbClr val="FFFFFF"/>
              </a:buClr>
              <a:buSzPts val="1000"/>
              <a:buChar char="●"/>
              <a:defRPr sz="1000">
                <a:solidFill>
                  <a:srgbClr val="FFFFFF"/>
                </a:solidFill>
              </a:defRPr>
            </a:lvl1pPr>
            <a:lvl2pPr indent="-292100" lvl="1" marL="914400" rtl="0" algn="ctr">
              <a:spcBef>
                <a:spcPts val="0"/>
              </a:spcBef>
              <a:spcAft>
                <a:spcPts val="0"/>
              </a:spcAft>
              <a:buClr>
                <a:srgbClr val="FFFFFF"/>
              </a:buClr>
              <a:buSzPts val="1000"/>
              <a:buChar char="○"/>
              <a:defRPr sz="1000">
                <a:solidFill>
                  <a:srgbClr val="FFFFFF"/>
                </a:solidFill>
              </a:defRPr>
            </a:lvl2pPr>
            <a:lvl3pPr indent="-292100" lvl="2" marL="1371600" rtl="0" algn="ctr">
              <a:spcBef>
                <a:spcPts val="0"/>
              </a:spcBef>
              <a:spcAft>
                <a:spcPts val="0"/>
              </a:spcAft>
              <a:buClr>
                <a:srgbClr val="FFFFFF"/>
              </a:buClr>
              <a:buSzPts val="1000"/>
              <a:buChar char="■"/>
              <a:defRPr sz="1000">
                <a:solidFill>
                  <a:srgbClr val="FFFFFF"/>
                </a:solidFill>
              </a:defRPr>
            </a:lvl3pPr>
            <a:lvl4pPr indent="-292100" lvl="3" marL="1828800" rtl="0" algn="ctr">
              <a:spcBef>
                <a:spcPts val="0"/>
              </a:spcBef>
              <a:spcAft>
                <a:spcPts val="0"/>
              </a:spcAft>
              <a:buClr>
                <a:srgbClr val="FFFFFF"/>
              </a:buClr>
              <a:buSzPts val="1000"/>
              <a:buChar char="●"/>
              <a:defRPr sz="1000">
                <a:solidFill>
                  <a:srgbClr val="FFFFFF"/>
                </a:solidFill>
              </a:defRPr>
            </a:lvl4pPr>
            <a:lvl5pPr indent="-292100" lvl="4" marL="2286000" rtl="0" algn="ctr">
              <a:spcBef>
                <a:spcPts val="0"/>
              </a:spcBef>
              <a:spcAft>
                <a:spcPts val="0"/>
              </a:spcAft>
              <a:buClr>
                <a:srgbClr val="FFFFFF"/>
              </a:buClr>
              <a:buSzPts val="1000"/>
              <a:buChar char="○"/>
              <a:defRPr sz="1000">
                <a:solidFill>
                  <a:srgbClr val="FFFFFF"/>
                </a:solidFill>
              </a:defRPr>
            </a:lvl5pPr>
            <a:lvl6pPr indent="-292100" lvl="5" marL="2743200" rtl="0" algn="ctr">
              <a:spcBef>
                <a:spcPts val="0"/>
              </a:spcBef>
              <a:spcAft>
                <a:spcPts val="0"/>
              </a:spcAft>
              <a:buClr>
                <a:srgbClr val="FFFFFF"/>
              </a:buClr>
              <a:buSzPts val="1000"/>
              <a:buChar char="■"/>
              <a:defRPr sz="1000">
                <a:solidFill>
                  <a:srgbClr val="FFFFFF"/>
                </a:solidFill>
              </a:defRPr>
            </a:lvl6pPr>
            <a:lvl7pPr indent="-292100" lvl="6" marL="3200400" rtl="0" algn="ctr">
              <a:spcBef>
                <a:spcPts val="0"/>
              </a:spcBef>
              <a:spcAft>
                <a:spcPts val="0"/>
              </a:spcAft>
              <a:buClr>
                <a:srgbClr val="FFFFFF"/>
              </a:buClr>
              <a:buSzPts val="1000"/>
              <a:buChar char="●"/>
              <a:defRPr sz="1000">
                <a:solidFill>
                  <a:srgbClr val="FFFFFF"/>
                </a:solidFill>
              </a:defRPr>
            </a:lvl7pPr>
            <a:lvl8pPr indent="-292100" lvl="7" marL="3657600" rtl="0" algn="ctr">
              <a:spcBef>
                <a:spcPts val="0"/>
              </a:spcBef>
              <a:spcAft>
                <a:spcPts val="0"/>
              </a:spcAft>
              <a:buClr>
                <a:srgbClr val="FFFFFF"/>
              </a:buClr>
              <a:buSzPts val="1000"/>
              <a:buChar char="○"/>
              <a:defRPr sz="1000">
                <a:solidFill>
                  <a:srgbClr val="FFFFFF"/>
                </a:solidFill>
              </a:defRPr>
            </a:lvl8pPr>
            <a:lvl9pPr indent="-292100" lvl="8" marL="4114800" rtl="0" algn="ctr">
              <a:spcBef>
                <a:spcPts val="0"/>
              </a:spcBef>
              <a:spcAft>
                <a:spcPts val="0"/>
              </a:spcAft>
              <a:buClr>
                <a:srgbClr val="FFFFFF"/>
              </a:buClr>
              <a:buSzPts val="1000"/>
              <a:buChar char="■"/>
              <a:defRPr sz="1000">
                <a:solidFill>
                  <a:srgbClr val="FFFFFF"/>
                </a:solidFill>
              </a:defRPr>
            </a:lvl9pPr>
          </a:lstStyle>
          <a:p/>
        </p:txBody>
      </p:sp>
      <p:sp>
        <p:nvSpPr>
          <p:cNvPr id="436" name="Google Shape;436;p3"/>
          <p:cNvSpPr txBox="1"/>
          <p:nvPr/>
        </p:nvSpPr>
        <p:spPr>
          <a:xfrm>
            <a:off x="84825" y="598125"/>
            <a:ext cx="595500" cy="205800"/>
          </a:xfrm>
          <a:prstGeom prst="rect">
            <a:avLst/>
          </a:prstGeom>
          <a:noFill/>
          <a:ln>
            <a:noFill/>
          </a:ln>
        </p:spPr>
        <p:txBody>
          <a:bodyPr anchorCtr="0" anchor="t" bIns="18000" lIns="18000" spcFirstLastPara="1" rIns="18000" wrap="square" tIns="18000">
            <a:spAutoFit/>
          </a:bodyPr>
          <a:lstStyle/>
          <a:p>
            <a:pPr indent="0" lvl="0" marL="0" rtl="0" algn="l">
              <a:spcBef>
                <a:spcPts val="0"/>
              </a:spcBef>
              <a:spcAft>
                <a:spcPts val="0"/>
              </a:spcAft>
              <a:buNone/>
            </a:pPr>
            <a:r>
              <a:rPr lang="es-419" sz="1100">
                <a:solidFill>
                  <a:srgbClr val="FFFFFF"/>
                </a:solidFill>
              </a:rPr>
              <a:t>Nombre:</a:t>
            </a:r>
            <a:endParaRPr sz="1100">
              <a:solidFill>
                <a:srgbClr val="FFFFFF"/>
              </a:solidFill>
            </a:endParaRPr>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0.3 Regla de Negocio">
  <p:cSld name="TITLE_3_6_1_2">
    <p:spTree>
      <p:nvGrpSpPr>
        <p:cNvPr id="437" name="Shape 437"/>
        <p:cNvGrpSpPr/>
        <p:nvPr/>
      </p:nvGrpSpPr>
      <p:grpSpPr>
        <a:xfrm>
          <a:off x="0" y="0"/>
          <a:ext cx="0" cy="0"/>
          <a:chOff x="0" y="0"/>
          <a:chExt cx="0" cy="0"/>
        </a:xfrm>
      </p:grpSpPr>
      <p:sp>
        <p:nvSpPr>
          <p:cNvPr id="438" name="Google Shape;438;p4"/>
          <p:cNvSpPr/>
          <p:nvPr/>
        </p:nvSpPr>
        <p:spPr>
          <a:xfrm>
            <a:off x="77688" y="358938"/>
            <a:ext cx="9935700" cy="6438000"/>
          </a:xfrm>
          <a:prstGeom prst="roundRect">
            <a:avLst>
              <a:gd fmla="val 2618" name="adj"/>
            </a:avLst>
          </a:prstGeom>
          <a:solidFill>
            <a:srgbClr val="FFFFFF"/>
          </a:solidFill>
          <a:ln cap="flat" cmpd="sng" w="38100">
            <a:solidFill>
              <a:srgbClr val="000000"/>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39" name="Google Shape;439;p4"/>
          <p:cNvCxnSpPr/>
          <p:nvPr/>
        </p:nvCxnSpPr>
        <p:spPr>
          <a:xfrm>
            <a:off x="77688" y="772614"/>
            <a:ext cx="9935700" cy="0"/>
          </a:xfrm>
          <a:prstGeom prst="straightConnector1">
            <a:avLst/>
          </a:prstGeom>
          <a:noFill/>
          <a:ln cap="flat" cmpd="sng" w="19050">
            <a:solidFill>
              <a:srgbClr val="000000"/>
            </a:solidFill>
            <a:prstDash val="solid"/>
            <a:round/>
            <a:headEnd len="med" w="med" type="none"/>
            <a:tailEnd len="med" w="med" type="none"/>
          </a:ln>
        </p:spPr>
      </p:cxnSp>
      <p:cxnSp>
        <p:nvCxnSpPr>
          <p:cNvPr id="440" name="Google Shape;440;p4"/>
          <p:cNvCxnSpPr/>
          <p:nvPr/>
        </p:nvCxnSpPr>
        <p:spPr>
          <a:xfrm rot="10800000">
            <a:off x="2439038" y="368188"/>
            <a:ext cx="0" cy="402300"/>
          </a:xfrm>
          <a:prstGeom prst="straightConnector1">
            <a:avLst/>
          </a:prstGeom>
          <a:noFill/>
          <a:ln cap="flat" cmpd="sng" w="19050">
            <a:solidFill>
              <a:srgbClr val="000000"/>
            </a:solidFill>
            <a:prstDash val="solid"/>
            <a:round/>
            <a:headEnd len="med" w="med" type="none"/>
            <a:tailEnd len="med" w="med" type="none"/>
          </a:ln>
        </p:spPr>
      </p:cxnSp>
      <p:sp>
        <p:nvSpPr>
          <p:cNvPr id="441" name="Google Shape;441;p4"/>
          <p:cNvSpPr txBox="1"/>
          <p:nvPr>
            <p:ph type="title"/>
          </p:nvPr>
        </p:nvSpPr>
        <p:spPr>
          <a:xfrm flipH="1">
            <a:off x="4228300" y="437575"/>
            <a:ext cx="5577600" cy="265800"/>
          </a:xfrm>
          <a:prstGeom prst="rect">
            <a:avLst/>
          </a:prstGeom>
          <a:noFill/>
          <a:ln>
            <a:noFill/>
          </a:ln>
        </p:spPr>
        <p:txBody>
          <a:bodyPr anchorCtr="0" anchor="ctr" bIns="0" lIns="0" spcFirstLastPara="1" rIns="0" wrap="square" tIns="0">
            <a:noAutofit/>
          </a:bodyPr>
          <a:lstStyle>
            <a:lvl1pPr lvl="0" rtl="0">
              <a:spcBef>
                <a:spcPts val="0"/>
              </a:spcBef>
              <a:spcAft>
                <a:spcPts val="0"/>
              </a:spcAft>
              <a:buClr>
                <a:srgbClr val="000000"/>
              </a:buClr>
              <a:buSzPts val="1200"/>
              <a:buNone/>
              <a:defRPr sz="1200">
                <a:solidFill>
                  <a:srgbClr val="000000"/>
                </a:solidFill>
              </a:defRPr>
            </a:lvl1pPr>
            <a:lvl2pPr lvl="1" rtl="0">
              <a:spcBef>
                <a:spcPts val="0"/>
              </a:spcBef>
              <a:spcAft>
                <a:spcPts val="0"/>
              </a:spcAft>
              <a:buClr>
                <a:srgbClr val="000000"/>
              </a:buClr>
              <a:buSzPts val="1100"/>
              <a:buNone/>
              <a:defRPr sz="1100">
                <a:solidFill>
                  <a:srgbClr val="000000"/>
                </a:solidFill>
              </a:defRPr>
            </a:lvl2pPr>
            <a:lvl3pPr lvl="2" rtl="0">
              <a:spcBef>
                <a:spcPts val="0"/>
              </a:spcBef>
              <a:spcAft>
                <a:spcPts val="0"/>
              </a:spcAft>
              <a:buClr>
                <a:srgbClr val="000000"/>
              </a:buClr>
              <a:buSzPts val="1100"/>
              <a:buNone/>
              <a:defRPr sz="1100">
                <a:solidFill>
                  <a:srgbClr val="000000"/>
                </a:solidFill>
              </a:defRPr>
            </a:lvl3pPr>
            <a:lvl4pPr lvl="3" rtl="0">
              <a:spcBef>
                <a:spcPts val="0"/>
              </a:spcBef>
              <a:spcAft>
                <a:spcPts val="0"/>
              </a:spcAft>
              <a:buClr>
                <a:srgbClr val="000000"/>
              </a:buClr>
              <a:buSzPts val="1100"/>
              <a:buNone/>
              <a:defRPr sz="1100">
                <a:solidFill>
                  <a:srgbClr val="000000"/>
                </a:solidFill>
              </a:defRPr>
            </a:lvl4pPr>
            <a:lvl5pPr lvl="4" rtl="0">
              <a:spcBef>
                <a:spcPts val="0"/>
              </a:spcBef>
              <a:spcAft>
                <a:spcPts val="0"/>
              </a:spcAft>
              <a:buClr>
                <a:srgbClr val="000000"/>
              </a:buClr>
              <a:buSzPts val="1100"/>
              <a:buNone/>
              <a:defRPr sz="1100">
                <a:solidFill>
                  <a:srgbClr val="000000"/>
                </a:solidFill>
              </a:defRPr>
            </a:lvl5pPr>
            <a:lvl6pPr lvl="5" rtl="0">
              <a:spcBef>
                <a:spcPts val="0"/>
              </a:spcBef>
              <a:spcAft>
                <a:spcPts val="0"/>
              </a:spcAft>
              <a:buClr>
                <a:srgbClr val="000000"/>
              </a:buClr>
              <a:buSzPts val="1100"/>
              <a:buNone/>
              <a:defRPr sz="1100">
                <a:solidFill>
                  <a:srgbClr val="000000"/>
                </a:solidFill>
              </a:defRPr>
            </a:lvl6pPr>
            <a:lvl7pPr lvl="6" rtl="0">
              <a:spcBef>
                <a:spcPts val="0"/>
              </a:spcBef>
              <a:spcAft>
                <a:spcPts val="0"/>
              </a:spcAft>
              <a:buClr>
                <a:srgbClr val="000000"/>
              </a:buClr>
              <a:buSzPts val="1100"/>
              <a:buNone/>
              <a:defRPr sz="1100">
                <a:solidFill>
                  <a:srgbClr val="000000"/>
                </a:solidFill>
              </a:defRPr>
            </a:lvl7pPr>
            <a:lvl8pPr lvl="7" rtl="0">
              <a:spcBef>
                <a:spcPts val="0"/>
              </a:spcBef>
              <a:spcAft>
                <a:spcPts val="0"/>
              </a:spcAft>
              <a:buClr>
                <a:srgbClr val="000000"/>
              </a:buClr>
              <a:buSzPts val="1100"/>
              <a:buNone/>
              <a:defRPr sz="1100">
                <a:solidFill>
                  <a:srgbClr val="000000"/>
                </a:solidFill>
              </a:defRPr>
            </a:lvl8pPr>
            <a:lvl9pPr lvl="8" rtl="0">
              <a:spcBef>
                <a:spcPts val="0"/>
              </a:spcBef>
              <a:spcAft>
                <a:spcPts val="0"/>
              </a:spcAft>
              <a:buClr>
                <a:srgbClr val="000000"/>
              </a:buClr>
              <a:buSzPts val="1100"/>
              <a:buNone/>
              <a:defRPr sz="1100">
                <a:solidFill>
                  <a:srgbClr val="000000"/>
                </a:solidFill>
              </a:defRPr>
            </a:lvl9pPr>
          </a:lstStyle>
          <a:p/>
        </p:txBody>
      </p:sp>
      <p:sp>
        <p:nvSpPr>
          <p:cNvPr id="442" name="Google Shape;442;p4"/>
          <p:cNvSpPr txBox="1"/>
          <p:nvPr/>
        </p:nvSpPr>
        <p:spPr>
          <a:xfrm>
            <a:off x="2513450" y="437275"/>
            <a:ext cx="1641000" cy="2664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b="1" lang="es-419" sz="1100"/>
              <a:t>Procesos involucrados en la regla:</a:t>
            </a:r>
            <a:endParaRPr b="1" sz="1100"/>
          </a:p>
        </p:txBody>
      </p:sp>
      <p:sp>
        <p:nvSpPr>
          <p:cNvPr id="443" name="Google Shape;443;p4"/>
          <p:cNvSpPr/>
          <p:nvPr/>
        </p:nvSpPr>
        <p:spPr>
          <a:xfrm>
            <a:off x="77688" y="349338"/>
            <a:ext cx="2361300" cy="421200"/>
          </a:xfrm>
          <a:prstGeom prst="roundRect">
            <a:avLst>
              <a:gd fmla="val 50000" name="adj"/>
            </a:avLst>
          </a:prstGeom>
          <a:solidFill>
            <a:srgbClr val="000000"/>
          </a:solidFill>
          <a:ln cap="flat" cmpd="sng" w="9525">
            <a:solidFill>
              <a:srgbClr val="000000"/>
            </a:solidFill>
            <a:prstDash val="solid"/>
            <a:round/>
            <a:headEnd len="sm" w="sm" type="none"/>
            <a:tailEnd len="sm" w="sm" type="none"/>
          </a:ln>
        </p:spPr>
        <p:txBody>
          <a:bodyPr anchorCtr="0" anchor="ctr" bIns="91425" lIns="0" spcFirstLastPara="1" rIns="0" wrap="square" tIns="91425">
            <a:noAutofit/>
          </a:bodyPr>
          <a:lstStyle/>
          <a:p>
            <a:pPr indent="0" lvl="0" marL="0" rtl="0" algn="ctr">
              <a:spcBef>
                <a:spcPts val="0"/>
              </a:spcBef>
              <a:spcAft>
                <a:spcPts val="0"/>
              </a:spcAft>
              <a:buNone/>
            </a:pPr>
            <a:r>
              <a:rPr b="1" lang="es-419" sz="1100">
                <a:solidFill>
                  <a:srgbClr val="FFFFFF"/>
                </a:solidFill>
              </a:rPr>
              <a:t>Regla de Negocio</a:t>
            </a:r>
            <a:endParaRPr b="1" sz="1100">
              <a:solidFill>
                <a:srgbClr val="FFFFFF"/>
              </a:solidFill>
            </a:endParaRPr>
          </a:p>
          <a:p>
            <a:pPr indent="0" lvl="0" marL="0" rtl="0" algn="ctr">
              <a:spcBef>
                <a:spcPts val="0"/>
              </a:spcBef>
              <a:spcAft>
                <a:spcPts val="0"/>
              </a:spcAft>
              <a:buNone/>
            </a:pPr>
            <a:r>
              <a:t/>
            </a:r>
            <a:endParaRPr b="1" sz="1200">
              <a:solidFill>
                <a:srgbClr val="FFFFFF"/>
              </a:solidFill>
            </a:endParaRPr>
          </a:p>
        </p:txBody>
      </p:sp>
      <p:sp>
        <p:nvSpPr>
          <p:cNvPr id="444" name="Google Shape;444;p4"/>
          <p:cNvSpPr/>
          <p:nvPr/>
        </p:nvSpPr>
        <p:spPr>
          <a:xfrm>
            <a:off x="83988" y="595504"/>
            <a:ext cx="190200" cy="1692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 name="Google Shape;445;p4"/>
          <p:cNvSpPr/>
          <p:nvPr/>
        </p:nvSpPr>
        <p:spPr>
          <a:xfrm>
            <a:off x="2350598" y="358950"/>
            <a:ext cx="88500" cy="4023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 name="Google Shape;446;p4"/>
          <p:cNvSpPr/>
          <p:nvPr/>
        </p:nvSpPr>
        <p:spPr>
          <a:xfrm>
            <a:off x="2277739" y="663750"/>
            <a:ext cx="88500" cy="1089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 name="Google Shape;447;p4"/>
          <p:cNvSpPr/>
          <p:nvPr/>
        </p:nvSpPr>
        <p:spPr>
          <a:xfrm>
            <a:off x="1635175" y="2219875"/>
            <a:ext cx="8206800" cy="1399500"/>
          </a:xfrm>
          <a:prstGeom prst="roundRect">
            <a:avLst>
              <a:gd fmla="val 3700"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 name="Google Shape;448;p4"/>
          <p:cNvSpPr txBox="1"/>
          <p:nvPr/>
        </p:nvSpPr>
        <p:spPr>
          <a:xfrm>
            <a:off x="121082" y="2118354"/>
            <a:ext cx="1514100" cy="1328100"/>
          </a:xfrm>
          <a:prstGeom prst="rect">
            <a:avLst/>
          </a:prstGeom>
          <a:noFill/>
          <a:ln>
            <a:noFill/>
          </a:ln>
        </p:spPr>
        <p:txBody>
          <a:bodyPr anchorCtr="0" anchor="t" bIns="91425" lIns="91425" spcFirstLastPara="1" rIns="91425" wrap="square" tIns="91425">
            <a:noAutofit/>
          </a:bodyPr>
          <a:lstStyle/>
          <a:p>
            <a:pPr indent="0" lvl="0" marL="45720" rtl="0" algn="r">
              <a:spcBef>
                <a:spcPts val="0"/>
              </a:spcBef>
              <a:spcAft>
                <a:spcPts val="0"/>
              </a:spcAft>
              <a:buNone/>
            </a:pPr>
            <a:r>
              <a:rPr b="1" lang="es-419" sz="1000">
                <a:solidFill>
                  <a:srgbClr val="202124"/>
                </a:solidFill>
                <a:latin typeface="Arvo"/>
                <a:ea typeface="Arvo"/>
                <a:cs typeface="Arvo"/>
                <a:sym typeface="Arvo"/>
              </a:rPr>
              <a:t>El problema que resuelve: </a:t>
            </a:r>
            <a:endParaRPr b="1" sz="1000">
              <a:solidFill>
                <a:srgbClr val="202124"/>
              </a:solidFill>
              <a:latin typeface="Arvo"/>
              <a:ea typeface="Arvo"/>
              <a:cs typeface="Arvo"/>
              <a:sym typeface="Arvo"/>
            </a:endParaRPr>
          </a:p>
          <a:p>
            <a:pPr indent="0" lvl="0" marL="45720" rtl="0" algn="r">
              <a:spcBef>
                <a:spcPts val="0"/>
              </a:spcBef>
              <a:spcAft>
                <a:spcPts val="0"/>
              </a:spcAft>
              <a:buNone/>
            </a:pPr>
            <a:r>
              <a:rPr b="1" lang="es-419" sz="1000">
                <a:solidFill>
                  <a:schemeClr val="dk1"/>
                </a:solidFill>
                <a:latin typeface="Arvo"/>
                <a:ea typeface="Arvo"/>
                <a:cs typeface="Arvo"/>
                <a:sym typeface="Arvo"/>
              </a:rPr>
              <a:t>  </a:t>
            </a:r>
            <a:r>
              <a:rPr i="1" lang="es-419" sz="600">
                <a:solidFill>
                  <a:schemeClr val="dk1"/>
                </a:solidFill>
                <a:latin typeface="Arvo"/>
                <a:ea typeface="Arvo"/>
                <a:cs typeface="Arvo"/>
                <a:sym typeface="Arvo"/>
              </a:rPr>
              <a:t>&lt;e</a:t>
            </a:r>
            <a:r>
              <a:rPr b="1" i="1" lang="es-419" sz="600">
                <a:solidFill>
                  <a:schemeClr val="dk1"/>
                </a:solidFill>
                <a:latin typeface="Arvo"/>
                <a:ea typeface="Arvo"/>
                <a:cs typeface="Arvo"/>
                <a:sym typeface="Arvo"/>
              </a:rPr>
              <a:t>j: </a:t>
            </a:r>
            <a:r>
              <a:rPr i="1" lang="es-419" sz="600">
                <a:solidFill>
                  <a:schemeClr val="dk1"/>
                </a:solidFill>
                <a:latin typeface="Arvo"/>
                <a:ea typeface="Arvo"/>
                <a:cs typeface="Arvo"/>
                <a:sym typeface="Arvo"/>
              </a:rPr>
              <a:t>Un registro escolar debe ser concedido solamente a estudiantes que no estén registrados en la actualidad para este periodo activo. Un estudiante podría registrarse en un solo colegio (para no quedarse sin cupo) mientras busca un colegio que ofrezca mejores condiciones para él&gt;</a:t>
            </a:r>
            <a:endParaRPr i="1" sz="600">
              <a:solidFill>
                <a:schemeClr val="hlink"/>
              </a:solidFill>
              <a:latin typeface="Arvo"/>
              <a:ea typeface="Arvo"/>
              <a:cs typeface="Arvo"/>
              <a:sym typeface="Arvo"/>
            </a:endParaRPr>
          </a:p>
        </p:txBody>
      </p:sp>
      <p:sp>
        <p:nvSpPr>
          <p:cNvPr id="449" name="Google Shape;449;p4"/>
          <p:cNvSpPr/>
          <p:nvPr/>
        </p:nvSpPr>
        <p:spPr>
          <a:xfrm>
            <a:off x="1635685" y="3831247"/>
            <a:ext cx="1838700" cy="646500"/>
          </a:xfrm>
          <a:prstGeom prst="roundRect">
            <a:avLst>
              <a:gd fmla="val 6541"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 name="Google Shape;450;p4"/>
          <p:cNvSpPr txBox="1"/>
          <p:nvPr/>
        </p:nvSpPr>
        <p:spPr>
          <a:xfrm>
            <a:off x="121075" y="3831250"/>
            <a:ext cx="1454400" cy="6465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0"/>
              </a:spcAft>
              <a:buNone/>
            </a:pPr>
            <a:r>
              <a:rPr b="1" lang="es-419" sz="1000">
                <a:solidFill>
                  <a:schemeClr val="dk1"/>
                </a:solidFill>
                <a:latin typeface="Arvo"/>
                <a:ea typeface="Arvo"/>
                <a:cs typeface="Arvo"/>
                <a:sym typeface="Arvo"/>
              </a:rPr>
              <a:t>Entidad a proteger con la regla:</a:t>
            </a:r>
            <a:endParaRPr b="1" sz="1000">
              <a:solidFill>
                <a:schemeClr val="dk1"/>
              </a:solidFill>
              <a:latin typeface="Arvo"/>
              <a:ea typeface="Arvo"/>
              <a:cs typeface="Arvo"/>
              <a:sym typeface="Arvo"/>
            </a:endParaRPr>
          </a:p>
          <a:p>
            <a:pPr indent="0" lvl="0" marL="0" rtl="0" algn="r">
              <a:lnSpc>
                <a:spcPct val="115000"/>
              </a:lnSpc>
              <a:spcBef>
                <a:spcPts val="0"/>
              </a:spcBef>
              <a:spcAft>
                <a:spcPts val="0"/>
              </a:spcAft>
              <a:buNone/>
            </a:pPr>
            <a:r>
              <a:rPr i="1" lang="es-419" sz="600">
                <a:solidFill>
                  <a:schemeClr val="dk1"/>
                </a:solidFill>
                <a:latin typeface="Arvo"/>
                <a:ea typeface="Arvo"/>
                <a:cs typeface="Arvo"/>
                <a:sym typeface="Arvo"/>
              </a:rPr>
              <a:t>&lt;ej:Registro estudiantil&gt;</a:t>
            </a:r>
            <a:endParaRPr i="1" sz="600">
              <a:solidFill>
                <a:schemeClr val="hlink"/>
              </a:solidFill>
              <a:latin typeface="Arvo"/>
              <a:ea typeface="Arvo"/>
              <a:cs typeface="Arvo"/>
              <a:sym typeface="Arvo"/>
            </a:endParaRPr>
          </a:p>
        </p:txBody>
      </p:sp>
      <p:sp>
        <p:nvSpPr>
          <p:cNvPr id="451" name="Google Shape;451;p4"/>
          <p:cNvSpPr/>
          <p:nvPr/>
        </p:nvSpPr>
        <p:spPr>
          <a:xfrm>
            <a:off x="1621925" y="1416400"/>
            <a:ext cx="8206800" cy="711600"/>
          </a:xfrm>
          <a:prstGeom prst="roundRect">
            <a:avLst>
              <a:gd fmla="val 11434"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 name="Google Shape;452;p4"/>
          <p:cNvSpPr txBox="1"/>
          <p:nvPr/>
        </p:nvSpPr>
        <p:spPr>
          <a:xfrm>
            <a:off x="6722450" y="3831250"/>
            <a:ext cx="1223100" cy="780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0"/>
              </a:spcAft>
              <a:buNone/>
            </a:pPr>
            <a:r>
              <a:rPr b="1" lang="es-419" sz="1000">
                <a:solidFill>
                  <a:schemeClr val="dk1"/>
                </a:solidFill>
                <a:latin typeface="Arvo"/>
                <a:ea typeface="Arvo"/>
                <a:cs typeface="Arvo"/>
                <a:sym typeface="Arvo"/>
              </a:rPr>
              <a:t>Estado Final de la Entidad si se aprueba la regla:</a:t>
            </a:r>
            <a:endParaRPr b="1" sz="1000">
              <a:solidFill>
                <a:schemeClr val="dk1"/>
              </a:solidFill>
              <a:latin typeface="Arvo"/>
              <a:ea typeface="Arvo"/>
              <a:cs typeface="Arvo"/>
              <a:sym typeface="Arvo"/>
            </a:endParaRPr>
          </a:p>
          <a:p>
            <a:pPr indent="0" lvl="0" marL="0" rtl="0" algn="r">
              <a:lnSpc>
                <a:spcPct val="115000"/>
              </a:lnSpc>
              <a:spcBef>
                <a:spcPts val="0"/>
              </a:spcBef>
              <a:spcAft>
                <a:spcPts val="0"/>
              </a:spcAft>
              <a:buNone/>
            </a:pPr>
            <a:r>
              <a:rPr i="1" lang="es-419" sz="600">
                <a:solidFill>
                  <a:schemeClr val="dk1"/>
                </a:solidFill>
                <a:latin typeface="Arvo"/>
                <a:ea typeface="Arvo"/>
                <a:cs typeface="Arvo"/>
                <a:sym typeface="Arvo"/>
              </a:rPr>
              <a:t>&lt;ej: aprobado&gt;</a:t>
            </a:r>
            <a:endParaRPr i="1" sz="1000">
              <a:solidFill>
                <a:schemeClr val="dk1"/>
              </a:solidFill>
              <a:latin typeface="Arvo"/>
              <a:ea typeface="Arvo"/>
              <a:cs typeface="Arvo"/>
              <a:sym typeface="Arvo"/>
            </a:endParaRPr>
          </a:p>
          <a:p>
            <a:pPr indent="0" lvl="0" marL="45720" rtl="0" algn="r">
              <a:spcBef>
                <a:spcPts val="0"/>
              </a:spcBef>
              <a:spcAft>
                <a:spcPts val="600"/>
              </a:spcAft>
              <a:buNone/>
            </a:pPr>
            <a:r>
              <a:t/>
            </a:r>
            <a:endParaRPr b="1" sz="1200">
              <a:solidFill>
                <a:schemeClr val="dk1"/>
              </a:solidFill>
              <a:latin typeface="Arvo"/>
              <a:ea typeface="Arvo"/>
              <a:cs typeface="Arvo"/>
              <a:sym typeface="Arvo"/>
            </a:endParaRPr>
          </a:p>
        </p:txBody>
      </p:sp>
      <p:sp>
        <p:nvSpPr>
          <p:cNvPr id="453" name="Google Shape;453;p4"/>
          <p:cNvSpPr/>
          <p:nvPr/>
        </p:nvSpPr>
        <p:spPr>
          <a:xfrm>
            <a:off x="4734976" y="3831247"/>
            <a:ext cx="1838700" cy="646500"/>
          </a:xfrm>
          <a:prstGeom prst="roundRect">
            <a:avLst>
              <a:gd fmla="val 6541"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 name="Google Shape;454;p4"/>
          <p:cNvSpPr/>
          <p:nvPr/>
        </p:nvSpPr>
        <p:spPr>
          <a:xfrm>
            <a:off x="7989981" y="3831265"/>
            <a:ext cx="1851900" cy="646500"/>
          </a:xfrm>
          <a:prstGeom prst="roundRect">
            <a:avLst>
              <a:gd fmla="val 6541"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 name="Google Shape;455;p4"/>
          <p:cNvSpPr txBox="1"/>
          <p:nvPr/>
        </p:nvSpPr>
        <p:spPr>
          <a:xfrm>
            <a:off x="3534832" y="3831240"/>
            <a:ext cx="1163700" cy="645000"/>
          </a:xfrm>
          <a:prstGeom prst="rect">
            <a:avLst/>
          </a:prstGeom>
          <a:noFill/>
          <a:ln>
            <a:noFill/>
          </a:ln>
        </p:spPr>
        <p:txBody>
          <a:bodyPr anchorCtr="0" anchor="t" bIns="0" lIns="0" spcFirstLastPara="1" rIns="0" wrap="square" tIns="0">
            <a:spAutoFit/>
          </a:bodyPr>
          <a:lstStyle/>
          <a:p>
            <a:pPr indent="0" lvl="0" marL="0" rtl="0" algn="r">
              <a:lnSpc>
                <a:spcPct val="115000"/>
              </a:lnSpc>
              <a:spcBef>
                <a:spcPts val="0"/>
              </a:spcBef>
              <a:spcAft>
                <a:spcPts val="0"/>
              </a:spcAft>
              <a:buNone/>
            </a:pPr>
            <a:r>
              <a:rPr b="1" lang="es-419" sz="1000">
                <a:solidFill>
                  <a:schemeClr val="dk1"/>
                </a:solidFill>
                <a:latin typeface="Arvo"/>
                <a:ea typeface="Arvo"/>
                <a:cs typeface="Arvo"/>
                <a:sym typeface="Arvo"/>
              </a:rPr>
              <a:t>Estado Inicial de la Entidad:</a:t>
            </a:r>
            <a:endParaRPr b="1" sz="1000">
              <a:solidFill>
                <a:schemeClr val="dk1"/>
              </a:solidFill>
              <a:latin typeface="Arvo"/>
              <a:ea typeface="Arvo"/>
              <a:cs typeface="Arvo"/>
              <a:sym typeface="Arvo"/>
            </a:endParaRPr>
          </a:p>
          <a:p>
            <a:pPr indent="0" lvl="0" marL="0" rtl="0" algn="r">
              <a:lnSpc>
                <a:spcPct val="115000"/>
              </a:lnSpc>
              <a:spcBef>
                <a:spcPts val="0"/>
              </a:spcBef>
              <a:spcAft>
                <a:spcPts val="0"/>
              </a:spcAft>
              <a:buNone/>
            </a:pPr>
            <a:r>
              <a:rPr i="1" lang="es-419" sz="600">
                <a:solidFill>
                  <a:schemeClr val="dk1"/>
                </a:solidFill>
                <a:latin typeface="Arvo"/>
                <a:ea typeface="Arvo"/>
                <a:cs typeface="Arvo"/>
                <a:sym typeface="Arvo"/>
              </a:rPr>
              <a:t>&lt;ej: no aprobado&gt;</a:t>
            </a:r>
            <a:endParaRPr i="1" sz="1000">
              <a:solidFill>
                <a:schemeClr val="dk1"/>
              </a:solidFill>
              <a:latin typeface="Arvo"/>
              <a:ea typeface="Arvo"/>
              <a:cs typeface="Arvo"/>
              <a:sym typeface="Arvo"/>
            </a:endParaRPr>
          </a:p>
          <a:p>
            <a:pPr indent="0" lvl="0" marL="45720" rtl="0" algn="r">
              <a:spcBef>
                <a:spcPts val="0"/>
              </a:spcBef>
              <a:spcAft>
                <a:spcPts val="600"/>
              </a:spcAft>
              <a:buNone/>
            </a:pPr>
            <a:r>
              <a:t/>
            </a:r>
            <a:endParaRPr b="1" sz="1200">
              <a:solidFill>
                <a:schemeClr val="dk1"/>
              </a:solidFill>
              <a:latin typeface="Arvo"/>
              <a:ea typeface="Arvo"/>
              <a:cs typeface="Arvo"/>
              <a:sym typeface="Arvo"/>
            </a:endParaRPr>
          </a:p>
        </p:txBody>
      </p:sp>
      <p:sp>
        <p:nvSpPr>
          <p:cNvPr id="456" name="Google Shape;456;p4"/>
          <p:cNvSpPr txBox="1"/>
          <p:nvPr>
            <p:ph idx="1" type="subTitle"/>
          </p:nvPr>
        </p:nvSpPr>
        <p:spPr>
          <a:xfrm>
            <a:off x="1635275" y="2227250"/>
            <a:ext cx="8206800" cy="1399500"/>
          </a:xfrm>
          <a:prstGeom prst="rect">
            <a:avLst/>
          </a:prstGeom>
          <a:noFill/>
          <a:ln>
            <a:noFill/>
          </a:ln>
        </p:spPr>
        <p:txBody>
          <a:bodyPr anchorCtr="0" anchor="t" bIns="36000" lIns="36000" spcFirstLastPara="1" rIns="36000" wrap="square" tIns="36000">
            <a:noAutofit/>
          </a:bodyPr>
          <a:lstStyle>
            <a:lvl1pPr lvl="0" rtl="0">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rtl="0">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rtl="0">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rtl="0">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rtl="0">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rtl="0">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rtl="0">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rtl="0">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rtl="0">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457" name="Google Shape;457;p4"/>
          <p:cNvSpPr txBox="1"/>
          <p:nvPr>
            <p:ph idx="2" type="subTitle"/>
          </p:nvPr>
        </p:nvSpPr>
        <p:spPr>
          <a:xfrm>
            <a:off x="1648125" y="3855575"/>
            <a:ext cx="1831200" cy="646500"/>
          </a:xfrm>
          <a:prstGeom prst="rect">
            <a:avLst/>
          </a:prstGeom>
          <a:noFill/>
          <a:ln>
            <a:noFill/>
          </a:ln>
        </p:spPr>
        <p:txBody>
          <a:bodyPr anchorCtr="0" anchor="t" bIns="36000" lIns="36000" spcFirstLastPara="1" rIns="36000" wrap="square" tIns="36000">
            <a:noAutofit/>
          </a:bodyPr>
          <a:lstStyle>
            <a:lvl1pPr lvl="0" rtl="0">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rtl="0">
              <a:lnSpc>
                <a:spcPct val="100000"/>
              </a:lnSpc>
              <a:spcBef>
                <a:spcPts val="0"/>
              </a:spcBef>
              <a:spcAft>
                <a:spcPts val="0"/>
              </a:spcAft>
              <a:buClr>
                <a:srgbClr val="000000"/>
              </a:buClr>
              <a:buSzPts val="800"/>
              <a:buNone/>
              <a:defRPr sz="800">
                <a:solidFill>
                  <a:srgbClr val="000000"/>
                </a:solidFill>
              </a:defRPr>
            </a:lvl2pPr>
            <a:lvl3pPr lvl="2" rtl="0">
              <a:lnSpc>
                <a:spcPct val="100000"/>
              </a:lnSpc>
              <a:spcBef>
                <a:spcPts val="0"/>
              </a:spcBef>
              <a:spcAft>
                <a:spcPts val="0"/>
              </a:spcAft>
              <a:buClr>
                <a:srgbClr val="000000"/>
              </a:buClr>
              <a:buSzPts val="800"/>
              <a:buNone/>
              <a:defRPr sz="800">
                <a:solidFill>
                  <a:srgbClr val="000000"/>
                </a:solidFill>
              </a:defRPr>
            </a:lvl3pPr>
            <a:lvl4pPr lvl="3" rtl="0">
              <a:lnSpc>
                <a:spcPct val="100000"/>
              </a:lnSpc>
              <a:spcBef>
                <a:spcPts val="0"/>
              </a:spcBef>
              <a:spcAft>
                <a:spcPts val="0"/>
              </a:spcAft>
              <a:buClr>
                <a:srgbClr val="000000"/>
              </a:buClr>
              <a:buSzPts val="800"/>
              <a:buNone/>
              <a:defRPr sz="800">
                <a:solidFill>
                  <a:srgbClr val="000000"/>
                </a:solidFill>
              </a:defRPr>
            </a:lvl4pPr>
            <a:lvl5pPr lvl="4" rtl="0">
              <a:lnSpc>
                <a:spcPct val="100000"/>
              </a:lnSpc>
              <a:spcBef>
                <a:spcPts val="0"/>
              </a:spcBef>
              <a:spcAft>
                <a:spcPts val="0"/>
              </a:spcAft>
              <a:buClr>
                <a:srgbClr val="000000"/>
              </a:buClr>
              <a:buSzPts val="800"/>
              <a:buNone/>
              <a:defRPr sz="800">
                <a:solidFill>
                  <a:srgbClr val="000000"/>
                </a:solidFill>
              </a:defRPr>
            </a:lvl5pPr>
            <a:lvl6pPr lvl="5" rtl="0">
              <a:lnSpc>
                <a:spcPct val="100000"/>
              </a:lnSpc>
              <a:spcBef>
                <a:spcPts val="0"/>
              </a:spcBef>
              <a:spcAft>
                <a:spcPts val="0"/>
              </a:spcAft>
              <a:buClr>
                <a:srgbClr val="000000"/>
              </a:buClr>
              <a:buSzPts val="800"/>
              <a:buNone/>
              <a:defRPr sz="800">
                <a:solidFill>
                  <a:srgbClr val="000000"/>
                </a:solidFill>
              </a:defRPr>
            </a:lvl6pPr>
            <a:lvl7pPr lvl="6" rtl="0">
              <a:lnSpc>
                <a:spcPct val="100000"/>
              </a:lnSpc>
              <a:spcBef>
                <a:spcPts val="0"/>
              </a:spcBef>
              <a:spcAft>
                <a:spcPts val="0"/>
              </a:spcAft>
              <a:buClr>
                <a:srgbClr val="000000"/>
              </a:buClr>
              <a:buSzPts val="800"/>
              <a:buNone/>
              <a:defRPr sz="800">
                <a:solidFill>
                  <a:srgbClr val="000000"/>
                </a:solidFill>
              </a:defRPr>
            </a:lvl7pPr>
            <a:lvl8pPr lvl="7" rtl="0">
              <a:lnSpc>
                <a:spcPct val="100000"/>
              </a:lnSpc>
              <a:spcBef>
                <a:spcPts val="0"/>
              </a:spcBef>
              <a:spcAft>
                <a:spcPts val="0"/>
              </a:spcAft>
              <a:buClr>
                <a:srgbClr val="000000"/>
              </a:buClr>
              <a:buSzPts val="800"/>
              <a:buNone/>
              <a:defRPr sz="800">
                <a:solidFill>
                  <a:srgbClr val="000000"/>
                </a:solidFill>
              </a:defRPr>
            </a:lvl8pPr>
            <a:lvl9pPr lvl="8" rtl="0">
              <a:lnSpc>
                <a:spcPct val="100000"/>
              </a:lnSpc>
              <a:spcBef>
                <a:spcPts val="0"/>
              </a:spcBef>
              <a:spcAft>
                <a:spcPts val="0"/>
              </a:spcAft>
              <a:buClr>
                <a:srgbClr val="000000"/>
              </a:buClr>
              <a:buSzPts val="800"/>
              <a:buNone/>
              <a:defRPr sz="800">
                <a:solidFill>
                  <a:srgbClr val="000000"/>
                </a:solidFill>
              </a:defRPr>
            </a:lvl9pPr>
          </a:lstStyle>
          <a:p/>
        </p:txBody>
      </p:sp>
      <p:sp>
        <p:nvSpPr>
          <p:cNvPr id="458" name="Google Shape;458;p4"/>
          <p:cNvSpPr/>
          <p:nvPr/>
        </p:nvSpPr>
        <p:spPr>
          <a:xfrm>
            <a:off x="286150" y="4766163"/>
            <a:ext cx="1311300" cy="607500"/>
          </a:xfrm>
          <a:prstGeom prst="roundRect">
            <a:avLst>
              <a:gd fmla="val 9450" name="adj"/>
            </a:avLst>
          </a:prstGeom>
          <a:noFill/>
          <a:ln>
            <a:noFill/>
          </a:ln>
        </p:spPr>
        <p:txBody>
          <a:bodyPr anchorCtr="0" anchor="t" bIns="0" lIns="36000" spcFirstLastPara="1" rIns="0" wrap="square" tIns="0">
            <a:noAutofit/>
          </a:bodyPr>
          <a:lstStyle/>
          <a:p>
            <a:pPr indent="0" lvl="0" marL="0" rtl="0" algn="r">
              <a:lnSpc>
                <a:spcPct val="115000"/>
              </a:lnSpc>
              <a:spcBef>
                <a:spcPts val="0"/>
              </a:spcBef>
              <a:spcAft>
                <a:spcPts val="0"/>
              </a:spcAft>
              <a:buClr>
                <a:schemeClr val="dk1"/>
              </a:buClr>
              <a:buSzPts val="1100"/>
              <a:buFont typeface="Arial"/>
              <a:buNone/>
            </a:pPr>
            <a:r>
              <a:rPr b="1" lang="es-419" sz="1000">
                <a:solidFill>
                  <a:schemeClr val="dk1"/>
                </a:solidFill>
                <a:latin typeface="Arvo"/>
                <a:ea typeface="Arvo"/>
                <a:cs typeface="Arvo"/>
                <a:sym typeface="Arvo"/>
              </a:rPr>
              <a:t>Entidades Participantes:</a:t>
            </a:r>
            <a:endParaRPr sz="1000"/>
          </a:p>
        </p:txBody>
      </p:sp>
      <p:grpSp>
        <p:nvGrpSpPr>
          <p:cNvPr id="459" name="Google Shape;459;p4"/>
          <p:cNvGrpSpPr/>
          <p:nvPr/>
        </p:nvGrpSpPr>
        <p:grpSpPr>
          <a:xfrm>
            <a:off x="1670204" y="4672426"/>
            <a:ext cx="3238409" cy="893400"/>
            <a:chOff x="2627447" y="1670375"/>
            <a:chExt cx="3587073" cy="893400"/>
          </a:xfrm>
        </p:grpSpPr>
        <p:sp>
          <p:nvSpPr>
            <p:cNvPr id="460" name="Google Shape;460;p4"/>
            <p:cNvSpPr/>
            <p:nvPr/>
          </p:nvSpPr>
          <p:spPr>
            <a:xfrm>
              <a:off x="2627447" y="1670375"/>
              <a:ext cx="1782000" cy="893400"/>
            </a:xfrm>
            <a:prstGeom prst="rect">
              <a:avLst/>
            </a:prstGeom>
            <a:solidFill>
              <a:srgbClr val="FFF2CC"/>
            </a:solidFill>
            <a:ln cap="flat" cmpd="sng" w="9525">
              <a:solidFill>
                <a:srgbClr val="D9EA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 name="Google Shape;461;p4"/>
            <p:cNvSpPr/>
            <p:nvPr/>
          </p:nvSpPr>
          <p:spPr>
            <a:xfrm>
              <a:off x="4450520" y="1670375"/>
              <a:ext cx="1764000" cy="893400"/>
            </a:xfrm>
            <a:prstGeom prst="rect">
              <a:avLst/>
            </a:prstGeom>
            <a:solidFill>
              <a:srgbClr val="FFF2CC"/>
            </a:solidFill>
            <a:ln cap="flat" cmpd="sng" w="9525">
              <a:solidFill>
                <a:srgbClr val="F4CCC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cxnSp>
        <p:nvCxnSpPr>
          <p:cNvPr id="462" name="Google Shape;462;p4"/>
          <p:cNvCxnSpPr/>
          <p:nvPr/>
        </p:nvCxnSpPr>
        <p:spPr>
          <a:xfrm>
            <a:off x="6548821" y="4666600"/>
            <a:ext cx="0" cy="899700"/>
          </a:xfrm>
          <a:prstGeom prst="straightConnector1">
            <a:avLst/>
          </a:prstGeom>
          <a:noFill/>
          <a:ln cap="flat" cmpd="sng" w="28575">
            <a:solidFill>
              <a:srgbClr val="D9D9D9"/>
            </a:solidFill>
            <a:prstDash val="solid"/>
            <a:round/>
            <a:headEnd len="sm" w="sm" type="none"/>
            <a:tailEnd len="sm" w="sm" type="none"/>
          </a:ln>
        </p:spPr>
      </p:cxnSp>
      <p:grpSp>
        <p:nvGrpSpPr>
          <p:cNvPr id="463" name="Google Shape;463;p4"/>
          <p:cNvGrpSpPr/>
          <p:nvPr/>
        </p:nvGrpSpPr>
        <p:grpSpPr>
          <a:xfrm>
            <a:off x="4949628" y="4672426"/>
            <a:ext cx="3238409" cy="893400"/>
            <a:chOff x="2627447" y="1670375"/>
            <a:chExt cx="3587073" cy="893400"/>
          </a:xfrm>
        </p:grpSpPr>
        <p:sp>
          <p:nvSpPr>
            <p:cNvPr id="464" name="Google Shape;464;p4"/>
            <p:cNvSpPr/>
            <p:nvPr/>
          </p:nvSpPr>
          <p:spPr>
            <a:xfrm>
              <a:off x="2627447" y="1670375"/>
              <a:ext cx="1782000" cy="893400"/>
            </a:xfrm>
            <a:prstGeom prst="rect">
              <a:avLst/>
            </a:prstGeom>
            <a:solidFill>
              <a:srgbClr val="FFF2CC"/>
            </a:solidFill>
            <a:ln cap="flat" cmpd="sng" w="9525">
              <a:solidFill>
                <a:srgbClr val="D9EA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 name="Google Shape;465;p4"/>
            <p:cNvSpPr/>
            <p:nvPr/>
          </p:nvSpPr>
          <p:spPr>
            <a:xfrm>
              <a:off x="4450520" y="1670375"/>
              <a:ext cx="1764000" cy="893400"/>
            </a:xfrm>
            <a:prstGeom prst="rect">
              <a:avLst/>
            </a:prstGeom>
            <a:solidFill>
              <a:srgbClr val="FFF2CC"/>
            </a:solidFill>
            <a:ln cap="flat" cmpd="sng" w="9525">
              <a:solidFill>
                <a:srgbClr val="F4CCC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66" name="Google Shape;466;p4"/>
          <p:cNvSpPr txBox="1"/>
          <p:nvPr>
            <p:ph idx="3" type="subTitle"/>
          </p:nvPr>
        </p:nvSpPr>
        <p:spPr>
          <a:xfrm>
            <a:off x="4740190" y="3829375"/>
            <a:ext cx="1831200" cy="646500"/>
          </a:xfrm>
          <a:prstGeom prst="rect">
            <a:avLst/>
          </a:prstGeom>
          <a:noFill/>
          <a:ln>
            <a:noFill/>
          </a:ln>
        </p:spPr>
        <p:txBody>
          <a:bodyPr anchorCtr="0" anchor="t" bIns="36000" lIns="36000" spcFirstLastPara="1" rIns="36000" wrap="square" tIns="36000">
            <a:noAutofit/>
          </a:bodyPr>
          <a:lstStyle>
            <a:lvl1pPr lvl="0" rtl="0">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rtl="0">
              <a:lnSpc>
                <a:spcPct val="100000"/>
              </a:lnSpc>
              <a:spcBef>
                <a:spcPts val="0"/>
              </a:spcBef>
              <a:spcAft>
                <a:spcPts val="0"/>
              </a:spcAft>
              <a:buClr>
                <a:srgbClr val="000000"/>
              </a:buClr>
              <a:buSzPts val="800"/>
              <a:buNone/>
              <a:defRPr sz="800">
                <a:solidFill>
                  <a:srgbClr val="000000"/>
                </a:solidFill>
              </a:defRPr>
            </a:lvl2pPr>
            <a:lvl3pPr lvl="2" rtl="0">
              <a:lnSpc>
                <a:spcPct val="100000"/>
              </a:lnSpc>
              <a:spcBef>
                <a:spcPts val="0"/>
              </a:spcBef>
              <a:spcAft>
                <a:spcPts val="0"/>
              </a:spcAft>
              <a:buClr>
                <a:srgbClr val="000000"/>
              </a:buClr>
              <a:buSzPts val="800"/>
              <a:buNone/>
              <a:defRPr sz="800">
                <a:solidFill>
                  <a:srgbClr val="000000"/>
                </a:solidFill>
              </a:defRPr>
            </a:lvl3pPr>
            <a:lvl4pPr lvl="3" rtl="0">
              <a:lnSpc>
                <a:spcPct val="100000"/>
              </a:lnSpc>
              <a:spcBef>
                <a:spcPts val="0"/>
              </a:spcBef>
              <a:spcAft>
                <a:spcPts val="0"/>
              </a:spcAft>
              <a:buClr>
                <a:srgbClr val="000000"/>
              </a:buClr>
              <a:buSzPts val="800"/>
              <a:buNone/>
              <a:defRPr sz="800">
                <a:solidFill>
                  <a:srgbClr val="000000"/>
                </a:solidFill>
              </a:defRPr>
            </a:lvl4pPr>
            <a:lvl5pPr lvl="4" rtl="0">
              <a:lnSpc>
                <a:spcPct val="100000"/>
              </a:lnSpc>
              <a:spcBef>
                <a:spcPts val="0"/>
              </a:spcBef>
              <a:spcAft>
                <a:spcPts val="0"/>
              </a:spcAft>
              <a:buClr>
                <a:srgbClr val="000000"/>
              </a:buClr>
              <a:buSzPts val="800"/>
              <a:buNone/>
              <a:defRPr sz="800">
                <a:solidFill>
                  <a:srgbClr val="000000"/>
                </a:solidFill>
              </a:defRPr>
            </a:lvl5pPr>
            <a:lvl6pPr lvl="5" rtl="0">
              <a:lnSpc>
                <a:spcPct val="100000"/>
              </a:lnSpc>
              <a:spcBef>
                <a:spcPts val="0"/>
              </a:spcBef>
              <a:spcAft>
                <a:spcPts val="0"/>
              </a:spcAft>
              <a:buClr>
                <a:srgbClr val="000000"/>
              </a:buClr>
              <a:buSzPts val="800"/>
              <a:buNone/>
              <a:defRPr sz="800">
                <a:solidFill>
                  <a:srgbClr val="000000"/>
                </a:solidFill>
              </a:defRPr>
            </a:lvl6pPr>
            <a:lvl7pPr lvl="6" rtl="0">
              <a:lnSpc>
                <a:spcPct val="100000"/>
              </a:lnSpc>
              <a:spcBef>
                <a:spcPts val="0"/>
              </a:spcBef>
              <a:spcAft>
                <a:spcPts val="0"/>
              </a:spcAft>
              <a:buClr>
                <a:srgbClr val="000000"/>
              </a:buClr>
              <a:buSzPts val="800"/>
              <a:buNone/>
              <a:defRPr sz="800">
                <a:solidFill>
                  <a:srgbClr val="000000"/>
                </a:solidFill>
              </a:defRPr>
            </a:lvl7pPr>
            <a:lvl8pPr lvl="7" rtl="0">
              <a:lnSpc>
                <a:spcPct val="100000"/>
              </a:lnSpc>
              <a:spcBef>
                <a:spcPts val="0"/>
              </a:spcBef>
              <a:spcAft>
                <a:spcPts val="0"/>
              </a:spcAft>
              <a:buClr>
                <a:srgbClr val="000000"/>
              </a:buClr>
              <a:buSzPts val="800"/>
              <a:buNone/>
              <a:defRPr sz="800">
                <a:solidFill>
                  <a:srgbClr val="000000"/>
                </a:solidFill>
              </a:defRPr>
            </a:lvl8pPr>
            <a:lvl9pPr lvl="8" rtl="0">
              <a:lnSpc>
                <a:spcPct val="100000"/>
              </a:lnSpc>
              <a:spcBef>
                <a:spcPts val="0"/>
              </a:spcBef>
              <a:spcAft>
                <a:spcPts val="0"/>
              </a:spcAft>
              <a:buClr>
                <a:srgbClr val="000000"/>
              </a:buClr>
              <a:buSzPts val="800"/>
              <a:buNone/>
              <a:defRPr sz="800">
                <a:solidFill>
                  <a:srgbClr val="000000"/>
                </a:solidFill>
              </a:defRPr>
            </a:lvl9pPr>
          </a:lstStyle>
          <a:p/>
        </p:txBody>
      </p:sp>
      <p:sp>
        <p:nvSpPr>
          <p:cNvPr id="467" name="Google Shape;467;p4"/>
          <p:cNvSpPr txBox="1"/>
          <p:nvPr>
            <p:ph idx="4" type="subTitle"/>
          </p:nvPr>
        </p:nvSpPr>
        <p:spPr>
          <a:xfrm>
            <a:off x="7998604" y="3829375"/>
            <a:ext cx="1831200" cy="646500"/>
          </a:xfrm>
          <a:prstGeom prst="rect">
            <a:avLst/>
          </a:prstGeom>
          <a:noFill/>
          <a:ln>
            <a:noFill/>
          </a:ln>
        </p:spPr>
        <p:txBody>
          <a:bodyPr anchorCtr="0" anchor="t" bIns="36000" lIns="36000" spcFirstLastPara="1" rIns="36000" wrap="square" tIns="36000">
            <a:noAutofit/>
          </a:bodyPr>
          <a:lstStyle>
            <a:lvl1pPr lvl="0" rtl="0">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rtl="0">
              <a:lnSpc>
                <a:spcPct val="100000"/>
              </a:lnSpc>
              <a:spcBef>
                <a:spcPts val="0"/>
              </a:spcBef>
              <a:spcAft>
                <a:spcPts val="0"/>
              </a:spcAft>
              <a:buClr>
                <a:srgbClr val="000000"/>
              </a:buClr>
              <a:buSzPts val="800"/>
              <a:buNone/>
              <a:defRPr sz="800">
                <a:solidFill>
                  <a:srgbClr val="000000"/>
                </a:solidFill>
              </a:defRPr>
            </a:lvl2pPr>
            <a:lvl3pPr lvl="2" rtl="0">
              <a:lnSpc>
                <a:spcPct val="100000"/>
              </a:lnSpc>
              <a:spcBef>
                <a:spcPts val="0"/>
              </a:spcBef>
              <a:spcAft>
                <a:spcPts val="0"/>
              </a:spcAft>
              <a:buClr>
                <a:srgbClr val="000000"/>
              </a:buClr>
              <a:buSzPts val="800"/>
              <a:buNone/>
              <a:defRPr sz="800">
                <a:solidFill>
                  <a:srgbClr val="000000"/>
                </a:solidFill>
              </a:defRPr>
            </a:lvl3pPr>
            <a:lvl4pPr lvl="3" rtl="0">
              <a:lnSpc>
                <a:spcPct val="100000"/>
              </a:lnSpc>
              <a:spcBef>
                <a:spcPts val="0"/>
              </a:spcBef>
              <a:spcAft>
                <a:spcPts val="0"/>
              </a:spcAft>
              <a:buClr>
                <a:srgbClr val="000000"/>
              </a:buClr>
              <a:buSzPts val="800"/>
              <a:buNone/>
              <a:defRPr sz="800">
                <a:solidFill>
                  <a:srgbClr val="000000"/>
                </a:solidFill>
              </a:defRPr>
            </a:lvl4pPr>
            <a:lvl5pPr lvl="4" rtl="0">
              <a:lnSpc>
                <a:spcPct val="100000"/>
              </a:lnSpc>
              <a:spcBef>
                <a:spcPts val="0"/>
              </a:spcBef>
              <a:spcAft>
                <a:spcPts val="0"/>
              </a:spcAft>
              <a:buClr>
                <a:srgbClr val="000000"/>
              </a:buClr>
              <a:buSzPts val="800"/>
              <a:buNone/>
              <a:defRPr sz="800">
                <a:solidFill>
                  <a:srgbClr val="000000"/>
                </a:solidFill>
              </a:defRPr>
            </a:lvl5pPr>
            <a:lvl6pPr lvl="5" rtl="0">
              <a:lnSpc>
                <a:spcPct val="100000"/>
              </a:lnSpc>
              <a:spcBef>
                <a:spcPts val="0"/>
              </a:spcBef>
              <a:spcAft>
                <a:spcPts val="0"/>
              </a:spcAft>
              <a:buClr>
                <a:srgbClr val="000000"/>
              </a:buClr>
              <a:buSzPts val="800"/>
              <a:buNone/>
              <a:defRPr sz="800">
                <a:solidFill>
                  <a:srgbClr val="000000"/>
                </a:solidFill>
              </a:defRPr>
            </a:lvl6pPr>
            <a:lvl7pPr lvl="6" rtl="0">
              <a:lnSpc>
                <a:spcPct val="100000"/>
              </a:lnSpc>
              <a:spcBef>
                <a:spcPts val="0"/>
              </a:spcBef>
              <a:spcAft>
                <a:spcPts val="0"/>
              </a:spcAft>
              <a:buClr>
                <a:srgbClr val="000000"/>
              </a:buClr>
              <a:buSzPts val="800"/>
              <a:buNone/>
              <a:defRPr sz="800">
                <a:solidFill>
                  <a:srgbClr val="000000"/>
                </a:solidFill>
              </a:defRPr>
            </a:lvl7pPr>
            <a:lvl8pPr lvl="7" rtl="0">
              <a:lnSpc>
                <a:spcPct val="100000"/>
              </a:lnSpc>
              <a:spcBef>
                <a:spcPts val="0"/>
              </a:spcBef>
              <a:spcAft>
                <a:spcPts val="0"/>
              </a:spcAft>
              <a:buClr>
                <a:srgbClr val="000000"/>
              </a:buClr>
              <a:buSzPts val="800"/>
              <a:buNone/>
              <a:defRPr sz="800">
                <a:solidFill>
                  <a:srgbClr val="000000"/>
                </a:solidFill>
              </a:defRPr>
            </a:lvl8pPr>
            <a:lvl9pPr lvl="8" rtl="0">
              <a:lnSpc>
                <a:spcPct val="100000"/>
              </a:lnSpc>
              <a:spcBef>
                <a:spcPts val="0"/>
              </a:spcBef>
              <a:spcAft>
                <a:spcPts val="0"/>
              </a:spcAft>
              <a:buClr>
                <a:srgbClr val="000000"/>
              </a:buClr>
              <a:buSzPts val="800"/>
              <a:buNone/>
              <a:defRPr sz="800">
                <a:solidFill>
                  <a:srgbClr val="000000"/>
                </a:solidFill>
              </a:defRPr>
            </a:lvl9pPr>
          </a:lstStyle>
          <a:p/>
        </p:txBody>
      </p:sp>
      <p:sp>
        <p:nvSpPr>
          <p:cNvPr id="468" name="Google Shape;468;p4"/>
          <p:cNvSpPr/>
          <p:nvPr/>
        </p:nvSpPr>
        <p:spPr>
          <a:xfrm>
            <a:off x="1669750" y="4680019"/>
            <a:ext cx="1608900" cy="287400"/>
          </a:xfrm>
          <a:prstGeom prst="rect">
            <a:avLst/>
          </a:prstGeom>
          <a:solidFill>
            <a:srgbClr val="FFF2CC"/>
          </a:solidFill>
          <a:ln cap="flat" cmpd="sng" w="9525">
            <a:solidFill>
              <a:srgbClr val="D9EAD3"/>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s-419" sz="1000">
                <a:solidFill>
                  <a:srgbClr val="666666"/>
                </a:solidFill>
                <a:latin typeface="Arvo"/>
                <a:ea typeface="Arvo"/>
                <a:cs typeface="Arvo"/>
                <a:sym typeface="Arvo"/>
              </a:rPr>
              <a:t>Entidad 1 </a:t>
            </a:r>
            <a:r>
              <a:rPr i="1" lang="es-419" sz="600">
                <a:solidFill>
                  <a:schemeClr val="dk1"/>
                </a:solidFill>
                <a:latin typeface="Arvo"/>
                <a:ea typeface="Arvo"/>
                <a:cs typeface="Arvo"/>
                <a:sym typeface="Arvo"/>
              </a:rPr>
              <a:t>&lt;ej: Estudiante&gt;</a:t>
            </a:r>
            <a:endParaRPr b="1" sz="1000">
              <a:solidFill>
                <a:srgbClr val="666666"/>
              </a:solidFill>
              <a:latin typeface="Arvo"/>
              <a:ea typeface="Arvo"/>
              <a:cs typeface="Arvo"/>
              <a:sym typeface="Arvo"/>
            </a:endParaRPr>
          </a:p>
        </p:txBody>
      </p:sp>
      <p:sp>
        <p:nvSpPr>
          <p:cNvPr id="469" name="Google Shape;469;p4"/>
          <p:cNvSpPr/>
          <p:nvPr/>
        </p:nvSpPr>
        <p:spPr>
          <a:xfrm>
            <a:off x="4944270" y="4680020"/>
            <a:ext cx="1608900" cy="287400"/>
          </a:xfrm>
          <a:prstGeom prst="rect">
            <a:avLst/>
          </a:prstGeom>
          <a:solidFill>
            <a:srgbClr val="FFF2CC"/>
          </a:solidFill>
          <a:ln cap="flat" cmpd="sng" w="9525">
            <a:solidFill>
              <a:srgbClr val="D9EAD3"/>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s-419" sz="1000">
                <a:solidFill>
                  <a:srgbClr val="666666"/>
                </a:solidFill>
                <a:latin typeface="Arvo"/>
                <a:ea typeface="Arvo"/>
                <a:cs typeface="Arvo"/>
                <a:sym typeface="Arvo"/>
              </a:rPr>
              <a:t>Entidad 3 </a:t>
            </a:r>
            <a:r>
              <a:rPr i="1" lang="es-419" sz="600">
                <a:solidFill>
                  <a:schemeClr val="dk1"/>
                </a:solidFill>
                <a:latin typeface="Arvo"/>
                <a:ea typeface="Arvo"/>
                <a:cs typeface="Arvo"/>
                <a:sym typeface="Arvo"/>
              </a:rPr>
              <a:t>&lt;ej: Curso&gt;</a:t>
            </a:r>
            <a:endParaRPr b="1" sz="1000">
              <a:solidFill>
                <a:srgbClr val="666666"/>
              </a:solidFill>
              <a:latin typeface="Arvo"/>
              <a:ea typeface="Arvo"/>
              <a:cs typeface="Arvo"/>
              <a:sym typeface="Arvo"/>
            </a:endParaRPr>
          </a:p>
        </p:txBody>
      </p:sp>
      <p:sp>
        <p:nvSpPr>
          <p:cNvPr id="470" name="Google Shape;470;p4"/>
          <p:cNvSpPr/>
          <p:nvPr/>
        </p:nvSpPr>
        <p:spPr>
          <a:xfrm>
            <a:off x="6590435" y="4672420"/>
            <a:ext cx="1597800" cy="294900"/>
          </a:xfrm>
          <a:prstGeom prst="rect">
            <a:avLst/>
          </a:prstGeom>
          <a:solidFill>
            <a:srgbClr val="FFF2CC"/>
          </a:solidFill>
          <a:ln cap="flat" cmpd="sng" w="9525">
            <a:solidFill>
              <a:srgbClr val="D9EAD3"/>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s-419" sz="1000">
                <a:solidFill>
                  <a:srgbClr val="666666"/>
                </a:solidFill>
                <a:latin typeface="Arvo"/>
                <a:ea typeface="Arvo"/>
                <a:cs typeface="Arvo"/>
                <a:sym typeface="Arvo"/>
              </a:rPr>
              <a:t>Entidad 4 </a:t>
            </a:r>
            <a:r>
              <a:rPr i="1" lang="es-419" sz="600">
                <a:solidFill>
                  <a:schemeClr val="dk1"/>
                </a:solidFill>
                <a:latin typeface="Arvo"/>
                <a:ea typeface="Arvo"/>
                <a:cs typeface="Arvo"/>
                <a:sym typeface="Arvo"/>
              </a:rPr>
              <a:t>&lt;ej: Periodo&gt;</a:t>
            </a:r>
            <a:endParaRPr b="1" sz="1000">
              <a:solidFill>
                <a:srgbClr val="666666"/>
              </a:solidFill>
              <a:latin typeface="Arvo"/>
              <a:ea typeface="Arvo"/>
              <a:cs typeface="Arvo"/>
              <a:sym typeface="Arvo"/>
            </a:endParaRPr>
          </a:p>
        </p:txBody>
      </p:sp>
      <p:grpSp>
        <p:nvGrpSpPr>
          <p:cNvPr id="471" name="Google Shape;471;p4"/>
          <p:cNvGrpSpPr/>
          <p:nvPr/>
        </p:nvGrpSpPr>
        <p:grpSpPr>
          <a:xfrm>
            <a:off x="1670204" y="5595956"/>
            <a:ext cx="3238409" cy="893400"/>
            <a:chOff x="2627447" y="1670375"/>
            <a:chExt cx="3587073" cy="893400"/>
          </a:xfrm>
        </p:grpSpPr>
        <p:sp>
          <p:nvSpPr>
            <p:cNvPr id="472" name="Google Shape;472;p4"/>
            <p:cNvSpPr/>
            <p:nvPr/>
          </p:nvSpPr>
          <p:spPr>
            <a:xfrm>
              <a:off x="2627447" y="1670375"/>
              <a:ext cx="1782000" cy="893400"/>
            </a:xfrm>
            <a:prstGeom prst="rect">
              <a:avLst/>
            </a:prstGeom>
            <a:solidFill>
              <a:srgbClr val="F4CCCC"/>
            </a:solidFill>
            <a:ln cap="flat" cmpd="sng" w="9525">
              <a:solidFill>
                <a:srgbClr val="D9EA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 name="Google Shape;473;p4"/>
            <p:cNvSpPr/>
            <p:nvPr/>
          </p:nvSpPr>
          <p:spPr>
            <a:xfrm>
              <a:off x="4450520" y="1670375"/>
              <a:ext cx="1764000" cy="893400"/>
            </a:xfrm>
            <a:prstGeom prst="rect">
              <a:avLst/>
            </a:prstGeom>
            <a:solidFill>
              <a:srgbClr val="F4CCCC"/>
            </a:solidFill>
            <a:ln cap="flat" cmpd="sng" w="9525">
              <a:solidFill>
                <a:srgbClr val="F4CCC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cxnSp>
        <p:nvCxnSpPr>
          <p:cNvPr id="474" name="Google Shape;474;p4"/>
          <p:cNvCxnSpPr/>
          <p:nvPr/>
        </p:nvCxnSpPr>
        <p:spPr>
          <a:xfrm>
            <a:off x="6548821" y="5590130"/>
            <a:ext cx="0" cy="899700"/>
          </a:xfrm>
          <a:prstGeom prst="straightConnector1">
            <a:avLst/>
          </a:prstGeom>
          <a:noFill/>
          <a:ln cap="flat" cmpd="sng" w="28575">
            <a:solidFill>
              <a:srgbClr val="D9D9D9"/>
            </a:solidFill>
            <a:prstDash val="solid"/>
            <a:round/>
            <a:headEnd len="sm" w="sm" type="none"/>
            <a:tailEnd len="sm" w="sm" type="none"/>
          </a:ln>
        </p:spPr>
      </p:cxnSp>
      <p:grpSp>
        <p:nvGrpSpPr>
          <p:cNvPr id="475" name="Google Shape;475;p4"/>
          <p:cNvGrpSpPr/>
          <p:nvPr/>
        </p:nvGrpSpPr>
        <p:grpSpPr>
          <a:xfrm>
            <a:off x="4949628" y="5595956"/>
            <a:ext cx="3238409" cy="893400"/>
            <a:chOff x="2627447" y="1670375"/>
            <a:chExt cx="3587073" cy="893400"/>
          </a:xfrm>
        </p:grpSpPr>
        <p:sp>
          <p:nvSpPr>
            <p:cNvPr id="476" name="Google Shape;476;p4"/>
            <p:cNvSpPr/>
            <p:nvPr/>
          </p:nvSpPr>
          <p:spPr>
            <a:xfrm>
              <a:off x="2627447" y="1670375"/>
              <a:ext cx="1782000" cy="893400"/>
            </a:xfrm>
            <a:prstGeom prst="rect">
              <a:avLst/>
            </a:prstGeom>
            <a:solidFill>
              <a:srgbClr val="F4CCCC"/>
            </a:solidFill>
            <a:ln cap="flat" cmpd="sng" w="9525">
              <a:solidFill>
                <a:srgbClr val="D9EA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 name="Google Shape;477;p4"/>
            <p:cNvSpPr/>
            <p:nvPr/>
          </p:nvSpPr>
          <p:spPr>
            <a:xfrm>
              <a:off x="4450520" y="1670375"/>
              <a:ext cx="1764000" cy="893400"/>
            </a:xfrm>
            <a:prstGeom prst="rect">
              <a:avLst/>
            </a:prstGeom>
            <a:solidFill>
              <a:srgbClr val="F4CCCC"/>
            </a:solidFill>
            <a:ln cap="flat" cmpd="sng" w="9525">
              <a:solidFill>
                <a:srgbClr val="F4CCC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78" name="Google Shape;478;p4"/>
          <p:cNvSpPr/>
          <p:nvPr/>
        </p:nvSpPr>
        <p:spPr>
          <a:xfrm>
            <a:off x="1671578" y="5596051"/>
            <a:ext cx="1608900" cy="294900"/>
          </a:xfrm>
          <a:prstGeom prst="rect">
            <a:avLst/>
          </a:prstGeom>
          <a:solidFill>
            <a:srgbClr val="F4CCCC"/>
          </a:solidFill>
          <a:ln cap="flat" cmpd="sng" w="9525">
            <a:solidFill>
              <a:srgbClr val="D9EAD3"/>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s-419" sz="1000">
                <a:solidFill>
                  <a:srgbClr val="666666"/>
                </a:solidFill>
                <a:latin typeface="Arvo"/>
                <a:ea typeface="Arvo"/>
                <a:cs typeface="Arvo"/>
                <a:sym typeface="Arvo"/>
              </a:rPr>
              <a:t>Estado 1 </a:t>
            </a:r>
            <a:r>
              <a:rPr i="1" lang="es-419" sz="600">
                <a:solidFill>
                  <a:schemeClr val="dk1"/>
                </a:solidFill>
                <a:latin typeface="Arvo"/>
                <a:ea typeface="Arvo"/>
                <a:cs typeface="Arvo"/>
                <a:sym typeface="Arvo"/>
              </a:rPr>
              <a:t>&lt;ej:  Activo y no registrado&gt;</a:t>
            </a:r>
            <a:endParaRPr b="1" sz="1000">
              <a:solidFill>
                <a:srgbClr val="666666"/>
              </a:solidFill>
              <a:latin typeface="Arvo"/>
              <a:ea typeface="Arvo"/>
              <a:cs typeface="Arvo"/>
              <a:sym typeface="Arvo"/>
            </a:endParaRPr>
          </a:p>
        </p:txBody>
      </p:sp>
      <p:sp>
        <p:nvSpPr>
          <p:cNvPr id="479" name="Google Shape;479;p4"/>
          <p:cNvSpPr/>
          <p:nvPr/>
        </p:nvSpPr>
        <p:spPr>
          <a:xfrm>
            <a:off x="3313635" y="5596051"/>
            <a:ext cx="1597800" cy="294900"/>
          </a:xfrm>
          <a:prstGeom prst="rect">
            <a:avLst/>
          </a:prstGeom>
          <a:solidFill>
            <a:srgbClr val="F4CCCC"/>
          </a:solidFill>
          <a:ln cap="flat" cmpd="sng" w="9525">
            <a:solidFill>
              <a:srgbClr val="D9EAD3"/>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s-419" sz="1000">
                <a:solidFill>
                  <a:srgbClr val="666666"/>
                </a:solidFill>
                <a:latin typeface="Arvo"/>
                <a:ea typeface="Arvo"/>
                <a:cs typeface="Arvo"/>
                <a:sym typeface="Arvo"/>
              </a:rPr>
              <a:t>Estado 2 </a:t>
            </a:r>
            <a:r>
              <a:rPr i="1" lang="es-419" sz="600">
                <a:solidFill>
                  <a:schemeClr val="dk1"/>
                </a:solidFill>
                <a:latin typeface="Arvo"/>
                <a:ea typeface="Arvo"/>
                <a:cs typeface="Arvo"/>
                <a:sym typeface="Arvo"/>
              </a:rPr>
              <a:t>&lt;ej: en Funcionamiento&gt;</a:t>
            </a:r>
            <a:endParaRPr b="1" sz="1000">
              <a:solidFill>
                <a:srgbClr val="666666"/>
              </a:solidFill>
              <a:latin typeface="Arvo"/>
              <a:ea typeface="Arvo"/>
              <a:cs typeface="Arvo"/>
              <a:sym typeface="Arvo"/>
            </a:endParaRPr>
          </a:p>
        </p:txBody>
      </p:sp>
      <p:sp>
        <p:nvSpPr>
          <p:cNvPr id="480" name="Google Shape;480;p4"/>
          <p:cNvSpPr/>
          <p:nvPr/>
        </p:nvSpPr>
        <p:spPr>
          <a:xfrm>
            <a:off x="4951479" y="5603550"/>
            <a:ext cx="1608900" cy="287400"/>
          </a:xfrm>
          <a:prstGeom prst="rect">
            <a:avLst/>
          </a:prstGeom>
          <a:solidFill>
            <a:srgbClr val="F4CCCC"/>
          </a:solidFill>
          <a:ln cap="flat" cmpd="sng" w="9525">
            <a:solidFill>
              <a:srgbClr val="D9EAD3"/>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s-419" sz="1000">
                <a:solidFill>
                  <a:srgbClr val="666666"/>
                </a:solidFill>
                <a:latin typeface="Arvo"/>
                <a:ea typeface="Arvo"/>
                <a:cs typeface="Arvo"/>
                <a:sym typeface="Arvo"/>
              </a:rPr>
              <a:t>Estado 3 </a:t>
            </a:r>
            <a:r>
              <a:rPr i="1" lang="es-419" sz="600">
                <a:solidFill>
                  <a:schemeClr val="dk1"/>
                </a:solidFill>
                <a:latin typeface="Arvo"/>
                <a:ea typeface="Arvo"/>
                <a:cs typeface="Arvo"/>
                <a:sym typeface="Arvo"/>
              </a:rPr>
              <a:t>&lt;ej: Con Cupo&gt;</a:t>
            </a:r>
            <a:endParaRPr b="1" sz="1000">
              <a:solidFill>
                <a:srgbClr val="666666"/>
              </a:solidFill>
              <a:latin typeface="Arvo"/>
              <a:ea typeface="Arvo"/>
              <a:cs typeface="Arvo"/>
              <a:sym typeface="Arvo"/>
            </a:endParaRPr>
          </a:p>
        </p:txBody>
      </p:sp>
      <p:sp>
        <p:nvSpPr>
          <p:cNvPr id="481" name="Google Shape;481;p4"/>
          <p:cNvSpPr/>
          <p:nvPr/>
        </p:nvSpPr>
        <p:spPr>
          <a:xfrm>
            <a:off x="6593211" y="5596126"/>
            <a:ext cx="1595100" cy="294900"/>
          </a:xfrm>
          <a:prstGeom prst="rect">
            <a:avLst/>
          </a:prstGeom>
          <a:solidFill>
            <a:srgbClr val="F4CCCC"/>
          </a:solidFill>
          <a:ln cap="flat" cmpd="sng" w="9525">
            <a:solidFill>
              <a:srgbClr val="D9EAD3"/>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s-419" sz="1000">
                <a:solidFill>
                  <a:srgbClr val="666666"/>
                </a:solidFill>
                <a:latin typeface="Arvo"/>
                <a:ea typeface="Arvo"/>
                <a:cs typeface="Arvo"/>
                <a:sym typeface="Arvo"/>
              </a:rPr>
              <a:t>Estado 4 </a:t>
            </a:r>
            <a:r>
              <a:rPr i="1" lang="es-419" sz="600">
                <a:solidFill>
                  <a:schemeClr val="dk1"/>
                </a:solidFill>
                <a:latin typeface="Arvo"/>
                <a:ea typeface="Arvo"/>
                <a:cs typeface="Arvo"/>
                <a:sym typeface="Arvo"/>
              </a:rPr>
              <a:t>&lt;ej: Registrado&gt;</a:t>
            </a:r>
            <a:endParaRPr b="1" sz="1000">
              <a:solidFill>
                <a:srgbClr val="666666"/>
              </a:solidFill>
              <a:latin typeface="Arvo"/>
              <a:ea typeface="Arvo"/>
              <a:cs typeface="Arvo"/>
              <a:sym typeface="Arvo"/>
            </a:endParaRPr>
          </a:p>
        </p:txBody>
      </p:sp>
      <p:sp>
        <p:nvSpPr>
          <p:cNvPr id="482" name="Google Shape;482;p4"/>
          <p:cNvSpPr/>
          <p:nvPr/>
        </p:nvSpPr>
        <p:spPr>
          <a:xfrm>
            <a:off x="3313635" y="4680020"/>
            <a:ext cx="1595100" cy="287400"/>
          </a:xfrm>
          <a:prstGeom prst="rect">
            <a:avLst/>
          </a:prstGeom>
          <a:solidFill>
            <a:srgbClr val="FFF2CC"/>
          </a:solidFill>
          <a:ln cap="flat" cmpd="sng" w="9525">
            <a:solidFill>
              <a:srgbClr val="D9EAD3"/>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s-419" sz="1000">
                <a:solidFill>
                  <a:srgbClr val="666666"/>
                </a:solidFill>
                <a:latin typeface="Arvo"/>
                <a:ea typeface="Arvo"/>
                <a:cs typeface="Arvo"/>
                <a:sym typeface="Arvo"/>
              </a:rPr>
              <a:t>Entidad 2 </a:t>
            </a:r>
            <a:r>
              <a:rPr i="1" lang="es-419" sz="600">
                <a:solidFill>
                  <a:schemeClr val="dk1"/>
                </a:solidFill>
                <a:latin typeface="Arvo"/>
                <a:ea typeface="Arvo"/>
                <a:cs typeface="Arvo"/>
                <a:sym typeface="Arvo"/>
              </a:rPr>
              <a:t>&lt;ej: Colegio&gt;</a:t>
            </a:r>
            <a:endParaRPr b="1" sz="1000">
              <a:solidFill>
                <a:srgbClr val="666666"/>
              </a:solidFill>
              <a:latin typeface="Arvo"/>
              <a:ea typeface="Arvo"/>
              <a:cs typeface="Arvo"/>
              <a:sym typeface="Arvo"/>
            </a:endParaRPr>
          </a:p>
        </p:txBody>
      </p:sp>
      <p:sp>
        <p:nvSpPr>
          <p:cNvPr id="483" name="Google Shape;483;p4"/>
          <p:cNvSpPr txBox="1"/>
          <p:nvPr/>
        </p:nvSpPr>
        <p:spPr>
          <a:xfrm>
            <a:off x="121075" y="1356352"/>
            <a:ext cx="1514100" cy="711600"/>
          </a:xfrm>
          <a:prstGeom prst="rect">
            <a:avLst/>
          </a:prstGeom>
          <a:noFill/>
          <a:ln>
            <a:noFill/>
          </a:ln>
        </p:spPr>
        <p:txBody>
          <a:bodyPr anchorCtr="0" anchor="t" bIns="91425" lIns="91425" spcFirstLastPara="1" rIns="91425" wrap="square" tIns="91425">
            <a:noAutofit/>
          </a:bodyPr>
          <a:lstStyle/>
          <a:p>
            <a:pPr indent="0" lvl="0" marL="45720" rtl="0" algn="r">
              <a:spcBef>
                <a:spcPts val="0"/>
              </a:spcBef>
              <a:spcAft>
                <a:spcPts val="0"/>
              </a:spcAft>
              <a:buNone/>
            </a:pPr>
            <a:r>
              <a:rPr b="1" lang="es-419" sz="1000">
                <a:solidFill>
                  <a:srgbClr val="202124"/>
                </a:solidFill>
                <a:latin typeface="Arvo"/>
                <a:ea typeface="Arvo"/>
                <a:cs typeface="Arvo"/>
                <a:sym typeface="Arvo"/>
              </a:rPr>
              <a:t>Descripción de la regla: </a:t>
            </a:r>
            <a:endParaRPr b="1" sz="1000">
              <a:solidFill>
                <a:srgbClr val="202124"/>
              </a:solidFill>
              <a:latin typeface="Arvo"/>
              <a:ea typeface="Arvo"/>
              <a:cs typeface="Arvo"/>
              <a:sym typeface="Arvo"/>
            </a:endParaRPr>
          </a:p>
          <a:p>
            <a:pPr indent="0" lvl="0" marL="45720" rtl="0" algn="r">
              <a:spcBef>
                <a:spcPts val="0"/>
              </a:spcBef>
              <a:spcAft>
                <a:spcPts val="0"/>
              </a:spcAft>
              <a:buNone/>
            </a:pPr>
            <a:r>
              <a:rPr b="1" lang="es-419" sz="1000">
                <a:solidFill>
                  <a:schemeClr val="dk1"/>
                </a:solidFill>
                <a:latin typeface="Arvo"/>
                <a:ea typeface="Arvo"/>
                <a:cs typeface="Arvo"/>
                <a:sym typeface="Arvo"/>
              </a:rPr>
              <a:t>  </a:t>
            </a:r>
            <a:r>
              <a:rPr i="1" lang="es-419" sz="600">
                <a:solidFill>
                  <a:schemeClr val="dk1"/>
                </a:solidFill>
                <a:latin typeface="Arvo"/>
                <a:ea typeface="Arvo"/>
                <a:cs typeface="Arvo"/>
                <a:sym typeface="Arvo"/>
              </a:rPr>
              <a:t>&lt;e</a:t>
            </a:r>
            <a:r>
              <a:rPr b="1" i="1" lang="es-419" sz="600">
                <a:solidFill>
                  <a:schemeClr val="dk1"/>
                </a:solidFill>
                <a:latin typeface="Arvo"/>
                <a:ea typeface="Arvo"/>
                <a:cs typeface="Arvo"/>
                <a:sym typeface="Arvo"/>
              </a:rPr>
              <a:t>j: </a:t>
            </a:r>
            <a:r>
              <a:rPr i="1" lang="es-419" sz="600">
                <a:solidFill>
                  <a:schemeClr val="dk1"/>
                </a:solidFill>
                <a:latin typeface="Arvo"/>
                <a:ea typeface="Arvo"/>
                <a:cs typeface="Arvo"/>
                <a:sym typeface="Arvo"/>
              </a:rPr>
              <a:t>La regla garantiza la optimización de los recursos del estado&gt;</a:t>
            </a:r>
            <a:endParaRPr i="1" sz="600">
              <a:solidFill>
                <a:schemeClr val="hlink"/>
              </a:solidFill>
              <a:latin typeface="Arvo"/>
              <a:ea typeface="Arvo"/>
              <a:cs typeface="Arvo"/>
              <a:sym typeface="Arvo"/>
            </a:endParaRPr>
          </a:p>
        </p:txBody>
      </p:sp>
      <p:sp>
        <p:nvSpPr>
          <p:cNvPr id="484" name="Google Shape;484;p4"/>
          <p:cNvSpPr/>
          <p:nvPr/>
        </p:nvSpPr>
        <p:spPr>
          <a:xfrm>
            <a:off x="1621925" y="883000"/>
            <a:ext cx="8206800" cy="473400"/>
          </a:xfrm>
          <a:prstGeom prst="roundRect">
            <a:avLst>
              <a:gd fmla="val 11434"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 name="Google Shape;485;p4"/>
          <p:cNvSpPr txBox="1"/>
          <p:nvPr>
            <p:ph idx="5" type="subTitle"/>
          </p:nvPr>
        </p:nvSpPr>
        <p:spPr>
          <a:xfrm>
            <a:off x="1635275" y="916205"/>
            <a:ext cx="8206800" cy="402300"/>
          </a:xfrm>
          <a:prstGeom prst="rect">
            <a:avLst/>
          </a:prstGeom>
          <a:noFill/>
          <a:ln>
            <a:noFill/>
          </a:ln>
        </p:spPr>
        <p:txBody>
          <a:bodyPr anchorCtr="0" anchor="t" bIns="36000" lIns="36000" spcFirstLastPara="1" rIns="36000" wrap="square" tIns="36000">
            <a:noAutofit/>
          </a:bodyPr>
          <a:lstStyle>
            <a:lvl1pPr lvl="0" rtl="0">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rtl="0">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rtl="0">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rtl="0">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rtl="0">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rtl="0">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rtl="0">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rtl="0">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rtl="0">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486" name="Google Shape;486;p4"/>
          <p:cNvSpPr txBox="1"/>
          <p:nvPr/>
        </p:nvSpPr>
        <p:spPr>
          <a:xfrm>
            <a:off x="121075" y="822952"/>
            <a:ext cx="1514100" cy="711600"/>
          </a:xfrm>
          <a:prstGeom prst="rect">
            <a:avLst/>
          </a:prstGeom>
          <a:noFill/>
          <a:ln>
            <a:noFill/>
          </a:ln>
        </p:spPr>
        <p:txBody>
          <a:bodyPr anchorCtr="0" anchor="t" bIns="91425" lIns="91425" spcFirstLastPara="1" rIns="91425" wrap="square" tIns="91425">
            <a:noAutofit/>
          </a:bodyPr>
          <a:lstStyle/>
          <a:p>
            <a:pPr indent="0" lvl="0" marL="45720" rtl="0" algn="r">
              <a:spcBef>
                <a:spcPts val="0"/>
              </a:spcBef>
              <a:spcAft>
                <a:spcPts val="0"/>
              </a:spcAft>
              <a:buNone/>
            </a:pPr>
            <a:r>
              <a:rPr b="1" lang="es-419" sz="1000">
                <a:solidFill>
                  <a:srgbClr val="202124"/>
                </a:solidFill>
                <a:latin typeface="Arvo"/>
                <a:ea typeface="Arvo"/>
                <a:cs typeface="Arvo"/>
                <a:sym typeface="Arvo"/>
              </a:rPr>
              <a:t>Código y Nombre de la regla: </a:t>
            </a:r>
            <a:endParaRPr b="1" sz="1000">
              <a:solidFill>
                <a:srgbClr val="202124"/>
              </a:solidFill>
              <a:latin typeface="Arvo"/>
              <a:ea typeface="Arvo"/>
              <a:cs typeface="Arvo"/>
              <a:sym typeface="Arvo"/>
            </a:endParaRPr>
          </a:p>
          <a:p>
            <a:pPr indent="0" lvl="0" marL="45720" rtl="0" algn="r">
              <a:spcBef>
                <a:spcPts val="0"/>
              </a:spcBef>
              <a:spcAft>
                <a:spcPts val="0"/>
              </a:spcAft>
              <a:buNone/>
            </a:pPr>
            <a:r>
              <a:rPr b="1" lang="es-419" sz="1000">
                <a:solidFill>
                  <a:schemeClr val="dk1"/>
                </a:solidFill>
                <a:latin typeface="Arvo"/>
                <a:ea typeface="Arvo"/>
                <a:cs typeface="Arvo"/>
                <a:sym typeface="Arvo"/>
              </a:rPr>
              <a:t>  </a:t>
            </a:r>
            <a:r>
              <a:rPr i="1" lang="es-419" sz="600">
                <a:solidFill>
                  <a:schemeClr val="dk1"/>
                </a:solidFill>
                <a:latin typeface="Arvo"/>
                <a:ea typeface="Arvo"/>
                <a:cs typeface="Arvo"/>
                <a:sym typeface="Arvo"/>
              </a:rPr>
              <a:t>&lt;e</a:t>
            </a:r>
            <a:r>
              <a:rPr b="1" i="1" lang="es-419" sz="600">
                <a:solidFill>
                  <a:schemeClr val="dk1"/>
                </a:solidFill>
                <a:latin typeface="Arvo"/>
                <a:ea typeface="Arvo"/>
                <a:cs typeface="Arvo"/>
                <a:sym typeface="Arvo"/>
              </a:rPr>
              <a:t>j: </a:t>
            </a:r>
            <a:r>
              <a:rPr i="1" lang="es-419" sz="600">
                <a:solidFill>
                  <a:schemeClr val="dk1"/>
                </a:solidFill>
                <a:latin typeface="Arvo"/>
                <a:ea typeface="Arvo"/>
                <a:cs typeface="Arvo"/>
                <a:sym typeface="Arvo"/>
              </a:rPr>
              <a:t>Regla 01&gt;</a:t>
            </a:r>
            <a:endParaRPr i="1" sz="600">
              <a:solidFill>
                <a:schemeClr val="hlink"/>
              </a:solidFill>
              <a:latin typeface="Arvo"/>
              <a:ea typeface="Arvo"/>
              <a:cs typeface="Arvo"/>
              <a:sym typeface="Arvo"/>
            </a:endParaRPr>
          </a:p>
        </p:txBody>
      </p:sp>
      <p:sp>
        <p:nvSpPr>
          <p:cNvPr id="487" name="Google Shape;487;p4"/>
          <p:cNvSpPr txBox="1"/>
          <p:nvPr>
            <p:ph idx="6" type="subTitle"/>
          </p:nvPr>
        </p:nvSpPr>
        <p:spPr>
          <a:xfrm>
            <a:off x="1635175" y="1466748"/>
            <a:ext cx="8206800" cy="607500"/>
          </a:xfrm>
          <a:prstGeom prst="rect">
            <a:avLst/>
          </a:prstGeom>
          <a:noFill/>
          <a:ln>
            <a:noFill/>
          </a:ln>
        </p:spPr>
        <p:txBody>
          <a:bodyPr anchorCtr="0" anchor="t" bIns="36000" lIns="36000" spcFirstLastPara="1" rIns="36000" wrap="square" tIns="36000">
            <a:noAutofit/>
          </a:bodyPr>
          <a:lstStyle>
            <a:lvl1pPr lvl="0" rtl="0">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rtl="0">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rtl="0">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rtl="0">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rtl="0">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rtl="0">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rtl="0">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rtl="0">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rtl="0">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488" name="Google Shape;488;p4"/>
          <p:cNvSpPr/>
          <p:nvPr/>
        </p:nvSpPr>
        <p:spPr>
          <a:xfrm>
            <a:off x="8231895" y="4671575"/>
            <a:ext cx="1592700" cy="893400"/>
          </a:xfrm>
          <a:prstGeom prst="rect">
            <a:avLst/>
          </a:prstGeom>
          <a:solidFill>
            <a:srgbClr val="FFF2CC"/>
          </a:solidFill>
          <a:ln cap="flat" cmpd="sng" w="9525">
            <a:solidFill>
              <a:srgbClr val="F4CCC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 name="Google Shape;489;p4"/>
          <p:cNvSpPr/>
          <p:nvPr/>
        </p:nvSpPr>
        <p:spPr>
          <a:xfrm>
            <a:off x="8226833" y="4671570"/>
            <a:ext cx="1597800" cy="294900"/>
          </a:xfrm>
          <a:prstGeom prst="rect">
            <a:avLst/>
          </a:prstGeom>
          <a:solidFill>
            <a:srgbClr val="FFF2CC"/>
          </a:solidFill>
          <a:ln cap="flat" cmpd="sng" w="9525">
            <a:solidFill>
              <a:srgbClr val="D9EAD3"/>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s-419" sz="1000">
                <a:solidFill>
                  <a:srgbClr val="666666"/>
                </a:solidFill>
                <a:latin typeface="Arvo"/>
                <a:ea typeface="Arvo"/>
                <a:cs typeface="Arvo"/>
                <a:sym typeface="Arvo"/>
              </a:rPr>
              <a:t>Entidad 5 </a:t>
            </a:r>
            <a:r>
              <a:rPr i="1" lang="es-419" sz="600">
                <a:solidFill>
                  <a:schemeClr val="dk1"/>
                </a:solidFill>
                <a:latin typeface="Arvo"/>
                <a:ea typeface="Arvo"/>
                <a:cs typeface="Arvo"/>
                <a:sym typeface="Arvo"/>
              </a:rPr>
              <a:t>&lt;ej: Periodo&gt;</a:t>
            </a:r>
            <a:endParaRPr b="1" sz="1000">
              <a:solidFill>
                <a:srgbClr val="666666"/>
              </a:solidFill>
              <a:latin typeface="Arvo"/>
              <a:ea typeface="Arvo"/>
              <a:cs typeface="Arvo"/>
              <a:sym typeface="Arvo"/>
            </a:endParaRPr>
          </a:p>
        </p:txBody>
      </p:sp>
      <p:sp>
        <p:nvSpPr>
          <p:cNvPr id="490" name="Google Shape;490;p4"/>
          <p:cNvSpPr/>
          <p:nvPr/>
        </p:nvSpPr>
        <p:spPr>
          <a:xfrm>
            <a:off x="8231895" y="5595105"/>
            <a:ext cx="1592700" cy="893400"/>
          </a:xfrm>
          <a:prstGeom prst="rect">
            <a:avLst/>
          </a:prstGeom>
          <a:solidFill>
            <a:srgbClr val="F4CCCC"/>
          </a:solidFill>
          <a:ln cap="flat" cmpd="sng" w="9525">
            <a:solidFill>
              <a:srgbClr val="F4CCC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 name="Google Shape;491;p4"/>
          <p:cNvSpPr/>
          <p:nvPr/>
        </p:nvSpPr>
        <p:spPr>
          <a:xfrm>
            <a:off x="8229609" y="5595276"/>
            <a:ext cx="1595100" cy="294900"/>
          </a:xfrm>
          <a:prstGeom prst="rect">
            <a:avLst/>
          </a:prstGeom>
          <a:solidFill>
            <a:srgbClr val="F4CCCC"/>
          </a:solidFill>
          <a:ln cap="flat" cmpd="sng" w="9525">
            <a:solidFill>
              <a:srgbClr val="D9EAD3"/>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s-419" sz="1000">
                <a:solidFill>
                  <a:srgbClr val="666666"/>
                </a:solidFill>
                <a:latin typeface="Arvo"/>
                <a:ea typeface="Arvo"/>
                <a:cs typeface="Arvo"/>
                <a:sym typeface="Arvo"/>
              </a:rPr>
              <a:t>Estado 5 </a:t>
            </a:r>
            <a:r>
              <a:rPr i="1" lang="es-419" sz="600">
                <a:solidFill>
                  <a:schemeClr val="dk1"/>
                </a:solidFill>
                <a:latin typeface="Arvo"/>
                <a:ea typeface="Arvo"/>
                <a:cs typeface="Arvo"/>
                <a:sym typeface="Arvo"/>
              </a:rPr>
              <a:t>&lt;ej: Registrado&gt;</a:t>
            </a:r>
            <a:endParaRPr b="1" sz="1000">
              <a:solidFill>
                <a:srgbClr val="666666"/>
              </a:solidFill>
              <a:latin typeface="Arvo"/>
              <a:ea typeface="Arvo"/>
              <a:cs typeface="Arvo"/>
              <a:sym typeface="Arvo"/>
            </a:endParaRPr>
          </a:p>
        </p:txBody>
      </p:sp>
      <p:sp>
        <p:nvSpPr>
          <p:cNvPr id="492" name="Google Shape;492;p4"/>
          <p:cNvSpPr txBox="1"/>
          <p:nvPr>
            <p:ph idx="7" type="subTitle"/>
          </p:nvPr>
        </p:nvSpPr>
        <p:spPr>
          <a:xfrm>
            <a:off x="8258625" y="5890100"/>
            <a:ext cx="1547400" cy="572700"/>
          </a:xfrm>
          <a:prstGeom prst="rect">
            <a:avLst/>
          </a:prstGeom>
          <a:noFill/>
          <a:ln>
            <a:noFill/>
          </a:ln>
        </p:spPr>
        <p:txBody>
          <a:bodyPr anchorCtr="0" anchor="t" bIns="36000" lIns="36000" spcFirstLastPara="1" rIns="36000" wrap="square" tIns="36000">
            <a:noAutofit/>
          </a:bodyPr>
          <a:lstStyle>
            <a:lvl1pPr lvl="0" rtl="0">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rtl="0">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rtl="0">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rtl="0">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rtl="0">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rtl="0">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rtl="0">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rtl="0">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rtl="0">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493" name="Google Shape;493;p4"/>
          <p:cNvSpPr/>
          <p:nvPr/>
        </p:nvSpPr>
        <p:spPr>
          <a:xfrm>
            <a:off x="286150" y="5662100"/>
            <a:ext cx="1311300" cy="711600"/>
          </a:xfrm>
          <a:prstGeom prst="roundRect">
            <a:avLst>
              <a:gd fmla="val 9450" name="adj"/>
            </a:avLst>
          </a:prstGeom>
          <a:noFill/>
          <a:ln>
            <a:noFill/>
          </a:ln>
        </p:spPr>
        <p:txBody>
          <a:bodyPr anchorCtr="0" anchor="t" bIns="0" lIns="36000" spcFirstLastPara="1" rIns="0" wrap="square" tIns="0">
            <a:noAutofit/>
          </a:bodyPr>
          <a:lstStyle/>
          <a:p>
            <a:pPr indent="0" lvl="0" marL="0" rtl="0" algn="r">
              <a:lnSpc>
                <a:spcPct val="115000"/>
              </a:lnSpc>
              <a:spcBef>
                <a:spcPts val="0"/>
              </a:spcBef>
              <a:spcAft>
                <a:spcPts val="0"/>
              </a:spcAft>
              <a:buClr>
                <a:schemeClr val="dk1"/>
              </a:buClr>
              <a:buSzPts val="1100"/>
              <a:buFont typeface="Arial"/>
              <a:buNone/>
            </a:pPr>
            <a:r>
              <a:rPr b="1" lang="es-419" sz="1000">
                <a:solidFill>
                  <a:schemeClr val="dk1"/>
                </a:solidFill>
                <a:latin typeface="Arvo"/>
                <a:ea typeface="Arvo"/>
                <a:cs typeface="Arvo"/>
                <a:sym typeface="Arvo"/>
              </a:rPr>
              <a:t>Estado Entidades Participantes:</a:t>
            </a:r>
            <a:endParaRPr b="1" sz="1000">
              <a:solidFill>
                <a:schemeClr val="dk1"/>
              </a:solidFill>
              <a:latin typeface="Arvo"/>
              <a:ea typeface="Arvo"/>
              <a:cs typeface="Arvo"/>
              <a:sym typeface="Arvo"/>
            </a:endParaRPr>
          </a:p>
          <a:p>
            <a:pPr indent="0" lvl="0" marL="0" rtl="0" algn="r">
              <a:lnSpc>
                <a:spcPct val="115000"/>
              </a:lnSpc>
              <a:spcBef>
                <a:spcPts val="0"/>
              </a:spcBef>
              <a:spcAft>
                <a:spcPts val="0"/>
              </a:spcAft>
              <a:buClr>
                <a:schemeClr val="dk1"/>
              </a:buClr>
              <a:buSzPts val="1100"/>
              <a:buFont typeface="Arial"/>
              <a:buNone/>
            </a:pPr>
            <a:r>
              <a:rPr i="1" lang="es-419" sz="600">
                <a:solidFill>
                  <a:schemeClr val="dk1"/>
                </a:solidFill>
                <a:latin typeface="Arvo"/>
                <a:ea typeface="Arvo"/>
                <a:cs typeface="Arvo"/>
                <a:sym typeface="Arvo"/>
              </a:rPr>
              <a:t>&lt;ej:Es el estado que deben tener las entidades para que la regla se apruebe&gt;</a:t>
            </a:r>
            <a:endParaRPr b="1" sz="1000">
              <a:solidFill>
                <a:schemeClr val="dk1"/>
              </a:solidFill>
              <a:latin typeface="Arvo"/>
              <a:ea typeface="Arvo"/>
              <a:cs typeface="Arvo"/>
              <a:sym typeface="Arvo"/>
            </a:endParaRPr>
          </a:p>
        </p:txBody>
      </p:sp>
      <p:sp>
        <p:nvSpPr>
          <p:cNvPr id="494" name="Google Shape;494;p4"/>
          <p:cNvSpPr txBox="1"/>
          <p:nvPr>
            <p:ph idx="8" type="subTitle"/>
          </p:nvPr>
        </p:nvSpPr>
        <p:spPr>
          <a:xfrm>
            <a:off x="8250538" y="4976000"/>
            <a:ext cx="1547400" cy="572700"/>
          </a:xfrm>
          <a:prstGeom prst="rect">
            <a:avLst/>
          </a:prstGeom>
          <a:noFill/>
          <a:ln>
            <a:noFill/>
          </a:ln>
        </p:spPr>
        <p:txBody>
          <a:bodyPr anchorCtr="0" anchor="t" bIns="36000" lIns="36000" spcFirstLastPara="1" rIns="36000" wrap="square" tIns="36000">
            <a:noAutofit/>
          </a:bodyPr>
          <a:lstStyle>
            <a:lvl1pPr lvl="0" rtl="0">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rtl="0">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rtl="0">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rtl="0">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rtl="0">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rtl="0">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rtl="0">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rtl="0">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rtl="0">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495" name="Google Shape;495;p4"/>
          <p:cNvSpPr txBox="1"/>
          <p:nvPr>
            <p:ph idx="9" type="subTitle"/>
          </p:nvPr>
        </p:nvSpPr>
        <p:spPr>
          <a:xfrm>
            <a:off x="6623600" y="5890100"/>
            <a:ext cx="1547400" cy="572700"/>
          </a:xfrm>
          <a:prstGeom prst="rect">
            <a:avLst/>
          </a:prstGeom>
          <a:noFill/>
          <a:ln>
            <a:noFill/>
          </a:ln>
        </p:spPr>
        <p:txBody>
          <a:bodyPr anchorCtr="0" anchor="t" bIns="36000" lIns="36000" spcFirstLastPara="1" rIns="36000" wrap="square" tIns="36000">
            <a:noAutofit/>
          </a:bodyPr>
          <a:lstStyle>
            <a:lvl1pPr lvl="0" rtl="0">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rtl="0">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rtl="0">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rtl="0">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rtl="0">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rtl="0">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rtl="0">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rtl="0">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rtl="0">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496" name="Google Shape;496;p4"/>
          <p:cNvSpPr txBox="1"/>
          <p:nvPr>
            <p:ph idx="13" type="subTitle"/>
          </p:nvPr>
        </p:nvSpPr>
        <p:spPr>
          <a:xfrm>
            <a:off x="6615513" y="4976000"/>
            <a:ext cx="1547400" cy="572700"/>
          </a:xfrm>
          <a:prstGeom prst="rect">
            <a:avLst/>
          </a:prstGeom>
          <a:noFill/>
          <a:ln>
            <a:noFill/>
          </a:ln>
        </p:spPr>
        <p:txBody>
          <a:bodyPr anchorCtr="0" anchor="t" bIns="36000" lIns="36000" spcFirstLastPara="1" rIns="36000" wrap="square" tIns="36000">
            <a:noAutofit/>
          </a:bodyPr>
          <a:lstStyle>
            <a:lvl1pPr lvl="0" rtl="0">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rtl="0">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rtl="0">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rtl="0">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rtl="0">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rtl="0">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rtl="0">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rtl="0">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rtl="0">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497" name="Google Shape;497;p4"/>
          <p:cNvSpPr txBox="1"/>
          <p:nvPr>
            <p:ph idx="14" type="subTitle"/>
          </p:nvPr>
        </p:nvSpPr>
        <p:spPr>
          <a:xfrm>
            <a:off x="4982225" y="5899625"/>
            <a:ext cx="1547400" cy="572700"/>
          </a:xfrm>
          <a:prstGeom prst="rect">
            <a:avLst/>
          </a:prstGeom>
          <a:noFill/>
          <a:ln>
            <a:noFill/>
          </a:ln>
        </p:spPr>
        <p:txBody>
          <a:bodyPr anchorCtr="0" anchor="t" bIns="36000" lIns="36000" spcFirstLastPara="1" rIns="36000" wrap="square" tIns="36000">
            <a:noAutofit/>
          </a:bodyPr>
          <a:lstStyle>
            <a:lvl1pPr lvl="0" rtl="0">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rtl="0">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rtl="0">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rtl="0">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rtl="0">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rtl="0">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rtl="0">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rtl="0">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rtl="0">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498" name="Google Shape;498;p4"/>
          <p:cNvSpPr txBox="1"/>
          <p:nvPr>
            <p:ph idx="15" type="subTitle"/>
          </p:nvPr>
        </p:nvSpPr>
        <p:spPr>
          <a:xfrm>
            <a:off x="4974138" y="4985525"/>
            <a:ext cx="1547400" cy="572700"/>
          </a:xfrm>
          <a:prstGeom prst="rect">
            <a:avLst/>
          </a:prstGeom>
          <a:noFill/>
          <a:ln>
            <a:noFill/>
          </a:ln>
        </p:spPr>
        <p:txBody>
          <a:bodyPr anchorCtr="0" anchor="t" bIns="36000" lIns="36000" spcFirstLastPara="1" rIns="36000" wrap="square" tIns="36000">
            <a:noAutofit/>
          </a:bodyPr>
          <a:lstStyle>
            <a:lvl1pPr lvl="0" rtl="0">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rtl="0">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rtl="0">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rtl="0">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rtl="0">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rtl="0">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rtl="0">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rtl="0">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rtl="0">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499" name="Google Shape;499;p4"/>
          <p:cNvSpPr txBox="1"/>
          <p:nvPr>
            <p:ph idx="16" type="subTitle"/>
          </p:nvPr>
        </p:nvSpPr>
        <p:spPr>
          <a:xfrm>
            <a:off x="3337275" y="5899625"/>
            <a:ext cx="1547400" cy="572700"/>
          </a:xfrm>
          <a:prstGeom prst="rect">
            <a:avLst/>
          </a:prstGeom>
          <a:noFill/>
          <a:ln>
            <a:noFill/>
          </a:ln>
        </p:spPr>
        <p:txBody>
          <a:bodyPr anchorCtr="0" anchor="t" bIns="36000" lIns="36000" spcFirstLastPara="1" rIns="36000" wrap="square" tIns="36000">
            <a:noAutofit/>
          </a:bodyPr>
          <a:lstStyle>
            <a:lvl1pPr lvl="0" rtl="0">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rtl="0">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rtl="0">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rtl="0">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rtl="0">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rtl="0">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rtl="0">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rtl="0">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rtl="0">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500" name="Google Shape;500;p4"/>
          <p:cNvSpPr txBox="1"/>
          <p:nvPr>
            <p:ph idx="17" type="subTitle"/>
          </p:nvPr>
        </p:nvSpPr>
        <p:spPr>
          <a:xfrm>
            <a:off x="3329188" y="4985525"/>
            <a:ext cx="1547400" cy="572700"/>
          </a:xfrm>
          <a:prstGeom prst="rect">
            <a:avLst/>
          </a:prstGeom>
          <a:noFill/>
          <a:ln>
            <a:noFill/>
          </a:ln>
        </p:spPr>
        <p:txBody>
          <a:bodyPr anchorCtr="0" anchor="t" bIns="36000" lIns="36000" spcFirstLastPara="1" rIns="36000" wrap="square" tIns="36000">
            <a:noAutofit/>
          </a:bodyPr>
          <a:lstStyle>
            <a:lvl1pPr lvl="0" rtl="0">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rtl="0">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rtl="0">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rtl="0">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rtl="0">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rtl="0">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rtl="0">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rtl="0">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rtl="0">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501" name="Google Shape;501;p4"/>
          <p:cNvSpPr txBox="1"/>
          <p:nvPr>
            <p:ph idx="18" type="subTitle"/>
          </p:nvPr>
        </p:nvSpPr>
        <p:spPr>
          <a:xfrm>
            <a:off x="1709688" y="5899625"/>
            <a:ext cx="1547400" cy="572700"/>
          </a:xfrm>
          <a:prstGeom prst="rect">
            <a:avLst/>
          </a:prstGeom>
          <a:noFill/>
          <a:ln>
            <a:noFill/>
          </a:ln>
        </p:spPr>
        <p:txBody>
          <a:bodyPr anchorCtr="0" anchor="t" bIns="36000" lIns="36000" spcFirstLastPara="1" rIns="36000" wrap="square" tIns="36000">
            <a:noAutofit/>
          </a:bodyPr>
          <a:lstStyle>
            <a:lvl1pPr lvl="0" rtl="0">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rtl="0">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rtl="0">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rtl="0">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rtl="0">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rtl="0">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rtl="0">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rtl="0">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rtl="0">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502" name="Google Shape;502;p4"/>
          <p:cNvSpPr txBox="1"/>
          <p:nvPr>
            <p:ph idx="19" type="subTitle"/>
          </p:nvPr>
        </p:nvSpPr>
        <p:spPr>
          <a:xfrm>
            <a:off x="1701600" y="4985525"/>
            <a:ext cx="1547400" cy="572700"/>
          </a:xfrm>
          <a:prstGeom prst="rect">
            <a:avLst/>
          </a:prstGeom>
          <a:noFill/>
          <a:ln>
            <a:noFill/>
          </a:ln>
        </p:spPr>
        <p:txBody>
          <a:bodyPr anchorCtr="0" anchor="t" bIns="36000" lIns="36000" spcFirstLastPara="1" rIns="36000" wrap="square" tIns="36000">
            <a:noAutofit/>
          </a:bodyPr>
          <a:lstStyle>
            <a:lvl1pPr lvl="0" rtl="0">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rtl="0">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rtl="0">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rtl="0">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rtl="0">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rtl="0">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rtl="0">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rtl="0">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rtl="0">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cxnSp>
        <p:nvCxnSpPr>
          <p:cNvPr id="503" name="Google Shape;503;p4"/>
          <p:cNvCxnSpPr/>
          <p:nvPr/>
        </p:nvCxnSpPr>
        <p:spPr>
          <a:xfrm flipH="1">
            <a:off x="3295713" y="4675275"/>
            <a:ext cx="4200" cy="1810800"/>
          </a:xfrm>
          <a:prstGeom prst="straightConnector1">
            <a:avLst/>
          </a:prstGeom>
          <a:noFill/>
          <a:ln cap="flat" cmpd="sng" w="28575">
            <a:solidFill>
              <a:srgbClr val="B7B7B7"/>
            </a:solidFill>
            <a:prstDash val="solid"/>
            <a:round/>
            <a:headEnd len="sm" w="sm" type="none"/>
            <a:tailEnd len="sm" w="sm" type="none"/>
          </a:ln>
        </p:spPr>
      </p:cxnSp>
      <p:cxnSp>
        <p:nvCxnSpPr>
          <p:cNvPr id="504" name="Google Shape;504;p4"/>
          <p:cNvCxnSpPr/>
          <p:nvPr/>
        </p:nvCxnSpPr>
        <p:spPr>
          <a:xfrm flipH="1">
            <a:off x="4928413" y="4673763"/>
            <a:ext cx="4200" cy="1810800"/>
          </a:xfrm>
          <a:prstGeom prst="straightConnector1">
            <a:avLst/>
          </a:prstGeom>
          <a:noFill/>
          <a:ln cap="flat" cmpd="sng" w="28575">
            <a:solidFill>
              <a:srgbClr val="B7B7B7"/>
            </a:solidFill>
            <a:prstDash val="solid"/>
            <a:round/>
            <a:headEnd len="sm" w="sm" type="none"/>
            <a:tailEnd len="sm" w="sm" type="none"/>
          </a:ln>
        </p:spPr>
      </p:cxnSp>
      <p:cxnSp>
        <p:nvCxnSpPr>
          <p:cNvPr id="505" name="Google Shape;505;p4"/>
          <p:cNvCxnSpPr/>
          <p:nvPr/>
        </p:nvCxnSpPr>
        <p:spPr>
          <a:xfrm flipH="1">
            <a:off x="6574676" y="4675263"/>
            <a:ext cx="4200" cy="1810800"/>
          </a:xfrm>
          <a:prstGeom prst="straightConnector1">
            <a:avLst/>
          </a:prstGeom>
          <a:noFill/>
          <a:ln cap="flat" cmpd="sng" w="28575">
            <a:solidFill>
              <a:srgbClr val="B7B7B7"/>
            </a:solidFill>
            <a:prstDash val="solid"/>
            <a:round/>
            <a:headEnd len="sm" w="sm" type="none"/>
            <a:tailEnd len="sm" w="sm" type="none"/>
          </a:ln>
        </p:spPr>
      </p:cxnSp>
      <p:cxnSp>
        <p:nvCxnSpPr>
          <p:cNvPr id="506" name="Google Shape;506;p4"/>
          <p:cNvCxnSpPr/>
          <p:nvPr/>
        </p:nvCxnSpPr>
        <p:spPr>
          <a:xfrm flipH="1">
            <a:off x="8210076" y="4677525"/>
            <a:ext cx="4200" cy="1810800"/>
          </a:xfrm>
          <a:prstGeom prst="straightConnector1">
            <a:avLst/>
          </a:prstGeom>
          <a:noFill/>
          <a:ln cap="flat" cmpd="sng" w="28575">
            <a:solidFill>
              <a:srgbClr val="B7B7B7"/>
            </a:solidFill>
            <a:prstDash val="solid"/>
            <a:round/>
            <a:headEnd len="sm" w="sm" type="none"/>
            <a:tailEnd len="sm" w="sm" type="none"/>
          </a:ln>
        </p:spPr>
      </p:cxnSp>
      <p:sp>
        <p:nvSpPr>
          <p:cNvPr id="507" name="Google Shape;507;p4"/>
          <p:cNvSpPr txBox="1"/>
          <p:nvPr>
            <p:ph idx="20" type="body"/>
          </p:nvPr>
        </p:nvSpPr>
        <p:spPr>
          <a:xfrm>
            <a:off x="641150" y="612125"/>
            <a:ext cx="1770300" cy="160500"/>
          </a:xfrm>
          <a:prstGeom prst="rect">
            <a:avLst/>
          </a:prstGeom>
          <a:noFill/>
          <a:ln>
            <a:noFill/>
          </a:ln>
        </p:spPr>
        <p:txBody>
          <a:bodyPr anchorCtr="0" anchor="t" bIns="0" lIns="0" spcFirstLastPara="1" rIns="0" wrap="square" tIns="0">
            <a:noAutofit/>
          </a:bodyPr>
          <a:lstStyle>
            <a:lvl1pPr indent="-292100" lvl="0" marL="457200" rtl="0" algn="ctr">
              <a:spcBef>
                <a:spcPts val="0"/>
              </a:spcBef>
              <a:spcAft>
                <a:spcPts val="0"/>
              </a:spcAft>
              <a:buClr>
                <a:srgbClr val="FFFFFF"/>
              </a:buClr>
              <a:buSzPts val="1000"/>
              <a:buChar char="●"/>
              <a:defRPr sz="1000">
                <a:solidFill>
                  <a:srgbClr val="FFFFFF"/>
                </a:solidFill>
              </a:defRPr>
            </a:lvl1pPr>
            <a:lvl2pPr indent="-292100" lvl="1" marL="914400" rtl="0" algn="ctr">
              <a:spcBef>
                <a:spcPts val="0"/>
              </a:spcBef>
              <a:spcAft>
                <a:spcPts val="0"/>
              </a:spcAft>
              <a:buClr>
                <a:srgbClr val="FFFFFF"/>
              </a:buClr>
              <a:buSzPts val="1000"/>
              <a:buChar char="○"/>
              <a:defRPr sz="1000">
                <a:solidFill>
                  <a:srgbClr val="FFFFFF"/>
                </a:solidFill>
              </a:defRPr>
            </a:lvl2pPr>
            <a:lvl3pPr indent="-292100" lvl="2" marL="1371600" rtl="0" algn="ctr">
              <a:spcBef>
                <a:spcPts val="0"/>
              </a:spcBef>
              <a:spcAft>
                <a:spcPts val="0"/>
              </a:spcAft>
              <a:buClr>
                <a:srgbClr val="FFFFFF"/>
              </a:buClr>
              <a:buSzPts val="1000"/>
              <a:buChar char="■"/>
              <a:defRPr sz="1000">
                <a:solidFill>
                  <a:srgbClr val="FFFFFF"/>
                </a:solidFill>
              </a:defRPr>
            </a:lvl3pPr>
            <a:lvl4pPr indent="-292100" lvl="3" marL="1828800" rtl="0" algn="ctr">
              <a:spcBef>
                <a:spcPts val="0"/>
              </a:spcBef>
              <a:spcAft>
                <a:spcPts val="0"/>
              </a:spcAft>
              <a:buClr>
                <a:srgbClr val="FFFFFF"/>
              </a:buClr>
              <a:buSzPts val="1000"/>
              <a:buChar char="●"/>
              <a:defRPr sz="1000">
                <a:solidFill>
                  <a:srgbClr val="FFFFFF"/>
                </a:solidFill>
              </a:defRPr>
            </a:lvl4pPr>
            <a:lvl5pPr indent="-292100" lvl="4" marL="2286000" rtl="0" algn="ctr">
              <a:spcBef>
                <a:spcPts val="0"/>
              </a:spcBef>
              <a:spcAft>
                <a:spcPts val="0"/>
              </a:spcAft>
              <a:buClr>
                <a:srgbClr val="FFFFFF"/>
              </a:buClr>
              <a:buSzPts val="1000"/>
              <a:buChar char="○"/>
              <a:defRPr sz="1000">
                <a:solidFill>
                  <a:srgbClr val="FFFFFF"/>
                </a:solidFill>
              </a:defRPr>
            </a:lvl5pPr>
            <a:lvl6pPr indent="-292100" lvl="5" marL="2743200" rtl="0" algn="ctr">
              <a:spcBef>
                <a:spcPts val="0"/>
              </a:spcBef>
              <a:spcAft>
                <a:spcPts val="0"/>
              </a:spcAft>
              <a:buClr>
                <a:srgbClr val="FFFFFF"/>
              </a:buClr>
              <a:buSzPts val="1000"/>
              <a:buChar char="■"/>
              <a:defRPr sz="1000">
                <a:solidFill>
                  <a:srgbClr val="FFFFFF"/>
                </a:solidFill>
              </a:defRPr>
            </a:lvl6pPr>
            <a:lvl7pPr indent="-292100" lvl="6" marL="3200400" rtl="0" algn="ctr">
              <a:spcBef>
                <a:spcPts val="0"/>
              </a:spcBef>
              <a:spcAft>
                <a:spcPts val="0"/>
              </a:spcAft>
              <a:buClr>
                <a:srgbClr val="FFFFFF"/>
              </a:buClr>
              <a:buSzPts val="1000"/>
              <a:buChar char="●"/>
              <a:defRPr sz="1000">
                <a:solidFill>
                  <a:srgbClr val="FFFFFF"/>
                </a:solidFill>
              </a:defRPr>
            </a:lvl7pPr>
            <a:lvl8pPr indent="-292100" lvl="7" marL="3657600" rtl="0" algn="ctr">
              <a:spcBef>
                <a:spcPts val="0"/>
              </a:spcBef>
              <a:spcAft>
                <a:spcPts val="0"/>
              </a:spcAft>
              <a:buClr>
                <a:srgbClr val="FFFFFF"/>
              </a:buClr>
              <a:buSzPts val="1000"/>
              <a:buChar char="○"/>
              <a:defRPr sz="1000">
                <a:solidFill>
                  <a:srgbClr val="FFFFFF"/>
                </a:solidFill>
              </a:defRPr>
            </a:lvl8pPr>
            <a:lvl9pPr indent="-292100" lvl="8" marL="4114800" rtl="0" algn="ctr">
              <a:spcBef>
                <a:spcPts val="0"/>
              </a:spcBef>
              <a:spcAft>
                <a:spcPts val="0"/>
              </a:spcAft>
              <a:buClr>
                <a:srgbClr val="FFFFFF"/>
              </a:buClr>
              <a:buSzPts val="1000"/>
              <a:buChar char="■"/>
              <a:defRPr sz="1000">
                <a:solidFill>
                  <a:srgbClr val="FFFFFF"/>
                </a:solidFill>
              </a:defRPr>
            </a:lvl9pPr>
          </a:lstStyle>
          <a:p/>
        </p:txBody>
      </p:sp>
      <p:sp>
        <p:nvSpPr>
          <p:cNvPr id="508" name="Google Shape;508;p4"/>
          <p:cNvSpPr txBox="1"/>
          <p:nvPr/>
        </p:nvSpPr>
        <p:spPr>
          <a:xfrm>
            <a:off x="84825" y="598125"/>
            <a:ext cx="595500" cy="205800"/>
          </a:xfrm>
          <a:prstGeom prst="rect">
            <a:avLst/>
          </a:prstGeom>
          <a:noFill/>
          <a:ln>
            <a:noFill/>
          </a:ln>
        </p:spPr>
        <p:txBody>
          <a:bodyPr anchorCtr="0" anchor="t" bIns="18000" lIns="18000" spcFirstLastPara="1" rIns="18000" wrap="square" tIns="18000">
            <a:spAutoFit/>
          </a:bodyPr>
          <a:lstStyle/>
          <a:p>
            <a:pPr indent="0" lvl="0" marL="0" rtl="0" algn="l">
              <a:spcBef>
                <a:spcPts val="0"/>
              </a:spcBef>
              <a:spcAft>
                <a:spcPts val="0"/>
              </a:spcAft>
              <a:buNone/>
            </a:pPr>
            <a:r>
              <a:rPr lang="es-419" sz="1100">
                <a:solidFill>
                  <a:srgbClr val="FFFFFF"/>
                </a:solidFill>
              </a:rPr>
              <a:t>Nombre:</a:t>
            </a:r>
            <a:endParaRPr sz="1100">
              <a:solidFill>
                <a:srgbClr val="FFFFFF"/>
              </a:solidFill>
            </a:endParaRPr>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0.4 Estructura de Proceso">
  <p:cSld name="TITLE_3_6_1_1">
    <p:spTree>
      <p:nvGrpSpPr>
        <p:cNvPr id="509" name="Shape 509"/>
        <p:cNvGrpSpPr/>
        <p:nvPr/>
      </p:nvGrpSpPr>
      <p:grpSpPr>
        <a:xfrm>
          <a:off x="0" y="0"/>
          <a:ext cx="0" cy="0"/>
          <a:chOff x="0" y="0"/>
          <a:chExt cx="0" cy="0"/>
        </a:xfrm>
      </p:grpSpPr>
      <p:sp>
        <p:nvSpPr>
          <p:cNvPr id="510" name="Google Shape;510;p5"/>
          <p:cNvSpPr/>
          <p:nvPr/>
        </p:nvSpPr>
        <p:spPr>
          <a:xfrm>
            <a:off x="77688" y="358938"/>
            <a:ext cx="9935700" cy="6438000"/>
          </a:xfrm>
          <a:prstGeom prst="roundRect">
            <a:avLst>
              <a:gd fmla="val 2618" name="adj"/>
            </a:avLst>
          </a:prstGeom>
          <a:solidFill>
            <a:srgbClr val="FFFFFF"/>
          </a:solidFill>
          <a:ln cap="flat" cmpd="sng" w="38100">
            <a:solidFill>
              <a:srgbClr val="000000"/>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11" name="Google Shape;511;p5"/>
          <p:cNvCxnSpPr/>
          <p:nvPr/>
        </p:nvCxnSpPr>
        <p:spPr>
          <a:xfrm>
            <a:off x="77688" y="772614"/>
            <a:ext cx="9935700" cy="0"/>
          </a:xfrm>
          <a:prstGeom prst="straightConnector1">
            <a:avLst/>
          </a:prstGeom>
          <a:noFill/>
          <a:ln cap="flat" cmpd="sng" w="19050">
            <a:solidFill>
              <a:srgbClr val="000000"/>
            </a:solidFill>
            <a:prstDash val="solid"/>
            <a:round/>
            <a:headEnd len="med" w="med" type="none"/>
            <a:tailEnd len="med" w="med" type="none"/>
          </a:ln>
        </p:spPr>
      </p:cxnSp>
      <p:cxnSp>
        <p:nvCxnSpPr>
          <p:cNvPr id="512" name="Google Shape;512;p5"/>
          <p:cNvCxnSpPr/>
          <p:nvPr/>
        </p:nvCxnSpPr>
        <p:spPr>
          <a:xfrm rot="10800000">
            <a:off x="2439038" y="368188"/>
            <a:ext cx="0" cy="402300"/>
          </a:xfrm>
          <a:prstGeom prst="straightConnector1">
            <a:avLst/>
          </a:prstGeom>
          <a:noFill/>
          <a:ln cap="flat" cmpd="sng" w="19050">
            <a:solidFill>
              <a:srgbClr val="000000"/>
            </a:solidFill>
            <a:prstDash val="solid"/>
            <a:round/>
            <a:headEnd len="med" w="med" type="none"/>
            <a:tailEnd len="med" w="med" type="none"/>
          </a:ln>
        </p:spPr>
      </p:cxnSp>
      <p:sp>
        <p:nvSpPr>
          <p:cNvPr id="513" name="Google Shape;513;p5"/>
          <p:cNvSpPr/>
          <p:nvPr/>
        </p:nvSpPr>
        <p:spPr>
          <a:xfrm>
            <a:off x="77688" y="349338"/>
            <a:ext cx="2361300" cy="421200"/>
          </a:xfrm>
          <a:prstGeom prst="roundRect">
            <a:avLst>
              <a:gd fmla="val 50000" name="adj"/>
            </a:avLst>
          </a:prstGeom>
          <a:solidFill>
            <a:srgbClr val="000000"/>
          </a:solidFill>
          <a:ln cap="flat" cmpd="sng" w="9525">
            <a:solidFill>
              <a:srgbClr val="000000"/>
            </a:solidFill>
            <a:prstDash val="solid"/>
            <a:round/>
            <a:headEnd len="sm" w="sm" type="none"/>
            <a:tailEnd len="sm" w="sm" type="none"/>
          </a:ln>
        </p:spPr>
        <p:txBody>
          <a:bodyPr anchorCtr="0" anchor="ctr" bIns="91425" lIns="0" spcFirstLastPara="1" rIns="0" wrap="square" tIns="91425">
            <a:noAutofit/>
          </a:bodyPr>
          <a:lstStyle/>
          <a:p>
            <a:pPr indent="0" lvl="0" marL="0" rtl="0" algn="ctr">
              <a:spcBef>
                <a:spcPts val="0"/>
              </a:spcBef>
              <a:spcAft>
                <a:spcPts val="0"/>
              </a:spcAft>
              <a:buNone/>
            </a:pPr>
            <a:r>
              <a:rPr b="1" lang="es-419" sz="1100">
                <a:solidFill>
                  <a:srgbClr val="FFFFFF"/>
                </a:solidFill>
              </a:rPr>
              <a:t>Estructura de Procesos</a:t>
            </a:r>
            <a:endParaRPr b="1" sz="1100">
              <a:solidFill>
                <a:srgbClr val="FFFFFF"/>
              </a:solidFill>
            </a:endParaRPr>
          </a:p>
          <a:p>
            <a:pPr indent="0" lvl="0" marL="0" rtl="0" algn="ctr">
              <a:spcBef>
                <a:spcPts val="0"/>
              </a:spcBef>
              <a:spcAft>
                <a:spcPts val="0"/>
              </a:spcAft>
              <a:buNone/>
            </a:pPr>
            <a:r>
              <a:t/>
            </a:r>
            <a:endParaRPr b="1" sz="1200">
              <a:solidFill>
                <a:srgbClr val="FFFFFF"/>
              </a:solidFill>
            </a:endParaRPr>
          </a:p>
        </p:txBody>
      </p:sp>
      <p:sp>
        <p:nvSpPr>
          <p:cNvPr id="514" name="Google Shape;514;p5"/>
          <p:cNvSpPr/>
          <p:nvPr/>
        </p:nvSpPr>
        <p:spPr>
          <a:xfrm>
            <a:off x="83988" y="595504"/>
            <a:ext cx="190200" cy="1692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 name="Google Shape;515;p5"/>
          <p:cNvSpPr/>
          <p:nvPr/>
        </p:nvSpPr>
        <p:spPr>
          <a:xfrm>
            <a:off x="2350598" y="358950"/>
            <a:ext cx="88500" cy="4023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 name="Google Shape;516;p5"/>
          <p:cNvSpPr/>
          <p:nvPr/>
        </p:nvSpPr>
        <p:spPr>
          <a:xfrm>
            <a:off x="2277739" y="663750"/>
            <a:ext cx="88500" cy="1089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 name="Google Shape;517;p5"/>
          <p:cNvSpPr txBox="1"/>
          <p:nvPr/>
        </p:nvSpPr>
        <p:spPr>
          <a:xfrm>
            <a:off x="2524025" y="387675"/>
            <a:ext cx="15012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Unid. Organizacional:</a:t>
            </a:r>
            <a:endParaRPr b="1" sz="1100"/>
          </a:p>
        </p:txBody>
      </p:sp>
      <p:sp>
        <p:nvSpPr>
          <p:cNvPr id="518" name="Google Shape;518;p5"/>
          <p:cNvSpPr txBox="1"/>
          <p:nvPr/>
        </p:nvSpPr>
        <p:spPr>
          <a:xfrm>
            <a:off x="2524020" y="579550"/>
            <a:ext cx="6846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Alcance:</a:t>
            </a:r>
            <a:endParaRPr b="1" sz="1100"/>
          </a:p>
        </p:txBody>
      </p:sp>
      <p:sp>
        <p:nvSpPr>
          <p:cNvPr id="519" name="Google Shape;519;p5"/>
          <p:cNvSpPr txBox="1"/>
          <p:nvPr>
            <p:ph type="title"/>
          </p:nvPr>
        </p:nvSpPr>
        <p:spPr>
          <a:xfrm flipH="1">
            <a:off x="4025374" y="387675"/>
            <a:ext cx="5863200" cy="169200"/>
          </a:xfrm>
          <a:prstGeom prst="rect">
            <a:avLst/>
          </a:prstGeom>
          <a:noFill/>
          <a:ln>
            <a:noFill/>
          </a:ln>
        </p:spPr>
        <p:txBody>
          <a:bodyPr anchorCtr="0" anchor="ctr" bIns="0" lIns="0" spcFirstLastPara="1" rIns="0" wrap="square" tIns="0">
            <a:noAutofit/>
          </a:bodyPr>
          <a:lstStyle>
            <a:lvl1pPr lvl="0" rtl="0">
              <a:spcBef>
                <a:spcPts val="0"/>
              </a:spcBef>
              <a:spcAft>
                <a:spcPts val="0"/>
              </a:spcAft>
              <a:buClr>
                <a:srgbClr val="000000"/>
              </a:buClr>
              <a:buSzPts val="1000"/>
              <a:buNone/>
              <a:defRPr sz="1000">
                <a:solidFill>
                  <a:srgbClr val="000000"/>
                </a:solidFill>
              </a:defRPr>
            </a:lvl1pPr>
            <a:lvl2pPr lvl="1" rtl="0">
              <a:spcBef>
                <a:spcPts val="0"/>
              </a:spcBef>
              <a:spcAft>
                <a:spcPts val="0"/>
              </a:spcAft>
              <a:buClr>
                <a:srgbClr val="000000"/>
              </a:buClr>
              <a:buSzPts val="1000"/>
              <a:buNone/>
              <a:defRPr sz="1000">
                <a:solidFill>
                  <a:srgbClr val="000000"/>
                </a:solidFill>
              </a:defRPr>
            </a:lvl2pPr>
            <a:lvl3pPr lvl="2" rtl="0">
              <a:spcBef>
                <a:spcPts val="0"/>
              </a:spcBef>
              <a:spcAft>
                <a:spcPts val="0"/>
              </a:spcAft>
              <a:buClr>
                <a:srgbClr val="000000"/>
              </a:buClr>
              <a:buSzPts val="1000"/>
              <a:buNone/>
              <a:defRPr sz="1000">
                <a:solidFill>
                  <a:srgbClr val="000000"/>
                </a:solidFill>
              </a:defRPr>
            </a:lvl3pPr>
            <a:lvl4pPr lvl="3" rtl="0">
              <a:spcBef>
                <a:spcPts val="0"/>
              </a:spcBef>
              <a:spcAft>
                <a:spcPts val="0"/>
              </a:spcAft>
              <a:buClr>
                <a:srgbClr val="000000"/>
              </a:buClr>
              <a:buSzPts val="1000"/>
              <a:buNone/>
              <a:defRPr sz="1000">
                <a:solidFill>
                  <a:srgbClr val="000000"/>
                </a:solidFill>
              </a:defRPr>
            </a:lvl4pPr>
            <a:lvl5pPr lvl="4" rtl="0">
              <a:spcBef>
                <a:spcPts val="0"/>
              </a:spcBef>
              <a:spcAft>
                <a:spcPts val="0"/>
              </a:spcAft>
              <a:buClr>
                <a:srgbClr val="000000"/>
              </a:buClr>
              <a:buSzPts val="1000"/>
              <a:buNone/>
              <a:defRPr sz="1000">
                <a:solidFill>
                  <a:srgbClr val="000000"/>
                </a:solidFill>
              </a:defRPr>
            </a:lvl5pPr>
            <a:lvl6pPr lvl="5" rtl="0">
              <a:spcBef>
                <a:spcPts val="0"/>
              </a:spcBef>
              <a:spcAft>
                <a:spcPts val="0"/>
              </a:spcAft>
              <a:buClr>
                <a:srgbClr val="000000"/>
              </a:buClr>
              <a:buSzPts val="1000"/>
              <a:buNone/>
              <a:defRPr sz="1000">
                <a:solidFill>
                  <a:srgbClr val="000000"/>
                </a:solidFill>
              </a:defRPr>
            </a:lvl6pPr>
            <a:lvl7pPr lvl="6" rtl="0">
              <a:spcBef>
                <a:spcPts val="0"/>
              </a:spcBef>
              <a:spcAft>
                <a:spcPts val="0"/>
              </a:spcAft>
              <a:buClr>
                <a:srgbClr val="000000"/>
              </a:buClr>
              <a:buSzPts val="1000"/>
              <a:buNone/>
              <a:defRPr sz="1000">
                <a:solidFill>
                  <a:srgbClr val="000000"/>
                </a:solidFill>
              </a:defRPr>
            </a:lvl7pPr>
            <a:lvl8pPr lvl="7" rtl="0">
              <a:spcBef>
                <a:spcPts val="0"/>
              </a:spcBef>
              <a:spcAft>
                <a:spcPts val="0"/>
              </a:spcAft>
              <a:buClr>
                <a:srgbClr val="000000"/>
              </a:buClr>
              <a:buSzPts val="1000"/>
              <a:buNone/>
              <a:defRPr sz="1000">
                <a:solidFill>
                  <a:srgbClr val="000000"/>
                </a:solidFill>
              </a:defRPr>
            </a:lvl8pPr>
            <a:lvl9pPr lvl="8" rtl="0">
              <a:spcBef>
                <a:spcPts val="0"/>
              </a:spcBef>
              <a:spcAft>
                <a:spcPts val="0"/>
              </a:spcAft>
              <a:buClr>
                <a:srgbClr val="000000"/>
              </a:buClr>
              <a:buSzPts val="1000"/>
              <a:buNone/>
              <a:defRPr sz="1000">
                <a:solidFill>
                  <a:srgbClr val="000000"/>
                </a:solidFill>
              </a:defRPr>
            </a:lvl9pPr>
          </a:lstStyle>
          <a:p/>
        </p:txBody>
      </p:sp>
      <p:sp>
        <p:nvSpPr>
          <p:cNvPr id="520" name="Google Shape;520;p5"/>
          <p:cNvSpPr txBox="1"/>
          <p:nvPr>
            <p:ph idx="2" type="title"/>
          </p:nvPr>
        </p:nvSpPr>
        <p:spPr>
          <a:xfrm flipH="1">
            <a:off x="3208773" y="579550"/>
            <a:ext cx="6679800" cy="169200"/>
          </a:xfrm>
          <a:prstGeom prst="rect">
            <a:avLst/>
          </a:prstGeom>
          <a:noFill/>
          <a:ln>
            <a:noFill/>
          </a:ln>
        </p:spPr>
        <p:txBody>
          <a:bodyPr anchorCtr="0" anchor="ctr" bIns="0" lIns="0" spcFirstLastPara="1" rIns="0" wrap="square" tIns="0">
            <a:noAutofit/>
          </a:bodyPr>
          <a:lstStyle>
            <a:lvl1pPr lvl="0" rtl="0">
              <a:spcBef>
                <a:spcPts val="0"/>
              </a:spcBef>
              <a:spcAft>
                <a:spcPts val="0"/>
              </a:spcAft>
              <a:buClr>
                <a:srgbClr val="000000"/>
              </a:buClr>
              <a:buSzPts val="1000"/>
              <a:buNone/>
              <a:defRPr sz="1000">
                <a:solidFill>
                  <a:srgbClr val="000000"/>
                </a:solidFill>
              </a:defRPr>
            </a:lvl1pPr>
            <a:lvl2pPr lvl="1" rtl="0">
              <a:spcBef>
                <a:spcPts val="0"/>
              </a:spcBef>
              <a:spcAft>
                <a:spcPts val="0"/>
              </a:spcAft>
              <a:buClr>
                <a:srgbClr val="000000"/>
              </a:buClr>
              <a:buSzPts val="1000"/>
              <a:buNone/>
              <a:defRPr sz="1000">
                <a:solidFill>
                  <a:srgbClr val="000000"/>
                </a:solidFill>
              </a:defRPr>
            </a:lvl2pPr>
            <a:lvl3pPr lvl="2" rtl="0">
              <a:spcBef>
                <a:spcPts val="0"/>
              </a:spcBef>
              <a:spcAft>
                <a:spcPts val="0"/>
              </a:spcAft>
              <a:buClr>
                <a:srgbClr val="000000"/>
              </a:buClr>
              <a:buSzPts val="1000"/>
              <a:buNone/>
              <a:defRPr sz="1000">
                <a:solidFill>
                  <a:srgbClr val="000000"/>
                </a:solidFill>
              </a:defRPr>
            </a:lvl3pPr>
            <a:lvl4pPr lvl="3" rtl="0">
              <a:spcBef>
                <a:spcPts val="0"/>
              </a:spcBef>
              <a:spcAft>
                <a:spcPts val="0"/>
              </a:spcAft>
              <a:buClr>
                <a:srgbClr val="000000"/>
              </a:buClr>
              <a:buSzPts val="1000"/>
              <a:buNone/>
              <a:defRPr sz="1000">
                <a:solidFill>
                  <a:srgbClr val="000000"/>
                </a:solidFill>
              </a:defRPr>
            </a:lvl4pPr>
            <a:lvl5pPr lvl="4" rtl="0">
              <a:spcBef>
                <a:spcPts val="0"/>
              </a:spcBef>
              <a:spcAft>
                <a:spcPts val="0"/>
              </a:spcAft>
              <a:buClr>
                <a:srgbClr val="000000"/>
              </a:buClr>
              <a:buSzPts val="1000"/>
              <a:buNone/>
              <a:defRPr sz="1000">
                <a:solidFill>
                  <a:srgbClr val="000000"/>
                </a:solidFill>
              </a:defRPr>
            </a:lvl5pPr>
            <a:lvl6pPr lvl="5" rtl="0">
              <a:spcBef>
                <a:spcPts val="0"/>
              </a:spcBef>
              <a:spcAft>
                <a:spcPts val="0"/>
              </a:spcAft>
              <a:buClr>
                <a:srgbClr val="000000"/>
              </a:buClr>
              <a:buSzPts val="1000"/>
              <a:buNone/>
              <a:defRPr sz="1000">
                <a:solidFill>
                  <a:srgbClr val="000000"/>
                </a:solidFill>
              </a:defRPr>
            </a:lvl6pPr>
            <a:lvl7pPr lvl="6" rtl="0">
              <a:spcBef>
                <a:spcPts val="0"/>
              </a:spcBef>
              <a:spcAft>
                <a:spcPts val="0"/>
              </a:spcAft>
              <a:buClr>
                <a:srgbClr val="000000"/>
              </a:buClr>
              <a:buSzPts val="1000"/>
              <a:buNone/>
              <a:defRPr sz="1000">
                <a:solidFill>
                  <a:srgbClr val="000000"/>
                </a:solidFill>
              </a:defRPr>
            </a:lvl7pPr>
            <a:lvl8pPr lvl="7" rtl="0">
              <a:spcBef>
                <a:spcPts val="0"/>
              </a:spcBef>
              <a:spcAft>
                <a:spcPts val="0"/>
              </a:spcAft>
              <a:buClr>
                <a:srgbClr val="000000"/>
              </a:buClr>
              <a:buSzPts val="1000"/>
              <a:buNone/>
              <a:defRPr sz="1000">
                <a:solidFill>
                  <a:srgbClr val="000000"/>
                </a:solidFill>
              </a:defRPr>
            </a:lvl8pPr>
            <a:lvl9pPr lvl="8" rtl="0">
              <a:spcBef>
                <a:spcPts val="0"/>
              </a:spcBef>
              <a:spcAft>
                <a:spcPts val="0"/>
              </a:spcAft>
              <a:buClr>
                <a:srgbClr val="000000"/>
              </a:buClr>
              <a:buSzPts val="1000"/>
              <a:buNone/>
              <a:defRPr sz="1000">
                <a:solidFill>
                  <a:srgbClr val="000000"/>
                </a:solidFill>
              </a:defRPr>
            </a:lvl9pPr>
          </a:lstStyle>
          <a:p/>
        </p:txBody>
      </p:sp>
      <p:sp>
        <p:nvSpPr>
          <p:cNvPr id="521" name="Google Shape;521;p5"/>
          <p:cNvSpPr txBox="1"/>
          <p:nvPr>
            <p:ph idx="1" type="body"/>
          </p:nvPr>
        </p:nvSpPr>
        <p:spPr>
          <a:xfrm>
            <a:off x="641150" y="612125"/>
            <a:ext cx="1770300" cy="160500"/>
          </a:xfrm>
          <a:prstGeom prst="rect">
            <a:avLst/>
          </a:prstGeom>
          <a:noFill/>
          <a:ln>
            <a:noFill/>
          </a:ln>
        </p:spPr>
        <p:txBody>
          <a:bodyPr anchorCtr="0" anchor="t" bIns="0" lIns="0" spcFirstLastPara="1" rIns="0" wrap="square" tIns="0">
            <a:noAutofit/>
          </a:bodyPr>
          <a:lstStyle>
            <a:lvl1pPr indent="-292100" lvl="0" marL="457200" rtl="0" algn="ctr">
              <a:spcBef>
                <a:spcPts val="0"/>
              </a:spcBef>
              <a:spcAft>
                <a:spcPts val="0"/>
              </a:spcAft>
              <a:buClr>
                <a:srgbClr val="FFFFFF"/>
              </a:buClr>
              <a:buSzPts val="1000"/>
              <a:buChar char="●"/>
              <a:defRPr sz="1000">
                <a:solidFill>
                  <a:srgbClr val="FFFFFF"/>
                </a:solidFill>
              </a:defRPr>
            </a:lvl1pPr>
            <a:lvl2pPr indent="-292100" lvl="1" marL="914400" rtl="0" algn="ctr">
              <a:spcBef>
                <a:spcPts val="0"/>
              </a:spcBef>
              <a:spcAft>
                <a:spcPts val="0"/>
              </a:spcAft>
              <a:buClr>
                <a:srgbClr val="FFFFFF"/>
              </a:buClr>
              <a:buSzPts val="1000"/>
              <a:buChar char="○"/>
              <a:defRPr sz="1000">
                <a:solidFill>
                  <a:srgbClr val="FFFFFF"/>
                </a:solidFill>
              </a:defRPr>
            </a:lvl2pPr>
            <a:lvl3pPr indent="-292100" lvl="2" marL="1371600" rtl="0" algn="ctr">
              <a:spcBef>
                <a:spcPts val="0"/>
              </a:spcBef>
              <a:spcAft>
                <a:spcPts val="0"/>
              </a:spcAft>
              <a:buClr>
                <a:srgbClr val="FFFFFF"/>
              </a:buClr>
              <a:buSzPts val="1000"/>
              <a:buChar char="■"/>
              <a:defRPr sz="1000">
                <a:solidFill>
                  <a:srgbClr val="FFFFFF"/>
                </a:solidFill>
              </a:defRPr>
            </a:lvl3pPr>
            <a:lvl4pPr indent="-292100" lvl="3" marL="1828800" rtl="0" algn="ctr">
              <a:spcBef>
                <a:spcPts val="0"/>
              </a:spcBef>
              <a:spcAft>
                <a:spcPts val="0"/>
              </a:spcAft>
              <a:buClr>
                <a:srgbClr val="FFFFFF"/>
              </a:buClr>
              <a:buSzPts val="1000"/>
              <a:buChar char="●"/>
              <a:defRPr sz="1000">
                <a:solidFill>
                  <a:srgbClr val="FFFFFF"/>
                </a:solidFill>
              </a:defRPr>
            </a:lvl4pPr>
            <a:lvl5pPr indent="-292100" lvl="4" marL="2286000" rtl="0" algn="ctr">
              <a:spcBef>
                <a:spcPts val="0"/>
              </a:spcBef>
              <a:spcAft>
                <a:spcPts val="0"/>
              </a:spcAft>
              <a:buClr>
                <a:srgbClr val="FFFFFF"/>
              </a:buClr>
              <a:buSzPts val="1000"/>
              <a:buChar char="○"/>
              <a:defRPr sz="1000">
                <a:solidFill>
                  <a:srgbClr val="FFFFFF"/>
                </a:solidFill>
              </a:defRPr>
            </a:lvl5pPr>
            <a:lvl6pPr indent="-292100" lvl="5" marL="2743200" rtl="0" algn="ctr">
              <a:spcBef>
                <a:spcPts val="0"/>
              </a:spcBef>
              <a:spcAft>
                <a:spcPts val="0"/>
              </a:spcAft>
              <a:buClr>
                <a:srgbClr val="FFFFFF"/>
              </a:buClr>
              <a:buSzPts val="1000"/>
              <a:buChar char="■"/>
              <a:defRPr sz="1000">
                <a:solidFill>
                  <a:srgbClr val="FFFFFF"/>
                </a:solidFill>
              </a:defRPr>
            </a:lvl6pPr>
            <a:lvl7pPr indent="-292100" lvl="6" marL="3200400" rtl="0" algn="ctr">
              <a:spcBef>
                <a:spcPts val="0"/>
              </a:spcBef>
              <a:spcAft>
                <a:spcPts val="0"/>
              </a:spcAft>
              <a:buClr>
                <a:srgbClr val="FFFFFF"/>
              </a:buClr>
              <a:buSzPts val="1000"/>
              <a:buChar char="●"/>
              <a:defRPr sz="1000">
                <a:solidFill>
                  <a:srgbClr val="FFFFFF"/>
                </a:solidFill>
              </a:defRPr>
            </a:lvl7pPr>
            <a:lvl8pPr indent="-292100" lvl="7" marL="3657600" rtl="0" algn="ctr">
              <a:spcBef>
                <a:spcPts val="0"/>
              </a:spcBef>
              <a:spcAft>
                <a:spcPts val="0"/>
              </a:spcAft>
              <a:buClr>
                <a:srgbClr val="FFFFFF"/>
              </a:buClr>
              <a:buSzPts val="1000"/>
              <a:buChar char="○"/>
              <a:defRPr sz="1000">
                <a:solidFill>
                  <a:srgbClr val="FFFFFF"/>
                </a:solidFill>
              </a:defRPr>
            </a:lvl8pPr>
            <a:lvl9pPr indent="-292100" lvl="8" marL="4114800" rtl="0" algn="ctr">
              <a:spcBef>
                <a:spcPts val="0"/>
              </a:spcBef>
              <a:spcAft>
                <a:spcPts val="0"/>
              </a:spcAft>
              <a:buClr>
                <a:srgbClr val="FFFFFF"/>
              </a:buClr>
              <a:buSzPts val="1000"/>
              <a:buChar char="■"/>
              <a:defRPr sz="1000">
                <a:solidFill>
                  <a:srgbClr val="FFFFFF"/>
                </a:solidFill>
              </a:defRPr>
            </a:lvl9pPr>
          </a:lstStyle>
          <a:p/>
        </p:txBody>
      </p:sp>
      <p:sp>
        <p:nvSpPr>
          <p:cNvPr id="522" name="Google Shape;522;p5"/>
          <p:cNvSpPr txBox="1"/>
          <p:nvPr/>
        </p:nvSpPr>
        <p:spPr>
          <a:xfrm>
            <a:off x="84825" y="598125"/>
            <a:ext cx="595500" cy="205800"/>
          </a:xfrm>
          <a:prstGeom prst="rect">
            <a:avLst/>
          </a:prstGeom>
          <a:noFill/>
          <a:ln>
            <a:noFill/>
          </a:ln>
        </p:spPr>
        <p:txBody>
          <a:bodyPr anchorCtr="0" anchor="t" bIns="18000" lIns="18000" spcFirstLastPara="1" rIns="18000" wrap="square" tIns="18000">
            <a:spAutoFit/>
          </a:bodyPr>
          <a:lstStyle/>
          <a:p>
            <a:pPr indent="0" lvl="0" marL="0" rtl="0" algn="l">
              <a:spcBef>
                <a:spcPts val="0"/>
              </a:spcBef>
              <a:spcAft>
                <a:spcPts val="0"/>
              </a:spcAft>
              <a:buNone/>
            </a:pPr>
            <a:r>
              <a:rPr lang="es-419" sz="1100">
                <a:solidFill>
                  <a:srgbClr val="FFFFFF"/>
                </a:solidFill>
              </a:rPr>
              <a:t>Nombre:</a:t>
            </a:r>
            <a:endParaRPr sz="1100">
              <a:solidFill>
                <a:srgbClr val="FFFFFF"/>
              </a:solidFill>
            </a:endParaRPr>
          </a:p>
        </p:txBody>
      </p:sp>
      <p:sp>
        <p:nvSpPr>
          <p:cNvPr id="523" name="Google Shape;523;p5"/>
          <p:cNvSpPr/>
          <p:nvPr/>
        </p:nvSpPr>
        <p:spPr>
          <a:xfrm>
            <a:off x="-4273050" y="-78277"/>
            <a:ext cx="3615600" cy="6902700"/>
          </a:xfrm>
          <a:prstGeom prst="roundRect">
            <a:avLst>
              <a:gd fmla="val 4230" name="adj"/>
            </a:avLst>
          </a:prstGeom>
          <a:solidFill>
            <a:srgbClr val="F3F3F3"/>
          </a:solidFill>
          <a:ln cap="flat" cmpd="sng" w="9525">
            <a:solidFill>
              <a:srgbClr val="F3F3F3"/>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t" bIns="91425" lIns="91425" spcFirstLastPara="1" rIns="91425" wrap="square" tIns="91425">
            <a:noAutofit/>
          </a:bodyPr>
          <a:lstStyle/>
          <a:p>
            <a:pPr indent="0" lvl="0" marL="0" rtl="0" algn="ctr">
              <a:spcBef>
                <a:spcPts val="0"/>
              </a:spcBef>
              <a:spcAft>
                <a:spcPts val="0"/>
              </a:spcAft>
              <a:buNone/>
            </a:pPr>
            <a:r>
              <a:rPr i="1" lang="es-419"/>
              <a:t>Paleta</a:t>
            </a:r>
            <a:endParaRPr i="1"/>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0.5 Situaciones Problemáticas">
  <p:cSld name="CUSTOM_4">
    <p:spTree>
      <p:nvGrpSpPr>
        <p:cNvPr id="524" name="Shape 524"/>
        <p:cNvGrpSpPr/>
        <p:nvPr/>
      </p:nvGrpSpPr>
      <p:grpSpPr>
        <a:xfrm>
          <a:off x="0" y="0"/>
          <a:ext cx="0" cy="0"/>
          <a:chOff x="0" y="0"/>
          <a:chExt cx="0" cy="0"/>
        </a:xfrm>
      </p:grpSpPr>
      <p:sp>
        <p:nvSpPr>
          <p:cNvPr id="525" name="Google Shape;525;p6"/>
          <p:cNvSpPr/>
          <p:nvPr/>
        </p:nvSpPr>
        <p:spPr>
          <a:xfrm>
            <a:off x="77688" y="358938"/>
            <a:ext cx="9935700" cy="6438000"/>
          </a:xfrm>
          <a:prstGeom prst="roundRect">
            <a:avLst>
              <a:gd fmla="val 2618" name="adj"/>
            </a:avLst>
          </a:prstGeom>
          <a:solidFill>
            <a:srgbClr val="FFFFFF"/>
          </a:solidFill>
          <a:ln cap="flat" cmpd="sng" w="38100">
            <a:solidFill>
              <a:srgbClr val="000000"/>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 name="Google Shape;526;p6"/>
          <p:cNvSpPr txBox="1"/>
          <p:nvPr/>
        </p:nvSpPr>
        <p:spPr>
          <a:xfrm>
            <a:off x="223709" y="849702"/>
            <a:ext cx="9669600" cy="390000"/>
          </a:xfrm>
          <a:prstGeom prst="rect">
            <a:avLst/>
          </a:prstGeom>
          <a:solidFill>
            <a:srgbClr val="EB7C35"/>
          </a:solidFill>
          <a:ln cap="flat" cmpd="sng" w="38100">
            <a:solidFill>
              <a:srgbClr val="EB7C35"/>
            </a:solidFill>
            <a:prstDash val="solid"/>
            <a:round/>
            <a:headEnd len="sm" w="sm" type="none"/>
            <a:tailEnd len="sm" w="sm" type="none"/>
          </a:ln>
          <a:effectLst>
            <a:outerShdw blurRad="63500" dir="8100000" dist="38100">
              <a:srgbClr val="000000">
                <a:alpha val="39610"/>
              </a:srgbClr>
            </a:outerShdw>
          </a:effectLst>
        </p:spPr>
        <p:txBody>
          <a:bodyPr anchorCtr="0" anchor="t" bIns="41050" lIns="82100" spcFirstLastPara="1" rIns="82100" wrap="square" tIns="41050">
            <a:noAutofit/>
          </a:bodyPr>
          <a:lstStyle/>
          <a:p>
            <a:pPr indent="0" lvl="0" marL="0" marR="0" rtl="0" algn="l">
              <a:lnSpc>
                <a:spcPct val="100000"/>
              </a:lnSpc>
              <a:spcBef>
                <a:spcPts val="0"/>
              </a:spcBef>
              <a:spcAft>
                <a:spcPts val="0"/>
              </a:spcAft>
              <a:buNone/>
            </a:pPr>
            <a:r>
              <a:t/>
            </a:r>
            <a:endParaRPr b="0" i="0" sz="1600" u="none">
              <a:solidFill>
                <a:schemeClr val="dk1"/>
              </a:solidFill>
              <a:latin typeface="Arial"/>
              <a:ea typeface="Arial"/>
              <a:cs typeface="Arial"/>
              <a:sym typeface="Arial"/>
            </a:endParaRPr>
          </a:p>
        </p:txBody>
      </p:sp>
      <p:sp>
        <p:nvSpPr>
          <p:cNvPr id="527" name="Google Shape;527;p6"/>
          <p:cNvSpPr txBox="1"/>
          <p:nvPr/>
        </p:nvSpPr>
        <p:spPr>
          <a:xfrm>
            <a:off x="223709" y="849702"/>
            <a:ext cx="9669600" cy="5851800"/>
          </a:xfrm>
          <a:prstGeom prst="rect">
            <a:avLst/>
          </a:prstGeom>
          <a:noFill/>
          <a:ln cap="flat" cmpd="sng" w="28575">
            <a:solidFill>
              <a:srgbClr val="EB7C35"/>
            </a:solidFill>
            <a:prstDash val="solid"/>
            <a:round/>
            <a:headEnd len="sm" w="sm" type="none"/>
            <a:tailEnd len="sm" w="sm" type="none"/>
          </a:ln>
        </p:spPr>
        <p:txBody>
          <a:bodyPr anchorCtr="0" anchor="t" bIns="41050" lIns="82100" spcFirstLastPara="1" rIns="82100" wrap="square" tIns="41050">
            <a:noAutofit/>
          </a:bodyPr>
          <a:lstStyle/>
          <a:p>
            <a:pPr indent="0" lvl="0" marL="0" marR="0" rtl="0" algn="l">
              <a:lnSpc>
                <a:spcPct val="100000"/>
              </a:lnSpc>
              <a:spcBef>
                <a:spcPts val="0"/>
              </a:spcBef>
              <a:spcAft>
                <a:spcPts val="0"/>
              </a:spcAft>
              <a:buNone/>
            </a:pPr>
            <a:r>
              <a:t/>
            </a:r>
            <a:endParaRPr b="0" i="0" sz="1600" u="none">
              <a:solidFill>
                <a:schemeClr val="dk1"/>
              </a:solidFill>
              <a:latin typeface="Arial"/>
              <a:ea typeface="Arial"/>
              <a:cs typeface="Arial"/>
              <a:sym typeface="Arial"/>
            </a:endParaRPr>
          </a:p>
        </p:txBody>
      </p:sp>
      <p:sp>
        <p:nvSpPr>
          <p:cNvPr id="528" name="Google Shape;528;p6"/>
          <p:cNvSpPr txBox="1"/>
          <p:nvPr/>
        </p:nvSpPr>
        <p:spPr>
          <a:xfrm>
            <a:off x="-3508600" y="843725"/>
            <a:ext cx="2892000" cy="5671200"/>
          </a:xfrm>
          <a:prstGeom prst="rect">
            <a:avLst/>
          </a:prstGeom>
          <a:solidFill>
            <a:schemeClr val="lt1"/>
          </a:solidFill>
          <a:ln cap="flat" cmpd="sng" w="28575">
            <a:solidFill>
              <a:srgbClr val="BFBFBF"/>
            </a:solidFill>
            <a:prstDash val="solid"/>
            <a:round/>
            <a:headEnd len="sm" w="sm" type="none"/>
            <a:tailEnd len="sm" w="sm" type="none"/>
          </a:ln>
        </p:spPr>
        <p:txBody>
          <a:bodyPr anchorCtr="0" anchor="t" bIns="41050" lIns="82100" spcFirstLastPara="1" rIns="82100" wrap="square" tIns="41050">
            <a:noAutofit/>
          </a:bodyPr>
          <a:lstStyle/>
          <a:p>
            <a:pPr indent="0" lvl="0" marL="0" marR="0" rtl="0" algn="l">
              <a:lnSpc>
                <a:spcPct val="100000"/>
              </a:lnSpc>
              <a:spcBef>
                <a:spcPts val="0"/>
              </a:spcBef>
              <a:spcAft>
                <a:spcPts val="0"/>
              </a:spcAft>
              <a:buNone/>
            </a:pPr>
            <a:r>
              <a:t/>
            </a:r>
            <a:endParaRPr b="0" i="0" sz="1600" u="none">
              <a:solidFill>
                <a:schemeClr val="dk1"/>
              </a:solidFill>
              <a:latin typeface="Arial"/>
              <a:ea typeface="Arial"/>
              <a:cs typeface="Arial"/>
              <a:sym typeface="Arial"/>
            </a:endParaRPr>
          </a:p>
        </p:txBody>
      </p:sp>
      <p:sp>
        <p:nvSpPr>
          <p:cNvPr id="529" name="Google Shape;529;p6"/>
          <p:cNvSpPr txBox="1"/>
          <p:nvPr/>
        </p:nvSpPr>
        <p:spPr>
          <a:xfrm>
            <a:off x="-3508600" y="843725"/>
            <a:ext cx="2892000" cy="408300"/>
          </a:xfrm>
          <a:prstGeom prst="rect">
            <a:avLst/>
          </a:prstGeom>
          <a:solidFill>
            <a:srgbClr val="EEEEEE"/>
          </a:solidFill>
          <a:ln cap="flat" cmpd="sng" w="19050">
            <a:solidFill>
              <a:srgbClr val="BFBFBF"/>
            </a:solidFill>
            <a:prstDash val="solid"/>
            <a:round/>
            <a:headEnd len="sm" w="sm" type="none"/>
            <a:tailEnd len="sm" w="sm" type="none"/>
          </a:ln>
        </p:spPr>
        <p:txBody>
          <a:bodyPr anchorCtr="0" anchor="t" bIns="41050" lIns="82100" spcFirstLastPara="1" rIns="82100" wrap="square" tIns="41050">
            <a:noAutofit/>
          </a:bodyPr>
          <a:lstStyle/>
          <a:p>
            <a:pPr indent="0" lvl="0" marL="0" marR="0" rtl="0" algn="ctr">
              <a:lnSpc>
                <a:spcPct val="100000"/>
              </a:lnSpc>
              <a:spcBef>
                <a:spcPts val="0"/>
              </a:spcBef>
              <a:spcAft>
                <a:spcPts val="0"/>
              </a:spcAft>
              <a:buClr>
                <a:schemeClr val="dk1"/>
              </a:buClr>
              <a:buSzPts val="1600"/>
              <a:buFont typeface="Arial"/>
              <a:buNone/>
            </a:pPr>
            <a:r>
              <a:rPr b="1" i="0" lang="es-419" sz="1600" u="none">
                <a:solidFill>
                  <a:schemeClr val="dk1"/>
                </a:solidFill>
                <a:latin typeface="Arvo"/>
                <a:ea typeface="Arvo"/>
                <a:cs typeface="Arvo"/>
                <a:sym typeface="Arvo"/>
              </a:rPr>
              <a:t>Brain Storming</a:t>
            </a:r>
            <a:endParaRPr sz="1300">
              <a:latin typeface="Arvo"/>
              <a:ea typeface="Arvo"/>
              <a:cs typeface="Arvo"/>
              <a:sym typeface="Arvo"/>
            </a:endParaRPr>
          </a:p>
        </p:txBody>
      </p:sp>
      <p:sp>
        <p:nvSpPr>
          <p:cNvPr id="530" name="Google Shape;530;p6"/>
          <p:cNvSpPr txBox="1"/>
          <p:nvPr/>
        </p:nvSpPr>
        <p:spPr>
          <a:xfrm>
            <a:off x="221124" y="841575"/>
            <a:ext cx="9669600" cy="408000"/>
          </a:xfrm>
          <a:prstGeom prst="rect">
            <a:avLst/>
          </a:prstGeom>
          <a:noFill/>
          <a:ln>
            <a:noFill/>
          </a:ln>
        </p:spPr>
        <p:txBody>
          <a:bodyPr anchorCtr="0" anchor="ctr" bIns="41050" lIns="82100" spcFirstLastPara="1" rIns="82100" wrap="square" tIns="41050">
            <a:noAutofit/>
          </a:bodyPr>
          <a:lstStyle/>
          <a:p>
            <a:pPr indent="0" lvl="0" marL="0" marR="0" rtl="0" algn="ctr">
              <a:lnSpc>
                <a:spcPct val="100000"/>
              </a:lnSpc>
              <a:spcBef>
                <a:spcPts val="0"/>
              </a:spcBef>
              <a:spcAft>
                <a:spcPts val="0"/>
              </a:spcAft>
              <a:buClr>
                <a:schemeClr val="lt1"/>
              </a:buClr>
              <a:buSzPts val="2200"/>
              <a:buFont typeface="Open Sans"/>
              <a:buNone/>
            </a:pPr>
            <a:r>
              <a:rPr b="1" lang="es-419">
                <a:solidFill>
                  <a:schemeClr val="lt1"/>
                </a:solidFill>
                <a:latin typeface="Arvo"/>
                <a:ea typeface="Arvo"/>
                <a:cs typeface="Arvo"/>
                <a:sym typeface="Arvo"/>
              </a:rPr>
              <a:t>Cardsorting</a:t>
            </a:r>
            <a:endParaRPr>
              <a:latin typeface="Arvo"/>
              <a:ea typeface="Arvo"/>
              <a:cs typeface="Arvo"/>
              <a:sym typeface="Arvo"/>
            </a:endParaRPr>
          </a:p>
        </p:txBody>
      </p:sp>
      <p:sp>
        <p:nvSpPr>
          <p:cNvPr id="531" name="Google Shape;531;p6"/>
          <p:cNvSpPr txBox="1"/>
          <p:nvPr/>
        </p:nvSpPr>
        <p:spPr>
          <a:xfrm>
            <a:off x="306397" y="1373931"/>
            <a:ext cx="4694100" cy="1689000"/>
          </a:xfrm>
          <a:prstGeom prst="rect">
            <a:avLst/>
          </a:prstGeom>
          <a:solidFill>
            <a:schemeClr val="lt1"/>
          </a:solidFill>
          <a:ln cap="flat" cmpd="sng" w="28575">
            <a:solidFill>
              <a:srgbClr val="BFBFBF"/>
            </a:solidFill>
            <a:prstDash val="solid"/>
            <a:round/>
            <a:headEnd len="sm" w="sm" type="none"/>
            <a:tailEnd len="sm" w="sm" type="none"/>
          </a:ln>
        </p:spPr>
        <p:txBody>
          <a:bodyPr anchorCtr="0" anchor="t" bIns="41050" lIns="82100" spcFirstLastPara="1" rIns="82100" wrap="square" tIns="41050">
            <a:noAutofit/>
          </a:bodyPr>
          <a:lstStyle/>
          <a:p>
            <a:pPr indent="0" lvl="0" marL="0" marR="0" rtl="0" algn="l">
              <a:lnSpc>
                <a:spcPct val="100000"/>
              </a:lnSpc>
              <a:spcBef>
                <a:spcPts val="0"/>
              </a:spcBef>
              <a:spcAft>
                <a:spcPts val="0"/>
              </a:spcAft>
              <a:buNone/>
            </a:pPr>
            <a:r>
              <a:t/>
            </a:r>
            <a:endParaRPr b="0" i="0" sz="1600" u="none">
              <a:solidFill>
                <a:schemeClr val="dk1"/>
              </a:solidFill>
              <a:latin typeface="Arial"/>
              <a:ea typeface="Arial"/>
              <a:cs typeface="Arial"/>
              <a:sym typeface="Arial"/>
            </a:endParaRPr>
          </a:p>
        </p:txBody>
      </p:sp>
      <p:sp>
        <p:nvSpPr>
          <p:cNvPr id="532" name="Google Shape;532;p6"/>
          <p:cNvSpPr txBox="1"/>
          <p:nvPr/>
        </p:nvSpPr>
        <p:spPr>
          <a:xfrm>
            <a:off x="306397" y="1373931"/>
            <a:ext cx="4694100" cy="282000"/>
          </a:xfrm>
          <a:prstGeom prst="rect">
            <a:avLst/>
          </a:prstGeom>
          <a:solidFill>
            <a:srgbClr val="FED86F"/>
          </a:solidFill>
          <a:ln cap="flat" cmpd="sng" w="19050">
            <a:solidFill>
              <a:srgbClr val="BFBFBF"/>
            </a:solidFill>
            <a:prstDash val="solid"/>
            <a:round/>
            <a:headEnd len="sm" w="sm" type="none"/>
            <a:tailEnd len="sm" w="sm" type="none"/>
          </a:ln>
        </p:spPr>
        <p:txBody>
          <a:bodyPr anchorCtr="0" anchor="t" bIns="41050" lIns="82100" spcFirstLastPara="1" rIns="82100" wrap="square" tIns="41050">
            <a:noAutofit/>
          </a:bodyPr>
          <a:lstStyle/>
          <a:p>
            <a:pPr indent="0" lvl="0" marL="0" marR="0" rtl="0" algn="l">
              <a:lnSpc>
                <a:spcPct val="100000"/>
              </a:lnSpc>
              <a:spcBef>
                <a:spcPts val="0"/>
              </a:spcBef>
              <a:spcAft>
                <a:spcPts val="0"/>
              </a:spcAft>
              <a:buClr>
                <a:schemeClr val="dk1"/>
              </a:buClr>
              <a:buSzPts val="1400"/>
              <a:buFont typeface="Arial"/>
              <a:buNone/>
            </a:pPr>
            <a:r>
              <a:rPr b="1" lang="es-419" sz="1200">
                <a:solidFill>
                  <a:schemeClr val="dk1"/>
                </a:solidFill>
                <a:latin typeface="Arvo"/>
                <a:ea typeface="Arvo"/>
                <a:cs typeface="Arvo"/>
                <a:sym typeface="Arvo"/>
              </a:rPr>
              <a:t>Variable Identificada </a:t>
            </a:r>
            <a:r>
              <a:rPr b="1" i="0" lang="es-419" sz="1200" u="none">
                <a:solidFill>
                  <a:schemeClr val="dk1"/>
                </a:solidFill>
                <a:latin typeface="Arvo"/>
                <a:ea typeface="Arvo"/>
                <a:cs typeface="Arvo"/>
                <a:sym typeface="Arvo"/>
              </a:rPr>
              <a:t>1: </a:t>
            </a:r>
            <a:endParaRPr sz="1200">
              <a:latin typeface="Arvo"/>
              <a:ea typeface="Arvo"/>
              <a:cs typeface="Arvo"/>
              <a:sym typeface="Arvo"/>
            </a:endParaRPr>
          </a:p>
        </p:txBody>
      </p:sp>
      <p:sp>
        <p:nvSpPr>
          <p:cNvPr id="533" name="Google Shape;533;p6"/>
          <p:cNvSpPr txBox="1"/>
          <p:nvPr/>
        </p:nvSpPr>
        <p:spPr>
          <a:xfrm>
            <a:off x="314150" y="3149807"/>
            <a:ext cx="4694100" cy="1691100"/>
          </a:xfrm>
          <a:prstGeom prst="rect">
            <a:avLst/>
          </a:prstGeom>
          <a:solidFill>
            <a:schemeClr val="lt1"/>
          </a:solidFill>
          <a:ln cap="flat" cmpd="sng" w="28575">
            <a:solidFill>
              <a:srgbClr val="BFBFBF"/>
            </a:solidFill>
            <a:prstDash val="solid"/>
            <a:round/>
            <a:headEnd len="sm" w="sm" type="none"/>
            <a:tailEnd len="sm" w="sm" type="none"/>
          </a:ln>
        </p:spPr>
        <p:txBody>
          <a:bodyPr anchorCtr="0" anchor="t" bIns="41050" lIns="82100" spcFirstLastPara="1" rIns="82100" wrap="square" tIns="41050">
            <a:noAutofit/>
          </a:bodyPr>
          <a:lstStyle/>
          <a:p>
            <a:pPr indent="0" lvl="0" marL="0" marR="0" rtl="0" algn="l">
              <a:lnSpc>
                <a:spcPct val="100000"/>
              </a:lnSpc>
              <a:spcBef>
                <a:spcPts val="0"/>
              </a:spcBef>
              <a:spcAft>
                <a:spcPts val="0"/>
              </a:spcAft>
              <a:buNone/>
            </a:pPr>
            <a:r>
              <a:t/>
            </a:r>
            <a:endParaRPr b="0" i="0" sz="1600" u="none">
              <a:solidFill>
                <a:schemeClr val="dk1"/>
              </a:solidFill>
              <a:latin typeface="Arial"/>
              <a:ea typeface="Arial"/>
              <a:cs typeface="Arial"/>
              <a:sym typeface="Arial"/>
            </a:endParaRPr>
          </a:p>
        </p:txBody>
      </p:sp>
      <p:sp>
        <p:nvSpPr>
          <p:cNvPr id="534" name="Google Shape;534;p6"/>
          <p:cNvSpPr txBox="1"/>
          <p:nvPr/>
        </p:nvSpPr>
        <p:spPr>
          <a:xfrm>
            <a:off x="314150" y="3149807"/>
            <a:ext cx="4694100" cy="282000"/>
          </a:xfrm>
          <a:prstGeom prst="rect">
            <a:avLst/>
          </a:prstGeom>
          <a:solidFill>
            <a:srgbClr val="FED86F"/>
          </a:solidFill>
          <a:ln cap="flat" cmpd="sng" w="19050">
            <a:solidFill>
              <a:srgbClr val="BFBFBF"/>
            </a:solidFill>
            <a:prstDash val="solid"/>
            <a:round/>
            <a:headEnd len="sm" w="sm" type="none"/>
            <a:tailEnd len="sm" w="sm" type="none"/>
          </a:ln>
        </p:spPr>
        <p:txBody>
          <a:bodyPr anchorCtr="0" anchor="t" bIns="41050" lIns="82100" spcFirstLastPara="1" rIns="82100" wrap="square" tIns="41050">
            <a:noAutofit/>
          </a:bodyPr>
          <a:lstStyle/>
          <a:p>
            <a:pPr indent="0" lvl="0" marL="0" marR="0" rtl="0" algn="l">
              <a:lnSpc>
                <a:spcPct val="100000"/>
              </a:lnSpc>
              <a:spcBef>
                <a:spcPts val="0"/>
              </a:spcBef>
              <a:spcAft>
                <a:spcPts val="0"/>
              </a:spcAft>
              <a:buClr>
                <a:schemeClr val="dk1"/>
              </a:buClr>
              <a:buSzPts val="1400"/>
              <a:buFont typeface="Arial"/>
              <a:buNone/>
            </a:pPr>
            <a:r>
              <a:rPr b="1" lang="es-419" sz="1200">
                <a:solidFill>
                  <a:schemeClr val="dk1"/>
                </a:solidFill>
                <a:latin typeface="Arvo"/>
                <a:ea typeface="Arvo"/>
                <a:cs typeface="Arvo"/>
                <a:sym typeface="Arvo"/>
              </a:rPr>
              <a:t>Variable Identificada </a:t>
            </a:r>
            <a:r>
              <a:rPr b="1" i="0" lang="es-419" sz="1200" u="none">
                <a:solidFill>
                  <a:schemeClr val="dk1"/>
                </a:solidFill>
                <a:latin typeface="Arvo"/>
                <a:ea typeface="Arvo"/>
                <a:cs typeface="Arvo"/>
                <a:sym typeface="Arvo"/>
              </a:rPr>
              <a:t>2: </a:t>
            </a:r>
            <a:endParaRPr sz="1200">
              <a:latin typeface="Arvo"/>
              <a:ea typeface="Arvo"/>
              <a:cs typeface="Arvo"/>
              <a:sym typeface="Arvo"/>
            </a:endParaRPr>
          </a:p>
        </p:txBody>
      </p:sp>
      <p:sp>
        <p:nvSpPr>
          <p:cNvPr id="535" name="Google Shape;535;p6"/>
          <p:cNvSpPr txBox="1"/>
          <p:nvPr/>
        </p:nvSpPr>
        <p:spPr>
          <a:xfrm>
            <a:off x="306397" y="4933811"/>
            <a:ext cx="4694100" cy="1689000"/>
          </a:xfrm>
          <a:prstGeom prst="rect">
            <a:avLst/>
          </a:prstGeom>
          <a:solidFill>
            <a:schemeClr val="lt1"/>
          </a:solidFill>
          <a:ln cap="flat" cmpd="sng" w="28575">
            <a:solidFill>
              <a:srgbClr val="BFBFBF"/>
            </a:solidFill>
            <a:prstDash val="solid"/>
            <a:round/>
            <a:headEnd len="sm" w="sm" type="none"/>
            <a:tailEnd len="sm" w="sm" type="none"/>
          </a:ln>
        </p:spPr>
        <p:txBody>
          <a:bodyPr anchorCtr="0" anchor="t" bIns="41050" lIns="82100" spcFirstLastPara="1" rIns="82100" wrap="square" tIns="41050">
            <a:noAutofit/>
          </a:bodyPr>
          <a:lstStyle/>
          <a:p>
            <a:pPr indent="0" lvl="0" marL="0" marR="0" rtl="0" algn="l">
              <a:lnSpc>
                <a:spcPct val="100000"/>
              </a:lnSpc>
              <a:spcBef>
                <a:spcPts val="0"/>
              </a:spcBef>
              <a:spcAft>
                <a:spcPts val="0"/>
              </a:spcAft>
              <a:buNone/>
            </a:pPr>
            <a:r>
              <a:t/>
            </a:r>
            <a:endParaRPr b="0" i="0" sz="1600" u="none">
              <a:solidFill>
                <a:schemeClr val="dk1"/>
              </a:solidFill>
              <a:latin typeface="Arial"/>
              <a:ea typeface="Arial"/>
              <a:cs typeface="Arial"/>
              <a:sym typeface="Arial"/>
            </a:endParaRPr>
          </a:p>
        </p:txBody>
      </p:sp>
      <p:sp>
        <p:nvSpPr>
          <p:cNvPr id="536" name="Google Shape;536;p6"/>
          <p:cNvSpPr txBox="1"/>
          <p:nvPr/>
        </p:nvSpPr>
        <p:spPr>
          <a:xfrm>
            <a:off x="306397" y="4933811"/>
            <a:ext cx="4694100" cy="282000"/>
          </a:xfrm>
          <a:prstGeom prst="rect">
            <a:avLst/>
          </a:prstGeom>
          <a:solidFill>
            <a:srgbClr val="FED86F"/>
          </a:solidFill>
          <a:ln cap="flat" cmpd="sng" w="19050">
            <a:solidFill>
              <a:srgbClr val="BFBFBF"/>
            </a:solidFill>
            <a:prstDash val="solid"/>
            <a:round/>
            <a:headEnd len="sm" w="sm" type="none"/>
            <a:tailEnd len="sm" w="sm" type="none"/>
          </a:ln>
        </p:spPr>
        <p:txBody>
          <a:bodyPr anchorCtr="0" anchor="t" bIns="41050" lIns="82100" spcFirstLastPara="1" rIns="82100" wrap="square" tIns="41050">
            <a:noAutofit/>
          </a:bodyPr>
          <a:lstStyle/>
          <a:p>
            <a:pPr indent="0" lvl="0" marL="0" marR="0" rtl="0" algn="l">
              <a:lnSpc>
                <a:spcPct val="100000"/>
              </a:lnSpc>
              <a:spcBef>
                <a:spcPts val="0"/>
              </a:spcBef>
              <a:spcAft>
                <a:spcPts val="0"/>
              </a:spcAft>
              <a:buClr>
                <a:schemeClr val="dk1"/>
              </a:buClr>
              <a:buSzPts val="1400"/>
              <a:buFont typeface="Arial"/>
              <a:buNone/>
            </a:pPr>
            <a:r>
              <a:rPr b="1" lang="es-419" sz="1200">
                <a:solidFill>
                  <a:schemeClr val="dk1"/>
                </a:solidFill>
                <a:latin typeface="Arvo"/>
                <a:ea typeface="Arvo"/>
                <a:cs typeface="Arvo"/>
                <a:sym typeface="Arvo"/>
              </a:rPr>
              <a:t>Variable Identificada </a:t>
            </a:r>
            <a:r>
              <a:rPr b="1" i="0" lang="es-419" sz="1200" u="none">
                <a:solidFill>
                  <a:schemeClr val="dk1"/>
                </a:solidFill>
                <a:latin typeface="Arvo"/>
                <a:ea typeface="Arvo"/>
                <a:cs typeface="Arvo"/>
                <a:sym typeface="Arvo"/>
              </a:rPr>
              <a:t>3: </a:t>
            </a:r>
            <a:endParaRPr sz="1200">
              <a:latin typeface="Arvo"/>
              <a:ea typeface="Arvo"/>
              <a:cs typeface="Arvo"/>
              <a:sym typeface="Arvo"/>
            </a:endParaRPr>
          </a:p>
        </p:txBody>
      </p:sp>
      <p:sp>
        <p:nvSpPr>
          <p:cNvPr id="537" name="Google Shape;537;p6"/>
          <p:cNvSpPr txBox="1"/>
          <p:nvPr/>
        </p:nvSpPr>
        <p:spPr>
          <a:xfrm>
            <a:off x="-3408589" y="1350965"/>
            <a:ext cx="819300" cy="736200"/>
          </a:xfrm>
          <a:prstGeom prst="rect">
            <a:avLst/>
          </a:prstGeom>
          <a:solidFill>
            <a:srgbClr val="FDEEA5"/>
          </a:solidFill>
          <a:ln cap="flat" cmpd="sng" w="9525">
            <a:solidFill>
              <a:srgbClr val="FCE46F"/>
            </a:solidFill>
            <a:prstDash val="solid"/>
            <a:round/>
            <a:headEnd len="sm" w="sm" type="none"/>
            <a:tailEnd len="sm" w="sm" type="none"/>
          </a:ln>
          <a:effectLst>
            <a:outerShdw blurRad="63500" dir="8100000" dist="38100">
              <a:srgbClr val="000000">
                <a:alpha val="39610"/>
              </a:srgbClr>
            </a:outerShdw>
          </a:effectLst>
        </p:spPr>
        <p:txBody>
          <a:bodyPr anchorCtr="0" anchor="t" bIns="41050" lIns="82100" spcFirstLastPara="1" rIns="82100" wrap="square" tIns="41050">
            <a:noAutofit/>
          </a:bodyPr>
          <a:lstStyle/>
          <a:p>
            <a:pPr indent="0" lvl="0" marL="0" marR="0" rtl="0" algn="l">
              <a:lnSpc>
                <a:spcPct val="100000"/>
              </a:lnSpc>
              <a:spcBef>
                <a:spcPts val="0"/>
              </a:spcBef>
              <a:spcAft>
                <a:spcPts val="0"/>
              </a:spcAft>
              <a:buNone/>
            </a:pPr>
            <a:r>
              <a:t/>
            </a:r>
            <a:endParaRPr b="0" i="0" sz="1600" u="none">
              <a:solidFill>
                <a:schemeClr val="dk1"/>
              </a:solidFill>
              <a:latin typeface="Arial"/>
              <a:ea typeface="Arial"/>
              <a:cs typeface="Arial"/>
              <a:sym typeface="Arial"/>
            </a:endParaRPr>
          </a:p>
        </p:txBody>
      </p:sp>
      <p:sp>
        <p:nvSpPr>
          <p:cNvPr id="538" name="Google Shape;538;p6"/>
          <p:cNvSpPr txBox="1"/>
          <p:nvPr/>
        </p:nvSpPr>
        <p:spPr>
          <a:xfrm>
            <a:off x="-2474754" y="1350965"/>
            <a:ext cx="821100" cy="736200"/>
          </a:xfrm>
          <a:prstGeom prst="rect">
            <a:avLst/>
          </a:prstGeom>
          <a:solidFill>
            <a:srgbClr val="FDEEA5"/>
          </a:solidFill>
          <a:ln cap="flat" cmpd="sng" w="9525">
            <a:solidFill>
              <a:srgbClr val="FCE46F"/>
            </a:solidFill>
            <a:prstDash val="solid"/>
            <a:round/>
            <a:headEnd len="sm" w="sm" type="none"/>
            <a:tailEnd len="sm" w="sm" type="none"/>
          </a:ln>
          <a:effectLst>
            <a:outerShdw blurRad="63500" dir="8100000" dist="38100">
              <a:srgbClr val="000000">
                <a:alpha val="39610"/>
              </a:srgbClr>
            </a:outerShdw>
          </a:effectLst>
        </p:spPr>
        <p:txBody>
          <a:bodyPr anchorCtr="0" anchor="t" bIns="41050" lIns="82100" spcFirstLastPara="1" rIns="82100" wrap="square" tIns="41050">
            <a:noAutofit/>
          </a:bodyPr>
          <a:lstStyle/>
          <a:p>
            <a:pPr indent="0" lvl="0" marL="0" marR="0" rtl="0" algn="l">
              <a:lnSpc>
                <a:spcPct val="100000"/>
              </a:lnSpc>
              <a:spcBef>
                <a:spcPts val="0"/>
              </a:spcBef>
              <a:spcAft>
                <a:spcPts val="0"/>
              </a:spcAft>
              <a:buNone/>
            </a:pPr>
            <a:r>
              <a:t/>
            </a:r>
            <a:endParaRPr b="0" i="0" sz="1600" u="none">
              <a:solidFill>
                <a:schemeClr val="dk1"/>
              </a:solidFill>
              <a:latin typeface="Arial"/>
              <a:ea typeface="Arial"/>
              <a:cs typeface="Arial"/>
              <a:sym typeface="Arial"/>
            </a:endParaRPr>
          </a:p>
        </p:txBody>
      </p:sp>
      <p:sp>
        <p:nvSpPr>
          <p:cNvPr id="539" name="Google Shape;539;p6"/>
          <p:cNvSpPr txBox="1"/>
          <p:nvPr/>
        </p:nvSpPr>
        <p:spPr>
          <a:xfrm>
            <a:off x="-1536099" y="1350965"/>
            <a:ext cx="821100" cy="736200"/>
          </a:xfrm>
          <a:prstGeom prst="rect">
            <a:avLst/>
          </a:prstGeom>
          <a:solidFill>
            <a:srgbClr val="FDEEA5"/>
          </a:solidFill>
          <a:ln cap="flat" cmpd="sng" w="9525">
            <a:solidFill>
              <a:srgbClr val="FCE46F"/>
            </a:solidFill>
            <a:prstDash val="solid"/>
            <a:round/>
            <a:headEnd len="sm" w="sm" type="none"/>
            <a:tailEnd len="sm" w="sm" type="none"/>
          </a:ln>
          <a:effectLst>
            <a:outerShdw blurRad="63500" dir="8100000" dist="38100">
              <a:srgbClr val="000000">
                <a:alpha val="39610"/>
              </a:srgbClr>
            </a:outerShdw>
          </a:effectLst>
        </p:spPr>
        <p:txBody>
          <a:bodyPr anchorCtr="0" anchor="t" bIns="41050" lIns="82100" spcFirstLastPara="1" rIns="82100" wrap="square" tIns="41050">
            <a:noAutofit/>
          </a:bodyPr>
          <a:lstStyle/>
          <a:p>
            <a:pPr indent="0" lvl="0" marL="0" marR="0" rtl="0" algn="l">
              <a:lnSpc>
                <a:spcPct val="100000"/>
              </a:lnSpc>
              <a:spcBef>
                <a:spcPts val="0"/>
              </a:spcBef>
              <a:spcAft>
                <a:spcPts val="0"/>
              </a:spcAft>
              <a:buNone/>
            </a:pPr>
            <a:r>
              <a:t/>
            </a:r>
            <a:endParaRPr b="0" i="0" sz="1600" u="none">
              <a:solidFill>
                <a:schemeClr val="dk1"/>
              </a:solidFill>
              <a:latin typeface="Arial"/>
              <a:ea typeface="Arial"/>
              <a:cs typeface="Arial"/>
              <a:sym typeface="Arial"/>
            </a:endParaRPr>
          </a:p>
        </p:txBody>
      </p:sp>
      <p:sp>
        <p:nvSpPr>
          <p:cNvPr id="540" name="Google Shape;540;p6"/>
          <p:cNvSpPr txBox="1"/>
          <p:nvPr/>
        </p:nvSpPr>
        <p:spPr>
          <a:xfrm>
            <a:off x="-3408589" y="2204372"/>
            <a:ext cx="819300" cy="736200"/>
          </a:xfrm>
          <a:prstGeom prst="rect">
            <a:avLst/>
          </a:prstGeom>
          <a:solidFill>
            <a:srgbClr val="FDEEA5"/>
          </a:solidFill>
          <a:ln cap="flat" cmpd="sng" w="9525">
            <a:solidFill>
              <a:srgbClr val="FCE46F"/>
            </a:solidFill>
            <a:prstDash val="solid"/>
            <a:round/>
            <a:headEnd len="sm" w="sm" type="none"/>
            <a:tailEnd len="sm" w="sm" type="none"/>
          </a:ln>
          <a:effectLst>
            <a:outerShdw blurRad="63500" dir="8100000" dist="38100">
              <a:srgbClr val="000000">
                <a:alpha val="39610"/>
              </a:srgbClr>
            </a:outerShdw>
          </a:effectLst>
        </p:spPr>
        <p:txBody>
          <a:bodyPr anchorCtr="0" anchor="t" bIns="41050" lIns="82100" spcFirstLastPara="1" rIns="82100" wrap="square" tIns="41050">
            <a:noAutofit/>
          </a:bodyPr>
          <a:lstStyle/>
          <a:p>
            <a:pPr indent="0" lvl="0" marL="0" marR="0" rtl="0" algn="l">
              <a:lnSpc>
                <a:spcPct val="100000"/>
              </a:lnSpc>
              <a:spcBef>
                <a:spcPts val="0"/>
              </a:spcBef>
              <a:spcAft>
                <a:spcPts val="0"/>
              </a:spcAft>
              <a:buNone/>
            </a:pPr>
            <a:r>
              <a:t/>
            </a:r>
            <a:endParaRPr b="0" i="0" sz="1600" u="none">
              <a:solidFill>
                <a:schemeClr val="dk1"/>
              </a:solidFill>
              <a:latin typeface="Arial"/>
              <a:ea typeface="Arial"/>
              <a:cs typeface="Arial"/>
              <a:sym typeface="Arial"/>
            </a:endParaRPr>
          </a:p>
        </p:txBody>
      </p:sp>
      <p:sp>
        <p:nvSpPr>
          <p:cNvPr id="541" name="Google Shape;541;p6"/>
          <p:cNvSpPr txBox="1"/>
          <p:nvPr/>
        </p:nvSpPr>
        <p:spPr>
          <a:xfrm>
            <a:off x="-2474754" y="2204372"/>
            <a:ext cx="821100" cy="736200"/>
          </a:xfrm>
          <a:prstGeom prst="rect">
            <a:avLst/>
          </a:prstGeom>
          <a:solidFill>
            <a:srgbClr val="FDEEA5"/>
          </a:solidFill>
          <a:ln cap="flat" cmpd="sng" w="9525">
            <a:solidFill>
              <a:srgbClr val="FCE46F"/>
            </a:solidFill>
            <a:prstDash val="solid"/>
            <a:round/>
            <a:headEnd len="sm" w="sm" type="none"/>
            <a:tailEnd len="sm" w="sm" type="none"/>
          </a:ln>
          <a:effectLst>
            <a:outerShdw blurRad="63500" dir="8100000" dist="38100">
              <a:srgbClr val="000000">
                <a:alpha val="39610"/>
              </a:srgbClr>
            </a:outerShdw>
          </a:effectLst>
        </p:spPr>
        <p:txBody>
          <a:bodyPr anchorCtr="0" anchor="t" bIns="41050" lIns="82100" spcFirstLastPara="1" rIns="82100" wrap="square" tIns="41050">
            <a:noAutofit/>
          </a:bodyPr>
          <a:lstStyle/>
          <a:p>
            <a:pPr indent="0" lvl="0" marL="0" marR="0" rtl="0" algn="l">
              <a:lnSpc>
                <a:spcPct val="100000"/>
              </a:lnSpc>
              <a:spcBef>
                <a:spcPts val="0"/>
              </a:spcBef>
              <a:spcAft>
                <a:spcPts val="0"/>
              </a:spcAft>
              <a:buNone/>
            </a:pPr>
            <a:r>
              <a:t/>
            </a:r>
            <a:endParaRPr b="0" i="0" sz="1600" u="none">
              <a:solidFill>
                <a:schemeClr val="dk1"/>
              </a:solidFill>
              <a:latin typeface="Arial"/>
              <a:ea typeface="Arial"/>
              <a:cs typeface="Arial"/>
              <a:sym typeface="Arial"/>
            </a:endParaRPr>
          </a:p>
        </p:txBody>
      </p:sp>
      <p:sp>
        <p:nvSpPr>
          <p:cNvPr id="542" name="Google Shape;542;p6"/>
          <p:cNvSpPr txBox="1"/>
          <p:nvPr/>
        </p:nvSpPr>
        <p:spPr>
          <a:xfrm>
            <a:off x="-1536099" y="2204372"/>
            <a:ext cx="821100" cy="736200"/>
          </a:xfrm>
          <a:prstGeom prst="rect">
            <a:avLst/>
          </a:prstGeom>
          <a:solidFill>
            <a:srgbClr val="FDEEA5"/>
          </a:solidFill>
          <a:ln cap="flat" cmpd="sng" w="9525">
            <a:solidFill>
              <a:srgbClr val="FCE46F"/>
            </a:solidFill>
            <a:prstDash val="solid"/>
            <a:round/>
            <a:headEnd len="sm" w="sm" type="none"/>
            <a:tailEnd len="sm" w="sm" type="none"/>
          </a:ln>
          <a:effectLst>
            <a:outerShdw blurRad="63500" dir="8100000" dist="38100">
              <a:srgbClr val="000000">
                <a:alpha val="39610"/>
              </a:srgbClr>
            </a:outerShdw>
          </a:effectLst>
        </p:spPr>
        <p:txBody>
          <a:bodyPr anchorCtr="0" anchor="t" bIns="41050" lIns="82100" spcFirstLastPara="1" rIns="82100" wrap="square" tIns="41050">
            <a:noAutofit/>
          </a:bodyPr>
          <a:lstStyle/>
          <a:p>
            <a:pPr indent="0" lvl="0" marL="0" marR="0" rtl="0" algn="l">
              <a:lnSpc>
                <a:spcPct val="100000"/>
              </a:lnSpc>
              <a:spcBef>
                <a:spcPts val="0"/>
              </a:spcBef>
              <a:spcAft>
                <a:spcPts val="0"/>
              </a:spcAft>
              <a:buNone/>
            </a:pPr>
            <a:r>
              <a:t/>
            </a:r>
            <a:endParaRPr b="0" i="0" sz="1600" u="none">
              <a:solidFill>
                <a:schemeClr val="dk1"/>
              </a:solidFill>
              <a:latin typeface="Arial"/>
              <a:ea typeface="Arial"/>
              <a:cs typeface="Arial"/>
              <a:sym typeface="Arial"/>
            </a:endParaRPr>
          </a:p>
        </p:txBody>
      </p:sp>
      <p:sp>
        <p:nvSpPr>
          <p:cNvPr id="543" name="Google Shape;543;p6"/>
          <p:cNvSpPr txBox="1"/>
          <p:nvPr/>
        </p:nvSpPr>
        <p:spPr>
          <a:xfrm>
            <a:off x="-3408589" y="3078973"/>
            <a:ext cx="819300" cy="736200"/>
          </a:xfrm>
          <a:prstGeom prst="rect">
            <a:avLst/>
          </a:prstGeom>
          <a:solidFill>
            <a:srgbClr val="FDEEA5"/>
          </a:solidFill>
          <a:ln cap="flat" cmpd="sng" w="9525">
            <a:solidFill>
              <a:srgbClr val="FCE46F"/>
            </a:solidFill>
            <a:prstDash val="solid"/>
            <a:round/>
            <a:headEnd len="sm" w="sm" type="none"/>
            <a:tailEnd len="sm" w="sm" type="none"/>
          </a:ln>
          <a:effectLst>
            <a:outerShdw blurRad="63500" dir="8100000" dist="38100">
              <a:srgbClr val="000000">
                <a:alpha val="39610"/>
              </a:srgbClr>
            </a:outerShdw>
          </a:effectLst>
        </p:spPr>
        <p:txBody>
          <a:bodyPr anchorCtr="0" anchor="t" bIns="41050" lIns="82100" spcFirstLastPara="1" rIns="82100" wrap="square" tIns="41050">
            <a:noAutofit/>
          </a:bodyPr>
          <a:lstStyle/>
          <a:p>
            <a:pPr indent="0" lvl="0" marL="0" marR="0" rtl="0" algn="l">
              <a:lnSpc>
                <a:spcPct val="100000"/>
              </a:lnSpc>
              <a:spcBef>
                <a:spcPts val="0"/>
              </a:spcBef>
              <a:spcAft>
                <a:spcPts val="0"/>
              </a:spcAft>
              <a:buNone/>
            </a:pPr>
            <a:r>
              <a:t/>
            </a:r>
            <a:endParaRPr b="0" i="0" sz="1600" u="none">
              <a:solidFill>
                <a:schemeClr val="dk1"/>
              </a:solidFill>
              <a:latin typeface="Arial"/>
              <a:ea typeface="Arial"/>
              <a:cs typeface="Arial"/>
              <a:sym typeface="Arial"/>
            </a:endParaRPr>
          </a:p>
        </p:txBody>
      </p:sp>
      <p:sp>
        <p:nvSpPr>
          <p:cNvPr id="544" name="Google Shape;544;p6"/>
          <p:cNvSpPr txBox="1"/>
          <p:nvPr/>
        </p:nvSpPr>
        <p:spPr>
          <a:xfrm>
            <a:off x="-2474754" y="3078973"/>
            <a:ext cx="821100" cy="736200"/>
          </a:xfrm>
          <a:prstGeom prst="rect">
            <a:avLst/>
          </a:prstGeom>
          <a:solidFill>
            <a:srgbClr val="FDEEA5"/>
          </a:solidFill>
          <a:ln cap="flat" cmpd="sng" w="9525">
            <a:solidFill>
              <a:srgbClr val="FCE46F"/>
            </a:solidFill>
            <a:prstDash val="solid"/>
            <a:round/>
            <a:headEnd len="sm" w="sm" type="none"/>
            <a:tailEnd len="sm" w="sm" type="none"/>
          </a:ln>
          <a:effectLst>
            <a:outerShdw blurRad="63500" dir="8100000" dist="38100">
              <a:srgbClr val="000000">
                <a:alpha val="39610"/>
              </a:srgbClr>
            </a:outerShdw>
          </a:effectLst>
        </p:spPr>
        <p:txBody>
          <a:bodyPr anchorCtr="0" anchor="t" bIns="41050" lIns="82100" spcFirstLastPara="1" rIns="82100" wrap="square" tIns="41050">
            <a:noAutofit/>
          </a:bodyPr>
          <a:lstStyle/>
          <a:p>
            <a:pPr indent="0" lvl="0" marL="0" marR="0" rtl="0" algn="l">
              <a:lnSpc>
                <a:spcPct val="100000"/>
              </a:lnSpc>
              <a:spcBef>
                <a:spcPts val="0"/>
              </a:spcBef>
              <a:spcAft>
                <a:spcPts val="0"/>
              </a:spcAft>
              <a:buNone/>
            </a:pPr>
            <a:r>
              <a:t/>
            </a:r>
            <a:endParaRPr b="0" i="0" sz="1600" u="none">
              <a:solidFill>
                <a:schemeClr val="dk1"/>
              </a:solidFill>
              <a:latin typeface="Arial"/>
              <a:ea typeface="Arial"/>
              <a:cs typeface="Arial"/>
              <a:sym typeface="Arial"/>
            </a:endParaRPr>
          </a:p>
        </p:txBody>
      </p:sp>
      <p:sp>
        <p:nvSpPr>
          <p:cNvPr id="545" name="Google Shape;545;p6"/>
          <p:cNvSpPr txBox="1"/>
          <p:nvPr/>
        </p:nvSpPr>
        <p:spPr>
          <a:xfrm>
            <a:off x="-1536099" y="3078973"/>
            <a:ext cx="821100" cy="736200"/>
          </a:xfrm>
          <a:prstGeom prst="rect">
            <a:avLst/>
          </a:prstGeom>
          <a:solidFill>
            <a:srgbClr val="FDEEA5"/>
          </a:solidFill>
          <a:ln cap="flat" cmpd="sng" w="9525">
            <a:solidFill>
              <a:srgbClr val="FCE46F"/>
            </a:solidFill>
            <a:prstDash val="solid"/>
            <a:round/>
            <a:headEnd len="sm" w="sm" type="none"/>
            <a:tailEnd len="sm" w="sm" type="none"/>
          </a:ln>
          <a:effectLst>
            <a:outerShdw blurRad="63500" dir="8100000" dist="38100">
              <a:srgbClr val="000000">
                <a:alpha val="39610"/>
              </a:srgbClr>
            </a:outerShdw>
          </a:effectLst>
        </p:spPr>
        <p:txBody>
          <a:bodyPr anchorCtr="0" anchor="t" bIns="41050" lIns="82100" spcFirstLastPara="1" rIns="82100" wrap="square" tIns="41050">
            <a:noAutofit/>
          </a:bodyPr>
          <a:lstStyle/>
          <a:p>
            <a:pPr indent="0" lvl="0" marL="0" marR="0" rtl="0" algn="l">
              <a:lnSpc>
                <a:spcPct val="100000"/>
              </a:lnSpc>
              <a:spcBef>
                <a:spcPts val="0"/>
              </a:spcBef>
              <a:spcAft>
                <a:spcPts val="0"/>
              </a:spcAft>
              <a:buNone/>
            </a:pPr>
            <a:r>
              <a:t/>
            </a:r>
            <a:endParaRPr b="0" i="0" sz="1600" u="none">
              <a:solidFill>
                <a:schemeClr val="dk1"/>
              </a:solidFill>
              <a:latin typeface="Arial"/>
              <a:ea typeface="Arial"/>
              <a:cs typeface="Arial"/>
              <a:sym typeface="Arial"/>
            </a:endParaRPr>
          </a:p>
        </p:txBody>
      </p:sp>
      <p:sp>
        <p:nvSpPr>
          <p:cNvPr id="546" name="Google Shape;546;p6"/>
          <p:cNvSpPr txBox="1"/>
          <p:nvPr/>
        </p:nvSpPr>
        <p:spPr>
          <a:xfrm>
            <a:off x="-3408589" y="3930967"/>
            <a:ext cx="819300" cy="736200"/>
          </a:xfrm>
          <a:prstGeom prst="rect">
            <a:avLst/>
          </a:prstGeom>
          <a:solidFill>
            <a:srgbClr val="FDEEA5"/>
          </a:solidFill>
          <a:ln cap="flat" cmpd="sng" w="9525">
            <a:solidFill>
              <a:srgbClr val="FCE46F"/>
            </a:solidFill>
            <a:prstDash val="solid"/>
            <a:round/>
            <a:headEnd len="sm" w="sm" type="none"/>
            <a:tailEnd len="sm" w="sm" type="none"/>
          </a:ln>
          <a:effectLst>
            <a:outerShdw blurRad="63500" dir="8100000" dist="38100">
              <a:srgbClr val="000000">
                <a:alpha val="39610"/>
              </a:srgbClr>
            </a:outerShdw>
          </a:effectLst>
        </p:spPr>
        <p:txBody>
          <a:bodyPr anchorCtr="0" anchor="t" bIns="41050" lIns="82100" spcFirstLastPara="1" rIns="82100" wrap="square" tIns="41050">
            <a:noAutofit/>
          </a:bodyPr>
          <a:lstStyle/>
          <a:p>
            <a:pPr indent="0" lvl="0" marL="0" marR="0" rtl="0" algn="l">
              <a:lnSpc>
                <a:spcPct val="100000"/>
              </a:lnSpc>
              <a:spcBef>
                <a:spcPts val="0"/>
              </a:spcBef>
              <a:spcAft>
                <a:spcPts val="0"/>
              </a:spcAft>
              <a:buNone/>
            </a:pPr>
            <a:r>
              <a:t/>
            </a:r>
            <a:endParaRPr b="0" i="0" sz="1600" u="none">
              <a:solidFill>
                <a:schemeClr val="dk1"/>
              </a:solidFill>
              <a:latin typeface="Arial"/>
              <a:ea typeface="Arial"/>
              <a:cs typeface="Arial"/>
              <a:sym typeface="Arial"/>
            </a:endParaRPr>
          </a:p>
        </p:txBody>
      </p:sp>
      <p:sp>
        <p:nvSpPr>
          <p:cNvPr id="547" name="Google Shape;547;p6"/>
          <p:cNvSpPr txBox="1"/>
          <p:nvPr/>
        </p:nvSpPr>
        <p:spPr>
          <a:xfrm>
            <a:off x="-2474754" y="3930967"/>
            <a:ext cx="821100" cy="736200"/>
          </a:xfrm>
          <a:prstGeom prst="rect">
            <a:avLst/>
          </a:prstGeom>
          <a:solidFill>
            <a:srgbClr val="FDEEA5"/>
          </a:solidFill>
          <a:ln cap="flat" cmpd="sng" w="9525">
            <a:solidFill>
              <a:srgbClr val="FCE46F"/>
            </a:solidFill>
            <a:prstDash val="solid"/>
            <a:round/>
            <a:headEnd len="sm" w="sm" type="none"/>
            <a:tailEnd len="sm" w="sm" type="none"/>
          </a:ln>
          <a:effectLst>
            <a:outerShdw blurRad="63500" dir="8100000" dist="38100">
              <a:srgbClr val="000000">
                <a:alpha val="39610"/>
              </a:srgbClr>
            </a:outerShdw>
          </a:effectLst>
        </p:spPr>
        <p:txBody>
          <a:bodyPr anchorCtr="0" anchor="t" bIns="41050" lIns="82100" spcFirstLastPara="1" rIns="82100" wrap="square" tIns="41050">
            <a:noAutofit/>
          </a:bodyPr>
          <a:lstStyle/>
          <a:p>
            <a:pPr indent="0" lvl="0" marL="0" marR="0" rtl="0" algn="l">
              <a:lnSpc>
                <a:spcPct val="100000"/>
              </a:lnSpc>
              <a:spcBef>
                <a:spcPts val="0"/>
              </a:spcBef>
              <a:spcAft>
                <a:spcPts val="0"/>
              </a:spcAft>
              <a:buNone/>
            </a:pPr>
            <a:r>
              <a:t/>
            </a:r>
            <a:endParaRPr b="0" i="0" sz="1600" u="none">
              <a:solidFill>
                <a:schemeClr val="dk1"/>
              </a:solidFill>
              <a:latin typeface="Arial"/>
              <a:ea typeface="Arial"/>
              <a:cs typeface="Arial"/>
              <a:sym typeface="Arial"/>
            </a:endParaRPr>
          </a:p>
        </p:txBody>
      </p:sp>
      <p:sp>
        <p:nvSpPr>
          <p:cNvPr id="548" name="Google Shape;548;p6"/>
          <p:cNvSpPr txBox="1"/>
          <p:nvPr/>
        </p:nvSpPr>
        <p:spPr>
          <a:xfrm>
            <a:off x="-1536099" y="3930967"/>
            <a:ext cx="821100" cy="736200"/>
          </a:xfrm>
          <a:prstGeom prst="rect">
            <a:avLst/>
          </a:prstGeom>
          <a:solidFill>
            <a:srgbClr val="FDEEA5"/>
          </a:solidFill>
          <a:ln cap="flat" cmpd="sng" w="9525">
            <a:solidFill>
              <a:srgbClr val="FCE46F"/>
            </a:solidFill>
            <a:prstDash val="solid"/>
            <a:round/>
            <a:headEnd len="sm" w="sm" type="none"/>
            <a:tailEnd len="sm" w="sm" type="none"/>
          </a:ln>
          <a:effectLst>
            <a:outerShdw blurRad="63500" dir="8100000" dist="38100">
              <a:srgbClr val="000000">
                <a:alpha val="39610"/>
              </a:srgbClr>
            </a:outerShdw>
          </a:effectLst>
        </p:spPr>
        <p:txBody>
          <a:bodyPr anchorCtr="0" anchor="t" bIns="41050" lIns="82100" spcFirstLastPara="1" rIns="82100" wrap="square" tIns="41050">
            <a:noAutofit/>
          </a:bodyPr>
          <a:lstStyle/>
          <a:p>
            <a:pPr indent="0" lvl="0" marL="0" marR="0" rtl="0" algn="l">
              <a:lnSpc>
                <a:spcPct val="100000"/>
              </a:lnSpc>
              <a:spcBef>
                <a:spcPts val="0"/>
              </a:spcBef>
              <a:spcAft>
                <a:spcPts val="0"/>
              </a:spcAft>
              <a:buNone/>
            </a:pPr>
            <a:r>
              <a:t/>
            </a:r>
            <a:endParaRPr b="0" i="0" sz="1600" u="none">
              <a:solidFill>
                <a:schemeClr val="dk1"/>
              </a:solidFill>
              <a:latin typeface="Arial"/>
              <a:ea typeface="Arial"/>
              <a:cs typeface="Arial"/>
              <a:sym typeface="Arial"/>
            </a:endParaRPr>
          </a:p>
        </p:txBody>
      </p:sp>
      <p:sp>
        <p:nvSpPr>
          <p:cNvPr id="549" name="Google Shape;549;p6"/>
          <p:cNvSpPr txBox="1"/>
          <p:nvPr/>
        </p:nvSpPr>
        <p:spPr>
          <a:xfrm>
            <a:off x="-3408589" y="4787200"/>
            <a:ext cx="819300" cy="736200"/>
          </a:xfrm>
          <a:prstGeom prst="rect">
            <a:avLst/>
          </a:prstGeom>
          <a:solidFill>
            <a:srgbClr val="FDEEA5"/>
          </a:solidFill>
          <a:ln cap="flat" cmpd="sng" w="9525">
            <a:solidFill>
              <a:srgbClr val="FCE46F"/>
            </a:solidFill>
            <a:prstDash val="solid"/>
            <a:round/>
            <a:headEnd len="sm" w="sm" type="none"/>
            <a:tailEnd len="sm" w="sm" type="none"/>
          </a:ln>
          <a:effectLst>
            <a:outerShdw blurRad="63500" dir="8100000" dist="38100">
              <a:srgbClr val="000000">
                <a:alpha val="39610"/>
              </a:srgbClr>
            </a:outerShdw>
          </a:effectLst>
        </p:spPr>
        <p:txBody>
          <a:bodyPr anchorCtr="0" anchor="t" bIns="41050" lIns="82100" spcFirstLastPara="1" rIns="82100" wrap="square" tIns="41050">
            <a:noAutofit/>
          </a:bodyPr>
          <a:lstStyle/>
          <a:p>
            <a:pPr indent="0" lvl="0" marL="0" marR="0" rtl="0" algn="l">
              <a:lnSpc>
                <a:spcPct val="100000"/>
              </a:lnSpc>
              <a:spcBef>
                <a:spcPts val="0"/>
              </a:spcBef>
              <a:spcAft>
                <a:spcPts val="0"/>
              </a:spcAft>
              <a:buNone/>
            </a:pPr>
            <a:r>
              <a:t/>
            </a:r>
            <a:endParaRPr b="0" i="0" sz="1600" u="none">
              <a:solidFill>
                <a:schemeClr val="dk1"/>
              </a:solidFill>
              <a:latin typeface="Arial"/>
              <a:ea typeface="Arial"/>
              <a:cs typeface="Arial"/>
              <a:sym typeface="Arial"/>
            </a:endParaRPr>
          </a:p>
        </p:txBody>
      </p:sp>
      <p:sp>
        <p:nvSpPr>
          <p:cNvPr id="550" name="Google Shape;550;p6"/>
          <p:cNvSpPr txBox="1"/>
          <p:nvPr/>
        </p:nvSpPr>
        <p:spPr>
          <a:xfrm>
            <a:off x="-2474754" y="4787200"/>
            <a:ext cx="821100" cy="736200"/>
          </a:xfrm>
          <a:prstGeom prst="rect">
            <a:avLst/>
          </a:prstGeom>
          <a:solidFill>
            <a:srgbClr val="FDEEA5"/>
          </a:solidFill>
          <a:ln cap="flat" cmpd="sng" w="9525">
            <a:solidFill>
              <a:srgbClr val="FCE46F"/>
            </a:solidFill>
            <a:prstDash val="solid"/>
            <a:round/>
            <a:headEnd len="sm" w="sm" type="none"/>
            <a:tailEnd len="sm" w="sm" type="none"/>
          </a:ln>
          <a:effectLst>
            <a:outerShdw blurRad="63500" dir="8100000" dist="38100">
              <a:srgbClr val="000000">
                <a:alpha val="39610"/>
              </a:srgbClr>
            </a:outerShdw>
          </a:effectLst>
        </p:spPr>
        <p:txBody>
          <a:bodyPr anchorCtr="0" anchor="t" bIns="41050" lIns="82100" spcFirstLastPara="1" rIns="82100" wrap="square" tIns="41050">
            <a:noAutofit/>
          </a:bodyPr>
          <a:lstStyle/>
          <a:p>
            <a:pPr indent="0" lvl="0" marL="0" marR="0" rtl="0" algn="l">
              <a:lnSpc>
                <a:spcPct val="100000"/>
              </a:lnSpc>
              <a:spcBef>
                <a:spcPts val="0"/>
              </a:spcBef>
              <a:spcAft>
                <a:spcPts val="0"/>
              </a:spcAft>
              <a:buNone/>
            </a:pPr>
            <a:r>
              <a:t/>
            </a:r>
            <a:endParaRPr b="0" i="0" sz="1600" u="none">
              <a:solidFill>
                <a:schemeClr val="dk1"/>
              </a:solidFill>
              <a:latin typeface="Arial"/>
              <a:ea typeface="Arial"/>
              <a:cs typeface="Arial"/>
              <a:sym typeface="Arial"/>
            </a:endParaRPr>
          </a:p>
        </p:txBody>
      </p:sp>
      <p:sp>
        <p:nvSpPr>
          <p:cNvPr id="551" name="Google Shape;551;p6"/>
          <p:cNvSpPr txBox="1"/>
          <p:nvPr/>
        </p:nvSpPr>
        <p:spPr>
          <a:xfrm>
            <a:off x="-1536099" y="4787200"/>
            <a:ext cx="821100" cy="736200"/>
          </a:xfrm>
          <a:prstGeom prst="rect">
            <a:avLst/>
          </a:prstGeom>
          <a:solidFill>
            <a:srgbClr val="FDEEA5"/>
          </a:solidFill>
          <a:ln cap="flat" cmpd="sng" w="9525">
            <a:solidFill>
              <a:srgbClr val="FCE46F"/>
            </a:solidFill>
            <a:prstDash val="solid"/>
            <a:round/>
            <a:headEnd len="sm" w="sm" type="none"/>
            <a:tailEnd len="sm" w="sm" type="none"/>
          </a:ln>
          <a:effectLst>
            <a:outerShdw blurRad="63500" dir="8100000" dist="38100">
              <a:srgbClr val="000000">
                <a:alpha val="39610"/>
              </a:srgbClr>
            </a:outerShdw>
          </a:effectLst>
        </p:spPr>
        <p:txBody>
          <a:bodyPr anchorCtr="0" anchor="t" bIns="41050" lIns="82100" spcFirstLastPara="1" rIns="82100" wrap="square" tIns="41050">
            <a:noAutofit/>
          </a:bodyPr>
          <a:lstStyle/>
          <a:p>
            <a:pPr indent="0" lvl="0" marL="0" marR="0" rtl="0" algn="l">
              <a:lnSpc>
                <a:spcPct val="100000"/>
              </a:lnSpc>
              <a:spcBef>
                <a:spcPts val="0"/>
              </a:spcBef>
              <a:spcAft>
                <a:spcPts val="0"/>
              </a:spcAft>
              <a:buNone/>
            </a:pPr>
            <a:r>
              <a:t/>
            </a:r>
            <a:endParaRPr b="0" i="0" sz="1600" u="none">
              <a:solidFill>
                <a:schemeClr val="dk1"/>
              </a:solidFill>
              <a:latin typeface="Arial"/>
              <a:ea typeface="Arial"/>
              <a:cs typeface="Arial"/>
              <a:sym typeface="Arial"/>
            </a:endParaRPr>
          </a:p>
        </p:txBody>
      </p:sp>
      <p:sp>
        <p:nvSpPr>
          <p:cNvPr id="552" name="Google Shape;552;p6"/>
          <p:cNvSpPr txBox="1"/>
          <p:nvPr/>
        </p:nvSpPr>
        <p:spPr>
          <a:xfrm>
            <a:off x="-3408589" y="5640607"/>
            <a:ext cx="819300" cy="736200"/>
          </a:xfrm>
          <a:prstGeom prst="rect">
            <a:avLst/>
          </a:prstGeom>
          <a:solidFill>
            <a:srgbClr val="FDEEA5"/>
          </a:solidFill>
          <a:ln cap="flat" cmpd="sng" w="9525">
            <a:solidFill>
              <a:srgbClr val="FCE46F"/>
            </a:solidFill>
            <a:prstDash val="solid"/>
            <a:round/>
            <a:headEnd len="sm" w="sm" type="none"/>
            <a:tailEnd len="sm" w="sm" type="none"/>
          </a:ln>
          <a:effectLst>
            <a:outerShdw blurRad="63500" dir="8100000" dist="38100">
              <a:srgbClr val="000000">
                <a:alpha val="39610"/>
              </a:srgbClr>
            </a:outerShdw>
          </a:effectLst>
        </p:spPr>
        <p:txBody>
          <a:bodyPr anchorCtr="0" anchor="t" bIns="41050" lIns="82100" spcFirstLastPara="1" rIns="82100" wrap="square" tIns="41050">
            <a:noAutofit/>
          </a:bodyPr>
          <a:lstStyle/>
          <a:p>
            <a:pPr indent="0" lvl="0" marL="0" marR="0" rtl="0" algn="l">
              <a:lnSpc>
                <a:spcPct val="100000"/>
              </a:lnSpc>
              <a:spcBef>
                <a:spcPts val="0"/>
              </a:spcBef>
              <a:spcAft>
                <a:spcPts val="0"/>
              </a:spcAft>
              <a:buNone/>
            </a:pPr>
            <a:r>
              <a:t/>
            </a:r>
            <a:endParaRPr b="0" i="0" sz="1600" u="none">
              <a:solidFill>
                <a:schemeClr val="dk1"/>
              </a:solidFill>
              <a:latin typeface="Arial"/>
              <a:ea typeface="Arial"/>
              <a:cs typeface="Arial"/>
              <a:sym typeface="Arial"/>
            </a:endParaRPr>
          </a:p>
        </p:txBody>
      </p:sp>
      <p:sp>
        <p:nvSpPr>
          <p:cNvPr id="553" name="Google Shape;553;p6"/>
          <p:cNvSpPr txBox="1"/>
          <p:nvPr/>
        </p:nvSpPr>
        <p:spPr>
          <a:xfrm>
            <a:off x="-2474754" y="5640607"/>
            <a:ext cx="821100" cy="736200"/>
          </a:xfrm>
          <a:prstGeom prst="rect">
            <a:avLst/>
          </a:prstGeom>
          <a:solidFill>
            <a:srgbClr val="FDEEA5"/>
          </a:solidFill>
          <a:ln cap="flat" cmpd="sng" w="9525">
            <a:solidFill>
              <a:srgbClr val="FCE46F"/>
            </a:solidFill>
            <a:prstDash val="solid"/>
            <a:round/>
            <a:headEnd len="sm" w="sm" type="none"/>
            <a:tailEnd len="sm" w="sm" type="none"/>
          </a:ln>
          <a:effectLst>
            <a:outerShdw blurRad="63500" dir="8100000" dist="38100">
              <a:srgbClr val="000000">
                <a:alpha val="39610"/>
              </a:srgbClr>
            </a:outerShdw>
          </a:effectLst>
        </p:spPr>
        <p:txBody>
          <a:bodyPr anchorCtr="0" anchor="t" bIns="41050" lIns="82100" spcFirstLastPara="1" rIns="82100" wrap="square" tIns="41050">
            <a:noAutofit/>
          </a:bodyPr>
          <a:lstStyle/>
          <a:p>
            <a:pPr indent="0" lvl="0" marL="0" marR="0" rtl="0" algn="l">
              <a:lnSpc>
                <a:spcPct val="100000"/>
              </a:lnSpc>
              <a:spcBef>
                <a:spcPts val="0"/>
              </a:spcBef>
              <a:spcAft>
                <a:spcPts val="0"/>
              </a:spcAft>
              <a:buNone/>
            </a:pPr>
            <a:r>
              <a:t/>
            </a:r>
            <a:endParaRPr b="0" i="0" sz="1600" u="none">
              <a:solidFill>
                <a:schemeClr val="dk1"/>
              </a:solidFill>
              <a:latin typeface="Arial"/>
              <a:ea typeface="Arial"/>
              <a:cs typeface="Arial"/>
              <a:sym typeface="Arial"/>
            </a:endParaRPr>
          </a:p>
        </p:txBody>
      </p:sp>
      <p:sp>
        <p:nvSpPr>
          <p:cNvPr id="554" name="Google Shape;554;p6"/>
          <p:cNvSpPr txBox="1"/>
          <p:nvPr/>
        </p:nvSpPr>
        <p:spPr>
          <a:xfrm>
            <a:off x="-1536099" y="5640607"/>
            <a:ext cx="821100" cy="736200"/>
          </a:xfrm>
          <a:prstGeom prst="rect">
            <a:avLst/>
          </a:prstGeom>
          <a:solidFill>
            <a:srgbClr val="FDEEA5"/>
          </a:solidFill>
          <a:ln cap="flat" cmpd="sng" w="9525">
            <a:solidFill>
              <a:srgbClr val="FCE46F"/>
            </a:solidFill>
            <a:prstDash val="solid"/>
            <a:round/>
            <a:headEnd len="sm" w="sm" type="none"/>
            <a:tailEnd len="sm" w="sm" type="none"/>
          </a:ln>
          <a:effectLst>
            <a:outerShdw blurRad="63500" dir="8100000" dist="38100">
              <a:srgbClr val="000000">
                <a:alpha val="39610"/>
              </a:srgbClr>
            </a:outerShdw>
          </a:effectLst>
        </p:spPr>
        <p:txBody>
          <a:bodyPr anchorCtr="0" anchor="t" bIns="41050" lIns="82100" spcFirstLastPara="1" rIns="82100" wrap="square" tIns="41050">
            <a:noAutofit/>
          </a:bodyPr>
          <a:lstStyle/>
          <a:p>
            <a:pPr indent="0" lvl="0" marL="0" marR="0" rtl="0" algn="l">
              <a:lnSpc>
                <a:spcPct val="100000"/>
              </a:lnSpc>
              <a:spcBef>
                <a:spcPts val="0"/>
              </a:spcBef>
              <a:spcAft>
                <a:spcPts val="0"/>
              </a:spcAft>
              <a:buNone/>
            </a:pPr>
            <a:r>
              <a:t/>
            </a:r>
            <a:endParaRPr b="0" i="0" sz="1600" u="none">
              <a:solidFill>
                <a:schemeClr val="dk1"/>
              </a:solidFill>
              <a:latin typeface="Arial"/>
              <a:ea typeface="Arial"/>
              <a:cs typeface="Arial"/>
              <a:sym typeface="Arial"/>
            </a:endParaRPr>
          </a:p>
        </p:txBody>
      </p:sp>
      <p:sp>
        <p:nvSpPr>
          <p:cNvPr id="555" name="Google Shape;555;p6"/>
          <p:cNvSpPr txBox="1"/>
          <p:nvPr/>
        </p:nvSpPr>
        <p:spPr>
          <a:xfrm>
            <a:off x="430431" y="1754573"/>
            <a:ext cx="1364700" cy="1207200"/>
          </a:xfrm>
          <a:prstGeom prst="rect">
            <a:avLst/>
          </a:prstGeom>
          <a:solidFill>
            <a:srgbClr val="FDEEA5"/>
          </a:solidFill>
          <a:ln cap="flat" cmpd="sng" w="9525">
            <a:solidFill>
              <a:srgbClr val="FCE46F"/>
            </a:solidFill>
            <a:prstDash val="solid"/>
            <a:round/>
            <a:headEnd len="sm" w="sm" type="none"/>
            <a:tailEnd len="sm" w="sm" type="none"/>
          </a:ln>
          <a:effectLst>
            <a:outerShdw blurRad="63500" dir="8100000" dist="38100">
              <a:srgbClr val="000000">
                <a:alpha val="39610"/>
              </a:srgbClr>
            </a:outerShdw>
          </a:effectLst>
        </p:spPr>
        <p:txBody>
          <a:bodyPr anchorCtr="0" anchor="t" bIns="41050" lIns="82100" spcFirstLastPara="1" rIns="82100" wrap="square" tIns="41050">
            <a:noAutofit/>
          </a:bodyPr>
          <a:lstStyle/>
          <a:p>
            <a:pPr indent="0" lvl="0" marL="0" marR="0" rtl="0" algn="l">
              <a:lnSpc>
                <a:spcPct val="100000"/>
              </a:lnSpc>
              <a:spcBef>
                <a:spcPts val="0"/>
              </a:spcBef>
              <a:spcAft>
                <a:spcPts val="0"/>
              </a:spcAft>
              <a:buNone/>
            </a:pPr>
            <a:r>
              <a:t/>
            </a:r>
            <a:endParaRPr b="0" i="0" sz="1600" u="none">
              <a:solidFill>
                <a:schemeClr val="dk1"/>
              </a:solidFill>
              <a:latin typeface="Arial"/>
              <a:ea typeface="Arial"/>
              <a:cs typeface="Arial"/>
              <a:sym typeface="Arial"/>
            </a:endParaRPr>
          </a:p>
        </p:txBody>
      </p:sp>
      <p:sp>
        <p:nvSpPr>
          <p:cNvPr id="556" name="Google Shape;556;p6"/>
          <p:cNvSpPr txBox="1"/>
          <p:nvPr/>
        </p:nvSpPr>
        <p:spPr>
          <a:xfrm>
            <a:off x="1984719" y="1750509"/>
            <a:ext cx="1364700" cy="1208100"/>
          </a:xfrm>
          <a:prstGeom prst="rect">
            <a:avLst/>
          </a:prstGeom>
          <a:solidFill>
            <a:srgbClr val="FDEEA5"/>
          </a:solidFill>
          <a:ln cap="flat" cmpd="sng" w="9525">
            <a:solidFill>
              <a:srgbClr val="FCE46F"/>
            </a:solidFill>
            <a:prstDash val="solid"/>
            <a:round/>
            <a:headEnd len="sm" w="sm" type="none"/>
            <a:tailEnd len="sm" w="sm" type="none"/>
          </a:ln>
          <a:effectLst>
            <a:outerShdw blurRad="63500" dir="8100000" dist="38100">
              <a:srgbClr val="000000">
                <a:alpha val="39610"/>
              </a:srgbClr>
            </a:outerShdw>
          </a:effectLst>
        </p:spPr>
        <p:txBody>
          <a:bodyPr anchorCtr="0" anchor="t" bIns="41050" lIns="82100" spcFirstLastPara="1" rIns="82100" wrap="square" tIns="41050">
            <a:noAutofit/>
          </a:bodyPr>
          <a:lstStyle/>
          <a:p>
            <a:pPr indent="0" lvl="0" marL="0" marR="0" rtl="0" algn="l">
              <a:lnSpc>
                <a:spcPct val="100000"/>
              </a:lnSpc>
              <a:spcBef>
                <a:spcPts val="0"/>
              </a:spcBef>
              <a:spcAft>
                <a:spcPts val="0"/>
              </a:spcAft>
              <a:buNone/>
            </a:pPr>
            <a:r>
              <a:t/>
            </a:r>
            <a:endParaRPr b="0" i="0" sz="1600" u="none">
              <a:solidFill>
                <a:schemeClr val="dk1"/>
              </a:solidFill>
              <a:latin typeface="Arial"/>
              <a:ea typeface="Arial"/>
              <a:cs typeface="Arial"/>
              <a:sym typeface="Arial"/>
            </a:endParaRPr>
          </a:p>
        </p:txBody>
      </p:sp>
      <p:sp>
        <p:nvSpPr>
          <p:cNvPr id="557" name="Google Shape;557;p6"/>
          <p:cNvSpPr txBox="1"/>
          <p:nvPr/>
        </p:nvSpPr>
        <p:spPr>
          <a:xfrm>
            <a:off x="3522212" y="1750509"/>
            <a:ext cx="1364700" cy="1208100"/>
          </a:xfrm>
          <a:prstGeom prst="rect">
            <a:avLst/>
          </a:prstGeom>
          <a:solidFill>
            <a:srgbClr val="FDEEA5"/>
          </a:solidFill>
          <a:ln cap="flat" cmpd="sng" w="9525">
            <a:solidFill>
              <a:srgbClr val="FCE46F"/>
            </a:solidFill>
            <a:prstDash val="solid"/>
            <a:round/>
            <a:headEnd len="sm" w="sm" type="none"/>
            <a:tailEnd len="sm" w="sm" type="none"/>
          </a:ln>
          <a:effectLst>
            <a:outerShdw blurRad="63500" dir="8100000" dist="38100">
              <a:srgbClr val="000000">
                <a:alpha val="39610"/>
              </a:srgbClr>
            </a:outerShdw>
          </a:effectLst>
        </p:spPr>
        <p:txBody>
          <a:bodyPr anchorCtr="0" anchor="t" bIns="41050" lIns="82100" spcFirstLastPara="1" rIns="82100" wrap="square" tIns="41050">
            <a:noAutofit/>
          </a:bodyPr>
          <a:lstStyle/>
          <a:p>
            <a:pPr indent="0" lvl="0" marL="0" marR="0" rtl="0" algn="l">
              <a:lnSpc>
                <a:spcPct val="100000"/>
              </a:lnSpc>
              <a:spcBef>
                <a:spcPts val="0"/>
              </a:spcBef>
              <a:spcAft>
                <a:spcPts val="0"/>
              </a:spcAft>
              <a:buNone/>
            </a:pPr>
            <a:r>
              <a:t/>
            </a:r>
            <a:endParaRPr b="0" i="0" sz="1600" u="none">
              <a:solidFill>
                <a:schemeClr val="dk1"/>
              </a:solidFill>
              <a:latin typeface="Arial"/>
              <a:ea typeface="Arial"/>
              <a:cs typeface="Arial"/>
              <a:sym typeface="Arial"/>
            </a:endParaRPr>
          </a:p>
        </p:txBody>
      </p:sp>
      <p:sp>
        <p:nvSpPr>
          <p:cNvPr id="558" name="Google Shape;558;p6"/>
          <p:cNvSpPr txBox="1"/>
          <p:nvPr/>
        </p:nvSpPr>
        <p:spPr>
          <a:xfrm>
            <a:off x="439474" y="3520967"/>
            <a:ext cx="1364700" cy="1208100"/>
          </a:xfrm>
          <a:prstGeom prst="rect">
            <a:avLst/>
          </a:prstGeom>
          <a:solidFill>
            <a:srgbClr val="FDEEA5"/>
          </a:solidFill>
          <a:ln cap="flat" cmpd="sng" w="9525">
            <a:solidFill>
              <a:srgbClr val="FCE46F"/>
            </a:solidFill>
            <a:prstDash val="solid"/>
            <a:round/>
            <a:headEnd len="sm" w="sm" type="none"/>
            <a:tailEnd len="sm" w="sm" type="none"/>
          </a:ln>
          <a:effectLst>
            <a:outerShdw blurRad="63500" dir="8100000" dist="38100">
              <a:srgbClr val="000000">
                <a:alpha val="39610"/>
              </a:srgbClr>
            </a:outerShdw>
          </a:effectLst>
        </p:spPr>
        <p:txBody>
          <a:bodyPr anchorCtr="0" anchor="t" bIns="41050" lIns="82100" spcFirstLastPara="1" rIns="82100" wrap="square" tIns="41050">
            <a:noAutofit/>
          </a:bodyPr>
          <a:lstStyle/>
          <a:p>
            <a:pPr indent="0" lvl="0" marL="0" marR="0" rtl="0" algn="l">
              <a:lnSpc>
                <a:spcPct val="100000"/>
              </a:lnSpc>
              <a:spcBef>
                <a:spcPts val="0"/>
              </a:spcBef>
              <a:spcAft>
                <a:spcPts val="0"/>
              </a:spcAft>
              <a:buNone/>
            </a:pPr>
            <a:r>
              <a:t/>
            </a:r>
            <a:endParaRPr b="0" i="0" sz="1600" u="none">
              <a:solidFill>
                <a:schemeClr val="dk1"/>
              </a:solidFill>
              <a:latin typeface="Arial"/>
              <a:ea typeface="Arial"/>
              <a:cs typeface="Arial"/>
              <a:sym typeface="Arial"/>
            </a:endParaRPr>
          </a:p>
        </p:txBody>
      </p:sp>
      <p:sp>
        <p:nvSpPr>
          <p:cNvPr id="559" name="Google Shape;559;p6"/>
          <p:cNvSpPr txBox="1"/>
          <p:nvPr/>
        </p:nvSpPr>
        <p:spPr>
          <a:xfrm>
            <a:off x="1992471" y="3518258"/>
            <a:ext cx="1364700" cy="1207200"/>
          </a:xfrm>
          <a:prstGeom prst="rect">
            <a:avLst/>
          </a:prstGeom>
          <a:solidFill>
            <a:srgbClr val="FDEEA5"/>
          </a:solidFill>
          <a:ln cap="flat" cmpd="sng" w="9525">
            <a:solidFill>
              <a:srgbClr val="FCE46F"/>
            </a:solidFill>
            <a:prstDash val="solid"/>
            <a:round/>
            <a:headEnd len="sm" w="sm" type="none"/>
            <a:tailEnd len="sm" w="sm" type="none"/>
          </a:ln>
          <a:effectLst>
            <a:outerShdw blurRad="63500" dir="8100000" dist="38100">
              <a:srgbClr val="000000">
                <a:alpha val="39610"/>
              </a:srgbClr>
            </a:outerShdw>
          </a:effectLst>
        </p:spPr>
        <p:txBody>
          <a:bodyPr anchorCtr="0" anchor="t" bIns="41050" lIns="82100" spcFirstLastPara="1" rIns="82100" wrap="square" tIns="41050">
            <a:noAutofit/>
          </a:bodyPr>
          <a:lstStyle/>
          <a:p>
            <a:pPr indent="0" lvl="0" marL="0" marR="0" rtl="0" algn="l">
              <a:lnSpc>
                <a:spcPct val="100000"/>
              </a:lnSpc>
              <a:spcBef>
                <a:spcPts val="0"/>
              </a:spcBef>
              <a:spcAft>
                <a:spcPts val="0"/>
              </a:spcAft>
              <a:buNone/>
            </a:pPr>
            <a:r>
              <a:t/>
            </a:r>
            <a:endParaRPr b="0" i="0" sz="1600" u="none">
              <a:solidFill>
                <a:schemeClr val="dk1"/>
              </a:solidFill>
              <a:latin typeface="Arial"/>
              <a:ea typeface="Arial"/>
              <a:cs typeface="Arial"/>
              <a:sym typeface="Arial"/>
            </a:endParaRPr>
          </a:p>
        </p:txBody>
      </p:sp>
      <p:sp>
        <p:nvSpPr>
          <p:cNvPr id="560" name="Google Shape;560;p6"/>
          <p:cNvSpPr txBox="1"/>
          <p:nvPr/>
        </p:nvSpPr>
        <p:spPr>
          <a:xfrm>
            <a:off x="3531256" y="3518258"/>
            <a:ext cx="1364700" cy="1207200"/>
          </a:xfrm>
          <a:prstGeom prst="rect">
            <a:avLst/>
          </a:prstGeom>
          <a:solidFill>
            <a:srgbClr val="FDEEA5"/>
          </a:solidFill>
          <a:ln cap="flat" cmpd="sng" w="9525">
            <a:solidFill>
              <a:srgbClr val="FCE46F"/>
            </a:solidFill>
            <a:prstDash val="solid"/>
            <a:round/>
            <a:headEnd len="sm" w="sm" type="none"/>
            <a:tailEnd len="sm" w="sm" type="none"/>
          </a:ln>
          <a:effectLst>
            <a:outerShdw blurRad="63500" dir="8100000" dist="38100">
              <a:srgbClr val="000000">
                <a:alpha val="39610"/>
              </a:srgbClr>
            </a:outerShdw>
          </a:effectLst>
        </p:spPr>
        <p:txBody>
          <a:bodyPr anchorCtr="0" anchor="t" bIns="41050" lIns="82100" spcFirstLastPara="1" rIns="82100" wrap="square" tIns="41050">
            <a:noAutofit/>
          </a:bodyPr>
          <a:lstStyle/>
          <a:p>
            <a:pPr indent="0" lvl="0" marL="0" marR="0" rtl="0" algn="l">
              <a:lnSpc>
                <a:spcPct val="100000"/>
              </a:lnSpc>
              <a:spcBef>
                <a:spcPts val="0"/>
              </a:spcBef>
              <a:spcAft>
                <a:spcPts val="0"/>
              </a:spcAft>
              <a:buNone/>
            </a:pPr>
            <a:r>
              <a:t/>
            </a:r>
            <a:endParaRPr b="0" i="0" sz="1600" u="none">
              <a:solidFill>
                <a:schemeClr val="dk1"/>
              </a:solidFill>
              <a:latin typeface="Arial"/>
              <a:ea typeface="Arial"/>
              <a:cs typeface="Arial"/>
              <a:sym typeface="Arial"/>
            </a:endParaRPr>
          </a:p>
        </p:txBody>
      </p:sp>
      <p:sp>
        <p:nvSpPr>
          <p:cNvPr id="561" name="Google Shape;561;p6"/>
          <p:cNvSpPr txBox="1"/>
          <p:nvPr/>
        </p:nvSpPr>
        <p:spPr>
          <a:xfrm>
            <a:off x="430431" y="5311744"/>
            <a:ext cx="1364700" cy="1207200"/>
          </a:xfrm>
          <a:prstGeom prst="rect">
            <a:avLst/>
          </a:prstGeom>
          <a:solidFill>
            <a:srgbClr val="FDEEA5"/>
          </a:solidFill>
          <a:ln cap="flat" cmpd="sng" w="9525">
            <a:solidFill>
              <a:srgbClr val="FCE46F"/>
            </a:solidFill>
            <a:prstDash val="solid"/>
            <a:round/>
            <a:headEnd len="sm" w="sm" type="none"/>
            <a:tailEnd len="sm" w="sm" type="none"/>
          </a:ln>
          <a:effectLst>
            <a:outerShdw blurRad="63500" dir="8100000" dist="38100">
              <a:srgbClr val="000000">
                <a:alpha val="39610"/>
              </a:srgbClr>
            </a:outerShdw>
          </a:effectLst>
        </p:spPr>
        <p:txBody>
          <a:bodyPr anchorCtr="0" anchor="t" bIns="41050" lIns="82100" spcFirstLastPara="1" rIns="82100" wrap="square" tIns="41050">
            <a:noAutofit/>
          </a:bodyPr>
          <a:lstStyle/>
          <a:p>
            <a:pPr indent="0" lvl="0" marL="0" marR="0" rtl="0" algn="l">
              <a:lnSpc>
                <a:spcPct val="100000"/>
              </a:lnSpc>
              <a:spcBef>
                <a:spcPts val="0"/>
              </a:spcBef>
              <a:spcAft>
                <a:spcPts val="0"/>
              </a:spcAft>
              <a:buNone/>
            </a:pPr>
            <a:r>
              <a:t/>
            </a:r>
            <a:endParaRPr b="0" i="0" sz="1600" u="none">
              <a:solidFill>
                <a:schemeClr val="dk1"/>
              </a:solidFill>
              <a:latin typeface="Arial"/>
              <a:ea typeface="Arial"/>
              <a:cs typeface="Arial"/>
              <a:sym typeface="Arial"/>
            </a:endParaRPr>
          </a:p>
        </p:txBody>
      </p:sp>
      <p:sp>
        <p:nvSpPr>
          <p:cNvPr id="562" name="Google Shape;562;p6"/>
          <p:cNvSpPr txBox="1"/>
          <p:nvPr/>
        </p:nvSpPr>
        <p:spPr>
          <a:xfrm>
            <a:off x="1984719" y="5307680"/>
            <a:ext cx="1364700" cy="1207200"/>
          </a:xfrm>
          <a:prstGeom prst="rect">
            <a:avLst/>
          </a:prstGeom>
          <a:solidFill>
            <a:srgbClr val="FDEEA5"/>
          </a:solidFill>
          <a:ln cap="flat" cmpd="sng" w="9525">
            <a:solidFill>
              <a:srgbClr val="FCE46F"/>
            </a:solidFill>
            <a:prstDash val="solid"/>
            <a:round/>
            <a:headEnd len="sm" w="sm" type="none"/>
            <a:tailEnd len="sm" w="sm" type="none"/>
          </a:ln>
          <a:effectLst>
            <a:outerShdw blurRad="63500" dir="8100000" dist="38100">
              <a:srgbClr val="000000">
                <a:alpha val="39610"/>
              </a:srgbClr>
            </a:outerShdw>
          </a:effectLst>
        </p:spPr>
        <p:txBody>
          <a:bodyPr anchorCtr="0" anchor="t" bIns="41050" lIns="82100" spcFirstLastPara="1" rIns="82100" wrap="square" tIns="41050">
            <a:noAutofit/>
          </a:bodyPr>
          <a:lstStyle/>
          <a:p>
            <a:pPr indent="0" lvl="0" marL="0" marR="0" rtl="0" algn="l">
              <a:lnSpc>
                <a:spcPct val="100000"/>
              </a:lnSpc>
              <a:spcBef>
                <a:spcPts val="0"/>
              </a:spcBef>
              <a:spcAft>
                <a:spcPts val="0"/>
              </a:spcAft>
              <a:buNone/>
            </a:pPr>
            <a:r>
              <a:t/>
            </a:r>
            <a:endParaRPr b="0" i="0" sz="1600" u="none">
              <a:solidFill>
                <a:schemeClr val="dk1"/>
              </a:solidFill>
              <a:latin typeface="Arial"/>
              <a:ea typeface="Arial"/>
              <a:cs typeface="Arial"/>
              <a:sym typeface="Arial"/>
            </a:endParaRPr>
          </a:p>
        </p:txBody>
      </p:sp>
      <p:sp>
        <p:nvSpPr>
          <p:cNvPr id="563" name="Google Shape;563;p6"/>
          <p:cNvSpPr txBox="1"/>
          <p:nvPr/>
        </p:nvSpPr>
        <p:spPr>
          <a:xfrm>
            <a:off x="3522212" y="5307680"/>
            <a:ext cx="1364700" cy="1207200"/>
          </a:xfrm>
          <a:prstGeom prst="rect">
            <a:avLst/>
          </a:prstGeom>
          <a:solidFill>
            <a:srgbClr val="FDEEA5"/>
          </a:solidFill>
          <a:ln cap="flat" cmpd="sng" w="9525">
            <a:solidFill>
              <a:srgbClr val="FCE46F"/>
            </a:solidFill>
            <a:prstDash val="solid"/>
            <a:round/>
            <a:headEnd len="sm" w="sm" type="none"/>
            <a:tailEnd len="sm" w="sm" type="none"/>
          </a:ln>
          <a:effectLst>
            <a:outerShdw blurRad="63500" dir="8100000" dist="38100">
              <a:srgbClr val="000000">
                <a:alpha val="39610"/>
              </a:srgbClr>
            </a:outerShdw>
          </a:effectLst>
        </p:spPr>
        <p:txBody>
          <a:bodyPr anchorCtr="0" anchor="t" bIns="41050" lIns="82100" spcFirstLastPara="1" rIns="82100" wrap="square" tIns="41050">
            <a:noAutofit/>
          </a:bodyPr>
          <a:lstStyle/>
          <a:p>
            <a:pPr indent="0" lvl="0" marL="0" marR="0" rtl="0" algn="l">
              <a:lnSpc>
                <a:spcPct val="100000"/>
              </a:lnSpc>
              <a:spcBef>
                <a:spcPts val="0"/>
              </a:spcBef>
              <a:spcAft>
                <a:spcPts val="0"/>
              </a:spcAft>
              <a:buNone/>
            </a:pPr>
            <a:r>
              <a:t/>
            </a:r>
            <a:endParaRPr b="0" i="0" sz="1600" u="none">
              <a:solidFill>
                <a:schemeClr val="dk1"/>
              </a:solidFill>
              <a:latin typeface="Arial"/>
              <a:ea typeface="Arial"/>
              <a:cs typeface="Arial"/>
              <a:sym typeface="Arial"/>
            </a:endParaRPr>
          </a:p>
        </p:txBody>
      </p:sp>
      <p:grpSp>
        <p:nvGrpSpPr>
          <p:cNvPr id="564" name="Google Shape;564;p6"/>
          <p:cNvGrpSpPr/>
          <p:nvPr/>
        </p:nvGrpSpPr>
        <p:grpSpPr>
          <a:xfrm>
            <a:off x="5134631" y="1373921"/>
            <a:ext cx="4686912" cy="5248958"/>
            <a:chOff x="111125" y="561600"/>
            <a:chExt cx="5760000" cy="6192000"/>
          </a:xfrm>
        </p:grpSpPr>
        <p:sp>
          <p:nvSpPr>
            <p:cNvPr id="565" name="Google Shape;565;p6"/>
            <p:cNvSpPr txBox="1"/>
            <p:nvPr/>
          </p:nvSpPr>
          <p:spPr>
            <a:xfrm>
              <a:off x="111125" y="561600"/>
              <a:ext cx="5760000" cy="6192000"/>
            </a:xfrm>
            <a:prstGeom prst="rect">
              <a:avLst/>
            </a:prstGeom>
            <a:solidFill>
              <a:schemeClr val="lt1"/>
            </a:solidFill>
            <a:ln cap="flat" cmpd="sng" w="38100">
              <a:solidFill>
                <a:srgbClr val="0DC3C3"/>
              </a:solidFill>
              <a:prstDash val="solid"/>
              <a:round/>
              <a:headEnd len="sm" w="sm" type="none"/>
              <a:tailEnd len="sm" w="sm" type="none"/>
            </a:ln>
            <a:effectLst>
              <a:outerShdw blurRad="63500" dir="10800000" dist="38100">
                <a:srgbClr val="000000">
                  <a:alpha val="39610"/>
                </a:srgbClr>
              </a:outerShdw>
            </a:effectLst>
          </p:spPr>
          <p:txBody>
            <a:bodyPr anchorCtr="0" anchor="t" bIns="41050" lIns="82100" spcFirstLastPara="1" rIns="82100" wrap="square" tIns="41050">
              <a:noAutofit/>
            </a:bodyPr>
            <a:lstStyle/>
            <a:p>
              <a:pPr indent="0" lvl="0" marL="0" marR="0" rtl="0" algn="l">
                <a:lnSpc>
                  <a:spcPct val="100000"/>
                </a:lnSpc>
                <a:spcBef>
                  <a:spcPts val="0"/>
                </a:spcBef>
                <a:spcAft>
                  <a:spcPts val="0"/>
                </a:spcAft>
                <a:buNone/>
              </a:pPr>
              <a:r>
                <a:t/>
              </a:r>
              <a:endParaRPr b="0" i="0" sz="1600" u="none">
                <a:solidFill>
                  <a:schemeClr val="dk1"/>
                </a:solidFill>
                <a:latin typeface="Arial"/>
                <a:ea typeface="Arial"/>
                <a:cs typeface="Arial"/>
                <a:sym typeface="Arial"/>
              </a:endParaRPr>
            </a:p>
          </p:txBody>
        </p:sp>
        <p:sp>
          <p:nvSpPr>
            <p:cNvPr id="566" name="Google Shape;566;p6"/>
            <p:cNvSpPr txBox="1"/>
            <p:nvPr/>
          </p:nvSpPr>
          <p:spPr>
            <a:xfrm>
              <a:off x="111125" y="561600"/>
              <a:ext cx="5760000" cy="353100"/>
            </a:xfrm>
            <a:prstGeom prst="rect">
              <a:avLst/>
            </a:prstGeom>
            <a:solidFill>
              <a:srgbClr val="0DC3C3"/>
            </a:solidFill>
            <a:ln>
              <a:noFill/>
            </a:ln>
          </p:spPr>
          <p:txBody>
            <a:bodyPr anchorCtr="0" anchor="t" bIns="41050" lIns="82100" spcFirstLastPara="1" rIns="82100" wrap="square" tIns="41050">
              <a:noAutofit/>
            </a:bodyPr>
            <a:lstStyle/>
            <a:p>
              <a:pPr indent="0" lvl="0" marL="0" marR="0" rtl="0" algn="l">
                <a:lnSpc>
                  <a:spcPct val="100000"/>
                </a:lnSpc>
                <a:spcBef>
                  <a:spcPts val="0"/>
                </a:spcBef>
                <a:spcAft>
                  <a:spcPts val="0"/>
                </a:spcAft>
                <a:buNone/>
              </a:pPr>
              <a:r>
                <a:t/>
              </a:r>
              <a:endParaRPr b="0" i="0" sz="1600" u="none">
                <a:solidFill>
                  <a:schemeClr val="dk1"/>
                </a:solidFill>
                <a:latin typeface="Arial"/>
                <a:ea typeface="Arial"/>
                <a:cs typeface="Arial"/>
                <a:sym typeface="Arial"/>
              </a:endParaRPr>
            </a:p>
          </p:txBody>
        </p:sp>
      </p:grpSp>
      <p:sp>
        <p:nvSpPr>
          <p:cNvPr id="567" name="Google Shape;567;p6"/>
          <p:cNvSpPr txBox="1"/>
          <p:nvPr/>
        </p:nvSpPr>
        <p:spPr>
          <a:xfrm>
            <a:off x="5126889" y="1326520"/>
            <a:ext cx="4694700" cy="340800"/>
          </a:xfrm>
          <a:prstGeom prst="rect">
            <a:avLst/>
          </a:prstGeom>
          <a:noFill/>
          <a:ln>
            <a:noFill/>
          </a:ln>
        </p:spPr>
        <p:txBody>
          <a:bodyPr anchorCtr="0" anchor="ctr" bIns="41050" lIns="82100" spcFirstLastPara="1" rIns="82100" wrap="square" tIns="41050">
            <a:noAutofit/>
          </a:bodyPr>
          <a:lstStyle/>
          <a:p>
            <a:pPr indent="0" lvl="0" marL="0" marR="0" rtl="0" algn="ctr">
              <a:lnSpc>
                <a:spcPct val="100000"/>
              </a:lnSpc>
              <a:spcBef>
                <a:spcPts val="0"/>
              </a:spcBef>
              <a:spcAft>
                <a:spcPts val="0"/>
              </a:spcAft>
              <a:buClr>
                <a:schemeClr val="lt1"/>
              </a:buClr>
              <a:buSzPts val="1800"/>
              <a:buFont typeface="Arial"/>
              <a:buNone/>
            </a:pPr>
            <a:r>
              <a:rPr b="1" lang="es-419" sz="1200">
                <a:solidFill>
                  <a:schemeClr val="lt1"/>
                </a:solidFill>
                <a:latin typeface="Arvo"/>
                <a:ea typeface="Arvo"/>
                <a:cs typeface="Arvo"/>
                <a:sym typeface="Arvo"/>
              </a:rPr>
              <a:t>Situaciones Problemáticas</a:t>
            </a:r>
            <a:endParaRPr sz="1200">
              <a:latin typeface="Arvo"/>
              <a:ea typeface="Arvo"/>
              <a:cs typeface="Arvo"/>
              <a:sym typeface="Arvo"/>
            </a:endParaRPr>
          </a:p>
        </p:txBody>
      </p:sp>
      <p:sp>
        <p:nvSpPr>
          <p:cNvPr id="568" name="Google Shape;568;p6"/>
          <p:cNvSpPr txBox="1"/>
          <p:nvPr/>
        </p:nvSpPr>
        <p:spPr>
          <a:xfrm>
            <a:off x="5278055" y="1886981"/>
            <a:ext cx="4446900" cy="1414200"/>
          </a:xfrm>
          <a:prstGeom prst="rect">
            <a:avLst/>
          </a:prstGeom>
          <a:solidFill>
            <a:srgbClr val="FED86F"/>
          </a:solidFill>
          <a:ln cap="flat" cmpd="sng" w="9525">
            <a:solidFill>
              <a:srgbClr val="FCE46F"/>
            </a:solidFill>
            <a:prstDash val="solid"/>
            <a:round/>
            <a:headEnd len="sm" w="sm" type="none"/>
            <a:tailEnd len="sm" w="sm" type="none"/>
          </a:ln>
          <a:effectLst>
            <a:outerShdw blurRad="63500" dir="8100000" dist="38100">
              <a:srgbClr val="000000">
                <a:alpha val="39610"/>
              </a:srgbClr>
            </a:outerShdw>
          </a:effectLst>
        </p:spPr>
        <p:txBody>
          <a:bodyPr anchorCtr="0" anchor="t" bIns="41050" lIns="82100" spcFirstLastPara="1" rIns="82100" wrap="square" tIns="41050">
            <a:noAutofit/>
          </a:bodyPr>
          <a:lstStyle/>
          <a:p>
            <a:pPr indent="0" lvl="0" marL="0" marR="0" rtl="0" algn="l">
              <a:lnSpc>
                <a:spcPct val="100000"/>
              </a:lnSpc>
              <a:spcBef>
                <a:spcPts val="0"/>
              </a:spcBef>
              <a:spcAft>
                <a:spcPts val="0"/>
              </a:spcAft>
              <a:buClr>
                <a:schemeClr val="dk1"/>
              </a:buClr>
              <a:buSzPts val="1300"/>
              <a:buFont typeface="Arial"/>
              <a:buNone/>
            </a:pPr>
            <a:r>
              <a:rPr b="1" lang="es-419" sz="1200">
                <a:solidFill>
                  <a:schemeClr val="dk1"/>
                </a:solidFill>
                <a:latin typeface="Arvo"/>
                <a:ea typeface="Arvo"/>
                <a:cs typeface="Arvo"/>
                <a:sym typeface="Arvo"/>
              </a:rPr>
              <a:t>Situación Problemática </a:t>
            </a:r>
            <a:r>
              <a:rPr b="1" i="0" lang="es-419" sz="1200" u="none">
                <a:solidFill>
                  <a:schemeClr val="dk1"/>
                </a:solidFill>
                <a:latin typeface="Arvo"/>
                <a:ea typeface="Arvo"/>
                <a:cs typeface="Arvo"/>
                <a:sym typeface="Arvo"/>
              </a:rPr>
              <a:t>1:</a:t>
            </a:r>
            <a:endParaRPr b="1" i="0" sz="1200" u="none">
              <a:solidFill>
                <a:schemeClr val="dk1"/>
              </a:solidFill>
              <a:latin typeface="Arvo"/>
              <a:ea typeface="Arvo"/>
              <a:cs typeface="Arvo"/>
              <a:sym typeface="Arvo"/>
            </a:endParaRPr>
          </a:p>
          <a:p>
            <a:pPr indent="0" lvl="0" marL="0" marR="0" rtl="0" algn="l">
              <a:lnSpc>
                <a:spcPct val="100000"/>
              </a:lnSpc>
              <a:spcBef>
                <a:spcPts val="0"/>
              </a:spcBef>
              <a:spcAft>
                <a:spcPts val="0"/>
              </a:spcAft>
              <a:buClr>
                <a:schemeClr val="dk1"/>
              </a:buClr>
              <a:buSzPts val="1300"/>
              <a:buFont typeface="Arial"/>
              <a:buNone/>
            </a:pPr>
            <a:r>
              <a:t/>
            </a:r>
            <a:endParaRPr b="1" sz="1300">
              <a:solidFill>
                <a:schemeClr val="dk1"/>
              </a:solidFill>
            </a:endParaRPr>
          </a:p>
          <a:p>
            <a:pPr indent="0" lvl="0" marL="0" marR="0" rtl="0" algn="l">
              <a:lnSpc>
                <a:spcPct val="100000"/>
              </a:lnSpc>
              <a:spcBef>
                <a:spcPts val="0"/>
              </a:spcBef>
              <a:spcAft>
                <a:spcPts val="0"/>
              </a:spcAft>
              <a:buClr>
                <a:schemeClr val="dk1"/>
              </a:buClr>
              <a:buSzPts val="1300"/>
              <a:buFont typeface="Arial"/>
              <a:buNone/>
            </a:pPr>
            <a:r>
              <a:t/>
            </a:r>
            <a:endParaRPr b="1" sz="1800">
              <a:solidFill>
                <a:schemeClr val="dk1"/>
              </a:solidFill>
            </a:endParaRPr>
          </a:p>
          <a:p>
            <a:pPr indent="0" lvl="0" marL="0" rtl="0" algn="l">
              <a:spcBef>
                <a:spcPts val="0"/>
              </a:spcBef>
              <a:spcAft>
                <a:spcPts val="0"/>
              </a:spcAft>
              <a:buClr>
                <a:schemeClr val="dk1"/>
              </a:buClr>
              <a:buSzPts val="1300"/>
              <a:buFont typeface="Arial"/>
              <a:buNone/>
            </a:pPr>
            <a:r>
              <a:rPr b="1" lang="es-419" sz="1200">
                <a:solidFill>
                  <a:schemeClr val="dk1"/>
                </a:solidFill>
                <a:latin typeface="Arvo"/>
                <a:ea typeface="Arvo"/>
                <a:cs typeface="Arvo"/>
                <a:sym typeface="Arvo"/>
              </a:rPr>
              <a:t>Situaciones Deseada 1: </a:t>
            </a:r>
            <a:endParaRPr b="1" sz="1200">
              <a:solidFill>
                <a:schemeClr val="dk1"/>
              </a:solidFill>
              <a:latin typeface="Arvo"/>
              <a:ea typeface="Arvo"/>
              <a:cs typeface="Arvo"/>
              <a:sym typeface="Arvo"/>
            </a:endParaRPr>
          </a:p>
        </p:txBody>
      </p:sp>
      <p:sp>
        <p:nvSpPr>
          <p:cNvPr id="569" name="Google Shape;569;p6"/>
          <p:cNvSpPr txBox="1"/>
          <p:nvPr/>
        </p:nvSpPr>
        <p:spPr>
          <a:xfrm>
            <a:off x="5278055" y="3436639"/>
            <a:ext cx="4446900" cy="1413000"/>
          </a:xfrm>
          <a:prstGeom prst="rect">
            <a:avLst/>
          </a:prstGeom>
          <a:solidFill>
            <a:srgbClr val="FED86F"/>
          </a:solidFill>
          <a:ln cap="flat" cmpd="sng" w="9525">
            <a:solidFill>
              <a:srgbClr val="FCE46F"/>
            </a:solidFill>
            <a:prstDash val="solid"/>
            <a:round/>
            <a:headEnd len="sm" w="sm" type="none"/>
            <a:tailEnd len="sm" w="sm" type="none"/>
          </a:ln>
          <a:effectLst>
            <a:outerShdw blurRad="63500" dir="8100000" dist="38100">
              <a:srgbClr val="000000">
                <a:alpha val="39610"/>
              </a:srgbClr>
            </a:outerShdw>
          </a:effectLst>
        </p:spPr>
        <p:txBody>
          <a:bodyPr anchorCtr="0" anchor="t" bIns="41050" lIns="82100" spcFirstLastPara="1" rIns="82100" wrap="square" tIns="41050">
            <a:noAutofit/>
          </a:bodyPr>
          <a:lstStyle/>
          <a:p>
            <a:pPr indent="0" lvl="0" marL="0" marR="0" rtl="0" algn="l">
              <a:lnSpc>
                <a:spcPct val="100000"/>
              </a:lnSpc>
              <a:spcBef>
                <a:spcPts val="0"/>
              </a:spcBef>
              <a:spcAft>
                <a:spcPts val="0"/>
              </a:spcAft>
              <a:buClr>
                <a:schemeClr val="dk1"/>
              </a:buClr>
              <a:buSzPts val="1300"/>
              <a:buFont typeface="Arial"/>
              <a:buNone/>
            </a:pPr>
            <a:r>
              <a:rPr b="1" lang="es-419" sz="1200">
                <a:solidFill>
                  <a:schemeClr val="dk1"/>
                </a:solidFill>
                <a:latin typeface="Arvo"/>
                <a:ea typeface="Arvo"/>
                <a:cs typeface="Arvo"/>
                <a:sym typeface="Arvo"/>
              </a:rPr>
              <a:t>Situación Problemática </a:t>
            </a:r>
            <a:r>
              <a:rPr b="1" i="0" lang="es-419" sz="1200" u="none">
                <a:solidFill>
                  <a:schemeClr val="dk1"/>
                </a:solidFill>
                <a:latin typeface="Arvo"/>
                <a:ea typeface="Arvo"/>
                <a:cs typeface="Arvo"/>
                <a:sym typeface="Arvo"/>
              </a:rPr>
              <a:t>2:</a:t>
            </a:r>
            <a:endParaRPr b="1" i="0" sz="1200" u="none">
              <a:solidFill>
                <a:schemeClr val="dk1"/>
              </a:solidFill>
              <a:latin typeface="Arvo"/>
              <a:ea typeface="Arvo"/>
              <a:cs typeface="Arvo"/>
              <a:sym typeface="Arvo"/>
            </a:endParaRPr>
          </a:p>
          <a:p>
            <a:pPr indent="0" lvl="0" marL="0" marR="0" rtl="0" algn="l">
              <a:lnSpc>
                <a:spcPct val="100000"/>
              </a:lnSpc>
              <a:spcBef>
                <a:spcPts val="0"/>
              </a:spcBef>
              <a:spcAft>
                <a:spcPts val="0"/>
              </a:spcAft>
              <a:buClr>
                <a:schemeClr val="dk1"/>
              </a:buClr>
              <a:buSzPts val="1300"/>
              <a:buFont typeface="Arial"/>
              <a:buNone/>
            </a:pPr>
            <a:r>
              <a:t/>
            </a:r>
            <a:endParaRPr b="1" sz="1300">
              <a:solidFill>
                <a:schemeClr val="dk1"/>
              </a:solidFill>
            </a:endParaRPr>
          </a:p>
          <a:p>
            <a:pPr indent="0" lvl="0" marL="0" marR="0" rtl="0" algn="l">
              <a:lnSpc>
                <a:spcPct val="100000"/>
              </a:lnSpc>
              <a:spcBef>
                <a:spcPts val="0"/>
              </a:spcBef>
              <a:spcAft>
                <a:spcPts val="0"/>
              </a:spcAft>
              <a:buClr>
                <a:schemeClr val="dk1"/>
              </a:buClr>
              <a:buSzPts val="1300"/>
              <a:buFont typeface="Arial"/>
              <a:buNone/>
            </a:pPr>
            <a:r>
              <a:t/>
            </a:r>
            <a:endParaRPr b="1" sz="1300">
              <a:solidFill>
                <a:schemeClr val="dk1"/>
              </a:solidFill>
            </a:endParaRPr>
          </a:p>
          <a:p>
            <a:pPr indent="0" lvl="0" marL="0" rtl="0" algn="l">
              <a:spcBef>
                <a:spcPts val="0"/>
              </a:spcBef>
              <a:spcAft>
                <a:spcPts val="0"/>
              </a:spcAft>
              <a:buClr>
                <a:schemeClr val="dk1"/>
              </a:buClr>
              <a:buSzPts val="1300"/>
              <a:buFont typeface="Arial"/>
              <a:buNone/>
            </a:pPr>
            <a:r>
              <a:rPr b="1" lang="es-419" sz="1300">
                <a:solidFill>
                  <a:schemeClr val="dk1"/>
                </a:solidFill>
              </a:rPr>
              <a:t>Situaciones Deseada 2: </a:t>
            </a:r>
            <a:endParaRPr b="1" sz="1300">
              <a:solidFill>
                <a:schemeClr val="dk1"/>
              </a:solidFill>
            </a:endParaRPr>
          </a:p>
        </p:txBody>
      </p:sp>
      <p:sp>
        <p:nvSpPr>
          <p:cNvPr id="570" name="Google Shape;570;p6"/>
          <p:cNvSpPr txBox="1"/>
          <p:nvPr/>
        </p:nvSpPr>
        <p:spPr>
          <a:xfrm>
            <a:off x="5278055" y="4990361"/>
            <a:ext cx="4446900" cy="1414200"/>
          </a:xfrm>
          <a:prstGeom prst="rect">
            <a:avLst/>
          </a:prstGeom>
          <a:solidFill>
            <a:srgbClr val="FED86F"/>
          </a:solidFill>
          <a:ln cap="flat" cmpd="sng" w="9525">
            <a:solidFill>
              <a:srgbClr val="FCE46F"/>
            </a:solidFill>
            <a:prstDash val="solid"/>
            <a:round/>
            <a:headEnd len="sm" w="sm" type="none"/>
            <a:tailEnd len="sm" w="sm" type="none"/>
          </a:ln>
          <a:effectLst>
            <a:outerShdw blurRad="63500" dir="8100000" dist="38100">
              <a:srgbClr val="000000">
                <a:alpha val="39610"/>
              </a:srgbClr>
            </a:outerShdw>
          </a:effectLst>
        </p:spPr>
        <p:txBody>
          <a:bodyPr anchorCtr="0" anchor="t" bIns="41050" lIns="82100" spcFirstLastPara="1" rIns="82100" wrap="square" tIns="41050">
            <a:noAutofit/>
          </a:bodyPr>
          <a:lstStyle/>
          <a:p>
            <a:pPr indent="0" lvl="0" marL="0" marR="0" rtl="0" algn="l">
              <a:lnSpc>
                <a:spcPct val="100000"/>
              </a:lnSpc>
              <a:spcBef>
                <a:spcPts val="0"/>
              </a:spcBef>
              <a:spcAft>
                <a:spcPts val="0"/>
              </a:spcAft>
              <a:buClr>
                <a:schemeClr val="dk1"/>
              </a:buClr>
              <a:buSzPts val="1300"/>
              <a:buFont typeface="Arial"/>
              <a:buNone/>
            </a:pPr>
            <a:r>
              <a:rPr b="1" lang="es-419" sz="1200">
                <a:solidFill>
                  <a:schemeClr val="dk1"/>
                </a:solidFill>
                <a:latin typeface="Arvo"/>
                <a:ea typeface="Arvo"/>
                <a:cs typeface="Arvo"/>
                <a:sym typeface="Arvo"/>
              </a:rPr>
              <a:t>Situación Problemática </a:t>
            </a:r>
            <a:r>
              <a:rPr b="1" i="0" lang="es-419" sz="1200" u="none">
                <a:solidFill>
                  <a:schemeClr val="dk1"/>
                </a:solidFill>
                <a:latin typeface="Arvo"/>
                <a:ea typeface="Arvo"/>
                <a:cs typeface="Arvo"/>
                <a:sym typeface="Arvo"/>
              </a:rPr>
              <a:t>3:</a:t>
            </a:r>
            <a:endParaRPr b="1" i="0" sz="1200" u="none">
              <a:solidFill>
                <a:schemeClr val="dk1"/>
              </a:solidFill>
              <a:latin typeface="Arvo"/>
              <a:ea typeface="Arvo"/>
              <a:cs typeface="Arvo"/>
              <a:sym typeface="Arvo"/>
            </a:endParaRPr>
          </a:p>
          <a:p>
            <a:pPr indent="0" lvl="0" marL="0" marR="0" rtl="0" algn="l">
              <a:lnSpc>
                <a:spcPct val="100000"/>
              </a:lnSpc>
              <a:spcBef>
                <a:spcPts val="0"/>
              </a:spcBef>
              <a:spcAft>
                <a:spcPts val="0"/>
              </a:spcAft>
              <a:buClr>
                <a:schemeClr val="dk1"/>
              </a:buClr>
              <a:buSzPts val="1300"/>
              <a:buFont typeface="Arial"/>
              <a:buNone/>
            </a:pPr>
            <a:r>
              <a:t/>
            </a:r>
            <a:endParaRPr b="1" sz="1300">
              <a:solidFill>
                <a:schemeClr val="dk1"/>
              </a:solidFill>
            </a:endParaRPr>
          </a:p>
          <a:p>
            <a:pPr indent="0" lvl="0" marL="0" marR="0" rtl="0" algn="l">
              <a:lnSpc>
                <a:spcPct val="100000"/>
              </a:lnSpc>
              <a:spcBef>
                <a:spcPts val="0"/>
              </a:spcBef>
              <a:spcAft>
                <a:spcPts val="0"/>
              </a:spcAft>
              <a:buClr>
                <a:schemeClr val="dk1"/>
              </a:buClr>
              <a:buSzPts val="1300"/>
              <a:buFont typeface="Arial"/>
              <a:buNone/>
            </a:pPr>
            <a:r>
              <a:t/>
            </a:r>
            <a:endParaRPr b="1" sz="1300">
              <a:solidFill>
                <a:schemeClr val="dk1"/>
              </a:solidFill>
            </a:endParaRPr>
          </a:p>
          <a:p>
            <a:pPr indent="0" lvl="0" marL="0" rtl="0" algn="l">
              <a:spcBef>
                <a:spcPts val="0"/>
              </a:spcBef>
              <a:spcAft>
                <a:spcPts val="0"/>
              </a:spcAft>
              <a:buClr>
                <a:schemeClr val="dk1"/>
              </a:buClr>
              <a:buSzPts val="1300"/>
              <a:buFont typeface="Arial"/>
              <a:buNone/>
            </a:pPr>
            <a:r>
              <a:rPr b="1" lang="es-419" sz="1200">
                <a:solidFill>
                  <a:schemeClr val="dk1"/>
                </a:solidFill>
                <a:latin typeface="Arvo"/>
                <a:ea typeface="Arvo"/>
                <a:cs typeface="Arvo"/>
                <a:sym typeface="Arvo"/>
              </a:rPr>
              <a:t>Situaciones Deseada 3: </a:t>
            </a:r>
            <a:endParaRPr b="1" sz="1200">
              <a:solidFill>
                <a:schemeClr val="dk1"/>
              </a:solidFill>
              <a:latin typeface="Arvo"/>
              <a:ea typeface="Arvo"/>
              <a:cs typeface="Arvo"/>
              <a:sym typeface="Arvo"/>
            </a:endParaRPr>
          </a:p>
        </p:txBody>
      </p:sp>
      <p:cxnSp>
        <p:nvCxnSpPr>
          <p:cNvPr id="571" name="Google Shape;571;p6"/>
          <p:cNvCxnSpPr/>
          <p:nvPr/>
        </p:nvCxnSpPr>
        <p:spPr>
          <a:xfrm>
            <a:off x="77688" y="772614"/>
            <a:ext cx="9935700" cy="0"/>
          </a:xfrm>
          <a:prstGeom prst="straightConnector1">
            <a:avLst/>
          </a:prstGeom>
          <a:noFill/>
          <a:ln cap="flat" cmpd="sng" w="19050">
            <a:solidFill>
              <a:srgbClr val="000000"/>
            </a:solidFill>
            <a:prstDash val="solid"/>
            <a:round/>
            <a:headEnd len="med" w="med" type="none"/>
            <a:tailEnd len="med" w="med" type="none"/>
          </a:ln>
        </p:spPr>
      </p:cxnSp>
      <p:cxnSp>
        <p:nvCxnSpPr>
          <p:cNvPr id="572" name="Google Shape;572;p6"/>
          <p:cNvCxnSpPr/>
          <p:nvPr/>
        </p:nvCxnSpPr>
        <p:spPr>
          <a:xfrm rot="10800000">
            <a:off x="2439038" y="368188"/>
            <a:ext cx="0" cy="402300"/>
          </a:xfrm>
          <a:prstGeom prst="straightConnector1">
            <a:avLst/>
          </a:prstGeom>
          <a:noFill/>
          <a:ln cap="flat" cmpd="sng" w="19050">
            <a:solidFill>
              <a:srgbClr val="000000"/>
            </a:solidFill>
            <a:prstDash val="solid"/>
            <a:round/>
            <a:headEnd len="med" w="med" type="none"/>
            <a:tailEnd len="med" w="med" type="none"/>
          </a:ln>
        </p:spPr>
      </p:cxnSp>
      <p:sp>
        <p:nvSpPr>
          <p:cNvPr id="573" name="Google Shape;573;p6"/>
          <p:cNvSpPr/>
          <p:nvPr/>
        </p:nvSpPr>
        <p:spPr>
          <a:xfrm>
            <a:off x="77688" y="349338"/>
            <a:ext cx="2361300" cy="421200"/>
          </a:xfrm>
          <a:prstGeom prst="roundRect">
            <a:avLst>
              <a:gd fmla="val 50000" name="adj"/>
            </a:avLst>
          </a:prstGeom>
          <a:solidFill>
            <a:srgbClr val="000000"/>
          </a:solidFill>
          <a:ln cap="flat" cmpd="sng" w="9525">
            <a:solidFill>
              <a:srgbClr val="000000"/>
            </a:solidFill>
            <a:prstDash val="solid"/>
            <a:round/>
            <a:headEnd len="sm" w="sm" type="none"/>
            <a:tailEnd len="sm" w="sm" type="none"/>
          </a:ln>
        </p:spPr>
        <p:txBody>
          <a:bodyPr anchorCtr="0" anchor="t" bIns="54000" lIns="0" spcFirstLastPara="1" rIns="0" wrap="square" tIns="18000">
            <a:noAutofit/>
          </a:bodyPr>
          <a:lstStyle/>
          <a:p>
            <a:pPr indent="0" lvl="0" marL="0" rtl="0" algn="ctr">
              <a:spcBef>
                <a:spcPts val="0"/>
              </a:spcBef>
              <a:spcAft>
                <a:spcPts val="0"/>
              </a:spcAft>
              <a:buNone/>
            </a:pPr>
            <a:r>
              <a:rPr b="1" lang="es-419" sz="1100">
                <a:solidFill>
                  <a:srgbClr val="FFFFFF"/>
                </a:solidFill>
              </a:rPr>
              <a:t>Situaciones Problemáticas</a:t>
            </a:r>
            <a:endParaRPr b="1" sz="1200">
              <a:solidFill>
                <a:srgbClr val="FFFFFF"/>
              </a:solidFill>
            </a:endParaRPr>
          </a:p>
        </p:txBody>
      </p:sp>
      <p:sp>
        <p:nvSpPr>
          <p:cNvPr id="574" name="Google Shape;574;p6"/>
          <p:cNvSpPr/>
          <p:nvPr/>
        </p:nvSpPr>
        <p:spPr>
          <a:xfrm>
            <a:off x="83988" y="595504"/>
            <a:ext cx="190200" cy="1692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 name="Google Shape;575;p6"/>
          <p:cNvSpPr/>
          <p:nvPr/>
        </p:nvSpPr>
        <p:spPr>
          <a:xfrm>
            <a:off x="2350598" y="358950"/>
            <a:ext cx="88500" cy="4023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 name="Google Shape;576;p6"/>
          <p:cNvSpPr/>
          <p:nvPr/>
        </p:nvSpPr>
        <p:spPr>
          <a:xfrm>
            <a:off x="2277739" y="663750"/>
            <a:ext cx="88500" cy="1089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 name="Google Shape;577;p6"/>
          <p:cNvSpPr txBox="1"/>
          <p:nvPr>
            <p:ph idx="1" type="subTitle"/>
          </p:nvPr>
        </p:nvSpPr>
        <p:spPr>
          <a:xfrm>
            <a:off x="482600" y="1820725"/>
            <a:ext cx="1251900" cy="1091700"/>
          </a:xfrm>
          <a:prstGeom prst="rect">
            <a:avLst/>
          </a:prstGeom>
          <a:noFill/>
          <a:ln>
            <a:noFill/>
          </a:ln>
        </p:spPr>
        <p:txBody>
          <a:bodyPr anchorCtr="0" anchor="ctr" bIns="18000" lIns="18000" spcFirstLastPara="1" rIns="18000" wrap="square" tIns="18000">
            <a:noAutofit/>
          </a:bodyPr>
          <a:lstStyle>
            <a:lvl1pPr lvl="0" algn="ctr">
              <a:spcBef>
                <a:spcPts val="0"/>
              </a:spcBef>
              <a:spcAft>
                <a:spcPts val="0"/>
              </a:spcAft>
              <a:buSzPts val="900"/>
              <a:buNone/>
              <a:defRPr sz="900"/>
            </a:lvl1pPr>
            <a:lvl2pPr lvl="1" algn="ctr">
              <a:spcBef>
                <a:spcPts val="200"/>
              </a:spcBef>
              <a:spcAft>
                <a:spcPts val="0"/>
              </a:spcAft>
              <a:buSzPts val="1400"/>
              <a:buNone/>
              <a:defRPr/>
            </a:lvl2pPr>
            <a:lvl3pPr lvl="2" algn="ctr">
              <a:spcBef>
                <a:spcPts val="0"/>
              </a:spcBef>
              <a:spcAft>
                <a:spcPts val="0"/>
              </a:spcAft>
              <a:buSzPts val="1400"/>
              <a:buNone/>
              <a:defRPr/>
            </a:lvl3pPr>
            <a:lvl4pPr lvl="3" algn="ctr">
              <a:spcBef>
                <a:spcPts val="0"/>
              </a:spcBef>
              <a:spcAft>
                <a:spcPts val="0"/>
              </a:spcAft>
              <a:buSzPts val="1400"/>
              <a:buNone/>
              <a:defRPr/>
            </a:lvl4pPr>
            <a:lvl5pPr lvl="4" algn="ctr">
              <a:spcBef>
                <a:spcPts val="0"/>
              </a:spcBef>
              <a:spcAft>
                <a:spcPts val="0"/>
              </a:spcAft>
              <a:buSzPts val="1400"/>
              <a:buNone/>
              <a:defRPr/>
            </a:lvl5pPr>
            <a:lvl6pPr lvl="5" algn="ctr">
              <a:spcBef>
                <a:spcPts val="0"/>
              </a:spcBef>
              <a:spcAft>
                <a:spcPts val="0"/>
              </a:spcAft>
              <a:buSzPts val="1400"/>
              <a:buNone/>
              <a:defRPr/>
            </a:lvl6pPr>
            <a:lvl7pPr lvl="6" algn="ctr">
              <a:spcBef>
                <a:spcPts val="0"/>
              </a:spcBef>
              <a:spcAft>
                <a:spcPts val="0"/>
              </a:spcAft>
              <a:buSzPts val="1400"/>
              <a:buNone/>
              <a:defRPr/>
            </a:lvl7pPr>
            <a:lvl8pPr lvl="7" algn="ctr">
              <a:spcBef>
                <a:spcPts val="0"/>
              </a:spcBef>
              <a:spcAft>
                <a:spcPts val="0"/>
              </a:spcAft>
              <a:buSzPts val="1400"/>
              <a:buNone/>
              <a:defRPr/>
            </a:lvl8pPr>
            <a:lvl9pPr lvl="8" algn="ctr">
              <a:spcBef>
                <a:spcPts val="0"/>
              </a:spcBef>
              <a:spcAft>
                <a:spcPts val="0"/>
              </a:spcAft>
              <a:buSzPts val="1400"/>
              <a:buNone/>
              <a:defRPr/>
            </a:lvl9pPr>
          </a:lstStyle>
          <a:p/>
        </p:txBody>
      </p:sp>
      <p:sp>
        <p:nvSpPr>
          <p:cNvPr id="578" name="Google Shape;578;p6"/>
          <p:cNvSpPr txBox="1"/>
          <p:nvPr>
            <p:ph idx="2" type="subTitle"/>
          </p:nvPr>
        </p:nvSpPr>
        <p:spPr>
          <a:xfrm>
            <a:off x="2026369" y="1820725"/>
            <a:ext cx="1251900" cy="1091700"/>
          </a:xfrm>
          <a:prstGeom prst="rect">
            <a:avLst/>
          </a:prstGeom>
          <a:noFill/>
          <a:ln>
            <a:noFill/>
          </a:ln>
        </p:spPr>
        <p:txBody>
          <a:bodyPr anchorCtr="0" anchor="ctr" bIns="18000" lIns="18000" spcFirstLastPara="1" rIns="18000" wrap="square" tIns="18000">
            <a:noAutofit/>
          </a:bodyPr>
          <a:lstStyle>
            <a:lvl1pPr lvl="0" rtl="0" algn="ctr">
              <a:spcBef>
                <a:spcPts val="0"/>
              </a:spcBef>
              <a:spcAft>
                <a:spcPts val="0"/>
              </a:spcAft>
              <a:buSzPts val="900"/>
              <a:buNone/>
              <a:defRPr sz="900"/>
            </a:lvl1pPr>
            <a:lvl2pPr lvl="1" rtl="0" algn="ctr">
              <a:spcBef>
                <a:spcPts val="200"/>
              </a:spcBef>
              <a:spcAft>
                <a:spcPts val="0"/>
              </a:spcAft>
              <a:buSzPts val="1400"/>
              <a:buNone/>
              <a:defRPr/>
            </a:lvl2pPr>
            <a:lvl3pPr lvl="2" rtl="0" algn="ctr">
              <a:spcBef>
                <a:spcPts val="0"/>
              </a:spcBef>
              <a:spcAft>
                <a:spcPts val="0"/>
              </a:spcAft>
              <a:buSzPts val="1400"/>
              <a:buNone/>
              <a:defRPr/>
            </a:lvl3pPr>
            <a:lvl4pPr lvl="3" rtl="0" algn="ctr">
              <a:spcBef>
                <a:spcPts val="0"/>
              </a:spcBef>
              <a:spcAft>
                <a:spcPts val="0"/>
              </a:spcAft>
              <a:buSzPts val="1400"/>
              <a:buNone/>
              <a:defRPr/>
            </a:lvl4pPr>
            <a:lvl5pPr lvl="4" rtl="0" algn="ctr">
              <a:spcBef>
                <a:spcPts val="0"/>
              </a:spcBef>
              <a:spcAft>
                <a:spcPts val="0"/>
              </a:spcAft>
              <a:buSzPts val="1400"/>
              <a:buNone/>
              <a:defRPr/>
            </a:lvl5pPr>
            <a:lvl6pPr lvl="5" rtl="0" algn="ctr">
              <a:spcBef>
                <a:spcPts val="0"/>
              </a:spcBef>
              <a:spcAft>
                <a:spcPts val="0"/>
              </a:spcAft>
              <a:buSzPts val="1400"/>
              <a:buNone/>
              <a:defRPr/>
            </a:lvl6pPr>
            <a:lvl7pPr lvl="6" rtl="0" algn="ctr">
              <a:spcBef>
                <a:spcPts val="0"/>
              </a:spcBef>
              <a:spcAft>
                <a:spcPts val="0"/>
              </a:spcAft>
              <a:buSzPts val="1400"/>
              <a:buNone/>
              <a:defRPr/>
            </a:lvl7pPr>
            <a:lvl8pPr lvl="7" rtl="0" algn="ctr">
              <a:spcBef>
                <a:spcPts val="0"/>
              </a:spcBef>
              <a:spcAft>
                <a:spcPts val="0"/>
              </a:spcAft>
              <a:buSzPts val="1400"/>
              <a:buNone/>
              <a:defRPr/>
            </a:lvl8pPr>
            <a:lvl9pPr lvl="8" rtl="0" algn="ctr">
              <a:spcBef>
                <a:spcPts val="0"/>
              </a:spcBef>
              <a:spcAft>
                <a:spcPts val="0"/>
              </a:spcAft>
              <a:buSzPts val="1400"/>
              <a:buNone/>
              <a:defRPr/>
            </a:lvl9pPr>
          </a:lstStyle>
          <a:p/>
        </p:txBody>
      </p:sp>
      <p:sp>
        <p:nvSpPr>
          <p:cNvPr id="579" name="Google Shape;579;p6"/>
          <p:cNvSpPr txBox="1"/>
          <p:nvPr>
            <p:ph idx="3" type="subTitle"/>
          </p:nvPr>
        </p:nvSpPr>
        <p:spPr>
          <a:xfrm>
            <a:off x="3570138" y="1820725"/>
            <a:ext cx="1251900" cy="1091700"/>
          </a:xfrm>
          <a:prstGeom prst="rect">
            <a:avLst/>
          </a:prstGeom>
          <a:noFill/>
          <a:ln>
            <a:noFill/>
          </a:ln>
        </p:spPr>
        <p:txBody>
          <a:bodyPr anchorCtr="0" anchor="ctr" bIns="18000" lIns="18000" spcFirstLastPara="1" rIns="18000" wrap="square" tIns="18000">
            <a:noAutofit/>
          </a:bodyPr>
          <a:lstStyle>
            <a:lvl1pPr lvl="0" rtl="0" algn="ctr">
              <a:spcBef>
                <a:spcPts val="0"/>
              </a:spcBef>
              <a:spcAft>
                <a:spcPts val="0"/>
              </a:spcAft>
              <a:buSzPts val="900"/>
              <a:buNone/>
              <a:defRPr sz="900"/>
            </a:lvl1pPr>
            <a:lvl2pPr lvl="1" rtl="0" algn="ctr">
              <a:spcBef>
                <a:spcPts val="200"/>
              </a:spcBef>
              <a:spcAft>
                <a:spcPts val="0"/>
              </a:spcAft>
              <a:buSzPts val="1400"/>
              <a:buNone/>
              <a:defRPr/>
            </a:lvl2pPr>
            <a:lvl3pPr lvl="2" rtl="0" algn="ctr">
              <a:spcBef>
                <a:spcPts val="0"/>
              </a:spcBef>
              <a:spcAft>
                <a:spcPts val="0"/>
              </a:spcAft>
              <a:buSzPts val="1400"/>
              <a:buNone/>
              <a:defRPr/>
            </a:lvl3pPr>
            <a:lvl4pPr lvl="3" rtl="0" algn="ctr">
              <a:spcBef>
                <a:spcPts val="0"/>
              </a:spcBef>
              <a:spcAft>
                <a:spcPts val="0"/>
              </a:spcAft>
              <a:buSzPts val="1400"/>
              <a:buNone/>
              <a:defRPr/>
            </a:lvl4pPr>
            <a:lvl5pPr lvl="4" rtl="0" algn="ctr">
              <a:spcBef>
                <a:spcPts val="0"/>
              </a:spcBef>
              <a:spcAft>
                <a:spcPts val="0"/>
              </a:spcAft>
              <a:buSzPts val="1400"/>
              <a:buNone/>
              <a:defRPr/>
            </a:lvl5pPr>
            <a:lvl6pPr lvl="5" rtl="0" algn="ctr">
              <a:spcBef>
                <a:spcPts val="0"/>
              </a:spcBef>
              <a:spcAft>
                <a:spcPts val="0"/>
              </a:spcAft>
              <a:buSzPts val="1400"/>
              <a:buNone/>
              <a:defRPr/>
            </a:lvl6pPr>
            <a:lvl7pPr lvl="6" rtl="0" algn="ctr">
              <a:spcBef>
                <a:spcPts val="0"/>
              </a:spcBef>
              <a:spcAft>
                <a:spcPts val="0"/>
              </a:spcAft>
              <a:buSzPts val="1400"/>
              <a:buNone/>
              <a:defRPr/>
            </a:lvl7pPr>
            <a:lvl8pPr lvl="7" rtl="0" algn="ctr">
              <a:spcBef>
                <a:spcPts val="0"/>
              </a:spcBef>
              <a:spcAft>
                <a:spcPts val="0"/>
              </a:spcAft>
              <a:buSzPts val="1400"/>
              <a:buNone/>
              <a:defRPr/>
            </a:lvl8pPr>
            <a:lvl9pPr lvl="8" rtl="0" algn="ctr">
              <a:spcBef>
                <a:spcPts val="0"/>
              </a:spcBef>
              <a:spcAft>
                <a:spcPts val="0"/>
              </a:spcAft>
              <a:buSzPts val="1400"/>
              <a:buNone/>
              <a:defRPr/>
            </a:lvl9pPr>
          </a:lstStyle>
          <a:p/>
        </p:txBody>
      </p:sp>
      <p:sp>
        <p:nvSpPr>
          <p:cNvPr id="580" name="Google Shape;580;p6"/>
          <p:cNvSpPr txBox="1"/>
          <p:nvPr>
            <p:ph idx="4" type="subTitle"/>
          </p:nvPr>
        </p:nvSpPr>
        <p:spPr>
          <a:xfrm>
            <a:off x="482600" y="3573325"/>
            <a:ext cx="1251900" cy="1091700"/>
          </a:xfrm>
          <a:prstGeom prst="rect">
            <a:avLst/>
          </a:prstGeom>
          <a:noFill/>
          <a:ln>
            <a:noFill/>
          </a:ln>
        </p:spPr>
        <p:txBody>
          <a:bodyPr anchorCtr="0" anchor="ctr" bIns="18000" lIns="18000" spcFirstLastPara="1" rIns="18000" wrap="square" tIns="18000">
            <a:noAutofit/>
          </a:bodyPr>
          <a:lstStyle>
            <a:lvl1pPr lvl="0" rtl="0" algn="ctr">
              <a:spcBef>
                <a:spcPts val="0"/>
              </a:spcBef>
              <a:spcAft>
                <a:spcPts val="0"/>
              </a:spcAft>
              <a:buSzPts val="900"/>
              <a:buNone/>
              <a:defRPr sz="900"/>
            </a:lvl1pPr>
            <a:lvl2pPr lvl="1" rtl="0" algn="ctr">
              <a:spcBef>
                <a:spcPts val="200"/>
              </a:spcBef>
              <a:spcAft>
                <a:spcPts val="0"/>
              </a:spcAft>
              <a:buSzPts val="1400"/>
              <a:buNone/>
              <a:defRPr/>
            </a:lvl2pPr>
            <a:lvl3pPr lvl="2" rtl="0" algn="ctr">
              <a:spcBef>
                <a:spcPts val="0"/>
              </a:spcBef>
              <a:spcAft>
                <a:spcPts val="0"/>
              </a:spcAft>
              <a:buSzPts val="1400"/>
              <a:buNone/>
              <a:defRPr/>
            </a:lvl3pPr>
            <a:lvl4pPr lvl="3" rtl="0" algn="ctr">
              <a:spcBef>
                <a:spcPts val="0"/>
              </a:spcBef>
              <a:spcAft>
                <a:spcPts val="0"/>
              </a:spcAft>
              <a:buSzPts val="1400"/>
              <a:buNone/>
              <a:defRPr/>
            </a:lvl4pPr>
            <a:lvl5pPr lvl="4" rtl="0" algn="ctr">
              <a:spcBef>
                <a:spcPts val="0"/>
              </a:spcBef>
              <a:spcAft>
                <a:spcPts val="0"/>
              </a:spcAft>
              <a:buSzPts val="1400"/>
              <a:buNone/>
              <a:defRPr/>
            </a:lvl5pPr>
            <a:lvl6pPr lvl="5" rtl="0" algn="ctr">
              <a:spcBef>
                <a:spcPts val="0"/>
              </a:spcBef>
              <a:spcAft>
                <a:spcPts val="0"/>
              </a:spcAft>
              <a:buSzPts val="1400"/>
              <a:buNone/>
              <a:defRPr/>
            </a:lvl6pPr>
            <a:lvl7pPr lvl="6" rtl="0" algn="ctr">
              <a:spcBef>
                <a:spcPts val="0"/>
              </a:spcBef>
              <a:spcAft>
                <a:spcPts val="0"/>
              </a:spcAft>
              <a:buSzPts val="1400"/>
              <a:buNone/>
              <a:defRPr/>
            </a:lvl7pPr>
            <a:lvl8pPr lvl="7" rtl="0" algn="ctr">
              <a:spcBef>
                <a:spcPts val="0"/>
              </a:spcBef>
              <a:spcAft>
                <a:spcPts val="0"/>
              </a:spcAft>
              <a:buSzPts val="1400"/>
              <a:buNone/>
              <a:defRPr/>
            </a:lvl8pPr>
            <a:lvl9pPr lvl="8" rtl="0" algn="ctr">
              <a:spcBef>
                <a:spcPts val="0"/>
              </a:spcBef>
              <a:spcAft>
                <a:spcPts val="0"/>
              </a:spcAft>
              <a:buSzPts val="1400"/>
              <a:buNone/>
              <a:defRPr/>
            </a:lvl9pPr>
          </a:lstStyle>
          <a:p/>
        </p:txBody>
      </p:sp>
      <p:sp>
        <p:nvSpPr>
          <p:cNvPr id="581" name="Google Shape;581;p6"/>
          <p:cNvSpPr txBox="1"/>
          <p:nvPr>
            <p:ph idx="5" type="subTitle"/>
          </p:nvPr>
        </p:nvSpPr>
        <p:spPr>
          <a:xfrm>
            <a:off x="2026369" y="3573325"/>
            <a:ext cx="1251900" cy="1091700"/>
          </a:xfrm>
          <a:prstGeom prst="rect">
            <a:avLst/>
          </a:prstGeom>
          <a:noFill/>
          <a:ln>
            <a:noFill/>
          </a:ln>
        </p:spPr>
        <p:txBody>
          <a:bodyPr anchorCtr="0" anchor="ctr" bIns="18000" lIns="18000" spcFirstLastPara="1" rIns="18000" wrap="square" tIns="18000">
            <a:noAutofit/>
          </a:bodyPr>
          <a:lstStyle>
            <a:lvl1pPr lvl="0" rtl="0" algn="ctr">
              <a:spcBef>
                <a:spcPts val="0"/>
              </a:spcBef>
              <a:spcAft>
                <a:spcPts val="0"/>
              </a:spcAft>
              <a:buSzPts val="900"/>
              <a:buNone/>
              <a:defRPr sz="900"/>
            </a:lvl1pPr>
            <a:lvl2pPr lvl="1" rtl="0" algn="ctr">
              <a:spcBef>
                <a:spcPts val="200"/>
              </a:spcBef>
              <a:spcAft>
                <a:spcPts val="0"/>
              </a:spcAft>
              <a:buSzPts val="1400"/>
              <a:buNone/>
              <a:defRPr/>
            </a:lvl2pPr>
            <a:lvl3pPr lvl="2" rtl="0" algn="ctr">
              <a:spcBef>
                <a:spcPts val="0"/>
              </a:spcBef>
              <a:spcAft>
                <a:spcPts val="0"/>
              </a:spcAft>
              <a:buSzPts val="1400"/>
              <a:buNone/>
              <a:defRPr/>
            </a:lvl3pPr>
            <a:lvl4pPr lvl="3" rtl="0" algn="ctr">
              <a:spcBef>
                <a:spcPts val="0"/>
              </a:spcBef>
              <a:spcAft>
                <a:spcPts val="0"/>
              </a:spcAft>
              <a:buSzPts val="1400"/>
              <a:buNone/>
              <a:defRPr/>
            </a:lvl4pPr>
            <a:lvl5pPr lvl="4" rtl="0" algn="ctr">
              <a:spcBef>
                <a:spcPts val="0"/>
              </a:spcBef>
              <a:spcAft>
                <a:spcPts val="0"/>
              </a:spcAft>
              <a:buSzPts val="1400"/>
              <a:buNone/>
              <a:defRPr/>
            </a:lvl5pPr>
            <a:lvl6pPr lvl="5" rtl="0" algn="ctr">
              <a:spcBef>
                <a:spcPts val="0"/>
              </a:spcBef>
              <a:spcAft>
                <a:spcPts val="0"/>
              </a:spcAft>
              <a:buSzPts val="1400"/>
              <a:buNone/>
              <a:defRPr/>
            </a:lvl6pPr>
            <a:lvl7pPr lvl="6" rtl="0" algn="ctr">
              <a:spcBef>
                <a:spcPts val="0"/>
              </a:spcBef>
              <a:spcAft>
                <a:spcPts val="0"/>
              </a:spcAft>
              <a:buSzPts val="1400"/>
              <a:buNone/>
              <a:defRPr/>
            </a:lvl7pPr>
            <a:lvl8pPr lvl="7" rtl="0" algn="ctr">
              <a:spcBef>
                <a:spcPts val="0"/>
              </a:spcBef>
              <a:spcAft>
                <a:spcPts val="0"/>
              </a:spcAft>
              <a:buSzPts val="1400"/>
              <a:buNone/>
              <a:defRPr/>
            </a:lvl8pPr>
            <a:lvl9pPr lvl="8" rtl="0" algn="ctr">
              <a:spcBef>
                <a:spcPts val="0"/>
              </a:spcBef>
              <a:spcAft>
                <a:spcPts val="0"/>
              </a:spcAft>
              <a:buSzPts val="1400"/>
              <a:buNone/>
              <a:defRPr/>
            </a:lvl9pPr>
          </a:lstStyle>
          <a:p/>
        </p:txBody>
      </p:sp>
      <p:sp>
        <p:nvSpPr>
          <p:cNvPr id="582" name="Google Shape;582;p6"/>
          <p:cNvSpPr txBox="1"/>
          <p:nvPr>
            <p:ph idx="6" type="subTitle"/>
          </p:nvPr>
        </p:nvSpPr>
        <p:spPr>
          <a:xfrm>
            <a:off x="3570138" y="3573325"/>
            <a:ext cx="1251900" cy="1091700"/>
          </a:xfrm>
          <a:prstGeom prst="rect">
            <a:avLst/>
          </a:prstGeom>
          <a:noFill/>
          <a:ln>
            <a:noFill/>
          </a:ln>
        </p:spPr>
        <p:txBody>
          <a:bodyPr anchorCtr="0" anchor="ctr" bIns="18000" lIns="18000" spcFirstLastPara="1" rIns="18000" wrap="square" tIns="18000">
            <a:noAutofit/>
          </a:bodyPr>
          <a:lstStyle>
            <a:lvl1pPr lvl="0" rtl="0" algn="ctr">
              <a:spcBef>
                <a:spcPts val="0"/>
              </a:spcBef>
              <a:spcAft>
                <a:spcPts val="0"/>
              </a:spcAft>
              <a:buSzPts val="900"/>
              <a:buNone/>
              <a:defRPr sz="900"/>
            </a:lvl1pPr>
            <a:lvl2pPr lvl="1" rtl="0" algn="ctr">
              <a:spcBef>
                <a:spcPts val="200"/>
              </a:spcBef>
              <a:spcAft>
                <a:spcPts val="0"/>
              </a:spcAft>
              <a:buSzPts val="1400"/>
              <a:buNone/>
              <a:defRPr/>
            </a:lvl2pPr>
            <a:lvl3pPr lvl="2" rtl="0" algn="ctr">
              <a:spcBef>
                <a:spcPts val="0"/>
              </a:spcBef>
              <a:spcAft>
                <a:spcPts val="0"/>
              </a:spcAft>
              <a:buSzPts val="1400"/>
              <a:buNone/>
              <a:defRPr/>
            </a:lvl3pPr>
            <a:lvl4pPr lvl="3" rtl="0" algn="ctr">
              <a:spcBef>
                <a:spcPts val="0"/>
              </a:spcBef>
              <a:spcAft>
                <a:spcPts val="0"/>
              </a:spcAft>
              <a:buSzPts val="1400"/>
              <a:buNone/>
              <a:defRPr/>
            </a:lvl4pPr>
            <a:lvl5pPr lvl="4" rtl="0" algn="ctr">
              <a:spcBef>
                <a:spcPts val="0"/>
              </a:spcBef>
              <a:spcAft>
                <a:spcPts val="0"/>
              </a:spcAft>
              <a:buSzPts val="1400"/>
              <a:buNone/>
              <a:defRPr/>
            </a:lvl5pPr>
            <a:lvl6pPr lvl="5" rtl="0" algn="ctr">
              <a:spcBef>
                <a:spcPts val="0"/>
              </a:spcBef>
              <a:spcAft>
                <a:spcPts val="0"/>
              </a:spcAft>
              <a:buSzPts val="1400"/>
              <a:buNone/>
              <a:defRPr/>
            </a:lvl6pPr>
            <a:lvl7pPr lvl="6" rtl="0" algn="ctr">
              <a:spcBef>
                <a:spcPts val="0"/>
              </a:spcBef>
              <a:spcAft>
                <a:spcPts val="0"/>
              </a:spcAft>
              <a:buSzPts val="1400"/>
              <a:buNone/>
              <a:defRPr/>
            </a:lvl7pPr>
            <a:lvl8pPr lvl="7" rtl="0" algn="ctr">
              <a:spcBef>
                <a:spcPts val="0"/>
              </a:spcBef>
              <a:spcAft>
                <a:spcPts val="0"/>
              </a:spcAft>
              <a:buSzPts val="1400"/>
              <a:buNone/>
              <a:defRPr/>
            </a:lvl8pPr>
            <a:lvl9pPr lvl="8" rtl="0" algn="ctr">
              <a:spcBef>
                <a:spcPts val="0"/>
              </a:spcBef>
              <a:spcAft>
                <a:spcPts val="0"/>
              </a:spcAft>
              <a:buSzPts val="1400"/>
              <a:buNone/>
              <a:defRPr/>
            </a:lvl9pPr>
          </a:lstStyle>
          <a:p/>
        </p:txBody>
      </p:sp>
      <p:sp>
        <p:nvSpPr>
          <p:cNvPr id="583" name="Google Shape;583;p6"/>
          <p:cNvSpPr txBox="1"/>
          <p:nvPr>
            <p:ph idx="7" type="subTitle"/>
          </p:nvPr>
        </p:nvSpPr>
        <p:spPr>
          <a:xfrm>
            <a:off x="482600" y="5382356"/>
            <a:ext cx="1251900" cy="1091700"/>
          </a:xfrm>
          <a:prstGeom prst="rect">
            <a:avLst/>
          </a:prstGeom>
          <a:noFill/>
          <a:ln>
            <a:noFill/>
          </a:ln>
        </p:spPr>
        <p:txBody>
          <a:bodyPr anchorCtr="0" anchor="ctr" bIns="18000" lIns="18000" spcFirstLastPara="1" rIns="18000" wrap="square" tIns="18000">
            <a:noAutofit/>
          </a:bodyPr>
          <a:lstStyle>
            <a:lvl1pPr lvl="0" rtl="0" algn="ctr">
              <a:spcBef>
                <a:spcPts val="0"/>
              </a:spcBef>
              <a:spcAft>
                <a:spcPts val="0"/>
              </a:spcAft>
              <a:buSzPts val="900"/>
              <a:buNone/>
              <a:defRPr sz="900"/>
            </a:lvl1pPr>
            <a:lvl2pPr lvl="1" rtl="0" algn="ctr">
              <a:spcBef>
                <a:spcPts val="200"/>
              </a:spcBef>
              <a:spcAft>
                <a:spcPts val="0"/>
              </a:spcAft>
              <a:buSzPts val="1400"/>
              <a:buNone/>
              <a:defRPr/>
            </a:lvl2pPr>
            <a:lvl3pPr lvl="2" rtl="0" algn="ctr">
              <a:spcBef>
                <a:spcPts val="0"/>
              </a:spcBef>
              <a:spcAft>
                <a:spcPts val="0"/>
              </a:spcAft>
              <a:buSzPts val="1400"/>
              <a:buNone/>
              <a:defRPr/>
            </a:lvl3pPr>
            <a:lvl4pPr lvl="3" rtl="0" algn="ctr">
              <a:spcBef>
                <a:spcPts val="0"/>
              </a:spcBef>
              <a:spcAft>
                <a:spcPts val="0"/>
              </a:spcAft>
              <a:buSzPts val="1400"/>
              <a:buNone/>
              <a:defRPr/>
            </a:lvl4pPr>
            <a:lvl5pPr lvl="4" rtl="0" algn="ctr">
              <a:spcBef>
                <a:spcPts val="0"/>
              </a:spcBef>
              <a:spcAft>
                <a:spcPts val="0"/>
              </a:spcAft>
              <a:buSzPts val="1400"/>
              <a:buNone/>
              <a:defRPr/>
            </a:lvl5pPr>
            <a:lvl6pPr lvl="5" rtl="0" algn="ctr">
              <a:spcBef>
                <a:spcPts val="0"/>
              </a:spcBef>
              <a:spcAft>
                <a:spcPts val="0"/>
              </a:spcAft>
              <a:buSzPts val="1400"/>
              <a:buNone/>
              <a:defRPr/>
            </a:lvl6pPr>
            <a:lvl7pPr lvl="6" rtl="0" algn="ctr">
              <a:spcBef>
                <a:spcPts val="0"/>
              </a:spcBef>
              <a:spcAft>
                <a:spcPts val="0"/>
              </a:spcAft>
              <a:buSzPts val="1400"/>
              <a:buNone/>
              <a:defRPr/>
            </a:lvl7pPr>
            <a:lvl8pPr lvl="7" rtl="0" algn="ctr">
              <a:spcBef>
                <a:spcPts val="0"/>
              </a:spcBef>
              <a:spcAft>
                <a:spcPts val="0"/>
              </a:spcAft>
              <a:buSzPts val="1400"/>
              <a:buNone/>
              <a:defRPr/>
            </a:lvl8pPr>
            <a:lvl9pPr lvl="8" rtl="0" algn="ctr">
              <a:spcBef>
                <a:spcPts val="0"/>
              </a:spcBef>
              <a:spcAft>
                <a:spcPts val="0"/>
              </a:spcAft>
              <a:buSzPts val="1400"/>
              <a:buNone/>
              <a:defRPr/>
            </a:lvl9pPr>
          </a:lstStyle>
          <a:p/>
        </p:txBody>
      </p:sp>
      <p:sp>
        <p:nvSpPr>
          <p:cNvPr id="584" name="Google Shape;584;p6"/>
          <p:cNvSpPr txBox="1"/>
          <p:nvPr>
            <p:ph idx="8" type="subTitle"/>
          </p:nvPr>
        </p:nvSpPr>
        <p:spPr>
          <a:xfrm>
            <a:off x="2026369" y="5382356"/>
            <a:ext cx="1251900" cy="1091700"/>
          </a:xfrm>
          <a:prstGeom prst="rect">
            <a:avLst/>
          </a:prstGeom>
          <a:noFill/>
          <a:ln>
            <a:noFill/>
          </a:ln>
        </p:spPr>
        <p:txBody>
          <a:bodyPr anchorCtr="0" anchor="ctr" bIns="18000" lIns="18000" spcFirstLastPara="1" rIns="18000" wrap="square" tIns="18000">
            <a:noAutofit/>
          </a:bodyPr>
          <a:lstStyle>
            <a:lvl1pPr lvl="0" rtl="0" algn="ctr">
              <a:spcBef>
                <a:spcPts val="0"/>
              </a:spcBef>
              <a:spcAft>
                <a:spcPts val="0"/>
              </a:spcAft>
              <a:buSzPts val="900"/>
              <a:buNone/>
              <a:defRPr sz="900"/>
            </a:lvl1pPr>
            <a:lvl2pPr lvl="1" rtl="0" algn="ctr">
              <a:spcBef>
                <a:spcPts val="200"/>
              </a:spcBef>
              <a:spcAft>
                <a:spcPts val="0"/>
              </a:spcAft>
              <a:buSzPts val="1400"/>
              <a:buNone/>
              <a:defRPr/>
            </a:lvl2pPr>
            <a:lvl3pPr lvl="2" rtl="0" algn="ctr">
              <a:spcBef>
                <a:spcPts val="0"/>
              </a:spcBef>
              <a:spcAft>
                <a:spcPts val="0"/>
              </a:spcAft>
              <a:buSzPts val="1400"/>
              <a:buNone/>
              <a:defRPr/>
            </a:lvl3pPr>
            <a:lvl4pPr lvl="3" rtl="0" algn="ctr">
              <a:spcBef>
                <a:spcPts val="0"/>
              </a:spcBef>
              <a:spcAft>
                <a:spcPts val="0"/>
              </a:spcAft>
              <a:buSzPts val="1400"/>
              <a:buNone/>
              <a:defRPr/>
            </a:lvl4pPr>
            <a:lvl5pPr lvl="4" rtl="0" algn="ctr">
              <a:spcBef>
                <a:spcPts val="0"/>
              </a:spcBef>
              <a:spcAft>
                <a:spcPts val="0"/>
              </a:spcAft>
              <a:buSzPts val="1400"/>
              <a:buNone/>
              <a:defRPr/>
            </a:lvl5pPr>
            <a:lvl6pPr lvl="5" rtl="0" algn="ctr">
              <a:spcBef>
                <a:spcPts val="0"/>
              </a:spcBef>
              <a:spcAft>
                <a:spcPts val="0"/>
              </a:spcAft>
              <a:buSzPts val="1400"/>
              <a:buNone/>
              <a:defRPr/>
            </a:lvl6pPr>
            <a:lvl7pPr lvl="6" rtl="0" algn="ctr">
              <a:spcBef>
                <a:spcPts val="0"/>
              </a:spcBef>
              <a:spcAft>
                <a:spcPts val="0"/>
              </a:spcAft>
              <a:buSzPts val="1400"/>
              <a:buNone/>
              <a:defRPr/>
            </a:lvl7pPr>
            <a:lvl8pPr lvl="7" rtl="0" algn="ctr">
              <a:spcBef>
                <a:spcPts val="0"/>
              </a:spcBef>
              <a:spcAft>
                <a:spcPts val="0"/>
              </a:spcAft>
              <a:buSzPts val="1400"/>
              <a:buNone/>
              <a:defRPr/>
            </a:lvl8pPr>
            <a:lvl9pPr lvl="8" rtl="0" algn="ctr">
              <a:spcBef>
                <a:spcPts val="0"/>
              </a:spcBef>
              <a:spcAft>
                <a:spcPts val="0"/>
              </a:spcAft>
              <a:buSzPts val="1400"/>
              <a:buNone/>
              <a:defRPr/>
            </a:lvl9pPr>
          </a:lstStyle>
          <a:p/>
        </p:txBody>
      </p:sp>
      <p:sp>
        <p:nvSpPr>
          <p:cNvPr id="585" name="Google Shape;585;p6"/>
          <p:cNvSpPr txBox="1"/>
          <p:nvPr>
            <p:ph idx="9" type="subTitle"/>
          </p:nvPr>
        </p:nvSpPr>
        <p:spPr>
          <a:xfrm>
            <a:off x="3570138" y="5382356"/>
            <a:ext cx="1251900" cy="1091700"/>
          </a:xfrm>
          <a:prstGeom prst="rect">
            <a:avLst/>
          </a:prstGeom>
          <a:noFill/>
          <a:ln>
            <a:noFill/>
          </a:ln>
        </p:spPr>
        <p:txBody>
          <a:bodyPr anchorCtr="0" anchor="ctr" bIns="18000" lIns="18000" spcFirstLastPara="1" rIns="18000" wrap="square" tIns="18000">
            <a:noAutofit/>
          </a:bodyPr>
          <a:lstStyle>
            <a:lvl1pPr lvl="0" rtl="0" algn="ctr">
              <a:spcBef>
                <a:spcPts val="0"/>
              </a:spcBef>
              <a:spcAft>
                <a:spcPts val="0"/>
              </a:spcAft>
              <a:buSzPts val="900"/>
              <a:buNone/>
              <a:defRPr sz="900"/>
            </a:lvl1pPr>
            <a:lvl2pPr lvl="1" rtl="0" algn="ctr">
              <a:spcBef>
                <a:spcPts val="200"/>
              </a:spcBef>
              <a:spcAft>
                <a:spcPts val="0"/>
              </a:spcAft>
              <a:buSzPts val="1400"/>
              <a:buNone/>
              <a:defRPr/>
            </a:lvl2pPr>
            <a:lvl3pPr lvl="2" rtl="0" algn="ctr">
              <a:spcBef>
                <a:spcPts val="0"/>
              </a:spcBef>
              <a:spcAft>
                <a:spcPts val="0"/>
              </a:spcAft>
              <a:buSzPts val="1400"/>
              <a:buNone/>
              <a:defRPr/>
            </a:lvl3pPr>
            <a:lvl4pPr lvl="3" rtl="0" algn="ctr">
              <a:spcBef>
                <a:spcPts val="0"/>
              </a:spcBef>
              <a:spcAft>
                <a:spcPts val="0"/>
              </a:spcAft>
              <a:buSzPts val="1400"/>
              <a:buNone/>
              <a:defRPr/>
            </a:lvl4pPr>
            <a:lvl5pPr lvl="4" rtl="0" algn="ctr">
              <a:spcBef>
                <a:spcPts val="0"/>
              </a:spcBef>
              <a:spcAft>
                <a:spcPts val="0"/>
              </a:spcAft>
              <a:buSzPts val="1400"/>
              <a:buNone/>
              <a:defRPr/>
            </a:lvl5pPr>
            <a:lvl6pPr lvl="5" rtl="0" algn="ctr">
              <a:spcBef>
                <a:spcPts val="0"/>
              </a:spcBef>
              <a:spcAft>
                <a:spcPts val="0"/>
              </a:spcAft>
              <a:buSzPts val="1400"/>
              <a:buNone/>
              <a:defRPr/>
            </a:lvl6pPr>
            <a:lvl7pPr lvl="6" rtl="0" algn="ctr">
              <a:spcBef>
                <a:spcPts val="0"/>
              </a:spcBef>
              <a:spcAft>
                <a:spcPts val="0"/>
              </a:spcAft>
              <a:buSzPts val="1400"/>
              <a:buNone/>
              <a:defRPr/>
            </a:lvl7pPr>
            <a:lvl8pPr lvl="7" rtl="0" algn="ctr">
              <a:spcBef>
                <a:spcPts val="0"/>
              </a:spcBef>
              <a:spcAft>
                <a:spcPts val="0"/>
              </a:spcAft>
              <a:buSzPts val="1400"/>
              <a:buNone/>
              <a:defRPr/>
            </a:lvl8pPr>
            <a:lvl9pPr lvl="8" rtl="0" algn="ctr">
              <a:spcBef>
                <a:spcPts val="0"/>
              </a:spcBef>
              <a:spcAft>
                <a:spcPts val="0"/>
              </a:spcAft>
              <a:buSzPts val="1400"/>
              <a:buNone/>
              <a:defRPr/>
            </a:lvl9pPr>
          </a:lstStyle>
          <a:p/>
        </p:txBody>
      </p:sp>
      <p:sp>
        <p:nvSpPr>
          <p:cNvPr id="586" name="Google Shape;586;p6"/>
          <p:cNvSpPr txBox="1"/>
          <p:nvPr>
            <p:ph idx="13" type="subTitle"/>
          </p:nvPr>
        </p:nvSpPr>
        <p:spPr>
          <a:xfrm>
            <a:off x="5337575" y="2135025"/>
            <a:ext cx="4319400" cy="390000"/>
          </a:xfrm>
          <a:prstGeom prst="rect">
            <a:avLst/>
          </a:prstGeom>
          <a:noFill/>
          <a:ln>
            <a:noFill/>
          </a:ln>
        </p:spPr>
        <p:txBody>
          <a:bodyPr anchorCtr="0" anchor="ctr" bIns="18000" lIns="18000" spcFirstLastPara="1" rIns="18000" wrap="square" tIns="18000">
            <a:noAutofit/>
          </a:bodyPr>
          <a:lstStyle>
            <a:lvl1pPr lvl="0" rtl="0" algn="ctr">
              <a:spcBef>
                <a:spcPts val="0"/>
              </a:spcBef>
              <a:spcAft>
                <a:spcPts val="0"/>
              </a:spcAft>
              <a:buSzPts val="900"/>
              <a:buFont typeface="Arvo"/>
              <a:buNone/>
              <a:defRPr sz="900">
                <a:latin typeface="Arvo"/>
                <a:ea typeface="Arvo"/>
                <a:cs typeface="Arvo"/>
                <a:sym typeface="Arvo"/>
              </a:defRPr>
            </a:lvl1pPr>
            <a:lvl2pPr lvl="1" rtl="0" algn="ctr">
              <a:spcBef>
                <a:spcPts val="200"/>
              </a:spcBef>
              <a:spcAft>
                <a:spcPts val="0"/>
              </a:spcAft>
              <a:buSzPts val="1400"/>
              <a:buNone/>
              <a:defRPr/>
            </a:lvl2pPr>
            <a:lvl3pPr lvl="2" rtl="0" algn="ctr">
              <a:spcBef>
                <a:spcPts val="0"/>
              </a:spcBef>
              <a:spcAft>
                <a:spcPts val="0"/>
              </a:spcAft>
              <a:buSzPts val="1400"/>
              <a:buNone/>
              <a:defRPr/>
            </a:lvl3pPr>
            <a:lvl4pPr lvl="3" rtl="0" algn="ctr">
              <a:spcBef>
                <a:spcPts val="0"/>
              </a:spcBef>
              <a:spcAft>
                <a:spcPts val="0"/>
              </a:spcAft>
              <a:buSzPts val="1400"/>
              <a:buNone/>
              <a:defRPr/>
            </a:lvl4pPr>
            <a:lvl5pPr lvl="4" rtl="0" algn="ctr">
              <a:spcBef>
                <a:spcPts val="0"/>
              </a:spcBef>
              <a:spcAft>
                <a:spcPts val="0"/>
              </a:spcAft>
              <a:buSzPts val="1400"/>
              <a:buNone/>
              <a:defRPr/>
            </a:lvl5pPr>
            <a:lvl6pPr lvl="5" rtl="0" algn="ctr">
              <a:spcBef>
                <a:spcPts val="0"/>
              </a:spcBef>
              <a:spcAft>
                <a:spcPts val="0"/>
              </a:spcAft>
              <a:buSzPts val="1400"/>
              <a:buNone/>
              <a:defRPr/>
            </a:lvl6pPr>
            <a:lvl7pPr lvl="6" rtl="0" algn="ctr">
              <a:spcBef>
                <a:spcPts val="0"/>
              </a:spcBef>
              <a:spcAft>
                <a:spcPts val="0"/>
              </a:spcAft>
              <a:buSzPts val="1400"/>
              <a:buNone/>
              <a:defRPr/>
            </a:lvl7pPr>
            <a:lvl8pPr lvl="7" rtl="0" algn="ctr">
              <a:spcBef>
                <a:spcPts val="0"/>
              </a:spcBef>
              <a:spcAft>
                <a:spcPts val="0"/>
              </a:spcAft>
              <a:buSzPts val="1400"/>
              <a:buNone/>
              <a:defRPr/>
            </a:lvl8pPr>
            <a:lvl9pPr lvl="8" rtl="0" algn="ctr">
              <a:spcBef>
                <a:spcPts val="0"/>
              </a:spcBef>
              <a:spcAft>
                <a:spcPts val="0"/>
              </a:spcAft>
              <a:buSzPts val="1400"/>
              <a:buNone/>
              <a:defRPr/>
            </a:lvl9pPr>
          </a:lstStyle>
          <a:p/>
        </p:txBody>
      </p:sp>
      <p:sp>
        <p:nvSpPr>
          <p:cNvPr id="587" name="Google Shape;587;p6"/>
          <p:cNvSpPr txBox="1"/>
          <p:nvPr>
            <p:ph idx="14" type="subTitle"/>
          </p:nvPr>
        </p:nvSpPr>
        <p:spPr>
          <a:xfrm>
            <a:off x="5337575" y="3678794"/>
            <a:ext cx="4319400" cy="390000"/>
          </a:xfrm>
          <a:prstGeom prst="rect">
            <a:avLst/>
          </a:prstGeom>
          <a:noFill/>
          <a:ln>
            <a:noFill/>
          </a:ln>
        </p:spPr>
        <p:txBody>
          <a:bodyPr anchorCtr="0" anchor="ctr" bIns="18000" lIns="18000" spcFirstLastPara="1" rIns="18000" wrap="square" tIns="18000">
            <a:noAutofit/>
          </a:bodyPr>
          <a:lstStyle>
            <a:lvl1pPr lvl="0" rtl="0" algn="ctr">
              <a:spcBef>
                <a:spcPts val="0"/>
              </a:spcBef>
              <a:spcAft>
                <a:spcPts val="0"/>
              </a:spcAft>
              <a:buSzPts val="900"/>
              <a:buFont typeface="Arvo"/>
              <a:buNone/>
              <a:defRPr sz="900">
                <a:latin typeface="Arvo"/>
                <a:ea typeface="Arvo"/>
                <a:cs typeface="Arvo"/>
                <a:sym typeface="Arvo"/>
              </a:defRPr>
            </a:lvl1pPr>
            <a:lvl2pPr lvl="1" rtl="0" algn="ctr">
              <a:spcBef>
                <a:spcPts val="200"/>
              </a:spcBef>
              <a:spcAft>
                <a:spcPts val="0"/>
              </a:spcAft>
              <a:buSzPts val="1400"/>
              <a:buFont typeface="Arvo"/>
              <a:buNone/>
              <a:defRPr>
                <a:latin typeface="Arvo"/>
                <a:ea typeface="Arvo"/>
                <a:cs typeface="Arvo"/>
                <a:sym typeface="Arvo"/>
              </a:defRPr>
            </a:lvl2pPr>
            <a:lvl3pPr lvl="2" rtl="0" algn="ctr">
              <a:spcBef>
                <a:spcPts val="0"/>
              </a:spcBef>
              <a:spcAft>
                <a:spcPts val="0"/>
              </a:spcAft>
              <a:buSzPts val="1400"/>
              <a:buFont typeface="Arvo"/>
              <a:buNone/>
              <a:defRPr>
                <a:latin typeface="Arvo"/>
                <a:ea typeface="Arvo"/>
                <a:cs typeface="Arvo"/>
                <a:sym typeface="Arvo"/>
              </a:defRPr>
            </a:lvl3pPr>
            <a:lvl4pPr lvl="3" rtl="0" algn="ctr">
              <a:spcBef>
                <a:spcPts val="0"/>
              </a:spcBef>
              <a:spcAft>
                <a:spcPts val="0"/>
              </a:spcAft>
              <a:buSzPts val="1400"/>
              <a:buFont typeface="Arvo"/>
              <a:buNone/>
              <a:defRPr>
                <a:latin typeface="Arvo"/>
                <a:ea typeface="Arvo"/>
                <a:cs typeface="Arvo"/>
                <a:sym typeface="Arvo"/>
              </a:defRPr>
            </a:lvl4pPr>
            <a:lvl5pPr lvl="4" rtl="0" algn="ctr">
              <a:spcBef>
                <a:spcPts val="0"/>
              </a:spcBef>
              <a:spcAft>
                <a:spcPts val="0"/>
              </a:spcAft>
              <a:buSzPts val="1400"/>
              <a:buFont typeface="Arvo"/>
              <a:buNone/>
              <a:defRPr>
                <a:latin typeface="Arvo"/>
                <a:ea typeface="Arvo"/>
                <a:cs typeface="Arvo"/>
                <a:sym typeface="Arvo"/>
              </a:defRPr>
            </a:lvl5pPr>
            <a:lvl6pPr lvl="5" rtl="0" algn="ctr">
              <a:spcBef>
                <a:spcPts val="0"/>
              </a:spcBef>
              <a:spcAft>
                <a:spcPts val="0"/>
              </a:spcAft>
              <a:buSzPts val="1400"/>
              <a:buFont typeface="Arvo"/>
              <a:buNone/>
              <a:defRPr>
                <a:latin typeface="Arvo"/>
                <a:ea typeface="Arvo"/>
                <a:cs typeface="Arvo"/>
                <a:sym typeface="Arvo"/>
              </a:defRPr>
            </a:lvl6pPr>
            <a:lvl7pPr lvl="6" rtl="0" algn="ctr">
              <a:spcBef>
                <a:spcPts val="0"/>
              </a:spcBef>
              <a:spcAft>
                <a:spcPts val="0"/>
              </a:spcAft>
              <a:buSzPts val="1400"/>
              <a:buFont typeface="Arvo"/>
              <a:buNone/>
              <a:defRPr>
                <a:latin typeface="Arvo"/>
                <a:ea typeface="Arvo"/>
                <a:cs typeface="Arvo"/>
                <a:sym typeface="Arvo"/>
              </a:defRPr>
            </a:lvl7pPr>
            <a:lvl8pPr lvl="7" rtl="0" algn="ctr">
              <a:spcBef>
                <a:spcPts val="0"/>
              </a:spcBef>
              <a:spcAft>
                <a:spcPts val="0"/>
              </a:spcAft>
              <a:buSzPts val="1400"/>
              <a:buFont typeface="Arvo"/>
              <a:buNone/>
              <a:defRPr>
                <a:latin typeface="Arvo"/>
                <a:ea typeface="Arvo"/>
                <a:cs typeface="Arvo"/>
                <a:sym typeface="Arvo"/>
              </a:defRPr>
            </a:lvl8pPr>
            <a:lvl9pPr lvl="8" rtl="0" algn="ctr">
              <a:spcBef>
                <a:spcPts val="0"/>
              </a:spcBef>
              <a:spcAft>
                <a:spcPts val="0"/>
              </a:spcAft>
              <a:buSzPts val="1400"/>
              <a:buFont typeface="Arvo"/>
              <a:buNone/>
              <a:defRPr>
                <a:latin typeface="Arvo"/>
                <a:ea typeface="Arvo"/>
                <a:cs typeface="Arvo"/>
                <a:sym typeface="Arvo"/>
              </a:defRPr>
            </a:lvl9pPr>
          </a:lstStyle>
          <a:p/>
        </p:txBody>
      </p:sp>
      <p:sp>
        <p:nvSpPr>
          <p:cNvPr id="588" name="Google Shape;588;p6"/>
          <p:cNvSpPr txBox="1"/>
          <p:nvPr>
            <p:ph idx="15" type="subTitle"/>
          </p:nvPr>
        </p:nvSpPr>
        <p:spPr>
          <a:xfrm>
            <a:off x="5337575" y="5242331"/>
            <a:ext cx="4319400" cy="390000"/>
          </a:xfrm>
          <a:prstGeom prst="rect">
            <a:avLst/>
          </a:prstGeom>
          <a:noFill/>
          <a:ln>
            <a:noFill/>
          </a:ln>
        </p:spPr>
        <p:txBody>
          <a:bodyPr anchorCtr="0" anchor="ctr" bIns="18000" lIns="18000" spcFirstLastPara="1" rIns="18000" wrap="square" tIns="18000">
            <a:noAutofit/>
          </a:bodyPr>
          <a:lstStyle>
            <a:lvl1pPr lvl="0" rtl="0" algn="ctr">
              <a:spcBef>
                <a:spcPts val="0"/>
              </a:spcBef>
              <a:spcAft>
                <a:spcPts val="0"/>
              </a:spcAft>
              <a:buSzPts val="900"/>
              <a:buFont typeface="Arvo"/>
              <a:buNone/>
              <a:defRPr sz="900">
                <a:latin typeface="Arvo"/>
                <a:ea typeface="Arvo"/>
                <a:cs typeface="Arvo"/>
                <a:sym typeface="Arvo"/>
              </a:defRPr>
            </a:lvl1pPr>
            <a:lvl2pPr lvl="1" rtl="0" algn="ctr">
              <a:spcBef>
                <a:spcPts val="200"/>
              </a:spcBef>
              <a:spcAft>
                <a:spcPts val="0"/>
              </a:spcAft>
              <a:buSzPts val="1400"/>
              <a:buNone/>
              <a:defRPr/>
            </a:lvl2pPr>
            <a:lvl3pPr lvl="2" rtl="0" algn="ctr">
              <a:spcBef>
                <a:spcPts val="0"/>
              </a:spcBef>
              <a:spcAft>
                <a:spcPts val="0"/>
              </a:spcAft>
              <a:buSzPts val="1400"/>
              <a:buNone/>
              <a:defRPr/>
            </a:lvl3pPr>
            <a:lvl4pPr lvl="3" rtl="0" algn="ctr">
              <a:spcBef>
                <a:spcPts val="0"/>
              </a:spcBef>
              <a:spcAft>
                <a:spcPts val="0"/>
              </a:spcAft>
              <a:buSzPts val="1400"/>
              <a:buNone/>
              <a:defRPr/>
            </a:lvl4pPr>
            <a:lvl5pPr lvl="4" rtl="0" algn="ctr">
              <a:spcBef>
                <a:spcPts val="0"/>
              </a:spcBef>
              <a:spcAft>
                <a:spcPts val="0"/>
              </a:spcAft>
              <a:buSzPts val="1400"/>
              <a:buNone/>
              <a:defRPr/>
            </a:lvl5pPr>
            <a:lvl6pPr lvl="5" rtl="0" algn="ctr">
              <a:spcBef>
                <a:spcPts val="0"/>
              </a:spcBef>
              <a:spcAft>
                <a:spcPts val="0"/>
              </a:spcAft>
              <a:buSzPts val="1400"/>
              <a:buNone/>
              <a:defRPr/>
            </a:lvl6pPr>
            <a:lvl7pPr lvl="6" rtl="0" algn="ctr">
              <a:spcBef>
                <a:spcPts val="0"/>
              </a:spcBef>
              <a:spcAft>
                <a:spcPts val="0"/>
              </a:spcAft>
              <a:buSzPts val="1400"/>
              <a:buNone/>
              <a:defRPr/>
            </a:lvl7pPr>
            <a:lvl8pPr lvl="7" rtl="0" algn="ctr">
              <a:spcBef>
                <a:spcPts val="0"/>
              </a:spcBef>
              <a:spcAft>
                <a:spcPts val="0"/>
              </a:spcAft>
              <a:buSzPts val="1400"/>
              <a:buNone/>
              <a:defRPr/>
            </a:lvl8pPr>
            <a:lvl9pPr lvl="8" rtl="0" algn="ctr">
              <a:spcBef>
                <a:spcPts val="0"/>
              </a:spcBef>
              <a:spcAft>
                <a:spcPts val="0"/>
              </a:spcAft>
              <a:buSzPts val="1400"/>
              <a:buNone/>
              <a:defRPr/>
            </a:lvl9pPr>
          </a:lstStyle>
          <a:p/>
        </p:txBody>
      </p:sp>
      <p:sp>
        <p:nvSpPr>
          <p:cNvPr id="589" name="Google Shape;589;p6"/>
          <p:cNvSpPr txBox="1"/>
          <p:nvPr>
            <p:ph idx="16" type="subTitle"/>
          </p:nvPr>
        </p:nvSpPr>
        <p:spPr>
          <a:xfrm>
            <a:off x="-3411750" y="1350875"/>
            <a:ext cx="821100" cy="736200"/>
          </a:xfrm>
          <a:prstGeom prst="rect">
            <a:avLst/>
          </a:prstGeom>
          <a:noFill/>
          <a:ln>
            <a:noFill/>
          </a:ln>
        </p:spPr>
        <p:txBody>
          <a:bodyPr anchorCtr="0" anchor="ctr" bIns="36000" lIns="36000" spcFirstLastPara="1" rIns="36000" wrap="square" tIns="36000">
            <a:noAutofit/>
          </a:bodyPr>
          <a:lstStyle>
            <a:lvl1pPr lvl="0" rtl="0" algn="ctr">
              <a:spcBef>
                <a:spcPts val="0"/>
              </a:spcBef>
              <a:spcAft>
                <a:spcPts val="0"/>
              </a:spcAft>
              <a:buSzPts val="800"/>
              <a:buFont typeface="Arvo"/>
              <a:buNone/>
              <a:defRPr sz="800">
                <a:latin typeface="Arvo"/>
                <a:ea typeface="Arvo"/>
                <a:cs typeface="Arvo"/>
                <a:sym typeface="Arvo"/>
              </a:defRPr>
            </a:lvl1pPr>
            <a:lvl2pPr lvl="1" rtl="0" algn="ctr">
              <a:spcBef>
                <a:spcPts val="200"/>
              </a:spcBef>
              <a:spcAft>
                <a:spcPts val="0"/>
              </a:spcAft>
              <a:buSzPts val="800"/>
              <a:buFont typeface="Arvo"/>
              <a:buNone/>
              <a:defRPr sz="800">
                <a:latin typeface="Arvo"/>
                <a:ea typeface="Arvo"/>
                <a:cs typeface="Arvo"/>
                <a:sym typeface="Arvo"/>
              </a:defRPr>
            </a:lvl2pPr>
            <a:lvl3pPr lvl="2" rtl="0" algn="ctr">
              <a:spcBef>
                <a:spcPts val="0"/>
              </a:spcBef>
              <a:spcAft>
                <a:spcPts val="0"/>
              </a:spcAft>
              <a:buSzPts val="800"/>
              <a:buFont typeface="Arvo"/>
              <a:buNone/>
              <a:defRPr sz="800">
                <a:latin typeface="Arvo"/>
                <a:ea typeface="Arvo"/>
                <a:cs typeface="Arvo"/>
                <a:sym typeface="Arvo"/>
              </a:defRPr>
            </a:lvl3pPr>
            <a:lvl4pPr lvl="3" rtl="0" algn="ctr">
              <a:spcBef>
                <a:spcPts val="0"/>
              </a:spcBef>
              <a:spcAft>
                <a:spcPts val="0"/>
              </a:spcAft>
              <a:buSzPts val="800"/>
              <a:buFont typeface="Arvo"/>
              <a:buNone/>
              <a:defRPr sz="800">
                <a:latin typeface="Arvo"/>
                <a:ea typeface="Arvo"/>
                <a:cs typeface="Arvo"/>
                <a:sym typeface="Arvo"/>
              </a:defRPr>
            </a:lvl4pPr>
            <a:lvl5pPr lvl="4" rtl="0" algn="ctr">
              <a:spcBef>
                <a:spcPts val="0"/>
              </a:spcBef>
              <a:spcAft>
                <a:spcPts val="0"/>
              </a:spcAft>
              <a:buSzPts val="800"/>
              <a:buFont typeface="Arvo"/>
              <a:buNone/>
              <a:defRPr sz="800">
                <a:latin typeface="Arvo"/>
                <a:ea typeface="Arvo"/>
                <a:cs typeface="Arvo"/>
                <a:sym typeface="Arvo"/>
              </a:defRPr>
            </a:lvl5pPr>
            <a:lvl6pPr lvl="5" rtl="0" algn="ctr">
              <a:spcBef>
                <a:spcPts val="0"/>
              </a:spcBef>
              <a:spcAft>
                <a:spcPts val="0"/>
              </a:spcAft>
              <a:buSzPts val="800"/>
              <a:buFont typeface="Arvo"/>
              <a:buNone/>
              <a:defRPr sz="800">
                <a:latin typeface="Arvo"/>
                <a:ea typeface="Arvo"/>
                <a:cs typeface="Arvo"/>
                <a:sym typeface="Arvo"/>
              </a:defRPr>
            </a:lvl6pPr>
            <a:lvl7pPr lvl="6" rtl="0" algn="ctr">
              <a:spcBef>
                <a:spcPts val="0"/>
              </a:spcBef>
              <a:spcAft>
                <a:spcPts val="0"/>
              </a:spcAft>
              <a:buSzPts val="800"/>
              <a:buFont typeface="Arvo"/>
              <a:buNone/>
              <a:defRPr sz="800">
                <a:latin typeface="Arvo"/>
                <a:ea typeface="Arvo"/>
                <a:cs typeface="Arvo"/>
                <a:sym typeface="Arvo"/>
              </a:defRPr>
            </a:lvl7pPr>
            <a:lvl8pPr lvl="7" rtl="0" algn="ctr">
              <a:spcBef>
                <a:spcPts val="0"/>
              </a:spcBef>
              <a:spcAft>
                <a:spcPts val="0"/>
              </a:spcAft>
              <a:buSzPts val="800"/>
              <a:buFont typeface="Arvo"/>
              <a:buNone/>
              <a:defRPr sz="800">
                <a:latin typeface="Arvo"/>
                <a:ea typeface="Arvo"/>
                <a:cs typeface="Arvo"/>
                <a:sym typeface="Arvo"/>
              </a:defRPr>
            </a:lvl8pPr>
            <a:lvl9pPr lvl="8" rtl="0" algn="ctr">
              <a:spcBef>
                <a:spcPts val="0"/>
              </a:spcBef>
              <a:spcAft>
                <a:spcPts val="0"/>
              </a:spcAft>
              <a:buSzPts val="800"/>
              <a:buFont typeface="Arvo"/>
              <a:buNone/>
              <a:defRPr sz="800">
                <a:latin typeface="Arvo"/>
                <a:ea typeface="Arvo"/>
                <a:cs typeface="Arvo"/>
                <a:sym typeface="Arvo"/>
              </a:defRPr>
            </a:lvl9pPr>
          </a:lstStyle>
          <a:p/>
        </p:txBody>
      </p:sp>
      <p:sp>
        <p:nvSpPr>
          <p:cNvPr id="590" name="Google Shape;590;p6"/>
          <p:cNvSpPr txBox="1"/>
          <p:nvPr>
            <p:ph idx="17" type="subTitle"/>
          </p:nvPr>
        </p:nvSpPr>
        <p:spPr>
          <a:xfrm>
            <a:off x="-2475750" y="1350875"/>
            <a:ext cx="821100" cy="736200"/>
          </a:xfrm>
          <a:prstGeom prst="rect">
            <a:avLst/>
          </a:prstGeom>
          <a:noFill/>
          <a:ln>
            <a:noFill/>
          </a:ln>
        </p:spPr>
        <p:txBody>
          <a:bodyPr anchorCtr="0" anchor="ctr" bIns="36000" lIns="36000" spcFirstLastPara="1" rIns="36000" wrap="square" tIns="36000">
            <a:noAutofit/>
          </a:bodyPr>
          <a:lstStyle>
            <a:lvl1pPr lvl="0" rtl="0" algn="ctr">
              <a:spcBef>
                <a:spcPts val="0"/>
              </a:spcBef>
              <a:spcAft>
                <a:spcPts val="0"/>
              </a:spcAft>
              <a:buSzPts val="800"/>
              <a:buFont typeface="Arvo"/>
              <a:buNone/>
              <a:defRPr sz="800">
                <a:latin typeface="Arvo"/>
                <a:ea typeface="Arvo"/>
                <a:cs typeface="Arvo"/>
                <a:sym typeface="Arvo"/>
              </a:defRPr>
            </a:lvl1pPr>
            <a:lvl2pPr lvl="1" rtl="0" algn="ctr">
              <a:spcBef>
                <a:spcPts val="200"/>
              </a:spcBef>
              <a:spcAft>
                <a:spcPts val="0"/>
              </a:spcAft>
              <a:buSzPts val="800"/>
              <a:buFont typeface="Arvo"/>
              <a:buNone/>
              <a:defRPr sz="800">
                <a:latin typeface="Arvo"/>
                <a:ea typeface="Arvo"/>
                <a:cs typeface="Arvo"/>
                <a:sym typeface="Arvo"/>
              </a:defRPr>
            </a:lvl2pPr>
            <a:lvl3pPr lvl="2" rtl="0" algn="ctr">
              <a:spcBef>
                <a:spcPts val="0"/>
              </a:spcBef>
              <a:spcAft>
                <a:spcPts val="0"/>
              </a:spcAft>
              <a:buSzPts val="800"/>
              <a:buFont typeface="Arvo"/>
              <a:buNone/>
              <a:defRPr sz="800">
                <a:latin typeface="Arvo"/>
                <a:ea typeface="Arvo"/>
                <a:cs typeface="Arvo"/>
                <a:sym typeface="Arvo"/>
              </a:defRPr>
            </a:lvl3pPr>
            <a:lvl4pPr lvl="3" rtl="0" algn="ctr">
              <a:spcBef>
                <a:spcPts val="0"/>
              </a:spcBef>
              <a:spcAft>
                <a:spcPts val="0"/>
              </a:spcAft>
              <a:buSzPts val="800"/>
              <a:buFont typeface="Arvo"/>
              <a:buNone/>
              <a:defRPr sz="800">
                <a:latin typeface="Arvo"/>
                <a:ea typeface="Arvo"/>
                <a:cs typeface="Arvo"/>
                <a:sym typeface="Arvo"/>
              </a:defRPr>
            </a:lvl4pPr>
            <a:lvl5pPr lvl="4" rtl="0" algn="ctr">
              <a:spcBef>
                <a:spcPts val="0"/>
              </a:spcBef>
              <a:spcAft>
                <a:spcPts val="0"/>
              </a:spcAft>
              <a:buSzPts val="800"/>
              <a:buFont typeface="Arvo"/>
              <a:buNone/>
              <a:defRPr sz="800">
                <a:latin typeface="Arvo"/>
                <a:ea typeface="Arvo"/>
                <a:cs typeface="Arvo"/>
                <a:sym typeface="Arvo"/>
              </a:defRPr>
            </a:lvl5pPr>
            <a:lvl6pPr lvl="5" rtl="0" algn="ctr">
              <a:spcBef>
                <a:spcPts val="0"/>
              </a:spcBef>
              <a:spcAft>
                <a:spcPts val="0"/>
              </a:spcAft>
              <a:buSzPts val="800"/>
              <a:buFont typeface="Arvo"/>
              <a:buNone/>
              <a:defRPr sz="800">
                <a:latin typeface="Arvo"/>
                <a:ea typeface="Arvo"/>
                <a:cs typeface="Arvo"/>
                <a:sym typeface="Arvo"/>
              </a:defRPr>
            </a:lvl6pPr>
            <a:lvl7pPr lvl="6" rtl="0" algn="ctr">
              <a:spcBef>
                <a:spcPts val="0"/>
              </a:spcBef>
              <a:spcAft>
                <a:spcPts val="0"/>
              </a:spcAft>
              <a:buSzPts val="800"/>
              <a:buFont typeface="Arvo"/>
              <a:buNone/>
              <a:defRPr sz="800">
                <a:latin typeface="Arvo"/>
                <a:ea typeface="Arvo"/>
                <a:cs typeface="Arvo"/>
                <a:sym typeface="Arvo"/>
              </a:defRPr>
            </a:lvl7pPr>
            <a:lvl8pPr lvl="7" rtl="0" algn="ctr">
              <a:spcBef>
                <a:spcPts val="0"/>
              </a:spcBef>
              <a:spcAft>
                <a:spcPts val="0"/>
              </a:spcAft>
              <a:buSzPts val="800"/>
              <a:buFont typeface="Arvo"/>
              <a:buNone/>
              <a:defRPr sz="800">
                <a:latin typeface="Arvo"/>
                <a:ea typeface="Arvo"/>
                <a:cs typeface="Arvo"/>
                <a:sym typeface="Arvo"/>
              </a:defRPr>
            </a:lvl8pPr>
            <a:lvl9pPr lvl="8" rtl="0" algn="ctr">
              <a:spcBef>
                <a:spcPts val="0"/>
              </a:spcBef>
              <a:spcAft>
                <a:spcPts val="0"/>
              </a:spcAft>
              <a:buSzPts val="800"/>
              <a:buFont typeface="Arvo"/>
              <a:buNone/>
              <a:defRPr sz="800">
                <a:latin typeface="Arvo"/>
                <a:ea typeface="Arvo"/>
                <a:cs typeface="Arvo"/>
                <a:sym typeface="Arvo"/>
              </a:defRPr>
            </a:lvl9pPr>
          </a:lstStyle>
          <a:p/>
        </p:txBody>
      </p:sp>
      <p:sp>
        <p:nvSpPr>
          <p:cNvPr id="591" name="Google Shape;591;p6"/>
          <p:cNvSpPr txBox="1"/>
          <p:nvPr>
            <p:ph idx="18" type="subTitle"/>
          </p:nvPr>
        </p:nvSpPr>
        <p:spPr>
          <a:xfrm>
            <a:off x="-1536150" y="1350975"/>
            <a:ext cx="821100" cy="736200"/>
          </a:xfrm>
          <a:prstGeom prst="rect">
            <a:avLst/>
          </a:prstGeom>
          <a:noFill/>
          <a:ln>
            <a:noFill/>
          </a:ln>
        </p:spPr>
        <p:txBody>
          <a:bodyPr anchorCtr="0" anchor="ctr" bIns="36000" lIns="36000" spcFirstLastPara="1" rIns="36000" wrap="square" tIns="36000">
            <a:noAutofit/>
          </a:bodyPr>
          <a:lstStyle>
            <a:lvl1pPr lvl="0" rtl="0" algn="ctr">
              <a:spcBef>
                <a:spcPts val="0"/>
              </a:spcBef>
              <a:spcAft>
                <a:spcPts val="0"/>
              </a:spcAft>
              <a:buSzPts val="800"/>
              <a:buFont typeface="Arvo"/>
              <a:buNone/>
              <a:defRPr sz="800">
                <a:latin typeface="Arvo"/>
                <a:ea typeface="Arvo"/>
                <a:cs typeface="Arvo"/>
                <a:sym typeface="Arvo"/>
              </a:defRPr>
            </a:lvl1pPr>
            <a:lvl2pPr lvl="1" rtl="0" algn="ctr">
              <a:spcBef>
                <a:spcPts val="200"/>
              </a:spcBef>
              <a:spcAft>
                <a:spcPts val="0"/>
              </a:spcAft>
              <a:buSzPts val="800"/>
              <a:buFont typeface="Arvo"/>
              <a:buNone/>
              <a:defRPr sz="800">
                <a:latin typeface="Arvo"/>
                <a:ea typeface="Arvo"/>
                <a:cs typeface="Arvo"/>
                <a:sym typeface="Arvo"/>
              </a:defRPr>
            </a:lvl2pPr>
            <a:lvl3pPr lvl="2" rtl="0" algn="ctr">
              <a:spcBef>
                <a:spcPts val="0"/>
              </a:spcBef>
              <a:spcAft>
                <a:spcPts val="0"/>
              </a:spcAft>
              <a:buSzPts val="800"/>
              <a:buFont typeface="Arvo"/>
              <a:buNone/>
              <a:defRPr sz="800">
                <a:latin typeface="Arvo"/>
                <a:ea typeface="Arvo"/>
                <a:cs typeface="Arvo"/>
                <a:sym typeface="Arvo"/>
              </a:defRPr>
            </a:lvl3pPr>
            <a:lvl4pPr lvl="3" rtl="0" algn="ctr">
              <a:spcBef>
                <a:spcPts val="0"/>
              </a:spcBef>
              <a:spcAft>
                <a:spcPts val="0"/>
              </a:spcAft>
              <a:buSzPts val="800"/>
              <a:buFont typeface="Arvo"/>
              <a:buNone/>
              <a:defRPr sz="800">
                <a:latin typeface="Arvo"/>
                <a:ea typeface="Arvo"/>
                <a:cs typeface="Arvo"/>
                <a:sym typeface="Arvo"/>
              </a:defRPr>
            </a:lvl4pPr>
            <a:lvl5pPr lvl="4" rtl="0" algn="ctr">
              <a:spcBef>
                <a:spcPts val="0"/>
              </a:spcBef>
              <a:spcAft>
                <a:spcPts val="0"/>
              </a:spcAft>
              <a:buSzPts val="800"/>
              <a:buFont typeface="Arvo"/>
              <a:buNone/>
              <a:defRPr sz="800">
                <a:latin typeface="Arvo"/>
                <a:ea typeface="Arvo"/>
                <a:cs typeface="Arvo"/>
                <a:sym typeface="Arvo"/>
              </a:defRPr>
            </a:lvl5pPr>
            <a:lvl6pPr lvl="5" rtl="0" algn="ctr">
              <a:spcBef>
                <a:spcPts val="0"/>
              </a:spcBef>
              <a:spcAft>
                <a:spcPts val="0"/>
              </a:spcAft>
              <a:buSzPts val="800"/>
              <a:buFont typeface="Arvo"/>
              <a:buNone/>
              <a:defRPr sz="800">
                <a:latin typeface="Arvo"/>
                <a:ea typeface="Arvo"/>
                <a:cs typeface="Arvo"/>
                <a:sym typeface="Arvo"/>
              </a:defRPr>
            </a:lvl6pPr>
            <a:lvl7pPr lvl="6" rtl="0" algn="ctr">
              <a:spcBef>
                <a:spcPts val="0"/>
              </a:spcBef>
              <a:spcAft>
                <a:spcPts val="0"/>
              </a:spcAft>
              <a:buSzPts val="800"/>
              <a:buFont typeface="Arvo"/>
              <a:buNone/>
              <a:defRPr sz="800">
                <a:latin typeface="Arvo"/>
                <a:ea typeface="Arvo"/>
                <a:cs typeface="Arvo"/>
                <a:sym typeface="Arvo"/>
              </a:defRPr>
            </a:lvl7pPr>
            <a:lvl8pPr lvl="7" rtl="0" algn="ctr">
              <a:spcBef>
                <a:spcPts val="0"/>
              </a:spcBef>
              <a:spcAft>
                <a:spcPts val="0"/>
              </a:spcAft>
              <a:buSzPts val="800"/>
              <a:buFont typeface="Arvo"/>
              <a:buNone/>
              <a:defRPr sz="800">
                <a:latin typeface="Arvo"/>
                <a:ea typeface="Arvo"/>
                <a:cs typeface="Arvo"/>
                <a:sym typeface="Arvo"/>
              </a:defRPr>
            </a:lvl8pPr>
            <a:lvl9pPr lvl="8" rtl="0" algn="ctr">
              <a:spcBef>
                <a:spcPts val="0"/>
              </a:spcBef>
              <a:spcAft>
                <a:spcPts val="0"/>
              </a:spcAft>
              <a:buSzPts val="800"/>
              <a:buFont typeface="Arvo"/>
              <a:buNone/>
              <a:defRPr sz="800">
                <a:latin typeface="Arvo"/>
                <a:ea typeface="Arvo"/>
                <a:cs typeface="Arvo"/>
                <a:sym typeface="Arvo"/>
              </a:defRPr>
            </a:lvl9pPr>
          </a:lstStyle>
          <a:p/>
        </p:txBody>
      </p:sp>
      <p:sp>
        <p:nvSpPr>
          <p:cNvPr id="592" name="Google Shape;592;p6"/>
          <p:cNvSpPr txBox="1"/>
          <p:nvPr>
            <p:ph idx="19" type="subTitle"/>
          </p:nvPr>
        </p:nvSpPr>
        <p:spPr>
          <a:xfrm>
            <a:off x="-3411750" y="2204525"/>
            <a:ext cx="821100" cy="736200"/>
          </a:xfrm>
          <a:prstGeom prst="rect">
            <a:avLst/>
          </a:prstGeom>
          <a:noFill/>
          <a:ln>
            <a:noFill/>
          </a:ln>
        </p:spPr>
        <p:txBody>
          <a:bodyPr anchorCtr="0" anchor="ctr" bIns="36000" lIns="36000" spcFirstLastPara="1" rIns="36000" wrap="square" tIns="36000">
            <a:noAutofit/>
          </a:bodyPr>
          <a:lstStyle>
            <a:lvl1pPr lvl="0" rtl="0" algn="ctr">
              <a:spcBef>
                <a:spcPts val="0"/>
              </a:spcBef>
              <a:spcAft>
                <a:spcPts val="0"/>
              </a:spcAft>
              <a:buSzPts val="800"/>
              <a:buFont typeface="Arvo"/>
              <a:buNone/>
              <a:defRPr sz="800">
                <a:latin typeface="Arvo"/>
                <a:ea typeface="Arvo"/>
                <a:cs typeface="Arvo"/>
                <a:sym typeface="Arvo"/>
              </a:defRPr>
            </a:lvl1pPr>
            <a:lvl2pPr lvl="1" rtl="0" algn="ctr">
              <a:spcBef>
                <a:spcPts val="200"/>
              </a:spcBef>
              <a:spcAft>
                <a:spcPts val="0"/>
              </a:spcAft>
              <a:buSzPts val="800"/>
              <a:buFont typeface="Arvo"/>
              <a:buNone/>
              <a:defRPr sz="800">
                <a:latin typeface="Arvo"/>
                <a:ea typeface="Arvo"/>
                <a:cs typeface="Arvo"/>
                <a:sym typeface="Arvo"/>
              </a:defRPr>
            </a:lvl2pPr>
            <a:lvl3pPr lvl="2" rtl="0" algn="ctr">
              <a:spcBef>
                <a:spcPts val="0"/>
              </a:spcBef>
              <a:spcAft>
                <a:spcPts val="0"/>
              </a:spcAft>
              <a:buSzPts val="800"/>
              <a:buFont typeface="Arvo"/>
              <a:buNone/>
              <a:defRPr sz="800">
                <a:latin typeface="Arvo"/>
                <a:ea typeface="Arvo"/>
                <a:cs typeface="Arvo"/>
                <a:sym typeface="Arvo"/>
              </a:defRPr>
            </a:lvl3pPr>
            <a:lvl4pPr lvl="3" rtl="0" algn="ctr">
              <a:spcBef>
                <a:spcPts val="0"/>
              </a:spcBef>
              <a:spcAft>
                <a:spcPts val="0"/>
              </a:spcAft>
              <a:buSzPts val="800"/>
              <a:buFont typeface="Arvo"/>
              <a:buNone/>
              <a:defRPr sz="800">
                <a:latin typeface="Arvo"/>
                <a:ea typeface="Arvo"/>
                <a:cs typeface="Arvo"/>
                <a:sym typeface="Arvo"/>
              </a:defRPr>
            </a:lvl4pPr>
            <a:lvl5pPr lvl="4" rtl="0" algn="ctr">
              <a:spcBef>
                <a:spcPts val="0"/>
              </a:spcBef>
              <a:spcAft>
                <a:spcPts val="0"/>
              </a:spcAft>
              <a:buSzPts val="800"/>
              <a:buFont typeface="Arvo"/>
              <a:buNone/>
              <a:defRPr sz="800">
                <a:latin typeface="Arvo"/>
                <a:ea typeface="Arvo"/>
                <a:cs typeface="Arvo"/>
                <a:sym typeface="Arvo"/>
              </a:defRPr>
            </a:lvl5pPr>
            <a:lvl6pPr lvl="5" rtl="0" algn="ctr">
              <a:spcBef>
                <a:spcPts val="0"/>
              </a:spcBef>
              <a:spcAft>
                <a:spcPts val="0"/>
              </a:spcAft>
              <a:buSzPts val="800"/>
              <a:buFont typeface="Arvo"/>
              <a:buNone/>
              <a:defRPr sz="800">
                <a:latin typeface="Arvo"/>
                <a:ea typeface="Arvo"/>
                <a:cs typeface="Arvo"/>
                <a:sym typeface="Arvo"/>
              </a:defRPr>
            </a:lvl6pPr>
            <a:lvl7pPr lvl="6" rtl="0" algn="ctr">
              <a:spcBef>
                <a:spcPts val="0"/>
              </a:spcBef>
              <a:spcAft>
                <a:spcPts val="0"/>
              </a:spcAft>
              <a:buSzPts val="800"/>
              <a:buFont typeface="Arvo"/>
              <a:buNone/>
              <a:defRPr sz="800">
                <a:latin typeface="Arvo"/>
                <a:ea typeface="Arvo"/>
                <a:cs typeface="Arvo"/>
                <a:sym typeface="Arvo"/>
              </a:defRPr>
            </a:lvl7pPr>
            <a:lvl8pPr lvl="7" rtl="0" algn="ctr">
              <a:spcBef>
                <a:spcPts val="0"/>
              </a:spcBef>
              <a:spcAft>
                <a:spcPts val="0"/>
              </a:spcAft>
              <a:buSzPts val="800"/>
              <a:buFont typeface="Arvo"/>
              <a:buNone/>
              <a:defRPr sz="800">
                <a:latin typeface="Arvo"/>
                <a:ea typeface="Arvo"/>
                <a:cs typeface="Arvo"/>
                <a:sym typeface="Arvo"/>
              </a:defRPr>
            </a:lvl8pPr>
            <a:lvl9pPr lvl="8" rtl="0" algn="ctr">
              <a:spcBef>
                <a:spcPts val="0"/>
              </a:spcBef>
              <a:spcAft>
                <a:spcPts val="0"/>
              </a:spcAft>
              <a:buSzPts val="800"/>
              <a:buFont typeface="Arvo"/>
              <a:buNone/>
              <a:defRPr sz="800">
                <a:latin typeface="Arvo"/>
                <a:ea typeface="Arvo"/>
                <a:cs typeface="Arvo"/>
                <a:sym typeface="Arvo"/>
              </a:defRPr>
            </a:lvl9pPr>
          </a:lstStyle>
          <a:p/>
        </p:txBody>
      </p:sp>
      <p:sp>
        <p:nvSpPr>
          <p:cNvPr id="593" name="Google Shape;593;p6"/>
          <p:cNvSpPr txBox="1"/>
          <p:nvPr>
            <p:ph idx="20" type="subTitle"/>
          </p:nvPr>
        </p:nvSpPr>
        <p:spPr>
          <a:xfrm>
            <a:off x="-2475750" y="2204525"/>
            <a:ext cx="821100" cy="736200"/>
          </a:xfrm>
          <a:prstGeom prst="rect">
            <a:avLst/>
          </a:prstGeom>
          <a:noFill/>
          <a:ln>
            <a:noFill/>
          </a:ln>
        </p:spPr>
        <p:txBody>
          <a:bodyPr anchorCtr="0" anchor="ctr" bIns="36000" lIns="36000" spcFirstLastPara="1" rIns="36000" wrap="square" tIns="36000">
            <a:noAutofit/>
          </a:bodyPr>
          <a:lstStyle>
            <a:lvl1pPr lvl="0" rtl="0" algn="ctr">
              <a:spcBef>
                <a:spcPts val="0"/>
              </a:spcBef>
              <a:spcAft>
                <a:spcPts val="0"/>
              </a:spcAft>
              <a:buSzPts val="800"/>
              <a:buFont typeface="Arvo"/>
              <a:buNone/>
              <a:defRPr sz="800">
                <a:latin typeface="Arvo"/>
                <a:ea typeface="Arvo"/>
                <a:cs typeface="Arvo"/>
                <a:sym typeface="Arvo"/>
              </a:defRPr>
            </a:lvl1pPr>
            <a:lvl2pPr lvl="1" rtl="0" algn="ctr">
              <a:spcBef>
                <a:spcPts val="200"/>
              </a:spcBef>
              <a:spcAft>
                <a:spcPts val="0"/>
              </a:spcAft>
              <a:buSzPts val="800"/>
              <a:buFont typeface="Arvo"/>
              <a:buNone/>
              <a:defRPr sz="800">
                <a:latin typeface="Arvo"/>
                <a:ea typeface="Arvo"/>
                <a:cs typeface="Arvo"/>
                <a:sym typeface="Arvo"/>
              </a:defRPr>
            </a:lvl2pPr>
            <a:lvl3pPr lvl="2" rtl="0" algn="ctr">
              <a:spcBef>
                <a:spcPts val="0"/>
              </a:spcBef>
              <a:spcAft>
                <a:spcPts val="0"/>
              </a:spcAft>
              <a:buSzPts val="800"/>
              <a:buFont typeface="Arvo"/>
              <a:buNone/>
              <a:defRPr sz="800">
                <a:latin typeface="Arvo"/>
                <a:ea typeface="Arvo"/>
                <a:cs typeface="Arvo"/>
                <a:sym typeface="Arvo"/>
              </a:defRPr>
            </a:lvl3pPr>
            <a:lvl4pPr lvl="3" rtl="0" algn="ctr">
              <a:spcBef>
                <a:spcPts val="0"/>
              </a:spcBef>
              <a:spcAft>
                <a:spcPts val="0"/>
              </a:spcAft>
              <a:buSzPts val="800"/>
              <a:buFont typeface="Arvo"/>
              <a:buNone/>
              <a:defRPr sz="800">
                <a:latin typeface="Arvo"/>
                <a:ea typeface="Arvo"/>
                <a:cs typeface="Arvo"/>
                <a:sym typeface="Arvo"/>
              </a:defRPr>
            </a:lvl4pPr>
            <a:lvl5pPr lvl="4" rtl="0" algn="ctr">
              <a:spcBef>
                <a:spcPts val="0"/>
              </a:spcBef>
              <a:spcAft>
                <a:spcPts val="0"/>
              </a:spcAft>
              <a:buSzPts val="800"/>
              <a:buFont typeface="Arvo"/>
              <a:buNone/>
              <a:defRPr sz="800">
                <a:latin typeface="Arvo"/>
                <a:ea typeface="Arvo"/>
                <a:cs typeface="Arvo"/>
                <a:sym typeface="Arvo"/>
              </a:defRPr>
            </a:lvl5pPr>
            <a:lvl6pPr lvl="5" rtl="0" algn="ctr">
              <a:spcBef>
                <a:spcPts val="0"/>
              </a:spcBef>
              <a:spcAft>
                <a:spcPts val="0"/>
              </a:spcAft>
              <a:buSzPts val="800"/>
              <a:buFont typeface="Arvo"/>
              <a:buNone/>
              <a:defRPr sz="800">
                <a:latin typeface="Arvo"/>
                <a:ea typeface="Arvo"/>
                <a:cs typeface="Arvo"/>
                <a:sym typeface="Arvo"/>
              </a:defRPr>
            </a:lvl6pPr>
            <a:lvl7pPr lvl="6" rtl="0" algn="ctr">
              <a:spcBef>
                <a:spcPts val="0"/>
              </a:spcBef>
              <a:spcAft>
                <a:spcPts val="0"/>
              </a:spcAft>
              <a:buSzPts val="800"/>
              <a:buFont typeface="Arvo"/>
              <a:buNone/>
              <a:defRPr sz="800">
                <a:latin typeface="Arvo"/>
                <a:ea typeface="Arvo"/>
                <a:cs typeface="Arvo"/>
                <a:sym typeface="Arvo"/>
              </a:defRPr>
            </a:lvl7pPr>
            <a:lvl8pPr lvl="7" rtl="0" algn="ctr">
              <a:spcBef>
                <a:spcPts val="0"/>
              </a:spcBef>
              <a:spcAft>
                <a:spcPts val="0"/>
              </a:spcAft>
              <a:buSzPts val="800"/>
              <a:buFont typeface="Arvo"/>
              <a:buNone/>
              <a:defRPr sz="800">
                <a:latin typeface="Arvo"/>
                <a:ea typeface="Arvo"/>
                <a:cs typeface="Arvo"/>
                <a:sym typeface="Arvo"/>
              </a:defRPr>
            </a:lvl8pPr>
            <a:lvl9pPr lvl="8" rtl="0" algn="ctr">
              <a:spcBef>
                <a:spcPts val="0"/>
              </a:spcBef>
              <a:spcAft>
                <a:spcPts val="0"/>
              </a:spcAft>
              <a:buSzPts val="800"/>
              <a:buFont typeface="Arvo"/>
              <a:buNone/>
              <a:defRPr sz="800">
                <a:latin typeface="Arvo"/>
                <a:ea typeface="Arvo"/>
                <a:cs typeface="Arvo"/>
                <a:sym typeface="Arvo"/>
              </a:defRPr>
            </a:lvl9pPr>
          </a:lstStyle>
          <a:p/>
        </p:txBody>
      </p:sp>
      <p:sp>
        <p:nvSpPr>
          <p:cNvPr id="594" name="Google Shape;594;p6"/>
          <p:cNvSpPr txBox="1"/>
          <p:nvPr>
            <p:ph idx="21" type="subTitle"/>
          </p:nvPr>
        </p:nvSpPr>
        <p:spPr>
          <a:xfrm>
            <a:off x="-1536150" y="2204375"/>
            <a:ext cx="821100" cy="736200"/>
          </a:xfrm>
          <a:prstGeom prst="rect">
            <a:avLst/>
          </a:prstGeom>
          <a:noFill/>
          <a:ln>
            <a:noFill/>
          </a:ln>
        </p:spPr>
        <p:txBody>
          <a:bodyPr anchorCtr="0" anchor="ctr" bIns="36000" lIns="36000" spcFirstLastPara="1" rIns="36000" wrap="square" tIns="36000">
            <a:noAutofit/>
          </a:bodyPr>
          <a:lstStyle>
            <a:lvl1pPr lvl="0" rtl="0" algn="ctr">
              <a:spcBef>
                <a:spcPts val="0"/>
              </a:spcBef>
              <a:spcAft>
                <a:spcPts val="0"/>
              </a:spcAft>
              <a:buSzPts val="800"/>
              <a:buFont typeface="Arvo"/>
              <a:buNone/>
              <a:defRPr sz="800">
                <a:latin typeface="Arvo"/>
                <a:ea typeface="Arvo"/>
                <a:cs typeface="Arvo"/>
                <a:sym typeface="Arvo"/>
              </a:defRPr>
            </a:lvl1pPr>
            <a:lvl2pPr lvl="1" rtl="0" algn="ctr">
              <a:spcBef>
                <a:spcPts val="200"/>
              </a:spcBef>
              <a:spcAft>
                <a:spcPts val="0"/>
              </a:spcAft>
              <a:buSzPts val="800"/>
              <a:buFont typeface="Arvo"/>
              <a:buNone/>
              <a:defRPr sz="800">
                <a:latin typeface="Arvo"/>
                <a:ea typeface="Arvo"/>
                <a:cs typeface="Arvo"/>
                <a:sym typeface="Arvo"/>
              </a:defRPr>
            </a:lvl2pPr>
            <a:lvl3pPr lvl="2" rtl="0" algn="ctr">
              <a:spcBef>
                <a:spcPts val="0"/>
              </a:spcBef>
              <a:spcAft>
                <a:spcPts val="0"/>
              </a:spcAft>
              <a:buSzPts val="800"/>
              <a:buFont typeface="Arvo"/>
              <a:buNone/>
              <a:defRPr sz="800">
                <a:latin typeface="Arvo"/>
                <a:ea typeface="Arvo"/>
                <a:cs typeface="Arvo"/>
                <a:sym typeface="Arvo"/>
              </a:defRPr>
            </a:lvl3pPr>
            <a:lvl4pPr lvl="3" rtl="0" algn="ctr">
              <a:spcBef>
                <a:spcPts val="0"/>
              </a:spcBef>
              <a:spcAft>
                <a:spcPts val="0"/>
              </a:spcAft>
              <a:buSzPts val="800"/>
              <a:buFont typeface="Arvo"/>
              <a:buNone/>
              <a:defRPr sz="800">
                <a:latin typeface="Arvo"/>
                <a:ea typeface="Arvo"/>
                <a:cs typeface="Arvo"/>
                <a:sym typeface="Arvo"/>
              </a:defRPr>
            </a:lvl4pPr>
            <a:lvl5pPr lvl="4" rtl="0" algn="ctr">
              <a:spcBef>
                <a:spcPts val="0"/>
              </a:spcBef>
              <a:spcAft>
                <a:spcPts val="0"/>
              </a:spcAft>
              <a:buSzPts val="800"/>
              <a:buFont typeface="Arvo"/>
              <a:buNone/>
              <a:defRPr sz="800">
                <a:latin typeface="Arvo"/>
                <a:ea typeface="Arvo"/>
                <a:cs typeface="Arvo"/>
                <a:sym typeface="Arvo"/>
              </a:defRPr>
            </a:lvl5pPr>
            <a:lvl6pPr lvl="5" rtl="0" algn="ctr">
              <a:spcBef>
                <a:spcPts val="0"/>
              </a:spcBef>
              <a:spcAft>
                <a:spcPts val="0"/>
              </a:spcAft>
              <a:buSzPts val="800"/>
              <a:buFont typeface="Arvo"/>
              <a:buNone/>
              <a:defRPr sz="800">
                <a:latin typeface="Arvo"/>
                <a:ea typeface="Arvo"/>
                <a:cs typeface="Arvo"/>
                <a:sym typeface="Arvo"/>
              </a:defRPr>
            </a:lvl6pPr>
            <a:lvl7pPr lvl="6" rtl="0" algn="ctr">
              <a:spcBef>
                <a:spcPts val="0"/>
              </a:spcBef>
              <a:spcAft>
                <a:spcPts val="0"/>
              </a:spcAft>
              <a:buSzPts val="800"/>
              <a:buFont typeface="Arvo"/>
              <a:buNone/>
              <a:defRPr sz="800">
                <a:latin typeface="Arvo"/>
                <a:ea typeface="Arvo"/>
                <a:cs typeface="Arvo"/>
                <a:sym typeface="Arvo"/>
              </a:defRPr>
            </a:lvl7pPr>
            <a:lvl8pPr lvl="7" rtl="0" algn="ctr">
              <a:spcBef>
                <a:spcPts val="0"/>
              </a:spcBef>
              <a:spcAft>
                <a:spcPts val="0"/>
              </a:spcAft>
              <a:buSzPts val="800"/>
              <a:buFont typeface="Arvo"/>
              <a:buNone/>
              <a:defRPr sz="800">
                <a:latin typeface="Arvo"/>
                <a:ea typeface="Arvo"/>
                <a:cs typeface="Arvo"/>
                <a:sym typeface="Arvo"/>
              </a:defRPr>
            </a:lvl8pPr>
            <a:lvl9pPr lvl="8" rtl="0" algn="ctr">
              <a:spcBef>
                <a:spcPts val="0"/>
              </a:spcBef>
              <a:spcAft>
                <a:spcPts val="0"/>
              </a:spcAft>
              <a:buSzPts val="800"/>
              <a:buFont typeface="Arvo"/>
              <a:buNone/>
              <a:defRPr sz="800">
                <a:latin typeface="Arvo"/>
                <a:ea typeface="Arvo"/>
                <a:cs typeface="Arvo"/>
                <a:sym typeface="Arvo"/>
              </a:defRPr>
            </a:lvl9pPr>
          </a:lstStyle>
          <a:p/>
        </p:txBody>
      </p:sp>
      <p:sp>
        <p:nvSpPr>
          <p:cNvPr id="595" name="Google Shape;595;p6"/>
          <p:cNvSpPr txBox="1"/>
          <p:nvPr>
            <p:ph idx="22" type="subTitle"/>
          </p:nvPr>
        </p:nvSpPr>
        <p:spPr>
          <a:xfrm>
            <a:off x="-3411750" y="3078975"/>
            <a:ext cx="821100" cy="736200"/>
          </a:xfrm>
          <a:prstGeom prst="rect">
            <a:avLst/>
          </a:prstGeom>
          <a:noFill/>
          <a:ln>
            <a:noFill/>
          </a:ln>
        </p:spPr>
        <p:txBody>
          <a:bodyPr anchorCtr="0" anchor="ctr" bIns="36000" lIns="36000" spcFirstLastPara="1" rIns="36000" wrap="square" tIns="36000">
            <a:noAutofit/>
          </a:bodyPr>
          <a:lstStyle>
            <a:lvl1pPr lvl="0" rtl="0" algn="ctr">
              <a:spcBef>
                <a:spcPts val="0"/>
              </a:spcBef>
              <a:spcAft>
                <a:spcPts val="0"/>
              </a:spcAft>
              <a:buSzPts val="800"/>
              <a:buFont typeface="Arvo"/>
              <a:buNone/>
              <a:defRPr sz="800">
                <a:latin typeface="Arvo"/>
                <a:ea typeface="Arvo"/>
                <a:cs typeface="Arvo"/>
                <a:sym typeface="Arvo"/>
              </a:defRPr>
            </a:lvl1pPr>
            <a:lvl2pPr lvl="1" rtl="0" algn="ctr">
              <a:spcBef>
                <a:spcPts val="200"/>
              </a:spcBef>
              <a:spcAft>
                <a:spcPts val="0"/>
              </a:spcAft>
              <a:buSzPts val="800"/>
              <a:buFont typeface="Arvo"/>
              <a:buNone/>
              <a:defRPr sz="800">
                <a:latin typeface="Arvo"/>
                <a:ea typeface="Arvo"/>
                <a:cs typeface="Arvo"/>
                <a:sym typeface="Arvo"/>
              </a:defRPr>
            </a:lvl2pPr>
            <a:lvl3pPr lvl="2" rtl="0" algn="ctr">
              <a:spcBef>
                <a:spcPts val="0"/>
              </a:spcBef>
              <a:spcAft>
                <a:spcPts val="0"/>
              </a:spcAft>
              <a:buSzPts val="800"/>
              <a:buFont typeface="Arvo"/>
              <a:buNone/>
              <a:defRPr sz="800">
                <a:latin typeface="Arvo"/>
                <a:ea typeface="Arvo"/>
                <a:cs typeface="Arvo"/>
                <a:sym typeface="Arvo"/>
              </a:defRPr>
            </a:lvl3pPr>
            <a:lvl4pPr lvl="3" rtl="0" algn="ctr">
              <a:spcBef>
                <a:spcPts val="0"/>
              </a:spcBef>
              <a:spcAft>
                <a:spcPts val="0"/>
              </a:spcAft>
              <a:buSzPts val="800"/>
              <a:buFont typeface="Arvo"/>
              <a:buNone/>
              <a:defRPr sz="800">
                <a:latin typeface="Arvo"/>
                <a:ea typeface="Arvo"/>
                <a:cs typeface="Arvo"/>
                <a:sym typeface="Arvo"/>
              </a:defRPr>
            </a:lvl4pPr>
            <a:lvl5pPr lvl="4" rtl="0" algn="ctr">
              <a:spcBef>
                <a:spcPts val="0"/>
              </a:spcBef>
              <a:spcAft>
                <a:spcPts val="0"/>
              </a:spcAft>
              <a:buSzPts val="800"/>
              <a:buFont typeface="Arvo"/>
              <a:buNone/>
              <a:defRPr sz="800">
                <a:latin typeface="Arvo"/>
                <a:ea typeface="Arvo"/>
                <a:cs typeface="Arvo"/>
                <a:sym typeface="Arvo"/>
              </a:defRPr>
            </a:lvl5pPr>
            <a:lvl6pPr lvl="5" rtl="0" algn="ctr">
              <a:spcBef>
                <a:spcPts val="0"/>
              </a:spcBef>
              <a:spcAft>
                <a:spcPts val="0"/>
              </a:spcAft>
              <a:buSzPts val="800"/>
              <a:buFont typeface="Arvo"/>
              <a:buNone/>
              <a:defRPr sz="800">
                <a:latin typeface="Arvo"/>
                <a:ea typeface="Arvo"/>
                <a:cs typeface="Arvo"/>
                <a:sym typeface="Arvo"/>
              </a:defRPr>
            </a:lvl6pPr>
            <a:lvl7pPr lvl="6" rtl="0" algn="ctr">
              <a:spcBef>
                <a:spcPts val="0"/>
              </a:spcBef>
              <a:spcAft>
                <a:spcPts val="0"/>
              </a:spcAft>
              <a:buSzPts val="800"/>
              <a:buFont typeface="Arvo"/>
              <a:buNone/>
              <a:defRPr sz="800">
                <a:latin typeface="Arvo"/>
                <a:ea typeface="Arvo"/>
                <a:cs typeface="Arvo"/>
                <a:sym typeface="Arvo"/>
              </a:defRPr>
            </a:lvl7pPr>
            <a:lvl8pPr lvl="7" rtl="0" algn="ctr">
              <a:spcBef>
                <a:spcPts val="0"/>
              </a:spcBef>
              <a:spcAft>
                <a:spcPts val="0"/>
              </a:spcAft>
              <a:buSzPts val="800"/>
              <a:buFont typeface="Arvo"/>
              <a:buNone/>
              <a:defRPr sz="800">
                <a:latin typeface="Arvo"/>
                <a:ea typeface="Arvo"/>
                <a:cs typeface="Arvo"/>
                <a:sym typeface="Arvo"/>
              </a:defRPr>
            </a:lvl8pPr>
            <a:lvl9pPr lvl="8" rtl="0" algn="ctr">
              <a:spcBef>
                <a:spcPts val="0"/>
              </a:spcBef>
              <a:spcAft>
                <a:spcPts val="0"/>
              </a:spcAft>
              <a:buSzPts val="800"/>
              <a:buFont typeface="Arvo"/>
              <a:buNone/>
              <a:defRPr sz="800">
                <a:latin typeface="Arvo"/>
                <a:ea typeface="Arvo"/>
                <a:cs typeface="Arvo"/>
                <a:sym typeface="Arvo"/>
              </a:defRPr>
            </a:lvl9pPr>
          </a:lstStyle>
          <a:p/>
        </p:txBody>
      </p:sp>
      <p:sp>
        <p:nvSpPr>
          <p:cNvPr id="596" name="Google Shape;596;p6"/>
          <p:cNvSpPr txBox="1"/>
          <p:nvPr>
            <p:ph idx="23" type="subTitle"/>
          </p:nvPr>
        </p:nvSpPr>
        <p:spPr>
          <a:xfrm>
            <a:off x="-2475750" y="3078975"/>
            <a:ext cx="821100" cy="736200"/>
          </a:xfrm>
          <a:prstGeom prst="rect">
            <a:avLst/>
          </a:prstGeom>
          <a:noFill/>
          <a:ln>
            <a:noFill/>
          </a:ln>
        </p:spPr>
        <p:txBody>
          <a:bodyPr anchorCtr="0" anchor="ctr" bIns="36000" lIns="36000" spcFirstLastPara="1" rIns="36000" wrap="square" tIns="36000">
            <a:noAutofit/>
          </a:bodyPr>
          <a:lstStyle>
            <a:lvl1pPr lvl="0" rtl="0" algn="ctr">
              <a:spcBef>
                <a:spcPts val="0"/>
              </a:spcBef>
              <a:spcAft>
                <a:spcPts val="0"/>
              </a:spcAft>
              <a:buSzPts val="800"/>
              <a:buFont typeface="Arvo"/>
              <a:buNone/>
              <a:defRPr sz="800">
                <a:latin typeface="Arvo"/>
                <a:ea typeface="Arvo"/>
                <a:cs typeface="Arvo"/>
                <a:sym typeface="Arvo"/>
              </a:defRPr>
            </a:lvl1pPr>
            <a:lvl2pPr lvl="1" rtl="0" algn="ctr">
              <a:spcBef>
                <a:spcPts val="200"/>
              </a:spcBef>
              <a:spcAft>
                <a:spcPts val="0"/>
              </a:spcAft>
              <a:buSzPts val="800"/>
              <a:buFont typeface="Arvo"/>
              <a:buNone/>
              <a:defRPr sz="800">
                <a:latin typeface="Arvo"/>
                <a:ea typeface="Arvo"/>
                <a:cs typeface="Arvo"/>
                <a:sym typeface="Arvo"/>
              </a:defRPr>
            </a:lvl2pPr>
            <a:lvl3pPr lvl="2" rtl="0" algn="ctr">
              <a:spcBef>
                <a:spcPts val="0"/>
              </a:spcBef>
              <a:spcAft>
                <a:spcPts val="0"/>
              </a:spcAft>
              <a:buSzPts val="800"/>
              <a:buFont typeface="Arvo"/>
              <a:buNone/>
              <a:defRPr sz="800">
                <a:latin typeface="Arvo"/>
                <a:ea typeface="Arvo"/>
                <a:cs typeface="Arvo"/>
                <a:sym typeface="Arvo"/>
              </a:defRPr>
            </a:lvl3pPr>
            <a:lvl4pPr lvl="3" rtl="0" algn="ctr">
              <a:spcBef>
                <a:spcPts val="0"/>
              </a:spcBef>
              <a:spcAft>
                <a:spcPts val="0"/>
              </a:spcAft>
              <a:buSzPts val="800"/>
              <a:buFont typeface="Arvo"/>
              <a:buNone/>
              <a:defRPr sz="800">
                <a:latin typeface="Arvo"/>
                <a:ea typeface="Arvo"/>
                <a:cs typeface="Arvo"/>
                <a:sym typeface="Arvo"/>
              </a:defRPr>
            </a:lvl4pPr>
            <a:lvl5pPr lvl="4" rtl="0" algn="ctr">
              <a:spcBef>
                <a:spcPts val="0"/>
              </a:spcBef>
              <a:spcAft>
                <a:spcPts val="0"/>
              </a:spcAft>
              <a:buSzPts val="800"/>
              <a:buFont typeface="Arvo"/>
              <a:buNone/>
              <a:defRPr sz="800">
                <a:latin typeface="Arvo"/>
                <a:ea typeface="Arvo"/>
                <a:cs typeface="Arvo"/>
                <a:sym typeface="Arvo"/>
              </a:defRPr>
            </a:lvl5pPr>
            <a:lvl6pPr lvl="5" rtl="0" algn="ctr">
              <a:spcBef>
                <a:spcPts val="0"/>
              </a:spcBef>
              <a:spcAft>
                <a:spcPts val="0"/>
              </a:spcAft>
              <a:buSzPts val="800"/>
              <a:buFont typeface="Arvo"/>
              <a:buNone/>
              <a:defRPr sz="800">
                <a:latin typeface="Arvo"/>
                <a:ea typeface="Arvo"/>
                <a:cs typeface="Arvo"/>
                <a:sym typeface="Arvo"/>
              </a:defRPr>
            </a:lvl6pPr>
            <a:lvl7pPr lvl="6" rtl="0" algn="ctr">
              <a:spcBef>
                <a:spcPts val="0"/>
              </a:spcBef>
              <a:spcAft>
                <a:spcPts val="0"/>
              </a:spcAft>
              <a:buSzPts val="800"/>
              <a:buFont typeface="Arvo"/>
              <a:buNone/>
              <a:defRPr sz="800">
                <a:latin typeface="Arvo"/>
                <a:ea typeface="Arvo"/>
                <a:cs typeface="Arvo"/>
                <a:sym typeface="Arvo"/>
              </a:defRPr>
            </a:lvl7pPr>
            <a:lvl8pPr lvl="7" rtl="0" algn="ctr">
              <a:spcBef>
                <a:spcPts val="0"/>
              </a:spcBef>
              <a:spcAft>
                <a:spcPts val="0"/>
              </a:spcAft>
              <a:buSzPts val="800"/>
              <a:buFont typeface="Arvo"/>
              <a:buNone/>
              <a:defRPr sz="800">
                <a:latin typeface="Arvo"/>
                <a:ea typeface="Arvo"/>
                <a:cs typeface="Arvo"/>
                <a:sym typeface="Arvo"/>
              </a:defRPr>
            </a:lvl8pPr>
            <a:lvl9pPr lvl="8" rtl="0" algn="ctr">
              <a:spcBef>
                <a:spcPts val="0"/>
              </a:spcBef>
              <a:spcAft>
                <a:spcPts val="0"/>
              </a:spcAft>
              <a:buSzPts val="800"/>
              <a:buFont typeface="Arvo"/>
              <a:buNone/>
              <a:defRPr sz="800">
                <a:latin typeface="Arvo"/>
                <a:ea typeface="Arvo"/>
                <a:cs typeface="Arvo"/>
                <a:sym typeface="Arvo"/>
              </a:defRPr>
            </a:lvl9pPr>
          </a:lstStyle>
          <a:p/>
        </p:txBody>
      </p:sp>
      <p:sp>
        <p:nvSpPr>
          <p:cNvPr id="597" name="Google Shape;597;p6"/>
          <p:cNvSpPr txBox="1"/>
          <p:nvPr>
            <p:ph idx="24" type="subTitle"/>
          </p:nvPr>
        </p:nvSpPr>
        <p:spPr>
          <a:xfrm>
            <a:off x="-1536150" y="3078975"/>
            <a:ext cx="821100" cy="736200"/>
          </a:xfrm>
          <a:prstGeom prst="rect">
            <a:avLst/>
          </a:prstGeom>
          <a:noFill/>
          <a:ln>
            <a:noFill/>
          </a:ln>
        </p:spPr>
        <p:txBody>
          <a:bodyPr anchorCtr="0" anchor="ctr" bIns="36000" lIns="36000" spcFirstLastPara="1" rIns="36000" wrap="square" tIns="36000">
            <a:noAutofit/>
          </a:bodyPr>
          <a:lstStyle>
            <a:lvl1pPr lvl="0" rtl="0" algn="ctr">
              <a:spcBef>
                <a:spcPts val="0"/>
              </a:spcBef>
              <a:spcAft>
                <a:spcPts val="0"/>
              </a:spcAft>
              <a:buSzPts val="800"/>
              <a:buFont typeface="Arvo"/>
              <a:buNone/>
              <a:defRPr sz="800">
                <a:latin typeface="Arvo"/>
                <a:ea typeface="Arvo"/>
                <a:cs typeface="Arvo"/>
                <a:sym typeface="Arvo"/>
              </a:defRPr>
            </a:lvl1pPr>
            <a:lvl2pPr lvl="1" rtl="0" algn="ctr">
              <a:spcBef>
                <a:spcPts val="200"/>
              </a:spcBef>
              <a:spcAft>
                <a:spcPts val="0"/>
              </a:spcAft>
              <a:buSzPts val="800"/>
              <a:buFont typeface="Arvo"/>
              <a:buNone/>
              <a:defRPr sz="800">
                <a:latin typeface="Arvo"/>
                <a:ea typeface="Arvo"/>
                <a:cs typeface="Arvo"/>
                <a:sym typeface="Arvo"/>
              </a:defRPr>
            </a:lvl2pPr>
            <a:lvl3pPr lvl="2" rtl="0" algn="ctr">
              <a:spcBef>
                <a:spcPts val="0"/>
              </a:spcBef>
              <a:spcAft>
                <a:spcPts val="0"/>
              </a:spcAft>
              <a:buSzPts val="800"/>
              <a:buFont typeface="Arvo"/>
              <a:buNone/>
              <a:defRPr sz="800">
                <a:latin typeface="Arvo"/>
                <a:ea typeface="Arvo"/>
                <a:cs typeface="Arvo"/>
                <a:sym typeface="Arvo"/>
              </a:defRPr>
            </a:lvl3pPr>
            <a:lvl4pPr lvl="3" rtl="0" algn="ctr">
              <a:spcBef>
                <a:spcPts val="0"/>
              </a:spcBef>
              <a:spcAft>
                <a:spcPts val="0"/>
              </a:spcAft>
              <a:buSzPts val="800"/>
              <a:buFont typeface="Arvo"/>
              <a:buNone/>
              <a:defRPr sz="800">
                <a:latin typeface="Arvo"/>
                <a:ea typeface="Arvo"/>
                <a:cs typeface="Arvo"/>
                <a:sym typeface="Arvo"/>
              </a:defRPr>
            </a:lvl4pPr>
            <a:lvl5pPr lvl="4" rtl="0" algn="ctr">
              <a:spcBef>
                <a:spcPts val="0"/>
              </a:spcBef>
              <a:spcAft>
                <a:spcPts val="0"/>
              </a:spcAft>
              <a:buSzPts val="800"/>
              <a:buFont typeface="Arvo"/>
              <a:buNone/>
              <a:defRPr sz="800">
                <a:latin typeface="Arvo"/>
                <a:ea typeface="Arvo"/>
                <a:cs typeface="Arvo"/>
                <a:sym typeface="Arvo"/>
              </a:defRPr>
            </a:lvl5pPr>
            <a:lvl6pPr lvl="5" rtl="0" algn="ctr">
              <a:spcBef>
                <a:spcPts val="0"/>
              </a:spcBef>
              <a:spcAft>
                <a:spcPts val="0"/>
              </a:spcAft>
              <a:buSzPts val="800"/>
              <a:buFont typeface="Arvo"/>
              <a:buNone/>
              <a:defRPr sz="800">
                <a:latin typeface="Arvo"/>
                <a:ea typeface="Arvo"/>
                <a:cs typeface="Arvo"/>
                <a:sym typeface="Arvo"/>
              </a:defRPr>
            </a:lvl6pPr>
            <a:lvl7pPr lvl="6" rtl="0" algn="ctr">
              <a:spcBef>
                <a:spcPts val="0"/>
              </a:spcBef>
              <a:spcAft>
                <a:spcPts val="0"/>
              </a:spcAft>
              <a:buSzPts val="800"/>
              <a:buFont typeface="Arvo"/>
              <a:buNone/>
              <a:defRPr sz="800">
                <a:latin typeface="Arvo"/>
                <a:ea typeface="Arvo"/>
                <a:cs typeface="Arvo"/>
                <a:sym typeface="Arvo"/>
              </a:defRPr>
            </a:lvl7pPr>
            <a:lvl8pPr lvl="7" rtl="0" algn="ctr">
              <a:spcBef>
                <a:spcPts val="0"/>
              </a:spcBef>
              <a:spcAft>
                <a:spcPts val="0"/>
              </a:spcAft>
              <a:buSzPts val="800"/>
              <a:buFont typeface="Arvo"/>
              <a:buNone/>
              <a:defRPr sz="800">
                <a:latin typeface="Arvo"/>
                <a:ea typeface="Arvo"/>
                <a:cs typeface="Arvo"/>
                <a:sym typeface="Arvo"/>
              </a:defRPr>
            </a:lvl8pPr>
            <a:lvl9pPr lvl="8" rtl="0" algn="ctr">
              <a:spcBef>
                <a:spcPts val="0"/>
              </a:spcBef>
              <a:spcAft>
                <a:spcPts val="0"/>
              </a:spcAft>
              <a:buSzPts val="800"/>
              <a:buFont typeface="Arvo"/>
              <a:buNone/>
              <a:defRPr sz="800">
                <a:latin typeface="Arvo"/>
                <a:ea typeface="Arvo"/>
                <a:cs typeface="Arvo"/>
                <a:sym typeface="Arvo"/>
              </a:defRPr>
            </a:lvl9pPr>
          </a:lstStyle>
          <a:p/>
        </p:txBody>
      </p:sp>
      <p:sp>
        <p:nvSpPr>
          <p:cNvPr id="598" name="Google Shape;598;p6"/>
          <p:cNvSpPr txBox="1"/>
          <p:nvPr>
            <p:ph idx="25" type="subTitle"/>
          </p:nvPr>
        </p:nvSpPr>
        <p:spPr>
          <a:xfrm>
            <a:off x="-3411750" y="3934675"/>
            <a:ext cx="819300" cy="736200"/>
          </a:xfrm>
          <a:prstGeom prst="rect">
            <a:avLst/>
          </a:prstGeom>
          <a:noFill/>
          <a:ln>
            <a:noFill/>
          </a:ln>
        </p:spPr>
        <p:txBody>
          <a:bodyPr anchorCtr="0" anchor="ctr" bIns="36000" lIns="36000" spcFirstLastPara="1" rIns="36000" wrap="square" tIns="36000">
            <a:noAutofit/>
          </a:bodyPr>
          <a:lstStyle>
            <a:lvl1pPr lvl="0" rtl="0" algn="ctr">
              <a:spcBef>
                <a:spcPts val="0"/>
              </a:spcBef>
              <a:spcAft>
                <a:spcPts val="0"/>
              </a:spcAft>
              <a:buSzPts val="800"/>
              <a:buFont typeface="Arvo"/>
              <a:buNone/>
              <a:defRPr sz="800">
                <a:latin typeface="Arvo"/>
                <a:ea typeface="Arvo"/>
                <a:cs typeface="Arvo"/>
                <a:sym typeface="Arvo"/>
              </a:defRPr>
            </a:lvl1pPr>
            <a:lvl2pPr lvl="1" rtl="0" algn="ctr">
              <a:spcBef>
                <a:spcPts val="200"/>
              </a:spcBef>
              <a:spcAft>
                <a:spcPts val="0"/>
              </a:spcAft>
              <a:buSzPts val="800"/>
              <a:buFont typeface="Arvo"/>
              <a:buNone/>
              <a:defRPr sz="800">
                <a:latin typeface="Arvo"/>
                <a:ea typeface="Arvo"/>
                <a:cs typeface="Arvo"/>
                <a:sym typeface="Arvo"/>
              </a:defRPr>
            </a:lvl2pPr>
            <a:lvl3pPr lvl="2" rtl="0" algn="ctr">
              <a:spcBef>
                <a:spcPts val="0"/>
              </a:spcBef>
              <a:spcAft>
                <a:spcPts val="0"/>
              </a:spcAft>
              <a:buSzPts val="800"/>
              <a:buFont typeface="Arvo"/>
              <a:buNone/>
              <a:defRPr sz="800">
                <a:latin typeface="Arvo"/>
                <a:ea typeface="Arvo"/>
                <a:cs typeface="Arvo"/>
                <a:sym typeface="Arvo"/>
              </a:defRPr>
            </a:lvl3pPr>
            <a:lvl4pPr lvl="3" rtl="0" algn="ctr">
              <a:spcBef>
                <a:spcPts val="0"/>
              </a:spcBef>
              <a:spcAft>
                <a:spcPts val="0"/>
              </a:spcAft>
              <a:buSzPts val="800"/>
              <a:buFont typeface="Arvo"/>
              <a:buNone/>
              <a:defRPr sz="800">
                <a:latin typeface="Arvo"/>
                <a:ea typeface="Arvo"/>
                <a:cs typeface="Arvo"/>
                <a:sym typeface="Arvo"/>
              </a:defRPr>
            </a:lvl4pPr>
            <a:lvl5pPr lvl="4" rtl="0" algn="ctr">
              <a:spcBef>
                <a:spcPts val="0"/>
              </a:spcBef>
              <a:spcAft>
                <a:spcPts val="0"/>
              </a:spcAft>
              <a:buSzPts val="800"/>
              <a:buFont typeface="Arvo"/>
              <a:buNone/>
              <a:defRPr sz="800">
                <a:latin typeface="Arvo"/>
                <a:ea typeface="Arvo"/>
                <a:cs typeface="Arvo"/>
                <a:sym typeface="Arvo"/>
              </a:defRPr>
            </a:lvl5pPr>
            <a:lvl6pPr lvl="5" rtl="0" algn="ctr">
              <a:spcBef>
                <a:spcPts val="0"/>
              </a:spcBef>
              <a:spcAft>
                <a:spcPts val="0"/>
              </a:spcAft>
              <a:buSzPts val="800"/>
              <a:buFont typeface="Arvo"/>
              <a:buNone/>
              <a:defRPr sz="800">
                <a:latin typeface="Arvo"/>
                <a:ea typeface="Arvo"/>
                <a:cs typeface="Arvo"/>
                <a:sym typeface="Arvo"/>
              </a:defRPr>
            </a:lvl6pPr>
            <a:lvl7pPr lvl="6" rtl="0" algn="ctr">
              <a:spcBef>
                <a:spcPts val="0"/>
              </a:spcBef>
              <a:spcAft>
                <a:spcPts val="0"/>
              </a:spcAft>
              <a:buSzPts val="800"/>
              <a:buFont typeface="Arvo"/>
              <a:buNone/>
              <a:defRPr sz="800">
                <a:latin typeface="Arvo"/>
                <a:ea typeface="Arvo"/>
                <a:cs typeface="Arvo"/>
                <a:sym typeface="Arvo"/>
              </a:defRPr>
            </a:lvl7pPr>
            <a:lvl8pPr lvl="7" rtl="0" algn="ctr">
              <a:spcBef>
                <a:spcPts val="0"/>
              </a:spcBef>
              <a:spcAft>
                <a:spcPts val="0"/>
              </a:spcAft>
              <a:buSzPts val="800"/>
              <a:buFont typeface="Arvo"/>
              <a:buNone/>
              <a:defRPr sz="800">
                <a:latin typeface="Arvo"/>
                <a:ea typeface="Arvo"/>
                <a:cs typeface="Arvo"/>
                <a:sym typeface="Arvo"/>
              </a:defRPr>
            </a:lvl8pPr>
            <a:lvl9pPr lvl="8" rtl="0" algn="ctr">
              <a:spcBef>
                <a:spcPts val="0"/>
              </a:spcBef>
              <a:spcAft>
                <a:spcPts val="0"/>
              </a:spcAft>
              <a:buSzPts val="800"/>
              <a:buFont typeface="Arvo"/>
              <a:buNone/>
              <a:defRPr sz="800">
                <a:latin typeface="Arvo"/>
                <a:ea typeface="Arvo"/>
                <a:cs typeface="Arvo"/>
                <a:sym typeface="Arvo"/>
              </a:defRPr>
            </a:lvl9pPr>
          </a:lstStyle>
          <a:p/>
        </p:txBody>
      </p:sp>
      <p:sp>
        <p:nvSpPr>
          <p:cNvPr id="599" name="Google Shape;599;p6"/>
          <p:cNvSpPr txBox="1"/>
          <p:nvPr>
            <p:ph idx="26" type="subTitle"/>
          </p:nvPr>
        </p:nvSpPr>
        <p:spPr>
          <a:xfrm>
            <a:off x="-2475750" y="3934675"/>
            <a:ext cx="819300" cy="736200"/>
          </a:xfrm>
          <a:prstGeom prst="rect">
            <a:avLst/>
          </a:prstGeom>
          <a:noFill/>
          <a:ln>
            <a:noFill/>
          </a:ln>
        </p:spPr>
        <p:txBody>
          <a:bodyPr anchorCtr="0" anchor="ctr" bIns="36000" lIns="36000" spcFirstLastPara="1" rIns="36000" wrap="square" tIns="36000">
            <a:noAutofit/>
          </a:bodyPr>
          <a:lstStyle>
            <a:lvl1pPr lvl="0" rtl="0" algn="ctr">
              <a:spcBef>
                <a:spcPts val="0"/>
              </a:spcBef>
              <a:spcAft>
                <a:spcPts val="0"/>
              </a:spcAft>
              <a:buSzPts val="800"/>
              <a:buFont typeface="Arvo"/>
              <a:buNone/>
              <a:defRPr sz="800">
                <a:latin typeface="Arvo"/>
                <a:ea typeface="Arvo"/>
                <a:cs typeface="Arvo"/>
                <a:sym typeface="Arvo"/>
              </a:defRPr>
            </a:lvl1pPr>
            <a:lvl2pPr lvl="1" rtl="0" algn="ctr">
              <a:spcBef>
                <a:spcPts val="200"/>
              </a:spcBef>
              <a:spcAft>
                <a:spcPts val="0"/>
              </a:spcAft>
              <a:buSzPts val="800"/>
              <a:buFont typeface="Arvo"/>
              <a:buNone/>
              <a:defRPr sz="800">
                <a:latin typeface="Arvo"/>
                <a:ea typeface="Arvo"/>
                <a:cs typeface="Arvo"/>
                <a:sym typeface="Arvo"/>
              </a:defRPr>
            </a:lvl2pPr>
            <a:lvl3pPr lvl="2" rtl="0" algn="ctr">
              <a:spcBef>
                <a:spcPts val="0"/>
              </a:spcBef>
              <a:spcAft>
                <a:spcPts val="0"/>
              </a:spcAft>
              <a:buSzPts val="800"/>
              <a:buFont typeface="Arvo"/>
              <a:buNone/>
              <a:defRPr sz="800">
                <a:latin typeface="Arvo"/>
                <a:ea typeface="Arvo"/>
                <a:cs typeface="Arvo"/>
                <a:sym typeface="Arvo"/>
              </a:defRPr>
            </a:lvl3pPr>
            <a:lvl4pPr lvl="3" rtl="0" algn="ctr">
              <a:spcBef>
                <a:spcPts val="0"/>
              </a:spcBef>
              <a:spcAft>
                <a:spcPts val="0"/>
              </a:spcAft>
              <a:buSzPts val="800"/>
              <a:buFont typeface="Arvo"/>
              <a:buNone/>
              <a:defRPr sz="800">
                <a:latin typeface="Arvo"/>
                <a:ea typeface="Arvo"/>
                <a:cs typeface="Arvo"/>
                <a:sym typeface="Arvo"/>
              </a:defRPr>
            </a:lvl4pPr>
            <a:lvl5pPr lvl="4" rtl="0" algn="ctr">
              <a:spcBef>
                <a:spcPts val="0"/>
              </a:spcBef>
              <a:spcAft>
                <a:spcPts val="0"/>
              </a:spcAft>
              <a:buSzPts val="800"/>
              <a:buFont typeface="Arvo"/>
              <a:buNone/>
              <a:defRPr sz="800">
                <a:latin typeface="Arvo"/>
                <a:ea typeface="Arvo"/>
                <a:cs typeface="Arvo"/>
                <a:sym typeface="Arvo"/>
              </a:defRPr>
            </a:lvl5pPr>
            <a:lvl6pPr lvl="5" rtl="0" algn="ctr">
              <a:spcBef>
                <a:spcPts val="0"/>
              </a:spcBef>
              <a:spcAft>
                <a:spcPts val="0"/>
              </a:spcAft>
              <a:buSzPts val="800"/>
              <a:buFont typeface="Arvo"/>
              <a:buNone/>
              <a:defRPr sz="800">
                <a:latin typeface="Arvo"/>
                <a:ea typeface="Arvo"/>
                <a:cs typeface="Arvo"/>
                <a:sym typeface="Arvo"/>
              </a:defRPr>
            </a:lvl6pPr>
            <a:lvl7pPr lvl="6" rtl="0" algn="ctr">
              <a:spcBef>
                <a:spcPts val="0"/>
              </a:spcBef>
              <a:spcAft>
                <a:spcPts val="0"/>
              </a:spcAft>
              <a:buSzPts val="800"/>
              <a:buFont typeface="Arvo"/>
              <a:buNone/>
              <a:defRPr sz="800">
                <a:latin typeface="Arvo"/>
                <a:ea typeface="Arvo"/>
                <a:cs typeface="Arvo"/>
                <a:sym typeface="Arvo"/>
              </a:defRPr>
            </a:lvl7pPr>
            <a:lvl8pPr lvl="7" rtl="0" algn="ctr">
              <a:spcBef>
                <a:spcPts val="0"/>
              </a:spcBef>
              <a:spcAft>
                <a:spcPts val="0"/>
              </a:spcAft>
              <a:buSzPts val="800"/>
              <a:buFont typeface="Arvo"/>
              <a:buNone/>
              <a:defRPr sz="800">
                <a:latin typeface="Arvo"/>
                <a:ea typeface="Arvo"/>
                <a:cs typeface="Arvo"/>
                <a:sym typeface="Arvo"/>
              </a:defRPr>
            </a:lvl8pPr>
            <a:lvl9pPr lvl="8" rtl="0" algn="ctr">
              <a:spcBef>
                <a:spcPts val="0"/>
              </a:spcBef>
              <a:spcAft>
                <a:spcPts val="0"/>
              </a:spcAft>
              <a:buSzPts val="800"/>
              <a:buFont typeface="Arvo"/>
              <a:buNone/>
              <a:defRPr sz="800">
                <a:latin typeface="Arvo"/>
                <a:ea typeface="Arvo"/>
                <a:cs typeface="Arvo"/>
                <a:sym typeface="Arvo"/>
              </a:defRPr>
            </a:lvl9pPr>
          </a:lstStyle>
          <a:p/>
        </p:txBody>
      </p:sp>
      <p:sp>
        <p:nvSpPr>
          <p:cNvPr id="600" name="Google Shape;600;p6"/>
          <p:cNvSpPr txBox="1"/>
          <p:nvPr>
            <p:ph idx="27" type="subTitle"/>
          </p:nvPr>
        </p:nvSpPr>
        <p:spPr>
          <a:xfrm>
            <a:off x="-1536150" y="3930975"/>
            <a:ext cx="821100" cy="736200"/>
          </a:xfrm>
          <a:prstGeom prst="rect">
            <a:avLst/>
          </a:prstGeom>
          <a:noFill/>
          <a:ln>
            <a:noFill/>
          </a:ln>
        </p:spPr>
        <p:txBody>
          <a:bodyPr anchorCtr="0" anchor="ctr" bIns="36000" lIns="36000" spcFirstLastPara="1" rIns="36000" wrap="square" tIns="36000">
            <a:noAutofit/>
          </a:bodyPr>
          <a:lstStyle>
            <a:lvl1pPr lvl="0" rtl="0" algn="ctr">
              <a:spcBef>
                <a:spcPts val="0"/>
              </a:spcBef>
              <a:spcAft>
                <a:spcPts val="0"/>
              </a:spcAft>
              <a:buSzPts val="800"/>
              <a:buFont typeface="Arvo"/>
              <a:buNone/>
              <a:defRPr sz="800">
                <a:latin typeface="Arvo"/>
                <a:ea typeface="Arvo"/>
                <a:cs typeface="Arvo"/>
                <a:sym typeface="Arvo"/>
              </a:defRPr>
            </a:lvl1pPr>
            <a:lvl2pPr lvl="1" rtl="0" algn="ctr">
              <a:spcBef>
                <a:spcPts val="200"/>
              </a:spcBef>
              <a:spcAft>
                <a:spcPts val="0"/>
              </a:spcAft>
              <a:buSzPts val="800"/>
              <a:buFont typeface="Arvo"/>
              <a:buNone/>
              <a:defRPr sz="800">
                <a:latin typeface="Arvo"/>
                <a:ea typeface="Arvo"/>
                <a:cs typeface="Arvo"/>
                <a:sym typeface="Arvo"/>
              </a:defRPr>
            </a:lvl2pPr>
            <a:lvl3pPr lvl="2" rtl="0" algn="ctr">
              <a:spcBef>
                <a:spcPts val="0"/>
              </a:spcBef>
              <a:spcAft>
                <a:spcPts val="0"/>
              </a:spcAft>
              <a:buSzPts val="800"/>
              <a:buFont typeface="Arvo"/>
              <a:buNone/>
              <a:defRPr sz="800">
                <a:latin typeface="Arvo"/>
                <a:ea typeface="Arvo"/>
                <a:cs typeface="Arvo"/>
                <a:sym typeface="Arvo"/>
              </a:defRPr>
            </a:lvl3pPr>
            <a:lvl4pPr lvl="3" rtl="0" algn="ctr">
              <a:spcBef>
                <a:spcPts val="0"/>
              </a:spcBef>
              <a:spcAft>
                <a:spcPts val="0"/>
              </a:spcAft>
              <a:buSzPts val="800"/>
              <a:buFont typeface="Arvo"/>
              <a:buNone/>
              <a:defRPr sz="800">
                <a:latin typeface="Arvo"/>
                <a:ea typeface="Arvo"/>
                <a:cs typeface="Arvo"/>
                <a:sym typeface="Arvo"/>
              </a:defRPr>
            </a:lvl4pPr>
            <a:lvl5pPr lvl="4" rtl="0" algn="ctr">
              <a:spcBef>
                <a:spcPts val="0"/>
              </a:spcBef>
              <a:spcAft>
                <a:spcPts val="0"/>
              </a:spcAft>
              <a:buSzPts val="800"/>
              <a:buFont typeface="Arvo"/>
              <a:buNone/>
              <a:defRPr sz="800">
                <a:latin typeface="Arvo"/>
                <a:ea typeface="Arvo"/>
                <a:cs typeface="Arvo"/>
                <a:sym typeface="Arvo"/>
              </a:defRPr>
            </a:lvl5pPr>
            <a:lvl6pPr lvl="5" rtl="0" algn="ctr">
              <a:spcBef>
                <a:spcPts val="0"/>
              </a:spcBef>
              <a:spcAft>
                <a:spcPts val="0"/>
              </a:spcAft>
              <a:buSzPts val="800"/>
              <a:buFont typeface="Arvo"/>
              <a:buNone/>
              <a:defRPr sz="800">
                <a:latin typeface="Arvo"/>
                <a:ea typeface="Arvo"/>
                <a:cs typeface="Arvo"/>
                <a:sym typeface="Arvo"/>
              </a:defRPr>
            </a:lvl6pPr>
            <a:lvl7pPr lvl="6" rtl="0" algn="ctr">
              <a:spcBef>
                <a:spcPts val="0"/>
              </a:spcBef>
              <a:spcAft>
                <a:spcPts val="0"/>
              </a:spcAft>
              <a:buSzPts val="800"/>
              <a:buFont typeface="Arvo"/>
              <a:buNone/>
              <a:defRPr sz="800">
                <a:latin typeface="Arvo"/>
                <a:ea typeface="Arvo"/>
                <a:cs typeface="Arvo"/>
                <a:sym typeface="Arvo"/>
              </a:defRPr>
            </a:lvl7pPr>
            <a:lvl8pPr lvl="7" rtl="0" algn="ctr">
              <a:spcBef>
                <a:spcPts val="0"/>
              </a:spcBef>
              <a:spcAft>
                <a:spcPts val="0"/>
              </a:spcAft>
              <a:buSzPts val="800"/>
              <a:buFont typeface="Arvo"/>
              <a:buNone/>
              <a:defRPr sz="800">
                <a:latin typeface="Arvo"/>
                <a:ea typeface="Arvo"/>
                <a:cs typeface="Arvo"/>
                <a:sym typeface="Arvo"/>
              </a:defRPr>
            </a:lvl8pPr>
            <a:lvl9pPr lvl="8" rtl="0" algn="ctr">
              <a:spcBef>
                <a:spcPts val="0"/>
              </a:spcBef>
              <a:spcAft>
                <a:spcPts val="0"/>
              </a:spcAft>
              <a:buSzPts val="800"/>
              <a:buFont typeface="Arvo"/>
              <a:buNone/>
              <a:defRPr sz="800">
                <a:latin typeface="Arvo"/>
                <a:ea typeface="Arvo"/>
                <a:cs typeface="Arvo"/>
                <a:sym typeface="Arvo"/>
              </a:defRPr>
            </a:lvl9pPr>
          </a:lstStyle>
          <a:p/>
        </p:txBody>
      </p:sp>
      <p:sp>
        <p:nvSpPr>
          <p:cNvPr id="601" name="Google Shape;601;p6"/>
          <p:cNvSpPr txBox="1"/>
          <p:nvPr>
            <p:ph idx="28" type="subTitle"/>
          </p:nvPr>
        </p:nvSpPr>
        <p:spPr>
          <a:xfrm>
            <a:off x="-3401850" y="4787200"/>
            <a:ext cx="819300" cy="736200"/>
          </a:xfrm>
          <a:prstGeom prst="rect">
            <a:avLst/>
          </a:prstGeom>
          <a:noFill/>
          <a:ln>
            <a:noFill/>
          </a:ln>
        </p:spPr>
        <p:txBody>
          <a:bodyPr anchorCtr="0" anchor="ctr" bIns="36000" lIns="36000" spcFirstLastPara="1" rIns="36000" wrap="square" tIns="36000">
            <a:noAutofit/>
          </a:bodyPr>
          <a:lstStyle>
            <a:lvl1pPr lvl="0" rtl="0" algn="ctr">
              <a:spcBef>
                <a:spcPts val="0"/>
              </a:spcBef>
              <a:spcAft>
                <a:spcPts val="0"/>
              </a:spcAft>
              <a:buSzPts val="800"/>
              <a:buFont typeface="Arvo"/>
              <a:buNone/>
              <a:defRPr sz="800">
                <a:latin typeface="Arvo"/>
                <a:ea typeface="Arvo"/>
                <a:cs typeface="Arvo"/>
                <a:sym typeface="Arvo"/>
              </a:defRPr>
            </a:lvl1pPr>
            <a:lvl2pPr lvl="1" rtl="0" algn="ctr">
              <a:spcBef>
                <a:spcPts val="200"/>
              </a:spcBef>
              <a:spcAft>
                <a:spcPts val="0"/>
              </a:spcAft>
              <a:buSzPts val="800"/>
              <a:buFont typeface="Arvo"/>
              <a:buNone/>
              <a:defRPr sz="800">
                <a:latin typeface="Arvo"/>
                <a:ea typeface="Arvo"/>
                <a:cs typeface="Arvo"/>
                <a:sym typeface="Arvo"/>
              </a:defRPr>
            </a:lvl2pPr>
            <a:lvl3pPr lvl="2" rtl="0" algn="ctr">
              <a:spcBef>
                <a:spcPts val="0"/>
              </a:spcBef>
              <a:spcAft>
                <a:spcPts val="0"/>
              </a:spcAft>
              <a:buSzPts val="800"/>
              <a:buFont typeface="Arvo"/>
              <a:buNone/>
              <a:defRPr sz="800">
                <a:latin typeface="Arvo"/>
                <a:ea typeface="Arvo"/>
                <a:cs typeface="Arvo"/>
                <a:sym typeface="Arvo"/>
              </a:defRPr>
            </a:lvl3pPr>
            <a:lvl4pPr lvl="3" rtl="0" algn="ctr">
              <a:spcBef>
                <a:spcPts val="0"/>
              </a:spcBef>
              <a:spcAft>
                <a:spcPts val="0"/>
              </a:spcAft>
              <a:buSzPts val="800"/>
              <a:buFont typeface="Arvo"/>
              <a:buNone/>
              <a:defRPr sz="800">
                <a:latin typeface="Arvo"/>
                <a:ea typeface="Arvo"/>
                <a:cs typeface="Arvo"/>
                <a:sym typeface="Arvo"/>
              </a:defRPr>
            </a:lvl4pPr>
            <a:lvl5pPr lvl="4" rtl="0" algn="ctr">
              <a:spcBef>
                <a:spcPts val="0"/>
              </a:spcBef>
              <a:spcAft>
                <a:spcPts val="0"/>
              </a:spcAft>
              <a:buSzPts val="800"/>
              <a:buFont typeface="Arvo"/>
              <a:buNone/>
              <a:defRPr sz="800">
                <a:latin typeface="Arvo"/>
                <a:ea typeface="Arvo"/>
                <a:cs typeface="Arvo"/>
                <a:sym typeface="Arvo"/>
              </a:defRPr>
            </a:lvl5pPr>
            <a:lvl6pPr lvl="5" rtl="0" algn="ctr">
              <a:spcBef>
                <a:spcPts val="0"/>
              </a:spcBef>
              <a:spcAft>
                <a:spcPts val="0"/>
              </a:spcAft>
              <a:buSzPts val="800"/>
              <a:buFont typeface="Arvo"/>
              <a:buNone/>
              <a:defRPr sz="800">
                <a:latin typeface="Arvo"/>
                <a:ea typeface="Arvo"/>
                <a:cs typeface="Arvo"/>
                <a:sym typeface="Arvo"/>
              </a:defRPr>
            </a:lvl6pPr>
            <a:lvl7pPr lvl="6" rtl="0" algn="ctr">
              <a:spcBef>
                <a:spcPts val="0"/>
              </a:spcBef>
              <a:spcAft>
                <a:spcPts val="0"/>
              </a:spcAft>
              <a:buSzPts val="800"/>
              <a:buFont typeface="Arvo"/>
              <a:buNone/>
              <a:defRPr sz="800">
                <a:latin typeface="Arvo"/>
                <a:ea typeface="Arvo"/>
                <a:cs typeface="Arvo"/>
                <a:sym typeface="Arvo"/>
              </a:defRPr>
            </a:lvl7pPr>
            <a:lvl8pPr lvl="7" rtl="0" algn="ctr">
              <a:spcBef>
                <a:spcPts val="0"/>
              </a:spcBef>
              <a:spcAft>
                <a:spcPts val="0"/>
              </a:spcAft>
              <a:buSzPts val="800"/>
              <a:buFont typeface="Arvo"/>
              <a:buNone/>
              <a:defRPr sz="800">
                <a:latin typeface="Arvo"/>
                <a:ea typeface="Arvo"/>
                <a:cs typeface="Arvo"/>
                <a:sym typeface="Arvo"/>
              </a:defRPr>
            </a:lvl8pPr>
            <a:lvl9pPr lvl="8" rtl="0" algn="ctr">
              <a:spcBef>
                <a:spcPts val="0"/>
              </a:spcBef>
              <a:spcAft>
                <a:spcPts val="0"/>
              </a:spcAft>
              <a:buSzPts val="800"/>
              <a:buFont typeface="Arvo"/>
              <a:buNone/>
              <a:defRPr sz="800">
                <a:latin typeface="Arvo"/>
                <a:ea typeface="Arvo"/>
                <a:cs typeface="Arvo"/>
                <a:sym typeface="Arvo"/>
              </a:defRPr>
            </a:lvl9pPr>
          </a:lstStyle>
          <a:p/>
        </p:txBody>
      </p:sp>
      <p:sp>
        <p:nvSpPr>
          <p:cNvPr id="602" name="Google Shape;602;p6"/>
          <p:cNvSpPr txBox="1"/>
          <p:nvPr>
            <p:ph idx="29" type="subTitle"/>
          </p:nvPr>
        </p:nvSpPr>
        <p:spPr>
          <a:xfrm>
            <a:off x="-2475750" y="4787200"/>
            <a:ext cx="829200" cy="736200"/>
          </a:xfrm>
          <a:prstGeom prst="rect">
            <a:avLst/>
          </a:prstGeom>
          <a:noFill/>
          <a:ln>
            <a:noFill/>
          </a:ln>
        </p:spPr>
        <p:txBody>
          <a:bodyPr anchorCtr="0" anchor="ctr" bIns="36000" lIns="36000" spcFirstLastPara="1" rIns="36000" wrap="square" tIns="36000">
            <a:noAutofit/>
          </a:bodyPr>
          <a:lstStyle>
            <a:lvl1pPr lvl="0" rtl="0" algn="ctr">
              <a:spcBef>
                <a:spcPts val="0"/>
              </a:spcBef>
              <a:spcAft>
                <a:spcPts val="0"/>
              </a:spcAft>
              <a:buSzPts val="800"/>
              <a:buFont typeface="Arvo"/>
              <a:buNone/>
              <a:defRPr sz="800">
                <a:latin typeface="Arvo"/>
                <a:ea typeface="Arvo"/>
                <a:cs typeface="Arvo"/>
                <a:sym typeface="Arvo"/>
              </a:defRPr>
            </a:lvl1pPr>
            <a:lvl2pPr lvl="1" rtl="0" algn="ctr">
              <a:spcBef>
                <a:spcPts val="200"/>
              </a:spcBef>
              <a:spcAft>
                <a:spcPts val="0"/>
              </a:spcAft>
              <a:buSzPts val="800"/>
              <a:buFont typeface="Arvo"/>
              <a:buNone/>
              <a:defRPr sz="800">
                <a:latin typeface="Arvo"/>
                <a:ea typeface="Arvo"/>
                <a:cs typeface="Arvo"/>
                <a:sym typeface="Arvo"/>
              </a:defRPr>
            </a:lvl2pPr>
            <a:lvl3pPr lvl="2" rtl="0" algn="ctr">
              <a:spcBef>
                <a:spcPts val="0"/>
              </a:spcBef>
              <a:spcAft>
                <a:spcPts val="0"/>
              </a:spcAft>
              <a:buSzPts val="800"/>
              <a:buFont typeface="Arvo"/>
              <a:buNone/>
              <a:defRPr sz="800">
                <a:latin typeface="Arvo"/>
                <a:ea typeface="Arvo"/>
                <a:cs typeface="Arvo"/>
                <a:sym typeface="Arvo"/>
              </a:defRPr>
            </a:lvl3pPr>
            <a:lvl4pPr lvl="3" rtl="0" algn="ctr">
              <a:spcBef>
                <a:spcPts val="0"/>
              </a:spcBef>
              <a:spcAft>
                <a:spcPts val="0"/>
              </a:spcAft>
              <a:buSzPts val="800"/>
              <a:buFont typeface="Arvo"/>
              <a:buNone/>
              <a:defRPr sz="800">
                <a:latin typeface="Arvo"/>
                <a:ea typeface="Arvo"/>
                <a:cs typeface="Arvo"/>
                <a:sym typeface="Arvo"/>
              </a:defRPr>
            </a:lvl4pPr>
            <a:lvl5pPr lvl="4" rtl="0" algn="ctr">
              <a:spcBef>
                <a:spcPts val="0"/>
              </a:spcBef>
              <a:spcAft>
                <a:spcPts val="0"/>
              </a:spcAft>
              <a:buSzPts val="800"/>
              <a:buFont typeface="Arvo"/>
              <a:buNone/>
              <a:defRPr sz="800">
                <a:latin typeface="Arvo"/>
                <a:ea typeface="Arvo"/>
                <a:cs typeface="Arvo"/>
                <a:sym typeface="Arvo"/>
              </a:defRPr>
            </a:lvl5pPr>
            <a:lvl6pPr lvl="5" rtl="0" algn="ctr">
              <a:spcBef>
                <a:spcPts val="0"/>
              </a:spcBef>
              <a:spcAft>
                <a:spcPts val="0"/>
              </a:spcAft>
              <a:buSzPts val="800"/>
              <a:buFont typeface="Arvo"/>
              <a:buNone/>
              <a:defRPr sz="800">
                <a:latin typeface="Arvo"/>
                <a:ea typeface="Arvo"/>
                <a:cs typeface="Arvo"/>
                <a:sym typeface="Arvo"/>
              </a:defRPr>
            </a:lvl6pPr>
            <a:lvl7pPr lvl="6" rtl="0" algn="ctr">
              <a:spcBef>
                <a:spcPts val="0"/>
              </a:spcBef>
              <a:spcAft>
                <a:spcPts val="0"/>
              </a:spcAft>
              <a:buSzPts val="800"/>
              <a:buFont typeface="Arvo"/>
              <a:buNone/>
              <a:defRPr sz="800">
                <a:latin typeface="Arvo"/>
                <a:ea typeface="Arvo"/>
                <a:cs typeface="Arvo"/>
                <a:sym typeface="Arvo"/>
              </a:defRPr>
            </a:lvl7pPr>
            <a:lvl8pPr lvl="7" rtl="0" algn="ctr">
              <a:spcBef>
                <a:spcPts val="0"/>
              </a:spcBef>
              <a:spcAft>
                <a:spcPts val="0"/>
              </a:spcAft>
              <a:buSzPts val="800"/>
              <a:buFont typeface="Arvo"/>
              <a:buNone/>
              <a:defRPr sz="800">
                <a:latin typeface="Arvo"/>
                <a:ea typeface="Arvo"/>
                <a:cs typeface="Arvo"/>
                <a:sym typeface="Arvo"/>
              </a:defRPr>
            </a:lvl8pPr>
            <a:lvl9pPr lvl="8" rtl="0" algn="ctr">
              <a:spcBef>
                <a:spcPts val="0"/>
              </a:spcBef>
              <a:spcAft>
                <a:spcPts val="0"/>
              </a:spcAft>
              <a:buSzPts val="800"/>
              <a:buFont typeface="Arvo"/>
              <a:buNone/>
              <a:defRPr sz="800">
                <a:latin typeface="Arvo"/>
                <a:ea typeface="Arvo"/>
                <a:cs typeface="Arvo"/>
                <a:sym typeface="Arvo"/>
              </a:defRPr>
            </a:lvl9pPr>
          </a:lstStyle>
          <a:p/>
        </p:txBody>
      </p:sp>
      <p:sp>
        <p:nvSpPr>
          <p:cNvPr id="603" name="Google Shape;603;p6"/>
          <p:cNvSpPr txBox="1"/>
          <p:nvPr>
            <p:ph idx="30" type="subTitle"/>
          </p:nvPr>
        </p:nvSpPr>
        <p:spPr>
          <a:xfrm>
            <a:off x="-1536150" y="4787200"/>
            <a:ext cx="819300" cy="736200"/>
          </a:xfrm>
          <a:prstGeom prst="rect">
            <a:avLst/>
          </a:prstGeom>
          <a:noFill/>
          <a:ln>
            <a:noFill/>
          </a:ln>
        </p:spPr>
        <p:txBody>
          <a:bodyPr anchorCtr="0" anchor="ctr" bIns="36000" lIns="36000" spcFirstLastPara="1" rIns="36000" wrap="square" tIns="36000">
            <a:noAutofit/>
          </a:bodyPr>
          <a:lstStyle>
            <a:lvl1pPr lvl="0" rtl="0" algn="ctr">
              <a:spcBef>
                <a:spcPts val="0"/>
              </a:spcBef>
              <a:spcAft>
                <a:spcPts val="0"/>
              </a:spcAft>
              <a:buSzPts val="800"/>
              <a:buFont typeface="Arvo"/>
              <a:buNone/>
              <a:defRPr sz="800">
                <a:latin typeface="Arvo"/>
                <a:ea typeface="Arvo"/>
                <a:cs typeface="Arvo"/>
                <a:sym typeface="Arvo"/>
              </a:defRPr>
            </a:lvl1pPr>
            <a:lvl2pPr lvl="1" rtl="0" algn="ctr">
              <a:spcBef>
                <a:spcPts val="200"/>
              </a:spcBef>
              <a:spcAft>
                <a:spcPts val="0"/>
              </a:spcAft>
              <a:buSzPts val="800"/>
              <a:buFont typeface="Arvo"/>
              <a:buNone/>
              <a:defRPr sz="800">
                <a:latin typeface="Arvo"/>
                <a:ea typeface="Arvo"/>
                <a:cs typeface="Arvo"/>
                <a:sym typeface="Arvo"/>
              </a:defRPr>
            </a:lvl2pPr>
            <a:lvl3pPr lvl="2" rtl="0" algn="ctr">
              <a:spcBef>
                <a:spcPts val="0"/>
              </a:spcBef>
              <a:spcAft>
                <a:spcPts val="0"/>
              </a:spcAft>
              <a:buSzPts val="800"/>
              <a:buFont typeface="Arvo"/>
              <a:buNone/>
              <a:defRPr sz="800">
                <a:latin typeface="Arvo"/>
                <a:ea typeface="Arvo"/>
                <a:cs typeface="Arvo"/>
                <a:sym typeface="Arvo"/>
              </a:defRPr>
            </a:lvl3pPr>
            <a:lvl4pPr lvl="3" rtl="0" algn="ctr">
              <a:spcBef>
                <a:spcPts val="0"/>
              </a:spcBef>
              <a:spcAft>
                <a:spcPts val="0"/>
              </a:spcAft>
              <a:buSzPts val="800"/>
              <a:buFont typeface="Arvo"/>
              <a:buNone/>
              <a:defRPr sz="800">
                <a:latin typeface="Arvo"/>
                <a:ea typeface="Arvo"/>
                <a:cs typeface="Arvo"/>
                <a:sym typeface="Arvo"/>
              </a:defRPr>
            </a:lvl4pPr>
            <a:lvl5pPr lvl="4" rtl="0" algn="ctr">
              <a:spcBef>
                <a:spcPts val="0"/>
              </a:spcBef>
              <a:spcAft>
                <a:spcPts val="0"/>
              </a:spcAft>
              <a:buSzPts val="800"/>
              <a:buFont typeface="Arvo"/>
              <a:buNone/>
              <a:defRPr sz="800">
                <a:latin typeface="Arvo"/>
                <a:ea typeface="Arvo"/>
                <a:cs typeface="Arvo"/>
                <a:sym typeface="Arvo"/>
              </a:defRPr>
            </a:lvl5pPr>
            <a:lvl6pPr lvl="5" rtl="0" algn="ctr">
              <a:spcBef>
                <a:spcPts val="0"/>
              </a:spcBef>
              <a:spcAft>
                <a:spcPts val="0"/>
              </a:spcAft>
              <a:buSzPts val="800"/>
              <a:buFont typeface="Arvo"/>
              <a:buNone/>
              <a:defRPr sz="800">
                <a:latin typeface="Arvo"/>
                <a:ea typeface="Arvo"/>
                <a:cs typeface="Arvo"/>
                <a:sym typeface="Arvo"/>
              </a:defRPr>
            </a:lvl6pPr>
            <a:lvl7pPr lvl="6" rtl="0" algn="ctr">
              <a:spcBef>
                <a:spcPts val="0"/>
              </a:spcBef>
              <a:spcAft>
                <a:spcPts val="0"/>
              </a:spcAft>
              <a:buSzPts val="800"/>
              <a:buFont typeface="Arvo"/>
              <a:buNone/>
              <a:defRPr sz="800">
                <a:latin typeface="Arvo"/>
                <a:ea typeface="Arvo"/>
                <a:cs typeface="Arvo"/>
                <a:sym typeface="Arvo"/>
              </a:defRPr>
            </a:lvl7pPr>
            <a:lvl8pPr lvl="7" rtl="0" algn="ctr">
              <a:spcBef>
                <a:spcPts val="0"/>
              </a:spcBef>
              <a:spcAft>
                <a:spcPts val="0"/>
              </a:spcAft>
              <a:buSzPts val="800"/>
              <a:buFont typeface="Arvo"/>
              <a:buNone/>
              <a:defRPr sz="800">
                <a:latin typeface="Arvo"/>
                <a:ea typeface="Arvo"/>
                <a:cs typeface="Arvo"/>
                <a:sym typeface="Arvo"/>
              </a:defRPr>
            </a:lvl8pPr>
            <a:lvl9pPr lvl="8" rtl="0" algn="ctr">
              <a:spcBef>
                <a:spcPts val="0"/>
              </a:spcBef>
              <a:spcAft>
                <a:spcPts val="0"/>
              </a:spcAft>
              <a:buSzPts val="800"/>
              <a:buFont typeface="Arvo"/>
              <a:buNone/>
              <a:defRPr sz="800">
                <a:latin typeface="Arvo"/>
                <a:ea typeface="Arvo"/>
                <a:cs typeface="Arvo"/>
                <a:sym typeface="Arvo"/>
              </a:defRPr>
            </a:lvl9pPr>
          </a:lstStyle>
          <a:p/>
        </p:txBody>
      </p:sp>
      <p:sp>
        <p:nvSpPr>
          <p:cNvPr id="604" name="Google Shape;604;p6"/>
          <p:cNvSpPr txBox="1"/>
          <p:nvPr>
            <p:ph idx="31" type="subTitle"/>
          </p:nvPr>
        </p:nvSpPr>
        <p:spPr>
          <a:xfrm>
            <a:off x="-3411750" y="5640725"/>
            <a:ext cx="829200" cy="736200"/>
          </a:xfrm>
          <a:prstGeom prst="rect">
            <a:avLst/>
          </a:prstGeom>
          <a:noFill/>
          <a:ln>
            <a:noFill/>
          </a:ln>
        </p:spPr>
        <p:txBody>
          <a:bodyPr anchorCtr="0" anchor="ctr" bIns="36000" lIns="36000" spcFirstLastPara="1" rIns="36000" wrap="square" tIns="36000">
            <a:noAutofit/>
          </a:bodyPr>
          <a:lstStyle>
            <a:lvl1pPr lvl="0" rtl="0" algn="ctr">
              <a:spcBef>
                <a:spcPts val="0"/>
              </a:spcBef>
              <a:spcAft>
                <a:spcPts val="0"/>
              </a:spcAft>
              <a:buSzPts val="800"/>
              <a:buFont typeface="Arvo"/>
              <a:buNone/>
              <a:defRPr sz="800">
                <a:latin typeface="Arvo"/>
                <a:ea typeface="Arvo"/>
                <a:cs typeface="Arvo"/>
                <a:sym typeface="Arvo"/>
              </a:defRPr>
            </a:lvl1pPr>
            <a:lvl2pPr lvl="1" rtl="0" algn="ctr">
              <a:spcBef>
                <a:spcPts val="200"/>
              </a:spcBef>
              <a:spcAft>
                <a:spcPts val="0"/>
              </a:spcAft>
              <a:buSzPts val="800"/>
              <a:buFont typeface="Arvo"/>
              <a:buNone/>
              <a:defRPr sz="800">
                <a:latin typeface="Arvo"/>
                <a:ea typeface="Arvo"/>
                <a:cs typeface="Arvo"/>
                <a:sym typeface="Arvo"/>
              </a:defRPr>
            </a:lvl2pPr>
            <a:lvl3pPr lvl="2" rtl="0" algn="ctr">
              <a:spcBef>
                <a:spcPts val="0"/>
              </a:spcBef>
              <a:spcAft>
                <a:spcPts val="0"/>
              </a:spcAft>
              <a:buSzPts val="800"/>
              <a:buFont typeface="Arvo"/>
              <a:buNone/>
              <a:defRPr sz="800">
                <a:latin typeface="Arvo"/>
                <a:ea typeface="Arvo"/>
                <a:cs typeface="Arvo"/>
                <a:sym typeface="Arvo"/>
              </a:defRPr>
            </a:lvl3pPr>
            <a:lvl4pPr lvl="3" rtl="0" algn="ctr">
              <a:spcBef>
                <a:spcPts val="0"/>
              </a:spcBef>
              <a:spcAft>
                <a:spcPts val="0"/>
              </a:spcAft>
              <a:buSzPts val="800"/>
              <a:buFont typeface="Arvo"/>
              <a:buNone/>
              <a:defRPr sz="800">
                <a:latin typeface="Arvo"/>
                <a:ea typeface="Arvo"/>
                <a:cs typeface="Arvo"/>
                <a:sym typeface="Arvo"/>
              </a:defRPr>
            </a:lvl4pPr>
            <a:lvl5pPr lvl="4" rtl="0" algn="ctr">
              <a:spcBef>
                <a:spcPts val="0"/>
              </a:spcBef>
              <a:spcAft>
                <a:spcPts val="0"/>
              </a:spcAft>
              <a:buSzPts val="800"/>
              <a:buFont typeface="Arvo"/>
              <a:buNone/>
              <a:defRPr sz="800">
                <a:latin typeface="Arvo"/>
                <a:ea typeface="Arvo"/>
                <a:cs typeface="Arvo"/>
                <a:sym typeface="Arvo"/>
              </a:defRPr>
            </a:lvl5pPr>
            <a:lvl6pPr lvl="5" rtl="0" algn="ctr">
              <a:spcBef>
                <a:spcPts val="0"/>
              </a:spcBef>
              <a:spcAft>
                <a:spcPts val="0"/>
              </a:spcAft>
              <a:buSzPts val="800"/>
              <a:buFont typeface="Arvo"/>
              <a:buNone/>
              <a:defRPr sz="800">
                <a:latin typeface="Arvo"/>
                <a:ea typeface="Arvo"/>
                <a:cs typeface="Arvo"/>
                <a:sym typeface="Arvo"/>
              </a:defRPr>
            </a:lvl6pPr>
            <a:lvl7pPr lvl="6" rtl="0" algn="ctr">
              <a:spcBef>
                <a:spcPts val="0"/>
              </a:spcBef>
              <a:spcAft>
                <a:spcPts val="0"/>
              </a:spcAft>
              <a:buSzPts val="800"/>
              <a:buFont typeface="Arvo"/>
              <a:buNone/>
              <a:defRPr sz="800">
                <a:latin typeface="Arvo"/>
                <a:ea typeface="Arvo"/>
                <a:cs typeface="Arvo"/>
                <a:sym typeface="Arvo"/>
              </a:defRPr>
            </a:lvl7pPr>
            <a:lvl8pPr lvl="7" rtl="0" algn="ctr">
              <a:spcBef>
                <a:spcPts val="0"/>
              </a:spcBef>
              <a:spcAft>
                <a:spcPts val="0"/>
              </a:spcAft>
              <a:buSzPts val="800"/>
              <a:buFont typeface="Arvo"/>
              <a:buNone/>
              <a:defRPr sz="800">
                <a:latin typeface="Arvo"/>
                <a:ea typeface="Arvo"/>
                <a:cs typeface="Arvo"/>
                <a:sym typeface="Arvo"/>
              </a:defRPr>
            </a:lvl8pPr>
            <a:lvl9pPr lvl="8" rtl="0" algn="ctr">
              <a:spcBef>
                <a:spcPts val="0"/>
              </a:spcBef>
              <a:spcAft>
                <a:spcPts val="0"/>
              </a:spcAft>
              <a:buSzPts val="800"/>
              <a:buFont typeface="Arvo"/>
              <a:buNone/>
              <a:defRPr sz="800">
                <a:latin typeface="Arvo"/>
                <a:ea typeface="Arvo"/>
                <a:cs typeface="Arvo"/>
                <a:sym typeface="Arvo"/>
              </a:defRPr>
            </a:lvl9pPr>
          </a:lstStyle>
          <a:p/>
        </p:txBody>
      </p:sp>
      <p:sp>
        <p:nvSpPr>
          <p:cNvPr id="605" name="Google Shape;605;p6"/>
          <p:cNvSpPr txBox="1"/>
          <p:nvPr>
            <p:ph idx="32" type="subTitle"/>
          </p:nvPr>
        </p:nvSpPr>
        <p:spPr>
          <a:xfrm>
            <a:off x="-2477575" y="5640725"/>
            <a:ext cx="819300" cy="736200"/>
          </a:xfrm>
          <a:prstGeom prst="rect">
            <a:avLst/>
          </a:prstGeom>
          <a:noFill/>
          <a:ln>
            <a:noFill/>
          </a:ln>
        </p:spPr>
        <p:txBody>
          <a:bodyPr anchorCtr="0" anchor="ctr" bIns="36000" lIns="36000" spcFirstLastPara="1" rIns="36000" wrap="square" tIns="36000">
            <a:noAutofit/>
          </a:bodyPr>
          <a:lstStyle>
            <a:lvl1pPr lvl="0" rtl="0" algn="ctr">
              <a:spcBef>
                <a:spcPts val="0"/>
              </a:spcBef>
              <a:spcAft>
                <a:spcPts val="0"/>
              </a:spcAft>
              <a:buSzPts val="800"/>
              <a:buFont typeface="Arvo"/>
              <a:buNone/>
              <a:defRPr sz="800">
                <a:latin typeface="Arvo"/>
                <a:ea typeface="Arvo"/>
                <a:cs typeface="Arvo"/>
                <a:sym typeface="Arvo"/>
              </a:defRPr>
            </a:lvl1pPr>
            <a:lvl2pPr lvl="1" rtl="0" algn="ctr">
              <a:spcBef>
                <a:spcPts val="200"/>
              </a:spcBef>
              <a:spcAft>
                <a:spcPts val="0"/>
              </a:spcAft>
              <a:buSzPts val="800"/>
              <a:buFont typeface="Arvo"/>
              <a:buNone/>
              <a:defRPr sz="800">
                <a:latin typeface="Arvo"/>
                <a:ea typeface="Arvo"/>
                <a:cs typeface="Arvo"/>
                <a:sym typeface="Arvo"/>
              </a:defRPr>
            </a:lvl2pPr>
            <a:lvl3pPr lvl="2" rtl="0" algn="ctr">
              <a:spcBef>
                <a:spcPts val="0"/>
              </a:spcBef>
              <a:spcAft>
                <a:spcPts val="0"/>
              </a:spcAft>
              <a:buSzPts val="800"/>
              <a:buFont typeface="Arvo"/>
              <a:buNone/>
              <a:defRPr sz="800">
                <a:latin typeface="Arvo"/>
                <a:ea typeface="Arvo"/>
                <a:cs typeface="Arvo"/>
                <a:sym typeface="Arvo"/>
              </a:defRPr>
            </a:lvl3pPr>
            <a:lvl4pPr lvl="3" rtl="0" algn="ctr">
              <a:spcBef>
                <a:spcPts val="0"/>
              </a:spcBef>
              <a:spcAft>
                <a:spcPts val="0"/>
              </a:spcAft>
              <a:buSzPts val="800"/>
              <a:buFont typeface="Arvo"/>
              <a:buNone/>
              <a:defRPr sz="800">
                <a:latin typeface="Arvo"/>
                <a:ea typeface="Arvo"/>
                <a:cs typeface="Arvo"/>
                <a:sym typeface="Arvo"/>
              </a:defRPr>
            </a:lvl4pPr>
            <a:lvl5pPr lvl="4" rtl="0" algn="ctr">
              <a:spcBef>
                <a:spcPts val="0"/>
              </a:spcBef>
              <a:spcAft>
                <a:spcPts val="0"/>
              </a:spcAft>
              <a:buSzPts val="800"/>
              <a:buFont typeface="Arvo"/>
              <a:buNone/>
              <a:defRPr sz="800">
                <a:latin typeface="Arvo"/>
                <a:ea typeface="Arvo"/>
                <a:cs typeface="Arvo"/>
                <a:sym typeface="Arvo"/>
              </a:defRPr>
            </a:lvl5pPr>
            <a:lvl6pPr lvl="5" rtl="0" algn="ctr">
              <a:spcBef>
                <a:spcPts val="0"/>
              </a:spcBef>
              <a:spcAft>
                <a:spcPts val="0"/>
              </a:spcAft>
              <a:buSzPts val="800"/>
              <a:buFont typeface="Arvo"/>
              <a:buNone/>
              <a:defRPr sz="800">
                <a:latin typeface="Arvo"/>
                <a:ea typeface="Arvo"/>
                <a:cs typeface="Arvo"/>
                <a:sym typeface="Arvo"/>
              </a:defRPr>
            </a:lvl6pPr>
            <a:lvl7pPr lvl="6" rtl="0" algn="ctr">
              <a:spcBef>
                <a:spcPts val="0"/>
              </a:spcBef>
              <a:spcAft>
                <a:spcPts val="0"/>
              </a:spcAft>
              <a:buSzPts val="800"/>
              <a:buFont typeface="Arvo"/>
              <a:buNone/>
              <a:defRPr sz="800">
                <a:latin typeface="Arvo"/>
                <a:ea typeface="Arvo"/>
                <a:cs typeface="Arvo"/>
                <a:sym typeface="Arvo"/>
              </a:defRPr>
            </a:lvl7pPr>
            <a:lvl8pPr lvl="7" rtl="0" algn="ctr">
              <a:spcBef>
                <a:spcPts val="0"/>
              </a:spcBef>
              <a:spcAft>
                <a:spcPts val="0"/>
              </a:spcAft>
              <a:buSzPts val="800"/>
              <a:buFont typeface="Arvo"/>
              <a:buNone/>
              <a:defRPr sz="800">
                <a:latin typeface="Arvo"/>
                <a:ea typeface="Arvo"/>
                <a:cs typeface="Arvo"/>
                <a:sym typeface="Arvo"/>
              </a:defRPr>
            </a:lvl8pPr>
            <a:lvl9pPr lvl="8" rtl="0" algn="ctr">
              <a:spcBef>
                <a:spcPts val="0"/>
              </a:spcBef>
              <a:spcAft>
                <a:spcPts val="0"/>
              </a:spcAft>
              <a:buSzPts val="800"/>
              <a:buFont typeface="Arvo"/>
              <a:buNone/>
              <a:defRPr sz="800">
                <a:latin typeface="Arvo"/>
                <a:ea typeface="Arvo"/>
                <a:cs typeface="Arvo"/>
                <a:sym typeface="Arvo"/>
              </a:defRPr>
            </a:lvl9pPr>
          </a:lstStyle>
          <a:p/>
        </p:txBody>
      </p:sp>
      <p:sp>
        <p:nvSpPr>
          <p:cNvPr id="606" name="Google Shape;606;p6"/>
          <p:cNvSpPr txBox="1"/>
          <p:nvPr>
            <p:ph idx="33" type="subTitle"/>
          </p:nvPr>
        </p:nvSpPr>
        <p:spPr>
          <a:xfrm>
            <a:off x="-1541575" y="5640600"/>
            <a:ext cx="829200" cy="736200"/>
          </a:xfrm>
          <a:prstGeom prst="rect">
            <a:avLst/>
          </a:prstGeom>
          <a:noFill/>
          <a:ln>
            <a:noFill/>
          </a:ln>
        </p:spPr>
        <p:txBody>
          <a:bodyPr anchorCtr="0" anchor="ctr" bIns="36000" lIns="36000" spcFirstLastPara="1" rIns="36000" wrap="square" tIns="36000">
            <a:noAutofit/>
          </a:bodyPr>
          <a:lstStyle>
            <a:lvl1pPr lvl="0" rtl="0" algn="ctr">
              <a:spcBef>
                <a:spcPts val="0"/>
              </a:spcBef>
              <a:spcAft>
                <a:spcPts val="0"/>
              </a:spcAft>
              <a:buSzPts val="800"/>
              <a:buFont typeface="Arvo"/>
              <a:buNone/>
              <a:defRPr sz="800">
                <a:latin typeface="Arvo"/>
                <a:ea typeface="Arvo"/>
                <a:cs typeface="Arvo"/>
                <a:sym typeface="Arvo"/>
              </a:defRPr>
            </a:lvl1pPr>
            <a:lvl2pPr lvl="1" rtl="0" algn="ctr">
              <a:spcBef>
                <a:spcPts val="200"/>
              </a:spcBef>
              <a:spcAft>
                <a:spcPts val="0"/>
              </a:spcAft>
              <a:buSzPts val="800"/>
              <a:buFont typeface="Arvo"/>
              <a:buNone/>
              <a:defRPr sz="800">
                <a:latin typeface="Arvo"/>
                <a:ea typeface="Arvo"/>
                <a:cs typeface="Arvo"/>
                <a:sym typeface="Arvo"/>
              </a:defRPr>
            </a:lvl2pPr>
            <a:lvl3pPr lvl="2" rtl="0" algn="ctr">
              <a:spcBef>
                <a:spcPts val="0"/>
              </a:spcBef>
              <a:spcAft>
                <a:spcPts val="0"/>
              </a:spcAft>
              <a:buSzPts val="800"/>
              <a:buFont typeface="Arvo"/>
              <a:buNone/>
              <a:defRPr sz="800">
                <a:latin typeface="Arvo"/>
                <a:ea typeface="Arvo"/>
                <a:cs typeface="Arvo"/>
                <a:sym typeface="Arvo"/>
              </a:defRPr>
            </a:lvl3pPr>
            <a:lvl4pPr lvl="3" rtl="0" algn="ctr">
              <a:spcBef>
                <a:spcPts val="0"/>
              </a:spcBef>
              <a:spcAft>
                <a:spcPts val="0"/>
              </a:spcAft>
              <a:buSzPts val="800"/>
              <a:buFont typeface="Arvo"/>
              <a:buNone/>
              <a:defRPr sz="800">
                <a:latin typeface="Arvo"/>
                <a:ea typeface="Arvo"/>
                <a:cs typeface="Arvo"/>
                <a:sym typeface="Arvo"/>
              </a:defRPr>
            </a:lvl4pPr>
            <a:lvl5pPr lvl="4" rtl="0" algn="ctr">
              <a:spcBef>
                <a:spcPts val="0"/>
              </a:spcBef>
              <a:spcAft>
                <a:spcPts val="0"/>
              </a:spcAft>
              <a:buSzPts val="800"/>
              <a:buFont typeface="Arvo"/>
              <a:buNone/>
              <a:defRPr sz="800">
                <a:latin typeface="Arvo"/>
                <a:ea typeface="Arvo"/>
                <a:cs typeface="Arvo"/>
                <a:sym typeface="Arvo"/>
              </a:defRPr>
            </a:lvl5pPr>
            <a:lvl6pPr lvl="5" rtl="0" algn="ctr">
              <a:spcBef>
                <a:spcPts val="0"/>
              </a:spcBef>
              <a:spcAft>
                <a:spcPts val="0"/>
              </a:spcAft>
              <a:buSzPts val="800"/>
              <a:buFont typeface="Arvo"/>
              <a:buNone/>
              <a:defRPr sz="800">
                <a:latin typeface="Arvo"/>
                <a:ea typeface="Arvo"/>
                <a:cs typeface="Arvo"/>
                <a:sym typeface="Arvo"/>
              </a:defRPr>
            </a:lvl6pPr>
            <a:lvl7pPr lvl="6" rtl="0" algn="ctr">
              <a:spcBef>
                <a:spcPts val="0"/>
              </a:spcBef>
              <a:spcAft>
                <a:spcPts val="0"/>
              </a:spcAft>
              <a:buSzPts val="800"/>
              <a:buFont typeface="Arvo"/>
              <a:buNone/>
              <a:defRPr sz="800">
                <a:latin typeface="Arvo"/>
                <a:ea typeface="Arvo"/>
                <a:cs typeface="Arvo"/>
                <a:sym typeface="Arvo"/>
              </a:defRPr>
            </a:lvl7pPr>
            <a:lvl8pPr lvl="7" rtl="0" algn="ctr">
              <a:spcBef>
                <a:spcPts val="0"/>
              </a:spcBef>
              <a:spcAft>
                <a:spcPts val="0"/>
              </a:spcAft>
              <a:buSzPts val="800"/>
              <a:buFont typeface="Arvo"/>
              <a:buNone/>
              <a:defRPr sz="800">
                <a:latin typeface="Arvo"/>
                <a:ea typeface="Arvo"/>
                <a:cs typeface="Arvo"/>
                <a:sym typeface="Arvo"/>
              </a:defRPr>
            </a:lvl8pPr>
            <a:lvl9pPr lvl="8" rtl="0" algn="ctr">
              <a:spcBef>
                <a:spcPts val="0"/>
              </a:spcBef>
              <a:spcAft>
                <a:spcPts val="0"/>
              </a:spcAft>
              <a:buSzPts val="800"/>
              <a:buFont typeface="Arvo"/>
              <a:buNone/>
              <a:defRPr sz="800">
                <a:latin typeface="Arvo"/>
                <a:ea typeface="Arvo"/>
                <a:cs typeface="Arvo"/>
                <a:sym typeface="Arvo"/>
              </a:defRPr>
            </a:lvl9pPr>
          </a:lstStyle>
          <a:p/>
        </p:txBody>
      </p:sp>
      <p:sp>
        <p:nvSpPr>
          <p:cNvPr id="607" name="Google Shape;607;p6"/>
          <p:cNvSpPr txBox="1"/>
          <p:nvPr>
            <p:ph idx="34" type="subTitle"/>
          </p:nvPr>
        </p:nvSpPr>
        <p:spPr>
          <a:xfrm>
            <a:off x="5337575" y="4331637"/>
            <a:ext cx="4319400" cy="390000"/>
          </a:xfrm>
          <a:prstGeom prst="rect">
            <a:avLst/>
          </a:prstGeom>
          <a:noFill/>
          <a:ln>
            <a:noFill/>
          </a:ln>
        </p:spPr>
        <p:txBody>
          <a:bodyPr anchorCtr="0" anchor="ctr" bIns="18000" lIns="18000" spcFirstLastPara="1" rIns="18000" wrap="square" tIns="18000">
            <a:noAutofit/>
          </a:bodyPr>
          <a:lstStyle>
            <a:lvl1pPr lvl="0" rtl="0" algn="ctr">
              <a:spcBef>
                <a:spcPts val="0"/>
              </a:spcBef>
              <a:spcAft>
                <a:spcPts val="0"/>
              </a:spcAft>
              <a:buSzPts val="900"/>
              <a:buFont typeface="Arvo"/>
              <a:buNone/>
              <a:defRPr sz="900">
                <a:latin typeface="Arvo"/>
                <a:ea typeface="Arvo"/>
                <a:cs typeface="Arvo"/>
                <a:sym typeface="Arvo"/>
              </a:defRPr>
            </a:lvl1pPr>
            <a:lvl2pPr lvl="1" rtl="0" algn="ctr">
              <a:spcBef>
                <a:spcPts val="200"/>
              </a:spcBef>
              <a:spcAft>
                <a:spcPts val="0"/>
              </a:spcAft>
              <a:buSzPts val="1400"/>
              <a:buNone/>
              <a:defRPr/>
            </a:lvl2pPr>
            <a:lvl3pPr lvl="2" rtl="0" algn="ctr">
              <a:spcBef>
                <a:spcPts val="0"/>
              </a:spcBef>
              <a:spcAft>
                <a:spcPts val="0"/>
              </a:spcAft>
              <a:buSzPts val="1400"/>
              <a:buNone/>
              <a:defRPr/>
            </a:lvl3pPr>
            <a:lvl4pPr lvl="3" rtl="0" algn="ctr">
              <a:spcBef>
                <a:spcPts val="0"/>
              </a:spcBef>
              <a:spcAft>
                <a:spcPts val="0"/>
              </a:spcAft>
              <a:buSzPts val="1400"/>
              <a:buNone/>
              <a:defRPr/>
            </a:lvl4pPr>
            <a:lvl5pPr lvl="4" rtl="0" algn="ctr">
              <a:spcBef>
                <a:spcPts val="0"/>
              </a:spcBef>
              <a:spcAft>
                <a:spcPts val="0"/>
              </a:spcAft>
              <a:buSzPts val="1400"/>
              <a:buNone/>
              <a:defRPr/>
            </a:lvl5pPr>
            <a:lvl6pPr lvl="5" rtl="0" algn="ctr">
              <a:spcBef>
                <a:spcPts val="0"/>
              </a:spcBef>
              <a:spcAft>
                <a:spcPts val="0"/>
              </a:spcAft>
              <a:buSzPts val="1400"/>
              <a:buNone/>
              <a:defRPr/>
            </a:lvl6pPr>
            <a:lvl7pPr lvl="6" rtl="0" algn="ctr">
              <a:spcBef>
                <a:spcPts val="0"/>
              </a:spcBef>
              <a:spcAft>
                <a:spcPts val="0"/>
              </a:spcAft>
              <a:buSzPts val="1400"/>
              <a:buNone/>
              <a:defRPr/>
            </a:lvl7pPr>
            <a:lvl8pPr lvl="7" rtl="0" algn="ctr">
              <a:spcBef>
                <a:spcPts val="0"/>
              </a:spcBef>
              <a:spcAft>
                <a:spcPts val="0"/>
              </a:spcAft>
              <a:buSzPts val="1400"/>
              <a:buNone/>
              <a:defRPr/>
            </a:lvl8pPr>
            <a:lvl9pPr lvl="8" rtl="0" algn="ctr">
              <a:spcBef>
                <a:spcPts val="0"/>
              </a:spcBef>
              <a:spcAft>
                <a:spcPts val="0"/>
              </a:spcAft>
              <a:buSzPts val="1400"/>
              <a:buNone/>
              <a:defRPr/>
            </a:lvl9pPr>
          </a:lstStyle>
          <a:p/>
        </p:txBody>
      </p:sp>
      <p:sp>
        <p:nvSpPr>
          <p:cNvPr id="608" name="Google Shape;608;p6"/>
          <p:cNvSpPr txBox="1"/>
          <p:nvPr>
            <p:ph idx="35" type="subTitle"/>
          </p:nvPr>
        </p:nvSpPr>
        <p:spPr>
          <a:xfrm>
            <a:off x="5337575" y="5888594"/>
            <a:ext cx="4319400" cy="390000"/>
          </a:xfrm>
          <a:prstGeom prst="rect">
            <a:avLst/>
          </a:prstGeom>
          <a:noFill/>
          <a:ln>
            <a:noFill/>
          </a:ln>
        </p:spPr>
        <p:txBody>
          <a:bodyPr anchorCtr="0" anchor="ctr" bIns="18000" lIns="18000" spcFirstLastPara="1" rIns="18000" wrap="square" tIns="18000">
            <a:noAutofit/>
          </a:bodyPr>
          <a:lstStyle>
            <a:lvl1pPr lvl="0" rtl="0" algn="ctr">
              <a:spcBef>
                <a:spcPts val="0"/>
              </a:spcBef>
              <a:spcAft>
                <a:spcPts val="0"/>
              </a:spcAft>
              <a:buSzPts val="900"/>
              <a:buFont typeface="Arvo"/>
              <a:buNone/>
              <a:defRPr sz="900">
                <a:latin typeface="Arvo"/>
                <a:ea typeface="Arvo"/>
                <a:cs typeface="Arvo"/>
                <a:sym typeface="Arvo"/>
              </a:defRPr>
            </a:lvl1pPr>
            <a:lvl2pPr lvl="1" rtl="0" algn="ctr">
              <a:spcBef>
                <a:spcPts val="200"/>
              </a:spcBef>
              <a:spcAft>
                <a:spcPts val="0"/>
              </a:spcAft>
              <a:buSzPts val="1400"/>
              <a:buFont typeface="Arvo"/>
              <a:buNone/>
              <a:defRPr>
                <a:latin typeface="Arvo"/>
                <a:ea typeface="Arvo"/>
                <a:cs typeface="Arvo"/>
                <a:sym typeface="Arvo"/>
              </a:defRPr>
            </a:lvl2pPr>
            <a:lvl3pPr lvl="2" rtl="0" algn="ctr">
              <a:spcBef>
                <a:spcPts val="0"/>
              </a:spcBef>
              <a:spcAft>
                <a:spcPts val="0"/>
              </a:spcAft>
              <a:buSzPts val="1400"/>
              <a:buFont typeface="Arvo"/>
              <a:buNone/>
              <a:defRPr>
                <a:latin typeface="Arvo"/>
                <a:ea typeface="Arvo"/>
                <a:cs typeface="Arvo"/>
                <a:sym typeface="Arvo"/>
              </a:defRPr>
            </a:lvl3pPr>
            <a:lvl4pPr lvl="3" rtl="0" algn="ctr">
              <a:spcBef>
                <a:spcPts val="0"/>
              </a:spcBef>
              <a:spcAft>
                <a:spcPts val="0"/>
              </a:spcAft>
              <a:buSzPts val="1400"/>
              <a:buFont typeface="Arvo"/>
              <a:buNone/>
              <a:defRPr>
                <a:latin typeface="Arvo"/>
                <a:ea typeface="Arvo"/>
                <a:cs typeface="Arvo"/>
                <a:sym typeface="Arvo"/>
              </a:defRPr>
            </a:lvl4pPr>
            <a:lvl5pPr lvl="4" rtl="0" algn="ctr">
              <a:spcBef>
                <a:spcPts val="0"/>
              </a:spcBef>
              <a:spcAft>
                <a:spcPts val="0"/>
              </a:spcAft>
              <a:buSzPts val="1400"/>
              <a:buFont typeface="Arvo"/>
              <a:buNone/>
              <a:defRPr>
                <a:latin typeface="Arvo"/>
                <a:ea typeface="Arvo"/>
                <a:cs typeface="Arvo"/>
                <a:sym typeface="Arvo"/>
              </a:defRPr>
            </a:lvl5pPr>
            <a:lvl6pPr lvl="5" rtl="0" algn="ctr">
              <a:spcBef>
                <a:spcPts val="0"/>
              </a:spcBef>
              <a:spcAft>
                <a:spcPts val="0"/>
              </a:spcAft>
              <a:buSzPts val="1400"/>
              <a:buFont typeface="Arvo"/>
              <a:buNone/>
              <a:defRPr>
                <a:latin typeface="Arvo"/>
                <a:ea typeface="Arvo"/>
                <a:cs typeface="Arvo"/>
                <a:sym typeface="Arvo"/>
              </a:defRPr>
            </a:lvl6pPr>
            <a:lvl7pPr lvl="6" rtl="0" algn="ctr">
              <a:spcBef>
                <a:spcPts val="0"/>
              </a:spcBef>
              <a:spcAft>
                <a:spcPts val="0"/>
              </a:spcAft>
              <a:buSzPts val="1400"/>
              <a:buFont typeface="Arvo"/>
              <a:buNone/>
              <a:defRPr>
                <a:latin typeface="Arvo"/>
                <a:ea typeface="Arvo"/>
                <a:cs typeface="Arvo"/>
                <a:sym typeface="Arvo"/>
              </a:defRPr>
            </a:lvl7pPr>
            <a:lvl8pPr lvl="7" rtl="0" algn="ctr">
              <a:spcBef>
                <a:spcPts val="0"/>
              </a:spcBef>
              <a:spcAft>
                <a:spcPts val="0"/>
              </a:spcAft>
              <a:buSzPts val="1400"/>
              <a:buFont typeface="Arvo"/>
              <a:buNone/>
              <a:defRPr>
                <a:latin typeface="Arvo"/>
                <a:ea typeface="Arvo"/>
                <a:cs typeface="Arvo"/>
                <a:sym typeface="Arvo"/>
              </a:defRPr>
            </a:lvl8pPr>
            <a:lvl9pPr lvl="8" rtl="0" algn="ctr">
              <a:spcBef>
                <a:spcPts val="0"/>
              </a:spcBef>
              <a:spcAft>
                <a:spcPts val="0"/>
              </a:spcAft>
              <a:buSzPts val="1400"/>
              <a:buFont typeface="Arvo"/>
              <a:buNone/>
              <a:defRPr>
                <a:latin typeface="Arvo"/>
                <a:ea typeface="Arvo"/>
                <a:cs typeface="Arvo"/>
                <a:sym typeface="Arvo"/>
              </a:defRPr>
            </a:lvl9pPr>
          </a:lstStyle>
          <a:p/>
        </p:txBody>
      </p:sp>
      <p:sp>
        <p:nvSpPr>
          <p:cNvPr id="609" name="Google Shape;609;p6"/>
          <p:cNvSpPr txBox="1"/>
          <p:nvPr>
            <p:ph idx="36" type="subTitle"/>
          </p:nvPr>
        </p:nvSpPr>
        <p:spPr>
          <a:xfrm>
            <a:off x="5337575" y="2820825"/>
            <a:ext cx="4319400" cy="390000"/>
          </a:xfrm>
          <a:prstGeom prst="rect">
            <a:avLst/>
          </a:prstGeom>
          <a:noFill/>
          <a:ln>
            <a:noFill/>
          </a:ln>
        </p:spPr>
        <p:txBody>
          <a:bodyPr anchorCtr="0" anchor="ctr" bIns="18000" lIns="18000" spcFirstLastPara="1" rIns="18000" wrap="square" tIns="18000">
            <a:noAutofit/>
          </a:bodyPr>
          <a:lstStyle>
            <a:lvl1pPr lvl="0" rtl="0" algn="ctr">
              <a:spcBef>
                <a:spcPts val="0"/>
              </a:spcBef>
              <a:spcAft>
                <a:spcPts val="0"/>
              </a:spcAft>
              <a:buSzPts val="900"/>
              <a:buFont typeface="Arvo"/>
              <a:buNone/>
              <a:defRPr sz="900">
                <a:latin typeface="Arvo"/>
                <a:ea typeface="Arvo"/>
                <a:cs typeface="Arvo"/>
                <a:sym typeface="Arvo"/>
              </a:defRPr>
            </a:lvl1pPr>
            <a:lvl2pPr lvl="1" rtl="0" algn="ctr">
              <a:spcBef>
                <a:spcPts val="200"/>
              </a:spcBef>
              <a:spcAft>
                <a:spcPts val="0"/>
              </a:spcAft>
              <a:buSzPts val="1400"/>
              <a:buNone/>
              <a:defRPr/>
            </a:lvl2pPr>
            <a:lvl3pPr lvl="2" rtl="0" algn="ctr">
              <a:spcBef>
                <a:spcPts val="0"/>
              </a:spcBef>
              <a:spcAft>
                <a:spcPts val="0"/>
              </a:spcAft>
              <a:buSzPts val="1400"/>
              <a:buNone/>
              <a:defRPr/>
            </a:lvl3pPr>
            <a:lvl4pPr lvl="3" rtl="0" algn="ctr">
              <a:spcBef>
                <a:spcPts val="0"/>
              </a:spcBef>
              <a:spcAft>
                <a:spcPts val="0"/>
              </a:spcAft>
              <a:buSzPts val="1400"/>
              <a:buNone/>
              <a:defRPr/>
            </a:lvl4pPr>
            <a:lvl5pPr lvl="4" rtl="0" algn="ctr">
              <a:spcBef>
                <a:spcPts val="0"/>
              </a:spcBef>
              <a:spcAft>
                <a:spcPts val="0"/>
              </a:spcAft>
              <a:buSzPts val="1400"/>
              <a:buNone/>
              <a:defRPr/>
            </a:lvl5pPr>
            <a:lvl6pPr lvl="5" rtl="0" algn="ctr">
              <a:spcBef>
                <a:spcPts val="0"/>
              </a:spcBef>
              <a:spcAft>
                <a:spcPts val="0"/>
              </a:spcAft>
              <a:buSzPts val="1400"/>
              <a:buNone/>
              <a:defRPr/>
            </a:lvl6pPr>
            <a:lvl7pPr lvl="6" rtl="0" algn="ctr">
              <a:spcBef>
                <a:spcPts val="0"/>
              </a:spcBef>
              <a:spcAft>
                <a:spcPts val="0"/>
              </a:spcAft>
              <a:buSzPts val="1400"/>
              <a:buNone/>
              <a:defRPr/>
            </a:lvl7pPr>
            <a:lvl8pPr lvl="7" rtl="0" algn="ctr">
              <a:spcBef>
                <a:spcPts val="0"/>
              </a:spcBef>
              <a:spcAft>
                <a:spcPts val="0"/>
              </a:spcAft>
              <a:buSzPts val="1400"/>
              <a:buNone/>
              <a:defRPr/>
            </a:lvl8pPr>
            <a:lvl9pPr lvl="8" rtl="0" algn="ctr">
              <a:spcBef>
                <a:spcPts val="0"/>
              </a:spcBef>
              <a:spcAft>
                <a:spcPts val="0"/>
              </a:spcAft>
              <a:buSzPts val="1400"/>
              <a:buNone/>
              <a:defRPr/>
            </a:lvl9pPr>
          </a:lstStyle>
          <a:p/>
        </p:txBody>
      </p:sp>
      <p:sp>
        <p:nvSpPr>
          <p:cNvPr id="610" name="Google Shape;610;p6"/>
          <p:cNvSpPr txBox="1"/>
          <p:nvPr/>
        </p:nvSpPr>
        <p:spPr>
          <a:xfrm>
            <a:off x="2524025" y="387675"/>
            <a:ext cx="15012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Unid. Organizacional:</a:t>
            </a:r>
            <a:endParaRPr b="1" sz="1100"/>
          </a:p>
        </p:txBody>
      </p:sp>
      <p:sp>
        <p:nvSpPr>
          <p:cNvPr id="611" name="Google Shape;611;p6"/>
          <p:cNvSpPr txBox="1"/>
          <p:nvPr/>
        </p:nvSpPr>
        <p:spPr>
          <a:xfrm>
            <a:off x="2524020" y="579550"/>
            <a:ext cx="6846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Alcance:</a:t>
            </a:r>
            <a:endParaRPr b="1" sz="1100"/>
          </a:p>
        </p:txBody>
      </p:sp>
      <p:sp>
        <p:nvSpPr>
          <p:cNvPr id="612" name="Google Shape;612;p6"/>
          <p:cNvSpPr txBox="1"/>
          <p:nvPr>
            <p:ph type="title"/>
          </p:nvPr>
        </p:nvSpPr>
        <p:spPr>
          <a:xfrm flipH="1">
            <a:off x="4025374" y="387675"/>
            <a:ext cx="5863200" cy="169200"/>
          </a:xfrm>
          <a:prstGeom prst="rect">
            <a:avLst/>
          </a:prstGeom>
          <a:noFill/>
          <a:ln>
            <a:noFill/>
          </a:ln>
        </p:spPr>
        <p:txBody>
          <a:bodyPr anchorCtr="0" anchor="ctr" bIns="0" lIns="0" spcFirstLastPara="1" rIns="0" wrap="square" tIns="0">
            <a:noAutofit/>
          </a:bodyPr>
          <a:lstStyle>
            <a:lvl1pPr lvl="0" rtl="0">
              <a:spcBef>
                <a:spcPts val="0"/>
              </a:spcBef>
              <a:spcAft>
                <a:spcPts val="0"/>
              </a:spcAft>
              <a:buClr>
                <a:srgbClr val="000000"/>
              </a:buClr>
              <a:buSzPts val="1000"/>
              <a:buNone/>
              <a:defRPr sz="1000">
                <a:solidFill>
                  <a:srgbClr val="000000"/>
                </a:solidFill>
              </a:defRPr>
            </a:lvl1pPr>
            <a:lvl2pPr lvl="1" rtl="0">
              <a:spcBef>
                <a:spcPts val="0"/>
              </a:spcBef>
              <a:spcAft>
                <a:spcPts val="0"/>
              </a:spcAft>
              <a:buClr>
                <a:srgbClr val="000000"/>
              </a:buClr>
              <a:buSzPts val="1000"/>
              <a:buNone/>
              <a:defRPr sz="1000">
                <a:solidFill>
                  <a:srgbClr val="000000"/>
                </a:solidFill>
              </a:defRPr>
            </a:lvl2pPr>
            <a:lvl3pPr lvl="2" rtl="0">
              <a:spcBef>
                <a:spcPts val="0"/>
              </a:spcBef>
              <a:spcAft>
                <a:spcPts val="0"/>
              </a:spcAft>
              <a:buClr>
                <a:srgbClr val="000000"/>
              </a:buClr>
              <a:buSzPts val="1000"/>
              <a:buNone/>
              <a:defRPr sz="1000">
                <a:solidFill>
                  <a:srgbClr val="000000"/>
                </a:solidFill>
              </a:defRPr>
            </a:lvl3pPr>
            <a:lvl4pPr lvl="3" rtl="0">
              <a:spcBef>
                <a:spcPts val="0"/>
              </a:spcBef>
              <a:spcAft>
                <a:spcPts val="0"/>
              </a:spcAft>
              <a:buClr>
                <a:srgbClr val="000000"/>
              </a:buClr>
              <a:buSzPts val="1000"/>
              <a:buNone/>
              <a:defRPr sz="1000">
                <a:solidFill>
                  <a:srgbClr val="000000"/>
                </a:solidFill>
              </a:defRPr>
            </a:lvl4pPr>
            <a:lvl5pPr lvl="4" rtl="0">
              <a:spcBef>
                <a:spcPts val="0"/>
              </a:spcBef>
              <a:spcAft>
                <a:spcPts val="0"/>
              </a:spcAft>
              <a:buClr>
                <a:srgbClr val="000000"/>
              </a:buClr>
              <a:buSzPts val="1000"/>
              <a:buNone/>
              <a:defRPr sz="1000">
                <a:solidFill>
                  <a:srgbClr val="000000"/>
                </a:solidFill>
              </a:defRPr>
            </a:lvl5pPr>
            <a:lvl6pPr lvl="5" rtl="0">
              <a:spcBef>
                <a:spcPts val="0"/>
              </a:spcBef>
              <a:spcAft>
                <a:spcPts val="0"/>
              </a:spcAft>
              <a:buClr>
                <a:srgbClr val="000000"/>
              </a:buClr>
              <a:buSzPts val="1000"/>
              <a:buNone/>
              <a:defRPr sz="1000">
                <a:solidFill>
                  <a:srgbClr val="000000"/>
                </a:solidFill>
              </a:defRPr>
            </a:lvl6pPr>
            <a:lvl7pPr lvl="6" rtl="0">
              <a:spcBef>
                <a:spcPts val="0"/>
              </a:spcBef>
              <a:spcAft>
                <a:spcPts val="0"/>
              </a:spcAft>
              <a:buClr>
                <a:srgbClr val="000000"/>
              </a:buClr>
              <a:buSzPts val="1000"/>
              <a:buNone/>
              <a:defRPr sz="1000">
                <a:solidFill>
                  <a:srgbClr val="000000"/>
                </a:solidFill>
              </a:defRPr>
            </a:lvl7pPr>
            <a:lvl8pPr lvl="7" rtl="0">
              <a:spcBef>
                <a:spcPts val="0"/>
              </a:spcBef>
              <a:spcAft>
                <a:spcPts val="0"/>
              </a:spcAft>
              <a:buClr>
                <a:srgbClr val="000000"/>
              </a:buClr>
              <a:buSzPts val="1000"/>
              <a:buNone/>
              <a:defRPr sz="1000">
                <a:solidFill>
                  <a:srgbClr val="000000"/>
                </a:solidFill>
              </a:defRPr>
            </a:lvl8pPr>
            <a:lvl9pPr lvl="8" rtl="0">
              <a:spcBef>
                <a:spcPts val="0"/>
              </a:spcBef>
              <a:spcAft>
                <a:spcPts val="0"/>
              </a:spcAft>
              <a:buClr>
                <a:srgbClr val="000000"/>
              </a:buClr>
              <a:buSzPts val="1000"/>
              <a:buNone/>
              <a:defRPr sz="1000">
                <a:solidFill>
                  <a:srgbClr val="000000"/>
                </a:solidFill>
              </a:defRPr>
            </a:lvl9pPr>
          </a:lstStyle>
          <a:p/>
        </p:txBody>
      </p:sp>
      <p:sp>
        <p:nvSpPr>
          <p:cNvPr id="613" name="Google Shape;613;p6"/>
          <p:cNvSpPr txBox="1"/>
          <p:nvPr>
            <p:ph idx="37" type="title"/>
          </p:nvPr>
        </p:nvSpPr>
        <p:spPr>
          <a:xfrm flipH="1">
            <a:off x="3208773" y="579550"/>
            <a:ext cx="6679800" cy="169200"/>
          </a:xfrm>
          <a:prstGeom prst="rect">
            <a:avLst/>
          </a:prstGeom>
          <a:noFill/>
          <a:ln>
            <a:noFill/>
          </a:ln>
        </p:spPr>
        <p:txBody>
          <a:bodyPr anchorCtr="0" anchor="ctr" bIns="0" lIns="0" spcFirstLastPara="1" rIns="0" wrap="square" tIns="0">
            <a:noAutofit/>
          </a:bodyPr>
          <a:lstStyle>
            <a:lvl1pPr lvl="0" rtl="0">
              <a:spcBef>
                <a:spcPts val="0"/>
              </a:spcBef>
              <a:spcAft>
                <a:spcPts val="0"/>
              </a:spcAft>
              <a:buClr>
                <a:srgbClr val="000000"/>
              </a:buClr>
              <a:buSzPts val="1000"/>
              <a:buNone/>
              <a:defRPr sz="1000">
                <a:solidFill>
                  <a:srgbClr val="000000"/>
                </a:solidFill>
              </a:defRPr>
            </a:lvl1pPr>
            <a:lvl2pPr lvl="1" rtl="0">
              <a:spcBef>
                <a:spcPts val="0"/>
              </a:spcBef>
              <a:spcAft>
                <a:spcPts val="0"/>
              </a:spcAft>
              <a:buClr>
                <a:srgbClr val="000000"/>
              </a:buClr>
              <a:buSzPts val="1000"/>
              <a:buNone/>
              <a:defRPr sz="1000">
                <a:solidFill>
                  <a:srgbClr val="000000"/>
                </a:solidFill>
              </a:defRPr>
            </a:lvl2pPr>
            <a:lvl3pPr lvl="2" rtl="0">
              <a:spcBef>
                <a:spcPts val="0"/>
              </a:spcBef>
              <a:spcAft>
                <a:spcPts val="0"/>
              </a:spcAft>
              <a:buClr>
                <a:srgbClr val="000000"/>
              </a:buClr>
              <a:buSzPts val="1000"/>
              <a:buNone/>
              <a:defRPr sz="1000">
                <a:solidFill>
                  <a:srgbClr val="000000"/>
                </a:solidFill>
              </a:defRPr>
            </a:lvl3pPr>
            <a:lvl4pPr lvl="3" rtl="0">
              <a:spcBef>
                <a:spcPts val="0"/>
              </a:spcBef>
              <a:spcAft>
                <a:spcPts val="0"/>
              </a:spcAft>
              <a:buClr>
                <a:srgbClr val="000000"/>
              </a:buClr>
              <a:buSzPts val="1000"/>
              <a:buNone/>
              <a:defRPr sz="1000">
                <a:solidFill>
                  <a:srgbClr val="000000"/>
                </a:solidFill>
              </a:defRPr>
            </a:lvl4pPr>
            <a:lvl5pPr lvl="4" rtl="0">
              <a:spcBef>
                <a:spcPts val="0"/>
              </a:spcBef>
              <a:spcAft>
                <a:spcPts val="0"/>
              </a:spcAft>
              <a:buClr>
                <a:srgbClr val="000000"/>
              </a:buClr>
              <a:buSzPts val="1000"/>
              <a:buNone/>
              <a:defRPr sz="1000">
                <a:solidFill>
                  <a:srgbClr val="000000"/>
                </a:solidFill>
              </a:defRPr>
            </a:lvl5pPr>
            <a:lvl6pPr lvl="5" rtl="0">
              <a:spcBef>
                <a:spcPts val="0"/>
              </a:spcBef>
              <a:spcAft>
                <a:spcPts val="0"/>
              </a:spcAft>
              <a:buClr>
                <a:srgbClr val="000000"/>
              </a:buClr>
              <a:buSzPts val="1000"/>
              <a:buNone/>
              <a:defRPr sz="1000">
                <a:solidFill>
                  <a:srgbClr val="000000"/>
                </a:solidFill>
              </a:defRPr>
            </a:lvl6pPr>
            <a:lvl7pPr lvl="6" rtl="0">
              <a:spcBef>
                <a:spcPts val="0"/>
              </a:spcBef>
              <a:spcAft>
                <a:spcPts val="0"/>
              </a:spcAft>
              <a:buClr>
                <a:srgbClr val="000000"/>
              </a:buClr>
              <a:buSzPts val="1000"/>
              <a:buNone/>
              <a:defRPr sz="1000">
                <a:solidFill>
                  <a:srgbClr val="000000"/>
                </a:solidFill>
              </a:defRPr>
            </a:lvl7pPr>
            <a:lvl8pPr lvl="7" rtl="0">
              <a:spcBef>
                <a:spcPts val="0"/>
              </a:spcBef>
              <a:spcAft>
                <a:spcPts val="0"/>
              </a:spcAft>
              <a:buClr>
                <a:srgbClr val="000000"/>
              </a:buClr>
              <a:buSzPts val="1000"/>
              <a:buNone/>
              <a:defRPr sz="1000">
                <a:solidFill>
                  <a:srgbClr val="000000"/>
                </a:solidFill>
              </a:defRPr>
            </a:lvl8pPr>
            <a:lvl9pPr lvl="8" rtl="0">
              <a:spcBef>
                <a:spcPts val="0"/>
              </a:spcBef>
              <a:spcAft>
                <a:spcPts val="0"/>
              </a:spcAft>
              <a:buClr>
                <a:srgbClr val="000000"/>
              </a:buClr>
              <a:buSzPts val="1000"/>
              <a:buNone/>
              <a:defRPr sz="1000">
                <a:solidFill>
                  <a:srgbClr val="000000"/>
                </a:solidFill>
              </a:defRPr>
            </a:lvl9pPr>
          </a:lstStyle>
          <a:p/>
        </p:txBody>
      </p:sp>
      <p:sp>
        <p:nvSpPr>
          <p:cNvPr id="614" name="Google Shape;614;p6"/>
          <p:cNvSpPr txBox="1"/>
          <p:nvPr>
            <p:ph idx="38" type="body"/>
          </p:nvPr>
        </p:nvSpPr>
        <p:spPr>
          <a:xfrm>
            <a:off x="641150" y="612125"/>
            <a:ext cx="1770300" cy="160500"/>
          </a:xfrm>
          <a:prstGeom prst="rect">
            <a:avLst/>
          </a:prstGeom>
          <a:noFill/>
          <a:ln>
            <a:noFill/>
          </a:ln>
        </p:spPr>
        <p:txBody>
          <a:bodyPr anchorCtr="0" anchor="t" bIns="0" lIns="0" spcFirstLastPara="1" rIns="0" wrap="square" tIns="0">
            <a:noAutofit/>
          </a:bodyPr>
          <a:lstStyle>
            <a:lvl1pPr indent="-292100" lvl="0" marL="457200" rtl="0" algn="ctr">
              <a:spcBef>
                <a:spcPts val="0"/>
              </a:spcBef>
              <a:spcAft>
                <a:spcPts val="0"/>
              </a:spcAft>
              <a:buClr>
                <a:srgbClr val="FFFFFF"/>
              </a:buClr>
              <a:buSzPts val="1000"/>
              <a:buChar char="●"/>
              <a:defRPr sz="1000">
                <a:solidFill>
                  <a:srgbClr val="FFFFFF"/>
                </a:solidFill>
              </a:defRPr>
            </a:lvl1pPr>
            <a:lvl2pPr indent="-292100" lvl="1" marL="914400" rtl="0" algn="ctr">
              <a:spcBef>
                <a:spcPts val="0"/>
              </a:spcBef>
              <a:spcAft>
                <a:spcPts val="0"/>
              </a:spcAft>
              <a:buClr>
                <a:srgbClr val="FFFFFF"/>
              </a:buClr>
              <a:buSzPts val="1000"/>
              <a:buChar char="○"/>
              <a:defRPr sz="1000">
                <a:solidFill>
                  <a:srgbClr val="FFFFFF"/>
                </a:solidFill>
              </a:defRPr>
            </a:lvl2pPr>
            <a:lvl3pPr indent="-292100" lvl="2" marL="1371600" rtl="0" algn="ctr">
              <a:spcBef>
                <a:spcPts val="0"/>
              </a:spcBef>
              <a:spcAft>
                <a:spcPts val="0"/>
              </a:spcAft>
              <a:buClr>
                <a:srgbClr val="FFFFFF"/>
              </a:buClr>
              <a:buSzPts val="1000"/>
              <a:buChar char="■"/>
              <a:defRPr sz="1000">
                <a:solidFill>
                  <a:srgbClr val="FFFFFF"/>
                </a:solidFill>
              </a:defRPr>
            </a:lvl3pPr>
            <a:lvl4pPr indent="-292100" lvl="3" marL="1828800" rtl="0" algn="ctr">
              <a:spcBef>
                <a:spcPts val="0"/>
              </a:spcBef>
              <a:spcAft>
                <a:spcPts val="0"/>
              </a:spcAft>
              <a:buClr>
                <a:srgbClr val="FFFFFF"/>
              </a:buClr>
              <a:buSzPts val="1000"/>
              <a:buChar char="●"/>
              <a:defRPr sz="1000">
                <a:solidFill>
                  <a:srgbClr val="FFFFFF"/>
                </a:solidFill>
              </a:defRPr>
            </a:lvl4pPr>
            <a:lvl5pPr indent="-292100" lvl="4" marL="2286000" rtl="0" algn="ctr">
              <a:spcBef>
                <a:spcPts val="0"/>
              </a:spcBef>
              <a:spcAft>
                <a:spcPts val="0"/>
              </a:spcAft>
              <a:buClr>
                <a:srgbClr val="FFFFFF"/>
              </a:buClr>
              <a:buSzPts val="1000"/>
              <a:buChar char="○"/>
              <a:defRPr sz="1000">
                <a:solidFill>
                  <a:srgbClr val="FFFFFF"/>
                </a:solidFill>
              </a:defRPr>
            </a:lvl5pPr>
            <a:lvl6pPr indent="-292100" lvl="5" marL="2743200" rtl="0" algn="ctr">
              <a:spcBef>
                <a:spcPts val="0"/>
              </a:spcBef>
              <a:spcAft>
                <a:spcPts val="0"/>
              </a:spcAft>
              <a:buClr>
                <a:srgbClr val="FFFFFF"/>
              </a:buClr>
              <a:buSzPts val="1000"/>
              <a:buChar char="■"/>
              <a:defRPr sz="1000">
                <a:solidFill>
                  <a:srgbClr val="FFFFFF"/>
                </a:solidFill>
              </a:defRPr>
            </a:lvl6pPr>
            <a:lvl7pPr indent="-292100" lvl="6" marL="3200400" rtl="0" algn="ctr">
              <a:spcBef>
                <a:spcPts val="0"/>
              </a:spcBef>
              <a:spcAft>
                <a:spcPts val="0"/>
              </a:spcAft>
              <a:buClr>
                <a:srgbClr val="FFFFFF"/>
              </a:buClr>
              <a:buSzPts val="1000"/>
              <a:buChar char="●"/>
              <a:defRPr sz="1000">
                <a:solidFill>
                  <a:srgbClr val="FFFFFF"/>
                </a:solidFill>
              </a:defRPr>
            </a:lvl7pPr>
            <a:lvl8pPr indent="-292100" lvl="7" marL="3657600" rtl="0" algn="ctr">
              <a:spcBef>
                <a:spcPts val="0"/>
              </a:spcBef>
              <a:spcAft>
                <a:spcPts val="0"/>
              </a:spcAft>
              <a:buClr>
                <a:srgbClr val="FFFFFF"/>
              </a:buClr>
              <a:buSzPts val="1000"/>
              <a:buChar char="○"/>
              <a:defRPr sz="1000">
                <a:solidFill>
                  <a:srgbClr val="FFFFFF"/>
                </a:solidFill>
              </a:defRPr>
            </a:lvl8pPr>
            <a:lvl9pPr indent="-292100" lvl="8" marL="4114800" rtl="0" algn="ctr">
              <a:spcBef>
                <a:spcPts val="0"/>
              </a:spcBef>
              <a:spcAft>
                <a:spcPts val="0"/>
              </a:spcAft>
              <a:buClr>
                <a:srgbClr val="FFFFFF"/>
              </a:buClr>
              <a:buSzPts val="1000"/>
              <a:buChar char="■"/>
              <a:defRPr sz="1000">
                <a:solidFill>
                  <a:srgbClr val="FFFFFF"/>
                </a:solidFill>
              </a:defRPr>
            </a:lvl9pPr>
          </a:lstStyle>
          <a:p/>
        </p:txBody>
      </p:sp>
      <p:sp>
        <p:nvSpPr>
          <p:cNvPr id="615" name="Google Shape;615;p6"/>
          <p:cNvSpPr txBox="1"/>
          <p:nvPr/>
        </p:nvSpPr>
        <p:spPr>
          <a:xfrm>
            <a:off x="84825" y="598125"/>
            <a:ext cx="595500" cy="205800"/>
          </a:xfrm>
          <a:prstGeom prst="rect">
            <a:avLst/>
          </a:prstGeom>
          <a:noFill/>
          <a:ln>
            <a:noFill/>
          </a:ln>
        </p:spPr>
        <p:txBody>
          <a:bodyPr anchorCtr="0" anchor="t" bIns="18000" lIns="18000" spcFirstLastPara="1" rIns="18000" wrap="square" tIns="18000">
            <a:spAutoFit/>
          </a:bodyPr>
          <a:lstStyle/>
          <a:p>
            <a:pPr indent="0" lvl="0" marL="0" rtl="0" algn="l">
              <a:spcBef>
                <a:spcPts val="0"/>
              </a:spcBef>
              <a:spcAft>
                <a:spcPts val="0"/>
              </a:spcAft>
              <a:buNone/>
            </a:pPr>
            <a:r>
              <a:rPr lang="es-419" sz="1100">
                <a:solidFill>
                  <a:srgbClr val="FFFFFF"/>
                </a:solidFill>
              </a:rPr>
              <a:t>Nombre:</a:t>
            </a:r>
            <a:endParaRPr sz="1100">
              <a:solidFill>
                <a:srgbClr val="FFFFFF"/>
              </a:solidFill>
            </a:endParaRPr>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4 Problemas a Resolver">
  <p:cSld name="TITLE_3_6_1_1_1_1">
    <p:spTree>
      <p:nvGrpSpPr>
        <p:cNvPr id="616" name="Shape 616"/>
        <p:cNvGrpSpPr/>
        <p:nvPr/>
      </p:nvGrpSpPr>
      <p:grpSpPr>
        <a:xfrm>
          <a:off x="0" y="0"/>
          <a:ext cx="0" cy="0"/>
          <a:chOff x="0" y="0"/>
          <a:chExt cx="0" cy="0"/>
        </a:xfrm>
      </p:grpSpPr>
      <p:sp>
        <p:nvSpPr>
          <p:cNvPr id="617" name="Google Shape;617;p7"/>
          <p:cNvSpPr/>
          <p:nvPr/>
        </p:nvSpPr>
        <p:spPr>
          <a:xfrm>
            <a:off x="97888" y="377012"/>
            <a:ext cx="9893400" cy="296700"/>
          </a:xfrm>
          <a:prstGeom prst="roundRect">
            <a:avLst>
              <a:gd fmla="val 22902" name="adj"/>
            </a:avLst>
          </a:prstGeom>
          <a:solidFill>
            <a:srgbClr val="F3F3F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618" name="Google Shape;618;p7"/>
          <p:cNvSpPr/>
          <p:nvPr/>
        </p:nvSpPr>
        <p:spPr>
          <a:xfrm>
            <a:off x="77688" y="358938"/>
            <a:ext cx="9935700" cy="6438000"/>
          </a:xfrm>
          <a:prstGeom prst="roundRect">
            <a:avLst>
              <a:gd fmla="val 2618" name="adj"/>
            </a:avLst>
          </a:prstGeom>
          <a:solidFill>
            <a:srgbClr val="FFFFFF"/>
          </a:solidFill>
          <a:ln cap="flat" cmpd="sng" w="38100">
            <a:solidFill>
              <a:srgbClr val="000000"/>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19" name="Google Shape;619;p7"/>
          <p:cNvCxnSpPr/>
          <p:nvPr/>
        </p:nvCxnSpPr>
        <p:spPr>
          <a:xfrm>
            <a:off x="77688" y="772614"/>
            <a:ext cx="9935700" cy="0"/>
          </a:xfrm>
          <a:prstGeom prst="straightConnector1">
            <a:avLst/>
          </a:prstGeom>
          <a:noFill/>
          <a:ln cap="flat" cmpd="sng" w="19050">
            <a:solidFill>
              <a:srgbClr val="000000"/>
            </a:solidFill>
            <a:prstDash val="solid"/>
            <a:round/>
            <a:headEnd len="med" w="med" type="none"/>
            <a:tailEnd len="med" w="med" type="none"/>
          </a:ln>
        </p:spPr>
      </p:cxnSp>
      <p:cxnSp>
        <p:nvCxnSpPr>
          <p:cNvPr id="620" name="Google Shape;620;p7"/>
          <p:cNvCxnSpPr/>
          <p:nvPr/>
        </p:nvCxnSpPr>
        <p:spPr>
          <a:xfrm rot="10800000">
            <a:off x="2439038" y="368188"/>
            <a:ext cx="0" cy="402300"/>
          </a:xfrm>
          <a:prstGeom prst="straightConnector1">
            <a:avLst/>
          </a:prstGeom>
          <a:noFill/>
          <a:ln cap="flat" cmpd="sng" w="19050">
            <a:solidFill>
              <a:srgbClr val="000000"/>
            </a:solidFill>
            <a:prstDash val="solid"/>
            <a:round/>
            <a:headEnd len="med" w="med" type="none"/>
            <a:tailEnd len="med" w="med" type="none"/>
          </a:ln>
        </p:spPr>
      </p:cxnSp>
      <p:sp>
        <p:nvSpPr>
          <p:cNvPr id="621" name="Google Shape;621;p7"/>
          <p:cNvSpPr/>
          <p:nvPr/>
        </p:nvSpPr>
        <p:spPr>
          <a:xfrm>
            <a:off x="77688" y="349338"/>
            <a:ext cx="2361300" cy="421200"/>
          </a:xfrm>
          <a:prstGeom prst="roundRect">
            <a:avLst>
              <a:gd fmla="val 50000" name="adj"/>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s-419" sz="1200">
                <a:solidFill>
                  <a:srgbClr val="FFFFFF"/>
                </a:solidFill>
              </a:rPr>
              <a:t>Problemas a Resolver</a:t>
            </a:r>
            <a:endParaRPr b="1" sz="1200">
              <a:solidFill>
                <a:srgbClr val="FFFFFF"/>
              </a:solidFill>
            </a:endParaRPr>
          </a:p>
          <a:p>
            <a:pPr indent="0" lvl="0" marL="0" rtl="0" algn="ctr">
              <a:spcBef>
                <a:spcPts val="0"/>
              </a:spcBef>
              <a:spcAft>
                <a:spcPts val="0"/>
              </a:spcAft>
              <a:buNone/>
            </a:pPr>
            <a:r>
              <a:t/>
            </a:r>
            <a:endParaRPr b="1" sz="1200">
              <a:solidFill>
                <a:srgbClr val="FFFFFF"/>
              </a:solidFill>
            </a:endParaRPr>
          </a:p>
        </p:txBody>
      </p:sp>
      <p:sp>
        <p:nvSpPr>
          <p:cNvPr id="622" name="Google Shape;622;p7"/>
          <p:cNvSpPr/>
          <p:nvPr/>
        </p:nvSpPr>
        <p:spPr>
          <a:xfrm>
            <a:off x="83988" y="595504"/>
            <a:ext cx="190200" cy="1692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 name="Google Shape;623;p7"/>
          <p:cNvSpPr/>
          <p:nvPr/>
        </p:nvSpPr>
        <p:spPr>
          <a:xfrm>
            <a:off x="2292338" y="358938"/>
            <a:ext cx="146700" cy="4023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4" name="Google Shape;624;p7"/>
          <p:cNvGrpSpPr/>
          <p:nvPr/>
        </p:nvGrpSpPr>
        <p:grpSpPr>
          <a:xfrm>
            <a:off x="276364" y="879032"/>
            <a:ext cx="9529364" cy="605153"/>
            <a:chOff x="276364" y="879032"/>
            <a:chExt cx="9529364" cy="605153"/>
          </a:xfrm>
        </p:grpSpPr>
        <p:sp>
          <p:nvSpPr>
            <p:cNvPr id="625" name="Google Shape;625;p7"/>
            <p:cNvSpPr/>
            <p:nvPr/>
          </p:nvSpPr>
          <p:spPr>
            <a:xfrm>
              <a:off x="2657880" y="879032"/>
              <a:ext cx="3546300" cy="266400"/>
            </a:xfrm>
            <a:prstGeom prst="roundRect">
              <a:avLst>
                <a:gd fmla="val 16667" name="adj"/>
              </a:avLst>
            </a:prstGeom>
            <a:solidFill>
              <a:srgbClr val="F9CB9C"/>
            </a:solidFill>
            <a:ln>
              <a:noFill/>
            </a:ln>
            <a:effectLst>
              <a:outerShdw blurRad="57150" rotWithShape="0" algn="bl" dir="5400000" dist="19050">
                <a:srgbClr val="000000">
                  <a:alpha val="49800"/>
                </a:srgbClr>
              </a:outerShdw>
            </a:effectLst>
          </p:spPr>
          <p:txBody>
            <a:bodyPr anchorCtr="0" anchor="ctr" bIns="36000" lIns="0" spcFirstLastPara="1" rIns="0" wrap="square" tIns="36000">
              <a:noAutofit/>
            </a:bodyPr>
            <a:lstStyle/>
            <a:p>
              <a:pPr indent="0" lvl="0" marL="0" marR="0" rtl="0" algn="ctr">
                <a:lnSpc>
                  <a:spcPct val="100000"/>
                </a:lnSpc>
                <a:spcBef>
                  <a:spcPts val="0"/>
                </a:spcBef>
                <a:spcAft>
                  <a:spcPts val="0"/>
                </a:spcAft>
                <a:buClr>
                  <a:srgbClr val="000000"/>
                </a:buClr>
                <a:buSzPts val="1100"/>
                <a:buFont typeface="Arial"/>
                <a:buNone/>
              </a:pPr>
              <a:r>
                <a:rPr b="1" lang="es-419" sz="1200">
                  <a:latin typeface="Arvo"/>
                  <a:ea typeface="Arvo"/>
                  <a:cs typeface="Arvo"/>
                  <a:sym typeface="Arvo"/>
                </a:rPr>
                <a:t>Situación</a:t>
              </a:r>
              <a:endParaRPr b="1" i="0" sz="1200" u="none" cap="none" strike="noStrike">
                <a:solidFill>
                  <a:srgbClr val="000000"/>
                </a:solidFill>
                <a:latin typeface="Arvo"/>
                <a:ea typeface="Arvo"/>
                <a:cs typeface="Arvo"/>
                <a:sym typeface="Arvo"/>
              </a:endParaRPr>
            </a:p>
          </p:txBody>
        </p:sp>
        <p:sp>
          <p:nvSpPr>
            <p:cNvPr id="626" name="Google Shape;626;p7"/>
            <p:cNvSpPr/>
            <p:nvPr/>
          </p:nvSpPr>
          <p:spPr>
            <a:xfrm>
              <a:off x="2657914" y="1209498"/>
              <a:ext cx="1731600" cy="265800"/>
            </a:xfrm>
            <a:prstGeom prst="roundRect">
              <a:avLst>
                <a:gd fmla="val 16667" name="adj"/>
              </a:avLst>
            </a:prstGeom>
            <a:solidFill>
              <a:srgbClr val="D9EAD3"/>
            </a:solidFill>
            <a:ln>
              <a:noFill/>
            </a:ln>
            <a:effectLst>
              <a:outerShdw blurRad="57150" rotWithShape="0" algn="bl" dir="5400000" dist="19050">
                <a:srgbClr val="000000">
                  <a:alpha val="49800"/>
                </a:srgbClr>
              </a:outerShdw>
            </a:effectLst>
          </p:spPr>
          <p:txBody>
            <a:bodyPr anchorCtr="0" anchor="ctr" bIns="36000" lIns="0" spcFirstLastPara="1" rIns="0" wrap="square" tIns="36000">
              <a:noAutofit/>
            </a:bodyPr>
            <a:lstStyle/>
            <a:p>
              <a:pPr indent="0" lvl="0" marL="0" marR="0" rtl="0" algn="ctr">
                <a:lnSpc>
                  <a:spcPct val="100000"/>
                </a:lnSpc>
                <a:spcBef>
                  <a:spcPts val="0"/>
                </a:spcBef>
                <a:spcAft>
                  <a:spcPts val="0"/>
                </a:spcAft>
                <a:buClr>
                  <a:srgbClr val="000000"/>
                </a:buClr>
                <a:buSzPts val="1100"/>
                <a:buFont typeface="Arial"/>
                <a:buNone/>
              </a:pPr>
              <a:r>
                <a:rPr b="1" lang="es-419" sz="1200">
                  <a:latin typeface="Arvo"/>
                  <a:ea typeface="Arvo"/>
                  <a:cs typeface="Arvo"/>
                  <a:sym typeface="Arvo"/>
                </a:rPr>
                <a:t>Aceptable</a:t>
              </a:r>
              <a:endParaRPr b="1" i="0" sz="1200" u="none" cap="none" strike="noStrike">
                <a:solidFill>
                  <a:srgbClr val="000000"/>
                </a:solidFill>
                <a:latin typeface="Arvo"/>
                <a:ea typeface="Arvo"/>
                <a:cs typeface="Arvo"/>
                <a:sym typeface="Arvo"/>
              </a:endParaRPr>
            </a:p>
          </p:txBody>
        </p:sp>
        <p:sp>
          <p:nvSpPr>
            <p:cNvPr id="627" name="Google Shape;627;p7"/>
            <p:cNvSpPr/>
            <p:nvPr/>
          </p:nvSpPr>
          <p:spPr>
            <a:xfrm>
              <a:off x="6273346" y="887785"/>
              <a:ext cx="1731600" cy="596400"/>
            </a:xfrm>
            <a:prstGeom prst="roundRect">
              <a:avLst>
                <a:gd fmla="val 16667" name="adj"/>
              </a:avLst>
            </a:prstGeom>
            <a:solidFill>
              <a:srgbClr val="EAD1DC"/>
            </a:solidFill>
            <a:ln>
              <a:noFill/>
            </a:ln>
            <a:effectLst>
              <a:outerShdw blurRad="57150" rotWithShape="0" algn="bl" dir="5400000" dist="19050">
                <a:srgbClr val="000000">
                  <a:alpha val="49800"/>
                </a:srgbClr>
              </a:outerShdw>
            </a:effectLst>
          </p:spPr>
          <p:txBody>
            <a:bodyPr anchorCtr="0" anchor="ctr" bIns="36000" lIns="0" spcFirstLastPara="1" rIns="0" wrap="square" tIns="36000">
              <a:noAutofit/>
            </a:bodyPr>
            <a:lstStyle/>
            <a:p>
              <a:pPr indent="0" lvl="0" marL="0" marR="0" rtl="0" algn="ctr">
                <a:lnSpc>
                  <a:spcPct val="100000"/>
                </a:lnSpc>
                <a:spcBef>
                  <a:spcPts val="0"/>
                </a:spcBef>
                <a:spcAft>
                  <a:spcPts val="0"/>
                </a:spcAft>
                <a:buClr>
                  <a:srgbClr val="000000"/>
                </a:buClr>
                <a:buSzPts val="1100"/>
                <a:buFont typeface="Arial"/>
                <a:buNone/>
              </a:pPr>
              <a:r>
                <a:rPr b="1" lang="es-419" sz="1200">
                  <a:latin typeface="Arvo"/>
                  <a:ea typeface="Arvo"/>
                  <a:cs typeface="Arvo"/>
                  <a:sym typeface="Arvo"/>
                </a:rPr>
                <a:t>Problema</a:t>
              </a:r>
              <a:endParaRPr b="1" i="0" sz="1200" u="none" cap="none" strike="noStrike">
                <a:solidFill>
                  <a:srgbClr val="000000"/>
                </a:solidFill>
                <a:latin typeface="Arvo"/>
                <a:ea typeface="Arvo"/>
                <a:cs typeface="Arvo"/>
                <a:sym typeface="Arvo"/>
              </a:endParaRPr>
            </a:p>
          </p:txBody>
        </p:sp>
        <p:sp>
          <p:nvSpPr>
            <p:cNvPr id="628" name="Google Shape;628;p7"/>
            <p:cNvSpPr/>
            <p:nvPr/>
          </p:nvSpPr>
          <p:spPr>
            <a:xfrm>
              <a:off x="4472538" y="1209498"/>
              <a:ext cx="1731600" cy="265800"/>
            </a:xfrm>
            <a:prstGeom prst="roundRect">
              <a:avLst>
                <a:gd fmla="val 16667" name="adj"/>
              </a:avLst>
            </a:prstGeom>
            <a:solidFill>
              <a:srgbClr val="F4CCCC"/>
            </a:solidFill>
            <a:ln>
              <a:noFill/>
            </a:ln>
            <a:effectLst>
              <a:outerShdw blurRad="57150" rotWithShape="0" algn="bl" dir="5400000" dist="19050">
                <a:srgbClr val="000000">
                  <a:alpha val="49800"/>
                </a:srgbClr>
              </a:outerShdw>
            </a:effectLst>
          </p:spPr>
          <p:txBody>
            <a:bodyPr anchorCtr="0" anchor="ctr" bIns="36000" lIns="0" spcFirstLastPara="1" rIns="0" wrap="square" tIns="36000">
              <a:noAutofit/>
            </a:bodyPr>
            <a:lstStyle/>
            <a:p>
              <a:pPr indent="0" lvl="0" marL="0" marR="0" rtl="0" algn="ctr">
                <a:lnSpc>
                  <a:spcPct val="100000"/>
                </a:lnSpc>
                <a:spcBef>
                  <a:spcPts val="0"/>
                </a:spcBef>
                <a:spcAft>
                  <a:spcPts val="0"/>
                </a:spcAft>
                <a:buClr>
                  <a:srgbClr val="000000"/>
                </a:buClr>
                <a:buSzPts val="1100"/>
                <a:buFont typeface="Arial"/>
                <a:buNone/>
              </a:pPr>
              <a:r>
                <a:rPr b="1" lang="es-419" sz="1200">
                  <a:latin typeface="Arvo"/>
                  <a:ea typeface="Arvo"/>
                  <a:cs typeface="Arvo"/>
                  <a:sym typeface="Arvo"/>
                </a:rPr>
                <a:t>Actual</a:t>
              </a:r>
              <a:endParaRPr b="1" i="0" sz="1200" u="none" cap="none" strike="noStrike">
                <a:solidFill>
                  <a:srgbClr val="000000"/>
                </a:solidFill>
                <a:latin typeface="Arvo"/>
                <a:ea typeface="Arvo"/>
                <a:cs typeface="Arvo"/>
                <a:sym typeface="Arvo"/>
              </a:endParaRPr>
            </a:p>
          </p:txBody>
        </p:sp>
        <p:sp>
          <p:nvSpPr>
            <p:cNvPr id="629" name="Google Shape;629;p7"/>
            <p:cNvSpPr/>
            <p:nvPr/>
          </p:nvSpPr>
          <p:spPr>
            <a:xfrm>
              <a:off x="843586" y="887785"/>
              <a:ext cx="1731300" cy="596400"/>
            </a:xfrm>
            <a:prstGeom prst="roundRect">
              <a:avLst>
                <a:gd fmla="val 16667" name="adj"/>
              </a:avLst>
            </a:prstGeom>
            <a:solidFill>
              <a:srgbClr val="FFF2CC"/>
            </a:solidFill>
            <a:ln>
              <a:noFill/>
            </a:ln>
            <a:effectLst>
              <a:outerShdw blurRad="57150" rotWithShape="0" algn="bl" dir="5400000" dist="19050">
                <a:srgbClr val="000000">
                  <a:alpha val="49800"/>
                </a:srgbClr>
              </a:outerShdw>
            </a:effectLst>
          </p:spPr>
          <p:txBody>
            <a:bodyPr anchorCtr="0" anchor="ctr" bIns="36000" lIns="0" spcFirstLastPara="1" rIns="0" wrap="square" tIns="36000">
              <a:noAutofit/>
            </a:bodyPr>
            <a:lstStyle/>
            <a:p>
              <a:pPr indent="0" lvl="0" marL="0" marR="0" rtl="0" algn="ctr">
                <a:lnSpc>
                  <a:spcPct val="100000"/>
                </a:lnSpc>
                <a:spcBef>
                  <a:spcPts val="0"/>
                </a:spcBef>
                <a:spcAft>
                  <a:spcPts val="0"/>
                </a:spcAft>
                <a:buClr>
                  <a:srgbClr val="000000"/>
                </a:buClr>
                <a:buSzPts val="1100"/>
                <a:buFont typeface="Arial"/>
                <a:buNone/>
              </a:pPr>
              <a:r>
                <a:rPr b="1" lang="es-419" sz="1200">
                  <a:latin typeface="Arvo"/>
                  <a:ea typeface="Arvo"/>
                  <a:cs typeface="Arvo"/>
                  <a:sym typeface="Arvo"/>
                </a:rPr>
                <a:t>Causa</a:t>
              </a:r>
              <a:endParaRPr b="1" sz="1200">
                <a:latin typeface="Arvo"/>
                <a:ea typeface="Arvo"/>
                <a:cs typeface="Arvo"/>
                <a:sym typeface="Arvo"/>
              </a:endParaRPr>
            </a:p>
          </p:txBody>
        </p:sp>
        <p:sp>
          <p:nvSpPr>
            <p:cNvPr id="630" name="Google Shape;630;p7"/>
            <p:cNvSpPr/>
            <p:nvPr/>
          </p:nvSpPr>
          <p:spPr>
            <a:xfrm>
              <a:off x="276364" y="887785"/>
              <a:ext cx="484200" cy="596400"/>
            </a:xfrm>
            <a:prstGeom prst="roundRect">
              <a:avLst>
                <a:gd fmla="val 16667" name="adj"/>
              </a:avLst>
            </a:prstGeom>
            <a:solidFill>
              <a:srgbClr val="F3F3F3"/>
            </a:solidFill>
            <a:ln>
              <a:noFill/>
            </a:ln>
            <a:effectLst>
              <a:outerShdw blurRad="57150" rotWithShape="0" algn="bl" dir="5400000" dist="19050">
                <a:srgbClr val="000000">
                  <a:alpha val="49800"/>
                </a:srgbClr>
              </a:outerShdw>
            </a:effectLst>
          </p:spPr>
          <p:txBody>
            <a:bodyPr anchorCtr="0" anchor="ctr" bIns="36000" lIns="0" spcFirstLastPara="1" rIns="0" wrap="square" tIns="36000">
              <a:noAutofit/>
            </a:bodyPr>
            <a:lstStyle/>
            <a:p>
              <a:pPr indent="0" lvl="0" marL="0" marR="0" rtl="0" algn="ctr">
                <a:lnSpc>
                  <a:spcPct val="100000"/>
                </a:lnSpc>
                <a:spcBef>
                  <a:spcPts val="0"/>
                </a:spcBef>
                <a:spcAft>
                  <a:spcPts val="0"/>
                </a:spcAft>
                <a:buClr>
                  <a:srgbClr val="000000"/>
                </a:buClr>
                <a:buSzPts val="1100"/>
                <a:buFont typeface="Arial"/>
                <a:buNone/>
              </a:pPr>
              <a:r>
                <a:rPr b="1" lang="es-419" sz="1200">
                  <a:latin typeface="Arvo"/>
                  <a:ea typeface="Arvo"/>
                  <a:cs typeface="Arvo"/>
                  <a:sym typeface="Arvo"/>
                </a:rPr>
                <a:t>#</a:t>
              </a:r>
              <a:endParaRPr b="1" i="0" sz="1200" u="none" cap="none" strike="noStrike">
                <a:solidFill>
                  <a:srgbClr val="000000"/>
                </a:solidFill>
                <a:latin typeface="Arvo"/>
                <a:ea typeface="Arvo"/>
                <a:cs typeface="Arvo"/>
                <a:sym typeface="Arvo"/>
              </a:endParaRPr>
            </a:p>
          </p:txBody>
        </p:sp>
        <p:sp>
          <p:nvSpPr>
            <p:cNvPr id="631" name="Google Shape;631;p7"/>
            <p:cNvSpPr/>
            <p:nvPr/>
          </p:nvSpPr>
          <p:spPr>
            <a:xfrm>
              <a:off x="8074128" y="887785"/>
              <a:ext cx="1731600" cy="596400"/>
            </a:xfrm>
            <a:prstGeom prst="roundRect">
              <a:avLst>
                <a:gd fmla="val 16667" name="adj"/>
              </a:avLst>
            </a:prstGeom>
            <a:solidFill>
              <a:srgbClr val="CFE2F3"/>
            </a:solidFill>
            <a:ln>
              <a:noFill/>
            </a:ln>
            <a:effectLst>
              <a:outerShdw blurRad="57150" rotWithShape="0" algn="bl" dir="5400000" dist="19050">
                <a:srgbClr val="000000">
                  <a:alpha val="49800"/>
                </a:srgbClr>
              </a:outerShdw>
            </a:effectLst>
          </p:spPr>
          <p:txBody>
            <a:bodyPr anchorCtr="0" anchor="ctr" bIns="36000" lIns="0" spcFirstLastPara="1" rIns="0" wrap="square" tIns="36000">
              <a:noAutofit/>
            </a:bodyPr>
            <a:lstStyle/>
            <a:p>
              <a:pPr indent="0" lvl="0" marL="0" marR="0" rtl="0" algn="ctr">
                <a:lnSpc>
                  <a:spcPct val="100000"/>
                </a:lnSpc>
                <a:spcBef>
                  <a:spcPts val="0"/>
                </a:spcBef>
                <a:spcAft>
                  <a:spcPts val="0"/>
                </a:spcAft>
                <a:buClr>
                  <a:srgbClr val="000000"/>
                </a:buClr>
                <a:buSzPts val="1100"/>
                <a:buFont typeface="Arial"/>
                <a:buNone/>
              </a:pPr>
              <a:r>
                <a:rPr b="1" lang="es-419" sz="1200">
                  <a:latin typeface="Arvo"/>
                  <a:ea typeface="Arvo"/>
                  <a:cs typeface="Arvo"/>
                  <a:sym typeface="Arvo"/>
                </a:rPr>
                <a:t>Efecto</a:t>
              </a:r>
              <a:endParaRPr b="1" sz="1200">
                <a:latin typeface="Arvo"/>
                <a:ea typeface="Arvo"/>
                <a:cs typeface="Arvo"/>
                <a:sym typeface="Arvo"/>
              </a:endParaRPr>
            </a:p>
          </p:txBody>
        </p:sp>
      </p:grpSp>
      <p:grpSp>
        <p:nvGrpSpPr>
          <p:cNvPr id="632" name="Google Shape;632;p7"/>
          <p:cNvGrpSpPr/>
          <p:nvPr/>
        </p:nvGrpSpPr>
        <p:grpSpPr>
          <a:xfrm>
            <a:off x="274200" y="1581909"/>
            <a:ext cx="9531600" cy="561583"/>
            <a:chOff x="274200" y="1663702"/>
            <a:chExt cx="9531600" cy="900550"/>
          </a:xfrm>
        </p:grpSpPr>
        <p:sp>
          <p:nvSpPr>
            <p:cNvPr id="633" name="Google Shape;633;p7"/>
            <p:cNvSpPr/>
            <p:nvPr/>
          </p:nvSpPr>
          <p:spPr>
            <a:xfrm>
              <a:off x="274200" y="1663702"/>
              <a:ext cx="9531600" cy="9000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600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t/>
              </a:r>
              <a:endParaRPr b="1" i="0" sz="1800" u="none" cap="none" strike="noStrike">
                <a:solidFill>
                  <a:srgbClr val="000000"/>
                </a:solidFill>
                <a:latin typeface="Roboto"/>
                <a:ea typeface="Roboto"/>
                <a:cs typeface="Roboto"/>
                <a:sym typeface="Roboto"/>
              </a:endParaRPr>
            </a:p>
          </p:txBody>
        </p:sp>
        <p:cxnSp>
          <p:nvCxnSpPr>
            <p:cNvPr id="634" name="Google Shape;634;p7"/>
            <p:cNvCxnSpPr/>
            <p:nvPr/>
          </p:nvCxnSpPr>
          <p:spPr>
            <a:xfrm>
              <a:off x="805925" y="1664552"/>
              <a:ext cx="0" cy="899700"/>
            </a:xfrm>
            <a:prstGeom prst="straightConnector1">
              <a:avLst/>
            </a:prstGeom>
            <a:noFill/>
            <a:ln cap="flat" cmpd="sng" w="28575">
              <a:solidFill>
                <a:srgbClr val="D9D9D9"/>
              </a:solidFill>
              <a:prstDash val="solid"/>
              <a:round/>
              <a:headEnd len="sm" w="sm" type="none"/>
              <a:tailEnd len="sm" w="sm" type="none"/>
            </a:ln>
          </p:spPr>
        </p:cxnSp>
        <p:cxnSp>
          <p:nvCxnSpPr>
            <p:cNvPr id="635" name="Google Shape;635;p7"/>
            <p:cNvCxnSpPr/>
            <p:nvPr/>
          </p:nvCxnSpPr>
          <p:spPr>
            <a:xfrm>
              <a:off x="2607089" y="1664552"/>
              <a:ext cx="0" cy="899700"/>
            </a:xfrm>
            <a:prstGeom prst="straightConnector1">
              <a:avLst/>
            </a:prstGeom>
            <a:noFill/>
            <a:ln cap="flat" cmpd="sng" w="28575">
              <a:solidFill>
                <a:srgbClr val="D9D9D9"/>
              </a:solidFill>
              <a:prstDash val="solid"/>
              <a:round/>
              <a:headEnd len="sm" w="sm" type="none"/>
              <a:tailEnd len="sm" w="sm" type="none"/>
            </a:ln>
          </p:spPr>
        </p:cxnSp>
        <p:cxnSp>
          <p:nvCxnSpPr>
            <p:cNvPr id="636" name="Google Shape;636;p7"/>
            <p:cNvCxnSpPr/>
            <p:nvPr/>
          </p:nvCxnSpPr>
          <p:spPr>
            <a:xfrm>
              <a:off x="4429180" y="1664552"/>
              <a:ext cx="0" cy="899700"/>
            </a:xfrm>
            <a:prstGeom prst="straightConnector1">
              <a:avLst/>
            </a:prstGeom>
            <a:noFill/>
            <a:ln cap="flat" cmpd="sng" w="28575">
              <a:solidFill>
                <a:srgbClr val="B7B7B7"/>
              </a:solidFill>
              <a:prstDash val="solid"/>
              <a:round/>
              <a:headEnd len="sm" w="sm" type="none"/>
              <a:tailEnd len="sm" w="sm" type="none"/>
            </a:ln>
          </p:spPr>
        </p:cxnSp>
        <p:cxnSp>
          <p:nvCxnSpPr>
            <p:cNvPr id="637" name="Google Shape;637;p7"/>
            <p:cNvCxnSpPr/>
            <p:nvPr/>
          </p:nvCxnSpPr>
          <p:spPr>
            <a:xfrm>
              <a:off x="6237052" y="1664552"/>
              <a:ext cx="0" cy="899700"/>
            </a:xfrm>
            <a:prstGeom prst="straightConnector1">
              <a:avLst/>
            </a:prstGeom>
            <a:noFill/>
            <a:ln cap="flat" cmpd="sng" w="28575">
              <a:solidFill>
                <a:srgbClr val="D9D9D9"/>
              </a:solidFill>
              <a:prstDash val="solid"/>
              <a:round/>
              <a:headEnd len="sm" w="sm" type="none"/>
              <a:tailEnd len="sm" w="sm" type="none"/>
            </a:ln>
          </p:spPr>
        </p:cxnSp>
        <p:cxnSp>
          <p:nvCxnSpPr>
            <p:cNvPr id="638" name="Google Shape;638;p7"/>
            <p:cNvCxnSpPr/>
            <p:nvPr/>
          </p:nvCxnSpPr>
          <p:spPr>
            <a:xfrm>
              <a:off x="8031107" y="1664552"/>
              <a:ext cx="0" cy="899700"/>
            </a:xfrm>
            <a:prstGeom prst="straightConnector1">
              <a:avLst/>
            </a:prstGeom>
            <a:noFill/>
            <a:ln cap="flat" cmpd="sng" w="28575">
              <a:solidFill>
                <a:srgbClr val="D9D9D9"/>
              </a:solidFill>
              <a:prstDash val="solid"/>
              <a:round/>
              <a:headEnd len="sm" w="sm" type="none"/>
              <a:tailEnd len="sm" w="sm" type="none"/>
            </a:ln>
          </p:spPr>
        </p:cxnSp>
        <p:sp>
          <p:nvSpPr>
            <p:cNvPr id="639" name="Google Shape;639;p7"/>
            <p:cNvSpPr/>
            <p:nvPr/>
          </p:nvSpPr>
          <p:spPr>
            <a:xfrm>
              <a:off x="2627447" y="1670375"/>
              <a:ext cx="1782000" cy="893400"/>
            </a:xfrm>
            <a:prstGeom prst="rect">
              <a:avLst/>
            </a:prstGeom>
            <a:solidFill>
              <a:srgbClr val="D9EAD3"/>
            </a:solidFill>
            <a:ln cap="flat" cmpd="sng" w="9525">
              <a:solidFill>
                <a:srgbClr val="D9EA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 name="Google Shape;640;p7"/>
            <p:cNvSpPr/>
            <p:nvPr/>
          </p:nvSpPr>
          <p:spPr>
            <a:xfrm>
              <a:off x="4450520" y="1670375"/>
              <a:ext cx="1764000" cy="893400"/>
            </a:xfrm>
            <a:prstGeom prst="rect">
              <a:avLst/>
            </a:prstGeom>
            <a:solidFill>
              <a:srgbClr val="F4CCCC"/>
            </a:solidFill>
            <a:ln cap="flat" cmpd="sng" w="9525">
              <a:solidFill>
                <a:srgbClr val="F4CCC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1" name="Google Shape;641;p7"/>
          <p:cNvGrpSpPr/>
          <p:nvPr/>
        </p:nvGrpSpPr>
        <p:grpSpPr>
          <a:xfrm>
            <a:off x="274200" y="2878041"/>
            <a:ext cx="9531600" cy="561583"/>
            <a:chOff x="274200" y="1663702"/>
            <a:chExt cx="9531600" cy="900550"/>
          </a:xfrm>
        </p:grpSpPr>
        <p:sp>
          <p:nvSpPr>
            <p:cNvPr id="642" name="Google Shape;642;p7"/>
            <p:cNvSpPr/>
            <p:nvPr/>
          </p:nvSpPr>
          <p:spPr>
            <a:xfrm>
              <a:off x="274200" y="1663702"/>
              <a:ext cx="9531600" cy="9000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600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t/>
              </a:r>
              <a:endParaRPr b="1" i="0" sz="1800" u="none" cap="none" strike="noStrike">
                <a:solidFill>
                  <a:srgbClr val="000000"/>
                </a:solidFill>
                <a:latin typeface="Roboto"/>
                <a:ea typeface="Roboto"/>
                <a:cs typeface="Roboto"/>
                <a:sym typeface="Roboto"/>
              </a:endParaRPr>
            </a:p>
          </p:txBody>
        </p:sp>
        <p:cxnSp>
          <p:nvCxnSpPr>
            <p:cNvPr id="643" name="Google Shape;643;p7"/>
            <p:cNvCxnSpPr/>
            <p:nvPr/>
          </p:nvCxnSpPr>
          <p:spPr>
            <a:xfrm>
              <a:off x="805925" y="1664552"/>
              <a:ext cx="0" cy="899700"/>
            </a:xfrm>
            <a:prstGeom prst="straightConnector1">
              <a:avLst/>
            </a:prstGeom>
            <a:noFill/>
            <a:ln cap="flat" cmpd="sng" w="28575">
              <a:solidFill>
                <a:srgbClr val="D9D9D9"/>
              </a:solidFill>
              <a:prstDash val="solid"/>
              <a:round/>
              <a:headEnd len="sm" w="sm" type="none"/>
              <a:tailEnd len="sm" w="sm" type="none"/>
            </a:ln>
          </p:spPr>
        </p:cxnSp>
        <p:cxnSp>
          <p:nvCxnSpPr>
            <p:cNvPr id="644" name="Google Shape;644;p7"/>
            <p:cNvCxnSpPr/>
            <p:nvPr/>
          </p:nvCxnSpPr>
          <p:spPr>
            <a:xfrm>
              <a:off x="2607089" y="1664552"/>
              <a:ext cx="0" cy="899700"/>
            </a:xfrm>
            <a:prstGeom prst="straightConnector1">
              <a:avLst/>
            </a:prstGeom>
            <a:noFill/>
            <a:ln cap="flat" cmpd="sng" w="28575">
              <a:solidFill>
                <a:srgbClr val="D9D9D9"/>
              </a:solidFill>
              <a:prstDash val="solid"/>
              <a:round/>
              <a:headEnd len="sm" w="sm" type="none"/>
              <a:tailEnd len="sm" w="sm" type="none"/>
            </a:ln>
          </p:spPr>
        </p:cxnSp>
        <p:cxnSp>
          <p:nvCxnSpPr>
            <p:cNvPr id="645" name="Google Shape;645;p7"/>
            <p:cNvCxnSpPr/>
            <p:nvPr/>
          </p:nvCxnSpPr>
          <p:spPr>
            <a:xfrm>
              <a:off x="4429180" y="1664552"/>
              <a:ext cx="0" cy="899700"/>
            </a:xfrm>
            <a:prstGeom prst="straightConnector1">
              <a:avLst/>
            </a:prstGeom>
            <a:noFill/>
            <a:ln cap="flat" cmpd="sng" w="28575">
              <a:solidFill>
                <a:srgbClr val="B7B7B7"/>
              </a:solidFill>
              <a:prstDash val="solid"/>
              <a:round/>
              <a:headEnd len="sm" w="sm" type="none"/>
              <a:tailEnd len="sm" w="sm" type="none"/>
            </a:ln>
          </p:spPr>
        </p:cxnSp>
        <p:cxnSp>
          <p:nvCxnSpPr>
            <p:cNvPr id="646" name="Google Shape;646;p7"/>
            <p:cNvCxnSpPr/>
            <p:nvPr/>
          </p:nvCxnSpPr>
          <p:spPr>
            <a:xfrm>
              <a:off x="6237052" y="1664552"/>
              <a:ext cx="0" cy="899700"/>
            </a:xfrm>
            <a:prstGeom prst="straightConnector1">
              <a:avLst/>
            </a:prstGeom>
            <a:noFill/>
            <a:ln cap="flat" cmpd="sng" w="28575">
              <a:solidFill>
                <a:srgbClr val="D9D9D9"/>
              </a:solidFill>
              <a:prstDash val="solid"/>
              <a:round/>
              <a:headEnd len="sm" w="sm" type="none"/>
              <a:tailEnd len="sm" w="sm" type="none"/>
            </a:ln>
          </p:spPr>
        </p:cxnSp>
        <p:cxnSp>
          <p:nvCxnSpPr>
            <p:cNvPr id="647" name="Google Shape;647;p7"/>
            <p:cNvCxnSpPr/>
            <p:nvPr/>
          </p:nvCxnSpPr>
          <p:spPr>
            <a:xfrm>
              <a:off x="8031107" y="1664552"/>
              <a:ext cx="0" cy="899700"/>
            </a:xfrm>
            <a:prstGeom prst="straightConnector1">
              <a:avLst/>
            </a:prstGeom>
            <a:noFill/>
            <a:ln cap="flat" cmpd="sng" w="28575">
              <a:solidFill>
                <a:srgbClr val="D9D9D9"/>
              </a:solidFill>
              <a:prstDash val="solid"/>
              <a:round/>
              <a:headEnd len="sm" w="sm" type="none"/>
              <a:tailEnd len="sm" w="sm" type="none"/>
            </a:ln>
          </p:spPr>
        </p:cxnSp>
        <p:sp>
          <p:nvSpPr>
            <p:cNvPr id="648" name="Google Shape;648;p7"/>
            <p:cNvSpPr/>
            <p:nvPr/>
          </p:nvSpPr>
          <p:spPr>
            <a:xfrm>
              <a:off x="2627447" y="1670375"/>
              <a:ext cx="1782000" cy="893400"/>
            </a:xfrm>
            <a:prstGeom prst="rect">
              <a:avLst/>
            </a:prstGeom>
            <a:solidFill>
              <a:srgbClr val="D9EAD3"/>
            </a:solidFill>
            <a:ln cap="flat" cmpd="sng" w="9525">
              <a:solidFill>
                <a:srgbClr val="D9EA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 name="Google Shape;649;p7"/>
            <p:cNvSpPr/>
            <p:nvPr/>
          </p:nvSpPr>
          <p:spPr>
            <a:xfrm>
              <a:off x="4450520" y="1670375"/>
              <a:ext cx="1764000" cy="893400"/>
            </a:xfrm>
            <a:prstGeom prst="rect">
              <a:avLst/>
            </a:prstGeom>
            <a:solidFill>
              <a:srgbClr val="F4CCCC"/>
            </a:solidFill>
            <a:ln cap="flat" cmpd="sng" w="9525">
              <a:solidFill>
                <a:srgbClr val="F4CCC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0" name="Google Shape;650;p7"/>
          <p:cNvGrpSpPr/>
          <p:nvPr/>
        </p:nvGrpSpPr>
        <p:grpSpPr>
          <a:xfrm>
            <a:off x="274200" y="3526110"/>
            <a:ext cx="9531600" cy="561583"/>
            <a:chOff x="274200" y="1663702"/>
            <a:chExt cx="9531600" cy="900550"/>
          </a:xfrm>
        </p:grpSpPr>
        <p:sp>
          <p:nvSpPr>
            <p:cNvPr id="651" name="Google Shape;651;p7"/>
            <p:cNvSpPr/>
            <p:nvPr/>
          </p:nvSpPr>
          <p:spPr>
            <a:xfrm>
              <a:off x="274200" y="1663702"/>
              <a:ext cx="9531600" cy="9000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600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t/>
              </a:r>
              <a:endParaRPr b="1" i="0" sz="1800" u="none" cap="none" strike="noStrike">
                <a:solidFill>
                  <a:srgbClr val="000000"/>
                </a:solidFill>
                <a:latin typeface="Roboto"/>
                <a:ea typeface="Roboto"/>
                <a:cs typeface="Roboto"/>
                <a:sym typeface="Roboto"/>
              </a:endParaRPr>
            </a:p>
          </p:txBody>
        </p:sp>
        <p:cxnSp>
          <p:nvCxnSpPr>
            <p:cNvPr id="652" name="Google Shape;652;p7"/>
            <p:cNvCxnSpPr/>
            <p:nvPr/>
          </p:nvCxnSpPr>
          <p:spPr>
            <a:xfrm>
              <a:off x="805925" y="1664552"/>
              <a:ext cx="0" cy="899700"/>
            </a:xfrm>
            <a:prstGeom prst="straightConnector1">
              <a:avLst/>
            </a:prstGeom>
            <a:noFill/>
            <a:ln cap="flat" cmpd="sng" w="28575">
              <a:solidFill>
                <a:srgbClr val="D9D9D9"/>
              </a:solidFill>
              <a:prstDash val="solid"/>
              <a:round/>
              <a:headEnd len="sm" w="sm" type="none"/>
              <a:tailEnd len="sm" w="sm" type="none"/>
            </a:ln>
          </p:spPr>
        </p:cxnSp>
        <p:cxnSp>
          <p:nvCxnSpPr>
            <p:cNvPr id="653" name="Google Shape;653;p7"/>
            <p:cNvCxnSpPr/>
            <p:nvPr/>
          </p:nvCxnSpPr>
          <p:spPr>
            <a:xfrm>
              <a:off x="2607089" y="1664552"/>
              <a:ext cx="0" cy="899700"/>
            </a:xfrm>
            <a:prstGeom prst="straightConnector1">
              <a:avLst/>
            </a:prstGeom>
            <a:noFill/>
            <a:ln cap="flat" cmpd="sng" w="28575">
              <a:solidFill>
                <a:srgbClr val="D9D9D9"/>
              </a:solidFill>
              <a:prstDash val="solid"/>
              <a:round/>
              <a:headEnd len="sm" w="sm" type="none"/>
              <a:tailEnd len="sm" w="sm" type="none"/>
            </a:ln>
          </p:spPr>
        </p:cxnSp>
        <p:cxnSp>
          <p:nvCxnSpPr>
            <p:cNvPr id="654" name="Google Shape;654;p7"/>
            <p:cNvCxnSpPr/>
            <p:nvPr/>
          </p:nvCxnSpPr>
          <p:spPr>
            <a:xfrm>
              <a:off x="4429180" y="1664552"/>
              <a:ext cx="0" cy="899700"/>
            </a:xfrm>
            <a:prstGeom prst="straightConnector1">
              <a:avLst/>
            </a:prstGeom>
            <a:noFill/>
            <a:ln cap="flat" cmpd="sng" w="28575">
              <a:solidFill>
                <a:srgbClr val="B7B7B7"/>
              </a:solidFill>
              <a:prstDash val="solid"/>
              <a:round/>
              <a:headEnd len="sm" w="sm" type="none"/>
              <a:tailEnd len="sm" w="sm" type="none"/>
            </a:ln>
          </p:spPr>
        </p:cxnSp>
        <p:cxnSp>
          <p:nvCxnSpPr>
            <p:cNvPr id="655" name="Google Shape;655;p7"/>
            <p:cNvCxnSpPr/>
            <p:nvPr/>
          </p:nvCxnSpPr>
          <p:spPr>
            <a:xfrm>
              <a:off x="6237052" y="1664552"/>
              <a:ext cx="0" cy="899700"/>
            </a:xfrm>
            <a:prstGeom prst="straightConnector1">
              <a:avLst/>
            </a:prstGeom>
            <a:noFill/>
            <a:ln cap="flat" cmpd="sng" w="28575">
              <a:solidFill>
                <a:srgbClr val="D9D9D9"/>
              </a:solidFill>
              <a:prstDash val="solid"/>
              <a:round/>
              <a:headEnd len="sm" w="sm" type="none"/>
              <a:tailEnd len="sm" w="sm" type="none"/>
            </a:ln>
          </p:spPr>
        </p:cxnSp>
        <p:cxnSp>
          <p:nvCxnSpPr>
            <p:cNvPr id="656" name="Google Shape;656;p7"/>
            <p:cNvCxnSpPr/>
            <p:nvPr/>
          </p:nvCxnSpPr>
          <p:spPr>
            <a:xfrm>
              <a:off x="8031107" y="1664552"/>
              <a:ext cx="0" cy="899700"/>
            </a:xfrm>
            <a:prstGeom prst="straightConnector1">
              <a:avLst/>
            </a:prstGeom>
            <a:noFill/>
            <a:ln cap="flat" cmpd="sng" w="28575">
              <a:solidFill>
                <a:srgbClr val="D9D9D9"/>
              </a:solidFill>
              <a:prstDash val="solid"/>
              <a:round/>
              <a:headEnd len="sm" w="sm" type="none"/>
              <a:tailEnd len="sm" w="sm" type="none"/>
            </a:ln>
          </p:spPr>
        </p:cxnSp>
        <p:sp>
          <p:nvSpPr>
            <p:cNvPr id="657" name="Google Shape;657;p7"/>
            <p:cNvSpPr/>
            <p:nvPr/>
          </p:nvSpPr>
          <p:spPr>
            <a:xfrm>
              <a:off x="2627447" y="1670375"/>
              <a:ext cx="1782000" cy="893400"/>
            </a:xfrm>
            <a:prstGeom prst="rect">
              <a:avLst/>
            </a:prstGeom>
            <a:solidFill>
              <a:srgbClr val="D9EAD3"/>
            </a:solidFill>
            <a:ln cap="flat" cmpd="sng" w="9525">
              <a:solidFill>
                <a:srgbClr val="D9EA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 name="Google Shape;658;p7"/>
            <p:cNvSpPr/>
            <p:nvPr/>
          </p:nvSpPr>
          <p:spPr>
            <a:xfrm>
              <a:off x="4450520" y="1670375"/>
              <a:ext cx="1764000" cy="893400"/>
            </a:xfrm>
            <a:prstGeom prst="rect">
              <a:avLst/>
            </a:prstGeom>
            <a:solidFill>
              <a:srgbClr val="F4CCCC"/>
            </a:solidFill>
            <a:ln cap="flat" cmpd="sng" w="9525">
              <a:solidFill>
                <a:srgbClr val="F4CCC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9" name="Google Shape;659;p7"/>
          <p:cNvGrpSpPr/>
          <p:nvPr/>
        </p:nvGrpSpPr>
        <p:grpSpPr>
          <a:xfrm>
            <a:off x="274200" y="4174179"/>
            <a:ext cx="9531600" cy="561583"/>
            <a:chOff x="274200" y="1663702"/>
            <a:chExt cx="9531600" cy="900550"/>
          </a:xfrm>
        </p:grpSpPr>
        <p:sp>
          <p:nvSpPr>
            <p:cNvPr id="660" name="Google Shape;660;p7"/>
            <p:cNvSpPr/>
            <p:nvPr/>
          </p:nvSpPr>
          <p:spPr>
            <a:xfrm>
              <a:off x="274200" y="1663702"/>
              <a:ext cx="9531600" cy="9000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600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t/>
              </a:r>
              <a:endParaRPr b="1" i="0" sz="1800" u="none" cap="none" strike="noStrike">
                <a:solidFill>
                  <a:srgbClr val="000000"/>
                </a:solidFill>
                <a:latin typeface="Roboto"/>
                <a:ea typeface="Roboto"/>
                <a:cs typeface="Roboto"/>
                <a:sym typeface="Roboto"/>
              </a:endParaRPr>
            </a:p>
          </p:txBody>
        </p:sp>
        <p:cxnSp>
          <p:nvCxnSpPr>
            <p:cNvPr id="661" name="Google Shape;661;p7"/>
            <p:cNvCxnSpPr/>
            <p:nvPr/>
          </p:nvCxnSpPr>
          <p:spPr>
            <a:xfrm>
              <a:off x="805925" y="1664552"/>
              <a:ext cx="0" cy="899700"/>
            </a:xfrm>
            <a:prstGeom prst="straightConnector1">
              <a:avLst/>
            </a:prstGeom>
            <a:noFill/>
            <a:ln cap="flat" cmpd="sng" w="28575">
              <a:solidFill>
                <a:srgbClr val="D9D9D9"/>
              </a:solidFill>
              <a:prstDash val="solid"/>
              <a:round/>
              <a:headEnd len="sm" w="sm" type="none"/>
              <a:tailEnd len="sm" w="sm" type="none"/>
            </a:ln>
          </p:spPr>
        </p:cxnSp>
        <p:cxnSp>
          <p:nvCxnSpPr>
            <p:cNvPr id="662" name="Google Shape;662;p7"/>
            <p:cNvCxnSpPr/>
            <p:nvPr/>
          </p:nvCxnSpPr>
          <p:spPr>
            <a:xfrm>
              <a:off x="2607089" y="1664552"/>
              <a:ext cx="0" cy="899700"/>
            </a:xfrm>
            <a:prstGeom prst="straightConnector1">
              <a:avLst/>
            </a:prstGeom>
            <a:noFill/>
            <a:ln cap="flat" cmpd="sng" w="28575">
              <a:solidFill>
                <a:srgbClr val="D9D9D9"/>
              </a:solidFill>
              <a:prstDash val="solid"/>
              <a:round/>
              <a:headEnd len="sm" w="sm" type="none"/>
              <a:tailEnd len="sm" w="sm" type="none"/>
            </a:ln>
          </p:spPr>
        </p:cxnSp>
        <p:cxnSp>
          <p:nvCxnSpPr>
            <p:cNvPr id="663" name="Google Shape;663;p7"/>
            <p:cNvCxnSpPr/>
            <p:nvPr/>
          </p:nvCxnSpPr>
          <p:spPr>
            <a:xfrm>
              <a:off x="4429180" y="1664552"/>
              <a:ext cx="0" cy="899700"/>
            </a:xfrm>
            <a:prstGeom prst="straightConnector1">
              <a:avLst/>
            </a:prstGeom>
            <a:noFill/>
            <a:ln cap="flat" cmpd="sng" w="28575">
              <a:solidFill>
                <a:srgbClr val="B7B7B7"/>
              </a:solidFill>
              <a:prstDash val="solid"/>
              <a:round/>
              <a:headEnd len="sm" w="sm" type="none"/>
              <a:tailEnd len="sm" w="sm" type="none"/>
            </a:ln>
          </p:spPr>
        </p:cxnSp>
        <p:cxnSp>
          <p:nvCxnSpPr>
            <p:cNvPr id="664" name="Google Shape;664;p7"/>
            <p:cNvCxnSpPr/>
            <p:nvPr/>
          </p:nvCxnSpPr>
          <p:spPr>
            <a:xfrm>
              <a:off x="6237052" y="1664552"/>
              <a:ext cx="0" cy="899700"/>
            </a:xfrm>
            <a:prstGeom prst="straightConnector1">
              <a:avLst/>
            </a:prstGeom>
            <a:noFill/>
            <a:ln cap="flat" cmpd="sng" w="28575">
              <a:solidFill>
                <a:srgbClr val="D9D9D9"/>
              </a:solidFill>
              <a:prstDash val="solid"/>
              <a:round/>
              <a:headEnd len="sm" w="sm" type="none"/>
              <a:tailEnd len="sm" w="sm" type="none"/>
            </a:ln>
          </p:spPr>
        </p:cxnSp>
        <p:cxnSp>
          <p:nvCxnSpPr>
            <p:cNvPr id="665" name="Google Shape;665;p7"/>
            <p:cNvCxnSpPr/>
            <p:nvPr/>
          </p:nvCxnSpPr>
          <p:spPr>
            <a:xfrm>
              <a:off x="8031107" y="1664552"/>
              <a:ext cx="0" cy="899700"/>
            </a:xfrm>
            <a:prstGeom prst="straightConnector1">
              <a:avLst/>
            </a:prstGeom>
            <a:noFill/>
            <a:ln cap="flat" cmpd="sng" w="28575">
              <a:solidFill>
                <a:srgbClr val="D9D9D9"/>
              </a:solidFill>
              <a:prstDash val="solid"/>
              <a:round/>
              <a:headEnd len="sm" w="sm" type="none"/>
              <a:tailEnd len="sm" w="sm" type="none"/>
            </a:ln>
          </p:spPr>
        </p:cxnSp>
        <p:sp>
          <p:nvSpPr>
            <p:cNvPr id="666" name="Google Shape;666;p7"/>
            <p:cNvSpPr/>
            <p:nvPr/>
          </p:nvSpPr>
          <p:spPr>
            <a:xfrm>
              <a:off x="2627447" y="1670375"/>
              <a:ext cx="1782000" cy="893400"/>
            </a:xfrm>
            <a:prstGeom prst="rect">
              <a:avLst/>
            </a:prstGeom>
            <a:solidFill>
              <a:srgbClr val="D9EAD3"/>
            </a:solidFill>
            <a:ln cap="flat" cmpd="sng" w="9525">
              <a:solidFill>
                <a:srgbClr val="D9EA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 name="Google Shape;667;p7"/>
            <p:cNvSpPr/>
            <p:nvPr/>
          </p:nvSpPr>
          <p:spPr>
            <a:xfrm>
              <a:off x="4450520" y="1670375"/>
              <a:ext cx="1764000" cy="893400"/>
            </a:xfrm>
            <a:prstGeom prst="rect">
              <a:avLst/>
            </a:prstGeom>
            <a:solidFill>
              <a:srgbClr val="F4CCCC"/>
            </a:solidFill>
            <a:ln cap="flat" cmpd="sng" w="9525">
              <a:solidFill>
                <a:srgbClr val="F4CCC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68" name="Google Shape;668;p7"/>
          <p:cNvSpPr txBox="1"/>
          <p:nvPr>
            <p:ph idx="1" type="subTitle"/>
          </p:nvPr>
        </p:nvSpPr>
        <p:spPr>
          <a:xfrm>
            <a:off x="832100" y="1581903"/>
            <a:ext cx="1750500" cy="561600"/>
          </a:xfrm>
          <a:prstGeom prst="rect">
            <a:avLst/>
          </a:prstGeom>
          <a:noFill/>
          <a:ln>
            <a:noFill/>
          </a:ln>
        </p:spPr>
        <p:txBody>
          <a:bodyPr anchorCtr="0" anchor="ctr" bIns="54000" lIns="54000" spcFirstLastPara="1" rIns="54000" wrap="square" tIns="54000">
            <a:noAutofit/>
          </a:bodyPr>
          <a:lstStyle>
            <a:lvl1pPr lvl="0"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rtl="0">
              <a:lnSpc>
                <a:spcPct val="90000"/>
              </a:lnSpc>
              <a:spcBef>
                <a:spcPts val="0"/>
              </a:spcBef>
              <a:spcAft>
                <a:spcPts val="0"/>
              </a:spcAft>
              <a:buClr>
                <a:srgbClr val="000000"/>
              </a:buClr>
              <a:buSzPts val="800"/>
              <a:buNone/>
              <a:defRPr sz="800">
                <a:solidFill>
                  <a:srgbClr val="000000"/>
                </a:solidFill>
              </a:defRPr>
            </a:lvl2pPr>
            <a:lvl3pPr lvl="2" rtl="0">
              <a:lnSpc>
                <a:spcPct val="90000"/>
              </a:lnSpc>
              <a:spcBef>
                <a:spcPts val="0"/>
              </a:spcBef>
              <a:spcAft>
                <a:spcPts val="0"/>
              </a:spcAft>
              <a:buClr>
                <a:srgbClr val="000000"/>
              </a:buClr>
              <a:buSzPts val="800"/>
              <a:buNone/>
              <a:defRPr sz="800">
                <a:solidFill>
                  <a:srgbClr val="000000"/>
                </a:solidFill>
              </a:defRPr>
            </a:lvl3pPr>
            <a:lvl4pPr lvl="3" rtl="0">
              <a:lnSpc>
                <a:spcPct val="90000"/>
              </a:lnSpc>
              <a:spcBef>
                <a:spcPts val="0"/>
              </a:spcBef>
              <a:spcAft>
                <a:spcPts val="0"/>
              </a:spcAft>
              <a:buClr>
                <a:srgbClr val="000000"/>
              </a:buClr>
              <a:buSzPts val="800"/>
              <a:buNone/>
              <a:defRPr sz="800">
                <a:solidFill>
                  <a:srgbClr val="000000"/>
                </a:solidFill>
              </a:defRPr>
            </a:lvl4pPr>
            <a:lvl5pPr lvl="4" rtl="0">
              <a:lnSpc>
                <a:spcPct val="90000"/>
              </a:lnSpc>
              <a:spcBef>
                <a:spcPts val="0"/>
              </a:spcBef>
              <a:spcAft>
                <a:spcPts val="0"/>
              </a:spcAft>
              <a:buClr>
                <a:srgbClr val="000000"/>
              </a:buClr>
              <a:buSzPts val="800"/>
              <a:buNone/>
              <a:defRPr sz="800">
                <a:solidFill>
                  <a:srgbClr val="000000"/>
                </a:solidFill>
              </a:defRPr>
            </a:lvl5pPr>
            <a:lvl6pPr lvl="5" rtl="0">
              <a:lnSpc>
                <a:spcPct val="90000"/>
              </a:lnSpc>
              <a:spcBef>
                <a:spcPts val="0"/>
              </a:spcBef>
              <a:spcAft>
                <a:spcPts val="0"/>
              </a:spcAft>
              <a:buClr>
                <a:srgbClr val="000000"/>
              </a:buClr>
              <a:buSzPts val="800"/>
              <a:buNone/>
              <a:defRPr sz="800">
                <a:solidFill>
                  <a:srgbClr val="000000"/>
                </a:solidFill>
              </a:defRPr>
            </a:lvl6pPr>
            <a:lvl7pPr lvl="6" rtl="0">
              <a:lnSpc>
                <a:spcPct val="90000"/>
              </a:lnSpc>
              <a:spcBef>
                <a:spcPts val="0"/>
              </a:spcBef>
              <a:spcAft>
                <a:spcPts val="0"/>
              </a:spcAft>
              <a:buClr>
                <a:srgbClr val="000000"/>
              </a:buClr>
              <a:buSzPts val="800"/>
              <a:buNone/>
              <a:defRPr sz="800">
                <a:solidFill>
                  <a:srgbClr val="000000"/>
                </a:solidFill>
              </a:defRPr>
            </a:lvl7pPr>
            <a:lvl8pPr lvl="7" rtl="0">
              <a:lnSpc>
                <a:spcPct val="90000"/>
              </a:lnSpc>
              <a:spcBef>
                <a:spcPts val="0"/>
              </a:spcBef>
              <a:spcAft>
                <a:spcPts val="0"/>
              </a:spcAft>
              <a:buClr>
                <a:srgbClr val="000000"/>
              </a:buClr>
              <a:buSzPts val="800"/>
              <a:buNone/>
              <a:defRPr sz="800">
                <a:solidFill>
                  <a:srgbClr val="000000"/>
                </a:solidFill>
              </a:defRPr>
            </a:lvl8pPr>
            <a:lvl9pPr lvl="8" rtl="0">
              <a:lnSpc>
                <a:spcPct val="90000"/>
              </a:lnSpc>
              <a:spcBef>
                <a:spcPts val="0"/>
              </a:spcBef>
              <a:spcAft>
                <a:spcPts val="0"/>
              </a:spcAft>
              <a:buClr>
                <a:srgbClr val="000000"/>
              </a:buClr>
              <a:buSzPts val="800"/>
              <a:buNone/>
              <a:defRPr sz="800">
                <a:solidFill>
                  <a:srgbClr val="000000"/>
                </a:solidFill>
              </a:defRPr>
            </a:lvl9pPr>
          </a:lstStyle>
          <a:p/>
        </p:txBody>
      </p:sp>
      <p:sp>
        <p:nvSpPr>
          <p:cNvPr id="669" name="Google Shape;669;p7"/>
          <p:cNvSpPr txBox="1"/>
          <p:nvPr>
            <p:ph idx="2" type="subTitle"/>
          </p:nvPr>
        </p:nvSpPr>
        <p:spPr>
          <a:xfrm>
            <a:off x="2631411" y="1581903"/>
            <a:ext cx="1771500" cy="561600"/>
          </a:xfrm>
          <a:prstGeom prst="rect">
            <a:avLst/>
          </a:prstGeom>
          <a:noFill/>
          <a:ln>
            <a:noFill/>
          </a:ln>
        </p:spPr>
        <p:txBody>
          <a:bodyPr anchorCtr="0" anchor="ctr" bIns="54000" lIns="54000" spcFirstLastPara="1" rIns="54000" wrap="square" tIns="54000">
            <a:noAutofit/>
          </a:bodyPr>
          <a:lstStyle>
            <a:lvl1pPr lvl="0"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rtl="0">
              <a:lnSpc>
                <a:spcPct val="90000"/>
              </a:lnSpc>
              <a:spcBef>
                <a:spcPts val="0"/>
              </a:spcBef>
              <a:spcAft>
                <a:spcPts val="0"/>
              </a:spcAft>
              <a:buClr>
                <a:srgbClr val="000000"/>
              </a:buClr>
              <a:buSzPts val="800"/>
              <a:buNone/>
              <a:defRPr sz="800">
                <a:solidFill>
                  <a:srgbClr val="000000"/>
                </a:solidFill>
              </a:defRPr>
            </a:lvl2pPr>
            <a:lvl3pPr lvl="2" rtl="0">
              <a:lnSpc>
                <a:spcPct val="90000"/>
              </a:lnSpc>
              <a:spcBef>
                <a:spcPts val="0"/>
              </a:spcBef>
              <a:spcAft>
                <a:spcPts val="0"/>
              </a:spcAft>
              <a:buClr>
                <a:srgbClr val="000000"/>
              </a:buClr>
              <a:buSzPts val="800"/>
              <a:buNone/>
              <a:defRPr sz="800">
                <a:solidFill>
                  <a:srgbClr val="000000"/>
                </a:solidFill>
              </a:defRPr>
            </a:lvl3pPr>
            <a:lvl4pPr lvl="3" rtl="0">
              <a:lnSpc>
                <a:spcPct val="90000"/>
              </a:lnSpc>
              <a:spcBef>
                <a:spcPts val="0"/>
              </a:spcBef>
              <a:spcAft>
                <a:spcPts val="0"/>
              </a:spcAft>
              <a:buClr>
                <a:srgbClr val="000000"/>
              </a:buClr>
              <a:buSzPts val="800"/>
              <a:buNone/>
              <a:defRPr sz="800">
                <a:solidFill>
                  <a:srgbClr val="000000"/>
                </a:solidFill>
              </a:defRPr>
            </a:lvl4pPr>
            <a:lvl5pPr lvl="4" rtl="0">
              <a:lnSpc>
                <a:spcPct val="90000"/>
              </a:lnSpc>
              <a:spcBef>
                <a:spcPts val="0"/>
              </a:spcBef>
              <a:spcAft>
                <a:spcPts val="0"/>
              </a:spcAft>
              <a:buClr>
                <a:srgbClr val="000000"/>
              </a:buClr>
              <a:buSzPts val="800"/>
              <a:buNone/>
              <a:defRPr sz="800">
                <a:solidFill>
                  <a:srgbClr val="000000"/>
                </a:solidFill>
              </a:defRPr>
            </a:lvl5pPr>
            <a:lvl6pPr lvl="5" rtl="0">
              <a:lnSpc>
                <a:spcPct val="90000"/>
              </a:lnSpc>
              <a:spcBef>
                <a:spcPts val="0"/>
              </a:spcBef>
              <a:spcAft>
                <a:spcPts val="0"/>
              </a:spcAft>
              <a:buClr>
                <a:srgbClr val="000000"/>
              </a:buClr>
              <a:buSzPts val="800"/>
              <a:buNone/>
              <a:defRPr sz="800">
                <a:solidFill>
                  <a:srgbClr val="000000"/>
                </a:solidFill>
              </a:defRPr>
            </a:lvl6pPr>
            <a:lvl7pPr lvl="6" rtl="0">
              <a:lnSpc>
                <a:spcPct val="90000"/>
              </a:lnSpc>
              <a:spcBef>
                <a:spcPts val="0"/>
              </a:spcBef>
              <a:spcAft>
                <a:spcPts val="0"/>
              </a:spcAft>
              <a:buClr>
                <a:srgbClr val="000000"/>
              </a:buClr>
              <a:buSzPts val="800"/>
              <a:buNone/>
              <a:defRPr sz="800">
                <a:solidFill>
                  <a:srgbClr val="000000"/>
                </a:solidFill>
              </a:defRPr>
            </a:lvl7pPr>
            <a:lvl8pPr lvl="7" rtl="0">
              <a:lnSpc>
                <a:spcPct val="90000"/>
              </a:lnSpc>
              <a:spcBef>
                <a:spcPts val="0"/>
              </a:spcBef>
              <a:spcAft>
                <a:spcPts val="0"/>
              </a:spcAft>
              <a:buClr>
                <a:srgbClr val="000000"/>
              </a:buClr>
              <a:buSzPts val="800"/>
              <a:buNone/>
              <a:defRPr sz="800">
                <a:solidFill>
                  <a:srgbClr val="000000"/>
                </a:solidFill>
              </a:defRPr>
            </a:lvl8pPr>
            <a:lvl9pPr lvl="8" rtl="0">
              <a:lnSpc>
                <a:spcPct val="90000"/>
              </a:lnSpc>
              <a:spcBef>
                <a:spcPts val="0"/>
              </a:spcBef>
              <a:spcAft>
                <a:spcPts val="0"/>
              </a:spcAft>
              <a:buClr>
                <a:srgbClr val="000000"/>
              </a:buClr>
              <a:buSzPts val="800"/>
              <a:buNone/>
              <a:defRPr sz="800">
                <a:solidFill>
                  <a:srgbClr val="000000"/>
                </a:solidFill>
              </a:defRPr>
            </a:lvl9pPr>
          </a:lstStyle>
          <a:p/>
        </p:txBody>
      </p:sp>
      <p:sp>
        <p:nvSpPr>
          <p:cNvPr id="670" name="Google Shape;670;p7"/>
          <p:cNvSpPr txBox="1"/>
          <p:nvPr>
            <p:ph idx="3" type="subTitle"/>
          </p:nvPr>
        </p:nvSpPr>
        <p:spPr>
          <a:xfrm>
            <a:off x="4460203" y="1581903"/>
            <a:ext cx="1750500" cy="561600"/>
          </a:xfrm>
          <a:prstGeom prst="rect">
            <a:avLst/>
          </a:prstGeom>
          <a:noFill/>
          <a:ln>
            <a:noFill/>
          </a:ln>
        </p:spPr>
        <p:txBody>
          <a:bodyPr anchorCtr="0" anchor="ctr" bIns="54000" lIns="54000" spcFirstLastPara="1" rIns="54000" wrap="square" tIns="54000">
            <a:noAutofit/>
          </a:bodyPr>
          <a:lstStyle>
            <a:lvl1pPr lvl="0"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rtl="0">
              <a:lnSpc>
                <a:spcPct val="90000"/>
              </a:lnSpc>
              <a:spcBef>
                <a:spcPts val="0"/>
              </a:spcBef>
              <a:spcAft>
                <a:spcPts val="0"/>
              </a:spcAft>
              <a:buClr>
                <a:srgbClr val="000000"/>
              </a:buClr>
              <a:buSzPts val="800"/>
              <a:buNone/>
              <a:defRPr sz="800">
                <a:solidFill>
                  <a:srgbClr val="000000"/>
                </a:solidFill>
              </a:defRPr>
            </a:lvl2pPr>
            <a:lvl3pPr lvl="2" rtl="0">
              <a:lnSpc>
                <a:spcPct val="90000"/>
              </a:lnSpc>
              <a:spcBef>
                <a:spcPts val="0"/>
              </a:spcBef>
              <a:spcAft>
                <a:spcPts val="0"/>
              </a:spcAft>
              <a:buClr>
                <a:srgbClr val="000000"/>
              </a:buClr>
              <a:buSzPts val="800"/>
              <a:buNone/>
              <a:defRPr sz="800">
                <a:solidFill>
                  <a:srgbClr val="000000"/>
                </a:solidFill>
              </a:defRPr>
            </a:lvl3pPr>
            <a:lvl4pPr lvl="3" rtl="0">
              <a:lnSpc>
                <a:spcPct val="90000"/>
              </a:lnSpc>
              <a:spcBef>
                <a:spcPts val="0"/>
              </a:spcBef>
              <a:spcAft>
                <a:spcPts val="0"/>
              </a:spcAft>
              <a:buClr>
                <a:srgbClr val="000000"/>
              </a:buClr>
              <a:buSzPts val="800"/>
              <a:buNone/>
              <a:defRPr sz="800">
                <a:solidFill>
                  <a:srgbClr val="000000"/>
                </a:solidFill>
              </a:defRPr>
            </a:lvl4pPr>
            <a:lvl5pPr lvl="4" rtl="0">
              <a:lnSpc>
                <a:spcPct val="90000"/>
              </a:lnSpc>
              <a:spcBef>
                <a:spcPts val="0"/>
              </a:spcBef>
              <a:spcAft>
                <a:spcPts val="0"/>
              </a:spcAft>
              <a:buClr>
                <a:srgbClr val="000000"/>
              </a:buClr>
              <a:buSzPts val="800"/>
              <a:buNone/>
              <a:defRPr sz="800">
                <a:solidFill>
                  <a:srgbClr val="000000"/>
                </a:solidFill>
              </a:defRPr>
            </a:lvl5pPr>
            <a:lvl6pPr lvl="5" rtl="0">
              <a:lnSpc>
                <a:spcPct val="90000"/>
              </a:lnSpc>
              <a:spcBef>
                <a:spcPts val="0"/>
              </a:spcBef>
              <a:spcAft>
                <a:spcPts val="0"/>
              </a:spcAft>
              <a:buClr>
                <a:srgbClr val="000000"/>
              </a:buClr>
              <a:buSzPts val="800"/>
              <a:buNone/>
              <a:defRPr sz="800">
                <a:solidFill>
                  <a:srgbClr val="000000"/>
                </a:solidFill>
              </a:defRPr>
            </a:lvl6pPr>
            <a:lvl7pPr lvl="6" rtl="0">
              <a:lnSpc>
                <a:spcPct val="90000"/>
              </a:lnSpc>
              <a:spcBef>
                <a:spcPts val="0"/>
              </a:spcBef>
              <a:spcAft>
                <a:spcPts val="0"/>
              </a:spcAft>
              <a:buClr>
                <a:srgbClr val="000000"/>
              </a:buClr>
              <a:buSzPts val="800"/>
              <a:buNone/>
              <a:defRPr sz="800">
                <a:solidFill>
                  <a:srgbClr val="000000"/>
                </a:solidFill>
              </a:defRPr>
            </a:lvl7pPr>
            <a:lvl8pPr lvl="7" rtl="0">
              <a:lnSpc>
                <a:spcPct val="90000"/>
              </a:lnSpc>
              <a:spcBef>
                <a:spcPts val="0"/>
              </a:spcBef>
              <a:spcAft>
                <a:spcPts val="0"/>
              </a:spcAft>
              <a:buClr>
                <a:srgbClr val="000000"/>
              </a:buClr>
              <a:buSzPts val="800"/>
              <a:buNone/>
              <a:defRPr sz="800">
                <a:solidFill>
                  <a:srgbClr val="000000"/>
                </a:solidFill>
              </a:defRPr>
            </a:lvl8pPr>
            <a:lvl9pPr lvl="8" rtl="0">
              <a:lnSpc>
                <a:spcPct val="90000"/>
              </a:lnSpc>
              <a:spcBef>
                <a:spcPts val="0"/>
              </a:spcBef>
              <a:spcAft>
                <a:spcPts val="0"/>
              </a:spcAft>
              <a:buClr>
                <a:srgbClr val="000000"/>
              </a:buClr>
              <a:buSzPts val="800"/>
              <a:buNone/>
              <a:defRPr sz="800">
                <a:solidFill>
                  <a:srgbClr val="000000"/>
                </a:solidFill>
              </a:defRPr>
            </a:lvl9pPr>
          </a:lstStyle>
          <a:p/>
        </p:txBody>
      </p:sp>
      <p:sp>
        <p:nvSpPr>
          <p:cNvPr id="671" name="Google Shape;671;p7"/>
          <p:cNvSpPr txBox="1"/>
          <p:nvPr>
            <p:ph idx="4" type="subTitle"/>
          </p:nvPr>
        </p:nvSpPr>
        <p:spPr>
          <a:xfrm>
            <a:off x="6269339" y="1581903"/>
            <a:ext cx="1731300" cy="561600"/>
          </a:xfrm>
          <a:prstGeom prst="rect">
            <a:avLst/>
          </a:prstGeom>
          <a:noFill/>
          <a:ln>
            <a:noFill/>
          </a:ln>
        </p:spPr>
        <p:txBody>
          <a:bodyPr anchorCtr="0" anchor="ctr" bIns="54000" lIns="54000" spcFirstLastPara="1" rIns="54000" wrap="square" tIns="54000">
            <a:noAutofit/>
          </a:bodyPr>
          <a:lstStyle>
            <a:lvl1pPr lvl="0"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rtl="0">
              <a:lnSpc>
                <a:spcPct val="90000"/>
              </a:lnSpc>
              <a:spcBef>
                <a:spcPts val="0"/>
              </a:spcBef>
              <a:spcAft>
                <a:spcPts val="0"/>
              </a:spcAft>
              <a:buClr>
                <a:srgbClr val="000000"/>
              </a:buClr>
              <a:buSzPts val="800"/>
              <a:buNone/>
              <a:defRPr sz="800">
                <a:solidFill>
                  <a:srgbClr val="000000"/>
                </a:solidFill>
              </a:defRPr>
            </a:lvl2pPr>
            <a:lvl3pPr lvl="2" rtl="0">
              <a:lnSpc>
                <a:spcPct val="90000"/>
              </a:lnSpc>
              <a:spcBef>
                <a:spcPts val="0"/>
              </a:spcBef>
              <a:spcAft>
                <a:spcPts val="0"/>
              </a:spcAft>
              <a:buClr>
                <a:srgbClr val="000000"/>
              </a:buClr>
              <a:buSzPts val="800"/>
              <a:buNone/>
              <a:defRPr sz="800">
                <a:solidFill>
                  <a:srgbClr val="000000"/>
                </a:solidFill>
              </a:defRPr>
            </a:lvl3pPr>
            <a:lvl4pPr lvl="3" rtl="0">
              <a:lnSpc>
                <a:spcPct val="90000"/>
              </a:lnSpc>
              <a:spcBef>
                <a:spcPts val="0"/>
              </a:spcBef>
              <a:spcAft>
                <a:spcPts val="0"/>
              </a:spcAft>
              <a:buClr>
                <a:srgbClr val="000000"/>
              </a:buClr>
              <a:buSzPts val="800"/>
              <a:buNone/>
              <a:defRPr sz="800">
                <a:solidFill>
                  <a:srgbClr val="000000"/>
                </a:solidFill>
              </a:defRPr>
            </a:lvl4pPr>
            <a:lvl5pPr lvl="4" rtl="0">
              <a:lnSpc>
                <a:spcPct val="90000"/>
              </a:lnSpc>
              <a:spcBef>
                <a:spcPts val="0"/>
              </a:spcBef>
              <a:spcAft>
                <a:spcPts val="0"/>
              </a:spcAft>
              <a:buClr>
                <a:srgbClr val="000000"/>
              </a:buClr>
              <a:buSzPts val="800"/>
              <a:buNone/>
              <a:defRPr sz="800">
                <a:solidFill>
                  <a:srgbClr val="000000"/>
                </a:solidFill>
              </a:defRPr>
            </a:lvl5pPr>
            <a:lvl6pPr lvl="5" rtl="0">
              <a:lnSpc>
                <a:spcPct val="90000"/>
              </a:lnSpc>
              <a:spcBef>
                <a:spcPts val="0"/>
              </a:spcBef>
              <a:spcAft>
                <a:spcPts val="0"/>
              </a:spcAft>
              <a:buClr>
                <a:srgbClr val="000000"/>
              </a:buClr>
              <a:buSzPts val="800"/>
              <a:buNone/>
              <a:defRPr sz="800">
                <a:solidFill>
                  <a:srgbClr val="000000"/>
                </a:solidFill>
              </a:defRPr>
            </a:lvl6pPr>
            <a:lvl7pPr lvl="6" rtl="0">
              <a:lnSpc>
                <a:spcPct val="90000"/>
              </a:lnSpc>
              <a:spcBef>
                <a:spcPts val="0"/>
              </a:spcBef>
              <a:spcAft>
                <a:spcPts val="0"/>
              </a:spcAft>
              <a:buClr>
                <a:srgbClr val="000000"/>
              </a:buClr>
              <a:buSzPts val="800"/>
              <a:buNone/>
              <a:defRPr sz="800">
                <a:solidFill>
                  <a:srgbClr val="000000"/>
                </a:solidFill>
              </a:defRPr>
            </a:lvl7pPr>
            <a:lvl8pPr lvl="7" rtl="0">
              <a:lnSpc>
                <a:spcPct val="90000"/>
              </a:lnSpc>
              <a:spcBef>
                <a:spcPts val="0"/>
              </a:spcBef>
              <a:spcAft>
                <a:spcPts val="0"/>
              </a:spcAft>
              <a:buClr>
                <a:srgbClr val="000000"/>
              </a:buClr>
              <a:buSzPts val="800"/>
              <a:buNone/>
              <a:defRPr sz="800">
                <a:solidFill>
                  <a:srgbClr val="000000"/>
                </a:solidFill>
              </a:defRPr>
            </a:lvl8pPr>
            <a:lvl9pPr lvl="8" rtl="0">
              <a:lnSpc>
                <a:spcPct val="90000"/>
              </a:lnSpc>
              <a:spcBef>
                <a:spcPts val="0"/>
              </a:spcBef>
              <a:spcAft>
                <a:spcPts val="0"/>
              </a:spcAft>
              <a:buClr>
                <a:srgbClr val="000000"/>
              </a:buClr>
              <a:buSzPts val="800"/>
              <a:buNone/>
              <a:defRPr sz="800">
                <a:solidFill>
                  <a:srgbClr val="000000"/>
                </a:solidFill>
              </a:defRPr>
            </a:lvl9pPr>
          </a:lstStyle>
          <a:p/>
        </p:txBody>
      </p:sp>
      <p:sp>
        <p:nvSpPr>
          <p:cNvPr id="672" name="Google Shape;672;p7"/>
          <p:cNvSpPr txBox="1"/>
          <p:nvPr>
            <p:ph idx="5" type="subTitle"/>
          </p:nvPr>
        </p:nvSpPr>
        <p:spPr>
          <a:xfrm>
            <a:off x="8053914" y="1581903"/>
            <a:ext cx="1731300" cy="561600"/>
          </a:xfrm>
          <a:prstGeom prst="rect">
            <a:avLst/>
          </a:prstGeom>
          <a:noFill/>
          <a:ln>
            <a:noFill/>
          </a:ln>
        </p:spPr>
        <p:txBody>
          <a:bodyPr anchorCtr="0" anchor="ctr" bIns="54000" lIns="54000" spcFirstLastPara="1" rIns="54000" wrap="square" tIns="54000">
            <a:noAutofit/>
          </a:bodyPr>
          <a:lstStyle>
            <a:lvl1pPr lvl="0"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rtl="0">
              <a:lnSpc>
                <a:spcPct val="90000"/>
              </a:lnSpc>
              <a:spcBef>
                <a:spcPts val="0"/>
              </a:spcBef>
              <a:spcAft>
                <a:spcPts val="0"/>
              </a:spcAft>
              <a:buClr>
                <a:srgbClr val="000000"/>
              </a:buClr>
              <a:buSzPts val="800"/>
              <a:buNone/>
              <a:defRPr sz="800">
                <a:solidFill>
                  <a:srgbClr val="000000"/>
                </a:solidFill>
              </a:defRPr>
            </a:lvl2pPr>
            <a:lvl3pPr lvl="2" rtl="0">
              <a:lnSpc>
                <a:spcPct val="90000"/>
              </a:lnSpc>
              <a:spcBef>
                <a:spcPts val="0"/>
              </a:spcBef>
              <a:spcAft>
                <a:spcPts val="0"/>
              </a:spcAft>
              <a:buClr>
                <a:srgbClr val="000000"/>
              </a:buClr>
              <a:buSzPts val="800"/>
              <a:buNone/>
              <a:defRPr sz="800">
                <a:solidFill>
                  <a:srgbClr val="000000"/>
                </a:solidFill>
              </a:defRPr>
            </a:lvl3pPr>
            <a:lvl4pPr lvl="3" rtl="0">
              <a:lnSpc>
                <a:spcPct val="90000"/>
              </a:lnSpc>
              <a:spcBef>
                <a:spcPts val="0"/>
              </a:spcBef>
              <a:spcAft>
                <a:spcPts val="0"/>
              </a:spcAft>
              <a:buClr>
                <a:srgbClr val="000000"/>
              </a:buClr>
              <a:buSzPts val="800"/>
              <a:buNone/>
              <a:defRPr sz="800">
                <a:solidFill>
                  <a:srgbClr val="000000"/>
                </a:solidFill>
              </a:defRPr>
            </a:lvl4pPr>
            <a:lvl5pPr lvl="4" rtl="0">
              <a:lnSpc>
                <a:spcPct val="90000"/>
              </a:lnSpc>
              <a:spcBef>
                <a:spcPts val="0"/>
              </a:spcBef>
              <a:spcAft>
                <a:spcPts val="0"/>
              </a:spcAft>
              <a:buClr>
                <a:srgbClr val="000000"/>
              </a:buClr>
              <a:buSzPts val="800"/>
              <a:buNone/>
              <a:defRPr sz="800">
                <a:solidFill>
                  <a:srgbClr val="000000"/>
                </a:solidFill>
              </a:defRPr>
            </a:lvl5pPr>
            <a:lvl6pPr lvl="5" rtl="0">
              <a:lnSpc>
                <a:spcPct val="90000"/>
              </a:lnSpc>
              <a:spcBef>
                <a:spcPts val="0"/>
              </a:spcBef>
              <a:spcAft>
                <a:spcPts val="0"/>
              </a:spcAft>
              <a:buClr>
                <a:srgbClr val="000000"/>
              </a:buClr>
              <a:buSzPts val="800"/>
              <a:buNone/>
              <a:defRPr sz="800">
                <a:solidFill>
                  <a:srgbClr val="000000"/>
                </a:solidFill>
              </a:defRPr>
            </a:lvl6pPr>
            <a:lvl7pPr lvl="6" rtl="0">
              <a:lnSpc>
                <a:spcPct val="90000"/>
              </a:lnSpc>
              <a:spcBef>
                <a:spcPts val="0"/>
              </a:spcBef>
              <a:spcAft>
                <a:spcPts val="0"/>
              </a:spcAft>
              <a:buClr>
                <a:srgbClr val="000000"/>
              </a:buClr>
              <a:buSzPts val="800"/>
              <a:buNone/>
              <a:defRPr sz="800">
                <a:solidFill>
                  <a:srgbClr val="000000"/>
                </a:solidFill>
              </a:defRPr>
            </a:lvl7pPr>
            <a:lvl8pPr lvl="7" rtl="0">
              <a:lnSpc>
                <a:spcPct val="90000"/>
              </a:lnSpc>
              <a:spcBef>
                <a:spcPts val="0"/>
              </a:spcBef>
              <a:spcAft>
                <a:spcPts val="0"/>
              </a:spcAft>
              <a:buClr>
                <a:srgbClr val="000000"/>
              </a:buClr>
              <a:buSzPts val="800"/>
              <a:buNone/>
              <a:defRPr sz="800">
                <a:solidFill>
                  <a:srgbClr val="000000"/>
                </a:solidFill>
              </a:defRPr>
            </a:lvl8pPr>
            <a:lvl9pPr lvl="8" rtl="0">
              <a:lnSpc>
                <a:spcPct val="90000"/>
              </a:lnSpc>
              <a:spcBef>
                <a:spcPts val="0"/>
              </a:spcBef>
              <a:spcAft>
                <a:spcPts val="0"/>
              </a:spcAft>
              <a:buClr>
                <a:srgbClr val="000000"/>
              </a:buClr>
              <a:buSzPts val="800"/>
              <a:buNone/>
              <a:defRPr sz="800">
                <a:solidFill>
                  <a:srgbClr val="000000"/>
                </a:solidFill>
              </a:defRPr>
            </a:lvl9pPr>
          </a:lstStyle>
          <a:p/>
        </p:txBody>
      </p:sp>
      <p:grpSp>
        <p:nvGrpSpPr>
          <p:cNvPr id="673" name="Google Shape;673;p7"/>
          <p:cNvGrpSpPr/>
          <p:nvPr/>
        </p:nvGrpSpPr>
        <p:grpSpPr>
          <a:xfrm>
            <a:off x="274200" y="2229971"/>
            <a:ext cx="9531600" cy="561583"/>
            <a:chOff x="274200" y="1663702"/>
            <a:chExt cx="9531600" cy="900550"/>
          </a:xfrm>
        </p:grpSpPr>
        <p:sp>
          <p:nvSpPr>
            <p:cNvPr id="674" name="Google Shape;674;p7"/>
            <p:cNvSpPr/>
            <p:nvPr/>
          </p:nvSpPr>
          <p:spPr>
            <a:xfrm>
              <a:off x="274200" y="1663702"/>
              <a:ext cx="9531600" cy="9000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600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t/>
              </a:r>
              <a:endParaRPr b="1" i="0" sz="1800" u="none" cap="none" strike="noStrike">
                <a:solidFill>
                  <a:srgbClr val="000000"/>
                </a:solidFill>
                <a:latin typeface="Roboto"/>
                <a:ea typeface="Roboto"/>
                <a:cs typeface="Roboto"/>
                <a:sym typeface="Roboto"/>
              </a:endParaRPr>
            </a:p>
          </p:txBody>
        </p:sp>
        <p:cxnSp>
          <p:nvCxnSpPr>
            <p:cNvPr id="675" name="Google Shape;675;p7"/>
            <p:cNvCxnSpPr/>
            <p:nvPr/>
          </p:nvCxnSpPr>
          <p:spPr>
            <a:xfrm>
              <a:off x="805925" y="1664552"/>
              <a:ext cx="0" cy="899700"/>
            </a:xfrm>
            <a:prstGeom prst="straightConnector1">
              <a:avLst/>
            </a:prstGeom>
            <a:noFill/>
            <a:ln cap="flat" cmpd="sng" w="28575">
              <a:solidFill>
                <a:srgbClr val="D9D9D9"/>
              </a:solidFill>
              <a:prstDash val="solid"/>
              <a:round/>
              <a:headEnd len="sm" w="sm" type="none"/>
              <a:tailEnd len="sm" w="sm" type="none"/>
            </a:ln>
          </p:spPr>
        </p:cxnSp>
        <p:cxnSp>
          <p:nvCxnSpPr>
            <p:cNvPr id="676" name="Google Shape;676;p7"/>
            <p:cNvCxnSpPr/>
            <p:nvPr/>
          </p:nvCxnSpPr>
          <p:spPr>
            <a:xfrm>
              <a:off x="2607089" y="1664552"/>
              <a:ext cx="0" cy="899700"/>
            </a:xfrm>
            <a:prstGeom prst="straightConnector1">
              <a:avLst/>
            </a:prstGeom>
            <a:noFill/>
            <a:ln cap="flat" cmpd="sng" w="28575">
              <a:solidFill>
                <a:srgbClr val="D9D9D9"/>
              </a:solidFill>
              <a:prstDash val="solid"/>
              <a:round/>
              <a:headEnd len="sm" w="sm" type="none"/>
              <a:tailEnd len="sm" w="sm" type="none"/>
            </a:ln>
          </p:spPr>
        </p:cxnSp>
        <p:cxnSp>
          <p:nvCxnSpPr>
            <p:cNvPr id="677" name="Google Shape;677;p7"/>
            <p:cNvCxnSpPr/>
            <p:nvPr/>
          </p:nvCxnSpPr>
          <p:spPr>
            <a:xfrm>
              <a:off x="4429180" y="1664552"/>
              <a:ext cx="0" cy="899700"/>
            </a:xfrm>
            <a:prstGeom prst="straightConnector1">
              <a:avLst/>
            </a:prstGeom>
            <a:noFill/>
            <a:ln cap="flat" cmpd="sng" w="28575">
              <a:solidFill>
                <a:srgbClr val="B7B7B7"/>
              </a:solidFill>
              <a:prstDash val="solid"/>
              <a:round/>
              <a:headEnd len="sm" w="sm" type="none"/>
              <a:tailEnd len="sm" w="sm" type="none"/>
            </a:ln>
          </p:spPr>
        </p:cxnSp>
        <p:cxnSp>
          <p:nvCxnSpPr>
            <p:cNvPr id="678" name="Google Shape;678;p7"/>
            <p:cNvCxnSpPr/>
            <p:nvPr/>
          </p:nvCxnSpPr>
          <p:spPr>
            <a:xfrm>
              <a:off x="6237052" y="1664552"/>
              <a:ext cx="0" cy="899700"/>
            </a:xfrm>
            <a:prstGeom prst="straightConnector1">
              <a:avLst/>
            </a:prstGeom>
            <a:noFill/>
            <a:ln cap="flat" cmpd="sng" w="28575">
              <a:solidFill>
                <a:srgbClr val="D9D9D9"/>
              </a:solidFill>
              <a:prstDash val="solid"/>
              <a:round/>
              <a:headEnd len="sm" w="sm" type="none"/>
              <a:tailEnd len="sm" w="sm" type="none"/>
            </a:ln>
          </p:spPr>
        </p:cxnSp>
        <p:cxnSp>
          <p:nvCxnSpPr>
            <p:cNvPr id="679" name="Google Shape;679;p7"/>
            <p:cNvCxnSpPr/>
            <p:nvPr/>
          </p:nvCxnSpPr>
          <p:spPr>
            <a:xfrm>
              <a:off x="8031107" y="1664552"/>
              <a:ext cx="0" cy="899700"/>
            </a:xfrm>
            <a:prstGeom prst="straightConnector1">
              <a:avLst/>
            </a:prstGeom>
            <a:noFill/>
            <a:ln cap="flat" cmpd="sng" w="28575">
              <a:solidFill>
                <a:srgbClr val="D9D9D9"/>
              </a:solidFill>
              <a:prstDash val="solid"/>
              <a:round/>
              <a:headEnd len="sm" w="sm" type="none"/>
              <a:tailEnd len="sm" w="sm" type="none"/>
            </a:ln>
          </p:spPr>
        </p:cxnSp>
        <p:sp>
          <p:nvSpPr>
            <p:cNvPr id="680" name="Google Shape;680;p7"/>
            <p:cNvSpPr/>
            <p:nvPr/>
          </p:nvSpPr>
          <p:spPr>
            <a:xfrm>
              <a:off x="2627447" y="1670375"/>
              <a:ext cx="1782000" cy="893400"/>
            </a:xfrm>
            <a:prstGeom prst="rect">
              <a:avLst/>
            </a:prstGeom>
            <a:solidFill>
              <a:srgbClr val="D9EAD3"/>
            </a:solidFill>
            <a:ln cap="flat" cmpd="sng" w="9525">
              <a:solidFill>
                <a:srgbClr val="D9EA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 name="Google Shape;681;p7"/>
            <p:cNvSpPr/>
            <p:nvPr/>
          </p:nvSpPr>
          <p:spPr>
            <a:xfrm>
              <a:off x="4450520" y="1670375"/>
              <a:ext cx="1764000" cy="893400"/>
            </a:xfrm>
            <a:prstGeom prst="rect">
              <a:avLst/>
            </a:prstGeom>
            <a:solidFill>
              <a:srgbClr val="F4CCCC"/>
            </a:solidFill>
            <a:ln cap="flat" cmpd="sng" w="9525">
              <a:solidFill>
                <a:srgbClr val="F4CCC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82" name="Google Shape;682;p7"/>
          <p:cNvSpPr txBox="1"/>
          <p:nvPr/>
        </p:nvSpPr>
        <p:spPr>
          <a:xfrm>
            <a:off x="277302" y="1581966"/>
            <a:ext cx="509100" cy="5616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s-419">
                <a:latin typeface="Arvo"/>
                <a:ea typeface="Arvo"/>
                <a:cs typeface="Arvo"/>
                <a:sym typeface="Arvo"/>
              </a:rPr>
              <a:t>1</a:t>
            </a:r>
            <a:endParaRPr b="1">
              <a:latin typeface="Arvo"/>
              <a:ea typeface="Arvo"/>
              <a:cs typeface="Arvo"/>
              <a:sym typeface="Arvo"/>
            </a:endParaRPr>
          </a:p>
        </p:txBody>
      </p:sp>
      <p:sp>
        <p:nvSpPr>
          <p:cNvPr id="683" name="Google Shape;683;p7"/>
          <p:cNvSpPr txBox="1"/>
          <p:nvPr>
            <p:ph idx="6" type="subTitle"/>
          </p:nvPr>
        </p:nvSpPr>
        <p:spPr>
          <a:xfrm>
            <a:off x="832100" y="2878393"/>
            <a:ext cx="1750500" cy="561600"/>
          </a:xfrm>
          <a:prstGeom prst="rect">
            <a:avLst/>
          </a:prstGeom>
          <a:noFill/>
          <a:ln>
            <a:noFill/>
          </a:ln>
        </p:spPr>
        <p:txBody>
          <a:bodyPr anchorCtr="0" anchor="ctr" bIns="54000" lIns="54000" spcFirstLastPara="1" rIns="54000" wrap="square" tIns="54000">
            <a:noAutofit/>
          </a:bodyPr>
          <a:lstStyle>
            <a:lvl1pPr lvl="0"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rtl="0">
              <a:lnSpc>
                <a:spcPct val="90000"/>
              </a:lnSpc>
              <a:spcBef>
                <a:spcPts val="0"/>
              </a:spcBef>
              <a:spcAft>
                <a:spcPts val="0"/>
              </a:spcAft>
              <a:buClr>
                <a:srgbClr val="000000"/>
              </a:buClr>
              <a:buSzPts val="800"/>
              <a:buNone/>
              <a:defRPr sz="800">
                <a:solidFill>
                  <a:srgbClr val="000000"/>
                </a:solidFill>
              </a:defRPr>
            </a:lvl2pPr>
            <a:lvl3pPr lvl="2" rtl="0">
              <a:lnSpc>
                <a:spcPct val="90000"/>
              </a:lnSpc>
              <a:spcBef>
                <a:spcPts val="0"/>
              </a:spcBef>
              <a:spcAft>
                <a:spcPts val="0"/>
              </a:spcAft>
              <a:buClr>
                <a:srgbClr val="000000"/>
              </a:buClr>
              <a:buSzPts val="800"/>
              <a:buNone/>
              <a:defRPr sz="800">
                <a:solidFill>
                  <a:srgbClr val="000000"/>
                </a:solidFill>
              </a:defRPr>
            </a:lvl3pPr>
            <a:lvl4pPr lvl="3" rtl="0">
              <a:lnSpc>
                <a:spcPct val="90000"/>
              </a:lnSpc>
              <a:spcBef>
                <a:spcPts val="0"/>
              </a:spcBef>
              <a:spcAft>
                <a:spcPts val="0"/>
              </a:spcAft>
              <a:buClr>
                <a:srgbClr val="000000"/>
              </a:buClr>
              <a:buSzPts val="800"/>
              <a:buNone/>
              <a:defRPr sz="800">
                <a:solidFill>
                  <a:srgbClr val="000000"/>
                </a:solidFill>
              </a:defRPr>
            </a:lvl4pPr>
            <a:lvl5pPr lvl="4" rtl="0">
              <a:lnSpc>
                <a:spcPct val="90000"/>
              </a:lnSpc>
              <a:spcBef>
                <a:spcPts val="0"/>
              </a:spcBef>
              <a:spcAft>
                <a:spcPts val="0"/>
              </a:spcAft>
              <a:buClr>
                <a:srgbClr val="000000"/>
              </a:buClr>
              <a:buSzPts val="800"/>
              <a:buNone/>
              <a:defRPr sz="800">
                <a:solidFill>
                  <a:srgbClr val="000000"/>
                </a:solidFill>
              </a:defRPr>
            </a:lvl5pPr>
            <a:lvl6pPr lvl="5" rtl="0">
              <a:lnSpc>
                <a:spcPct val="90000"/>
              </a:lnSpc>
              <a:spcBef>
                <a:spcPts val="0"/>
              </a:spcBef>
              <a:spcAft>
                <a:spcPts val="0"/>
              </a:spcAft>
              <a:buClr>
                <a:srgbClr val="000000"/>
              </a:buClr>
              <a:buSzPts val="800"/>
              <a:buNone/>
              <a:defRPr sz="800">
                <a:solidFill>
                  <a:srgbClr val="000000"/>
                </a:solidFill>
              </a:defRPr>
            </a:lvl6pPr>
            <a:lvl7pPr lvl="6" rtl="0">
              <a:lnSpc>
                <a:spcPct val="90000"/>
              </a:lnSpc>
              <a:spcBef>
                <a:spcPts val="0"/>
              </a:spcBef>
              <a:spcAft>
                <a:spcPts val="0"/>
              </a:spcAft>
              <a:buClr>
                <a:srgbClr val="000000"/>
              </a:buClr>
              <a:buSzPts val="800"/>
              <a:buNone/>
              <a:defRPr sz="800">
                <a:solidFill>
                  <a:srgbClr val="000000"/>
                </a:solidFill>
              </a:defRPr>
            </a:lvl7pPr>
            <a:lvl8pPr lvl="7" rtl="0">
              <a:lnSpc>
                <a:spcPct val="90000"/>
              </a:lnSpc>
              <a:spcBef>
                <a:spcPts val="0"/>
              </a:spcBef>
              <a:spcAft>
                <a:spcPts val="0"/>
              </a:spcAft>
              <a:buClr>
                <a:srgbClr val="000000"/>
              </a:buClr>
              <a:buSzPts val="800"/>
              <a:buNone/>
              <a:defRPr sz="800">
                <a:solidFill>
                  <a:srgbClr val="000000"/>
                </a:solidFill>
              </a:defRPr>
            </a:lvl8pPr>
            <a:lvl9pPr lvl="8" rtl="0">
              <a:lnSpc>
                <a:spcPct val="90000"/>
              </a:lnSpc>
              <a:spcBef>
                <a:spcPts val="0"/>
              </a:spcBef>
              <a:spcAft>
                <a:spcPts val="0"/>
              </a:spcAft>
              <a:buClr>
                <a:srgbClr val="000000"/>
              </a:buClr>
              <a:buSzPts val="800"/>
              <a:buNone/>
              <a:defRPr sz="800">
                <a:solidFill>
                  <a:srgbClr val="000000"/>
                </a:solidFill>
              </a:defRPr>
            </a:lvl9pPr>
          </a:lstStyle>
          <a:p/>
        </p:txBody>
      </p:sp>
      <p:sp>
        <p:nvSpPr>
          <p:cNvPr id="684" name="Google Shape;684;p7"/>
          <p:cNvSpPr txBox="1"/>
          <p:nvPr>
            <p:ph idx="7" type="subTitle"/>
          </p:nvPr>
        </p:nvSpPr>
        <p:spPr>
          <a:xfrm>
            <a:off x="2631411" y="2878393"/>
            <a:ext cx="1771500" cy="561600"/>
          </a:xfrm>
          <a:prstGeom prst="rect">
            <a:avLst/>
          </a:prstGeom>
          <a:noFill/>
          <a:ln>
            <a:noFill/>
          </a:ln>
        </p:spPr>
        <p:txBody>
          <a:bodyPr anchorCtr="0" anchor="ctr" bIns="54000" lIns="54000" spcFirstLastPara="1" rIns="54000" wrap="square" tIns="54000">
            <a:noAutofit/>
          </a:bodyPr>
          <a:lstStyle>
            <a:lvl1pPr lvl="0"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rtl="0">
              <a:lnSpc>
                <a:spcPct val="90000"/>
              </a:lnSpc>
              <a:spcBef>
                <a:spcPts val="0"/>
              </a:spcBef>
              <a:spcAft>
                <a:spcPts val="0"/>
              </a:spcAft>
              <a:buClr>
                <a:srgbClr val="000000"/>
              </a:buClr>
              <a:buSzPts val="800"/>
              <a:buNone/>
              <a:defRPr sz="800">
                <a:solidFill>
                  <a:srgbClr val="000000"/>
                </a:solidFill>
              </a:defRPr>
            </a:lvl2pPr>
            <a:lvl3pPr lvl="2" rtl="0">
              <a:lnSpc>
                <a:spcPct val="90000"/>
              </a:lnSpc>
              <a:spcBef>
                <a:spcPts val="0"/>
              </a:spcBef>
              <a:spcAft>
                <a:spcPts val="0"/>
              </a:spcAft>
              <a:buClr>
                <a:srgbClr val="000000"/>
              </a:buClr>
              <a:buSzPts val="800"/>
              <a:buNone/>
              <a:defRPr sz="800">
                <a:solidFill>
                  <a:srgbClr val="000000"/>
                </a:solidFill>
              </a:defRPr>
            </a:lvl3pPr>
            <a:lvl4pPr lvl="3" rtl="0">
              <a:lnSpc>
                <a:spcPct val="90000"/>
              </a:lnSpc>
              <a:spcBef>
                <a:spcPts val="0"/>
              </a:spcBef>
              <a:spcAft>
                <a:spcPts val="0"/>
              </a:spcAft>
              <a:buClr>
                <a:srgbClr val="000000"/>
              </a:buClr>
              <a:buSzPts val="800"/>
              <a:buNone/>
              <a:defRPr sz="800">
                <a:solidFill>
                  <a:srgbClr val="000000"/>
                </a:solidFill>
              </a:defRPr>
            </a:lvl4pPr>
            <a:lvl5pPr lvl="4" rtl="0">
              <a:lnSpc>
                <a:spcPct val="90000"/>
              </a:lnSpc>
              <a:spcBef>
                <a:spcPts val="0"/>
              </a:spcBef>
              <a:spcAft>
                <a:spcPts val="0"/>
              </a:spcAft>
              <a:buClr>
                <a:srgbClr val="000000"/>
              </a:buClr>
              <a:buSzPts val="800"/>
              <a:buNone/>
              <a:defRPr sz="800">
                <a:solidFill>
                  <a:srgbClr val="000000"/>
                </a:solidFill>
              </a:defRPr>
            </a:lvl5pPr>
            <a:lvl6pPr lvl="5" rtl="0">
              <a:lnSpc>
                <a:spcPct val="90000"/>
              </a:lnSpc>
              <a:spcBef>
                <a:spcPts val="0"/>
              </a:spcBef>
              <a:spcAft>
                <a:spcPts val="0"/>
              </a:spcAft>
              <a:buClr>
                <a:srgbClr val="000000"/>
              </a:buClr>
              <a:buSzPts val="800"/>
              <a:buNone/>
              <a:defRPr sz="800">
                <a:solidFill>
                  <a:srgbClr val="000000"/>
                </a:solidFill>
              </a:defRPr>
            </a:lvl6pPr>
            <a:lvl7pPr lvl="6" rtl="0">
              <a:lnSpc>
                <a:spcPct val="90000"/>
              </a:lnSpc>
              <a:spcBef>
                <a:spcPts val="0"/>
              </a:spcBef>
              <a:spcAft>
                <a:spcPts val="0"/>
              </a:spcAft>
              <a:buClr>
                <a:srgbClr val="000000"/>
              </a:buClr>
              <a:buSzPts val="800"/>
              <a:buNone/>
              <a:defRPr sz="800">
                <a:solidFill>
                  <a:srgbClr val="000000"/>
                </a:solidFill>
              </a:defRPr>
            </a:lvl7pPr>
            <a:lvl8pPr lvl="7" rtl="0">
              <a:lnSpc>
                <a:spcPct val="90000"/>
              </a:lnSpc>
              <a:spcBef>
                <a:spcPts val="0"/>
              </a:spcBef>
              <a:spcAft>
                <a:spcPts val="0"/>
              </a:spcAft>
              <a:buClr>
                <a:srgbClr val="000000"/>
              </a:buClr>
              <a:buSzPts val="800"/>
              <a:buNone/>
              <a:defRPr sz="800">
                <a:solidFill>
                  <a:srgbClr val="000000"/>
                </a:solidFill>
              </a:defRPr>
            </a:lvl8pPr>
            <a:lvl9pPr lvl="8" rtl="0">
              <a:lnSpc>
                <a:spcPct val="90000"/>
              </a:lnSpc>
              <a:spcBef>
                <a:spcPts val="0"/>
              </a:spcBef>
              <a:spcAft>
                <a:spcPts val="0"/>
              </a:spcAft>
              <a:buClr>
                <a:srgbClr val="000000"/>
              </a:buClr>
              <a:buSzPts val="800"/>
              <a:buNone/>
              <a:defRPr sz="800">
                <a:solidFill>
                  <a:srgbClr val="000000"/>
                </a:solidFill>
              </a:defRPr>
            </a:lvl9pPr>
          </a:lstStyle>
          <a:p/>
        </p:txBody>
      </p:sp>
      <p:sp>
        <p:nvSpPr>
          <p:cNvPr id="685" name="Google Shape;685;p7"/>
          <p:cNvSpPr txBox="1"/>
          <p:nvPr>
            <p:ph idx="8" type="subTitle"/>
          </p:nvPr>
        </p:nvSpPr>
        <p:spPr>
          <a:xfrm>
            <a:off x="4460203" y="2878393"/>
            <a:ext cx="1750500" cy="561600"/>
          </a:xfrm>
          <a:prstGeom prst="rect">
            <a:avLst/>
          </a:prstGeom>
          <a:noFill/>
          <a:ln>
            <a:noFill/>
          </a:ln>
        </p:spPr>
        <p:txBody>
          <a:bodyPr anchorCtr="0" anchor="ctr" bIns="54000" lIns="54000" spcFirstLastPara="1" rIns="54000" wrap="square" tIns="54000">
            <a:noAutofit/>
          </a:bodyPr>
          <a:lstStyle>
            <a:lvl1pPr lvl="0"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rtl="0">
              <a:lnSpc>
                <a:spcPct val="90000"/>
              </a:lnSpc>
              <a:spcBef>
                <a:spcPts val="0"/>
              </a:spcBef>
              <a:spcAft>
                <a:spcPts val="0"/>
              </a:spcAft>
              <a:buClr>
                <a:srgbClr val="000000"/>
              </a:buClr>
              <a:buSzPts val="800"/>
              <a:buNone/>
              <a:defRPr sz="800">
                <a:solidFill>
                  <a:srgbClr val="000000"/>
                </a:solidFill>
              </a:defRPr>
            </a:lvl2pPr>
            <a:lvl3pPr lvl="2" rtl="0">
              <a:lnSpc>
                <a:spcPct val="90000"/>
              </a:lnSpc>
              <a:spcBef>
                <a:spcPts val="0"/>
              </a:spcBef>
              <a:spcAft>
                <a:spcPts val="0"/>
              </a:spcAft>
              <a:buClr>
                <a:srgbClr val="000000"/>
              </a:buClr>
              <a:buSzPts val="800"/>
              <a:buNone/>
              <a:defRPr sz="800">
                <a:solidFill>
                  <a:srgbClr val="000000"/>
                </a:solidFill>
              </a:defRPr>
            </a:lvl3pPr>
            <a:lvl4pPr lvl="3" rtl="0">
              <a:lnSpc>
                <a:spcPct val="90000"/>
              </a:lnSpc>
              <a:spcBef>
                <a:spcPts val="0"/>
              </a:spcBef>
              <a:spcAft>
                <a:spcPts val="0"/>
              </a:spcAft>
              <a:buClr>
                <a:srgbClr val="000000"/>
              </a:buClr>
              <a:buSzPts val="800"/>
              <a:buNone/>
              <a:defRPr sz="800">
                <a:solidFill>
                  <a:srgbClr val="000000"/>
                </a:solidFill>
              </a:defRPr>
            </a:lvl4pPr>
            <a:lvl5pPr lvl="4" rtl="0">
              <a:lnSpc>
                <a:spcPct val="90000"/>
              </a:lnSpc>
              <a:spcBef>
                <a:spcPts val="0"/>
              </a:spcBef>
              <a:spcAft>
                <a:spcPts val="0"/>
              </a:spcAft>
              <a:buClr>
                <a:srgbClr val="000000"/>
              </a:buClr>
              <a:buSzPts val="800"/>
              <a:buNone/>
              <a:defRPr sz="800">
                <a:solidFill>
                  <a:srgbClr val="000000"/>
                </a:solidFill>
              </a:defRPr>
            </a:lvl5pPr>
            <a:lvl6pPr lvl="5" rtl="0">
              <a:lnSpc>
                <a:spcPct val="90000"/>
              </a:lnSpc>
              <a:spcBef>
                <a:spcPts val="0"/>
              </a:spcBef>
              <a:spcAft>
                <a:spcPts val="0"/>
              </a:spcAft>
              <a:buClr>
                <a:srgbClr val="000000"/>
              </a:buClr>
              <a:buSzPts val="800"/>
              <a:buNone/>
              <a:defRPr sz="800">
                <a:solidFill>
                  <a:srgbClr val="000000"/>
                </a:solidFill>
              </a:defRPr>
            </a:lvl6pPr>
            <a:lvl7pPr lvl="6" rtl="0">
              <a:lnSpc>
                <a:spcPct val="90000"/>
              </a:lnSpc>
              <a:spcBef>
                <a:spcPts val="0"/>
              </a:spcBef>
              <a:spcAft>
                <a:spcPts val="0"/>
              </a:spcAft>
              <a:buClr>
                <a:srgbClr val="000000"/>
              </a:buClr>
              <a:buSzPts val="800"/>
              <a:buNone/>
              <a:defRPr sz="800">
                <a:solidFill>
                  <a:srgbClr val="000000"/>
                </a:solidFill>
              </a:defRPr>
            </a:lvl7pPr>
            <a:lvl8pPr lvl="7" rtl="0">
              <a:lnSpc>
                <a:spcPct val="90000"/>
              </a:lnSpc>
              <a:spcBef>
                <a:spcPts val="0"/>
              </a:spcBef>
              <a:spcAft>
                <a:spcPts val="0"/>
              </a:spcAft>
              <a:buClr>
                <a:srgbClr val="000000"/>
              </a:buClr>
              <a:buSzPts val="800"/>
              <a:buNone/>
              <a:defRPr sz="800">
                <a:solidFill>
                  <a:srgbClr val="000000"/>
                </a:solidFill>
              </a:defRPr>
            </a:lvl8pPr>
            <a:lvl9pPr lvl="8" rtl="0">
              <a:lnSpc>
                <a:spcPct val="90000"/>
              </a:lnSpc>
              <a:spcBef>
                <a:spcPts val="0"/>
              </a:spcBef>
              <a:spcAft>
                <a:spcPts val="0"/>
              </a:spcAft>
              <a:buClr>
                <a:srgbClr val="000000"/>
              </a:buClr>
              <a:buSzPts val="800"/>
              <a:buNone/>
              <a:defRPr sz="800">
                <a:solidFill>
                  <a:srgbClr val="000000"/>
                </a:solidFill>
              </a:defRPr>
            </a:lvl9pPr>
          </a:lstStyle>
          <a:p/>
        </p:txBody>
      </p:sp>
      <p:sp>
        <p:nvSpPr>
          <p:cNvPr id="686" name="Google Shape;686;p7"/>
          <p:cNvSpPr txBox="1"/>
          <p:nvPr>
            <p:ph idx="9" type="subTitle"/>
          </p:nvPr>
        </p:nvSpPr>
        <p:spPr>
          <a:xfrm>
            <a:off x="6269339" y="2878393"/>
            <a:ext cx="1731300" cy="561600"/>
          </a:xfrm>
          <a:prstGeom prst="rect">
            <a:avLst/>
          </a:prstGeom>
          <a:noFill/>
          <a:ln>
            <a:noFill/>
          </a:ln>
        </p:spPr>
        <p:txBody>
          <a:bodyPr anchorCtr="0" anchor="ctr" bIns="54000" lIns="54000" spcFirstLastPara="1" rIns="54000" wrap="square" tIns="54000">
            <a:noAutofit/>
          </a:bodyPr>
          <a:lstStyle>
            <a:lvl1pPr lvl="0"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rtl="0">
              <a:lnSpc>
                <a:spcPct val="90000"/>
              </a:lnSpc>
              <a:spcBef>
                <a:spcPts val="0"/>
              </a:spcBef>
              <a:spcAft>
                <a:spcPts val="0"/>
              </a:spcAft>
              <a:buClr>
                <a:srgbClr val="000000"/>
              </a:buClr>
              <a:buSzPts val="800"/>
              <a:buNone/>
              <a:defRPr sz="800">
                <a:solidFill>
                  <a:srgbClr val="000000"/>
                </a:solidFill>
              </a:defRPr>
            </a:lvl2pPr>
            <a:lvl3pPr lvl="2" rtl="0">
              <a:lnSpc>
                <a:spcPct val="90000"/>
              </a:lnSpc>
              <a:spcBef>
                <a:spcPts val="0"/>
              </a:spcBef>
              <a:spcAft>
                <a:spcPts val="0"/>
              </a:spcAft>
              <a:buClr>
                <a:srgbClr val="000000"/>
              </a:buClr>
              <a:buSzPts val="800"/>
              <a:buNone/>
              <a:defRPr sz="800">
                <a:solidFill>
                  <a:srgbClr val="000000"/>
                </a:solidFill>
              </a:defRPr>
            </a:lvl3pPr>
            <a:lvl4pPr lvl="3" rtl="0">
              <a:lnSpc>
                <a:spcPct val="90000"/>
              </a:lnSpc>
              <a:spcBef>
                <a:spcPts val="0"/>
              </a:spcBef>
              <a:spcAft>
                <a:spcPts val="0"/>
              </a:spcAft>
              <a:buClr>
                <a:srgbClr val="000000"/>
              </a:buClr>
              <a:buSzPts val="800"/>
              <a:buNone/>
              <a:defRPr sz="800">
                <a:solidFill>
                  <a:srgbClr val="000000"/>
                </a:solidFill>
              </a:defRPr>
            </a:lvl4pPr>
            <a:lvl5pPr lvl="4" rtl="0">
              <a:lnSpc>
                <a:spcPct val="90000"/>
              </a:lnSpc>
              <a:spcBef>
                <a:spcPts val="0"/>
              </a:spcBef>
              <a:spcAft>
                <a:spcPts val="0"/>
              </a:spcAft>
              <a:buClr>
                <a:srgbClr val="000000"/>
              </a:buClr>
              <a:buSzPts val="800"/>
              <a:buNone/>
              <a:defRPr sz="800">
                <a:solidFill>
                  <a:srgbClr val="000000"/>
                </a:solidFill>
              </a:defRPr>
            </a:lvl5pPr>
            <a:lvl6pPr lvl="5" rtl="0">
              <a:lnSpc>
                <a:spcPct val="90000"/>
              </a:lnSpc>
              <a:spcBef>
                <a:spcPts val="0"/>
              </a:spcBef>
              <a:spcAft>
                <a:spcPts val="0"/>
              </a:spcAft>
              <a:buClr>
                <a:srgbClr val="000000"/>
              </a:buClr>
              <a:buSzPts val="800"/>
              <a:buNone/>
              <a:defRPr sz="800">
                <a:solidFill>
                  <a:srgbClr val="000000"/>
                </a:solidFill>
              </a:defRPr>
            </a:lvl6pPr>
            <a:lvl7pPr lvl="6" rtl="0">
              <a:lnSpc>
                <a:spcPct val="90000"/>
              </a:lnSpc>
              <a:spcBef>
                <a:spcPts val="0"/>
              </a:spcBef>
              <a:spcAft>
                <a:spcPts val="0"/>
              </a:spcAft>
              <a:buClr>
                <a:srgbClr val="000000"/>
              </a:buClr>
              <a:buSzPts val="800"/>
              <a:buNone/>
              <a:defRPr sz="800">
                <a:solidFill>
                  <a:srgbClr val="000000"/>
                </a:solidFill>
              </a:defRPr>
            </a:lvl7pPr>
            <a:lvl8pPr lvl="7" rtl="0">
              <a:lnSpc>
                <a:spcPct val="90000"/>
              </a:lnSpc>
              <a:spcBef>
                <a:spcPts val="0"/>
              </a:spcBef>
              <a:spcAft>
                <a:spcPts val="0"/>
              </a:spcAft>
              <a:buClr>
                <a:srgbClr val="000000"/>
              </a:buClr>
              <a:buSzPts val="800"/>
              <a:buNone/>
              <a:defRPr sz="800">
                <a:solidFill>
                  <a:srgbClr val="000000"/>
                </a:solidFill>
              </a:defRPr>
            </a:lvl8pPr>
            <a:lvl9pPr lvl="8" rtl="0">
              <a:lnSpc>
                <a:spcPct val="90000"/>
              </a:lnSpc>
              <a:spcBef>
                <a:spcPts val="0"/>
              </a:spcBef>
              <a:spcAft>
                <a:spcPts val="0"/>
              </a:spcAft>
              <a:buClr>
                <a:srgbClr val="000000"/>
              </a:buClr>
              <a:buSzPts val="800"/>
              <a:buNone/>
              <a:defRPr sz="800">
                <a:solidFill>
                  <a:srgbClr val="000000"/>
                </a:solidFill>
              </a:defRPr>
            </a:lvl9pPr>
          </a:lstStyle>
          <a:p/>
        </p:txBody>
      </p:sp>
      <p:sp>
        <p:nvSpPr>
          <p:cNvPr id="687" name="Google Shape;687;p7"/>
          <p:cNvSpPr txBox="1"/>
          <p:nvPr>
            <p:ph idx="13" type="subTitle"/>
          </p:nvPr>
        </p:nvSpPr>
        <p:spPr>
          <a:xfrm>
            <a:off x="8053914" y="2878393"/>
            <a:ext cx="1731300" cy="561600"/>
          </a:xfrm>
          <a:prstGeom prst="rect">
            <a:avLst/>
          </a:prstGeom>
          <a:noFill/>
          <a:ln>
            <a:noFill/>
          </a:ln>
        </p:spPr>
        <p:txBody>
          <a:bodyPr anchorCtr="0" anchor="ctr" bIns="54000" lIns="54000" spcFirstLastPara="1" rIns="54000" wrap="square" tIns="54000">
            <a:noAutofit/>
          </a:bodyPr>
          <a:lstStyle>
            <a:lvl1pPr lvl="0"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rtl="0">
              <a:lnSpc>
                <a:spcPct val="90000"/>
              </a:lnSpc>
              <a:spcBef>
                <a:spcPts val="0"/>
              </a:spcBef>
              <a:spcAft>
                <a:spcPts val="0"/>
              </a:spcAft>
              <a:buClr>
                <a:srgbClr val="000000"/>
              </a:buClr>
              <a:buSzPts val="800"/>
              <a:buNone/>
              <a:defRPr sz="800">
                <a:solidFill>
                  <a:srgbClr val="000000"/>
                </a:solidFill>
              </a:defRPr>
            </a:lvl2pPr>
            <a:lvl3pPr lvl="2" rtl="0">
              <a:lnSpc>
                <a:spcPct val="90000"/>
              </a:lnSpc>
              <a:spcBef>
                <a:spcPts val="0"/>
              </a:spcBef>
              <a:spcAft>
                <a:spcPts val="0"/>
              </a:spcAft>
              <a:buClr>
                <a:srgbClr val="000000"/>
              </a:buClr>
              <a:buSzPts val="800"/>
              <a:buNone/>
              <a:defRPr sz="800">
                <a:solidFill>
                  <a:srgbClr val="000000"/>
                </a:solidFill>
              </a:defRPr>
            </a:lvl3pPr>
            <a:lvl4pPr lvl="3" rtl="0">
              <a:lnSpc>
                <a:spcPct val="90000"/>
              </a:lnSpc>
              <a:spcBef>
                <a:spcPts val="0"/>
              </a:spcBef>
              <a:spcAft>
                <a:spcPts val="0"/>
              </a:spcAft>
              <a:buClr>
                <a:srgbClr val="000000"/>
              </a:buClr>
              <a:buSzPts val="800"/>
              <a:buNone/>
              <a:defRPr sz="800">
                <a:solidFill>
                  <a:srgbClr val="000000"/>
                </a:solidFill>
              </a:defRPr>
            </a:lvl4pPr>
            <a:lvl5pPr lvl="4" rtl="0">
              <a:lnSpc>
                <a:spcPct val="90000"/>
              </a:lnSpc>
              <a:spcBef>
                <a:spcPts val="0"/>
              </a:spcBef>
              <a:spcAft>
                <a:spcPts val="0"/>
              </a:spcAft>
              <a:buClr>
                <a:srgbClr val="000000"/>
              </a:buClr>
              <a:buSzPts val="800"/>
              <a:buNone/>
              <a:defRPr sz="800">
                <a:solidFill>
                  <a:srgbClr val="000000"/>
                </a:solidFill>
              </a:defRPr>
            </a:lvl5pPr>
            <a:lvl6pPr lvl="5" rtl="0">
              <a:lnSpc>
                <a:spcPct val="90000"/>
              </a:lnSpc>
              <a:spcBef>
                <a:spcPts val="0"/>
              </a:spcBef>
              <a:spcAft>
                <a:spcPts val="0"/>
              </a:spcAft>
              <a:buClr>
                <a:srgbClr val="000000"/>
              </a:buClr>
              <a:buSzPts val="800"/>
              <a:buNone/>
              <a:defRPr sz="800">
                <a:solidFill>
                  <a:srgbClr val="000000"/>
                </a:solidFill>
              </a:defRPr>
            </a:lvl6pPr>
            <a:lvl7pPr lvl="6" rtl="0">
              <a:lnSpc>
                <a:spcPct val="90000"/>
              </a:lnSpc>
              <a:spcBef>
                <a:spcPts val="0"/>
              </a:spcBef>
              <a:spcAft>
                <a:spcPts val="0"/>
              </a:spcAft>
              <a:buClr>
                <a:srgbClr val="000000"/>
              </a:buClr>
              <a:buSzPts val="800"/>
              <a:buNone/>
              <a:defRPr sz="800">
                <a:solidFill>
                  <a:srgbClr val="000000"/>
                </a:solidFill>
              </a:defRPr>
            </a:lvl7pPr>
            <a:lvl8pPr lvl="7" rtl="0">
              <a:lnSpc>
                <a:spcPct val="90000"/>
              </a:lnSpc>
              <a:spcBef>
                <a:spcPts val="0"/>
              </a:spcBef>
              <a:spcAft>
                <a:spcPts val="0"/>
              </a:spcAft>
              <a:buClr>
                <a:srgbClr val="000000"/>
              </a:buClr>
              <a:buSzPts val="800"/>
              <a:buNone/>
              <a:defRPr sz="800">
                <a:solidFill>
                  <a:srgbClr val="000000"/>
                </a:solidFill>
              </a:defRPr>
            </a:lvl8pPr>
            <a:lvl9pPr lvl="8" rtl="0">
              <a:lnSpc>
                <a:spcPct val="90000"/>
              </a:lnSpc>
              <a:spcBef>
                <a:spcPts val="0"/>
              </a:spcBef>
              <a:spcAft>
                <a:spcPts val="0"/>
              </a:spcAft>
              <a:buClr>
                <a:srgbClr val="000000"/>
              </a:buClr>
              <a:buSzPts val="800"/>
              <a:buNone/>
              <a:defRPr sz="800">
                <a:solidFill>
                  <a:srgbClr val="000000"/>
                </a:solidFill>
              </a:defRPr>
            </a:lvl9pPr>
          </a:lstStyle>
          <a:p/>
        </p:txBody>
      </p:sp>
      <p:sp>
        <p:nvSpPr>
          <p:cNvPr id="688" name="Google Shape;688;p7"/>
          <p:cNvSpPr txBox="1"/>
          <p:nvPr/>
        </p:nvSpPr>
        <p:spPr>
          <a:xfrm>
            <a:off x="277302" y="2878456"/>
            <a:ext cx="509100" cy="5616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s-419">
                <a:latin typeface="Arvo"/>
                <a:ea typeface="Arvo"/>
                <a:cs typeface="Arvo"/>
                <a:sym typeface="Arvo"/>
              </a:rPr>
              <a:t>3</a:t>
            </a:r>
            <a:endParaRPr b="1">
              <a:latin typeface="Arvo"/>
              <a:ea typeface="Arvo"/>
              <a:cs typeface="Arvo"/>
              <a:sym typeface="Arvo"/>
            </a:endParaRPr>
          </a:p>
        </p:txBody>
      </p:sp>
      <p:sp>
        <p:nvSpPr>
          <p:cNvPr id="689" name="Google Shape;689;p7"/>
          <p:cNvSpPr txBox="1"/>
          <p:nvPr>
            <p:ph idx="14" type="subTitle"/>
          </p:nvPr>
        </p:nvSpPr>
        <p:spPr>
          <a:xfrm>
            <a:off x="832100" y="3528393"/>
            <a:ext cx="1750500" cy="561600"/>
          </a:xfrm>
          <a:prstGeom prst="rect">
            <a:avLst/>
          </a:prstGeom>
          <a:noFill/>
          <a:ln>
            <a:noFill/>
          </a:ln>
        </p:spPr>
        <p:txBody>
          <a:bodyPr anchorCtr="0" anchor="ctr" bIns="54000" lIns="54000" spcFirstLastPara="1" rIns="54000" wrap="square" tIns="54000">
            <a:noAutofit/>
          </a:bodyPr>
          <a:lstStyle>
            <a:lvl1pPr lvl="0"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rtl="0">
              <a:lnSpc>
                <a:spcPct val="90000"/>
              </a:lnSpc>
              <a:spcBef>
                <a:spcPts val="0"/>
              </a:spcBef>
              <a:spcAft>
                <a:spcPts val="0"/>
              </a:spcAft>
              <a:buClr>
                <a:srgbClr val="000000"/>
              </a:buClr>
              <a:buSzPts val="800"/>
              <a:buNone/>
              <a:defRPr sz="800">
                <a:solidFill>
                  <a:srgbClr val="000000"/>
                </a:solidFill>
              </a:defRPr>
            </a:lvl2pPr>
            <a:lvl3pPr lvl="2" rtl="0">
              <a:lnSpc>
                <a:spcPct val="90000"/>
              </a:lnSpc>
              <a:spcBef>
                <a:spcPts val="0"/>
              </a:spcBef>
              <a:spcAft>
                <a:spcPts val="0"/>
              </a:spcAft>
              <a:buClr>
                <a:srgbClr val="000000"/>
              </a:buClr>
              <a:buSzPts val="800"/>
              <a:buNone/>
              <a:defRPr sz="800">
                <a:solidFill>
                  <a:srgbClr val="000000"/>
                </a:solidFill>
              </a:defRPr>
            </a:lvl3pPr>
            <a:lvl4pPr lvl="3" rtl="0">
              <a:lnSpc>
                <a:spcPct val="90000"/>
              </a:lnSpc>
              <a:spcBef>
                <a:spcPts val="0"/>
              </a:spcBef>
              <a:spcAft>
                <a:spcPts val="0"/>
              </a:spcAft>
              <a:buClr>
                <a:srgbClr val="000000"/>
              </a:buClr>
              <a:buSzPts val="800"/>
              <a:buNone/>
              <a:defRPr sz="800">
                <a:solidFill>
                  <a:srgbClr val="000000"/>
                </a:solidFill>
              </a:defRPr>
            </a:lvl4pPr>
            <a:lvl5pPr lvl="4" rtl="0">
              <a:lnSpc>
                <a:spcPct val="90000"/>
              </a:lnSpc>
              <a:spcBef>
                <a:spcPts val="0"/>
              </a:spcBef>
              <a:spcAft>
                <a:spcPts val="0"/>
              </a:spcAft>
              <a:buClr>
                <a:srgbClr val="000000"/>
              </a:buClr>
              <a:buSzPts val="800"/>
              <a:buNone/>
              <a:defRPr sz="800">
                <a:solidFill>
                  <a:srgbClr val="000000"/>
                </a:solidFill>
              </a:defRPr>
            </a:lvl5pPr>
            <a:lvl6pPr lvl="5" rtl="0">
              <a:lnSpc>
                <a:spcPct val="90000"/>
              </a:lnSpc>
              <a:spcBef>
                <a:spcPts val="0"/>
              </a:spcBef>
              <a:spcAft>
                <a:spcPts val="0"/>
              </a:spcAft>
              <a:buClr>
                <a:srgbClr val="000000"/>
              </a:buClr>
              <a:buSzPts val="800"/>
              <a:buNone/>
              <a:defRPr sz="800">
                <a:solidFill>
                  <a:srgbClr val="000000"/>
                </a:solidFill>
              </a:defRPr>
            </a:lvl6pPr>
            <a:lvl7pPr lvl="6" rtl="0">
              <a:lnSpc>
                <a:spcPct val="90000"/>
              </a:lnSpc>
              <a:spcBef>
                <a:spcPts val="0"/>
              </a:spcBef>
              <a:spcAft>
                <a:spcPts val="0"/>
              </a:spcAft>
              <a:buClr>
                <a:srgbClr val="000000"/>
              </a:buClr>
              <a:buSzPts val="800"/>
              <a:buNone/>
              <a:defRPr sz="800">
                <a:solidFill>
                  <a:srgbClr val="000000"/>
                </a:solidFill>
              </a:defRPr>
            </a:lvl7pPr>
            <a:lvl8pPr lvl="7" rtl="0">
              <a:lnSpc>
                <a:spcPct val="90000"/>
              </a:lnSpc>
              <a:spcBef>
                <a:spcPts val="0"/>
              </a:spcBef>
              <a:spcAft>
                <a:spcPts val="0"/>
              </a:spcAft>
              <a:buClr>
                <a:srgbClr val="000000"/>
              </a:buClr>
              <a:buSzPts val="800"/>
              <a:buNone/>
              <a:defRPr sz="800">
                <a:solidFill>
                  <a:srgbClr val="000000"/>
                </a:solidFill>
              </a:defRPr>
            </a:lvl8pPr>
            <a:lvl9pPr lvl="8" rtl="0">
              <a:lnSpc>
                <a:spcPct val="90000"/>
              </a:lnSpc>
              <a:spcBef>
                <a:spcPts val="0"/>
              </a:spcBef>
              <a:spcAft>
                <a:spcPts val="0"/>
              </a:spcAft>
              <a:buClr>
                <a:srgbClr val="000000"/>
              </a:buClr>
              <a:buSzPts val="800"/>
              <a:buNone/>
              <a:defRPr sz="800">
                <a:solidFill>
                  <a:srgbClr val="000000"/>
                </a:solidFill>
              </a:defRPr>
            </a:lvl9pPr>
          </a:lstStyle>
          <a:p/>
        </p:txBody>
      </p:sp>
      <p:sp>
        <p:nvSpPr>
          <p:cNvPr id="690" name="Google Shape;690;p7"/>
          <p:cNvSpPr txBox="1"/>
          <p:nvPr>
            <p:ph idx="15" type="subTitle"/>
          </p:nvPr>
        </p:nvSpPr>
        <p:spPr>
          <a:xfrm>
            <a:off x="2631411" y="3528393"/>
            <a:ext cx="1771500" cy="561600"/>
          </a:xfrm>
          <a:prstGeom prst="rect">
            <a:avLst/>
          </a:prstGeom>
          <a:noFill/>
          <a:ln>
            <a:noFill/>
          </a:ln>
        </p:spPr>
        <p:txBody>
          <a:bodyPr anchorCtr="0" anchor="ctr" bIns="54000" lIns="54000" spcFirstLastPara="1" rIns="54000" wrap="square" tIns="54000">
            <a:noAutofit/>
          </a:bodyPr>
          <a:lstStyle>
            <a:lvl1pPr lvl="0"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rtl="0">
              <a:lnSpc>
                <a:spcPct val="90000"/>
              </a:lnSpc>
              <a:spcBef>
                <a:spcPts val="0"/>
              </a:spcBef>
              <a:spcAft>
                <a:spcPts val="0"/>
              </a:spcAft>
              <a:buClr>
                <a:srgbClr val="000000"/>
              </a:buClr>
              <a:buSzPts val="800"/>
              <a:buNone/>
              <a:defRPr sz="800">
                <a:solidFill>
                  <a:srgbClr val="000000"/>
                </a:solidFill>
              </a:defRPr>
            </a:lvl2pPr>
            <a:lvl3pPr lvl="2" rtl="0">
              <a:lnSpc>
                <a:spcPct val="90000"/>
              </a:lnSpc>
              <a:spcBef>
                <a:spcPts val="0"/>
              </a:spcBef>
              <a:spcAft>
                <a:spcPts val="0"/>
              </a:spcAft>
              <a:buClr>
                <a:srgbClr val="000000"/>
              </a:buClr>
              <a:buSzPts val="800"/>
              <a:buNone/>
              <a:defRPr sz="800">
                <a:solidFill>
                  <a:srgbClr val="000000"/>
                </a:solidFill>
              </a:defRPr>
            </a:lvl3pPr>
            <a:lvl4pPr lvl="3" rtl="0">
              <a:lnSpc>
                <a:spcPct val="90000"/>
              </a:lnSpc>
              <a:spcBef>
                <a:spcPts val="0"/>
              </a:spcBef>
              <a:spcAft>
                <a:spcPts val="0"/>
              </a:spcAft>
              <a:buClr>
                <a:srgbClr val="000000"/>
              </a:buClr>
              <a:buSzPts val="800"/>
              <a:buNone/>
              <a:defRPr sz="800">
                <a:solidFill>
                  <a:srgbClr val="000000"/>
                </a:solidFill>
              </a:defRPr>
            </a:lvl4pPr>
            <a:lvl5pPr lvl="4" rtl="0">
              <a:lnSpc>
                <a:spcPct val="90000"/>
              </a:lnSpc>
              <a:spcBef>
                <a:spcPts val="0"/>
              </a:spcBef>
              <a:spcAft>
                <a:spcPts val="0"/>
              </a:spcAft>
              <a:buClr>
                <a:srgbClr val="000000"/>
              </a:buClr>
              <a:buSzPts val="800"/>
              <a:buNone/>
              <a:defRPr sz="800">
                <a:solidFill>
                  <a:srgbClr val="000000"/>
                </a:solidFill>
              </a:defRPr>
            </a:lvl5pPr>
            <a:lvl6pPr lvl="5" rtl="0">
              <a:lnSpc>
                <a:spcPct val="90000"/>
              </a:lnSpc>
              <a:spcBef>
                <a:spcPts val="0"/>
              </a:spcBef>
              <a:spcAft>
                <a:spcPts val="0"/>
              </a:spcAft>
              <a:buClr>
                <a:srgbClr val="000000"/>
              </a:buClr>
              <a:buSzPts val="800"/>
              <a:buNone/>
              <a:defRPr sz="800">
                <a:solidFill>
                  <a:srgbClr val="000000"/>
                </a:solidFill>
              </a:defRPr>
            </a:lvl6pPr>
            <a:lvl7pPr lvl="6" rtl="0">
              <a:lnSpc>
                <a:spcPct val="90000"/>
              </a:lnSpc>
              <a:spcBef>
                <a:spcPts val="0"/>
              </a:spcBef>
              <a:spcAft>
                <a:spcPts val="0"/>
              </a:spcAft>
              <a:buClr>
                <a:srgbClr val="000000"/>
              </a:buClr>
              <a:buSzPts val="800"/>
              <a:buNone/>
              <a:defRPr sz="800">
                <a:solidFill>
                  <a:srgbClr val="000000"/>
                </a:solidFill>
              </a:defRPr>
            </a:lvl7pPr>
            <a:lvl8pPr lvl="7" rtl="0">
              <a:lnSpc>
                <a:spcPct val="90000"/>
              </a:lnSpc>
              <a:spcBef>
                <a:spcPts val="0"/>
              </a:spcBef>
              <a:spcAft>
                <a:spcPts val="0"/>
              </a:spcAft>
              <a:buClr>
                <a:srgbClr val="000000"/>
              </a:buClr>
              <a:buSzPts val="800"/>
              <a:buNone/>
              <a:defRPr sz="800">
                <a:solidFill>
                  <a:srgbClr val="000000"/>
                </a:solidFill>
              </a:defRPr>
            </a:lvl8pPr>
            <a:lvl9pPr lvl="8" rtl="0">
              <a:lnSpc>
                <a:spcPct val="90000"/>
              </a:lnSpc>
              <a:spcBef>
                <a:spcPts val="0"/>
              </a:spcBef>
              <a:spcAft>
                <a:spcPts val="0"/>
              </a:spcAft>
              <a:buClr>
                <a:srgbClr val="000000"/>
              </a:buClr>
              <a:buSzPts val="800"/>
              <a:buNone/>
              <a:defRPr sz="800">
                <a:solidFill>
                  <a:srgbClr val="000000"/>
                </a:solidFill>
              </a:defRPr>
            </a:lvl9pPr>
          </a:lstStyle>
          <a:p/>
        </p:txBody>
      </p:sp>
      <p:sp>
        <p:nvSpPr>
          <p:cNvPr id="691" name="Google Shape;691;p7"/>
          <p:cNvSpPr txBox="1"/>
          <p:nvPr>
            <p:ph idx="16" type="subTitle"/>
          </p:nvPr>
        </p:nvSpPr>
        <p:spPr>
          <a:xfrm>
            <a:off x="832100" y="2230907"/>
            <a:ext cx="1750500" cy="561600"/>
          </a:xfrm>
          <a:prstGeom prst="rect">
            <a:avLst/>
          </a:prstGeom>
          <a:noFill/>
          <a:ln>
            <a:noFill/>
          </a:ln>
        </p:spPr>
        <p:txBody>
          <a:bodyPr anchorCtr="0" anchor="ctr" bIns="54000" lIns="54000" spcFirstLastPara="1" rIns="54000" wrap="square" tIns="54000">
            <a:noAutofit/>
          </a:bodyPr>
          <a:lstStyle>
            <a:lvl1pPr lvl="0"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rtl="0">
              <a:lnSpc>
                <a:spcPct val="90000"/>
              </a:lnSpc>
              <a:spcBef>
                <a:spcPts val="0"/>
              </a:spcBef>
              <a:spcAft>
                <a:spcPts val="0"/>
              </a:spcAft>
              <a:buClr>
                <a:srgbClr val="000000"/>
              </a:buClr>
              <a:buSzPts val="800"/>
              <a:buNone/>
              <a:defRPr sz="800">
                <a:solidFill>
                  <a:srgbClr val="000000"/>
                </a:solidFill>
              </a:defRPr>
            </a:lvl2pPr>
            <a:lvl3pPr lvl="2" rtl="0">
              <a:lnSpc>
                <a:spcPct val="90000"/>
              </a:lnSpc>
              <a:spcBef>
                <a:spcPts val="0"/>
              </a:spcBef>
              <a:spcAft>
                <a:spcPts val="0"/>
              </a:spcAft>
              <a:buClr>
                <a:srgbClr val="000000"/>
              </a:buClr>
              <a:buSzPts val="800"/>
              <a:buNone/>
              <a:defRPr sz="800">
                <a:solidFill>
                  <a:srgbClr val="000000"/>
                </a:solidFill>
              </a:defRPr>
            </a:lvl3pPr>
            <a:lvl4pPr lvl="3" rtl="0">
              <a:lnSpc>
                <a:spcPct val="90000"/>
              </a:lnSpc>
              <a:spcBef>
                <a:spcPts val="0"/>
              </a:spcBef>
              <a:spcAft>
                <a:spcPts val="0"/>
              </a:spcAft>
              <a:buClr>
                <a:srgbClr val="000000"/>
              </a:buClr>
              <a:buSzPts val="800"/>
              <a:buNone/>
              <a:defRPr sz="800">
                <a:solidFill>
                  <a:srgbClr val="000000"/>
                </a:solidFill>
              </a:defRPr>
            </a:lvl4pPr>
            <a:lvl5pPr lvl="4" rtl="0">
              <a:lnSpc>
                <a:spcPct val="90000"/>
              </a:lnSpc>
              <a:spcBef>
                <a:spcPts val="0"/>
              </a:spcBef>
              <a:spcAft>
                <a:spcPts val="0"/>
              </a:spcAft>
              <a:buClr>
                <a:srgbClr val="000000"/>
              </a:buClr>
              <a:buSzPts val="800"/>
              <a:buNone/>
              <a:defRPr sz="800">
                <a:solidFill>
                  <a:srgbClr val="000000"/>
                </a:solidFill>
              </a:defRPr>
            </a:lvl5pPr>
            <a:lvl6pPr lvl="5" rtl="0">
              <a:lnSpc>
                <a:spcPct val="90000"/>
              </a:lnSpc>
              <a:spcBef>
                <a:spcPts val="0"/>
              </a:spcBef>
              <a:spcAft>
                <a:spcPts val="0"/>
              </a:spcAft>
              <a:buClr>
                <a:srgbClr val="000000"/>
              </a:buClr>
              <a:buSzPts val="800"/>
              <a:buNone/>
              <a:defRPr sz="800">
                <a:solidFill>
                  <a:srgbClr val="000000"/>
                </a:solidFill>
              </a:defRPr>
            </a:lvl6pPr>
            <a:lvl7pPr lvl="6" rtl="0">
              <a:lnSpc>
                <a:spcPct val="90000"/>
              </a:lnSpc>
              <a:spcBef>
                <a:spcPts val="0"/>
              </a:spcBef>
              <a:spcAft>
                <a:spcPts val="0"/>
              </a:spcAft>
              <a:buClr>
                <a:srgbClr val="000000"/>
              </a:buClr>
              <a:buSzPts val="800"/>
              <a:buNone/>
              <a:defRPr sz="800">
                <a:solidFill>
                  <a:srgbClr val="000000"/>
                </a:solidFill>
              </a:defRPr>
            </a:lvl7pPr>
            <a:lvl8pPr lvl="7" rtl="0">
              <a:lnSpc>
                <a:spcPct val="90000"/>
              </a:lnSpc>
              <a:spcBef>
                <a:spcPts val="0"/>
              </a:spcBef>
              <a:spcAft>
                <a:spcPts val="0"/>
              </a:spcAft>
              <a:buClr>
                <a:srgbClr val="000000"/>
              </a:buClr>
              <a:buSzPts val="800"/>
              <a:buNone/>
              <a:defRPr sz="800">
                <a:solidFill>
                  <a:srgbClr val="000000"/>
                </a:solidFill>
              </a:defRPr>
            </a:lvl8pPr>
            <a:lvl9pPr lvl="8" rtl="0">
              <a:lnSpc>
                <a:spcPct val="90000"/>
              </a:lnSpc>
              <a:spcBef>
                <a:spcPts val="0"/>
              </a:spcBef>
              <a:spcAft>
                <a:spcPts val="0"/>
              </a:spcAft>
              <a:buClr>
                <a:srgbClr val="000000"/>
              </a:buClr>
              <a:buSzPts val="800"/>
              <a:buNone/>
              <a:defRPr sz="800">
                <a:solidFill>
                  <a:srgbClr val="000000"/>
                </a:solidFill>
              </a:defRPr>
            </a:lvl9pPr>
          </a:lstStyle>
          <a:p/>
        </p:txBody>
      </p:sp>
      <p:sp>
        <p:nvSpPr>
          <p:cNvPr id="692" name="Google Shape;692;p7"/>
          <p:cNvSpPr txBox="1"/>
          <p:nvPr>
            <p:ph idx="17" type="subTitle"/>
          </p:nvPr>
        </p:nvSpPr>
        <p:spPr>
          <a:xfrm>
            <a:off x="2631411" y="2230907"/>
            <a:ext cx="1771500" cy="561600"/>
          </a:xfrm>
          <a:prstGeom prst="rect">
            <a:avLst/>
          </a:prstGeom>
          <a:noFill/>
          <a:ln>
            <a:noFill/>
          </a:ln>
        </p:spPr>
        <p:txBody>
          <a:bodyPr anchorCtr="0" anchor="ctr" bIns="54000" lIns="54000" spcFirstLastPara="1" rIns="54000" wrap="square" tIns="54000">
            <a:noAutofit/>
          </a:bodyPr>
          <a:lstStyle>
            <a:lvl1pPr lvl="0"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rtl="0">
              <a:lnSpc>
                <a:spcPct val="90000"/>
              </a:lnSpc>
              <a:spcBef>
                <a:spcPts val="0"/>
              </a:spcBef>
              <a:spcAft>
                <a:spcPts val="0"/>
              </a:spcAft>
              <a:buClr>
                <a:srgbClr val="000000"/>
              </a:buClr>
              <a:buSzPts val="800"/>
              <a:buNone/>
              <a:defRPr sz="800">
                <a:solidFill>
                  <a:srgbClr val="000000"/>
                </a:solidFill>
              </a:defRPr>
            </a:lvl2pPr>
            <a:lvl3pPr lvl="2" rtl="0">
              <a:lnSpc>
                <a:spcPct val="90000"/>
              </a:lnSpc>
              <a:spcBef>
                <a:spcPts val="0"/>
              </a:spcBef>
              <a:spcAft>
                <a:spcPts val="0"/>
              </a:spcAft>
              <a:buClr>
                <a:srgbClr val="000000"/>
              </a:buClr>
              <a:buSzPts val="800"/>
              <a:buNone/>
              <a:defRPr sz="800">
                <a:solidFill>
                  <a:srgbClr val="000000"/>
                </a:solidFill>
              </a:defRPr>
            </a:lvl3pPr>
            <a:lvl4pPr lvl="3" rtl="0">
              <a:lnSpc>
                <a:spcPct val="90000"/>
              </a:lnSpc>
              <a:spcBef>
                <a:spcPts val="0"/>
              </a:spcBef>
              <a:spcAft>
                <a:spcPts val="0"/>
              </a:spcAft>
              <a:buClr>
                <a:srgbClr val="000000"/>
              </a:buClr>
              <a:buSzPts val="800"/>
              <a:buNone/>
              <a:defRPr sz="800">
                <a:solidFill>
                  <a:srgbClr val="000000"/>
                </a:solidFill>
              </a:defRPr>
            </a:lvl4pPr>
            <a:lvl5pPr lvl="4" rtl="0">
              <a:lnSpc>
                <a:spcPct val="90000"/>
              </a:lnSpc>
              <a:spcBef>
                <a:spcPts val="0"/>
              </a:spcBef>
              <a:spcAft>
                <a:spcPts val="0"/>
              </a:spcAft>
              <a:buClr>
                <a:srgbClr val="000000"/>
              </a:buClr>
              <a:buSzPts val="800"/>
              <a:buNone/>
              <a:defRPr sz="800">
                <a:solidFill>
                  <a:srgbClr val="000000"/>
                </a:solidFill>
              </a:defRPr>
            </a:lvl5pPr>
            <a:lvl6pPr lvl="5" rtl="0">
              <a:lnSpc>
                <a:spcPct val="90000"/>
              </a:lnSpc>
              <a:spcBef>
                <a:spcPts val="0"/>
              </a:spcBef>
              <a:spcAft>
                <a:spcPts val="0"/>
              </a:spcAft>
              <a:buClr>
                <a:srgbClr val="000000"/>
              </a:buClr>
              <a:buSzPts val="800"/>
              <a:buNone/>
              <a:defRPr sz="800">
                <a:solidFill>
                  <a:srgbClr val="000000"/>
                </a:solidFill>
              </a:defRPr>
            </a:lvl6pPr>
            <a:lvl7pPr lvl="6" rtl="0">
              <a:lnSpc>
                <a:spcPct val="90000"/>
              </a:lnSpc>
              <a:spcBef>
                <a:spcPts val="0"/>
              </a:spcBef>
              <a:spcAft>
                <a:spcPts val="0"/>
              </a:spcAft>
              <a:buClr>
                <a:srgbClr val="000000"/>
              </a:buClr>
              <a:buSzPts val="800"/>
              <a:buNone/>
              <a:defRPr sz="800">
                <a:solidFill>
                  <a:srgbClr val="000000"/>
                </a:solidFill>
              </a:defRPr>
            </a:lvl7pPr>
            <a:lvl8pPr lvl="7" rtl="0">
              <a:lnSpc>
                <a:spcPct val="90000"/>
              </a:lnSpc>
              <a:spcBef>
                <a:spcPts val="0"/>
              </a:spcBef>
              <a:spcAft>
                <a:spcPts val="0"/>
              </a:spcAft>
              <a:buClr>
                <a:srgbClr val="000000"/>
              </a:buClr>
              <a:buSzPts val="800"/>
              <a:buNone/>
              <a:defRPr sz="800">
                <a:solidFill>
                  <a:srgbClr val="000000"/>
                </a:solidFill>
              </a:defRPr>
            </a:lvl8pPr>
            <a:lvl9pPr lvl="8" rtl="0">
              <a:lnSpc>
                <a:spcPct val="90000"/>
              </a:lnSpc>
              <a:spcBef>
                <a:spcPts val="0"/>
              </a:spcBef>
              <a:spcAft>
                <a:spcPts val="0"/>
              </a:spcAft>
              <a:buClr>
                <a:srgbClr val="000000"/>
              </a:buClr>
              <a:buSzPts val="800"/>
              <a:buNone/>
              <a:defRPr sz="800">
                <a:solidFill>
                  <a:srgbClr val="000000"/>
                </a:solidFill>
              </a:defRPr>
            </a:lvl9pPr>
          </a:lstStyle>
          <a:p/>
        </p:txBody>
      </p:sp>
      <p:sp>
        <p:nvSpPr>
          <p:cNvPr id="693" name="Google Shape;693;p7"/>
          <p:cNvSpPr txBox="1"/>
          <p:nvPr>
            <p:ph idx="18" type="subTitle"/>
          </p:nvPr>
        </p:nvSpPr>
        <p:spPr>
          <a:xfrm>
            <a:off x="4460203" y="2230907"/>
            <a:ext cx="1750500" cy="561600"/>
          </a:xfrm>
          <a:prstGeom prst="rect">
            <a:avLst/>
          </a:prstGeom>
          <a:noFill/>
          <a:ln>
            <a:noFill/>
          </a:ln>
        </p:spPr>
        <p:txBody>
          <a:bodyPr anchorCtr="0" anchor="ctr" bIns="54000" lIns="54000" spcFirstLastPara="1" rIns="54000" wrap="square" tIns="54000">
            <a:noAutofit/>
          </a:bodyPr>
          <a:lstStyle>
            <a:lvl1pPr lvl="0"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rtl="0">
              <a:lnSpc>
                <a:spcPct val="90000"/>
              </a:lnSpc>
              <a:spcBef>
                <a:spcPts val="0"/>
              </a:spcBef>
              <a:spcAft>
                <a:spcPts val="0"/>
              </a:spcAft>
              <a:buClr>
                <a:srgbClr val="000000"/>
              </a:buClr>
              <a:buSzPts val="800"/>
              <a:buNone/>
              <a:defRPr sz="800">
                <a:solidFill>
                  <a:srgbClr val="000000"/>
                </a:solidFill>
              </a:defRPr>
            </a:lvl2pPr>
            <a:lvl3pPr lvl="2" rtl="0">
              <a:lnSpc>
                <a:spcPct val="90000"/>
              </a:lnSpc>
              <a:spcBef>
                <a:spcPts val="0"/>
              </a:spcBef>
              <a:spcAft>
                <a:spcPts val="0"/>
              </a:spcAft>
              <a:buClr>
                <a:srgbClr val="000000"/>
              </a:buClr>
              <a:buSzPts val="800"/>
              <a:buNone/>
              <a:defRPr sz="800">
                <a:solidFill>
                  <a:srgbClr val="000000"/>
                </a:solidFill>
              </a:defRPr>
            </a:lvl3pPr>
            <a:lvl4pPr lvl="3" rtl="0">
              <a:lnSpc>
                <a:spcPct val="90000"/>
              </a:lnSpc>
              <a:spcBef>
                <a:spcPts val="0"/>
              </a:spcBef>
              <a:spcAft>
                <a:spcPts val="0"/>
              </a:spcAft>
              <a:buClr>
                <a:srgbClr val="000000"/>
              </a:buClr>
              <a:buSzPts val="800"/>
              <a:buNone/>
              <a:defRPr sz="800">
                <a:solidFill>
                  <a:srgbClr val="000000"/>
                </a:solidFill>
              </a:defRPr>
            </a:lvl4pPr>
            <a:lvl5pPr lvl="4" rtl="0">
              <a:lnSpc>
                <a:spcPct val="90000"/>
              </a:lnSpc>
              <a:spcBef>
                <a:spcPts val="0"/>
              </a:spcBef>
              <a:spcAft>
                <a:spcPts val="0"/>
              </a:spcAft>
              <a:buClr>
                <a:srgbClr val="000000"/>
              </a:buClr>
              <a:buSzPts val="800"/>
              <a:buNone/>
              <a:defRPr sz="800">
                <a:solidFill>
                  <a:srgbClr val="000000"/>
                </a:solidFill>
              </a:defRPr>
            </a:lvl5pPr>
            <a:lvl6pPr lvl="5" rtl="0">
              <a:lnSpc>
                <a:spcPct val="90000"/>
              </a:lnSpc>
              <a:spcBef>
                <a:spcPts val="0"/>
              </a:spcBef>
              <a:spcAft>
                <a:spcPts val="0"/>
              </a:spcAft>
              <a:buClr>
                <a:srgbClr val="000000"/>
              </a:buClr>
              <a:buSzPts val="800"/>
              <a:buNone/>
              <a:defRPr sz="800">
                <a:solidFill>
                  <a:srgbClr val="000000"/>
                </a:solidFill>
              </a:defRPr>
            </a:lvl6pPr>
            <a:lvl7pPr lvl="6" rtl="0">
              <a:lnSpc>
                <a:spcPct val="90000"/>
              </a:lnSpc>
              <a:spcBef>
                <a:spcPts val="0"/>
              </a:spcBef>
              <a:spcAft>
                <a:spcPts val="0"/>
              </a:spcAft>
              <a:buClr>
                <a:srgbClr val="000000"/>
              </a:buClr>
              <a:buSzPts val="800"/>
              <a:buNone/>
              <a:defRPr sz="800">
                <a:solidFill>
                  <a:srgbClr val="000000"/>
                </a:solidFill>
              </a:defRPr>
            </a:lvl7pPr>
            <a:lvl8pPr lvl="7" rtl="0">
              <a:lnSpc>
                <a:spcPct val="90000"/>
              </a:lnSpc>
              <a:spcBef>
                <a:spcPts val="0"/>
              </a:spcBef>
              <a:spcAft>
                <a:spcPts val="0"/>
              </a:spcAft>
              <a:buClr>
                <a:srgbClr val="000000"/>
              </a:buClr>
              <a:buSzPts val="800"/>
              <a:buNone/>
              <a:defRPr sz="800">
                <a:solidFill>
                  <a:srgbClr val="000000"/>
                </a:solidFill>
              </a:defRPr>
            </a:lvl8pPr>
            <a:lvl9pPr lvl="8" rtl="0">
              <a:lnSpc>
                <a:spcPct val="90000"/>
              </a:lnSpc>
              <a:spcBef>
                <a:spcPts val="0"/>
              </a:spcBef>
              <a:spcAft>
                <a:spcPts val="0"/>
              </a:spcAft>
              <a:buClr>
                <a:srgbClr val="000000"/>
              </a:buClr>
              <a:buSzPts val="800"/>
              <a:buNone/>
              <a:defRPr sz="800">
                <a:solidFill>
                  <a:srgbClr val="000000"/>
                </a:solidFill>
              </a:defRPr>
            </a:lvl9pPr>
          </a:lstStyle>
          <a:p/>
        </p:txBody>
      </p:sp>
      <p:sp>
        <p:nvSpPr>
          <p:cNvPr id="694" name="Google Shape;694;p7"/>
          <p:cNvSpPr txBox="1"/>
          <p:nvPr>
            <p:ph idx="19" type="subTitle"/>
          </p:nvPr>
        </p:nvSpPr>
        <p:spPr>
          <a:xfrm>
            <a:off x="6269339" y="2230907"/>
            <a:ext cx="1731300" cy="561600"/>
          </a:xfrm>
          <a:prstGeom prst="rect">
            <a:avLst/>
          </a:prstGeom>
          <a:noFill/>
          <a:ln>
            <a:noFill/>
          </a:ln>
        </p:spPr>
        <p:txBody>
          <a:bodyPr anchorCtr="0" anchor="ctr" bIns="54000" lIns="54000" spcFirstLastPara="1" rIns="54000" wrap="square" tIns="54000">
            <a:noAutofit/>
          </a:bodyPr>
          <a:lstStyle>
            <a:lvl1pPr lvl="0"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rtl="0">
              <a:lnSpc>
                <a:spcPct val="90000"/>
              </a:lnSpc>
              <a:spcBef>
                <a:spcPts val="0"/>
              </a:spcBef>
              <a:spcAft>
                <a:spcPts val="0"/>
              </a:spcAft>
              <a:buClr>
                <a:srgbClr val="000000"/>
              </a:buClr>
              <a:buSzPts val="800"/>
              <a:buNone/>
              <a:defRPr sz="800">
                <a:solidFill>
                  <a:srgbClr val="000000"/>
                </a:solidFill>
              </a:defRPr>
            </a:lvl2pPr>
            <a:lvl3pPr lvl="2" rtl="0">
              <a:lnSpc>
                <a:spcPct val="90000"/>
              </a:lnSpc>
              <a:spcBef>
                <a:spcPts val="0"/>
              </a:spcBef>
              <a:spcAft>
                <a:spcPts val="0"/>
              </a:spcAft>
              <a:buClr>
                <a:srgbClr val="000000"/>
              </a:buClr>
              <a:buSzPts val="800"/>
              <a:buNone/>
              <a:defRPr sz="800">
                <a:solidFill>
                  <a:srgbClr val="000000"/>
                </a:solidFill>
              </a:defRPr>
            </a:lvl3pPr>
            <a:lvl4pPr lvl="3" rtl="0">
              <a:lnSpc>
                <a:spcPct val="90000"/>
              </a:lnSpc>
              <a:spcBef>
                <a:spcPts val="0"/>
              </a:spcBef>
              <a:spcAft>
                <a:spcPts val="0"/>
              </a:spcAft>
              <a:buClr>
                <a:srgbClr val="000000"/>
              </a:buClr>
              <a:buSzPts val="800"/>
              <a:buNone/>
              <a:defRPr sz="800">
                <a:solidFill>
                  <a:srgbClr val="000000"/>
                </a:solidFill>
              </a:defRPr>
            </a:lvl4pPr>
            <a:lvl5pPr lvl="4" rtl="0">
              <a:lnSpc>
                <a:spcPct val="90000"/>
              </a:lnSpc>
              <a:spcBef>
                <a:spcPts val="0"/>
              </a:spcBef>
              <a:spcAft>
                <a:spcPts val="0"/>
              </a:spcAft>
              <a:buClr>
                <a:srgbClr val="000000"/>
              </a:buClr>
              <a:buSzPts val="800"/>
              <a:buNone/>
              <a:defRPr sz="800">
                <a:solidFill>
                  <a:srgbClr val="000000"/>
                </a:solidFill>
              </a:defRPr>
            </a:lvl5pPr>
            <a:lvl6pPr lvl="5" rtl="0">
              <a:lnSpc>
                <a:spcPct val="90000"/>
              </a:lnSpc>
              <a:spcBef>
                <a:spcPts val="0"/>
              </a:spcBef>
              <a:spcAft>
                <a:spcPts val="0"/>
              </a:spcAft>
              <a:buClr>
                <a:srgbClr val="000000"/>
              </a:buClr>
              <a:buSzPts val="800"/>
              <a:buNone/>
              <a:defRPr sz="800">
                <a:solidFill>
                  <a:srgbClr val="000000"/>
                </a:solidFill>
              </a:defRPr>
            </a:lvl6pPr>
            <a:lvl7pPr lvl="6" rtl="0">
              <a:lnSpc>
                <a:spcPct val="90000"/>
              </a:lnSpc>
              <a:spcBef>
                <a:spcPts val="0"/>
              </a:spcBef>
              <a:spcAft>
                <a:spcPts val="0"/>
              </a:spcAft>
              <a:buClr>
                <a:srgbClr val="000000"/>
              </a:buClr>
              <a:buSzPts val="800"/>
              <a:buNone/>
              <a:defRPr sz="800">
                <a:solidFill>
                  <a:srgbClr val="000000"/>
                </a:solidFill>
              </a:defRPr>
            </a:lvl7pPr>
            <a:lvl8pPr lvl="7" rtl="0">
              <a:lnSpc>
                <a:spcPct val="90000"/>
              </a:lnSpc>
              <a:spcBef>
                <a:spcPts val="0"/>
              </a:spcBef>
              <a:spcAft>
                <a:spcPts val="0"/>
              </a:spcAft>
              <a:buClr>
                <a:srgbClr val="000000"/>
              </a:buClr>
              <a:buSzPts val="800"/>
              <a:buNone/>
              <a:defRPr sz="800">
                <a:solidFill>
                  <a:srgbClr val="000000"/>
                </a:solidFill>
              </a:defRPr>
            </a:lvl8pPr>
            <a:lvl9pPr lvl="8" rtl="0">
              <a:lnSpc>
                <a:spcPct val="90000"/>
              </a:lnSpc>
              <a:spcBef>
                <a:spcPts val="0"/>
              </a:spcBef>
              <a:spcAft>
                <a:spcPts val="0"/>
              </a:spcAft>
              <a:buClr>
                <a:srgbClr val="000000"/>
              </a:buClr>
              <a:buSzPts val="800"/>
              <a:buNone/>
              <a:defRPr sz="800">
                <a:solidFill>
                  <a:srgbClr val="000000"/>
                </a:solidFill>
              </a:defRPr>
            </a:lvl9pPr>
          </a:lstStyle>
          <a:p/>
        </p:txBody>
      </p:sp>
      <p:sp>
        <p:nvSpPr>
          <p:cNvPr id="695" name="Google Shape;695;p7"/>
          <p:cNvSpPr txBox="1"/>
          <p:nvPr>
            <p:ph idx="20" type="subTitle"/>
          </p:nvPr>
        </p:nvSpPr>
        <p:spPr>
          <a:xfrm>
            <a:off x="8053914" y="2230907"/>
            <a:ext cx="1731300" cy="561600"/>
          </a:xfrm>
          <a:prstGeom prst="rect">
            <a:avLst/>
          </a:prstGeom>
          <a:noFill/>
          <a:ln>
            <a:noFill/>
          </a:ln>
        </p:spPr>
        <p:txBody>
          <a:bodyPr anchorCtr="0" anchor="ctr" bIns="54000" lIns="54000" spcFirstLastPara="1" rIns="54000" wrap="square" tIns="54000">
            <a:noAutofit/>
          </a:bodyPr>
          <a:lstStyle>
            <a:lvl1pPr lvl="0"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rtl="0">
              <a:lnSpc>
                <a:spcPct val="90000"/>
              </a:lnSpc>
              <a:spcBef>
                <a:spcPts val="0"/>
              </a:spcBef>
              <a:spcAft>
                <a:spcPts val="0"/>
              </a:spcAft>
              <a:buClr>
                <a:srgbClr val="000000"/>
              </a:buClr>
              <a:buSzPts val="800"/>
              <a:buNone/>
              <a:defRPr sz="800">
                <a:solidFill>
                  <a:srgbClr val="000000"/>
                </a:solidFill>
              </a:defRPr>
            </a:lvl2pPr>
            <a:lvl3pPr lvl="2" rtl="0">
              <a:lnSpc>
                <a:spcPct val="90000"/>
              </a:lnSpc>
              <a:spcBef>
                <a:spcPts val="0"/>
              </a:spcBef>
              <a:spcAft>
                <a:spcPts val="0"/>
              </a:spcAft>
              <a:buClr>
                <a:srgbClr val="000000"/>
              </a:buClr>
              <a:buSzPts val="800"/>
              <a:buNone/>
              <a:defRPr sz="800">
                <a:solidFill>
                  <a:srgbClr val="000000"/>
                </a:solidFill>
              </a:defRPr>
            </a:lvl3pPr>
            <a:lvl4pPr lvl="3" rtl="0">
              <a:lnSpc>
                <a:spcPct val="90000"/>
              </a:lnSpc>
              <a:spcBef>
                <a:spcPts val="0"/>
              </a:spcBef>
              <a:spcAft>
                <a:spcPts val="0"/>
              </a:spcAft>
              <a:buClr>
                <a:srgbClr val="000000"/>
              </a:buClr>
              <a:buSzPts val="800"/>
              <a:buNone/>
              <a:defRPr sz="800">
                <a:solidFill>
                  <a:srgbClr val="000000"/>
                </a:solidFill>
              </a:defRPr>
            </a:lvl4pPr>
            <a:lvl5pPr lvl="4" rtl="0">
              <a:lnSpc>
                <a:spcPct val="90000"/>
              </a:lnSpc>
              <a:spcBef>
                <a:spcPts val="0"/>
              </a:spcBef>
              <a:spcAft>
                <a:spcPts val="0"/>
              </a:spcAft>
              <a:buClr>
                <a:srgbClr val="000000"/>
              </a:buClr>
              <a:buSzPts val="800"/>
              <a:buNone/>
              <a:defRPr sz="800">
                <a:solidFill>
                  <a:srgbClr val="000000"/>
                </a:solidFill>
              </a:defRPr>
            </a:lvl5pPr>
            <a:lvl6pPr lvl="5" rtl="0">
              <a:lnSpc>
                <a:spcPct val="90000"/>
              </a:lnSpc>
              <a:spcBef>
                <a:spcPts val="0"/>
              </a:spcBef>
              <a:spcAft>
                <a:spcPts val="0"/>
              </a:spcAft>
              <a:buClr>
                <a:srgbClr val="000000"/>
              </a:buClr>
              <a:buSzPts val="800"/>
              <a:buNone/>
              <a:defRPr sz="800">
                <a:solidFill>
                  <a:srgbClr val="000000"/>
                </a:solidFill>
              </a:defRPr>
            </a:lvl6pPr>
            <a:lvl7pPr lvl="6" rtl="0">
              <a:lnSpc>
                <a:spcPct val="90000"/>
              </a:lnSpc>
              <a:spcBef>
                <a:spcPts val="0"/>
              </a:spcBef>
              <a:spcAft>
                <a:spcPts val="0"/>
              </a:spcAft>
              <a:buClr>
                <a:srgbClr val="000000"/>
              </a:buClr>
              <a:buSzPts val="800"/>
              <a:buNone/>
              <a:defRPr sz="800">
                <a:solidFill>
                  <a:srgbClr val="000000"/>
                </a:solidFill>
              </a:defRPr>
            </a:lvl7pPr>
            <a:lvl8pPr lvl="7" rtl="0">
              <a:lnSpc>
                <a:spcPct val="90000"/>
              </a:lnSpc>
              <a:spcBef>
                <a:spcPts val="0"/>
              </a:spcBef>
              <a:spcAft>
                <a:spcPts val="0"/>
              </a:spcAft>
              <a:buClr>
                <a:srgbClr val="000000"/>
              </a:buClr>
              <a:buSzPts val="800"/>
              <a:buNone/>
              <a:defRPr sz="800">
                <a:solidFill>
                  <a:srgbClr val="000000"/>
                </a:solidFill>
              </a:defRPr>
            </a:lvl8pPr>
            <a:lvl9pPr lvl="8" rtl="0">
              <a:lnSpc>
                <a:spcPct val="90000"/>
              </a:lnSpc>
              <a:spcBef>
                <a:spcPts val="0"/>
              </a:spcBef>
              <a:spcAft>
                <a:spcPts val="0"/>
              </a:spcAft>
              <a:buClr>
                <a:srgbClr val="000000"/>
              </a:buClr>
              <a:buSzPts val="800"/>
              <a:buNone/>
              <a:defRPr sz="800">
                <a:solidFill>
                  <a:srgbClr val="000000"/>
                </a:solidFill>
              </a:defRPr>
            </a:lvl9pPr>
          </a:lstStyle>
          <a:p/>
        </p:txBody>
      </p:sp>
      <p:sp>
        <p:nvSpPr>
          <p:cNvPr id="696" name="Google Shape;696;p7"/>
          <p:cNvSpPr txBox="1"/>
          <p:nvPr/>
        </p:nvSpPr>
        <p:spPr>
          <a:xfrm>
            <a:off x="277302" y="2230969"/>
            <a:ext cx="509100" cy="5616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s-419">
                <a:latin typeface="Arvo"/>
                <a:ea typeface="Arvo"/>
                <a:cs typeface="Arvo"/>
                <a:sym typeface="Arvo"/>
              </a:rPr>
              <a:t>2</a:t>
            </a:r>
            <a:endParaRPr b="1">
              <a:latin typeface="Arvo"/>
              <a:ea typeface="Arvo"/>
              <a:cs typeface="Arvo"/>
              <a:sym typeface="Arvo"/>
            </a:endParaRPr>
          </a:p>
        </p:txBody>
      </p:sp>
      <p:sp>
        <p:nvSpPr>
          <p:cNvPr id="697" name="Google Shape;697;p7"/>
          <p:cNvSpPr txBox="1"/>
          <p:nvPr>
            <p:ph idx="21" type="subTitle"/>
          </p:nvPr>
        </p:nvSpPr>
        <p:spPr>
          <a:xfrm>
            <a:off x="4460203" y="3528393"/>
            <a:ext cx="1750500" cy="561600"/>
          </a:xfrm>
          <a:prstGeom prst="rect">
            <a:avLst/>
          </a:prstGeom>
          <a:noFill/>
          <a:ln>
            <a:noFill/>
          </a:ln>
        </p:spPr>
        <p:txBody>
          <a:bodyPr anchorCtr="0" anchor="ctr" bIns="54000" lIns="54000" spcFirstLastPara="1" rIns="54000" wrap="square" tIns="54000">
            <a:noAutofit/>
          </a:bodyPr>
          <a:lstStyle>
            <a:lvl1pPr lvl="0"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rtl="0">
              <a:lnSpc>
                <a:spcPct val="90000"/>
              </a:lnSpc>
              <a:spcBef>
                <a:spcPts val="0"/>
              </a:spcBef>
              <a:spcAft>
                <a:spcPts val="0"/>
              </a:spcAft>
              <a:buClr>
                <a:srgbClr val="000000"/>
              </a:buClr>
              <a:buSzPts val="800"/>
              <a:buNone/>
              <a:defRPr sz="800">
                <a:solidFill>
                  <a:srgbClr val="000000"/>
                </a:solidFill>
              </a:defRPr>
            </a:lvl2pPr>
            <a:lvl3pPr lvl="2" rtl="0">
              <a:lnSpc>
                <a:spcPct val="90000"/>
              </a:lnSpc>
              <a:spcBef>
                <a:spcPts val="0"/>
              </a:spcBef>
              <a:spcAft>
                <a:spcPts val="0"/>
              </a:spcAft>
              <a:buClr>
                <a:srgbClr val="000000"/>
              </a:buClr>
              <a:buSzPts val="800"/>
              <a:buNone/>
              <a:defRPr sz="800">
                <a:solidFill>
                  <a:srgbClr val="000000"/>
                </a:solidFill>
              </a:defRPr>
            </a:lvl3pPr>
            <a:lvl4pPr lvl="3" rtl="0">
              <a:lnSpc>
                <a:spcPct val="90000"/>
              </a:lnSpc>
              <a:spcBef>
                <a:spcPts val="0"/>
              </a:spcBef>
              <a:spcAft>
                <a:spcPts val="0"/>
              </a:spcAft>
              <a:buClr>
                <a:srgbClr val="000000"/>
              </a:buClr>
              <a:buSzPts val="800"/>
              <a:buNone/>
              <a:defRPr sz="800">
                <a:solidFill>
                  <a:srgbClr val="000000"/>
                </a:solidFill>
              </a:defRPr>
            </a:lvl4pPr>
            <a:lvl5pPr lvl="4" rtl="0">
              <a:lnSpc>
                <a:spcPct val="90000"/>
              </a:lnSpc>
              <a:spcBef>
                <a:spcPts val="0"/>
              </a:spcBef>
              <a:spcAft>
                <a:spcPts val="0"/>
              </a:spcAft>
              <a:buClr>
                <a:srgbClr val="000000"/>
              </a:buClr>
              <a:buSzPts val="800"/>
              <a:buNone/>
              <a:defRPr sz="800">
                <a:solidFill>
                  <a:srgbClr val="000000"/>
                </a:solidFill>
              </a:defRPr>
            </a:lvl5pPr>
            <a:lvl6pPr lvl="5" rtl="0">
              <a:lnSpc>
                <a:spcPct val="90000"/>
              </a:lnSpc>
              <a:spcBef>
                <a:spcPts val="0"/>
              </a:spcBef>
              <a:spcAft>
                <a:spcPts val="0"/>
              </a:spcAft>
              <a:buClr>
                <a:srgbClr val="000000"/>
              </a:buClr>
              <a:buSzPts val="800"/>
              <a:buNone/>
              <a:defRPr sz="800">
                <a:solidFill>
                  <a:srgbClr val="000000"/>
                </a:solidFill>
              </a:defRPr>
            </a:lvl6pPr>
            <a:lvl7pPr lvl="6" rtl="0">
              <a:lnSpc>
                <a:spcPct val="90000"/>
              </a:lnSpc>
              <a:spcBef>
                <a:spcPts val="0"/>
              </a:spcBef>
              <a:spcAft>
                <a:spcPts val="0"/>
              </a:spcAft>
              <a:buClr>
                <a:srgbClr val="000000"/>
              </a:buClr>
              <a:buSzPts val="800"/>
              <a:buNone/>
              <a:defRPr sz="800">
                <a:solidFill>
                  <a:srgbClr val="000000"/>
                </a:solidFill>
              </a:defRPr>
            </a:lvl7pPr>
            <a:lvl8pPr lvl="7" rtl="0">
              <a:lnSpc>
                <a:spcPct val="90000"/>
              </a:lnSpc>
              <a:spcBef>
                <a:spcPts val="0"/>
              </a:spcBef>
              <a:spcAft>
                <a:spcPts val="0"/>
              </a:spcAft>
              <a:buClr>
                <a:srgbClr val="000000"/>
              </a:buClr>
              <a:buSzPts val="800"/>
              <a:buNone/>
              <a:defRPr sz="800">
                <a:solidFill>
                  <a:srgbClr val="000000"/>
                </a:solidFill>
              </a:defRPr>
            </a:lvl8pPr>
            <a:lvl9pPr lvl="8" rtl="0">
              <a:lnSpc>
                <a:spcPct val="90000"/>
              </a:lnSpc>
              <a:spcBef>
                <a:spcPts val="0"/>
              </a:spcBef>
              <a:spcAft>
                <a:spcPts val="0"/>
              </a:spcAft>
              <a:buClr>
                <a:srgbClr val="000000"/>
              </a:buClr>
              <a:buSzPts val="800"/>
              <a:buNone/>
              <a:defRPr sz="800">
                <a:solidFill>
                  <a:srgbClr val="000000"/>
                </a:solidFill>
              </a:defRPr>
            </a:lvl9pPr>
          </a:lstStyle>
          <a:p/>
        </p:txBody>
      </p:sp>
      <p:sp>
        <p:nvSpPr>
          <p:cNvPr id="698" name="Google Shape;698;p7"/>
          <p:cNvSpPr txBox="1"/>
          <p:nvPr>
            <p:ph idx="22" type="subTitle"/>
          </p:nvPr>
        </p:nvSpPr>
        <p:spPr>
          <a:xfrm>
            <a:off x="6269339" y="3528393"/>
            <a:ext cx="1731300" cy="561600"/>
          </a:xfrm>
          <a:prstGeom prst="rect">
            <a:avLst/>
          </a:prstGeom>
          <a:noFill/>
          <a:ln>
            <a:noFill/>
          </a:ln>
        </p:spPr>
        <p:txBody>
          <a:bodyPr anchorCtr="0" anchor="ctr" bIns="54000" lIns="54000" spcFirstLastPara="1" rIns="54000" wrap="square" tIns="54000">
            <a:noAutofit/>
          </a:bodyPr>
          <a:lstStyle>
            <a:lvl1pPr lvl="0"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rtl="0">
              <a:lnSpc>
                <a:spcPct val="90000"/>
              </a:lnSpc>
              <a:spcBef>
                <a:spcPts val="0"/>
              </a:spcBef>
              <a:spcAft>
                <a:spcPts val="0"/>
              </a:spcAft>
              <a:buClr>
                <a:srgbClr val="000000"/>
              </a:buClr>
              <a:buSzPts val="800"/>
              <a:buNone/>
              <a:defRPr sz="800">
                <a:solidFill>
                  <a:srgbClr val="000000"/>
                </a:solidFill>
              </a:defRPr>
            </a:lvl2pPr>
            <a:lvl3pPr lvl="2" rtl="0">
              <a:lnSpc>
                <a:spcPct val="90000"/>
              </a:lnSpc>
              <a:spcBef>
                <a:spcPts val="0"/>
              </a:spcBef>
              <a:spcAft>
                <a:spcPts val="0"/>
              </a:spcAft>
              <a:buClr>
                <a:srgbClr val="000000"/>
              </a:buClr>
              <a:buSzPts val="800"/>
              <a:buNone/>
              <a:defRPr sz="800">
                <a:solidFill>
                  <a:srgbClr val="000000"/>
                </a:solidFill>
              </a:defRPr>
            </a:lvl3pPr>
            <a:lvl4pPr lvl="3" rtl="0">
              <a:lnSpc>
                <a:spcPct val="90000"/>
              </a:lnSpc>
              <a:spcBef>
                <a:spcPts val="0"/>
              </a:spcBef>
              <a:spcAft>
                <a:spcPts val="0"/>
              </a:spcAft>
              <a:buClr>
                <a:srgbClr val="000000"/>
              </a:buClr>
              <a:buSzPts val="800"/>
              <a:buNone/>
              <a:defRPr sz="800">
                <a:solidFill>
                  <a:srgbClr val="000000"/>
                </a:solidFill>
              </a:defRPr>
            </a:lvl4pPr>
            <a:lvl5pPr lvl="4" rtl="0">
              <a:lnSpc>
                <a:spcPct val="90000"/>
              </a:lnSpc>
              <a:spcBef>
                <a:spcPts val="0"/>
              </a:spcBef>
              <a:spcAft>
                <a:spcPts val="0"/>
              </a:spcAft>
              <a:buClr>
                <a:srgbClr val="000000"/>
              </a:buClr>
              <a:buSzPts val="800"/>
              <a:buNone/>
              <a:defRPr sz="800">
                <a:solidFill>
                  <a:srgbClr val="000000"/>
                </a:solidFill>
              </a:defRPr>
            </a:lvl5pPr>
            <a:lvl6pPr lvl="5" rtl="0">
              <a:lnSpc>
                <a:spcPct val="90000"/>
              </a:lnSpc>
              <a:spcBef>
                <a:spcPts val="0"/>
              </a:spcBef>
              <a:spcAft>
                <a:spcPts val="0"/>
              </a:spcAft>
              <a:buClr>
                <a:srgbClr val="000000"/>
              </a:buClr>
              <a:buSzPts val="800"/>
              <a:buNone/>
              <a:defRPr sz="800">
                <a:solidFill>
                  <a:srgbClr val="000000"/>
                </a:solidFill>
              </a:defRPr>
            </a:lvl6pPr>
            <a:lvl7pPr lvl="6" rtl="0">
              <a:lnSpc>
                <a:spcPct val="90000"/>
              </a:lnSpc>
              <a:spcBef>
                <a:spcPts val="0"/>
              </a:spcBef>
              <a:spcAft>
                <a:spcPts val="0"/>
              </a:spcAft>
              <a:buClr>
                <a:srgbClr val="000000"/>
              </a:buClr>
              <a:buSzPts val="800"/>
              <a:buNone/>
              <a:defRPr sz="800">
                <a:solidFill>
                  <a:srgbClr val="000000"/>
                </a:solidFill>
              </a:defRPr>
            </a:lvl7pPr>
            <a:lvl8pPr lvl="7" rtl="0">
              <a:lnSpc>
                <a:spcPct val="90000"/>
              </a:lnSpc>
              <a:spcBef>
                <a:spcPts val="0"/>
              </a:spcBef>
              <a:spcAft>
                <a:spcPts val="0"/>
              </a:spcAft>
              <a:buClr>
                <a:srgbClr val="000000"/>
              </a:buClr>
              <a:buSzPts val="800"/>
              <a:buNone/>
              <a:defRPr sz="800">
                <a:solidFill>
                  <a:srgbClr val="000000"/>
                </a:solidFill>
              </a:defRPr>
            </a:lvl8pPr>
            <a:lvl9pPr lvl="8" rtl="0">
              <a:lnSpc>
                <a:spcPct val="90000"/>
              </a:lnSpc>
              <a:spcBef>
                <a:spcPts val="0"/>
              </a:spcBef>
              <a:spcAft>
                <a:spcPts val="0"/>
              </a:spcAft>
              <a:buClr>
                <a:srgbClr val="000000"/>
              </a:buClr>
              <a:buSzPts val="800"/>
              <a:buNone/>
              <a:defRPr sz="800">
                <a:solidFill>
                  <a:srgbClr val="000000"/>
                </a:solidFill>
              </a:defRPr>
            </a:lvl9pPr>
          </a:lstStyle>
          <a:p/>
        </p:txBody>
      </p:sp>
      <p:sp>
        <p:nvSpPr>
          <p:cNvPr id="699" name="Google Shape;699;p7"/>
          <p:cNvSpPr txBox="1"/>
          <p:nvPr>
            <p:ph idx="23" type="subTitle"/>
          </p:nvPr>
        </p:nvSpPr>
        <p:spPr>
          <a:xfrm>
            <a:off x="8053914" y="3528393"/>
            <a:ext cx="1731300" cy="561600"/>
          </a:xfrm>
          <a:prstGeom prst="rect">
            <a:avLst/>
          </a:prstGeom>
          <a:noFill/>
          <a:ln>
            <a:noFill/>
          </a:ln>
        </p:spPr>
        <p:txBody>
          <a:bodyPr anchorCtr="0" anchor="ctr" bIns="54000" lIns="54000" spcFirstLastPara="1" rIns="54000" wrap="square" tIns="54000">
            <a:noAutofit/>
          </a:bodyPr>
          <a:lstStyle>
            <a:lvl1pPr lvl="0"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rtl="0">
              <a:lnSpc>
                <a:spcPct val="90000"/>
              </a:lnSpc>
              <a:spcBef>
                <a:spcPts val="0"/>
              </a:spcBef>
              <a:spcAft>
                <a:spcPts val="0"/>
              </a:spcAft>
              <a:buClr>
                <a:srgbClr val="000000"/>
              </a:buClr>
              <a:buSzPts val="800"/>
              <a:buNone/>
              <a:defRPr sz="800">
                <a:solidFill>
                  <a:srgbClr val="000000"/>
                </a:solidFill>
              </a:defRPr>
            </a:lvl2pPr>
            <a:lvl3pPr lvl="2" rtl="0">
              <a:lnSpc>
                <a:spcPct val="90000"/>
              </a:lnSpc>
              <a:spcBef>
                <a:spcPts val="0"/>
              </a:spcBef>
              <a:spcAft>
                <a:spcPts val="0"/>
              </a:spcAft>
              <a:buClr>
                <a:srgbClr val="000000"/>
              </a:buClr>
              <a:buSzPts val="800"/>
              <a:buNone/>
              <a:defRPr sz="800">
                <a:solidFill>
                  <a:srgbClr val="000000"/>
                </a:solidFill>
              </a:defRPr>
            </a:lvl3pPr>
            <a:lvl4pPr lvl="3" rtl="0">
              <a:lnSpc>
                <a:spcPct val="90000"/>
              </a:lnSpc>
              <a:spcBef>
                <a:spcPts val="0"/>
              </a:spcBef>
              <a:spcAft>
                <a:spcPts val="0"/>
              </a:spcAft>
              <a:buClr>
                <a:srgbClr val="000000"/>
              </a:buClr>
              <a:buSzPts val="800"/>
              <a:buNone/>
              <a:defRPr sz="800">
                <a:solidFill>
                  <a:srgbClr val="000000"/>
                </a:solidFill>
              </a:defRPr>
            </a:lvl4pPr>
            <a:lvl5pPr lvl="4" rtl="0">
              <a:lnSpc>
                <a:spcPct val="90000"/>
              </a:lnSpc>
              <a:spcBef>
                <a:spcPts val="0"/>
              </a:spcBef>
              <a:spcAft>
                <a:spcPts val="0"/>
              </a:spcAft>
              <a:buClr>
                <a:srgbClr val="000000"/>
              </a:buClr>
              <a:buSzPts val="800"/>
              <a:buNone/>
              <a:defRPr sz="800">
                <a:solidFill>
                  <a:srgbClr val="000000"/>
                </a:solidFill>
              </a:defRPr>
            </a:lvl5pPr>
            <a:lvl6pPr lvl="5" rtl="0">
              <a:lnSpc>
                <a:spcPct val="90000"/>
              </a:lnSpc>
              <a:spcBef>
                <a:spcPts val="0"/>
              </a:spcBef>
              <a:spcAft>
                <a:spcPts val="0"/>
              </a:spcAft>
              <a:buClr>
                <a:srgbClr val="000000"/>
              </a:buClr>
              <a:buSzPts val="800"/>
              <a:buNone/>
              <a:defRPr sz="800">
                <a:solidFill>
                  <a:srgbClr val="000000"/>
                </a:solidFill>
              </a:defRPr>
            </a:lvl6pPr>
            <a:lvl7pPr lvl="6" rtl="0">
              <a:lnSpc>
                <a:spcPct val="90000"/>
              </a:lnSpc>
              <a:spcBef>
                <a:spcPts val="0"/>
              </a:spcBef>
              <a:spcAft>
                <a:spcPts val="0"/>
              </a:spcAft>
              <a:buClr>
                <a:srgbClr val="000000"/>
              </a:buClr>
              <a:buSzPts val="800"/>
              <a:buNone/>
              <a:defRPr sz="800">
                <a:solidFill>
                  <a:srgbClr val="000000"/>
                </a:solidFill>
              </a:defRPr>
            </a:lvl7pPr>
            <a:lvl8pPr lvl="7" rtl="0">
              <a:lnSpc>
                <a:spcPct val="90000"/>
              </a:lnSpc>
              <a:spcBef>
                <a:spcPts val="0"/>
              </a:spcBef>
              <a:spcAft>
                <a:spcPts val="0"/>
              </a:spcAft>
              <a:buClr>
                <a:srgbClr val="000000"/>
              </a:buClr>
              <a:buSzPts val="800"/>
              <a:buNone/>
              <a:defRPr sz="800">
                <a:solidFill>
                  <a:srgbClr val="000000"/>
                </a:solidFill>
              </a:defRPr>
            </a:lvl8pPr>
            <a:lvl9pPr lvl="8" rtl="0">
              <a:lnSpc>
                <a:spcPct val="90000"/>
              </a:lnSpc>
              <a:spcBef>
                <a:spcPts val="0"/>
              </a:spcBef>
              <a:spcAft>
                <a:spcPts val="0"/>
              </a:spcAft>
              <a:buClr>
                <a:srgbClr val="000000"/>
              </a:buClr>
              <a:buSzPts val="800"/>
              <a:buNone/>
              <a:defRPr sz="800">
                <a:solidFill>
                  <a:srgbClr val="000000"/>
                </a:solidFill>
              </a:defRPr>
            </a:lvl9pPr>
          </a:lstStyle>
          <a:p/>
        </p:txBody>
      </p:sp>
      <p:sp>
        <p:nvSpPr>
          <p:cNvPr id="700" name="Google Shape;700;p7"/>
          <p:cNvSpPr txBox="1"/>
          <p:nvPr/>
        </p:nvSpPr>
        <p:spPr>
          <a:xfrm>
            <a:off x="277302" y="3528456"/>
            <a:ext cx="509100" cy="5616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s-419">
                <a:latin typeface="Arvo"/>
                <a:ea typeface="Arvo"/>
                <a:cs typeface="Arvo"/>
                <a:sym typeface="Arvo"/>
              </a:rPr>
              <a:t>4</a:t>
            </a:r>
            <a:endParaRPr b="1">
              <a:latin typeface="Arvo"/>
              <a:ea typeface="Arvo"/>
              <a:cs typeface="Arvo"/>
              <a:sym typeface="Arvo"/>
            </a:endParaRPr>
          </a:p>
        </p:txBody>
      </p:sp>
      <p:sp>
        <p:nvSpPr>
          <p:cNvPr id="701" name="Google Shape;701;p7"/>
          <p:cNvSpPr txBox="1"/>
          <p:nvPr>
            <p:ph idx="24" type="subTitle"/>
          </p:nvPr>
        </p:nvSpPr>
        <p:spPr>
          <a:xfrm>
            <a:off x="832100" y="4174052"/>
            <a:ext cx="1750500" cy="561600"/>
          </a:xfrm>
          <a:prstGeom prst="rect">
            <a:avLst/>
          </a:prstGeom>
          <a:noFill/>
          <a:ln>
            <a:noFill/>
          </a:ln>
        </p:spPr>
        <p:txBody>
          <a:bodyPr anchorCtr="0" anchor="ctr" bIns="54000" lIns="54000" spcFirstLastPara="1" rIns="54000" wrap="square" tIns="54000">
            <a:noAutofit/>
          </a:bodyPr>
          <a:lstStyle>
            <a:lvl1pPr lvl="0"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rtl="0">
              <a:lnSpc>
                <a:spcPct val="90000"/>
              </a:lnSpc>
              <a:spcBef>
                <a:spcPts val="0"/>
              </a:spcBef>
              <a:spcAft>
                <a:spcPts val="0"/>
              </a:spcAft>
              <a:buClr>
                <a:srgbClr val="000000"/>
              </a:buClr>
              <a:buSzPts val="800"/>
              <a:buNone/>
              <a:defRPr sz="800">
                <a:solidFill>
                  <a:srgbClr val="000000"/>
                </a:solidFill>
              </a:defRPr>
            </a:lvl2pPr>
            <a:lvl3pPr lvl="2" rtl="0">
              <a:lnSpc>
                <a:spcPct val="90000"/>
              </a:lnSpc>
              <a:spcBef>
                <a:spcPts val="0"/>
              </a:spcBef>
              <a:spcAft>
                <a:spcPts val="0"/>
              </a:spcAft>
              <a:buClr>
                <a:srgbClr val="000000"/>
              </a:buClr>
              <a:buSzPts val="800"/>
              <a:buNone/>
              <a:defRPr sz="800">
                <a:solidFill>
                  <a:srgbClr val="000000"/>
                </a:solidFill>
              </a:defRPr>
            </a:lvl3pPr>
            <a:lvl4pPr lvl="3" rtl="0">
              <a:lnSpc>
                <a:spcPct val="90000"/>
              </a:lnSpc>
              <a:spcBef>
                <a:spcPts val="0"/>
              </a:spcBef>
              <a:spcAft>
                <a:spcPts val="0"/>
              </a:spcAft>
              <a:buClr>
                <a:srgbClr val="000000"/>
              </a:buClr>
              <a:buSzPts val="800"/>
              <a:buNone/>
              <a:defRPr sz="800">
                <a:solidFill>
                  <a:srgbClr val="000000"/>
                </a:solidFill>
              </a:defRPr>
            </a:lvl4pPr>
            <a:lvl5pPr lvl="4" rtl="0">
              <a:lnSpc>
                <a:spcPct val="90000"/>
              </a:lnSpc>
              <a:spcBef>
                <a:spcPts val="0"/>
              </a:spcBef>
              <a:spcAft>
                <a:spcPts val="0"/>
              </a:spcAft>
              <a:buClr>
                <a:srgbClr val="000000"/>
              </a:buClr>
              <a:buSzPts val="800"/>
              <a:buNone/>
              <a:defRPr sz="800">
                <a:solidFill>
                  <a:srgbClr val="000000"/>
                </a:solidFill>
              </a:defRPr>
            </a:lvl5pPr>
            <a:lvl6pPr lvl="5" rtl="0">
              <a:lnSpc>
                <a:spcPct val="90000"/>
              </a:lnSpc>
              <a:spcBef>
                <a:spcPts val="0"/>
              </a:spcBef>
              <a:spcAft>
                <a:spcPts val="0"/>
              </a:spcAft>
              <a:buClr>
                <a:srgbClr val="000000"/>
              </a:buClr>
              <a:buSzPts val="800"/>
              <a:buNone/>
              <a:defRPr sz="800">
                <a:solidFill>
                  <a:srgbClr val="000000"/>
                </a:solidFill>
              </a:defRPr>
            </a:lvl6pPr>
            <a:lvl7pPr lvl="6" rtl="0">
              <a:lnSpc>
                <a:spcPct val="90000"/>
              </a:lnSpc>
              <a:spcBef>
                <a:spcPts val="0"/>
              </a:spcBef>
              <a:spcAft>
                <a:spcPts val="0"/>
              </a:spcAft>
              <a:buClr>
                <a:srgbClr val="000000"/>
              </a:buClr>
              <a:buSzPts val="800"/>
              <a:buNone/>
              <a:defRPr sz="800">
                <a:solidFill>
                  <a:srgbClr val="000000"/>
                </a:solidFill>
              </a:defRPr>
            </a:lvl7pPr>
            <a:lvl8pPr lvl="7" rtl="0">
              <a:lnSpc>
                <a:spcPct val="90000"/>
              </a:lnSpc>
              <a:spcBef>
                <a:spcPts val="0"/>
              </a:spcBef>
              <a:spcAft>
                <a:spcPts val="0"/>
              </a:spcAft>
              <a:buClr>
                <a:srgbClr val="000000"/>
              </a:buClr>
              <a:buSzPts val="800"/>
              <a:buNone/>
              <a:defRPr sz="800">
                <a:solidFill>
                  <a:srgbClr val="000000"/>
                </a:solidFill>
              </a:defRPr>
            </a:lvl8pPr>
            <a:lvl9pPr lvl="8" rtl="0">
              <a:lnSpc>
                <a:spcPct val="90000"/>
              </a:lnSpc>
              <a:spcBef>
                <a:spcPts val="0"/>
              </a:spcBef>
              <a:spcAft>
                <a:spcPts val="0"/>
              </a:spcAft>
              <a:buClr>
                <a:srgbClr val="000000"/>
              </a:buClr>
              <a:buSzPts val="800"/>
              <a:buNone/>
              <a:defRPr sz="800">
                <a:solidFill>
                  <a:srgbClr val="000000"/>
                </a:solidFill>
              </a:defRPr>
            </a:lvl9pPr>
          </a:lstStyle>
          <a:p/>
        </p:txBody>
      </p:sp>
      <p:sp>
        <p:nvSpPr>
          <p:cNvPr id="702" name="Google Shape;702;p7"/>
          <p:cNvSpPr txBox="1"/>
          <p:nvPr>
            <p:ph idx="25" type="subTitle"/>
          </p:nvPr>
        </p:nvSpPr>
        <p:spPr>
          <a:xfrm>
            <a:off x="2631411" y="4174052"/>
            <a:ext cx="1771500" cy="561600"/>
          </a:xfrm>
          <a:prstGeom prst="rect">
            <a:avLst/>
          </a:prstGeom>
          <a:noFill/>
          <a:ln>
            <a:noFill/>
          </a:ln>
        </p:spPr>
        <p:txBody>
          <a:bodyPr anchorCtr="0" anchor="ctr" bIns="54000" lIns="54000" spcFirstLastPara="1" rIns="54000" wrap="square" tIns="54000">
            <a:noAutofit/>
          </a:bodyPr>
          <a:lstStyle>
            <a:lvl1pPr lvl="0"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rtl="0">
              <a:lnSpc>
                <a:spcPct val="90000"/>
              </a:lnSpc>
              <a:spcBef>
                <a:spcPts val="0"/>
              </a:spcBef>
              <a:spcAft>
                <a:spcPts val="0"/>
              </a:spcAft>
              <a:buClr>
                <a:srgbClr val="000000"/>
              </a:buClr>
              <a:buSzPts val="800"/>
              <a:buNone/>
              <a:defRPr sz="800">
                <a:solidFill>
                  <a:srgbClr val="000000"/>
                </a:solidFill>
              </a:defRPr>
            </a:lvl2pPr>
            <a:lvl3pPr lvl="2" rtl="0">
              <a:lnSpc>
                <a:spcPct val="90000"/>
              </a:lnSpc>
              <a:spcBef>
                <a:spcPts val="0"/>
              </a:spcBef>
              <a:spcAft>
                <a:spcPts val="0"/>
              </a:spcAft>
              <a:buClr>
                <a:srgbClr val="000000"/>
              </a:buClr>
              <a:buSzPts val="800"/>
              <a:buNone/>
              <a:defRPr sz="800">
                <a:solidFill>
                  <a:srgbClr val="000000"/>
                </a:solidFill>
              </a:defRPr>
            </a:lvl3pPr>
            <a:lvl4pPr lvl="3" rtl="0">
              <a:lnSpc>
                <a:spcPct val="90000"/>
              </a:lnSpc>
              <a:spcBef>
                <a:spcPts val="0"/>
              </a:spcBef>
              <a:spcAft>
                <a:spcPts val="0"/>
              </a:spcAft>
              <a:buClr>
                <a:srgbClr val="000000"/>
              </a:buClr>
              <a:buSzPts val="800"/>
              <a:buNone/>
              <a:defRPr sz="800">
                <a:solidFill>
                  <a:srgbClr val="000000"/>
                </a:solidFill>
              </a:defRPr>
            </a:lvl4pPr>
            <a:lvl5pPr lvl="4" rtl="0">
              <a:lnSpc>
                <a:spcPct val="90000"/>
              </a:lnSpc>
              <a:spcBef>
                <a:spcPts val="0"/>
              </a:spcBef>
              <a:spcAft>
                <a:spcPts val="0"/>
              </a:spcAft>
              <a:buClr>
                <a:srgbClr val="000000"/>
              </a:buClr>
              <a:buSzPts val="800"/>
              <a:buNone/>
              <a:defRPr sz="800">
                <a:solidFill>
                  <a:srgbClr val="000000"/>
                </a:solidFill>
              </a:defRPr>
            </a:lvl5pPr>
            <a:lvl6pPr lvl="5" rtl="0">
              <a:lnSpc>
                <a:spcPct val="90000"/>
              </a:lnSpc>
              <a:spcBef>
                <a:spcPts val="0"/>
              </a:spcBef>
              <a:spcAft>
                <a:spcPts val="0"/>
              </a:spcAft>
              <a:buClr>
                <a:srgbClr val="000000"/>
              </a:buClr>
              <a:buSzPts val="800"/>
              <a:buNone/>
              <a:defRPr sz="800">
                <a:solidFill>
                  <a:srgbClr val="000000"/>
                </a:solidFill>
              </a:defRPr>
            </a:lvl6pPr>
            <a:lvl7pPr lvl="6" rtl="0">
              <a:lnSpc>
                <a:spcPct val="90000"/>
              </a:lnSpc>
              <a:spcBef>
                <a:spcPts val="0"/>
              </a:spcBef>
              <a:spcAft>
                <a:spcPts val="0"/>
              </a:spcAft>
              <a:buClr>
                <a:srgbClr val="000000"/>
              </a:buClr>
              <a:buSzPts val="800"/>
              <a:buNone/>
              <a:defRPr sz="800">
                <a:solidFill>
                  <a:srgbClr val="000000"/>
                </a:solidFill>
              </a:defRPr>
            </a:lvl7pPr>
            <a:lvl8pPr lvl="7" rtl="0">
              <a:lnSpc>
                <a:spcPct val="90000"/>
              </a:lnSpc>
              <a:spcBef>
                <a:spcPts val="0"/>
              </a:spcBef>
              <a:spcAft>
                <a:spcPts val="0"/>
              </a:spcAft>
              <a:buClr>
                <a:srgbClr val="000000"/>
              </a:buClr>
              <a:buSzPts val="800"/>
              <a:buNone/>
              <a:defRPr sz="800">
                <a:solidFill>
                  <a:srgbClr val="000000"/>
                </a:solidFill>
              </a:defRPr>
            </a:lvl8pPr>
            <a:lvl9pPr lvl="8" rtl="0">
              <a:lnSpc>
                <a:spcPct val="90000"/>
              </a:lnSpc>
              <a:spcBef>
                <a:spcPts val="0"/>
              </a:spcBef>
              <a:spcAft>
                <a:spcPts val="0"/>
              </a:spcAft>
              <a:buClr>
                <a:srgbClr val="000000"/>
              </a:buClr>
              <a:buSzPts val="800"/>
              <a:buNone/>
              <a:defRPr sz="800">
                <a:solidFill>
                  <a:srgbClr val="000000"/>
                </a:solidFill>
              </a:defRPr>
            </a:lvl9pPr>
          </a:lstStyle>
          <a:p/>
        </p:txBody>
      </p:sp>
      <p:sp>
        <p:nvSpPr>
          <p:cNvPr id="703" name="Google Shape;703;p7"/>
          <p:cNvSpPr txBox="1"/>
          <p:nvPr>
            <p:ph idx="26" type="subTitle"/>
          </p:nvPr>
        </p:nvSpPr>
        <p:spPr>
          <a:xfrm>
            <a:off x="4460203" y="4174052"/>
            <a:ext cx="1750500" cy="561600"/>
          </a:xfrm>
          <a:prstGeom prst="rect">
            <a:avLst/>
          </a:prstGeom>
          <a:noFill/>
          <a:ln>
            <a:noFill/>
          </a:ln>
        </p:spPr>
        <p:txBody>
          <a:bodyPr anchorCtr="0" anchor="ctr" bIns="54000" lIns="54000" spcFirstLastPara="1" rIns="54000" wrap="square" tIns="54000">
            <a:noAutofit/>
          </a:bodyPr>
          <a:lstStyle>
            <a:lvl1pPr lvl="0"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rtl="0">
              <a:lnSpc>
                <a:spcPct val="90000"/>
              </a:lnSpc>
              <a:spcBef>
                <a:spcPts val="0"/>
              </a:spcBef>
              <a:spcAft>
                <a:spcPts val="0"/>
              </a:spcAft>
              <a:buClr>
                <a:srgbClr val="000000"/>
              </a:buClr>
              <a:buSzPts val="800"/>
              <a:buNone/>
              <a:defRPr sz="800">
                <a:solidFill>
                  <a:srgbClr val="000000"/>
                </a:solidFill>
              </a:defRPr>
            </a:lvl2pPr>
            <a:lvl3pPr lvl="2" rtl="0">
              <a:lnSpc>
                <a:spcPct val="90000"/>
              </a:lnSpc>
              <a:spcBef>
                <a:spcPts val="0"/>
              </a:spcBef>
              <a:spcAft>
                <a:spcPts val="0"/>
              </a:spcAft>
              <a:buClr>
                <a:srgbClr val="000000"/>
              </a:buClr>
              <a:buSzPts val="800"/>
              <a:buNone/>
              <a:defRPr sz="800">
                <a:solidFill>
                  <a:srgbClr val="000000"/>
                </a:solidFill>
              </a:defRPr>
            </a:lvl3pPr>
            <a:lvl4pPr lvl="3" rtl="0">
              <a:lnSpc>
                <a:spcPct val="90000"/>
              </a:lnSpc>
              <a:spcBef>
                <a:spcPts val="0"/>
              </a:spcBef>
              <a:spcAft>
                <a:spcPts val="0"/>
              </a:spcAft>
              <a:buClr>
                <a:srgbClr val="000000"/>
              </a:buClr>
              <a:buSzPts val="800"/>
              <a:buNone/>
              <a:defRPr sz="800">
                <a:solidFill>
                  <a:srgbClr val="000000"/>
                </a:solidFill>
              </a:defRPr>
            </a:lvl4pPr>
            <a:lvl5pPr lvl="4" rtl="0">
              <a:lnSpc>
                <a:spcPct val="90000"/>
              </a:lnSpc>
              <a:spcBef>
                <a:spcPts val="0"/>
              </a:spcBef>
              <a:spcAft>
                <a:spcPts val="0"/>
              </a:spcAft>
              <a:buClr>
                <a:srgbClr val="000000"/>
              </a:buClr>
              <a:buSzPts val="800"/>
              <a:buNone/>
              <a:defRPr sz="800">
                <a:solidFill>
                  <a:srgbClr val="000000"/>
                </a:solidFill>
              </a:defRPr>
            </a:lvl5pPr>
            <a:lvl6pPr lvl="5" rtl="0">
              <a:lnSpc>
                <a:spcPct val="90000"/>
              </a:lnSpc>
              <a:spcBef>
                <a:spcPts val="0"/>
              </a:spcBef>
              <a:spcAft>
                <a:spcPts val="0"/>
              </a:spcAft>
              <a:buClr>
                <a:srgbClr val="000000"/>
              </a:buClr>
              <a:buSzPts val="800"/>
              <a:buNone/>
              <a:defRPr sz="800">
                <a:solidFill>
                  <a:srgbClr val="000000"/>
                </a:solidFill>
              </a:defRPr>
            </a:lvl6pPr>
            <a:lvl7pPr lvl="6" rtl="0">
              <a:lnSpc>
                <a:spcPct val="90000"/>
              </a:lnSpc>
              <a:spcBef>
                <a:spcPts val="0"/>
              </a:spcBef>
              <a:spcAft>
                <a:spcPts val="0"/>
              </a:spcAft>
              <a:buClr>
                <a:srgbClr val="000000"/>
              </a:buClr>
              <a:buSzPts val="800"/>
              <a:buNone/>
              <a:defRPr sz="800">
                <a:solidFill>
                  <a:srgbClr val="000000"/>
                </a:solidFill>
              </a:defRPr>
            </a:lvl7pPr>
            <a:lvl8pPr lvl="7" rtl="0">
              <a:lnSpc>
                <a:spcPct val="90000"/>
              </a:lnSpc>
              <a:spcBef>
                <a:spcPts val="0"/>
              </a:spcBef>
              <a:spcAft>
                <a:spcPts val="0"/>
              </a:spcAft>
              <a:buClr>
                <a:srgbClr val="000000"/>
              </a:buClr>
              <a:buSzPts val="800"/>
              <a:buNone/>
              <a:defRPr sz="800">
                <a:solidFill>
                  <a:srgbClr val="000000"/>
                </a:solidFill>
              </a:defRPr>
            </a:lvl8pPr>
            <a:lvl9pPr lvl="8" rtl="0">
              <a:lnSpc>
                <a:spcPct val="90000"/>
              </a:lnSpc>
              <a:spcBef>
                <a:spcPts val="0"/>
              </a:spcBef>
              <a:spcAft>
                <a:spcPts val="0"/>
              </a:spcAft>
              <a:buClr>
                <a:srgbClr val="000000"/>
              </a:buClr>
              <a:buSzPts val="800"/>
              <a:buNone/>
              <a:defRPr sz="800">
                <a:solidFill>
                  <a:srgbClr val="000000"/>
                </a:solidFill>
              </a:defRPr>
            </a:lvl9pPr>
          </a:lstStyle>
          <a:p/>
        </p:txBody>
      </p:sp>
      <p:sp>
        <p:nvSpPr>
          <p:cNvPr id="704" name="Google Shape;704;p7"/>
          <p:cNvSpPr txBox="1"/>
          <p:nvPr>
            <p:ph idx="27" type="subTitle"/>
          </p:nvPr>
        </p:nvSpPr>
        <p:spPr>
          <a:xfrm>
            <a:off x="6269339" y="4174052"/>
            <a:ext cx="1731300" cy="561600"/>
          </a:xfrm>
          <a:prstGeom prst="rect">
            <a:avLst/>
          </a:prstGeom>
          <a:noFill/>
          <a:ln>
            <a:noFill/>
          </a:ln>
        </p:spPr>
        <p:txBody>
          <a:bodyPr anchorCtr="0" anchor="ctr" bIns="54000" lIns="54000" spcFirstLastPara="1" rIns="54000" wrap="square" tIns="54000">
            <a:noAutofit/>
          </a:bodyPr>
          <a:lstStyle>
            <a:lvl1pPr lvl="0"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rtl="0">
              <a:lnSpc>
                <a:spcPct val="90000"/>
              </a:lnSpc>
              <a:spcBef>
                <a:spcPts val="0"/>
              </a:spcBef>
              <a:spcAft>
                <a:spcPts val="0"/>
              </a:spcAft>
              <a:buClr>
                <a:srgbClr val="000000"/>
              </a:buClr>
              <a:buSzPts val="800"/>
              <a:buNone/>
              <a:defRPr sz="800">
                <a:solidFill>
                  <a:srgbClr val="000000"/>
                </a:solidFill>
              </a:defRPr>
            </a:lvl2pPr>
            <a:lvl3pPr lvl="2" rtl="0">
              <a:lnSpc>
                <a:spcPct val="90000"/>
              </a:lnSpc>
              <a:spcBef>
                <a:spcPts val="0"/>
              </a:spcBef>
              <a:spcAft>
                <a:spcPts val="0"/>
              </a:spcAft>
              <a:buClr>
                <a:srgbClr val="000000"/>
              </a:buClr>
              <a:buSzPts val="800"/>
              <a:buNone/>
              <a:defRPr sz="800">
                <a:solidFill>
                  <a:srgbClr val="000000"/>
                </a:solidFill>
              </a:defRPr>
            </a:lvl3pPr>
            <a:lvl4pPr lvl="3" rtl="0">
              <a:lnSpc>
                <a:spcPct val="90000"/>
              </a:lnSpc>
              <a:spcBef>
                <a:spcPts val="0"/>
              </a:spcBef>
              <a:spcAft>
                <a:spcPts val="0"/>
              </a:spcAft>
              <a:buClr>
                <a:srgbClr val="000000"/>
              </a:buClr>
              <a:buSzPts val="800"/>
              <a:buNone/>
              <a:defRPr sz="800">
                <a:solidFill>
                  <a:srgbClr val="000000"/>
                </a:solidFill>
              </a:defRPr>
            </a:lvl4pPr>
            <a:lvl5pPr lvl="4" rtl="0">
              <a:lnSpc>
                <a:spcPct val="90000"/>
              </a:lnSpc>
              <a:spcBef>
                <a:spcPts val="0"/>
              </a:spcBef>
              <a:spcAft>
                <a:spcPts val="0"/>
              </a:spcAft>
              <a:buClr>
                <a:srgbClr val="000000"/>
              </a:buClr>
              <a:buSzPts val="800"/>
              <a:buNone/>
              <a:defRPr sz="800">
                <a:solidFill>
                  <a:srgbClr val="000000"/>
                </a:solidFill>
              </a:defRPr>
            </a:lvl5pPr>
            <a:lvl6pPr lvl="5" rtl="0">
              <a:lnSpc>
                <a:spcPct val="90000"/>
              </a:lnSpc>
              <a:spcBef>
                <a:spcPts val="0"/>
              </a:spcBef>
              <a:spcAft>
                <a:spcPts val="0"/>
              </a:spcAft>
              <a:buClr>
                <a:srgbClr val="000000"/>
              </a:buClr>
              <a:buSzPts val="800"/>
              <a:buNone/>
              <a:defRPr sz="800">
                <a:solidFill>
                  <a:srgbClr val="000000"/>
                </a:solidFill>
              </a:defRPr>
            </a:lvl6pPr>
            <a:lvl7pPr lvl="6" rtl="0">
              <a:lnSpc>
                <a:spcPct val="90000"/>
              </a:lnSpc>
              <a:spcBef>
                <a:spcPts val="0"/>
              </a:spcBef>
              <a:spcAft>
                <a:spcPts val="0"/>
              </a:spcAft>
              <a:buClr>
                <a:srgbClr val="000000"/>
              </a:buClr>
              <a:buSzPts val="800"/>
              <a:buNone/>
              <a:defRPr sz="800">
                <a:solidFill>
                  <a:srgbClr val="000000"/>
                </a:solidFill>
              </a:defRPr>
            </a:lvl7pPr>
            <a:lvl8pPr lvl="7" rtl="0">
              <a:lnSpc>
                <a:spcPct val="90000"/>
              </a:lnSpc>
              <a:spcBef>
                <a:spcPts val="0"/>
              </a:spcBef>
              <a:spcAft>
                <a:spcPts val="0"/>
              </a:spcAft>
              <a:buClr>
                <a:srgbClr val="000000"/>
              </a:buClr>
              <a:buSzPts val="800"/>
              <a:buNone/>
              <a:defRPr sz="800">
                <a:solidFill>
                  <a:srgbClr val="000000"/>
                </a:solidFill>
              </a:defRPr>
            </a:lvl8pPr>
            <a:lvl9pPr lvl="8" rtl="0">
              <a:lnSpc>
                <a:spcPct val="90000"/>
              </a:lnSpc>
              <a:spcBef>
                <a:spcPts val="0"/>
              </a:spcBef>
              <a:spcAft>
                <a:spcPts val="0"/>
              </a:spcAft>
              <a:buClr>
                <a:srgbClr val="000000"/>
              </a:buClr>
              <a:buSzPts val="800"/>
              <a:buNone/>
              <a:defRPr sz="800">
                <a:solidFill>
                  <a:srgbClr val="000000"/>
                </a:solidFill>
              </a:defRPr>
            </a:lvl9pPr>
          </a:lstStyle>
          <a:p/>
        </p:txBody>
      </p:sp>
      <p:sp>
        <p:nvSpPr>
          <p:cNvPr id="705" name="Google Shape;705;p7"/>
          <p:cNvSpPr txBox="1"/>
          <p:nvPr>
            <p:ph idx="28" type="subTitle"/>
          </p:nvPr>
        </p:nvSpPr>
        <p:spPr>
          <a:xfrm>
            <a:off x="8053914" y="4174052"/>
            <a:ext cx="1731300" cy="561600"/>
          </a:xfrm>
          <a:prstGeom prst="rect">
            <a:avLst/>
          </a:prstGeom>
          <a:noFill/>
          <a:ln>
            <a:noFill/>
          </a:ln>
        </p:spPr>
        <p:txBody>
          <a:bodyPr anchorCtr="0" anchor="ctr" bIns="54000" lIns="54000" spcFirstLastPara="1" rIns="54000" wrap="square" tIns="54000">
            <a:noAutofit/>
          </a:bodyPr>
          <a:lstStyle>
            <a:lvl1pPr lvl="0"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rtl="0">
              <a:lnSpc>
                <a:spcPct val="90000"/>
              </a:lnSpc>
              <a:spcBef>
                <a:spcPts val="0"/>
              </a:spcBef>
              <a:spcAft>
                <a:spcPts val="0"/>
              </a:spcAft>
              <a:buClr>
                <a:srgbClr val="000000"/>
              </a:buClr>
              <a:buSzPts val="800"/>
              <a:buNone/>
              <a:defRPr sz="800">
                <a:solidFill>
                  <a:srgbClr val="000000"/>
                </a:solidFill>
              </a:defRPr>
            </a:lvl2pPr>
            <a:lvl3pPr lvl="2" rtl="0">
              <a:lnSpc>
                <a:spcPct val="90000"/>
              </a:lnSpc>
              <a:spcBef>
                <a:spcPts val="0"/>
              </a:spcBef>
              <a:spcAft>
                <a:spcPts val="0"/>
              </a:spcAft>
              <a:buClr>
                <a:srgbClr val="000000"/>
              </a:buClr>
              <a:buSzPts val="800"/>
              <a:buNone/>
              <a:defRPr sz="800">
                <a:solidFill>
                  <a:srgbClr val="000000"/>
                </a:solidFill>
              </a:defRPr>
            </a:lvl3pPr>
            <a:lvl4pPr lvl="3" rtl="0">
              <a:lnSpc>
                <a:spcPct val="90000"/>
              </a:lnSpc>
              <a:spcBef>
                <a:spcPts val="0"/>
              </a:spcBef>
              <a:spcAft>
                <a:spcPts val="0"/>
              </a:spcAft>
              <a:buClr>
                <a:srgbClr val="000000"/>
              </a:buClr>
              <a:buSzPts val="800"/>
              <a:buNone/>
              <a:defRPr sz="800">
                <a:solidFill>
                  <a:srgbClr val="000000"/>
                </a:solidFill>
              </a:defRPr>
            </a:lvl4pPr>
            <a:lvl5pPr lvl="4" rtl="0">
              <a:lnSpc>
                <a:spcPct val="90000"/>
              </a:lnSpc>
              <a:spcBef>
                <a:spcPts val="0"/>
              </a:spcBef>
              <a:spcAft>
                <a:spcPts val="0"/>
              </a:spcAft>
              <a:buClr>
                <a:srgbClr val="000000"/>
              </a:buClr>
              <a:buSzPts val="800"/>
              <a:buNone/>
              <a:defRPr sz="800">
                <a:solidFill>
                  <a:srgbClr val="000000"/>
                </a:solidFill>
              </a:defRPr>
            </a:lvl5pPr>
            <a:lvl6pPr lvl="5" rtl="0">
              <a:lnSpc>
                <a:spcPct val="90000"/>
              </a:lnSpc>
              <a:spcBef>
                <a:spcPts val="0"/>
              </a:spcBef>
              <a:spcAft>
                <a:spcPts val="0"/>
              </a:spcAft>
              <a:buClr>
                <a:srgbClr val="000000"/>
              </a:buClr>
              <a:buSzPts val="800"/>
              <a:buNone/>
              <a:defRPr sz="800">
                <a:solidFill>
                  <a:srgbClr val="000000"/>
                </a:solidFill>
              </a:defRPr>
            </a:lvl6pPr>
            <a:lvl7pPr lvl="6" rtl="0">
              <a:lnSpc>
                <a:spcPct val="90000"/>
              </a:lnSpc>
              <a:spcBef>
                <a:spcPts val="0"/>
              </a:spcBef>
              <a:spcAft>
                <a:spcPts val="0"/>
              </a:spcAft>
              <a:buClr>
                <a:srgbClr val="000000"/>
              </a:buClr>
              <a:buSzPts val="800"/>
              <a:buNone/>
              <a:defRPr sz="800">
                <a:solidFill>
                  <a:srgbClr val="000000"/>
                </a:solidFill>
              </a:defRPr>
            </a:lvl7pPr>
            <a:lvl8pPr lvl="7" rtl="0">
              <a:lnSpc>
                <a:spcPct val="90000"/>
              </a:lnSpc>
              <a:spcBef>
                <a:spcPts val="0"/>
              </a:spcBef>
              <a:spcAft>
                <a:spcPts val="0"/>
              </a:spcAft>
              <a:buClr>
                <a:srgbClr val="000000"/>
              </a:buClr>
              <a:buSzPts val="800"/>
              <a:buNone/>
              <a:defRPr sz="800">
                <a:solidFill>
                  <a:srgbClr val="000000"/>
                </a:solidFill>
              </a:defRPr>
            </a:lvl8pPr>
            <a:lvl9pPr lvl="8" rtl="0">
              <a:lnSpc>
                <a:spcPct val="90000"/>
              </a:lnSpc>
              <a:spcBef>
                <a:spcPts val="0"/>
              </a:spcBef>
              <a:spcAft>
                <a:spcPts val="0"/>
              </a:spcAft>
              <a:buClr>
                <a:srgbClr val="000000"/>
              </a:buClr>
              <a:buSzPts val="800"/>
              <a:buNone/>
              <a:defRPr sz="800">
                <a:solidFill>
                  <a:srgbClr val="000000"/>
                </a:solidFill>
              </a:defRPr>
            </a:lvl9pPr>
          </a:lstStyle>
          <a:p/>
        </p:txBody>
      </p:sp>
      <p:sp>
        <p:nvSpPr>
          <p:cNvPr id="706" name="Google Shape;706;p7"/>
          <p:cNvSpPr txBox="1"/>
          <p:nvPr/>
        </p:nvSpPr>
        <p:spPr>
          <a:xfrm>
            <a:off x="277302" y="4174114"/>
            <a:ext cx="509100" cy="5616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s-419">
                <a:latin typeface="Arvo"/>
                <a:ea typeface="Arvo"/>
                <a:cs typeface="Arvo"/>
                <a:sym typeface="Arvo"/>
              </a:rPr>
              <a:t>5</a:t>
            </a:r>
            <a:endParaRPr b="1">
              <a:latin typeface="Arvo"/>
              <a:ea typeface="Arvo"/>
              <a:cs typeface="Arvo"/>
              <a:sym typeface="Arvo"/>
            </a:endParaRPr>
          </a:p>
        </p:txBody>
      </p:sp>
      <p:grpSp>
        <p:nvGrpSpPr>
          <p:cNvPr id="707" name="Google Shape;707;p7"/>
          <p:cNvGrpSpPr/>
          <p:nvPr/>
        </p:nvGrpSpPr>
        <p:grpSpPr>
          <a:xfrm>
            <a:off x="274200" y="4826044"/>
            <a:ext cx="9531600" cy="561583"/>
            <a:chOff x="274200" y="1663702"/>
            <a:chExt cx="9531600" cy="900550"/>
          </a:xfrm>
        </p:grpSpPr>
        <p:sp>
          <p:nvSpPr>
            <p:cNvPr id="708" name="Google Shape;708;p7"/>
            <p:cNvSpPr/>
            <p:nvPr/>
          </p:nvSpPr>
          <p:spPr>
            <a:xfrm>
              <a:off x="274200" y="1663702"/>
              <a:ext cx="9531600" cy="9000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600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t/>
              </a:r>
              <a:endParaRPr b="1" i="0" sz="1800" u="none" cap="none" strike="noStrike">
                <a:solidFill>
                  <a:srgbClr val="000000"/>
                </a:solidFill>
                <a:latin typeface="Roboto"/>
                <a:ea typeface="Roboto"/>
                <a:cs typeface="Roboto"/>
                <a:sym typeface="Roboto"/>
              </a:endParaRPr>
            </a:p>
          </p:txBody>
        </p:sp>
        <p:cxnSp>
          <p:nvCxnSpPr>
            <p:cNvPr id="709" name="Google Shape;709;p7"/>
            <p:cNvCxnSpPr/>
            <p:nvPr/>
          </p:nvCxnSpPr>
          <p:spPr>
            <a:xfrm>
              <a:off x="805925" y="1664552"/>
              <a:ext cx="0" cy="899700"/>
            </a:xfrm>
            <a:prstGeom prst="straightConnector1">
              <a:avLst/>
            </a:prstGeom>
            <a:noFill/>
            <a:ln cap="flat" cmpd="sng" w="28575">
              <a:solidFill>
                <a:srgbClr val="D9D9D9"/>
              </a:solidFill>
              <a:prstDash val="solid"/>
              <a:round/>
              <a:headEnd len="sm" w="sm" type="none"/>
              <a:tailEnd len="sm" w="sm" type="none"/>
            </a:ln>
          </p:spPr>
        </p:cxnSp>
        <p:cxnSp>
          <p:nvCxnSpPr>
            <p:cNvPr id="710" name="Google Shape;710;p7"/>
            <p:cNvCxnSpPr/>
            <p:nvPr/>
          </p:nvCxnSpPr>
          <p:spPr>
            <a:xfrm>
              <a:off x="2607089" y="1664552"/>
              <a:ext cx="0" cy="899700"/>
            </a:xfrm>
            <a:prstGeom prst="straightConnector1">
              <a:avLst/>
            </a:prstGeom>
            <a:noFill/>
            <a:ln cap="flat" cmpd="sng" w="28575">
              <a:solidFill>
                <a:srgbClr val="D9D9D9"/>
              </a:solidFill>
              <a:prstDash val="solid"/>
              <a:round/>
              <a:headEnd len="sm" w="sm" type="none"/>
              <a:tailEnd len="sm" w="sm" type="none"/>
            </a:ln>
          </p:spPr>
        </p:cxnSp>
        <p:cxnSp>
          <p:nvCxnSpPr>
            <p:cNvPr id="711" name="Google Shape;711;p7"/>
            <p:cNvCxnSpPr/>
            <p:nvPr/>
          </p:nvCxnSpPr>
          <p:spPr>
            <a:xfrm>
              <a:off x="4429180" y="1664552"/>
              <a:ext cx="0" cy="899700"/>
            </a:xfrm>
            <a:prstGeom prst="straightConnector1">
              <a:avLst/>
            </a:prstGeom>
            <a:noFill/>
            <a:ln cap="flat" cmpd="sng" w="28575">
              <a:solidFill>
                <a:srgbClr val="B7B7B7"/>
              </a:solidFill>
              <a:prstDash val="solid"/>
              <a:round/>
              <a:headEnd len="sm" w="sm" type="none"/>
              <a:tailEnd len="sm" w="sm" type="none"/>
            </a:ln>
          </p:spPr>
        </p:cxnSp>
        <p:cxnSp>
          <p:nvCxnSpPr>
            <p:cNvPr id="712" name="Google Shape;712;p7"/>
            <p:cNvCxnSpPr/>
            <p:nvPr/>
          </p:nvCxnSpPr>
          <p:spPr>
            <a:xfrm>
              <a:off x="6237052" y="1664552"/>
              <a:ext cx="0" cy="899700"/>
            </a:xfrm>
            <a:prstGeom prst="straightConnector1">
              <a:avLst/>
            </a:prstGeom>
            <a:noFill/>
            <a:ln cap="flat" cmpd="sng" w="28575">
              <a:solidFill>
                <a:srgbClr val="D9D9D9"/>
              </a:solidFill>
              <a:prstDash val="solid"/>
              <a:round/>
              <a:headEnd len="sm" w="sm" type="none"/>
              <a:tailEnd len="sm" w="sm" type="none"/>
            </a:ln>
          </p:spPr>
        </p:cxnSp>
        <p:cxnSp>
          <p:nvCxnSpPr>
            <p:cNvPr id="713" name="Google Shape;713;p7"/>
            <p:cNvCxnSpPr/>
            <p:nvPr/>
          </p:nvCxnSpPr>
          <p:spPr>
            <a:xfrm>
              <a:off x="8031107" y="1664552"/>
              <a:ext cx="0" cy="899700"/>
            </a:xfrm>
            <a:prstGeom prst="straightConnector1">
              <a:avLst/>
            </a:prstGeom>
            <a:noFill/>
            <a:ln cap="flat" cmpd="sng" w="28575">
              <a:solidFill>
                <a:srgbClr val="D9D9D9"/>
              </a:solidFill>
              <a:prstDash val="solid"/>
              <a:round/>
              <a:headEnd len="sm" w="sm" type="none"/>
              <a:tailEnd len="sm" w="sm" type="none"/>
            </a:ln>
          </p:spPr>
        </p:cxnSp>
        <p:sp>
          <p:nvSpPr>
            <p:cNvPr id="714" name="Google Shape;714;p7"/>
            <p:cNvSpPr/>
            <p:nvPr/>
          </p:nvSpPr>
          <p:spPr>
            <a:xfrm>
              <a:off x="2627447" y="1670375"/>
              <a:ext cx="1782000" cy="893400"/>
            </a:xfrm>
            <a:prstGeom prst="rect">
              <a:avLst/>
            </a:prstGeom>
            <a:solidFill>
              <a:srgbClr val="D9EAD3"/>
            </a:solidFill>
            <a:ln cap="flat" cmpd="sng" w="9525">
              <a:solidFill>
                <a:srgbClr val="D9EA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 name="Google Shape;715;p7"/>
            <p:cNvSpPr/>
            <p:nvPr/>
          </p:nvSpPr>
          <p:spPr>
            <a:xfrm>
              <a:off x="4450520" y="1670375"/>
              <a:ext cx="1764000" cy="893400"/>
            </a:xfrm>
            <a:prstGeom prst="rect">
              <a:avLst/>
            </a:prstGeom>
            <a:solidFill>
              <a:srgbClr val="F4CCCC"/>
            </a:solidFill>
            <a:ln cap="flat" cmpd="sng" w="9525">
              <a:solidFill>
                <a:srgbClr val="F4CCC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6" name="Google Shape;716;p7"/>
          <p:cNvGrpSpPr/>
          <p:nvPr/>
        </p:nvGrpSpPr>
        <p:grpSpPr>
          <a:xfrm>
            <a:off x="274200" y="5474113"/>
            <a:ext cx="9531600" cy="561583"/>
            <a:chOff x="274200" y="1663702"/>
            <a:chExt cx="9531600" cy="900550"/>
          </a:xfrm>
        </p:grpSpPr>
        <p:sp>
          <p:nvSpPr>
            <p:cNvPr id="717" name="Google Shape;717;p7"/>
            <p:cNvSpPr/>
            <p:nvPr/>
          </p:nvSpPr>
          <p:spPr>
            <a:xfrm>
              <a:off x="274200" y="1663702"/>
              <a:ext cx="9531600" cy="9000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600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t/>
              </a:r>
              <a:endParaRPr b="1" i="0" sz="1800" u="none" cap="none" strike="noStrike">
                <a:solidFill>
                  <a:srgbClr val="000000"/>
                </a:solidFill>
                <a:latin typeface="Roboto"/>
                <a:ea typeface="Roboto"/>
                <a:cs typeface="Roboto"/>
                <a:sym typeface="Roboto"/>
              </a:endParaRPr>
            </a:p>
          </p:txBody>
        </p:sp>
        <p:cxnSp>
          <p:nvCxnSpPr>
            <p:cNvPr id="718" name="Google Shape;718;p7"/>
            <p:cNvCxnSpPr/>
            <p:nvPr/>
          </p:nvCxnSpPr>
          <p:spPr>
            <a:xfrm>
              <a:off x="805925" y="1664552"/>
              <a:ext cx="0" cy="899700"/>
            </a:xfrm>
            <a:prstGeom prst="straightConnector1">
              <a:avLst/>
            </a:prstGeom>
            <a:noFill/>
            <a:ln cap="flat" cmpd="sng" w="28575">
              <a:solidFill>
                <a:srgbClr val="D9D9D9"/>
              </a:solidFill>
              <a:prstDash val="solid"/>
              <a:round/>
              <a:headEnd len="sm" w="sm" type="none"/>
              <a:tailEnd len="sm" w="sm" type="none"/>
            </a:ln>
          </p:spPr>
        </p:cxnSp>
        <p:cxnSp>
          <p:nvCxnSpPr>
            <p:cNvPr id="719" name="Google Shape;719;p7"/>
            <p:cNvCxnSpPr/>
            <p:nvPr/>
          </p:nvCxnSpPr>
          <p:spPr>
            <a:xfrm>
              <a:off x="2607089" y="1664552"/>
              <a:ext cx="0" cy="899700"/>
            </a:xfrm>
            <a:prstGeom prst="straightConnector1">
              <a:avLst/>
            </a:prstGeom>
            <a:noFill/>
            <a:ln cap="flat" cmpd="sng" w="28575">
              <a:solidFill>
                <a:srgbClr val="D9D9D9"/>
              </a:solidFill>
              <a:prstDash val="solid"/>
              <a:round/>
              <a:headEnd len="sm" w="sm" type="none"/>
              <a:tailEnd len="sm" w="sm" type="none"/>
            </a:ln>
          </p:spPr>
        </p:cxnSp>
        <p:cxnSp>
          <p:nvCxnSpPr>
            <p:cNvPr id="720" name="Google Shape;720;p7"/>
            <p:cNvCxnSpPr/>
            <p:nvPr/>
          </p:nvCxnSpPr>
          <p:spPr>
            <a:xfrm>
              <a:off x="4429180" y="1664552"/>
              <a:ext cx="0" cy="899700"/>
            </a:xfrm>
            <a:prstGeom prst="straightConnector1">
              <a:avLst/>
            </a:prstGeom>
            <a:noFill/>
            <a:ln cap="flat" cmpd="sng" w="28575">
              <a:solidFill>
                <a:srgbClr val="B7B7B7"/>
              </a:solidFill>
              <a:prstDash val="solid"/>
              <a:round/>
              <a:headEnd len="sm" w="sm" type="none"/>
              <a:tailEnd len="sm" w="sm" type="none"/>
            </a:ln>
          </p:spPr>
        </p:cxnSp>
        <p:cxnSp>
          <p:nvCxnSpPr>
            <p:cNvPr id="721" name="Google Shape;721;p7"/>
            <p:cNvCxnSpPr/>
            <p:nvPr/>
          </p:nvCxnSpPr>
          <p:spPr>
            <a:xfrm>
              <a:off x="6237052" y="1664552"/>
              <a:ext cx="0" cy="899700"/>
            </a:xfrm>
            <a:prstGeom prst="straightConnector1">
              <a:avLst/>
            </a:prstGeom>
            <a:noFill/>
            <a:ln cap="flat" cmpd="sng" w="28575">
              <a:solidFill>
                <a:srgbClr val="D9D9D9"/>
              </a:solidFill>
              <a:prstDash val="solid"/>
              <a:round/>
              <a:headEnd len="sm" w="sm" type="none"/>
              <a:tailEnd len="sm" w="sm" type="none"/>
            </a:ln>
          </p:spPr>
        </p:cxnSp>
        <p:cxnSp>
          <p:nvCxnSpPr>
            <p:cNvPr id="722" name="Google Shape;722;p7"/>
            <p:cNvCxnSpPr/>
            <p:nvPr/>
          </p:nvCxnSpPr>
          <p:spPr>
            <a:xfrm>
              <a:off x="8031107" y="1664552"/>
              <a:ext cx="0" cy="899700"/>
            </a:xfrm>
            <a:prstGeom prst="straightConnector1">
              <a:avLst/>
            </a:prstGeom>
            <a:noFill/>
            <a:ln cap="flat" cmpd="sng" w="28575">
              <a:solidFill>
                <a:srgbClr val="D9D9D9"/>
              </a:solidFill>
              <a:prstDash val="solid"/>
              <a:round/>
              <a:headEnd len="sm" w="sm" type="none"/>
              <a:tailEnd len="sm" w="sm" type="none"/>
            </a:ln>
          </p:spPr>
        </p:cxnSp>
        <p:sp>
          <p:nvSpPr>
            <p:cNvPr id="723" name="Google Shape;723;p7"/>
            <p:cNvSpPr/>
            <p:nvPr/>
          </p:nvSpPr>
          <p:spPr>
            <a:xfrm>
              <a:off x="2627447" y="1670375"/>
              <a:ext cx="1782000" cy="893400"/>
            </a:xfrm>
            <a:prstGeom prst="rect">
              <a:avLst/>
            </a:prstGeom>
            <a:solidFill>
              <a:srgbClr val="D9EAD3"/>
            </a:solidFill>
            <a:ln cap="flat" cmpd="sng" w="9525">
              <a:solidFill>
                <a:srgbClr val="D9EA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 name="Google Shape;724;p7"/>
            <p:cNvSpPr/>
            <p:nvPr/>
          </p:nvSpPr>
          <p:spPr>
            <a:xfrm>
              <a:off x="4450520" y="1670375"/>
              <a:ext cx="1764000" cy="893400"/>
            </a:xfrm>
            <a:prstGeom prst="rect">
              <a:avLst/>
            </a:prstGeom>
            <a:solidFill>
              <a:srgbClr val="F4CCCC"/>
            </a:solidFill>
            <a:ln cap="flat" cmpd="sng" w="9525">
              <a:solidFill>
                <a:srgbClr val="F4CCC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5" name="Google Shape;725;p7"/>
          <p:cNvGrpSpPr/>
          <p:nvPr/>
        </p:nvGrpSpPr>
        <p:grpSpPr>
          <a:xfrm>
            <a:off x="274200" y="6122182"/>
            <a:ext cx="9531600" cy="561583"/>
            <a:chOff x="274200" y="1663702"/>
            <a:chExt cx="9531600" cy="900550"/>
          </a:xfrm>
        </p:grpSpPr>
        <p:sp>
          <p:nvSpPr>
            <p:cNvPr id="726" name="Google Shape;726;p7"/>
            <p:cNvSpPr/>
            <p:nvPr/>
          </p:nvSpPr>
          <p:spPr>
            <a:xfrm>
              <a:off x="274200" y="1663702"/>
              <a:ext cx="9531600" cy="9000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600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t/>
              </a:r>
              <a:endParaRPr b="1" i="0" sz="1800" u="none" cap="none" strike="noStrike">
                <a:solidFill>
                  <a:srgbClr val="000000"/>
                </a:solidFill>
                <a:latin typeface="Roboto"/>
                <a:ea typeface="Roboto"/>
                <a:cs typeface="Roboto"/>
                <a:sym typeface="Roboto"/>
              </a:endParaRPr>
            </a:p>
          </p:txBody>
        </p:sp>
        <p:cxnSp>
          <p:nvCxnSpPr>
            <p:cNvPr id="727" name="Google Shape;727;p7"/>
            <p:cNvCxnSpPr/>
            <p:nvPr/>
          </p:nvCxnSpPr>
          <p:spPr>
            <a:xfrm>
              <a:off x="805925" y="1664552"/>
              <a:ext cx="0" cy="899700"/>
            </a:xfrm>
            <a:prstGeom prst="straightConnector1">
              <a:avLst/>
            </a:prstGeom>
            <a:noFill/>
            <a:ln cap="flat" cmpd="sng" w="28575">
              <a:solidFill>
                <a:srgbClr val="D9D9D9"/>
              </a:solidFill>
              <a:prstDash val="solid"/>
              <a:round/>
              <a:headEnd len="sm" w="sm" type="none"/>
              <a:tailEnd len="sm" w="sm" type="none"/>
            </a:ln>
          </p:spPr>
        </p:cxnSp>
        <p:cxnSp>
          <p:nvCxnSpPr>
            <p:cNvPr id="728" name="Google Shape;728;p7"/>
            <p:cNvCxnSpPr/>
            <p:nvPr/>
          </p:nvCxnSpPr>
          <p:spPr>
            <a:xfrm>
              <a:off x="2607089" y="1664552"/>
              <a:ext cx="0" cy="899700"/>
            </a:xfrm>
            <a:prstGeom prst="straightConnector1">
              <a:avLst/>
            </a:prstGeom>
            <a:noFill/>
            <a:ln cap="flat" cmpd="sng" w="28575">
              <a:solidFill>
                <a:srgbClr val="D9D9D9"/>
              </a:solidFill>
              <a:prstDash val="solid"/>
              <a:round/>
              <a:headEnd len="sm" w="sm" type="none"/>
              <a:tailEnd len="sm" w="sm" type="none"/>
            </a:ln>
          </p:spPr>
        </p:cxnSp>
        <p:cxnSp>
          <p:nvCxnSpPr>
            <p:cNvPr id="729" name="Google Shape;729;p7"/>
            <p:cNvCxnSpPr/>
            <p:nvPr/>
          </p:nvCxnSpPr>
          <p:spPr>
            <a:xfrm>
              <a:off x="4429180" y="1664552"/>
              <a:ext cx="0" cy="899700"/>
            </a:xfrm>
            <a:prstGeom prst="straightConnector1">
              <a:avLst/>
            </a:prstGeom>
            <a:noFill/>
            <a:ln cap="flat" cmpd="sng" w="28575">
              <a:solidFill>
                <a:srgbClr val="B7B7B7"/>
              </a:solidFill>
              <a:prstDash val="solid"/>
              <a:round/>
              <a:headEnd len="sm" w="sm" type="none"/>
              <a:tailEnd len="sm" w="sm" type="none"/>
            </a:ln>
          </p:spPr>
        </p:cxnSp>
        <p:cxnSp>
          <p:nvCxnSpPr>
            <p:cNvPr id="730" name="Google Shape;730;p7"/>
            <p:cNvCxnSpPr/>
            <p:nvPr/>
          </p:nvCxnSpPr>
          <p:spPr>
            <a:xfrm>
              <a:off x="6237052" y="1664552"/>
              <a:ext cx="0" cy="899700"/>
            </a:xfrm>
            <a:prstGeom prst="straightConnector1">
              <a:avLst/>
            </a:prstGeom>
            <a:noFill/>
            <a:ln cap="flat" cmpd="sng" w="28575">
              <a:solidFill>
                <a:srgbClr val="D9D9D9"/>
              </a:solidFill>
              <a:prstDash val="solid"/>
              <a:round/>
              <a:headEnd len="sm" w="sm" type="none"/>
              <a:tailEnd len="sm" w="sm" type="none"/>
            </a:ln>
          </p:spPr>
        </p:cxnSp>
        <p:cxnSp>
          <p:nvCxnSpPr>
            <p:cNvPr id="731" name="Google Shape;731;p7"/>
            <p:cNvCxnSpPr/>
            <p:nvPr/>
          </p:nvCxnSpPr>
          <p:spPr>
            <a:xfrm>
              <a:off x="8031107" y="1664552"/>
              <a:ext cx="0" cy="899700"/>
            </a:xfrm>
            <a:prstGeom prst="straightConnector1">
              <a:avLst/>
            </a:prstGeom>
            <a:noFill/>
            <a:ln cap="flat" cmpd="sng" w="28575">
              <a:solidFill>
                <a:srgbClr val="D9D9D9"/>
              </a:solidFill>
              <a:prstDash val="solid"/>
              <a:round/>
              <a:headEnd len="sm" w="sm" type="none"/>
              <a:tailEnd len="sm" w="sm" type="none"/>
            </a:ln>
          </p:spPr>
        </p:cxnSp>
        <p:sp>
          <p:nvSpPr>
            <p:cNvPr id="732" name="Google Shape;732;p7"/>
            <p:cNvSpPr/>
            <p:nvPr/>
          </p:nvSpPr>
          <p:spPr>
            <a:xfrm>
              <a:off x="2627447" y="1670375"/>
              <a:ext cx="1782000" cy="893400"/>
            </a:xfrm>
            <a:prstGeom prst="rect">
              <a:avLst/>
            </a:prstGeom>
            <a:solidFill>
              <a:srgbClr val="D9EAD3"/>
            </a:solidFill>
            <a:ln cap="flat" cmpd="sng" w="9525">
              <a:solidFill>
                <a:srgbClr val="D9EA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 name="Google Shape;733;p7"/>
            <p:cNvSpPr/>
            <p:nvPr/>
          </p:nvSpPr>
          <p:spPr>
            <a:xfrm>
              <a:off x="4450520" y="1670375"/>
              <a:ext cx="1764000" cy="893400"/>
            </a:xfrm>
            <a:prstGeom prst="rect">
              <a:avLst/>
            </a:prstGeom>
            <a:solidFill>
              <a:srgbClr val="F4CCCC"/>
            </a:solidFill>
            <a:ln cap="flat" cmpd="sng" w="9525">
              <a:solidFill>
                <a:srgbClr val="F4CCC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34" name="Google Shape;734;p7"/>
          <p:cNvSpPr txBox="1"/>
          <p:nvPr>
            <p:ph idx="29" type="subTitle"/>
          </p:nvPr>
        </p:nvSpPr>
        <p:spPr>
          <a:xfrm>
            <a:off x="832100" y="4826396"/>
            <a:ext cx="1750500" cy="561600"/>
          </a:xfrm>
          <a:prstGeom prst="rect">
            <a:avLst/>
          </a:prstGeom>
          <a:noFill/>
          <a:ln>
            <a:noFill/>
          </a:ln>
        </p:spPr>
        <p:txBody>
          <a:bodyPr anchorCtr="0" anchor="ctr" bIns="54000" lIns="54000" spcFirstLastPara="1" rIns="54000" wrap="square" tIns="54000">
            <a:noAutofit/>
          </a:bodyPr>
          <a:lstStyle>
            <a:lvl1pPr lvl="0"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rtl="0">
              <a:lnSpc>
                <a:spcPct val="90000"/>
              </a:lnSpc>
              <a:spcBef>
                <a:spcPts val="0"/>
              </a:spcBef>
              <a:spcAft>
                <a:spcPts val="0"/>
              </a:spcAft>
              <a:buClr>
                <a:srgbClr val="000000"/>
              </a:buClr>
              <a:buSzPts val="800"/>
              <a:buNone/>
              <a:defRPr sz="800">
                <a:solidFill>
                  <a:srgbClr val="000000"/>
                </a:solidFill>
              </a:defRPr>
            </a:lvl2pPr>
            <a:lvl3pPr lvl="2" rtl="0">
              <a:lnSpc>
                <a:spcPct val="90000"/>
              </a:lnSpc>
              <a:spcBef>
                <a:spcPts val="0"/>
              </a:spcBef>
              <a:spcAft>
                <a:spcPts val="0"/>
              </a:spcAft>
              <a:buClr>
                <a:srgbClr val="000000"/>
              </a:buClr>
              <a:buSzPts val="800"/>
              <a:buNone/>
              <a:defRPr sz="800">
                <a:solidFill>
                  <a:srgbClr val="000000"/>
                </a:solidFill>
              </a:defRPr>
            </a:lvl3pPr>
            <a:lvl4pPr lvl="3" rtl="0">
              <a:lnSpc>
                <a:spcPct val="90000"/>
              </a:lnSpc>
              <a:spcBef>
                <a:spcPts val="0"/>
              </a:spcBef>
              <a:spcAft>
                <a:spcPts val="0"/>
              </a:spcAft>
              <a:buClr>
                <a:srgbClr val="000000"/>
              </a:buClr>
              <a:buSzPts val="800"/>
              <a:buNone/>
              <a:defRPr sz="800">
                <a:solidFill>
                  <a:srgbClr val="000000"/>
                </a:solidFill>
              </a:defRPr>
            </a:lvl4pPr>
            <a:lvl5pPr lvl="4" rtl="0">
              <a:lnSpc>
                <a:spcPct val="90000"/>
              </a:lnSpc>
              <a:spcBef>
                <a:spcPts val="0"/>
              </a:spcBef>
              <a:spcAft>
                <a:spcPts val="0"/>
              </a:spcAft>
              <a:buClr>
                <a:srgbClr val="000000"/>
              </a:buClr>
              <a:buSzPts val="800"/>
              <a:buNone/>
              <a:defRPr sz="800">
                <a:solidFill>
                  <a:srgbClr val="000000"/>
                </a:solidFill>
              </a:defRPr>
            </a:lvl5pPr>
            <a:lvl6pPr lvl="5" rtl="0">
              <a:lnSpc>
                <a:spcPct val="90000"/>
              </a:lnSpc>
              <a:spcBef>
                <a:spcPts val="0"/>
              </a:spcBef>
              <a:spcAft>
                <a:spcPts val="0"/>
              </a:spcAft>
              <a:buClr>
                <a:srgbClr val="000000"/>
              </a:buClr>
              <a:buSzPts val="800"/>
              <a:buNone/>
              <a:defRPr sz="800">
                <a:solidFill>
                  <a:srgbClr val="000000"/>
                </a:solidFill>
              </a:defRPr>
            </a:lvl6pPr>
            <a:lvl7pPr lvl="6" rtl="0">
              <a:lnSpc>
                <a:spcPct val="90000"/>
              </a:lnSpc>
              <a:spcBef>
                <a:spcPts val="0"/>
              </a:spcBef>
              <a:spcAft>
                <a:spcPts val="0"/>
              </a:spcAft>
              <a:buClr>
                <a:srgbClr val="000000"/>
              </a:buClr>
              <a:buSzPts val="800"/>
              <a:buNone/>
              <a:defRPr sz="800">
                <a:solidFill>
                  <a:srgbClr val="000000"/>
                </a:solidFill>
              </a:defRPr>
            </a:lvl7pPr>
            <a:lvl8pPr lvl="7" rtl="0">
              <a:lnSpc>
                <a:spcPct val="90000"/>
              </a:lnSpc>
              <a:spcBef>
                <a:spcPts val="0"/>
              </a:spcBef>
              <a:spcAft>
                <a:spcPts val="0"/>
              </a:spcAft>
              <a:buClr>
                <a:srgbClr val="000000"/>
              </a:buClr>
              <a:buSzPts val="800"/>
              <a:buNone/>
              <a:defRPr sz="800">
                <a:solidFill>
                  <a:srgbClr val="000000"/>
                </a:solidFill>
              </a:defRPr>
            </a:lvl8pPr>
            <a:lvl9pPr lvl="8" rtl="0">
              <a:lnSpc>
                <a:spcPct val="90000"/>
              </a:lnSpc>
              <a:spcBef>
                <a:spcPts val="0"/>
              </a:spcBef>
              <a:spcAft>
                <a:spcPts val="0"/>
              </a:spcAft>
              <a:buClr>
                <a:srgbClr val="000000"/>
              </a:buClr>
              <a:buSzPts val="800"/>
              <a:buNone/>
              <a:defRPr sz="800">
                <a:solidFill>
                  <a:srgbClr val="000000"/>
                </a:solidFill>
              </a:defRPr>
            </a:lvl9pPr>
          </a:lstStyle>
          <a:p/>
        </p:txBody>
      </p:sp>
      <p:sp>
        <p:nvSpPr>
          <p:cNvPr id="735" name="Google Shape;735;p7"/>
          <p:cNvSpPr txBox="1"/>
          <p:nvPr>
            <p:ph idx="30" type="subTitle"/>
          </p:nvPr>
        </p:nvSpPr>
        <p:spPr>
          <a:xfrm>
            <a:off x="2631411" y="4826396"/>
            <a:ext cx="1771500" cy="561600"/>
          </a:xfrm>
          <a:prstGeom prst="rect">
            <a:avLst/>
          </a:prstGeom>
          <a:noFill/>
          <a:ln>
            <a:noFill/>
          </a:ln>
        </p:spPr>
        <p:txBody>
          <a:bodyPr anchorCtr="0" anchor="ctr" bIns="54000" lIns="54000" spcFirstLastPara="1" rIns="54000" wrap="square" tIns="54000">
            <a:noAutofit/>
          </a:bodyPr>
          <a:lstStyle>
            <a:lvl1pPr lvl="0"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rtl="0">
              <a:lnSpc>
                <a:spcPct val="90000"/>
              </a:lnSpc>
              <a:spcBef>
                <a:spcPts val="0"/>
              </a:spcBef>
              <a:spcAft>
                <a:spcPts val="0"/>
              </a:spcAft>
              <a:buClr>
                <a:srgbClr val="000000"/>
              </a:buClr>
              <a:buSzPts val="800"/>
              <a:buNone/>
              <a:defRPr sz="800">
                <a:solidFill>
                  <a:srgbClr val="000000"/>
                </a:solidFill>
              </a:defRPr>
            </a:lvl2pPr>
            <a:lvl3pPr lvl="2" rtl="0">
              <a:lnSpc>
                <a:spcPct val="90000"/>
              </a:lnSpc>
              <a:spcBef>
                <a:spcPts val="0"/>
              </a:spcBef>
              <a:spcAft>
                <a:spcPts val="0"/>
              </a:spcAft>
              <a:buClr>
                <a:srgbClr val="000000"/>
              </a:buClr>
              <a:buSzPts val="800"/>
              <a:buNone/>
              <a:defRPr sz="800">
                <a:solidFill>
                  <a:srgbClr val="000000"/>
                </a:solidFill>
              </a:defRPr>
            </a:lvl3pPr>
            <a:lvl4pPr lvl="3" rtl="0">
              <a:lnSpc>
                <a:spcPct val="90000"/>
              </a:lnSpc>
              <a:spcBef>
                <a:spcPts val="0"/>
              </a:spcBef>
              <a:spcAft>
                <a:spcPts val="0"/>
              </a:spcAft>
              <a:buClr>
                <a:srgbClr val="000000"/>
              </a:buClr>
              <a:buSzPts val="800"/>
              <a:buNone/>
              <a:defRPr sz="800">
                <a:solidFill>
                  <a:srgbClr val="000000"/>
                </a:solidFill>
              </a:defRPr>
            </a:lvl4pPr>
            <a:lvl5pPr lvl="4" rtl="0">
              <a:lnSpc>
                <a:spcPct val="90000"/>
              </a:lnSpc>
              <a:spcBef>
                <a:spcPts val="0"/>
              </a:spcBef>
              <a:spcAft>
                <a:spcPts val="0"/>
              </a:spcAft>
              <a:buClr>
                <a:srgbClr val="000000"/>
              </a:buClr>
              <a:buSzPts val="800"/>
              <a:buNone/>
              <a:defRPr sz="800">
                <a:solidFill>
                  <a:srgbClr val="000000"/>
                </a:solidFill>
              </a:defRPr>
            </a:lvl5pPr>
            <a:lvl6pPr lvl="5" rtl="0">
              <a:lnSpc>
                <a:spcPct val="90000"/>
              </a:lnSpc>
              <a:spcBef>
                <a:spcPts val="0"/>
              </a:spcBef>
              <a:spcAft>
                <a:spcPts val="0"/>
              </a:spcAft>
              <a:buClr>
                <a:srgbClr val="000000"/>
              </a:buClr>
              <a:buSzPts val="800"/>
              <a:buNone/>
              <a:defRPr sz="800">
                <a:solidFill>
                  <a:srgbClr val="000000"/>
                </a:solidFill>
              </a:defRPr>
            </a:lvl6pPr>
            <a:lvl7pPr lvl="6" rtl="0">
              <a:lnSpc>
                <a:spcPct val="90000"/>
              </a:lnSpc>
              <a:spcBef>
                <a:spcPts val="0"/>
              </a:spcBef>
              <a:spcAft>
                <a:spcPts val="0"/>
              </a:spcAft>
              <a:buClr>
                <a:srgbClr val="000000"/>
              </a:buClr>
              <a:buSzPts val="800"/>
              <a:buNone/>
              <a:defRPr sz="800">
                <a:solidFill>
                  <a:srgbClr val="000000"/>
                </a:solidFill>
              </a:defRPr>
            </a:lvl7pPr>
            <a:lvl8pPr lvl="7" rtl="0">
              <a:lnSpc>
                <a:spcPct val="90000"/>
              </a:lnSpc>
              <a:spcBef>
                <a:spcPts val="0"/>
              </a:spcBef>
              <a:spcAft>
                <a:spcPts val="0"/>
              </a:spcAft>
              <a:buClr>
                <a:srgbClr val="000000"/>
              </a:buClr>
              <a:buSzPts val="800"/>
              <a:buNone/>
              <a:defRPr sz="800">
                <a:solidFill>
                  <a:srgbClr val="000000"/>
                </a:solidFill>
              </a:defRPr>
            </a:lvl8pPr>
            <a:lvl9pPr lvl="8" rtl="0">
              <a:lnSpc>
                <a:spcPct val="90000"/>
              </a:lnSpc>
              <a:spcBef>
                <a:spcPts val="0"/>
              </a:spcBef>
              <a:spcAft>
                <a:spcPts val="0"/>
              </a:spcAft>
              <a:buClr>
                <a:srgbClr val="000000"/>
              </a:buClr>
              <a:buSzPts val="800"/>
              <a:buNone/>
              <a:defRPr sz="800">
                <a:solidFill>
                  <a:srgbClr val="000000"/>
                </a:solidFill>
              </a:defRPr>
            </a:lvl9pPr>
          </a:lstStyle>
          <a:p/>
        </p:txBody>
      </p:sp>
      <p:sp>
        <p:nvSpPr>
          <p:cNvPr id="736" name="Google Shape;736;p7"/>
          <p:cNvSpPr txBox="1"/>
          <p:nvPr>
            <p:ph idx="31" type="subTitle"/>
          </p:nvPr>
        </p:nvSpPr>
        <p:spPr>
          <a:xfrm>
            <a:off x="4460203" y="4826396"/>
            <a:ext cx="1750500" cy="561600"/>
          </a:xfrm>
          <a:prstGeom prst="rect">
            <a:avLst/>
          </a:prstGeom>
          <a:noFill/>
          <a:ln>
            <a:noFill/>
          </a:ln>
        </p:spPr>
        <p:txBody>
          <a:bodyPr anchorCtr="0" anchor="ctr" bIns="54000" lIns="54000" spcFirstLastPara="1" rIns="54000" wrap="square" tIns="54000">
            <a:noAutofit/>
          </a:bodyPr>
          <a:lstStyle>
            <a:lvl1pPr lvl="0"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rtl="0">
              <a:lnSpc>
                <a:spcPct val="90000"/>
              </a:lnSpc>
              <a:spcBef>
                <a:spcPts val="0"/>
              </a:spcBef>
              <a:spcAft>
                <a:spcPts val="0"/>
              </a:spcAft>
              <a:buClr>
                <a:srgbClr val="000000"/>
              </a:buClr>
              <a:buSzPts val="800"/>
              <a:buNone/>
              <a:defRPr sz="800">
                <a:solidFill>
                  <a:srgbClr val="000000"/>
                </a:solidFill>
              </a:defRPr>
            </a:lvl2pPr>
            <a:lvl3pPr lvl="2" rtl="0">
              <a:lnSpc>
                <a:spcPct val="90000"/>
              </a:lnSpc>
              <a:spcBef>
                <a:spcPts val="0"/>
              </a:spcBef>
              <a:spcAft>
                <a:spcPts val="0"/>
              </a:spcAft>
              <a:buClr>
                <a:srgbClr val="000000"/>
              </a:buClr>
              <a:buSzPts val="800"/>
              <a:buNone/>
              <a:defRPr sz="800">
                <a:solidFill>
                  <a:srgbClr val="000000"/>
                </a:solidFill>
              </a:defRPr>
            </a:lvl3pPr>
            <a:lvl4pPr lvl="3" rtl="0">
              <a:lnSpc>
                <a:spcPct val="90000"/>
              </a:lnSpc>
              <a:spcBef>
                <a:spcPts val="0"/>
              </a:spcBef>
              <a:spcAft>
                <a:spcPts val="0"/>
              </a:spcAft>
              <a:buClr>
                <a:srgbClr val="000000"/>
              </a:buClr>
              <a:buSzPts val="800"/>
              <a:buNone/>
              <a:defRPr sz="800">
                <a:solidFill>
                  <a:srgbClr val="000000"/>
                </a:solidFill>
              </a:defRPr>
            </a:lvl4pPr>
            <a:lvl5pPr lvl="4" rtl="0">
              <a:lnSpc>
                <a:spcPct val="90000"/>
              </a:lnSpc>
              <a:spcBef>
                <a:spcPts val="0"/>
              </a:spcBef>
              <a:spcAft>
                <a:spcPts val="0"/>
              </a:spcAft>
              <a:buClr>
                <a:srgbClr val="000000"/>
              </a:buClr>
              <a:buSzPts val="800"/>
              <a:buNone/>
              <a:defRPr sz="800">
                <a:solidFill>
                  <a:srgbClr val="000000"/>
                </a:solidFill>
              </a:defRPr>
            </a:lvl5pPr>
            <a:lvl6pPr lvl="5" rtl="0">
              <a:lnSpc>
                <a:spcPct val="90000"/>
              </a:lnSpc>
              <a:spcBef>
                <a:spcPts val="0"/>
              </a:spcBef>
              <a:spcAft>
                <a:spcPts val="0"/>
              </a:spcAft>
              <a:buClr>
                <a:srgbClr val="000000"/>
              </a:buClr>
              <a:buSzPts val="800"/>
              <a:buNone/>
              <a:defRPr sz="800">
                <a:solidFill>
                  <a:srgbClr val="000000"/>
                </a:solidFill>
              </a:defRPr>
            </a:lvl6pPr>
            <a:lvl7pPr lvl="6" rtl="0">
              <a:lnSpc>
                <a:spcPct val="90000"/>
              </a:lnSpc>
              <a:spcBef>
                <a:spcPts val="0"/>
              </a:spcBef>
              <a:spcAft>
                <a:spcPts val="0"/>
              </a:spcAft>
              <a:buClr>
                <a:srgbClr val="000000"/>
              </a:buClr>
              <a:buSzPts val="800"/>
              <a:buNone/>
              <a:defRPr sz="800">
                <a:solidFill>
                  <a:srgbClr val="000000"/>
                </a:solidFill>
              </a:defRPr>
            </a:lvl7pPr>
            <a:lvl8pPr lvl="7" rtl="0">
              <a:lnSpc>
                <a:spcPct val="90000"/>
              </a:lnSpc>
              <a:spcBef>
                <a:spcPts val="0"/>
              </a:spcBef>
              <a:spcAft>
                <a:spcPts val="0"/>
              </a:spcAft>
              <a:buClr>
                <a:srgbClr val="000000"/>
              </a:buClr>
              <a:buSzPts val="800"/>
              <a:buNone/>
              <a:defRPr sz="800">
                <a:solidFill>
                  <a:srgbClr val="000000"/>
                </a:solidFill>
              </a:defRPr>
            </a:lvl8pPr>
            <a:lvl9pPr lvl="8" rtl="0">
              <a:lnSpc>
                <a:spcPct val="90000"/>
              </a:lnSpc>
              <a:spcBef>
                <a:spcPts val="0"/>
              </a:spcBef>
              <a:spcAft>
                <a:spcPts val="0"/>
              </a:spcAft>
              <a:buClr>
                <a:srgbClr val="000000"/>
              </a:buClr>
              <a:buSzPts val="800"/>
              <a:buNone/>
              <a:defRPr sz="800">
                <a:solidFill>
                  <a:srgbClr val="000000"/>
                </a:solidFill>
              </a:defRPr>
            </a:lvl9pPr>
          </a:lstStyle>
          <a:p/>
        </p:txBody>
      </p:sp>
      <p:sp>
        <p:nvSpPr>
          <p:cNvPr id="737" name="Google Shape;737;p7"/>
          <p:cNvSpPr txBox="1"/>
          <p:nvPr>
            <p:ph idx="32" type="subTitle"/>
          </p:nvPr>
        </p:nvSpPr>
        <p:spPr>
          <a:xfrm>
            <a:off x="6269339" y="4826396"/>
            <a:ext cx="1731300" cy="561600"/>
          </a:xfrm>
          <a:prstGeom prst="rect">
            <a:avLst/>
          </a:prstGeom>
          <a:noFill/>
          <a:ln>
            <a:noFill/>
          </a:ln>
        </p:spPr>
        <p:txBody>
          <a:bodyPr anchorCtr="0" anchor="ctr" bIns="54000" lIns="54000" spcFirstLastPara="1" rIns="54000" wrap="square" tIns="54000">
            <a:noAutofit/>
          </a:bodyPr>
          <a:lstStyle>
            <a:lvl1pPr lvl="0"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rtl="0">
              <a:lnSpc>
                <a:spcPct val="90000"/>
              </a:lnSpc>
              <a:spcBef>
                <a:spcPts val="0"/>
              </a:spcBef>
              <a:spcAft>
                <a:spcPts val="0"/>
              </a:spcAft>
              <a:buClr>
                <a:srgbClr val="000000"/>
              </a:buClr>
              <a:buSzPts val="800"/>
              <a:buNone/>
              <a:defRPr sz="800">
                <a:solidFill>
                  <a:srgbClr val="000000"/>
                </a:solidFill>
              </a:defRPr>
            </a:lvl2pPr>
            <a:lvl3pPr lvl="2" rtl="0">
              <a:lnSpc>
                <a:spcPct val="90000"/>
              </a:lnSpc>
              <a:spcBef>
                <a:spcPts val="0"/>
              </a:spcBef>
              <a:spcAft>
                <a:spcPts val="0"/>
              </a:spcAft>
              <a:buClr>
                <a:srgbClr val="000000"/>
              </a:buClr>
              <a:buSzPts val="800"/>
              <a:buNone/>
              <a:defRPr sz="800">
                <a:solidFill>
                  <a:srgbClr val="000000"/>
                </a:solidFill>
              </a:defRPr>
            </a:lvl3pPr>
            <a:lvl4pPr lvl="3" rtl="0">
              <a:lnSpc>
                <a:spcPct val="90000"/>
              </a:lnSpc>
              <a:spcBef>
                <a:spcPts val="0"/>
              </a:spcBef>
              <a:spcAft>
                <a:spcPts val="0"/>
              </a:spcAft>
              <a:buClr>
                <a:srgbClr val="000000"/>
              </a:buClr>
              <a:buSzPts val="800"/>
              <a:buNone/>
              <a:defRPr sz="800">
                <a:solidFill>
                  <a:srgbClr val="000000"/>
                </a:solidFill>
              </a:defRPr>
            </a:lvl4pPr>
            <a:lvl5pPr lvl="4" rtl="0">
              <a:lnSpc>
                <a:spcPct val="90000"/>
              </a:lnSpc>
              <a:spcBef>
                <a:spcPts val="0"/>
              </a:spcBef>
              <a:spcAft>
                <a:spcPts val="0"/>
              </a:spcAft>
              <a:buClr>
                <a:srgbClr val="000000"/>
              </a:buClr>
              <a:buSzPts val="800"/>
              <a:buNone/>
              <a:defRPr sz="800">
                <a:solidFill>
                  <a:srgbClr val="000000"/>
                </a:solidFill>
              </a:defRPr>
            </a:lvl5pPr>
            <a:lvl6pPr lvl="5" rtl="0">
              <a:lnSpc>
                <a:spcPct val="90000"/>
              </a:lnSpc>
              <a:spcBef>
                <a:spcPts val="0"/>
              </a:spcBef>
              <a:spcAft>
                <a:spcPts val="0"/>
              </a:spcAft>
              <a:buClr>
                <a:srgbClr val="000000"/>
              </a:buClr>
              <a:buSzPts val="800"/>
              <a:buNone/>
              <a:defRPr sz="800">
                <a:solidFill>
                  <a:srgbClr val="000000"/>
                </a:solidFill>
              </a:defRPr>
            </a:lvl6pPr>
            <a:lvl7pPr lvl="6" rtl="0">
              <a:lnSpc>
                <a:spcPct val="90000"/>
              </a:lnSpc>
              <a:spcBef>
                <a:spcPts val="0"/>
              </a:spcBef>
              <a:spcAft>
                <a:spcPts val="0"/>
              </a:spcAft>
              <a:buClr>
                <a:srgbClr val="000000"/>
              </a:buClr>
              <a:buSzPts val="800"/>
              <a:buNone/>
              <a:defRPr sz="800">
                <a:solidFill>
                  <a:srgbClr val="000000"/>
                </a:solidFill>
              </a:defRPr>
            </a:lvl7pPr>
            <a:lvl8pPr lvl="7" rtl="0">
              <a:lnSpc>
                <a:spcPct val="90000"/>
              </a:lnSpc>
              <a:spcBef>
                <a:spcPts val="0"/>
              </a:spcBef>
              <a:spcAft>
                <a:spcPts val="0"/>
              </a:spcAft>
              <a:buClr>
                <a:srgbClr val="000000"/>
              </a:buClr>
              <a:buSzPts val="800"/>
              <a:buNone/>
              <a:defRPr sz="800">
                <a:solidFill>
                  <a:srgbClr val="000000"/>
                </a:solidFill>
              </a:defRPr>
            </a:lvl8pPr>
            <a:lvl9pPr lvl="8" rtl="0">
              <a:lnSpc>
                <a:spcPct val="90000"/>
              </a:lnSpc>
              <a:spcBef>
                <a:spcPts val="0"/>
              </a:spcBef>
              <a:spcAft>
                <a:spcPts val="0"/>
              </a:spcAft>
              <a:buClr>
                <a:srgbClr val="000000"/>
              </a:buClr>
              <a:buSzPts val="800"/>
              <a:buNone/>
              <a:defRPr sz="800">
                <a:solidFill>
                  <a:srgbClr val="000000"/>
                </a:solidFill>
              </a:defRPr>
            </a:lvl9pPr>
          </a:lstStyle>
          <a:p/>
        </p:txBody>
      </p:sp>
      <p:sp>
        <p:nvSpPr>
          <p:cNvPr id="738" name="Google Shape;738;p7"/>
          <p:cNvSpPr txBox="1"/>
          <p:nvPr>
            <p:ph idx="33" type="subTitle"/>
          </p:nvPr>
        </p:nvSpPr>
        <p:spPr>
          <a:xfrm>
            <a:off x="8053914" y="4826396"/>
            <a:ext cx="1731300" cy="561600"/>
          </a:xfrm>
          <a:prstGeom prst="rect">
            <a:avLst/>
          </a:prstGeom>
          <a:noFill/>
          <a:ln>
            <a:noFill/>
          </a:ln>
        </p:spPr>
        <p:txBody>
          <a:bodyPr anchorCtr="0" anchor="ctr" bIns="54000" lIns="54000" spcFirstLastPara="1" rIns="54000" wrap="square" tIns="54000">
            <a:noAutofit/>
          </a:bodyPr>
          <a:lstStyle>
            <a:lvl1pPr lvl="0"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rtl="0">
              <a:lnSpc>
                <a:spcPct val="90000"/>
              </a:lnSpc>
              <a:spcBef>
                <a:spcPts val="0"/>
              </a:spcBef>
              <a:spcAft>
                <a:spcPts val="0"/>
              </a:spcAft>
              <a:buClr>
                <a:srgbClr val="000000"/>
              </a:buClr>
              <a:buSzPts val="800"/>
              <a:buNone/>
              <a:defRPr sz="800">
                <a:solidFill>
                  <a:srgbClr val="000000"/>
                </a:solidFill>
              </a:defRPr>
            </a:lvl2pPr>
            <a:lvl3pPr lvl="2" rtl="0">
              <a:lnSpc>
                <a:spcPct val="90000"/>
              </a:lnSpc>
              <a:spcBef>
                <a:spcPts val="0"/>
              </a:spcBef>
              <a:spcAft>
                <a:spcPts val="0"/>
              </a:spcAft>
              <a:buClr>
                <a:srgbClr val="000000"/>
              </a:buClr>
              <a:buSzPts val="800"/>
              <a:buNone/>
              <a:defRPr sz="800">
                <a:solidFill>
                  <a:srgbClr val="000000"/>
                </a:solidFill>
              </a:defRPr>
            </a:lvl3pPr>
            <a:lvl4pPr lvl="3" rtl="0">
              <a:lnSpc>
                <a:spcPct val="90000"/>
              </a:lnSpc>
              <a:spcBef>
                <a:spcPts val="0"/>
              </a:spcBef>
              <a:spcAft>
                <a:spcPts val="0"/>
              </a:spcAft>
              <a:buClr>
                <a:srgbClr val="000000"/>
              </a:buClr>
              <a:buSzPts val="800"/>
              <a:buNone/>
              <a:defRPr sz="800">
                <a:solidFill>
                  <a:srgbClr val="000000"/>
                </a:solidFill>
              </a:defRPr>
            </a:lvl4pPr>
            <a:lvl5pPr lvl="4" rtl="0">
              <a:lnSpc>
                <a:spcPct val="90000"/>
              </a:lnSpc>
              <a:spcBef>
                <a:spcPts val="0"/>
              </a:spcBef>
              <a:spcAft>
                <a:spcPts val="0"/>
              </a:spcAft>
              <a:buClr>
                <a:srgbClr val="000000"/>
              </a:buClr>
              <a:buSzPts val="800"/>
              <a:buNone/>
              <a:defRPr sz="800">
                <a:solidFill>
                  <a:srgbClr val="000000"/>
                </a:solidFill>
              </a:defRPr>
            </a:lvl5pPr>
            <a:lvl6pPr lvl="5" rtl="0">
              <a:lnSpc>
                <a:spcPct val="90000"/>
              </a:lnSpc>
              <a:spcBef>
                <a:spcPts val="0"/>
              </a:spcBef>
              <a:spcAft>
                <a:spcPts val="0"/>
              </a:spcAft>
              <a:buClr>
                <a:srgbClr val="000000"/>
              </a:buClr>
              <a:buSzPts val="800"/>
              <a:buNone/>
              <a:defRPr sz="800">
                <a:solidFill>
                  <a:srgbClr val="000000"/>
                </a:solidFill>
              </a:defRPr>
            </a:lvl6pPr>
            <a:lvl7pPr lvl="6" rtl="0">
              <a:lnSpc>
                <a:spcPct val="90000"/>
              </a:lnSpc>
              <a:spcBef>
                <a:spcPts val="0"/>
              </a:spcBef>
              <a:spcAft>
                <a:spcPts val="0"/>
              </a:spcAft>
              <a:buClr>
                <a:srgbClr val="000000"/>
              </a:buClr>
              <a:buSzPts val="800"/>
              <a:buNone/>
              <a:defRPr sz="800">
                <a:solidFill>
                  <a:srgbClr val="000000"/>
                </a:solidFill>
              </a:defRPr>
            </a:lvl7pPr>
            <a:lvl8pPr lvl="7" rtl="0">
              <a:lnSpc>
                <a:spcPct val="90000"/>
              </a:lnSpc>
              <a:spcBef>
                <a:spcPts val="0"/>
              </a:spcBef>
              <a:spcAft>
                <a:spcPts val="0"/>
              </a:spcAft>
              <a:buClr>
                <a:srgbClr val="000000"/>
              </a:buClr>
              <a:buSzPts val="800"/>
              <a:buNone/>
              <a:defRPr sz="800">
                <a:solidFill>
                  <a:srgbClr val="000000"/>
                </a:solidFill>
              </a:defRPr>
            </a:lvl8pPr>
            <a:lvl9pPr lvl="8" rtl="0">
              <a:lnSpc>
                <a:spcPct val="90000"/>
              </a:lnSpc>
              <a:spcBef>
                <a:spcPts val="0"/>
              </a:spcBef>
              <a:spcAft>
                <a:spcPts val="0"/>
              </a:spcAft>
              <a:buClr>
                <a:srgbClr val="000000"/>
              </a:buClr>
              <a:buSzPts val="800"/>
              <a:buNone/>
              <a:defRPr sz="800">
                <a:solidFill>
                  <a:srgbClr val="000000"/>
                </a:solidFill>
              </a:defRPr>
            </a:lvl9pPr>
          </a:lstStyle>
          <a:p/>
        </p:txBody>
      </p:sp>
      <p:sp>
        <p:nvSpPr>
          <p:cNvPr id="739" name="Google Shape;739;p7"/>
          <p:cNvSpPr txBox="1"/>
          <p:nvPr/>
        </p:nvSpPr>
        <p:spPr>
          <a:xfrm>
            <a:off x="277302" y="4826459"/>
            <a:ext cx="509100" cy="5616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s-419">
                <a:latin typeface="Arvo"/>
                <a:ea typeface="Arvo"/>
                <a:cs typeface="Arvo"/>
                <a:sym typeface="Arvo"/>
              </a:rPr>
              <a:t>6</a:t>
            </a:r>
            <a:endParaRPr b="1">
              <a:latin typeface="Arvo"/>
              <a:ea typeface="Arvo"/>
              <a:cs typeface="Arvo"/>
              <a:sym typeface="Arvo"/>
            </a:endParaRPr>
          </a:p>
        </p:txBody>
      </p:sp>
      <p:sp>
        <p:nvSpPr>
          <p:cNvPr id="740" name="Google Shape;740;p7"/>
          <p:cNvSpPr txBox="1"/>
          <p:nvPr>
            <p:ph idx="34" type="subTitle"/>
          </p:nvPr>
        </p:nvSpPr>
        <p:spPr>
          <a:xfrm>
            <a:off x="832100" y="5476396"/>
            <a:ext cx="1750500" cy="561600"/>
          </a:xfrm>
          <a:prstGeom prst="rect">
            <a:avLst/>
          </a:prstGeom>
          <a:noFill/>
          <a:ln>
            <a:noFill/>
          </a:ln>
        </p:spPr>
        <p:txBody>
          <a:bodyPr anchorCtr="0" anchor="ctr" bIns="54000" lIns="54000" spcFirstLastPara="1" rIns="54000" wrap="square" tIns="54000">
            <a:noAutofit/>
          </a:bodyPr>
          <a:lstStyle>
            <a:lvl1pPr lvl="0"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rtl="0">
              <a:lnSpc>
                <a:spcPct val="90000"/>
              </a:lnSpc>
              <a:spcBef>
                <a:spcPts val="0"/>
              </a:spcBef>
              <a:spcAft>
                <a:spcPts val="0"/>
              </a:spcAft>
              <a:buClr>
                <a:srgbClr val="000000"/>
              </a:buClr>
              <a:buSzPts val="800"/>
              <a:buNone/>
              <a:defRPr sz="800">
                <a:solidFill>
                  <a:srgbClr val="000000"/>
                </a:solidFill>
              </a:defRPr>
            </a:lvl2pPr>
            <a:lvl3pPr lvl="2" rtl="0">
              <a:lnSpc>
                <a:spcPct val="90000"/>
              </a:lnSpc>
              <a:spcBef>
                <a:spcPts val="0"/>
              </a:spcBef>
              <a:spcAft>
                <a:spcPts val="0"/>
              </a:spcAft>
              <a:buClr>
                <a:srgbClr val="000000"/>
              </a:buClr>
              <a:buSzPts val="800"/>
              <a:buNone/>
              <a:defRPr sz="800">
                <a:solidFill>
                  <a:srgbClr val="000000"/>
                </a:solidFill>
              </a:defRPr>
            </a:lvl3pPr>
            <a:lvl4pPr lvl="3" rtl="0">
              <a:lnSpc>
                <a:spcPct val="90000"/>
              </a:lnSpc>
              <a:spcBef>
                <a:spcPts val="0"/>
              </a:spcBef>
              <a:spcAft>
                <a:spcPts val="0"/>
              </a:spcAft>
              <a:buClr>
                <a:srgbClr val="000000"/>
              </a:buClr>
              <a:buSzPts val="800"/>
              <a:buNone/>
              <a:defRPr sz="800">
                <a:solidFill>
                  <a:srgbClr val="000000"/>
                </a:solidFill>
              </a:defRPr>
            </a:lvl4pPr>
            <a:lvl5pPr lvl="4" rtl="0">
              <a:lnSpc>
                <a:spcPct val="90000"/>
              </a:lnSpc>
              <a:spcBef>
                <a:spcPts val="0"/>
              </a:spcBef>
              <a:spcAft>
                <a:spcPts val="0"/>
              </a:spcAft>
              <a:buClr>
                <a:srgbClr val="000000"/>
              </a:buClr>
              <a:buSzPts val="800"/>
              <a:buNone/>
              <a:defRPr sz="800">
                <a:solidFill>
                  <a:srgbClr val="000000"/>
                </a:solidFill>
              </a:defRPr>
            </a:lvl5pPr>
            <a:lvl6pPr lvl="5" rtl="0">
              <a:lnSpc>
                <a:spcPct val="90000"/>
              </a:lnSpc>
              <a:spcBef>
                <a:spcPts val="0"/>
              </a:spcBef>
              <a:spcAft>
                <a:spcPts val="0"/>
              </a:spcAft>
              <a:buClr>
                <a:srgbClr val="000000"/>
              </a:buClr>
              <a:buSzPts val="800"/>
              <a:buNone/>
              <a:defRPr sz="800">
                <a:solidFill>
                  <a:srgbClr val="000000"/>
                </a:solidFill>
              </a:defRPr>
            </a:lvl6pPr>
            <a:lvl7pPr lvl="6" rtl="0">
              <a:lnSpc>
                <a:spcPct val="90000"/>
              </a:lnSpc>
              <a:spcBef>
                <a:spcPts val="0"/>
              </a:spcBef>
              <a:spcAft>
                <a:spcPts val="0"/>
              </a:spcAft>
              <a:buClr>
                <a:srgbClr val="000000"/>
              </a:buClr>
              <a:buSzPts val="800"/>
              <a:buNone/>
              <a:defRPr sz="800">
                <a:solidFill>
                  <a:srgbClr val="000000"/>
                </a:solidFill>
              </a:defRPr>
            </a:lvl7pPr>
            <a:lvl8pPr lvl="7" rtl="0">
              <a:lnSpc>
                <a:spcPct val="90000"/>
              </a:lnSpc>
              <a:spcBef>
                <a:spcPts val="0"/>
              </a:spcBef>
              <a:spcAft>
                <a:spcPts val="0"/>
              </a:spcAft>
              <a:buClr>
                <a:srgbClr val="000000"/>
              </a:buClr>
              <a:buSzPts val="800"/>
              <a:buNone/>
              <a:defRPr sz="800">
                <a:solidFill>
                  <a:srgbClr val="000000"/>
                </a:solidFill>
              </a:defRPr>
            </a:lvl8pPr>
            <a:lvl9pPr lvl="8" rtl="0">
              <a:lnSpc>
                <a:spcPct val="90000"/>
              </a:lnSpc>
              <a:spcBef>
                <a:spcPts val="0"/>
              </a:spcBef>
              <a:spcAft>
                <a:spcPts val="0"/>
              </a:spcAft>
              <a:buClr>
                <a:srgbClr val="000000"/>
              </a:buClr>
              <a:buSzPts val="800"/>
              <a:buNone/>
              <a:defRPr sz="800">
                <a:solidFill>
                  <a:srgbClr val="000000"/>
                </a:solidFill>
              </a:defRPr>
            </a:lvl9pPr>
          </a:lstStyle>
          <a:p/>
        </p:txBody>
      </p:sp>
      <p:sp>
        <p:nvSpPr>
          <p:cNvPr id="741" name="Google Shape;741;p7"/>
          <p:cNvSpPr txBox="1"/>
          <p:nvPr>
            <p:ph idx="35" type="subTitle"/>
          </p:nvPr>
        </p:nvSpPr>
        <p:spPr>
          <a:xfrm>
            <a:off x="2631411" y="5476396"/>
            <a:ext cx="1771500" cy="561600"/>
          </a:xfrm>
          <a:prstGeom prst="rect">
            <a:avLst/>
          </a:prstGeom>
          <a:noFill/>
          <a:ln>
            <a:noFill/>
          </a:ln>
        </p:spPr>
        <p:txBody>
          <a:bodyPr anchorCtr="0" anchor="ctr" bIns="54000" lIns="54000" spcFirstLastPara="1" rIns="54000" wrap="square" tIns="54000">
            <a:noAutofit/>
          </a:bodyPr>
          <a:lstStyle>
            <a:lvl1pPr lvl="0"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rtl="0">
              <a:lnSpc>
                <a:spcPct val="90000"/>
              </a:lnSpc>
              <a:spcBef>
                <a:spcPts val="0"/>
              </a:spcBef>
              <a:spcAft>
                <a:spcPts val="0"/>
              </a:spcAft>
              <a:buClr>
                <a:srgbClr val="000000"/>
              </a:buClr>
              <a:buSzPts val="800"/>
              <a:buNone/>
              <a:defRPr sz="800">
                <a:solidFill>
                  <a:srgbClr val="000000"/>
                </a:solidFill>
              </a:defRPr>
            </a:lvl2pPr>
            <a:lvl3pPr lvl="2" rtl="0">
              <a:lnSpc>
                <a:spcPct val="90000"/>
              </a:lnSpc>
              <a:spcBef>
                <a:spcPts val="0"/>
              </a:spcBef>
              <a:spcAft>
                <a:spcPts val="0"/>
              </a:spcAft>
              <a:buClr>
                <a:srgbClr val="000000"/>
              </a:buClr>
              <a:buSzPts val="800"/>
              <a:buNone/>
              <a:defRPr sz="800">
                <a:solidFill>
                  <a:srgbClr val="000000"/>
                </a:solidFill>
              </a:defRPr>
            </a:lvl3pPr>
            <a:lvl4pPr lvl="3" rtl="0">
              <a:lnSpc>
                <a:spcPct val="90000"/>
              </a:lnSpc>
              <a:spcBef>
                <a:spcPts val="0"/>
              </a:spcBef>
              <a:spcAft>
                <a:spcPts val="0"/>
              </a:spcAft>
              <a:buClr>
                <a:srgbClr val="000000"/>
              </a:buClr>
              <a:buSzPts val="800"/>
              <a:buNone/>
              <a:defRPr sz="800">
                <a:solidFill>
                  <a:srgbClr val="000000"/>
                </a:solidFill>
              </a:defRPr>
            </a:lvl4pPr>
            <a:lvl5pPr lvl="4" rtl="0">
              <a:lnSpc>
                <a:spcPct val="90000"/>
              </a:lnSpc>
              <a:spcBef>
                <a:spcPts val="0"/>
              </a:spcBef>
              <a:spcAft>
                <a:spcPts val="0"/>
              </a:spcAft>
              <a:buClr>
                <a:srgbClr val="000000"/>
              </a:buClr>
              <a:buSzPts val="800"/>
              <a:buNone/>
              <a:defRPr sz="800">
                <a:solidFill>
                  <a:srgbClr val="000000"/>
                </a:solidFill>
              </a:defRPr>
            </a:lvl5pPr>
            <a:lvl6pPr lvl="5" rtl="0">
              <a:lnSpc>
                <a:spcPct val="90000"/>
              </a:lnSpc>
              <a:spcBef>
                <a:spcPts val="0"/>
              </a:spcBef>
              <a:spcAft>
                <a:spcPts val="0"/>
              </a:spcAft>
              <a:buClr>
                <a:srgbClr val="000000"/>
              </a:buClr>
              <a:buSzPts val="800"/>
              <a:buNone/>
              <a:defRPr sz="800">
                <a:solidFill>
                  <a:srgbClr val="000000"/>
                </a:solidFill>
              </a:defRPr>
            </a:lvl6pPr>
            <a:lvl7pPr lvl="6" rtl="0">
              <a:lnSpc>
                <a:spcPct val="90000"/>
              </a:lnSpc>
              <a:spcBef>
                <a:spcPts val="0"/>
              </a:spcBef>
              <a:spcAft>
                <a:spcPts val="0"/>
              </a:spcAft>
              <a:buClr>
                <a:srgbClr val="000000"/>
              </a:buClr>
              <a:buSzPts val="800"/>
              <a:buNone/>
              <a:defRPr sz="800">
                <a:solidFill>
                  <a:srgbClr val="000000"/>
                </a:solidFill>
              </a:defRPr>
            </a:lvl7pPr>
            <a:lvl8pPr lvl="7" rtl="0">
              <a:lnSpc>
                <a:spcPct val="90000"/>
              </a:lnSpc>
              <a:spcBef>
                <a:spcPts val="0"/>
              </a:spcBef>
              <a:spcAft>
                <a:spcPts val="0"/>
              </a:spcAft>
              <a:buClr>
                <a:srgbClr val="000000"/>
              </a:buClr>
              <a:buSzPts val="800"/>
              <a:buNone/>
              <a:defRPr sz="800">
                <a:solidFill>
                  <a:srgbClr val="000000"/>
                </a:solidFill>
              </a:defRPr>
            </a:lvl8pPr>
            <a:lvl9pPr lvl="8" rtl="0">
              <a:lnSpc>
                <a:spcPct val="90000"/>
              </a:lnSpc>
              <a:spcBef>
                <a:spcPts val="0"/>
              </a:spcBef>
              <a:spcAft>
                <a:spcPts val="0"/>
              </a:spcAft>
              <a:buClr>
                <a:srgbClr val="000000"/>
              </a:buClr>
              <a:buSzPts val="800"/>
              <a:buNone/>
              <a:defRPr sz="800">
                <a:solidFill>
                  <a:srgbClr val="000000"/>
                </a:solidFill>
              </a:defRPr>
            </a:lvl9pPr>
          </a:lstStyle>
          <a:p/>
        </p:txBody>
      </p:sp>
      <p:sp>
        <p:nvSpPr>
          <p:cNvPr id="742" name="Google Shape;742;p7"/>
          <p:cNvSpPr txBox="1"/>
          <p:nvPr>
            <p:ph idx="36" type="subTitle"/>
          </p:nvPr>
        </p:nvSpPr>
        <p:spPr>
          <a:xfrm>
            <a:off x="4460203" y="5476396"/>
            <a:ext cx="1750500" cy="561600"/>
          </a:xfrm>
          <a:prstGeom prst="rect">
            <a:avLst/>
          </a:prstGeom>
          <a:noFill/>
          <a:ln>
            <a:noFill/>
          </a:ln>
        </p:spPr>
        <p:txBody>
          <a:bodyPr anchorCtr="0" anchor="ctr" bIns="54000" lIns="54000" spcFirstLastPara="1" rIns="54000" wrap="square" tIns="54000">
            <a:noAutofit/>
          </a:bodyPr>
          <a:lstStyle>
            <a:lvl1pPr lvl="0"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rtl="0">
              <a:lnSpc>
                <a:spcPct val="90000"/>
              </a:lnSpc>
              <a:spcBef>
                <a:spcPts val="0"/>
              </a:spcBef>
              <a:spcAft>
                <a:spcPts val="0"/>
              </a:spcAft>
              <a:buClr>
                <a:srgbClr val="000000"/>
              </a:buClr>
              <a:buSzPts val="800"/>
              <a:buNone/>
              <a:defRPr sz="800">
                <a:solidFill>
                  <a:srgbClr val="000000"/>
                </a:solidFill>
              </a:defRPr>
            </a:lvl2pPr>
            <a:lvl3pPr lvl="2" rtl="0">
              <a:lnSpc>
                <a:spcPct val="90000"/>
              </a:lnSpc>
              <a:spcBef>
                <a:spcPts val="0"/>
              </a:spcBef>
              <a:spcAft>
                <a:spcPts val="0"/>
              </a:spcAft>
              <a:buClr>
                <a:srgbClr val="000000"/>
              </a:buClr>
              <a:buSzPts val="800"/>
              <a:buNone/>
              <a:defRPr sz="800">
                <a:solidFill>
                  <a:srgbClr val="000000"/>
                </a:solidFill>
              </a:defRPr>
            </a:lvl3pPr>
            <a:lvl4pPr lvl="3" rtl="0">
              <a:lnSpc>
                <a:spcPct val="90000"/>
              </a:lnSpc>
              <a:spcBef>
                <a:spcPts val="0"/>
              </a:spcBef>
              <a:spcAft>
                <a:spcPts val="0"/>
              </a:spcAft>
              <a:buClr>
                <a:srgbClr val="000000"/>
              </a:buClr>
              <a:buSzPts val="800"/>
              <a:buNone/>
              <a:defRPr sz="800">
                <a:solidFill>
                  <a:srgbClr val="000000"/>
                </a:solidFill>
              </a:defRPr>
            </a:lvl4pPr>
            <a:lvl5pPr lvl="4" rtl="0">
              <a:lnSpc>
                <a:spcPct val="90000"/>
              </a:lnSpc>
              <a:spcBef>
                <a:spcPts val="0"/>
              </a:spcBef>
              <a:spcAft>
                <a:spcPts val="0"/>
              </a:spcAft>
              <a:buClr>
                <a:srgbClr val="000000"/>
              </a:buClr>
              <a:buSzPts val="800"/>
              <a:buNone/>
              <a:defRPr sz="800">
                <a:solidFill>
                  <a:srgbClr val="000000"/>
                </a:solidFill>
              </a:defRPr>
            </a:lvl5pPr>
            <a:lvl6pPr lvl="5" rtl="0">
              <a:lnSpc>
                <a:spcPct val="90000"/>
              </a:lnSpc>
              <a:spcBef>
                <a:spcPts val="0"/>
              </a:spcBef>
              <a:spcAft>
                <a:spcPts val="0"/>
              </a:spcAft>
              <a:buClr>
                <a:srgbClr val="000000"/>
              </a:buClr>
              <a:buSzPts val="800"/>
              <a:buNone/>
              <a:defRPr sz="800">
                <a:solidFill>
                  <a:srgbClr val="000000"/>
                </a:solidFill>
              </a:defRPr>
            </a:lvl6pPr>
            <a:lvl7pPr lvl="6" rtl="0">
              <a:lnSpc>
                <a:spcPct val="90000"/>
              </a:lnSpc>
              <a:spcBef>
                <a:spcPts val="0"/>
              </a:spcBef>
              <a:spcAft>
                <a:spcPts val="0"/>
              </a:spcAft>
              <a:buClr>
                <a:srgbClr val="000000"/>
              </a:buClr>
              <a:buSzPts val="800"/>
              <a:buNone/>
              <a:defRPr sz="800">
                <a:solidFill>
                  <a:srgbClr val="000000"/>
                </a:solidFill>
              </a:defRPr>
            </a:lvl7pPr>
            <a:lvl8pPr lvl="7" rtl="0">
              <a:lnSpc>
                <a:spcPct val="90000"/>
              </a:lnSpc>
              <a:spcBef>
                <a:spcPts val="0"/>
              </a:spcBef>
              <a:spcAft>
                <a:spcPts val="0"/>
              </a:spcAft>
              <a:buClr>
                <a:srgbClr val="000000"/>
              </a:buClr>
              <a:buSzPts val="800"/>
              <a:buNone/>
              <a:defRPr sz="800">
                <a:solidFill>
                  <a:srgbClr val="000000"/>
                </a:solidFill>
              </a:defRPr>
            </a:lvl8pPr>
            <a:lvl9pPr lvl="8" rtl="0">
              <a:lnSpc>
                <a:spcPct val="90000"/>
              </a:lnSpc>
              <a:spcBef>
                <a:spcPts val="0"/>
              </a:spcBef>
              <a:spcAft>
                <a:spcPts val="0"/>
              </a:spcAft>
              <a:buClr>
                <a:srgbClr val="000000"/>
              </a:buClr>
              <a:buSzPts val="800"/>
              <a:buNone/>
              <a:defRPr sz="800">
                <a:solidFill>
                  <a:srgbClr val="000000"/>
                </a:solidFill>
              </a:defRPr>
            </a:lvl9pPr>
          </a:lstStyle>
          <a:p/>
        </p:txBody>
      </p:sp>
      <p:sp>
        <p:nvSpPr>
          <p:cNvPr id="743" name="Google Shape;743;p7"/>
          <p:cNvSpPr txBox="1"/>
          <p:nvPr>
            <p:ph idx="37" type="subTitle"/>
          </p:nvPr>
        </p:nvSpPr>
        <p:spPr>
          <a:xfrm>
            <a:off x="6269339" y="5476396"/>
            <a:ext cx="1731300" cy="561600"/>
          </a:xfrm>
          <a:prstGeom prst="rect">
            <a:avLst/>
          </a:prstGeom>
          <a:noFill/>
          <a:ln>
            <a:noFill/>
          </a:ln>
        </p:spPr>
        <p:txBody>
          <a:bodyPr anchorCtr="0" anchor="ctr" bIns="54000" lIns="54000" spcFirstLastPara="1" rIns="54000" wrap="square" tIns="54000">
            <a:noAutofit/>
          </a:bodyPr>
          <a:lstStyle>
            <a:lvl1pPr lvl="0"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rtl="0">
              <a:lnSpc>
                <a:spcPct val="90000"/>
              </a:lnSpc>
              <a:spcBef>
                <a:spcPts val="0"/>
              </a:spcBef>
              <a:spcAft>
                <a:spcPts val="0"/>
              </a:spcAft>
              <a:buClr>
                <a:srgbClr val="000000"/>
              </a:buClr>
              <a:buSzPts val="800"/>
              <a:buNone/>
              <a:defRPr sz="800">
                <a:solidFill>
                  <a:srgbClr val="000000"/>
                </a:solidFill>
              </a:defRPr>
            </a:lvl2pPr>
            <a:lvl3pPr lvl="2" rtl="0">
              <a:lnSpc>
                <a:spcPct val="90000"/>
              </a:lnSpc>
              <a:spcBef>
                <a:spcPts val="0"/>
              </a:spcBef>
              <a:spcAft>
                <a:spcPts val="0"/>
              </a:spcAft>
              <a:buClr>
                <a:srgbClr val="000000"/>
              </a:buClr>
              <a:buSzPts val="800"/>
              <a:buNone/>
              <a:defRPr sz="800">
                <a:solidFill>
                  <a:srgbClr val="000000"/>
                </a:solidFill>
              </a:defRPr>
            </a:lvl3pPr>
            <a:lvl4pPr lvl="3" rtl="0">
              <a:lnSpc>
                <a:spcPct val="90000"/>
              </a:lnSpc>
              <a:spcBef>
                <a:spcPts val="0"/>
              </a:spcBef>
              <a:spcAft>
                <a:spcPts val="0"/>
              </a:spcAft>
              <a:buClr>
                <a:srgbClr val="000000"/>
              </a:buClr>
              <a:buSzPts val="800"/>
              <a:buNone/>
              <a:defRPr sz="800">
                <a:solidFill>
                  <a:srgbClr val="000000"/>
                </a:solidFill>
              </a:defRPr>
            </a:lvl4pPr>
            <a:lvl5pPr lvl="4" rtl="0">
              <a:lnSpc>
                <a:spcPct val="90000"/>
              </a:lnSpc>
              <a:spcBef>
                <a:spcPts val="0"/>
              </a:spcBef>
              <a:spcAft>
                <a:spcPts val="0"/>
              </a:spcAft>
              <a:buClr>
                <a:srgbClr val="000000"/>
              </a:buClr>
              <a:buSzPts val="800"/>
              <a:buNone/>
              <a:defRPr sz="800">
                <a:solidFill>
                  <a:srgbClr val="000000"/>
                </a:solidFill>
              </a:defRPr>
            </a:lvl5pPr>
            <a:lvl6pPr lvl="5" rtl="0">
              <a:lnSpc>
                <a:spcPct val="90000"/>
              </a:lnSpc>
              <a:spcBef>
                <a:spcPts val="0"/>
              </a:spcBef>
              <a:spcAft>
                <a:spcPts val="0"/>
              </a:spcAft>
              <a:buClr>
                <a:srgbClr val="000000"/>
              </a:buClr>
              <a:buSzPts val="800"/>
              <a:buNone/>
              <a:defRPr sz="800">
                <a:solidFill>
                  <a:srgbClr val="000000"/>
                </a:solidFill>
              </a:defRPr>
            </a:lvl6pPr>
            <a:lvl7pPr lvl="6" rtl="0">
              <a:lnSpc>
                <a:spcPct val="90000"/>
              </a:lnSpc>
              <a:spcBef>
                <a:spcPts val="0"/>
              </a:spcBef>
              <a:spcAft>
                <a:spcPts val="0"/>
              </a:spcAft>
              <a:buClr>
                <a:srgbClr val="000000"/>
              </a:buClr>
              <a:buSzPts val="800"/>
              <a:buNone/>
              <a:defRPr sz="800">
                <a:solidFill>
                  <a:srgbClr val="000000"/>
                </a:solidFill>
              </a:defRPr>
            </a:lvl7pPr>
            <a:lvl8pPr lvl="7" rtl="0">
              <a:lnSpc>
                <a:spcPct val="90000"/>
              </a:lnSpc>
              <a:spcBef>
                <a:spcPts val="0"/>
              </a:spcBef>
              <a:spcAft>
                <a:spcPts val="0"/>
              </a:spcAft>
              <a:buClr>
                <a:srgbClr val="000000"/>
              </a:buClr>
              <a:buSzPts val="800"/>
              <a:buNone/>
              <a:defRPr sz="800">
                <a:solidFill>
                  <a:srgbClr val="000000"/>
                </a:solidFill>
              </a:defRPr>
            </a:lvl8pPr>
            <a:lvl9pPr lvl="8" rtl="0">
              <a:lnSpc>
                <a:spcPct val="90000"/>
              </a:lnSpc>
              <a:spcBef>
                <a:spcPts val="0"/>
              </a:spcBef>
              <a:spcAft>
                <a:spcPts val="0"/>
              </a:spcAft>
              <a:buClr>
                <a:srgbClr val="000000"/>
              </a:buClr>
              <a:buSzPts val="800"/>
              <a:buNone/>
              <a:defRPr sz="800">
                <a:solidFill>
                  <a:srgbClr val="000000"/>
                </a:solidFill>
              </a:defRPr>
            </a:lvl9pPr>
          </a:lstStyle>
          <a:p/>
        </p:txBody>
      </p:sp>
      <p:sp>
        <p:nvSpPr>
          <p:cNvPr id="744" name="Google Shape;744;p7"/>
          <p:cNvSpPr txBox="1"/>
          <p:nvPr>
            <p:ph idx="38" type="subTitle"/>
          </p:nvPr>
        </p:nvSpPr>
        <p:spPr>
          <a:xfrm>
            <a:off x="8053914" y="5476396"/>
            <a:ext cx="1731300" cy="561600"/>
          </a:xfrm>
          <a:prstGeom prst="rect">
            <a:avLst/>
          </a:prstGeom>
          <a:noFill/>
          <a:ln>
            <a:noFill/>
          </a:ln>
        </p:spPr>
        <p:txBody>
          <a:bodyPr anchorCtr="0" anchor="ctr" bIns="54000" lIns="54000" spcFirstLastPara="1" rIns="54000" wrap="square" tIns="54000">
            <a:noAutofit/>
          </a:bodyPr>
          <a:lstStyle>
            <a:lvl1pPr lvl="0"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rtl="0">
              <a:lnSpc>
                <a:spcPct val="90000"/>
              </a:lnSpc>
              <a:spcBef>
                <a:spcPts val="0"/>
              </a:spcBef>
              <a:spcAft>
                <a:spcPts val="0"/>
              </a:spcAft>
              <a:buClr>
                <a:srgbClr val="000000"/>
              </a:buClr>
              <a:buSzPts val="800"/>
              <a:buNone/>
              <a:defRPr sz="800">
                <a:solidFill>
                  <a:srgbClr val="000000"/>
                </a:solidFill>
              </a:defRPr>
            </a:lvl2pPr>
            <a:lvl3pPr lvl="2" rtl="0">
              <a:lnSpc>
                <a:spcPct val="90000"/>
              </a:lnSpc>
              <a:spcBef>
                <a:spcPts val="0"/>
              </a:spcBef>
              <a:spcAft>
                <a:spcPts val="0"/>
              </a:spcAft>
              <a:buClr>
                <a:srgbClr val="000000"/>
              </a:buClr>
              <a:buSzPts val="800"/>
              <a:buNone/>
              <a:defRPr sz="800">
                <a:solidFill>
                  <a:srgbClr val="000000"/>
                </a:solidFill>
              </a:defRPr>
            </a:lvl3pPr>
            <a:lvl4pPr lvl="3" rtl="0">
              <a:lnSpc>
                <a:spcPct val="90000"/>
              </a:lnSpc>
              <a:spcBef>
                <a:spcPts val="0"/>
              </a:spcBef>
              <a:spcAft>
                <a:spcPts val="0"/>
              </a:spcAft>
              <a:buClr>
                <a:srgbClr val="000000"/>
              </a:buClr>
              <a:buSzPts val="800"/>
              <a:buNone/>
              <a:defRPr sz="800">
                <a:solidFill>
                  <a:srgbClr val="000000"/>
                </a:solidFill>
              </a:defRPr>
            </a:lvl4pPr>
            <a:lvl5pPr lvl="4" rtl="0">
              <a:lnSpc>
                <a:spcPct val="90000"/>
              </a:lnSpc>
              <a:spcBef>
                <a:spcPts val="0"/>
              </a:spcBef>
              <a:spcAft>
                <a:spcPts val="0"/>
              </a:spcAft>
              <a:buClr>
                <a:srgbClr val="000000"/>
              </a:buClr>
              <a:buSzPts val="800"/>
              <a:buNone/>
              <a:defRPr sz="800">
                <a:solidFill>
                  <a:srgbClr val="000000"/>
                </a:solidFill>
              </a:defRPr>
            </a:lvl5pPr>
            <a:lvl6pPr lvl="5" rtl="0">
              <a:lnSpc>
                <a:spcPct val="90000"/>
              </a:lnSpc>
              <a:spcBef>
                <a:spcPts val="0"/>
              </a:spcBef>
              <a:spcAft>
                <a:spcPts val="0"/>
              </a:spcAft>
              <a:buClr>
                <a:srgbClr val="000000"/>
              </a:buClr>
              <a:buSzPts val="800"/>
              <a:buNone/>
              <a:defRPr sz="800">
                <a:solidFill>
                  <a:srgbClr val="000000"/>
                </a:solidFill>
              </a:defRPr>
            </a:lvl6pPr>
            <a:lvl7pPr lvl="6" rtl="0">
              <a:lnSpc>
                <a:spcPct val="90000"/>
              </a:lnSpc>
              <a:spcBef>
                <a:spcPts val="0"/>
              </a:spcBef>
              <a:spcAft>
                <a:spcPts val="0"/>
              </a:spcAft>
              <a:buClr>
                <a:srgbClr val="000000"/>
              </a:buClr>
              <a:buSzPts val="800"/>
              <a:buNone/>
              <a:defRPr sz="800">
                <a:solidFill>
                  <a:srgbClr val="000000"/>
                </a:solidFill>
              </a:defRPr>
            </a:lvl7pPr>
            <a:lvl8pPr lvl="7" rtl="0">
              <a:lnSpc>
                <a:spcPct val="90000"/>
              </a:lnSpc>
              <a:spcBef>
                <a:spcPts val="0"/>
              </a:spcBef>
              <a:spcAft>
                <a:spcPts val="0"/>
              </a:spcAft>
              <a:buClr>
                <a:srgbClr val="000000"/>
              </a:buClr>
              <a:buSzPts val="800"/>
              <a:buNone/>
              <a:defRPr sz="800">
                <a:solidFill>
                  <a:srgbClr val="000000"/>
                </a:solidFill>
              </a:defRPr>
            </a:lvl8pPr>
            <a:lvl9pPr lvl="8" rtl="0">
              <a:lnSpc>
                <a:spcPct val="90000"/>
              </a:lnSpc>
              <a:spcBef>
                <a:spcPts val="0"/>
              </a:spcBef>
              <a:spcAft>
                <a:spcPts val="0"/>
              </a:spcAft>
              <a:buClr>
                <a:srgbClr val="000000"/>
              </a:buClr>
              <a:buSzPts val="800"/>
              <a:buNone/>
              <a:defRPr sz="800">
                <a:solidFill>
                  <a:srgbClr val="000000"/>
                </a:solidFill>
              </a:defRPr>
            </a:lvl9pPr>
          </a:lstStyle>
          <a:p/>
        </p:txBody>
      </p:sp>
      <p:sp>
        <p:nvSpPr>
          <p:cNvPr id="745" name="Google Shape;745;p7"/>
          <p:cNvSpPr txBox="1"/>
          <p:nvPr/>
        </p:nvSpPr>
        <p:spPr>
          <a:xfrm>
            <a:off x="277302" y="5476459"/>
            <a:ext cx="509100" cy="5616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s-419">
                <a:latin typeface="Arvo"/>
                <a:ea typeface="Arvo"/>
                <a:cs typeface="Arvo"/>
                <a:sym typeface="Arvo"/>
              </a:rPr>
              <a:t>7</a:t>
            </a:r>
            <a:endParaRPr b="1">
              <a:latin typeface="Arvo"/>
              <a:ea typeface="Arvo"/>
              <a:cs typeface="Arvo"/>
              <a:sym typeface="Arvo"/>
            </a:endParaRPr>
          </a:p>
        </p:txBody>
      </p:sp>
      <p:sp>
        <p:nvSpPr>
          <p:cNvPr id="746" name="Google Shape;746;p7"/>
          <p:cNvSpPr txBox="1"/>
          <p:nvPr>
            <p:ph idx="39" type="subTitle"/>
          </p:nvPr>
        </p:nvSpPr>
        <p:spPr>
          <a:xfrm>
            <a:off x="832100" y="6122055"/>
            <a:ext cx="1750500" cy="561600"/>
          </a:xfrm>
          <a:prstGeom prst="rect">
            <a:avLst/>
          </a:prstGeom>
          <a:noFill/>
          <a:ln>
            <a:noFill/>
          </a:ln>
        </p:spPr>
        <p:txBody>
          <a:bodyPr anchorCtr="0" anchor="ctr" bIns="54000" lIns="54000" spcFirstLastPara="1" rIns="54000" wrap="square" tIns="54000">
            <a:noAutofit/>
          </a:bodyPr>
          <a:lstStyle>
            <a:lvl1pPr lvl="0"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rtl="0">
              <a:lnSpc>
                <a:spcPct val="90000"/>
              </a:lnSpc>
              <a:spcBef>
                <a:spcPts val="0"/>
              </a:spcBef>
              <a:spcAft>
                <a:spcPts val="0"/>
              </a:spcAft>
              <a:buClr>
                <a:srgbClr val="000000"/>
              </a:buClr>
              <a:buSzPts val="800"/>
              <a:buNone/>
              <a:defRPr sz="800">
                <a:solidFill>
                  <a:srgbClr val="000000"/>
                </a:solidFill>
              </a:defRPr>
            </a:lvl2pPr>
            <a:lvl3pPr lvl="2" rtl="0">
              <a:lnSpc>
                <a:spcPct val="90000"/>
              </a:lnSpc>
              <a:spcBef>
                <a:spcPts val="0"/>
              </a:spcBef>
              <a:spcAft>
                <a:spcPts val="0"/>
              </a:spcAft>
              <a:buClr>
                <a:srgbClr val="000000"/>
              </a:buClr>
              <a:buSzPts val="800"/>
              <a:buNone/>
              <a:defRPr sz="800">
                <a:solidFill>
                  <a:srgbClr val="000000"/>
                </a:solidFill>
              </a:defRPr>
            </a:lvl3pPr>
            <a:lvl4pPr lvl="3" rtl="0">
              <a:lnSpc>
                <a:spcPct val="90000"/>
              </a:lnSpc>
              <a:spcBef>
                <a:spcPts val="0"/>
              </a:spcBef>
              <a:spcAft>
                <a:spcPts val="0"/>
              </a:spcAft>
              <a:buClr>
                <a:srgbClr val="000000"/>
              </a:buClr>
              <a:buSzPts val="800"/>
              <a:buNone/>
              <a:defRPr sz="800">
                <a:solidFill>
                  <a:srgbClr val="000000"/>
                </a:solidFill>
              </a:defRPr>
            </a:lvl4pPr>
            <a:lvl5pPr lvl="4" rtl="0">
              <a:lnSpc>
                <a:spcPct val="90000"/>
              </a:lnSpc>
              <a:spcBef>
                <a:spcPts val="0"/>
              </a:spcBef>
              <a:spcAft>
                <a:spcPts val="0"/>
              </a:spcAft>
              <a:buClr>
                <a:srgbClr val="000000"/>
              </a:buClr>
              <a:buSzPts val="800"/>
              <a:buNone/>
              <a:defRPr sz="800">
                <a:solidFill>
                  <a:srgbClr val="000000"/>
                </a:solidFill>
              </a:defRPr>
            </a:lvl5pPr>
            <a:lvl6pPr lvl="5" rtl="0">
              <a:lnSpc>
                <a:spcPct val="90000"/>
              </a:lnSpc>
              <a:spcBef>
                <a:spcPts val="0"/>
              </a:spcBef>
              <a:spcAft>
                <a:spcPts val="0"/>
              </a:spcAft>
              <a:buClr>
                <a:srgbClr val="000000"/>
              </a:buClr>
              <a:buSzPts val="800"/>
              <a:buNone/>
              <a:defRPr sz="800">
                <a:solidFill>
                  <a:srgbClr val="000000"/>
                </a:solidFill>
              </a:defRPr>
            </a:lvl6pPr>
            <a:lvl7pPr lvl="6" rtl="0">
              <a:lnSpc>
                <a:spcPct val="90000"/>
              </a:lnSpc>
              <a:spcBef>
                <a:spcPts val="0"/>
              </a:spcBef>
              <a:spcAft>
                <a:spcPts val="0"/>
              </a:spcAft>
              <a:buClr>
                <a:srgbClr val="000000"/>
              </a:buClr>
              <a:buSzPts val="800"/>
              <a:buNone/>
              <a:defRPr sz="800">
                <a:solidFill>
                  <a:srgbClr val="000000"/>
                </a:solidFill>
              </a:defRPr>
            </a:lvl7pPr>
            <a:lvl8pPr lvl="7" rtl="0">
              <a:lnSpc>
                <a:spcPct val="90000"/>
              </a:lnSpc>
              <a:spcBef>
                <a:spcPts val="0"/>
              </a:spcBef>
              <a:spcAft>
                <a:spcPts val="0"/>
              </a:spcAft>
              <a:buClr>
                <a:srgbClr val="000000"/>
              </a:buClr>
              <a:buSzPts val="800"/>
              <a:buNone/>
              <a:defRPr sz="800">
                <a:solidFill>
                  <a:srgbClr val="000000"/>
                </a:solidFill>
              </a:defRPr>
            </a:lvl8pPr>
            <a:lvl9pPr lvl="8" rtl="0">
              <a:lnSpc>
                <a:spcPct val="90000"/>
              </a:lnSpc>
              <a:spcBef>
                <a:spcPts val="0"/>
              </a:spcBef>
              <a:spcAft>
                <a:spcPts val="0"/>
              </a:spcAft>
              <a:buClr>
                <a:srgbClr val="000000"/>
              </a:buClr>
              <a:buSzPts val="800"/>
              <a:buNone/>
              <a:defRPr sz="800">
                <a:solidFill>
                  <a:srgbClr val="000000"/>
                </a:solidFill>
              </a:defRPr>
            </a:lvl9pPr>
          </a:lstStyle>
          <a:p/>
        </p:txBody>
      </p:sp>
      <p:sp>
        <p:nvSpPr>
          <p:cNvPr id="747" name="Google Shape;747;p7"/>
          <p:cNvSpPr txBox="1"/>
          <p:nvPr>
            <p:ph idx="40" type="subTitle"/>
          </p:nvPr>
        </p:nvSpPr>
        <p:spPr>
          <a:xfrm>
            <a:off x="2631411" y="6122055"/>
            <a:ext cx="1771500" cy="561600"/>
          </a:xfrm>
          <a:prstGeom prst="rect">
            <a:avLst/>
          </a:prstGeom>
          <a:noFill/>
          <a:ln>
            <a:noFill/>
          </a:ln>
        </p:spPr>
        <p:txBody>
          <a:bodyPr anchorCtr="0" anchor="ctr" bIns="54000" lIns="54000" spcFirstLastPara="1" rIns="54000" wrap="square" tIns="54000">
            <a:noAutofit/>
          </a:bodyPr>
          <a:lstStyle>
            <a:lvl1pPr lvl="0"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rtl="0">
              <a:lnSpc>
                <a:spcPct val="90000"/>
              </a:lnSpc>
              <a:spcBef>
                <a:spcPts val="0"/>
              </a:spcBef>
              <a:spcAft>
                <a:spcPts val="0"/>
              </a:spcAft>
              <a:buClr>
                <a:srgbClr val="000000"/>
              </a:buClr>
              <a:buSzPts val="800"/>
              <a:buNone/>
              <a:defRPr sz="800">
                <a:solidFill>
                  <a:srgbClr val="000000"/>
                </a:solidFill>
              </a:defRPr>
            </a:lvl2pPr>
            <a:lvl3pPr lvl="2" rtl="0">
              <a:lnSpc>
                <a:spcPct val="90000"/>
              </a:lnSpc>
              <a:spcBef>
                <a:spcPts val="0"/>
              </a:spcBef>
              <a:spcAft>
                <a:spcPts val="0"/>
              </a:spcAft>
              <a:buClr>
                <a:srgbClr val="000000"/>
              </a:buClr>
              <a:buSzPts val="800"/>
              <a:buNone/>
              <a:defRPr sz="800">
                <a:solidFill>
                  <a:srgbClr val="000000"/>
                </a:solidFill>
              </a:defRPr>
            </a:lvl3pPr>
            <a:lvl4pPr lvl="3" rtl="0">
              <a:lnSpc>
                <a:spcPct val="90000"/>
              </a:lnSpc>
              <a:spcBef>
                <a:spcPts val="0"/>
              </a:spcBef>
              <a:spcAft>
                <a:spcPts val="0"/>
              </a:spcAft>
              <a:buClr>
                <a:srgbClr val="000000"/>
              </a:buClr>
              <a:buSzPts val="800"/>
              <a:buNone/>
              <a:defRPr sz="800">
                <a:solidFill>
                  <a:srgbClr val="000000"/>
                </a:solidFill>
              </a:defRPr>
            </a:lvl4pPr>
            <a:lvl5pPr lvl="4" rtl="0">
              <a:lnSpc>
                <a:spcPct val="90000"/>
              </a:lnSpc>
              <a:spcBef>
                <a:spcPts val="0"/>
              </a:spcBef>
              <a:spcAft>
                <a:spcPts val="0"/>
              </a:spcAft>
              <a:buClr>
                <a:srgbClr val="000000"/>
              </a:buClr>
              <a:buSzPts val="800"/>
              <a:buNone/>
              <a:defRPr sz="800">
                <a:solidFill>
                  <a:srgbClr val="000000"/>
                </a:solidFill>
              </a:defRPr>
            </a:lvl5pPr>
            <a:lvl6pPr lvl="5" rtl="0">
              <a:lnSpc>
                <a:spcPct val="90000"/>
              </a:lnSpc>
              <a:spcBef>
                <a:spcPts val="0"/>
              </a:spcBef>
              <a:spcAft>
                <a:spcPts val="0"/>
              </a:spcAft>
              <a:buClr>
                <a:srgbClr val="000000"/>
              </a:buClr>
              <a:buSzPts val="800"/>
              <a:buNone/>
              <a:defRPr sz="800">
                <a:solidFill>
                  <a:srgbClr val="000000"/>
                </a:solidFill>
              </a:defRPr>
            </a:lvl6pPr>
            <a:lvl7pPr lvl="6" rtl="0">
              <a:lnSpc>
                <a:spcPct val="90000"/>
              </a:lnSpc>
              <a:spcBef>
                <a:spcPts val="0"/>
              </a:spcBef>
              <a:spcAft>
                <a:spcPts val="0"/>
              </a:spcAft>
              <a:buClr>
                <a:srgbClr val="000000"/>
              </a:buClr>
              <a:buSzPts val="800"/>
              <a:buNone/>
              <a:defRPr sz="800">
                <a:solidFill>
                  <a:srgbClr val="000000"/>
                </a:solidFill>
              </a:defRPr>
            </a:lvl7pPr>
            <a:lvl8pPr lvl="7" rtl="0">
              <a:lnSpc>
                <a:spcPct val="90000"/>
              </a:lnSpc>
              <a:spcBef>
                <a:spcPts val="0"/>
              </a:spcBef>
              <a:spcAft>
                <a:spcPts val="0"/>
              </a:spcAft>
              <a:buClr>
                <a:srgbClr val="000000"/>
              </a:buClr>
              <a:buSzPts val="800"/>
              <a:buNone/>
              <a:defRPr sz="800">
                <a:solidFill>
                  <a:srgbClr val="000000"/>
                </a:solidFill>
              </a:defRPr>
            </a:lvl8pPr>
            <a:lvl9pPr lvl="8" rtl="0">
              <a:lnSpc>
                <a:spcPct val="90000"/>
              </a:lnSpc>
              <a:spcBef>
                <a:spcPts val="0"/>
              </a:spcBef>
              <a:spcAft>
                <a:spcPts val="0"/>
              </a:spcAft>
              <a:buClr>
                <a:srgbClr val="000000"/>
              </a:buClr>
              <a:buSzPts val="800"/>
              <a:buNone/>
              <a:defRPr sz="800">
                <a:solidFill>
                  <a:srgbClr val="000000"/>
                </a:solidFill>
              </a:defRPr>
            </a:lvl9pPr>
          </a:lstStyle>
          <a:p/>
        </p:txBody>
      </p:sp>
      <p:sp>
        <p:nvSpPr>
          <p:cNvPr id="748" name="Google Shape;748;p7"/>
          <p:cNvSpPr txBox="1"/>
          <p:nvPr>
            <p:ph idx="41" type="subTitle"/>
          </p:nvPr>
        </p:nvSpPr>
        <p:spPr>
          <a:xfrm>
            <a:off x="4460203" y="6122055"/>
            <a:ext cx="1750500" cy="561600"/>
          </a:xfrm>
          <a:prstGeom prst="rect">
            <a:avLst/>
          </a:prstGeom>
          <a:noFill/>
          <a:ln>
            <a:noFill/>
          </a:ln>
        </p:spPr>
        <p:txBody>
          <a:bodyPr anchorCtr="0" anchor="ctr" bIns="54000" lIns="54000" spcFirstLastPara="1" rIns="54000" wrap="square" tIns="54000">
            <a:noAutofit/>
          </a:bodyPr>
          <a:lstStyle>
            <a:lvl1pPr lvl="0"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rtl="0">
              <a:lnSpc>
                <a:spcPct val="90000"/>
              </a:lnSpc>
              <a:spcBef>
                <a:spcPts val="0"/>
              </a:spcBef>
              <a:spcAft>
                <a:spcPts val="0"/>
              </a:spcAft>
              <a:buClr>
                <a:srgbClr val="000000"/>
              </a:buClr>
              <a:buSzPts val="800"/>
              <a:buNone/>
              <a:defRPr sz="800">
                <a:solidFill>
                  <a:srgbClr val="000000"/>
                </a:solidFill>
              </a:defRPr>
            </a:lvl2pPr>
            <a:lvl3pPr lvl="2" rtl="0">
              <a:lnSpc>
                <a:spcPct val="90000"/>
              </a:lnSpc>
              <a:spcBef>
                <a:spcPts val="0"/>
              </a:spcBef>
              <a:spcAft>
                <a:spcPts val="0"/>
              </a:spcAft>
              <a:buClr>
                <a:srgbClr val="000000"/>
              </a:buClr>
              <a:buSzPts val="800"/>
              <a:buNone/>
              <a:defRPr sz="800">
                <a:solidFill>
                  <a:srgbClr val="000000"/>
                </a:solidFill>
              </a:defRPr>
            </a:lvl3pPr>
            <a:lvl4pPr lvl="3" rtl="0">
              <a:lnSpc>
                <a:spcPct val="90000"/>
              </a:lnSpc>
              <a:spcBef>
                <a:spcPts val="0"/>
              </a:spcBef>
              <a:spcAft>
                <a:spcPts val="0"/>
              </a:spcAft>
              <a:buClr>
                <a:srgbClr val="000000"/>
              </a:buClr>
              <a:buSzPts val="800"/>
              <a:buNone/>
              <a:defRPr sz="800">
                <a:solidFill>
                  <a:srgbClr val="000000"/>
                </a:solidFill>
              </a:defRPr>
            </a:lvl4pPr>
            <a:lvl5pPr lvl="4" rtl="0">
              <a:lnSpc>
                <a:spcPct val="90000"/>
              </a:lnSpc>
              <a:spcBef>
                <a:spcPts val="0"/>
              </a:spcBef>
              <a:spcAft>
                <a:spcPts val="0"/>
              </a:spcAft>
              <a:buClr>
                <a:srgbClr val="000000"/>
              </a:buClr>
              <a:buSzPts val="800"/>
              <a:buNone/>
              <a:defRPr sz="800">
                <a:solidFill>
                  <a:srgbClr val="000000"/>
                </a:solidFill>
              </a:defRPr>
            </a:lvl5pPr>
            <a:lvl6pPr lvl="5" rtl="0">
              <a:lnSpc>
                <a:spcPct val="90000"/>
              </a:lnSpc>
              <a:spcBef>
                <a:spcPts val="0"/>
              </a:spcBef>
              <a:spcAft>
                <a:spcPts val="0"/>
              </a:spcAft>
              <a:buClr>
                <a:srgbClr val="000000"/>
              </a:buClr>
              <a:buSzPts val="800"/>
              <a:buNone/>
              <a:defRPr sz="800">
                <a:solidFill>
                  <a:srgbClr val="000000"/>
                </a:solidFill>
              </a:defRPr>
            </a:lvl6pPr>
            <a:lvl7pPr lvl="6" rtl="0">
              <a:lnSpc>
                <a:spcPct val="90000"/>
              </a:lnSpc>
              <a:spcBef>
                <a:spcPts val="0"/>
              </a:spcBef>
              <a:spcAft>
                <a:spcPts val="0"/>
              </a:spcAft>
              <a:buClr>
                <a:srgbClr val="000000"/>
              </a:buClr>
              <a:buSzPts val="800"/>
              <a:buNone/>
              <a:defRPr sz="800">
                <a:solidFill>
                  <a:srgbClr val="000000"/>
                </a:solidFill>
              </a:defRPr>
            </a:lvl7pPr>
            <a:lvl8pPr lvl="7" rtl="0">
              <a:lnSpc>
                <a:spcPct val="90000"/>
              </a:lnSpc>
              <a:spcBef>
                <a:spcPts val="0"/>
              </a:spcBef>
              <a:spcAft>
                <a:spcPts val="0"/>
              </a:spcAft>
              <a:buClr>
                <a:srgbClr val="000000"/>
              </a:buClr>
              <a:buSzPts val="800"/>
              <a:buNone/>
              <a:defRPr sz="800">
                <a:solidFill>
                  <a:srgbClr val="000000"/>
                </a:solidFill>
              </a:defRPr>
            </a:lvl8pPr>
            <a:lvl9pPr lvl="8" rtl="0">
              <a:lnSpc>
                <a:spcPct val="90000"/>
              </a:lnSpc>
              <a:spcBef>
                <a:spcPts val="0"/>
              </a:spcBef>
              <a:spcAft>
                <a:spcPts val="0"/>
              </a:spcAft>
              <a:buClr>
                <a:srgbClr val="000000"/>
              </a:buClr>
              <a:buSzPts val="800"/>
              <a:buNone/>
              <a:defRPr sz="800">
                <a:solidFill>
                  <a:srgbClr val="000000"/>
                </a:solidFill>
              </a:defRPr>
            </a:lvl9pPr>
          </a:lstStyle>
          <a:p/>
        </p:txBody>
      </p:sp>
      <p:sp>
        <p:nvSpPr>
          <p:cNvPr id="749" name="Google Shape;749;p7"/>
          <p:cNvSpPr txBox="1"/>
          <p:nvPr>
            <p:ph idx="42" type="subTitle"/>
          </p:nvPr>
        </p:nvSpPr>
        <p:spPr>
          <a:xfrm>
            <a:off x="6269339" y="6122055"/>
            <a:ext cx="1731300" cy="561600"/>
          </a:xfrm>
          <a:prstGeom prst="rect">
            <a:avLst/>
          </a:prstGeom>
          <a:noFill/>
          <a:ln>
            <a:noFill/>
          </a:ln>
        </p:spPr>
        <p:txBody>
          <a:bodyPr anchorCtr="0" anchor="ctr" bIns="54000" lIns="54000" spcFirstLastPara="1" rIns="54000" wrap="square" tIns="54000">
            <a:noAutofit/>
          </a:bodyPr>
          <a:lstStyle>
            <a:lvl1pPr lvl="0"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rtl="0">
              <a:lnSpc>
                <a:spcPct val="90000"/>
              </a:lnSpc>
              <a:spcBef>
                <a:spcPts val="0"/>
              </a:spcBef>
              <a:spcAft>
                <a:spcPts val="0"/>
              </a:spcAft>
              <a:buClr>
                <a:srgbClr val="000000"/>
              </a:buClr>
              <a:buSzPts val="800"/>
              <a:buNone/>
              <a:defRPr sz="800">
                <a:solidFill>
                  <a:srgbClr val="000000"/>
                </a:solidFill>
              </a:defRPr>
            </a:lvl2pPr>
            <a:lvl3pPr lvl="2" rtl="0">
              <a:lnSpc>
                <a:spcPct val="90000"/>
              </a:lnSpc>
              <a:spcBef>
                <a:spcPts val="0"/>
              </a:spcBef>
              <a:spcAft>
                <a:spcPts val="0"/>
              </a:spcAft>
              <a:buClr>
                <a:srgbClr val="000000"/>
              </a:buClr>
              <a:buSzPts val="800"/>
              <a:buNone/>
              <a:defRPr sz="800">
                <a:solidFill>
                  <a:srgbClr val="000000"/>
                </a:solidFill>
              </a:defRPr>
            </a:lvl3pPr>
            <a:lvl4pPr lvl="3" rtl="0">
              <a:lnSpc>
                <a:spcPct val="90000"/>
              </a:lnSpc>
              <a:spcBef>
                <a:spcPts val="0"/>
              </a:spcBef>
              <a:spcAft>
                <a:spcPts val="0"/>
              </a:spcAft>
              <a:buClr>
                <a:srgbClr val="000000"/>
              </a:buClr>
              <a:buSzPts val="800"/>
              <a:buNone/>
              <a:defRPr sz="800">
                <a:solidFill>
                  <a:srgbClr val="000000"/>
                </a:solidFill>
              </a:defRPr>
            </a:lvl4pPr>
            <a:lvl5pPr lvl="4" rtl="0">
              <a:lnSpc>
                <a:spcPct val="90000"/>
              </a:lnSpc>
              <a:spcBef>
                <a:spcPts val="0"/>
              </a:spcBef>
              <a:spcAft>
                <a:spcPts val="0"/>
              </a:spcAft>
              <a:buClr>
                <a:srgbClr val="000000"/>
              </a:buClr>
              <a:buSzPts val="800"/>
              <a:buNone/>
              <a:defRPr sz="800">
                <a:solidFill>
                  <a:srgbClr val="000000"/>
                </a:solidFill>
              </a:defRPr>
            </a:lvl5pPr>
            <a:lvl6pPr lvl="5" rtl="0">
              <a:lnSpc>
                <a:spcPct val="90000"/>
              </a:lnSpc>
              <a:spcBef>
                <a:spcPts val="0"/>
              </a:spcBef>
              <a:spcAft>
                <a:spcPts val="0"/>
              </a:spcAft>
              <a:buClr>
                <a:srgbClr val="000000"/>
              </a:buClr>
              <a:buSzPts val="800"/>
              <a:buNone/>
              <a:defRPr sz="800">
                <a:solidFill>
                  <a:srgbClr val="000000"/>
                </a:solidFill>
              </a:defRPr>
            </a:lvl6pPr>
            <a:lvl7pPr lvl="6" rtl="0">
              <a:lnSpc>
                <a:spcPct val="90000"/>
              </a:lnSpc>
              <a:spcBef>
                <a:spcPts val="0"/>
              </a:spcBef>
              <a:spcAft>
                <a:spcPts val="0"/>
              </a:spcAft>
              <a:buClr>
                <a:srgbClr val="000000"/>
              </a:buClr>
              <a:buSzPts val="800"/>
              <a:buNone/>
              <a:defRPr sz="800">
                <a:solidFill>
                  <a:srgbClr val="000000"/>
                </a:solidFill>
              </a:defRPr>
            </a:lvl7pPr>
            <a:lvl8pPr lvl="7" rtl="0">
              <a:lnSpc>
                <a:spcPct val="90000"/>
              </a:lnSpc>
              <a:spcBef>
                <a:spcPts val="0"/>
              </a:spcBef>
              <a:spcAft>
                <a:spcPts val="0"/>
              </a:spcAft>
              <a:buClr>
                <a:srgbClr val="000000"/>
              </a:buClr>
              <a:buSzPts val="800"/>
              <a:buNone/>
              <a:defRPr sz="800">
                <a:solidFill>
                  <a:srgbClr val="000000"/>
                </a:solidFill>
              </a:defRPr>
            </a:lvl8pPr>
            <a:lvl9pPr lvl="8" rtl="0">
              <a:lnSpc>
                <a:spcPct val="90000"/>
              </a:lnSpc>
              <a:spcBef>
                <a:spcPts val="0"/>
              </a:spcBef>
              <a:spcAft>
                <a:spcPts val="0"/>
              </a:spcAft>
              <a:buClr>
                <a:srgbClr val="000000"/>
              </a:buClr>
              <a:buSzPts val="800"/>
              <a:buNone/>
              <a:defRPr sz="800">
                <a:solidFill>
                  <a:srgbClr val="000000"/>
                </a:solidFill>
              </a:defRPr>
            </a:lvl9pPr>
          </a:lstStyle>
          <a:p/>
        </p:txBody>
      </p:sp>
      <p:sp>
        <p:nvSpPr>
          <p:cNvPr id="750" name="Google Shape;750;p7"/>
          <p:cNvSpPr txBox="1"/>
          <p:nvPr>
            <p:ph idx="43" type="subTitle"/>
          </p:nvPr>
        </p:nvSpPr>
        <p:spPr>
          <a:xfrm>
            <a:off x="8053914" y="6122055"/>
            <a:ext cx="1731300" cy="561600"/>
          </a:xfrm>
          <a:prstGeom prst="rect">
            <a:avLst/>
          </a:prstGeom>
          <a:noFill/>
          <a:ln>
            <a:noFill/>
          </a:ln>
        </p:spPr>
        <p:txBody>
          <a:bodyPr anchorCtr="0" anchor="ctr" bIns="54000" lIns="54000" spcFirstLastPara="1" rIns="54000" wrap="square" tIns="54000">
            <a:noAutofit/>
          </a:bodyPr>
          <a:lstStyle>
            <a:lvl1pPr lvl="0"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rtl="0">
              <a:lnSpc>
                <a:spcPct val="90000"/>
              </a:lnSpc>
              <a:spcBef>
                <a:spcPts val="0"/>
              </a:spcBef>
              <a:spcAft>
                <a:spcPts val="0"/>
              </a:spcAft>
              <a:buClr>
                <a:srgbClr val="000000"/>
              </a:buClr>
              <a:buSzPts val="800"/>
              <a:buNone/>
              <a:defRPr sz="800">
                <a:solidFill>
                  <a:srgbClr val="000000"/>
                </a:solidFill>
              </a:defRPr>
            </a:lvl2pPr>
            <a:lvl3pPr lvl="2" rtl="0">
              <a:lnSpc>
                <a:spcPct val="90000"/>
              </a:lnSpc>
              <a:spcBef>
                <a:spcPts val="0"/>
              </a:spcBef>
              <a:spcAft>
                <a:spcPts val="0"/>
              </a:spcAft>
              <a:buClr>
                <a:srgbClr val="000000"/>
              </a:buClr>
              <a:buSzPts val="800"/>
              <a:buNone/>
              <a:defRPr sz="800">
                <a:solidFill>
                  <a:srgbClr val="000000"/>
                </a:solidFill>
              </a:defRPr>
            </a:lvl3pPr>
            <a:lvl4pPr lvl="3" rtl="0">
              <a:lnSpc>
                <a:spcPct val="90000"/>
              </a:lnSpc>
              <a:spcBef>
                <a:spcPts val="0"/>
              </a:spcBef>
              <a:spcAft>
                <a:spcPts val="0"/>
              </a:spcAft>
              <a:buClr>
                <a:srgbClr val="000000"/>
              </a:buClr>
              <a:buSzPts val="800"/>
              <a:buNone/>
              <a:defRPr sz="800">
                <a:solidFill>
                  <a:srgbClr val="000000"/>
                </a:solidFill>
              </a:defRPr>
            </a:lvl4pPr>
            <a:lvl5pPr lvl="4" rtl="0">
              <a:lnSpc>
                <a:spcPct val="90000"/>
              </a:lnSpc>
              <a:spcBef>
                <a:spcPts val="0"/>
              </a:spcBef>
              <a:spcAft>
                <a:spcPts val="0"/>
              </a:spcAft>
              <a:buClr>
                <a:srgbClr val="000000"/>
              </a:buClr>
              <a:buSzPts val="800"/>
              <a:buNone/>
              <a:defRPr sz="800">
                <a:solidFill>
                  <a:srgbClr val="000000"/>
                </a:solidFill>
              </a:defRPr>
            </a:lvl5pPr>
            <a:lvl6pPr lvl="5" rtl="0">
              <a:lnSpc>
                <a:spcPct val="90000"/>
              </a:lnSpc>
              <a:spcBef>
                <a:spcPts val="0"/>
              </a:spcBef>
              <a:spcAft>
                <a:spcPts val="0"/>
              </a:spcAft>
              <a:buClr>
                <a:srgbClr val="000000"/>
              </a:buClr>
              <a:buSzPts val="800"/>
              <a:buNone/>
              <a:defRPr sz="800">
                <a:solidFill>
                  <a:srgbClr val="000000"/>
                </a:solidFill>
              </a:defRPr>
            </a:lvl6pPr>
            <a:lvl7pPr lvl="6" rtl="0">
              <a:lnSpc>
                <a:spcPct val="90000"/>
              </a:lnSpc>
              <a:spcBef>
                <a:spcPts val="0"/>
              </a:spcBef>
              <a:spcAft>
                <a:spcPts val="0"/>
              </a:spcAft>
              <a:buClr>
                <a:srgbClr val="000000"/>
              </a:buClr>
              <a:buSzPts val="800"/>
              <a:buNone/>
              <a:defRPr sz="800">
                <a:solidFill>
                  <a:srgbClr val="000000"/>
                </a:solidFill>
              </a:defRPr>
            </a:lvl7pPr>
            <a:lvl8pPr lvl="7" rtl="0">
              <a:lnSpc>
                <a:spcPct val="90000"/>
              </a:lnSpc>
              <a:spcBef>
                <a:spcPts val="0"/>
              </a:spcBef>
              <a:spcAft>
                <a:spcPts val="0"/>
              </a:spcAft>
              <a:buClr>
                <a:srgbClr val="000000"/>
              </a:buClr>
              <a:buSzPts val="800"/>
              <a:buNone/>
              <a:defRPr sz="800">
                <a:solidFill>
                  <a:srgbClr val="000000"/>
                </a:solidFill>
              </a:defRPr>
            </a:lvl8pPr>
            <a:lvl9pPr lvl="8" rtl="0">
              <a:lnSpc>
                <a:spcPct val="90000"/>
              </a:lnSpc>
              <a:spcBef>
                <a:spcPts val="0"/>
              </a:spcBef>
              <a:spcAft>
                <a:spcPts val="0"/>
              </a:spcAft>
              <a:buClr>
                <a:srgbClr val="000000"/>
              </a:buClr>
              <a:buSzPts val="800"/>
              <a:buNone/>
              <a:defRPr sz="800">
                <a:solidFill>
                  <a:srgbClr val="000000"/>
                </a:solidFill>
              </a:defRPr>
            </a:lvl9pPr>
          </a:lstStyle>
          <a:p/>
        </p:txBody>
      </p:sp>
      <p:sp>
        <p:nvSpPr>
          <p:cNvPr id="751" name="Google Shape;751;p7"/>
          <p:cNvSpPr txBox="1"/>
          <p:nvPr/>
        </p:nvSpPr>
        <p:spPr>
          <a:xfrm>
            <a:off x="277302" y="6122117"/>
            <a:ext cx="509100" cy="5616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s-419">
                <a:latin typeface="Arvo"/>
                <a:ea typeface="Arvo"/>
                <a:cs typeface="Arvo"/>
                <a:sym typeface="Arvo"/>
              </a:rPr>
              <a:t>8</a:t>
            </a:r>
            <a:endParaRPr b="1">
              <a:latin typeface="Arvo"/>
              <a:ea typeface="Arvo"/>
              <a:cs typeface="Arvo"/>
              <a:sym typeface="Arvo"/>
            </a:endParaRPr>
          </a:p>
        </p:txBody>
      </p:sp>
      <p:sp>
        <p:nvSpPr>
          <p:cNvPr id="752" name="Google Shape;752;p7"/>
          <p:cNvSpPr txBox="1"/>
          <p:nvPr/>
        </p:nvSpPr>
        <p:spPr>
          <a:xfrm>
            <a:off x="2524025" y="387675"/>
            <a:ext cx="15012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Unid. Organizacional:</a:t>
            </a:r>
            <a:endParaRPr b="1" sz="1100"/>
          </a:p>
        </p:txBody>
      </p:sp>
      <p:sp>
        <p:nvSpPr>
          <p:cNvPr id="753" name="Google Shape;753;p7"/>
          <p:cNvSpPr txBox="1"/>
          <p:nvPr/>
        </p:nvSpPr>
        <p:spPr>
          <a:xfrm>
            <a:off x="2524020" y="579550"/>
            <a:ext cx="6846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Alcance:</a:t>
            </a:r>
            <a:endParaRPr b="1" sz="1100"/>
          </a:p>
        </p:txBody>
      </p:sp>
      <p:sp>
        <p:nvSpPr>
          <p:cNvPr id="754" name="Google Shape;754;p7"/>
          <p:cNvSpPr txBox="1"/>
          <p:nvPr>
            <p:ph type="title"/>
          </p:nvPr>
        </p:nvSpPr>
        <p:spPr>
          <a:xfrm flipH="1">
            <a:off x="4025374" y="387675"/>
            <a:ext cx="5863200" cy="169200"/>
          </a:xfrm>
          <a:prstGeom prst="rect">
            <a:avLst/>
          </a:prstGeom>
          <a:noFill/>
          <a:ln>
            <a:noFill/>
          </a:ln>
        </p:spPr>
        <p:txBody>
          <a:bodyPr anchorCtr="0" anchor="ctr" bIns="0" lIns="0" spcFirstLastPara="1" rIns="0" wrap="square" tIns="0">
            <a:noAutofit/>
          </a:bodyPr>
          <a:lstStyle>
            <a:lvl1pPr lvl="0" rtl="0">
              <a:spcBef>
                <a:spcPts val="0"/>
              </a:spcBef>
              <a:spcAft>
                <a:spcPts val="0"/>
              </a:spcAft>
              <a:buClr>
                <a:srgbClr val="000000"/>
              </a:buClr>
              <a:buSzPts val="1000"/>
              <a:buNone/>
              <a:defRPr sz="1000">
                <a:solidFill>
                  <a:srgbClr val="000000"/>
                </a:solidFill>
              </a:defRPr>
            </a:lvl1pPr>
            <a:lvl2pPr lvl="1" rtl="0">
              <a:spcBef>
                <a:spcPts val="0"/>
              </a:spcBef>
              <a:spcAft>
                <a:spcPts val="0"/>
              </a:spcAft>
              <a:buClr>
                <a:srgbClr val="000000"/>
              </a:buClr>
              <a:buSzPts val="1000"/>
              <a:buNone/>
              <a:defRPr sz="1000">
                <a:solidFill>
                  <a:srgbClr val="000000"/>
                </a:solidFill>
              </a:defRPr>
            </a:lvl2pPr>
            <a:lvl3pPr lvl="2" rtl="0">
              <a:spcBef>
                <a:spcPts val="0"/>
              </a:spcBef>
              <a:spcAft>
                <a:spcPts val="0"/>
              </a:spcAft>
              <a:buClr>
                <a:srgbClr val="000000"/>
              </a:buClr>
              <a:buSzPts val="1000"/>
              <a:buNone/>
              <a:defRPr sz="1000">
                <a:solidFill>
                  <a:srgbClr val="000000"/>
                </a:solidFill>
              </a:defRPr>
            </a:lvl3pPr>
            <a:lvl4pPr lvl="3" rtl="0">
              <a:spcBef>
                <a:spcPts val="0"/>
              </a:spcBef>
              <a:spcAft>
                <a:spcPts val="0"/>
              </a:spcAft>
              <a:buClr>
                <a:srgbClr val="000000"/>
              </a:buClr>
              <a:buSzPts val="1000"/>
              <a:buNone/>
              <a:defRPr sz="1000">
                <a:solidFill>
                  <a:srgbClr val="000000"/>
                </a:solidFill>
              </a:defRPr>
            </a:lvl4pPr>
            <a:lvl5pPr lvl="4" rtl="0">
              <a:spcBef>
                <a:spcPts val="0"/>
              </a:spcBef>
              <a:spcAft>
                <a:spcPts val="0"/>
              </a:spcAft>
              <a:buClr>
                <a:srgbClr val="000000"/>
              </a:buClr>
              <a:buSzPts val="1000"/>
              <a:buNone/>
              <a:defRPr sz="1000">
                <a:solidFill>
                  <a:srgbClr val="000000"/>
                </a:solidFill>
              </a:defRPr>
            </a:lvl5pPr>
            <a:lvl6pPr lvl="5" rtl="0">
              <a:spcBef>
                <a:spcPts val="0"/>
              </a:spcBef>
              <a:spcAft>
                <a:spcPts val="0"/>
              </a:spcAft>
              <a:buClr>
                <a:srgbClr val="000000"/>
              </a:buClr>
              <a:buSzPts val="1000"/>
              <a:buNone/>
              <a:defRPr sz="1000">
                <a:solidFill>
                  <a:srgbClr val="000000"/>
                </a:solidFill>
              </a:defRPr>
            </a:lvl6pPr>
            <a:lvl7pPr lvl="6" rtl="0">
              <a:spcBef>
                <a:spcPts val="0"/>
              </a:spcBef>
              <a:spcAft>
                <a:spcPts val="0"/>
              </a:spcAft>
              <a:buClr>
                <a:srgbClr val="000000"/>
              </a:buClr>
              <a:buSzPts val="1000"/>
              <a:buNone/>
              <a:defRPr sz="1000">
                <a:solidFill>
                  <a:srgbClr val="000000"/>
                </a:solidFill>
              </a:defRPr>
            </a:lvl7pPr>
            <a:lvl8pPr lvl="7" rtl="0">
              <a:spcBef>
                <a:spcPts val="0"/>
              </a:spcBef>
              <a:spcAft>
                <a:spcPts val="0"/>
              </a:spcAft>
              <a:buClr>
                <a:srgbClr val="000000"/>
              </a:buClr>
              <a:buSzPts val="1000"/>
              <a:buNone/>
              <a:defRPr sz="1000">
                <a:solidFill>
                  <a:srgbClr val="000000"/>
                </a:solidFill>
              </a:defRPr>
            </a:lvl8pPr>
            <a:lvl9pPr lvl="8" rtl="0">
              <a:spcBef>
                <a:spcPts val="0"/>
              </a:spcBef>
              <a:spcAft>
                <a:spcPts val="0"/>
              </a:spcAft>
              <a:buClr>
                <a:srgbClr val="000000"/>
              </a:buClr>
              <a:buSzPts val="1000"/>
              <a:buNone/>
              <a:defRPr sz="1000">
                <a:solidFill>
                  <a:srgbClr val="000000"/>
                </a:solidFill>
              </a:defRPr>
            </a:lvl9pPr>
          </a:lstStyle>
          <a:p/>
        </p:txBody>
      </p:sp>
      <p:sp>
        <p:nvSpPr>
          <p:cNvPr id="755" name="Google Shape;755;p7"/>
          <p:cNvSpPr txBox="1"/>
          <p:nvPr>
            <p:ph idx="44" type="title"/>
          </p:nvPr>
        </p:nvSpPr>
        <p:spPr>
          <a:xfrm flipH="1">
            <a:off x="3208773" y="579550"/>
            <a:ext cx="6679800" cy="169200"/>
          </a:xfrm>
          <a:prstGeom prst="rect">
            <a:avLst/>
          </a:prstGeom>
          <a:noFill/>
          <a:ln>
            <a:noFill/>
          </a:ln>
        </p:spPr>
        <p:txBody>
          <a:bodyPr anchorCtr="0" anchor="ctr" bIns="0" lIns="0" spcFirstLastPara="1" rIns="0" wrap="square" tIns="0">
            <a:noAutofit/>
          </a:bodyPr>
          <a:lstStyle>
            <a:lvl1pPr lvl="0" rtl="0">
              <a:spcBef>
                <a:spcPts val="0"/>
              </a:spcBef>
              <a:spcAft>
                <a:spcPts val="0"/>
              </a:spcAft>
              <a:buClr>
                <a:srgbClr val="000000"/>
              </a:buClr>
              <a:buSzPts val="1000"/>
              <a:buNone/>
              <a:defRPr sz="1000">
                <a:solidFill>
                  <a:srgbClr val="000000"/>
                </a:solidFill>
              </a:defRPr>
            </a:lvl1pPr>
            <a:lvl2pPr lvl="1" rtl="0">
              <a:spcBef>
                <a:spcPts val="0"/>
              </a:spcBef>
              <a:spcAft>
                <a:spcPts val="0"/>
              </a:spcAft>
              <a:buClr>
                <a:srgbClr val="000000"/>
              </a:buClr>
              <a:buSzPts val="1000"/>
              <a:buNone/>
              <a:defRPr sz="1000">
                <a:solidFill>
                  <a:srgbClr val="000000"/>
                </a:solidFill>
              </a:defRPr>
            </a:lvl2pPr>
            <a:lvl3pPr lvl="2" rtl="0">
              <a:spcBef>
                <a:spcPts val="0"/>
              </a:spcBef>
              <a:spcAft>
                <a:spcPts val="0"/>
              </a:spcAft>
              <a:buClr>
                <a:srgbClr val="000000"/>
              </a:buClr>
              <a:buSzPts val="1000"/>
              <a:buNone/>
              <a:defRPr sz="1000">
                <a:solidFill>
                  <a:srgbClr val="000000"/>
                </a:solidFill>
              </a:defRPr>
            </a:lvl3pPr>
            <a:lvl4pPr lvl="3" rtl="0">
              <a:spcBef>
                <a:spcPts val="0"/>
              </a:spcBef>
              <a:spcAft>
                <a:spcPts val="0"/>
              </a:spcAft>
              <a:buClr>
                <a:srgbClr val="000000"/>
              </a:buClr>
              <a:buSzPts val="1000"/>
              <a:buNone/>
              <a:defRPr sz="1000">
                <a:solidFill>
                  <a:srgbClr val="000000"/>
                </a:solidFill>
              </a:defRPr>
            </a:lvl4pPr>
            <a:lvl5pPr lvl="4" rtl="0">
              <a:spcBef>
                <a:spcPts val="0"/>
              </a:spcBef>
              <a:spcAft>
                <a:spcPts val="0"/>
              </a:spcAft>
              <a:buClr>
                <a:srgbClr val="000000"/>
              </a:buClr>
              <a:buSzPts val="1000"/>
              <a:buNone/>
              <a:defRPr sz="1000">
                <a:solidFill>
                  <a:srgbClr val="000000"/>
                </a:solidFill>
              </a:defRPr>
            </a:lvl5pPr>
            <a:lvl6pPr lvl="5" rtl="0">
              <a:spcBef>
                <a:spcPts val="0"/>
              </a:spcBef>
              <a:spcAft>
                <a:spcPts val="0"/>
              </a:spcAft>
              <a:buClr>
                <a:srgbClr val="000000"/>
              </a:buClr>
              <a:buSzPts val="1000"/>
              <a:buNone/>
              <a:defRPr sz="1000">
                <a:solidFill>
                  <a:srgbClr val="000000"/>
                </a:solidFill>
              </a:defRPr>
            </a:lvl6pPr>
            <a:lvl7pPr lvl="6" rtl="0">
              <a:spcBef>
                <a:spcPts val="0"/>
              </a:spcBef>
              <a:spcAft>
                <a:spcPts val="0"/>
              </a:spcAft>
              <a:buClr>
                <a:srgbClr val="000000"/>
              </a:buClr>
              <a:buSzPts val="1000"/>
              <a:buNone/>
              <a:defRPr sz="1000">
                <a:solidFill>
                  <a:srgbClr val="000000"/>
                </a:solidFill>
              </a:defRPr>
            </a:lvl7pPr>
            <a:lvl8pPr lvl="7" rtl="0">
              <a:spcBef>
                <a:spcPts val="0"/>
              </a:spcBef>
              <a:spcAft>
                <a:spcPts val="0"/>
              </a:spcAft>
              <a:buClr>
                <a:srgbClr val="000000"/>
              </a:buClr>
              <a:buSzPts val="1000"/>
              <a:buNone/>
              <a:defRPr sz="1000">
                <a:solidFill>
                  <a:srgbClr val="000000"/>
                </a:solidFill>
              </a:defRPr>
            </a:lvl8pPr>
            <a:lvl9pPr lvl="8" rtl="0">
              <a:spcBef>
                <a:spcPts val="0"/>
              </a:spcBef>
              <a:spcAft>
                <a:spcPts val="0"/>
              </a:spcAft>
              <a:buClr>
                <a:srgbClr val="000000"/>
              </a:buClr>
              <a:buSzPts val="1000"/>
              <a:buNone/>
              <a:defRPr sz="1000">
                <a:solidFill>
                  <a:srgbClr val="000000"/>
                </a:solidFill>
              </a:defRPr>
            </a:lvl9pPr>
          </a:lstStyle>
          <a:p/>
        </p:txBody>
      </p:sp>
      <p:sp>
        <p:nvSpPr>
          <p:cNvPr id="756" name="Google Shape;756;p7"/>
          <p:cNvSpPr txBox="1"/>
          <p:nvPr>
            <p:ph idx="45" type="body"/>
          </p:nvPr>
        </p:nvSpPr>
        <p:spPr>
          <a:xfrm>
            <a:off x="641150" y="612125"/>
            <a:ext cx="1770300" cy="160500"/>
          </a:xfrm>
          <a:prstGeom prst="rect">
            <a:avLst/>
          </a:prstGeom>
          <a:noFill/>
          <a:ln>
            <a:noFill/>
          </a:ln>
        </p:spPr>
        <p:txBody>
          <a:bodyPr anchorCtr="0" anchor="t" bIns="0" lIns="0" spcFirstLastPara="1" rIns="0" wrap="square" tIns="0">
            <a:noAutofit/>
          </a:bodyPr>
          <a:lstStyle>
            <a:lvl1pPr indent="-292100" lvl="0" marL="457200" rtl="0" algn="ctr">
              <a:spcBef>
                <a:spcPts val="0"/>
              </a:spcBef>
              <a:spcAft>
                <a:spcPts val="0"/>
              </a:spcAft>
              <a:buClr>
                <a:srgbClr val="FFFFFF"/>
              </a:buClr>
              <a:buSzPts val="1000"/>
              <a:buChar char="●"/>
              <a:defRPr sz="1000">
                <a:solidFill>
                  <a:srgbClr val="FFFFFF"/>
                </a:solidFill>
              </a:defRPr>
            </a:lvl1pPr>
            <a:lvl2pPr indent="-292100" lvl="1" marL="914400" rtl="0" algn="ctr">
              <a:spcBef>
                <a:spcPts val="0"/>
              </a:spcBef>
              <a:spcAft>
                <a:spcPts val="0"/>
              </a:spcAft>
              <a:buClr>
                <a:srgbClr val="FFFFFF"/>
              </a:buClr>
              <a:buSzPts val="1000"/>
              <a:buChar char="○"/>
              <a:defRPr sz="1000">
                <a:solidFill>
                  <a:srgbClr val="FFFFFF"/>
                </a:solidFill>
              </a:defRPr>
            </a:lvl2pPr>
            <a:lvl3pPr indent="-292100" lvl="2" marL="1371600" rtl="0" algn="ctr">
              <a:spcBef>
                <a:spcPts val="0"/>
              </a:spcBef>
              <a:spcAft>
                <a:spcPts val="0"/>
              </a:spcAft>
              <a:buClr>
                <a:srgbClr val="FFFFFF"/>
              </a:buClr>
              <a:buSzPts val="1000"/>
              <a:buChar char="■"/>
              <a:defRPr sz="1000">
                <a:solidFill>
                  <a:srgbClr val="FFFFFF"/>
                </a:solidFill>
              </a:defRPr>
            </a:lvl3pPr>
            <a:lvl4pPr indent="-292100" lvl="3" marL="1828800" rtl="0" algn="ctr">
              <a:spcBef>
                <a:spcPts val="0"/>
              </a:spcBef>
              <a:spcAft>
                <a:spcPts val="0"/>
              </a:spcAft>
              <a:buClr>
                <a:srgbClr val="FFFFFF"/>
              </a:buClr>
              <a:buSzPts val="1000"/>
              <a:buChar char="●"/>
              <a:defRPr sz="1000">
                <a:solidFill>
                  <a:srgbClr val="FFFFFF"/>
                </a:solidFill>
              </a:defRPr>
            </a:lvl4pPr>
            <a:lvl5pPr indent="-292100" lvl="4" marL="2286000" rtl="0" algn="ctr">
              <a:spcBef>
                <a:spcPts val="0"/>
              </a:spcBef>
              <a:spcAft>
                <a:spcPts val="0"/>
              </a:spcAft>
              <a:buClr>
                <a:srgbClr val="FFFFFF"/>
              </a:buClr>
              <a:buSzPts val="1000"/>
              <a:buChar char="○"/>
              <a:defRPr sz="1000">
                <a:solidFill>
                  <a:srgbClr val="FFFFFF"/>
                </a:solidFill>
              </a:defRPr>
            </a:lvl5pPr>
            <a:lvl6pPr indent="-292100" lvl="5" marL="2743200" rtl="0" algn="ctr">
              <a:spcBef>
                <a:spcPts val="0"/>
              </a:spcBef>
              <a:spcAft>
                <a:spcPts val="0"/>
              </a:spcAft>
              <a:buClr>
                <a:srgbClr val="FFFFFF"/>
              </a:buClr>
              <a:buSzPts val="1000"/>
              <a:buChar char="■"/>
              <a:defRPr sz="1000">
                <a:solidFill>
                  <a:srgbClr val="FFFFFF"/>
                </a:solidFill>
              </a:defRPr>
            </a:lvl6pPr>
            <a:lvl7pPr indent="-292100" lvl="6" marL="3200400" rtl="0" algn="ctr">
              <a:spcBef>
                <a:spcPts val="0"/>
              </a:spcBef>
              <a:spcAft>
                <a:spcPts val="0"/>
              </a:spcAft>
              <a:buClr>
                <a:srgbClr val="FFFFFF"/>
              </a:buClr>
              <a:buSzPts val="1000"/>
              <a:buChar char="●"/>
              <a:defRPr sz="1000">
                <a:solidFill>
                  <a:srgbClr val="FFFFFF"/>
                </a:solidFill>
              </a:defRPr>
            </a:lvl7pPr>
            <a:lvl8pPr indent="-292100" lvl="7" marL="3657600" rtl="0" algn="ctr">
              <a:spcBef>
                <a:spcPts val="0"/>
              </a:spcBef>
              <a:spcAft>
                <a:spcPts val="0"/>
              </a:spcAft>
              <a:buClr>
                <a:srgbClr val="FFFFFF"/>
              </a:buClr>
              <a:buSzPts val="1000"/>
              <a:buChar char="○"/>
              <a:defRPr sz="1000">
                <a:solidFill>
                  <a:srgbClr val="FFFFFF"/>
                </a:solidFill>
              </a:defRPr>
            </a:lvl8pPr>
            <a:lvl9pPr indent="-292100" lvl="8" marL="4114800" rtl="0" algn="ctr">
              <a:spcBef>
                <a:spcPts val="0"/>
              </a:spcBef>
              <a:spcAft>
                <a:spcPts val="0"/>
              </a:spcAft>
              <a:buClr>
                <a:srgbClr val="FFFFFF"/>
              </a:buClr>
              <a:buSzPts val="1000"/>
              <a:buChar char="■"/>
              <a:defRPr sz="1000">
                <a:solidFill>
                  <a:srgbClr val="FFFFFF"/>
                </a:solidFill>
              </a:defRPr>
            </a:lvl9pPr>
          </a:lstStyle>
          <a:p/>
        </p:txBody>
      </p:sp>
      <p:sp>
        <p:nvSpPr>
          <p:cNvPr id="757" name="Google Shape;757;p7"/>
          <p:cNvSpPr txBox="1"/>
          <p:nvPr/>
        </p:nvSpPr>
        <p:spPr>
          <a:xfrm>
            <a:off x="84825" y="598125"/>
            <a:ext cx="595500" cy="205800"/>
          </a:xfrm>
          <a:prstGeom prst="rect">
            <a:avLst/>
          </a:prstGeom>
          <a:noFill/>
          <a:ln>
            <a:noFill/>
          </a:ln>
        </p:spPr>
        <p:txBody>
          <a:bodyPr anchorCtr="0" anchor="t" bIns="18000" lIns="18000" spcFirstLastPara="1" rIns="18000" wrap="square" tIns="18000">
            <a:spAutoFit/>
          </a:bodyPr>
          <a:lstStyle/>
          <a:p>
            <a:pPr indent="0" lvl="0" marL="0" rtl="0" algn="l">
              <a:spcBef>
                <a:spcPts val="0"/>
              </a:spcBef>
              <a:spcAft>
                <a:spcPts val="0"/>
              </a:spcAft>
              <a:buNone/>
            </a:pPr>
            <a:r>
              <a:rPr lang="es-419" sz="1100">
                <a:solidFill>
                  <a:srgbClr val="FFFFFF"/>
                </a:solidFill>
              </a:rPr>
              <a:t>Nombre:</a:t>
            </a:r>
            <a:endParaRPr sz="1100">
              <a:solidFill>
                <a:srgbClr val="FFFFFF"/>
              </a:solidFill>
            </a:endParaRPr>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0.6 Recorrido del Cliente">
  <p:cSld name="TITLE_3_6_1_1_1_1_1">
    <p:spTree>
      <p:nvGrpSpPr>
        <p:cNvPr id="758" name="Shape 758"/>
        <p:cNvGrpSpPr/>
        <p:nvPr/>
      </p:nvGrpSpPr>
      <p:grpSpPr>
        <a:xfrm>
          <a:off x="0" y="0"/>
          <a:ext cx="0" cy="0"/>
          <a:chOff x="0" y="0"/>
          <a:chExt cx="0" cy="0"/>
        </a:xfrm>
      </p:grpSpPr>
      <p:sp>
        <p:nvSpPr>
          <p:cNvPr id="759" name="Google Shape;759;p8"/>
          <p:cNvSpPr/>
          <p:nvPr/>
        </p:nvSpPr>
        <p:spPr>
          <a:xfrm>
            <a:off x="97888" y="377012"/>
            <a:ext cx="9893400" cy="296700"/>
          </a:xfrm>
          <a:prstGeom prst="roundRect">
            <a:avLst>
              <a:gd fmla="val 22902" name="adj"/>
            </a:avLst>
          </a:prstGeom>
          <a:solidFill>
            <a:srgbClr val="F3F3F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760" name="Google Shape;760;p8"/>
          <p:cNvSpPr/>
          <p:nvPr/>
        </p:nvSpPr>
        <p:spPr>
          <a:xfrm>
            <a:off x="77688" y="358938"/>
            <a:ext cx="9935700" cy="6438000"/>
          </a:xfrm>
          <a:prstGeom prst="roundRect">
            <a:avLst>
              <a:gd fmla="val 2618" name="adj"/>
            </a:avLst>
          </a:prstGeom>
          <a:solidFill>
            <a:srgbClr val="FFFFFF"/>
          </a:solidFill>
          <a:ln cap="flat" cmpd="sng" w="38100">
            <a:solidFill>
              <a:srgbClr val="000000"/>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61" name="Google Shape;761;p8"/>
          <p:cNvCxnSpPr/>
          <p:nvPr/>
        </p:nvCxnSpPr>
        <p:spPr>
          <a:xfrm>
            <a:off x="77688" y="772614"/>
            <a:ext cx="9935700" cy="0"/>
          </a:xfrm>
          <a:prstGeom prst="straightConnector1">
            <a:avLst/>
          </a:prstGeom>
          <a:noFill/>
          <a:ln cap="flat" cmpd="sng" w="19050">
            <a:solidFill>
              <a:srgbClr val="000000"/>
            </a:solidFill>
            <a:prstDash val="solid"/>
            <a:round/>
            <a:headEnd len="med" w="med" type="none"/>
            <a:tailEnd len="med" w="med" type="none"/>
          </a:ln>
        </p:spPr>
      </p:cxnSp>
      <p:cxnSp>
        <p:nvCxnSpPr>
          <p:cNvPr id="762" name="Google Shape;762;p8"/>
          <p:cNvCxnSpPr/>
          <p:nvPr/>
        </p:nvCxnSpPr>
        <p:spPr>
          <a:xfrm rot="10800000">
            <a:off x="2439038" y="368188"/>
            <a:ext cx="0" cy="402300"/>
          </a:xfrm>
          <a:prstGeom prst="straightConnector1">
            <a:avLst/>
          </a:prstGeom>
          <a:noFill/>
          <a:ln cap="flat" cmpd="sng" w="19050">
            <a:solidFill>
              <a:srgbClr val="000000"/>
            </a:solidFill>
            <a:prstDash val="solid"/>
            <a:round/>
            <a:headEnd len="med" w="med" type="none"/>
            <a:tailEnd len="med" w="med" type="none"/>
          </a:ln>
        </p:spPr>
      </p:cxnSp>
      <p:sp>
        <p:nvSpPr>
          <p:cNvPr id="763" name="Google Shape;763;p8"/>
          <p:cNvSpPr txBox="1"/>
          <p:nvPr>
            <p:ph type="title"/>
          </p:nvPr>
        </p:nvSpPr>
        <p:spPr>
          <a:xfrm flipH="1">
            <a:off x="3219174" y="437575"/>
            <a:ext cx="1731300" cy="265800"/>
          </a:xfrm>
          <a:prstGeom prst="rect">
            <a:avLst/>
          </a:prstGeom>
          <a:noFill/>
          <a:ln>
            <a:noFill/>
          </a:ln>
        </p:spPr>
        <p:txBody>
          <a:bodyPr anchorCtr="0" anchor="ctr" bIns="0" lIns="0" spcFirstLastPara="1" rIns="0" wrap="square" tIns="0">
            <a:noAutofit/>
          </a:bodyPr>
          <a:lstStyle>
            <a:lvl1pPr lvl="0" rtl="0">
              <a:spcBef>
                <a:spcPts val="0"/>
              </a:spcBef>
              <a:spcAft>
                <a:spcPts val="0"/>
              </a:spcAft>
              <a:buClr>
                <a:srgbClr val="000000"/>
              </a:buClr>
              <a:buSzPts val="1200"/>
              <a:buNone/>
              <a:defRPr sz="1200">
                <a:solidFill>
                  <a:srgbClr val="000000"/>
                </a:solidFill>
              </a:defRPr>
            </a:lvl1pPr>
            <a:lvl2pPr lvl="1" rtl="0">
              <a:spcBef>
                <a:spcPts val="0"/>
              </a:spcBef>
              <a:spcAft>
                <a:spcPts val="0"/>
              </a:spcAft>
              <a:buClr>
                <a:srgbClr val="000000"/>
              </a:buClr>
              <a:buSzPts val="1100"/>
              <a:buNone/>
              <a:defRPr sz="1100">
                <a:solidFill>
                  <a:srgbClr val="000000"/>
                </a:solidFill>
              </a:defRPr>
            </a:lvl2pPr>
            <a:lvl3pPr lvl="2" rtl="0">
              <a:spcBef>
                <a:spcPts val="0"/>
              </a:spcBef>
              <a:spcAft>
                <a:spcPts val="0"/>
              </a:spcAft>
              <a:buClr>
                <a:srgbClr val="000000"/>
              </a:buClr>
              <a:buSzPts val="1100"/>
              <a:buNone/>
              <a:defRPr sz="1100">
                <a:solidFill>
                  <a:srgbClr val="000000"/>
                </a:solidFill>
              </a:defRPr>
            </a:lvl3pPr>
            <a:lvl4pPr lvl="3" rtl="0">
              <a:spcBef>
                <a:spcPts val="0"/>
              </a:spcBef>
              <a:spcAft>
                <a:spcPts val="0"/>
              </a:spcAft>
              <a:buClr>
                <a:srgbClr val="000000"/>
              </a:buClr>
              <a:buSzPts val="1100"/>
              <a:buNone/>
              <a:defRPr sz="1100">
                <a:solidFill>
                  <a:srgbClr val="000000"/>
                </a:solidFill>
              </a:defRPr>
            </a:lvl4pPr>
            <a:lvl5pPr lvl="4" rtl="0">
              <a:spcBef>
                <a:spcPts val="0"/>
              </a:spcBef>
              <a:spcAft>
                <a:spcPts val="0"/>
              </a:spcAft>
              <a:buClr>
                <a:srgbClr val="000000"/>
              </a:buClr>
              <a:buSzPts val="1100"/>
              <a:buNone/>
              <a:defRPr sz="1100">
                <a:solidFill>
                  <a:srgbClr val="000000"/>
                </a:solidFill>
              </a:defRPr>
            </a:lvl5pPr>
            <a:lvl6pPr lvl="5" rtl="0">
              <a:spcBef>
                <a:spcPts val="0"/>
              </a:spcBef>
              <a:spcAft>
                <a:spcPts val="0"/>
              </a:spcAft>
              <a:buClr>
                <a:srgbClr val="000000"/>
              </a:buClr>
              <a:buSzPts val="1100"/>
              <a:buNone/>
              <a:defRPr sz="1100">
                <a:solidFill>
                  <a:srgbClr val="000000"/>
                </a:solidFill>
              </a:defRPr>
            </a:lvl6pPr>
            <a:lvl7pPr lvl="6" rtl="0">
              <a:spcBef>
                <a:spcPts val="0"/>
              </a:spcBef>
              <a:spcAft>
                <a:spcPts val="0"/>
              </a:spcAft>
              <a:buClr>
                <a:srgbClr val="000000"/>
              </a:buClr>
              <a:buSzPts val="1100"/>
              <a:buNone/>
              <a:defRPr sz="1100">
                <a:solidFill>
                  <a:srgbClr val="000000"/>
                </a:solidFill>
              </a:defRPr>
            </a:lvl7pPr>
            <a:lvl8pPr lvl="7" rtl="0">
              <a:spcBef>
                <a:spcPts val="0"/>
              </a:spcBef>
              <a:spcAft>
                <a:spcPts val="0"/>
              </a:spcAft>
              <a:buClr>
                <a:srgbClr val="000000"/>
              </a:buClr>
              <a:buSzPts val="1100"/>
              <a:buNone/>
              <a:defRPr sz="1100">
                <a:solidFill>
                  <a:srgbClr val="000000"/>
                </a:solidFill>
              </a:defRPr>
            </a:lvl8pPr>
            <a:lvl9pPr lvl="8" rtl="0">
              <a:spcBef>
                <a:spcPts val="0"/>
              </a:spcBef>
              <a:spcAft>
                <a:spcPts val="0"/>
              </a:spcAft>
              <a:buClr>
                <a:srgbClr val="000000"/>
              </a:buClr>
              <a:buSzPts val="1100"/>
              <a:buNone/>
              <a:defRPr sz="1100">
                <a:solidFill>
                  <a:srgbClr val="000000"/>
                </a:solidFill>
              </a:defRPr>
            </a:lvl9pPr>
          </a:lstStyle>
          <a:p/>
        </p:txBody>
      </p:sp>
      <p:sp>
        <p:nvSpPr>
          <p:cNvPr id="764" name="Google Shape;764;p8"/>
          <p:cNvSpPr txBox="1"/>
          <p:nvPr/>
        </p:nvSpPr>
        <p:spPr>
          <a:xfrm>
            <a:off x="2513487" y="437267"/>
            <a:ext cx="679500" cy="2664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b="1" lang="es-419" sz="1100"/>
              <a:t>Proceso o Servicio:</a:t>
            </a:r>
            <a:endParaRPr b="1" sz="1100"/>
          </a:p>
        </p:txBody>
      </p:sp>
      <p:cxnSp>
        <p:nvCxnSpPr>
          <p:cNvPr id="765" name="Google Shape;765;p8"/>
          <p:cNvCxnSpPr/>
          <p:nvPr/>
        </p:nvCxnSpPr>
        <p:spPr>
          <a:xfrm rot="10800000">
            <a:off x="5070754" y="368188"/>
            <a:ext cx="0" cy="402300"/>
          </a:xfrm>
          <a:prstGeom prst="straightConnector1">
            <a:avLst/>
          </a:prstGeom>
          <a:noFill/>
          <a:ln cap="flat" cmpd="sng" w="19050">
            <a:solidFill>
              <a:srgbClr val="000000"/>
            </a:solidFill>
            <a:prstDash val="solid"/>
            <a:round/>
            <a:headEnd len="med" w="med" type="none"/>
            <a:tailEnd len="med" w="med" type="none"/>
          </a:ln>
        </p:spPr>
      </p:cxnSp>
      <p:sp>
        <p:nvSpPr>
          <p:cNvPr id="766" name="Google Shape;766;p8"/>
          <p:cNvSpPr txBox="1"/>
          <p:nvPr/>
        </p:nvSpPr>
        <p:spPr>
          <a:xfrm>
            <a:off x="5191013" y="387663"/>
            <a:ext cx="13026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Finalidad empresa:</a:t>
            </a:r>
            <a:endParaRPr b="1" sz="1100"/>
          </a:p>
        </p:txBody>
      </p:sp>
      <p:sp>
        <p:nvSpPr>
          <p:cNvPr id="767" name="Google Shape;767;p8"/>
          <p:cNvSpPr txBox="1"/>
          <p:nvPr/>
        </p:nvSpPr>
        <p:spPr>
          <a:xfrm>
            <a:off x="5191013" y="579538"/>
            <a:ext cx="11637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Finalidad cliente:</a:t>
            </a:r>
            <a:endParaRPr b="1" sz="1100"/>
          </a:p>
        </p:txBody>
      </p:sp>
      <p:sp>
        <p:nvSpPr>
          <p:cNvPr id="768" name="Google Shape;768;p8"/>
          <p:cNvSpPr/>
          <p:nvPr/>
        </p:nvSpPr>
        <p:spPr>
          <a:xfrm>
            <a:off x="77688" y="349338"/>
            <a:ext cx="2361300" cy="421200"/>
          </a:xfrm>
          <a:prstGeom prst="roundRect">
            <a:avLst>
              <a:gd fmla="val 50000" name="adj"/>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s-419" sz="1200">
                <a:solidFill>
                  <a:srgbClr val="FFFFFF"/>
                </a:solidFill>
              </a:rPr>
              <a:t>Recorrido del Cliente</a:t>
            </a:r>
            <a:endParaRPr b="1" sz="1200">
              <a:solidFill>
                <a:srgbClr val="FFFFFF"/>
              </a:solidFill>
            </a:endParaRPr>
          </a:p>
          <a:p>
            <a:pPr indent="0" lvl="0" marL="0" rtl="0" algn="ctr">
              <a:spcBef>
                <a:spcPts val="0"/>
              </a:spcBef>
              <a:spcAft>
                <a:spcPts val="0"/>
              </a:spcAft>
              <a:buNone/>
            </a:pPr>
            <a:r>
              <a:t/>
            </a:r>
            <a:endParaRPr b="1" sz="1200">
              <a:solidFill>
                <a:srgbClr val="FFFFFF"/>
              </a:solidFill>
            </a:endParaRPr>
          </a:p>
        </p:txBody>
      </p:sp>
      <p:sp>
        <p:nvSpPr>
          <p:cNvPr id="769" name="Google Shape;769;p8"/>
          <p:cNvSpPr/>
          <p:nvPr/>
        </p:nvSpPr>
        <p:spPr>
          <a:xfrm>
            <a:off x="83988" y="595504"/>
            <a:ext cx="190200" cy="1692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 name="Google Shape;770;p8"/>
          <p:cNvSpPr/>
          <p:nvPr/>
        </p:nvSpPr>
        <p:spPr>
          <a:xfrm>
            <a:off x="2292338" y="358938"/>
            <a:ext cx="146700" cy="4023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 name="Google Shape;771;p8"/>
          <p:cNvSpPr txBox="1"/>
          <p:nvPr>
            <p:ph idx="2" type="title"/>
          </p:nvPr>
        </p:nvSpPr>
        <p:spPr>
          <a:xfrm flipH="1">
            <a:off x="6546263" y="387663"/>
            <a:ext cx="3350100" cy="169200"/>
          </a:xfrm>
          <a:prstGeom prst="rect">
            <a:avLst/>
          </a:prstGeom>
          <a:noFill/>
          <a:ln>
            <a:noFill/>
          </a:ln>
        </p:spPr>
        <p:txBody>
          <a:bodyPr anchorCtr="0" anchor="ctr" bIns="0" lIns="0" spcFirstLastPara="1" rIns="0" wrap="square" tIns="0">
            <a:noAutofit/>
          </a:bodyPr>
          <a:lstStyle>
            <a:lvl1pPr lvl="0" rtl="0">
              <a:spcBef>
                <a:spcPts val="0"/>
              </a:spcBef>
              <a:spcAft>
                <a:spcPts val="0"/>
              </a:spcAft>
              <a:buClr>
                <a:srgbClr val="000000"/>
              </a:buClr>
              <a:buSzPts val="1000"/>
              <a:buNone/>
              <a:defRPr sz="1000">
                <a:solidFill>
                  <a:srgbClr val="000000"/>
                </a:solidFill>
              </a:defRPr>
            </a:lvl1pPr>
            <a:lvl2pPr lvl="1" rtl="0">
              <a:spcBef>
                <a:spcPts val="0"/>
              </a:spcBef>
              <a:spcAft>
                <a:spcPts val="0"/>
              </a:spcAft>
              <a:buClr>
                <a:srgbClr val="000000"/>
              </a:buClr>
              <a:buSzPts val="1000"/>
              <a:buNone/>
              <a:defRPr sz="1000">
                <a:solidFill>
                  <a:srgbClr val="000000"/>
                </a:solidFill>
              </a:defRPr>
            </a:lvl2pPr>
            <a:lvl3pPr lvl="2" rtl="0">
              <a:spcBef>
                <a:spcPts val="0"/>
              </a:spcBef>
              <a:spcAft>
                <a:spcPts val="0"/>
              </a:spcAft>
              <a:buClr>
                <a:srgbClr val="000000"/>
              </a:buClr>
              <a:buSzPts val="1000"/>
              <a:buNone/>
              <a:defRPr sz="1000">
                <a:solidFill>
                  <a:srgbClr val="000000"/>
                </a:solidFill>
              </a:defRPr>
            </a:lvl3pPr>
            <a:lvl4pPr lvl="3" rtl="0">
              <a:spcBef>
                <a:spcPts val="0"/>
              </a:spcBef>
              <a:spcAft>
                <a:spcPts val="0"/>
              </a:spcAft>
              <a:buClr>
                <a:srgbClr val="000000"/>
              </a:buClr>
              <a:buSzPts val="1000"/>
              <a:buNone/>
              <a:defRPr sz="1000">
                <a:solidFill>
                  <a:srgbClr val="000000"/>
                </a:solidFill>
              </a:defRPr>
            </a:lvl4pPr>
            <a:lvl5pPr lvl="4" rtl="0">
              <a:spcBef>
                <a:spcPts val="0"/>
              </a:spcBef>
              <a:spcAft>
                <a:spcPts val="0"/>
              </a:spcAft>
              <a:buClr>
                <a:srgbClr val="000000"/>
              </a:buClr>
              <a:buSzPts val="1000"/>
              <a:buNone/>
              <a:defRPr sz="1000">
                <a:solidFill>
                  <a:srgbClr val="000000"/>
                </a:solidFill>
              </a:defRPr>
            </a:lvl5pPr>
            <a:lvl6pPr lvl="5" rtl="0">
              <a:spcBef>
                <a:spcPts val="0"/>
              </a:spcBef>
              <a:spcAft>
                <a:spcPts val="0"/>
              </a:spcAft>
              <a:buClr>
                <a:srgbClr val="000000"/>
              </a:buClr>
              <a:buSzPts val="1000"/>
              <a:buNone/>
              <a:defRPr sz="1000">
                <a:solidFill>
                  <a:srgbClr val="000000"/>
                </a:solidFill>
              </a:defRPr>
            </a:lvl6pPr>
            <a:lvl7pPr lvl="6" rtl="0">
              <a:spcBef>
                <a:spcPts val="0"/>
              </a:spcBef>
              <a:spcAft>
                <a:spcPts val="0"/>
              </a:spcAft>
              <a:buClr>
                <a:srgbClr val="000000"/>
              </a:buClr>
              <a:buSzPts val="1000"/>
              <a:buNone/>
              <a:defRPr sz="1000">
                <a:solidFill>
                  <a:srgbClr val="000000"/>
                </a:solidFill>
              </a:defRPr>
            </a:lvl7pPr>
            <a:lvl8pPr lvl="7" rtl="0">
              <a:spcBef>
                <a:spcPts val="0"/>
              </a:spcBef>
              <a:spcAft>
                <a:spcPts val="0"/>
              </a:spcAft>
              <a:buClr>
                <a:srgbClr val="000000"/>
              </a:buClr>
              <a:buSzPts val="1000"/>
              <a:buNone/>
              <a:defRPr sz="1000">
                <a:solidFill>
                  <a:srgbClr val="000000"/>
                </a:solidFill>
              </a:defRPr>
            </a:lvl8pPr>
            <a:lvl9pPr lvl="8" rtl="0">
              <a:spcBef>
                <a:spcPts val="0"/>
              </a:spcBef>
              <a:spcAft>
                <a:spcPts val="0"/>
              </a:spcAft>
              <a:buClr>
                <a:srgbClr val="000000"/>
              </a:buClr>
              <a:buSzPts val="1000"/>
              <a:buNone/>
              <a:defRPr sz="1000">
                <a:solidFill>
                  <a:srgbClr val="000000"/>
                </a:solidFill>
              </a:defRPr>
            </a:lvl9pPr>
          </a:lstStyle>
          <a:p/>
        </p:txBody>
      </p:sp>
      <p:sp>
        <p:nvSpPr>
          <p:cNvPr id="772" name="Google Shape;772;p8"/>
          <p:cNvSpPr txBox="1"/>
          <p:nvPr>
            <p:ph idx="3" type="title"/>
          </p:nvPr>
        </p:nvSpPr>
        <p:spPr>
          <a:xfrm flipH="1">
            <a:off x="6546263" y="579538"/>
            <a:ext cx="3350100" cy="169200"/>
          </a:xfrm>
          <a:prstGeom prst="rect">
            <a:avLst/>
          </a:prstGeom>
          <a:noFill/>
          <a:ln>
            <a:noFill/>
          </a:ln>
        </p:spPr>
        <p:txBody>
          <a:bodyPr anchorCtr="0" anchor="ctr" bIns="0" lIns="0" spcFirstLastPara="1" rIns="0" wrap="square" tIns="0">
            <a:noAutofit/>
          </a:bodyPr>
          <a:lstStyle>
            <a:lvl1pPr lvl="0" rtl="0">
              <a:spcBef>
                <a:spcPts val="0"/>
              </a:spcBef>
              <a:spcAft>
                <a:spcPts val="0"/>
              </a:spcAft>
              <a:buClr>
                <a:srgbClr val="000000"/>
              </a:buClr>
              <a:buSzPts val="1000"/>
              <a:buNone/>
              <a:defRPr sz="1000">
                <a:solidFill>
                  <a:srgbClr val="000000"/>
                </a:solidFill>
              </a:defRPr>
            </a:lvl1pPr>
            <a:lvl2pPr lvl="1" rtl="0">
              <a:spcBef>
                <a:spcPts val="0"/>
              </a:spcBef>
              <a:spcAft>
                <a:spcPts val="0"/>
              </a:spcAft>
              <a:buClr>
                <a:srgbClr val="000000"/>
              </a:buClr>
              <a:buSzPts val="1000"/>
              <a:buNone/>
              <a:defRPr sz="1000">
                <a:solidFill>
                  <a:srgbClr val="000000"/>
                </a:solidFill>
              </a:defRPr>
            </a:lvl2pPr>
            <a:lvl3pPr lvl="2" rtl="0">
              <a:spcBef>
                <a:spcPts val="0"/>
              </a:spcBef>
              <a:spcAft>
                <a:spcPts val="0"/>
              </a:spcAft>
              <a:buClr>
                <a:srgbClr val="000000"/>
              </a:buClr>
              <a:buSzPts val="1000"/>
              <a:buNone/>
              <a:defRPr sz="1000">
                <a:solidFill>
                  <a:srgbClr val="000000"/>
                </a:solidFill>
              </a:defRPr>
            </a:lvl3pPr>
            <a:lvl4pPr lvl="3" rtl="0">
              <a:spcBef>
                <a:spcPts val="0"/>
              </a:spcBef>
              <a:spcAft>
                <a:spcPts val="0"/>
              </a:spcAft>
              <a:buClr>
                <a:srgbClr val="000000"/>
              </a:buClr>
              <a:buSzPts val="1000"/>
              <a:buNone/>
              <a:defRPr sz="1000">
                <a:solidFill>
                  <a:srgbClr val="000000"/>
                </a:solidFill>
              </a:defRPr>
            </a:lvl4pPr>
            <a:lvl5pPr lvl="4" rtl="0">
              <a:spcBef>
                <a:spcPts val="0"/>
              </a:spcBef>
              <a:spcAft>
                <a:spcPts val="0"/>
              </a:spcAft>
              <a:buClr>
                <a:srgbClr val="000000"/>
              </a:buClr>
              <a:buSzPts val="1000"/>
              <a:buNone/>
              <a:defRPr sz="1000">
                <a:solidFill>
                  <a:srgbClr val="000000"/>
                </a:solidFill>
              </a:defRPr>
            </a:lvl5pPr>
            <a:lvl6pPr lvl="5" rtl="0">
              <a:spcBef>
                <a:spcPts val="0"/>
              </a:spcBef>
              <a:spcAft>
                <a:spcPts val="0"/>
              </a:spcAft>
              <a:buClr>
                <a:srgbClr val="000000"/>
              </a:buClr>
              <a:buSzPts val="1000"/>
              <a:buNone/>
              <a:defRPr sz="1000">
                <a:solidFill>
                  <a:srgbClr val="000000"/>
                </a:solidFill>
              </a:defRPr>
            </a:lvl6pPr>
            <a:lvl7pPr lvl="6" rtl="0">
              <a:spcBef>
                <a:spcPts val="0"/>
              </a:spcBef>
              <a:spcAft>
                <a:spcPts val="0"/>
              </a:spcAft>
              <a:buClr>
                <a:srgbClr val="000000"/>
              </a:buClr>
              <a:buSzPts val="1000"/>
              <a:buNone/>
              <a:defRPr sz="1000">
                <a:solidFill>
                  <a:srgbClr val="000000"/>
                </a:solidFill>
              </a:defRPr>
            </a:lvl7pPr>
            <a:lvl8pPr lvl="7" rtl="0">
              <a:spcBef>
                <a:spcPts val="0"/>
              </a:spcBef>
              <a:spcAft>
                <a:spcPts val="0"/>
              </a:spcAft>
              <a:buClr>
                <a:srgbClr val="000000"/>
              </a:buClr>
              <a:buSzPts val="1000"/>
              <a:buNone/>
              <a:defRPr sz="1000">
                <a:solidFill>
                  <a:srgbClr val="000000"/>
                </a:solidFill>
              </a:defRPr>
            </a:lvl8pPr>
            <a:lvl9pPr lvl="8" rtl="0">
              <a:spcBef>
                <a:spcPts val="0"/>
              </a:spcBef>
              <a:spcAft>
                <a:spcPts val="0"/>
              </a:spcAft>
              <a:buClr>
                <a:srgbClr val="000000"/>
              </a:buClr>
              <a:buSzPts val="1000"/>
              <a:buNone/>
              <a:defRPr sz="1000">
                <a:solidFill>
                  <a:srgbClr val="000000"/>
                </a:solidFill>
              </a:defRPr>
            </a:lvl9pPr>
          </a:lstStyle>
          <a:p/>
        </p:txBody>
      </p:sp>
      <p:sp>
        <p:nvSpPr>
          <p:cNvPr id="773" name="Google Shape;773;p8"/>
          <p:cNvSpPr/>
          <p:nvPr/>
        </p:nvSpPr>
        <p:spPr>
          <a:xfrm>
            <a:off x="215766" y="5842775"/>
            <a:ext cx="9664500" cy="726900"/>
          </a:xfrm>
          <a:prstGeom prst="roundRect">
            <a:avLst>
              <a:gd fmla="val 14745" name="adj"/>
            </a:avLst>
          </a:prstGeom>
          <a:solidFill>
            <a:srgbClr val="F3F3F3"/>
          </a:solidFill>
          <a:ln cap="flat" cmpd="sng" w="9525">
            <a:solidFill>
              <a:srgbClr val="666666"/>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i="1" lang="es-419">
                <a:solidFill>
                  <a:srgbClr val="CCCCCC"/>
                </a:solidFill>
              </a:rPr>
              <a:t>Terceros         -         Terceros         -         Terceros         -         Terceros         -         Terceros</a:t>
            </a:r>
            <a:endParaRPr b="1" i="1">
              <a:solidFill>
                <a:srgbClr val="CCCCCC"/>
              </a:solidFill>
            </a:endParaRPr>
          </a:p>
        </p:txBody>
      </p:sp>
      <p:grpSp>
        <p:nvGrpSpPr>
          <p:cNvPr id="774" name="Google Shape;774;p8"/>
          <p:cNvGrpSpPr/>
          <p:nvPr/>
        </p:nvGrpSpPr>
        <p:grpSpPr>
          <a:xfrm>
            <a:off x="216411" y="1423705"/>
            <a:ext cx="9665547" cy="91376"/>
            <a:chOff x="184725" y="1341225"/>
            <a:chExt cx="9688800" cy="108600"/>
          </a:xfrm>
        </p:grpSpPr>
        <p:sp>
          <p:nvSpPr>
            <p:cNvPr id="775" name="Google Shape;775;p8"/>
            <p:cNvSpPr txBox="1"/>
            <p:nvPr/>
          </p:nvSpPr>
          <p:spPr>
            <a:xfrm>
              <a:off x="184725" y="1341225"/>
              <a:ext cx="9688800" cy="108600"/>
            </a:xfrm>
            <a:prstGeom prst="rect">
              <a:avLst/>
            </a:prstGeom>
            <a:solidFill>
              <a:srgbClr val="CCCCCC"/>
            </a:solidFill>
            <a:ln cap="flat" cmpd="sng" w="9525">
              <a:solidFill>
                <a:srgbClr val="B7B7B7"/>
              </a:solidFill>
              <a:prstDash val="solid"/>
              <a:round/>
              <a:headEnd len="sm" w="sm" type="none"/>
              <a:tailEnd len="sm" w="sm" type="none"/>
            </a:ln>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cxnSp>
          <p:nvCxnSpPr>
            <p:cNvPr id="776" name="Google Shape;776;p8"/>
            <p:cNvCxnSpPr>
              <a:stCxn id="775" idx="1"/>
              <a:endCxn id="775" idx="3"/>
            </p:cNvCxnSpPr>
            <p:nvPr/>
          </p:nvCxnSpPr>
          <p:spPr>
            <a:xfrm>
              <a:off x="184725" y="1395525"/>
              <a:ext cx="9688800" cy="0"/>
            </a:xfrm>
            <a:prstGeom prst="straightConnector1">
              <a:avLst/>
            </a:prstGeom>
            <a:noFill/>
            <a:ln cap="flat" cmpd="sng" w="9525">
              <a:solidFill>
                <a:srgbClr val="424242"/>
              </a:solidFill>
              <a:prstDash val="dash"/>
              <a:round/>
              <a:headEnd len="med" w="med" type="none"/>
              <a:tailEnd len="med" w="med" type="none"/>
            </a:ln>
          </p:spPr>
        </p:cxnSp>
        <p:cxnSp>
          <p:nvCxnSpPr>
            <p:cNvPr id="777" name="Google Shape;777;p8"/>
            <p:cNvCxnSpPr/>
            <p:nvPr/>
          </p:nvCxnSpPr>
          <p:spPr>
            <a:xfrm>
              <a:off x="609706" y="1396148"/>
              <a:ext cx="303300" cy="600"/>
            </a:xfrm>
            <a:prstGeom prst="straightConnector1">
              <a:avLst/>
            </a:prstGeom>
            <a:noFill/>
            <a:ln cap="flat" cmpd="sng" w="28575">
              <a:solidFill>
                <a:srgbClr val="999999"/>
              </a:solidFill>
              <a:prstDash val="solid"/>
              <a:round/>
              <a:headEnd len="med" w="med" type="none"/>
              <a:tailEnd len="med" w="med" type="stealth"/>
            </a:ln>
          </p:spPr>
        </p:cxnSp>
        <p:cxnSp>
          <p:nvCxnSpPr>
            <p:cNvPr id="778" name="Google Shape;778;p8"/>
            <p:cNvCxnSpPr/>
            <p:nvPr/>
          </p:nvCxnSpPr>
          <p:spPr>
            <a:xfrm>
              <a:off x="1371600" y="1394979"/>
              <a:ext cx="303300" cy="600"/>
            </a:xfrm>
            <a:prstGeom prst="straightConnector1">
              <a:avLst/>
            </a:prstGeom>
            <a:noFill/>
            <a:ln cap="flat" cmpd="sng" w="28575">
              <a:solidFill>
                <a:srgbClr val="999999"/>
              </a:solidFill>
              <a:prstDash val="solid"/>
              <a:round/>
              <a:headEnd len="med" w="med" type="none"/>
              <a:tailEnd len="med" w="med" type="stealth"/>
            </a:ln>
          </p:spPr>
        </p:cxnSp>
        <p:cxnSp>
          <p:nvCxnSpPr>
            <p:cNvPr id="779" name="Google Shape;779;p8"/>
            <p:cNvCxnSpPr/>
            <p:nvPr/>
          </p:nvCxnSpPr>
          <p:spPr>
            <a:xfrm>
              <a:off x="2224624" y="1396148"/>
              <a:ext cx="303300" cy="600"/>
            </a:xfrm>
            <a:prstGeom prst="straightConnector1">
              <a:avLst/>
            </a:prstGeom>
            <a:noFill/>
            <a:ln cap="flat" cmpd="sng" w="28575">
              <a:solidFill>
                <a:srgbClr val="999999"/>
              </a:solidFill>
              <a:prstDash val="solid"/>
              <a:round/>
              <a:headEnd len="med" w="med" type="none"/>
              <a:tailEnd len="med" w="med" type="stealth"/>
            </a:ln>
          </p:spPr>
        </p:cxnSp>
        <p:cxnSp>
          <p:nvCxnSpPr>
            <p:cNvPr id="780" name="Google Shape;780;p8"/>
            <p:cNvCxnSpPr/>
            <p:nvPr/>
          </p:nvCxnSpPr>
          <p:spPr>
            <a:xfrm>
              <a:off x="2986518" y="1394979"/>
              <a:ext cx="303300" cy="600"/>
            </a:xfrm>
            <a:prstGeom prst="straightConnector1">
              <a:avLst/>
            </a:prstGeom>
            <a:noFill/>
            <a:ln cap="flat" cmpd="sng" w="28575">
              <a:solidFill>
                <a:srgbClr val="999999"/>
              </a:solidFill>
              <a:prstDash val="solid"/>
              <a:round/>
              <a:headEnd len="med" w="med" type="none"/>
              <a:tailEnd len="med" w="med" type="stealth"/>
            </a:ln>
          </p:spPr>
        </p:cxnSp>
        <p:cxnSp>
          <p:nvCxnSpPr>
            <p:cNvPr id="781" name="Google Shape;781;p8"/>
            <p:cNvCxnSpPr/>
            <p:nvPr/>
          </p:nvCxnSpPr>
          <p:spPr>
            <a:xfrm>
              <a:off x="3758233" y="1396148"/>
              <a:ext cx="303300" cy="600"/>
            </a:xfrm>
            <a:prstGeom prst="straightConnector1">
              <a:avLst/>
            </a:prstGeom>
            <a:noFill/>
            <a:ln cap="flat" cmpd="sng" w="28575">
              <a:solidFill>
                <a:srgbClr val="999999"/>
              </a:solidFill>
              <a:prstDash val="solid"/>
              <a:round/>
              <a:headEnd len="med" w="med" type="none"/>
              <a:tailEnd len="med" w="med" type="stealth"/>
            </a:ln>
          </p:spPr>
        </p:cxnSp>
        <p:cxnSp>
          <p:nvCxnSpPr>
            <p:cNvPr id="782" name="Google Shape;782;p8"/>
            <p:cNvCxnSpPr/>
            <p:nvPr/>
          </p:nvCxnSpPr>
          <p:spPr>
            <a:xfrm>
              <a:off x="4520126" y="1394979"/>
              <a:ext cx="303300" cy="600"/>
            </a:xfrm>
            <a:prstGeom prst="straightConnector1">
              <a:avLst/>
            </a:prstGeom>
            <a:noFill/>
            <a:ln cap="flat" cmpd="sng" w="28575">
              <a:solidFill>
                <a:srgbClr val="999999"/>
              </a:solidFill>
              <a:prstDash val="solid"/>
              <a:round/>
              <a:headEnd len="med" w="med" type="none"/>
              <a:tailEnd len="med" w="med" type="stealth"/>
            </a:ln>
          </p:spPr>
        </p:cxnSp>
        <p:cxnSp>
          <p:nvCxnSpPr>
            <p:cNvPr id="783" name="Google Shape;783;p8"/>
            <p:cNvCxnSpPr/>
            <p:nvPr/>
          </p:nvCxnSpPr>
          <p:spPr>
            <a:xfrm>
              <a:off x="5373150" y="1396148"/>
              <a:ext cx="303300" cy="600"/>
            </a:xfrm>
            <a:prstGeom prst="straightConnector1">
              <a:avLst/>
            </a:prstGeom>
            <a:noFill/>
            <a:ln cap="flat" cmpd="sng" w="28575">
              <a:solidFill>
                <a:srgbClr val="999999"/>
              </a:solidFill>
              <a:prstDash val="solid"/>
              <a:round/>
              <a:headEnd len="med" w="med" type="none"/>
              <a:tailEnd len="med" w="med" type="stealth"/>
            </a:ln>
          </p:spPr>
        </p:cxnSp>
        <p:cxnSp>
          <p:nvCxnSpPr>
            <p:cNvPr id="784" name="Google Shape;784;p8"/>
            <p:cNvCxnSpPr/>
            <p:nvPr/>
          </p:nvCxnSpPr>
          <p:spPr>
            <a:xfrm>
              <a:off x="6135044" y="1394979"/>
              <a:ext cx="303300" cy="600"/>
            </a:xfrm>
            <a:prstGeom prst="straightConnector1">
              <a:avLst/>
            </a:prstGeom>
            <a:noFill/>
            <a:ln cap="flat" cmpd="sng" w="28575">
              <a:solidFill>
                <a:srgbClr val="999999"/>
              </a:solidFill>
              <a:prstDash val="solid"/>
              <a:round/>
              <a:headEnd len="med" w="med" type="none"/>
              <a:tailEnd len="med" w="med" type="stealth"/>
            </a:ln>
          </p:spPr>
        </p:cxnSp>
        <p:cxnSp>
          <p:nvCxnSpPr>
            <p:cNvPr id="785" name="Google Shape;785;p8"/>
            <p:cNvCxnSpPr/>
            <p:nvPr/>
          </p:nvCxnSpPr>
          <p:spPr>
            <a:xfrm>
              <a:off x="6934094" y="1394979"/>
              <a:ext cx="303300" cy="600"/>
            </a:xfrm>
            <a:prstGeom prst="straightConnector1">
              <a:avLst/>
            </a:prstGeom>
            <a:noFill/>
            <a:ln cap="flat" cmpd="sng" w="28575">
              <a:solidFill>
                <a:srgbClr val="999999"/>
              </a:solidFill>
              <a:prstDash val="solid"/>
              <a:round/>
              <a:headEnd len="med" w="med" type="none"/>
              <a:tailEnd len="med" w="med" type="stealth"/>
            </a:ln>
          </p:spPr>
        </p:cxnSp>
        <p:cxnSp>
          <p:nvCxnSpPr>
            <p:cNvPr id="786" name="Google Shape;786;p8"/>
            <p:cNvCxnSpPr/>
            <p:nvPr/>
          </p:nvCxnSpPr>
          <p:spPr>
            <a:xfrm>
              <a:off x="7705809" y="1396148"/>
              <a:ext cx="303300" cy="600"/>
            </a:xfrm>
            <a:prstGeom prst="straightConnector1">
              <a:avLst/>
            </a:prstGeom>
            <a:noFill/>
            <a:ln cap="flat" cmpd="sng" w="28575">
              <a:solidFill>
                <a:srgbClr val="999999"/>
              </a:solidFill>
              <a:prstDash val="solid"/>
              <a:round/>
              <a:headEnd len="med" w="med" type="none"/>
              <a:tailEnd len="med" w="med" type="stealth"/>
            </a:ln>
          </p:spPr>
        </p:cxnSp>
        <p:cxnSp>
          <p:nvCxnSpPr>
            <p:cNvPr id="787" name="Google Shape;787;p8"/>
            <p:cNvCxnSpPr/>
            <p:nvPr/>
          </p:nvCxnSpPr>
          <p:spPr>
            <a:xfrm>
              <a:off x="8467703" y="1394979"/>
              <a:ext cx="303300" cy="600"/>
            </a:xfrm>
            <a:prstGeom prst="straightConnector1">
              <a:avLst/>
            </a:prstGeom>
            <a:noFill/>
            <a:ln cap="flat" cmpd="sng" w="28575">
              <a:solidFill>
                <a:srgbClr val="999999"/>
              </a:solidFill>
              <a:prstDash val="solid"/>
              <a:round/>
              <a:headEnd len="med" w="med" type="none"/>
              <a:tailEnd len="med" w="med" type="stealth"/>
            </a:ln>
          </p:spPr>
        </p:cxnSp>
        <p:cxnSp>
          <p:nvCxnSpPr>
            <p:cNvPr id="788" name="Google Shape;788;p8"/>
            <p:cNvCxnSpPr/>
            <p:nvPr/>
          </p:nvCxnSpPr>
          <p:spPr>
            <a:xfrm>
              <a:off x="9320727" y="1396148"/>
              <a:ext cx="303300" cy="600"/>
            </a:xfrm>
            <a:prstGeom prst="straightConnector1">
              <a:avLst/>
            </a:prstGeom>
            <a:noFill/>
            <a:ln cap="flat" cmpd="sng" w="28575">
              <a:solidFill>
                <a:srgbClr val="999999"/>
              </a:solidFill>
              <a:prstDash val="solid"/>
              <a:round/>
              <a:headEnd len="med" w="med" type="none"/>
              <a:tailEnd len="med" w="med" type="stealth"/>
            </a:ln>
          </p:spPr>
        </p:cxnSp>
      </p:grpSp>
      <p:sp>
        <p:nvSpPr>
          <p:cNvPr id="789" name="Google Shape;789;p8"/>
          <p:cNvSpPr txBox="1"/>
          <p:nvPr>
            <p:ph idx="1" type="body"/>
          </p:nvPr>
        </p:nvSpPr>
        <p:spPr>
          <a:xfrm>
            <a:off x="641150" y="612125"/>
            <a:ext cx="1770300" cy="160500"/>
          </a:xfrm>
          <a:prstGeom prst="rect">
            <a:avLst/>
          </a:prstGeom>
          <a:noFill/>
          <a:ln>
            <a:noFill/>
          </a:ln>
        </p:spPr>
        <p:txBody>
          <a:bodyPr anchorCtr="0" anchor="t" bIns="0" lIns="0" spcFirstLastPara="1" rIns="0" wrap="square" tIns="0">
            <a:noAutofit/>
          </a:bodyPr>
          <a:lstStyle>
            <a:lvl1pPr indent="-292100" lvl="0" marL="457200" rtl="0" algn="ctr">
              <a:spcBef>
                <a:spcPts val="0"/>
              </a:spcBef>
              <a:spcAft>
                <a:spcPts val="0"/>
              </a:spcAft>
              <a:buClr>
                <a:srgbClr val="FFFFFF"/>
              </a:buClr>
              <a:buSzPts val="1000"/>
              <a:buChar char="●"/>
              <a:defRPr sz="1000">
                <a:solidFill>
                  <a:srgbClr val="FFFFFF"/>
                </a:solidFill>
              </a:defRPr>
            </a:lvl1pPr>
            <a:lvl2pPr indent="-292100" lvl="1" marL="914400" rtl="0" algn="ctr">
              <a:spcBef>
                <a:spcPts val="0"/>
              </a:spcBef>
              <a:spcAft>
                <a:spcPts val="0"/>
              </a:spcAft>
              <a:buClr>
                <a:srgbClr val="FFFFFF"/>
              </a:buClr>
              <a:buSzPts val="1000"/>
              <a:buChar char="○"/>
              <a:defRPr sz="1000">
                <a:solidFill>
                  <a:srgbClr val="FFFFFF"/>
                </a:solidFill>
              </a:defRPr>
            </a:lvl2pPr>
            <a:lvl3pPr indent="-292100" lvl="2" marL="1371600" rtl="0" algn="ctr">
              <a:spcBef>
                <a:spcPts val="0"/>
              </a:spcBef>
              <a:spcAft>
                <a:spcPts val="0"/>
              </a:spcAft>
              <a:buClr>
                <a:srgbClr val="FFFFFF"/>
              </a:buClr>
              <a:buSzPts val="1000"/>
              <a:buChar char="■"/>
              <a:defRPr sz="1000">
                <a:solidFill>
                  <a:srgbClr val="FFFFFF"/>
                </a:solidFill>
              </a:defRPr>
            </a:lvl3pPr>
            <a:lvl4pPr indent="-292100" lvl="3" marL="1828800" rtl="0" algn="ctr">
              <a:spcBef>
                <a:spcPts val="0"/>
              </a:spcBef>
              <a:spcAft>
                <a:spcPts val="0"/>
              </a:spcAft>
              <a:buClr>
                <a:srgbClr val="FFFFFF"/>
              </a:buClr>
              <a:buSzPts val="1000"/>
              <a:buChar char="●"/>
              <a:defRPr sz="1000">
                <a:solidFill>
                  <a:srgbClr val="FFFFFF"/>
                </a:solidFill>
              </a:defRPr>
            </a:lvl4pPr>
            <a:lvl5pPr indent="-292100" lvl="4" marL="2286000" rtl="0" algn="ctr">
              <a:spcBef>
                <a:spcPts val="0"/>
              </a:spcBef>
              <a:spcAft>
                <a:spcPts val="0"/>
              </a:spcAft>
              <a:buClr>
                <a:srgbClr val="FFFFFF"/>
              </a:buClr>
              <a:buSzPts val="1000"/>
              <a:buChar char="○"/>
              <a:defRPr sz="1000">
                <a:solidFill>
                  <a:srgbClr val="FFFFFF"/>
                </a:solidFill>
              </a:defRPr>
            </a:lvl5pPr>
            <a:lvl6pPr indent="-292100" lvl="5" marL="2743200" rtl="0" algn="ctr">
              <a:spcBef>
                <a:spcPts val="0"/>
              </a:spcBef>
              <a:spcAft>
                <a:spcPts val="0"/>
              </a:spcAft>
              <a:buClr>
                <a:srgbClr val="FFFFFF"/>
              </a:buClr>
              <a:buSzPts val="1000"/>
              <a:buChar char="■"/>
              <a:defRPr sz="1000">
                <a:solidFill>
                  <a:srgbClr val="FFFFFF"/>
                </a:solidFill>
              </a:defRPr>
            </a:lvl6pPr>
            <a:lvl7pPr indent="-292100" lvl="6" marL="3200400" rtl="0" algn="ctr">
              <a:spcBef>
                <a:spcPts val="0"/>
              </a:spcBef>
              <a:spcAft>
                <a:spcPts val="0"/>
              </a:spcAft>
              <a:buClr>
                <a:srgbClr val="FFFFFF"/>
              </a:buClr>
              <a:buSzPts val="1000"/>
              <a:buChar char="●"/>
              <a:defRPr sz="1000">
                <a:solidFill>
                  <a:srgbClr val="FFFFFF"/>
                </a:solidFill>
              </a:defRPr>
            </a:lvl7pPr>
            <a:lvl8pPr indent="-292100" lvl="7" marL="3657600" rtl="0" algn="ctr">
              <a:spcBef>
                <a:spcPts val="0"/>
              </a:spcBef>
              <a:spcAft>
                <a:spcPts val="0"/>
              </a:spcAft>
              <a:buClr>
                <a:srgbClr val="FFFFFF"/>
              </a:buClr>
              <a:buSzPts val="1000"/>
              <a:buChar char="○"/>
              <a:defRPr sz="1000">
                <a:solidFill>
                  <a:srgbClr val="FFFFFF"/>
                </a:solidFill>
              </a:defRPr>
            </a:lvl8pPr>
            <a:lvl9pPr indent="-292100" lvl="8" marL="4114800" rtl="0" algn="ctr">
              <a:spcBef>
                <a:spcPts val="0"/>
              </a:spcBef>
              <a:spcAft>
                <a:spcPts val="0"/>
              </a:spcAft>
              <a:buClr>
                <a:srgbClr val="FFFFFF"/>
              </a:buClr>
              <a:buSzPts val="1000"/>
              <a:buChar char="■"/>
              <a:defRPr sz="1000">
                <a:solidFill>
                  <a:srgbClr val="FFFFFF"/>
                </a:solidFill>
              </a:defRPr>
            </a:lvl9pPr>
          </a:lstStyle>
          <a:p/>
        </p:txBody>
      </p:sp>
      <p:sp>
        <p:nvSpPr>
          <p:cNvPr id="790" name="Google Shape;790;p8"/>
          <p:cNvSpPr txBox="1"/>
          <p:nvPr/>
        </p:nvSpPr>
        <p:spPr>
          <a:xfrm>
            <a:off x="84825" y="598125"/>
            <a:ext cx="595500" cy="205800"/>
          </a:xfrm>
          <a:prstGeom prst="rect">
            <a:avLst/>
          </a:prstGeom>
          <a:noFill/>
          <a:ln>
            <a:noFill/>
          </a:ln>
        </p:spPr>
        <p:txBody>
          <a:bodyPr anchorCtr="0" anchor="t" bIns="18000" lIns="18000" spcFirstLastPara="1" rIns="18000" wrap="square" tIns="18000">
            <a:spAutoFit/>
          </a:bodyPr>
          <a:lstStyle/>
          <a:p>
            <a:pPr indent="0" lvl="0" marL="0" rtl="0" algn="l">
              <a:spcBef>
                <a:spcPts val="0"/>
              </a:spcBef>
              <a:spcAft>
                <a:spcPts val="0"/>
              </a:spcAft>
              <a:buNone/>
            </a:pPr>
            <a:r>
              <a:rPr lang="es-419" sz="1100">
                <a:solidFill>
                  <a:srgbClr val="FFFFFF"/>
                </a:solidFill>
              </a:rPr>
              <a:t>Nombre:</a:t>
            </a:r>
            <a:endParaRPr sz="1100">
              <a:solidFill>
                <a:srgbClr val="FFFFFF"/>
              </a:solidFill>
            </a:endParaRPr>
          </a:p>
        </p:txBody>
      </p:sp>
      <p:sp>
        <p:nvSpPr>
          <p:cNvPr id="791" name="Google Shape;791;p8"/>
          <p:cNvSpPr/>
          <p:nvPr/>
        </p:nvSpPr>
        <p:spPr>
          <a:xfrm>
            <a:off x="-4273050" y="-78277"/>
            <a:ext cx="3615600" cy="6902700"/>
          </a:xfrm>
          <a:prstGeom prst="roundRect">
            <a:avLst>
              <a:gd fmla="val 4230" name="adj"/>
            </a:avLst>
          </a:prstGeom>
          <a:solidFill>
            <a:srgbClr val="F3F3F3"/>
          </a:solidFill>
          <a:ln cap="flat" cmpd="sng" w="9525">
            <a:solidFill>
              <a:srgbClr val="F3F3F3"/>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t" bIns="91425" lIns="91425" spcFirstLastPara="1" rIns="91425" wrap="square" tIns="91425">
            <a:noAutofit/>
          </a:bodyPr>
          <a:lstStyle/>
          <a:p>
            <a:pPr indent="0" lvl="0" marL="0" rtl="0" algn="ctr">
              <a:spcBef>
                <a:spcPts val="0"/>
              </a:spcBef>
              <a:spcAft>
                <a:spcPts val="0"/>
              </a:spcAft>
              <a:buNone/>
            </a:pPr>
            <a:r>
              <a:rPr i="1" lang="es-419"/>
              <a:t>Paleta</a:t>
            </a:r>
            <a:endParaRPr i="1"/>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0.7 Escenarios Vividos">
  <p:cSld name="TITLE_3_6_1_1_1_1_1_1">
    <p:spTree>
      <p:nvGrpSpPr>
        <p:cNvPr id="792" name="Shape 792"/>
        <p:cNvGrpSpPr/>
        <p:nvPr/>
      </p:nvGrpSpPr>
      <p:grpSpPr>
        <a:xfrm>
          <a:off x="0" y="0"/>
          <a:ext cx="0" cy="0"/>
          <a:chOff x="0" y="0"/>
          <a:chExt cx="0" cy="0"/>
        </a:xfrm>
      </p:grpSpPr>
      <p:sp>
        <p:nvSpPr>
          <p:cNvPr id="793" name="Google Shape;793;p9"/>
          <p:cNvSpPr/>
          <p:nvPr/>
        </p:nvSpPr>
        <p:spPr>
          <a:xfrm>
            <a:off x="97888" y="377012"/>
            <a:ext cx="9893400" cy="296700"/>
          </a:xfrm>
          <a:prstGeom prst="roundRect">
            <a:avLst>
              <a:gd fmla="val 22902" name="adj"/>
            </a:avLst>
          </a:prstGeom>
          <a:solidFill>
            <a:srgbClr val="F3F3F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794" name="Google Shape;794;p9"/>
          <p:cNvSpPr/>
          <p:nvPr/>
        </p:nvSpPr>
        <p:spPr>
          <a:xfrm>
            <a:off x="77688" y="358938"/>
            <a:ext cx="9935700" cy="6438000"/>
          </a:xfrm>
          <a:prstGeom prst="roundRect">
            <a:avLst>
              <a:gd fmla="val 2618" name="adj"/>
            </a:avLst>
          </a:prstGeom>
          <a:solidFill>
            <a:srgbClr val="FFFFFF"/>
          </a:solidFill>
          <a:ln cap="flat" cmpd="sng" w="38100">
            <a:solidFill>
              <a:srgbClr val="000000"/>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95" name="Google Shape;795;p9"/>
          <p:cNvCxnSpPr/>
          <p:nvPr/>
        </p:nvCxnSpPr>
        <p:spPr>
          <a:xfrm>
            <a:off x="77688" y="772614"/>
            <a:ext cx="9935700" cy="0"/>
          </a:xfrm>
          <a:prstGeom prst="straightConnector1">
            <a:avLst/>
          </a:prstGeom>
          <a:noFill/>
          <a:ln cap="flat" cmpd="sng" w="19050">
            <a:solidFill>
              <a:srgbClr val="000000"/>
            </a:solidFill>
            <a:prstDash val="solid"/>
            <a:round/>
            <a:headEnd len="med" w="med" type="none"/>
            <a:tailEnd len="med" w="med" type="none"/>
          </a:ln>
        </p:spPr>
      </p:cxnSp>
      <p:cxnSp>
        <p:nvCxnSpPr>
          <p:cNvPr id="796" name="Google Shape;796;p9"/>
          <p:cNvCxnSpPr/>
          <p:nvPr/>
        </p:nvCxnSpPr>
        <p:spPr>
          <a:xfrm rot="10800000">
            <a:off x="2439038" y="368188"/>
            <a:ext cx="0" cy="402300"/>
          </a:xfrm>
          <a:prstGeom prst="straightConnector1">
            <a:avLst/>
          </a:prstGeom>
          <a:noFill/>
          <a:ln cap="flat" cmpd="sng" w="19050">
            <a:solidFill>
              <a:srgbClr val="000000"/>
            </a:solidFill>
            <a:prstDash val="solid"/>
            <a:round/>
            <a:headEnd len="med" w="med" type="none"/>
            <a:tailEnd len="med" w="med" type="none"/>
          </a:ln>
        </p:spPr>
      </p:cxnSp>
      <p:sp>
        <p:nvSpPr>
          <p:cNvPr id="797" name="Google Shape;797;p9"/>
          <p:cNvSpPr txBox="1"/>
          <p:nvPr>
            <p:ph type="title"/>
          </p:nvPr>
        </p:nvSpPr>
        <p:spPr>
          <a:xfrm flipH="1">
            <a:off x="3219174" y="437575"/>
            <a:ext cx="1731300" cy="265800"/>
          </a:xfrm>
          <a:prstGeom prst="rect">
            <a:avLst/>
          </a:prstGeom>
          <a:noFill/>
          <a:ln>
            <a:noFill/>
          </a:ln>
        </p:spPr>
        <p:txBody>
          <a:bodyPr anchorCtr="0" anchor="ctr" bIns="0" lIns="0" spcFirstLastPara="1" rIns="0" wrap="square" tIns="0">
            <a:noAutofit/>
          </a:bodyPr>
          <a:lstStyle>
            <a:lvl1pPr lvl="0" rtl="0">
              <a:spcBef>
                <a:spcPts val="0"/>
              </a:spcBef>
              <a:spcAft>
                <a:spcPts val="0"/>
              </a:spcAft>
              <a:buClr>
                <a:srgbClr val="000000"/>
              </a:buClr>
              <a:buSzPts val="1200"/>
              <a:buNone/>
              <a:defRPr sz="1200">
                <a:solidFill>
                  <a:srgbClr val="000000"/>
                </a:solidFill>
              </a:defRPr>
            </a:lvl1pPr>
            <a:lvl2pPr lvl="1" rtl="0">
              <a:spcBef>
                <a:spcPts val="0"/>
              </a:spcBef>
              <a:spcAft>
                <a:spcPts val="0"/>
              </a:spcAft>
              <a:buClr>
                <a:srgbClr val="000000"/>
              </a:buClr>
              <a:buSzPts val="1100"/>
              <a:buNone/>
              <a:defRPr sz="1100">
                <a:solidFill>
                  <a:srgbClr val="000000"/>
                </a:solidFill>
              </a:defRPr>
            </a:lvl2pPr>
            <a:lvl3pPr lvl="2" rtl="0">
              <a:spcBef>
                <a:spcPts val="0"/>
              </a:spcBef>
              <a:spcAft>
                <a:spcPts val="0"/>
              </a:spcAft>
              <a:buClr>
                <a:srgbClr val="000000"/>
              </a:buClr>
              <a:buSzPts val="1100"/>
              <a:buNone/>
              <a:defRPr sz="1100">
                <a:solidFill>
                  <a:srgbClr val="000000"/>
                </a:solidFill>
              </a:defRPr>
            </a:lvl3pPr>
            <a:lvl4pPr lvl="3" rtl="0">
              <a:spcBef>
                <a:spcPts val="0"/>
              </a:spcBef>
              <a:spcAft>
                <a:spcPts val="0"/>
              </a:spcAft>
              <a:buClr>
                <a:srgbClr val="000000"/>
              </a:buClr>
              <a:buSzPts val="1100"/>
              <a:buNone/>
              <a:defRPr sz="1100">
                <a:solidFill>
                  <a:srgbClr val="000000"/>
                </a:solidFill>
              </a:defRPr>
            </a:lvl4pPr>
            <a:lvl5pPr lvl="4" rtl="0">
              <a:spcBef>
                <a:spcPts val="0"/>
              </a:spcBef>
              <a:spcAft>
                <a:spcPts val="0"/>
              </a:spcAft>
              <a:buClr>
                <a:srgbClr val="000000"/>
              </a:buClr>
              <a:buSzPts val="1100"/>
              <a:buNone/>
              <a:defRPr sz="1100">
                <a:solidFill>
                  <a:srgbClr val="000000"/>
                </a:solidFill>
              </a:defRPr>
            </a:lvl5pPr>
            <a:lvl6pPr lvl="5" rtl="0">
              <a:spcBef>
                <a:spcPts val="0"/>
              </a:spcBef>
              <a:spcAft>
                <a:spcPts val="0"/>
              </a:spcAft>
              <a:buClr>
                <a:srgbClr val="000000"/>
              </a:buClr>
              <a:buSzPts val="1100"/>
              <a:buNone/>
              <a:defRPr sz="1100">
                <a:solidFill>
                  <a:srgbClr val="000000"/>
                </a:solidFill>
              </a:defRPr>
            </a:lvl6pPr>
            <a:lvl7pPr lvl="6" rtl="0">
              <a:spcBef>
                <a:spcPts val="0"/>
              </a:spcBef>
              <a:spcAft>
                <a:spcPts val="0"/>
              </a:spcAft>
              <a:buClr>
                <a:srgbClr val="000000"/>
              </a:buClr>
              <a:buSzPts val="1100"/>
              <a:buNone/>
              <a:defRPr sz="1100">
                <a:solidFill>
                  <a:srgbClr val="000000"/>
                </a:solidFill>
              </a:defRPr>
            </a:lvl7pPr>
            <a:lvl8pPr lvl="7" rtl="0">
              <a:spcBef>
                <a:spcPts val="0"/>
              </a:spcBef>
              <a:spcAft>
                <a:spcPts val="0"/>
              </a:spcAft>
              <a:buClr>
                <a:srgbClr val="000000"/>
              </a:buClr>
              <a:buSzPts val="1100"/>
              <a:buNone/>
              <a:defRPr sz="1100">
                <a:solidFill>
                  <a:srgbClr val="000000"/>
                </a:solidFill>
              </a:defRPr>
            </a:lvl8pPr>
            <a:lvl9pPr lvl="8" rtl="0">
              <a:spcBef>
                <a:spcPts val="0"/>
              </a:spcBef>
              <a:spcAft>
                <a:spcPts val="0"/>
              </a:spcAft>
              <a:buClr>
                <a:srgbClr val="000000"/>
              </a:buClr>
              <a:buSzPts val="1100"/>
              <a:buNone/>
              <a:defRPr sz="1100">
                <a:solidFill>
                  <a:srgbClr val="000000"/>
                </a:solidFill>
              </a:defRPr>
            </a:lvl9pPr>
          </a:lstStyle>
          <a:p/>
        </p:txBody>
      </p:sp>
      <p:sp>
        <p:nvSpPr>
          <p:cNvPr id="798" name="Google Shape;798;p9"/>
          <p:cNvSpPr txBox="1"/>
          <p:nvPr/>
        </p:nvSpPr>
        <p:spPr>
          <a:xfrm>
            <a:off x="2513487" y="437267"/>
            <a:ext cx="679500" cy="2664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b="1" lang="es-419" sz="1100"/>
              <a:t>Proceso o servicio:</a:t>
            </a:r>
            <a:endParaRPr b="1" sz="1100"/>
          </a:p>
        </p:txBody>
      </p:sp>
      <p:cxnSp>
        <p:nvCxnSpPr>
          <p:cNvPr id="799" name="Google Shape;799;p9"/>
          <p:cNvCxnSpPr/>
          <p:nvPr/>
        </p:nvCxnSpPr>
        <p:spPr>
          <a:xfrm rot="10800000">
            <a:off x="5070754" y="368188"/>
            <a:ext cx="0" cy="402300"/>
          </a:xfrm>
          <a:prstGeom prst="straightConnector1">
            <a:avLst/>
          </a:prstGeom>
          <a:noFill/>
          <a:ln cap="flat" cmpd="sng" w="19050">
            <a:solidFill>
              <a:srgbClr val="000000"/>
            </a:solidFill>
            <a:prstDash val="solid"/>
            <a:round/>
            <a:headEnd len="med" w="med" type="none"/>
            <a:tailEnd len="med" w="med" type="none"/>
          </a:ln>
        </p:spPr>
      </p:cxnSp>
      <p:sp>
        <p:nvSpPr>
          <p:cNvPr id="800" name="Google Shape;800;p9"/>
          <p:cNvSpPr txBox="1"/>
          <p:nvPr/>
        </p:nvSpPr>
        <p:spPr>
          <a:xfrm>
            <a:off x="5191013" y="387663"/>
            <a:ext cx="13026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Finalidad empresa:</a:t>
            </a:r>
            <a:endParaRPr b="1" sz="1100"/>
          </a:p>
        </p:txBody>
      </p:sp>
      <p:sp>
        <p:nvSpPr>
          <p:cNvPr id="801" name="Google Shape;801;p9"/>
          <p:cNvSpPr txBox="1"/>
          <p:nvPr/>
        </p:nvSpPr>
        <p:spPr>
          <a:xfrm>
            <a:off x="5191013" y="579538"/>
            <a:ext cx="11637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Finalidad cliente:</a:t>
            </a:r>
            <a:endParaRPr b="1" sz="1100"/>
          </a:p>
        </p:txBody>
      </p:sp>
      <p:sp>
        <p:nvSpPr>
          <p:cNvPr id="802" name="Google Shape;802;p9"/>
          <p:cNvSpPr/>
          <p:nvPr/>
        </p:nvSpPr>
        <p:spPr>
          <a:xfrm>
            <a:off x="77688" y="349338"/>
            <a:ext cx="2361300" cy="421200"/>
          </a:xfrm>
          <a:prstGeom prst="roundRect">
            <a:avLst>
              <a:gd fmla="val 50000" name="adj"/>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s-419" sz="1200">
                <a:solidFill>
                  <a:srgbClr val="FFFFFF"/>
                </a:solidFill>
              </a:rPr>
              <a:t>Escenario Vivido</a:t>
            </a:r>
            <a:endParaRPr b="1" sz="1200">
              <a:solidFill>
                <a:srgbClr val="FFFFFF"/>
              </a:solidFill>
            </a:endParaRPr>
          </a:p>
          <a:p>
            <a:pPr indent="0" lvl="0" marL="0" rtl="0" algn="ctr">
              <a:spcBef>
                <a:spcPts val="0"/>
              </a:spcBef>
              <a:spcAft>
                <a:spcPts val="0"/>
              </a:spcAft>
              <a:buNone/>
            </a:pPr>
            <a:r>
              <a:t/>
            </a:r>
            <a:endParaRPr b="1" sz="1200">
              <a:solidFill>
                <a:srgbClr val="FFFFFF"/>
              </a:solidFill>
            </a:endParaRPr>
          </a:p>
        </p:txBody>
      </p:sp>
      <p:sp>
        <p:nvSpPr>
          <p:cNvPr id="803" name="Google Shape;803;p9"/>
          <p:cNvSpPr/>
          <p:nvPr/>
        </p:nvSpPr>
        <p:spPr>
          <a:xfrm>
            <a:off x="83988" y="595504"/>
            <a:ext cx="190200" cy="1692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 name="Google Shape;804;p9"/>
          <p:cNvSpPr/>
          <p:nvPr/>
        </p:nvSpPr>
        <p:spPr>
          <a:xfrm>
            <a:off x="2292338" y="358938"/>
            <a:ext cx="146700" cy="4023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 name="Google Shape;805;p9"/>
          <p:cNvSpPr txBox="1"/>
          <p:nvPr>
            <p:ph idx="2" type="title"/>
          </p:nvPr>
        </p:nvSpPr>
        <p:spPr>
          <a:xfrm flipH="1">
            <a:off x="6546263" y="387663"/>
            <a:ext cx="3350100" cy="169200"/>
          </a:xfrm>
          <a:prstGeom prst="rect">
            <a:avLst/>
          </a:prstGeom>
          <a:noFill/>
          <a:ln>
            <a:noFill/>
          </a:ln>
        </p:spPr>
        <p:txBody>
          <a:bodyPr anchorCtr="0" anchor="ctr" bIns="0" lIns="0" spcFirstLastPara="1" rIns="0" wrap="square" tIns="0">
            <a:noAutofit/>
          </a:bodyPr>
          <a:lstStyle>
            <a:lvl1pPr lvl="0" rtl="0">
              <a:spcBef>
                <a:spcPts val="0"/>
              </a:spcBef>
              <a:spcAft>
                <a:spcPts val="0"/>
              </a:spcAft>
              <a:buClr>
                <a:srgbClr val="000000"/>
              </a:buClr>
              <a:buSzPts val="1000"/>
              <a:buNone/>
              <a:defRPr sz="1000">
                <a:solidFill>
                  <a:srgbClr val="000000"/>
                </a:solidFill>
              </a:defRPr>
            </a:lvl1pPr>
            <a:lvl2pPr lvl="1" rtl="0">
              <a:spcBef>
                <a:spcPts val="0"/>
              </a:spcBef>
              <a:spcAft>
                <a:spcPts val="0"/>
              </a:spcAft>
              <a:buClr>
                <a:srgbClr val="000000"/>
              </a:buClr>
              <a:buSzPts val="1000"/>
              <a:buNone/>
              <a:defRPr sz="1000">
                <a:solidFill>
                  <a:srgbClr val="000000"/>
                </a:solidFill>
              </a:defRPr>
            </a:lvl2pPr>
            <a:lvl3pPr lvl="2" rtl="0">
              <a:spcBef>
                <a:spcPts val="0"/>
              </a:spcBef>
              <a:spcAft>
                <a:spcPts val="0"/>
              </a:spcAft>
              <a:buClr>
                <a:srgbClr val="000000"/>
              </a:buClr>
              <a:buSzPts val="1000"/>
              <a:buNone/>
              <a:defRPr sz="1000">
                <a:solidFill>
                  <a:srgbClr val="000000"/>
                </a:solidFill>
              </a:defRPr>
            </a:lvl3pPr>
            <a:lvl4pPr lvl="3" rtl="0">
              <a:spcBef>
                <a:spcPts val="0"/>
              </a:spcBef>
              <a:spcAft>
                <a:spcPts val="0"/>
              </a:spcAft>
              <a:buClr>
                <a:srgbClr val="000000"/>
              </a:buClr>
              <a:buSzPts val="1000"/>
              <a:buNone/>
              <a:defRPr sz="1000">
                <a:solidFill>
                  <a:srgbClr val="000000"/>
                </a:solidFill>
              </a:defRPr>
            </a:lvl4pPr>
            <a:lvl5pPr lvl="4" rtl="0">
              <a:spcBef>
                <a:spcPts val="0"/>
              </a:spcBef>
              <a:spcAft>
                <a:spcPts val="0"/>
              </a:spcAft>
              <a:buClr>
                <a:srgbClr val="000000"/>
              </a:buClr>
              <a:buSzPts val="1000"/>
              <a:buNone/>
              <a:defRPr sz="1000">
                <a:solidFill>
                  <a:srgbClr val="000000"/>
                </a:solidFill>
              </a:defRPr>
            </a:lvl5pPr>
            <a:lvl6pPr lvl="5" rtl="0">
              <a:spcBef>
                <a:spcPts val="0"/>
              </a:spcBef>
              <a:spcAft>
                <a:spcPts val="0"/>
              </a:spcAft>
              <a:buClr>
                <a:srgbClr val="000000"/>
              </a:buClr>
              <a:buSzPts val="1000"/>
              <a:buNone/>
              <a:defRPr sz="1000">
                <a:solidFill>
                  <a:srgbClr val="000000"/>
                </a:solidFill>
              </a:defRPr>
            </a:lvl6pPr>
            <a:lvl7pPr lvl="6" rtl="0">
              <a:spcBef>
                <a:spcPts val="0"/>
              </a:spcBef>
              <a:spcAft>
                <a:spcPts val="0"/>
              </a:spcAft>
              <a:buClr>
                <a:srgbClr val="000000"/>
              </a:buClr>
              <a:buSzPts val="1000"/>
              <a:buNone/>
              <a:defRPr sz="1000">
                <a:solidFill>
                  <a:srgbClr val="000000"/>
                </a:solidFill>
              </a:defRPr>
            </a:lvl7pPr>
            <a:lvl8pPr lvl="7" rtl="0">
              <a:spcBef>
                <a:spcPts val="0"/>
              </a:spcBef>
              <a:spcAft>
                <a:spcPts val="0"/>
              </a:spcAft>
              <a:buClr>
                <a:srgbClr val="000000"/>
              </a:buClr>
              <a:buSzPts val="1000"/>
              <a:buNone/>
              <a:defRPr sz="1000">
                <a:solidFill>
                  <a:srgbClr val="000000"/>
                </a:solidFill>
              </a:defRPr>
            </a:lvl8pPr>
            <a:lvl9pPr lvl="8" rtl="0">
              <a:spcBef>
                <a:spcPts val="0"/>
              </a:spcBef>
              <a:spcAft>
                <a:spcPts val="0"/>
              </a:spcAft>
              <a:buClr>
                <a:srgbClr val="000000"/>
              </a:buClr>
              <a:buSzPts val="1000"/>
              <a:buNone/>
              <a:defRPr sz="1000">
                <a:solidFill>
                  <a:srgbClr val="000000"/>
                </a:solidFill>
              </a:defRPr>
            </a:lvl9pPr>
          </a:lstStyle>
          <a:p/>
        </p:txBody>
      </p:sp>
      <p:sp>
        <p:nvSpPr>
          <p:cNvPr id="806" name="Google Shape;806;p9"/>
          <p:cNvSpPr txBox="1"/>
          <p:nvPr>
            <p:ph idx="3" type="title"/>
          </p:nvPr>
        </p:nvSpPr>
        <p:spPr>
          <a:xfrm flipH="1">
            <a:off x="6546263" y="579538"/>
            <a:ext cx="3350100" cy="169200"/>
          </a:xfrm>
          <a:prstGeom prst="rect">
            <a:avLst/>
          </a:prstGeom>
          <a:noFill/>
          <a:ln>
            <a:noFill/>
          </a:ln>
        </p:spPr>
        <p:txBody>
          <a:bodyPr anchorCtr="0" anchor="ctr" bIns="0" lIns="0" spcFirstLastPara="1" rIns="0" wrap="square" tIns="0">
            <a:noAutofit/>
          </a:bodyPr>
          <a:lstStyle>
            <a:lvl1pPr lvl="0" rtl="0">
              <a:spcBef>
                <a:spcPts val="0"/>
              </a:spcBef>
              <a:spcAft>
                <a:spcPts val="0"/>
              </a:spcAft>
              <a:buClr>
                <a:srgbClr val="000000"/>
              </a:buClr>
              <a:buSzPts val="1000"/>
              <a:buNone/>
              <a:defRPr sz="1000">
                <a:solidFill>
                  <a:srgbClr val="000000"/>
                </a:solidFill>
              </a:defRPr>
            </a:lvl1pPr>
            <a:lvl2pPr lvl="1" rtl="0">
              <a:spcBef>
                <a:spcPts val="0"/>
              </a:spcBef>
              <a:spcAft>
                <a:spcPts val="0"/>
              </a:spcAft>
              <a:buClr>
                <a:srgbClr val="000000"/>
              </a:buClr>
              <a:buSzPts val="1000"/>
              <a:buNone/>
              <a:defRPr sz="1000">
                <a:solidFill>
                  <a:srgbClr val="000000"/>
                </a:solidFill>
              </a:defRPr>
            </a:lvl2pPr>
            <a:lvl3pPr lvl="2" rtl="0">
              <a:spcBef>
                <a:spcPts val="0"/>
              </a:spcBef>
              <a:spcAft>
                <a:spcPts val="0"/>
              </a:spcAft>
              <a:buClr>
                <a:srgbClr val="000000"/>
              </a:buClr>
              <a:buSzPts val="1000"/>
              <a:buNone/>
              <a:defRPr sz="1000">
                <a:solidFill>
                  <a:srgbClr val="000000"/>
                </a:solidFill>
              </a:defRPr>
            </a:lvl3pPr>
            <a:lvl4pPr lvl="3" rtl="0">
              <a:spcBef>
                <a:spcPts val="0"/>
              </a:spcBef>
              <a:spcAft>
                <a:spcPts val="0"/>
              </a:spcAft>
              <a:buClr>
                <a:srgbClr val="000000"/>
              </a:buClr>
              <a:buSzPts val="1000"/>
              <a:buNone/>
              <a:defRPr sz="1000">
                <a:solidFill>
                  <a:srgbClr val="000000"/>
                </a:solidFill>
              </a:defRPr>
            </a:lvl4pPr>
            <a:lvl5pPr lvl="4" rtl="0">
              <a:spcBef>
                <a:spcPts val="0"/>
              </a:spcBef>
              <a:spcAft>
                <a:spcPts val="0"/>
              </a:spcAft>
              <a:buClr>
                <a:srgbClr val="000000"/>
              </a:buClr>
              <a:buSzPts val="1000"/>
              <a:buNone/>
              <a:defRPr sz="1000">
                <a:solidFill>
                  <a:srgbClr val="000000"/>
                </a:solidFill>
              </a:defRPr>
            </a:lvl5pPr>
            <a:lvl6pPr lvl="5" rtl="0">
              <a:spcBef>
                <a:spcPts val="0"/>
              </a:spcBef>
              <a:spcAft>
                <a:spcPts val="0"/>
              </a:spcAft>
              <a:buClr>
                <a:srgbClr val="000000"/>
              </a:buClr>
              <a:buSzPts val="1000"/>
              <a:buNone/>
              <a:defRPr sz="1000">
                <a:solidFill>
                  <a:srgbClr val="000000"/>
                </a:solidFill>
              </a:defRPr>
            </a:lvl6pPr>
            <a:lvl7pPr lvl="6" rtl="0">
              <a:spcBef>
                <a:spcPts val="0"/>
              </a:spcBef>
              <a:spcAft>
                <a:spcPts val="0"/>
              </a:spcAft>
              <a:buClr>
                <a:srgbClr val="000000"/>
              </a:buClr>
              <a:buSzPts val="1000"/>
              <a:buNone/>
              <a:defRPr sz="1000">
                <a:solidFill>
                  <a:srgbClr val="000000"/>
                </a:solidFill>
              </a:defRPr>
            </a:lvl7pPr>
            <a:lvl8pPr lvl="7" rtl="0">
              <a:spcBef>
                <a:spcPts val="0"/>
              </a:spcBef>
              <a:spcAft>
                <a:spcPts val="0"/>
              </a:spcAft>
              <a:buClr>
                <a:srgbClr val="000000"/>
              </a:buClr>
              <a:buSzPts val="1000"/>
              <a:buNone/>
              <a:defRPr sz="1000">
                <a:solidFill>
                  <a:srgbClr val="000000"/>
                </a:solidFill>
              </a:defRPr>
            </a:lvl8pPr>
            <a:lvl9pPr lvl="8" rtl="0">
              <a:spcBef>
                <a:spcPts val="0"/>
              </a:spcBef>
              <a:spcAft>
                <a:spcPts val="0"/>
              </a:spcAft>
              <a:buClr>
                <a:srgbClr val="000000"/>
              </a:buClr>
              <a:buSzPts val="1000"/>
              <a:buNone/>
              <a:defRPr sz="1000">
                <a:solidFill>
                  <a:srgbClr val="000000"/>
                </a:solidFill>
              </a:defRPr>
            </a:lvl9pPr>
          </a:lstStyle>
          <a:p/>
        </p:txBody>
      </p:sp>
      <p:grpSp>
        <p:nvGrpSpPr>
          <p:cNvPr id="807" name="Google Shape;807;p9"/>
          <p:cNvGrpSpPr/>
          <p:nvPr/>
        </p:nvGrpSpPr>
        <p:grpSpPr>
          <a:xfrm>
            <a:off x="187550" y="875833"/>
            <a:ext cx="4396608" cy="5774659"/>
            <a:chOff x="111125" y="561600"/>
            <a:chExt cx="5760000" cy="6192000"/>
          </a:xfrm>
        </p:grpSpPr>
        <p:sp>
          <p:nvSpPr>
            <p:cNvPr id="808" name="Google Shape;808;p9"/>
            <p:cNvSpPr txBox="1"/>
            <p:nvPr/>
          </p:nvSpPr>
          <p:spPr>
            <a:xfrm>
              <a:off x="111125" y="561600"/>
              <a:ext cx="5760000" cy="6192000"/>
            </a:xfrm>
            <a:prstGeom prst="rect">
              <a:avLst/>
            </a:prstGeom>
            <a:solidFill>
              <a:srgbClr val="FFFFFF"/>
            </a:solidFill>
            <a:ln cap="flat" cmpd="sng" w="38100">
              <a:solidFill>
                <a:srgbClr val="0DC3C3"/>
              </a:solidFill>
              <a:prstDash val="solid"/>
              <a:round/>
              <a:headEnd len="sm" w="sm" type="none"/>
              <a:tailEnd len="sm" w="sm" type="none"/>
            </a:ln>
            <a:effectLst>
              <a:outerShdw blurRad="63500" dir="10800000" dist="38100">
                <a:srgbClr val="000000">
                  <a:alpha val="39220"/>
                </a:srgbClr>
              </a:outerShdw>
            </a:effectLst>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Arial"/>
                <a:ea typeface="Arial"/>
                <a:cs typeface="Arial"/>
                <a:sym typeface="Arial"/>
              </a:endParaRPr>
            </a:p>
          </p:txBody>
        </p:sp>
        <p:sp>
          <p:nvSpPr>
            <p:cNvPr id="809" name="Google Shape;809;p9"/>
            <p:cNvSpPr txBox="1"/>
            <p:nvPr/>
          </p:nvSpPr>
          <p:spPr>
            <a:xfrm>
              <a:off x="111125" y="561600"/>
              <a:ext cx="5760000" cy="352500"/>
            </a:xfrm>
            <a:prstGeom prst="rect">
              <a:avLst/>
            </a:prstGeom>
            <a:solidFill>
              <a:srgbClr val="0DC3C3"/>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FFFFFF"/>
                </a:buClr>
                <a:buSzPts val="1800"/>
                <a:buFont typeface="Arial"/>
                <a:buNone/>
              </a:pPr>
              <a:r>
                <a:rPr b="1" lang="es-419" sz="1300">
                  <a:solidFill>
                    <a:srgbClr val="FFFFFF"/>
                  </a:solidFill>
                  <a:latin typeface="Arvo"/>
                  <a:ea typeface="Arvo"/>
                  <a:cs typeface="Arvo"/>
                  <a:sym typeface="Arvo"/>
                </a:rPr>
                <a:t>Escenario</a:t>
              </a:r>
              <a:endParaRPr i="0" sz="1300" u="none" cap="none" strike="noStrike">
                <a:solidFill>
                  <a:srgbClr val="000000"/>
                </a:solidFill>
                <a:latin typeface="Arvo"/>
                <a:ea typeface="Arvo"/>
                <a:cs typeface="Arvo"/>
                <a:sym typeface="Arvo"/>
              </a:endParaRPr>
            </a:p>
          </p:txBody>
        </p:sp>
      </p:grpSp>
      <p:grpSp>
        <p:nvGrpSpPr>
          <p:cNvPr id="810" name="Google Shape;810;p9"/>
          <p:cNvGrpSpPr/>
          <p:nvPr/>
        </p:nvGrpSpPr>
        <p:grpSpPr>
          <a:xfrm>
            <a:off x="4728159" y="875834"/>
            <a:ext cx="5135352" cy="5774659"/>
            <a:chOff x="6025601" y="561600"/>
            <a:chExt cx="5773302" cy="6192000"/>
          </a:xfrm>
        </p:grpSpPr>
        <p:sp>
          <p:nvSpPr>
            <p:cNvPr id="811" name="Google Shape;811;p9"/>
            <p:cNvSpPr txBox="1"/>
            <p:nvPr/>
          </p:nvSpPr>
          <p:spPr>
            <a:xfrm>
              <a:off x="6025601" y="561600"/>
              <a:ext cx="5760600" cy="6192000"/>
            </a:xfrm>
            <a:prstGeom prst="rect">
              <a:avLst/>
            </a:prstGeom>
            <a:solidFill>
              <a:srgbClr val="FFFFFF"/>
            </a:solidFill>
            <a:ln cap="flat" cmpd="sng" w="38100">
              <a:solidFill>
                <a:srgbClr val="96479C"/>
              </a:solidFill>
              <a:prstDash val="solid"/>
              <a:round/>
              <a:headEnd len="sm" w="sm" type="none"/>
              <a:tailEnd len="sm" w="sm" type="none"/>
            </a:ln>
            <a:effectLst>
              <a:outerShdw blurRad="63500" dir="10800000" dist="38100">
                <a:srgbClr val="000000">
                  <a:alpha val="39220"/>
                </a:srgbClr>
              </a:outerShdw>
            </a:effectLst>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Arial"/>
                <a:ea typeface="Arial"/>
                <a:cs typeface="Arial"/>
                <a:sym typeface="Arial"/>
              </a:endParaRPr>
            </a:p>
          </p:txBody>
        </p:sp>
        <p:sp>
          <p:nvSpPr>
            <p:cNvPr id="812" name="Google Shape;812;p9"/>
            <p:cNvSpPr txBox="1"/>
            <p:nvPr/>
          </p:nvSpPr>
          <p:spPr>
            <a:xfrm>
              <a:off x="6038303" y="561600"/>
              <a:ext cx="5760600" cy="352500"/>
            </a:xfrm>
            <a:prstGeom prst="rect">
              <a:avLst/>
            </a:prstGeom>
            <a:solidFill>
              <a:srgbClr val="96479C"/>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FFFFFF"/>
                </a:buClr>
                <a:buSzPts val="1800"/>
                <a:buFont typeface="Arial"/>
                <a:buNone/>
              </a:pPr>
              <a:r>
                <a:rPr b="1" lang="es-419" sz="1200">
                  <a:solidFill>
                    <a:srgbClr val="FFFFFF"/>
                  </a:solidFill>
                  <a:latin typeface="Arvo"/>
                  <a:ea typeface="Arvo"/>
                  <a:cs typeface="Arvo"/>
                  <a:sym typeface="Arvo"/>
                </a:rPr>
                <a:t>Sistema de Información</a:t>
              </a:r>
              <a:endParaRPr i="0" sz="1200" u="none" cap="none" strike="noStrike">
                <a:solidFill>
                  <a:srgbClr val="000000"/>
                </a:solidFill>
                <a:latin typeface="Arvo"/>
                <a:ea typeface="Arvo"/>
                <a:cs typeface="Arvo"/>
                <a:sym typeface="Arvo"/>
              </a:endParaRPr>
            </a:p>
          </p:txBody>
        </p:sp>
      </p:grpSp>
      <p:grpSp>
        <p:nvGrpSpPr>
          <p:cNvPr id="813" name="Google Shape;813;p9"/>
          <p:cNvGrpSpPr/>
          <p:nvPr/>
        </p:nvGrpSpPr>
        <p:grpSpPr>
          <a:xfrm>
            <a:off x="4862100" y="1326042"/>
            <a:ext cx="2365102" cy="1823291"/>
            <a:chOff x="4977080" y="1509325"/>
            <a:chExt cx="2028911" cy="1321800"/>
          </a:xfrm>
        </p:grpSpPr>
        <p:sp>
          <p:nvSpPr>
            <p:cNvPr id="814" name="Google Shape;814;p9"/>
            <p:cNvSpPr txBox="1"/>
            <p:nvPr/>
          </p:nvSpPr>
          <p:spPr>
            <a:xfrm>
              <a:off x="4977092" y="1509325"/>
              <a:ext cx="2028900" cy="1321800"/>
            </a:xfrm>
            <a:prstGeom prst="rect">
              <a:avLst/>
            </a:prstGeom>
            <a:solidFill>
              <a:srgbClr val="FFFFFF"/>
            </a:solidFill>
            <a:ln cap="flat" cmpd="sng" w="38100">
              <a:solidFill>
                <a:srgbClr val="BFBFBF"/>
              </a:solidFill>
              <a:prstDash val="solid"/>
              <a:round/>
              <a:headEnd len="sm" w="sm" type="none"/>
              <a:tailEnd len="sm" w="sm" type="none"/>
            </a:ln>
            <a:effectLst>
              <a:outerShdw blurRad="63500" dir="2700000" dist="38100">
                <a:srgbClr val="000000">
                  <a:alpha val="39220"/>
                </a:srgbClr>
              </a:outerShdw>
            </a:effectLst>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Arial"/>
                <a:ea typeface="Arial"/>
                <a:cs typeface="Arial"/>
                <a:sym typeface="Arial"/>
              </a:endParaRPr>
            </a:p>
          </p:txBody>
        </p:sp>
        <p:sp>
          <p:nvSpPr>
            <p:cNvPr id="815" name="Google Shape;815;p9"/>
            <p:cNvSpPr txBox="1"/>
            <p:nvPr/>
          </p:nvSpPr>
          <p:spPr>
            <a:xfrm>
              <a:off x="4977080" y="1520404"/>
              <a:ext cx="2028900" cy="192600"/>
            </a:xfrm>
            <a:prstGeom prst="rect">
              <a:avLst/>
            </a:prstGeom>
            <a:solidFill>
              <a:srgbClr val="BFBFBF"/>
            </a:solidFill>
            <a:ln>
              <a:noFill/>
            </a:ln>
          </p:spPr>
          <p:txBody>
            <a:bodyPr anchorCtr="0" anchor="ctr" bIns="0" lIns="0" spcFirstLastPara="1" rIns="0" wrap="square" tIns="0">
              <a:noAutofit/>
            </a:bodyPr>
            <a:lstStyle/>
            <a:p>
              <a:pPr indent="0" lvl="0" marL="0" marR="0" rtl="0" algn="ctr">
                <a:lnSpc>
                  <a:spcPct val="100000"/>
                </a:lnSpc>
                <a:spcBef>
                  <a:spcPts val="0"/>
                </a:spcBef>
                <a:spcAft>
                  <a:spcPts val="0"/>
                </a:spcAft>
                <a:buClr>
                  <a:srgbClr val="000000"/>
                </a:buClr>
                <a:buSzPts val="1800"/>
                <a:buFont typeface="Arial"/>
                <a:buNone/>
              </a:pPr>
              <a:r>
                <a:rPr b="1" i="0" lang="es-419" sz="1000" u="none" cap="none" strike="noStrike">
                  <a:solidFill>
                    <a:srgbClr val="000000"/>
                  </a:solidFill>
                  <a:latin typeface="Arvo"/>
                  <a:ea typeface="Arvo"/>
                  <a:cs typeface="Arvo"/>
                  <a:sym typeface="Arvo"/>
                </a:rPr>
                <a:t>Formularios - P</a:t>
              </a:r>
              <a:r>
                <a:rPr b="1" lang="es-419" sz="1000">
                  <a:latin typeface="Arvo"/>
                  <a:ea typeface="Arvo"/>
                  <a:cs typeface="Arvo"/>
                  <a:sym typeface="Arvo"/>
                </a:rPr>
                <a:t>rocesos</a:t>
              </a:r>
              <a:endParaRPr i="0" sz="1000" u="none" cap="none" strike="noStrike">
                <a:solidFill>
                  <a:srgbClr val="000000"/>
                </a:solidFill>
                <a:latin typeface="Arvo"/>
                <a:ea typeface="Arvo"/>
                <a:cs typeface="Arvo"/>
                <a:sym typeface="Arvo"/>
              </a:endParaRPr>
            </a:p>
          </p:txBody>
        </p:sp>
      </p:grpSp>
      <p:grpSp>
        <p:nvGrpSpPr>
          <p:cNvPr id="816" name="Google Shape;816;p9"/>
          <p:cNvGrpSpPr/>
          <p:nvPr/>
        </p:nvGrpSpPr>
        <p:grpSpPr>
          <a:xfrm>
            <a:off x="4862112" y="3288193"/>
            <a:ext cx="2365090" cy="1583535"/>
            <a:chOff x="4977091" y="2931792"/>
            <a:chExt cx="2028901" cy="1147988"/>
          </a:xfrm>
        </p:grpSpPr>
        <p:sp>
          <p:nvSpPr>
            <p:cNvPr id="817" name="Google Shape;817;p9"/>
            <p:cNvSpPr txBox="1"/>
            <p:nvPr/>
          </p:nvSpPr>
          <p:spPr>
            <a:xfrm>
              <a:off x="4977092" y="2944881"/>
              <a:ext cx="2028900" cy="1134900"/>
            </a:xfrm>
            <a:prstGeom prst="rect">
              <a:avLst/>
            </a:prstGeom>
            <a:solidFill>
              <a:srgbClr val="FFFFFF"/>
            </a:solidFill>
            <a:ln cap="flat" cmpd="sng" w="38100">
              <a:solidFill>
                <a:srgbClr val="D9D9D9"/>
              </a:solidFill>
              <a:prstDash val="solid"/>
              <a:round/>
              <a:headEnd len="sm" w="sm" type="none"/>
              <a:tailEnd len="sm" w="sm" type="none"/>
            </a:ln>
            <a:effectLst>
              <a:outerShdw blurRad="63500" dir="2700000" dist="38100">
                <a:srgbClr val="000000">
                  <a:alpha val="39220"/>
                </a:srgbClr>
              </a:outerShdw>
            </a:effectLst>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Arial"/>
                <a:ea typeface="Arial"/>
                <a:cs typeface="Arial"/>
                <a:sym typeface="Arial"/>
              </a:endParaRPr>
            </a:p>
          </p:txBody>
        </p:sp>
        <p:sp>
          <p:nvSpPr>
            <p:cNvPr id="818" name="Google Shape;818;p9"/>
            <p:cNvSpPr txBox="1"/>
            <p:nvPr/>
          </p:nvSpPr>
          <p:spPr>
            <a:xfrm>
              <a:off x="4977091" y="2931792"/>
              <a:ext cx="2028900" cy="208500"/>
            </a:xfrm>
            <a:prstGeom prst="rect">
              <a:avLst/>
            </a:prstGeom>
            <a:solidFill>
              <a:srgbClr val="F2F2F2"/>
            </a:solidFill>
            <a:ln cap="flat" cmpd="sng" w="9525">
              <a:solidFill>
                <a:srgbClr val="D9D9D9"/>
              </a:solidFill>
              <a:prstDash val="solid"/>
              <a:miter lim="800000"/>
              <a:headEnd len="sm" w="sm" type="none"/>
              <a:tailEnd len="sm" w="sm" type="none"/>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rPr b="1" lang="es-419" sz="1000">
                  <a:latin typeface="Arvo"/>
                  <a:ea typeface="Arvo"/>
                  <a:cs typeface="Arvo"/>
                  <a:sym typeface="Arvo"/>
                </a:rPr>
                <a:t>Formulario </a:t>
              </a:r>
              <a:r>
                <a:rPr b="1" i="0" lang="es-419" sz="1000" u="none" cap="none" strike="noStrike">
                  <a:solidFill>
                    <a:srgbClr val="000000"/>
                  </a:solidFill>
                  <a:latin typeface="Arvo"/>
                  <a:ea typeface="Arvo"/>
                  <a:cs typeface="Arvo"/>
                  <a:sym typeface="Arvo"/>
                </a:rPr>
                <a:t>- </a:t>
              </a:r>
              <a:r>
                <a:rPr b="1" lang="es-419" sz="1000">
                  <a:latin typeface="Arvo"/>
                  <a:ea typeface="Arvo"/>
                  <a:cs typeface="Arvo"/>
                  <a:sym typeface="Arvo"/>
                </a:rPr>
                <a:t>Soporte</a:t>
              </a:r>
              <a:endParaRPr i="0" sz="1000" u="none" cap="none" strike="noStrike">
                <a:solidFill>
                  <a:srgbClr val="000000"/>
                </a:solidFill>
                <a:latin typeface="Arvo"/>
                <a:ea typeface="Arvo"/>
                <a:cs typeface="Arvo"/>
                <a:sym typeface="Arvo"/>
              </a:endParaRPr>
            </a:p>
          </p:txBody>
        </p:sp>
      </p:grpSp>
      <p:grpSp>
        <p:nvGrpSpPr>
          <p:cNvPr id="819" name="Google Shape;819;p9"/>
          <p:cNvGrpSpPr/>
          <p:nvPr/>
        </p:nvGrpSpPr>
        <p:grpSpPr>
          <a:xfrm>
            <a:off x="4862466" y="5042037"/>
            <a:ext cx="2365089" cy="1466001"/>
            <a:chOff x="4977394" y="4203246"/>
            <a:chExt cx="2028900" cy="1062781"/>
          </a:xfrm>
        </p:grpSpPr>
        <p:sp>
          <p:nvSpPr>
            <p:cNvPr id="820" name="Google Shape;820;p9"/>
            <p:cNvSpPr txBox="1"/>
            <p:nvPr/>
          </p:nvSpPr>
          <p:spPr>
            <a:xfrm>
              <a:off x="4977394" y="4216328"/>
              <a:ext cx="2028900" cy="1049700"/>
            </a:xfrm>
            <a:prstGeom prst="rect">
              <a:avLst/>
            </a:prstGeom>
            <a:solidFill>
              <a:srgbClr val="FFFFFF"/>
            </a:solidFill>
            <a:ln cap="flat" cmpd="sng" w="38100">
              <a:solidFill>
                <a:srgbClr val="72BFC5"/>
              </a:solidFill>
              <a:prstDash val="solid"/>
              <a:round/>
              <a:headEnd len="sm" w="sm" type="none"/>
              <a:tailEnd len="sm" w="sm" type="none"/>
            </a:ln>
            <a:effectLst>
              <a:outerShdw blurRad="63500" dir="2700000" dist="38100">
                <a:srgbClr val="000000">
                  <a:alpha val="39220"/>
                </a:srgbClr>
              </a:outerShdw>
            </a:effectLst>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Arial"/>
                <a:ea typeface="Arial"/>
                <a:cs typeface="Arial"/>
                <a:sym typeface="Arial"/>
              </a:endParaRPr>
            </a:p>
          </p:txBody>
        </p:sp>
        <p:sp>
          <p:nvSpPr>
            <p:cNvPr id="821" name="Google Shape;821;p9"/>
            <p:cNvSpPr txBox="1"/>
            <p:nvPr/>
          </p:nvSpPr>
          <p:spPr>
            <a:xfrm>
              <a:off x="4977394" y="4203246"/>
              <a:ext cx="2028900" cy="182100"/>
            </a:xfrm>
            <a:prstGeom prst="rect">
              <a:avLst/>
            </a:prstGeom>
            <a:solidFill>
              <a:srgbClr val="72BFC5"/>
            </a:solidFill>
            <a:ln cap="flat" cmpd="sng" w="38100">
              <a:solidFill>
                <a:srgbClr val="72BFC5"/>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rPr b="1" i="0" lang="es-419" sz="1000" u="none" cap="none" strike="noStrike">
                  <a:solidFill>
                    <a:srgbClr val="000000"/>
                  </a:solidFill>
                  <a:latin typeface="Arvo"/>
                  <a:ea typeface="Arvo"/>
                  <a:cs typeface="Arvo"/>
                  <a:sym typeface="Arvo"/>
                </a:rPr>
                <a:t>Formularios - D</a:t>
              </a:r>
              <a:r>
                <a:rPr b="1" lang="es-419" sz="1000">
                  <a:latin typeface="Arvo"/>
                  <a:ea typeface="Arvo"/>
                  <a:cs typeface="Arvo"/>
                  <a:sym typeface="Arvo"/>
                </a:rPr>
                <a:t>ialogo</a:t>
              </a:r>
              <a:endParaRPr i="0" sz="1000" u="none" cap="none" strike="noStrike">
                <a:solidFill>
                  <a:srgbClr val="000000"/>
                </a:solidFill>
                <a:latin typeface="Arvo"/>
                <a:ea typeface="Arvo"/>
                <a:cs typeface="Arvo"/>
                <a:sym typeface="Arvo"/>
              </a:endParaRPr>
            </a:p>
          </p:txBody>
        </p:sp>
      </p:grpSp>
      <p:grpSp>
        <p:nvGrpSpPr>
          <p:cNvPr id="822" name="Google Shape;822;p9"/>
          <p:cNvGrpSpPr/>
          <p:nvPr/>
        </p:nvGrpSpPr>
        <p:grpSpPr>
          <a:xfrm>
            <a:off x="7414088" y="1326038"/>
            <a:ext cx="2297245" cy="1823436"/>
            <a:chOff x="7166313" y="1509322"/>
            <a:chExt cx="1970700" cy="1321905"/>
          </a:xfrm>
        </p:grpSpPr>
        <p:sp>
          <p:nvSpPr>
            <p:cNvPr id="823" name="Google Shape;823;p9"/>
            <p:cNvSpPr txBox="1"/>
            <p:nvPr/>
          </p:nvSpPr>
          <p:spPr>
            <a:xfrm>
              <a:off x="7166313" y="1510328"/>
              <a:ext cx="1970700" cy="1320900"/>
            </a:xfrm>
            <a:prstGeom prst="rect">
              <a:avLst/>
            </a:prstGeom>
            <a:solidFill>
              <a:srgbClr val="FFFFFF"/>
            </a:solidFill>
            <a:ln cap="flat" cmpd="sng" w="38100">
              <a:solidFill>
                <a:srgbClr val="D9D9D9"/>
              </a:solidFill>
              <a:prstDash val="solid"/>
              <a:round/>
              <a:headEnd len="sm" w="sm" type="none"/>
              <a:tailEnd len="sm" w="sm" type="none"/>
            </a:ln>
            <a:effectLst>
              <a:outerShdw blurRad="63500" dir="2700000" dist="38100">
                <a:srgbClr val="000000">
                  <a:alpha val="39220"/>
                </a:srgbClr>
              </a:outerShdw>
            </a:effectLst>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Arial"/>
                <a:ea typeface="Arial"/>
                <a:cs typeface="Arial"/>
                <a:sym typeface="Arial"/>
              </a:endParaRPr>
            </a:p>
          </p:txBody>
        </p:sp>
        <p:sp>
          <p:nvSpPr>
            <p:cNvPr id="824" name="Google Shape;824;p9"/>
            <p:cNvSpPr txBox="1"/>
            <p:nvPr/>
          </p:nvSpPr>
          <p:spPr>
            <a:xfrm>
              <a:off x="7166313" y="1509322"/>
              <a:ext cx="1970700" cy="181800"/>
            </a:xfrm>
            <a:prstGeom prst="rect">
              <a:avLst/>
            </a:prstGeom>
            <a:solidFill>
              <a:srgbClr val="F2F2F2"/>
            </a:solidFill>
            <a:ln cap="flat" cmpd="sng" w="38100">
              <a:solidFill>
                <a:srgbClr val="D9D9D9"/>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rPr b="1" lang="es-419" sz="1000">
                  <a:latin typeface="Arvo"/>
                  <a:ea typeface="Arvo"/>
                  <a:cs typeface="Arvo"/>
                  <a:sym typeface="Arvo"/>
                </a:rPr>
                <a:t>Entidades </a:t>
              </a:r>
              <a:r>
                <a:rPr b="1" i="0" lang="es-419" sz="1000" u="none" cap="none" strike="noStrike">
                  <a:solidFill>
                    <a:srgbClr val="000000"/>
                  </a:solidFill>
                  <a:latin typeface="Arvo"/>
                  <a:ea typeface="Arvo"/>
                  <a:cs typeface="Arvo"/>
                  <a:sym typeface="Arvo"/>
                </a:rPr>
                <a:t>- </a:t>
              </a:r>
              <a:r>
                <a:rPr b="1" lang="es-419" sz="1000">
                  <a:latin typeface="Arvo"/>
                  <a:ea typeface="Arvo"/>
                  <a:cs typeface="Arvo"/>
                  <a:sym typeface="Arvo"/>
                </a:rPr>
                <a:t>Dominio</a:t>
              </a:r>
              <a:endParaRPr b="1" i="0" sz="1000" u="none" cap="none" strike="noStrike">
                <a:solidFill>
                  <a:srgbClr val="000000"/>
                </a:solidFill>
                <a:latin typeface="Arvo"/>
                <a:ea typeface="Arvo"/>
                <a:cs typeface="Arvo"/>
                <a:sym typeface="Arvo"/>
              </a:endParaRPr>
            </a:p>
          </p:txBody>
        </p:sp>
      </p:grpSp>
      <p:grpSp>
        <p:nvGrpSpPr>
          <p:cNvPr id="825" name="Google Shape;825;p9"/>
          <p:cNvGrpSpPr/>
          <p:nvPr/>
        </p:nvGrpSpPr>
        <p:grpSpPr>
          <a:xfrm>
            <a:off x="7413883" y="3312381"/>
            <a:ext cx="2297249" cy="3195411"/>
            <a:chOff x="7166309" y="2980271"/>
            <a:chExt cx="1970704" cy="2285701"/>
          </a:xfrm>
        </p:grpSpPr>
        <p:sp>
          <p:nvSpPr>
            <p:cNvPr id="826" name="Google Shape;826;p9"/>
            <p:cNvSpPr txBox="1"/>
            <p:nvPr/>
          </p:nvSpPr>
          <p:spPr>
            <a:xfrm>
              <a:off x="7166313" y="2980272"/>
              <a:ext cx="1970700" cy="2285700"/>
            </a:xfrm>
            <a:prstGeom prst="rect">
              <a:avLst/>
            </a:prstGeom>
            <a:solidFill>
              <a:srgbClr val="FFFFFF"/>
            </a:solidFill>
            <a:ln cap="flat" cmpd="sng" w="38100">
              <a:solidFill>
                <a:srgbClr val="C00000"/>
              </a:solidFill>
              <a:prstDash val="solid"/>
              <a:round/>
              <a:headEnd len="sm" w="sm" type="none"/>
              <a:tailEnd len="sm" w="sm" type="none"/>
            </a:ln>
            <a:effectLst>
              <a:outerShdw blurRad="63500" dir="2700000" dist="38100">
                <a:srgbClr val="000000">
                  <a:alpha val="39220"/>
                </a:srgbClr>
              </a:outerShdw>
            </a:effectLst>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Arial"/>
                <a:ea typeface="Arial"/>
                <a:cs typeface="Arial"/>
                <a:sym typeface="Arial"/>
              </a:endParaRPr>
            </a:p>
          </p:txBody>
        </p:sp>
        <p:sp>
          <p:nvSpPr>
            <p:cNvPr id="827" name="Google Shape;827;p9"/>
            <p:cNvSpPr txBox="1"/>
            <p:nvPr/>
          </p:nvSpPr>
          <p:spPr>
            <a:xfrm>
              <a:off x="7166309" y="2980271"/>
              <a:ext cx="1970700" cy="171300"/>
            </a:xfrm>
            <a:prstGeom prst="rect">
              <a:avLst/>
            </a:prstGeom>
            <a:solidFill>
              <a:srgbClr val="C00000"/>
            </a:solidFill>
            <a:ln cap="flat" cmpd="sng" w="38100">
              <a:solidFill>
                <a:srgbClr val="C00000"/>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FFFFFF"/>
                </a:buClr>
                <a:buSzPts val="1800"/>
                <a:buFont typeface="Arial"/>
                <a:buNone/>
              </a:pPr>
              <a:r>
                <a:rPr b="1" lang="es-419" sz="1000">
                  <a:solidFill>
                    <a:srgbClr val="FFFFFF"/>
                  </a:solidFill>
                  <a:latin typeface="Arvo"/>
                  <a:ea typeface="Arvo"/>
                  <a:cs typeface="Arvo"/>
                  <a:sym typeface="Arvo"/>
                </a:rPr>
                <a:t>Comunicación</a:t>
              </a:r>
              <a:endParaRPr i="0" sz="1000" u="none" cap="none" strike="noStrike">
                <a:solidFill>
                  <a:srgbClr val="000000"/>
                </a:solidFill>
                <a:latin typeface="Arvo"/>
                <a:ea typeface="Arvo"/>
                <a:cs typeface="Arvo"/>
                <a:sym typeface="Arvo"/>
              </a:endParaRPr>
            </a:p>
          </p:txBody>
        </p:sp>
      </p:grpSp>
      <p:sp>
        <p:nvSpPr>
          <p:cNvPr id="828" name="Google Shape;828;p9"/>
          <p:cNvSpPr txBox="1"/>
          <p:nvPr>
            <p:ph idx="1" type="body"/>
          </p:nvPr>
        </p:nvSpPr>
        <p:spPr>
          <a:xfrm>
            <a:off x="641150" y="612125"/>
            <a:ext cx="1770300" cy="160500"/>
          </a:xfrm>
          <a:prstGeom prst="rect">
            <a:avLst/>
          </a:prstGeom>
          <a:noFill/>
          <a:ln>
            <a:noFill/>
          </a:ln>
        </p:spPr>
        <p:txBody>
          <a:bodyPr anchorCtr="0" anchor="t" bIns="0" lIns="0" spcFirstLastPara="1" rIns="0" wrap="square" tIns="0">
            <a:noAutofit/>
          </a:bodyPr>
          <a:lstStyle>
            <a:lvl1pPr indent="-292100" lvl="0" marL="457200" rtl="0" algn="ctr">
              <a:spcBef>
                <a:spcPts val="0"/>
              </a:spcBef>
              <a:spcAft>
                <a:spcPts val="0"/>
              </a:spcAft>
              <a:buClr>
                <a:srgbClr val="FFFFFF"/>
              </a:buClr>
              <a:buSzPts val="1000"/>
              <a:buChar char="●"/>
              <a:defRPr sz="1000">
                <a:solidFill>
                  <a:srgbClr val="FFFFFF"/>
                </a:solidFill>
              </a:defRPr>
            </a:lvl1pPr>
            <a:lvl2pPr indent="-292100" lvl="1" marL="914400" rtl="0" algn="ctr">
              <a:spcBef>
                <a:spcPts val="0"/>
              </a:spcBef>
              <a:spcAft>
                <a:spcPts val="0"/>
              </a:spcAft>
              <a:buClr>
                <a:srgbClr val="FFFFFF"/>
              </a:buClr>
              <a:buSzPts val="1000"/>
              <a:buChar char="○"/>
              <a:defRPr sz="1000">
                <a:solidFill>
                  <a:srgbClr val="FFFFFF"/>
                </a:solidFill>
              </a:defRPr>
            </a:lvl2pPr>
            <a:lvl3pPr indent="-292100" lvl="2" marL="1371600" rtl="0" algn="ctr">
              <a:spcBef>
                <a:spcPts val="0"/>
              </a:spcBef>
              <a:spcAft>
                <a:spcPts val="0"/>
              </a:spcAft>
              <a:buClr>
                <a:srgbClr val="FFFFFF"/>
              </a:buClr>
              <a:buSzPts val="1000"/>
              <a:buChar char="■"/>
              <a:defRPr sz="1000">
                <a:solidFill>
                  <a:srgbClr val="FFFFFF"/>
                </a:solidFill>
              </a:defRPr>
            </a:lvl3pPr>
            <a:lvl4pPr indent="-292100" lvl="3" marL="1828800" rtl="0" algn="ctr">
              <a:spcBef>
                <a:spcPts val="0"/>
              </a:spcBef>
              <a:spcAft>
                <a:spcPts val="0"/>
              </a:spcAft>
              <a:buClr>
                <a:srgbClr val="FFFFFF"/>
              </a:buClr>
              <a:buSzPts val="1000"/>
              <a:buChar char="●"/>
              <a:defRPr sz="1000">
                <a:solidFill>
                  <a:srgbClr val="FFFFFF"/>
                </a:solidFill>
              </a:defRPr>
            </a:lvl4pPr>
            <a:lvl5pPr indent="-292100" lvl="4" marL="2286000" rtl="0" algn="ctr">
              <a:spcBef>
                <a:spcPts val="0"/>
              </a:spcBef>
              <a:spcAft>
                <a:spcPts val="0"/>
              </a:spcAft>
              <a:buClr>
                <a:srgbClr val="FFFFFF"/>
              </a:buClr>
              <a:buSzPts val="1000"/>
              <a:buChar char="○"/>
              <a:defRPr sz="1000">
                <a:solidFill>
                  <a:srgbClr val="FFFFFF"/>
                </a:solidFill>
              </a:defRPr>
            </a:lvl5pPr>
            <a:lvl6pPr indent="-292100" lvl="5" marL="2743200" rtl="0" algn="ctr">
              <a:spcBef>
                <a:spcPts val="0"/>
              </a:spcBef>
              <a:spcAft>
                <a:spcPts val="0"/>
              </a:spcAft>
              <a:buClr>
                <a:srgbClr val="FFFFFF"/>
              </a:buClr>
              <a:buSzPts val="1000"/>
              <a:buChar char="■"/>
              <a:defRPr sz="1000">
                <a:solidFill>
                  <a:srgbClr val="FFFFFF"/>
                </a:solidFill>
              </a:defRPr>
            </a:lvl6pPr>
            <a:lvl7pPr indent="-292100" lvl="6" marL="3200400" rtl="0" algn="ctr">
              <a:spcBef>
                <a:spcPts val="0"/>
              </a:spcBef>
              <a:spcAft>
                <a:spcPts val="0"/>
              </a:spcAft>
              <a:buClr>
                <a:srgbClr val="FFFFFF"/>
              </a:buClr>
              <a:buSzPts val="1000"/>
              <a:buChar char="●"/>
              <a:defRPr sz="1000">
                <a:solidFill>
                  <a:srgbClr val="FFFFFF"/>
                </a:solidFill>
              </a:defRPr>
            </a:lvl7pPr>
            <a:lvl8pPr indent="-292100" lvl="7" marL="3657600" rtl="0" algn="ctr">
              <a:spcBef>
                <a:spcPts val="0"/>
              </a:spcBef>
              <a:spcAft>
                <a:spcPts val="0"/>
              </a:spcAft>
              <a:buClr>
                <a:srgbClr val="FFFFFF"/>
              </a:buClr>
              <a:buSzPts val="1000"/>
              <a:buChar char="○"/>
              <a:defRPr sz="1000">
                <a:solidFill>
                  <a:srgbClr val="FFFFFF"/>
                </a:solidFill>
              </a:defRPr>
            </a:lvl8pPr>
            <a:lvl9pPr indent="-292100" lvl="8" marL="4114800" rtl="0" algn="ctr">
              <a:spcBef>
                <a:spcPts val="0"/>
              </a:spcBef>
              <a:spcAft>
                <a:spcPts val="0"/>
              </a:spcAft>
              <a:buClr>
                <a:srgbClr val="FFFFFF"/>
              </a:buClr>
              <a:buSzPts val="1000"/>
              <a:buChar char="■"/>
              <a:defRPr sz="1000">
                <a:solidFill>
                  <a:srgbClr val="FFFFFF"/>
                </a:solidFill>
              </a:defRPr>
            </a:lvl9pPr>
          </a:lstStyle>
          <a:p/>
        </p:txBody>
      </p:sp>
      <p:sp>
        <p:nvSpPr>
          <p:cNvPr id="829" name="Google Shape;829;p9"/>
          <p:cNvSpPr txBox="1"/>
          <p:nvPr/>
        </p:nvSpPr>
        <p:spPr>
          <a:xfrm>
            <a:off x="84825" y="598125"/>
            <a:ext cx="595500" cy="205800"/>
          </a:xfrm>
          <a:prstGeom prst="rect">
            <a:avLst/>
          </a:prstGeom>
          <a:noFill/>
          <a:ln>
            <a:noFill/>
          </a:ln>
        </p:spPr>
        <p:txBody>
          <a:bodyPr anchorCtr="0" anchor="t" bIns="18000" lIns="18000" spcFirstLastPara="1" rIns="18000" wrap="square" tIns="18000">
            <a:spAutoFit/>
          </a:bodyPr>
          <a:lstStyle/>
          <a:p>
            <a:pPr indent="0" lvl="0" marL="0" rtl="0" algn="l">
              <a:spcBef>
                <a:spcPts val="0"/>
              </a:spcBef>
              <a:spcAft>
                <a:spcPts val="0"/>
              </a:spcAft>
              <a:buNone/>
            </a:pPr>
            <a:r>
              <a:rPr lang="es-419" sz="1100">
                <a:solidFill>
                  <a:srgbClr val="FFFFFF"/>
                </a:solidFill>
              </a:rPr>
              <a:t>Nombre:</a:t>
            </a:r>
            <a:endParaRPr sz="1100">
              <a:solidFill>
                <a:srgbClr val="FFFFFF"/>
              </a:solidFill>
            </a:endParaRPr>
          </a:p>
        </p:txBody>
      </p:sp>
      <p:sp>
        <p:nvSpPr>
          <p:cNvPr id="830" name="Google Shape;830;p9"/>
          <p:cNvSpPr txBox="1"/>
          <p:nvPr/>
        </p:nvSpPr>
        <p:spPr>
          <a:xfrm>
            <a:off x="-5257800" y="838200"/>
            <a:ext cx="4648200" cy="6248400"/>
          </a:xfrm>
          <a:prstGeom prst="rect">
            <a:avLst/>
          </a:prstGeom>
          <a:solidFill>
            <a:srgbClr val="FFFFFF"/>
          </a:solidFill>
          <a:ln cap="flat" cmpd="sng" w="9525">
            <a:solidFill>
              <a:srgbClr val="00B0F0"/>
            </a:solidFill>
            <a:prstDash val="solid"/>
            <a:round/>
            <a:headEnd len="sm" w="sm" type="none"/>
            <a:tailEnd len="sm" w="sm" type="none"/>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A6A6A6"/>
              </a:buClr>
              <a:buSzPts val="1700"/>
              <a:buFont typeface="Tahoma"/>
              <a:buNone/>
            </a:pPr>
            <a:r>
              <a:rPr b="1" i="0" lang="es-419" sz="1700" u="none">
                <a:solidFill>
                  <a:srgbClr val="A6A6A6"/>
                </a:solidFill>
                <a:latin typeface="Tahoma"/>
                <a:ea typeface="Tahoma"/>
                <a:cs typeface="Tahoma"/>
                <a:sym typeface="Tahoma"/>
              </a:rPr>
              <a:t>                                                           Fichas</a:t>
            </a:r>
            <a:endParaRPr/>
          </a:p>
          <a:p>
            <a:pPr indent="0" lvl="0" marL="0" marR="0" rtl="0" algn="r">
              <a:lnSpc>
                <a:spcPct val="100000"/>
              </a:lnSpc>
              <a:spcBef>
                <a:spcPts val="0"/>
              </a:spcBef>
              <a:spcAft>
                <a:spcPts val="0"/>
              </a:spcAft>
              <a:buClr>
                <a:srgbClr val="A6A6A6"/>
              </a:buClr>
              <a:buSzPts val="1700"/>
              <a:buFont typeface="Tahoma"/>
              <a:buNone/>
            </a:pPr>
            <a:r>
              <a:rPr b="1" i="0" lang="es-419" sz="1700" u="none">
                <a:solidFill>
                  <a:srgbClr val="A6A6A6"/>
                </a:solidFill>
                <a:latin typeface="Tahoma"/>
                <a:ea typeface="Tahoma"/>
                <a:cs typeface="Tahoma"/>
                <a:sym typeface="Tahoma"/>
              </a:rPr>
              <a:t>Worker</a:t>
            </a:r>
            <a:endParaRPr/>
          </a:p>
        </p:txBody>
      </p:sp>
      <p:sp>
        <p:nvSpPr>
          <p:cNvPr id="831" name="Google Shape;831;p9"/>
          <p:cNvSpPr txBox="1"/>
          <p:nvPr/>
        </p:nvSpPr>
        <p:spPr>
          <a:xfrm>
            <a:off x="10283825" y="838200"/>
            <a:ext cx="4319700" cy="6248400"/>
          </a:xfrm>
          <a:prstGeom prst="rect">
            <a:avLst/>
          </a:prstGeom>
          <a:solidFill>
            <a:srgbClr val="FFFFFF"/>
          </a:solidFill>
          <a:ln cap="flat" cmpd="sng" w="9525">
            <a:solidFill>
              <a:srgbClr val="00B0F0"/>
            </a:solidFill>
            <a:prstDash val="solid"/>
            <a:round/>
            <a:headEnd len="sm" w="sm" type="none"/>
            <a:tailEnd len="sm" w="sm" type="none"/>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A6A6A6"/>
              </a:buClr>
              <a:buSzPts val="1800"/>
              <a:buFont typeface="Tahoma"/>
              <a:buNone/>
            </a:pPr>
            <a:r>
              <a:rPr b="1" i="0" lang="es-419" sz="1800" u="none">
                <a:solidFill>
                  <a:srgbClr val="A6A6A6"/>
                </a:solidFill>
                <a:latin typeface="Tahoma"/>
                <a:ea typeface="Tahoma"/>
                <a:cs typeface="Tahoma"/>
                <a:sym typeface="Tahoma"/>
              </a:rPr>
              <a:t>  </a:t>
            </a:r>
            <a:r>
              <a:rPr b="1" i="0" lang="es-419" sz="1700" u="none">
                <a:solidFill>
                  <a:srgbClr val="A6A6A6"/>
                </a:solidFill>
                <a:latin typeface="Tahoma"/>
                <a:ea typeface="Tahoma"/>
                <a:cs typeface="Tahoma"/>
                <a:sym typeface="Tahoma"/>
              </a:rPr>
              <a:t>Fichas</a:t>
            </a:r>
            <a:endParaRPr/>
          </a:p>
          <a:p>
            <a:pPr indent="0" lvl="0" marL="0" marR="0" rtl="0" algn="l">
              <a:lnSpc>
                <a:spcPct val="100000"/>
              </a:lnSpc>
              <a:spcBef>
                <a:spcPts val="0"/>
              </a:spcBef>
              <a:spcAft>
                <a:spcPts val="0"/>
              </a:spcAft>
              <a:buClr>
                <a:srgbClr val="A6A6A6"/>
              </a:buClr>
              <a:buSzPts val="1700"/>
              <a:buFont typeface="Tahoma"/>
              <a:buNone/>
            </a:pPr>
            <a:r>
              <a:rPr b="1" i="0" lang="es-419" sz="1700" u="none">
                <a:solidFill>
                  <a:srgbClr val="A6A6A6"/>
                </a:solidFill>
                <a:latin typeface="Tahoma"/>
                <a:ea typeface="Tahoma"/>
                <a:cs typeface="Tahoma"/>
                <a:sym typeface="Tahoma"/>
              </a:rPr>
              <a:t>Usuarios</a:t>
            </a:r>
            <a:endParaRPr/>
          </a:p>
        </p:txBody>
      </p:sp>
      <p:sp>
        <p:nvSpPr>
          <p:cNvPr id="832" name="Google Shape;832;p9"/>
          <p:cNvSpPr txBox="1"/>
          <p:nvPr/>
        </p:nvSpPr>
        <p:spPr>
          <a:xfrm>
            <a:off x="-5257800" y="7199312"/>
            <a:ext cx="7924800" cy="811200"/>
          </a:xfrm>
          <a:prstGeom prst="rect">
            <a:avLst/>
          </a:prstGeom>
          <a:solidFill>
            <a:srgbClr val="FFFFFF"/>
          </a:solidFill>
          <a:ln cap="flat" cmpd="sng" w="9525">
            <a:solidFill>
              <a:srgbClr val="00B0F0"/>
            </a:solidFill>
            <a:prstDash val="solid"/>
            <a:round/>
            <a:headEnd len="sm" w="sm" type="none"/>
            <a:tailEnd len="sm" w="sm" type="none"/>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A6A6A6"/>
              </a:buClr>
              <a:buSzPts val="1700"/>
              <a:buFont typeface="Tahoma"/>
              <a:buNone/>
            </a:pPr>
            <a:r>
              <a:rPr b="1" i="0" lang="es-419" sz="1700" u="none">
                <a:solidFill>
                  <a:srgbClr val="A6A6A6"/>
                </a:solidFill>
                <a:latin typeface="Tahoma"/>
                <a:ea typeface="Tahoma"/>
                <a:cs typeface="Tahoma"/>
                <a:sym typeface="Tahoma"/>
              </a:rPr>
              <a:t>Elementos</a:t>
            </a:r>
            <a:endParaRPr/>
          </a:p>
        </p:txBody>
      </p:sp>
      <p:sp>
        <p:nvSpPr>
          <p:cNvPr id="833" name="Google Shape;833;p9"/>
          <p:cNvSpPr txBox="1"/>
          <p:nvPr/>
        </p:nvSpPr>
        <p:spPr>
          <a:xfrm>
            <a:off x="2820976" y="7199300"/>
            <a:ext cx="11782500" cy="811200"/>
          </a:xfrm>
          <a:prstGeom prst="rect">
            <a:avLst/>
          </a:prstGeom>
          <a:solidFill>
            <a:srgbClr val="FFFFFF"/>
          </a:solidFill>
          <a:ln cap="flat" cmpd="sng" w="9525">
            <a:solidFill>
              <a:srgbClr val="00B0F0"/>
            </a:solidFill>
            <a:prstDash val="solid"/>
            <a:round/>
            <a:headEnd len="sm" w="sm" type="none"/>
            <a:tailEnd len="sm" w="sm" type="none"/>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A6A6A6"/>
              </a:buClr>
              <a:buSzPts val="1700"/>
              <a:buFont typeface="Tahoma"/>
              <a:buNone/>
            </a:pPr>
            <a:r>
              <a:rPr b="1" i="0" lang="es-419" sz="1700" u="none">
                <a:solidFill>
                  <a:srgbClr val="A6A6A6"/>
                </a:solidFill>
                <a:latin typeface="Tahoma"/>
                <a:ea typeface="Tahoma"/>
                <a:cs typeface="Tahoma"/>
                <a:sym typeface="Tahoma"/>
              </a:rPr>
              <a:t>Comunicación</a:t>
            </a:r>
            <a:endParaRPr/>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1 Problema y Posicionamiento">
  <p:cSld name="TITLE_3_6_1_1_1_1_1_1_1_2_1">
    <p:spTree>
      <p:nvGrpSpPr>
        <p:cNvPr id="834" name="Shape 834"/>
        <p:cNvGrpSpPr/>
        <p:nvPr/>
      </p:nvGrpSpPr>
      <p:grpSpPr>
        <a:xfrm>
          <a:off x="0" y="0"/>
          <a:ext cx="0" cy="0"/>
          <a:chOff x="0" y="0"/>
          <a:chExt cx="0" cy="0"/>
        </a:xfrm>
      </p:grpSpPr>
      <p:sp>
        <p:nvSpPr>
          <p:cNvPr id="835" name="Google Shape;835;p10"/>
          <p:cNvSpPr/>
          <p:nvPr/>
        </p:nvSpPr>
        <p:spPr>
          <a:xfrm>
            <a:off x="77688" y="358938"/>
            <a:ext cx="9935700" cy="6438000"/>
          </a:xfrm>
          <a:prstGeom prst="roundRect">
            <a:avLst>
              <a:gd fmla="val 2618" name="adj"/>
            </a:avLst>
          </a:prstGeom>
          <a:solidFill>
            <a:srgbClr val="FFFFFF"/>
          </a:solidFill>
          <a:ln cap="flat" cmpd="sng" w="38100">
            <a:solidFill>
              <a:srgbClr val="000000"/>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36" name="Google Shape;836;p10"/>
          <p:cNvCxnSpPr/>
          <p:nvPr/>
        </p:nvCxnSpPr>
        <p:spPr>
          <a:xfrm>
            <a:off x="77688" y="772614"/>
            <a:ext cx="9935700" cy="0"/>
          </a:xfrm>
          <a:prstGeom prst="straightConnector1">
            <a:avLst/>
          </a:prstGeom>
          <a:noFill/>
          <a:ln cap="flat" cmpd="sng" w="19050">
            <a:solidFill>
              <a:srgbClr val="000000"/>
            </a:solidFill>
            <a:prstDash val="solid"/>
            <a:round/>
            <a:headEnd len="med" w="med" type="none"/>
            <a:tailEnd len="med" w="med" type="none"/>
          </a:ln>
        </p:spPr>
      </p:cxnSp>
      <p:cxnSp>
        <p:nvCxnSpPr>
          <p:cNvPr id="837" name="Google Shape;837;p10"/>
          <p:cNvCxnSpPr/>
          <p:nvPr/>
        </p:nvCxnSpPr>
        <p:spPr>
          <a:xfrm rot="10800000">
            <a:off x="2439038" y="368188"/>
            <a:ext cx="0" cy="402300"/>
          </a:xfrm>
          <a:prstGeom prst="straightConnector1">
            <a:avLst/>
          </a:prstGeom>
          <a:noFill/>
          <a:ln cap="flat" cmpd="sng" w="19050">
            <a:solidFill>
              <a:srgbClr val="000000"/>
            </a:solidFill>
            <a:prstDash val="solid"/>
            <a:round/>
            <a:headEnd len="med" w="med" type="none"/>
            <a:tailEnd len="med" w="med" type="none"/>
          </a:ln>
        </p:spPr>
      </p:cxnSp>
      <p:sp>
        <p:nvSpPr>
          <p:cNvPr id="838" name="Google Shape;838;p10"/>
          <p:cNvSpPr/>
          <p:nvPr/>
        </p:nvSpPr>
        <p:spPr>
          <a:xfrm>
            <a:off x="77688" y="349338"/>
            <a:ext cx="2361300" cy="421200"/>
          </a:xfrm>
          <a:prstGeom prst="roundRect">
            <a:avLst>
              <a:gd fmla="val 50000" name="adj"/>
            </a:avLst>
          </a:prstGeom>
          <a:solidFill>
            <a:srgbClr val="000000"/>
          </a:solidFill>
          <a:ln cap="flat" cmpd="sng" w="9525">
            <a:solidFill>
              <a:srgbClr val="000000"/>
            </a:solidFill>
            <a:prstDash val="solid"/>
            <a:round/>
            <a:headEnd len="sm" w="sm" type="none"/>
            <a:tailEnd len="sm" w="sm" type="none"/>
          </a:ln>
        </p:spPr>
        <p:txBody>
          <a:bodyPr anchorCtr="0" anchor="ctr" bIns="91425" lIns="0" spcFirstLastPara="1" rIns="0" wrap="square" tIns="91425">
            <a:noAutofit/>
          </a:bodyPr>
          <a:lstStyle/>
          <a:p>
            <a:pPr indent="0" lvl="0" marL="0" rtl="0" algn="ctr">
              <a:spcBef>
                <a:spcPts val="0"/>
              </a:spcBef>
              <a:spcAft>
                <a:spcPts val="0"/>
              </a:spcAft>
              <a:buNone/>
            </a:pPr>
            <a:r>
              <a:rPr b="1" lang="es-419" sz="1100">
                <a:solidFill>
                  <a:srgbClr val="FFFFFF"/>
                </a:solidFill>
              </a:rPr>
              <a:t>Problema y Posicionamiento</a:t>
            </a:r>
            <a:endParaRPr b="1" sz="1100">
              <a:solidFill>
                <a:srgbClr val="FFFFFF"/>
              </a:solidFill>
            </a:endParaRPr>
          </a:p>
          <a:p>
            <a:pPr indent="0" lvl="0" marL="0" rtl="0" algn="ctr">
              <a:spcBef>
                <a:spcPts val="0"/>
              </a:spcBef>
              <a:spcAft>
                <a:spcPts val="0"/>
              </a:spcAft>
              <a:buNone/>
            </a:pPr>
            <a:r>
              <a:t/>
            </a:r>
            <a:endParaRPr b="1" sz="1200">
              <a:solidFill>
                <a:srgbClr val="FFFFFF"/>
              </a:solidFill>
            </a:endParaRPr>
          </a:p>
        </p:txBody>
      </p:sp>
      <p:sp>
        <p:nvSpPr>
          <p:cNvPr id="839" name="Google Shape;839;p10"/>
          <p:cNvSpPr/>
          <p:nvPr/>
        </p:nvSpPr>
        <p:spPr>
          <a:xfrm>
            <a:off x="83988" y="595504"/>
            <a:ext cx="190200" cy="1692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 name="Google Shape;840;p10"/>
          <p:cNvSpPr/>
          <p:nvPr/>
        </p:nvSpPr>
        <p:spPr>
          <a:xfrm>
            <a:off x="2350598" y="358950"/>
            <a:ext cx="88500" cy="4023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 name="Google Shape;841;p10"/>
          <p:cNvSpPr/>
          <p:nvPr/>
        </p:nvSpPr>
        <p:spPr>
          <a:xfrm>
            <a:off x="2277739" y="663750"/>
            <a:ext cx="88500" cy="1089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 name="Google Shape;842;p10"/>
          <p:cNvSpPr txBox="1"/>
          <p:nvPr/>
        </p:nvSpPr>
        <p:spPr>
          <a:xfrm>
            <a:off x="391660" y="3997709"/>
            <a:ext cx="1594500" cy="246300"/>
          </a:xfrm>
          <a:prstGeom prst="rect">
            <a:avLst/>
          </a:prstGeom>
          <a:noFill/>
          <a:ln>
            <a:noFill/>
          </a:ln>
        </p:spPr>
        <p:txBody>
          <a:bodyPr anchorCtr="0" anchor="t" bIns="0" lIns="0" spcFirstLastPara="1" rIns="72000" wrap="square" tIns="0">
            <a:spAutoFit/>
          </a:bodyPr>
          <a:lstStyle/>
          <a:p>
            <a:pPr indent="0" lvl="0" marL="45720" rtl="0" algn="r">
              <a:spcBef>
                <a:spcPts val="0"/>
              </a:spcBef>
              <a:spcAft>
                <a:spcPts val="0"/>
              </a:spcAft>
              <a:buNone/>
            </a:pPr>
            <a:r>
              <a:rPr b="1" lang="es-419" sz="1000">
                <a:solidFill>
                  <a:srgbClr val="202124"/>
                </a:solidFill>
                <a:latin typeface="Arvo"/>
                <a:ea typeface="Arvo"/>
                <a:cs typeface="Arvo"/>
                <a:sym typeface="Arvo"/>
              </a:rPr>
              <a:t>Para:</a:t>
            </a:r>
            <a:r>
              <a:rPr b="1" lang="es-419" sz="1000">
                <a:solidFill>
                  <a:schemeClr val="dk1"/>
                </a:solidFill>
                <a:latin typeface="Arvo"/>
                <a:ea typeface="Arvo"/>
                <a:cs typeface="Arvo"/>
                <a:sym typeface="Arvo"/>
              </a:rPr>
              <a:t> </a:t>
            </a:r>
            <a:endParaRPr b="1" sz="1000">
              <a:solidFill>
                <a:schemeClr val="dk1"/>
              </a:solidFill>
              <a:latin typeface="Arvo"/>
              <a:ea typeface="Arvo"/>
              <a:cs typeface="Arvo"/>
              <a:sym typeface="Arvo"/>
            </a:endParaRPr>
          </a:p>
          <a:p>
            <a:pPr indent="0" lvl="0" marL="45720" rtl="0" algn="r">
              <a:spcBef>
                <a:spcPts val="0"/>
              </a:spcBef>
              <a:spcAft>
                <a:spcPts val="0"/>
              </a:spcAft>
              <a:buNone/>
            </a:pPr>
            <a:r>
              <a:rPr i="1" lang="es-419" sz="600">
                <a:solidFill>
                  <a:schemeClr val="dk1"/>
                </a:solidFill>
                <a:latin typeface="Arvo"/>
                <a:ea typeface="Arvo"/>
                <a:cs typeface="Arvo"/>
                <a:sym typeface="Arvo"/>
              </a:rPr>
              <a:t>&lt;[Cliente objetivo]&gt;</a:t>
            </a:r>
            <a:endParaRPr sz="600">
              <a:solidFill>
                <a:schemeClr val="hlink"/>
              </a:solidFill>
              <a:highlight>
                <a:srgbClr val="FFFF00"/>
              </a:highlight>
              <a:latin typeface="Arvo"/>
              <a:ea typeface="Arvo"/>
              <a:cs typeface="Arvo"/>
              <a:sym typeface="Arvo"/>
            </a:endParaRPr>
          </a:p>
        </p:txBody>
      </p:sp>
      <p:sp>
        <p:nvSpPr>
          <p:cNvPr id="843" name="Google Shape;843;p10"/>
          <p:cNvSpPr txBox="1"/>
          <p:nvPr/>
        </p:nvSpPr>
        <p:spPr>
          <a:xfrm>
            <a:off x="256507" y="4394654"/>
            <a:ext cx="1731300" cy="369300"/>
          </a:xfrm>
          <a:prstGeom prst="rect">
            <a:avLst/>
          </a:prstGeom>
          <a:noFill/>
          <a:ln>
            <a:noFill/>
          </a:ln>
        </p:spPr>
        <p:txBody>
          <a:bodyPr anchorCtr="0" anchor="t" bIns="0" lIns="0" spcFirstLastPara="1" rIns="72000" wrap="square" tIns="0">
            <a:spAutoFit/>
          </a:bodyPr>
          <a:lstStyle/>
          <a:p>
            <a:pPr indent="0" lvl="0" marL="45720" rtl="0" algn="r">
              <a:spcBef>
                <a:spcPts val="0"/>
              </a:spcBef>
              <a:spcAft>
                <a:spcPts val="0"/>
              </a:spcAft>
              <a:buNone/>
            </a:pPr>
            <a:r>
              <a:rPr b="1" lang="es-419" sz="1000">
                <a:solidFill>
                  <a:schemeClr val="dk1"/>
                </a:solidFill>
                <a:latin typeface="Arvo"/>
                <a:ea typeface="Arvo"/>
                <a:cs typeface="Arvo"/>
                <a:sym typeface="Arvo"/>
              </a:rPr>
              <a:t>Quién:                         </a:t>
            </a:r>
            <a:r>
              <a:rPr b="1" lang="es-419" sz="1200">
                <a:solidFill>
                  <a:schemeClr val="dk1"/>
                </a:solidFill>
                <a:latin typeface="Arvo"/>
                <a:ea typeface="Arvo"/>
                <a:cs typeface="Arvo"/>
                <a:sym typeface="Arvo"/>
              </a:rPr>
              <a:t> </a:t>
            </a:r>
            <a:r>
              <a:rPr i="1" lang="es-419" sz="600">
                <a:solidFill>
                  <a:schemeClr val="dk1"/>
                </a:solidFill>
                <a:latin typeface="Arvo"/>
                <a:ea typeface="Arvo"/>
                <a:cs typeface="Arvo"/>
                <a:sym typeface="Arvo"/>
              </a:rPr>
              <a:t>&lt;[Declaración de la necesidad u oportunidad]&gt;</a:t>
            </a:r>
            <a:endParaRPr sz="600">
              <a:solidFill>
                <a:schemeClr val="hlink"/>
              </a:solidFill>
              <a:highlight>
                <a:srgbClr val="FFFF00"/>
              </a:highlight>
              <a:latin typeface="Arvo"/>
              <a:ea typeface="Arvo"/>
              <a:cs typeface="Arvo"/>
              <a:sym typeface="Arvo"/>
            </a:endParaRPr>
          </a:p>
        </p:txBody>
      </p:sp>
      <p:sp>
        <p:nvSpPr>
          <p:cNvPr id="844" name="Google Shape;844;p10"/>
          <p:cNvSpPr txBox="1"/>
          <p:nvPr/>
        </p:nvSpPr>
        <p:spPr>
          <a:xfrm>
            <a:off x="403322" y="4858127"/>
            <a:ext cx="1594500" cy="277200"/>
          </a:xfrm>
          <a:prstGeom prst="rect">
            <a:avLst/>
          </a:prstGeom>
          <a:noFill/>
          <a:ln>
            <a:noFill/>
          </a:ln>
        </p:spPr>
        <p:txBody>
          <a:bodyPr anchorCtr="0" anchor="t" bIns="0" lIns="0" spcFirstLastPara="1" rIns="72000" wrap="square" tIns="0">
            <a:spAutoFit/>
          </a:bodyPr>
          <a:lstStyle/>
          <a:p>
            <a:pPr indent="0" lvl="0" marL="45720" rtl="0" algn="r">
              <a:spcBef>
                <a:spcPts val="0"/>
              </a:spcBef>
              <a:spcAft>
                <a:spcPts val="0"/>
              </a:spcAft>
              <a:buNone/>
            </a:pPr>
            <a:r>
              <a:rPr b="1" lang="es-419" sz="1000">
                <a:solidFill>
                  <a:schemeClr val="dk1"/>
                </a:solidFill>
                <a:latin typeface="Arvo"/>
                <a:ea typeface="Arvo"/>
                <a:cs typeface="Arvo"/>
                <a:sym typeface="Arvo"/>
              </a:rPr>
              <a:t>El </a:t>
            </a:r>
            <a:r>
              <a:rPr b="1" lang="es-419" sz="900">
                <a:solidFill>
                  <a:schemeClr val="dk1"/>
                </a:solidFill>
                <a:latin typeface="Arvo"/>
                <a:ea typeface="Arvo"/>
                <a:cs typeface="Arvo"/>
                <a:sym typeface="Arvo"/>
              </a:rPr>
              <a:t>(nombre comercial)</a:t>
            </a:r>
            <a:r>
              <a:rPr b="1" lang="es-419" sz="1000">
                <a:solidFill>
                  <a:schemeClr val="dk1"/>
                </a:solidFill>
                <a:latin typeface="Arvo"/>
                <a:ea typeface="Arvo"/>
                <a:cs typeface="Arvo"/>
                <a:sym typeface="Arvo"/>
              </a:rPr>
              <a:t>: </a:t>
            </a:r>
            <a:r>
              <a:rPr b="1" lang="es-419" sz="1200">
                <a:solidFill>
                  <a:schemeClr val="dk1"/>
                </a:solidFill>
                <a:latin typeface="Arvo"/>
                <a:ea typeface="Arvo"/>
                <a:cs typeface="Arvo"/>
                <a:sym typeface="Arvo"/>
              </a:rPr>
              <a:t> </a:t>
            </a:r>
            <a:r>
              <a:rPr i="1" lang="es-419" sz="600">
                <a:solidFill>
                  <a:schemeClr val="dk1"/>
                </a:solidFill>
                <a:latin typeface="Arvo"/>
                <a:ea typeface="Arvo"/>
                <a:cs typeface="Arvo"/>
                <a:sym typeface="Arvo"/>
              </a:rPr>
              <a:t>&lt;es una [categoría empresarial]&gt;</a:t>
            </a:r>
            <a:endParaRPr sz="600">
              <a:solidFill>
                <a:schemeClr val="hlink"/>
              </a:solidFill>
              <a:highlight>
                <a:srgbClr val="FFFF00"/>
              </a:highlight>
              <a:latin typeface="Arvo"/>
              <a:ea typeface="Arvo"/>
              <a:cs typeface="Arvo"/>
              <a:sym typeface="Arvo"/>
            </a:endParaRPr>
          </a:p>
        </p:txBody>
      </p:sp>
      <p:sp>
        <p:nvSpPr>
          <p:cNvPr id="845" name="Google Shape;845;p10"/>
          <p:cNvSpPr txBox="1"/>
          <p:nvPr/>
        </p:nvSpPr>
        <p:spPr>
          <a:xfrm>
            <a:off x="51719" y="5352392"/>
            <a:ext cx="1941000" cy="338700"/>
          </a:xfrm>
          <a:prstGeom prst="rect">
            <a:avLst/>
          </a:prstGeom>
          <a:noFill/>
          <a:ln>
            <a:noFill/>
          </a:ln>
        </p:spPr>
        <p:txBody>
          <a:bodyPr anchorCtr="0" anchor="t" bIns="0" lIns="0" spcFirstLastPara="1" rIns="72000" wrap="square" tIns="0">
            <a:spAutoFit/>
          </a:bodyPr>
          <a:lstStyle/>
          <a:p>
            <a:pPr indent="0" lvl="0" marL="45720" rtl="0" algn="r">
              <a:spcBef>
                <a:spcPts val="0"/>
              </a:spcBef>
              <a:spcAft>
                <a:spcPts val="0"/>
              </a:spcAft>
              <a:buNone/>
            </a:pPr>
            <a:r>
              <a:rPr b="1" lang="es-419" sz="1000">
                <a:solidFill>
                  <a:schemeClr val="dk1"/>
                </a:solidFill>
                <a:latin typeface="Arvo"/>
                <a:ea typeface="Arvo"/>
                <a:cs typeface="Arvo"/>
                <a:sym typeface="Arvo"/>
              </a:rPr>
              <a:t>Que:</a:t>
            </a:r>
            <a:endParaRPr b="1" sz="1000">
              <a:solidFill>
                <a:schemeClr val="dk1"/>
              </a:solidFill>
              <a:latin typeface="Arvo"/>
              <a:ea typeface="Arvo"/>
              <a:cs typeface="Arvo"/>
              <a:sym typeface="Arvo"/>
            </a:endParaRPr>
          </a:p>
          <a:p>
            <a:pPr indent="0" lvl="0" marL="45720" rtl="0" algn="r">
              <a:spcBef>
                <a:spcPts val="0"/>
              </a:spcBef>
              <a:spcAft>
                <a:spcPts val="0"/>
              </a:spcAft>
              <a:buNone/>
            </a:pPr>
            <a:r>
              <a:rPr i="1" lang="es-419" sz="600">
                <a:solidFill>
                  <a:schemeClr val="dk1"/>
                </a:solidFill>
                <a:latin typeface="Arvo"/>
                <a:ea typeface="Arvo"/>
                <a:cs typeface="Arvo"/>
                <a:sym typeface="Arvo"/>
              </a:rPr>
              <a:t>&lt;[</a:t>
            </a:r>
            <a:r>
              <a:rPr i="1" lang="es-419" sz="600">
                <a:solidFill>
                  <a:srgbClr val="202124"/>
                </a:solidFill>
                <a:latin typeface="Arvo"/>
                <a:ea typeface="Arvo"/>
                <a:cs typeface="Arvo"/>
                <a:sym typeface="Arvo"/>
              </a:rPr>
              <a:t>declaración de beneficio clave; es decir, cuál es la razón de peso para hacer negocios con]</a:t>
            </a:r>
            <a:r>
              <a:rPr i="1" lang="es-419" sz="600">
                <a:solidFill>
                  <a:schemeClr val="dk1"/>
                </a:solidFill>
                <a:latin typeface="Arvo"/>
                <a:ea typeface="Arvo"/>
                <a:cs typeface="Arvo"/>
                <a:sym typeface="Arvo"/>
              </a:rPr>
              <a:t>&gt;</a:t>
            </a:r>
            <a:endParaRPr sz="600">
              <a:solidFill>
                <a:schemeClr val="hlink"/>
              </a:solidFill>
              <a:highlight>
                <a:srgbClr val="FFFF00"/>
              </a:highlight>
              <a:latin typeface="Arvo"/>
              <a:ea typeface="Arvo"/>
              <a:cs typeface="Arvo"/>
              <a:sym typeface="Arvo"/>
            </a:endParaRPr>
          </a:p>
        </p:txBody>
      </p:sp>
      <p:sp>
        <p:nvSpPr>
          <p:cNvPr id="846" name="Google Shape;846;p10"/>
          <p:cNvSpPr txBox="1"/>
          <p:nvPr/>
        </p:nvSpPr>
        <p:spPr>
          <a:xfrm>
            <a:off x="355697" y="6305248"/>
            <a:ext cx="1670700" cy="338700"/>
          </a:xfrm>
          <a:prstGeom prst="rect">
            <a:avLst/>
          </a:prstGeom>
          <a:noFill/>
          <a:ln>
            <a:noFill/>
          </a:ln>
        </p:spPr>
        <p:txBody>
          <a:bodyPr anchorCtr="0" anchor="t" bIns="0" lIns="0" spcFirstLastPara="1" rIns="72000" wrap="square" tIns="0">
            <a:spAutoFit/>
          </a:bodyPr>
          <a:lstStyle/>
          <a:p>
            <a:pPr indent="0" lvl="0" marL="45720" rtl="0" algn="r">
              <a:spcBef>
                <a:spcPts val="0"/>
              </a:spcBef>
              <a:spcAft>
                <a:spcPts val="0"/>
              </a:spcAft>
              <a:buNone/>
            </a:pPr>
            <a:r>
              <a:rPr b="1" lang="es-419" sz="1000">
                <a:solidFill>
                  <a:schemeClr val="dk1"/>
                </a:solidFill>
                <a:latin typeface="Arvo"/>
                <a:ea typeface="Arvo"/>
                <a:cs typeface="Arvo"/>
                <a:sym typeface="Arvo"/>
              </a:rPr>
              <a:t>Este negocio:</a:t>
            </a:r>
            <a:endParaRPr b="1" sz="1000">
              <a:solidFill>
                <a:schemeClr val="dk1"/>
              </a:solidFill>
              <a:latin typeface="Arvo"/>
              <a:ea typeface="Arvo"/>
              <a:cs typeface="Arvo"/>
              <a:sym typeface="Arvo"/>
            </a:endParaRPr>
          </a:p>
          <a:p>
            <a:pPr indent="0" lvl="0" marL="45720" rtl="0" algn="r">
              <a:spcBef>
                <a:spcPts val="0"/>
              </a:spcBef>
              <a:spcAft>
                <a:spcPts val="0"/>
              </a:spcAft>
              <a:buNone/>
            </a:pPr>
            <a:r>
              <a:rPr i="1" lang="es-419" sz="600">
                <a:solidFill>
                  <a:schemeClr val="dk1"/>
                </a:solidFill>
                <a:latin typeface="Arvo"/>
                <a:ea typeface="Arvo"/>
                <a:cs typeface="Arvo"/>
                <a:sym typeface="Arvo"/>
              </a:rPr>
              <a:t>&lt;</a:t>
            </a:r>
            <a:r>
              <a:rPr i="1" lang="es-419" sz="600">
                <a:solidFill>
                  <a:srgbClr val="202124"/>
                </a:solidFill>
                <a:latin typeface="Arvo"/>
                <a:ea typeface="Arvo"/>
                <a:cs typeface="Arvo"/>
                <a:sym typeface="Arvo"/>
              </a:rPr>
              <a:t>[declaración de diferenciación primaria]</a:t>
            </a:r>
            <a:r>
              <a:rPr i="1" lang="es-419" sz="600">
                <a:solidFill>
                  <a:schemeClr val="dk1"/>
                </a:solidFill>
                <a:latin typeface="Arvo"/>
                <a:ea typeface="Arvo"/>
                <a:cs typeface="Arvo"/>
                <a:sym typeface="Arvo"/>
              </a:rPr>
              <a:t>&gt;</a:t>
            </a:r>
            <a:endParaRPr sz="600">
              <a:solidFill>
                <a:schemeClr val="hlink"/>
              </a:solidFill>
              <a:highlight>
                <a:srgbClr val="FFFF00"/>
              </a:highlight>
              <a:latin typeface="Arvo"/>
              <a:ea typeface="Arvo"/>
              <a:cs typeface="Arvo"/>
              <a:sym typeface="Arvo"/>
            </a:endParaRPr>
          </a:p>
        </p:txBody>
      </p:sp>
      <p:sp>
        <p:nvSpPr>
          <p:cNvPr id="847" name="Google Shape;847;p10"/>
          <p:cNvSpPr txBox="1"/>
          <p:nvPr/>
        </p:nvSpPr>
        <p:spPr>
          <a:xfrm>
            <a:off x="317597" y="5834060"/>
            <a:ext cx="1670700" cy="246300"/>
          </a:xfrm>
          <a:prstGeom prst="rect">
            <a:avLst/>
          </a:prstGeom>
          <a:noFill/>
          <a:ln>
            <a:noFill/>
          </a:ln>
        </p:spPr>
        <p:txBody>
          <a:bodyPr anchorCtr="0" anchor="t" bIns="0" lIns="0" spcFirstLastPara="1" rIns="72000" wrap="square" tIns="0">
            <a:spAutoFit/>
          </a:bodyPr>
          <a:lstStyle/>
          <a:p>
            <a:pPr indent="0" lvl="0" marL="45720" rtl="0" algn="r">
              <a:spcBef>
                <a:spcPts val="0"/>
              </a:spcBef>
              <a:spcAft>
                <a:spcPts val="0"/>
              </a:spcAft>
              <a:buNone/>
            </a:pPr>
            <a:r>
              <a:rPr b="1" lang="es-419" sz="1000">
                <a:solidFill>
                  <a:schemeClr val="dk1"/>
                </a:solidFill>
                <a:latin typeface="Arvo"/>
                <a:ea typeface="Arvo"/>
                <a:cs typeface="Arvo"/>
                <a:sym typeface="Arvo"/>
              </a:rPr>
              <a:t>A diferencia de:</a:t>
            </a:r>
            <a:endParaRPr b="1" sz="1000">
              <a:solidFill>
                <a:schemeClr val="dk1"/>
              </a:solidFill>
              <a:latin typeface="Arvo"/>
              <a:ea typeface="Arvo"/>
              <a:cs typeface="Arvo"/>
              <a:sym typeface="Arvo"/>
            </a:endParaRPr>
          </a:p>
          <a:p>
            <a:pPr indent="0" lvl="0" marL="45720" rtl="0" algn="r">
              <a:spcBef>
                <a:spcPts val="0"/>
              </a:spcBef>
              <a:spcAft>
                <a:spcPts val="0"/>
              </a:spcAft>
              <a:buNone/>
            </a:pPr>
            <a:r>
              <a:rPr i="1" lang="es-419" sz="600">
                <a:solidFill>
                  <a:schemeClr val="dk1"/>
                </a:solidFill>
                <a:latin typeface="Arvo"/>
                <a:ea typeface="Arvo"/>
                <a:cs typeface="Arvo"/>
                <a:sym typeface="Arvo"/>
              </a:rPr>
              <a:t>&lt;</a:t>
            </a:r>
            <a:r>
              <a:rPr i="1" lang="es-419" sz="600">
                <a:solidFill>
                  <a:srgbClr val="202124"/>
                </a:solidFill>
                <a:latin typeface="Arvo"/>
                <a:ea typeface="Arvo"/>
                <a:cs typeface="Arvo"/>
                <a:sym typeface="Arvo"/>
              </a:rPr>
              <a:t>[alternativa competitiva primaria]</a:t>
            </a:r>
            <a:r>
              <a:rPr i="1" lang="es-419" sz="600">
                <a:solidFill>
                  <a:schemeClr val="dk1"/>
                </a:solidFill>
                <a:latin typeface="Arvo"/>
                <a:ea typeface="Arvo"/>
                <a:cs typeface="Arvo"/>
                <a:sym typeface="Arvo"/>
              </a:rPr>
              <a:t>&gt;</a:t>
            </a:r>
            <a:endParaRPr sz="600">
              <a:solidFill>
                <a:schemeClr val="hlink"/>
              </a:solidFill>
              <a:highlight>
                <a:srgbClr val="FFFF00"/>
              </a:highlight>
              <a:latin typeface="Arvo"/>
              <a:ea typeface="Arvo"/>
              <a:cs typeface="Arvo"/>
              <a:sym typeface="Arvo"/>
            </a:endParaRPr>
          </a:p>
        </p:txBody>
      </p:sp>
      <p:sp>
        <p:nvSpPr>
          <p:cNvPr id="848" name="Google Shape;848;p10"/>
          <p:cNvSpPr/>
          <p:nvPr/>
        </p:nvSpPr>
        <p:spPr>
          <a:xfrm>
            <a:off x="1984125" y="3952697"/>
            <a:ext cx="7778400" cy="421200"/>
          </a:xfrm>
          <a:prstGeom prst="roundRect">
            <a:avLst>
              <a:gd fmla="val 6541"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49" name="Google Shape;849;p10"/>
          <p:cNvCxnSpPr/>
          <p:nvPr/>
        </p:nvCxnSpPr>
        <p:spPr>
          <a:xfrm rot="10800000">
            <a:off x="328664" y="3302470"/>
            <a:ext cx="9430500" cy="600"/>
          </a:xfrm>
          <a:prstGeom prst="straightConnector1">
            <a:avLst/>
          </a:prstGeom>
          <a:noFill/>
          <a:ln cap="flat" cmpd="sng" w="19050">
            <a:solidFill>
              <a:srgbClr val="B7B7B7"/>
            </a:solidFill>
            <a:prstDash val="solid"/>
            <a:round/>
            <a:headEnd len="med" w="med" type="none"/>
            <a:tailEnd len="med" w="med" type="none"/>
          </a:ln>
        </p:spPr>
      </p:cxnSp>
      <p:sp>
        <p:nvSpPr>
          <p:cNvPr id="850" name="Google Shape;850;p10"/>
          <p:cNvSpPr/>
          <p:nvPr/>
        </p:nvSpPr>
        <p:spPr>
          <a:xfrm>
            <a:off x="422600" y="871377"/>
            <a:ext cx="9310800" cy="383700"/>
          </a:xfrm>
          <a:prstGeom prst="roundRect">
            <a:avLst>
              <a:gd fmla="val 16667" name="adj"/>
            </a:avLst>
          </a:prstGeom>
          <a:solidFill>
            <a:srgbClr val="D9D9D9"/>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36000" lIns="0" spcFirstLastPara="1" rIns="0" wrap="square" tIns="36000">
            <a:noAutofit/>
          </a:bodyPr>
          <a:lstStyle/>
          <a:p>
            <a:pPr indent="0" lvl="0" marL="0" marR="0" rtl="0" algn="ctr">
              <a:lnSpc>
                <a:spcPct val="100000"/>
              </a:lnSpc>
              <a:spcBef>
                <a:spcPts val="0"/>
              </a:spcBef>
              <a:spcAft>
                <a:spcPts val="0"/>
              </a:spcAft>
              <a:buClr>
                <a:srgbClr val="000000"/>
              </a:buClr>
              <a:buSzPts val="1100"/>
              <a:buFont typeface="Arial"/>
              <a:buNone/>
            </a:pPr>
            <a:r>
              <a:rPr b="1" lang="es-419" sz="1100">
                <a:latin typeface="Arvo"/>
                <a:ea typeface="Arvo"/>
                <a:cs typeface="Arvo"/>
                <a:sym typeface="Arvo"/>
              </a:rPr>
              <a:t>Definición del problema</a:t>
            </a:r>
            <a:endParaRPr b="1" i="0" sz="1100" u="none" cap="none" strike="noStrike">
              <a:solidFill>
                <a:srgbClr val="000000"/>
              </a:solidFill>
              <a:latin typeface="Arvo"/>
              <a:ea typeface="Arvo"/>
              <a:cs typeface="Arvo"/>
              <a:sym typeface="Arvo"/>
            </a:endParaRPr>
          </a:p>
        </p:txBody>
      </p:sp>
      <p:sp>
        <p:nvSpPr>
          <p:cNvPr id="851" name="Google Shape;851;p10"/>
          <p:cNvSpPr/>
          <p:nvPr/>
        </p:nvSpPr>
        <p:spPr>
          <a:xfrm>
            <a:off x="415350" y="3468366"/>
            <a:ext cx="9310800" cy="383700"/>
          </a:xfrm>
          <a:prstGeom prst="roundRect">
            <a:avLst>
              <a:gd fmla="val 16667" name="adj"/>
            </a:avLst>
          </a:prstGeom>
          <a:solidFill>
            <a:srgbClr val="D9D9D9"/>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36000" lIns="0" spcFirstLastPara="1" rIns="0" wrap="square" tIns="36000">
            <a:noAutofit/>
          </a:bodyPr>
          <a:lstStyle/>
          <a:p>
            <a:pPr indent="0" lvl="0" marL="0" marR="0" rtl="0" algn="ctr">
              <a:lnSpc>
                <a:spcPct val="100000"/>
              </a:lnSpc>
              <a:spcBef>
                <a:spcPts val="0"/>
              </a:spcBef>
              <a:spcAft>
                <a:spcPts val="0"/>
              </a:spcAft>
              <a:buClr>
                <a:srgbClr val="000000"/>
              </a:buClr>
              <a:buSzPts val="1100"/>
              <a:buFont typeface="Arial"/>
              <a:buNone/>
            </a:pPr>
            <a:r>
              <a:rPr b="1" lang="es-419" sz="1100">
                <a:latin typeface="Arvo"/>
                <a:ea typeface="Arvo"/>
                <a:cs typeface="Arvo"/>
                <a:sym typeface="Arvo"/>
              </a:rPr>
              <a:t>Declaración de la posición del negocio</a:t>
            </a:r>
            <a:endParaRPr b="1" i="0" sz="1100" u="none" cap="none" strike="noStrike">
              <a:solidFill>
                <a:srgbClr val="000000"/>
              </a:solidFill>
              <a:latin typeface="Arvo"/>
              <a:ea typeface="Arvo"/>
              <a:cs typeface="Arvo"/>
              <a:sym typeface="Arvo"/>
            </a:endParaRPr>
          </a:p>
        </p:txBody>
      </p:sp>
      <p:sp>
        <p:nvSpPr>
          <p:cNvPr id="852" name="Google Shape;852;p10"/>
          <p:cNvSpPr/>
          <p:nvPr/>
        </p:nvSpPr>
        <p:spPr>
          <a:xfrm>
            <a:off x="1984125" y="4419495"/>
            <a:ext cx="7778400" cy="421200"/>
          </a:xfrm>
          <a:prstGeom prst="roundRect">
            <a:avLst>
              <a:gd fmla="val 6541"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 name="Google Shape;853;p10"/>
          <p:cNvSpPr/>
          <p:nvPr/>
        </p:nvSpPr>
        <p:spPr>
          <a:xfrm>
            <a:off x="1984125" y="4886293"/>
            <a:ext cx="7778400" cy="421200"/>
          </a:xfrm>
          <a:prstGeom prst="roundRect">
            <a:avLst>
              <a:gd fmla="val 6541"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 name="Google Shape;854;p10"/>
          <p:cNvSpPr/>
          <p:nvPr/>
        </p:nvSpPr>
        <p:spPr>
          <a:xfrm>
            <a:off x="1984125" y="5353091"/>
            <a:ext cx="7778400" cy="421200"/>
          </a:xfrm>
          <a:prstGeom prst="roundRect">
            <a:avLst>
              <a:gd fmla="val 6541"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 name="Google Shape;855;p10"/>
          <p:cNvSpPr/>
          <p:nvPr/>
        </p:nvSpPr>
        <p:spPr>
          <a:xfrm>
            <a:off x="1984125" y="5819888"/>
            <a:ext cx="7778400" cy="421200"/>
          </a:xfrm>
          <a:prstGeom prst="roundRect">
            <a:avLst>
              <a:gd fmla="val 6541"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 name="Google Shape;856;p10"/>
          <p:cNvSpPr/>
          <p:nvPr/>
        </p:nvSpPr>
        <p:spPr>
          <a:xfrm>
            <a:off x="1984125" y="6286688"/>
            <a:ext cx="7778400" cy="421200"/>
          </a:xfrm>
          <a:prstGeom prst="roundRect">
            <a:avLst>
              <a:gd fmla="val 6541"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 name="Google Shape;857;p10"/>
          <p:cNvSpPr txBox="1"/>
          <p:nvPr>
            <p:ph idx="1" type="subTitle"/>
          </p:nvPr>
        </p:nvSpPr>
        <p:spPr>
          <a:xfrm>
            <a:off x="2001800" y="6305600"/>
            <a:ext cx="7742400" cy="383700"/>
          </a:xfrm>
          <a:prstGeom prst="rect">
            <a:avLst/>
          </a:prstGeom>
          <a:noFill/>
          <a:ln>
            <a:noFill/>
          </a:ln>
        </p:spPr>
        <p:txBody>
          <a:bodyPr anchorCtr="0" anchor="ctr" bIns="36000" lIns="36000" spcFirstLastPara="1" rIns="36000" wrap="square" tIns="36000">
            <a:noAutofit/>
          </a:bodyPr>
          <a:lstStyle>
            <a:lvl1pPr lvl="0"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rtl="0">
              <a:lnSpc>
                <a:spcPct val="90000"/>
              </a:lnSpc>
              <a:spcBef>
                <a:spcPts val="0"/>
              </a:spcBef>
              <a:spcAft>
                <a:spcPts val="0"/>
              </a:spcAft>
              <a:buClr>
                <a:srgbClr val="000000"/>
              </a:buClr>
              <a:buSzPts val="800"/>
              <a:buNone/>
              <a:defRPr sz="800">
                <a:solidFill>
                  <a:srgbClr val="000000"/>
                </a:solidFill>
              </a:defRPr>
            </a:lvl2pPr>
            <a:lvl3pPr lvl="2" rtl="0">
              <a:lnSpc>
                <a:spcPct val="90000"/>
              </a:lnSpc>
              <a:spcBef>
                <a:spcPts val="0"/>
              </a:spcBef>
              <a:spcAft>
                <a:spcPts val="0"/>
              </a:spcAft>
              <a:buClr>
                <a:srgbClr val="000000"/>
              </a:buClr>
              <a:buSzPts val="800"/>
              <a:buNone/>
              <a:defRPr sz="800">
                <a:solidFill>
                  <a:srgbClr val="000000"/>
                </a:solidFill>
              </a:defRPr>
            </a:lvl3pPr>
            <a:lvl4pPr lvl="3" rtl="0">
              <a:lnSpc>
                <a:spcPct val="90000"/>
              </a:lnSpc>
              <a:spcBef>
                <a:spcPts val="0"/>
              </a:spcBef>
              <a:spcAft>
                <a:spcPts val="0"/>
              </a:spcAft>
              <a:buClr>
                <a:srgbClr val="000000"/>
              </a:buClr>
              <a:buSzPts val="800"/>
              <a:buNone/>
              <a:defRPr sz="800">
                <a:solidFill>
                  <a:srgbClr val="000000"/>
                </a:solidFill>
              </a:defRPr>
            </a:lvl4pPr>
            <a:lvl5pPr lvl="4" rtl="0">
              <a:lnSpc>
                <a:spcPct val="90000"/>
              </a:lnSpc>
              <a:spcBef>
                <a:spcPts val="0"/>
              </a:spcBef>
              <a:spcAft>
                <a:spcPts val="0"/>
              </a:spcAft>
              <a:buClr>
                <a:srgbClr val="000000"/>
              </a:buClr>
              <a:buSzPts val="800"/>
              <a:buNone/>
              <a:defRPr sz="800">
                <a:solidFill>
                  <a:srgbClr val="000000"/>
                </a:solidFill>
              </a:defRPr>
            </a:lvl5pPr>
            <a:lvl6pPr lvl="5" rtl="0">
              <a:lnSpc>
                <a:spcPct val="90000"/>
              </a:lnSpc>
              <a:spcBef>
                <a:spcPts val="0"/>
              </a:spcBef>
              <a:spcAft>
                <a:spcPts val="0"/>
              </a:spcAft>
              <a:buClr>
                <a:srgbClr val="000000"/>
              </a:buClr>
              <a:buSzPts val="800"/>
              <a:buNone/>
              <a:defRPr sz="800">
                <a:solidFill>
                  <a:srgbClr val="000000"/>
                </a:solidFill>
              </a:defRPr>
            </a:lvl6pPr>
            <a:lvl7pPr lvl="6" rtl="0">
              <a:lnSpc>
                <a:spcPct val="90000"/>
              </a:lnSpc>
              <a:spcBef>
                <a:spcPts val="0"/>
              </a:spcBef>
              <a:spcAft>
                <a:spcPts val="0"/>
              </a:spcAft>
              <a:buClr>
                <a:srgbClr val="000000"/>
              </a:buClr>
              <a:buSzPts val="800"/>
              <a:buNone/>
              <a:defRPr sz="800">
                <a:solidFill>
                  <a:srgbClr val="000000"/>
                </a:solidFill>
              </a:defRPr>
            </a:lvl7pPr>
            <a:lvl8pPr lvl="7" rtl="0">
              <a:lnSpc>
                <a:spcPct val="90000"/>
              </a:lnSpc>
              <a:spcBef>
                <a:spcPts val="0"/>
              </a:spcBef>
              <a:spcAft>
                <a:spcPts val="0"/>
              </a:spcAft>
              <a:buClr>
                <a:srgbClr val="000000"/>
              </a:buClr>
              <a:buSzPts val="800"/>
              <a:buNone/>
              <a:defRPr sz="800">
                <a:solidFill>
                  <a:srgbClr val="000000"/>
                </a:solidFill>
              </a:defRPr>
            </a:lvl8pPr>
            <a:lvl9pPr lvl="8" rtl="0">
              <a:lnSpc>
                <a:spcPct val="90000"/>
              </a:lnSpc>
              <a:spcBef>
                <a:spcPts val="0"/>
              </a:spcBef>
              <a:spcAft>
                <a:spcPts val="0"/>
              </a:spcAft>
              <a:buClr>
                <a:srgbClr val="000000"/>
              </a:buClr>
              <a:buSzPts val="800"/>
              <a:buNone/>
              <a:defRPr sz="800">
                <a:solidFill>
                  <a:srgbClr val="000000"/>
                </a:solidFill>
              </a:defRPr>
            </a:lvl9pPr>
          </a:lstStyle>
          <a:p/>
        </p:txBody>
      </p:sp>
      <p:sp>
        <p:nvSpPr>
          <p:cNvPr id="858" name="Google Shape;858;p10"/>
          <p:cNvSpPr/>
          <p:nvPr/>
        </p:nvSpPr>
        <p:spPr>
          <a:xfrm>
            <a:off x="2001800" y="2762941"/>
            <a:ext cx="7778400" cy="421200"/>
          </a:xfrm>
          <a:prstGeom prst="roundRect">
            <a:avLst>
              <a:gd fmla="val 6541"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 name="Google Shape;859;p10"/>
          <p:cNvSpPr/>
          <p:nvPr/>
        </p:nvSpPr>
        <p:spPr>
          <a:xfrm>
            <a:off x="2001800" y="2300754"/>
            <a:ext cx="7778400" cy="421200"/>
          </a:xfrm>
          <a:prstGeom prst="roundRect">
            <a:avLst>
              <a:gd fmla="val 6541"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 name="Google Shape;860;p10"/>
          <p:cNvSpPr/>
          <p:nvPr/>
        </p:nvSpPr>
        <p:spPr>
          <a:xfrm>
            <a:off x="2001800" y="1839291"/>
            <a:ext cx="7778400" cy="421200"/>
          </a:xfrm>
          <a:prstGeom prst="roundRect">
            <a:avLst>
              <a:gd fmla="val 6541"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 name="Google Shape;861;p10"/>
          <p:cNvSpPr/>
          <p:nvPr/>
        </p:nvSpPr>
        <p:spPr>
          <a:xfrm>
            <a:off x="2001800" y="1371049"/>
            <a:ext cx="7778400" cy="421200"/>
          </a:xfrm>
          <a:prstGeom prst="roundRect">
            <a:avLst>
              <a:gd fmla="val 6541"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 name="Google Shape;862;p10"/>
          <p:cNvSpPr txBox="1"/>
          <p:nvPr/>
        </p:nvSpPr>
        <p:spPr>
          <a:xfrm>
            <a:off x="229201" y="1371050"/>
            <a:ext cx="1814100" cy="246300"/>
          </a:xfrm>
          <a:prstGeom prst="rect">
            <a:avLst/>
          </a:prstGeom>
          <a:noFill/>
          <a:ln>
            <a:noFill/>
          </a:ln>
        </p:spPr>
        <p:txBody>
          <a:bodyPr anchorCtr="0" anchor="t" bIns="0" lIns="0" spcFirstLastPara="1" rIns="72000" wrap="square" tIns="0">
            <a:spAutoFit/>
          </a:bodyPr>
          <a:lstStyle/>
          <a:p>
            <a:pPr indent="0" lvl="0" marL="45720" rtl="0" algn="r">
              <a:spcBef>
                <a:spcPts val="0"/>
              </a:spcBef>
              <a:spcAft>
                <a:spcPts val="0"/>
              </a:spcAft>
              <a:buNone/>
            </a:pPr>
            <a:r>
              <a:rPr b="1" lang="es-419" sz="1000">
                <a:solidFill>
                  <a:srgbClr val="202124"/>
                </a:solidFill>
                <a:latin typeface="Arvo"/>
                <a:ea typeface="Arvo"/>
                <a:cs typeface="Arvo"/>
                <a:sym typeface="Arvo"/>
              </a:rPr>
              <a:t>El problema de:</a:t>
            </a:r>
            <a:endParaRPr b="1" sz="1000">
              <a:solidFill>
                <a:schemeClr val="dk1"/>
              </a:solidFill>
              <a:latin typeface="Arvo"/>
              <a:ea typeface="Arvo"/>
              <a:cs typeface="Arvo"/>
              <a:sym typeface="Arvo"/>
            </a:endParaRPr>
          </a:p>
          <a:p>
            <a:pPr indent="0" lvl="0" marL="45720" rtl="0" algn="r">
              <a:spcBef>
                <a:spcPts val="0"/>
              </a:spcBef>
              <a:spcAft>
                <a:spcPts val="0"/>
              </a:spcAft>
              <a:buNone/>
            </a:pPr>
            <a:r>
              <a:rPr i="1" lang="es-419" sz="600">
                <a:solidFill>
                  <a:schemeClr val="dk1"/>
                </a:solidFill>
                <a:latin typeface="Arvo"/>
                <a:ea typeface="Arvo"/>
                <a:cs typeface="Arvo"/>
                <a:sym typeface="Arvo"/>
              </a:rPr>
              <a:t>&lt;[Describe el problema]&gt;</a:t>
            </a:r>
            <a:endParaRPr sz="600">
              <a:solidFill>
                <a:schemeClr val="hlink"/>
              </a:solidFill>
              <a:highlight>
                <a:srgbClr val="FFFF00"/>
              </a:highlight>
              <a:latin typeface="Arvo"/>
              <a:ea typeface="Arvo"/>
              <a:cs typeface="Arvo"/>
              <a:sym typeface="Arvo"/>
            </a:endParaRPr>
          </a:p>
        </p:txBody>
      </p:sp>
      <p:sp>
        <p:nvSpPr>
          <p:cNvPr id="863" name="Google Shape;863;p10"/>
          <p:cNvSpPr txBox="1"/>
          <p:nvPr/>
        </p:nvSpPr>
        <p:spPr>
          <a:xfrm>
            <a:off x="412846" y="1839296"/>
            <a:ext cx="1594500" cy="338700"/>
          </a:xfrm>
          <a:prstGeom prst="rect">
            <a:avLst/>
          </a:prstGeom>
          <a:noFill/>
          <a:ln>
            <a:noFill/>
          </a:ln>
        </p:spPr>
        <p:txBody>
          <a:bodyPr anchorCtr="0" anchor="t" bIns="0" lIns="0" spcFirstLastPara="1" rIns="72000" wrap="square" tIns="0">
            <a:spAutoFit/>
          </a:bodyPr>
          <a:lstStyle/>
          <a:p>
            <a:pPr indent="0" lvl="0" marL="45720" rtl="0" algn="r">
              <a:spcBef>
                <a:spcPts val="0"/>
              </a:spcBef>
              <a:spcAft>
                <a:spcPts val="0"/>
              </a:spcAft>
              <a:buNone/>
            </a:pPr>
            <a:r>
              <a:rPr b="1" lang="es-419" sz="1000">
                <a:solidFill>
                  <a:schemeClr val="dk1"/>
                </a:solidFill>
                <a:latin typeface="Arvo"/>
                <a:ea typeface="Arvo"/>
                <a:cs typeface="Arvo"/>
                <a:sym typeface="Arvo"/>
              </a:rPr>
              <a:t>Afecta:</a:t>
            </a:r>
            <a:endParaRPr b="1" sz="1000">
              <a:solidFill>
                <a:schemeClr val="dk1"/>
              </a:solidFill>
              <a:latin typeface="Arvo"/>
              <a:ea typeface="Arvo"/>
              <a:cs typeface="Arvo"/>
              <a:sym typeface="Arvo"/>
            </a:endParaRPr>
          </a:p>
          <a:p>
            <a:pPr indent="0" lvl="0" marL="45720" rtl="0" algn="r">
              <a:spcBef>
                <a:spcPts val="0"/>
              </a:spcBef>
              <a:spcAft>
                <a:spcPts val="0"/>
              </a:spcAft>
              <a:buNone/>
            </a:pPr>
            <a:r>
              <a:rPr i="1" lang="es-419" sz="600">
                <a:solidFill>
                  <a:schemeClr val="dk1"/>
                </a:solidFill>
                <a:latin typeface="Arvo"/>
                <a:ea typeface="Arvo"/>
                <a:cs typeface="Arvo"/>
                <a:sym typeface="Arvo"/>
              </a:rPr>
              <a:t>&lt;[quiénes son las partes interesadas afectadas por el problema]&gt;</a:t>
            </a:r>
            <a:endParaRPr sz="600">
              <a:solidFill>
                <a:schemeClr val="hlink"/>
              </a:solidFill>
              <a:highlight>
                <a:srgbClr val="FFFF00"/>
              </a:highlight>
              <a:latin typeface="Arvo"/>
              <a:ea typeface="Arvo"/>
              <a:cs typeface="Arvo"/>
              <a:sym typeface="Arvo"/>
            </a:endParaRPr>
          </a:p>
        </p:txBody>
      </p:sp>
      <p:sp>
        <p:nvSpPr>
          <p:cNvPr id="864" name="Google Shape;864;p10"/>
          <p:cNvSpPr txBox="1"/>
          <p:nvPr/>
        </p:nvSpPr>
        <p:spPr>
          <a:xfrm>
            <a:off x="229200" y="2321300"/>
            <a:ext cx="1786200" cy="277200"/>
          </a:xfrm>
          <a:prstGeom prst="rect">
            <a:avLst/>
          </a:prstGeom>
          <a:noFill/>
          <a:ln>
            <a:noFill/>
          </a:ln>
        </p:spPr>
        <p:txBody>
          <a:bodyPr anchorCtr="0" anchor="t" bIns="0" lIns="0" spcFirstLastPara="1" rIns="72000" wrap="square" tIns="0">
            <a:spAutoFit/>
          </a:bodyPr>
          <a:lstStyle/>
          <a:p>
            <a:pPr indent="0" lvl="0" marL="45720" rtl="0" algn="r">
              <a:spcBef>
                <a:spcPts val="0"/>
              </a:spcBef>
              <a:spcAft>
                <a:spcPts val="0"/>
              </a:spcAft>
              <a:buNone/>
            </a:pPr>
            <a:r>
              <a:rPr b="1" lang="es-419" sz="1000">
                <a:solidFill>
                  <a:schemeClr val="dk1"/>
                </a:solidFill>
                <a:latin typeface="Arvo"/>
                <a:ea typeface="Arvo"/>
                <a:cs typeface="Arvo"/>
                <a:sym typeface="Arvo"/>
              </a:rPr>
              <a:t>Cuyo impacto es:             </a:t>
            </a:r>
            <a:r>
              <a:rPr b="1" lang="es-419" sz="1200">
                <a:solidFill>
                  <a:schemeClr val="dk1"/>
                </a:solidFill>
                <a:latin typeface="Arvo"/>
                <a:ea typeface="Arvo"/>
                <a:cs typeface="Arvo"/>
                <a:sym typeface="Arvo"/>
              </a:rPr>
              <a:t> </a:t>
            </a:r>
            <a:r>
              <a:rPr i="1" lang="es-419" sz="600">
                <a:solidFill>
                  <a:schemeClr val="dk1"/>
                </a:solidFill>
                <a:latin typeface="Arvo"/>
                <a:ea typeface="Arvo"/>
                <a:cs typeface="Arvo"/>
                <a:sym typeface="Arvo"/>
              </a:rPr>
              <a:t>&lt;[cuál es el impacto del problema]&gt;</a:t>
            </a:r>
            <a:endParaRPr sz="600">
              <a:solidFill>
                <a:schemeClr val="hlink"/>
              </a:solidFill>
              <a:highlight>
                <a:srgbClr val="FFFF00"/>
              </a:highlight>
              <a:latin typeface="Arvo"/>
              <a:ea typeface="Arvo"/>
              <a:cs typeface="Arvo"/>
              <a:sym typeface="Arvo"/>
            </a:endParaRPr>
          </a:p>
        </p:txBody>
      </p:sp>
      <p:sp>
        <p:nvSpPr>
          <p:cNvPr id="865" name="Google Shape;865;p10"/>
          <p:cNvSpPr txBox="1"/>
          <p:nvPr/>
        </p:nvSpPr>
        <p:spPr>
          <a:xfrm>
            <a:off x="108875" y="2765850"/>
            <a:ext cx="1889400" cy="369300"/>
          </a:xfrm>
          <a:prstGeom prst="rect">
            <a:avLst/>
          </a:prstGeom>
          <a:noFill/>
          <a:ln>
            <a:noFill/>
          </a:ln>
        </p:spPr>
        <p:txBody>
          <a:bodyPr anchorCtr="0" anchor="t" bIns="0" lIns="0" spcFirstLastPara="1" rIns="72000" wrap="square" tIns="0">
            <a:spAutoFit/>
          </a:bodyPr>
          <a:lstStyle/>
          <a:p>
            <a:pPr indent="0" lvl="0" marL="45720" rtl="0" algn="r">
              <a:spcBef>
                <a:spcPts val="0"/>
              </a:spcBef>
              <a:spcAft>
                <a:spcPts val="0"/>
              </a:spcAft>
              <a:buNone/>
            </a:pPr>
            <a:r>
              <a:rPr b="1" lang="es-419" sz="1000">
                <a:solidFill>
                  <a:schemeClr val="dk1"/>
                </a:solidFill>
                <a:latin typeface="Arvo"/>
                <a:ea typeface="Arvo"/>
                <a:cs typeface="Arvo"/>
                <a:sym typeface="Arvo"/>
              </a:rPr>
              <a:t>Una solución exitosa sería:                          </a:t>
            </a:r>
            <a:r>
              <a:rPr b="1" lang="es-419" sz="1200">
                <a:solidFill>
                  <a:schemeClr val="dk1"/>
                </a:solidFill>
                <a:latin typeface="Arvo"/>
                <a:ea typeface="Arvo"/>
                <a:cs typeface="Arvo"/>
                <a:sym typeface="Arvo"/>
              </a:rPr>
              <a:t> </a:t>
            </a:r>
            <a:r>
              <a:rPr i="1" lang="es-419" sz="600">
                <a:solidFill>
                  <a:schemeClr val="dk1"/>
                </a:solidFill>
                <a:latin typeface="Arvo"/>
                <a:ea typeface="Arvo"/>
                <a:cs typeface="Arvo"/>
                <a:sym typeface="Arvo"/>
              </a:rPr>
              <a:t>&lt;[enumere algunos beneficios clave de una solución exitosa]&gt;</a:t>
            </a:r>
            <a:endParaRPr sz="600">
              <a:solidFill>
                <a:schemeClr val="hlink"/>
              </a:solidFill>
              <a:highlight>
                <a:srgbClr val="FFFF00"/>
              </a:highlight>
              <a:latin typeface="Arvo"/>
              <a:ea typeface="Arvo"/>
              <a:cs typeface="Arvo"/>
              <a:sym typeface="Arvo"/>
            </a:endParaRPr>
          </a:p>
        </p:txBody>
      </p:sp>
      <p:sp>
        <p:nvSpPr>
          <p:cNvPr id="866" name="Google Shape;866;p10"/>
          <p:cNvSpPr txBox="1"/>
          <p:nvPr>
            <p:ph idx="2" type="subTitle"/>
          </p:nvPr>
        </p:nvSpPr>
        <p:spPr>
          <a:xfrm>
            <a:off x="2019800" y="5838650"/>
            <a:ext cx="7742400" cy="383700"/>
          </a:xfrm>
          <a:prstGeom prst="rect">
            <a:avLst/>
          </a:prstGeom>
          <a:noFill/>
          <a:ln>
            <a:noFill/>
          </a:ln>
        </p:spPr>
        <p:txBody>
          <a:bodyPr anchorCtr="0" anchor="ctr" bIns="36000" lIns="36000" spcFirstLastPara="1" rIns="36000" wrap="square" tIns="36000">
            <a:noAutofit/>
          </a:bodyPr>
          <a:lstStyle>
            <a:lvl1pPr lvl="0"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rtl="0">
              <a:lnSpc>
                <a:spcPct val="90000"/>
              </a:lnSpc>
              <a:spcBef>
                <a:spcPts val="0"/>
              </a:spcBef>
              <a:spcAft>
                <a:spcPts val="0"/>
              </a:spcAft>
              <a:buClr>
                <a:srgbClr val="000000"/>
              </a:buClr>
              <a:buSzPts val="800"/>
              <a:buNone/>
              <a:defRPr sz="800">
                <a:solidFill>
                  <a:srgbClr val="000000"/>
                </a:solidFill>
              </a:defRPr>
            </a:lvl2pPr>
            <a:lvl3pPr lvl="2" rtl="0">
              <a:lnSpc>
                <a:spcPct val="90000"/>
              </a:lnSpc>
              <a:spcBef>
                <a:spcPts val="0"/>
              </a:spcBef>
              <a:spcAft>
                <a:spcPts val="0"/>
              </a:spcAft>
              <a:buClr>
                <a:srgbClr val="000000"/>
              </a:buClr>
              <a:buSzPts val="800"/>
              <a:buNone/>
              <a:defRPr sz="800">
                <a:solidFill>
                  <a:srgbClr val="000000"/>
                </a:solidFill>
              </a:defRPr>
            </a:lvl3pPr>
            <a:lvl4pPr lvl="3" rtl="0">
              <a:lnSpc>
                <a:spcPct val="90000"/>
              </a:lnSpc>
              <a:spcBef>
                <a:spcPts val="0"/>
              </a:spcBef>
              <a:spcAft>
                <a:spcPts val="0"/>
              </a:spcAft>
              <a:buClr>
                <a:srgbClr val="000000"/>
              </a:buClr>
              <a:buSzPts val="800"/>
              <a:buNone/>
              <a:defRPr sz="800">
                <a:solidFill>
                  <a:srgbClr val="000000"/>
                </a:solidFill>
              </a:defRPr>
            </a:lvl4pPr>
            <a:lvl5pPr lvl="4" rtl="0">
              <a:lnSpc>
                <a:spcPct val="90000"/>
              </a:lnSpc>
              <a:spcBef>
                <a:spcPts val="0"/>
              </a:spcBef>
              <a:spcAft>
                <a:spcPts val="0"/>
              </a:spcAft>
              <a:buClr>
                <a:srgbClr val="000000"/>
              </a:buClr>
              <a:buSzPts val="800"/>
              <a:buNone/>
              <a:defRPr sz="800">
                <a:solidFill>
                  <a:srgbClr val="000000"/>
                </a:solidFill>
              </a:defRPr>
            </a:lvl5pPr>
            <a:lvl6pPr lvl="5" rtl="0">
              <a:lnSpc>
                <a:spcPct val="90000"/>
              </a:lnSpc>
              <a:spcBef>
                <a:spcPts val="0"/>
              </a:spcBef>
              <a:spcAft>
                <a:spcPts val="0"/>
              </a:spcAft>
              <a:buClr>
                <a:srgbClr val="000000"/>
              </a:buClr>
              <a:buSzPts val="800"/>
              <a:buNone/>
              <a:defRPr sz="800">
                <a:solidFill>
                  <a:srgbClr val="000000"/>
                </a:solidFill>
              </a:defRPr>
            </a:lvl6pPr>
            <a:lvl7pPr lvl="6" rtl="0">
              <a:lnSpc>
                <a:spcPct val="90000"/>
              </a:lnSpc>
              <a:spcBef>
                <a:spcPts val="0"/>
              </a:spcBef>
              <a:spcAft>
                <a:spcPts val="0"/>
              </a:spcAft>
              <a:buClr>
                <a:srgbClr val="000000"/>
              </a:buClr>
              <a:buSzPts val="800"/>
              <a:buNone/>
              <a:defRPr sz="800">
                <a:solidFill>
                  <a:srgbClr val="000000"/>
                </a:solidFill>
              </a:defRPr>
            </a:lvl7pPr>
            <a:lvl8pPr lvl="7" rtl="0">
              <a:lnSpc>
                <a:spcPct val="90000"/>
              </a:lnSpc>
              <a:spcBef>
                <a:spcPts val="0"/>
              </a:spcBef>
              <a:spcAft>
                <a:spcPts val="0"/>
              </a:spcAft>
              <a:buClr>
                <a:srgbClr val="000000"/>
              </a:buClr>
              <a:buSzPts val="800"/>
              <a:buNone/>
              <a:defRPr sz="800">
                <a:solidFill>
                  <a:srgbClr val="000000"/>
                </a:solidFill>
              </a:defRPr>
            </a:lvl8pPr>
            <a:lvl9pPr lvl="8" rtl="0">
              <a:lnSpc>
                <a:spcPct val="90000"/>
              </a:lnSpc>
              <a:spcBef>
                <a:spcPts val="0"/>
              </a:spcBef>
              <a:spcAft>
                <a:spcPts val="0"/>
              </a:spcAft>
              <a:buClr>
                <a:srgbClr val="000000"/>
              </a:buClr>
              <a:buSzPts val="800"/>
              <a:buNone/>
              <a:defRPr sz="800">
                <a:solidFill>
                  <a:srgbClr val="000000"/>
                </a:solidFill>
              </a:defRPr>
            </a:lvl9pPr>
          </a:lstStyle>
          <a:p/>
        </p:txBody>
      </p:sp>
      <p:sp>
        <p:nvSpPr>
          <p:cNvPr id="867" name="Google Shape;867;p10"/>
          <p:cNvSpPr txBox="1"/>
          <p:nvPr>
            <p:ph idx="3" type="subTitle"/>
          </p:nvPr>
        </p:nvSpPr>
        <p:spPr>
          <a:xfrm>
            <a:off x="2002125" y="5371850"/>
            <a:ext cx="7742400" cy="383700"/>
          </a:xfrm>
          <a:prstGeom prst="rect">
            <a:avLst/>
          </a:prstGeom>
          <a:noFill/>
          <a:ln>
            <a:noFill/>
          </a:ln>
        </p:spPr>
        <p:txBody>
          <a:bodyPr anchorCtr="0" anchor="ctr" bIns="36000" lIns="36000" spcFirstLastPara="1" rIns="36000" wrap="square" tIns="36000">
            <a:noAutofit/>
          </a:bodyPr>
          <a:lstStyle>
            <a:lvl1pPr lvl="0"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rtl="0">
              <a:lnSpc>
                <a:spcPct val="90000"/>
              </a:lnSpc>
              <a:spcBef>
                <a:spcPts val="0"/>
              </a:spcBef>
              <a:spcAft>
                <a:spcPts val="0"/>
              </a:spcAft>
              <a:buClr>
                <a:srgbClr val="000000"/>
              </a:buClr>
              <a:buSzPts val="800"/>
              <a:buNone/>
              <a:defRPr sz="800">
                <a:solidFill>
                  <a:srgbClr val="000000"/>
                </a:solidFill>
              </a:defRPr>
            </a:lvl2pPr>
            <a:lvl3pPr lvl="2" rtl="0">
              <a:lnSpc>
                <a:spcPct val="90000"/>
              </a:lnSpc>
              <a:spcBef>
                <a:spcPts val="0"/>
              </a:spcBef>
              <a:spcAft>
                <a:spcPts val="0"/>
              </a:spcAft>
              <a:buClr>
                <a:srgbClr val="000000"/>
              </a:buClr>
              <a:buSzPts val="800"/>
              <a:buNone/>
              <a:defRPr sz="800">
                <a:solidFill>
                  <a:srgbClr val="000000"/>
                </a:solidFill>
              </a:defRPr>
            </a:lvl3pPr>
            <a:lvl4pPr lvl="3" rtl="0">
              <a:lnSpc>
                <a:spcPct val="90000"/>
              </a:lnSpc>
              <a:spcBef>
                <a:spcPts val="0"/>
              </a:spcBef>
              <a:spcAft>
                <a:spcPts val="0"/>
              </a:spcAft>
              <a:buClr>
                <a:srgbClr val="000000"/>
              </a:buClr>
              <a:buSzPts val="800"/>
              <a:buNone/>
              <a:defRPr sz="800">
                <a:solidFill>
                  <a:srgbClr val="000000"/>
                </a:solidFill>
              </a:defRPr>
            </a:lvl4pPr>
            <a:lvl5pPr lvl="4" rtl="0">
              <a:lnSpc>
                <a:spcPct val="90000"/>
              </a:lnSpc>
              <a:spcBef>
                <a:spcPts val="0"/>
              </a:spcBef>
              <a:spcAft>
                <a:spcPts val="0"/>
              </a:spcAft>
              <a:buClr>
                <a:srgbClr val="000000"/>
              </a:buClr>
              <a:buSzPts val="800"/>
              <a:buNone/>
              <a:defRPr sz="800">
                <a:solidFill>
                  <a:srgbClr val="000000"/>
                </a:solidFill>
              </a:defRPr>
            </a:lvl5pPr>
            <a:lvl6pPr lvl="5" rtl="0">
              <a:lnSpc>
                <a:spcPct val="90000"/>
              </a:lnSpc>
              <a:spcBef>
                <a:spcPts val="0"/>
              </a:spcBef>
              <a:spcAft>
                <a:spcPts val="0"/>
              </a:spcAft>
              <a:buClr>
                <a:srgbClr val="000000"/>
              </a:buClr>
              <a:buSzPts val="800"/>
              <a:buNone/>
              <a:defRPr sz="800">
                <a:solidFill>
                  <a:srgbClr val="000000"/>
                </a:solidFill>
              </a:defRPr>
            </a:lvl6pPr>
            <a:lvl7pPr lvl="6" rtl="0">
              <a:lnSpc>
                <a:spcPct val="90000"/>
              </a:lnSpc>
              <a:spcBef>
                <a:spcPts val="0"/>
              </a:spcBef>
              <a:spcAft>
                <a:spcPts val="0"/>
              </a:spcAft>
              <a:buClr>
                <a:srgbClr val="000000"/>
              </a:buClr>
              <a:buSzPts val="800"/>
              <a:buNone/>
              <a:defRPr sz="800">
                <a:solidFill>
                  <a:srgbClr val="000000"/>
                </a:solidFill>
              </a:defRPr>
            </a:lvl7pPr>
            <a:lvl8pPr lvl="7" rtl="0">
              <a:lnSpc>
                <a:spcPct val="90000"/>
              </a:lnSpc>
              <a:spcBef>
                <a:spcPts val="0"/>
              </a:spcBef>
              <a:spcAft>
                <a:spcPts val="0"/>
              </a:spcAft>
              <a:buClr>
                <a:srgbClr val="000000"/>
              </a:buClr>
              <a:buSzPts val="800"/>
              <a:buNone/>
              <a:defRPr sz="800">
                <a:solidFill>
                  <a:srgbClr val="000000"/>
                </a:solidFill>
              </a:defRPr>
            </a:lvl8pPr>
            <a:lvl9pPr lvl="8" rtl="0">
              <a:lnSpc>
                <a:spcPct val="90000"/>
              </a:lnSpc>
              <a:spcBef>
                <a:spcPts val="0"/>
              </a:spcBef>
              <a:spcAft>
                <a:spcPts val="0"/>
              </a:spcAft>
              <a:buClr>
                <a:srgbClr val="000000"/>
              </a:buClr>
              <a:buSzPts val="800"/>
              <a:buNone/>
              <a:defRPr sz="800">
                <a:solidFill>
                  <a:srgbClr val="000000"/>
                </a:solidFill>
              </a:defRPr>
            </a:lvl9pPr>
          </a:lstStyle>
          <a:p/>
        </p:txBody>
      </p:sp>
      <p:sp>
        <p:nvSpPr>
          <p:cNvPr id="868" name="Google Shape;868;p10"/>
          <p:cNvSpPr txBox="1"/>
          <p:nvPr>
            <p:ph idx="4" type="subTitle"/>
          </p:nvPr>
        </p:nvSpPr>
        <p:spPr>
          <a:xfrm>
            <a:off x="2002125" y="4905050"/>
            <a:ext cx="7742400" cy="383700"/>
          </a:xfrm>
          <a:prstGeom prst="rect">
            <a:avLst/>
          </a:prstGeom>
          <a:noFill/>
          <a:ln>
            <a:noFill/>
          </a:ln>
        </p:spPr>
        <p:txBody>
          <a:bodyPr anchorCtr="0" anchor="ctr" bIns="36000" lIns="36000" spcFirstLastPara="1" rIns="36000" wrap="square" tIns="36000">
            <a:noAutofit/>
          </a:bodyPr>
          <a:lstStyle>
            <a:lvl1pPr lvl="0"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rtl="0">
              <a:lnSpc>
                <a:spcPct val="90000"/>
              </a:lnSpc>
              <a:spcBef>
                <a:spcPts val="0"/>
              </a:spcBef>
              <a:spcAft>
                <a:spcPts val="0"/>
              </a:spcAft>
              <a:buClr>
                <a:srgbClr val="000000"/>
              </a:buClr>
              <a:buSzPts val="800"/>
              <a:buNone/>
              <a:defRPr sz="800">
                <a:solidFill>
                  <a:srgbClr val="000000"/>
                </a:solidFill>
              </a:defRPr>
            </a:lvl2pPr>
            <a:lvl3pPr lvl="2" rtl="0">
              <a:lnSpc>
                <a:spcPct val="90000"/>
              </a:lnSpc>
              <a:spcBef>
                <a:spcPts val="0"/>
              </a:spcBef>
              <a:spcAft>
                <a:spcPts val="0"/>
              </a:spcAft>
              <a:buClr>
                <a:srgbClr val="000000"/>
              </a:buClr>
              <a:buSzPts val="800"/>
              <a:buNone/>
              <a:defRPr sz="800">
                <a:solidFill>
                  <a:srgbClr val="000000"/>
                </a:solidFill>
              </a:defRPr>
            </a:lvl3pPr>
            <a:lvl4pPr lvl="3" rtl="0">
              <a:lnSpc>
                <a:spcPct val="90000"/>
              </a:lnSpc>
              <a:spcBef>
                <a:spcPts val="0"/>
              </a:spcBef>
              <a:spcAft>
                <a:spcPts val="0"/>
              </a:spcAft>
              <a:buClr>
                <a:srgbClr val="000000"/>
              </a:buClr>
              <a:buSzPts val="800"/>
              <a:buNone/>
              <a:defRPr sz="800">
                <a:solidFill>
                  <a:srgbClr val="000000"/>
                </a:solidFill>
              </a:defRPr>
            </a:lvl4pPr>
            <a:lvl5pPr lvl="4" rtl="0">
              <a:lnSpc>
                <a:spcPct val="90000"/>
              </a:lnSpc>
              <a:spcBef>
                <a:spcPts val="0"/>
              </a:spcBef>
              <a:spcAft>
                <a:spcPts val="0"/>
              </a:spcAft>
              <a:buClr>
                <a:srgbClr val="000000"/>
              </a:buClr>
              <a:buSzPts val="800"/>
              <a:buNone/>
              <a:defRPr sz="800">
                <a:solidFill>
                  <a:srgbClr val="000000"/>
                </a:solidFill>
              </a:defRPr>
            </a:lvl5pPr>
            <a:lvl6pPr lvl="5" rtl="0">
              <a:lnSpc>
                <a:spcPct val="90000"/>
              </a:lnSpc>
              <a:spcBef>
                <a:spcPts val="0"/>
              </a:spcBef>
              <a:spcAft>
                <a:spcPts val="0"/>
              </a:spcAft>
              <a:buClr>
                <a:srgbClr val="000000"/>
              </a:buClr>
              <a:buSzPts val="800"/>
              <a:buNone/>
              <a:defRPr sz="800">
                <a:solidFill>
                  <a:srgbClr val="000000"/>
                </a:solidFill>
              </a:defRPr>
            </a:lvl6pPr>
            <a:lvl7pPr lvl="6" rtl="0">
              <a:lnSpc>
                <a:spcPct val="90000"/>
              </a:lnSpc>
              <a:spcBef>
                <a:spcPts val="0"/>
              </a:spcBef>
              <a:spcAft>
                <a:spcPts val="0"/>
              </a:spcAft>
              <a:buClr>
                <a:srgbClr val="000000"/>
              </a:buClr>
              <a:buSzPts val="800"/>
              <a:buNone/>
              <a:defRPr sz="800">
                <a:solidFill>
                  <a:srgbClr val="000000"/>
                </a:solidFill>
              </a:defRPr>
            </a:lvl7pPr>
            <a:lvl8pPr lvl="7" rtl="0">
              <a:lnSpc>
                <a:spcPct val="90000"/>
              </a:lnSpc>
              <a:spcBef>
                <a:spcPts val="0"/>
              </a:spcBef>
              <a:spcAft>
                <a:spcPts val="0"/>
              </a:spcAft>
              <a:buClr>
                <a:srgbClr val="000000"/>
              </a:buClr>
              <a:buSzPts val="800"/>
              <a:buNone/>
              <a:defRPr sz="800">
                <a:solidFill>
                  <a:srgbClr val="000000"/>
                </a:solidFill>
              </a:defRPr>
            </a:lvl8pPr>
            <a:lvl9pPr lvl="8" rtl="0">
              <a:lnSpc>
                <a:spcPct val="90000"/>
              </a:lnSpc>
              <a:spcBef>
                <a:spcPts val="0"/>
              </a:spcBef>
              <a:spcAft>
                <a:spcPts val="0"/>
              </a:spcAft>
              <a:buClr>
                <a:srgbClr val="000000"/>
              </a:buClr>
              <a:buSzPts val="800"/>
              <a:buNone/>
              <a:defRPr sz="800">
                <a:solidFill>
                  <a:srgbClr val="000000"/>
                </a:solidFill>
              </a:defRPr>
            </a:lvl9pPr>
          </a:lstStyle>
          <a:p/>
        </p:txBody>
      </p:sp>
      <p:sp>
        <p:nvSpPr>
          <p:cNvPr id="869" name="Google Shape;869;p10"/>
          <p:cNvSpPr txBox="1"/>
          <p:nvPr>
            <p:ph idx="5" type="subTitle"/>
          </p:nvPr>
        </p:nvSpPr>
        <p:spPr>
          <a:xfrm>
            <a:off x="2001800" y="4424163"/>
            <a:ext cx="7742400" cy="383700"/>
          </a:xfrm>
          <a:prstGeom prst="rect">
            <a:avLst/>
          </a:prstGeom>
          <a:noFill/>
          <a:ln>
            <a:noFill/>
          </a:ln>
        </p:spPr>
        <p:txBody>
          <a:bodyPr anchorCtr="0" anchor="ctr" bIns="36000" lIns="36000" spcFirstLastPara="1" rIns="36000" wrap="square" tIns="36000">
            <a:noAutofit/>
          </a:bodyPr>
          <a:lstStyle>
            <a:lvl1pPr lvl="0"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rtl="0">
              <a:lnSpc>
                <a:spcPct val="90000"/>
              </a:lnSpc>
              <a:spcBef>
                <a:spcPts val="0"/>
              </a:spcBef>
              <a:spcAft>
                <a:spcPts val="0"/>
              </a:spcAft>
              <a:buClr>
                <a:srgbClr val="000000"/>
              </a:buClr>
              <a:buSzPts val="800"/>
              <a:buNone/>
              <a:defRPr sz="800">
                <a:solidFill>
                  <a:srgbClr val="000000"/>
                </a:solidFill>
              </a:defRPr>
            </a:lvl2pPr>
            <a:lvl3pPr lvl="2" rtl="0">
              <a:lnSpc>
                <a:spcPct val="90000"/>
              </a:lnSpc>
              <a:spcBef>
                <a:spcPts val="0"/>
              </a:spcBef>
              <a:spcAft>
                <a:spcPts val="0"/>
              </a:spcAft>
              <a:buClr>
                <a:srgbClr val="000000"/>
              </a:buClr>
              <a:buSzPts val="800"/>
              <a:buNone/>
              <a:defRPr sz="800">
                <a:solidFill>
                  <a:srgbClr val="000000"/>
                </a:solidFill>
              </a:defRPr>
            </a:lvl3pPr>
            <a:lvl4pPr lvl="3" rtl="0">
              <a:lnSpc>
                <a:spcPct val="90000"/>
              </a:lnSpc>
              <a:spcBef>
                <a:spcPts val="0"/>
              </a:spcBef>
              <a:spcAft>
                <a:spcPts val="0"/>
              </a:spcAft>
              <a:buClr>
                <a:srgbClr val="000000"/>
              </a:buClr>
              <a:buSzPts val="800"/>
              <a:buNone/>
              <a:defRPr sz="800">
                <a:solidFill>
                  <a:srgbClr val="000000"/>
                </a:solidFill>
              </a:defRPr>
            </a:lvl4pPr>
            <a:lvl5pPr lvl="4" rtl="0">
              <a:lnSpc>
                <a:spcPct val="90000"/>
              </a:lnSpc>
              <a:spcBef>
                <a:spcPts val="0"/>
              </a:spcBef>
              <a:spcAft>
                <a:spcPts val="0"/>
              </a:spcAft>
              <a:buClr>
                <a:srgbClr val="000000"/>
              </a:buClr>
              <a:buSzPts val="800"/>
              <a:buNone/>
              <a:defRPr sz="800">
                <a:solidFill>
                  <a:srgbClr val="000000"/>
                </a:solidFill>
              </a:defRPr>
            </a:lvl5pPr>
            <a:lvl6pPr lvl="5" rtl="0">
              <a:lnSpc>
                <a:spcPct val="90000"/>
              </a:lnSpc>
              <a:spcBef>
                <a:spcPts val="0"/>
              </a:spcBef>
              <a:spcAft>
                <a:spcPts val="0"/>
              </a:spcAft>
              <a:buClr>
                <a:srgbClr val="000000"/>
              </a:buClr>
              <a:buSzPts val="800"/>
              <a:buNone/>
              <a:defRPr sz="800">
                <a:solidFill>
                  <a:srgbClr val="000000"/>
                </a:solidFill>
              </a:defRPr>
            </a:lvl6pPr>
            <a:lvl7pPr lvl="6" rtl="0">
              <a:lnSpc>
                <a:spcPct val="90000"/>
              </a:lnSpc>
              <a:spcBef>
                <a:spcPts val="0"/>
              </a:spcBef>
              <a:spcAft>
                <a:spcPts val="0"/>
              </a:spcAft>
              <a:buClr>
                <a:srgbClr val="000000"/>
              </a:buClr>
              <a:buSzPts val="800"/>
              <a:buNone/>
              <a:defRPr sz="800">
                <a:solidFill>
                  <a:srgbClr val="000000"/>
                </a:solidFill>
              </a:defRPr>
            </a:lvl7pPr>
            <a:lvl8pPr lvl="7" rtl="0">
              <a:lnSpc>
                <a:spcPct val="90000"/>
              </a:lnSpc>
              <a:spcBef>
                <a:spcPts val="0"/>
              </a:spcBef>
              <a:spcAft>
                <a:spcPts val="0"/>
              </a:spcAft>
              <a:buClr>
                <a:srgbClr val="000000"/>
              </a:buClr>
              <a:buSzPts val="800"/>
              <a:buNone/>
              <a:defRPr sz="800">
                <a:solidFill>
                  <a:srgbClr val="000000"/>
                </a:solidFill>
              </a:defRPr>
            </a:lvl8pPr>
            <a:lvl9pPr lvl="8" rtl="0">
              <a:lnSpc>
                <a:spcPct val="90000"/>
              </a:lnSpc>
              <a:spcBef>
                <a:spcPts val="0"/>
              </a:spcBef>
              <a:spcAft>
                <a:spcPts val="0"/>
              </a:spcAft>
              <a:buClr>
                <a:srgbClr val="000000"/>
              </a:buClr>
              <a:buSzPts val="800"/>
              <a:buNone/>
              <a:defRPr sz="800">
                <a:solidFill>
                  <a:srgbClr val="000000"/>
                </a:solidFill>
              </a:defRPr>
            </a:lvl9pPr>
          </a:lstStyle>
          <a:p/>
        </p:txBody>
      </p:sp>
      <p:sp>
        <p:nvSpPr>
          <p:cNvPr id="870" name="Google Shape;870;p10"/>
          <p:cNvSpPr txBox="1"/>
          <p:nvPr>
            <p:ph idx="6" type="subTitle"/>
          </p:nvPr>
        </p:nvSpPr>
        <p:spPr>
          <a:xfrm>
            <a:off x="2001800" y="3946275"/>
            <a:ext cx="7742400" cy="383700"/>
          </a:xfrm>
          <a:prstGeom prst="rect">
            <a:avLst/>
          </a:prstGeom>
          <a:noFill/>
          <a:ln>
            <a:noFill/>
          </a:ln>
        </p:spPr>
        <p:txBody>
          <a:bodyPr anchorCtr="0" anchor="ctr" bIns="36000" lIns="36000" spcFirstLastPara="1" rIns="36000" wrap="square" tIns="36000">
            <a:noAutofit/>
          </a:bodyPr>
          <a:lstStyle>
            <a:lvl1pPr lvl="0"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rtl="0">
              <a:lnSpc>
                <a:spcPct val="90000"/>
              </a:lnSpc>
              <a:spcBef>
                <a:spcPts val="0"/>
              </a:spcBef>
              <a:spcAft>
                <a:spcPts val="0"/>
              </a:spcAft>
              <a:buClr>
                <a:srgbClr val="000000"/>
              </a:buClr>
              <a:buSzPts val="800"/>
              <a:buNone/>
              <a:defRPr sz="800">
                <a:solidFill>
                  <a:srgbClr val="000000"/>
                </a:solidFill>
              </a:defRPr>
            </a:lvl2pPr>
            <a:lvl3pPr lvl="2" rtl="0">
              <a:lnSpc>
                <a:spcPct val="90000"/>
              </a:lnSpc>
              <a:spcBef>
                <a:spcPts val="0"/>
              </a:spcBef>
              <a:spcAft>
                <a:spcPts val="0"/>
              </a:spcAft>
              <a:buClr>
                <a:srgbClr val="000000"/>
              </a:buClr>
              <a:buSzPts val="800"/>
              <a:buNone/>
              <a:defRPr sz="800">
                <a:solidFill>
                  <a:srgbClr val="000000"/>
                </a:solidFill>
              </a:defRPr>
            </a:lvl3pPr>
            <a:lvl4pPr lvl="3" rtl="0">
              <a:lnSpc>
                <a:spcPct val="90000"/>
              </a:lnSpc>
              <a:spcBef>
                <a:spcPts val="0"/>
              </a:spcBef>
              <a:spcAft>
                <a:spcPts val="0"/>
              </a:spcAft>
              <a:buClr>
                <a:srgbClr val="000000"/>
              </a:buClr>
              <a:buSzPts val="800"/>
              <a:buNone/>
              <a:defRPr sz="800">
                <a:solidFill>
                  <a:srgbClr val="000000"/>
                </a:solidFill>
              </a:defRPr>
            </a:lvl4pPr>
            <a:lvl5pPr lvl="4" rtl="0">
              <a:lnSpc>
                <a:spcPct val="90000"/>
              </a:lnSpc>
              <a:spcBef>
                <a:spcPts val="0"/>
              </a:spcBef>
              <a:spcAft>
                <a:spcPts val="0"/>
              </a:spcAft>
              <a:buClr>
                <a:srgbClr val="000000"/>
              </a:buClr>
              <a:buSzPts val="800"/>
              <a:buNone/>
              <a:defRPr sz="800">
                <a:solidFill>
                  <a:srgbClr val="000000"/>
                </a:solidFill>
              </a:defRPr>
            </a:lvl5pPr>
            <a:lvl6pPr lvl="5" rtl="0">
              <a:lnSpc>
                <a:spcPct val="90000"/>
              </a:lnSpc>
              <a:spcBef>
                <a:spcPts val="0"/>
              </a:spcBef>
              <a:spcAft>
                <a:spcPts val="0"/>
              </a:spcAft>
              <a:buClr>
                <a:srgbClr val="000000"/>
              </a:buClr>
              <a:buSzPts val="800"/>
              <a:buNone/>
              <a:defRPr sz="800">
                <a:solidFill>
                  <a:srgbClr val="000000"/>
                </a:solidFill>
              </a:defRPr>
            </a:lvl6pPr>
            <a:lvl7pPr lvl="6" rtl="0">
              <a:lnSpc>
                <a:spcPct val="90000"/>
              </a:lnSpc>
              <a:spcBef>
                <a:spcPts val="0"/>
              </a:spcBef>
              <a:spcAft>
                <a:spcPts val="0"/>
              </a:spcAft>
              <a:buClr>
                <a:srgbClr val="000000"/>
              </a:buClr>
              <a:buSzPts val="800"/>
              <a:buNone/>
              <a:defRPr sz="800">
                <a:solidFill>
                  <a:srgbClr val="000000"/>
                </a:solidFill>
              </a:defRPr>
            </a:lvl7pPr>
            <a:lvl8pPr lvl="7" rtl="0">
              <a:lnSpc>
                <a:spcPct val="90000"/>
              </a:lnSpc>
              <a:spcBef>
                <a:spcPts val="0"/>
              </a:spcBef>
              <a:spcAft>
                <a:spcPts val="0"/>
              </a:spcAft>
              <a:buClr>
                <a:srgbClr val="000000"/>
              </a:buClr>
              <a:buSzPts val="800"/>
              <a:buNone/>
              <a:defRPr sz="800">
                <a:solidFill>
                  <a:srgbClr val="000000"/>
                </a:solidFill>
              </a:defRPr>
            </a:lvl8pPr>
            <a:lvl9pPr lvl="8" rtl="0">
              <a:lnSpc>
                <a:spcPct val="90000"/>
              </a:lnSpc>
              <a:spcBef>
                <a:spcPts val="0"/>
              </a:spcBef>
              <a:spcAft>
                <a:spcPts val="0"/>
              </a:spcAft>
              <a:buClr>
                <a:srgbClr val="000000"/>
              </a:buClr>
              <a:buSzPts val="800"/>
              <a:buNone/>
              <a:defRPr sz="800">
                <a:solidFill>
                  <a:srgbClr val="000000"/>
                </a:solidFill>
              </a:defRPr>
            </a:lvl9pPr>
          </a:lstStyle>
          <a:p/>
        </p:txBody>
      </p:sp>
      <p:sp>
        <p:nvSpPr>
          <p:cNvPr id="871" name="Google Shape;871;p10"/>
          <p:cNvSpPr txBox="1"/>
          <p:nvPr>
            <p:ph idx="7" type="subTitle"/>
          </p:nvPr>
        </p:nvSpPr>
        <p:spPr>
          <a:xfrm>
            <a:off x="2019800" y="2763138"/>
            <a:ext cx="7742400" cy="383700"/>
          </a:xfrm>
          <a:prstGeom prst="rect">
            <a:avLst/>
          </a:prstGeom>
          <a:noFill/>
          <a:ln>
            <a:noFill/>
          </a:ln>
        </p:spPr>
        <p:txBody>
          <a:bodyPr anchorCtr="0" anchor="ctr" bIns="36000" lIns="36000" spcFirstLastPara="1" rIns="36000" wrap="square" tIns="36000">
            <a:noAutofit/>
          </a:bodyPr>
          <a:lstStyle>
            <a:lvl1pPr lvl="0"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rtl="0">
              <a:lnSpc>
                <a:spcPct val="90000"/>
              </a:lnSpc>
              <a:spcBef>
                <a:spcPts val="0"/>
              </a:spcBef>
              <a:spcAft>
                <a:spcPts val="0"/>
              </a:spcAft>
              <a:buClr>
                <a:srgbClr val="000000"/>
              </a:buClr>
              <a:buSzPts val="800"/>
              <a:buNone/>
              <a:defRPr sz="800">
                <a:solidFill>
                  <a:srgbClr val="000000"/>
                </a:solidFill>
              </a:defRPr>
            </a:lvl2pPr>
            <a:lvl3pPr lvl="2" rtl="0">
              <a:lnSpc>
                <a:spcPct val="90000"/>
              </a:lnSpc>
              <a:spcBef>
                <a:spcPts val="0"/>
              </a:spcBef>
              <a:spcAft>
                <a:spcPts val="0"/>
              </a:spcAft>
              <a:buClr>
                <a:srgbClr val="000000"/>
              </a:buClr>
              <a:buSzPts val="800"/>
              <a:buNone/>
              <a:defRPr sz="800">
                <a:solidFill>
                  <a:srgbClr val="000000"/>
                </a:solidFill>
              </a:defRPr>
            </a:lvl3pPr>
            <a:lvl4pPr lvl="3" rtl="0">
              <a:lnSpc>
                <a:spcPct val="90000"/>
              </a:lnSpc>
              <a:spcBef>
                <a:spcPts val="0"/>
              </a:spcBef>
              <a:spcAft>
                <a:spcPts val="0"/>
              </a:spcAft>
              <a:buClr>
                <a:srgbClr val="000000"/>
              </a:buClr>
              <a:buSzPts val="800"/>
              <a:buNone/>
              <a:defRPr sz="800">
                <a:solidFill>
                  <a:srgbClr val="000000"/>
                </a:solidFill>
              </a:defRPr>
            </a:lvl4pPr>
            <a:lvl5pPr lvl="4" rtl="0">
              <a:lnSpc>
                <a:spcPct val="90000"/>
              </a:lnSpc>
              <a:spcBef>
                <a:spcPts val="0"/>
              </a:spcBef>
              <a:spcAft>
                <a:spcPts val="0"/>
              </a:spcAft>
              <a:buClr>
                <a:srgbClr val="000000"/>
              </a:buClr>
              <a:buSzPts val="800"/>
              <a:buNone/>
              <a:defRPr sz="800">
                <a:solidFill>
                  <a:srgbClr val="000000"/>
                </a:solidFill>
              </a:defRPr>
            </a:lvl5pPr>
            <a:lvl6pPr lvl="5" rtl="0">
              <a:lnSpc>
                <a:spcPct val="90000"/>
              </a:lnSpc>
              <a:spcBef>
                <a:spcPts val="0"/>
              </a:spcBef>
              <a:spcAft>
                <a:spcPts val="0"/>
              </a:spcAft>
              <a:buClr>
                <a:srgbClr val="000000"/>
              </a:buClr>
              <a:buSzPts val="800"/>
              <a:buNone/>
              <a:defRPr sz="800">
                <a:solidFill>
                  <a:srgbClr val="000000"/>
                </a:solidFill>
              </a:defRPr>
            </a:lvl6pPr>
            <a:lvl7pPr lvl="6" rtl="0">
              <a:lnSpc>
                <a:spcPct val="90000"/>
              </a:lnSpc>
              <a:spcBef>
                <a:spcPts val="0"/>
              </a:spcBef>
              <a:spcAft>
                <a:spcPts val="0"/>
              </a:spcAft>
              <a:buClr>
                <a:srgbClr val="000000"/>
              </a:buClr>
              <a:buSzPts val="800"/>
              <a:buNone/>
              <a:defRPr sz="800">
                <a:solidFill>
                  <a:srgbClr val="000000"/>
                </a:solidFill>
              </a:defRPr>
            </a:lvl7pPr>
            <a:lvl8pPr lvl="7" rtl="0">
              <a:lnSpc>
                <a:spcPct val="90000"/>
              </a:lnSpc>
              <a:spcBef>
                <a:spcPts val="0"/>
              </a:spcBef>
              <a:spcAft>
                <a:spcPts val="0"/>
              </a:spcAft>
              <a:buClr>
                <a:srgbClr val="000000"/>
              </a:buClr>
              <a:buSzPts val="800"/>
              <a:buNone/>
              <a:defRPr sz="800">
                <a:solidFill>
                  <a:srgbClr val="000000"/>
                </a:solidFill>
              </a:defRPr>
            </a:lvl8pPr>
            <a:lvl9pPr lvl="8" rtl="0">
              <a:lnSpc>
                <a:spcPct val="90000"/>
              </a:lnSpc>
              <a:spcBef>
                <a:spcPts val="0"/>
              </a:spcBef>
              <a:spcAft>
                <a:spcPts val="0"/>
              </a:spcAft>
              <a:buClr>
                <a:srgbClr val="000000"/>
              </a:buClr>
              <a:buSzPts val="800"/>
              <a:buNone/>
              <a:defRPr sz="800">
                <a:solidFill>
                  <a:srgbClr val="000000"/>
                </a:solidFill>
              </a:defRPr>
            </a:lvl9pPr>
          </a:lstStyle>
          <a:p/>
        </p:txBody>
      </p:sp>
      <p:sp>
        <p:nvSpPr>
          <p:cNvPr id="872" name="Google Shape;872;p10"/>
          <p:cNvSpPr txBox="1"/>
          <p:nvPr>
            <p:ph idx="8" type="subTitle"/>
          </p:nvPr>
        </p:nvSpPr>
        <p:spPr>
          <a:xfrm>
            <a:off x="2019800" y="2319863"/>
            <a:ext cx="7742400" cy="383700"/>
          </a:xfrm>
          <a:prstGeom prst="rect">
            <a:avLst/>
          </a:prstGeom>
          <a:noFill/>
          <a:ln>
            <a:noFill/>
          </a:ln>
        </p:spPr>
        <p:txBody>
          <a:bodyPr anchorCtr="0" anchor="ctr" bIns="36000" lIns="36000" spcFirstLastPara="1" rIns="36000" wrap="square" tIns="36000">
            <a:noAutofit/>
          </a:bodyPr>
          <a:lstStyle>
            <a:lvl1pPr lvl="0"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rtl="0">
              <a:lnSpc>
                <a:spcPct val="90000"/>
              </a:lnSpc>
              <a:spcBef>
                <a:spcPts val="0"/>
              </a:spcBef>
              <a:spcAft>
                <a:spcPts val="0"/>
              </a:spcAft>
              <a:buClr>
                <a:srgbClr val="000000"/>
              </a:buClr>
              <a:buSzPts val="800"/>
              <a:buNone/>
              <a:defRPr sz="800">
                <a:solidFill>
                  <a:srgbClr val="000000"/>
                </a:solidFill>
              </a:defRPr>
            </a:lvl2pPr>
            <a:lvl3pPr lvl="2" rtl="0">
              <a:lnSpc>
                <a:spcPct val="90000"/>
              </a:lnSpc>
              <a:spcBef>
                <a:spcPts val="0"/>
              </a:spcBef>
              <a:spcAft>
                <a:spcPts val="0"/>
              </a:spcAft>
              <a:buClr>
                <a:srgbClr val="000000"/>
              </a:buClr>
              <a:buSzPts val="800"/>
              <a:buNone/>
              <a:defRPr sz="800">
                <a:solidFill>
                  <a:srgbClr val="000000"/>
                </a:solidFill>
              </a:defRPr>
            </a:lvl3pPr>
            <a:lvl4pPr lvl="3" rtl="0">
              <a:lnSpc>
                <a:spcPct val="90000"/>
              </a:lnSpc>
              <a:spcBef>
                <a:spcPts val="0"/>
              </a:spcBef>
              <a:spcAft>
                <a:spcPts val="0"/>
              </a:spcAft>
              <a:buClr>
                <a:srgbClr val="000000"/>
              </a:buClr>
              <a:buSzPts val="800"/>
              <a:buNone/>
              <a:defRPr sz="800">
                <a:solidFill>
                  <a:srgbClr val="000000"/>
                </a:solidFill>
              </a:defRPr>
            </a:lvl4pPr>
            <a:lvl5pPr lvl="4" rtl="0">
              <a:lnSpc>
                <a:spcPct val="90000"/>
              </a:lnSpc>
              <a:spcBef>
                <a:spcPts val="0"/>
              </a:spcBef>
              <a:spcAft>
                <a:spcPts val="0"/>
              </a:spcAft>
              <a:buClr>
                <a:srgbClr val="000000"/>
              </a:buClr>
              <a:buSzPts val="800"/>
              <a:buNone/>
              <a:defRPr sz="800">
                <a:solidFill>
                  <a:srgbClr val="000000"/>
                </a:solidFill>
              </a:defRPr>
            </a:lvl5pPr>
            <a:lvl6pPr lvl="5" rtl="0">
              <a:lnSpc>
                <a:spcPct val="90000"/>
              </a:lnSpc>
              <a:spcBef>
                <a:spcPts val="0"/>
              </a:spcBef>
              <a:spcAft>
                <a:spcPts val="0"/>
              </a:spcAft>
              <a:buClr>
                <a:srgbClr val="000000"/>
              </a:buClr>
              <a:buSzPts val="800"/>
              <a:buNone/>
              <a:defRPr sz="800">
                <a:solidFill>
                  <a:srgbClr val="000000"/>
                </a:solidFill>
              </a:defRPr>
            </a:lvl6pPr>
            <a:lvl7pPr lvl="6" rtl="0">
              <a:lnSpc>
                <a:spcPct val="90000"/>
              </a:lnSpc>
              <a:spcBef>
                <a:spcPts val="0"/>
              </a:spcBef>
              <a:spcAft>
                <a:spcPts val="0"/>
              </a:spcAft>
              <a:buClr>
                <a:srgbClr val="000000"/>
              </a:buClr>
              <a:buSzPts val="800"/>
              <a:buNone/>
              <a:defRPr sz="800">
                <a:solidFill>
                  <a:srgbClr val="000000"/>
                </a:solidFill>
              </a:defRPr>
            </a:lvl7pPr>
            <a:lvl8pPr lvl="7" rtl="0">
              <a:lnSpc>
                <a:spcPct val="90000"/>
              </a:lnSpc>
              <a:spcBef>
                <a:spcPts val="0"/>
              </a:spcBef>
              <a:spcAft>
                <a:spcPts val="0"/>
              </a:spcAft>
              <a:buClr>
                <a:srgbClr val="000000"/>
              </a:buClr>
              <a:buSzPts val="800"/>
              <a:buNone/>
              <a:defRPr sz="800">
                <a:solidFill>
                  <a:srgbClr val="000000"/>
                </a:solidFill>
              </a:defRPr>
            </a:lvl8pPr>
            <a:lvl9pPr lvl="8" rtl="0">
              <a:lnSpc>
                <a:spcPct val="90000"/>
              </a:lnSpc>
              <a:spcBef>
                <a:spcPts val="0"/>
              </a:spcBef>
              <a:spcAft>
                <a:spcPts val="0"/>
              </a:spcAft>
              <a:buClr>
                <a:srgbClr val="000000"/>
              </a:buClr>
              <a:buSzPts val="800"/>
              <a:buNone/>
              <a:defRPr sz="800">
                <a:solidFill>
                  <a:srgbClr val="000000"/>
                </a:solidFill>
              </a:defRPr>
            </a:lvl9pPr>
          </a:lstStyle>
          <a:p/>
        </p:txBody>
      </p:sp>
      <p:sp>
        <p:nvSpPr>
          <p:cNvPr id="873" name="Google Shape;873;p10"/>
          <p:cNvSpPr txBox="1"/>
          <p:nvPr>
            <p:ph idx="9" type="subTitle"/>
          </p:nvPr>
        </p:nvSpPr>
        <p:spPr>
          <a:xfrm>
            <a:off x="2019800" y="1854638"/>
            <a:ext cx="7742400" cy="383700"/>
          </a:xfrm>
          <a:prstGeom prst="rect">
            <a:avLst/>
          </a:prstGeom>
          <a:noFill/>
          <a:ln>
            <a:noFill/>
          </a:ln>
        </p:spPr>
        <p:txBody>
          <a:bodyPr anchorCtr="0" anchor="ctr" bIns="36000" lIns="36000" spcFirstLastPara="1" rIns="36000" wrap="square" tIns="36000">
            <a:noAutofit/>
          </a:bodyPr>
          <a:lstStyle>
            <a:lvl1pPr lvl="0"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rtl="0">
              <a:lnSpc>
                <a:spcPct val="90000"/>
              </a:lnSpc>
              <a:spcBef>
                <a:spcPts val="0"/>
              </a:spcBef>
              <a:spcAft>
                <a:spcPts val="0"/>
              </a:spcAft>
              <a:buClr>
                <a:srgbClr val="000000"/>
              </a:buClr>
              <a:buSzPts val="800"/>
              <a:buNone/>
              <a:defRPr sz="800">
                <a:solidFill>
                  <a:srgbClr val="000000"/>
                </a:solidFill>
              </a:defRPr>
            </a:lvl2pPr>
            <a:lvl3pPr lvl="2" rtl="0">
              <a:lnSpc>
                <a:spcPct val="90000"/>
              </a:lnSpc>
              <a:spcBef>
                <a:spcPts val="0"/>
              </a:spcBef>
              <a:spcAft>
                <a:spcPts val="0"/>
              </a:spcAft>
              <a:buClr>
                <a:srgbClr val="000000"/>
              </a:buClr>
              <a:buSzPts val="800"/>
              <a:buNone/>
              <a:defRPr sz="800">
                <a:solidFill>
                  <a:srgbClr val="000000"/>
                </a:solidFill>
              </a:defRPr>
            </a:lvl3pPr>
            <a:lvl4pPr lvl="3" rtl="0">
              <a:lnSpc>
                <a:spcPct val="90000"/>
              </a:lnSpc>
              <a:spcBef>
                <a:spcPts val="0"/>
              </a:spcBef>
              <a:spcAft>
                <a:spcPts val="0"/>
              </a:spcAft>
              <a:buClr>
                <a:srgbClr val="000000"/>
              </a:buClr>
              <a:buSzPts val="800"/>
              <a:buNone/>
              <a:defRPr sz="800">
                <a:solidFill>
                  <a:srgbClr val="000000"/>
                </a:solidFill>
              </a:defRPr>
            </a:lvl4pPr>
            <a:lvl5pPr lvl="4" rtl="0">
              <a:lnSpc>
                <a:spcPct val="90000"/>
              </a:lnSpc>
              <a:spcBef>
                <a:spcPts val="0"/>
              </a:spcBef>
              <a:spcAft>
                <a:spcPts val="0"/>
              </a:spcAft>
              <a:buClr>
                <a:srgbClr val="000000"/>
              </a:buClr>
              <a:buSzPts val="800"/>
              <a:buNone/>
              <a:defRPr sz="800">
                <a:solidFill>
                  <a:srgbClr val="000000"/>
                </a:solidFill>
              </a:defRPr>
            </a:lvl5pPr>
            <a:lvl6pPr lvl="5" rtl="0">
              <a:lnSpc>
                <a:spcPct val="90000"/>
              </a:lnSpc>
              <a:spcBef>
                <a:spcPts val="0"/>
              </a:spcBef>
              <a:spcAft>
                <a:spcPts val="0"/>
              </a:spcAft>
              <a:buClr>
                <a:srgbClr val="000000"/>
              </a:buClr>
              <a:buSzPts val="800"/>
              <a:buNone/>
              <a:defRPr sz="800">
                <a:solidFill>
                  <a:srgbClr val="000000"/>
                </a:solidFill>
              </a:defRPr>
            </a:lvl6pPr>
            <a:lvl7pPr lvl="6" rtl="0">
              <a:lnSpc>
                <a:spcPct val="90000"/>
              </a:lnSpc>
              <a:spcBef>
                <a:spcPts val="0"/>
              </a:spcBef>
              <a:spcAft>
                <a:spcPts val="0"/>
              </a:spcAft>
              <a:buClr>
                <a:srgbClr val="000000"/>
              </a:buClr>
              <a:buSzPts val="800"/>
              <a:buNone/>
              <a:defRPr sz="800">
                <a:solidFill>
                  <a:srgbClr val="000000"/>
                </a:solidFill>
              </a:defRPr>
            </a:lvl7pPr>
            <a:lvl8pPr lvl="7" rtl="0">
              <a:lnSpc>
                <a:spcPct val="90000"/>
              </a:lnSpc>
              <a:spcBef>
                <a:spcPts val="0"/>
              </a:spcBef>
              <a:spcAft>
                <a:spcPts val="0"/>
              </a:spcAft>
              <a:buClr>
                <a:srgbClr val="000000"/>
              </a:buClr>
              <a:buSzPts val="800"/>
              <a:buNone/>
              <a:defRPr sz="800">
                <a:solidFill>
                  <a:srgbClr val="000000"/>
                </a:solidFill>
              </a:defRPr>
            </a:lvl8pPr>
            <a:lvl9pPr lvl="8" rtl="0">
              <a:lnSpc>
                <a:spcPct val="90000"/>
              </a:lnSpc>
              <a:spcBef>
                <a:spcPts val="0"/>
              </a:spcBef>
              <a:spcAft>
                <a:spcPts val="0"/>
              </a:spcAft>
              <a:buClr>
                <a:srgbClr val="000000"/>
              </a:buClr>
              <a:buSzPts val="800"/>
              <a:buNone/>
              <a:defRPr sz="800">
                <a:solidFill>
                  <a:srgbClr val="000000"/>
                </a:solidFill>
              </a:defRPr>
            </a:lvl9pPr>
          </a:lstStyle>
          <a:p/>
        </p:txBody>
      </p:sp>
      <p:sp>
        <p:nvSpPr>
          <p:cNvPr id="874" name="Google Shape;874;p10"/>
          <p:cNvSpPr txBox="1"/>
          <p:nvPr>
            <p:ph idx="13" type="subTitle"/>
          </p:nvPr>
        </p:nvSpPr>
        <p:spPr>
          <a:xfrm>
            <a:off x="2019800" y="1422763"/>
            <a:ext cx="7742400" cy="383700"/>
          </a:xfrm>
          <a:prstGeom prst="rect">
            <a:avLst/>
          </a:prstGeom>
          <a:noFill/>
          <a:ln>
            <a:noFill/>
          </a:ln>
        </p:spPr>
        <p:txBody>
          <a:bodyPr anchorCtr="0" anchor="ctr" bIns="36000" lIns="36000" spcFirstLastPara="1" rIns="36000" wrap="square" tIns="36000">
            <a:noAutofit/>
          </a:bodyPr>
          <a:lstStyle>
            <a:lvl1pPr lvl="0"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rtl="0">
              <a:lnSpc>
                <a:spcPct val="90000"/>
              </a:lnSpc>
              <a:spcBef>
                <a:spcPts val="0"/>
              </a:spcBef>
              <a:spcAft>
                <a:spcPts val="0"/>
              </a:spcAft>
              <a:buClr>
                <a:srgbClr val="000000"/>
              </a:buClr>
              <a:buSzPts val="800"/>
              <a:buNone/>
              <a:defRPr sz="800">
                <a:solidFill>
                  <a:srgbClr val="000000"/>
                </a:solidFill>
              </a:defRPr>
            </a:lvl2pPr>
            <a:lvl3pPr lvl="2" rtl="0">
              <a:lnSpc>
                <a:spcPct val="90000"/>
              </a:lnSpc>
              <a:spcBef>
                <a:spcPts val="0"/>
              </a:spcBef>
              <a:spcAft>
                <a:spcPts val="0"/>
              </a:spcAft>
              <a:buClr>
                <a:srgbClr val="000000"/>
              </a:buClr>
              <a:buSzPts val="800"/>
              <a:buNone/>
              <a:defRPr sz="800">
                <a:solidFill>
                  <a:srgbClr val="000000"/>
                </a:solidFill>
              </a:defRPr>
            </a:lvl3pPr>
            <a:lvl4pPr lvl="3" rtl="0">
              <a:lnSpc>
                <a:spcPct val="90000"/>
              </a:lnSpc>
              <a:spcBef>
                <a:spcPts val="0"/>
              </a:spcBef>
              <a:spcAft>
                <a:spcPts val="0"/>
              </a:spcAft>
              <a:buClr>
                <a:srgbClr val="000000"/>
              </a:buClr>
              <a:buSzPts val="800"/>
              <a:buNone/>
              <a:defRPr sz="800">
                <a:solidFill>
                  <a:srgbClr val="000000"/>
                </a:solidFill>
              </a:defRPr>
            </a:lvl4pPr>
            <a:lvl5pPr lvl="4" rtl="0">
              <a:lnSpc>
                <a:spcPct val="90000"/>
              </a:lnSpc>
              <a:spcBef>
                <a:spcPts val="0"/>
              </a:spcBef>
              <a:spcAft>
                <a:spcPts val="0"/>
              </a:spcAft>
              <a:buClr>
                <a:srgbClr val="000000"/>
              </a:buClr>
              <a:buSzPts val="800"/>
              <a:buNone/>
              <a:defRPr sz="800">
                <a:solidFill>
                  <a:srgbClr val="000000"/>
                </a:solidFill>
              </a:defRPr>
            </a:lvl5pPr>
            <a:lvl6pPr lvl="5" rtl="0">
              <a:lnSpc>
                <a:spcPct val="90000"/>
              </a:lnSpc>
              <a:spcBef>
                <a:spcPts val="0"/>
              </a:spcBef>
              <a:spcAft>
                <a:spcPts val="0"/>
              </a:spcAft>
              <a:buClr>
                <a:srgbClr val="000000"/>
              </a:buClr>
              <a:buSzPts val="800"/>
              <a:buNone/>
              <a:defRPr sz="800">
                <a:solidFill>
                  <a:srgbClr val="000000"/>
                </a:solidFill>
              </a:defRPr>
            </a:lvl6pPr>
            <a:lvl7pPr lvl="6" rtl="0">
              <a:lnSpc>
                <a:spcPct val="90000"/>
              </a:lnSpc>
              <a:spcBef>
                <a:spcPts val="0"/>
              </a:spcBef>
              <a:spcAft>
                <a:spcPts val="0"/>
              </a:spcAft>
              <a:buClr>
                <a:srgbClr val="000000"/>
              </a:buClr>
              <a:buSzPts val="800"/>
              <a:buNone/>
              <a:defRPr sz="800">
                <a:solidFill>
                  <a:srgbClr val="000000"/>
                </a:solidFill>
              </a:defRPr>
            </a:lvl7pPr>
            <a:lvl8pPr lvl="7" rtl="0">
              <a:lnSpc>
                <a:spcPct val="90000"/>
              </a:lnSpc>
              <a:spcBef>
                <a:spcPts val="0"/>
              </a:spcBef>
              <a:spcAft>
                <a:spcPts val="0"/>
              </a:spcAft>
              <a:buClr>
                <a:srgbClr val="000000"/>
              </a:buClr>
              <a:buSzPts val="800"/>
              <a:buNone/>
              <a:defRPr sz="800">
                <a:solidFill>
                  <a:srgbClr val="000000"/>
                </a:solidFill>
              </a:defRPr>
            </a:lvl8pPr>
            <a:lvl9pPr lvl="8" rtl="0">
              <a:lnSpc>
                <a:spcPct val="90000"/>
              </a:lnSpc>
              <a:spcBef>
                <a:spcPts val="0"/>
              </a:spcBef>
              <a:spcAft>
                <a:spcPts val="0"/>
              </a:spcAft>
              <a:buClr>
                <a:srgbClr val="000000"/>
              </a:buClr>
              <a:buSzPts val="800"/>
              <a:buNone/>
              <a:defRPr sz="800">
                <a:solidFill>
                  <a:srgbClr val="000000"/>
                </a:solidFill>
              </a:defRPr>
            </a:lvl9pPr>
          </a:lstStyle>
          <a:p/>
        </p:txBody>
      </p:sp>
      <p:sp>
        <p:nvSpPr>
          <p:cNvPr id="875" name="Google Shape;875;p10"/>
          <p:cNvSpPr txBox="1"/>
          <p:nvPr/>
        </p:nvSpPr>
        <p:spPr>
          <a:xfrm>
            <a:off x="2524025" y="387675"/>
            <a:ext cx="15012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Unid. Organizacional:</a:t>
            </a:r>
            <a:endParaRPr b="1" sz="1100"/>
          </a:p>
        </p:txBody>
      </p:sp>
      <p:sp>
        <p:nvSpPr>
          <p:cNvPr id="876" name="Google Shape;876;p10"/>
          <p:cNvSpPr txBox="1"/>
          <p:nvPr/>
        </p:nvSpPr>
        <p:spPr>
          <a:xfrm>
            <a:off x="2524020" y="579550"/>
            <a:ext cx="6846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Alcance:</a:t>
            </a:r>
            <a:endParaRPr b="1" sz="1100"/>
          </a:p>
        </p:txBody>
      </p:sp>
      <p:sp>
        <p:nvSpPr>
          <p:cNvPr id="877" name="Google Shape;877;p10"/>
          <p:cNvSpPr txBox="1"/>
          <p:nvPr>
            <p:ph type="title"/>
          </p:nvPr>
        </p:nvSpPr>
        <p:spPr>
          <a:xfrm flipH="1">
            <a:off x="4025374" y="387675"/>
            <a:ext cx="5863200" cy="169200"/>
          </a:xfrm>
          <a:prstGeom prst="rect">
            <a:avLst/>
          </a:prstGeom>
          <a:noFill/>
          <a:ln>
            <a:noFill/>
          </a:ln>
        </p:spPr>
        <p:txBody>
          <a:bodyPr anchorCtr="0" anchor="ctr" bIns="0" lIns="0" spcFirstLastPara="1" rIns="0" wrap="square" tIns="0">
            <a:noAutofit/>
          </a:bodyPr>
          <a:lstStyle>
            <a:lvl1pPr lvl="0" rtl="0">
              <a:spcBef>
                <a:spcPts val="0"/>
              </a:spcBef>
              <a:spcAft>
                <a:spcPts val="0"/>
              </a:spcAft>
              <a:buClr>
                <a:srgbClr val="000000"/>
              </a:buClr>
              <a:buSzPts val="1000"/>
              <a:buNone/>
              <a:defRPr sz="1000">
                <a:solidFill>
                  <a:srgbClr val="000000"/>
                </a:solidFill>
              </a:defRPr>
            </a:lvl1pPr>
            <a:lvl2pPr lvl="1" rtl="0">
              <a:spcBef>
                <a:spcPts val="0"/>
              </a:spcBef>
              <a:spcAft>
                <a:spcPts val="0"/>
              </a:spcAft>
              <a:buClr>
                <a:srgbClr val="000000"/>
              </a:buClr>
              <a:buSzPts val="1000"/>
              <a:buNone/>
              <a:defRPr sz="1000">
                <a:solidFill>
                  <a:srgbClr val="000000"/>
                </a:solidFill>
              </a:defRPr>
            </a:lvl2pPr>
            <a:lvl3pPr lvl="2" rtl="0">
              <a:spcBef>
                <a:spcPts val="0"/>
              </a:spcBef>
              <a:spcAft>
                <a:spcPts val="0"/>
              </a:spcAft>
              <a:buClr>
                <a:srgbClr val="000000"/>
              </a:buClr>
              <a:buSzPts val="1000"/>
              <a:buNone/>
              <a:defRPr sz="1000">
                <a:solidFill>
                  <a:srgbClr val="000000"/>
                </a:solidFill>
              </a:defRPr>
            </a:lvl3pPr>
            <a:lvl4pPr lvl="3" rtl="0">
              <a:spcBef>
                <a:spcPts val="0"/>
              </a:spcBef>
              <a:spcAft>
                <a:spcPts val="0"/>
              </a:spcAft>
              <a:buClr>
                <a:srgbClr val="000000"/>
              </a:buClr>
              <a:buSzPts val="1000"/>
              <a:buNone/>
              <a:defRPr sz="1000">
                <a:solidFill>
                  <a:srgbClr val="000000"/>
                </a:solidFill>
              </a:defRPr>
            </a:lvl4pPr>
            <a:lvl5pPr lvl="4" rtl="0">
              <a:spcBef>
                <a:spcPts val="0"/>
              </a:spcBef>
              <a:spcAft>
                <a:spcPts val="0"/>
              </a:spcAft>
              <a:buClr>
                <a:srgbClr val="000000"/>
              </a:buClr>
              <a:buSzPts val="1000"/>
              <a:buNone/>
              <a:defRPr sz="1000">
                <a:solidFill>
                  <a:srgbClr val="000000"/>
                </a:solidFill>
              </a:defRPr>
            </a:lvl5pPr>
            <a:lvl6pPr lvl="5" rtl="0">
              <a:spcBef>
                <a:spcPts val="0"/>
              </a:spcBef>
              <a:spcAft>
                <a:spcPts val="0"/>
              </a:spcAft>
              <a:buClr>
                <a:srgbClr val="000000"/>
              </a:buClr>
              <a:buSzPts val="1000"/>
              <a:buNone/>
              <a:defRPr sz="1000">
                <a:solidFill>
                  <a:srgbClr val="000000"/>
                </a:solidFill>
              </a:defRPr>
            </a:lvl6pPr>
            <a:lvl7pPr lvl="6" rtl="0">
              <a:spcBef>
                <a:spcPts val="0"/>
              </a:spcBef>
              <a:spcAft>
                <a:spcPts val="0"/>
              </a:spcAft>
              <a:buClr>
                <a:srgbClr val="000000"/>
              </a:buClr>
              <a:buSzPts val="1000"/>
              <a:buNone/>
              <a:defRPr sz="1000">
                <a:solidFill>
                  <a:srgbClr val="000000"/>
                </a:solidFill>
              </a:defRPr>
            </a:lvl7pPr>
            <a:lvl8pPr lvl="7" rtl="0">
              <a:spcBef>
                <a:spcPts val="0"/>
              </a:spcBef>
              <a:spcAft>
                <a:spcPts val="0"/>
              </a:spcAft>
              <a:buClr>
                <a:srgbClr val="000000"/>
              </a:buClr>
              <a:buSzPts val="1000"/>
              <a:buNone/>
              <a:defRPr sz="1000">
                <a:solidFill>
                  <a:srgbClr val="000000"/>
                </a:solidFill>
              </a:defRPr>
            </a:lvl8pPr>
            <a:lvl9pPr lvl="8" rtl="0">
              <a:spcBef>
                <a:spcPts val="0"/>
              </a:spcBef>
              <a:spcAft>
                <a:spcPts val="0"/>
              </a:spcAft>
              <a:buClr>
                <a:srgbClr val="000000"/>
              </a:buClr>
              <a:buSzPts val="1000"/>
              <a:buNone/>
              <a:defRPr sz="1000">
                <a:solidFill>
                  <a:srgbClr val="000000"/>
                </a:solidFill>
              </a:defRPr>
            </a:lvl9pPr>
          </a:lstStyle>
          <a:p/>
        </p:txBody>
      </p:sp>
      <p:sp>
        <p:nvSpPr>
          <p:cNvPr id="878" name="Google Shape;878;p10"/>
          <p:cNvSpPr txBox="1"/>
          <p:nvPr>
            <p:ph idx="14" type="title"/>
          </p:nvPr>
        </p:nvSpPr>
        <p:spPr>
          <a:xfrm flipH="1">
            <a:off x="3208773" y="579550"/>
            <a:ext cx="6679800" cy="169200"/>
          </a:xfrm>
          <a:prstGeom prst="rect">
            <a:avLst/>
          </a:prstGeom>
          <a:noFill/>
          <a:ln>
            <a:noFill/>
          </a:ln>
        </p:spPr>
        <p:txBody>
          <a:bodyPr anchorCtr="0" anchor="ctr" bIns="0" lIns="0" spcFirstLastPara="1" rIns="0" wrap="square" tIns="0">
            <a:noAutofit/>
          </a:bodyPr>
          <a:lstStyle>
            <a:lvl1pPr lvl="0" rtl="0">
              <a:spcBef>
                <a:spcPts val="0"/>
              </a:spcBef>
              <a:spcAft>
                <a:spcPts val="0"/>
              </a:spcAft>
              <a:buClr>
                <a:srgbClr val="000000"/>
              </a:buClr>
              <a:buSzPts val="1000"/>
              <a:buNone/>
              <a:defRPr sz="1000">
                <a:solidFill>
                  <a:srgbClr val="000000"/>
                </a:solidFill>
              </a:defRPr>
            </a:lvl1pPr>
            <a:lvl2pPr lvl="1" rtl="0">
              <a:spcBef>
                <a:spcPts val="0"/>
              </a:spcBef>
              <a:spcAft>
                <a:spcPts val="0"/>
              </a:spcAft>
              <a:buClr>
                <a:srgbClr val="000000"/>
              </a:buClr>
              <a:buSzPts val="1000"/>
              <a:buNone/>
              <a:defRPr sz="1000">
                <a:solidFill>
                  <a:srgbClr val="000000"/>
                </a:solidFill>
              </a:defRPr>
            </a:lvl2pPr>
            <a:lvl3pPr lvl="2" rtl="0">
              <a:spcBef>
                <a:spcPts val="0"/>
              </a:spcBef>
              <a:spcAft>
                <a:spcPts val="0"/>
              </a:spcAft>
              <a:buClr>
                <a:srgbClr val="000000"/>
              </a:buClr>
              <a:buSzPts val="1000"/>
              <a:buNone/>
              <a:defRPr sz="1000">
                <a:solidFill>
                  <a:srgbClr val="000000"/>
                </a:solidFill>
              </a:defRPr>
            </a:lvl3pPr>
            <a:lvl4pPr lvl="3" rtl="0">
              <a:spcBef>
                <a:spcPts val="0"/>
              </a:spcBef>
              <a:spcAft>
                <a:spcPts val="0"/>
              </a:spcAft>
              <a:buClr>
                <a:srgbClr val="000000"/>
              </a:buClr>
              <a:buSzPts val="1000"/>
              <a:buNone/>
              <a:defRPr sz="1000">
                <a:solidFill>
                  <a:srgbClr val="000000"/>
                </a:solidFill>
              </a:defRPr>
            </a:lvl4pPr>
            <a:lvl5pPr lvl="4" rtl="0">
              <a:spcBef>
                <a:spcPts val="0"/>
              </a:spcBef>
              <a:spcAft>
                <a:spcPts val="0"/>
              </a:spcAft>
              <a:buClr>
                <a:srgbClr val="000000"/>
              </a:buClr>
              <a:buSzPts val="1000"/>
              <a:buNone/>
              <a:defRPr sz="1000">
                <a:solidFill>
                  <a:srgbClr val="000000"/>
                </a:solidFill>
              </a:defRPr>
            </a:lvl5pPr>
            <a:lvl6pPr lvl="5" rtl="0">
              <a:spcBef>
                <a:spcPts val="0"/>
              </a:spcBef>
              <a:spcAft>
                <a:spcPts val="0"/>
              </a:spcAft>
              <a:buClr>
                <a:srgbClr val="000000"/>
              </a:buClr>
              <a:buSzPts val="1000"/>
              <a:buNone/>
              <a:defRPr sz="1000">
                <a:solidFill>
                  <a:srgbClr val="000000"/>
                </a:solidFill>
              </a:defRPr>
            </a:lvl6pPr>
            <a:lvl7pPr lvl="6" rtl="0">
              <a:spcBef>
                <a:spcPts val="0"/>
              </a:spcBef>
              <a:spcAft>
                <a:spcPts val="0"/>
              </a:spcAft>
              <a:buClr>
                <a:srgbClr val="000000"/>
              </a:buClr>
              <a:buSzPts val="1000"/>
              <a:buNone/>
              <a:defRPr sz="1000">
                <a:solidFill>
                  <a:srgbClr val="000000"/>
                </a:solidFill>
              </a:defRPr>
            </a:lvl7pPr>
            <a:lvl8pPr lvl="7" rtl="0">
              <a:spcBef>
                <a:spcPts val="0"/>
              </a:spcBef>
              <a:spcAft>
                <a:spcPts val="0"/>
              </a:spcAft>
              <a:buClr>
                <a:srgbClr val="000000"/>
              </a:buClr>
              <a:buSzPts val="1000"/>
              <a:buNone/>
              <a:defRPr sz="1000">
                <a:solidFill>
                  <a:srgbClr val="000000"/>
                </a:solidFill>
              </a:defRPr>
            </a:lvl8pPr>
            <a:lvl9pPr lvl="8" rtl="0">
              <a:spcBef>
                <a:spcPts val="0"/>
              </a:spcBef>
              <a:spcAft>
                <a:spcPts val="0"/>
              </a:spcAft>
              <a:buClr>
                <a:srgbClr val="000000"/>
              </a:buClr>
              <a:buSzPts val="1000"/>
              <a:buNone/>
              <a:defRPr sz="1000">
                <a:solidFill>
                  <a:srgbClr val="000000"/>
                </a:solidFill>
              </a:defRPr>
            </a:lvl9pPr>
          </a:lstStyle>
          <a:p/>
        </p:txBody>
      </p:sp>
      <p:sp>
        <p:nvSpPr>
          <p:cNvPr id="879" name="Google Shape;879;p10"/>
          <p:cNvSpPr txBox="1"/>
          <p:nvPr>
            <p:ph idx="15" type="body"/>
          </p:nvPr>
        </p:nvSpPr>
        <p:spPr>
          <a:xfrm>
            <a:off x="641150" y="612125"/>
            <a:ext cx="1770300" cy="160500"/>
          </a:xfrm>
          <a:prstGeom prst="rect">
            <a:avLst/>
          </a:prstGeom>
          <a:noFill/>
          <a:ln>
            <a:noFill/>
          </a:ln>
        </p:spPr>
        <p:txBody>
          <a:bodyPr anchorCtr="0" anchor="t" bIns="0" lIns="0" spcFirstLastPara="1" rIns="0" wrap="square" tIns="0">
            <a:noAutofit/>
          </a:bodyPr>
          <a:lstStyle>
            <a:lvl1pPr indent="-292100" lvl="0" marL="457200" rtl="0" algn="ctr">
              <a:spcBef>
                <a:spcPts val="0"/>
              </a:spcBef>
              <a:spcAft>
                <a:spcPts val="0"/>
              </a:spcAft>
              <a:buClr>
                <a:srgbClr val="FFFFFF"/>
              </a:buClr>
              <a:buSzPts val="1000"/>
              <a:buChar char="●"/>
              <a:defRPr sz="1000">
                <a:solidFill>
                  <a:srgbClr val="FFFFFF"/>
                </a:solidFill>
              </a:defRPr>
            </a:lvl1pPr>
            <a:lvl2pPr indent="-292100" lvl="1" marL="914400" rtl="0" algn="ctr">
              <a:spcBef>
                <a:spcPts val="0"/>
              </a:spcBef>
              <a:spcAft>
                <a:spcPts val="0"/>
              </a:spcAft>
              <a:buClr>
                <a:srgbClr val="FFFFFF"/>
              </a:buClr>
              <a:buSzPts val="1000"/>
              <a:buChar char="○"/>
              <a:defRPr sz="1000">
                <a:solidFill>
                  <a:srgbClr val="FFFFFF"/>
                </a:solidFill>
              </a:defRPr>
            </a:lvl2pPr>
            <a:lvl3pPr indent="-292100" lvl="2" marL="1371600" rtl="0" algn="ctr">
              <a:spcBef>
                <a:spcPts val="0"/>
              </a:spcBef>
              <a:spcAft>
                <a:spcPts val="0"/>
              </a:spcAft>
              <a:buClr>
                <a:srgbClr val="FFFFFF"/>
              </a:buClr>
              <a:buSzPts val="1000"/>
              <a:buChar char="■"/>
              <a:defRPr sz="1000">
                <a:solidFill>
                  <a:srgbClr val="FFFFFF"/>
                </a:solidFill>
              </a:defRPr>
            </a:lvl3pPr>
            <a:lvl4pPr indent="-292100" lvl="3" marL="1828800" rtl="0" algn="ctr">
              <a:spcBef>
                <a:spcPts val="0"/>
              </a:spcBef>
              <a:spcAft>
                <a:spcPts val="0"/>
              </a:spcAft>
              <a:buClr>
                <a:srgbClr val="FFFFFF"/>
              </a:buClr>
              <a:buSzPts val="1000"/>
              <a:buChar char="●"/>
              <a:defRPr sz="1000">
                <a:solidFill>
                  <a:srgbClr val="FFFFFF"/>
                </a:solidFill>
              </a:defRPr>
            </a:lvl4pPr>
            <a:lvl5pPr indent="-292100" lvl="4" marL="2286000" rtl="0" algn="ctr">
              <a:spcBef>
                <a:spcPts val="0"/>
              </a:spcBef>
              <a:spcAft>
                <a:spcPts val="0"/>
              </a:spcAft>
              <a:buClr>
                <a:srgbClr val="FFFFFF"/>
              </a:buClr>
              <a:buSzPts val="1000"/>
              <a:buChar char="○"/>
              <a:defRPr sz="1000">
                <a:solidFill>
                  <a:srgbClr val="FFFFFF"/>
                </a:solidFill>
              </a:defRPr>
            </a:lvl5pPr>
            <a:lvl6pPr indent="-292100" lvl="5" marL="2743200" rtl="0" algn="ctr">
              <a:spcBef>
                <a:spcPts val="0"/>
              </a:spcBef>
              <a:spcAft>
                <a:spcPts val="0"/>
              </a:spcAft>
              <a:buClr>
                <a:srgbClr val="FFFFFF"/>
              </a:buClr>
              <a:buSzPts val="1000"/>
              <a:buChar char="■"/>
              <a:defRPr sz="1000">
                <a:solidFill>
                  <a:srgbClr val="FFFFFF"/>
                </a:solidFill>
              </a:defRPr>
            </a:lvl6pPr>
            <a:lvl7pPr indent="-292100" lvl="6" marL="3200400" rtl="0" algn="ctr">
              <a:spcBef>
                <a:spcPts val="0"/>
              </a:spcBef>
              <a:spcAft>
                <a:spcPts val="0"/>
              </a:spcAft>
              <a:buClr>
                <a:srgbClr val="FFFFFF"/>
              </a:buClr>
              <a:buSzPts val="1000"/>
              <a:buChar char="●"/>
              <a:defRPr sz="1000">
                <a:solidFill>
                  <a:srgbClr val="FFFFFF"/>
                </a:solidFill>
              </a:defRPr>
            </a:lvl7pPr>
            <a:lvl8pPr indent="-292100" lvl="7" marL="3657600" rtl="0" algn="ctr">
              <a:spcBef>
                <a:spcPts val="0"/>
              </a:spcBef>
              <a:spcAft>
                <a:spcPts val="0"/>
              </a:spcAft>
              <a:buClr>
                <a:srgbClr val="FFFFFF"/>
              </a:buClr>
              <a:buSzPts val="1000"/>
              <a:buChar char="○"/>
              <a:defRPr sz="1000">
                <a:solidFill>
                  <a:srgbClr val="FFFFFF"/>
                </a:solidFill>
              </a:defRPr>
            </a:lvl8pPr>
            <a:lvl9pPr indent="-292100" lvl="8" marL="4114800" rtl="0" algn="ctr">
              <a:spcBef>
                <a:spcPts val="0"/>
              </a:spcBef>
              <a:spcAft>
                <a:spcPts val="0"/>
              </a:spcAft>
              <a:buClr>
                <a:srgbClr val="FFFFFF"/>
              </a:buClr>
              <a:buSzPts val="1000"/>
              <a:buChar char="■"/>
              <a:defRPr sz="1000">
                <a:solidFill>
                  <a:srgbClr val="FFFFFF"/>
                </a:solidFill>
              </a:defRPr>
            </a:lvl9pPr>
          </a:lstStyle>
          <a:p/>
        </p:txBody>
      </p:sp>
      <p:sp>
        <p:nvSpPr>
          <p:cNvPr id="880" name="Google Shape;880;p10"/>
          <p:cNvSpPr txBox="1"/>
          <p:nvPr/>
        </p:nvSpPr>
        <p:spPr>
          <a:xfrm>
            <a:off x="84825" y="598125"/>
            <a:ext cx="595500" cy="205800"/>
          </a:xfrm>
          <a:prstGeom prst="rect">
            <a:avLst/>
          </a:prstGeom>
          <a:noFill/>
          <a:ln>
            <a:noFill/>
          </a:ln>
        </p:spPr>
        <p:txBody>
          <a:bodyPr anchorCtr="0" anchor="t" bIns="18000" lIns="18000" spcFirstLastPara="1" rIns="18000" wrap="square" tIns="18000">
            <a:spAutoFit/>
          </a:bodyPr>
          <a:lstStyle/>
          <a:p>
            <a:pPr indent="0" lvl="0" marL="0" rtl="0" algn="l">
              <a:spcBef>
                <a:spcPts val="0"/>
              </a:spcBef>
              <a:spcAft>
                <a:spcPts val="0"/>
              </a:spcAft>
              <a:buNone/>
            </a:pPr>
            <a:r>
              <a:rPr lang="es-419" sz="1100">
                <a:solidFill>
                  <a:srgbClr val="FFFFFF"/>
                </a:solidFill>
              </a:rPr>
              <a:t>Nombre:</a:t>
            </a:r>
            <a:endParaRPr sz="1100">
              <a:solidFill>
                <a:srgbClr val="FFFFFF"/>
              </a:solidFill>
            </a:endParaRPr>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2 Perfil Stakeholders">
  <p:cSld name="TITLE_3_6_1_1_1_1_1_1_1_1">
    <p:spTree>
      <p:nvGrpSpPr>
        <p:cNvPr id="881" name="Shape 881"/>
        <p:cNvGrpSpPr/>
        <p:nvPr/>
      </p:nvGrpSpPr>
      <p:grpSpPr>
        <a:xfrm>
          <a:off x="0" y="0"/>
          <a:ext cx="0" cy="0"/>
          <a:chOff x="0" y="0"/>
          <a:chExt cx="0" cy="0"/>
        </a:xfrm>
      </p:grpSpPr>
      <p:sp>
        <p:nvSpPr>
          <p:cNvPr id="882" name="Google Shape;882;p11"/>
          <p:cNvSpPr/>
          <p:nvPr/>
        </p:nvSpPr>
        <p:spPr>
          <a:xfrm>
            <a:off x="97888" y="377012"/>
            <a:ext cx="9893400" cy="296700"/>
          </a:xfrm>
          <a:prstGeom prst="roundRect">
            <a:avLst>
              <a:gd fmla="val 22902" name="adj"/>
            </a:avLst>
          </a:prstGeom>
          <a:solidFill>
            <a:srgbClr val="F3F3F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883" name="Google Shape;883;p11"/>
          <p:cNvSpPr/>
          <p:nvPr/>
        </p:nvSpPr>
        <p:spPr>
          <a:xfrm>
            <a:off x="77688" y="358938"/>
            <a:ext cx="9935700" cy="6438000"/>
          </a:xfrm>
          <a:prstGeom prst="roundRect">
            <a:avLst>
              <a:gd fmla="val 2618" name="adj"/>
            </a:avLst>
          </a:prstGeom>
          <a:solidFill>
            <a:srgbClr val="FFFFFF"/>
          </a:solidFill>
          <a:ln cap="flat" cmpd="sng" w="38100">
            <a:solidFill>
              <a:srgbClr val="000000"/>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84" name="Google Shape;884;p11"/>
          <p:cNvCxnSpPr/>
          <p:nvPr/>
        </p:nvCxnSpPr>
        <p:spPr>
          <a:xfrm>
            <a:off x="77688" y="772614"/>
            <a:ext cx="9935700" cy="0"/>
          </a:xfrm>
          <a:prstGeom prst="straightConnector1">
            <a:avLst/>
          </a:prstGeom>
          <a:noFill/>
          <a:ln cap="flat" cmpd="sng" w="19050">
            <a:solidFill>
              <a:srgbClr val="000000"/>
            </a:solidFill>
            <a:prstDash val="solid"/>
            <a:round/>
            <a:headEnd len="med" w="med" type="none"/>
            <a:tailEnd len="med" w="med" type="none"/>
          </a:ln>
        </p:spPr>
      </p:cxnSp>
      <p:cxnSp>
        <p:nvCxnSpPr>
          <p:cNvPr id="885" name="Google Shape;885;p11"/>
          <p:cNvCxnSpPr/>
          <p:nvPr/>
        </p:nvCxnSpPr>
        <p:spPr>
          <a:xfrm rot="10800000">
            <a:off x="2439038" y="368188"/>
            <a:ext cx="0" cy="402300"/>
          </a:xfrm>
          <a:prstGeom prst="straightConnector1">
            <a:avLst/>
          </a:prstGeom>
          <a:noFill/>
          <a:ln cap="flat" cmpd="sng" w="19050">
            <a:solidFill>
              <a:srgbClr val="000000"/>
            </a:solidFill>
            <a:prstDash val="solid"/>
            <a:round/>
            <a:headEnd len="med" w="med" type="none"/>
            <a:tailEnd len="med" w="med" type="none"/>
          </a:ln>
        </p:spPr>
      </p:cxnSp>
      <p:sp>
        <p:nvSpPr>
          <p:cNvPr id="886" name="Google Shape;886;p11"/>
          <p:cNvSpPr/>
          <p:nvPr/>
        </p:nvSpPr>
        <p:spPr>
          <a:xfrm>
            <a:off x="77688" y="349338"/>
            <a:ext cx="2361300" cy="421200"/>
          </a:xfrm>
          <a:prstGeom prst="roundRect">
            <a:avLst>
              <a:gd fmla="val 50000" name="adj"/>
            </a:avLst>
          </a:prstGeom>
          <a:solidFill>
            <a:srgbClr val="000000"/>
          </a:solidFill>
          <a:ln cap="flat" cmpd="sng" w="9525">
            <a:solidFill>
              <a:srgbClr val="000000"/>
            </a:solidFill>
            <a:prstDash val="solid"/>
            <a:round/>
            <a:headEnd len="sm" w="sm" type="none"/>
            <a:tailEnd len="sm" w="sm" type="none"/>
          </a:ln>
        </p:spPr>
        <p:txBody>
          <a:bodyPr anchorCtr="0" anchor="ctr" bIns="91425" lIns="0" spcFirstLastPara="1" rIns="0" wrap="square" tIns="91425">
            <a:noAutofit/>
          </a:bodyPr>
          <a:lstStyle/>
          <a:p>
            <a:pPr indent="0" lvl="0" marL="0" rtl="0" algn="ctr">
              <a:spcBef>
                <a:spcPts val="0"/>
              </a:spcBef>
              <a:spcAft>
                <a:spcPts val="0"/>
              </a:spcAft>
              <a:buNone/>
            </a:pPr>
            <a:r>
              <a:rPr b="1" lang="es-419" sz="1100">
                <a:solidFill>
                  <a:srgbClr val="FFFFFF"/>
                </a:solidFill>
              </a:rPr>
              <a:t>Perfil</a:t>
            </a:r>
            <a:r>
              <a:rPr b="1" lang="es-419" sz="1100">
                <a:solidFill>
                  <a:srgbClr val="FFFFFF"/>
                </a:solidFill>
              </a:rPr>
              <a:t> Stakeholders</a:t>
            </a:r>
            <a:endParaRPr b="1" sz="1100">
              <a:solidFill>
                <a:srgbClr val="FFFFFF"/>
              </a:solidFill>
            </a:endParaRPr>
          </a:p>
          <a:p>
            <a:pPr indent="0" lvl="0" marL="0" rtl="0" algn="ctr">
              <a:spcBef>
                <a:spcPts val="0"/>
              </a:spcBef>
              <a:spcAft>
                <a:spcPts val="0"/>
              </a:spcAft>
              <a:buNone/>
            </a:pPr>
            <a:r>
              <a:t/>
            </a:r>
            <a:endParaRPr b="1" sz="1200">
              <a:solidFill>
                <a:srgbClr val="FFFFFF"/>
              </a:solidFill>
            </a:endParaRPr>
          </a:p>
        </p:txBody>
      </p:sp>
      <p:sp>
        <p:nvSpPr>
          <p:cNvPr id="887" name="Google Shape;887;p11"/>
          <p:cNvSpPr/>
          <p:nvPr/>
        </p:nvSpPr>
        <p:spPr>
          <a:xfrm>
            <a:off x="83988" y="595504"/>
            <a:ext cx="190200" cy="1692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 name="Google Shape;888;p11"/>
          <p:cNvSpPr/>
          <p:nvPr/>
        </p:nvSpPr>
        <p:spPr>
          <a:xfrm>
            <a:off x="2350598" y="358950"/>
            <a:ext cx="88500" cy="4023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 name="Google Shape;889;p11"/>
          <p:cNvSpPr/>
          <p:nvPr/>
        </p:nvSpPr>
        <p:spPr>
          <a:xfrm>
            <a:off x="2277739" y="663750"/>
            <a:ext cx="88500" cy="1089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 name="Google Shape;890;p11"/>
          <p:cNvSpPr/>
          <p:nvPr/>
        </p:nvSpPr>
        <p:spPr>
          <a:xfrm>
            <a:off x="3477925" y="1091465"/>
            <a:ext cx="6172500" cy="554100"/>
          </a:xfrm>
          <a:prstGeom prst="roundRect">
            <a:avLst>
              <a:gd fmla="val 6541"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 name="Google Shape;891;p11"/>
          <p:cNvSpPr txBox="1"/>
          <p:nvPr/>
        </p:nvSpPr>
        <p:spPr>
          <a:xfrm>
            <a:off x="454807" y="1057862"/>
            <a:ext cx="3000000" cy="540000"/>
          </a:xfrm>
          <a:prstGeom prst="rect">
            <a:avLst/>
          </a:prstGeom>
          <a:noFill/>
          <a:ln>
            <a:noFill/>
          </a:ln>
        </p:spPr>
        <p:txBody>
          <a:bodyPr anchorCtr="0" anchor="t" bIns="54000" lIns="54000" spcFirstLastPara="1" rIns="54000" wrap="square" tIns="54000">
            <a:spAutoFit/>
          </a:bodyPr>
          <a:lstStyle/>
          <a:p>
            <a:pPr indent="0" lvl="0" marL="0" rtl="0" algn="r">
              <a:spcBef>
                <a:spcPts val="0"/>
              </a:spcBef>
              <a:spcAft>
                <a:spcPts val="0"/>
              </a:spcAft>
              <a:buNone/>
            </a:pPr>
            <a:r>
              <a:rPr b="1" lang="es-419" sz="1000">
                <a:solidFill>
                  <a:schemeClr val="dk1"/>
                </a:solidFill>
                <a:latin typeface="Arvo"/>
                <a:ea typeface="Arvo"/>
                <a:cs typeface="Arvo"/>
                <a:sym typeface="Arvo"/>
              </a:rPr>
              <a:t>Representante </a:t>
            </a:r>
            <a:endParaRPr b="1" sz="1000">
              <a:solidFill>
                <a:schemeClr val="dk1"/>
              </a:solidFill>
              <a:latin typeface="Arvo"/>
              <a:ea typeface="Arvo"/>
              <a:cs typeface="Arvo"/>
              <a:sym typeface="Arvo"/>
            </a:endParaRPr>
          </a:p>
          <a:p>
            <a:pPr indent="0" lvl="0" marL="0" rtl="0" algn="r">
              <a:spcBef>
                <a:spcPts val="0"/>
              </a:spcBef>
              <a:spcAft>
                <a:spcPts val="0"/>
              </a:spcAft>
              <a:buNone/>
            </a:pPr>
            <a:r>
              <a:rPr i="1" lang="es-419" sz="600">
                <a:solidFill>
                  <a:schemeClr val="dk1"/>
                </a:solidFill>
                <a:latin typeface="Arvo"/>
                <a:ea typeface="Arvo"/>
                <a:cs typeface="Arvo"/>
                <a:sym typeface="Arvo"/>
              </a:rPr>
              <a:t>&lt;[Quién es el representante de las partes interesadas del proyecto?  (Esto es opcional, si está documentado en otro lugar.) Lo que queremos aquí son nombres.]&gt;</a:t>
            </a:r>
            <a:endParaRPr i="1" sz="600">
              <a:solidFill>
                <a:schemeClr val="dk1"/>
              </a:solidFill>
              <a:latin typeface="Arvo"/>
              <a:ea typeface="Arvo"/>
              <a:cs typeface="Arvo"/>
              <a:sym typeface="Arvo"/>
            </a:endParaRPr>
          </a:p>
        </p:txBody>
      </p:sp>
      <p:sp>
        <p:nvSpPr>
          <p:cNvPr id="892" name="Google Shape;892;p11"/>
          <p:cNvSpPr txBox="1"/>
          <p:nvPr/>
        </p:nvSpPr>
        <p:spPr>
          <a:xfrm>
            <a:off x="480000" y="1771845"/>
            <a:ext cx="3000000" cy="431100"/>
          </a:xfrm>
          <a:prstGeom prst="rect">
            <a:avLst/>
          </a:prstGeom>
          <a:noFill/>
          <a:ln>
            <a:noFill/>
          </a:ln>
        </p:spPr>
        <p:txBody>
          <a:bodyPr anchorCtr="0" anchor="t" bIns="91425" lIns="91425" spcFirstLastPara="1" rIns="91425" wrap="square" tIns="91425">
            <a:spAutoFit/>
          </a:bodyPr>
          <a:lstStyle/>
          <a:p>
            <a:pPr indent="0" lvl="0" marL="0" rtl="0" algn="r">
              <a:spcBef>
                <a:spcPts val="0"/>
              </a:spcBef>
              <a:spcAft>
                <a:spcPts val="0"/>
              </a:spcAft>
              <a:buNone/>
            </a:pPr>
            <a:r>
              <a:rPr b="1" lang="es-419" sz="1000">
                <a:solidFill>
                  <a:schemeClr val="dk1"/>
                </a:solidFill>
                <a:latin typeface="Arvo"/>
                <a:ea typeface="Arvo"/>
                <a:cs typeface="Arvo"/>
                <a:sym typeface="Arvo"/>
              </a:rPr>
              <a:t>Descripción</a:t>
            </a:r>
            <a:endParaRPr b="1" sz="1000">
              <a:solidFill>
                <a:schemeClr val="dk1"/>
              </a:solidFill>
              <a:latin typeface="Roboto"/>
              <a:ea typeface="Roboto"/>
              <a:cs typeface="Roboto"/>
              <a:sym typeface="Roboto"/>
            </a:endParaRPr>
          </a:p>
          <a:p>
            <a:pPr indent="0" lvl="0" marL="0" rtl="0" algn="r">
              <a:spcBef>
                <a:spcPts val="0"/>
              </a:spcBef>
              <a:spcAft>
                <a:spcPts val="0"/>
              </a:spcAft>
              <a:buNone/>
            </a:pPr>
            <a:r>
              <a:rPr i="1" lang="es-419" sz="600">
                <a:solidFill>
                  <a:schemeClr val="dk1"/>
                </a:solidFill>
                <a:latin typeface="Arvo"/>
                <a:ea typeface="Arvo"/>
                <a:cs typeface="Arvo"/>
                <a:sym typeface="Arvo"/>
              </a:rPr>
              <a:t>&lt;[Breve descripción del tipo de actor.]&gt;</a:t>
            </a:r>
            <a:endParaRPr i="1"/>
          </a:p>
        </p:txBody>
      </p:sp>
      <p:sp>
        <p:nvSpPr>
          <p:cNvPr id="893" name="Google Shape;893;p11"/>
          <p:cNvSpPr txBox="1"/>
          <p:nvPr/>
        </p:nvSpPr>
        <p:spPr>
          <a:xfrm>
            <a:off x="480000" y="2432750"/>
            <a:ext cx="3000000" cy="431100"/>
          </a:xfrm>
          <a:prstGeom prst="rect">
            <a:avLst/>
          </a:prstGeom>
          <a:noFill/>
          <a:ln>
            <a:noFill/>
          </a:ln>
        </p:spPr>
        <p:txBody>
          <a:bodyPr anchorCtr="0" anchor="t" bIns="91425" lIns="91425" spcFirstLastPara="1" rIns="91425" wrap="square" tIns="91425">
            <a:spAutoFit/>
          </a:bodyPr>
          <a:lstStyle/>
          <a:p>
            <a:pPr indent="0" lvl="0" marL="0" rtl="0" algn="r">
              <a:spcBef>
                <a:spcPts val="0"/>
              </a:spcBef>
              <a:spcAft>
                <a:spcPts val="0"/>
              </a:spcAft>
              <a:buNone/>
            </a:pPr>
            <a:r>
              <a:rPr b="1" lang="es-419" sz="1000">
                <a:solidFill>
                  <a:schemeClr val="dk1"/>
                </a:solidFill>
                <a:latin typeface="Arvo"/>
                <a:ea typeface="Arvo"/>
                <a:cs typeface="Arvo"/>
                <a:sym typeface="Arvo"/>
              </a:rPr>
              <a:t>Tipo</a:t>
            </a:r>
            <a:endParaRPr b="1" sz="1000">
              <a:solidFill>
                <a:schemeClr val="dk1"/>
              </a:solidFill>
              <a:latin typeface="Arvo"/>
              <a:ea typeface="Arvo"/>
              <a:cs typeface="Arvo"/>
              <a:sym typeface="Arvo"/>
            </a:endParaRPr>
          </a:p>
          <a:p>
            <a:pPr indent="0" lvl="0" marL="0" rtl="0" algn="r">
              <a:spcBef>
                <a:spcPts val="0"/>
              </a:spcBef>
              <a:spcAft>
                <a:spcPts val="0"/>
              </a:spcAft>
              <a:buNone/>
            </a:pPr>
            <a:r>
              <a:rPr i="1" lang="es-419" sz="600">
                <a:solidFill>
                  <a:schemeClr val="dk1"/>
                </a:solidFill>
                <a:latin typeface="Arvo"/>
                <a:ea typeface="Arvo"/>
                <a:cs typeface="Arvo"/>
                <a:sym typeface="Arvo"/>
              </a:rPr>
              <a:t>&lt;[Califique la experiencia y los antecedentes de las partes interesadas]&gt;</a:t>
            </a:r>
            <a:endParaRPr i="1"/>
          </a:p>
        </p:txBody>
      </p:sp>
      <p:sp>
        <p:nvSpPr>
          <p:cNvPr id="894" name="Google Shape;894;p11"/>
          <p:cNvSpPr txBox="1"/>
          <p:nvPr/>
        </p:nvSpPr>
        <p:spPr>
          <a:xfrm>
            <a:off x="480000" y="3063356"/>
            <a:ext cx="3000000" cy="615600"/>
          </a:xfrm>
          <a:prstGeom prst="rect">
            <a:avLst/>
          </a:prstGeom>
          <a:noFill/>
          <a:ln>
            <a:noFill/>
          </a:ln>
        </p:spPr>
        <p:txBody>
          <a:bodyPr anchorCtr="0" anchor="t" bIns="91425" lIns="91425" spcFirstLastPara="1" rIns="91425" wrap="square" tIns="91425">
            <a:spAutoFit/>
          </a:bodyPr>
          <a:lstStyle/>
          <a:p>
            <a:pPr indent="0" lvl="0" marL="0" rtl="0" algn="r">
              <a:spcBef>
                <a:spcPts val="0"/>
              </a:spcBef>
              <a:spcAft>
                <a:spcPts val="0"/>
              </a:spcAft>
              <a:buNone/>
            </a:pPr>
            <a:r>
              <a:rPr b="1" lang="es-419" sz="1000">
                <a:solidFill>
                  <a:schemeClr val="dk1"/>
                </a:solidFill>
                <a:latin typeface="Arvo"/>
                <a:ea typeface="Arvo"/>
                <a:cs typeface="Arvo"/>
                <a:sym typeface="Arvo"/>
              </a:rPr>
              <a:t>Responsabilidades </a:t>
            </a:r>
            <a:endParaRPr b="1" sz="1000">
              <a:solidFill>
                <a:schemeClr val="dk1"/>
              </a:solidFill>
              <a:latin typeface="Arvo"/>
              <a:ea typeface="Arvo"/>
              <a:cs typeface="Arvo"/>
              <a:sym typeface="Arvo"/>
            </a:endParaRPr>
          </a:p>
          <a:p>
            <a:pPr indent="0" lvl="0" marL="0" rtl="0" algn="r">
              <a:spcBef>
                <a:spcPts val="0"/>
              </a:spcBef>
              <a:spcAft>
                <a:spcPts val="0"/>
              </a:spcAft>
              <a:buNone/>
            </a:pPr>
            <a:r>
              <a:rPr i="1" lang="es-419" sz="600">
                <a:solidFill>
                  <a:schemeClr val="dk1"/>
                </a:solidFill>
                <a:latin typeface="Arvo"/>
                <a:ea typeface="Arvo"/>
                <a:cs typeface="Arvo"/>
                <a:sym typeface="Arvo"/>
              </a:rPr>
              <a:t>&lt;[Enumere las responsabilidades clave de la parte interesada con respecto a los cambios que se están realizando, es decir, su interes como parte interesada .]&gt;</a:t>
            </a:r>
            <a:endParaRPr i="1"/>
          </a:p>
        </p:txBody>
      </p:sp>
      <p:sp>
        <p:nvSpPr>
          <p:cNvPr id="895" name="Google Shape;895;p11"/>
          <p:cNvSpPr txBox="1"/>
          <p:nvPr/>
        </p:nvSpPr>
        <p:spPr>
          <a:xfrm>
            <a:off x="480000" y="3771590"/>
            <a:ext cx="3000000" cy="431100"/>
          </a:xfrm>
          <a:prstGeom prst="rect">
            <a:avLst/>
          </a:prstGeom>
          <a:noFill/>
          <a:ln>
            <a:noFill/>
          </a:ln>
        </p:spPr>
        <p:txBody>
          <a:bodyPr anchorCtr="0" anchor="t" bIns="91425" lIns="91425" spcFirstLastPara="1" rIns="91425" wrap="square" tIns="91425">
            <a:spAutoFit/>
          </a:bodyPr>
          <a:lstStyle/>
          <a:p>
            <a:pPr indent="0" lvl="0" marL="0" rtl="0" algn="r">
              <a:spcBef>
                <a:spcPts val="0"/>
              </a:spcBef>
              <a:spcAft>
                <a:spcPts val="0"/>
              </a:spcAft>
              <a:buNone/>
            </a:pPr>
            <a:r>
              <a:rPr b="1" lang="es-419" sz="1000">
                <a:solidFill>
                  <a:schemeClr val="dk1"/>
                </a:solidFill>
                <a:latin typeface="Arvo"/>
                <a:ea typeface="Arvo"/>
                <a:cs typeface="Arvo"/>
                <a:sym typeface="Arvo"/>
              </a:rPr>
              <a:t>Criterios de Éxito</a:t>
            </a:r>
            <a:endParaRPr b="1" sz="1000">
              <a:solidFill>
                <a:schemeClr val="dk1"/>
              </a:solidFill>
              <a:latin typeface="Arvo"/>
              <a:ea typeface="Arvo"/>
              <a:cs typeface="Arvo"/>
              <a:sym typeface="Arvo"/>
            </a:endParaRPr>
          </a:p>
          <a:p>
            <a:pPr indent="0" lvl="0" marL="0" rtl="0" algn="r">
              <a:spcBef>
                <a:spcPts val="0"/>
              </a:spcBef>
              <a:spcAft>
                <a:spcPts val="0"/>
              </a:spcAft>
              <a:buNone/>
            </a:pPr>
            <a:r>
              <a:rPr i="1" lang="es-419" sz="600">
                <a:solidFill>
                  <a:schemeClr val="dk1"/>
                </a:solidFill>
                <a:latin typeface="Arvo"/>
                <a:ea typeface="Arvo"/>
                <a:cs typeface="Arvo"/>
                <a:sym typeface="Arvo"/>
              </a:rPr>
              <a:t>&lt;[¿Cómo define el actor el éxito?¿Cómo se recompensa el interesado?]&gt;</a:t>
            </a:r>
            <a:endParaRPr i="1"/>
          </a:p>
        </p:txBody>
      </p:sp>
      <p:sp>
        <p:nvSpPr>
          <p:cNvPr id="896" name="Google Shape;896;p11"/>
          <p:cNvSpPr txBox="1"/>
          <p:nvPr/>
        </p:nvSpPr>
        <p:spPr>
          <a:xfrm>
            <a:off x="480000" y="4432197"/>
            <a:ext cx="3000000" cy="615600"/>
          </a:xfrm>
          <a:prstGeom prst="rect">
            <a:avLst/>
          </a:prstGeom>
          <a:noFill/>
          <a:ln>
            <a:noFill/>
          </a:ln>
        </p:spPr>
        <p:txBody>
          <a:bodyPr anchorCtr="0" anchor="t" bIns="91425" lIns="91425" spcFirstLastPara="1" rIns="91425" wrap="square" tIns="91425">
            <a:spAutoFit/>
          </a:bodyPr>
          <a:lstStyle/>
          <a:p>
            <a:pPr indent="0" lvl="0" marL="0" rtl="0" algn="r">
              <a:spcBef>
                <a:spcPts val="0"/>
              </a:spcBef>
              <a:spcAft>
                <a:spcPts val="0"/>
              </a:spcAft>
              <a:buNone/>
            </a:pPr>
            <a:r>
              <a:rPr b="1" lang="es-419" sz="1000">
                <a:solidFill>
                  <a:schemeClr val="dk1"/>
                </a:solidFill>
                <a:latin typeface="Arvo"/>
                <a:ea typeface="Arvo"/>
                <a:cs typeface="Arvo"/>
                <a:sym typeface="Arvo"/>
              </a:rPr>
              <a:t>Intervención</a:t>
            </a:r>
            <a:endParaRPr b="1" sz="1000">
              <a:solidFill>
                <a:schemeClr val="dk1"/>
              </a:solidFill>
              <a:latin typeface="Arvo"/>
              <a:ea typeface="Arvo"/>
              <a:cs typeface="Arvo"/>
              <a:sym typeface="Arvo"/>
            </a:endParaRPr>
          </a:p>
          <a:p>
            <a:pPr indent="0" lvl="0" marL="0" rtl="0" algn="r">
              <a:spcBef>
                <a:spcPts val="0"/>
              </a:spcBef>
              <a:spcAft>
                <a:spcPts val="0"/>
              </a:spcAft>
              <a:buNone/>
            </a:pPr>
            <a:r>
              <a:rPr i="1" lang="es-419" sz="600">
                <a:solidFill>
                  <a:schemeClr val="dk1"/>
                </a:solidFill>
                <a:latin typeface="Arvo"/>
                <a:ea typeface="Arvo"/>
                <a:cs typeface="Arvo"/>
                <a:sym typeface="Arvo"/>
              </a:rPr>
              <a:t> &lt;[</a:t>
            </a:r>
            <a:r>
              <a:rPr i="1" lang="es-419" sz="600">
                <a:solidFill>
                  <a:srgbClr val="202124"/>
                </a:solidFill>
                <a:latin typeface="Arvo"/>
                <a:ea typeface="Arvo"/>
                <a:cs typeface="Arvo"/>
                <a:sym typeface="Arvo"/>
              </a:rPr>
              <a:t>¿Cómo participa la parte interesada en el proyecto? Relacionarse, cuando sea posible, con los roles de Rational Unified Process, es decir, Revisor de modelos de casos de uso empresarial, etc.</a:t>
            </a:r>
            <a:r>
              <a:rPr i="1" lang="es-419" sz="600">
                <a:solidFill>
                  <a:schemeClr val="dk1"/>
                </a:solidFill>
                <a:latin typeface="Arvo"/>
                <a:ea typeface="Arvo"/>
                <a:cs typeface="Arvo"/>
                <a:sym typeface="Arvo"/>
              </a:rPr>
              <a:t>]&gt;</a:t>
            </a:r>
            <a:endParaRPr i="1"/>
          </a:p>
        </p:txBody>
      </p:sp>
      <p:sp>
        <p:nvSpPr>
          <p:cNvPr id="897" name="Google Shape;897;p11"/>
          <p:cNvSpPr txBox="1"/>
          <p:nvPr/>
        </p:nvSpPr>
        <p:spPr>
          <a:xfrm>
            <a:off x="480000" y="5105400"/>
            <a:ext cx="3000000" cy="646500"/>
          </a:xfrm>
          <a:prstGeom prst="rect">
            <a:avLst/>
          </a:prstGeom>
          <a:noFill/>
          <a:ln>
            <a:noFill/>
          </a:ln>
        </p:spPr>
        <p:txBody>
          <a:bodyPr anchorCtr="0" anchor="t" bIns="91425" lIns="91425" spcFirstLastPara="1" rIns="91425" wrap="square" tIns="91425">
            <a:spAutoFit/>
          </a:bodyPr>
          <a:lstStyle/>
          <a:p>
            <a:pPr indent="0" lvl="0" marL="0" rtl="0" algn="r">
              <a:spcBef>
                <a:spcPts val="0"/>
              </a:spcBef>
              <a:spcAft>
                <a:spcPts val="0"/>
              </a:spcAft>
              <a:buNone/>
            </a:pPr>
            <a:r>
              <a:rPr b="1" lang="es-419" sz="1000">
                <a:solidFill>
                  <a:schemeClr val="dk1"/>
                </a:solidFill>
                <a:latin typeface="Arvo"/>
                <a:ea typeface="Arvo"/>
                <a:cs typeface="Arvo"/>
                <a:sym typeface="Arvo"/>
              </a:rPr>
              <a:t>Entregables </a:t>
            </a:r>
            <a:r>
              <a:rPr b="1" lang="es-419" sz="1200">
                <a:solidFill>
                  <a:schemeClr val="dk1"/>
                </a:solidFill>
                <a:latin typeface="Arvo"/>
                <a:ea typeface="Arvo"/>
                <a:cs typeface="Arvo"/>
                <a:sym typeface="Arvo"/>
              </a:rPr>
              <a:t>                                                         </a:t>
            </a:r>
            <a:r>
              <a:rPr i="1" lang="es-419" sz="1200">
                <a:solidFill>
                  <a:schemeClr val="dk1"/>
                </a:solidFill>
                <a:latin typeface="Arvo"/>
                <a:ea typeface="Arvo"/>
                <a:cs typeface="Arvo"/>
                <a:sym typeface="Arvo"/>
              </a:rPr>
              <a:t> </a:t>
            </a:r>
            <a:r>
              <a:rPr i="1" lang="es-419" sz="600">
                <a:solidFill>
                  <a:schemeClr val="dk1"/>
                </a:solidFill>
                <a:latin typeface="Arvo"/>
                <a:ea typeface="Arvo"/>
                <a:cs typeface="Arvo"/>
                <a:sym typeface="Arvo"/>
              </a:rPr>
              <a:t>&lt;[</a:t>
            </a:r>
            <a:r>
              <a:rPr i="1" lang="es-419" sz="600">
                <a:solidFill>
                  <a:srgbClr val="202124"/>
                </a:solidFill>
                <a:latin typeface="Arvo"/>
                <a:ea typeface="Arvo"/>
                <a:cs typeface="Arvo"/>
                <a:sym typeface="Arvo"/>
              </a:rPr>
              <a:t>¿Hay entregables adicionales requeridos por las partes interesadas? Estos podrían ser entregables del proyecto o resultados del sistema en desarrollo.</a:t>
            </a:r>
            <a:r>
              <a:rPr i="1" lang="es-419" sz="600">
                <a:solidFill>
                  <a:schemeClr val="dk1"/>
                </a:solidFill>
                <a:latin typeface="Arvo"/>
                <a:ea typeface="Arvo"/>
                <a:cs typeface="Arvo"/>
                <a:sym typeface="Arvo"/>
              </a:rPr>
              <a:t>]&gt;</a:t>
            </a:r>
            <a:endParaRPr i="1"/>
          </a:p>
        </p:txBody>
      </p:sp>
      <p:sp>
        <p:nvSpPr>
          <p:cNvPr id="898" name="Google Shape;898;p11"/>
          <p:cNvSpPr txBox="1"/>
          <p:nvPr/>
        </p:nvSpPr>
        <p:spPr>
          <a:xfrm>
            <a:off x="480000" y="5863213"/>
            <a:ext cx="3000000" cy="523200"/>
          </a:xfrm>
          <a:prstGeom prst="rect">
            <a:avLst/>
          </a:prstGeom>
          <a:noFill/>
          <a:ln>
            <a:noFill/>
          </a:ln>
        </p:spPr>
        <p:txBody>
          <a:bodyPr anchorCtr="0" anchor="t" bIns="91425" lIns="91425" spcFirstLastPara="1" rIns="91425" wrap="square" tIns="91425">
            <a:spAutoFit/>
          </a:bodyPr>
          <a:lstStyle/>
          <a:p>
            <a:pPr indent="0" lvl="0" marL="0" rtl="0" algn="r">
              <a:spcBef>
                <a:spcPts val="0"/>
              </a:spcBef>
              <a:spcAft>
                <a:spcPts val="0"/>
              </a:spcAft>
              <a:buNone/>
            </a:pPr>
            <a:r>
              <a:rPr b="1" lang="es-419" sz="1000">
                <a:solidFill>
                  <a:schemeClr val="dk1"/>
                </a:solidFill>
                <a:latin typeface="Arvo"/>
                <a:ea typeface="Arvo"/>
                <a:cs typeface="Arvo"/>
                <a:sym typeface="Arvo"/>
              </a:rPr>
              <a:t>Comentarios y problemas</a:t>
            </a:r>
            <a:endParaRPr b="1" sz="1000">
              <a:solidFill>
                <a:schemeClr val="dk1"/>
              </a:solidFill>
              <a:latin typeface="Roboto"/>
              <a:ea typeface="Roboto"/>
              <a:cs typeface="Roboto"/>
              <a:sym typeface="Roboto"/>
            </a:endParaRPr>
          </a:p>
          <a:p>
            <a:pPr indent="0" lvl="0" marL="0" rtl="0" algn="r">
              <a:spcBef>
                <a:spcPts val="0"/>
              </a:spcBef>
              <a:spcAft>
                <a:spcPts val="0"/>
              </a:spcAft>
              <a:buNone/>
            </a:pPr>
            <a:r>
              <a:rPr i="1" lang="es-419" sz="600">
                <a:solidFill>
                  <a:schemeClr val="dk1"/>
                </a:solidFill>
                <a:latin typeface="Arvo"/>
                <a:ea typeface="Arvo"/>
                <a:cs typeface="Arvo"/>
                <a:sym typeface="Arvo"/>
              </a:rPr>
              <a:t>&lt;[</a:t>
            </a:r>
            <a:r>
              <a:rPr i="1" lang="es-419" sz="600">
                <a:solidFill>
                  <a:srgbClr val="202124"/>
                </a:solidFill>
                <a:latin typeface="Arvo"/>
                <a:ea typeface="Arvo"/>
                <a:cs typeface="Arvo"/>
                <a:sym typeface="Arvo"/>
              </a:rPr>
              <a:t>Los problemas que interfieren con el éxito y cualquier otra información relevante van aquí.</a:t>
            </a:r>
            <a:r>
              <a:rPr lang="es-419" sz="600">
                <a:solidFill>
                  <a:schemeClr val="dk1"/>
                </a:solidFill>
                <a:latin typeface="Arvo"/>
                <a:ea typeface="Arvo"/>
                <a:cs typeface="Arvo"/>
                <a:sym typeface="Arvo"/>
              </a:rPr>
              <a:t>.]&gt;</a:t>
            </a:r>
            <a:endParaRPr>
              <a:solidFill>
                <a:schemeClr val="dk1"/>
              </a:solidFill>
            </a:endParaRPr>
          </a:p>
        </p:txBody>
      </p:sp>
      <p:sp>
        <p:nvSpPr>
          <p:cNvPr id="899" name="Google Shape;899;p11"/>
          <p:cNvSpPr/>
          <p:nvPr/>
        </p:nvSpPr>
        <p:spPr>
          <a:xfrm>
            <a:off x="3477925" y="1797374"/>
            <a:ext cx="6172500" cy="554100"/>
          </a:xfrm>
          <a:prstGeom prst="roundRect">
            <a:avLst>
              <a:gd fmla="val 6541"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 name="Google Shape;900;p11"/>
          <p:cNvSpPr/>
          <p:nvPr/>
        </p:nvSpPr>
        <p:spPr>
          <a:xfrm>
            <a:off x="3477925" y="2478950"/>
            <a:ext cx="6172500" cy="461700"/>
          </a:xfrm>
          <a:prstGeom prst="roundRect">
            <a:avLst>
              <a:gd fmla="val 6541"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 name="Google Shape;901;p11"/>
          <p:cNvSpPr/>
          <p:nvPr/>
        </p:nvSpPr>
        <p:spPr>
          <a:xfrm>
            <a:off x="3477925" y="3075952"/>
            <a:ext cx="6172500" cy="554100"/>
          </a:xfrm>
          <a:prstGeom prst="roundRect">
            <a:avLst>
              <a:gd fmla="val 6541"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 name="Google Shape;902;p11"/>
          <p:cNvSpPr/>
          <p:nvPr/>
        </p:nvSpPr>
        <p:spPr>
          <a:xfrm>
            <a:off x="3477925" y="3780000"/>
            <a:ext cx="6172500" cy="554100"/>
          </a:xfrm>
          <a:prstGeom prst="roundRect">
            <a:avLst>
              <a:gd fmla="val 6541"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 name="Google Shape;903;p11"/>
          <p:cNvSpPr/>
          <p:nvPr/>
        </p:nvSpPr>
        <p:spPr>
          <a:xfrm>
            <a:off x="3477925" y="4486807"/>
            <a:ext cx="6172500" cy="554100"/>
          </a:xfrm>
          <a:prstGeom prst="roundRect">
            <a:avLst>
              <a:gd fmla="val 6541"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 name="Google Shape;904;p11"/>
          <p:cNvSpPr/>
          <p:nvPr/>
        </p:nvSpPr>
        <p:spPr>
          <a:xfrm>
            <a:off x="3477925" y="5197800"/>
            <a:ext cx="6172500" cy="554100"/>
          </a:xfrm>
          <a:prstGeom prst="roundRect">
            <a:avLst>
              <a:gd fmla="val 6541"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 name="Google Shape;905;p11"/>
          <p:cNvSpPr/>
          <p:nvPr/>
        </p:nvSpPr>
        <p:spPr>
          <a:xfrm>
            <a:off x="3477925" y="5913600"/>
            <a:ext cx="6172500" cy="554100"/>
          </a:xfrm>
          <a:prstGeom prst="roundRect">
            <a:avLst>
              <a:gd fmla="val 6541"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 name="Google Shape;906;p11"/>
          <p:cNvSpPr txBox="1"/>
          <p:nvPr>
            <p:ph idx="1" type="subTitle"/>
          </p:nvPr>
        </p:nvSpPr>
        <p:spPr>
          <a:xfrm>
            <a:off x="3470925" y="1085668"/>
            <a:ext cx="6172500" cy="570900"/>
          </a:xfrm>
          <a:prstGeom prst="rect">
            <a:avLst/>
          </a:prstGeom>
          <a:noFill/>
          <a:ln>
            <a:noFill/>
          </a:ln>
        </p:spPr>
        <p:txBody>
          <a:bodyPr anchorCtr="0" anchor="ctr" bIns="36000" lIns="36000" spcFirstLastPara="1" rIns="36000" wrap="square" tIns="36000">
            <a:noAutofit/>
          </a:bodyPr>
          <a:lstStyle>
            <a:lvl1pPr lvl="0" rtl="0">
              <a:lnSpc>
                <a:spcPct val="90000"/>
              </a:lnSpc>
              <a:spcBef>
                <a:spcPts val="0"/>
              </a:spcBef>
              <a:spcAft>
                <a:spcPts val="0"/>
              </a:spcAft>
              <a:buClr>
                <a:srgbClr val="000000"/>
              </a:buClr>
              <a:buSzPts val="1000"/>
              <a:buFont typeface="Arvo"/>
              <a:buNone/>
              <a:defRPr sz="1000">
                <a:solidFill>
                  <a:srgbClr val="000000"/>
                </a:solidFill>
                <a:latin typeface="Arvo"/>
                <a:ea typeface="Arvo"/>
                <a:cs typeface="Arvo"/>
                <a:sym typeface="Arvo"/>
              </a:defRPr>
            </a:lvl1pPr>
            <a:lvl2pPr lvl="1" rtl="0">
              <a:lnSpc>
                <a:spcPct val="90000"/>
              </a:lnSpc>
              <a:spcBef>
                <a:spcPts val="0"/>
              </a:spcBef>
              <a:spcAft>
                <a:spcPts val="0"/>
              </a:spcAft>
              <a:buClr>
                <a:srgbClr val="000000"/>
              </a:buClr>
              <a:buSzPts val="1000"/>
              <a:buNone/>
              <a:defRPr sz="1000">
                <a:solidFill>
                  <a:srgbClr val="000000"/>
                </a:solidFill>
              </a:defRPr>
            </a:lvl2pPr>
            <a:lvl3pPr lvl="2" rtl="0">
              <a:lnSpc>
                <a:spcPct val="90000"/>
              </a:lnSpc>
              <a:spcBef>
                <a:spcPts val="0"/>
              </a:spcBef>
              <a:spcAft>
                <a:spcPts val="0"/>
              </a:spcAft>
              <a:buClr>
                <a:srgbClr val="000000"/>
              </a:buClr>
              <a:buSzPts val="1000"/>
              <a:buNone/>
              <a:defRPr sz="1000">
                <a:solidFill>
                  <a:srgbClr val="000000"/>
                </a:solidFill>
              </a:defRPr>
            </a:lvl3pPr>
            <a:lvl4pPr lvl="3" rtl="0">
              <a:lnSpc>
                <a:spcPct val="90000"/>
              </a:lnSpc>
              <a:spcBef>
                <a:spcPts val="0"/>
              </a:spcBef>
              <a:spcAft>
                <a:spcPts val="0"/>
              </a:spcAft>
              <a:buClr>
                <a:srgbClr val="000000"/>
              </a:buClr>
              <a:buSzPts val="1000"/>
              <a:buNone/>
              <a:defRPr sz="1000">
                <a:solidFill>
                  <a:srgbClr val="000000"/>
                </a:solidFill>
              </a:defRPr>
            </a:lvl4pPr>
            <a:lvl5pPr lvl="4" rtl="0">
              <a:lnSpc>
                <a:spcPct val="90000"/>
              </a:lnSpc>
              <a:spcBef>
                <a:spcPts val="0"/>
              </a:spcBef>
              <a:spcAft>
                <a:spcPts val="0"/>
              </a:spcAft>
              <a:buClr>
                <a:srgbClr val="000000"/>
              </a:buClr>
              <a:buSzPts val="1000"/>
              <a:buNone/>
              <a:defRPr sz="1000">
                <a:solidFill>
                  <a:srgbClr val="000000"/>
                </a:solidFill>
              </a:defRPr>
            </a:lvl5pPr>
            <a:lvl6pPr lvl="5" rtl="0">
              <a:lnSpc>
                <a:spcPct val="90000"/>
              </a:lnSpc>
              <a:spcBef>
                <a:spcPts val="0"/>
              </a:spcBef>
              <a:spcAft>
                <a:spcPts val="0"/>
              </a:spcAft>
              <a:buClr>
                <a:srgbClr val="000000"/>
              </a:buClr>
              <a:buSzPts val="1000"/>
              <a:buNone/>
              <a:defRPr sz="1000">
                <a:solidFill>
                  <a:srgbClr val="000000"/>
                </a:solidFill>
              </a:defRPr>
            </a:lvl6pPr>
            <a:lvl7pPr lvl="6" rtl="0">
              <a:lnSpc>
                <a:spcPct val="90000"/>
              </a:lnSpc>
              <a:spcBef>
                <a:spcPts val="0"/>
              </a:spcBef>
              <a:spcAft>
                <a:spcPts val="0"/>
              </a:spcAft>
              <a:buClr>
                <a:srgbClr val="000000"/>
              </a:buClr>
              <a:buSzPts val="1000"/>
              <a:buNone/>
              <a:defRPr sz="1000">
                <a:solidFill>
                  <a:srgbClr val="000000"/>
                </a:solidFill>
              </a:defRPr>
            </a:lvl7pPr>
            <a:lvl8pPr lvl="7" rtl="0">
              <a:lnSpc>
                <a:spcPct val="90000"/>
              </a:lnSpc>
              <a:spcBef>
                <a:spcPts val="0"/>
              </a:spcBef>
              <a:spcAft>
                <a:spcPts val="0"/>
              </a:spcAft>
              <a:buClr>
                <a:srgbClr val="000000"/>
              </a:buClr>
              <a:buSzPts val="1000"/>
              <a:buNone/>
              <a:defRPr sz="1000">
                <a:solidFill>
                  <a:srgbClr val="000000"/>
                </a:solidFill>
              </a:defRPr>
            </a:lvl8pPr>
            <a:lvl9pPr lvl="8" rtl="0">
              <a:lnSpc>
                <a:spcPct val="90000"/>
              </a:lnSpc>
              <a:spcBef>
                <a:spcPts val="0"/>
              </a:spcBef>
              <a:spcAft>
                <a:spcPts val="0"/>
              </a:spcAft>
              <a:buClr>
                <a:srgbClr val="000000"/>
              </a:buClr>
              <a:buSzPts val="1000"/>
              <a:buNone/>
              <a:defRPr sz="1000">
                <a:solidFill>
                  <a:srgbClr val="000000"/>
                </a:solidFill>
              </a:defRPr>
            </a:lvl9pPr>
          </a:lstStyle>
          <a:p/>
        </p:txBody>
      </p:sp>
      <p:sp>
        <p:nvSpPr>
          <p:cNvPr id="907" name="Google Shape;907;p11"/>
          <p:cNvSpPr txBox="1"/>
          <p:nvPr>
            <p:ph idx="2" type="subTitle"/>
          </p:nvPr>
        </p:nvSpPr>
        <p:spPr>
          <a:xfrm>
            <a:off x="3470925" y="1790790"/>
            <a:ext cx="6172500" cy="570900"/>
          </a:xfrm>
          <a:prstGeom prst="rect">
            <a:avLst/>
          </a:prstGeom>
          <a:noFill/>
          <a:ln>
            <a:noFill/>
          </a:ln>
        </p:spPr>
        <p:txBody>
          <a:bodyPr anchorCtr="0" anchor="ctr" bIns="36000" lIns="36000" spcFirstLastPara="1" rIns="36000" wrap="square" tIns="36000">
            <a:noAutofit/>
          </a:bodyPr>
          <a:lstStyle>
            <a:lvl1pPr lvl="0" rtl="0">
              <a:lnSpc>
                <a:spcPct val="90000"/>
              </a:lnSpc>
              <a:spcBef>
                <a:spcPts val="0"/>
              </a:spcBef>
              <a:spcAft>
                <a:spcPts val="0"/>
              </a:spcAft>
              <a:buClr>
                <a:srgbClr val="000000"/>
              </a:buClr>
              <a:buSzPts val="1000"/>
              <a:buFont typeface="Arvo"/>
              <a:buNone/>
              <a:defRPr sz="1000">
                <a:solidFill>
                  <a:srgbClr val="000000"/>
                </a:solidFill>
                <a:latin typeface="Arvo"/>
                <a:ea typeface="Arvo"/>
                <a:cs typeface="Arvo"/>
                <a:sym typeface="Arvo"/>
              </a:defRPr>
            </a:lvl1pPr>
            <a:lvl2pPr lvl="1" rtl="0">
              <a:lnSpc>
                <a:spcPct val="90000"/>
              </a:lnSpc>
              <a:spcBef>
                <a:spcPts val="0"/>
              </a:spcBef>
              <a:spcAft>
                <a:spcPts val="0"/>
              </a:spcAft>
              <a:buClr>
                <a:srgbClr val="000000"/>
              </a:buClr>
              <a:buSzPts val="1000"/>
              <a:buNone/>
              <a:defRPr sz="1000">
                <a:solidFill>
                  <a:srgbClr val="000000"/>
                </a:solidFill>
              </a:defRPr>
            </a:lvl2pPr>
            <a:lvl3pPr lvl="2" rtl="0">
              <a:lnSpc>
                <a:spcPct val="90000"/>
              </a:lnSpc>
              <a:spcBef>
                <a:spcPts val="0"/>
              </a:spcBef>
              <a:spcAft>
                <a:spcPts val="0"/>
              </a:spcAft>
              <a:buClr>
                <a:srgbClr val="000000"/>
              </a:buClr>
              <a:buSzPts val="1000"/>
              <a:buNone/>
              <a:defRPr sz="1000">
                <a:solidFill>
                  <a:srgbClr val="000000"/>
                </a:solidFill>
              </a:defRPr>
            </a:lvl3pPr>
            <a:lvl4pPr lvl="3" rtl="0">
              <a:lnSpc>
                <a:spcPct val="90000"/>
              </a:lnSpc>
              <a:spcBef>
                <a:spcPts val="0"/>
              </a:spcBef>
              <a:spcAft>
                <a:spcPts val="0"/>
              </a:spcAft>
              <a:buClr>
                <a:srgbClr val="000000"/>
              </a:buClr>
              <a:buSzPts val="1000"/>
              <a:buNone/>
              <a:defRPr sz="1000">
                <a:solidFill>
                  <a:srgbClr val="000000"/>
                </a:solidFill>
              </a:defRPr>
            </a:lvl4pPr>
            <a:lvl5pPr lvl="4" rtl="0">
              <a:lnSpc>
                <a:spcPct val="90000"/>
              </a:lnSpc>
              <a:spcBef>
                <a:spcPts val="0"/>
              </a:spcBef>
              <a:spcAft>
                <a:spcPts val="0"/>
              </a:spcAft>
              <a:buClr>
                <a:srgbClr val="000000"/>
              </a:buClr>
              <a:buSzPts val="1000"/>
              <a:buNone/>
              <a:defRPr sz="1000">
                <a:solidFill>
                  <a:srgbClr val="000000"/>
                </a:solidFill>
              </a:defRPr>
            </a:lvl5pPr>
            <a:lvl6pPr lvl="5" rtl="0">
              <a:lnSpc>
                <a:spcPct val="90000"/>
              </a:lnSpc>
              <a:spcBef>
                <a:spcPts val="0"/>
              </a:spcBef>
              <a:spcAft>
                <a:spcPts val="0"/>
              </a:spcAft>
              <a:buClr>
                <a:srgbClr val="000000"/>
              </a:buClr>
              <a:buSzPts val="1000"/>
              <a:buNone/>
              <a:defRPr sz="1000">
                <a:solidFill>
                  <a:srgbClr val="000000"/>
                </a:solidFill>
              </a:defRPr>
            </a:lvl6pPr>
            <a:lvl7pPr lvl="6" rtl="0">
              <a:lnSpc>
                <a:spcPct val="90000"/>
              </a:lnSpc>
              <a:spcBef>
                <a:spcPts val="0"/>
              </a:spcBef>
              <a:spcAft>
                <a:spcPts val="0"/>
              </a:spcAft>
              <a:buClr>
                <a:srgbClr val="000000"/>
              </a:buClr>
              <a:buSzPts val="1000"/>
              <a:buNone/>
              <a:defRPr sz="1000">
                <a:solidFill>
                  <a:srgbClr val="000000"/>
                </a:solidFill>
              </a:defRPr>
            </a:lvl7pPr>
            <a:lvl8pPr lvl="7" rtl="0">
              <a:lnSpc>
                <a:spcPct val="90000"/>
              </a:lnSpc>
              <a:spcBef>
                <a:spcPts val="0"/>
              </a:spcBef>
              <a:spcAft>
                <a:spcPts val="0"/>
              </a:spcAft>
              <a:buClr>
                <a:srgbClr val="000000"/>
              </a:buClr>
              <a:buSzPts val="1000"/>
              <a:buNone/>
              <a:defRPr sz="1000">
                <a:solidFill>
                  <a:srgbClr val="000000"/>
                </a:solidFill>
              </a:defRPr>
            </a:lvl8pPr>
            <a:lvl9pPr lvl="8" rtl="0">
              <a:lnSpc>
                <a:spcPct val="90000"/>
              </a:lnSpc>
              <a:spcBef>
                <a:spcPts val="0"/>
              </a:spcBef>
              <a:spcAft>
                <a:spcPts val="0"/>
              </a:spcAft>
              <a:buClr>
                <a:srgbClr val="000000"/>
              </a:buClr>
              <a:buSzPts val="1000"/>
              <a:buNone/>
              <a:defRPr sz="1000">
                <a:solidFill>
                  <a:srgbClr val="000000"/>
                </a:solidFill>
              </a:defRPr>
            </a:lvl9pPr>
          </a:lstStyle>
          <a:p/>
        </p:txBody>
      </p:sp>
      <p:sp>
        <p:nvSpPr>
          <p:cNvPr id="908" name="Google Shape;908;p11"/>
          <p:cNvSpPr txBox="1"/>
          <p:nvPr>
            <p:ph idx="3" type="subTitle"/>
          </p:nvPr>
        </p:nvSpPr>
        <p:spPr>
          <a:xfrm>
            <a:off x="3470925" y="2476595"/>
            <a:ext cx="6172500" cy="461700"/>
          </a:xfrm>
          <a:prstGeom prst="rect">
            <a:avLst/>
          </a:prstGeom>
          <a:noFill/>
          <a:ln>
            <a:noFill/>
          </a:ln>
        </p:spPr>
        <p:txBody>
          <a:bodyPr anchorCtr="0" anchor="ctr" bIns="36000" lIns="36000" spcFirstLastPara="1" rIns="36000" wrap="square" tIns="36000">
            <a:noAutofit/>
          </a:bodyPr>
          <a:lstStyle>
            <a:lvl1pPr lvl="0" rtl="0">
              <a:lnSpc>
                <a:spcPct val="90000"/>
              </a:lnSpc>
              <a:spcBef>
                <a:spcPts val="0"/>
              </a:spcBef>
              <a:spcAft>
                <a:spcPts val="0"/>
              </a:spcAft>
              <a:buClr>
                <a:srgbClr val="000000"/>
              </a:buClr>
              <a:buSzPts val="1000"/>
              <a:buFont typeface="Arvo"/>
              <a:buNone/>
              <a:defRPr sz="1000">
                <a:solidFill>
                  <a:srgbClr val="000000"/>
                </a:solidFill>
                <a:latin typeface="Arvo"/>
                <a:ea typeface="Arvo"/>
                <a:cs typeface="Arvo"/>
                <a:sym typeface="Arvo"/>
              </a:defRPr>
            </a:lvl1pPr>
            <a:lvl2pPr lvl="1" rtl="0">
              <a:lnSpc>
                <a:spcPct val="90000"/>
              </a:lnSpc>
              <a:spcBef>
                <a:spcPts val="0"/>
              </a:spcBef>
              <a:spcAft>
                <a:spcPts val="0"/>
              </a:spcAft>
              <a:buClr>
                <a:srgbClr val="000000"/>
              </a:buClr>
              <a:buSzPts val="1000"/>
              <a:buNone/>
              <a:defRPr sz="1000">
                <a:solidFill>
                  <a:srgbClr val="000000"/>
                </a:solidFill>
              </a:defRPr>
            </a:lvl2pPr>
            <a:lvl3pPr lvl="2" rtl="0">
              <a:lnSpc>
                <a:spcPct val="90000"/>
              </a:lnSpc>
              <a:spcBef>
                <a:spcPts val="0"/>
              </a:spcBef>
              <a:spcAft>
                <a:spcPts val="0"/>
              </a:spcAft>
              <a:buClr>
                <a:srgbClr val="000000"/>
              </a:buClr>
              <a:buSzPts val="1000"/>
              <a:buNone/>
              <a:defRPr sz="1000">
                <a:solidFill>
                  <a:srgbClr val="000000"/>
                </a:solidFill>
              </a:defRPr>
            </a:lvl3pPr>
            <a:lvl4pPr lvl="3" rtl="0">
              <a:lnSpc>
                <a:spcPct val="90000"/>
              </a:lnSpc>
              <a:spcBef>
                <a:spcPts val="0"/>
              </a:spcBef>
              <a:spcAft>
                <a:spcPts val="0"/>
              </a:spcAft>
              <a:buClr>
                <a:srgbClr val="000000"/>
              </a:buClr>
              <a:buSzPts val="1000"/>
              <a:buNone/>
              <a:defRPr sz="1000">
                <a:solidFill>
                  <a:srgbClr val="000000"/>
                </a:solidFill>
              </a:defRPr>
            </a:lvl4pPr>
            <a:lvl5pPr lvl="4" rtl="0">
              <a:lnSpc>
                <a:spcPct val="90000"/>
              </a:lnSpc>
              <a:spcBef>
                <a:spcPts val="0"/>
              </a:spcBef>
              <a:spcAft>
                <a:spcPts val="0"/>
              </a:spcAft>
              <a:buClr>
                <a:srgbClr val="000000"/>
              </a:buClr>
              <a:buSzPts val="1000"/>
              <a:buNone/>
              <a:defRPr sz="1000">
                <a:solidFill>
                  <a:srgbClr val="000000"/>
                </a:solidFill>
              </a:defRPr>
            </a:lvl5pPr>
            <a:lvl6pPr lvl="5" rtl="0">
              <a:lnSpc>
                <a:spcPct val="90000"/>
              </a:lnSpc>
              <a:spcBef>
                <a:spcPts val="0"/>
              </a:spcBef>
              <a:spcAft>
                <a:spcPts val="0"/>
              </a:spcAft>
              <a:buClr>
                <a:srgbClr val="000000"/>
              </a:buClr>
              <a:buSzPts val="1000"/>
              <a:buNone/>
              <a:defRPr sz="1000">
                <a:solidFill>
                  <a:srgbClr val="000000"/>
                </a:solidFill>
              </a:defRPr>
            </a:lvl6pPr>
            <a:lvl7pPr lvl="6" rtl="0">
              <a:lnSpc>
                <a:spcPct val="90000"/>
              </a:lnSpc>
              <a:spcBef>
                <a:spcPts val="0"/>
              </a:spcBef>
              <a:spcAft>
                <a:spcPts val="0"/>
              </a:spcAft>
              <a:buClr>
                <a:srgbClr val="000000"/>
              </a:buClr>
              <a:buSzPts val="1000"/>
              <a:buNone/>
              <a:defRPr sz="1000">
                <a:solidFill>
                  <a:srgbClr val="000000"/>
                </a:solidFill>
              </a:defRPr>
            </a:lvl7pPr>
            <a:lvl8pPr lvl="7" rtl="0">
              <a:lnSpc>
                <a:spcPct val="90000"/>
              </a:lnSpc>
              <a:spcBef>
                <a:spcPts val="0"/>
              </a:spcBef>
              <a:spcAft>
                <a:spcPts val="0"/>
              </a:spcAft>
              <a:buClr>
                <a:srgbClr val="000000"/>
              </a:buClr>
              <a:buSzPts val="1000"/>
              <a:buNone/>
              <a:defRPr sz="1000">
                <a:solidFill>
                  <a:srgbClr val="000000"/>
                </a:solidFill>
              </a:defRPr>
            </a:lvl8pPr>
            <a:lvl9pPr lvl="8" rtl="0">
              <a:lnSpc>
                <a:spcPct val="90000"/>
              </a:lnSpc>
              <a:spcBef>
                <a:spcPts val="0"/>
              </a:spcBef>
              <a:spcAft>
                <a:spcPts val="0"/>
              </a:spcAft>
              <a:buClr>
                <a:srgbClr val="000000"/>
              </a:buClr>
              <a:buSzPts val="1000"/>
              <a:buNone/>
              <a:defRPr sz="1000">
                <a:solidFill>
                  <a:srgbClr val="000000"/>
                </a:solidFill>
              </a:defRPr>
            </a:lvl9pPr>
          </a:lstStyle>
          <a:p/>
        </p:txBody>
      </p:sp>
      <p:sp>
        <p:nvSpPr>
          <p:cNvPr id="909" name="Google Shape;909;p11"/>
          <p:cNvSpPr txBox="1"/>
          <p:nvPr>
            <p:ph idx="4" type="subTitle"/>
          </p:nvPr>
        </p:nvSpPr>
        <p:spPr>
          <a:xfrm>
            <a:off x="3470925" y="3073604"/>
            <a:ext cx="6172500" cy="570900"/>
          </a:xfrm>
          <a:prstGeom prst="rect">
            <a:avLst/>
          </a:prstGeom>
          <a:noFill/>
          <a:ln>
            <a:noFill/>
          </a:ln>
        </p:spPr>
        <p:txBody>
          <a:bodyPr anchorCtr="0" anchor="ctr" bIns="36000" lIns="36000" spcFirstLastPara="1" rIns="36000" wrap="square" tIns="36000">
            <a:noAutofit/>
          </a:bodyPr>
          <a:lstStyle>
            <a:lvl1pPr lvl="0" rtl="0">
              <a:lnSpc>
                <a:spcPct val="90000"/>
              </a:lnSpc>
              <a:spcBef>
                <a:spcPts val="0"/>
              </a:spcBef>
              <a:spcAft>
                <a:spcPts val="0"/>
              </a:spcAft>
              <a:buClr>
                <a:srgbClr val="000000"/>
              </a:buClr>
              <a:buSzPts val="1000"/>
              <a:buFont typeface="Arvo"/>
              <a:buNone/>
              <a:defRPr sz="1000">
                <a:solidFill>
                  <a:srgbClr val="000000"/>
                </a:solidFill>
                <a:latin typeface="Arvo"/>
                <a:ea typeface="Arvo"/>
                <a:cs typeface="Arvo"/>
                <a:sym typeface="Arvo"/>
              </a:defRPr>
            </a:lvl1pPr>
            <a:lvl2pPr lvl="1" rtl="0">
              <a:lnSpc>
                <a:spcPct val="90000"/>
              </a:lnSpc>
              <a:spcBef>
                <a:spcPts val="0"/>
              </a:spcBef>
              <a:spcAft>
                <a:spcPts val="0"/>
              </a:spcAft>
              <a:buClr>
                <a:srgbClr val="000000"/>
              </a:buClr>
              <a:buSzPts val="1000"/>
              <a:buNone/>
              <a:defRPr sz="1000">
                <a:solidFill>
                  <a:srgbClr val="000000"/>
                </a:solidFill>
              </a:defRPr>
            </a:lvl2pPr>
            <a:lvl3pPr lvl="2" rtl="0">
              <a:lnSpc>
                <a:spcPct val="90000"/>
              </a:lnSpc>
              <a:spcBef>
                <a:spcPts val="0"/>
              </a:spcBef>
              <a:spcAft>
                <a:spcPts val="0"/>
              </a:spcAft>
              <a:buClr>
                <a:srgbClr val="000000"/>
              </a:buClr>
              <a:buSzPts val="1000"/>
              <a:buNone/>
              <a:defRPr sz="1000">
                <a:solidFill>
                  <a:srgbClr val="000000"/>
                </a:solidFill>
              </a:defRPr>
            </a:lvl3pPr>
            <a:lvl4pPr lvl="3" rtl="0">
              <a:lnSpc>
                <a:spcPct val="90000"/>
              </a:lnSpc>
              <a:spcBef>
                <a:spcPts val="0"/>
              </a:spcBef>
              <a:spcAft>
                <a:spcPts val="0"/>
              </a:spcAft>
              <a:buClr>
                <a:srgbClr val="000000"/>
              </a:buClr>
              <a:buSzPts val="1000"/>
              <a:buNone/>
              <a:defRPr sz="1000">
                <a:solidFill>
                  <a:srgbClr val="000000"/>
                </a:solidFill>
              </a:defRPr>
            </a:lvl4pPr>
            <a:lvl5pPr lvl="4" rtl="0">
              <a:lnSpc>
                <a:spcPct val="90000"/>
              </a:lnSpc>
              <a:spcBef>
                <a:spcPts val="0"/>
              </a:spcBef>
              <a:spcAft>
                <a:spcPts val="0"/>
              </a:spcAft>
              <a:buClr>
                <a:srgbClr val="000000"/>
              </a:buClr>
              <a:buSzPts val="1000"/>
              <a:buNone/>
              <a:defRPr sz="1000">
                <a:solidFill>
                  <a:srgbClr val="000000"/>
                </a:solidFill>
              </a:defRPr>
            </a:lvl5pPr>
            <a:lvl6pPr lvl="5" rtl="0">
              <a:lnSpc>
                <a:spcPct val="90000"/>
              </a:lnSpc>
              <a:spcBef>
                <a:spcPts val="0"/>
              </a:spcBef>
              <a:spcAft>
                <a:spcPts val="0"/>
              </a:spcAft>
              <a:buClr>
                <a:srgbClr val="000000"/>
              </a:buClr>
              <a:buSzPts val="1000"/>
              <a:buNone/>
              <a:defRPr sz="1000">
                <a:solidFill>
                  <a:srgbClr val="000000"/>
                </a:solidFill>
              </a:defRPr>
            </a:lvl6pPr>
            <a:lvl7pPr lvl="6" rtl="0">
              <a:lnSpc>
                <a:spcPct val="90000"/>
              </a:lnSpc>
              <a:spcBef>
                <a:spcPts val="0"/>
              </a:spcBef>
              <a:spcAft>
                <a:spcPts val="0"/>
              </a:spcAft>
              <a:buClr>
                <a:srgbClr val="000000"/>
              </a:buClr>
              <a:buSzPts val="1000"/>
              <a:buNone/>
              <a:defRPr sz="1000">
                <a:solidFill>
                  <a:srgbClr val="000000"/>
                </a:solidFill>
              </a:defRPr>
            </a:lvl7pPr>
            <a:lvl8pPr lvl="7" rtl="0">
              <a:lnSpc>
                <a:spcPct val="90000"/>
              </a:lnSpc>
              <a:spcBef>
                <a:spcPts val="0"/>
              </a:spcBef>
              <a:spcAft>
                <a:spcPts val="0"/>
              </a:spcAft>
              <a:buClr>
                <a:srgbClr val="000000"/>
              </a:buClr>
              <a:buSzPts val="1000"/>
              <a:buNone/>
              <a:defRPr sz="1000">
                <a:solidFill>
                  <a:srgbClr val="000000"/>
                </a:solidFill>
              </a:defRPr>
            </a:lvl8pPr>
            <a:lvl9pPr lvl="8" rtl="0">
              <a:lnSpc>
                <a:spcPct val="90000"/>
              </a:lnSpc>
              <a:spcBef>
                <a:spcPts val="0"/>
              </a:spcBef>
              <a:spcAft>
                <a:spcPts val="0"/>
              </a:spcAft>
              <a:buClr>
                <a:srgbClr val="000000"/>
              </a:buClr>
              <a:buSzPts val="1000"/>
              <a:buNone/>
              <a:defRPr sz="1000">
                <a:solidFill>
                  <a:srgbClr val="000000"/>
                </a:solidFill>
              </a:defRPr>
            </a:lvl9pPr>
          </a:lstStyle>
          <a:p/>
        </p:txBody>
      </p:sp>
      <p:sp>
        <p:nvSpPr>
          <p:cNvPr id="910" name="Google Shape;910;p11"/>
          <p:cNvSpPr txBox="1"/>
          <p:nvPr>
            <p:ph idx="5" type="subTitle"/>
          </p:nvPr>
        </p:nvSpPr>
        <p:spPr>
          <a:xfrm>
            <a:off x="3470925" y="3772001"/>
            <a:ext cx="6172500" cy="570900"/>
          </a:xfrm>
          <a:prstGeom prst="rect">
            <a:avLst/>
          </a:prstGeom>
          <a:noFill/>
          <a:ln>
            <a:noFill/>
          </a:ln>
        </p:spPr>
        <p:txBody>
          <a:bodyPr anchorCtr="0" anchor="ctr" bIns="36000" lIns="36000" spcFirstLastPara="1" rIns="36000" wrap="square" tIns="36000">
            <a:noAutofit/>
          </a:bodyPr>
          <a:lstStyle>
            <a:lvl1pPr lvl="0" rtl="0">
              <a:lnSpc>
                <a:spcPct val="90000"/>
              </a:lnSpc>
              <a:spcBef>
                <a:spcPts val="0"/>
              </a:spcBef>
              <a:spcAft>
                <a:spcPts val="0"/>
              </a:spcAft>
              <a:buClr>
                <a:srgbClr val="000000"/>
              </a:buClr>
              <a:buSzPts val="1000"/>
              <a:buFont typeface="Arvo"/>
              <a:buNone/>
              <a:defRPr sz="1000">
                <a:solidFill>
                  <a:srgbClr val="000000"/>
                </a:solidFill>
                <a:latin typeface="Arvo"/>
                <a:ea typeface="Arvo"/>
                <a:cs typeface="Arvo"/>
                <a:sym typeface="Arvo"/>
              </a:defRPr>
            </a:lvl1pPr>
            <a:lvl2pPr lvl="1" rtl="0">
              <a:lnSpc>
                <a:spcPct val="90000"/>
              </a:lnSpc>
              <a:spcBef>
                <a:spcPts val="0"/>
              </a:spcBef>
              <a:spcAft>
                <a:spcPts val="0"/>
              </a:spcAft>
              <a:buClr>
                <a:srgbClr val="000000"/>
              </a:buClr>
              <a:buSzPts val="1000"/>
              <a:buNone/>
              <a:defRPr sz="1000">
                <a:solidFill>
                  <a:srgbClr val="000000"/>
                </a:solidFill>
              </a:defRPr>
            </a:lvl2pPr>
            <a:lvl3pPr lvl="2" rtl="0">
              <a:lnSpc>
                <a:spcPct val="90000"/>
              </a:lnSpc>
              <a:spcBef>
                <a:spcPts val="0"/>
              </a:spcBef>
              <a:spcAft>
                <a:spcPts val="0"/>
              </a:spcAft>
              <a:buClr>
                <a:srgbClr val="000000"/>
              </a:buClr>
              <a:buSzPts val="1000"/>
              <a:buNone/>
              <a:defRPr sz="1000">
                <a:solidFill>
                  <a:srgbClr val="000000"/>
                </a:solidFill>
              </a:defRPr>
            </a:lvl3pPr>
            <a:lvl4pPr lvl="3" rtl="0">
              <a:lnSpc>
                <a:spcPct val="90000"/>
              </a:lnSpc>
              <a:spcBef>
                <a:spcPts val="0"/>
              </a:spcBef>
              <a:spcAft>
                <a:spcPts val="0"/>
              </a:spcAft>
              <a:buClr>
                <a:srgbClr val="000000"/>
              </a:buClr>
              <a:buSzPts val="1000"/>
              <a:buNone/>
              <a:defRPr sz="1000">
                <a:solidFill>
                  <a:srgbClr val="000000"/>
                </a:solidFill>
              </a:defRPr>
            </a:lvl4pPr>
            <a:lvl5pPr lvl="4" rtl="0">
              <a:lnSpc>
                <a:spcPct val="90000"/>
              </a:lnSpc>
              <a:spcBef>
                <a:spcPts val="0"/>
              </a:spcBef>
              <a:spcAft>
                <a:spcPts val="0"/>
              </a:spcAft>
              <a:buClr>
                <a:srgbClr val="000000"/>
              </a:buClr>
              <a:buSzPts val="1000"/>
              <a:buNone/>
              <a:defRPr sz="1000">
                <a:solidFill>
                  <a:srgbClr val="000000"/>
                </a:solidFill>
              </a:defRPr>
            </a:lvl5pPr>
            <a:lvl6pPr lvl="5" rtl="0">
              <a:lnSpc>
                <a:spcPct val="90000"/>
              </a:lnSpc>
              <a:spcBef>
                <a:spcPts val="0"/>
              </a:spcBef>
              <a:spcAft>
                <a:spcPts val="0"/>
              </a:spcAft>
              <a:buClr>
                <a:srgbClr val="000000"/>
              </a:buClr>
              <a:buSzPts val="1000"/>
              <a:buNone/>
              <a:defRPr sz="1000">
                <a:solidFill>
                  <a:srgbClr val="000000"/>
                </a:solidFill>
              </a:defRPr>
            </a:lvl6pPr>
            <a:lvl7pPr lvl="6" rtl="0">
              <a:lnSpc>
                <a:spcPct val="90000"/>
              </a:lnSpc>
              <a:spcBef>
                <a:spcPts val="0"/>
              </a:spcBef>
              <a:spcAft>
                <a:spcPts val="0"/>
              </a:spcAft>
              <a:buClr>
                <a:srgbClr val="000000"/>
              </a:buClr>
              <a:buSzPts val="1000"/>
              <a:buNone/>
              <a:defRPr sz="1000">
                <a:solidFill>
                  <a:srgbClr val="000000"/>
                </a:solidFill>
              </a:defRPr>
            </a:lvl7pPr>
            <a:lvl8pPr lvl="7" rtl="0">
              <a:lnSpc>
                <a:spcPct val="90000"/>
              </a:lnSpc>
              <a:spcBef>
                <a:spcPts val="0"/>
              </a:spcBef>
              <a:spcAft>
                <a:spcPts val="0"/>
              </a:spcAft>
              <a:buClr>
                <a:srgbClr val="000000"/>
              </a:buClr>
              <a:buSzPts val="1000"/>
              <a:buNone/>
              <a:defRPr sz="1000">
                <a:solidFill>
                  <a:srgbClr val="000000"/>
                </a:solidFill>
              </a:defRPr>
            </a:lvl8pPr>
            <a:lvl9pPr lvl="8" rtl="0">
              <a:lnSpc>
                <a:spcPct val="90000"/>
              </a:lnSpc>
              <a:spcBef>
                <a:spcPts val="0"/>
              </a:spcBef>
              <a:spcAft>
                <a:spcPts val="0"/>
              </a:spcAft>
              <a:buClr>
                <a:srgbClr val="000000"/>
              </a:buClr>
              <a:buSzPts val="1000"/>
              <a:buNone/>
              <a:defRPr sz="1000">
                <a:solidFill>
                  <a:srgbClr val="000000"/>
                </a:solidFill>
              </a:defRPr>
            </a:lvl9pPr>
          </a:lstStyle>
          <a:p/>
        </p:txBody>
      </p:sp>
      <p:sp>
        <p:nvSpPr>
          <p:cNvPr id="911" name="Google Shape;911;p11"/>
          <p:cNvSpPr txBox="1"/>
          <p:nvPr>
            <p:ph idx="6" type="subTitle"/>
          </p:nvPr>
        </p:nvSpPr>
        <p:spPr>
          <a:xfrm>
            <a:off x="3470925" y="4470397"/>
            <a:ext cx="6172500" cy="570900"/>
          </a:xfrm>
          <a:prstGeom prst="rect">
            <a:avLst/>
          </a:prstGeom>
          <a:noFill/>
          <a:ln>
            <a:noFill/>
          </a:ln>
        </p:spPr>
        <p:txBody>
          <a:bodyPr anchorCtr="0" anchor="ctr" bIns="36000" lIns="36000" spcFirstLastPara="1" rIns="36000" wrap="square" tIns="36000">
            <a:noAutofit/>
          </a:bodyPr>
          <a:lstStyle>
            <a:lvl1pPr lvl="0" rtl="0">
              <a:lnSpc>
                <a:spcPct val="90000"/>
              </a:lnSpc>
              <a:spcBef>
                <a:spcPts val="0"/>
              </a:spcBef>
              <a:spcAft>
                <a:spcPts val="0"/>
              </a:spcAft>
              <a:buClr>
                <a:srgbClr val="000000"/>
              </a:buClr>
              <a:buSzPts val="1000"/>
              <a:buFont typeface="Arvo"/>
              <a:buNone/>
              <a:defRPr sz="1000">
                <a:solidFill>
                  <a:srgbClr val="000000"/>
                </a:solidFill>
                <a:latin typeface="Arvo"/>
                <a:ea typeface="Arvo"/>
                <a:cs typeface="Arvo"/>
                <a:sym typeface="Arvo"/>
              </a:defRPr>
            </a:lvl1pPr>
            <a:lvl2pPr lvl="1" rtl="0">
              <a:lnSpc>
                <a:spcPct val="90000"/>
              </a:lnSpc>
              <a:spcBef>
                <a:spcPts val="0"/>
              </a:spcBef>
              <a:spcAft>
                <a:spcPts val="0"/>
              </a:spcAft>
              <a:buClr>
                <a:srgbClr val="000000"/>
              </a:buClr>
              <a:buSzPts val="1000"/>
              <a:buNone/>
              <a:defRPr sz="1000">
                <a:solidFill>
                  <a:srgbClr val="000000"/>
                </a:solidFill>
              </a:defRPr>
            </a:lvl2pPr>
            <a:lvl3pPr lvl="2" rtl="0">
              <a:lnSpc>
                <a:spcPct val="90000"/>
              </a:lnSpc>
              <a:spcBef>
                <a:spcPts val="0"/>
              </a:spcBef>
              <a:spcAft>
                <a:spcPts val="0"/>
              </a:spcAft>
              <a:buClr>
                <a:srgbClr val="000000"/>
              </a:buClr>
              <a:buSzPts val="1000"/>
              <a:buNone/>
              <a:defRPr sz="1000">
                <a:solidFill>
                  <a:srgbClr val="000000"/>
                </a:solidFill>
              </a:defRPr>
            </a:lvl3pPr>
            <a:lvl4pPr lvl="3" rtl="0">
              <a:lnSpc>
                <a:spcPct val="90000"/>
              </a:lnSpc>
              <a:spcBef>
                <a:spcPts val="0"/>
              </a:spcBef>
              <a:spcAft>
                <a:spcPts val="0"/>
              </a:spcAft>
              <a:buClr>
                <a:srgbClr val="000000"/>
              </a:buClr>
              <a:buSzPts val="1000"/>
              <a:buNone/>
              <a:defRPr sz="1000">
                <a:solidFill>
                  <a:srgbClr val="000000"/>
                </a:solidFill>
              </a:defRPr>
            </a:lvl4pPr>
            <a:lvl5pPr lvl="4" rtl="0">
              <a:lnSpc>
                <a:spcPct val="90000"/>
              </a:lnSpc>
              <a:spcBef>
                <a:spcPts val="0"/>
              </a:spcBef>
              <a:spcAft>
                <a:spcPts val="0"/>
              </a:spcAft>
              <a:buClr>
                <a:srgbClr val="000000"/>
              </a:buClr>
              <a:buSzPts val="1000"/>
              <a:buNone/>
              <a:defRPr sz="1000">
                <a:solidFill>
                  <a:srgbClr val="000000"/>
                </a:solidFill>
              </a:defRPr>
            </a:lvl5pPr>
            <a:lvl6pPr lvl="5" rtl="0">
              <a:lnSpc>
                <a:spcPct val="90000"/>
              </a:lnSpc>
              <a:spcBef>
                <a:spcPts val="0"/>
              </a:spcBef>
              <a:spcAft>
                <a:spcPts val="0"/>
              </a:spcAft>
              <a:buClr>
                <a:srgbClr val="000000"/>
              </a:buClr>
              <a:buSzPts val="1000"/>
              <a:buNone/>
              <a:defRPr sz="1000">
                <a:solidFill>
                  <a:srgbClr val="000000"/>
                </a:solidFill>
              </a:defRPr>
            </a:lvl6pPr>
            <a:lvl7pPr lvl="6" rtl="0">
              <a:lnSpc>
                <a:spcPct val="90000"/>
              </a:lnSpc>
              <a:spcBef>
                <a:spcPts val="0"/>
              </a:spcBef>
              <a:spcAft>
                <a:spcPts val="0"/>
              </a:spcAft>
              <a:buClr>
                <a:srgbClr val="000000"/>
              </a:buClr>
              <a:buSzPts val="1000"/>
              <a:buNone/>
              <a:defRPr sz="1000">
                <a:solidFill>
                  <a:srgbClr val="000000"/>
                </a:solidFill>
              </a:defRPr>
            </a:lvl7pPr>
            <a:lvl8pPr lvl="7" rtl="0">
              <a:lnSpc>
                <a:spcPct val="90000"/>
              </a:lnSpc>
              <a:spcBef>
                <a:spcPts val="0"/>
              </a:spcBef>
              <a:spcAft>
                <a:spcPts val="0"/>
              </a:spcAft>
              <a:buClr>
                <a:srgbClr val="000000"/>
              </a:buClr>
              <a:buSzPts val="1000"/>
              <a:buNone/>
              <a:defRPr sz="1000">
                <a:solidFill>
                  <a:srgbClr val="000000"/>
                </a:solidFill>
              </a:defRPr>
            </a:lvl8pPr>
            <a:lvl9pPr lvl="8" rtl="0">
              <a:lnSpc>
                <a:spcPct val="90000"/>
              </a:lnSpc>
              <a:spcBef>
                <a:spcPts val="0"/>
              </a:spcBef>
              <a:spcAft>
                <a:spcPts val="0"/>
              </a:spcAft>
              <a:buClr>
                <a:srgbClr val="000000"/>
              </a:buClr>
              <a:buSzPts val="1000"/>
              <a:buNone/>
              <a:defRPr sz="1000">
                <a:solidFill>
                  <a:srgbClr val="000000"/>
                </a:solidFill>
              </a:defRPr>
            </a:lvl9pPr>
          </a:lstStyle>
          <a:p/>
        </p:txBody>
      </p:sp>
      <p:sp>
        <p:nvSpPr>
          <p:cNvPr id="912" name="Google Shape;912;p11"/>
          <p:cNvSpPr txBox="1"/>
          <p:nvPr>
            <p:ph idx="7" type="subTitle"/>
          </p:nvPr>
        </p:nvSpPr>
        <p:spPr>
          <a:xfrm>
            <a:off x="3470925" y="5194607"/>
            <a:ext cx="6172500" cy="570900"/>
          </a:xfrm>
          <a:prstGeom prst="rect">
            <a:avLst/>
          </a:prstGeom>
          <a:noFill/>
          <a:ln>
            <a:noFill/>
          </a:ln>
        </p:spPr>
        <p:txBody>
          <a:bodyPr anchorCtr="0" anchor="ctr" bIns="36000" lIns="36000" spcFirstLastPara="1" rIns="36000" wrap="square" tIns="36000">
            <a:noAutofit/>
          </a:bodyPr>
          <a:lstStyle>
            <a:lvl1pPr lvl="0" rtl="0">
              <a:lnSpc>
                <a:spcPct val="90000"/>
              </a:lnSpc>
              <a:spcBef>
                <a:spcPts val="0"/>
              </a:spcBef>
              <a:spcAft>
                <a:spcPts val="0"/>
              </a:spcAft>
              <a:buClr>
                <a:srgbClr val="000000"/>
              </a:buClr>
              <a:buSzPts val="1000"/>
              <a:buFont typeface="Arvo"/>
              <a:buNone/>
              <a:defRPr sz="1000">
                <a:solidFill>
                  <a:srgbClr val="000000"/>
                </a:solidFill>
                <a:latin typeface="Arvo"/>
                <a:ea typeface="Arvo"/>
                <a:cs typeface="Arvo"/>
                <a:sym typeface="Arvo"/>
              </a:defRPr>
            </a:lvl1pPr>
            <a:lvl2pPr lvl="1" rtl="0">
              <a:lnSpc>
                <a:spcPct val="90000"/>
              </a:lnSpc>
              <a:spcBef>
                <a:spcPts val="0"/>
              </a:spcBef>
              <a:spcAft>
                <a:spcPts val="0"/>
              </a:spcAft>
              <a:buClr>
                <a:srgbClr val="000000"/>
              </a:buClr>
              <a:buSzPts val="1000"/>
              <a:buNone/>
              <a:defRPr sz="1000">
                <a:solidFill>
                  <a:srgbClr val="000000"/>
                </a:solidFill>
              </a:defRPr>
            </a:lvl2pPr>
            <a:lvl3pPr lvl="2" rtl="0">
              <a:lnSpc>
                <a:spcPct val="90000"/>
              </a:lnSpc>
              <a:spcBef>
                <a:spcPts val="0"/>
              </a:spcBef>
              <a:spcAft>
                <a:spcPts val="0"/>
              </a:spcAft>
              <a:buClr>
                <a:srgbClr val="000000"/>
              </a:buClr>
              <a:buSzPts val="1000"/>
              <a:buNone/>
              <a:defRPr sz="1000">
                <a:solidFill>
                  <a:srgbClr val="000000"/>
                </a:solidFill>
              </a:defRPr>
            </a:lvl3pPr>
            <a:lvl4pPr lvl="3" rtl="0">
              <a:lnSpc>
                <a:spcPct val="90000"/>
              </a:lnSpc>
              <a:spcBef>
                <a:spcPts val="0"/>
              </a:spcBef>
              <a:spcAft>
                <a:spcPts val="0"/>
              </a:spcAft>
              <a:buClr>
                <a:srgbClr val="000000"/>
              </a:buClr>
              <a:buSzPts val="1000"/>
              <a:buNone/>
              <a:defRPr sz="1000">
                <a:solidFill>
                  <a:srgbClr val="000000"/>
                </a:solidFill>
              </a:defRPr>
            </a:lvl4pPr>
            <a:lvl5pPr lvl="4" rtl="0">
              <a:lnSpc>
                <a:spcPct val="90000"/>
              </a:lnSpc>
              <a:spcBef>
                <a:spcPts val="0"/>
              </a:spcBef>
              <a:spcAft>
                <a:spcPts val="0"/>
              </a:spcAft>
              <a:buClr>
                <a:srgbClr val="000000"/>
              </a:buClr>
              <a:buSzPts val="1000"/>
              <a:buNone/>
              <a:defRPr sz="1000">
                <a:solidFill>
                  <a:srgbClr val="000000"/>
                </a:solidFill>
              </a:defRPr>
            </a:lvl5pPr>
            <a:lvl6pPr lvl="5" rtl="0">
              <a:lnSpc>
                <a:spcPct val="90000"/>
              </a:lnSpc>
              <a:spcBef>
                <a:spcPts val="0"/>
              </a:spcBef>
              <a:spcAft>
                <a:spcPts val="0"/>
              </a:spcAft>
              <a:buClr>
                <a:srgbClr val="000000"/>
              </a:buClr>
              <a:buSzPts val="1000"/>
              <a:buNone/>
              <a:defRPr sz="1000">
                <a:solidFill>
                  <a:srgbClr val="000000"/>
                </a:solidFill>
              </a:defRPr>
            </a:lvl6pPr>
            <a:lvl7pPr lvl="6" rtl="0">
              <a:lnSpc>
                <a:spcPct val="90000"/>
              </a:lnSpc>
              <a:spcBef>
                <a:spcPts val="0"/>
              </a:spcBef>
              <a:spcAft>
                <a:spcPts val="0"/>
              </a:spcAft>
              <a:buClr>
                <a:srgbClr val="000000"/>
              </a:buClr>
              <a:buSzPts val="1000"/>
              <a:buNone/>
              <a:defRPr sz="1000">
                <a:solidFill>
                  <a:srgbClr val="000000"/>
                </a:solidFill>
              </a:defRPr>
            </a:lvl7pPr>
            <a:lvl8pPr lvl="7" rtl="0">
              <a:lnSpc>
                <a:spcPct val="90000"/>
              </a:lnSpc>
              <a:spcBef>
                <a:spcPts val="0"/>
              </a:spcBef>
              <a:spcAft>
                <a:spcPts val="0"/>
              </a:spcAft>
              <a:buClr>
                <a:srgbClr val="000000"/>
              </a:buClr>
              <a:buSzPts val="1000"/>
              <a:buNone/>
              <a:defRPr sz="1000">
                <a:solidFill>
                  <a:srgbClr val="000000"/>
                </a:solidFill>
              </a:defRPr>
            </a:lvl8pPr>
            <a:lvl9pPr lvl="8" rtl="0">
              <a:lnSpc>
                <a:spcPct val="90000"/>
              </a:lnSpc>
              <a:spcBef>
                <a:spcPts val="0"/>
              </a:spcBef>
              <a:spcAft>
                <a:spcPts val="0"/>
              </a:spcAft>
              <a:buClr>
                <a:srgbClr val="000000"/>
              </a:buClr>
              <a:buSzPts val="1000"/>
              <a:buNone/>
              <a:defRPr sz="1000">
                <a:solidFill>
                  <a:srgbClr val="000000"/>
                </a:solidFill>
              </a:defRPr>
            </a:lvl9pPr>
          </a:lstStyle>
          <a:p/>
        </p:txBody>
      </p:sp>
      <p:sp>
        <p:nvSpPr>
          <p:cNvPr id="913" name="Google Shape;913;p11"/>
          <p:cNvSpPr txBox="1"/>
          <p:nvPr>
            <p:ph idx="8" type="subTitle"/>
          </p:nvPr>
        </p:nvSpPr>
        <p:spPr>
          <a:xfrm>
            <a:off x="3470925" y="5905600"/>
            <a:ext cx="6172500" cy="570900"/>
          </a:xfrm>
          <a:prstGeom prst="rect">
            <a:avLst/>
          </a:prstGeom>
          <a:noFill/>
          <a:ln>
            <a:noFill/>
          </a:ln>
        </p:spPr>
        <p:txBody>
          <a:bodyPr anchorCtr="0" anchor="ctr" bIns="36000" lIns="36000" spcFirstLastPara="1" rIns="36000" wrap="square" tIns="36000">
            <a:noAutofit/>
          </a:bodyPr>
          <a:lstStyle>
            <a:lvl1pPr lvl="0" rtl="0">
              <a:lnSpc>
                <a:spcPct val="90000"/>
              </a:lnSpc>
              <a:spcBef>
                <a:spcPts val="0"/>
              </a:spcBef>
              <a:spcAft>
                <a:spcPts val="0"/>
              </a:spcAft>
              <a:buClr>
                <a:srgbClr val="000000"/>
              </a:buClr>
              <a:buSzPts val="1000"/>
              <a:buFont typeface="Arvo"/>
              <a:buNone/>
              <a:defRPr sz="1000">
                <a:solidFill>
                  <a:srgbClr val="000000"/>
                </a:solidFill>
                <a:latin typeface="Arvo"/>
                <a:ea typeface="Arvo"/>
                <a:cs typeface="Arvo"/>
                <a:sym typeface="Arvo"/>
              </a:defRPr>
            </a:lvl1pPr>
            <a:lvl2pPr lvl="1" rtl="0">
              <a:lnSpc>
                <a:spcPct val="90000"/>
              </a:lnSpc>
              <a:spcBef>
                <a:spcPts val="0"/>
              </a:spcBef>
              <a:spcAft>
                <a:spcPts val="0"/>
              </a:spcAft>
              <a:buClr>
                <a:srgbClr val="000000"/>
              </a:buClr>
              <a:buSzPts val="1000"/>
              <a:buNone/>
              <a:defRPr sz="1000">
                <a:solidFill>
                  <a:srgbClr val="000000"/>
                </a:solidFill>
              </a:defRPr>
            </a:lvl2pPr>
            <a:lvl3pPr lvl="2" rtl="0">
              <a:lnSpc>
                <a:spcPct val="90000"/>
              </a:lnSpc>
              <a:spcBef>
                <a:spcPts val="0"/>
              </a:spcBef>
              <a:spcAft>
                <a:spcPts val="0"/>
              </a:spcAft>
              <a:buClr>
                <a:srgbClr val="000000"/>
              </a:buClr>
              <a:buSzPts val="1000"/>
              <a:buNone/>
              <a:defRPr sz="1000">
                <a:solidFill>
                  <a:srgbClr val="000000"/>
                </a:solidFill>
              </a:defRPr>
            </a:lvl3pPr>
            <a:lvl4pPr lvl="3" rtl="0">
              <a:lnSpc>
                <a:spcPct val="90000"/>
              </a:lnSpc>
              <a:spcBef>
                <a:spcPts val="0"/>
              </a:spcBef>
              <a:spcAft>
                <a:spcPts val="0"/>
              </a:spcAft>
              <a:buClr>
                <a:srgbClr val="000000"/>
              </a:buClr>
              <a:buSzPts val="1000"/>
              <a:buNone/>
              <a:defRPr sz="1000">
                <a:solidFill>
                  <a:srgbClr val="000000"/>
                </a:solidFill>
              </a:defRPr>
            </a:lvl4pPr>
            <a:lvl5pPr lvl="4" rtl="0">
              <a:lnSpc>
                <a:spcPct val="90000"/>
              </a:lnSpc>
              <a:spcBef>
                <a:spcPts val="0"/>
              </a:spcBef>
              <a:spcAft>
                <a:spcPts val="0"/>
              </a:spcAft>
              <a:buClr>
                <a:srgbClr val="000000"/>
              </a:buClr>
              <a:buSzPts val="1000"/>
              <a:buNone/>
              <a:defRPr sz="1000">
                <a:solidFill>
                  <a:srgbClr val="000000"/>
                </a:solidFill>
              </a:defRPr>
            </a:lvl5pPr>
            <a:lvl6pPr lvl="5" rtl="0">
              <a:lnSpc>
                <a:spcPct val="90000"/>
              </a:lnSpc>
              <a:spcBef>
                <a:spcPts val="0"/>
              </a:spcBef>
              <a:spcAft>
                <a:spcPts val="0"/>
              </a:spcAft>
              <a:buClr>
                <a:srgbClr val="000000"/>
              </a:buClr>
              <a:buSzPts val="1000"/>
              <a:buNone/>
              <a:defRPr sz="1000">
                <a:solidFill>
                  <a:srgbClr val="000000"/>
                </a:solidFill>
              </a:defRPr>
            </a:lvl6pPr>
            <a:lvl7pPr lvl="6" rtl="0">
              <a:lnSpc>
                <a:spcPct val="90000"/>
              </a:lnSpc>
              <a:spcBef>
                <a:spcPts val="0"/>
              </a:spcBef>
              <a:spcAft>
                <a:spcPts val="0"/>
              </a:spcAft>
              <a:buClr>
                <a:srgbClr val="000000"/>
              </a:buClr>
              <a:buSzPts val="1000"/>
              <a:buNone/>
              <a:defRPr sz="1000">
                <a:solidFill>
                  <a:srgbClr val="000000"/>
                </a:solidFill>
              </a:defRPr>
            </a:lvl7pPr>
            <a:lvl8pPr lvl="7" rtl="0">
              <a:lnSpc>
                <a:spcPct val="90000"/>
              </a:lnSpc>
              <a:spcBef>
                <a:spcPts val="0"/>
              </a:spcBef>
              <a:spcAft>
                <a:spcPts val="0"/>
              </a:spcAft>
              <a:buClr>
                <a:srgbClr val="000000"/>
              </a:buClr>
              <a:buSzPts val="1000"/>
              <a:buNone/>
              <a:defRPr sz="1000">
                <a:solidFill>
                  <a:srgbClr val="000000"/>
                </a:solidFill>
              </a:defRPr>
            </a:lvl8pPr>
            <a:lvl9pPr lvl="8" rtl="0">
              <a:lnSpc>
                <a:spcPct val="90000"/>
              </a:lnSpc>
              <a:spcBef>
                <a:spcPts val="0"/>
              </a:spcBef>
              <a:spcAft>
                <a:spcPts val="0"/>
              </a:spcAft>
              <a:buClr>
                <a:srgbClr val="000000"/>
              </a:buClr>
              <a:buSzPts val="1000"/>
              <a:buNone/>
              <a:defRPr sz="1000">
                <a:solidFill>
                  <a:srgbClr val="000000"/>
                </a:solidFill>
              </a:defRPr>
            </a:lvl9pPr>
          </a:lstStyle>
          <a:p/>
        </p:txBody>
      </p:sp>
      <p:sp>
        <p:nvSpPr>
          <p:cNvPr id="914" name="Google Shape;914;p11"/>
          <p:cNvSpPr txBox="1"/>
          <p:nvPr/>
        </p:nvSpPr>
        <p:spPr>
          <a:xfrm>
            <a:off x="2524025" y="387675"/>
            <a:ext cx="15012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Unid. Organizacional:</a:t>
            </a:r>
            <a:endParaRPr b="1" sz="1100"/>
          </a:p>
        </p:txBody>
      </p:sp>
      <p:sp>
        <p:nvSpPr>
          <p:cNvPr id="915" name="Google Shape;915;p11"/>
          <p:cNvSpPr txBox="1"/>
          <p:nvPr/>
        </p:nvSpPr>
        <p:spPr>
          <a:xfrm>
            <a:off x="2524020" y="579550"/>
            <a:ext cx="6846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Alcance:</a:t>
            </a:r>
            <a:endParaRPr b="1" sz="1100"/>
          </a:p>
        </p:txBody>
      </p:sp>
      <p:sp>
        <p:nvSpPr>
          <p:cNvPr id="916" name="Google Shape;916;p11"/>
          <p:cNvSpPr txBox="1"/>
          <p:nvPr>
            <p:ph type="title"/>
          </p:nvPr>
        </p:nvSpPr>
        <p:spPr>
          <a:xfrm flipH="1">
            <a:off x="4025374" y="387675"/>
            <a:ext cx="5863200" cy="169200"/>
          </a:xfrm>
          <a:prstGeom prst="rect">
            <a:avLst/>
          </a:prstGeom>
          <a:noFill/>
          <a:ln>
            <a:noFill/>
          </a:ln>
        </p:spPr>
        <p:txBody>
          <a:bodyPr anchorCtr="0" anchor="ctr" bIns="0" lIns="0" spcFirstLastPara="1" rIns="0" wrap="square" tIns="0">
            <a:noAutofit/>
          </a:bodyPr>
          <a:lstStyle>
            <a:lvl1pPr lvl="0" rtl="0">
              <a:spcBef>
                <a:spcPts val="0"/>
              </a:spcBef>
              <a:spcAft>
                <a:spcPts val="0"/>
              </a:spcAft>
              <a:buClr>
                <a:srgbClr val="000000"/>
              </a:buClr>
              <a:buSzPts val="1000"/>
              <a:buNone/>
              <a:defRPr sz="1000">
                <a:solidFill>
                  <a:srgbClr val="000000"/>
                </a:solidFill>
              </a:defRPr>
            </a:lvl1pPr>
            <a:lvl2pPr lvl="1" rtl="0">
              <a:spcBef>
                <a:spcPts val="0"/>
              </a:spcBef>
              <a:spcAft>
                <a:spcPts val="0"/>
              </a:spcAft>
              <a:buClr>
                <a:srgbClr val="000000"/>
              </a:buClr>
              <a:buSzPts val="1000"/>
              <a:buNone/>
              <a:defRPr sz="1000">
                <a:solidFill>
                  <a:srgbClr val="000000"/>
                </a:solidFill>
              </a:defRPr>
            </a:lvl2pPr>
            <a:lvl3pPr lvl="2" rtl="0">
              <a:spcBef>
                <a:spcPts val="0"/>
              </a:spcBef>
              <a:spcAft>
                <a:spcPts val="0"/>
              </a:spcAft>
              <a:buClr>
                <a:srgbClr val="000000"/>
              </a:buClr>
              <a:buSzPts val="1000"/>
              <a:buNone/>
              <a:defRPr sz="1000">
                <a:solidFill>
                  <a:srgbClr val="000000"/>
                </a:solidFill>
              </a:defRPr>
            </a:lvl3pPr>
            <a:lvl4pPr lvl="3" rtl="0">
              <a:spcBef>
                <a:spcPts val="0"/>
              </a:spcBef>
              <a:spcAft>
                <a:spcPts val="0"/>
              </a:spcAft>
              <a:buClr>
                <a:srgbClr val="000000"/>
              </a:buClr>
              <a:buSzPts val="1000"/>
              <a:buNone/>
              <a:defRPr sz="1000">
                <a:solidFill>
                  <a:srgbClr val="000000"/>
                </a:solidFill>
              </a:defRPr>
            </a:lvl4pPr>
            <a:lvl5pPr lvl="4" rtl="0">
              <a:spcBef>
                <a:spcPts val="0"/>
              </a:spcBef>
              <a:spcAft>
                <a:spcPts val="0"/>
              </a:spcAft>
              <a:buClr>
                <a:srgbClr val="000000"/>
              </a:buClr>
              <a:buSzPts val="1000"/>
              <a:buNone/>
              <a:defRPr sz="1000">
                <a:solidFill>
                  <a:srgbClr val="000000"/>
                </a:solidFill>
              </a:defRPr>
            </a:lvl5pPr>
            <a:lvl6pPr lvl="5" rtl="0">
              <a:spcBef>
                <a:spcPts val="0"/>
              </a:spcBef>
              <a:spcAft>
                <a:spcPts val="0"/>
              </a:spcAft>
              <a:buClr>
                <a:srgbClr val="000000"/>
              </a:buClr>
              <a:buSzPts val="1000"/>
              <a:buNone/>
              <a:defRPr sz="1000">
                <a:solidFill>
                  <a:srgbClr val="000000"/>
                </a:solidFill>
              </a:defRPr>
            </a:lvl6pPr>
            <a:lvl7pPr lvl="6" rtl="0">
              <a:spcBef>
                <a:spcPts val="0"/>
              </a:spcBef>
              <a:spcAft>
                <a:spcPts val="0"/>
              </a:spcAft>
              <a:buClr>
                <a:srgbClr val="000000"/>
              </a:buClr>
              <a:buSzPts val="1000"/>
              <a:buNone/>
              <a:defRPr sz="1000">
                <a:solidFill>
                  <a:srgbClr val="000000"/>
                </a:solidFill>
              </a:defRPr>
            </a:lvl7pPr>
            <a:lvl8pPr lvl="7" rtl="0">
              <a:spcBef>
                <a:spcPts val="0"/>
              </a:spcBef>
              <a:spcAft>
                <a:spcPts val="0"/>
              </a:spcAft>
              <a:buClr>
                <a:srgbClr val="000000"/>
              </a:buClr>
              <a:buSzPts val="1000"/>
              <a:buNone/>
              <a:defRPr sz="1000">
                <a:solidFill>
                  <a:srgbClr val="000000"/>
                </a:solidFill>
              </a:defRPr>
            </a:lvl8pPr>
            <a:lvl9pPr lvl="8" rtl="0">
              <a:spcBef>
                <a:spcPts val="0"/>
              </a:spcBef>
              <a:spcAft>
                <a:spcPts val="0"/>
              </a:spcAft>
              <a:buClr>
                <a:srgbClr val="000000"/>
              </a:buClr>
              <a:buSzPts val="1000"/>
              <a:buNone/>
              <a:defRPr sz="1000">
                <a:solidFill>
                  <a:srgbClr val="000000"/>
                </a:solidFill>
              </a:defRPr>
            </a:lvl9pPr>
          </a:lstStyle>
          <a:p/>
        </p:txBody>
      </p:sp>
      <p:sp>
        <p:nvSpPr>
          <p:cNvPr id="917" name="Google Shape;917;p11"/>
          <p:cNvSpPr txBox="1"/>
          <p:nvPr>
            <p:ph idx="9" type="title"/>
          </p:nvPr>
        </p:nvSpPr>
        <p:spPr>
          <a:xfrm flipH="1">
            <a:off x="3208773" y="579550"/>
            <a:ext cx="6679800" cy="169200"/>
          </a:xfrm>
          <a:prstGeom prst="rect">
            <a:avLst/>
          </a:prstGeom>
          <a:noFill/>
          <a:ln>
            <a:noFill/>
          </a:ln>
        </p:spPr>
        <p:txBody>
          <a:bodyPr anchorCtr="0" anchor="ctr" bIns="0" lIns="0" spcFirstLastPara="1" rIns="0" wrap="square" tIns="0">
            <a:noAutofit/>
          </a:bodyPr>
          <a:lstStyle>
            <a:lvl1pPr lvl="0" rtl="0">
              <a:spcBef>
                <a:spcPts val="0"/>
              </a:spcBef>
              <a:spcAft>
                <a:spcPts val="0"/>
              </a:spcAft>
              <a:buClr>
                <a:srgbClr val="000000"/>
              </a:buClr>
              <a:buSzPts val="1000"/>
              <a:buNone/>
              <a:defRPr sz="1000">
                <a:solidFill>
                  <a:srgbClr val="000000"/>
                </a:solidFill>
              </a:defRPr>
            </a:lvl1pPr>
            <a:lvl2pPr lvl="1" rtl="0">
              <a:spcBef>
                <a:spcPts val="0"/>
              </a:spcBef>
              <a:spcAft>
                <a:spcPts val="0"/>
              </a:spcAft>
              <a:buClr>
                <a:srgbClr val="000000"/>
              </a:buClr>
              <a:buSzPts val="1000"/>
              <a:buNone/>
              <a:defRPr sz="1000">
                <a:solidFill>
                  <a:srgbClr val="000000"/>
                </a:solidFill>
              </a:defRPr>
            </a:lvl2pPr>
            <a:lvl3pPr lvl="2" rtl="0">
              <a:spcBef>
                <a:spcPts val="0"/>
              </a:spcBef>
              <a:spcAft>
                <a:spcPts val="0"/>
              </a:spcAft>
              <a:buClr>
                <a:srgbClr val="000000"/>
              </a:buClr>
              <a:buSzPts val="1000"/>
              <a:buNone/>
              <a:defRPr sz="1000">
                <a:solidFill>
                  <a:srgbClr val="000000"/>
                </a:solidFill>
              </a:defRPr>
            </a:lvl3pPr>
            <a:lvl4pPr lvl="3" rtl="0">
              <a:spcBef>
                <a:spcPts val="0"/>
              </a:spcBef>
              <a:spcAft>
                <a:spcPts val="0"/>
              </a:spcAft>
              <a:buClr>
                <a:srgbClr val="000000"/>
              </a:buClr>
              <a:buSzPts val="1000"/>
              <a:buNone/>
              <a:defRPr sz="1000">
                <a:solidFill>
                  <a:srgbClr val="000000"/>
                </a:solidFill>
              </a:defRPr>
            </a:lvl4pPr>
            <a:lvl5pPr lvl="4" rtl="0">
              <a:spcBef>
                <a:spcPts val="0"/>
              </a:spcBef>
              <a:spcAft>
                <a:spcPts val="0"/>
              </a:spcAft>
              <a:buClr>
                <a:srgbClr val="000000"/>
              </a:buClr>
              <a:buSzPts val="1000"/>
              <a:buNone/>
              <a:defRPr sz="1000">
                <a:solidFill>
                  <a:srgbClr val="000000"/>
                </a:solidFill>
              </a:defRPr>
            </a:lvl5pPr>
            <a:lvl6pPr lvl="5" rtl="0">
              <a:spcBef>
                <a:spcPts val="0"/>
              </a:spcBef>
              <a:spcAft>
                <a:spcPts val="0"/>
              </a:spcAft>
              <a:buClr>
                <a:srgbClr val="000000"/>
              </a:buClr>
              <a:buSzPts val="1000"/>
              <a:buNone/>
              <a:defRPr sz="1000">
                <a:solidFill>
                  <a:srgbClr val="000000"/>
                </a:solidFill>
              </a:defRPr>
            </a:lvl6pPr>
            <a:lvl7pPr lvl="6" rtl="0">
              <a:spcBef>
                <a:spcPts val="0"/>
              </a:spcBef>
              <a:spcAft>
                <a:spcPts val="0"/>
              </a:spcAft>
              <a:buClr>
                <a:srgbClr val="000000"/>
              </a:buClr>
              <a:buSzPts val="1000"/>
              <a:buNone/>
              <a:defRPr sz="1000">
                <a:solidFill>
                  <a:srgbClr val="000000"/>
                </a:solidFill>
              </a:defRPr>
            </a:lvl7pPr>
            <a:lvl8pPr lvl="7" rtl="0">
              <a:spcBef>
                <a:spcPts val="0"/>
              </a:spcBef>
              <a:spcAft>
                <a:spcPts val="0"/>
              </a:spcAft>
              <a:buClr>
                <a:srgbClr val="000000"/>
              </a:buClr>
              <a:buSzPts val="1000"/>
              <a:buNone/>
              <a:defRPr sz="1000">
                <a:solidFill>
                  <a:srgbClr val="000000"/>
                </a:solidFill>
              </a:defRPr>
            </a:lvl8pPr>
            <a:lvl9pPr lvl="8" rtl="0">
              <a:spcBef>
                <a:spcPts val="0"/>
              </a:spcBef>
              <a:spcAft>
                <a:spcPts val="0"/>
              </a:spcAft>
              <a:buClr>
                <a:srgbClr val="000000"/>
              </a:buClr>
              <a:buSzPts val="1000"/>
              <a:buNone/>
              <a:defRPr sz="1000">
                <a:solidFill>
                  <a:srgbClr val="000000"/>
                </a:solidFill>
              </a:defRPr>
            </a:lvl9pPr>
          </a:lstStyle>
          <a:p/>
        </p:txBody>
      </p:sp>
      <p:sp>
        <p:nvSpPr>
          <p:cNvPr id="918" name="Google Shape;918;p11"/>
          <p:cNvSpPr txBox="1"/>
          <p:nvPr>
            <p:ph idx="13" type="body"/>
          </p:nvPr>
        </p:nvSpPr>
        <p:spPr>
          <a:xfrm>
            <a:off x="641150" y="612125"/>
            <a:ext cx="1770300" cy="160500"/>
          </a:xfrm>
          <a:prstGeom prst="rect">
            <a:avLst/>
          </a:prstGeom>
          <a:noFill/>
          <a:ln>
            <a:noFill/>
          </a:ln>
        </p:spPr>
        <p:txBody>
          <a:bodyPr anchorCtr="0" anchor="t" bIns="0" lIns="0" spcFirstLastPara="1" rIns="0" wrap="square" tIns="0">
            <a:noAutofit/>
          </a:bodyPr>
          <a:lstStyle>
            <a:lvl1pPr indent="-292100" lvl="0" marL="457200" rtl="0" algn="ctr">
              <a:spcBef>
                <a:spcPts val="0"/>
              </a:spcBef>
              <a:spcAft>
                <a:spcPts val="0"/>
              </a:spcAft>
              <a:buClr>
                <a:srgbClr val="FFFFFF"/>
              </a:buClr>
              <a:buSzPts val="1000"/>
              <a:buChar char="●"/>
              <a:defRPr sz="1000">
                <a:solidFill>
                  <a:srgbClr val="FFFFFF"/>
                </a:solidFill>
              </a:defRPr>
            </a:lvl1pPr>
            <a:lvl2pPr indent="-292100" lvl="1" marL="914400" rtl="0" algn="ctr">
              <a:spcBef>
                <a:spcPts val="0"/>
              </a:spcBef>
              <a:spcAft>
                <a:spcPts val="0"/>
              </a:spcAft>
              <a:buClr>
                <a:srgbClr val="FFFFFF"/>
              </a:buClr>
              <a:buSzPts val="1000"/>
              <a:buChar char="○"/>
              <a:defRPr sz="1000">
                <a:solidFill>
                  <a:srgbClr val="FFFFFF"/>
                </a:solidFill>
              </a:defRPr>
            </a:lvl2pPr>
            <a:lvl3pPr indent="-292100" lvl="2" marL="1371600" rtl="0" algn="ctr">
              <a:spcBef>
                <a:spcPts val="0"/>
              </a:spcBef>
              <a:spcAft>
                <a:spcPts val="0"/>
              </a:spcAft>
              <a:buClr>
                <a:srgbClr val="FFFFFF"/>
              </a:buClr>
              <a:buSzPts val="1000"/>
              <a:buChar char="■"/>
              <a:defRPr sz="1000">
                <a:solidFill>
                  <a:srgbClr val="FFFFFF"/>
                </a:solidFill>
              </a:defRPr>
            </a:lvl3pPr>
            <a:lvl4pPr indent="-292100" lvl="3" marL="1828800" rtl="0" algn="ctr">
              <a:spcBef>
                <a:spcPts val="0"/>
              </a:spcBef>
              <a:spcAft>
                <a:spcPts val="0"/>
              </a:spcAft>
              <a:buClr>
                <a:srgbClr val="FFFFFF"/>
              </a:buClr>
              <a:buSzPts val="1000"/>
              <a:buChar char="●"/>
              <a:defRPr sz="1000">
                <a:solidFill>
                  <a:srgbClr val="FFFFFF"/>
                </a:solidFill>
              </a:defRPr>
            </a:lvl4pPr>
            <a:lvl5pPr indent="-292100" lvl="4" marL="2286000" rtl="0" algn="ctr">
              <a:spcBef>
                <a:spcPts val="0"/>
              </a:spcBef>
              <a:spcAft>
                <a:spcPts val="0"/>
              </a:spcAft>
              <a:buClr>
                <a:srgbClr val="FFFFFF"/>
              </a:buClr>
              <a:buSzPts val="1000"/>
              <a:buChar char="○"/>
              <a:defRPr sz="1000">
                <a:solidFill>
                  <a:srgbClr val="FFFFFF"/>
                </a:solidFill>
              </a:defRPr>
            </a:lvl5pPr>
            <a:lvl6pPr indent="-292100" lvl="5" marL="2743200" rtl="0" algn="ctr">
              <a:spcBef>
                <a:spcPts val="0"/>
              </a:spcBef>
              <a:spcAft>
                <a:spcPts val="0"/>
              </a:spcAft>
              <a:buClr>
                <a:srgbClr val="FFFFFF"/>
              </a:buClr>
              <a:buSzPts val="1000"/>
              <a:buChar char="■"/>
              <a:defRPr sz="1000">
                <a:solidFill>
                  <a:srgbClr val="FFFFFF"/>
                </a:solidFill>
              </a:defRPr>
            </a:lvl6pPr>
            <a:lvl7pPr indent="-292100" lvl="6" marL="3200400" rtl="0" algn="ctr">
              <a:spcBef>
                <a:spcPts val="0"/>
              </a:spcBef>
              <a:spcAft>
                <a:spcPts val="0"/>
              </a:spcAft>
              <a:buClr>
                <a:srgbClr val="FFFFFF"/>
              </a:buClr>
              <a:buSzPts val="1000"/>
              <a:buChar char="●"/>
              <a:defRPr sz="1000">
                <a:solidFill>
                  <a:srgbClr val="FFFFFF"/>
                </a:solidFill>
              </a:defRPr>
            </a:lvl7pPr>
            <a:lvl8pPr indent="-292100" lvl="7" marL="3657600" rtl="0" algn="ctr">
              <a:spcBef>
                <a:spcPts val="0"/>
              </a:spcBef>
              <a:spcAft>
                <a:spcPts val="0"/>
              </a:spcAft>
              <a:buClr>
                <a:srgbClr val="FFFFFF"/>
              </a:buClr>
              <a:buSzPts val="1000"/>
              <a:buChar char="○"/>
              <a:defRPr sz="1000">
                <a:solidFill>
                  <a:srgbClr val="FFFFFF"/>
                </a:solidFill>
              </a:defRPr>
            </a:lvl8pPr>
            <a:lvl9pPr indent="-292100" lvl="8" marL="4114800" rtl="0" algn="ctr">
              <a:spcBef>
                <a:spcPts val="0"/>
              </a:spcBef>
              <a:spcAft>
                <a:spcPts val="0"/>
              </a:spcAft>
              <a:buClr>
                <a:srgbClr val="FFFFFF"/>
              </a:buClr>
              <a:buSzPts val="1000"/>
              <a:buChar char="■"/>
              <a:defRPr sz="1000">
                <a:solidFill>
                  <a:srgbClr val="FFFFFF"/>
                </a:solidFill>
              </a:defRPr>
            </a:lvl9pPr>
          </a:lstStyle>
          <a:p/>
        </p:txBody>
      </p:sp>
      <p:sp>
        <p:nvSpPr>
          <p:cNvPr id="919" name="Google Shape;919;p11"/>
          <p:cNvSpPr txBox="1"/>
          <p:nvPr/>
        </p:nvSpPr>
        <p:spPr>
          <a:xfrm>
            <a:off x="84825" y="598125"/>
            <a:ext cx="595500" cy="205800"/>
          </a:xfrm>
          <a:prstGeom prst="rect">
            <a:avLst/>
          </a:prstGeom>
          <a:noFill/>
          <a:ln>
            <a:noFill/>
          </a:ln>
        </p:spPr>
        <p:txBody>
          <a:bodyPr anchorCtr="0" anchor="t" bIns="18000" lIns="18000" spcFirstLastPara="1" rIns="18000" wrap="square" tIns="18000">
            <a:spAutoFit/>
          </a:bodyPr>
          <a:lstStyle/>
          <a:p>
            <a:pPr indent="0" lvl="0" marL="0" rtl="0" algn="l">
              <a:spcBef>
                <a:spcPts val="0"/>
              </a:spcBef>
              <a:spcAft>
                <a:spcPts val="0"/>
              </a:spcAft>
              <a:buNone/>
            </a:pPr>
            <a:r>
              <a:rPr lang="es-419" sz="1100">
                <a:solidFill>
                  <a:srgbClr val="FFFFFF"/>
                </a:solidFill>
              </a:rPr>
              <a:t>Nombre:</a:t>
            </a:r>
            <a:endParaRPr sz="1100">
              <a:solidFill>
                <a:srgbClr val="FFFFFF"/>
              </a:solidFill>
            </a:endParaRPr>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3 Perfil Cliente">
  <p:cSld name="TITLE_3_6_1_1_1_1_1_1_1_1_1">
    <p:spTree>
      <p:nvGrpSpPr>
        <p:cNvPr id="920" name="Shape 920"/>
        <p:cNvGrpSpPr/>
        <p:nvPr/>
      </p:nvGrpSpPr>
      <p:grpSpPr>
        <a:xfrm>
          <a:off x="0" y="0"/>
          <a:ext cx="0" cy="0"/>
          <a:chOff x="0" y="0"/>
          <a:chExt cx="0" cy="0"/>
        </a:xfrm>
      </p:grpSpPr>
      <p:sp>
        <p:nvSpPr>
          <p:cNvPr id="921" name="Google Shape;921;p12"/>
          <p:cNvSpPr/>
          <p:nvPr/>
        </p:nvSpPr>
        <p:spPr>
          <a:xfrm>
            <a:off x="97888" y="377012"/>
            <a:ext cx="9893400" cy="296700"/>
          </a:xfrm>
          <a:prstGeom prst="roundRect">
            <a:avLst>
              <a:gd fmla="val 22902" name="adj"/>
            </a:avLst>
          </a:prstGeom>
          <a:solidFill>
            <a:srgbClr val="F3F3F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922" name="Google Shape;922;p12"/>
          <p:cNvSpPr/>
          <p:nvPr/>
        </p:nvSpPr>
        <p:spPr>
          <a:xfrm>
            <a:off x="77688" y="358938"/>
            <a:ext cx="9935700" cy="6438000"/>
          </a:xfrm>
          <a:prstGeom prst="roundRect">
            <a:avLst>
              <a:gd fmla="val 2618" name="adj"/>
            </a:avLst>
          </a:prstGeom>
          <a:solidFill>
            <a:srgbClr val="FFFFFF"/>
          </a:solidFill>
          <a:ln cap="flat" cmpd="sng" w="38100">
            <a:solidFill>
              <a:srgbClr val="000000"/>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23" name="Google Shape;923;p12"/>
          <p:cNvCxnSpPr/>
          <p:nvPr/>
        </p:nvCxnSpPr>
        <p:spPr>
          <a:xfrm>
            <a:off x="77688" y="772614"/>
            <a:ext cx="9935700" cy="0"/>
          </a:xfrm>
          <a:prstGeom prst="straightConnector1">
            <a:avLst/>
          </a:prstGeom>
          <a:noFill/>
          <a:ln cap="flat" cmpd="sng" w="19050">
            <a:solidFill>
              <a:srgbClr val="000000"/>
            </a:solidFill>
            <a:prstDash val="solid"/>
            <a:round/>
            <a:headEnd len="med" w="med" type="none"/>
            <a:tailEnd len="med" w="med" type="none"/>
          </a:ln>
        </p:spPr>
      </p:cxnSp>
      <p:cxnSp>
        <p:nvCxnSpPr>
          <p:cNvPr id="924" name="Google Shape;924;p12"/>
          <p:cNvCxnSpPr/>
          <p:nvPr/>
        </p:nvCxnSpPr>
        <p:spPr>
          <a:xfrm rot="10800000">
            <a:off x="2439038" y="368188"/>
            <a:ext cx="0" cy="402300"/>
          </a:xfrm>
          <a:prstGeom prst="straightConnector1">
            <a:avLst/>
          </a:prstGeom>
          <a:noFill/>
          <a:ln cap="flat" cmpd="sng" w="19050">
            <a:solidFill>
              <a:srgbClr val="000000"/>
            </a:solidFill>
            <a:prstDash val="solid"/>
            <a:round/>
            <a:headEnd len="med" w="med" type="none"/>
            <a:tailEnd len="med" w="med" type="none"/>
          </a:ln>
        </p:spPr>
      </p:cxnSp>
      <p:sp>
        <p:nvSpPr>
          <p:cNvPr id="925" name="Google Shape;925;p12"/>
          <p:cNvSpPr/>
          <p:nvPr/>
        </p:nvSpPr>
        <p:spPr>
          <a:xfrm>
            <a:off x="77688" y="349338"/>
            <a:ext cx="2361300" cy="421200"/>
          </a:xfrm>
          <a:prstGeom prst="roundRect">
            <a:avLst>
              <a:gd fmla="val 50000" name="adj"/>
            </a:avLst>
          </a:prstGeom>
          <a:solidFill>
            <a:srgbClr val="000000"/>
          </a:solidFill>
          <a:ln cap="flat" cmpd="sng" w="9525">
            <a:solidFill>
              <a:srgbClr val="000000"/>
            </a:solidFill>
            <a:prstDash val="solid"/>
            <a:round/>
            <a:headEnd len="sm" w="sm" type="none"/>
            <a:tailEnd len="sm" w="sm" type="none"/>
          </a:ln>
        </p:spPr>
        <p:txBody>
          <a:bodyPr anchorCtr="0" anchor="ctr" bIns="91425" lIns="0" spcFirstLastPara="1" rIns="0" wrap="square" tIns="91425">
            <a:noAutofit/>
          </a:bodyPr>
          <a:lstStyle/>
          <a:p>
            <a:pPr indent="0" lvl="0" marL="0" rtl="0" algn="ctr">
              <a:spcBef>
                <a:spcPts val="0"/>
              </a:spcBef>
              <a:spcAft>
                <a:spcPts val="0"/>
              </a:spcAft>
              <a:buNone/>
            </a:pPr>
            <a:r>
              <a:rPr b="1" lang="es-419" sz="1100">
                <a:solidFill>
                  <a:srgbClr val="FFFFFF"/>
                </a:solidFill>
              </a:rPr>
              <a:t>Perfil Cliente</a:t>
            </a:r>
            <a:endParaRPr b="1" sz="1100">
              <a:solidFill>
                <a:srgbClr val="FFFFFF"/>
              </a:solidFill>
            </a:endParaRPr>
          </a:p>
          <a:p>
            <a:pPr indent="0" lvl="0" marL="0" rtl="0" algn="ctr">
              <a:spcBef>
                <a:spcPts val="0"/>
              </a:spcBef>
              <a:spcAft>
                <a:spcPts val="0"/>
              </a:spcAft>
              <a:buNone/>
            </a:pPr>
            <a:r>
              <a:t/>
            </a:r>
            <a:endParaRPr b="1" sz="1200">
              <a:solidFill>
                <a:srgbClr val="FFFFFF"/>
              </a:solidFill>
            </a:endParaRPr>
          </a:p>
        </p:txBody>
      </p:sp>
      <p:sp>
        <p:nvSpPr>
          <p:cNvPr id="926" name="Google Shape;926;p12"/>
          <p:cNvSpPr/>
          <p:nvPr/>
        </p:nvSpPr>
        <p:spPr>
          <a:xfrm>
            <a:off x="83988" y="595504"/>
            <a:ext cx="190200" cy="1692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 name="Google Shape;927;p12"/>
          <p:cNvSpPr/>
          <p:nvPr/>
        </p:nvSpPr>
        <p:spPr>
          <a:xfrm>
            <a:off x="2350598" y="358950"/>
            <a:ext cx="88500" cy="4023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 name="Google Shape;928;p12"/>
          <p:cNvSpPr/>
          <p:nvPr/>
        </p:nvSpPr>
        <p:spPr>
          <a:xfrm>
            <a:off x="2277739" y="663750"/>
            <a:ext cx="88500" cy="1089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 name="Google Shape;929;p12"/>
          <p:cNvSpPr/>
          <p:nvPr/>
        </p:nvSpPr>
        <p:spPr>
          <a:xfrm>
            <a:off x="3477925" y="1396265"/>
            <a:ext cx="6172500" cy="554100"/>
          </a:xfrm>
          <a:prstGeom prst="roundRect">
            <a:avLst>
              <a:gd fmla="val 6541"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 name="Google Shape;930;p12"/>
          <p:cNvSpPr txBox="1"/>
          <p:nvPr/>
        </p:nvSpPr>
        <p:spPr>
          <a:xfrm>
            <a:off x="454807" y="1362662"/>
            <a:ext cx="3000000" cy="540000"/>
          </a:xfrm>
          <a:prstGeom prst="rect">
            <a:avLst/>
          </a:prstGeom>
          <a:noFill/>
          <a:ln>
            <a:noFill/>
          </a:ln>
        </p:spPr>
        <p:txBody>
          <a:bodyPr anchorCtr="0" anchor="t" bIns="54000" lIns="54000" spcFirstLastPara="1" rIns="54000" wrap="square" tIns="54000">
            <a:spAutoFit/>
          </a:bodyPr>
          <a:lstStyle/>
          <a:p>
            <a:pPr indent="0" lvl="0" marL="0" rtl="0" algn="r">
              <a:spcBef>
                <a:spcPts val="0"/>
              </a:spcBef>
              <a:spcAft>
                <a:spcPts val="0"/>
              </a:spcAft>
              <a:buNone/>
            </a:pPr>
            <a:r>
              <a:rPr b="1" lang="es-419" sz="1000">
                <a:solidFill>
                  <a:schemeClr val="dk1"/>
                </a:solidFill>
                <a:latin typeface="Arvo"/>
                <a:ea typeface="Arvo"/>
                <a:cs typeface="Arvo"/>
                <a:sym typeface="Arvo"/>
              </a:rPr>
              <a:t>Representante </a:t>
            </a:r>
            <a:endParaRPr b="1" sz="1000">
              <a:solidFill>
                <a:schemeClr val="dk1"/>
              </a:solidFill>
              <a:latin typeface="Arvo"/>
              <a:ea typeface="Arvo"/>
              <a:cs typeface="Arvo"/>
              <a:sym typeface="Arvo"/>
            </a:endParaRPr>
          </a:p>
          <a:p>
            <a:pPr indent="0" lvl="0" marL="0" rtl="0" algn="r">
              <a:spcBef>
                <a:spcPts val="0"/>
              </a:spcBef>
              <a:spcAft>
                <a:spcPts val="0"/>
              </a:spcAft>
              <a:buNone/>
            </a:pPr>
            <a:r>
              <a:rPr i="1" lang="es-419" sz="600">
                <a:solidFill>
                  <a:schemeClr val="dk1"/>
                </a:solidFill>
                <a:latin typeface="Arvo"/>
                <a:ea typeface="Arvo"/>
                <a:cs typeface="Arvo"/>
                <a:sym typeface="Arvo"/>
              </a:rPr>
              <a:t>&lt;[Quién es el representante de las partes interesadas del proyecto?  (Esto es opcional, si está documentado en otro lugar.) Lo que queremos aquí son nombres.]&gt;</a:t>
            </a:r>
            <a:endParaRPr i="1" sz="600">
              <a:solidFill>
                <a:schemeClr val="dk1"/>
              </a:solidFill>
              <a:latin typeface="Arvo"/>
              <a:ea typeface="Arvo"/>
              <a:cs typeface="Arvo"/>
              <a:sym typeface="Arvo"/>
            </a:endParaRPr>
          </a:p>
        </p:txBody>
      </p:sp>
      <p:sp>
        <p:nvSpPr>
          <p:cNvPr id="931" name="Google Shape;931;p12"/>
          <p:cNvSpPr txBox="1"/>
          <p:nvPr/>
        </p:nvSpPr>
        <p:spPr>
          <a:xfrm>
            <a:off x="480000" y="2076645"/>
            <a:ext cx="3000000" cy="431100"/>
          </a:xfrm>
          <a:prstGeom prst="rect">
            <a:avLst/>
          </a:prstGeom>
          <a:noFill/>
          <a:ln>
            <a:noFill/>
          </a:ln>
        </p:spPr>
        <p:txBody>
          <a:bodyPr anchorCtr="0" anchor="t" bIns="91425" lIns="91425" spcFirstLastPara="1" rIns="91425" wrap="square" tIns="91425">
            <a:spAutoFit/>
          </a:bodyPr>
          <a:lstStyle/>
          <a:p>
            <a:pPr indent="0" lvl="0" marL="0" rtl="0" algn="r">
              <a:spcBef>
                <a:spcPts val="0"/>
              </a:spcBef>
              <a:spcAft>
                <a:spcPts val="0"/>
              </a:spcAft>
              <a:buNone/>
            </a:pPr>
            <a:r>
              <a:rPr b="1" lang="es-419" sz="1000">
                <a:solidFill>
                  <a:schemeClr val="dk1"/>
                </a:solidFill>
                <a:latin typeface="Arvo"/>
                <a:ea typeface="Arvo"/>
                <a:cs typeface="Arvo"/>
                <a:sym typeface="Arvo"/>
              </a:rPr>
              <a:t>Descripción</a:t>
            </a:r>
            <a:endParaRPr b="1" sz="1000">
              <a:solidFill>
                <a:schemeClr val="dk1"/>
              </a:solidFill>
              <a:latin typeface="Roboto"/>
              <a:ea typeface="Roboto"/>
              <a:cs typeface="Roboto"/>
              <a:sym typeface="Roboto"/>
            </a:endParaRPr>
          </a:p>
          <a:p>
            <a:pPr indent="0" lvl="0" marL="0" rtl="0" algn="r">
              <a:spcBef>
                <a:spcPts val="0"/>
              </a:spcBef>
              <a:spcAft>
                <a:spcPts val="0"/>
              </a:spcAft>
              <a:buNone/>
            </a:pPr>
            <a:r>
              <a:rPr i="1" lang="es-419" sz="600">
                <a:solidFill>
                  <a:schemeClr val="dk1"/>
                </a:solidFill>
                <a:latin typeface="Arvo"/>
                <a:ea typeface="Arvo"/>
                <a:cs typeface="Arvo"/>
                <a:sym typeface="Arvo"/>
              </a:rPr>
              <a:t>&lt;[Breve descripción del tipo de actor.]&gt;</a:t>
            </a:r>
            <a:endParaRPr i="1"/>
          </a:p>
        </p:txBody>
      </p:sp>
      <p:sp>
        <p:nvSpPr>
          <p:cNvPr id="932" name="Google Shape;932;p12"/>
          <p:cNvSpPr txBox="1"/>
          <p:nvPr/>
        </p:nvSpPr>
        <p:spPr>
          <a:xfrm>
            <a:off x="480000" y="2737550"/>
            <a:ext cx="3000000" cy="431100"/>
          </a:xfrm>
          <a:prstGeom prst="rect">
            <a:avLst/>
          </a:prstGeom>
          <a:noFill/>
          <a:ln>
            <a:noFill/>
          </a:ln>
        </p:spPr>
        <p:txBody>
          <a:bodyPr anchorCtr="0" anchor="t" bIns="91425" lIns="91425" spcFirstLastPara="1" rIns="91425" wrap="square" tIns="91425">
            <a:spAutoFit/>
          </a:bodyPr>
          <a:lstStyle/>
          <a:p>
            <a:pPr indent="0" lvl="0" marL="0" rtl="0" algn="r">
              <a:spcBef>
                <a:spcPts val="0"/>
              </a:spcBef>
              <a:spcAft>
                <a:spcPts val="0"/>
              </a:spcAft>
              <a:buNone/>
            </a:pPr>
            <a:r>
              <a:rPr b="1" lang="es-419" sz="1000">
                <a:solidFill>
                  <a:schemeClr val="dk1"/>
                </a:solidFill>
                <a:latin typeface="Arvo"/>
                <a:ea typeface="Arvo"/>
                <a:cs typeface="Arvo"/>
                <a:sym typeface="Arvo"/>
              </a:rPr>
              <a:t>Tipo</a:t>
            </a:r>
            <a:endParaRPr b="1" sz="1000">
              <a:solidFill>
                <a:schemeClr val="dk1"/>
              </a:solidFill>
              <a:latin typeface="Arvo"/>
              <a:ea typeface="Arvo"/>
              <a:cs typeface="Arvo"/>
              <a:sym typeface="Arvo"/>
            </a:endParaRPr>
          </a:p>
          <a:p>
            <a:pPr indent="0" lvl="0" marL="0" rtl="0" algn="r">
              <a:spcBef>
                <a:spcPts val="0"/>
              </a:spcBef>
              <a:spcAft>
                <a:spcPts val="0"/>
              </a:spcAft>
              <a:buNone/>
            </a:pPr>
            <a:r>
              <a:rPr i="1" lang="es-419" sz="600">
                <a:solidFill>
                  <a:schemeClr val="dk1"/>
                </a:solidFill>
                <a:latin typeface="Arvo"/>
                <a:ea typeface="Arvo"/>
                <a:cs typeface="Arvo"/>
                <a:sym typeface="Arvo"/>
              </a:rPr>
              <a:t>&lt;[Califique la experiencia y los antecedentes de las partes interesadas]&gt;</a:t>
            </a:r>
            <a:endParaRPr i="1"/>
          </a:p>
        </p:txBody>
      </p:sp>
      <p:sp>
        <p:nvSpPr>
          <p:cNvPr id="933" name="Google Shape;933;p12"/>
          <p:cNvSpPr txBox="1"/>
          <p:nvPr/>
        </p:nvSpPr>
        <p:spPr>
          <a:xfrm>
            <a:off x="480000" y="3352800"/>
            <a:ext cx="3000000" cy="431100"/>
          </a:xfrm>
          <a:prstGeom prst="rect">
            <a:avLst/>
          </a:prstGeom>
          <a:noFill/>
          <a:ln>
            <a:noFill/>
          </a:ln>
        </p:spPr>
        <p:txBody>
          <a:bodyPr anchorCtr="0" anchor="t" bIns="91425" lIns="91425" spcFirstLastPara="1" rIns="91425" wrap="square" tIns="91425">
            <a:spAutoFit/>
          </a:bodyPr>
          <a:lstStyle/>
          <a:p>
            <a:pPr indent="0" lvl="0" marL="0" rtl="0" algn="r">
              <a:spcBef>
                <a:spcPts val="0"/>
              </a:spcBef>
              <a:spcAft>
                <a:spcPts val="0"/>
              </a:spcAft>
              <a:buNone/>
            </a:pPr>
            <a:r>
              <a:rPr b="1" lang="es-419" sz="1000">
                <a:solidFill>
                  <a:schemeClr val="dk1"/>
                </a:solidFill>
                <a:latin typeface="Arvo"/>
                <a:ea typeface="Arvo"/>
                <a:cs typeface="Arvo"/>
                <a:sym typeface="Arvo"/>
              </a:rPr>
              <a:t>Criterios de Éxito</a:t>
            </a:r>
            <a:endParaRPr b="1" sz="1000">
              <a:solidFill>
                <a:schemeClr val="dk1"/>
              </a:solidFill>
              <a:latin typeface="Arvo"/>
              <a:ea typeface="Arvo"/>
              <a:cs typeface="Arvo"/>
              <a:sym typeface="Arvo"/>
            </a:endParaRPr>
          </a:p>
          <a:p>
            <a:pPr indent="0" lvl="0" marL="0" rtl="0" algn="r">
              <a:spcBef>
                <a:spcPts val="0"/>
              </a:spcBef>
              <a:spcAft>
                <a:spcPts val="0"/>
              </a:spcAft>
              <a:buNone/>
            </a:pPr>
            <a:r>
              <a:rPr i="1" lang="es-419" sz="600">
                <a:solidFill>
                  <a:schemeClr val="dk1"/>
                </a:solidFill>
                <a:latin typeface="Arvo"/>
                <a:ea typeface="Arvo"/>
                <a:cs typeface="Arvo"/>
                <a:sym typeface="Arvo"/>
              </a:rPr>
              <a:t>&lt;[¿Cómo define el el actor el éxito?¿Cómo se recompensa el interesado?]&gt;</a:t>
            </a:r>
            <a:endParaRPr i="1"/>
          </a:p>
        </p:txBody>
      </p:sp>
      <p:sp>
        <p:nvSpPr>
          <p:cNvPr id="934" name="Google Shape;934;p12"/>
          <p:cNvSpPr txBox="1"/>
          <p:nvPr/>
        </p:nvSpPr>
        <p:spPr>
          <a:xfrm>
            <a:off x="480000" y="4013407"/>
            <a:ext cx="3000000" cy="615600"/>
          </a:xfrm>
          <a:prstGeom prst="rect">
            <a:avLst/>
          </a:prstGeom>
          <a:noFill/>
          <a:ln>
            <a:noFill/>
          </a:ln>
        </p:spPr>
        <p:txBody>
          <a:bodyPr anchorCtr="0" anchor="t" bIns="91425" lIns="91425" spcFirstLastPara="1" rIns="91425" wrap="square" tIns="91425">
            <a:spAutoFit/>
          </a:bodyPr>
          <a:lstStyle/>
          <a:p>
            <a:pPr indent="0" lvl="0" marL="0" rtl="0" algn="r">
              <a:spcBef>
                <a:spcPts val="0"/>
              </a:spcBef>
              <a:spcAft>
                <a:spcPts val="0"/>
              </a:spcAft>
              <a:buNone/>
            </a:pPr>
            <a:r>
              <a:rPr b="1" lang="es-419" sz="1000">
                <a:solidFill>
                  <a:schemeClr val="dk1"/>
                </a:solidFill>
                <a:latin typeface="Arvo"/>
                <a:ea typeface="Arvo"/>
                <a:cs typeface="Arvo"/>
                <a:sym typeface="Arvo"/>
              </a:rPr>
              <a:t>Intervención</a:t>
            </a:r>
            <a:endParaRPr b="1" sz="1000">
              <a:solidFill>
                <a:schemeClr val="dk1"/>
              </a:solidFill>
              <a:latin typeface="Arvo"/>
              <a:ea typeface="Arvo"/>
              <a:cs typeface="Arvo"/>
              <a:sym typeface="Arvo"/>
            </a:endParaRPr>
          </a:p>
          <a:p>
            <a:pPr indent="0" lvl="0" marL="0" rtl="0" algn="r">
              <a:spcBef>
                <a:spcPts val="0"/>
              </a:spcBef>
              <a:spcAft>
                <a:spcPts val="0"/>
              </a:spcAft>
              <a:buNone/>
            </a:pPr>
            <a:r>
              <a:rPr i="1" lang="es-419" sz="600">
                <a:solidFill>
                  <a:schemeClr val="dk1"/>
                </a:solidFill>
                <a:latin typeface="Arvo"/>
                <a:ea typeface="Arvo"/>
                <a:cs typeface="Arvo"/>
                <a:sym typeface="Arvo"/>
              </a:rPr>
              <a:t> &lt;[</a:t>
            </a:r>
            <a:r>
              <a:rPr i="1" lang="es-419" sz="600">
                <a:solidFill>
                  <a:srgbClr val="202124"/>
                </a:solidFill>
                <a:latin typeface="Arvo"/>
                <a:ea typeface="Arvo"/>
                <a:cs typeface="Arvo"/>
                <a:sym typeface="Arvo"/>
              </a:rPr>
              <a:t>¿Cómo participa la parte interesada en el proyecto? Relacionarse, cuando sea posible, con los roles de Rational Unified Process, es decir, Revisor de modelos de casos de uso empresarial, etc.</a:t>
            </a:r>
            <a:r>
              <a:rPr i="1" lang="es-419" sz="600">
                <a:solidFill>
                  <a:schemeClr val="dk1"/>
                </a:solidFill>
                <a:latin typeface="Arvo"/>
                <a:ea typeface="Arvo"/>
                <a:cs typeface="Arvo"/>
                <a:sym typeface="Arvo"/>
              </a:rPr>
              <a:t>]&gt;</a:t>
            </a:r>
            <a:endParaRPr i="1"/>
          </a:p>
        </p:txBody>
      </p:sp>
      <p:sp>
        <p:nvSpPr>
          <p:cNvPr id="935" name="Google Shape;935;p12"/>
          <p:cNvSpPr txBox="1"/>
          <p:nvPr/>
        </p:nvSpPr>
        <p:spPr>
          <a:xfrm>
            <a:off x="480000" y="4686610"/>
            <a:ext cx="3000000" cy="646500"/>
          </a:xfrm>
          <a:prstGeom prst="rect">
            <a:avLst/>
          </a:prstGeom>
          <a:noFill/>
          <a:ln>
            <a:noFill/>
          </a:ln>
        </p:spPr>
        <p:txBody>
          <a:bodyPr anchorCtr="0" anchor="t" bIns="91425" lIns="91425" spcFirstLastPara="1" rIns="91425" wrap="square" tIns="91425">
            <a:spAutoFit/>
          </a:bodyPr>
          <a:lstStyle/>
          <a:p>
            <a:pPr indent="0" lvl="0" marL="0" rtl="0" algn="r">
              <a:spcBef>
                <a:spcPts val="0"/>
              </a:spcBef>
              <a:spcAft>
                <a:spcPts val="0"/>
              </a:spcAft>
              <a:buNone/>
            </a:pPr>
            <a:r>
              <a:rPr b="1" lang="es-419" sz="1000">
                <a:solidFill>
                  <a:schemeClr val="dk1"/>
                </a:solidFill>
                <a:latin typeface="Arvo"/>
                <a:ea typeface="Arvo"/>
                <a:cs typeface="Arvo"/>
                <a:sym typeface="Arvo"/>
              </a:rPr>
              <a:t>Entregables </a:t>
            </a:r>
            <a:r>
              <a:rPr b="1" lang="es-419" sz="1200">
                <a:solidFill>
                  <a:schemeClr val="dk1"/>
                </a:solidFill>
                <a:latin typeface="Arvo"/>
                <a:ea typeface="Arvo"/>
                <a:cs typeface="Arvo"/>
                <a:sym typeface="Arvo"/>
              </a:rPr>
              <a:t>                                                         </a:t>
            </a:r>
            <a:r>
              <a:rPr i="1" lang="es-419" sz="1200">
                <a:solidFill>
                  <a:schemeClr val="dk1"/>
                </a:solidFill>
                <a:latin typeface="Arvo"/>
                <a:ea typeface="Arvo"/>
                <a:cs typeface="Arvo"/>
                <a:sym typeface="Arvo"/>
              </a:rPr>
              <a:t> </a:t>
            </a:r>
            <a:r>
              <a:rPr i="1" lang="es-419" sz="600">
                <a:solidFill>
                  <a:schemeClr val="dk1"/>
                </a:solidFill>
                <a:latin typeface="Arvo"/>
                <a:ea typeface="Arvo"/>
                <a:cs typeface="Arvo"/>
                <a:sym typeface="Arvo"/>
              </a:rPr>
              <a:t>&lt;[</a:t>
            </a:r>
            <a:r>
              <a:rPr i="1" lang="es-419" sz="600">
                <a:solidFill>
                  <a:srgbClr val="202124"/>
                </a:solidFill>
                <a:latin typeface="Arvo"/>
                <a:ea typeface="Arvo"/>
                <a:cs typeface="Arvo"/>
                <a:sym typeface="Arvo"/>
              </a:rPr>
              <a:t>¿Hay entregables adicionales requeridos por las partes interesadas? Estos podrían ser entregables del proyecto o resultados del sistema en desarrollo.</a:t>
            </a:r>
            <a:r>
              <a:rPr i="1" lang="es-419" sz="600">
                <a:solidFill>
                  <a:schemeClr val="dk1"/>
                </a:solidFill>
                <a:latin typeface="Arvo"/>
                <a:ea typeface="Arvo"/>
                <a:cs typeface="Arvo"/>
                <a:sym typeface="Arvo"/>
              </a:rPr>
              <a:t>]&gt;</a:t>
            </a:r>
            <a:endParaRPr i="1"/>
          </a:p>
        </p:txBody>
      </p:sp>
      <p:sp>
        <p:nvSpPr>
          <p:cNvPr id="936" name="Google Shape;936;p12"/>
          <p:cNvSpPr txBox="1"/>
          <p:nvPr/>
        </p:nvSpPr>
        <p:spPr>
          <a:xfrm>
            <a:off x="480000" y="5444423"/>
            <a:ext cx="3000000" cy="523200"/>
          </a:xfrm>
          <a:prstGeom prst="rect">
            <a:avLst/>
          </a:prstGeom>
          <a:noFill/>
          <a:ln>
            <a:noFill/>
          </a:ln>
        </p:spPr>
        <p:txBody>
          <a:bodyPr anchorCtr="0" anchor="t" bIns="91425" lIns="91425" spcFirstLastPara="1" rIns="91425" wrap="square" tIns="91425">
            <a:spAutoFit/>
          </a:bodyPr>
          <a:lstStyle/>
          <a:p>
            <a:pPr indent="0" lvl="0" marL="0" rtl="0" algn="r">
              <a:spcBef>
                <a:spcPts val="0"/>
              </a:spcBef>
              <a:spcAft>
                <a:spcPts val="0"/>
              </a:spcAft>
              <a:buNone/>
            </a:pPr>
            <a:r>
              <a:rPr b="1" lang="es-419" sz="1000">
                <a:solidFill>
                  <a:schemeClr val="dk1"/>
                </a:solidFill>
                <a:latin typeface="Arvo"/>
                <a:ea typeface="Arvo"/>
                <a:cs typeface="Arvo"/>
                <a:sym typeface="Arvo"/>
              </a:rPr>
              <a:t>Comentarios y problemas</a:t>
            </a:r>
            <a:endParaRPr b="1" sz="1000">
              <a:solidFill>
                <a:schemeClr val="dk1"/>
              </a:solidFill>
              <a:latin typeface="Roboto"/>
              <a:ea typeface="Roboto"/>
              <a:cs typeface="Roboto"/>
              <a:sym typeface="Roboto"/>
            </a:endParaRPr>
          </a:p>
          <a:p>
            <a:pPr indent="0" lvl="0" marL="0" rtl="0" algn="r">
              <a:spcBef>
                <a:spcPts val="0"/>
              </a:spcBef>
              <a:spcAft>
                <a:spcPts val="0"/>
              </a:spcAft>
              <a:buNone/>
            </a:pPr>
            <a:r>
              <a:rPr i="1" lang="es-419" sz="600">
                <a:solidFill>
                  <a:schemeClr val="dk1"/>
                </a:solidFill>
                <a:latin typeface="Arvo"/>
                <a:ea typeface="Arvo"/>
                <a:cs typeface="Arvo"/>
                <a:sym typeface="Arvo"/>
              </a:rPr>
              <a:t>&lt;[</a:t>
            </a:r>
            <a:r>
              <a:rPr i="1" lang="es-419" sz="600">
                <a:solidFill>
                  <a:srgbClr val="202124"/>
                </a:solidFill>
                <a:latin typeface="Arvo"/>
                <a:ea typeface="Arvo"/>
                <a:cs typeface="Arvo"/>
                <a:sym typeface="Arvo"/>
              </a:rPr>
              <a:t>Los problemas que interfieren con el éxito y cualquier otra información relevante van aquí.</a:t>
            </a:r>
            <a:r>
              <a:rPr lang="es-419" sz="600">
                <a:solidFill>
                  <a:schemeClr val="dk1"/>
                </a:solidFill>
                <a:latin typeface="Arvo"/>
                <a:ea typeface="Arvo"/>
                <a:cs typeface="Arvo"/>
                <a:sym typeface="Arvo"/>
              </a:rPr>
              <a:t>.]&gt;</a:t>
            </a:r>
            <a:endParaRPr>
              <a:solidFill>
                <a:schemeClr val="dk1"/>
              </a:solidFill>
            </a:endParaRPr>
          </a:p>
        </p:txBody>
      </p:sp>
      <p:sp>
        <p:nvSpPr>
          <p:cNvPr id="937" name="Google Shape;937;p12"/>
          <p:cNvSpPr/>
          <p:nvPr/>
        </p:nvSpPr>
        <p:spPr>
          <a:xfrm>
            <a:off x="3477925" y="2102174"/>
            <a:ext cx="6172500" cy="554100"/>
          </a:xfrm>
          <a:prstGeom prst="roundRect">
            <a:avLst>
              <a:gd fmla="val 6541"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 name="Google Shape;938;p12"/>
          <p:cNvSpPr/>
          <p:nvPr/>
        </p:nvSpPr>
        <p:spPr>
          <a:xfrm>
            <a:off x="3477925" y="2783750"/>
            <a:ext cx="6172500" cy="461700"/>
          </a:xfrm>
          <a:prstGeom prst="roundRect">
            <a:avLst>
              <a:gd fmla="val 6541"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 name="Google Shape;939;p12"/>
          <p:cNvSpPr/>
          <p:nvPr/>
        </p:nvSpPr>
        <p:spPr>
          <a:xfrm>
            <a:off x="3477925" y="3361210"/>
            <a:ext cx="6172500" cy="554100"/>
          </a:xfrm>
          <a:prstGeom prst="roundRect">
            <a:avLst>
              <a:gd fmla="val 6541"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 name="Google Shape;940;p12"/>
          <p:cNvSpPr/>
          <p:nvPr/>
        </p:nvSpPr>
        <p:spPr>
          <a:xfrm>
            <a:off x="3477925" y="4068017"/>
            <a:ext cx="6172500" cy="554100"/>
          </a:xfrm>
          <a:prstGeom prst="roundRect">
            <a:avLst>
              <a:gd fmla="val 6541"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 name="Google Shape;941;p12"/>
          <p:cNvSpPr/>
          <p:nvPr/>
        </p:nvSpPr>
        <p:spPr>
          <a:xfrm>
            <a:off x="3477925" y="4779010"/>
            <a:ext cx="6172500" cy="554100"/>
          </a:xfrm>
          <a:prstGeom prst="roundRect">
            <a:avLst>
              <a:gd fmla="val 6541"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 name="Google Shape;942;p12"/>
          <p:cNvSpPr/>
          <p:nvPr/>
        </p:nvSpPr>
        <p:spPr>
          <a:xfrm>
            <a:off x="3477925" y="5494810"/>
            <a:ext cx="6172500" cy="554100"/>
          </a:xfrm>
          <a:prstGeom prst="roundRect">
            <a:avLst>
              <a:gd fmla="val 6541"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 name="Google Shape;943;p12"/>
          <p:cNvSpPr txBox="1"/>
          <p:nvPr>
            <p:ph idx="1" type="subTitle"/>
          </p:nvPr>
        </p:nvSpPr>
        <p:spPr>
          <a:xfrm>
            <a:off x="3470925" y="1390468"/>
            <a:ext cx="6172500" cy="570900"/>
          </a:xfrm>
          <a:prstGeom prst="rect">
            <a:avLst/>
          </a:prstGeom>
          <a:noFill/>
          <a:ln>
            <a:noFill/>
          </a:ln>
        </p:spPr>
        <p:txBody>
          <a:bodyPr anchorCtr="0" anchor="ctr" bIns="36000" lIns="36000" spcFirstLastPara="1" rIns="36000" wrap="square" tIns="36000">
            <a:noAutofit/>
          </a:bodyPr>
          <a:lstStyle>
            <a:lvl1pPr lvl="0" rtl="0">
              <a:lnSpc>
                <a:spcPct val="90000"/>
              </a:lnSpc>
              <a:spcBef>
                <a:spcPts val="0"/>
              </a:spcBef>
              <a:spcAft>
                <a:spcPts val="0"/>
              </a:spcAft>
              <a:buClr>
                <a:srgbClr val="000000"/>
              </a:buClr>
              <a:buSzPts val="1000"/>
              <a:buFont typeface="Arvo"/>
              <a:buNone/>
              <a:defRPr sz="1000">
                <a:solidFill>
                  <a:srgbClr val="000000"/>
                </a:solidFill>
                <a:latin typeface="Arvo"/>
                <a:ea typeface="Arvo"/>
                <a:cs typeface="Arvo"/>
                <a:sym typeface="Arvo"/>
              </a:defRPr>
            </a:lvl1pPr>
            <a:lvl2pPr lvl="1" rtl="0">
              <a:lnSpc>
                <a:spcPct val="90000"/>
              </a:lnSpc>
              <a:spcBef>
                <a:spcPts val="0"/>
              </a:spcBef>
              <a:spcAft>
                <a:spcPts val="0"/>
              </a:spcAft>
              <a:buClr>
                <a:srgbClr val="000000"/>
              </a:buClr>
              <a:buSzPts val="1000"/>
              <a:buNone/>
              <a:defRPr sz="1000">
                <a:solidFill>
                  <a:srgbClr val="000000"/>
                </a:solidFill>
              </a:defRPr>
            </a:lvl2pPr>
            <a:lvl3pPr lvl="2" rtl="0">
              <a:lnSpc>
                <a:spcPct val="90000"/>
              </a:lnSpc>
              <a:spcBef>
                <a:spcPts val="0"/>
              </a:spcBef>
              <a:spcAft>
                <a:spcPts val="0"/>
              </a:spcAft>
              <a:buClr>
                <a:srgbClr val="000000"/>
              </a:buClr>
              <a:buSzPts val="1000"/>
              <a:buNone/>
              <a:defRPr sz="1000">
                <a:solidFill>
                  <a:srgbClr val="000000"/>
                </a:solidFill>
              </a:defRPr>
            </a:lvl3pPr>
            <a:lvl4pPr lvl="3" rtl="0">
              <a:lnSpc>
                <a:spcPct val="90000"/>
              </a:lnSpc>
              <a:spcBef>
                <a:spcPts val="0"/>
              </a:spcBef>
              <a:spcAft>
                <a:spcPts val="0"/>
              </a:spcAft>
              <a:buClr>
                <a:srgbClr val="000000"/>
              </a:buClr>
              <a:buSzPts val="1000"/>
              <a:buNone/>
              <a:defRPr sz="1000">
                <a:solidFill>
                  <a:srgbClr val="000000"/>
                </a:solidFill>
              </a:defRPr>
            </a:lvl4pPr>
            <a:lvl5pPr lvl="4" rtl="0">
              <a:lnSpc>
                <a:spcPct val="90000"/>
              </a:lnSpc>
              <a:spcBef>
                <a:spcPts val="0"/>
              </a:spcBef>
              <a:spcAft>
                <a:spcPts val="0"/>
              </a:spcAft>
              <a:buClr>
                <a:srgbClr val="000000"/>
              </a:buClr>
              <a:buSzPts val="1000"/>
              <a:buNone/>
              <a:defRPr sz="1000">
                <a:solidFill>
                  <a:srgbClr val="000000"/>
                </a:solidFill>
              </a:defRPr>
            </a:lvl5pPr>
            <a:lvl6pPr lvl="5" rtl="0">
              <a:lnSpc>
                <a:spcPct val="90000"/>
              </a:lnSpc>
              <a:spcBef>
                <a:spcPts val="0"/>
              </a:spcBef>
              <a:spcAft>
                <a:spcPts val="0"/>
              </a:spcAft>
              <a:buClr>
                <a:srgbClr val="000000"/>
              </a:buClr>
              <a:buSzPts val="1000"/>
              <a:buNone/>
              <a:defRPr sz="1000">
                <a:solidFill>
                  <a:srgbClr val="000000"/>
                </a:solidFill>
              </a:defRPr>
            </a:lvl6pPr>
            <a:lvl7pPr lvl="6" rtl="0">
              <a:lnSpc>
                <a:spcPct val="90000"/>
              </a:lnSpc>
              <a:spcBef>
                <a:spcPts val="0"/>
              </a:spcBef>
              <a:spcAft>
                <a:spcPts val="0"/>
              </a:spcAft>
              <a:buClr>
                <a:srgbClr val="000000"/>
              </a:buClr>
              <a:buSzPts val="1000"/>
              <a:buNone/>
              <a:defRPr sz="1000">
                <a:solidFill>
                  <a:srgbClr val="000000"/>
                </a:solidFill>
              </a:defRPr>
            </a:lvl7pPr>
            <a:lvl8pPr lvl="7" rtl="0">
              <a:lnSpc>
                <a:spcPct val="90000"/>
              </a:lnSpc>
              <a:spcBef>
                <a:spcPts val="0"/>
              </a:spcBef>
              <a:spcAft>
                <a:spcPts val="0"/>
              </a:spcAft>
              <a:buClr>
                <a:srgbClr val="000000"/>
              </a:buClr>
              <a:buSzPts val="1000"/>
              <a:buNone/>
              <a:defRPr sz="1000">
                <a:solidFill>
                  <a:srgbClr val="000000"/>
                </a:solidFill>
              </a:defRPr>
            </a:lvl8pPr>
            <a:lvl9pPr lvl="8" rtl="0">
              <a:lnSpc>
                <a:spcPct val="90000"/>
              </a:lnSpc>
              <a:spcBef>
                <a:spcPts val="0"/>
              </a:spcBef>
              <a:spcAft>
                <a:spcPts val="0"/>
              </a:spcAft>
              <a:buClr>
                <a:srgbClr val="000000"/>
              </a:buClr>
              <a:buSzPts val="1000"/>
              <a:buNone/>
              <a:defRPr sz="1000">
                <a:solidFill>
                  <a:srgbClr val="000000"/>
                </a:solidFill>
              </a:defRPr>
            </a:lvl9pPr>
          </a:lstStyle>
          <a:p/>
        </p:txBody>
      </p:sp>
      <p:sp>
        <p:nvSpPr>
          <p:cNvPr id="944" name="Google Shape;944;p12"/>
          <p:cNvSpPr txBox="1"/>
          <p:nvPr>
            <p:ph idx="2" type="subTitle"/>
          </p:nvPr>
        </p:nvSpPr>
        <p:spPr>
          <a:xfrm>
            <a:off x="3470925" y="2095590"/>
            <a:ext cx="6172500" cy="570900"/>
          </a:xfrm>
          <a:prstGeom prst="rect">
            <a:avLst/>
          </a:prstGeom>
          <a:noFill/>
          <a:ln>
            <a:noFill/>
          </a:ln>
        </p:spPr>
        <p:txBody>
          <a:bodyPr anchorCtr="0" anchor="ctr" bIns="36000" lIns="36000" spcFirstLastPara="1" rIns="36000" wrap="square" tIns="36000">
            <a:noAutofit/>
          </a:bodyPr>
          <a:lstStyle>
            <a:lvl1pPr lvl="0" rtl="0">
              <a:lnSpc>
                <a:spcPct val="90000"/>
              </a:lnSpc>
              <a:spcBef>
                <a:spcPts val="0"/>
              </a:spcBef>
              <a:spcAft>
                <a:spcPts val="0"/>
              </a:spcAft>
              <a:buClr>
                <a:srgbClr val="000000"/>
              </a:buClr>
              <a:buSzPts val="1000"/>
              <a:buFont typeface="Arvo"/>
              <a:buNone/>
              <a:defRPr sz="1000">
                <a:solidFill>
                  <a:srgbClr val="000000"/>
                </a:solidFill>
                <a:latin typeface="Arvo"/>
                <a:ea typeface="Arvo"/>
                <a:cs typeface="Arvo"/>
                <a:sym typeface="Arvo"/>
              </a:defRPr>
            </a:lvl1pPr>
            <a:lvl2pPr lvl="1" rtl="0">
              <a:lnSpc>
                <a:spcPct val="90000"/>
              </a:lnSpc>
              <a:spcBef>
                <a:spcPts val="0"/>
              </a:spcBef>
              <a:spcAft>
                <a:spcPts val="0"/>
              </a:spcAft>
              <a:buClr>
                <a:srgbClr val="000000"/>
              </a:buClr>
              <a:buSzPts val="1000"/>
              <a:buNone/>
              <a:defRPr sz="1000">
                <a:solidFill>
                  <a:srgbClr val="000000"/>
                </a:solidFill>
              </a:defRPr>
            </a:lvl2pPr>
            <a:lvl3pPr lvl="2" rtl="0">
              <a:lnSpc>
                <a:spcPct val="90000"/>
              </a:lnSpc>
              <a:spcBef>
                <a:spcPts val="0"/>
              </a:spcBef>
              <a:spcAft>
                <a:spcPts val="0"/>
              </a:spcAft>
              <a:buClr>
                <a:srgbClr val="000000"/>
              </a:buClr>
              <a:buSzPts val="1000"/>
              <a:buNone/>
              <a:defRPr sz="1000">
                <a:solidFill>
                  <a:srgbClr val="000000"/>
                </a:solidFill>
              </a:defRPr>
            </a:lvl3pPr>
            <a:lvl4pPr lvl="3" rtl="0">
              <a:lnSpc>
                <a:spcPct val="90000"/>
              </a:lnSpc>
              <a:spcBef>
                <a:spcPts val="0"/>
              </a:spcBef>
              <a:spcAft>
                <a:spcPts val="0"/>
              </a:spcAft>
              <a:buClr>
                <a:srgbClr val="000000"/>
              </a:buClr>
              <a:buSzPts val="1000"/>
              <a:buNone/>
              <a:defRPr sz="1000">
                <a:solidFill>
                  <a:srgbClr val="000000"/>
                </a:solidFill>
              </a:defRPr>
            </a:lvl4pPr>
            <a:lvl5pPr lvl="4" rtl="0">
              <a:lnSpc>
                <a:spcPct val="90000"/>
              </a:lnSpc>
              <a:spcBef>
                <a:spcPts val="0"/>
              </a:spcBef>
              <a:spcAft>
                <a:spcPts val="0"/>
              </a:spcAft>
              <a:buClr>
                <a:srgbClr val="000000"/>
              </a:buClr>
              <a:buSzPts val="1000"/>
              <a:buNone/>
              <a:defRPr sz="1000">
                <a:solidFill>
                  <a:srgbClr val="000000"/>
                </a:solidFill>
              </a:defRPr>
            </a:lvl5pPr>
            <a:lvl6pPr lvl="5" rtl="0">
              <a:lnSpc>
                <a:spcPct val="90000"/>
              </a:lnSpc>
              <a:spcBef>
                <a:spcPts val="0"/>
              </a:spcBef>
              <a:spcAft>
                <a:spcPts val="0"/>
              </a:spcAft>
              <a:buClr>
                <a:srgbClr val="000000"/>
              </a:buClr>
              <a:buSzPts val="1000"/>
              <a:buNone/>
              <a:defRPr sz="1000">
                <a:solidFill>
                  <a:srgbClr val="000000"/>
                </a:solidFill>
              </a:defRPr>
            </a:lvl6pPr>
            <a:lvl7pPr lvl="6" rtl="0">
              <a:lnSpc>
                <a:spcPct val="90000"/>
              </a:lnSpc>
              <a:spcBef>
                <a:spcPts val="0"/>
              </a:spcBef>
              <a:spcAft>
                <a:spcPts val="0"/>
              </a:spcAft>
              <a:buClr>
                <a:srgbClr val="000000"/>
              </a:buClr>
              <a:buSzPts val="1000"/>
              <a:buNone/>
              <a:defRPr sz="1000">
                <a:solidFill>
                  <a:srgbClr val="000000"/>
                </a:solidFill>
              </a:defRPr>
            </a:lvl7pPr>
            <a:lvl8pPr lvl="7" rtl="0">
              <a:lnSpc>
                <a:spcPct val="90000"/>
              </a:lnSpc>
              <a:spcBef>
                <a:spcPts val="0"/>
              </a:spcBef>
              <a:spcAft>
                <a:spcPts val="0"/>
              </a:spcAft>
              <a:buClr>
                <a:srgbClr val="000000"/>
              </a:buClr>
              <a:buSzPts val="1000"/>
              <a:buNone/>
              <a:defRPr sz="1000">
                <a:solidFill>
                  <a:srgbClr val="000000"/>
                </a:solidFill>
              </a:defRPr>
            </a:lvl8pPr>
            <a:lvl9pPr lvl="8" rtl="0">
              <a:lnSpc>
                <a:spcPct val="90000"/>
              </a:lnSpc>
              <a:spcBef>
                <a:spcPts val="0"/>
              </a:spcBef>
              <a:spcAft>
                <a:spcPts val="0"/>
              </a:spcAft>
              <a:buClr>
                <a:srgbClr val="000000"/>
              </a:buClr>
              <a:buSzPts val="1000"/>
              <a:buNone/>
              <a:defRPr sz="1000">
                <a:solidFill>
                  <a:srgbClr val="000000"/>
                </a:solidFill>
              </a:defRPr>
            </a:lvl9pPr>
          </a:lstStyle>
          <a:p/>
        </p:txBody>
      </p:sp>
      <p:sp>
        <p:nvSpPr>
          <p:cNvPr id="945" name="Google Shape;945;p12"/>
          <p:cNvSpPr txBox="1"/>
          <p:nvPr>
            <p:ph idx="3" type="subTitle"/>
          </p:nvPr>
        </p:nvSpPr>
        <p:spPr>
          <a:xfrm>
            <a:off x="3470925" y="2781395"/>
            <a:ext cx="6172500" cy="461700"/>
          </a:xfrm>
          <a:prstGeom prst="rect">
            <a:avLst/>
          </a:prstGeom>
          <a:noFill/>
          <a:ln>
            <a:noFill/>
          </a:ln>
        </p:spPr>
        <p:txBody>
          <a:bodyPr anchorCtr="0" anchor="ctr" bIns="36000" lIns="36000" spcFirstLastPara="1" rIns="36000" wrap="square" tIns="36000">
            <a:noAutofit/>
          </a:bodyPr>
          <a:lstStyle>
            <a:lvl1pPr lvl="0" rtl="0">
              <a:lnSpc>
                <a:spcPct val="90000"/>
              </a:lnSpc>
              <a:spcBef>
                <a:spcPts val="0"/>
              </a:spcBef>
              <a:spcAft>
                <a:spcPts val="0"/>
              </a:spcAft>
              <a:buClr>
                <a:srgbClr val="000000"/>
              </a:buClr>
              <a:buSzPts val="1000"/>
              <a:buFont typeface="Arvo"/>
              <a:buNone/>
              <a:defRPr sz="1000">
                <a:solidFill>
                  <a:srgbClr val="000000"/>
                </a:solidFill>
                <a:latin typeface="Arvo"/>
                <a:ea typeface="Arvo"/>
                <a:cs typeface="Arvo"/>
                <a:sym typeface="Arvo"/>
              </a:defRPr>
            </a:lvl1pPr>
            <a:lvl2pPr lvl="1" rtl="0">
              <a:lnSpc>
                <a:spcPct val="90000"/>
              </a:lnSpc>
              <a:spcBef>
                <a:spcPts val="0"/>
              </a:spcBef>
              <a:spcAft>
                <a:spcPts val="0"/>
              </a:spcAft>
              <a:buClr>
                <a:srgbClr val="000000"/>
              </a:buClr>
              <a:buSzPts val="1000"/>
              <a:buNone/>
              <a:defRPr sz="1000">
                <a:solidFill>
                  <a:srgbClr val="000000"/>
                </a:solidFill>
              </a:defRPr>
            </a:lvl2pPr>
            <a:lvl3pPr lvl="2" rtl="0">
              <a:lnSpc>
                <a:spcPct val="90000"/>
              </a:lnSpc>
              <a:spcBef>
                <a:spcPts val="0"/>
              </a:spcBef>
              <a:spcAft>
                <a:spcPts val="0"/>
              </a:spcAft>
              <a:buClr>
                <a:srgbClr val="000000"/>
              </a:buClr>
              <a:buSzPts val="1000"/>
              <a:buNone/>
              <a:defRPr sz="1000">
                <a:solidFill>
                  <a:srgbClr val="000000"/>
                </a:solidFill>
              </a:defRPr>
            </a:lvl3pPr>
            <a:lvl4pPr lvl="3" rtl="0">
              <a:lnSpc>
                <a:spcPct val="90000"/>
              </a:lnSpc>
              <a:spcBef>
                <a:spcPts val="0"/>
              </a:spcBef>
              <a:spcAft>
                <a:spcPts val="0"/>
              </a:spcAft>
              <a:buClr>
                <a:srgbClr val="000000"/>
              </a:buClr>
              <a:buSzPts val="1000"/>
              <a:buNone/>
              <a:defRPr sz="1000">
                <a:solidFill>
                  <a:srgbClr val="000000"/>
                </a:solidFill>
              </a:defRPr>
            </a:lvl4pPr>
            <a:lvl5pPr lvl="4" rtl="0">
              <a:lnSpc>
                <a:spcPct val="90000"/>
              </a:lnSpc>
              <a:spcBef>
                <a:spcPts val="0"/>
              </a:spcBef>
              <a:spcAft>
                <a:spcPts val="0"/>
              </a:spcAft>
              <a:buClr>
                <a:srgbClr val="000000"/>
              </a:buClr>
              <a:buSzPts val="1000"/>
              <a:buNone/>
              <a:defRPr sz="1000">
                <a:solidFill>
                  <a:srgbClr val="000000"/>
                </a:solidFill>
              </a:defRPr>
            </a:lvl5pPr>
            <a:lvl6pPr lvl="5" rtl="0">
              <a:lnSpc>
                <a:spcPct val="90000"/>
              </a:lnSpc>
              <a:spcBef>
                <a:spcPts val="0"/>
              </a:spcBef>
              <a:spcAft>
                <a:spcPts val="0"/>
              </a:spcAft>
              <a:buClr>
                <a:srgbClr val="000000"/>
              </a:buClr>
              <a:buSzPts val="1000"/>
              <a:buNone/>
              <a:defRPr sz="1000">
                <a:solidFill>
                  <a:srgbClr val="000000"/>
                </a:solidFill>
              </a:defRPr>
            </a:lvl6pPr>
            <a:lvl7pPr lvl="6" rtl="0">
              <a:lnSpc>
                <a:spcPct val="90000"/>
              </a:lnSpc>
              <a:spcBef>
                <a:spcPts val="0"/>
              </a:spcBef>
              <a:spcAft>
                <a:spcPts val="0"/>
              </a:spcAft>
              <a:buClr>
                <a:srgbClr val="000000"/>
              </a:buClr>
              <a:buSzPts val="1000"/>
              <a:buNone/>
              <a:defRPr sz="1000">
                <a:solidFill>
                  <a:srgbClr val="000000"/>
                </a:solidFill>
              </a:defRPr>
            </a:lvl7pPr>
            <a:lvl8pPr lvl="7" rtl="0">
              <a:lnSpc>
                <a:spcPct val="90000"/>
              </a:lnSpc>
              <a:spcBef>
                <a:spcPts val="0"/>
              </a:spcBef>
              <a:spcAft>
                <a:spcPts val="0"/>
              </a:spcAft>
              <a:buClr>
                <a:srgbClr val="000000"/>
              </a:buClr>
              <a:buSzPts val="1000"/>
              <a:buNone/>
              <a:defRPr sz="1000">
                <a:solidFill>
                  <a:srgbClr val="000000"/>
                </a:solidFill>
              </a:defRPr>
            </a:lvl8pPr>
            <a:lvl9pPr lvl="8" rtl="0">
              <a:lnSpc>
                <a:spcPct val="90000"/>
              </a:lnSpc>
              <a:spcBef>
                <a:spcPts val="0"/>
              </a:spcBef>
              <a:spcAft>
                <a:spcPts val="0"/>
              </a:spcAft>
              <a:buClr>
                <a:srgbClr val="000000"/>
              </a:buClr>
              <a:buSzPts val="1000"/>
              <a:buNone/>
              <a:defRPr sz="1000">
                <a:solidFill>
                  <a:srgbClr val="000000"/>
                </a:solidFill>
              </a:defRPr>
            </a:lvl9pPr>
          </a:lstStyle>
          <a:p/>
        </p:txBody>
      </p:sp>
      <p:sp>
        <p:nvSpPr>
          <p:cNvPr id="946" name="Google Shape;946;p12"/>
          <p:cNvSpPr txBox="1"/>
          <p:nvPr>
            <p:ph idx="4" type="subTitle"/>
          </p:nvPr>
        </p:nvSpPr>
        <p:spPr>
          <a:xfrm>
            <a:off x="3470925" y="3353211"/>
            <a:ext cx="6172500" cy="570900"/>
          </a:xfrm>
          <a:prstGeom prst="rect">
            <a:avLst/>
          </a:prstGeom>
          <a:noFill/>
          <a:ln>
            <a:noFill/>
          </a:ln>
        </p:spPr>
        <p:txBody>
          <a:bodyPr anchorCtr="0" anchor="ctr" bIns="36000" lIns="36000" spcFirstLastPara="1" rIns="36000" wrap="square" tIns="36000">
            <a:noAutofit/>
          </a:bodyPr>
          <a:lstStyle>
            <a:lvl1pPr lvl="0" rtl="0">
              <a:lnSpc>
                <a:spcPct val="90000"/>
              </a:lnSpc>
              <a:spcBef>
                <a:spcPts val="0"/>
              </a:spcBef>
              <a:spcAft>
                <a:spcPts val="0"/>
              </a:spcAft>
              <a:buClr>
                <a:srgbClr val="000000"/>
              </a:buClr>
              <a:buSzPts val="1000"/>
              <a:buFont typeface="Arvo"/>
              <a:buNone/>
              <a:defRPr sz="1000">
                <a:solidFill>
                  <a:srgbClr val="000000"/>
                </a:solidFill>
                <a:latin typeface="Arvo"/>
                <a:ea typeface="Arvo"/>
                <a:cs typeface="Arvo"/>
                <a:sym typeface="Arvo"/>
              </a:defRPr>
            </a:lvl1pPr>
            <a:lvl2pPr lvl="1" rtl="0">
              <a:lnSpc>
                <a:spcPct val="90000"/>
              </a:lnSpc>
              <a:spcBef>
                <a:spcPts val="0"/>
              </a:spcBef>
              <a:spcAft>
                <a:spcPts val="0"/>
              </a:spcAft>
              <a:buClr>
                <a:srgbClr val="000000"/>
              </a:buClr>
              <a:buSzPts val="1000"/>
              <a:buNone/>
              <a:defRPr sz="1000">
                <a:solidFill>
                  <a:srgbClr val="000000"/>
                </a:solidFill>
              </a:defRPr>
            </a:lvl2pPr>
            <a:lvl3pPr lvl="2" rtl="0">
              <a:lnSpc>
                <a:spcPct val="90000"/>
              </a:lnSpc>
              <a:spcBef>
                <a:spcPts val="0"/>
              </a:spcBef>
              <a:spcAft>
                <a:spcPts val="0"/>
              </a:spcAft>
              <a:buClr>
                <a:srgbClr val="000000"/>
              </a:buClr>
              <a:buSzPts val="1000"/>
              <a:buNone/>
              <a:defRPr sz="1000">
                <a:solidFill>
                  <a:srgbClr val="000000"/>
                </a:solidFill>
              </a:defRPr>
            </a:lvl3pPr>
            <a:lvl4pPr lvl="3" rtl="0">
              <a:lnSpc>
                <a:spcPct val="90000"/>
              </a:lnSpc>
              <a:spcBef>
                <a:spcPts val="0"/>
              </a:spcBef>
              <a:spcAft>
                <a:spcPts val="0"/>
              </a:spcAft>
              <a:buClr>
                <a:srgbClr val="000000"/>
              </a:buClr>
              <a:buSzPts val="1000"/>
              <a:buNone/>
              <a:defRPr sz="1000">
                <a:solidFill>
                  <a:srgbClr val="000000"/>
                </a:solidFill>
              </a:defRPr>
            </a:lvl4pPr>
            <a:lvl5pPr lvl="4" rtl="0">
              <a:lnSpc>
                <a:spcPct val="90000"/>
              </a:lnSpc>
              <a:spcBef>
                <a:spcPts val="0"/>
              </a:spcBef>
              <a:spcAft>
                <a:spcPts val="0"/>
              </a:spcAft>
              <a:buClr>
                <a:srgbClr val="000000"/>
              </a:buClr>
              <a:buSzPts val="1000"/>
              <a:buNone/>
              <a:defRPr sz="1000">
                <a:solidFill>
                  <a:srgbClr val="000000"/>
                </a:solidFill>
              </a:defRPr>
            </a:lvl5pPr>
            <a:lvl6pPr lvl="5" rtl="0">
              <a:lnSpc>
                <a:spcPct val="90000"/>
              </a:lnSpc>
              <a:spcBef>
                <a:spcPts val="0"/>
              </a:spcBef>
              <a:spcAft>
                <a:spcPts val="0"/>
              </a:spcAft>
              <a:buClr>
                <a:srgbClr val="000000"/>
              </a:buClr>
              <a:buSzPts val="1000"/>
              <a:buNone/>
              <a:defRPr sz="1000">
                <a:solidFill>
                  <a:srgbClr val="000000"/>
                </a:solidFill>
              </a:defRPr>
            </a:lvl6pPr>
            <a:lvl7pPr lvl="6" rtl="0">
              <a:lnSpc>
                <a:spcPct val="90000"/>
              </a:lnSpc>
              <a:spcBef>
                <a:spcPts val="0"/>
              </a:spcBef>
              <a:spcAft>
                <a:spcPts val="0"/>
              </a:spcAft>
              <a:buClr>
                <a:srgbClr val="000000"/>
              </a:buClr>
              <a:buSzPts val="1000"/>
              <a:buNone/>
              <a:defRPr sz="1000">
                <a:solidFill>
                  <a:srgbClr val="000000"/>
                </a:solidFill>
              </a:defRPr>
            </a:lvl7pPr>
            <a:lvl8pPr lvl="7" rtl="0">
              <a:lnSpc>
                <a:spcPct val="90000"/>
              </a:lnSpc>
              <a:spcBef>
                <a:spcPts val="0"/>
              </a:spcBef>
              <a:spcAft>
                <a:spcPts val="0"/>
              </a:spcAft>
              <a:buClr>
                <a:srgbClr val="000000"/>
              </a:buClr>
              <a:buSzPts val="1000"/>
              <a:buNone/>
              <a:defRPr sz="1000">
                <a:solidFill>
                  <a:srgbClr val="000000"/>
                </a:solidFill>
              </a:defRPr>
            </a:lvl8pPr>
            <a:lvl9pPr lvl="8" rtl="0">
              <a:lnSpc>
                <a:spcPct val="90000"/>
              </a:lnSpc>
              <a:spcBef>
                <a:spcPts val="0"/>
              </a:spcBef>
              <a:spcAft>
                <a:spcPts val="0"/>
              </a:spcAft>
              <a:buClr>
                <a:srgbClr val="000000"/>
              </a:buClr>
              <a:buSzPts val="1000"/>
              <a:buNone/>
              <a:defRPr sz="1000">
                <a:solidFill>
                  <a:srgbClr val="000000"/>
                </a:solidFill>
              </a:defRPr>
            </a:lvl9pPr>
          </a:lstStyle>
          <a:p/>
        </p:txBody>
      </p:sp>
      <p:sp>
        <p:nvSpPr>
          <p:cNvPr id="947" name="Google Shape;947;p12"/>
          <p:cNvSpPr txBox="1"/>
          <p:nvPr>
            <p:ph idx="5" type="subTitle"/>
          </p:nvPr>
        </p:nvSpPr>
        <p:spPr>
          <a:xfrm>
            <a:off x="3470925" y="4051607"/>
            <a:ext cx="6172500" cy="570900"/>
          </a:xfrm>
          <a:prstGeom prst="rect">
            <a:avLst/>
          </a:prstGeom>
          <a:noFill/>
          <a:ln>
            <a:noFill/>
          </a:ln>
        </p:spPr>
        <p:txBody>
          <a:bodyPr anchorCtr="0" anchor="ctr" bIns="36000" lIns="36000" spcFirstLastPara="1" rIns="36000" wrap="square" tIns="36000">
            <a:noAutofit/>
          </a:bodyPr>
          <a:lstStyle>
            <a:lvl1pPr lvl="0" rtl="0">
              <a:lnSpc>
                <a:spcPct val="90000"/>
              </a:lnSpc>
              <a:spcBef>
                <a:spcPts val="0"/>
              </a:spcBef>
              <a:spcAft>
                <a:spcPts val="0"/>
              </a:spcAft>
              <a:buClr>
                <a:srgbClr val="000000"/>
              </a:buClr>
              <a:buSzPts val="1000"/>
              <a:buFont typeface="Arvo"/>
              <a:buNone/>
              <a:defRPr sz="1000">
                <a:solidFill>
                  <a:srgbClr val="000000"/>
                </a:solidFill>
                <a:latin typeface="Arvo"/>
                <a:ea typeface="Arvo"/>
                <a:cs typeface="Arvo"/>
                <a:sym typeface="Arvo"/>
              </a:defRPr>
            </a:lvl1pPr>
            <a:lvl2pPr lvl="1" rtl="0">
              <a:lnSpc>
                <a:spcPct val="90000"/>
              </a:lnSpc>
              <a:spcBef>
                <a:spcPts val="0"/>
              </a:spcBef>
              <a:spcAft>
                <a:spcPts val="0"/>
              </a:spcAft>
              <a:buClr>
                <a:srgbClr val="000000"/>
              </a:buClr>
              <a:buSzPts val="1000"/>
              <a:buNone/>
              <a:defRPr sz="1000">
                <a:solidFill>
                  <a:srgbClr val="000000"/>
                </a:solidFill>
              </a:defRPr>
            </a:lvl2pPr>
            <a:lvl3pPr lvl="2" rtl="0">
              <a:lnSpc>
                <a:spcPct val="90000"/>
              </a:lnSpc>
              <a:spcBef>
                <a:spcPts val="0"/>
              </a:spcBef>
              <a:spcAft>
                <a:spcPts val="0"/>
              </a:spcAft>
              <a:buClr>
                <a:srgbClr val="000000"/>
              </a:buClr>
              <a:buSzPts val="1000"/>
              <a:buNone/>
              <a:defRPr sz="1000">
                <a:solidFill>
                  <a:srgbClr val="000000"/>
                </a:solidFill>
              </a:defRPr>
            </a:lvl3pPr>
            <a:lvl4pPr lvl="3" rtl="0">
              <a:lnSpc>
                <a:spcPct val="90000"/>
              </a:lnSpc>
              <a:spcBef>
                <a:spcPts val="0"/>
              </a:spcBef>
              <a:spcAft>
                <a:spcPts val="0"/>
              </a:spcAft>
              <a:buClr>
                <a:srgbClr val="000000"/>
              </a:buClr>
              <a:buSzPts val="1000"/>
              <a:buNone/>
              <a:defRPr sz="1000">
                <a:solidFill>
                  <a:srgbClr val="000000"/>
                </a:solidFill>
              </a:defRPr>
            </a:lvl4pPr>
            <a:lvl5pPr lvl="4" rtl="0">
              <a:lnSpc>
                <a:spcPct val="90000"/>
              </a:lnSpc>
              <a:spcBef>
                <a:spcPts val="0"/>
              </a:spcBef>
              <a:spcAft>
                <a:spcPts val="0"/>
              </a:spcAft>
              <a:buClr>
                <a:srgbClr val="000000"/>
              </a:buClr>
              <a:buSzPts val="1000"/>
              <a:buNone/>
              <a:defRPr sz="1000">
                <a:solidFill>
                  <a:srgbClr val="000000"/>
                </a:solidFill>
              </a:defRPr>
            </a:lvl5pPr>
            <a:lvl6pPr lvl="5" rtl="0">
              <a:lnSpc>
                <a:spcPct val="90000"/>
              </a:lnSpc>
              <a:spcBef>
                <a:spcPts val="0"/>
              </a:spcBef>
              <a:spcAft>
                <a:spcPts val="0"/>
              </a:spcAft>
              <a:buClr>
                <a:srgbClr val="000000"/>
              </a:buClr>
              <a:buSzPts val="1000"/>
              <a:buNone/>
              <a:defRPr sz="1000">
                <a:solidFill>
                  <a:srgbClr val="000000"/>
                </a:solidFill>
              </a:defRPr>
            </a:lvl6pPr>
            <a:lvl7pPr lvl="6" rtl="0">
              <a:lnSpc>
                <a:spcPct val="90000"/>
              </a:lnSpc>
              <a:spcBef>
                <a:spcPts val="0"/>
              </a:spcBef>
              <a:spcAft>
                <a:spcPts val="0"/>
              </a:spcAft>
              <a:buClr>
                <a:srgbClr val="000000"/>
              </a:buClr>
              <a:buSzPts val="1000"/>
              <a:buNone/>
              <a:defRPr sz="1000">
                <a:solidFill>
                  <a:srgbClr val="000000"/>
                </a:solidFill>
              </a:defRPr>
            </a:lvl7pPr>
            <a:lvl8pPr lvl="7" rtl="0">
              <a:lnSpc>
                <a:spcPct val="90000"/>
              </a:lnSpc>
              <a:spcBef>
                <a:spcPts val="0"/>
              </a:spcBef>
              <a:spcAft>
                <a:spcPts val="0"/>
              </a:spcAft>
              <a:buClr>
                <a:srgbClr val="000000"/>
              </a:buClr>
              <a:buSzPts val="1000"/>
              <a:buNone/>
              <a:defRPr sz="1000">
                <a:solidFill>
                  <a:srgbClr val="000000"/>
                </a:solidFill>
              </a:defRPr>
            </a:lvl8pPr>
            <a:lvl9pPr lvl="8" rtl="0">
              <a:lnSpc>
                <a:spcPct val="90000"/>
              </a:lnSpc>
              <a:spcBef>
                <a:spcPts val="0"/>
              </a:spcBef>
              <a:spcAft>
                <a:spcPts val="0"/>
              </a:spcAft>
              <a:buClr>
                <a:srgbClr val="000000"/>
              </a:buClr>
              <a:buSzPts val="1000"/>
              <a:buNone/>
              <a:defRPr sz="1000">
                <a:solidFill>
                  <a:srgbClr val="000000"/>
                </a:solidFill>
              </a:defRPr>
            </a:lvl9pPr>
          </a:lstStyle>
          <a:p/>
        </p:txBody>
      </p:sp>
      <p:sp>
        <p:nvSpPr>
          <p:cNvPr id="948" name="Google Shape;948;p12"/>
          <p:cNvSpPr txBox="1"/>
          <p:nvPr>
            <p:ph idx="6" type="subTitle"/>
          </p:nvPr>
        </p:nvSpPr>
        <p:spPr>
          <a:xfrm>
            <a:off x="3470925" y="4775817"/>
            <a:ext cx="6172500" cy="570900"/>
          </a:xfrm>
          <a:prstGeom prst="rect">
            <a:avLst/>
          </a:prstGeom>
          <a:noFill/>
          <a:ln>
            <a:noFill/>
          </a:ln>
        </p:spPr>
        <p:txBody>
          <a:bodyPr anchorCtr="0" anchor="ctr" bIns="36000" lIns="36000" spcFirstLastPara="1" rIns="36000" wrap="square" tIns="36000">
            <a:noAutofit/>
          </a:bodyPr>
          <a:lstStyle>
            <a:lvl1pPr lvl="0" rtl="0">
              <a:lnSpc>
                <a:spcPct val="90000"/>
              </a:lnSpc>
              <a:spcBef>
                <a:spcPts val="0"/>
              </a:spcBef>
              <a:spcAft>
                <a:spcPts val="0"/>
              </a:spcAft>
              <a:buClr>
                <a:srgbClr val="000000"/>
              </a:buClr>
              <a:buSzPts val="1000"/>
              <a:buFont typeface="Arvo"/>
              <a:buNone/>
              <a:defRPr sz="1000">
                <a:solidFill>
                  <a:srgbClr val="000000"/>
                </a:solidFill>
                <a:latin typeface="Arvo"/>
                <a:ea typeface="Arvo"/>
                <a:cs typeface="Arvo"/>
                <a:sym typeface="Arvo"/>
              </a:defRPr>
            </a:lvl1pPr>
            <a:lvl2pPr lvl="1" rtl="0">
              <a:lnSpc>
                <a:spcPct val="90000"/>
              </a:lnSpc>
              <a:spcBef>
                <a:spcPts val="0"/>
              </a:spcBef>
              <a:spcAft>
                <a:spcPts val="0"/>
              </a:spcAft>
              <a:buClr>
                <a:srgbClr val="000000"/>
              </a:buClr>
              <a:buSzPts val="1000"/>
              <a:buNone/>
              <a:defRPr sz="1000">
                <a:solidFill>
                  <a:srgbClr val="000000"/>
                </a:solidFill>
              </a:defRPr>
            </a:lvl2pPr>
            <a:lvl3pPr lvl="2" rtl="0">
              <a:lnSpc>
                <a:spcPct val="90000"/>
              </a:lnSpc>
              <a:spcBef>
                <a:spcPts val="0"/>
              </a:spcBef>
              <a:spcAft>
                <a:spcPts val="0"/>
              </a:spcAft>
              <a:buClr>
                <a:srgbClr val="000000"/>
              </a:buClr>
              <a:buSzPts val="1000"/>
              <a:buNone/>
              <a:defRPr sz="1000">
                <a:solidFill>
                  <a:srgbClr val="000000"/>
                </a:solidFill>
              </a:defRPr>
            </a:lvl3pPr>
            <a:lvl4pPr lvl="3" rtl="0">
              <a:lnSpc>
                <a:spcPct val="90000"/>
              </a:lnSpc>
              <a:spcBef>
                <a:spcPts val="0"/>
              </a:spcBef>
              <a:spcAft>
                <a:spcPts val="0"/>
              </a:spcAft>
              <a:buClr>
                <a:srgbClr val="000000"/>
              </a:buClr>
              <a:buSzPts val="1000"/>
              <a:buNone/>
              <a:defRPr sz="1000">
                <a:solidFill>
                  <a:srgbClr val="000000"/>
                </a:solidFill>
              </a:defRPr>
            </a:lvl4pPr>
            <a:lvl5pPr lvl="4" rtl="0">
              <a:lnSpc>
                <a:spcPct val="90000"/>
              </a:lnSpc>
              <a:spcBef>
                <a:spcPts val="0"/>
              </a:spcBef>
              <a:spcAft>
                <a:spcPts val="0"/>
              </a:spcAft>
              <a:buClr>
                <a:srgbClr val="000000"/>
              </a:buClr>
              <a:buSzPts val="1000"/>
              <a:buNone/>
              <a:defRPr sz="1000">
                <a:solidFill>
                  <a:srgbClr val="000000"/>
                </a:solidFill>
              </a:defRPr>
            </a:lvl5pPr>
            <a:lvl6pPr lvl="5" rtl="0">
              <a:lnSpc>
                <a:spcPct val="90000"/>
              </a:lnSpc>
              <a:spcBef>
                <a:spcPts val="0"/>
              </a:spcBef>
              <a:spcAft>
                <a:spcPts val="0"/>
              </a:spcAft>
              <a:buClr>
                <a:srgbClr val="000000"/>
              </a:buClr>
              <a:buSzPts val="1000"/>
              <a:buNone/>
              <a:defRPr sz="1000">
                <a:solidFill>
                  <a:srgbClr val="000000"/>
                </a:solidFill>
              </a:defRPr>
            </a:lvl6pPr>
            <a:lvl7pPr lvl="6" rtl="0">
              <a:lnSpc>
                <a:spcPct val="90000"/>
              </a:lnSpc>
              <a:spcBef>
                <a:spcPts val="0"/>
              </a:spcBef>
              <a:spcAft>
                <a:spcPts val="0"/>
              </a:spcAft>
              <a:buClr>
                <a:srgbClr val="000000"/>
              </a:buClr>
              <a:buSzPts val="1000"/>
              <a:buNone/>
              <a:defRPr sz="1000">
                <a:solidFill>
                  <a:srgbClr val="000000"/>
                </a:solidFill>
              </a:defRPr>
            </a:lvl7pPr>
            <a:lvl8pPr lvl="7" rtl="0">
              <a:lnSpc>
                <a:spcPct val="90000"/>
              </a:lnSpc>
              <a:spcBef>
                <a:spcPts val="0"/>
              </a:spcBef>
              <a:spcAft>
                <a:spcPts val="0"/>
              </a:spcAft>
              <a:buClr>
                <a:srgbClr val="000000"/>
              </a:buClr>
              <a:buSzPts val="1000"/>
              <a:buNone/>
              <a:defRPr sz="1000">
                <a:solidFill>
                  <a:srgbClr val="000000"/>
                </a:solidFill>
              </a:defRPr>
            </a:lvl8pPr>
            <a:lvl9pPr lvl="8" rtl="0">
              <a:lnSpc>
                <a:spcPct val="90000"/>
              </a:lnSpc>
              <a:spcBef>
                <a:spcPts val="0"/>
              </a:spcBef>
              <a:spcAft>
                <a:spcPts val="0"/>
              </a:spcAft>
              <a:buClr>
                <a:srgbClr val="000000"/>
              </a:buClr>
              <a:buSzPts val="1000"/>
              <a:buNone/>
              <a:defRPr sz="1000">
                <a:solidFill>
                  <a:srgbClr val="000000"/>
                </a:solidFill>
              </a:defRPr>
            </a:lvl9pPr>
          </a:lstStyle>
          <a:p/>
        </p:txBody>
      </p:sp>
      <p:sp>
        <p:nvSpPr>
          <p:cNvPr id="949" name="Google Shape;949;p12"/>
          <p:cNvSpPr txBox="1"/>
          <p:nvPr>
            <p:ph idx="7" type="subTitle"/>
          </p:nvPr>
        </p:nvSpPr>
        <p:spPr>
          <a:xfrm>
            <a:off x="3470925" y="5486810"/>
            <a:ext cx="6172500" cy="570900"/>
          </a:xfrm>
          <a:prstGeom prst="rect">
            <a:avLst/>
          </a:prstGeom>
          <a:noFill/>
          <a:ln>
            <a:noFill/>
          </a:ln>
        </p:spPr>
        <p:txBody>
          <a:bodyPr anchorCtr="0" anchor="ctr" bIns="36000" lIns="36000" spcFirstLastPara="1" rIns="36000" wrap="square" tIns="36000">
            <a:noAutofit/>
          </a:bodyPr>
          <a:lstStyle>
            <a:lvl1pPr lvl="0" rtl="0">
              <a:lnSpc>
                <a:spcPct val="90000"/>
              </a:lnSpc>
              <a:spcBef>
                <a:spcPts val="0"/>
              </a:spcBef>
              <a:spcAft>
                <a:spcPts val="0"/>
              </a:spcAft>
              <a:buClr>
                <a:srgbClr val="000000"/>
              </a:buClr>
              <a:buSzPts val="1000"/>
              <a:buFont typeface="Arvo"/>
              <a:buNone/>
              <a:defRPr sz="1000">
                <a:solidFill>
                  <a:srgbClr val="000000"/>
                </a:solidFill>
                <a:latin typeface="Arvo"/>
                <a:ea typeface="Arvo"/>
                <a:cs typeface="Arvo"/>
                <a:sym typeface="Arvo"/>
              </a:defRPr>
            </a:lvl1pPr>
            <a:lvl2pPr lvl="1" rtl="0">
              <a:lnSpc>
                <a:spcPct val="90000"/>
              </a:lnSpc>
              <a:spcBef>
                <a:spcPts val="0"/>
              </a:spcBef>
              <a:spcAft>
                <a:spcPts val="0"/>
              </a:spcAft>
              <a:buClr>
                <a:srgbClr val="000000"/>
              </a:buClr>
              <a:buSzPts val="1000"/>
              <a:buNone/>
              <a:defRPr sz="1000">
                <a:solidFill>
                  <a:srgbClr val="000000"/>
                </a:solidFill>
              </a:defRPr>
            </a:lvl2pPr>
            <a:lvl3pPr lvl="2" rtl="0">
              <a:lnSpc>
                <a:spcPct val="90000"/>
              </a:lnSpc>
              <a:spcBef>
                <a:spcPts val="0"/>
              </a:spcBef>
              <a:spcAft>
                <a:spcPts val="0"/>
              </a:spcAft>
              <a:buClr>
                <a:srgbClr val="000000"/>
              </a:buClr>
              <a:buSzPts val="1000"/>
              <a:buNone/>
              <a:defRPr sz="1000">
                <a:solidFill>
                  <a:srgbClr val="000000"/>
                </a:solidFill>
              </a:defRPr>
            </a:lvl3pPr>
            <a:lvl4pPr lvl="3" rtl="0">
              <a:lnSpc>
                <a:spcPct val="90000"/>
              </a:lnSpc>
              <a:spcBef>
                <a:spcPts val="0"/>
              </a:spcBef>
              <a:spcAft>
                <a:spcPts val="0"/>
              </a:spcAft>
              <a:buClr>
                <a:srgbClr val="000000"/>
              </a:buClr>
              <a:buSzPts val="1000"/>
              <a:buNone/>
              <a:defRPr sz="1000">
                <a:solidFill>
                  <a:srgbClr val="000000"/>
                </a:solidFill>
              </a:defRPr>
            </a:lvl4pPr>
            <a:lvl5pPr lvl="4" rtl="0">
              <a:lnSpc>
                <a:spcPct val="90000"/>
              </a:lnSpc>
              <a:spcBef>
                <a:spcPts val="0"/>
              </a:spcBef>
              <a:spcAft>
                <a:spcPts val="0"/>
              </a:spcAft>
              <a:buClr>
                <a:srgbClr val="000000"/>
              </a:buClr>
              <a:buSzPts val="1000"/>
              <a:buNone/>
              <a:defRPr sz="1000">
                <a:solidFill>
                  <a:srgbClr val="000000"/>
                </a:solidFill>
              </a:defRPr>
            </a:lvl5pPr>
            <a:lvl6pPr lvl="5" rtl="0">
              <a:lnSpc>
                <a:spcPct val="90000"/>
              </a:lnSpc>
              <a:spcBef>
                <a:spcPts val="0"/>
              </a:spcBef>
              <a:spcAft>
                <a:spcPts val="0"/>
              </a:spcAft>
              <a:buClr>
                <a:srgbClr val="000000"/>
              </a:buClr>
              <a:buSzPts val="1000"/>
              <a:buNone/>
              <a:defRPr sz="1000">
                <a:solidFill>
                  <a:srgbClr val="000000"/>
                </a:solidFill>
              </a:defRPr>
            </a:lvl6pPr>
            <a:lvl7pPr lvl="6" rtl="0">
              <a:lnSpc>
                <a:spcPct val="90000"/>
              </a:lnSpc>
              <a:spcBef>
                <a:spcPts val="0"/>
              </a:spcBef>
              <a:spcAft>
                <a:spcPts val="0"/>
              </a:spcAft>
              <a:buClr>
                <a:srgbClr val="000000"/>
              </a:buClr>
              <a:buSzPts val="1000"/>
              <a:buNone/>
              <a:defRPr sz="1000">
                <a:solidFill>
                  <a:srgbClr val="000000"/>
                </a:solidFill>
              </a:defRPr>
            </a:lvl7pPr>
            <a:lvl8pPr lvl="7" rtl="0">
              <a:lnSpc>
                <a:spcPct val="90000"/>
              </a:lnSpc>
              <a:spcBef>
                <a:spcPts val="0"/>
              </a:spcBef>
              <a:spcAft>
                <a:spcPts val="0"/>
              </a:spcAft>
              <a:buClr>
                <a:srgbClr val="000000"/>
              </a:buClr>
              <a:buSzPts val="1000"/>
              <a:buNone/>
              <a:defRPr sz="1000">
                <a:solidFill>
                  <a:srgbClr val="000000"/>
                </a:solidFill>
              </a:defRPr>
            </a:lvl8pPr>
            <a:lvl9pPr lvl="8" rtl="0">
              <a:lnSpc>
                <a:spcPct val="90000"/>
              </a:lnSpc>
              <a:spcBef>
                <a:spcPts val="0"/>
              </a:spcBef>
              <a:spcAft>
                <a:spcPts val="0"/>
              </a:spcAft>
              <a:buClr>
                <a:srgbClr val="000000"/>
              </a:buClr>
              <a:buSzPts val="1000"/>
              <a:buNone/>
              <a:defRPr sz="1000">
                <a:solidFill>
                  <a:srgbClr val="000000"/>
                </a:solidFill>
              </a:defRPr>
            </a:lvl9pPr>
          </a:lstStyle>
          <a:p/>
        </p:txBody>
      </p:sp>
      <p:sp>
        <p:nvSpPr>
          <p:cNvPr id="950" name="Google Shape;950;p12"/>
          <p:cNvSpPr txBox="1"/>
          <p:nvPr>
            <p:ph type="title"/>
          </p:nvPr>
        </p:nvSpPr>
        <p:spPr>
          <a:xfrm flipH="1">
            <a:off x="3219178" y="437575"/>
            <a:ext cx="6540000" cy="265800"/>
          </a:xfrm>
          <a:prstGeom prst="rect">
            <a:avLst/>
          </a:prstGeom>
          <a:noFill/>
          <a:ln>
            <a:noFill/>
          </a:ln>
        </p:spPr>
        <p:txBody>
          <a:bodyPr anchorCtr="0" anchor="ctr" bIns="0" lIns="0" spcFirstLastPara="1" rIns="0" wrap="square" tIns="0">
            <a:noAutofit/>
          </a:bodyPr>
          <a:lstStyle>
            <a:lvl1pPr lvl="0" rtl="0">
              <a:spcBef>
                <a:spcPts val="0"/>
              </a:spcBef>
              <a:spcAft>
                <a:spcPts val="0"/>
              </a:spcAft>
              <a:buClr>
                <a:srgbClr val="000000"/>
              </a:buClr>
              <a:buSzPts val="1200"/>
              <a:buNone/>
              <a:defRPr sz="1200">
                <a:solidFill>
                  <a:srgbClr val="000000"/>
                </a:solidFill>
              </a:defRPr>
            </a:lvl1pPr>
            <a:lvl2pPr lvl="1" rtl="0">
              <a:spcBef>
                <a:spcPts val="0"/>
              </a:spcBef>
              <a:spcAft>
                <a:spcPts val="0"/>
              </a:spcAft>
              <a:buClr>
                <a:srgbClr val="000000"/>
              </a:buClr>
              <a:buSzPts val="1100"/>
              <a:buNone/>
              <a:defRPr sz="1100">
                <a:solidFill>
                  <a:srgbClr val="000000"/>
                </a:solidFill>
              </a:defRPr>
            </a:lvl2pPr>
            <a:lvl3pPr lvl="2" rtl="0">
              <a:spcBef>
                <a:spcPts val="0"/>
              </a:spcBef>
              <a:spcAft>
                <a:spcPts val="0"/>
              </a:spcAft>
              <a:buClr>
                <a:srgbClr val="000000"/>
              </a:buClr>
              <a:buSzPts val="1100"/>
              <a:buNone/>
              <a:defRPr sz="1100">
                <a:solidFill>
                  <a:srgbClr val="000000"/>
                </a:solidFill>
              </a:defRPr>
            </a:lvl3pPr>
            <a:lvl4pPr lvl="3" rtl="0">
              <a:spcBef>
                <a:spcPts val="0"/>
              </a:spcBef>
              <a:spcAft>
                <a:spcPts val="0"/>
              </a:spcAft>
              <a:buClr>
                <a:srgbClr val="000000"/>
              </a:buClr>
              <a:buSzPts val="1100"/>
              <a:buNone/>
              <a:defRPr sz="1100">
                <a:solidFill>
                  <a:srgbClr val="000000"/>
                </a:solidFill>
              </a:defRPr>
            </a:lvl4pPr>
            <a:lvl5pPr lvl="4" rtl="0">
              <a:spcBef>
                <a:spcPts val="0"/>
              </a:spcBef>
              <a:spcAft>
                <a:spcPts val="0"/>
              </a:spcAft>
              <a:buClr>
                <a:srgbClr val="000000"/>
              </a:buClr>
              <a:buSzPts val="1100"/>
              <a:buNone/>
              <a:defRPr sz="1100">
                <a:solidFill>
                  <a:srgbClr val="000000"/>
                </a:solidFill>
              </a:defRPr>
            </a:lvl5pPr>
            <a:lvl6pPr lvl="5" rtl="0">
              <a:spcBef>
                <a:spcPts val="0"/>
              </a:spcBef>
              <a:spcAft>
                <a:spcPts val="0"/>
              </a:spcAft>
              <a:buClr>
                <a:srgbClr val="000000"/>
              </a:buClr>
              <a:buSzPts val="1100"/>
              <a:buNone/>
              <a:defRPr sz="1100">
                <a:solidFill>
                  <a:srgbClr val="000000"/>
                </a:solidFill>
              </a:defRPr>
            </a:lvl6pPr>
            <a:lvl7pPr lvl="6" rtl="0">
              <a:spcBef>
                <a:spcPts val="0"/>
              </a:spcBef>
              <a:spcAft>
                <a:spcPts val="0"/>
              </a:spcAft>
              <a:buClr>
                <a:srgbClr val="000000"/>
              </a:buClr>
              <a:buSzPts val="1100"/>
              <a:buNone/>
              <a:defRPr sz="1100">
                <a:solidFill>
                  <a:srgbClr val="000000"/>
                </a:solidFill>
              </a:defRPr>
            </a:lvl7pPr>
            <a:lvl8pPr lvl="7" rtl="0">
              <a:spcBef>
                <a:spcPts val="0"/>
              </a:spcBef>
              <a:spcAft>
                <a:spcPts val="0"/>
              </a:spcAft>
              <a:buClr>
                <a:srgbClr val="000000"/>
              </a:buClr>
              <a:buSzPts val="1100"/>
              <a:buNone/>
              <a:defRPr sz="1100">
                <a:solidFill>
                  <a:srgbClr val="000000"/>
                </a:solidFill>
              </a:defRPr>
            </a:lvl8pPr>
            <a:lvl9pPr lvl="8" rtl="0">
              <a:spcBef>
                <a:spcPts val="0"/>
              </a:spcBef>
              <a:spcAft>
                <a:spcPts val="0"/>
              </a:spcAft>
              <a:buClr>
                <a:srgbClr val="000000"/>
              </a:buClr>
              <a:buSzPts val="1100"/>
              <a:buNone/>
              <a:defRPr sz="1100">
                <a:solidFill>
                  <a:srgbClr val="000000"/>
                </a:solidFill>
              </a:defRPr>
            </a:lvl9pPr>
          </a:lstStyle>
          <a:p/>
        </p:txBody>
      </p:sp>
      <p:sp>
        <p:nvSpPr>
          <p:cNvPr id="951" name="Google Shape;951;p12"/>
          <p:cNvSpPr txBox="1"/>
          <p:nvPr/>
        </p:nvSpPr>
        <p:spPr>
          <a:xfrm>
            <a:off x="2513487" y="437267"/>
            <a:ext cx="679500" cy="2664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b="1" lang="es-419" sz="1100"/>
              <a:t>Empresa:</a:t>
            </a:r>
            <a:endParaRPr b="1" sz="1100"/>
          </a:p>
        </p:txBody>
      </p:sp>
      <p:sp>
        <p:nvSpPr>
          <p:cNvPr id="952" name="Google Shape;952;p12"/>
          <p:cNvSpPr txBox="1"/>
          <p:nvPr>
            <p:ph idx="8" type="body"/>
          </p:nvPr>
        </p:nvSpPr>
        <p:spPr>
          <a:xfrm>
            <a:off x="641150" y="612125"/>
            <a:ext cx="1770300" cy="160500"/>
          </a:xfrm>
          <a:prstGeom prst="rect">
            <a:avLst/>
          </a:prstGeom>
          <a:noFill/>
          <a:ln>
            <a:noFill/>
          </a:ln>
        </p:spPr>
        <p:txBody>
          <a:bodyPr anchorCtr="0" anchor="t" bIns="0" lIns="0" spcFirstLastPara="1" rIns="0" wrap="square" tIns="0">
            <a:noAutofit/>
          </a:bodyPr>
          <a:lstStyle>
            <a:lvl1pPr indent="-292100" lvl="0" marL="457200" rtl="0" algn="ctr">
              <a:spcBef>
                <a:spcPts val="0"/>
              </a:spcBef>
              <a:spcAft>
                <a:spcPts val="0"/>
              </a:spcAft>
              <a:buClr>
                <a:srgbClr val="FFFFFF"/>
              </a:buClr>
              <a:buSzPts val="1000"/>
              <a:buChar char="●"/>
              <a:defRPr sz="1000">
                <a:solidFill>
                  <a:srgbClr val="FFFFFF"/>
                </a:solidFill>
              </a:defRPr>
            </a:lvl1pPr>
            <a:lvl2pPr indent="-292100" lvl="1" marL="914400" rtl="0" algn="ctr">
              <a:spcBef>
                <a:spcPts val="0"/>
              </a:spcBef>
              <a:spcAft>
                <a:spcPts val="0"/>
              </a:spcAft>
              <a:buClr>
                <a:srgbClr val="FFFFFF"/>
              </a:buClr>
              <a:buSzPts val="1000"/>
              <a:buChar char="○"/>
              <a:defRPr sz="1000">
                <a:solidFill>
                  <a:srgbClr val="FFFFFF"/>
                </a:solidFill>
              </a:defRPr>
            </a:lvl2pPr>
            <a:lvl3pPr indent="-292100" lvl="2" marL="1371600" rtl="0" algn="ctr">
              <a:spcBef>
                <a:spcPts val="0"/>
              </a:spcBef>
              <a:spcAft>
                <a:spcPts val="0"/>
              </a:spcAft>
              <a:buClr>
                <a:srgbClr val="FFFFFF"/>
              </a:buClr>
              <a:buSzPts val="1000"/>
              <a:buChar char="■"/>
              <a:defRPr sz="1000">
                <a:solidFill>
                  <a:srgbClr val="FFFFFF"/>
                </a:solidFill>
              </a:defRPr>
            </a:lvl3pPr>
            <a:lvl4pPr indent="-292100" lvl="3" marL="1828800" rtl="0" algn="ctr">
              <a:spcBef>
                <a:spcPts val="0"/>
              </a:spcBef>
              <a:spcAft>
                <a:spcPts val="0"/>
              </a:spcAft>
              <a:buClr>
                <a:srgbClr val="FFFFFF"/>
              </a:buClr>
              <a:buSzPts val="1000"/>
              <a:buChar char="●"/>
              <a:defRPr sz="1000">
                <a:solidFill>
                  <a:srgbClr val="FFFFFF"/>
                </a:solidFill>
              </a:defRPr>
            </a:lvl4pPr>
            <a:lvl5pPr indent="-292100" lvl="4" marL="2286000" rtl="0" algn="ctr">
              <a:spcBef>
                <a:spcPts val="0"/>
              </a:spcBef>
              <a:spcAft>
                <a:spcPts val="0"/>
              </a:spcAft>
              <a:buClr>
                <a:srgbClr val="FFFFFF"/>
              </a:buClr>
              <a:buSzPts val="1000"/>
              <a:buChar char="○"/>
              <a:defRPr sz="1000">
                <a:solidFill>
                  <a:srgbClr val="FFFFFF"/>
                </a:solidFill>
              </a:defRPr>
            </a:lvl5pPr>
            <a:lvl6pPr indent="-292100" lvl="5" marL="2743200" rtl="0" algn="ctr">
              <a:spcBef>
                <a:spcPts val="0"/>
              </a:spcBef>
              <a:spcAft>
                <a:spcPts val="0"/>
              </a:spcAft>
              <a:buClr>
                <a:srgbClr val="FFFFFF"/>
              </a:buClr>
              <a:buSzPts val="1000"/>
              <a:buChar char="■"/>
              <a:defRPr sz="1000">
                <a:solidFill>
                  <a:srgbClr val="FFFFFF"/>
                </a:solidFill>
              </a:defRPr>
            </a:lvl6pPr>
            <a:lvl7pPr indent="-292100" lvl="6" marL="3200400" rtl="0" algn="ctr">
              <a:spcBef>
                <a:spcPts val="0"/>
              </a:spcBef>
              <a:spcAft>
                <a:spcPts val="0"/>
              </a:spcAft>
              <a:buClr>
                <a:srgbClr val="FFFFFF"/>
              </a:buClr>
              <a:buSzPts val="1000"/>
              <a:buChar char="●"/>
              <a:defRPr sz="1000">
                <a:solidFill>
                  <a:srgbClr val="FFFFFF"/>
                </a:solidFill>
              </a:defRPr>
            </a:lvl7pPr>
            <a:lvl8pPr indent="-292100" lvl="7" marL="3657600" rtl="0" algn="ctr">
              <a:spcBef>
                <a:spcPts val="0"/>
              </a:spcBef>
              <a:spcAft>
                <a:spcPts val="0"/>
              </a:spcAft>
              <a:buClr>
                <a:srgbClr val="FFFFFF"/>
              </a:buClr>
              <a:buSzPts val="1000"/>
              <a:buChar char="○"/>
              <a:defRPr sz="1000">
                <a:solidFill>
                  <a:srgbClr val="FFFFFF"/>
                </a:solidFill>
              </a:defRPr>
            </a:lvl8pPr>
            <a:lvl9pPr indent="-292100" lvl="8" marL="4114800" rtl="0" algn="ctr">
              <a:spcBef>
                <a:spcPts val="0"/>
              </a:spcBef>
              <a:spcAft>
                <a:spcPts val="0"/>
              </a:spcAft>
              <a:buClr>
                <a:srgbClr val="FFFFFF"/>
              </a:buClr>
              <a:buSzPts val="1000"/>
              <a:buChar char="■"/>
              <a:defRPr sz="1000">
                <a:solidFill>
                  <a:srgbClr val="FFFFFF"/>
                </a:solidFill>
              </a:defRPr>
            </a:lvl9pPr>
          </a:lstStyle>
          <a:p/>
        </p:txBody>
      </p:sp>
      <p:sp>
        <p:nvSpPr>
          <p:cNvPr id="953" name="Google Shape;953;p12"/>
          <p:cNvSpPr txBox="1"/>
          <p:nvPr/>
        </p:nvSpPr>
        <p:spPr>
          <a:xfrm>
            <a:off x="84825" y="598125"/>
            <a:ext cx="595500" cy="205800"/>
          </a:xfrm>
          <a:prstGeom prst="rect">
            <a:avLst/>
          </a:prstGeom>
          <a:noFill/>
          <a:ln>
            <a:noFill/>
          </a:ln>
        </p:spPr>
        <p:txBody>
          <a:bodyPr anchorCtr="0" anchor="t" bIns="18000" lIns="18000" spcFirstLastPara="1" rIns="18000" wrap="square" tIns="18000">
            <a:spAutoFit/>
          </a:bodyPr>
          <a:lstStyle/>
          <a:p>
            <a:pPr indent="0" lvl="0" marL="0" rtl="0" algn="l">
              <a:spcBef>
                <a:spcPts val="0"/>
              </a:spcBef>
              <a:spcAft>
                <a:spcPts val="0"/>
              </a:spcAft>
              <a:buNone/>
            </a:pPr>
            <a:r>
              <a:rPr lang="es-419" sz="1100">
                <a:solidFill>
                  <a:srgbClr val="FFFFFF"/>
                </a:solidFill>
              </a:rPr>
              <a:t>Nombre:</a:t>
            </a:r>
            <a:endParaRPr sz="1100">
              <a:solidFill>
                <a:srgbClr val="FFFFFF"/>
              </a:solidFill>
            </a:endParaRPr>
          </a:p>
        </p:txBody>
      </p:sp>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5 Diagrama de Espina de Pescado">
  <p:cSld name="TITLE_3_6_1_1_1_1_1_1_1_1_1_1">
    <p:spTree>
      <p:nvGrpSpPr>
        <p:cNvPr id="954" name="Shape 954"/>
        <p:cNvGrpSpPr/>
        <p:nvPr/>
      </p:nvGrpSpPr>
      <p:grpSpPr>
        <a:xfrm>
          <a:off x="0" y="0"/>
          <a:ext cx="0" cy="0"/>
          <a:chOff x="0" y="0"/>
          <a:chExt cx="0" cy="0"/>
        </a:xfrm>
      </p:grpSpPr>
      <p:sp>
        <p:nvSpPr>
          <p:cNvPr id="955" name="Google Shape;955;p13"/>
          <p:cNvSpPr txBox="1"/>
          <p:nvPr/>
        </p:nvSpPr>
        <p:spPr>
          <a:xfrm>
            <a:off x="2896942" y="1046542"/>
            <a:ext cx="1069200" cy="2166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t/>
            </a:r>
            <a:endParaRPr b="1" sz="600"/>
          </a:p>
        </p:txBody>
      </p:sp>
      <p:sp>
        <p:nvSpPr>
          <p:cNvPr id="956" name="Google Shape;956;p13"/>
          <p:cNvSpPr txBox="1"/>
          <p:nvPr/>
        </p:nvSpPr>
        <p:spPr>
          <a:xfrm>
            <a:off x="4101686" y="1046542"/>
            <a:ext cx="1163700" cy="2166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t/>
            </a:r>
            <a:endParaRPr b="1" sz="600"/>
          </a:p>
        </p:txBody>
      </p:sp>
      <p:sp>
        <p:nvSpPr>
          <p:cNvPr id="957" name="Google Shape;957;p13"/>
          <p:cNvSpPr txBox="1"/>
          <p:nvPr/>
        </p:nvSpPr>
        <p:spPr>
          <a:xfrm>
            <a:off x="6603322" y="1046542"/>
            <a:ext cx="1163700" cy="2166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t/>
            </a:r>
            <a:endParaRPr b="1" sz="600"/>
          </a:p>
        </p:txBody>
      </p:sp>
      <p:sp>
        <p:nvSpPr>
          <p:cNvPr id="958" name="Google Shape;958;p13"/>
          <p:cNvSpPr txBox="1"/>
          <p:nvPr/>
        </p:nvSpPr>
        <p:spPr>
          <a:xfrm>
            <a:off x="5400218" y="1046542"/>
            <a:ext cx="1203000" cy="2166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t/>
            </a:r>
            <a:endParaRPr b="1" sz="600"/>
          </a:p>
        </p:txBody>
      </p:sp>
      <p:sp>
        <p:nvSpPr>
          <p:cNvPr id="959" name="Google Shape;959;p13"/>
          <p:cNvSpPr/>
          <p:nvPr/>
        </p:nvSpPr>
        <p:spPr>
          <a:xfrm>
            <a:off x="97888" y="377012"/>
            <a:ext cx="9893400" cy="296700"/>
          </a:xfrm>
          <a:prstGeom prst="roundRect">
            <a:avLst>
              <a:gd fmla="val 22902" name="adj"/>
            </a:avLst>
          </a:prstGeom>
          <a:solidFill>
            <a:srgbClr val="F3F3F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960" name="Google Shape;960;p13"/>
          <p:cNvSpPr/>
          <p:nvPr/>
        </p:nvSpPr>
        <p:spPr>
          <a:xfrm>
            <a:off x="77688" y="358938"/>
            <a:ext cx="9935700" cy="6438000"/>
          </a:xfrm>
          <a:prstGeom prst="roundRect">
            <a:avLst>
              <a:gd fmla="val 2618" name="adj"/>
            </a:avLst>
          </a:prstGeom>
          <a:solidFill>
            <a:srgbClr val="FFFFFF"/>
          </a:solidFill>
          <a:ln cap="flat" cmpd="sng" w="38100">
            <a:solidFill>
              <a:srgbClr val="000000"/>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61" name="Google Shape;961;p13"/>
          <p:cNvCxnSpPr/>
          <p:nvPr/>
        </p:nvCxnSpPr>
        <p:spPr>
          <a:xfrm>
            <a:off x="77688" y="772614"/>
            <a:ext cx="9935700" cy="0"/>
          </a:xfrm>
          <a:prstGeom prst="straightConnector1">
            <a:avLst/>
          </a:prstGeom>
          <a:noFill/>
          <a:ln cap="flat" cmpd="sng" w="19050">
            <a:solidFill>
              <a:srgbClr val="000000"/>
            </a:solidFill>
            <a:prstDash val="solid"/>
            <a:round/>
            <a:headEnd len="med" w="med" type="none"/>
            <a:tailEnd len="med" w="med" type="none"/>
          </a:ln>
        </p:spPr>
      </p:cxnSp>
      <p:cxnSp>
        <p:nvCxnSpPr>
          <p:cNvPr id="962" name="Google Shape;962;p13"/>
          <p:cNvCxnSpPr/>
          <p:nvPr/>
        </p:nvCxnSpPr>
        <p:spPr>
          <a:xfrm rot="10800000">
            <a:off x="2439038" y="368188"/>
            <a:ext cx="0" cy="402300"/>
          </a:xfrm>
          <a:prstGeom prst="straightConnector1">
            <a:avLst/>
          </a:prstGeom>
          <a:noFill/>
          <a:ln cap="flat" cmpd="sng" w="19050">
            <a:solidFill>
              <a:srgbClr val="000000"/>
            </a:solidFill>
            <a:prstDash val="solid"/>
            <a:round/>
            <a:headEnd len="med" w="med" type="none"/>
            <a:tailEnd len="med" w="med" type="none"/>
          </a:ln>
        </p:spPr>
      </p:cxnSp>
      <p:sp>
        <p:nvSpPr>
          <p:cNvPr id="963" name="Google Shape;963;p13"/>
          <p:cNvSpPr txBox="1"/>
          <p:nvPr/>
        </p:nvSpPr>
        <p:spPr>
          <a:xfrm>
            <a:off x="2896947" y="1353252"/>
            <a:ext cx="1069200" cy="2043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t/>
            </a:r>
            <a:endParaRPr b="1" sz="600"/>
          </a:p>
        </p:txBody>
      </p:sp>
      <p:sp>
        <p:nvSpPr>
          <p:cNvPr id="964" name="Google Shape;964;p13"/>
          <p:cNvSpPr txBox="1"/>
          <p:nvPr/>
        </p:nvSpPr>
        <p:spPr>
          <a:xfrm>
            <a:off x="4101689" y="1353252"/>
            <a:ext cx="1163700" cy="2043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t/>
            </a:r>
            <a:endParaRPr b="1" sz="600"/>
          </a:p>
        </p:txBody>
      </p:sp>
      <p:sp>
        <p:nvSpPr>
          <p:cNvPr id="965" name="Google Shape;965;p13"/>
          <p:cNvSpPr txBox="1"/>
          <p:nvPr/>
        </p:nvSpPr>
        <p:spPr>
          <a:xfrm>
            <a:off x="6603320" y="1353252"/>
            <a:ext cx="1163700" cy="2043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t/>
            </a:r>
            <a:endParaRPr b="1" sz="600"/>
          </a:p>
        </p:txBody>
      </p:sp>
      <p:sp>
        <p:nvSpPr>
          <p:cNvPr id="966" name="Google Shape;966;p13"/>
          <p:cNvSpPr txBox="1"/>
          <p:nvPr/>
        </p:nvSpPr>
        <p:spPr>
          <a:xfrm>
            <a:off x="7901849" y="1353252"/>
            <a:ext cx="1163700" cy="2043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t/>
            </a:r>
            <a:endParaRPr b="1" sz="600"/>
          </a:p>
        </p:txBody>
      </p:sp>
      <p:sp>
        <p:nvSpPr>
          <p:cNvPr id="967" name="Google Shape;967;p13"/>
          <p:cNvSpPr txBox="1"/>
          <p:nvPr/>
        </p:nvSpPr>
        <p:spPr>
          <a:xfrm>
            <a:off x="5400218" y="1353252"/>
            <a:ext cx="1203000" cy="2043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t/>
            </a:r>
            <a:endParaRPr b="1" sz="600"/>
          </a:p>
        </p:txBody>
      </p:sp>
      <p:sp>
        <p:nvSpPr>
          <p:cNvPr id="968" name="Google Shape;968;p13"/>
          <p:cNvSpPr/>
          <p:nvPr/>
        </p:nvSpPr>
        <p:spPr>
          <a:xfrm>
            <a:off x="77688" y="349338"/>
            <a:ext cx="2361300" cy="421200"/>
          </a:xfrm>
          <a:prstGeom prst="roundRect">
            <a:avLst>
              <a:gd fmla="val 50000" name="adj"/>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s-419" sz="1200">
                <a:solidFill>
                  <a:srgbClr val="FFFFFF"/>
                </a:solidFill>
              </a:rPr>
              <a:t>Espina de Pescado</a:t>
            </a:r>
            <a:endParaRPr b="1" sz="1200">
              <a:solidFill>
                <a:srgbClr val="FFFFFF"/>
              </a:solidFill>
            </a:endParaRPr>
          </a:p>
          <a:p>
            <a:pPr indent="0" lvl="0" marL="0" rtl="0" algn="ctr">
              <a:spcBef>
                <a:spcPts val="0"/>
              </a:spcBef>
              <a:spcAft>
                <a:spcPts val="0"/>
              </a:spcAft>
              <a:buNone/>
            </a:pPr>
            <a:r>
              <a:t/>
            </a:r>
            <a:endParaRPr b="1" sz="1200">
              <a:solidFill>
                <a:srgbClr val="FFFFFF"/>
              </a:solidFill>
            </a:endParaRPr>
          </a:p>
        </p:txBody>
      </p:sp>
      <p:sp>
        <p:nvSpPr>
          <p:cNvPr id="969" name="Google Shape;969;p13"/>
          <p:cNvSpPr/>
          <p:nvPr/>
        </p:nvSpPr>
        <p:spPr>
          <a:xfrm>
            <a:off x="83988" y="595504"/>
            <a:ext cx="190200" cy="1692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 name="Google Shape;970;p13"/>
          <p:cNvSpPr/>
          <p:nvPr/>
        </p:nvSpPr>
        <p:spPr>
          <a:xfrm>
            <a:off x="2292338" y="358938"/>
            <a:ext cx="146700" cy="4023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71" name="Google Shape;971;p13"/>
          <p:cNvCxnSpPr>
            <a:endCxn id="972" idx="1"/>
          </p:cNvCxnSpPr>
          <p:nvPr/>
        </p:nvCxnSpPr>
        <p:spPr>
          <a:xfrm>
            <a:off x="1829160" y="3778194"/>
            <a:ext cx="6424800" cy="0"/>
          </a:xfrm>
          <a:prstGeom prst="straightConnector1">
            <a:avLst/>
          </a:prstGeom>
          <a:noFill/>
          <a:ln cap="flat" cmpd="sng" w="28575">
            <a:solidFill>
              <a:srgbClr val="B7B7B7"/>
            </a:solidFill>
            <a:prstDash val="solid"/>
            <a:round/>
            <a:headEnd len="med" w="med" type="none"/>
            <a:tailEnd len="med" w="med" type="none"/>
          </a:ln>
        </p:spPr>
      </p:cxnSp>
      <p:grpSp>
        <p:nvGrpSpPr>
          <p:cNvPr id="973" name="Google Shape;973;p13"/>
          <p:cNvGrpSpPr/>
          <p:nvPr/>
        </p:nvGrpSpPr>
        <p:grpSpPr>
          <a:xfrm>
            <a:off x="8253955" y="2617263"/>
            <a:ext cx="1403566" cy="2008514"/>
            <a:chOff x="6640325" y="1397829"/>
            <a:chExt cx="1202404" cy="1616250"/>
          </a:xfrm>
        </p:grpSpPr>
        <p:sp>
          <p:nvSpPr>
            <p:cNvPr id="972" name="Google Shape;972;p13"/>
            <p:cNvSpPr/>
            <p:nvPr/>
          </p:nvSpPr>
          <p:spPr>
            <a:xfrm>
              <a:off x="6640329" y="1649979"/>
              <a:ext cx="1202400" cy="1364100"/>
            </a:xfrm>
            <a:prstGeom prst="rect">
              <a:avLst/>
            </a:prstGeom>
            <a:noFill/>
            <a:ln cap="flat" cmpd="sng" w="28575">
              <a:solidFill>
                <a:srgbClr val="B7B7B7"/>
              </a:solidFill>
              <a:prstDash val="dash"/>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 name="Google Shape;974;p13"/>
            <p:cNvSpPr txBox="1"/>
            <p:nvPr/>
          </p:nvSpPr>
          <p:spPr>
            <a:xfrm>
              <a:off x="6640325" y="1397829"/>
              <a:ext cx="1202400" cy="2325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b="1" lang="es-419" sz="1200">
                  <a:latin typeface="Arvo"/>
                  <a:ea typeface="Arvo"/>
                  <a:cs typeface="Arvo"/>
                  <a:sym typeface="Arvo"/>
                </a:rPr>
                <a:t>Efecto</a:t>
              </a:r>
              <a:endParaRPr b="1" sz="1200">
                <a:latin typeface="Arvo"/>
                <a:ea typeface="Arvo"/>
                <a:cs typeface="Arvo"/>
                <a:sym typeface="Arvo"/>
              </a:endParaRPr>
            </a:p>
          </p:txBody>
        </p:sp>
      </p:grpSp>
      <p:sp>
        <p:nvSpPr>
          <p:cNvPr id="975" name="Google Shape;975;p13"/>
          <p:cNvSpPr txBox="1"/>
          <p:nvPr/>
        </p:nvSpPr>
        <p:spPr>
          <a:xfrm>
            <a:off x="422488" y="991034"/>
            <a:ext cx="7130100" cy="2847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b="1" lang="es-419" sz="1200">
                <a:latin typeface="Arvo"/>
                <a:ea typeface="Arvo"/>
                <a:cs typeface="Arvo"/>
                <a:sym typeface="Arvo"/>
              </a:rPr>
              <a:t>Causas</a:t>
            </a:r>
            <a:endParaRPr b="1" sz="1200">
              <a:latin typeface="Arvo"/>
              <a:ea typeface="Arvo"/>
              <a:cs typeface="Arvo"/>
              <a:sym typeface="Arvo"/>
            </a:endParaRPr>
          </a:p>
        </p:txBody>
      </p:sp>
      <p:cxnSp>
        <p:nvCxnSpPr>
          <p:cNvPr id="976" name="Google Shape;976;p13"/>
          <p:cNvCxnSpPr>
            <a:stCxn id="977" idx="2"/>
          </p:cNvCxnSpPr>
          <p:nvPr/>
        </p:nvCxnSpPr>
        <p:spPr>
          <a:xfrm>
            <a:off x="1200538" y="2294495"/>
            <a:ext cx="634800" cy="1479000"/>
          </a:xfrm>
          <a:prstGeom prst="straightConnector1">
            <a:avLst/>
          </a:prstGeom>
          <a:noFill/>
          <a:ln cap="flat" cmpd="sng" w="28575">
            <a:solidFill>
              <a:srgbClr val="B7B7B7"/>
            </a:solidFill>
            <a:prstDash val="solid"/>
            <a:round/>
            <a:headEnd len="med" w="med" type="none"/>
            <a:tailEnd len="med" w="med" type="none"/>
          </a:ln>
        </p:spPr>
      </p:cxnSp>
      <p:cxnSp>
        <p:nvCxnSpPr>
          <p:cNvPr id="978" name="Google Shape;978;p13"/>
          <p:cNvCxnSpPr>
            <a:stCxn id="979" idx="0"/>
          </p:cNvCxnSpPr>
          <p:nvPr/>
        </p:nvCxnSpPr>
        <p:spPr>
          <a:xfrm flipH="1" rot="10800000">
            <a:off x="1200538" y="3780121"/>
            <a:ext cx="638400" cy="1486500"/>
          </a:xfrm>
          <a:prstGeom prst="straightConnector1">
            <a:avLst/>
          </a:prstGeom>
          <a:noFill/>
          <a:ln cap="flat" cmpd="sng" w="28575">
            <a:solidFill>
              <a:srgbClr val="B7B7B7"/>
            </a:solidFill>
            <a:prstDash val="solid"/>
            <a:round/>
            <a:headEnd len="med" w="med" type="none"/>
            <a:tailEnd len="med" w="med" type="none"/>
          </a:ln>
        </p:spPr>
      </p:cxnSp>
      <p:cxnSp>
        <p:nvCxnSpPr>
          <p:cNvPr id="980" name="Google Shape;980;p13"/>
          <p:cNvCxnSpPr>
            <a:stCxn id="981" idx="2"/>
          </p:cNvCxnSpPr>
          <p:nvPr/>
        </p:nvCxnSpPr>
        <p:spPr>
          <a:xfrm>
            <a:off x="3058506" y="2294495"/>
            <a:ext cx="545100" cy="1483500"/>
          </a:xfrm>
          <a:prstGeom prst="straightConnector1">
            <a:avLst/>
          </a:prstGeom>
          <a:noFill/>
          <a:ln cap="flat" cmpd="sng" w="28575">
            <a:solidFill>
              <a:srgbClr val="B7B7B7"/>
            </a:solidFill>
            <a:prstDash val="solid"/>
            <a:round/>
            <a:headEnd len="med" w="med" type="none"/>
            <a:tailEnd len="med" w="med" type="none"/>
          </a:ln>
        </p:spPr>
      </p:cxnSp>
      <p:cxnSp>
        <p:nvCxnSpPr>
          <p:cNvPr id="982" name="Google Shape;982;p13"/>
          <p:cNvCxnSpPr>
            <a:stCxn id="983" idx="0"/>
          </p:cNvCxnSpPr>
          <p:nvPr/>
        </p:nvCxnSpPr>
        <p:spPr>
          <a:xfrm flipH="1" rot="10800000">
            <a:off x="3058506" y="3778021"/>
            <a:ext cx="545100" cy="1488600"/>
          </a:xfrm>
          <a:prstGeom prst="straightConnector1">
            <a:avLst/>
          </a:prstGeom>
          <a:noFill/>
          <a:ln cap="flat" cmpd="sng" w="28575">
            <a:solidFill>
              <a:srgbClr val="B7B7B7"/>
            </a:solidFill>
            <a:prstDash val="solid"/>
            <a:round/>
            <a:headEnd len="med" w="med" type="none"/>
            <a:tailEnd len="med" w="med" type="none"/>
          </a:ln>
        </p:spPr>
      </p:cxnSp>
      <p:cxnSp>
        <p:nvCxnSpPr>
          <p:cNvPr id="984" name="Google Shape;984;p13"/>
          <p:cNvCxnSpPr>
            <a:stCxn id="985" idx="2"/>
          </p:cNvCxnSpPr>
          <p:nvPr/>
        </p:nvCxnSpPr>
        <p:spPr>
          <a:xfrm>
            <a:off x="4916493" y="2294495"/>
            <a:ext cx="545700" cy="1492500"/>
          </a:xfrm>
          <a:prstGeom prst="straightConnector1">
            <a:avLst/>
          </a:prstGeom>
          <a:noFill/>
          <a:ln cap="flat" cmpd="sng" w="28575">
            <a:solidFill>
              <a:srgbClr val="B7B7B7"/>
            </a:solidFill>
            <a:prstDash val="solid"/>
            <a:round/>
            <a:headEnd len="med" w="med" type="none"/>
            <a:tailEnd len="med" w="med" type="none"/>
          </a:ln>
        </p:spPr>
      </p:cxnSp>
      <p:cxnSp>
        <p:nvCxnSpPr>
          <p:cNvPr id="986" name="Google Shape;986;p13"/>
          <p:cNvCxnSpPr>
            <a:stCxn id="987" idx="0"/>
          </p:cNvCxnSpPr>
          <p:nvPr/>
        </p:nvCxnSpPr>
        <p:spPr>
          <a:xfrm flipH="1" rot="10800000">
            <a:off x="4916493" y="3773521"/>
            <a:ext cx="536700" cy="1493100"/>
          </a:xfrm>
          <a:prstGeom prst="straightConnector1">
            <a:avLst/>
          </a:prstGeom>
          <a:noFill/>
          <a:ln cap="flat" cmpd="sng" w="28575">
            <a:solidFill>
              <a:srgbClr val="B7B7B7"/>
            </a:solidFill>
            <a:prstDash val="solid"/>
            <a:round/>
            <a:headEnd len="med" w="med" type="none"/>
            <a:tailEnd len="med" w="med" type="none"/>
          </a:ln>
        </p:spPr>
      </p:cxnSp>
      <p:cxnSp>
        <p:nvCxnSpPr>
          <p:cNvPr id="988" name="Google Shape;988;p13"/>
          <p:cNvCxnSpPr>
            <a:stCxn id="989" idx="2"/>
          </p:cNvCxnSpPr>
          <p:nvPr/>
        </p:nvCxnSpPr>
        <p:spPr>
          <a:xfrm>
            <a:off x="6774468" y="2294495"/>
            <a:ext cx="542100" cy="1488000"/>
          </a:xfrm>
          <a:prstGeom prst="straightConnector1">
            <a:avLst/>
          </a:prstGeom>
          <a:noFill/>
          <a:ln cap="flat" cmpd="sng" w="28575">
            <a:solidFill>
              <a:srgbClr val="B7B7B7"/>
            </a:solidFill>
            <a:prstDash val="solid"/>
            <a:round/>
            <a:headEnd len="med" w="med" type="none"/>
            <a:tailEnd len="med" w="med" type="none"/>
          </a:ln>
        </p:spPr>
      </p:cxnSp>
      <p:cxnSp>
        <p:nvCxnSpPr>
          <p:cNvPr id="990" name="Google Shape;990;p13"/>
          <p:cNvCxnSpPr>
            <a:stCxn id="991" idx="0"/>
          </p:cNvCxnSpPr>
          <p:nvPr/>
        </p:nvCxnSpPr>
        <p:spPr>
          <a:xfrm flipH="1" rot="10800000">
            <a:off x="6774468" y="3778021"/>
            <a:ext cx="537600" cy="1488600"/>
          </a:xfrm>
          <a:prstGeom prst="straightConnector1">
            <a:avLst/>
          </a:prstGeom>
          <a:noFill/>
          <a:ln cap="flat" cmpd="sng" w="28575">
            <a:solidFill>
              <a:srgbClr val="B7B7B7"/>
            </a:solidFill>
            <a:prstDash val="solid"/>
            <a:round/>
            <a:headEnd len="med" w="med" type="none"/>
            <a:tailEnd len="med" w="med" type="none"/>
          </a:ln>
        </p:spPr>
      </p:cxnSp>
      <p:sp>
        <p:nvSpPr>
          <p:cNvPr id="977" name="Google Shape;977;p13"/>
          <p:cNvSpPr/>
          <p:nvPr/>
        </p:nvSpPr>
        <p:spPr>
          <a:xfrm>
            <a:off x="422488" y="1344695"/>
            <a:ext cx="1556100" cy="949800"/>
          </a:xfrm>
          <a:prstGeom prst="roundRect">
            <a:avLst>
              <a:gd fmla="val 16667" name="adj"/>
            </a:avLst>
          </a:prstGeom>
          <a:solidFill>
            <a:srgbClr val="F3F3F3"/>
          </a:solidFill>
          <a:ln cap="flat" cmpd="sng" w="19050">
            <a:solidFill>
              <a:srgbClr val="CCCCCC"/>
            </a:solidFill>
            <a:prstDash val="dash"/>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 name="Google Shape;981;p13"/>
          <p:cNvSpPr/>
          <p:nvPr/>
        </p:nvSpPr>
        <p:spPr>
          <a:xfrm>
            <a:off x="2280456" y="1344695"/>
            <a:ext cx="1556100" cy="949800"/>
          </a:xfrm>
          <a:prstGeom prst="roundRect">
            <a:avLst>
              <a:gd fmla="val 16667" name="adj"/>
            </a:avLst>
          </a:prstGeom>
          <a:solidFill>
            <a:srgbClr val="F3F3F3"/>
          </a:solidFill>
          <a:ln cap="flat" cmpd="sng" w="19050">
            <a:solidFill>
              <a:srgbClr val="CCCCCC"/>
            </a:solidFill>
            <a:prstDash val="dash"/>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 name="Google Shape;985;p13"/>
          <p:cNvSpPr/>
          <p:nvPr/>
        </p:nvSpPr>
        <p:spPr>
          <a:xfrm>
            <a:off x="4138443" y="1344695"/>
            <a:ext cx="1556100" cy="949800"/>
          </a:xfrm>
          <a:prstGeom prst="roundRect">
            <a:avLst>
              <a:gd fmla="val 16667" name="adj"/>
            </a:avLst>
          </a:prstGeom>
          <a:solidFill>
            <a:srgbClr val="F3F3F3"/>
          </a:solidFill>
          <a:ln cap="flat" cmpd="sng" w="19050">
            <a:solidFill>
              <a:srgbClr val="CCCCCC"/>
            </a:solidFill>
            <a:prstDash val="dash"/>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 name="Google Shape;989;p13"/>
          <p:cNvSpPr/>
          <p:nvPr/>
        </p:nvSpPr>
        <p:spPr>
          <a:xfrm>
            <a:off x="5996418" y="1344695"/>
            <a:ext cx="1556100" cy="949800"/>
          </a:xfrm>
          <a:prstGeom prst="roundRect">
            <a:avLst>
              <a:gd fmla="val 16667" name="adj"/>
            </a:avLst>
          </a:prstGeom>
          <a:solidFill>
            <a:srgbClr val="F3F3F3"/>
          </a:solidFill>
          <a:ln cap="flat" cmpd="sng" w="19050">
            <a:solidFill>
              <a:srgbClr val="CCCCCC"/>
            </a:solidFill>
            <a:prstDash val="dash"/>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 name="Google Shape;979;p13"/>
          <p:cNvSpPr/>
          <p:nvPr/>
        </p:nvSpPr>
        <p:spPr>
          <a:xfrm>
            <a:off x="422488" y="5266621"/>
            <a:ext cx="1556100" cy="949800"/>
          </a:xfrm>
          <a:prstGeom prst="roundRect">
            <a:avLst>
              <a:gd fmla="val 16667" name="adj"/>
            </a:avLst>
          </a:prstGeom>
          <a:solidFill>
            <a:srgbClr val="F3F3F3"/>
          </a:solidFill>
          <a:ln cap="flat" cmpd="sng" w="19050">
            <a:solidFill>
              <a:srgbClr val="CCCCCC"/>
            </a:solidFill>
            <a:prstDash val="dash"/>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 name="Google Shape;983;p13"/>
          <p:cNvSpPr/>
          <p:nvPr/>
        </p:nvSpPr>
        <p:spPr>
          <a:xfrm>
            <a:off x="2280456" y="5266621"/>
            <a:ext cx="1556100" cy="949800"/>
          </a:xfrm>
          <a:prstGeom prst="roundRect">
            <a:avLst>
              <a:gd fmla="val 16667" name="adj"/>
            </a:avLst>
          </a:prstGeom>
          <a:solidFill>
            <a:srgbClr val="F3F3F3"/>
          </a:solidFill>
          <a:ln cap="flat" cmpd="sng" w="19050">
            <a:solidFill>
              <a:srgbClr val="CCCCCC"/>
            </a:solidFill>
            <a:prstDash val="dash"/>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 name="Google Shape;987;p13"/>
          <p:cNvSpPr/>
          <p:nvPr/>
        </p:nvSpPr>
        <p:spPr>
          <a:xfrm>
            <a:off x="4138443" y="5266621"/>
            <a:ext cx="1556100" cy="949800"/>
          </a:xfrm>
          <a:prstGeom prst="roundRect">
            <a:avLst>
              <a:gd fmla="val 16667" name="adj"/>
            </a:avLst>
          </a:prstGeom>
          <a:solidFill>
            <a:srgbClr val="F3F3F3"/>
          </a:solidFill>
          <a:ln cap="flat" cmpd="sng" w="19050">
            <a:solidFill>
              <a:srgbClr val="CCCCCC"/>
            </a:solidFill>
            <a:prstDash val="dash"/>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 name="Google Shape;991;p13"/>
          <p:cNvSpPr/>
          <p:nvPr/>
        </p:nvSpPr>
        <p:spPr>
          <a:xfrm>
            <a:off x="5996418" y="5266621"/>
            <a:ext cx="1556100" cy="949800"/>
          </a:xfrm>
          <a:prstGeom prst="roundRect">
            <a:avLst>
              <a:gd fmla="val 16667" name="adj"/>
            </a:avLst>
          </a:prstGeom>
          <a:solidFill>
            <a:srgbClr val="F3F3F3"/>
          </a:solidFill>
          <a:ln cap="flat" cmpd="sng" w="19050">
            <a:solidFill>
              <a:srgbClr val="CCCCCC"/>
            </a:solidFill>
            <a:prstDash val="dash"/>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 name="Google Shape;992;p13"/>
          <p:cNvSpPr txBox="1"/>
          <p:nvPr/>
        </p:nvSpPr>
        <p:spPr>
          <a:xfrm>
            <a:off x="422488" y="6222945"/>
            <a:ext cx="7130100" cy="2847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b="1" lang="es-419" sz="1200">
                <a:latin typeface="Arvo"/>
                <a:ea typeface="Arvo"/>
                <a:cs typeface="Arvo"/>
                <a:sym typeface="Arvo"/>
              </a:rPr>
              <a:t>Causas</a:t>
            </a:r>
            <a:endParaRPr b="1" sz="1200">
              <a:latin typeface="Arvo"/>
              <a:ea typeface="Arvo"/>
              <a:cs typeface="Arvo"/>
              <a:sym typeface="Arvo"/>
            </a:endParaRPr>
          </a:p>
        </p:txBody>
      </p:sp>
      <p:sp>
        <p:nvSpPr>
          <p:cNvPr id="993" name="Google Shape;993;p13"/>
          <p:cNvSpPr txBox="1"/>
          <p:nvPr>
            <p:ph idx="1" type="subTitle"/>
          </p:nvPr>
        </p:nvSpPr>
        <p:spPr>
          <a:xfrm>
            <a:off x="422525" y="1344634"/>
            <a:ext cx="1556100" cy="949800"/>
          </a:xfrm>
          <a:prstGeom prst="rect">
            <a:avLst/>
          </a:prstGeom>
          <a:noFill/>
          <a:ln>
            <a:noFill/>
          </a:ln>
        </p:spPr>
        <p:txBody>
          <a:bodyPr anchorCtr="0" anchor="ctr" bIns="72000" lIns="72000" spcFirstLastPara="1" rIns="72000" wrap="square" tIns="72000">
            <a:noAutofit/>
          </a:bodyPr>
          <a:lstStyle>
            <a:lvl1pPr lvl="0" rtl="0">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rtl="0">
              <a:spcBef>
                <a:spcPts val="0"/>
              </a:spcBef>
              <a:spcAft>
                <a:spcPts val="0"/>
              </a:spcAft>
              <a:buSzPts val="800"/>
              <a:buFont typeface="Arvo"/>
              <a:buNone/>
              <a:defRPr sz="800">
                <a:latin typeface="Arvo"/>
                <a:ea typeface="Arvo"/>
                <a:cs typeface="Arvo"/>
                <a:sym typeface="Arvo"/>
              </a:defRPr>
            </a:lvl2pPr>
            <a:lvl3pPr lvl="2" rtl="0">
              <a:spcBef>
                <a:spcPts val="0"/>
              </a:spcBef>
              <a:spcAft>
                <a:spcPts val="0"/>
              </a:spcAft>
              <a:buSzPts val="800"/>
              <a:buFont typeface="Arvo"/>
              <a:buNone/>
              <a:defRPr sz="800">
                <a:latin typeface="Arvo"/>
                <a:ea typeface="Arvo"/>
                <a:cs typeface="Arvo"/>
                <a:sym typeface="Arvo"/>
              </a:defRPr>
            </a:lvl3pPr>
            <a:lvl4pPr lvl="3" rtl="0">
              <a:spcBef>
                <a:spcPts val="0"/>
              </a:spcBef>
              <a:spcAft>
                <a:spcPts val="0"/>
              </a:spcAft>
              <a:buSzPts val="800"/>
              <a:buFont typeface="Arvo"/>
              <a:buNone/>
              <a:defRPr sz="800">
                <a:latin typeface="Arvo"/>
                <a:ea typeface="Arvo"/>
                <a:cs typeface="Arvo"/>
                <a:sym typeface="Arvo"/>
              </a:defRPr>
            </a:lvl4pPr>
            <a:lvl5pPr lvl="4" rtl="0">
              <a:spcBef>
                <a:spcPts val="0"/>
              </a:spcBef>
              <a:spcAft>
                <a:spcPts val="0"/>
              </a:spcAft>
              <a:buSzPts val="800"/>
              <a:buFont typeface="Arvo"/>
              <a:buNone/>
              <a:defRPr sz="800">
                <a:latin typeface="Arvo"/>
                <a:ea typeface="Arvo"/>
                <a:cs typeface="Arvo"/>
                <a:sym typeface="Arvo"/>
              </a:defRPr>
            </a:lvl5pPr>
            <a:lvl6pPr lvl="5" rtl="0">
              <a:spcBef>
                <a:spcPts val="0"/>
              </a:spcBef>
              <a:spcAft>
                <a:spcPts val="0"/>
              </a:spcAft>
              <a:buSzPts val="800"/>
              <a:buFont typeface="Arvo"/>
              <a:buNone/>
              <a:defRPr sz="800">
                <a:latin typeface="Arvo"/>
                <a:ea typeface="Arvo"/>
                <a:cs typeface="Arvo"/>
                <a:sym typeface="Arvo"/>
              </a:defRPr>
            </a:lvl6pPr>
            <a:lvl7pPr lvl="6" rtl="0">
              <a:spcBef>
                <a:spcPts val="0"/>
              </a:spcBef>
              <a:spcAft>
                <a:spcPts val="0"/>
              </a:spcAft>
              <a:buSzPts val="800"/>
              <a:buFont typeface="Arvo"/>
              <a:buNone/>
              <a:defRPr sz="800">
                <a:latin typeface="Arvo"/>
                <a:ea typeface="Arvo"/>
                <a:cs typeface="Arvo"/>
                <a:sym typeface="Arvo"/>
              </a:defRPr>
            </a:lvl7pPr>
            <a:lvl8pPr lvl="7" rtl="0">
              <a:spcBef>
                <a:spcPts val="0"/>
              </a:spcBef>
              <a:spcAft>
                <a:spcPts val="0"/>
              </a:spcAft>
              <a:buSzPts val="800"/>
              <a:buFont typeface="Arvo"/>
              <a:buNone/>
              <a:defRPr sz="800">
                <a:latin typeface="Arvo"/>
                <a:ea typeface="Arvo"/>
                <a:cs typeface="Arvo"/>
                <a:sym typeface="Arvo"/>
              </a:defRPr>
            </a:lvl8pPr>
            <a:lvl9pPr lvl="8" rtl="0">
              <a:spcBef>
                <a:spcPts val="0"/>
              </a:spcBef>
              <a:spcAft>
                <a:spcPts val="0"/>
              </a:spcAft>
              <a:buSzPts val="800"/>
              <a:buFont typeface="Arvo"/>
              <a:buNone/>
              <a:defRPr sz="800">
                <a:latin typeface="Arvo"/>
                <a:ea typeface="Arvo"/>
                <a:cs typeface="Arvo"/>
                <a:sym typeface="Arvo"/>
              </a:defRPr>
            </a:lvl9pPr>
          </a:lstStyle>
          <a:p/>
        </p:txBody>
      </p:sp>
      <p:sp>
        <p:nvSpPr>
          <p:cNvPr id="994" name="Google Shape;994;p13"/>
          <p:cNvSpPr txBox="1"/>
          <p:nvPr>
            <p:ph idx="2" type="subTitle"/>
          </p:nvPr>
        </p:nvSpPr>
        <p:spPr>
          <a:xfrm>
            <a:off x="2282415" y="1344634"/>
            <a:ext cx="1556100" cy="949800"/>
          </a:xfrm>
          <a:prstGeom prst="rect">
            <a:avLst/>
          </a:prstGeom>
          <a:noFill/>
          <a:ln>
            <a:noFill/>
          </a:ln>
        </p:spPr>
        <p:txBody>
          <a:bodyPr anchorCtr="0" anchor="ctr" bIns="72000" lIns="72000" spcFirstLastPara="1" rIns="72000" wrap="square" tIns="72000">
            <a:noAutofit/>
          </a:bodyPr>
          <a:lstStyle>
            <a:lvl1pPr lvl="0" rtl="0">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rtl="0">
              <a:spcBef>
                <a:spcPts val="0"/>
              </a:spcBef>
              <a:spcAft>
                <a:spcPts val="0"/>
              </a:spcAft>
              <a:buSzPts val="800"/>
              <a:buFont typeface="Arvo"/>
              <a:buNone/>
              <a:defRPr sz="800">
                <a:latin typeface="Arvo"/>
                <a:ea typeface="Arvo"/>
                <a:cs typeface="Arvo"/>
                <a:sym typeface="Arvo"/>
              </a:defRPr>
            </a:lvl2pPr>
            <a:lvl3pPr lvl="2" rtl="0">
              <a:spcBef>
                <a:spcPts val="0"/>
              </a:spcBef>
              <a:spcAft>
                <a:spcPts val="0"/>
              </a:spcAft>
              <a:buSzPts val="800"/>
              <a:buFont typeface="Arvo"/>
              <a:buNone/>
              <a:defRPr sz="800">
                <a:latin typeface="Arvo"/>
                <a:ea typeface="Arvo"/>
                <a:cs typeface="Arvo"/>
                <a:sym typeface="Arvo"/>
              </a:defRPr>
            </a:lvl3pPr>
            <a:lvl4pPr lvl="3" rtl="0">
              <a:spcBef>
                <a:spcPts val="0"/>
              </a:spcBef>
              <a:spcAft>
                <a:spcPts val="0"/>
              </a:spcAft>
              <a:buSzPts val="800"/>
              <a:buFont typeface="Arvo"/>
              <a:buNone/>
              <a:defRPr sz="800">
                <a:latin typeface="Arvo"/>
                <a:ea typeface="Arvo"/>
                <a:cs typeface="Arvo"/>
                <a:sym typeface="Arvo"/>
              </a:defRPr>
            </a:lvl4pPr>
            <a:lvl5pPr lvl="4" rtl="0">
              <a:spcBef>
                <a:spcPts val="0"/>
              </a:spcBef>
              <a:spcAft>
                <a:spcPts val="0"/>
              </a:spcAft>
              <a:buSzPts val="800"/>
              <a:buFont typeface="Arvo"/>
              <a:buNone/>
              <a:defRPr sz="800">
                <a:latin typeface="Arvo"/>
                <a:ea typeface="Arvo"/>
                <a:cs typeface="Arvo"/>
                <a:sym typeface="Arvo"/>
              </a:defRPr>
            </a:lvl5pPr>
            <a:lvl6pPr lvl="5" rtl="0">
              <a:spcBef>
                <a:spcPts val="0"/>
              </a:spcBef>
              <a:spcAft>
                <a:spcPts val="0"/>
              </a:spcAft>
              <a:buSzPts val="800"/>
              <a:buFont typeface="Arvo"/>
              <a:buNone/>
              <a:defRPr sz="800">
                <a:latin typeface="Arvo"/>
                <a:ea typeface="Arvo"/>
                <a:cs typeface="Arvo"/>
                <a:sym typeface="Arvo"/>
              </a:defRPr>
            </a:lvl6pPr>
            <a:lvl7pPr lvl="6" rtl="0">
              <a:spcBef>
                <a:spcPts val="0"/>
              </a:spcBef>
              <a:spcAft>
                <a:spcPts val="0"/>
              </a:spcAft>
              <a:buSzPts val="800"/>
              <a:buFont typeface="Arvo"/>
              <a:buNone/>
              <a:defRPr sz="800">
                <a:latin typeface="Arvo"/>
                <a:ea typeface="Arvo"/>
                <a:cs typeface="Arvo"/>
                <a:sym typeface="Arvo"/>
              </a:defRPr>
            </a:lvl7pPr>
            <a:lvl8pPr lvl="7" rtl="0">
              <a:spcBef>
                <a:spcPts val="0"/>
              </a:spcBef>
              <a:spcAft>
                <a:spcPts val="0"/>
              </a:spcAft>
              <a:buSzPts val="800"/>
              <a:buFont typeface="Arvo"/>
              <a:buNone/>
              <a:defRPr sz="800">
                <a:latin typeface="Arvo"/>
                <a:ea typeface="Arvo"/>
                <a:cs typeface="Arvo"/>
                <a:sym typeface="Arvo"/>
              </a:defRPr>
            </a:lvl8pPr>
            <a:lvl9pPr lvl="8" rtl="0">
              <a:spcBef>
                <a:spcPts val="0"/>
              </a:spcBef>
              <a:spcAft>
                <a:spcPts val="0"/>
              </a:spcAft>
              <a:buSzPts val="800"/>
              <a:buFont typeface="Arvo"/>
              <a:buNone/>
              <a:defRPr sz="800">
                <a:latin typeface="Arvo"/>
                <a:ea typeface="Arvo"/>
                <a:cs typeface="Arvo"/>
                <a:sym typeface="Arvo"/>
              </a:defRPr>
            </a:lvl9pPr>
          </a:lstStyle>
          <a:p/>
        </p:txBody>
      </p:sp>
      <p:sp>
        <p:nvSpPr>
          <p:cNvPr id="995" name="Google Shape;995;p13"/>
          <p:cNvSpPr txBox="1"/>
          <p:nvPr>
            <p:ph idx="3" type="subTitle"/>
          </p:nvPr>
        </p:nvSpPr>
        <p:spPr>
          <a:xfrm>
            <a:off x="4138559" y="1344634"/>
            <a:ext cx="1556100" cy="949800"/>
          </a:xfrm>
          <a:prstGeom prst="rect">
            <a:avLst/>
          </a:prstGeom>
          <a:noFill/>
          <a:ln>
            <a:noFill/>
          </a:ln>
        </p:spPr>
        <p:txBody>
          <a:bodyPr anchorCtr="0" anchor="ctr" bIns="72000" lIns="72000" spcFirstLastPara="1" rIns="72000" wrap="square" tIns="72000">
            <a:noAutofit/>
          </a:bodyPr>
          <a:lstStyle>
            <a:lvl1pPr lvl="0" rtl="0">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rtl="0">
              <a:spcBef>
                <a:spcPts val="0"/>
              </a:spcBef>
              <a:spcAft>
                <a:spcPts val="0"/>
              </a:spcAft>
              <a:buSzPts val="800"/>
              <a:buFont typeface="Arvo"/>
              <a:buNone/>
              <a:defRPr sz="800">
                <a:latin typeface="Arvo"/>
                <a:ea typeface="Arvo"/>
                <a:cs typeface="Arvo"/>
                <a:sym typeface="Arvo"/>
              </a:defRPr>
            </a:lvl2pPr>
            <a:lvl3pPr lvl="2" rtl="0">
              <a:spcBef>
                <a:spcPts val="0"/>
              </a:spcBef>
              <a:spcAft>
                <a:spcPts val="0"/>
              </a:spcAft>
              <a:buSzPts val="800"/>
              <a:buFont typeface="Arvo"/>
              <a:buNone/>
              <a:defRPr sz="800">
                <a:latin typeface="Arvo"/>
                <a:ea typeface="Arvo"/>
                <a:cs typeface="Arvo"/>
                <a:sym typeface="Arvo"/>
              </a:defRPr>
            </a:lvl3pPr>
            <a:lvl4pPr lvl="3" rtl="0">
              <a:spcBef>
                <a:spcPts val="0"/>
              </a:spcBef>
              <a:spcAft>
                <a:spcPts val="0"/>
              </a:spcAft>
              <a:buSzPts val="800"/>
              <a:buFont typeface="Arvo"/>
              <a:buNone/>
              <a:defRPr sz="800">
                <a:latin typeface="Arvo"/>
                <a:ea typeface="Arvo"/>
                <a:cs typeface="Arvo"/>
                <a:sym typeface="Arvo"/>
              </a:defRPr>
            </a:lvl4pPr>
            <a:lvl5pPr lvl="4" rtl="0">
              <a:spcBef>
                <a:spcPts val="0"/>
              </a:spcBef>
              <a:spcAft>
                <a:spcPts val="0"/>
              </a:spcAft>
              <a:buSzPts val="800"/>
              <a:buFont typeface="Arvo"/>
              <a:buNone/>
              <a:defRPr sz="800">
                <a:latin typeface="Arvo"/>
                <a:ea typeface="Arvo"/>
                <a:cs typeface="Arvo"/>
                <a:sym typeface="Arvo"/>
              </a:defRPr>
            </a:lvl5pPr>
            <a:lvl6pPr lvl="5" rtl="0">
              <a:spcBef>
                <a:spcPts val="0"/>
              </a:spcBef>
              <a:spcAft>
                <a:spcPts val="0"/>
              </a:spcAft>
              <a:buSzPts val="800"/>
              <a:buFont typeface="Arvo"/>
              <a:buNone/>
              <a:defRPr sz="800">
                <a:latin typeface="Arvo"/>
                <a:ea typeface="Arvo"/>
                <a:cs typeface="Arvo"/>
                <a:sym typeface="Arvo"/>
              </a:defRPr>
            </a:lvl6pPr>
            <a:lvl7pPr lvl="6" rtl="0">
              <a:spcBef>
                <a:spcPts val="0"/>
              </a:spcBef>
              <a:spcAft>
                <a:spcPts val="0"/>
              </a:spcAft>
              <a:buSzPts val="800"/>
              <a:buFont typeface="Arvo"/>
              <a:buNone/>
              <a:defRPr sz="800">
                <a:latin typeface="Arvo"/>
                <a:ea typeface="Arvo"/>
                <a:cs typeface="Arvo"/>
                <a:sym typeface="Arvo"/>
              </a:defRPr>
            </a:lvl7pPr>
            <a:lvl8pPr lvl="7" rtl="0">
              <a:spcBef>
                <a:spcPts val="0"/>
              </a:spcBef>
              <a:spcAft>
                <a:spcPts val="0"/>
              </a:spcAft>
              <a:buSzPts val="800"/>
              <a:buFont typeface="Arvo"/>
              <a:buNone/>
              <a:defRPr sz="800">
                <a:latin typeface="Arvo"/>
                <a:ea typeface="Arvo"/>
                <a:cs typeface="Arvo"/>
                <a:sym typeface="Arvo"/>
              </a:defRPr>
            </a:lvl8pPr>
            <a:lvl9pPr lvl="8" rtl="0">
              <a:spcBef>
                <a:spcPts val="0"/>
              </a:spcBef>
              <a:spcAft>
                <a:spcPts val="0"/>
              </a:spcAft>
              <a:buSzPts val="800"/>
              <a:buFont typeface="Arvo"/>
              <a:buNone/>
              <a:defRPr sz="800">
                <a:latin typeface="Arvo"/>
                <a:ea typeface="Arvo"/>
                <a:cs typeface="Arvo"/>
                <a:sym typeface="Arvo"/>
              </a:defRPr>
            </a:lvl9pPr>
          </a:lstStyle>
          <a:p/>
        </p:txBody>
      </p:sp>
      <p:sp>
        <p:nvSpPr>
          <p:cNvPr id="996" name="Google Shape;996;p13"/>
          <p:cNvSpPr txBox="1"/>
          <p:nvPr>
            <p:ph idx="4" type="subTitle"/>
          </p:nvPr>
        </p:nvSpPr>
        <p:spPr>
          <a:xfrm>
            <a:off x="5998449" y="1344634"/>
            <a:ext cx="1556100" cy="949800"/>
          </a:xfrm>
          <a:prstGeom prst="rect">
            <a:avLst/>
          </a:prstGeom>
          <a:noFill/>
          <a:ln>
            <a:noFill/>
          </a:ln>
        </p:spPr>
        <p:txBody>
          <a:bodyPr anchorCtr="0" anchor="ctr" bIns="72000" lIns="72000" spcFirstLastPara="1" rIns="72000" wrap="square" tIns="72000">
            <a:noAutofit/>
          </a:bodyPr>
          <a:lstStyle>
            <a:lvl1pPr lvl="0" rtl="0">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rtl="0">
              <a:spcBef>
                <a:spcPts val="0"/>
              </a:spcBef>
              <a:spcAft>
                <a:spcPts val="0"/>
              </a:spcAft>
              <a:buSzPts val="800"/>
              <a:buFont typeface="Arvo"/>
              <a:buNone/>
              <a:defRPr sz="800">
                <a:latin typeface="Arvo"/>
                <a:ea typeface="Arvo"/>
                <a:cs typeface="Arvo"/>
                <a:sym typeface="Arvo"/>
              </a:defRPr>
            </a:lvl2pPr>
            <a:lvl3pPr lvl="2" rtl="0">
              <a:spcBef>
                <a:spcPts val="0"/>
              </a:spcBef>
              <a:spcAft>
                <a:spcPts val="0"/>
              </a:spcAft>
              <a:buSzPts val="800"/>
              <a:buFont typeface="Arvo"/>
              <a:buNone/>
              <a:defRPr sz="800">
                <a:latin typeface="Arvo"/>
                <a:ea typeface="Arvo"/>
                <a:cs typeface="Arvo"/>
                <a:sym typeface="Arvo"/>
              </a:defRPr>
            </a:lvl3pPr>
            <a:lvl4pPr lvl="3" rtl="0">
              <a:spcBef>
                <a:spcPts val="0"/>
              </a:spcBef>
              <a:spcAft>
                <a:spcPts val="0"/>
              </a:spcAft>
              <a:buSzPts val="800"/>
              <a:buFont typeface="Arvo"/>
              <a:buNone/>
              <a:defRPr sz="800">
                <a:latin typeface="Arvo"/>
                <a:ea typeface="Arvo"/>
                <a:cs typeface="Arvo"/>
                <a:sym typeface="Arvo"/>
              </a:defRPr>
            </a:lvl4pPr>
            <a:lvl5pPr lvl="4" rtl="0">
              <a:spcBef>
                <a:spcPts val="0"/>
              </a:spcBef>
              <a:spcAft>
                <a:spcPts val="0"/>
              </a:spcAft>
              <a:buSzPts val="800"/>
              <a:buFont typeface="Arvo"/>
              <a:buNone/>
              <a:defRPr sz="800">
                <a:latin typeface="Arvo"/>
                <a:ea typeface="Arvo"/>
                <a:cs typeface="Arvo"/>
                <a:sym typeface="Arvo"/>
              </a:defRPr>
            </a:lvl5pPr>
            <a:lvl6pPr lvl="5" rtl="0">
              <a:spcBef>
                <a:spcPts val="0"/>
              </a:spcBef>
              <a:spcAft>
                <a:spcPts val="0"/>
              </a:spcAft>
              <a:buSzPts val="800"/>
              <a:buFont typeface="Arvo"/>
              <a:buNone/>
              <a:defRPr sz="800">
                <a:latin typeface="Arvo"/>
                <a:ea typeface="Arvo"/>
                <a:cs typeface="Arvo"/>
                <a:sym typeface="Arvo"/>
              </a:defRPr>
            </a:lvl6pPr>
            <a:lvl7pPr lvl="6" rtl="0">
              <a:spcBef>
                <a:spcPts val="0"/>
              </a:spcBef>
              <a:spcAft>
                <a:spcPts val="0"/>
              </a:spcAft>
              <a:buSzPts val="800"/>
              <a:buFont typeface="Arvo"/>
              <a:buNone/>
              <a:defRPr sz="800">
                <a:latin typeface="Arvo"/>
                <a:ea typeface="Arvo"/>
                <a:cs typeface="Arvo"/>
                <a:sym typeface="Arvo"/>
              </a:defRPr>
            </a:lvl7pPr>
            <a:lvl8pPr lvl="7" rtl="0">
              <a:spcBef>
                <a:spcPts val="0"/>
              </a:spcBef>
              <a:spcAft>
                <a:spcPts val="0"/>
              </a:spcAft>
              <a:buSzPts val="800"/>
              <a:buFont typeface="Arvo"/>
              <a:buNone/>
              <a:defRPr sz="800">
                <a:latin typeface="Arvo"/>
                <a:ea typeface="Arvo"/>
                <a:cs typeface="Arvo"/>
                <a:sym typeface="Arvo"/>
              </a:defRPr>
            </a:lvl8pPr>
            <a:lvl9pPr lvl="8" rtl="0">
              <a:spcBef>
                <a:spcPts val="0"/>
              </a:spcBef>
              <a:spcAft>
                <a:spcPts val="0"/>
              </a:spcAft>
              <a:buSzPts val="800"/>
              <a:buFont typeface="Arvo"/>
              <a:buNone/>
              <a:defRPr sz="800">
                <a:latin typeface="Arvo"/>
                <a:ea typeface="Arvo"/>
                <a:cs typeface="Arvo"/>
                <a:sym typeface="Arvo"/>
              </a:defRPr>
            </a:lvl9pPr>
          </a:lstStyle>
          <a:p/>
        </p:txBody>
      </p:sp>
      <p:sp>
        <p:nvSpPr>
          <p:cNvPr id="997" name="Google Shape;997;p13"/>
          <p:cNvSpPr txBox="1"/>
          <p:nvPr>
            <p:ph idx="5" type="subTitle"/>
          </p:nvPr>
        </p:nvSpPr>
        <p:spPr>
          <a:xfrm>
            <a:off x="422525" y="5266845"/>
            <a:ext cx="1556100" cy="949800"/>
          </a:xfrm>
          <a:prstGeom prst="rect">
            <a:avLst/>
          </a:prstGeom>
          <a:noFill/>
          <a:ln>
            <a:noFill/>
          </a:ln>
        </p:spPr>
        <p:txBody>
          <a:bodyPr anchorCtr="0" anchor="ctr" bIns="72000" lIns="72000" spcFirstLastPara="1" rIns="72000" wrap="square" tIns="72000">
            <a:noAutofit/>
          </a:bodyPr>
          <a:lstStyle>
            <a:lvl1pPr lvl="0" rtl="0">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rtl="0">
              <a:spcBef>
                <a:spcPts val="0"/>
              </a:spcBef>
              <a:spcAft>
                <a:spcPts val="0"/>
              </a:spcAft>
              <a:buSzPts val="800"/>
              <a:buFont typeface="Arvo"/>
              <a:buNone/>
              <a:defRPr sz="800">
                <a:latin typeface="Arvo"/>
                <a:ea typeface="Arvo"/>
                <a:cs typeface="Arvo"/>
                <a:sym typeface="Arvo"/>
              </a:defRPr>
            </a:lvl2pPr>
            <a:lvl3pPr lvl="2" rtl="0">
              <a:spcBef>
                <a:spcPts val="0"/>
              </a:spcBef>
              <a:spcAft>
                <a:spcPts val="0"/>
              </a:spcAft>
              <a:buSzPts val="800"/>
              <a:buFont typeface="Arvo"/>
              <a:buNone/>
              <a:defRPr sz="800">
                <a:latin typeface="Arvo"/>
                <a:ea typeface="Arvo"/>
                <a:cs typeface="Arvo"/>
                <a:sym typeface="Arvo"/>
              </a:defRPr>
            </a:lvl3pPr>
            <a:lvl4pPr lvl="3" rtl="0">
              <a:spcBef>
                <a:spcPts val="0"/>
              </a:spcBef>
              <a:spcAft>
                <a:spcPts val="0"/>
              </a:spcAft>
              <a:buSzPts val="800"/>
              <a:buFont typeface="Arvo"/>
              <a:buNone/>
              <a:defRPr sz="800">
                <a:latin typeface="Arvo"/>
                <a:ea typeface="Arvo"/>
                <a:cs typeface="Arvo"/>
                <a:sym typeface="Arvo"/>
              </a:defRPr>
            </a:lvl4pPr>
            <a:lvl5pPr lvl="4" rtl="0">
              <a:spcBef>
                <a:spcPts val="0"/>
              </a:spcBef>
              <a:spcAft>
                <a:spcPts val="0"/>
              </a:spcAft>
              <a:buSzPts val="800"/>
              <a:buFont typeface="Arvo"/>
              <a:buNone/>
              <a:defRPr sz="800">
                <a:latin typeface="Arvo"/>
                <a:ea typeface="Arvo"/>
                <a:cs typeface="Arvo"/>
                <a:sym typeface="Arvo"/>
              </a:defRPr>
            </a:lvl5pPr>
            <a:lvl6pPr lvl="5" rtl="0">
              <a:spcBef>
                <a:spcPts val="0"/>
              </a:spcBef>
              <a:spcAft>
                <a:spcPts val="0"/>
              </a:spcAft>
              <a:buSzPts val="800"/>
              <a:buFont typeface="Arvo"/>
              <a:buNone/>
              <a:defRPr sz="800">
                <a:latin typeface="Arvo"/>
                <a:ea typeface="Arvo"/>
                <a:cs typeface="Arvo"/>
                <a:sym typeface="Arvo"/>
              </a:defRPr>
            </a:lvl6pPr>
            <a:lvl7pPr lvl="6" rtl="0">
              <a:spcBef>
                <a:spcPts val="0"/>
              </a:spcBef>
              <a:spcAft>
                <a:spcPts val="0"/>
              </a:spcAft>
              <a:buSzPts val="800"/>
              <a:buFont typeface="Arvo"/>
              <a:buNone/>
              <a:defRPr sz="800">
                <a:latin typeface="Arvo"/>
                <a:ea typeface="Arvo"/>
                <a:cs typeface="Arvo"/>
                <a:sym typeface="Arvo"/>
              </a:defRPr>
            </a:lvl7pPr>
            <a:lvl8pPr lvl="7" rtl="0">
              <a:spcBef>
                <a:spcPts val="0"/>
              </a:spcBef>
              <a:spcAft>
                <a:spcPts val="0"/>
              </a:spcAft>
              <a:buSzPts val="800"/>
              <a:buFont typeface="Arvo"/>
              <a:buNone/>
              <a:defRPr sz="800">
                <a:latin typeface="Arvo"/>
                <a:ea typeface="Arvo"/>
                <a:cs typeface="Arvo"/>
                <a:sym typeface="Arvo"/>
              </a:defRPr>
            </a:lvl8pPr>
            <a:lvl9pPr lvl="8" rtl="0">
              <a:spcBef>
                <a:spcPts val="0"/>
              </a:spcBef>
              <a:spcAft>
                <a:spcPts val="0"/>
              </a:spcAft>
              <a:buSzPts val="800"/>
              <a:buFont typeface="Arvo"/>
              <a:buNone/>
              <a:defRPr sz="800">
                <a:latin typeface="Arvo"/>
                <a:ea typeface="Arvo"/>
                <a:cs typeface="Arvo"/>
                <a:sym typeface="Arvo"/>
              </a:defRPr>
            </a:lvl9pPr>
          </a:lstStyle>
          <a:p/>
        </p:txBody>
      </p:sp>
      <p:sp>
        <p:nvSpPr>
          <p:cNvPr id="998" name="Google Shape;998;p13"/>
          <p:cNvSpPr txBox="1"/>
          <p:nvPr>
            <p:ph idx="6" type="subTitle"/>
          </p:nvPr>
        </p:nvSpPr>
        <p:spPr>
          <a:xfrm>
            <a:off x="2282415" y="5266845"/>
            <a:ext cx="1556100" cy="949800"/>
          </a:xfrm>
          <a:prstGeom prst="rect">
            <a:avLst/>
          </a:prstGeom>
          <a:noFill/>
          <a:ln>
            <a:noFill/>
          </a:ln>
        </p:spPr>
        <p:txBody>
          <a:bodyPr anchorCtr="0" anchor="ctr" bIns="72000" lIns="72000" spcFirstLastPara="1" rIns="72000" wrap="square" tIns="72000">
            <a:noAutofit/>
          </a:bodyPr>
          <a:lstStyle>
            <a:lvl1pPr lvl="0" rtl="0">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rtl="0">
              <a:spcBef>
                <a:spcPts val="0"/>
              </a:spcBef>
              <a:spcAft>
                <a:spcPts val="0"/>
              </a:spcAft>
              <a:buSzPts val="800"/>
              <a:buFont typeface="Arvo"/>
              <a:buNone/>
              <a:defRPr sz="800">
                <a:latin typeface="Arvo"/>
                <a:ea typeface="Arvo"/>
                <a:cs typeface="Arvo"/>
                <a:sym typeface="Arvo"/>
              </a:defRPr>
            </a:lvl2pPr>
            <a:lvl3pPr lvl="2" rtl="0">
              <a:spcBef>
                <a:spcPts val="0"/>
              </a:spcBef>
              <a:spcAft>
                <a:spcPts val="0"/>
              </a:spcAft>
              <a:buSzPts val="800"/>
              <a:buFont typeface="Arvo"/>
              <a:buNone/>
              <a:defRPr sz="800">
                <a:latin typeface="Arvo"/>
                <a:ea typeface="Arvo"/>
                <a:cs typeface="Arvo"/>
                <a:sym typeface="Arvo"/>
              </a:defRPr>
            </a:lvl3pPr>
            <a:lvl4pPr lvl="3" rtl="0">
              <a:spcBef>
                <a:spcPts val="0"/>
              </a:spcBef>
              <a:spcAft>
                <a:spcPts val="0"/>
              </a:spcAft>
              <a:buSzPts val="800"/>
              <a:buFont typeface="Arvo"/>
              <a:buNone/>
              <a:defRPr sz="800">
                <a:latin typeface="Arvo"/>
                <a:ea typeface="Arvo"/>
                <a:cs typeface="Arvo"/>
                <a:sym typeface="Arvo"/>
              </a:defRPr>
            </a:lvl4pPr>
            <a:lvl5pPr lvl="4" rtl="0">
              <a:spcBef>
                <a:spcPts val="0"/>
              </a:spcBef>
              <a:spcAft>
                <a:spcPts val="0"/>
              </a:spcAft>
              <a:buSzPts val="800"/>
              <a:buFont typeface="Arvo"/>
              <a:buNone/>
              <a:defRPr sz="800">
                <a:latin typeface="Arvo"/>
                <a:ea typeface="Arvo"/>
                <a:cs typeface="Arvo"/>
                <a:sym typeface="Arvo"/>
              </a:defRPr>
            </a:lvl5pPr>
            <a:lvl6pPr lvl="5" rtl="0">
              <a:spcBef>
                <a:spcPts val="0"/>
              </a:spcBef>
              <a:spcAft>
                <a:spcPts val="0"/>
              </a:spcAft>
              <a:buSzPts val="800"/>
              <a:buFont typeface="Arvo"/>
              <a:buNone/>
              <a:defRPr sz="800">
                <a:latin typeface="Arvo"/>
                <a:ea typeface="Arvo"/>
                <a:cs typeface="Arvo"/>
                <a:sym typeface="Arvo"/>
              </a:defRPr>
            </a:lvl6pPr>
            <a:lvl7pPr lvl="6" rtl="0">
              <a:spcBef>
                <a:spcPts val="0"/>
              </a:spcBef>
              <a:spcAft>
                <a:spcPts val="0"/>
              </a:spcAft>
              <a:buSzPts val="800"/>
              <a:buFont typeface="Arvo"/>
              <a:buNone/>
              <a:defRPr sz="800">
                <a:latin typeface="Arvo"/>
                <a:ea typeface="Arvo"/>
                <a:cs typeface="Arvo"/>
                <a:sym typeface="Arvo"/>
              </a:defRPr>
            </a:lvl7pPr>
            <a:lvl8pPr lvl="7" rtl="0">
              <a:spcBef>
                <a:spcPts val="0"/>
              </a:spcBef>
              <a:spcAft>
                <a:spcPts val="0"/>
              </a:spcAft>
              <a:buSzPts val="800"/>
              <a:buFont typeface="Arvo"/>
              <a:buNone/>
              <a:defRPr sz="800">
                <a:latin typeface="Arvo"/>
                <a:ea typeface="Arvo"/>
                <a:cs typeface="Arvo"/>
                <a:sym typeface="Arvo"/>
              </a:defRPr>
            </a:lvl8pPr>
            <a:lvl9pPr lvl="8" rtl="0">
              <a:spcBef>
                <a:spcPts val="0"/>
              </a:spcBef>
              <a:spcAft>
                <a:spcPts val="0"/>
              </a:spcAft>
              <a:buSzPts val="800"/>
              <a:buFont typeface="Arvo"/>
              <a:buNone/>
              <a:defRPr sz="800">
                <a:latin typeface="Arvo"/>
                <a:ea typeface="Arvo"/>
                <a:cs typeface="Arvo"/>
                <a:sym typeface="Arvo"/>
              </a:defRPr>
            </a:lvl9pPr>
          </a:lstStyle>
          <a:p/>
        </p:txBody>
      </p:sp>
      <p:sp>
        <p:nvSpPr>
          <p:cNvPr id="999" name="Google Shape;999;p13"/>
          <p:cNvSpPr txBox="1"/>
          <p:nvPr>
            <p:ph idx="7" type="subTitle"/>
          </p:nvPr>
        </p:nvSpPr>
        <p:spPr>
          <a:xfrm>
            <a:off x="4138559" y="5266845"/>
            <a:ext cx="1556100" cy="949800"/>
          </a:xfrm>
          <a:prstGeom prst="rect">
            <a:avLst/>
          </a:prstGeom>
          <a:noFill/>
          <a:ln>
            <a:noFill/>
          </a:ln>
        </p:spPr>
        <p:txBody>
          <a:bodyPr anchorCtr="0" anchor="ctr" bIns="72000" lIns="72000" spcFirstLastPara="1" rIns="72000" wrap="square" tIns="72000">
            <a:noAutofit/>
          </a:bodyPr>
          <a:lstStyle>
            <a:lvl1pPr lvl="0" rtl="0">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rtl="0">
              <a:spcBef>
                <a:spcPts val="0"/>
              </a:spcBef>
              <a:spcAft>
                <a:spcPts val="0"/>
              </a:spcAft>
              <a:buSzPts val="800"/>
              <a:buFont typeface="Arvo"/>
              <a:buNone/>
              <a:defRPr sz="800">
                <a:latin typeface="Arvo"/>
                <a:ea typeface="Arvo"/>
                <a:cs typeface="Arvo"/>
                <a:sym typeface="Arvo"/>
              </a:defRPr>
            </a:lvl2pPr>
            <a:lvl3pPr lvl="2" rtl="0">
              <a:spcBef>
                <a:spcPts val="0"/>
              </a:spcBef>
              <a:spcAft>
                <a:spcPts val="0"/>
              </a:spcAft>
              <a:buSzPts val="800"/>
              <a:buFont typeface="Arvo"/>
              <a:buNone/>
              <a:defRPr sz="800">
                <a:latin typeface="Arvo"/>
                <a:ea typeface="Arvo"/>
                <a:cs typeface="Arvo"/>
                <a:sym typeface="Arvo"/>
              </a:defRPr>
            </a:lvl3pPr>
            <a:lvl4pPr lvl="3" rtl="0">
              <a:spcBef>
                <a:spcPts val="0"/>
              </a:spcBef>
              <a:spcAft>
                <a:spcPts val="0"/>
              </a:spcAft>
              <a:buSzPts val="800"/>
              <a:buFont typeface="Arvo"/>
              <a:buNone/>
              <a:defRPr sz="800">
                <a:latin typeface="Arvo"/>
                <a:ea typeface="Arvo"/>
                <a:cs typeface="Arvo"/>
                <a:sym typeface="Arvo"/>
              </a:defRPr>
            </a:lvl4pPr>
            <a:lvl5pPr lvl="4" rtl="0">
              <a:spcBef>
                <a:spcPts val="0"/>
              </a:spcBef>
              <a:spcAft>
                <a:spcPts val="0"/>
              </a:spcAft>
              <a:buSzPts val="800"/>
              <a:buFont typeface="Arvo"/>
              <a:buNone/>
              <a:defRPr sz="800">
                <a:latin typeface="Arvo"/>
                <a:ea typeface="Arvo"/>
                <a:cs typeface="Arvo"/>
                <a:sym typeface="Arvo"/>
              </a:defRPr>
            </a:lvl5pPr>
            <a:lvl6pPr lvl="5" rtl="0">
              <a:spcBef>
                <a:spcPts val="0"/>
              </a:spcBef>
              <a:spcAft>
                <a:spcPts val="0"/>
              </a:spcAft>
              <a:buSzPts val="800"/>
              <a:buFont typeface="Arvo"/>
              <a:buNone/>
              <a:defRPr sz="800">
                <a:latin typeface="Arvo"/>
                <a:ea typeface="Arvo"/>
                <a:cs typeface="Arvo"/>
                <a:sym typeface="Arvo"/>
              </a:defRPr>
            </a:lvl6pPr>
            <a:lvl7pPr lvl="6" rtl="0">
              <a:spcBef>
                <a:spcPts val="0"/>
              </a:spcBef>
              <a:spcAft>
                <a:spcPts val="0"/>
              </a:spcAft>
              <a:buSzPts val="800"/>
              <a:buFont typeface="Arvo"/>
              <a:buNone/>
              <a:defRPr sz="800">
                <a:latin typeface="Arvo"/>
                <a:ea typeface="Arvo"/>
                <a:cs typeface="Arvo"/>
                <a:sym typeface="Arvo"/>
              </a:defRPr>
            </a:lvl7pPr>
            <a:lvl8pPr lvl="7" rtl="0">
              <a:spcBef>
                <a:spcPts val="0"/>
              </a:spcBef>
              <a:spcAft>
                <a:spcPts val="0"/>
              </a:spcAft>
              <a:buSzPts val="800"/>
              <a:buFont typeface="Arvo"/>
              <a:buNone/>
              <a:defRPr sz="800">
                <a:latin typeface="Arvo"/>
                <a:ea typeface="Arvo"/>
                <a:cs typeface="Arvo"/>
                <a:sym typeface="Arvo"/>
              </a:defRPr>
            </a:lvl8pPr>
            <a:lvl9pPr lvl="8" rtl="0">
              <a:spcBef>
                <a:spcPts val="0"/>
              </a:spcBef>
              <a:spcAft>
                <a:spcPts val="0"/>
              </a:spcAft>
              <a:buSzPts val="800"/>
              <a:buFont typeface="Arvo"/>
              <a:buNone/>
              <a:defRPr sz="800">
                <a:latin typeface="Arvo"/>
                <a:ea typeface="Arvo"/>
                <a:cs typeface="Arvo"/>
                <a:sym typeface="Arvo"/>
              </a:defRPr>
            </a:lvl9pPr>
          </a:lstStyle>
          <a:p/>
        </p:txBody>
      </p:sp>
      <p:sp>
        <p:nvSpPr>
          <p:cNvPr id="1000" name="Google Shape;1000;p13"/>
          <p:cNvSpPr txBox="1"/>
          <p:nvPr>
            <p:ph idx="8" type="subTitle"/>
          </p:nvPr>
        </p:nvSpPr>
        <p:spPr>
          <a:xfrm>
            <a:off x="5998449" y="5266845"/>
            <a:ext cx="1556100" cy="949800"/>
          </a:xfrm>
          <a:prstGeom prst="rect">
            <a:avLst/>
          </a:prstGeom>
          <a:noFill/>
          <a:ln>
            <a:noFill/>
          </a:ln>
        </p:spPr>
        <p:txBody>
          <a:bodyPr anchorCtr="0" anchor="ctr" bIns="72000" lIns="72000" spcFirstLastPara="1" rIns="72000" wrap="square" tIns="72000">
            <a:noAutofit/>
          </a:bodyPr>
          <a:lstStyle>
            <a:lvl1pPr lvl="0" rtl="0">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rtl="0">
              <a:spcBef>
                <a:spcPts val="0"/>
              </a:spcBef>
              <a:spcAft>
                <a:spcPts val="0"/>
              </a:spcAft>
              <a:buSzPts val="800"/>
              <a:buFont typeface="Arvo"/>
              <a:buNone/>
              <a:defRPr sz="800">
                <a:latin typeface="Arvo"/>
                <a:ea typeface="Arvo"/>
                <a:cs typeface="Arvo"/>
                <a:sym typeface="Arvo"/>
              </a:defRPr>
            </a:lvl2pPr>
            <a:lvl3pPr lvl="2" rtl="0">
              <a:spcBef>
                <a:spcPts val="0"/>
              </a:spcBef>
              <a:spcAft>
                <a:spcPts val="0"/>
              </a:spcAft>
              <a:buSzPts val="800"/>
              <a:buFont typeface="Arvo"/>
              <a:buNone/>
              <a:defRPr sz="800">
                <a:latin typeface="Arvo"/>
                <a:ea typeface="Arvo"/>
                <a:cs typeface="Arvo"/>
                <a:sym typeface="Arvo"/>
              </a:defRPr>
            </a:lvl3pPr>
            <a:lvl4pPr lvl="3" rtl="0">
              <a:spcBef>
                <a:spcPts val="0"/>
              </a:spcBef>
              <a:spcAft>
                <a:spcPts val="0"/>
              </a:spcAft>
              <a:buSzPts val="800"/>
              <a:buFont typeface="Arvo"/>
              <a:buNone/>
              <a:defRPr sz="800">
                <a:latin typeface="Arvo"/>
                <a:ea typeface="Arvo"/>
                <a:cs typeface="Arvo"/>
                <a:sym typeface="Arvo"/>
              </a:defRPr>
            </a:lvl4pPr>
            <a:lvl5pPr lvl="4" rtl="0">
              <a:spcBef>
                <a:spcPts val="0"/>
              </a:spcBef>
              <a:spcAft>
                <a:spcPts val="0"/>
              </a:spcAft>
              <a:buSzPts val="800"/>
              <a:buFont typeface="Arvo"/>
              <a:buNone/>
              <a:defRPr sz="800">
                <a:latin typeface="Arvo"/>
                <a:ea typeface="Arvo"/>
                <a:cs typeface="Arvo"/>
                <a:sym typeface="Arvo"/>
              </a:defRPr>
            </a:lvl5pPr>
            <a:lvl6pPr lvl="5" rtl="0">
              <a:spcBef>
                <a:spcPts val="0"/>
              </a:spcBef>
              <a:spcAft>
                <a:spcPts val="0"/>
              </a:spcAft>
              <a:buSzPts val="800"/>
              <a:buFont typeface="Arvo"/>
              <a:buNone/>
              <a:defRPr sz="800">
                <a:latin typeface="Arvo"/>
                <a:ea typeface="Arvo"/>
                <a:cs typeface="Arvo"/>
                <a:sym typeface="Arvo"/>
              </a:defRPr>
            </a:lvl6pPr>
            <a:lvl7pPr lvl="6" rtl="0">
              <a:spcBef>
                <a:spcPts val="0"/>
              </a:spcBef>
              <a:spcAft>
                <a:spcPts val="0"/>
              </a:spcAft>
              <a:buSzPts val="800"/>
              <a:buFont typeface="Arvo"/>
              <a:buNone/>
              <a:defRPr sz="800">
                <a:latin typeface="Arvo"/>
                <a:ea typeface="Arvo"/>
                <a:cs typeface="Arvo"/>
                <a:sym typeface="Arvo"/>
              </a:defRPr>
            </a:lvl7pPr>
            <a:lvl8pPr lvl="7" rtl="0">
              <a:spcBef>
                <a:spcPts val="0"/>
              </a:spcBef>
              <a:spcAft>
                <a:spcPts val="0"/>
              </a:spcAft>
              <a:buSzPts val="800"/>
              <a:buFont typeface="Arvo"/>
              <a:buNone/>
              <a:defRPr sz="800">
                <a:latin typeface="Arvo"/>
                <a:ea typeface="Arvo"/>
                <a:cs typeface="Arvo"/>
                <a:sym typeface="Arvo"/>
              </a:defRPr>
            </a:lvl8pPr>
            <a:lvl9pPr lvl="8" rtl="0">
              <a:spcBef>
                <a:spcPts val="0"/>
              </a:spcBef>
              <a:spcAft>
                <a:spcPts val="0"/>
              </a:spcAft>
              <a:buSzPts val="800"/>
              <a:buFont typeface="Arvo"/>
              <a:buNone/>
              <a:defRPr sz="800">
                <a:latin typeface="Arvo"/>
                <a:ea typeface="Arvo"/>
                <a:cs typeface="Arvo"/>
                <a:sym typeface="Arvo"/>
              </a:defRPr>
            </a:lvl9pPr>
          </a:lstStyle>
          <a:p/>
        </p:txBody>
      </p:sp>
      <p:sp>
        <p:nvSpPr>
          <p:cNvPr id="1001" name="Google Shape;1001;p13"/>
          <p:cNvSpPr txBox="1"/>
          <p:nvPr>
            <p:ph idx="9" type="subTitle"/>
          </p:nvPr>
        </p:nvSpPr>
        <p:spPr>
          <a:xfrm>
            <a:off x="8253950" y="2929759"/>
            <a:ext cx="1403700" cy="1696200"/>
          </a:xfrm>
          <a:prstGeom prst="rect">
            <a:avLst/>
          </a:prstGeom>
          <a:noFill/>
          <a:ln>
            <a:noFill/>
          </a:ln>
        </p:spPr>
        <p:txBody>
          <a:bodyPr anchorCtr="0" anchor="ctr" bIns="72000" lIns="72000" spcFirstLastPara="1" rIns="72000" wrap="square" tIns="72000">
            <a:noAutofit/>
          </a:bodyPr>
          <a:lstStyle>
            <a:lvl1pPr lvl="0" rtl="0">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rtl="0">
              <a:spcBef>
                <a:spcPts val="0"/>
              </a:spcBef>
              <a:spcAft>
                <a:spcPts val="0"/>
              </a:spcAft>
              <a:buSzPts val="800"/>
              <a:buFont typeface="Arvo"/>
              <a:buNone/>
              <a:defRPr sz="800">
                <a:latin typeface="Arvo"/>
                <a:ea typeface="Arvo"/>
                <a:cs typeface="Arvo"/>
                <a:sym typeface="Arvo"/>
              </a:defRPr>
            </a:lvl2pPr>
            <a:lvl3pPr lvl="2" rtl="0">
              <a:spcBef>
                <a:spcPts val="0"/>
              </a:spcBef>
              <a:spcAft>
                <a:spcPts val="0"/>
              </a:spcAft>
              <a:buSzPts val="800"/>
              <a:buFont typeface="Arvo"/>
              <a:buNone/>
              <a:defRPr sz="800">
                <a:latin typeface="Arvo"/>
                <a:ea typeface="Arvo"/>
                <a:cs typeface="Arvo"/>
                <a:sym typeface="Arvo"/>
              </a:defRPr>
            </a:lvl3pPr>
            <a:lvl4pPr lvl="3" rtl="0">
              <a:spcBef>
                <a:spcPts val="0"/>
              </a:spcBef>
              <a:spcAft>
                <a:spcPts val="0"/>
              </a:spcAft>
              <a:buSzPts val="800"/>
              <a:buFont typeface="Arvo"/>
              <a:buNone/>
              <a:defRPr sz="800">
                <a:latin typeface="Arvo"/>
                <a:ea typeface="Arvo"/>
                <a:cs typeface="Arvo"/>
                <a:sym typeface="Arvo"/>
              </a:defRPr>
            </a:lvl4pPr>
            <a:lvl5pPr lvl="4" rtl="0">
              <a:spcBef>
                <a:spcPts val="0"/>
              </a:spcBef>
              <a:spcAft>
                <a:spcPts val="0"/>
              </a:spcAft>
              <a:buSzPts val="800"/>
              <a:buFont typeface="Arvo"/>
              <a:buNone/>
              <a:defRPr sz="800">
                <a:latin typeface="Arvo"/>
                <a:ea typeface="Arvo"/>
                <a:cs typeface="Arvo"/>
                <a:sym typeface="Arvo"/>
              </a:defRPr>
            </a:lvl5pPr>
            <a:lvl6pPr lvl="5" rtl="0">
              <a:spcBef>
                <a:spcPts val="0"/>
              </a:spcBef>
              <a:spcAft>
                <a:spcPts val="0"/>
              </a:spcAft>
              <a:buSzPts val="800"/>
              <a:buFont typeface="Arvo"/>
              <a:buNone/>
              <a:defRPr sz="800">
                <a:latin typeface="Arvo"/>
                <a:ea typeface="Arvo"/>
                <a:cs typeface="Arvo"/>
                <a:sym typeface="Arvo"/>
              </a:defRPr>
            </a:lvl6pPr>
            <a:lvl7pPr lvl="6" rtl="0">
              <a:spcBef>
                <a:spcPts val="0"/>
              </a:spcBef>
              <a:spcAft>
                <a:spcPts val="0"/>
              </a:spcAft>
              <a:buSzPts val="800"/>
              <a:buFont typeface="Arvo"/>
              <a:buNone/>
              <a:defRPr sz="800">
                <a:latin typeface="Arvo"/>
                <a:ea typeface="Arvo"/>
                <a:cs typeface="Arvo"/>
                <a:sym typeface="Arvo"/>
              </a:defRPr>
            </a:lvl7pPr>
            <a:lvl8pPr lvl="7" rtl="0">
              <a:spcBef>
                <a:spcPts val="0"/>
              </a:spcBef>
              <a:spcAft>
                <a:spcPts val="0"/>
              </a:spcAft>
              <a:buSzPts val="800"/>
              <a:buFont typeface="Arvo"/>
              <a:buNone/>
              <a:defRPr sz="800">
                <a:latin typeface="Arvo"/>
                <a:ea typeface="Arvo"/>
                <a:cs typeface="Arvo"/>
                <a:sym typeface="Arvo"/>
              </a:defRPr>
            </a:lvl8pPr>
            <a:lvl9pPr lvl="8" rtl="0">
              <a:spcBef>
                <a:spcPts val="0"/>
              </a:spcBef>
              <a:spcAft>
                <a:spcPts val="0"/>
              </a:spcAft>
              <a:buSzPts val="800"/>
              <a:buFont typeface="Arvo"/>
              <a:buNone/>
              <a:defRPr sz="800">
                <a:latin typeface="Arvo"/>
                <a:ea typeface="Arvo"/>
                <a:cs typeface="Arvo"/>
                <a:sym typeface="Arvo"/>
              </a:defRPr>
            </a:lvl9pPr>
          </a:lstStyle>
          <a:p/>
        </p:txBody>
      </p:sp>
      <p:sp>
        <p:nvSpPr>
          <p:cNvPr id="1002" name="Google Shape;1002;p13"/>
          <p:cNvSpPr txBox="1"/>
          <p:nvPr/>
        </p:nvSpPr>
        <p:spPr>
          <a:xfrm>
            <a:off x="2524025" y="387675"/>
            <a:ext cx="15012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Unid. Organizacional:</a:t>
            </a:r>
            <a:endParaRPr b="1" sz="1100"/>
          </a:p>
        </p:txBody>
      </p:sp>
      <p:sp>
        <p:nvSpPr>
          <p:cNvPr id="1003" name="Google Shape;1003;p13"/>
          <p:cNvSpPr txBox="1"/>
          <p:nvPr/>
        </p:nvSpPr>
        <p:spPr>
          <a:xfrm>
            <a:off x="2524020" y="579550"/>
            <a:ext cx="6846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Alcance:</a:t>
            </a:r>
            <a:endParaRPr b="1" sz="1100"/>
          </a:p>
        </p:txBody>
      </p:sp>
      <p:sp>
        <p:nvSpPr>
          <p:cNvPr id="1004" name="Google Shape;1004;p13"/>
          <p:cNvSpPr txBox="1"/>
          <p:nvPr>
            <p:ph type="title"/>
          </p:nvPr>
        </p:nvSpPr>
        <p:spPr>
          <a:xfrm flipH="1">
            <a:off x="4025374" y="387675"/>
            <a:ext cx="5863200" cy="169200"/>
          </a:xfrm>
          <a:prstGeom prst="rect">
            <a:avLst/>
          </a:prstGeom>
          <a:noFill/>
          <a:ln>
            <a:noFill/>
          </a:ln>
        </p:spPr>
        <p:txBody>
          <a:bodyPr anchorCtr="0" anchor="ctr" bIns="0" lIns="0" spcFirstLastPara="1" rIns="0" wrap="square" tIns="0">
            <a:noAutofit/>
          </a:bodyPr>
          <a:lstStyle>
            <a:lvl1pPr lvl="0" rtl="0">
              <a:spcBef>
                <a:spcPts val="0"/>
              </a:spcBef>
              <a:spcAft>
                <a:spcPts val="0"/>
              </a:spcAft>
              <a:buClr>
                <a:srgbClr val="000000"/>
              </a:buClr>
              <a:buSzPts val="1000"/>
              <a:buNone/>
              <a:defRPr sz="1000">
                <a:solidFill>
                  <a:srgbClr val="000000"/>
                </a:solidFill>
              </a:defRPr>
            </a:lvl1pPr>
            <a:lvl2pPr lvl="1" rtl="0">
              <a:spcBef>
                <a:spcPts val="0"/>
              </a:spcBef>
              <a:spcAft>
                <a:spcPts val="0"/>
              </a:spcAft>
              <a:buClr>
                <a:srgbClr val="000000"/>
              </a:buClr>
              <a:buSzPts val="1000"/>
              <a:buNone/>
              <a:defRPr sz="1000">
                <a:solidFill>
                  <a:srgbClr val="000000"/>
                </a:solidFill>
              </a:defRPr>
            </a:lvl2pPr>
            <a:lvl3pPr lvl="2" rtl="0">
              <a:spcBef>
                <a:spcPts val="0"/>
              </a:spcBef>
              <a:spcAft>
                <a:spcPts val="0"/>
              </a:spcAft>
              <a:buClr>
                <a:srgbClr val="000000"/>
              </a:buClr>
              <a:buSzPts val="1000"/>
              <a:buNone/>
              <a:defRPr sz="1000">
                <a:solidFill>
                  <a:srgbClr val="000000"/>
                </a:solidFill>
              </a:defRPr>
            </a:lvl3pPr>
            <a:lvl4pPr lvl="3" rtl="0">
              <a:spcBef>
                <a:spcPts val="0"/>
              </a:spcBef>
              <a:spcAft>
                <a:spcPts val="0"/>
              </a:spcAft>
              <a:buClr>
                <a:srgbClr val="000000"/>
              </a:buClr>
              <a:buSzPts val="1000"/>
              <a:buNone/>
              <a:defRPr sz="1000">
                <a:solidFill>
                  <a:srgbClr val="000000"/>
                </a:solidFill>
              </a:defRPr>
            </a:lvl4pPr>
            <a:lvl5pPr lvl="4" rtl="0">
              <a:spcBef>
                <a:spcPts val="0"/>
              </a:spcBef>
              <a:spcAft>
                <a:spcPts val="0"/>
              </a:spcAft>
              <a:buClr>
                <a:srgbClr val="000000"/>
              </a:buClr>
              <a:buSzPts val="1000"/>
              <a:buNone/>
              <a:defRPr sz="1000">
                <a:solidFill>
                  <a:srgbClr val="000000"/>
                </a:solidFill>
              </a:defRPr>
            </a:lvl5pPr>
            <a:lvl6pPr lvl="5" rtl="0">
              <a:spcBef>
                <a:spcPts val="0"/>
              </a:spcBef>
              <a:spcAft>
                <a:spcPts val="0"/>
              </a:spcAft>
              <a:buClr>
                <a:srgbClr val="000000"/>
              </a:buClr>
              <a:buSzPts val="1000"/>
              <a:buNone/>
              <a:defRPr sz="1000">
                <a:solidFill>
                  <a:srgbClr val="000000"/>
                </a:solidFill>
              </a:defRPr>
            </a:lvl6pPr>
            <a:lvl7pPr lvl="6" rtl="0">
              <a:spcBef>
                <a:spcPts val="0"/>
              </a:spcBef>
              <a:spcAft>
                <a:spcPts val="0"/>
              </a:spcAft>
              <a:buClr>
                <a:srgbClr val="000000"/>
              </a:buClr>
              <a:buSzPts val="1000"/>
              <a:buNone/>
              <a:defRPr sz="1000">
                <a:solidFill>
                  <a:srgbClr val="000000"/>
                </a:solidFill>
              </a:defRPr>
            </a:lvl7pPr>
            <a:lvl8pPr lvl="7" rtl="0">
              <a:spcBef>
                <a:spcPts val="0"/>
              </a:spcBef>
              <a:spcAft>
                <a:spcPts val="0"/>
              </a:spcAft>
              <a:buClr>
                <a:srgbClr val="000000"/>
              </a:buClr>
              <a:buSzPts val="1000"/>
              <a:buNone/>
              <a:defRPr sz="1000">
                <a:solidFill>
                  <a:srgbClr val="000000"/>
                </a:solidFill>
              </a:defRPr>
            </a:lvl8pPr>
            <a:lvl9pPr lvl="8" rtl="0">
              <a:spcBef>
                <a:spcPts val="0"/>
              </a:spcBef>
              <a:spcAft>
                <a:spcPts val="0"/>
              </a:spcAft>
              <a:buClr>
                <a:srgbClr val="000000"/>
              </a:buClr>
              <a:buSzPts val="1000"/>
              <a:buNone/>
              <a:defRPr sz="1000">
                <a:solidFill>
                  <a:srgbClr val="000000"/>
                </a:solidFill>
              </a:defRPr>
            </a:lvl9pPr>
          </a:lstStyle>
          <a:p/>
        </p:txBody>
      </p:sp>
      <p:sp>
        <p:nvSpPr>
          <p:cNvPr id="1005" name="Google Shape;1005;p13"/>
          <p:cNvSpPr txBox="1"/>
          <p:nvPr>
            <p:ph idx="13" type="title"/>
          </p:nvPr>
        </p:nvSpPr>
        <p:spPr>
          <a:xfrm flipH="1">
            <a:off x="3208773" y="579550"/>
            <a:ext cx="6679800" cy="169200"/>
          </a:xfrm>
          <a:prstGeom prst="rect">
            <a:avLst/>
          </a:prstGeom>
          <a:noFill/>
          <a:ln>
            <a:noFill/>
          </a:ln>
        </p:spPr>
        <p:txBody>
          <a:bodyPr anchorCtr="0" anchor="ctr" bIns="0" lIns="0" spcFirstLastPara="1" rIns="0" wrap="square" tIns="0">
            <a:noAutofit/>
          </a:bodyPr>
          <a:lstStyle>
            <a:lvl1pPr lvl="0" rtl="0">
              <a:spcBef>
                <a:spcPts val="0"/>
              </a:spcBef>
              <a:spcAft>
                <a:spcPts val="0"/>
              </a:spcAft>
              <a:buClr>
                <a:srgbClr val="000000"/>
              </a:buClr>
              <a:buSzPts val="1000"/>
              <a:buNone/>
              <a:defRPr sz="1000">
                <a:solidFill>
                  <a:srgbClr val="000000"/>
                </a:solidFill>
              </a:defRPr>
            </a:lvl1pPr>
            <a:lvl2pPr lvl="1" rtl="0">
              <a:spcBef>
                <a:spcPts val="0"/>
              </a:spcBef>
              <a:spcAft>
                <a:spcPts val="0"/>
              </a:spcAft>
              <a:buClr>
                <a:srgbClr val="000000"/>
              </a:buClr>
              <a:buSzPts val="1000"/>
              <a:buNone/>
              <a:defRPr sz="1000">
                <a:solidFill>
                  <a:srgbClr val="000000"/>
                </a:solidFill>
              </a:defRPr>
            </a:lvl2pPr>
            <a:lvl3pPr lvl="2" rtl="0">
              <a:spcBef>
                <a:spcPts val="0"/>
              </a:spcBef>
              <a:spcAft>
                <a:spcPts val="0"/>
              </a:spcAft>
              <a:buClr>
                <a:srgbClr val="000000"/>
              </a:buClr>
              <a:buSzPts val="1000"/>
              <a:buNone/>
              <a:defRPr sz="1000">
                <a:solidFill>
                  <a:srgbClr val="000000"/>
                </a:solidFill>
              </a:defRPr>
            </a:lvl3pPr>
            <a:lvl4pPr lvl="3" rtl="0">
              <a:spcBef>
                <a:spcPts val="0"/>
              </a:spcBef>
              <a:spcAft>
                <a:spcPts val="0"/>
              </a:spcAft>
              <a:buClr>
                <a:srgbClr val="000000"/>
              </a:buClr>
              <a:buSzPts val="1000"/>
              <a:buNone/>
              <a:defRPr sz="1000">
                <a:solidFill>
                  <a:srgbClr val="000000"/>
                </a:solidFill>
              </a:defRPr>
            </a:lvl4pPr>
            <a:lvl5pPr lvl="4" rtl="0">
              <a:spcBef>
                <a:spcPts val="0"/>
              </a:spcBef>
              <a:spcAft>
                <a:spcPts val="0"/>
              </a:spcAft>
              <a:buClr>
                <a:srgbClr val="000000"/>
              </a:buClr>
              <a:buSzPts val="1000"/>
              <a:buNone/>
              <a:defRPr sz="1000">
                <a:solidFill>
                  <a:srgbClr val="000000"/>
                </a:solidFill>
              </a:defRPr>
            </a:lvl5pPr>
            <a:lvl6pPr lvl="5" rtl="0">
              <a:spcBef>
                <a:spcPts val="0"/>
              </a:spcBef>
              <a:spcAft>
                <a:spcPts val="0"/>
              </a:spcAft>
              <a:buClr>
                <a:srgbClr val="000000"/>
              </a:buClr>
              <a:buSzPts val="1000"/>
              <a:buNone/>
              <a:defRPr sz="1000">
                <a:solidFill>
                  <a:srgbClr val="000000"/>
                </a:solidFill>
              </a:defRPr>
            </a:lvl6pPr>
            <a:lvl7pPr lvl="6" rtl="0">
              <a:spcBef>
                <a:spcPts val="0"/>
              </a:spcBef>
              <a:spcAft>
                <a:spcPts val="0"/>
              </a:spcAft>
              <a:buClr>
                <a:srgbClr val="000000"/>
              </a:buClr>
              <a:buSzPts val="1000"/>
              <a:buNone/>
              <a:defRPr sz="1000">
                <a:solidFill>
                  <a:srgbClr val="000000"/>
                </a:solidFill>
              </a:defRPr>
            </a:lvl7pPr>
            <a:lvl8pPr lvl="7" rtl="0">
              <a:spcBef>
                <a:spcPts val="0"/>
              </a:spcBef>
              <a:spcAft>
                <a:spcPts val="0"/>
              </a:spcAft>
              <a:buClr>
                <a:srgbClr val="000000"/>
              </a:buClr>
              <a:buSzPts val="1000"/>
              <a:buNone/>
              <a:defRPr sz="1000">
                <a:solidFill>
                  <a:srgbClr val="000000"/>
                </a:solidFill>
              </a:defRPr>
            </a:lvl8pPr>
            <a:lvl9pPr lvl="8" rtl="0">
              <a:spcBef>
                <a:spcPts val="0"/>
              </a:spcBef>
              <a:spcAft>
                <a:spcPts val="0"/>
              </a:spcAft>
              <a:buClr>
                <a:srgbClr val="000000"/>
              </a:buClr>
              <a:buSzPts val="1000"/>
              <a:buNone/>
              <a:defRPr sz="1000">
                <a:solidFill>
                  <a:srgbClr val="000000"/>
                </a:solidFill>
              </a:defRPr>
            </a:lvl9pPr>
          </a:lstStyle>
          <a:p/>
        </p:txBody>
      </p:sp>
      <p:sp>
        <p:nvSpPr>
          <p:cNvPr id="1006" name="Google Shape;1006;p13"/>
          <p:cNvSpPr txBox="1"/>
          <p:nvPr>
            <p:ph idx="14" type="body"/>
          </p:nvPr>
        </p:nvSpPr>
        <p:spPr>
          <a:xfrm>
            <a:off x="641150" y="612125"/>
            <a:ext cx="1770300" cy="160500"/>
          </a:xfrm>
          <a:prstGeom prst="rect">
            <a:avLst/>
          </a:prstGeom>
          <a:noFill/>
          <a:ln>
            <a:noFill/>
          </a:ln>
        </p:spPr>
        <p:txBody>
          <a:bodyPr anchorCtr="0" anchor="t" bIns="0" lIns="0" spcFirstLastPara="1" rIns="0" wrap="square" tIns="0">
            <a:noAutofit/>
          </a:bodyPr>
          <a:lstStyle>
            <a:lvl1pPr indent="-292100" lvl="0" marL="457200" rtl="0" algn="ctr">
              <a:spcBef>
                <a:spcPts val="0"/>
              </a:spcBef>
              <a:spcAft>
                <a:spcPts val="0"/>
              </a:spcAft>
              <a:buClr>
                <a:srgbClr val="FFFFFF"/>
              </a:buClr>
              <a:buSzPts val="1000"/>
              <a:buChar char="●"/>
              <a:defRPr sz="1000">
                <a:solidFill>
                  <a:srgbClr val="FFFFFF"/>
                </a:solidFill>
              </a:defRPr>
            </a:lvl1pPr>
            <a:lvl2pPr indent="-292100" lvl="1" marL="914400" rtl="0" algn="ctr">
              <a:spcBef>
                <a:spcPts val="0"/>
              </a:spcBef>
              <a:spcAft>
                <a:spcPts val="0"/>
              </a:spcAft>
              <a:buClr>
                <a:srgbClr val="FFFFFF"/>
              </a:buClr>
              <a:buSzPts val="1000"/>
              <a:buChar char="○"/>
              <a:defRPr sz="1000">
                <a:solidFill>
                  <a:srgbClr val="FFFFFF"/>
                </a:solidFill>
              </a:defRPr>
            </a:lvl2pPr>
            <a:lvl3pPr indent="-292100" lvl="2" marL="1371600" rtl="0" algn="ctr">
              <a:spcBef>
                <a:spcPts val="0"/>
              </a:spcBef>
              <a:spcAft>
                <a:spcPts val="0"/>
              </a:spcAft>
              <a:buClr>
                <a:srgbClr val="FFFFFF"/>
              </a:buClr>
              <a:buSzPts val="1000"/>
              <a:buChar char="■"/>
              <a:defRPr sz="1000">
                <a:solidFill>
                  <a:srgbClr val="FFFFFF"/>
                </a:solidFill>
              </a:defRPr>
            </a:lvl3pPr>
            <a:lvl4pPr indent="-292100" lvl="3" marL="1828800" rtl="0" algn="ctr">
              <a:spcBef>
                <a:spcPts val="0"/>
              </a:spcBef>
              <a:spcAft>
                <a:spcPts val="0"/>
              </a:spcAft>
              <a:buClr>
                <a:srgbClr val="FFFFFF"/>
              </a:buClr>
              <a:buSzPts val="1000"/>
              <a:buChar char="●"/>
              <a:defRPr sz="1000">
                <a:solidFill>
                  <a:srgbClr val="FFFFFF"/>
                </a:solidFill>
              </a:defRPr>
            </a:lvl4pPr>
            <a:lvl5pPr indent="-292100" lvl="4" marL="2286000" rtl="0" algn="ctr">
              <a:spcBef>
                <a:spcPts val="0"/>
              </a:spcBef>
              <a:spcAft>
                <a:spcPts val="0"/>
              </a:spcAft>
              <a:buClr>
                <a:srgbClr val="FFFFFF"/>
              </a:buClr>
              <a:buSzPts val="1000"/>
              <a:buChar char="○"/>
              <a:defRPr sz="1000">
                <a:solidFill>
                  <a:srgbClr val="FFFFFF"/>
                </a:solidFill>
              </a:defRPr>
            </a:lvl5pPr>
            <a:lvl6pPr indent="-292100" lvl="5" marL="2743200" rtl="0" algn="ctr">
              <a:spcBef>
                <a:spcPts val="0"/>
              </a:spcBef>
              <a:spcAft>
                <a:spcPts val="0"/>
              </a:spcAft>
              <a:buClr>
                <a:srgbClr val="FFFFFF"/>
              </a:buClr>
              <a:buSzPts val="1000"/>
              <a:buChar char="■"/>
              <a:defRPr sz="1000">
                <a:solidFill>
                  <a:srgbClr val="FFFFFF"/>
                </a:solidFill>
              </a:defRPr>
            </a:lvl6pPr>
            <a:lvl7pPr indent="-292100" lvl="6" marL="3200400" rtl="0" algn="ctr">
              <a:spcBef>
                <a:spcPts val="0"/>
              </a:spcBef>
              <a:spcAft>
                <a:spcPts val="0"/>
              </a:spcAft>
              <a:buClr>
                <a:srgbClr val="FFFFFF"/>
              </a:buClr>
              <a:buSzPts val="1000"/>
              <a:buChar char="●"/>
              <a:defRPr sz="1000">
                <a:solidFill>
                  <a:srgbClr val="FFFFFF"/>
                </a:solidFill>
              </a:defRPr>
            </a:lvl7pPr>
            <a:lvl8pPr indent="-292100" lvl="7" marL="3657600" rtl="0" algn="ctr">
              <a:spcBef>
                <a:spcPts val="0"/>
              </a:spcBef>
              <a:spcAft>
                <a:spcPts val="0"/>
              </a:spcAft>
              <a:buClr>
                <a:srgbClr val="FFFFFF"/>
              </a:buClr>
              <a:buSzPts val="1000"/>
              <a:buChar char="○"/>
              <a:defRPr sz="1000">
                <a:solidFill>
                  <a:srgbClr val="FFFFFF"/>
                </a:solidFill>
              </a:defRPr>
            </a:lvl8pPr>
            <a:lvl9pPr indent="-292100" lvl="8" marL="4114800" rtl="0" algn="ctr">
              <a:spcBef>
                <a:spcPts val="0"/>
              </a:spcBef>
              <a:spcAft>
                <a:spcPts val="0"/>
              </a:spcAft>
              <a:buClr>
                <a:srgbClr val="FFFFFF"/>
              </a:buClr>
              <a:buSzPts val="1000"/>
              <a:buChar char="■"/>
              <a:defRPr sz="1000">
                <a:solidFill>
                  <a:srgbClr val="FFFFFF"/>
                </a:solidFill>
              </a:defRPr>
            </a:lvl9pPr>
          </a:lstStyle>
          <a:p/>
        </p:txBody>
      </p:sp>
      <p:sp>
        <p:nvSpPr>
          <p:cNvPr id="1007" name="Google Shape;1007;p13"/>
          <p:cNvSpPr txBox="1"/>
          <p:nvPr/>
        </p:nvSpPr>
        <p:spPr>
          <a:xfrm>
            <a:off x="84825" y="598125"/>
            <a:ext cx="595500" cy="205800"/>
          </a:xfrm>
          <a:prstGeom prst="rect">
            <a:avLst/>
          </a:prstGeom>
          <a:noFill/>
          <a:ln>
            <a:noFill/>
          </a:ln>
        </p:spPr>
        <p:txBody>
          <a:bodyPr anchorCtr="0" anchor="t" bIns="18000" lIns="18000" spcFirstLastPara="1" rIns="18000" wrap="square" tIns="18000">
            <a:spAutoFit/>
          </a:bodyPr>
          <a:lstStyle/>
          <a:p>
            <a:pPr indent="0" lvl="0" marL="0" rtl="0" algn="l">
              <a:spcBef>
                <a:spcPts val="0"/>
              </a:spcBef>
              <a:spcAft>
                <a:spcPts val="0"/>
              </a:spcAft>
              <a:buNone/>
            </a:pPr>
            <a:r>
              <a:rPr lang="es-419" sz="1100">
                <a:solidFill>
                  <a:srgbClr val="FFFFFF"/>
                </a:solidFill>
              </a:rPr>
              <a:t>Nombre:</a:t>
            </a:r>
            <a:endParaRPr sz="1100">
              <a:solidFill>
                <a:srgbClr val="FFFFFF"/>
              </a:solidFill>
            </a:endParaRPr>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6 Diagrama de Pareto">
  <p:cSld name="TITLE_3_6_1_1_1_1_1_1_1_1_1_1_1">
    <p:spTree>
      <p:nvGrpSpPr>
        <p:cNvPr id="1008" name="Shape 1008"/>
        <p:cNvGrpSpPr/>
        <p:nvPr/>
      </p:nvGrpSpPr>
      <p:grpSpPr>
        <a:xfrm>
          <a:off x="0" y="0"/>
          <a:ext cx="0" cy="0"/>
          <a:chOff x="0" y="0"/>
          <a:chExt cx="0" cy="0"/>
        </a:xfrm>
      </p:grpSpPr>
      <p:sp>
        <p:nvSpPr>
          <p:cNvPr id="1009" name="Google Shape;1009;p14"/>
          <p:cNvSpPr/>
          <p:nvPr/>
        </p:nvSpPr>
        <p:spPr>
          <a:xfrm>
            <a:off x="97888" y="377012"/>
            <a:ext cx="9893400" cy="296700"/>
          </a:xfrm>
          <a:prstGeom prst="roundRect">
            <a:avLst>
              <a:gd fmla="val 22902" name="adj"/>
            </a:avLst>
          </a:prstGeom>
          <a:solidFill>
            <a:srgbClr val="F3F3F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1010" name="Google Shape;1010;p14"/>
          <p:cNvSpPr/>
          <p:nvPr/>
        </p:nvSpPr>
        <p:spPr>
          <a:xfrm>
            <a:off x="77688" y="358938"/>
            <a:ext cx="9935700" cy="6438000"/>
          </a:xfrm>
          <a:prstGeom prst="roundRect">
            <a:avLst>
              <a:gd fmla="val 2618" name="adj"/>
            </a:avLst>
          </a:prstGeom>
          <a:solidFill>
            <a:srgbClr val="FFFFFF"/>
          </a:solidFill>
          <a:ln cap="flat" cmpd="sng" w="38100">
            <a:solidFill>
              <a:srgbClr val="000000"/>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11" name="Google Shape;1011;p14"/>
          <p:cNvCxnSpPr/>
          <p:nvPr/>
        </p:nvCxnSpPr>
        <p:spPr>
          <a:xfrm>
            <a:off x="77688" y="772614"/>
            <a:ext cx="9935700" cy="0"/>
          </a:xfrm>
          <a:prstGeom prst="straightConnector1">
            <a:avLst/>
          </a:prstGeom>
          <a:noFill/>
          <a:ln cap="flat" cmpd="sng" w="19050">
            <a:solidFill>
              <a:srgbClr val="000000"/>
            </a:solidFill>
            <a:prstDash val="solid"/>
            <a:round/>
            <a:headEnd len="med" w="med" type="none"/>
            <a:tailEnd len="med" w="med" type="none"/>
          </a:ln>
        </p:spPr>
      </p:cxnSp>
      <p:cxnSp>
        <p:nvCxnSpPr>
          <p:cNvPr id="1012" name="Google Shape;1012;p14"/>
          <p:cNvCxnSpPr/>
          <p:nvPr/>
        </p:nvCxnSpPr>
        <p:spPr>
          <a:xfrm rot="10800000">
            <a:off x="2439038" y="368188"/>
            <a:ext cx="0" cy="402300"/>
          </a:xfrm>
          <a:prstGeom prst="straightConnector1">
            <a:avLst/>
          </a:prstGeom>
          <a:noFill/>
          <a:ln cap="flat" cmpd="sng" w="19050">
            <a:solidFill>
              <a:srgbClr val="000000"/>
            </a:solidFill>
            <a:prstDash val="solid"/>
            <a:round/>
            <a:headEnd len="med" w="med" type="none"/>
            <a:tailEnd len="med" w="med" type="none"/>
          </a:ln>
        </p:spPr>
      </p:cxnSp>
      <p:sp>
        <p:nvSpPr>
          <p:cNvPr id="1013" name="Google Shape;1013;p14"/>
          <p:cNvSpPr/>
          <p:nvPr/>
        </p:nvSpPr>
        <p:spPr>
          <a:xfrm>
            <a:off x="77688" y="349338"/>
            <a:ext cx="2361300" cy="421200"/>
          </a:xfrm>
          <a:prstGeom prst="roundRect">
            <a:avLst>
              <a:gd fmla="val 50000" name="adj"/>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s-419" sz="1200">
                <a:solidFill>
                  <a:srgbClr val="FFFFFF"/>
                </a:solidFill>
              </a:rPr>
              <a:t>Diagrama de Pareto</a:t>
            </a:r>
            <a:endParaRPr b="1" sz="1200">
              <a:solidFill>
                <a:srgbClr val="FFFFFF"/>
              </a:solidFill>
            </a:endParaRPr>
          </a:p>
          <a:p>
            <a:pPr indent="0" lvl="0" marL="0" rtl="0" algn="ctr">
              <a:spcBef>
                <a:spcPts val="0"/>
              </a:spcBef>
              <a:spcAft>
                <a:spcPts val="0"/>
              </a:spcAft>
              <a:buNone/>
            </a:pPr>
            <a:r>
              <a:t/>
            </a:r>
            <a:endParaRPr b="1" sz="1200">
              <a:solidFill>
                <a:srgbClr val="FFFFFF"/>
              </a:solidFill>
            </a:endParaRPr>
          </a:p>
        </p:txBody>
      </p:sp>
      <p:sp>
        <p:nvSpPr>
          <p:cNvPr id="1014" name="Google Shape;1014;p14"/>
          <p:cNvSpPr/>
          <p:nvPr/>
        </p:nvSpPr>
        <p:spPr>
          <a:xfrm>
            <a:off x="83988" y="595504"/>
            <a:ext cx="190200" cy="1692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 name="Google Shape;1015;p14"/>
          <p:cNvSpPr/>
          <p:nvPr/>
        </p:nvSpPr>
        <p:spPr>
          <a:xfrm>
            <a:off x="2292338" y="358938"/>
            <a:ext cx="146700" cy="4023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 name="Google Shape;1016;p14"/>
          <p:cNvSpPr txBox="1"/>
          <p:nvPr/>
        </p:nvSpPr>
        <p:spPr>
          <a:xfrm>
            <a:off x="2524025" y="387675"/>
            <a:ext cx="15012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Unid. Organizacional:</a:t>
            </a:r>
            <a:endParaRPr b="1" sz="1100"/>
          </a:p>
        </p:txBody>
      </p:sp>
      <p:sp>
        <p:nvSpPr>
          <p:cNvPr id="1017" name="Google Shape;1017;p14"/>
          <p:cNvSpPr txBox="1"/>
          <p:nvPr/>
        </p:nvSpPr>
        <p:spPr>
          <a:xfrm>
            <a:off x="2524020" y="579550"/>
            <a:ext cx="6846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Alcance:</a:t>
            </a:r>
            <a:endParaRPr b="1" sz="1100"/>
          </a:p>
        </p:txBody>
      </p:sp>
      <p:sp>
        <p:nvSpPr>
          <p:cNvPr id="1018" name="Google Shape;1018;p14"/>
          <p:cNvSpPr txBox="1"/>
          <p:nvPr>
            <p:ph type="title"/>
          </p:nvPr>
        </p:nvSpPr>
        <p:spPr>
          <a:xfrm flipH="1">
            <a:off x="4025374" y="387675"/>
            <a:ext cx="5863200" cy="169200"/>
          </a:xfrm>
          <a:prstGeom prst="rect">
            <a:avLst/>
          </a:prstGeom>
          <a:noFill/>
          <a:ln>
            <a:noFill/>
          </a:ln>
        </p:spPr>
        <p:txBody>
          <a:bodyPr anchorCtr="0" anchor="ctr" bIns="0" lIns="0" spcFirstLastPara="1" rIns="0" wrap="square" tIns="0">
            <a:noAutofit/>
          </a:bodyPr>
          <a:lstStyle>
            <a:lvl1pPr lvl="0" rtl="0">
              <a:spcBef>
                <a:spcPts val="0"/>
              </a:spcBef>
              <a:spcAft>
                <a:spcPts val="0"/>
              </a:spcAft>
              <a:buClr>
                <a:srgbClr val="000000"/>
              </a:buClr>
              <a:buSzPts val="1000"/>
              <a:buNone/>
              <a:defRPr sz="1000">
                <a:solidFill>
                  <a:srgbClr val="000000"/>
                </a:solidFill>
              </a:defRPr>
            </a:lvl1pPr>
            <a:lvl2pPr lvl="1" rtl="0">
              <a:spcBef>
                <a:spcPts val="0"/>
              </a:spcBef>
              <a:spcAft>
                <a:spcPts val="0"/>
              </a:spcAft>
              <a:buClr>
                <a:srgbClr val="000000"/>
              </a:buClr>
              <a:buSzPts val="1000"/>
              <a:buNone/>
              <a:defRPr sz="1000">
                <a:solidFill>
                  <a:srgbClr val="000000"/>
                </a:solidFill>
              </a:defRPr>
            </a:lvl2pPr>
            <a:lvl3pPr lvl="2" rtl="0">
              <a:spcBef>
                <a:spcPts val="0"/>
              </a:spcBef>
              <a:spcAft>
                <a:spcPts val="0"/>
              </a:spcAft>
              <a:buClr>
                <a:srgbClr val="000000"/>
              </a:buClr>
              <a:buSzPts val="1000"/>
              <a:buNone/>
              <a:defRPr sz="1000">
                <a:solidFill>
                  <a:srgbClr val="000000"/>
                </a:solidFill>
              </a:defRPr>
            </a:lvl3pPr>
            <a:lvl4pPr lvl="3" rtl="0">
              <a:spcBef>
                <a:spcPts val="0"/>
              </a:spcBef>
              <a:spcAft>
                <a:spcPts val="0"/>
              </a:spcAft>
              <a:buClr>
                <a:srgbClr val="000000"/>
              </a:buClr>
              <a:buSzPts val="1000"/>
              <a:buNone/>
              <a:defRPr sz="1000">
                <a:solidFill>
                  <a:srgbClr val="000000"/>
                </a:solidFill>
              </a:defRPr>
            </a:lvl4pPr>
            <a:lvl5pPr lvl="4" rtl="0">
              <a:spcBef>
                <a:spcPts val="0"/>
              </a:spcBef>
              <a:spcAft>
                <a:spcPts val="0"/>
              </a:spcAft>
              <a:buClr>
                <a:srgbClr val="000000"/>
              </a:buClr>
              <a:buSzPts val="1000"/>
              <a:buNone/>
              <a:defRPr sz="1000">
                <a:solidFill>
                  <a:srgbClr val="000000"/>
                </a:solidFill>
              </a:defRPr>
            </a:lvl5pPr>
            <a:lvl6pPr lvl="5" rtl="0">
              <a:spcBef>
                <a:spcPts val="0"/>
              </a:spcBef>
              <a:spcAft>
                <a:spcPts val="0"/>
              </a:spcAft>
              <a:buClr>
                <a:srgbClr val="000000"/>
              </a:buClr>
              <a:buSzPts val="1000"/>
              <a:buNone/>
              <a:defRPr sz="1000">
                <a:solidFill>
                  <a:srgbClr val="000000"/>
                </a:solidFill>
              </a:defRPr>
            </a:lvl6pPr>
            <a:lvl7pPr lvl="6" rtl="0">
              <a:spcBef>
                <a:spcPts val="0"/>
              </a:spcBef>
              <a:spcAft>
                <a:spcPts val="0"/>
              </a:spcAft>
              <a:buClr>
                <a:srgbClr val="000000"/>
              </a:buClr>
              <a:buSzPts val="1000"/>
              <a:buNone/>
              <a:defRPr sz="1000">
                <a:solidFill>
                  <a:srgbClr val="000000"/>
                </a:solidFill>
              </a:defRPr>
            </a:lvl7pPr>
            <a:lvl8pPr lvl="7" rtl="0">
              <a:spcBef>
                <a:spcPts val="0"/>
              </a:spcBef>
              <a:spcAft>
                <a:spcPts val="0"/>
              </a:spcAft>
              <a:buClr>
                <a:srgbClr val="000000"/>
              </a:buClr>
              <a:buSzPts val="1000"/>
              <a:buNone/>
              <a:defRPr sz="1000">
                <a:solidFill>
                  <a:srgbClr val="000000"/>
                </a:solidFill>
              </a:defRPr>
            </a:lvl8pPr>
            <a:lvl9pPr lvl="8" rtl="0">
              <a:spcBef>
                <a:spcPts val="0"/>
              </a:spcBef>
              <a:spcAft>
                <a:spcPts val="0"/>
              </a:spcAft>
              <a:buClr>
                <a:srgbClr val="000000"/>
              </a:buClr>
              <a:buSzPts val="1000"/>
              <a:buNone/>
              <a:defRPr sz="1000">
                <a:solidFill>
                  <a:srgbClr val="000000"/>
                </a:solidFill>
              </a:defRPr>
            </a:lvl9pPr>
          </a:lstStyle>
          <a:p/>
        </p:txBody>
      </p:sp>
      <p:sp>
        <p:nvSpPr>
          <p:cNvPr id="1019" name="Google Shape;1019;p14"/>
          <p:cNvSpPr txBox="1"/>
          <p:nvPr>
            <p:ph idx="2" type="title"/>
          </p:nvPr>
        </p:nvSpPr>
        <p:spPr>
          <a:xfrm flipH="1">
            <a:off x="3208773" y="579550"/>
            <a:ext cx="6679800" cy="169200"/>
          </a:xfrm>
          <a:prstGeom prst="rect">
            <a:avLst/>
          </a:prstGeom>
          <a:noFill/>
          <a:ln>
            <a:noFill/>
          </a:ln>
        </p:spPr>
        <p:txBody>
          <a:bodyPr anchorCtr="0" anchor="ctr" bIns="0" lIns="0" spcFirstLastPara="1" rIns="0" wrap="square" tIns="0">
            <a:noAutofit/>
          </a:bodyPr>
          <a:lstStyle>
            <a:lvl1pPr lvl="0" rtl="0">
              <a:spcBef>
                <a:spcPts val="0"/>
              </a:spcBef>
              <a:spcAft>
                <a:spcPts val="0"/>
              </a:spcAft>
              <a:buClr>
                <a:srgbClr val="000000"/>
              </a:buClr>
              <a:buSzPts val="1000"/>
              <a:buNone/>
              <a:defRPr sz="1000">
                <a:solidFill>
                  <a:srgbClr val="000000"/>
                </a:solidFill>
              </a:defRPr>
            </a:lvl1pPr>
            <a:lvl2pPr lvl="1" rtl="0">
              <a:spcBef>
                <a:spcPts val="0"/>
              </a:spcBef>
              <a:spcAft>
                <a:spcPts val="0"/>
              </a:spcAft>
              <a:buClr>
                <a:srgbClr val="000000"/>
              </a:buClr>
              <a:buSzPts val="1000"/>
              <a:buNone/>
              <a:defRPr sz="1000">
                <a:solidFill>
                  <a:srgbClr val="000000"/>
                </a:solidFill>
              </a:defRPr>
            </a:lvl2pPr>
            <a:lvl3pPr lvl="2" rtl="0">
              <a:spcBef>
                <a:spcPts val="0"/>
              </a:spcBef>
              <a:spcAft>
                <a:spcPts val="0"/>
              </a:spcAft>
              <a:buClr>
                <a:srgbClr val="000000"/>
              </a:buClr>
              <a:buSzPts val="1000"/>
              <a:buNone/>
              <a:defRPr sz="1000">
                <a:solidFill>
                  <a:srgbClr val="000000"/>
                </a:solidFill>
              </a:defRPr>
            </a:lvl3pPr>
            <a:lvl4pPr lvl="3" rtl="0">
              <a:spcBef>
                <a:spcPts val="0"/>
              </a:spcBef>
              <a:spcAft>
                <a:spcPts val="0"/>
              </a:spcAft>
              <a:buClr>
                <a:srgbClr val="000000"/>
              </a:buClr>
              <a:buSzPts val="1000"/>
              <a:buNone/>
              <a:defRPr sz="1000">
                <a:solidFill>
                  <a:srgbClr val="000000"/>
                </a:solidFill>
              </a:defRPr>
            </a:lvl4pPr>
            <a:lvl5pPr lvl="4" rtl="0">
              <a:spcBef>
                <a:spcPts val="0"/>
              </a:spcBef>
              <a:spcAft>
                <a:spcPts val="0"/>
              </a:spcAft>
              <a:buClr>
                <a:srgbClr val="000000"/>
              </a:buClr>
              <a:buSzPts val="1000"/>
              <a:buNone/>
              <a:defRPr sz="1000">
                <a:solidFill>
                  <a:srgbClr val="000000"/>
                </a:solidFill>
              </a:defRPr>
            </a:lvl5pPr>
            <a:lvl6pPr lvl="5" rtl="0">
              <a:spcBef>
                <a:spcPts val="0"/>
              </a:spcBef>
              <a:spcAft>
                <a:spcPts val="0"/>
              </a:spcAft>
              <a:buClr>
                <a:srgbClr val="000000"/>
              </a:buClr>
              <a:buSzPts val="1000"/>
              <a:buNone/>
              <a:defRPr sz="1000">
                <a:solidFill>
                  <a:srgbClr val="000000"/>
                </a:solidFill>
              </a:defRPr>
            </a:lvl6pPr>
            <a:lvl7pPr lvl="6" rtl="0">
              <a:spcBef>
                <a:spcPts val="0"/>
              </a:spcBef>
              <a:spcAft>
                <a:spcPts val="0"/>
              </a:spcAft>
              <a:buClr>
                <a:srgbClr val="000000"/>
              </a:buClr>
              <a:buSzPts val="1000"/>
              <a:buNone/>
              <a:defRPr sz="1000">
                <a:solidFill>
                  <a:srgbClr val="000000"/>
                </a:solidFill>
              </a:defRPr>
            </a:lvl7pPr>
            <a:lvl8pPr lvl="7" rtl="0">
              <a:spcBef>
                <a:spcPts val="0"/>
              </a:spcBef>
              <a:spcAft>
                <a:spcPts val="0"/>
              </a:spcAft>
              <a:buClr>
                <a:srgbClr val="000000"/>
              </a:buClr>
              <a:buSzPts val="1000"/>
              <a:buNone/>
              <a:defRPr sz="1000">
                <a:solidFill>
                  <a:srgbClr val="000000"/>
                </a:solidFill>
              </a:defRPr>
            </a:lvl8pPr>
            <a:lvl9pPr lvl="8" rtl="0">
              <a:spcBef>
                <a:spcPts val="0"/>
              </a:spcBef>
              <a:spcAft>
                <a:spcPts val="0"/>
              </a:spcAft>
              <a:buClr>
                <a:srgbClr val="000000"/>
              </a:buClr>
              <a:buSzPts val="1000"/>
              <a:buNone/>
              <a:defRPr sz="1000">
                <a:solidFill>
                  <a:srgbClr val="000000"/>
                </a:solidFill>
              </a:defRPr>
            </a:lvl9pPr>
          </a:lstStyle>
          <a:p/>
        </p:txBody>
      </p:sp>
      <p:sp>
        <p:nvSpPr>
          <p:cNvPr id="1020" name="Google Shape;1020;p14"/>
          <p:cNvSpPr txBox="1"/>
          <p:nvPr>
            <p:ph idx="1" type="body"/>
          </p:nvPr>
        </p:nvSpPr>
        <p:spPr>
          <a:xfrm>
            <a:off x="641150" y="612125"/>
            <a:ext cx="1770300" cy="160500"/>
          </a:xfrm>
          <a:prstGeom prst="rect">
            <a:avLst/>
          </a:prstGeom>
          <a:noFill/>
          <a:ln>
            <a:noFill/>
          </a:ln>
        </p:spPr>
        <p:txBody>
          <a:bodyPr anchorCtr="0" anchor="t" bIns="0" lIns="0" spcFirstLastPara="1" rIns="0" wrap="square" tIns="0">
            <a:noAutofit/>
          </a:bodyPr>
          <a:lstStyle>
            <a:lvl1pPr indent="-292100" lvl="0" marL="457200" rtl="0" algn="ctr">
              <a:spcBef>
                <a:spcPts val="0"/>
              </a:spcBef>
              <a:spcAft>
                <a:spcPts val="0"/>
              </a:spcAft>
              <a:buClr>
                <a:srgbClr val="FFFFFF"/>
              </a:buClr>
              <a:buSzPts val="1000"/>
              <a:buChar char="●"/>
              <a:defRPr sz="1000">
                <a:solidFill>
                  <a:srgbClr val="FFFFFF"/>
                </a:solidFill>
              </a:defRPr>
            </a:lvl1pPr>
            <a:lvl2pPr indent="-292100" lvl="1" marL="914400" rtl="0" algn="ctr">
              <a:spcBef>
                <a:spcPts val="0"/>
              </a:spcBef>
              <a:spcAft>
                <a:spcPts val="0"/>
              </a:spcAft>
              <a:buClr>
                <a:srgbClr val="FFFFFF"/>
              </a:buClr>
              <a:buSzPts val="1000"/>
              <a:buChar char="○"/>
              <a:defRPr sz="1000">
                <a:solidFill>
                  <a:srgbClr val="FFFFFF"/>
                </a:solidFill>
              </a:defRPr>
            </a:lvl2pPr>
            <a:lvl3pPr indent="-292100" lvl="2" marL="1371600" rtl="0" algn="ctr">
              <a:spcBef>
                <a:spcPts val="0"/>
              </a:spcBef>
              <a:spcAft>
                <a:spcPts val="0"/>
              </a:spcAft>
              <a:buClr>
                <a:srgbClr val="FFFFFF"/>
              </a:buClr>
              <a:buSzPts val="1000"/>
              <a:buChar char="■"/>
              <a:defRPr sz="1000">
                <a:solidFill>
                  <a:srgbClr val="FFFFFF"/>
                </a:solidFill>
              </a:defRPr>
            </a:lvl3pPr>
            <a:lvl4pPr indent="-292100" lvl="3" marL="1828800" rtl="0" algn="ctr">
              <a:spcBef>
                <a:spcPts val="0"/>
              </a:spcBef>
              <a:spcAft>
                <a:spcPts val="0"/>
              </a:spcAft>
              <a:buClr>
                <a:srgbClr val="FFFFFF"/>
              </a:buClr>
              <a:buSzPts val="1000"/>
              <a:buChar char="●"/>
              <a:defRPr sz="1000">
                <a:solidFill>
                  <a:srgbClr val="FFFFFF"/>
                </a:solidFill>
              </a:defRPr>
            </a:lvl4pPr>
            <a:lvl5pPr indent="-292100" lvl="4" marL="2286000" rtl="0" algn="ctr">
              <a:spcBef>
                <a:spcPts val="0"/>
              </a:spcBef>
              <a:spcAft>
                <a:spcPts val="0"/>
              </a:spcAft>
              <a:buClr>
                <a:srgbClr val="FFFFFF"/>
              </a:buClr>
              <a:buSzPts val="1000"/>
              <a:buChar char="○"/>
              <a:defRPr sz="1000">
                <a:solidFill>
                  <a:srgbClr val="FFFFFF"/>
                </a:solidFill>
              </a:defRPr>
            </a:lvl5pPr>
            <a:lvl6pPr indent="-292100" lvl="5" marL="2743200" rtl="0" algn="ctr">
              <a:spcBef>
                <a:spcPts val="0"/>
              </a:spcBef>
              <a:spcAft>
                <a:spcPts val="0"/>
              </a:spcAft>
              <a:buClr>
                <a:srgbClr val="FFFFFF"/>
              </a:buClr>
              <a:buSzPts val="1000"/>
              <a:buChar char="■"/>
              <a:defRPr sz="1000">
                <a:solidFill>
                  <a:srgbClr val="FFFFFF"/>
                </a:solidFill>
              </a:defRPr>
            </a:lvl6pPr>
            <a:lvl7pPr indent="-292100" lvl="6" marL="3200400" rtl="0" algn="ctr">
              <a:spcBef>
                <a:spcPts val="0"/>
              </a:spcBef>
              <a:spcAft>
                <a:spcPts val="0"/>
              </a:spcAft>
              <a:buClr>
                <a:srgbClr val="FFFFFF"/>
              </a:buClr>
              <a:buSzPts val="1000"/>
              <a:buChar char="●"/>
              <a:defRPr sz="1000">
                <a:solidFill>
                  <a:srgbClr val="FFFFFF"/>
                </a:solidFill>
              </a:defRPr>
            </a:lvl7pPr>
            <a:lvl8pPr indent="-292100" lvl="7" marL="3657600" rtl="0" algn="ctr">
              <a:spcBef>
                <a:spcPts val="0"/>
              </a:spcBef>
              <a:spcAft>
                <a:spcPts val="0"/>
              </a:spcAft>
              <a:buClr>
                <a:srgbClr val="FFFFFF"/>
              </a:buClr>
              <a:buSzPts val="1000"/>
              <a:buChar char="○"/>
              <a:defRPr sz="1000">
                <a:solidFill>
                  <a:srgbClr val="FFFFFF"/>
                </a:solidFill>
              </a:defRPr>
            </a:lvl8pPr>
            <a:lvl9pPr indent="-292100" lvl="8" marL="4114800" rtl="0" algn="ctr">
              <a:spcBef>
                <a:spcPts val="0"/>
              </a:spcBef>
              <a:spcAft>
                <a:spcPts val="0"/>
              </a:spcAft>
              <a:buClr>
                <a:srgbClr val="FFFFFF"/>
              </a:buClr>
              <a:buSzPts val="1000"/>
              <a:buChar char="■"/>
              <a:defRPr sz="1000">
                <a:solidFill>
                  <a:srgbClr val="FFFFFF"/>
                </a:solidFill>
              </a:defRPr>
            </a:lvl9pPr>
          </a:lstStyle>
          <a:p/>
        </p:txBody>
      </p:sp>
      <p:sp>
        <p:nvSpPr>
          <p:cNvPr id="1021" name="Google Shape;1021;p14"/>
          <p:cNvSpPr txBox="1"/>
          <p:nvPr/>
        </p:nvSpPr>
        <p:spPr>
          <a:xfrm>
            <a:off x="84825" y="598125"/>
            <a:ext cx="595500" cy="205800"/>
          </a:xfrm>
          <a:prstGeom prst="rect">
            <a:avLst/>
          </a:prstGeom>
          <a:noFill/>
          <a:ln>
            <a:noFill/>
          </a:ln>
        </p:spPr>
        <p:txBody>
          <a:bodyPr anchorCtr="0" anchor="t" bIns="18000" lIns="18000" spcFirstLastPara="1" rIns="18000" wrap="square" tIns="18000">
            <a:spAutoFit/>
          </a:bodyPr>
          <a:lstStyle/>
          <a:p>
            <a:pPr indent="0" lvl="0" marL="0" rtl="0" algn="l">
              <a:spcBef>
                <a:spcPts val="0"/>
              </a:spcBef>
              <a:spcAft>
                <a:spcPts val="0"/>
              </a:spcAft>
              <a:buNone/>
            </a:pPr>
            <a:r>
              <a:rPr lang="es-419" sz="1100">
                <a:solidFill>
                  <a:srgbClr val="FFFFFF"/>
                </a:solidFill>
              </a:rPr>
              <a:t>Nombre:</a:t>
            </a:r>
            <a:endParaRPr sz="1100">
              <a:solidFill>
                <a:srgbClr val="FFFFFF"/>
              </a:solidFill>
            </a:endParaRPr>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2. Formulario en Papel">
  <p:cSld name="TITLE_3_6_1_1_1_1_1_1_1_1_1_1_1_1">
    <p:spTree>
      <p:nvGrpSpPr>
        <p:cNvPr id="1022" name="Shape 1022"/>
        <p:cNvGrpSpPr/>
        <p:nvPr/>
      </p:nvGrpSpPr>
      <p:grpSpPr>
        <a:xfrm>
          <a:off x="0" y="0"/>
          <a:ext cx="0" cy="0"/>
          <a:chOff x="0" y="0"/>
          <a:chExt cx="0" cy="0"/>
        </a:xfrm>
      </p:grpSpPr>
      <p:sp>
        <p:nvSpPr>
          <p:cNvPr id="1023" name="Google Shape;1023;p15"/>
          <p:cNvSpPr/>
          <p:nvPr/>
        </p:nvSpPr>
        <p:spPr>
          <a:xfrm>
            <a:off x="97888" y="377012"/>
            <a:ext cx="9893400" cy="296700"/>
          </a:xfrm>
          <a:prstGeom prst="roundRect">
            <a:avLst>
              <a:gd fmla="val 22902" name="adj"/>
            </a:avLst>
          </a:prstGeom>
          <a:solidFill>
            <a:srgbClr val="F3F3F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1024" name="Google Shape;1024;p15"/>
          <p:cNvSpPr/>
          <p:nvPr/>
        </p:nvSpPr>
        <p:spPr>
          <a:xfrm>
            <a:off x="77688" y="358938"/>
            <a:ext cx="9935700" cy="6438000"/>
          </a:xfrm>
          <a:prstGeom prst="roundRect">
            <a:avLst>
              <a:gd fmla="val 2618" name="adj"/>
            </a:avLst>
          </a:prstGeom>
          <a:solidFill>
            <a:srgbClr val="FFFFFF"/>
          </a:solidFill>
          <a:ln cap="flat" cmpd="sng" w="38100">
            <a:solidFill>
              <a:srgbClr val="000000"/>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25" name="Google Shape;1025;p15"/>
          <p:cNvCxnSpPr/>
          <p:nvPr/>
        </p:nvCxnSpPr>
        <p:spPr>
          <a:xfrm>
            <a:off x="77688" y="772614"/>
            <a:ext cx="9935700" cy="0"/>
          </a:xfrm>
          <a:prstGeom prst="straightConnector1">
            <a:avLst/>
          </a:prstGeom>
          <a:noFill/>
          <a:ln cap="flat" cmpd="sng" w="19050">
            <a:solidFill>
              <a:srgbClr val="000000"/>
            </a:solidFill>
            <a:prstDash val="solid"/>
            <a:round/>
            <a:headEnd len="med" w="med" type="none"/>
            <a:tailEnd len="med" w="med" type="none"/>
          </a:ln>
        </p:spPr>
      </p:cxnSp>
      <p:cxnSp>
        <p:nvCxnSpPr>
          <p:cNvPr id="1026" name="Google Shape;1026;p15"/>
          <p:cNvCxnSpPr/>
          <p:nvPr/>
        </p:nvCxnSpPr>
        <p:spPr>
          <a:xfrm rot="10800000">
            <a:off x="2439038" y="368188"/>
            <a:ext cx="0" cy="402300"/>
          </a:xfrm>
          <a:prstGeom prst="straightConnector1">
            <a:avLst/>
          </a:prstGeom>
          <a:noFill/>
          <a:ln cap="flat" cmpd="sng" w="19050">
            <a:solidFill>
              <a:srgbClr val="000000"/>
            </a:solidFill>
            <a:prstDash val="solid"/>
            <a:round/>
            <a:headEnd len="med" w="med" type="none"/>
            <a:tailEnd len="med" w="med" type="none"/>
          </a:ln>
        </p:spPr>
      </p:cxnSp>
      <p:sp>
        <p:nvSpPr>
          <p:cNvPr id="1027" name="Google Shape;1027;p15"/>
          <p:cNvSpPr txBox="1"/>
          <p:nvPr>
            <p:ph type="title"/>
          </p:nvPr>
        </p:nvSpPr>
        <p:spPr>
          <a:xfrm flipH="1">
            <a:off x="4817550" y="437575"/>
            <a:ext cx="5055600" cy="265800"/>
          </a:xfrm>
          <a:prstGeom prst="rect">
            <a:avLst/>
          </a:prstGeom>
          <a:noFill/>
          <a:ln>
            <a:noFill/>
          </a:ln>
        </p:spPr>
        <p:txBody>
          <a:bodyPr anchorCtr="0" anchor="ctr" bIns="0" lIns="0" spcFirstLastPara="1" rIns="0" wrap="square" tIns="0">
            <a:noAutofit/>
          </a:bodyPr>
          <a:lstStyle>
            <a:lvl1pPr lvl="0" rtl="0">
              <a:spcBef>
                <a:spcPts val="0"/>
              </a:spcBef>
              <a:spcAft>
                <a:spcPts val="0"/>
              </a:spcAft>
              <a:buClr>
                <a:srgbClr val="000000"/>
              </a:buClr>
              <a:buSzPts val="1200"/>
              <a:buNone/>
              <a:defRPr sz="1200">
                <a:solidFill>
                  <a:srgbClr val="000000"/>
                </a:solidFill>
              </a:defRPr>
            </a:lvl1pPr>
            <a:lvl2pPr lvl="1" rtl="0">
              <a:spcBef>
                <a:spcPts val="0"/>
              </a:spcBef>
              <a:spcAft>
                <a:spcPts val="0"/>
              </a:spcAft>
              <a:buClr>
                <a:srgbClr val="000000"/>
              </a:buClr>
              <a:buSzPts val="1100"/>
              <a:buNone/>
              <a:defRPr sz="1100">
                <a:solidFill>
                  <a:srgbClr val="000000"/>
                </a:solidFill>
              </a:defRPr>
            </a:lvl2pPr>
            <a:lvl3pPr lvl="2" rtl="0">
              <a:spcBef>
                <a:spcPts val="0"/>
              </a:spcBef>
              <a:spcAft>
                <a:spcPts val="0"/>
              </a:spcAft>
              <a:buClr>
                <a:srgbClr val="000000"/>
              </a:buClr>
              <a:buSzPts val="1100"/>
              <a:buNone/>
              <a:defRPr sz="1100">
                <a:solidFill>
                  <a:srgbClr val="000000"/>
                </a:solidFill>
              </a:defRPr>
            </a:lvl3pPr>
            <a:lvl4pPr lvl="3" rtl="0">
              <a:spcBef>
                <a:spcPts val="0"/>
              </a:spcBef>
              <a:spcAft>
                <a:spcPts val="0"/>
              </a:spcAft>
              <a:buClr>
                <a:srgbClr val="000000"/>
              </a:buClr>
              <a:buSzPts val="1100"/>
              <a:buNone/>
              <a:defRPr sz="1100">
                <a:solidFill>
                  <a:srgbClr val="000000"/>
                </a:solidFill>
              </a:defRPr>
            </a:lvl4pPr>
            <a:lvl5pPr lvl="4" rtl="0">
              <a:spcBef>
                <a:spcPts val="0"/>
              </a:spcBef>
              <a:spcAft>
                <a:spcPts val="0"/>
              </a:spcAft>
              <a:buClr>
                <a:srgbClr val="000000"/>
              </a:buClr>
              <a:buSzPts val="1100"/>
              <a:buNone/>
              <a:defRPr sz="1100">
                <a:solidFill>
                  <a:srgbClr val="000000"/>
                </a:solidFill>
              </a:defRPr>
            </a:lvl5pPr>
            <a:lvl6pPr lvl="5" rtl="0">
              <a:spcBef>
                <a:spcPts val="0"/>
              </a:spcBef>
              <a:spcAft>
                <a:spcPts val="0"/>
              </a:spcAft>
              <a:buClr>
                <a:srgbClr val="000000"/>
              </a:buClr>
              <a:buSzPts val="1100"/>
              <a:buNone/>
              <a:defRPr sz="1100">
                <a:solidFill>
                  <a:srgbClr val="000000"/>
                </a:solidFill>
              </a:defRPr>
            </a:lvl6pPr>
            <a:lvl7pPr lvl="6" rtl="0">
              <a:spcBef>
                <a:spcPts val="0"/>
              </a:spcBef>
              <a:spcAft>
                <a:spcPts val="0"/>
              </a:spcAft>
              <a:buClr>
                <a:srgbClr val="000000"/>
              </a:buClr>
              <a:buSzPts val="1100"/>
              <a:buNone/>
              <a:defRPr sz="1100">
                <a:solidFill>
                  <a:srgbClr val="000000"/>
                </a:solidFill>
              </a:defRPr>
            </a:lvl7pPr>
            <a:lvl8pPr lvl="7" rtl="0">
              <a:spcBef>
                <a:spcPts val="0"/>
              </a:spcBef>
              <a:spcAft>
                <a:spcPts val="0"/>
              </a:spcAft>
              <a:buClr>
                <a:srgbClr val="000000"/>
              </a:buClr>
              <a:buSzPts val="1100"/>
              <a:buNone/>
              <a:defRPr sz="1100">
                <a:solidFill>
                  <a:srgbClr val="000000"/>
                </a:solidFill>
              </a:defRPr>
            </a:lvl8pPr>
            <a:lvl9pPr lvl="8" rtl="0">
              <a:spcBef>
                <a:spcPts val="0"/>
              </a:spcBef>
              <a:spcAft>
                <a:spcPts val="0"/>
              </a:spcAft>
              <a:buClr>
                <a:srgbClr val="000000"/>
              </a:buClr>
              <a:buSzPts val="1100"/>
              <a:buNone/>
              <a:defRPr sz="1100">
                <a:solidFill>
                  <a:srgbClr val="000000"/>
                </a:solidFill>
              </a:defRPr>
            </a:lvl9pPr>
          </a:lstStyle>
          <a:p/>
        </p:txBody>
      </p:sp>
      <p:sp>
        <p:nvSpPr>
          <p:cNvPr id="1028" name="Google Shape;1028;p15"/>
          <p:cNvSpPr txBox="1"/>
          <p:nvPr/>
        </p:nvSpPr>
        <p:spPr>
          <a:xfrm>
            <a:off x="2513449" y="437275"/>
            <a:ext cx="2304000" cy="2664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b="1" lang="es-419" sz="1100"/>
              <a:t>Nombre del proceso relacionado:</a:t>
            </a:r>
            <a:endParaRPr b="1" sz="1100"/>
          </a:p>
        </p:txBody>
      </p:sp>
      <p:sp>
        <p:nvSpPr>
          <p:cNvPr id="1029" name="Google Shape;1029;p15"/>
          <p:cNvSpPr/>
          <p:nvPr/>
        </p:nvSpPr>
        <p:spPr>
          <a:xfrm>
            <a:off x="77688" y="349338"/>
            <a:ext cx="2361300" cy="421200"/>
          </a:xfrm>
          <a:prstGeom prst="roundRect">
            <a:avLst>
              <a:gd fmla="val 50000" name="adj"/>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s-419" sz="1200">
                <a:solidFill>
                  <a:srgbClr val="FFFFFF"/>
                </a:solidFill>
              </a:rPr>
              <a:t>Formularios en Papel</a:t>
            </a:r>
            <a:endParaRPr b="1" sz="1200">
              <a:solidFill>
                <a:srgbClr val="FFFFFF"/>
              </a:solidFill>
            </a:endParaRPr>
          </a:p>
          <a:p>
            <a:pPr indent="0" lvl="0" marL="0" rtl="0" algn="ctr">
              <a:spcBef>
                <a:spcPts val="0"/>
              </a:spcBef>
              <a:spcAft>
                <a:spcPts val="0"/>
              </a:spcAft>
              <a:buNone/>
            </a:pPr>
            <a:r>
              <a:t/>
            </a:r>
            <a:endParaRPr b="1" sz="1200">
              <a:solidFill>
                <a:srgbClr val="FFFFFF"/>
              </a:solidFill>
            </a:endParaRPr>
          </a:p>
        </p:txBody>
      </p:sp>
      <p:sp>
        <p:nvSpPr>
          <p:cNvPr id="1030" name="Google Shape;1030;p15"/>
          <p:cNvSpPr/>
          <p:nvPr/>
        </p:nvSpPr>
        <p:spPr>
          <a:xfrm>
            <a:off x="83988" y="595504"/>
            <a:ext cx="190200" cy="1692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 name="Google Shape;1031;p15"/>
          <p:cNvSpPr/>
          <p:nvPr/>
        </p:nvSpPr>
        <p:spPr>
          <a:xfrm>
            <a:off x="2292338" y="358938"/>
            <a:ext cx="146700" cy="4023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 name="Google Shape;1032;p15"/>
          <p:cNvSpPr/>
          <p:nvPr/>
        </p:nvSpPr>
        <p:spPr>
          <a:xfrm>
            <a:off x="206861" y="899179"/>
            <a:ext cx="2304000" cy="3843000"/>
          </a:xfrm>
          <a:prstGeom prst="roundRect">
            <a:avLst>
              <a:gd fmla="val 4586" name="adj"/>
            </a:avLst>
          </a:prstGeom>
          <a:solidFill>
            <a:srgbClr val="FFFFFF"/>
          </a:solidFill>
          <a:ln cap="flat" cmpd="sng" w="9525">
            <a:solidFill>
              <a:srgbClr val="B7B7B7"/>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t" bIns="36000" lIns="0" spcFirstLastPara="1" rIns="0" wrap="square" tIns="54000">
            <a:noAutofit/>
          </a:bodyPr>
          <a:lstStyle/>
          <a:p>
            <a:pPr indent="0" lvl="0" marL="0" marR="0" rtl="0" algn="ctr">
              <a:lnSpc>
                <a:spcPct val="100000"/>
              </a:lnSpc>
              <a:spcBef>
                <a:spcPts val="0"/>
              </a:spcBef>
              <a:spcAft>
                <a:spcPts val="0"/>
              </a:spcAft>
              <a:buClr>
                <a:srgbClr val="000000"/>
              </a:buClr>
              <a:buSzPts val="1100"/>
              <a:buFont typeface="Arial"/>
              <a:buNone/>
            </a:pPr>
            <a:r>
              <a:rPr b="1" i="1" lang="es-419" sz="1100">
                <a:latin typeface="Arvo"/>
                <a:ea typeface="Arvo"/>
                <a:cs typeface="Arvo"/>
                <a:sym typeface="Arvo"/>
              </a:rPr>
              <a:t>Formulario Core</a:t>
            </a:r>
            <a:endParaRPr b="1" i="1" sz="1100">
              <a:latin typeface="Arvo"/>
              <a:ea typeface="Arvo"/>
              <a:cs typeface="Arvo"/>
              <a:sym typeface="Arvo"/>
            </a:endParaRPr>
          </a:p>
        </p:txBody>
      </p:sp>
      <p:sp>
        <p:nvSpPr>
          <p:cNvPr id="1033" name="Google Shape;1033;p15"/>
          <p:cNvSpPr/>
          <p:nvPr/>
        </p:nvSpPr>
        <p:spPr>
          <a:xfrm>
            <a:off x="2660949" y="899179"/>
            <a:ext cx="2304000" cy="3843000"/>
          </a:xfrm>
          <a:prstGeom prst="roundRect">
            <a:avLst>
              <a:gd fmla="val 4586" name="adj"/>
            </a:avLst>
          </a:prstGeom>
          <a:solidFill>
            <a:srgbClr val="FFFFFF"/>
          </a:solidFill>
          <a:ln cap="flat" cmpd="sng" w="9525">
            <a:solidFill>
              <a:srgbClr val="B7B7B7"/>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t" bIns="36000" lIns="0" spcFirstLastPara="1" rIns="0" wrap="square" tIns="54000">
            <a:noAutofit/>
          </a:bodyPr>
          <a:lstStyle/>
          <a:p>
            <a:pPr indent="0" lvl="0" marL="0" marR="0" rtl="0" algn="ctr">
              <a:lnSpc>
                <a:spcPct val="100000"/>
              </a:lnSpc>
              <a:spcBef>
                <a:spcPts val="0"/>
              </a:spcBef>
              <a:spcAft>
                <a:spcPts val="0"/>
              </a:spcAft>
              <a:buClr>
                <a:srgbClr val="000000"/>
              </a:buClr>
              <a:buSzPts val="1100"/>
              <a:buFont typeface="Arial"/>
              <a:buNone/>
            </a:pPr>
            <a:r>
              <a:rPr b="1" i="1" lang="es-419" sz="1100">
                <a:latin typeface="Arvo"/>
                <a:ea typeface="Arvo"/>
                <a:cs typeface="Arvo"/>
                <a:sym typeface="Arvo"/>
              </a:rPr>
              <a:t>Formulario Core</a:t>
            </a:r>
            <a:endParaRPr b="1" i="1" sz="1100">
              <a:latin typeface="Arvo"/>
              <a:ea typeface="Arvo"/>
              <a:cs typeface="Arvo"/>
              <a:sym typeface="Arvo"/>
            </a:endParaRPr>
          </a:p>
        </p:txBody>
      </p:sp>
      <p:sp>
        <p:nvSpPr>
          <p:cNvPr id="1034" name="Google Shape;1034;p15"/>
          <p:cNvSpPr/>
          <p:nvPr/>
        </p:nvSpPr>
        <p:spPr>
          <a:xfrm>
            <a:off x="5115049" y="899179"/>
            <a:ext cx="2304000" cy="3843000"/>
          </a:xfrm>
          <a:prstGeom prst="roundRect">
            <a:avLst>
              <a:gd fmla="val 4586" name="adj"/>
            </a:avLst>
          </a:prstGeom>
          <a:solidFill>
            <a:srgbClr val="F4CCCC"/>
          </a:solidFill>
          <a:ln cap="flat" cmpd="sng" w="9525">
            <a:solidFill>
              <a:srgbClr val="B7B7B7"/>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t" bIns="36000" lIns="0" spcFirstLastPara="1" rIns="0" wrap="square" tIns="54000">
            <a:noAutofit/>
          </a:bodyPr>
          <a:lstStyle/>
          <a:p>
            <a:pPr indent="0" lvl="0" marL="0" marR="0" rtl="0" algn="ctr">
              <a:lnSpc>
                <a:spcPct val="100000"/>
              </a:lnSpc>
              <a:spcBef>
                <a:spcPts val="0"/>
              </a:spcBef>
              <a:spcAft>
                <a:spcPts val="0"/>
              </a:spcAft>
              <a:buClr>
                <a:srgbClr val="000000"/>
              </a:buClr>
              <a:buSzPts val="1100"/>
              <a:buFont typeface="Arial"/>
              <a:buNone/>
            </a:pPr>
            <a:r>
              <a:rPr b="1" i="1" lang="es-419" sz="1100">
                <a:latin typeface="Arvo"/>
                <a:ea typeface="Arvo"/>
                <a:cs typeface="Arvo"/>
                <a:sym typeface="Arvo"/>
              </a:rPr>
              <a:t>Formulario Soporte</a:t>
            </a:r>
            <a:endParaRPr b="1" i="1" sz="1100">
              <a:latin typeface="Arvo"/>
              <a:ea typeface="Arvo"/>
              <a:cs typeface="Arvo"/>
              <a:sym typeface="Arvo"/>
            </a:endParaRPr>
          </a:p>
        </p:txBody>
      </p:sp>
      <p:sp>
        <p:nvSpPr>
          <p:cNvPr id="1035" name="Google Shape;1035;p15"/>
          <p:cNvSpPr/>
          <p:nvPr/>
        </p:nvSpPr>
        <p:spPr>
          <a:xfrm>
            <a:off x="7569149" y="899179"/>
            <a:ext cx="2304000" cy="3843000"/>
          </a:xfrm>
          <a:prstGeom prst="roundRect">
            <a:avLst>
              <a:gd fmla="val 4586" name="adj"/>
            </a:avLst>
          </a:prstGeom>
          <a:solidFill>
            <a:srgbClr val="C9DAF8"/>
          </a:solidFill>
          <a:ln cap="flat" cmpd="sng" w="9525">
            <a:solidFill>
              <a:srgbClr val="B7B7B7"/>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t" bIns="36000" lIns="0" spcFirstLastPara="1" rIns="0" wrap="square" tIns="54000">
            <a:noAutofit/>
          </a:bodyPr>
          <a:lstStyle/>
          <a:p>
            <a:pPr indent="0" lvl="0" marL="0" marR="0" rtl="0" algn="ctr">
              <a:lnSpc>
                <a:spcPct val="100000"/>
              </a:lnSpc>
              <a:spcBef>
                <a:spcPts val="0"/>
              </a:spcBef>
              <a:spcAft>
                <a:spcPts val="0"/>
              </a:spcAft>
              <a:buClr>
                <a:srgbClr val="000000"/>
              </a:buClr>
              <a:buSzPts val="1100"/>
              <a:buFont typeface="Arial"/>
              <a:buNone/>
            </a:pPr>
            <a:r>
              <a:rPr b="1" i="1" lang="es-419" sz="1100">
                <a:latin typeface="Arvo"/>
                <a:ea typeface="Arvo"/>
                <a:cs typeface="Arvo"/>
                <a:sym typeface="Arvo"/>
              </a:rPr>
              <a:t>Formulario Diálogo </a:t>
            </a:r>
            <a:endParaRPr b="1" i="1" sz="1100">
              <a:latin typeface="Arvo"/>
              <a:ea typeface="Arvo"/>
              <a:cs typeface="Arvo"/>
              <a:sym typeface="Arvo"/>
            </a:endParaRPr>
          </a:p>
        </p:txBody>
      </p:sp>
      <p:grpSp>
        <p:nvGrpSpPr>
          <p:cNvPr id="1036" name="Google Shape;1036;p15"/>
          <p:cNvGrpSpPr/>
          <p:nvPr/>
        </p:nvGrpSpPr>
        <p:grpSpPr>
          <a:xfrm>
            <a:off x="206850" y="4870200"/>
            <a:ext cx="2304000" cy="1774800"/>
            <a:chOff x="206850" y="4871675"/>
            <a:chExt cx="2304000" cy="1774800"/>
          </a:xfrm>
        </p:grpSpPr>
        <p:sp>
          <p:nvSpPr>
            <p:cNvPr id="1037" name="Google Shape;1037;p15"/>
            <p:cNvSpPr/>
            <p:nvPr/>
          </p:nvSpPr>
          <p:spPr>
            <a:xfrm>
              <a:off x="206850" y="4871675"/>
              <a:ext cx="2304000" cy="1774800"/>
            </a:xfrm>
            <a:prstGeom prst="roundRect">
              <a:avLst>
                <a:gd fmla="val 4586" name="adj"/>
              </a:avLst>
            </a:prstGeom>
            <a:solidFill>
              <a:srgbClr val="FFFFFF"/>
            </a:solidFill>
            <a:ln cap="flat" cmpd="sng" w="9525">
              <a:solidFill>
                <a:srgbClr val="B7B7B7"/>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t" bIns="36000" lIns="0" spcFirstLastPara="1" rIns="0" wrap="square" tIns="93600">
              <a:noAutofit/>
            </a:bodyPr>
            <a:lstStyle/>
            <a:p>
              <a:pPr indent="0" lvl="0" marL="0" marR="0" rtl="0" algn="ctr">
                <a:lnSpc>
                  <a:spcPct val="100000"/>
                </a:lnSpc>
                <a:spcBef>
                  <a:spcPts val="0"/>
                </a:spcBef>
                <a:spcAft>
                  <a:spcPts val="0"/>
                </a:spcAft>
                <a:buClr>
                  <a:srgbClr val="000000"/>
                </a:buClr>
                <a:buSzPts val="1100"/>
                <a:buFont typeface="Arial"/>
                <a:buNone/>
              </a:pPr>
              <a:r>
                <a:rPr b="1" i="1" lang="es-419" sz="1100">
                  <a:latin typeface="Arvo"/>
                  <a:ea typeface="Arvo"/>
                  <a:cs typeface="Arvo"/>
                  <a:sym typeface="Arvo"/>
                </a:rPr>
                <a:t>Verificación de usuario </a:t>
              </a:r>
              <a:endParaRPr b="1" i="1" sz="1100">
                <a:latin typeface="Arvo"/>
                <a:ea typeface="Arvo"/>
                <a:cs typeface="Arvo"/>
                <a:sym typeface="Arvo"/>
              </a:endParaRPr>
            </a:p>
          </p:txBody>
        </p:sp>
        <p:cxnSp>
          <p:nvCxnSpPr>
            <p:cNvPr id="1038" name="Google Shape;1038;p15"/>
            <p:cNvCxnSpPr/>
            <p:nvPr/>
          </p:nvCxnSpPr>
          <p:spPr>
            <a:xfrm>
              <a:off x="323200" y="5263211"/>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1039" name="Google Shape;1039;p15"/>
            <p:cNvCxnSpPr/>
            <p:nvPr/>
          </p:nvCxnSpPr>
          <p:spPr>
            <a:xfrm>
              <a:off x="328111" y="5268080"/>
              <a:ext cx="205800" cy="0"/>
            </a:xfrm>
            <a:prstGeom prst="straightConnector1">
              <a:avLst/>
            </a:prstGeom>
            <a:noFill/>
            <a:ln cap="flat" cmpd="sng" w="9525">
              <a:solidFill>
                <a:srgbClr val="B7B7B7"/>
              </a:solidFill>
              <a:prstDash val="solid"/>
              <a:round/>
              <a:headEnd len="med" w="med" type="none"/>
              <a:tailEnd len="med" w="med" type="none"/>
            </a:ln>
          </p:spPr>
        </p:cxnSp>
        <p:cxnSp>
          <p:nvCxnSpPr>
            <p:cNvPr id="1040" name="Google Shape;1040;p15"/>
            <p:cNvCxnSpPr/>
            <p:nvPr/>
          </p:nvCxnSpPr>
          <p:spPr>
            <a:xfrm>
              <a:off x="2393699" y="5263211"/>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1041" name="Google Shape;1041;p15"/>
            <p:cNvCxnSpPr/>
            <p:nvPr/>
          </p:nvCxnSpPr>
          <p:spPr>
            <a:xfrm>
              <a:off x="2182733" y="5268080"/>
              <a:ext cx="205800" cy="0"/>
            </a:xfrm>
            <a:prstGeom prst="straightConnector1">
              <a:avLst/>
            </a:prstGeom>
            <a:noFill/>
            <a:ln cap="flat" cmpd="sng" w="9525">
              <a:solidFill>
                <a:srgbClr val="B7B7B7"/>
              </a:solidFill>
              <a:prstDash val="solid"/>
              <a:round/>
              <a:headEnd len="med" w="med" type="none"/>
              <a:tailEnd len="med" w="med" type="none"/>
            </a:ln>
          </p:spPr>
        </p:cxnSp>
        <p:cxnSp>
          <p:nvCxnSpPr>
            <p:cNvPr id="1042" name="Google Shape;1042;p15"/>
            <p:cNvCxnSpPr/>
            <p:nvPr/>
          </p:nvCxnSpPr>
          <p:spPr>
            <a:xfrm>
              <a:off x="323200" y="6277115"/>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1043" name="Google Shape;1043;p15"/>
            <p:cNvCxnSpPr/>
            <p:nvPr/>
          </p:nvCxnSpPr>
          <p:spPr>
            <a:xfrm>
              <a:off x="328111" y="6482688"/>
              <a:ext cx="205800" cy="0"/>
            </a:xfrm>
            <a:prstGeom prst="straightConnector1">
              <a:avLst/>
            </a:prstGeom>
            <a:noFill/>
            <a:ln cap="flat" cmpd="sng" w="9525">
              <a:solidFill>
                <a:srgbClr val="B7B7B7"/>
              </a:solidFill>
              <a:prstDash val="solid"/>
              <a:round/>
              <a:headEnd len="med" w="med" type="none"/>
              <a:tailEnd len="med" w="med" type="none"/>
            </a:ln>
          </p:spPr>
        </p:cxnSp>
        <p:cxnSp>
          <p:nvCxnSpPr>
            <p:cNvPr id="1044" name="Google Shape;1044;p15"/>
            <p:cNvCxnSpPr/>
            <p:nvPr/>
          </p:nvCxnSpPr>
          <p:spPr>
            <a:xfrm>
              <a:off x="2393699" y="6277115"/>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1045" name="Google Shape;1045;p15"/>
            <p:cNvCxnSpPr/>
            <p:nvPr/>
          </p:nvCxnSpPr>
          <p:spPr>
            <a:xfrm>
              <a:off x="2183105" y="6482688"/>
              <a:ext cx="205800" cy="0"/>
            </a:xfrm>
            <a:prstGeom prst="straightConnector1">
              <a:avLst/>
            </a:prstGeom>
            <a:noFill/>
            <a:ln cap="flat" cmpd="sng" w="9525">
              <a:solidFill>
                <a:srgbClr val="B7B7B7"/>
              </a:solidFill>
              <a:prstDash val="solid"/>
              <a:round/>
              <a:headEnd len="med" w="med" type="none"/>
              <a:tailEnd len="med" w="med" type="none"/>
            </a:ln>
          </p:spPr>
        </p:cxnSp>
      </p:grpSp>
      <p:grpSp>
        <p:nvGrpSpPr>
          <p:cNvPr id="1046" name="Google Shape;1046;p15"/>
          <p:cNvGrpSpPr/>
          <p:nvPr/>
        </p:nvGrpSpPr>
        <p:grpSpPr>
          <a:xfrm>
            <a:off x="2660950" y="4870200"/>
            <a:ext cx="2304000" cy="1774800"/>
            <a:chOff x="206850" y="4871675"/>
            <a:chExt cx="2304000" cy="1774800"/>
          </a:xfrm>
        </p:grpSpPr>
        <p:sp>
          <p:nvSpPr>
            <p:cNvPr id="1047" name="Google Shape;1047;p15"/>
            <p:cNvSpPr/>
            <p:nvPr/>
          </p:nvSpPr>
          <p:spPr>
            <a:xfrm>
              <a:off x="206850" y="4871675"/>
              <a:ext cx="2304000" cy="1774800"/>
            </a:xfrm>
            <a:prstGeom prst="roundRect">
              <a:avLst>
                <a:gd fmla="val 4586" name="adj"/>
              </a:avLst>
            </a:prstGeom>
            <a:solidFill>
              <a:srgbClr val="FFFFFF"/>
            </a:solidFill>
            <a:ln cap="flat" cmpd="sng" w="9525">
              <a:solidFill>
                <a:srgbClr val="B7B7B7"/>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t" bIns="36000" lIns="0" spcFirstLastPara="1" rIns="0" wrap="square" tIns="93600">
              <a:noAutofit/>
            </a:bodyPr>
            <a:lstStyle/>
            <a:p>
              <a:pPr indent="0" lvl="0" marL="0" marR="0" rtl="0" algn="ctr">
                <a:lnSpc>
                  <a:spcPct val="100000"/>
                </a:lnSpc>
                <a:spcBef>
                  <a:spcPts val="0"/>
                </a:spcBef>
                <a:spcAft>
                  <a:spcPts val="0"/>
                </a:spcAft>
                <a:buClr>
                  <a:srgbClr val="000000"/>
                </a:buClr>
                <a:buSzPts val="1100"/>
                <a:buFont typeface="Arial"/>
                <a:buNone/>
              </a:pPr>
              <a:r>
                <a:rPr b="1" i="1" lang="es-419" sz="1100">
                  <a:latin typeface="Arvo"/>
                  <a:ea typeface="Arvo"/>
                  <a:cs typeface="Arvo"/>
                  <a:sym typeface="Arvo"/>
                </a:rPr>
                <a:t>Verificación de usuario </a:t>
              </a:r>
              <a:endParaRPr b="1" i="1" sz="1100">
                <a:latin typeface="Arvo"/>
                <a:ea typeface="Arvo"/>
                <a:cs typeface="Arvo"/>
                <a:sym typeface="Arvo"/>
              </a:endParaRPr>
            </a:p>
          </p:txBody>
        </p:sp>
        <p:cxnSp>
          <p:nvCxnSpPr>
            <p:cNvPr id="1048" name="Google Shape;1048;p15"/>
            <p:cNvCxnSpPr/>
            <p:nvPr/>
          </p:nvCxnSpPr>
          <p:spPr>
            <a:xfrm>
              <a:off x="323200" y="5263211"/>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1049" name="Google Shape;1049;p15"/>
            <p:cNvCxnSpPr/>
            <p:nvPr/>
          </p:nvCxnSpPr>
          <p:spPr>
            <a:xfrm>
              <a:off x="328111" y="5268080"/>
              <a:ext cx="205800" cy="0"/>
            </a:xfrm>
            <a:prstGeom prst="straightConnector1">
              <a:avLst/>
            </a:prstGeom>
            <a:noFill/>
            <a:ln cap="flat" cmpd="sng" w="9525">
              <a:solidFill>
                <a:srgbClr val="B7B7B7"/>
              </a:solidFill>
              <a:prstDash val="solid"/>
              <a:round/>
              <a:headEnd len="med" w="med" type="none"/>
              <a:tailEnd len="med" w="med" type="none"/>
            </a:ln>
          </p:spPr>
        </p:cxnSp>
        <p:cxnSp>
          <p:nvCxnSpPr>
            <p:cNvPr id="1050" name="Google Shape;1050;p15"/>
            <p:cNvCxnSpPr/>
            <p:nvPr/>
          </p:nvCxnSpPr>
          <p:spPr>
            <a:xfrm>
              <a:off x="2393699" y="5263211"/>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1051" name="Google Shape;1051;p15"/>
            <p:cNvCxnSpPr/>
            <p:nvPr/>
          </p:nvCxnSpPr>
          <p:spPr>
            <a:xfrm>
              <a:off x="2182733" y="5268080"/>
              <a:ext cx="205800" cy="0"/>
            </a:xfrm>
            <a:prstGeom prst="straightConnector1">
              <a:avLst/>
            </a:prstGeom>
            <a:noFill/>
            <a:ln cap="flat" cmpd="sng" w="9525">
              <a:solidFill>
                <a:srgbClr val="B7B7B7"/>
              </a:solidFill>
              <a:prstDash val="solid"/>
              <a:round/>
              <a:headEnd len="med" w="med" type="none"/>
              <a:tailEnd len="med" w="med" type="none"/>
            </a:ln>
          </p:spPr>
        </p:cxnSp>
        <p:cxnSp>
          <p:nvCxnSpPr>
            <p:cNvPr id="1052" name="Google Shape;1052;p15"/>
            <p:cNvCxnSpPr/>
            <p:nvPr/>
          </p:nvCxnSpPr>
          <p:spPr>
            <a:xfrm>
              <a:off x="323200" y="6277115"/>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1053" name="Google Shape;1053;p15"/>
            <p:cNvCxnSpPr/>
            <p:nvPr/>
          </p:nvCxnSpPr>
          <p:spPr>
            <a:xfrm>
              <a:off x="328111" y="6482688"/>
              <a:ext cx="205800" cy="0"/>
            </a:xfrm>
            <a:prstGeom prst="straightConnector1">
              <a:avLst/>
            </a:prstGeom>
            <a:noFill/>
            <a:ln cap="flat" cmpd="sng" w="9525">
              <a:solidFill>
                <a:srgbClr val="B7B7B7"/>
              </a:solidFill>
              <a:prstDash val="solid"/>
              <a:round/>
              <a:headEnd len="med" w="med" type="none"/>
              <a:tailEnd len="med" w="med" type="none"/>
            </a:ln>
          </p:spPr>
        </p:cxnSp>
        <p:cxnSp>
          <p:nvCxnSpPr>
            <p:cNvPr id="1054" name="Google Shape;1054;p15"/>
            <p:cNvCxnSpPr/>
            <p:nvPr/>
          </p:nvCxnSpPr>
          <p:spPr>
            <a:xfrm>
              <a:off x="2393699" y="6277115"/>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1055" name="Google Shape;1055;p15"/>
            <p:cNvCxnSpPr/>
            <p:nvPr/>
          </p:nvCxnSpPr>
          <p:spPr>
            <a:xfrm>
              <a:off x="2183105" y="6482688"/>
              <a:ext cx="205800" cy="0"/>
            </a:xfrm>
            <a:prstGeom prst="straightConnector1">
              <a:avLst/>
            </a:prstGeom>
            <a:noFill/>
            <a:ln cap="flat" cmpd="sng" w="9525">
              <a:solidFill>
                <a:srgbClr val="B7B7B7"/>
              </a:solidFill>
              <a:prstDash val="solid"/>
              <a:round/>
              <a:headEnd len="med" w="med" type="none"/>
              <a:tailEnd len="med" w="med" type="none"/>
            </a:ln>
          </p:spPr>
        </p:cxnSp>
      </p:grpSp>
      <p:grpSp>
        <p:nvGrpSpPr>
          <p:cNvPr id="1056" name="Google Shape;1056;p15"/>
          <p:cNvGrpSpPr/>
          <p:nvPr/>
        </p:nvGrpSpPr>
        <p:grpSpPr>
          <a:xfrm>
            <a:off x="5115050" y="4870200"/>
            <a:ext cx="2304000" cy="1774800"/>
            <a:chOff x="5115050" y="4870200"/>
            <a:chExt cx="2304000" cy="1774800"/>
          </a:xfrm>
        </p:grpSpPr>
        <p:sp>
          <p:nvSpPr>
            <p:cNvPr id="1057" name="Google Shape;1057;p15"/>
            <p:cNvSpPr/>
            <p:nvPr/>
          </p:nvSpPr>
          <p:spPr>
            <a:xfrm>
              <a:off x="5115050" y="4870200"/>
              <a:ext cx="2304000" cy="1774800"/>
            </a:xfrm>
            <a:prstGeom prst="roundRect">
              <a:avLst>
                <a:gd fmla="val 4586" name="adj"/>
              </a:avLst>
            </a:prstGeom>
            <a:solidFill>
              <a:srgbClr val="F4CCCC"/>
            </a:solidFill>
            <a:ln cap="flat" cmpd="sng" w="9525">
              <a:solidFill>
                <a:srgbClr val="B7B7B7"/>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t" bIns="36000" lIns="0" spcFirstLastPara="1" rIns="0" wrap="square" tIns="93600">
              <a:noAutofit/>
            </a:bodyPr>
            <a:lstStyle/>
            <a:p>
              <a:pPr indent="0" lvl="0" marL="0" marR="0" rtl="0" algn="ctr">
                <a:lnSpc>
                  <a:spcPct val="100000"/>
                </a:lnSpc>
                <a:spcBef>
                  <a:spcPts val="0"/>
                </a:spcBef>
                <a:spcAft>
                  <a:spcPts val="0"/>
                </a:spcAft>
                <a:buClr>
                  <a:srgbClr val="000000"/>
                </a:buClr>
                <a:buSzPts val="1100"/>
                <a:buFont typeface="Arial"/>
                <a:buNone/>
              </a:pPr>
              <a:r>
                <a:rPr b="1" i="1" lang="es-419" sz="1100">
                  <a:latin typeface="Arvo"/>
                  <a:ea typeface="Arvo"/>
                  <a:cs typeface="Arvo"/>
                  <a:sym typeface="Arvo"/>
                </a:rPr>
                <a:t>Verificación de usuario </a:t>
              </a:r>
              <a:endParaRPr b="1" i="1" sz="1100">
                <a:latin typeface="Arvo"/>
                <a:ea typeface="Arvo"/>
                <a:cs typeface="Arvo"/>
                <a:sym typeface="Arvo"/>
              </a:endParaRPr>
            </a:p>
          </p:txBody>
        </p:sp>
        <p:cxnSp>
          <p:nvCxnSpPr>
            <p:cNvPr id="1058" name="Google Shape;1058;p15"/>
            <p:cNvCxnSpPr/>
            <p:nvPr/>
          </p:nvCxnSpPr>
          <p:spPr>
            <a:xfrm>
              <a:off x="5231400" y="5261736"/>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1059" name="Google Shape;1059;p15"/>
            <p:cNvCxnSpPr/>
            <p:nvPr/>
          </p:nvCxnSpPr>
          <p:spPr>
            <a:xfrm>
              <a:off x="5231400" y="6275640"/>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1060" name="Google Shape;1060;p15"/>
            <p:cNvCxnSpPr/>
            <p:nvPr/>
          </p:nvCxnSpPr>
          <p:spPr>
            <a:xfrm>
              <a:off x="5236311" y="5266605"/>
              <a:ext cx="205800" cy="0"/>
            </a:xfrm>
            <a:prstGeom prst="straightConnector1">
              <a:avLst/>
            </a:prstGeom>
            <a:noFill/>
            <a:ln cap="flat" cmpd="sng" w="9525">
              <a:solidFill>
                <a:srgbClr val="B7B7B7"/>
              </a:solidFill>
              <a:prstDash val="solid"/>
              <a:round/>
              <a:headEnd len="med" w="med" type="none"/>
              <a:tailEnd len="med" w="med" type="none"/>
            </a:ln>
          </p:spPr>
        </p:cxnSp>
        <p:cxnSp>
          <p:nvCxnSpPr>
            <p:cNvPr id="1061" name="Google Shape;1061;p15"/>
            <p:cNvCxnSpPr/>
            <p:nvPr/>
          </p:nvCxnSpPr>
          <p:spPr>
            <a:xfrm>
              <a:off x="7301899" y="5261736"/>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1062" name="Google Shape;1062;p15"/>
            <p:cNvCxnSpPr/>
            <p:nvPr/>
          </p:nvCxnSpPr>
          <p:spPr>
            <a:xfrm>
              <a:off x="7090933" y="5266605"/>
              <a:ext cx="205800" cy="0"/>
            </a:xfrm>
            <a:prstGeom prst="straightConnector1">
              <a:avLst/>
            </a:prstGeom>
            <a:noFill/>
            <a:ln cap="flat" cmpd="sng" w="9525">
              <a:solidFill>
                <a:srgbClr val="B7B7B7"/>
              </a:solidFill>
              <a:prstDash val="solid"/>
              <a:round/>
              <a:headEnd len="med" w="med" type="none"/>
              <a:tailEnd len="med" w="med" type="none"/>
            </a:ln>
          </p:spPr>
        </p:cxnSp>
        <p:cxnSp>
          <p:nvCxnSpPr>
            <p:cNvPr id="1063" name="Google Shape;1063;p15"/>
            <p:cNvCxnSpPr/>
            <p:nvPr/>
          </p:nvCxnSpPr>
          <p:spPr>
            <a:xfrm>
              <a:off x="5236311" y="6481213"/>
              <a:ext cx="205800" cy="0"/>
            </a:xfrm>
            <a:prstGeom prst="straightConnector1">
              <a:avLst/>
            </a:prstGeom>
            <a:noFill/>
            <a:ln cap="flat" cmpd="sng" w="9525">
              <a:solidFill>
                <a:srgbClr val="B7B7B7"/>
              </a:solidFill>
              <a:prstDash val="solid"/>
              <a:round/>
              <a:headEnd len="med" w="med" type="none"/>
              <a:tailEnd len="med" w="med" type="none"/>
            </a:ln>
          </p:spPr>
        </p:cxnSp>
        <p:cxnSp>
          <p:nvCxnSpPr>
            <p:cNvPr id="1064" name="Google Shape;1064;p15"/>
            <p:cNvCxnSpPr/>
            <p:nvPr/>
          </p:nvCxnSpPr>
          <p:spPr>
            <a:xfrm>
              <a:off x="7301899" y="6275640"/>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1065" name="Google Shape;1065;p15"/>
            <p:cNvCxnSpPr/>
            <p:nvPr/>
          </p:nvCxnSpPr>
          <p:spPr>
            <a:xfrm>
              <a:off x="7091305" y="6481213"/>
              <a:ext cx="205800" cy="0"/>
            </a:xfrm>
            <a:prstGeom prst="straightConnector1">
              <a:avLst/>
            </a:prstGeom>
            <a:noFill/>
            <a:ln cap="flat" cmpd="sng" w="9525">
              <a:solidFill>
                <a:srgbClr val="B7B7B7"/>
              </a:solidFill>
              <a:prstDash val="solid"/>
              <a:round/>
              <a:headEnd len="med" w="med" type="none"/>
              <a:tailEnd len="med" w="med" type="none"/>
            </a:ln>
          </p:spPr>
        </p:cxnSp>
      </p:grpSp>
      <p:grpSp>
        <p:nvGrpSpPr>
          <p:cNvPr id="1066" name="Google Shape;1066;p15"/>
          <p:cNvGrpSpPr/>
          <p:nvPr/>
        </p:nvGrpSpPr>
        <p:grpSpPr>
          <a:xfrm>
            <a:off x="7569150" y="4870200"/>
            <a:ext cx="2304000" cy="1774800"/>
            <a:chOff x="7569150" y="4870200"/>
            <a:chExt cx="2304000" cy="1774800"/>
          </a:xfrm>
        </p:grpSpPr>
        <p:sp>
          <p:nvSpPr>
            <p:cNvPr id="1067" name="Google Shape;1067;p15"/>
            <p:cNvSpPr/>
            <p:nvPr/>
          </p:nvSpPr>
          <p:spPr>
            <a:xfrm>
              <a:off x="7569150" y="4870200"/>
              <a:ext cx="2304000" cy="1774800"/>
            </a:xfrm>
            <a:prstGeom prst="roundRect">
              <a:avLst>
                <a:gd fmla="val 4586" name="adj"/>
              </a:avLst>
            </a:prstGeom>
            <a:solidFill>
              <a:srgbClr val="C9DAF8"/>
            </a:solidFill>
            <a:ln cap="flat" cmpd="sng" w="9525">
              <a:solidFill>
                <a:srgbClr val="B7B7B7"/>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t" bIns="36000" lIns="0" spcFirstLastPara="1" rIns="0" wrap="square" tIns="93600">
              <a:noAutofit/>
            </a:bodyPr>
            <a:lstStyle/>
            <a:p>
              <a:pPr indent="0" lvl="0" marL="0" marR="0" rtl="0" algn="ctr">
                <a:lnSpc>
                  <a:spcPct val="100000"/>
                </a:lnSpc>
                <a:spcBef>
                  <a:spcPts val="0"/>
                </a:spcBef>
                <a:spcAft>
                  <a:spcPts val="0"/>
                </a:spcAft>
                <a:buClr>
                  <a:srgbClr val="000000"/>
                </a:buClr>
                <a:buSzPts val="1100"/>
                <a:buFont typeface="Arial"/>
                <a:buNone/>
              </a:pPr>
              <a:r>
                <a:rPr b="1" i="1" lang="es-419" sz="1100">
                  <a:latin typeface="Arvo"/>
                  <a:ea typeface="Arvo"/>
                  <a:cs typeface="Arvo"/>
                  <a:sym typeface="Arvo"/>
                </a:rPr>
                <a:t>Verificación de usuario </a:t>
              </a:r>
              <a:endParaRPr b="1" i="1" sz="1100">
                <a:latin typeface="Arvo"/>
                <a:ea typeface="Arvo"/>
                <a:cs typeface="Arvo"/>
                <a:sym typeface="Arvo"/>
              </a:endParaRPr>
            </a:p>
          </p:txBody>
        </p:sp>
        <p:cxnSp>
          <p:nvCxnSpPr>
            <p:cNvPr id="1068" name="Google Shape;1068;p15"/>
            <p:cNvCxnSpPr/>
            <p:nvPr/>
          </p:nvCxnSpPr>
          <p:spPr>
            <a:xfrm>
              <a:off x="7685500" y="5261736"/>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1069" name="Google Shape;1069;p15"/>
            <p:cNvCxnSpPr/>
            <p:nvPr/>
          </p:nvCxnSpPr>
          <p:spPr>
            <a:xfrm>
              <a:off x="7690411" y="5266605"/>
              <a:ext cx="205800" cy="0"/>
            </a:xfrm>
            <a:prstGeom prst="straightConnector1">
              <a:avLst/>
            </a:prstGeom>
            <a:noFill/>
            <a:ln cap="flat" cmpd="sng" w="9525">
              <a:solidFill>
                <a:srgbClr val="B7B7B7"/>
              </a:solidFill>
              <a:prstDash val="solid"/>
              <a:round/>
              <a:headEnd len="med" w="med" type="none"/>
              <a:tailEnd len="med" w="med" type="none"/>
            </a:ln>
          </p:spPr>
        </p:cxnSp>
        <p:cxnSp>
          <p:nvCxnSpPr>
            <p:cNvPr id="1070" name="Google Shape;1070;p15"/>
            <p:cNvCxnSpPr/>
            <p:nvPr/>
          </p:nvCxnSpPr>
          <p:spPr>
            <a:xfrm>
              <a:off x="9755999" y="5261736"/>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1071" name="Google Shape;1071;p15"/>
            <p:cNvCxnSpPr/>
            <p:nvPr/>
          </p:nvCxnSpPr>
          <p:spPr>
            <a:xfrm>
              <a:off x="9545033" y="5266605"/>
              <a:ext cx="205800" cy="0"/>
            </a:xfrm>
            <a:prstGeom prst="straightConnector1">
              <a:avLst/>
            </a:prstGeom>
            <a:noFill/>
            <a:ln cap="flat" cmpd="sng" w="9525">
              <a:solidFill>
                <a:srgbClr val="B7B7B7"/>
              </a:solidFill>
              <a:prstDash val="solid"/>
              <a:round/>
              <a:headEnd len="med" w="med" type="none"/>
              <a:tailEnd len="med" w="med" type="none"/>
            </a:ln>
          </p:spPr>
        </p:cxnSp>
        <p:cxnSp>
          <p:nvCxnSpPr>
            <p:cNvPr id="1072" name="Google Shape;1072;p15"/>
            <p:cNvCxnSpPr/>
            <p:nvPr/>
          </p:nvCxnSpPr>
          <p:spPr>
            <a:xfrm>
              <a:off x="7685500" y="6275640"/>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1073" name="Google Shape;1073;p15"/>
            <p:cNvCxnSpPr/>
            <p:nvPr/>
          </p:nvCxnSpPr>
          <p:spPr>
            <a:xfrm>
              <a:off x="7690411" y="6481213"/>
              <a:ext cx="205800" cy="0"/>
            </a:xfrm>
            <a:prstGeom prst="straightConnector1">
              <a:avLst/>
            </a:prstGeom>
            <a:noFill/>
            <a:ln cap="flat" cmpd="sng" w="9525">
              <a:solidFill>
                <a:srgbClr val="B7B7B7"/>
              </a:solidFill>
              <a:prstDash val="solid"/>
              <a:round/>
              <a:headEnd len="med" w="med" type="none"/>
              <a:tailEnd len="med" w="med" type="none"/>
            </a:ln>
          </p:spPr>
        </p:cxnSp>
        <p:cxnSp>
          <p:nvCxnSpPr>
            <p:cNvPr id="1074" name="Google Shape;1074;p15"/>
            <p:cNvCxnSpPr/>
            <p:nvPr/>
          </p:nvCxnSpPr>
          <p:spPr>
            <a:xfrm>
              <a:off x="9755999" y="6275640"/>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1075" name="Google Shape;1075;p15"/>
            <p:cNvCxnSpPr/>
            <p:nvPr/>
          </p:nvCxnSpPr>
          <p:spPr>
            <a:xfrm>
              <a:off x="9545405" y="6481213"/>
              <a:ext cx="205800" cy="0"/>
            </a:xfrm>
            <a:prstGeom prst="straightConnector1">
              <a:avLst/>
            </a:prstGeom>
            <a:noFill/>
            <a:ln cap="flat" cmpd="sng" w="9525">
              <a:solidFill>
                <a:srgbClr val="B7B7B7"/>
              </a:solidFill>
              <a:prstDash val="solid"/>
              <a:round/>
              <a:headEnd len="med" w="med" type="none"/>
              <a:tailEnd len="med" w="med" type="none"/>
            </a:ln>
          </p:spPr>
        </p:cxnSp>
      </p:grpSp>
      <p:cxnSp>
        <p:nvCxnSpPr>
          <p:cNvPr id="1076" name="Google Shape;1076;p15"/>
          <p:cNvCxnSpPr/>
          <p:nvPr/>
        </p:nvCxnSpPr>
        <p:spPr>
          <a:xfrm>
            <a:off x="323600" y="1236086"/>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1077" name="Google Shape;1077;p15"/>
          <p:cNvCxnSpPr/>
          <p:nvPr/>
        </p:nvCxnSpPr>
        <p:spPr>
          <a:xfrm>
            <a:off x="328511" y="1240955"/>
            <a:ext cx="205800" cy="0"/>
          </a:xfrm>
          <a:prstGeom prst="straightConnector1">
            <a:avLst/>
          </a:prstGeom>
          <a:noFill/>
          <a:ln cap="flat" cmpd="sng" w="9525">
            <a:solidFill>
              <a:srgbClr val="B7B7B7"/>
            </a:solidFill>
            <a:prstDash val="solid"/>
            <a:round/>
            <a:headEnd len="med" w="med" type="none"/>
            <a:tailEnd len="med" w="med" type="none"/>
          </a:ln>
        </p:spPr>
      </p:cxnSp>
      <p:cxnSp>
        <p:nvCxnSpPr>
          <p:cNvPr id="1078" name="Google Shape;1078;p15"/>
          <p:cNvCxnSpPr/>
          <p:nvPr/>
        </p:nvCxnSpPr>
        <p:spPr>
          <a:xfrm>
            <a:off x="2394099" y="1236086"/>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1079" name="Google Shape;1079;p15"/>
          <p:cNvCxnSpPr/>
          <p:nvPr/>
        </p:nvCxnSpPr>
        <p:spPr>
          <a:xfrm>
            <a:off x="2183133" y="1240955"/>
            <a:ext cx="205800" cy="0"/>
          </a:xfrm>
          <a:prstGeom prst="straightConnector1">
            <a:avLst/>
          </a:prstGeom>
          <a:noFill/>
          <a:ln cap="flat" cmpd="sng" w="9525">
            <a:solidFill>
              <a:srgbClr val="B7B7B7"/>
            </a:solidFill>
            <a:prstDash val="solid"/>
            <a:round/>
            <a:headEnd len="med" w="med" type="none"/>
            <a:tailEnd len="med" w="med" type="none"/>
          </a:ln>
        </p:spPr>
      </p:cxnSp>
      <p:cxnSp>
        <p:nvCxnSpPr>
          <p:cNvPr id="1080" name="Google Shape;1080;p15"/>
          <p:cNvCxnSpPr/>
          <p:nvPr/>
        </p:nvCxnSpPr>
        <p:spPr>
          <a:xfrm>
            <a:off x="323600" y="4459790"/>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1081" name="Google Shape;1081;p15"/>
          <p:cNvCxnSpPr/>
          <p:nvPr/>
        </p:nvCxnSpPr>
        <p:spPr>
          <a:xfrm>
            <a:off x="328511" y="4665363"/>
            <a:ext cx="205800" cy="0"/>
          </a:xfrm>
          <a:prstGeom prst="straightConnector1">
            <a:avLst/>
          </a:prstGeom>
          <a:noFill/>
          <a:ln cap="flat" cmpd="sng" w="9525">
            <a:solidFill>
              <a:srgbClr val="B7B7B7"/>
            </a:solidFill>
            <a:prstDash val="solid"/>
            <a:round/>
            <a:headEnd len="med" w="med" type="none"/>
            <a:tailEnd len="med" w="med" type="none"/>
          </a:ln>
        </p:spPr>
      </p:cxnSp>
      <p:cxnSp>
        <p:nvCxnSpPr>
          <p:cNvPr id="1082" name="Google Shape;1082;p15"/>
          <p:cNvCxnSpPr/>
          <p:nvPr/>
        </p:nvCxnSpPr>
        <p:spPr>
          <a:xfrm>
            <a:off x="2394099" y="4459790"/>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1083" name="Google Shape;1083;p15"/>
          <p:cNvCxnSpPr/>
          <p:nvPr/>
        </p:nvCxnSpPr>
        <p:spPr>
          <a:xfrm>
            <a:off x="2183505" y="4665363"/>
            <a:ext cx="205800" cy="0"/>
          </a:xfrm>
          <a:prstGeom prst="straightConnector1">
            <a:avLst/>
          </a:prstGeom>
          <a:noFill/>
          <a:ln cap="flat" cmpd="sng" w="9525">
            <a:solidFill>
              <a:srgbClr val="B7B7B7"/>
            </a:solidFill>
            <a:prstDash val="solid"/>
            <a:round/>
            <a:headEnd len="med" w="med" type="none"/>
            <a:tailEnd len="med" w="med" type="none"/>
          </a:ln>
        </p:spPr>
      </p:cxnSp>
      <p:cxnSp>
        <p:nvCxnSpPr>
          <p:cNvPr id="1084" name="Google Shape;1084;p15"/>
          <p:cNvCxnSpPr/>
          <p:nvPr/>
        </p:nvCxnSpPr>
        <p:spPr>
          <a:xfrm>
            <a:off x="2762000" y="1236086"/>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1085" name="Google Shape;1085;p15"/>
          <p:cNvCxnSpPr/>
          <p:nvPr/>
        </p:nvCxnSpPr>
        <p:spPr>
          <a:xfrm>
            <a:off x="2766911" y="1240955"/>
            <a:ext cx="205800" cy="0"/>
          </a:xfrm>
          <a:prstGeom prst="straightConnector1">
            <a:avLst/>
          </a:prstGeom>
          <a:noFill/>
          <a:ln cap="flat" cmpd="sng" w="9525">
            <a:solidFill>
              <a:srgbClr val="B7B7B7"/>
            </a:solidFill>
            <a:prstDash val="solid"/>
            <a:round/>
            <a:headEnd len="med" w="med" type="none"/>
            <a:tailEnd len="med" w="med" type="none"/>
          </a:ln>
        </p:spPr>
      </p:cxnSp>
      <p:cxnSp>
        <p:nvCxnSpPr>
          <p:cNvPr id="1086" name="Google Shape;1086;p15"/>
          <p:cNvCxnSpPr/>
          <p:nvPr/>
        </p:nvCxnSpPr>
        <p:spPr>
          <a:xfrm>
            <a:off x="4832499" y="1236086"/>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1087" name="Google Shape;1087;p15"/>
          <p:cNvCxnSpPr/>
          <p:nvPr/>
        </p:nvCxnSpPr>
        <p:spPr>
          <a:xfrm>
            <a:off x="4621533" y="1240955"/>
            <a:ext cx="205800" cy="0"/>
          </a:xfrm>
          <a:prstGeom prst="straightConnector1">
            <a:avLst/>
          </a:prstGeom>
          <a:noFill/>
          <a:ln cap="flat" cmpd="sng" w="9525">
            <a:solidFill>
              <a:srgbClr val="B7B7B7"/>
            </a:solidFill>
            <a:prstDash val="solid"/>
            <a:round/>
            <a:headEnd len="med" w="med" type="none"/>
            <a:tailEnd len="med" w="med" type="none"/>
          </a:ln>
        </p:spPr>
      </p:cxnSp>
      <p:cxnSp>
        <p:nvCxnSpPr>
          <p:cNvPr id="1088" name="Google Shape;1088;p15"/>
          <p:cNvCxnSpPr/>
          <p:nvPr/>
        </p:nvCxnSpPr>
        <p:spPr>
          <a:xfrm>
            <a:off x="2762000" y="4459790"/>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1089" name="Google Shape;1089;p15"/>
          <p:cNvCxnSpPr/>
          <p:nvPr/>
        </p:nvCxnSpPr>
        <p:spPr>
          <a:xfrm>
            <a:off x="2766911" y="4665363"/>
            <a:ext cx="205800" cy="0"/>
          </a:xfrm>
          <a:prstGeom prst="straightConnector1">
            <a:avLst/>
          </a:prstGeom>
          <a:noFill/>
          <a:ln cap="flat" cmpd="sng" w="9525">
            <a:solidFill>
              <a:srgbClr val="B7B7B7"/>
            </a:solidFill>
            <a:prstDash val="solid"/>
            <a:round/>
            <a:headEnd len="med" w="med" type="none"/>
            <a:tailEnd len="med" w="med" type="none"/>
          </a:ln>
        </p:spPr>
      </p:cxnSp>
      <p:cxnSp>
        <p:nvCxnSpPr>
          <p:cNvPr id="1090" name="Google Shape;1090;p15"/>
          <p:cNvCxnSpPr/>
          <p:nvPr/>
        </p:nvCxnSpPr>
        <p:spPr>
          <a:xfrm>
            <a:off x="4832499" y="4459790"/>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1091" name="Google Shape;1091;p15"/>
          <p:cNvCxnSpPr/>
          <p:nvPr/>
        </p:nvCxnSpPr>
        <p:spPr>
          <a:xfrm>
            <a:off x="4621905" y="4665363"/>
            <a:ext cx="205800" cy="0"/>
          </a:xfrm>
          <a:prstGeom prst="straightConnector1">
            <a:avLst/>
          </a:prstGeom>
          <a:noFill/>
          <a:ln cap="flat" cmpd="sng" w="9525">
            <a:solidFill>
              <a:srgbClr val="B7B7B7"/>
            </a:solidFill>
            <a:prstDash val="solid"/>
            <a:round/>
            <a:headEnd len="med" w="med" type="none"/>
            <a:tailEnd len="med" w="med" type="none"/>
          </a:ln>
        </p:spPr>
      </p:cxnSp>
      <p:cxnSp>
        <p:nvCxnSpPr>
          <p:cNvPr id="1092" name="Google Shape;1092;p15"/>
          <p:cNvCxnSpPr/>
          <p:nvPr/>
        </p:nvCxnSpPr>
        <p:spPr>
          <a:xfrm>
            <a:off x="5240071" y="1236086"/>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1093" name="Google Shape;1093;p15"/>
          <p:cNvCxnSpPr/>
          <p:nvPr/>
        </p:nvCxnSpPr>
        <p:spPr>
          <a:xfrm>
            <a:off x="5244982" y="1240955"/>
            <a:ext cx="205800" cy="0"/>
          </a:xfrm>
          <a:prstGeom prst="straightConnector1">
            <a:avLst/>
          </a:prstGeom>
          <a:noFill/>
          <a:ln cap="flat" cmpd="sng" w="9525">
            <a:solidFill>
              <a:srgbClr val="B7B7B7"/>
            </a:solidFill>
            <a:prstDash val="solid"/>
            <a:round/>
            <a:headEnd len="med" w="med" type="none"/>
            <a:tailEnd len="med" w="med" type="none"/>
          </a:ln>
        </p:spPr>
      </p:cxnSp>
      <p:cxnSp>
        <p:nvCxnSpPr>
          <p:cNvPr id="1094" name="Google Shape;1094;p15"/>
          <p:cNvCxnSpPr/>
          <p:nvPr/>
        </p:nvCxnSpPr>
        <p:spPr>
          <a:xfrm>
            <a:off x="7310570" y="1236086"/>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1095" name="Google Shape;1095;p15"/>
          <p:cNvCxnSpPr/>
          <p:nvPr/>
        </p:nvCxnSpPr>
        <p:spPr>
          <a:xfrm>
            <a:off x="7099604" y="1240955"/>
            <a:ext cx="205800" cy="0"/>
          </a:xfrm>
          <a:prstGeom prst="straightConnector1">
            <a:avLst/>
          </a:prstGeom>
          <a:noFill/>
          <a:ln cap="flat" cmpd="sng" w="9525">
            <a:solidFill>
              <a:srgbClr val="B7B7B7"/>
            </a:solidFill>
            <a:prstDash val="solid"/>
            <a:round/>
            <a:headEnd len="med" w="med" type="none"/>
            <a:tailEnd len="med" w="med" type="none"/>
          </a:ln>
        </p:spPr>
      </p:cxnSp>
      <p:cxnSp>
        <p:nvCxnSpPr>
          <p:cNvPr id="1096" name="Google Shape;1096;p15"/>
          <p:cNvCxnSpPr/>
          <p:nvPr/>
        </p:nvCxnSpPr>
        <p:spPr>
          <a:xfrm>
            <a:off x="5240071" y="4459790"/>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1097" name="Google Shape;1097;p15"/>
          <p:cNvCxnSpPr/>
          <p:nvPr/>
        </p:nvCxnSpPr>
        <p:spPr>
          <a:xfrm>
            <a:off x="5244982" y="4665363"/>
            <a:ext cx="205800" cy="0"/>
          </a:xfrm>
          <a:prstGeom prst="straightConnector1">
            <a:avLst/>
          </a:prstGeom>
          <a:noFill/>
          <a:ln cap="flat" cmpd="sng" w="9525">
            <a:solidFill>
              <a:srgbClr val="B7B7B7"/>
            </a:solidFill>
            <a:prstDash val="solid"/>
            <a:round/>
            <a:headEnd len="med" w="med" type="none"/>
            <a:tailEnd len="med" w="med" type="none"/>
          </a:ln>
        </p:spPr>
      </p:cxnSp>
      <p:cxnSp>
        <p:nvCxnSpPr>
          <p:cNvPr id="1098" name="Google Shape;1098;p15"/>
          <p:cNvCxnSpPr/>
          <p:nvPr/>
        </p:nvCxnSpPr>
        <p:spPr>
          <a:xfrm>
            <a:off x="7310570" y="4459790"/>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1099" name="Google Shape;1099;p15"/>
          <p:cNvCxnSpPr/>
          <p:nvPr/>
        </p:nvCxnSpPr>
        <p:spPr>
          <a:xfrm>
            <a:off x="7099976" y="4665363"/>
            <a:ext cx="205800" cy="0"/>
          </a:xfrm>
          <a:prstGeom prst="straightConnector1">
            <a:avLst/>
          </a:prstGeom>
          <a:noFill/>
          <a:ln cap="flat" cmpd="sng" w="9525">
            <a:solidFill>
              <a:srgbClr val="B7B7B7"/>
            </a:solidFill>
            <a:prstDash val="solid"/>
            <a:round/>
            <a:headEnd len="med" w="med" type="none"/>
            <a:tailEnd len="med" w="med" type="none"/>
          </a:ln>
        </p:spPr>
      </p:cxnSp>
      <p:cxnSp>
        <p:nvCxnSpPr>
          <p:cNvPr id="1100" name="Google Shape;1100;p15"/>
          <p:cNvCxnSpPr/>
          <p:nvPr/>
        </p:nvCxnSpPr>
        <p:spPr>
          <a:xfrm>
            <a:off x="7705868" y="1236086"/>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1101" name="Google Shape;1101;p15"/>
          <p:cNvCxnSpPr/>
          <p:nvPr/>
        </p:nvCxnSpPr>
        <p:spPr>
          <a:xfrm>
            <a:off x="7710779" y="1240955"/>
            <a:ext cx="205800" cy="0"/>
          </a:xfrm>
          <a:prstGeom prst="straightConnector1">
            <a:avLst/>
          </a:prstGeom>
          <a:noFill/>
          <a:ln cap="flat" cmpd="sng" w="9525">
            <a:solidFill>
              <a:srgbClr val="B7B7B7"/>
            </a:solidFill>
            <a:prstDash val="solid"/>
            <a:round/>
            <a:headEnd len="med" w="med" type="none"/>
            <a:tailEnd len="med" w="med" type="none"/>
          </a:ln>
        </p:spPr>
      </p:cxnSp>
      <p:cxnSp>
        <p:nvCxnSpPr>
          <p:cNvPr id="1102" name="Google Shape;1102;p15"/>
          <p:cNvCxnSpPr/>
          <p:nvPr/>
        </p:nvCxnSpPr>
        <p:spPr>
          <a:xfrm>
            <a:off x="9776367" y="1236086"/>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1103" name="Google Shape;1103;p15"/>
          <p:cNvCxnSpPr/>
          <p:nvPr/>
        </p:nvCxnSpPr>
        <p:spPr>
          <a:xfrm>
            <a:off x="9565400" y="1240955"/>
            <a:ext cx="205800" cy="0"/>
          </a:xfrm>
          <a:prstGeom prst="straightConnector1">
            <a:avLst/>
          </a:prstGeom>
          <a:noFill/>
          <a:ln cap="flat" cmpd="sng" w="9525">
            <a:solidFill>
              <a:srgbClr val="B7B7B7"/>
            </a:solidFill>
            <a:prstDash val="solid"/>
            <a:round/>
            <a:headEnd len="med" w="med" type="none"/>
            <a:tailEnd len="med" w="med" type="none"/>
          </a:ln>
        </p:spPr>
      </p:cxnSp>
      <p:cxnSp>
        <p:nvCxnSpPr>
          <p:cNvPr id="1104" name="Google Shape;1104;p15"/>
          <p:cNvCxnSpPr/>
          <p:nvPr/>
        </p:nvCxnSpPr>
        <p:spPr>
          <a:xfrm>
            <a:off x="7705868" y="4459790"/>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1105" name="Google Shape;1105;p15"/>
          <p:cNvCxnSpPr/>
          <p:nvPr/>
        </p:nvCxnSpPr>
        <p:spPr>
          <a:xfrm>
            <a:off x="7710779" y="4665363"/>
            <a:ext cx="205800" cy="0"/>
          </a:xfrm>
          <a:prstGeom prst="straightConnector1">
            <a:avLst/>
          </a:prstGeom>
          <a:noFill/>
          <a:ln cap="flat" cmpd="sng" w="9525">
            <a:solidFill>
              <a:srgbClr val="B7B7B7"/>
            </a:solidFill>
            <a:prstDash val="solid"/>
            <a:round/>
            <a:headEnd len="med" w="med" type="none"/>
            <a:tailEnd len="med" w="med" type="none"/>
          </a:ln>
        </p:spPr>
      </p:cxnSp>
      <p:cxnSp>
        <p:nvCxnSpPr>
          <p:cNvPr id="1106" name="Google Shape;1106;p15"/>
          <p:cNvCxnSpPr/>
          <p:nvPr/>
        </p:nvCxnSpPr>
        <p:spPr>
          <a:xfrm>
            <a:off x="9776367" y="4459790"/>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1107" name="Google Shape;1107;p15"/>
          <p:cNvCxnSpPr/>
          <p:nvPr/>
        </p:nvCxnSpPr>
        <p:spPr>
          <a:xfrm>
            <a:off x="9565772" y="4665363"/>
            <a:ext cx="205800" cy="0"/>
          </a:xfrm>
          <a:prstGeom prst="straightConnector1">
            <a:avLst/>
          </a:prstGeom>
          <a:noFill/>
          <a:ln cap="flat" cmpd="sng" w="9525">
            <a:solidFill>
              <a:srgbClr val="B7B7B7"/>
            </a:solidFill>
            <a:prstDash val="solid"/>
            <a:round/>
            <a:headEnd len="med" w="med" type="none"/>
            <a:tailEnd len="med" w="med" type="none"/>
          </a:ln>
        </p:spPr>
      </p:cxnSp>
      <p:sp>
        <p:nvSpPr>
          <p:cNvPr id="1108" name="Google Shape;1108;p15"/>
          <p:cNvSpPr txBox="1"/>
          <p:nvPr>
            <p:ph idx="1" type="body"/>
          </p:nvPr>
        </p:nvSpPr>
        <p:spPr>
          <a:xfrm>
            <a:off x="641150" y="612125"/>
            <a:ext cx="1770300" cy="160500"/>
          </a:xfrm>
          <a:prstGeom prst="rect">
            <a:avLst/>
          </a:prstGeom>
          <a:noFill/>
          <a:ln>
            <a:noFill/>
          </a:ln>
        </p:spPr>
        <p:txBody>
          <a:bodyPr anchorCtr="0" anchor="t" bIns="0" lIns="0" spcFirstLastPara="1" rIns="0" wrap="square" tIns="0">
            <a:noAutofit/>
          </a:bodyPr>
          <a:lstStyle>
            <a:lvl1pPr indent="-292100" lvl="0" marL="457200" rtl="0" algn="ctr">
              <a:spcBef>
                <a:spcPts val="0"/>
              </a:spcBef>
              <a:spcAft>
                <a:spcPts val="0"/>
              </a:spcAft>
              <a:buClr>
                <a:srgbClr val="FFFFFF"/>
              </a:buClr>
              <a:buSzPts val="1000"/>
              <a:buChar char="●"/>
              <a:defRPr sz="1000">
                <a:solidFill>
                  <a:srgbClr val="FFFFFF"/>
                </a:solidFill>
              </a:defRPr>
            </a:lvl1pPr>
            <a:lvl2pPr indent="-292100" lvl="1" marL="914400" rtl="0" algn="ctr">
              <a:spcBef>
                <a:spcPts val="0"/>
              </a:spcBef>
              <a:spcAft>
                <a:spcPts val="0"/>
              </a:spcAft>
              <a:buClr>
                <a:srgbClr val="FFFFFF"/>
              </a:buClr>
              <a:buSzPts val="1000"/>
              <a:buChar char="○"/>
              <a:defRPr sz="1000">
                <a:solidFill>
                  <a:srgbClr val="FFFFFF"/>
                </a:solidFill>
              </a:defRPr>
            </a:lvl2pPr>
            <a:lvl3pPr indent="-292100" lvl="2" marL="1371600" rtl="0" algn="ctr">
              <a:spcBef>
                <a:spcPts val="0"/>
              </a:spcBef>
              <a:spcAft>
                <a:spcPts val="0"/>
              </a:spcAft>
              <a:buClr>
                <a:srgbClr val="FFFFFF"/>
              </a:buClr>
              <a:buSzPts val="1000"/>
              <a:buChar char="■"/>
              <a:defRPr sz="1000">
                <a:solidFill>
                  <a:srgbClr val="FFFFFF"/>
                </a:solidFill>
              </a:defRPr>
            </a:lvl3pPr>
            <a:lvl4pPr indent="-292100" lvl="3" marL="1828800" rtl="0" algn="ctr">
              <a:spcBef>
                <a:spcPts val="0"/>
              </a:spcBef>
              <a:spcAft>
                <a:spcPts val="0"/>
              </a:spcAft>
              <a:buClr>
                <a:srgbClr val="FFFFFF"/>
              </a:buClr>
              <a:buSzPts val="1000"/>
              <a:buChar char="●"/>
              <a:defRPr sz="1000">
                <a:solidFill>
                  <a:srgbClr val="FFFFFF"/>
                </a:solidFill>
              </a:defRPr>
            </a:lvl4pPr>
            <a:lvl5pPr indent="-292100" lvl="4" marL="2286000" rtl="0" algn="ctr">
              <a:spcBef>
                <a:spcPts val="0"/>
              </a:spcBef>
              <a:spcAft>
                <a:spcPts val="0"/>
              </a:spcAft>
              <a:buClr>
                <a:srgbClr val="FFFFFF"/>
              </a:buClr>
              <a:buSzPts val="1000"/>
              <a:buChar char="○"/>
              <a:defRPr sz="1000">
                <a:solidFill>
                  <a:srgbClr val="FFFFFF"/>
                </a:solidFill>
              </a:defRPr>
            </a:lvl5pPr>
            <a:lvl6pPr indent="-292100" lvl="5" marL="2743200" rtl="0" algn="ctr">
              <a:spcBef>
                <a:spcPts val="0"/>
              </a:spcBef>
              <a:spcAft>
                <a:spcPts val="0"/>
              </a:spcAft>
              <a:buClr>
                <a:srgbClr val="FFFFFF"/>
              </a:buClr>
              <a:buSzPts val="1000"/>
              <a:buChar char="■"/>
              <a:defRPr sz="1000">
                <a:solidFill>
                  <a:srgbClr val="FFFFFF"/>
                </a:solidFill>
              </a:defRPr>
            </a:lvl6pPr>
            <a:lvl7pPr indent="-292100" lvl="6" marL="3200400" rtl="0" algn="ctr">
              <a:spcBef>
                <a:spcPts val="0"/>
              </a:spcBef>
              <a:spcAft>
                <a:spcPts val="0"/>
              </a:spcAft>
              <a:buClr>
                <a:srgbClr val="FFFFFF"/>
              </a:buClr>
              <a:buSzPts val="1000"/>
              <a:buChar char="●"/>
              <a:defRPr sz="1000">
                <a:solidFill>
                  <a:srgbClr val="FFFFFF"/>
                </a:solidFill>
              </a:defRPr>
            </a:lvl7pPr>
            <a:lvl8pPr indent="-292100" lvl="7" marL="3657600" rtl="0" algn="ctr">
              <a:spcBef>
                <a:spcPts val="0"/>
              </a:spcBef>
              <a:spcAft>
                <a:spcPts val="0"/>
              </a:spcAft>
              <a:buClr>
                <a:srgbClr val="FFFFFF"/>
              </a:buClr>
              <a:buSzPts val="1000"/>
              <a:buChar char="○"/>
              <a:defRPr sz="1000">
                <a:solidFill>
                  <a:srgbClr val="FFFFFF"/>
                </a:solidFill>
              </a:defRPr>
            </a:lvl8pPr>
            <a:lvl9pPr indent="-292100" lvl="8" marL="4114800" rtl="0" algn="ctr">
              <a:spcBef>
                <a:spcPts val="0"/>
              </a:spcBef>
              <a:spcAft>
                <a:spcPts val="0"/>
              </a:spcAft>
              <a:buClr>
                <a:srgbClr val="FFFFFF"/>
              </a:buClr>
              <a:buSzPts val="1000"/>
              <a:buChar char="■"/>
              <a:defRPr sz="1000">
                <a:solidFill>
                  <a:srgbClr val="FFFFFF"/>
                </a:solidFill>
              </a:defRPr>
            </a:lvl9pPr>
          </a:lstStyle>
          <a:p/>
        </p:txBody>
      </p:sp>
      <p:sp>
        <p:nvSpPr>
          <p:cNvPr id="1109" name="Google Shape;1109;p15"/>
          <p:cNvSpPr txBox="1"/>
          <p:nvPr/>
        </p:nvSpPr>
        <p:spPr>
          <a:xfrm>
            <a:off x="84825" y="598125"/>
            <a:ext cx="595500" cy="205800"/>
          </a:xfrm>
          <a:prstGeom prst="rect">
            <a:avLst/>
          </a:prstGeom>
          <a:noFill/>
          <a:ln>
            <a:noFill/>
          </a:ln>
        </p:spPr>
        <p:txBody>
          <a:bodyPr anchorCtr="0" anchor="t" bIns="18000" lIns="18000" spcFirstLastPara="1" rIns="18000" wrap="square" tIns="18000">
            <a:spAutoFit/>
          </a:bodyPr>
          <a:lstStyle/>
          <a:p>
            <a:pPr indent="0" lvl="0" marL="0" rtl="0" algn="l">
              <a:spcBef>
                <a:spcPts val="0"/>
              </a:spcBef>
              <a:spcAft>
                <a:spcPts val="0"/>
              </a:spcAft>
              <a:buNone/>
            </a:pPr>
            <a:r>
              <a:rPr lang="es-419" sz="1100">
                <a:solidFill>
                  <a:srgbClr val="FFFFFF"/>
                </a:solidFill>
              </a:rPr>
              <a:t>Nombre:</a:t>
            </a:r>
            <a:endParaRPr sz="1100">
              <a:solidFill>
                <a:srgbClr val="FFFFFF"/>
              </a:solidFill>
            </a:endParaRPr>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3. Diagrama de Dominio">
  <p:cSld name="TITLE_3_6_1_1_1_1_1_1_1_1_1_1_1_1_1">
    <p:spTree>
      <p:nvGrpSpPr>
        <p:cNvPr id="1110" name="Shape 1110"/>
        <p:cNvGrpSpPr/>
        <p:nvPr/>
      </p:nvGrpSpPr>
      <p:grpSpPr>
        <a:xfrm>
          <a:off x="0" y="0"/>
          <a:ext cx="0" cy="0"/>
          <a:chOff x="0" y="0"/>
          <a:chExt cx="0" cy="0"/>
        </a:xfrm>
      </p:grpSpPr>
      <p:sp>
        <p:nvSpPr>
          <p:cNvPr id="1111" name="Google Shape;1111;p16"/>
          <p:cNvSpPr/>
          <p:nvPr/>
        </p:nvSpPr>
        <p:spPr>
          <a:xfrm>
            <a:off x="97888" y="377012"/>
            <a:ext cx="9893400" cy="296700"/>
          </a:xfrm>
          <a:prstGeom prst="roundRect">
            <a:avLst>
              <a:gd fmla="val 22902" name="adj"/>
            </a:avLst>
          </a:prstGeom>
          <a:solidFill>
            <a:srgbClr val="F3F3F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1112" name="Google Shape;1112;p16"/>
          <p:cNvSpPr/>
          <p:nvPr/>
        </p:nvSpPr>
        <p:spPr>
          <a:xfrm>
            <a:off x="77688" y="358938"/>
            <a:ext cx="9935700" cy="6438000"/>
          </a:xfrm>
          <a:prstGeom prst="roundRect">
            <a:avLst>
              <a:gd fmla="val 2618" name="adj"/>
            </a:avLst>
          </a:prstGeom>
          <a:solidFill>
            <a:srgbClr val="FFFFFF"/>
          </a:solidFill>
          <a:ln cap="flat" cmpd="sng" w="38100">
            <a:solidFill>
              <a:srgbClr val="000000"/>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13" name="Google Shape;1113;p16"/>
          <p:cNvCxnSpPr/>
          <p:nvPr/>
        </p:nvCxnSpPr>
        <p:spPr>
          <a:xfrm>
            <a:off x="77688" y="772614"/>
            <a:ext cx="9935700" cy="0"/>
          </a:xfrm>
          <a:prstGeom prst="straightConnector1">
            <a:avLst/>
          </a:prstGeom>
          <a:noFill/>
          <a:ln cap="flat" cmpd="sng" w="19050">
            <a:solidFill>
              <a:srgbClr val="000000"/>
            </a:solidFill>
            <a:prstDash val="solid"/>
            <a:round/>
            <a:headEnd len="med" w="med" type="none"/>
            <a:tailEnd len="med" w="med" type="none"/>
          </a:ln>
        </p:spPr>
      </p:cxnSp>
      <p:cxnSp>
        <p:nvCxnSpPr>
          <p:cNvPr id="1114" name="Google Shape;1114;p16"/>
          <p:cNvCxnSpPr/>
          <p:nvPr/>
        </p:nvCxnSpPr>
        <p:spPr>
          <a:xfrm rot="10800000">
            <a:off x="2439038" y="368188"/>
            <a:ext cx="0" cy="402300"/>
          </a:xfrm>
          <a:prstGeom prst="straightConnector1">
            <a:avLst/>
          </a:prstGeom>
          <a:noFill/>
          <a:ln cap="flat" cmpd="sng" w="19050">
            <a:solidFill>
              <a:srgbClr val="000000"/>
            </a:solidFill>
            <a:prstDash val="solid"/>
            <a:round/>
            <a:headEnd len="med" w="med" type="none"/>
            <a:tailEnd len="med" w="med" type="none"/>
          </a:ln>
        </p:spPr>
      </p:cxnSp>
      <p:sp>
        <p:nvSpPr>
          <p:cNvPr id="1115" name="Google Shape;1115;p16"/>
          <p:cNvSpPr/>
          <p:nvPr/>
        </p:nvSpPr>
        <p:spPr>
          <a:xfrm>
            <a:off x="77688" y="349338"/>
            <a:ext cx="2361300" cy="421200"/>
          </a:xfrm>
          <a:prstGeom prst="roundRect">
            <a:avLst>
              <a:gd fmla="val 50000" name="adj"/>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s-419" sz="1200">
                <a:solidFill>
                  <a:srgbClr val="FFFFFF"/>
                </a:solidFill>
              </a:rPr>
              <a:t>Diagrama de Dominio</a:t>
            </a:r>
            <a:endParaRPr b="1" sz="1200">
              <a:solidFill>
                <a:srgbClr val="FFFFFF"/>
              </a:solidFill>
            </a:endParaRPr>
          </a:p>
          <a:p>
            <a:pPr indent="0" lvl="0" marL="0" rtl="0" algn="ctr">
              <a:spcBef>
                <a:spcPts val="0"/>
              </a:spcBef>
              <a:spcAft>
                <a:spcPts val="0"/>
              </a:spcAft>
              <a:buNone/>
            </a:pPr>
            <a:r>
              <a:t/>
            </a:r>
            <a:endParaRPr b="1" sz="1200">
              <a:solidFill>
                <a:srgbClr val="FFFFFF"/>
              </a:solidFill>
            </a:endParaRPr>
          </a:p>
        </p:txBody>
      </p:sp>
      <p:sp>
        <p:nvSpPr>
          <p:cNvPr id="1116" name="Google Shape;1116;p16"/>
          <p:cNvSpPr/>
          <p:nvPr/>
        </p:nvSpPr>
        <p:spPr>
          <a:xfrm>
            <a:off x="83988" y="595504"/>
            <a:ext cx="190200" cy="1692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 name="Google Shape;1117;p16"/>
          <p:cNvSpPr/>
          <p:nvPr/>
        </p:nvSpPr>
        <p:spPr>
          <a:xfrm>
            <a:off x="2292338" y="358938"/>
            <a:ext cx="146700" cy="4023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 name="Google Shape;1118;p16"/>
          <p:cNvSpPr/>
          <p:nvPr/>
        </p:nvSpPr>
        <p:spPr>
          <a:xfrm>
            <a:off x="-1396550" y="760700"/>
            <a:ext cx="748200" cy="6079200"/>
          </a:xfrm>
          <a:prstGeom prst="roundRect">
            <a:avLst>
              <a:gd fmla="val 11877" name="adj"/>
            </a:avLst>
          </a:prstGeom>
          <a:solidFill>
            <a:srgbClr val="F3F3F3"/>
          </a:solidFill>
          <a:ln cap="flat" cmpd="sng" w="9525">
            <a:solidFill>
              <a:srgbClr val="F3F3F3"/>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t" bIns="54000" lIns="72000" spcFirstLastPara="1" rIns="72000" wrap="square" tIns="54000">
            <a:noAutofit/>
          </a:bodyPr>
          <a:lstStyle/>
          <a:p>
            <a:pPr indent="0" lvl="0" marL="0" rtl="0" algn="ctr">
              <a:spcBef>
                <a:spcPts val="0"/>
              </a:spcBef>
              <a:spcAft>
                <a:spcPts val="0"/>
              </a:spcAft>
              <a:buNone/>
            </a:pPr>
            <a:r>
              <a:rPr i="1" lang="es-419"/>
              <a:t>Paleta</a:t>
            </a:r>
            <a:endParaRPr i="1"/>
          </a:p>
        </p:txBody>
      </p:sp>
      <p:sp>
        <p:nvSpPr>
          <p:cNvPr id="1119" name="Google Shape;1119;p16"/>
          <p:cNvSpPr txBox="1"/>
          <p:nvPr/>
        </p:nvSpPr>
        <p:spPr>
          <a:xfrm>
            <a:off x="2524025" y="387675"/>
            <a:ext cx="15012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Unid. Organizacional:</a:t>
            </a:r>
            <a:endParaRPr b="1" sz="1100"/>
          </a:p>
        </p:txBody>
      </p:sp>
      <p:sp>
        <p:nvSpPr>
          <p:cNvPr id="1120" name="Google Shape;1120;p16"/>
          <p:cNvSpPr txBox="1"/>
          <p:nvPr/>
        </p:nvSpPr>
        <p:spPr>
          <a:xfrm>
            <a:off x="2524020" y="579550"/>
            <a:ext cx="6846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Alcance:</a:t>
            </a:r>
            <a:endParaRPr b="1" sz="1100"/>
          </a:p>
        </p:txBody>
      </p:sp>
      <p:sp>
        <p:nvSpPr>
          <p:cNvPr id="1121" name="Google Shape;1121;p16"/>
          <p:cNvSpPr txBox="1"/>
          <p:nvPr>
            <p:ph type="title"/>
          </p:nvPr>
        </p:nvSpPr>
        <p:spPr>
          <a:xfrm flipH="1">
            <a:off x="4025374" y="387675"/>
            <a:ext cx="5863200" cy="169200"/>
          </a:xfrm>
          <a:prstGeom prst="rect">
            <a:avLst/>
          </a:prstGeom>
          <a:noFill/>
          <a:ln>
            <a:noFill/>
          </a:ln>
        </p:spPr>
        <p:txBody>
          <a:bodyPr anchorCtr="0" anchor="ctr" bIns="0" lIns="0" spcFirstLastPara="1" rIns="0" wrap="square" tIns="0">
            <a:noAutofit/>
          </a:bodyPr>
          <a:lstStyle>
            <a:lvl1pPr lvl="0" rtl="0">
              <a:spcBef>
                <a:spcPts val="0"/>
              </a:spcBef>
              <a:spcAft>
                <a:spcPts val="0"/>
              </a:spcAft>
              <a:buClr>
                <a:srgbClr val="000000"/>
              </a:buClr>
              <a:buSzPts val="1000"/>
              <a:buNone/>
              <a:defRPr sz="1000">
                <a:solidFill>
                  <a:srgbClr val="000000"/>
                </a:solidFill>
              </a:defRPr>
            </a:lvl1pPr>
            <a:lvl2pPr lvl="1" rtl="0">
              <a:spcBef>
                <a:spcPts val="0"/>
              </a:spcBef>
              <a:spcAft>
                <a:spcPts val="0"/>
              </a:spcAft>
              <a:buClr>
                <a:srgbClr val="000000"/>
              </a:buClr>
              <a:buSzPts val="1000"/>
              <a:buNone/>
              <a:defRPr sz="1000">
                <a:solidFill>
                  <a:srgbClr val="000000"/>
                </a:solidFill>
              </a:defRPr>
            </a:lvl2pPr>
            <a:lvl3pPr lvl="2" rtl="0">
              <a:spcBef>
                <a:spcPts val="0"/>
              </a:spcBef>
              <a:spcAft>
                <a:spcPts val="0"/>
              </a:spcAft>
              <a:buClr>
                <a:srgbClr val="000000"/>
              </a:buClr>
              <a:buSzPts val="1000"/>
              <a:buNone/>
              <a:defRPr sz="1000">
                <a:solidFill>
                  <a:srgbClr val="000000"/>
                </a:solidFill>
              </a:defRPr>
            </a:lvl3pPr>
            <a:lvl4pPr lvl="3" rtl="0">
              <a:spcBef>
                <a:spcPts val="0"/>
              </a:spcBef>
              <a:spcAft>
                <a:spcPts val="0"/>
              </a:spcAft>
              <a:buClr>
                <a:srgbClr val="000000"/>
              </a:buClr>
              <a:buSzPts val="1000"/>
              <a:buNone/>
              <a:defRPr sz="1000">
                <a:solidFill>
                  <a:srgbClr val="000000"/>
                </a:solidFill>
              </a:defRPr>
            </a:lvl4pPr>
            <a:lvl5pPr lvl="4" rtl="0">
              <a:spcBef>
                <a:spcPts val="0"/>
              </a:spcBef>
              <a:spcAft>
                <a:spcPts val="0"/>
              </a:spcAft>
              <a:buClr>
                <a:srgbClr val="000000"/>
              </a:buClr>
              <a:buSzPts val="1000"/>
              <a:buNone/>
              <a:defRPr sz="1000">
                <a:solidFill>
                  <a:srgbClr val="000000"/>
                </a:solidFill>
              </a:defRPr>
            </a:lvl5pPr>
            <a:lvl6pPr lvl="5" rtl="0">
              <a:spcBef>
                <a:spcPts val="0"/>
              </a:spcBef>
              <a:spcAft>
                <a:spcPts val="0"/>
              </a:spcAft>
              <a:buClr>
                <a:srgbClr val="000000"/>
              </a:buClr>
              <a:buSzPts val="1000"/>
              <a:buNone/>
              <a:defRPr sz="1000">
                <a:solidFill>
                  <a:srgbClr val="000000"/>
                </a:solidFill>
              </a:defRPr>
            </a:lvl6pPr>
            <a:lvl7pPr lvl="6" rtl="0">
              <a:spcBef>
                <a:spcPts val="0"/>
              </a:spcBef>
              <a:spcAft>
                <a:spcPts val="0"/>
              </a:spcAft>
              <a:buClr>
                <a:srgbClr val="000000"/>
              </a:buClr>
              <a:buSzPts val="1000"/>
              <a:buNone/>
              <a:defRPr sz="1000">
                <a:solidFill>
                  <a:srgbClr val="000000"/>
                </a:solidFill>
              </a:defRPr>
            </a:lvl7pPr>
            <a:lvl8pPr lvl="7" rtl="0">
              <a:spcBef>
                <a:spcPts val="0"/>
              </a:spcBef>
              <a:spcAft>
                <a:spcPts val="0"/>
              </a:spcAft>
              <a:buClr>
                <a:srgbClr val="000000"/>
              </a:buClr>
              <a:buSzPts val="1000"/>
              <a:buNone/>
              <a:defRPr sz="1000">
                <a:solidFill>
                  <a:srgbClr val="000000"/>
                </a:solidFill>
              </a:defRPr>
            </a:lvl8pPr>
            <a:lvl9pPr lvl="8" rtl="0">
              <a:spcBef>
                <a:spcPts val="0"/>
              </a:spcBef>
              <a:spcAft>
                <a:spcPts val="0"/>
              </a:spcAft>
              <a:buClr>
                <a:srgbClr val="000000"/>
              </a:buClr>
              <a:buSzPts val="1000"/>
              <a:buNone/>
              <a:defRPr sz="1000">
                <a:solidFill>
                  <a:srgbClr val="000000"/>
                </a:solidFill>
              </a:defRPr>
            </a:lvl9pPr>
          </a:lstStyle>
          <a:p/>
        </p:txBody>
      </p:sp>
      <p:sp>
        <p:nvSpPr>
          <p:cNvPr id="1122" name="Google Shape;1122;p16"/>
          <p:cNvSpPr txBox="1"/>
          <p:nvPr>
            <p:ph idx="2" type="title"/>
          </p:nvPr>
        </p:nvSpPr>
        <p:spPr>
          <a:xfrm flipH="1">
            <a:off x="3208773" y="579550"/>
            <a:ext cx="6679800" cy="169200"/>
          </a:xfrm>
          <a:prstGeom prst="rect">
            <a:avLst/>
          </a:prstGeom>
          <a:noFill/>
          <a:ln>
            <a:noFill/>
          </a:ln>
        </p:spPr>
        <p:txBody>
          <a:bodyPr anchorCtr="0" anchor="ctr" bIns="0" lIns="0" spcFirstLastPara="1" rIns="0" wrap="square" tIns="0">
            <a:noAutofit/>
          </a:bodyPr>
          <a:lstStyle>
            <a:lvl1pPr lvl="0" rtl="0">
              <a:spcBef>
                <a:spcPts val="0"/>
              </a:spcBef>
              <a:spcAft>
                <a:spcPts val="0"/>
              </a:spcAft>
              <a:buClr>
                <a:srgbClr val="000000"/>
              </a:buClr>
              <a:buSzPts val="1000"/>
              <a:buNone/>
              <a:defRPr sz="1000">
                <a:solidFill>
                  <a:srgbClr val="000000"/>
                </a:solidFill>
              </a:defRPr>
            </a:lvl1pPr>
            <a:lvl2pPr lvl="1" rtl="0">
              <a:spcBef>
                <a:spcPts val="0"/>
              </a:spcBef>
              <a:spcAft>
                <a:spcPts val="0"/>
              </a:spcAft>
              <a:buClr>
                <a:srgbClr val="000000"/>
              </a:buClr>
              <a:buSzPts val="1000"/>
              <a:buNone/>
              <a:defRPr sz="1000">
                <a:solidFill>
                  <a:srgbClr val="000000"/>
                </a:solidFill>
              </a:defRPr>
            </a:lvl2pPr>
            <a:lvl3pPr lvl="2" rtl="0">
              <a:spcBef>
                <a:spcPts val="0"/>
              </a:spcBef>
              <a:spcAft>
                <a:spcPts val="0"/>
              </a:spcAft>
              <a:buClr>
                <a:srgbClr val="000000"/>
              </a:buClr>
              <a:buSzPts val="1000"/>
              <a:buNone/>
              <a:defRPr sz="1000">
                <a:solidFill>
                  <a:srgbClr val="000000"/>
                </a:solidFill>
              </a:defRPr>
            </a:lvl3pPr>
            <a:lvl4pPr lvl="3" rtl="0">
              <a:spcBef>
                <a:spcPts val="0"/>
              </a:spcBef>
              <a:spcAft>
                <a:spcPts val="0"/>
              </a:spcAft>
              <a:buClr>
                <a:srgbClr val="000000"/>
              </a:buClr>
              <a:buSzPts val="1000"/>
              <a:buNone/>
              <a:defRPr sz="1000">
                <a:solidFill>
                  <a:srgbClr val="000000"/>
                </a:solidFill>
              </a:defRPr>
            </a:lvl4pPr>
            <a:lvl5pPr lvl="4" rtl="0">
              <a:spcBef>
                <a:spcPts val="0"/>
              </a:spcBef>
              <a:spcAft>
                <a:spcPts val="0"/>
              </a:spcAft>
              <a:buClr>
                <a:srgbClr val="000000"/>
              </a:buClr>
              <a:buSzPts val="1000"/>
              <a:buNone/>
              <a:defRPr sz="1000">
                <a:solidFill>
                  <a:srgbClr val="000000"/>
                </a:solidFill>
              </a:defRPr>
            </a:lvl5pPr>
            <a:lvl6pPr lvl="5" rtl="0">
              <a:spcBef>
                <a:spcPts val="0"/>
              </a:spcBef>
              <a:spcAft>
                <a:spcPts val="0"/>
              </a:spcAft>
              <a:buClr>
                <a:srgbClr val="000000"/>
              </a:buClr>
              <a:buSzPts val="1000"/>
              <a:buNone/>
              <a:defRPr sz="1000">
                <a:solidFill>
                  <a:srgbClr val="000000"/>
                </a:solidFill>
              </a:defRPr>
            </a:lvl6pPr>
            <a:lvl7pPr lvl="6" rtl="0">
              <a:spcBef>
                <a:spcPts val="0"/>
              </a:spcBef>
              <a:spcAft>
                <a:spcPts val="0"/>
              </a:spcAft>
              <a:buClr>
                <a:srgbClr val="000000"/>
              </a:buClr>
              <a:buSzPts val="1000"/>
              <a:buNone/>
              <a:defRPr sz="1000">
                <a:solidFill>
                  <a:srgbClr val="000000"/>
                </a:solidFill>
              </a:defRPr>
            </a:lvl7pPr>
            <a:lvl8pPr lvl="7" rtl="0">
              <a:spcBef>
                <a:spcPts val="0"/>
              </a:spcBef>
              <a:spcAft>
                <a:spcPts val="0"/>
              </a:spcAft>
              <a:buClr>
                <a:srgbClr val="000000"/>
              </a:buClr>
              <a:buSzPts val="1000"/>
              <a:buNone/>
              <a:defRPr sz="1000">
                <a:solidFill>
                  <a:srgbClr val="000000"/>
                </a:solidFill>
              </a:defRPr>
            </a:lvl8pPr>
            <a:lvl9pPr lvl="8" rtl="0">
              <a:spcBef>
                <a:spcPts val="0"/>
              </a:spcBef>
              <a:spcAft>
                <a:spcPts val="0"/>
              </a:spcAft>
              <a:buClr>
                <a:srgbClr val="000000"/>
              </a:buClr>
              <a:buSzPts val="1000"/>
              <a:buNone/>
              <a:defRPr sz="1000">
                <a:solidFill>
                  <a:srgbClr val="000000"/>
                </a:solidFill>
              </a:defRPr>
            </a:lvl9pPr>
          </a:lstStyle>
          <a:p/>
        </p:txBody>
      </p:sp>
      <p:sp>
        <p:nvSpPr>
          <p:cNvPr id="1123" name="Google Shape;1123;p16"/>
          <p:cNvSpPr txBox="1"/>
          <p:nvPr>
            <p:ph idx="1" type="body"/>
          </p:nvPr>
        </p:nvSpPr>
        <p:spPr>
          <a:xfrm>
            <a:off x="641150" y="612125"/>
            <a:ext cx="1770300" cy="160500"/>
          </a:xfrm>
          <a:prstGeom prst="rect">
            <a:avLst/>
          </a:prstGeom>
          <a:noFill/>
          <a:ln>
            <a:noFill/>
          </a:ln>
        </p:spPr>
        <p:txBody>
          <a:bodyPr anchorCtr="0" anchor="t" bIns="0" lIns="0" spcFirstLastPara="1" rIns="0" wrap="square" tIns="0">
            <a:noAutofit/>
          </a:bodyPr>
          <a:lstStyle>
            <a:lvl1pPr indent="-292100" lvl="0" marL="457200" rtl="0" algn="ctr">
              <a:spcBef>
                <a:spcPts val="0"/>
              </a:spcBef>
              <a:spcAft>
                <a:spcPts val="0"/>
              </a:spcAft>
              <a:buClr>
                <a:srgbClr val="FFFFFF"/>
              </a:buClr>
              <a:buSzPts val="1000"/>
              <a:buChar char="●"/>
              <a:defRPr sz="1000">
                <a:solidFill>
                  <a:srgbClr val="FFFFFF"/>
                </a:solidFill>
              </a:defRPr>
            </a:lvl1pPr>
            <a:lvl2pPr indent="-292100" lvl="1" marL="914400" rtl="0" algn="ctr">
              <a:spcBef>
                <a:spcPts val="0"/>
              </a:spcBef>
              <a:spcAft>
                <a:spcPts val="0"/>
              </a:spcAft>
              <a:buClr>
                <a:srgbClr val="FFFFFF"/>
              </a:buClr>
              <a:buSzPts val="1000"/>
              <a:buChar char="○"/>
              <a:defRPr sz="1000">
                <a:solidFill>
                  <a:srgbClr val="FFFFFF"/>
                </a:solidFill>
              </a:defRPr>
            </a:lvl2pPr>
            <a:lvl3pPr indent="-292100" lvl="2" marL="1371600" rtl="0" algn="ctr">
              <a:spcBef>
                <a:spcPts val="0"/>
              </a:spcBef>
              <a:spcAft>
                <a:spcPts val="0"/>
              </a:spcAft>
              <a:buClr>
                <a:srgbClr val="FFFFFF"/>
              </a:buClr>
              <a:buSzPts val="1000"/>
              <a:buChar char="■"/>
              <a:defRPr sz="1000">
                <a:solidFill>
                  <a:srgbClr val="FFFFFF"/>
                </a:solidFill>
              </a:defRPr>
            </a:lvl3pPr>
            <a:lvl4pPr indent="-292100" lvl="3" marL="1828800" rtl="0" algn="ctr">
              <a:spcBef>
                <a:spcPts val="0"/>
              </a:spcBef>
              <a:spcAft>
                <a:spcPts val="0"/>
              </a:spcAft>
              <a:buClr>
                <a:srgbClr val="FFFFFF"/>
              </a:buClr>
              <a:buSzPts val="1000"/>
              <a:buChar char="●"/>
              <a:defRPr sz="1000">
                <a:solidFill>
                  <a:srgbClr val="FFFFFF"/>
                </a:solidFill>
              </a:defRPr>
            </a:lvl4pPr>
            <a:lvl5pPr indent="-292100" lvl="4" marL="2286000" rtl="0" algn="ctr">
              <a:spcBef>
                <a:spcPts val="0"/>
              </a:spcBef>
              <a:spcAft>
                <a:spcPts val="0"/>
              </a:spcAft>
              <a:buClr>
                <a:srgbClr val="FFFFFF"/>
              </a:buClr>
              <a:buSzPts val="1000"/>
              <a:buChar char="○"/>
              <a:defRPr sz="1000">
                <a:solidFill>
                  <a:srgbClr val="FFFFFF"/>
                </a:solidFill>
              </a:defRPr>
            </a:lvl5pPr>
            <a:lvl6pPr indent="-292100" lvl="5" marL="2743200" rtl="0" algn="ctr">
              <a:spcBef>
                <a:spcPts val="0"/>
              </a:spcBef>
              <a:spcAft>
                <a:spcPts val="0"/>
              </a:spcAft>
              <a:buClr>
                <a:srgbClr val="FFFFFF"/>
              </a:buClr>
              <a:buSzPts val="1000"/>
              <a:buChar char="■"/>
              <a:defRPr sz="1000">
                <a:solidFill>
                  <a:srgbClr val="FFFFFF"/>
                </a:solidFill>
              </a:defRPr>
            </a:lvl6pPr>
            <a:lvl7pPr indent="-292100" lvl="6" marL="3200400" rtl="0" algn="ctr">
              <a:spcBef>
                <a:spcPts val="0"/>
              </a:spcBef>
              <a:spcAft>
                <a:spcPts val="0"/>
              </a:spcAft>
              <a:buClr>
                <a:srgbClr val="FFFFFF"/>
              </a:buClr>
              <a:buSzPts val="1000"/>
              <a:buChar char="●"/>
              <a:defRPr sz="1000">
                <a:solidFill>
                  <a:srgbClr val="FFFFFF"/>
                </a:solidFill>
              </a:defRPr>
            </a:lvl7pPr>
            <a:lvl8pPr indent="-292100" lvl="7" marL="3657600" rtl="0" algn="ctr">
              <a:spcBef>
                <a:spcPts val="0"/>
              </a:spcBef>
              <a:spcAft>
                <a:spcPts val="0"/>
              </a:spcAft>
              <a:buClr>
                <a:srgbClr val="FFFFFF"/>
              </a:buClr>
              <a:buSzPts val="1000"/>
              <a:buChar char="○"/>
              <a:defRPr sz="1000">
                <a:solidFill>
                  <a:srgbClr val="FFFFFF"/>
                </a:solidFill>
              </a:defRPr>
            </a:lvl8pPr>
            <a:lvl9pPr indent="-292100" lvl="8" marL="4114800" rtl="0" algn="ctr">
              <a:spcBef>
                <a:spcPts val="0"/>
              </a:spcBef>
              <a:spcAft>
                <a:spcPts val="0"/>
              </a:spcAft>
              <a:buClr>
                <a:srgbClr val="FFFFFF"/>
              </a:buClr>
              <a:buSzPts val="1000"/>
              <a:buChar char="■"/>
              <a:defRPr sz="1000">
                <a:solidFill>
                  <a:srgbClr val="FFFFFF"/>
                </a:solidFill>
              </a:defRPr>
            </a:lvl9pPr>
          </a:lstStyle>
          <a:p/>
        </p:txBody>
      </p:sp>
      <p:sp>
        <p:nvSpPr>
          <p:cNvPr id="1124" name="Google Shape;1124;p16"/>
          <p:cNvSpPr txBox="1"/>
          <p:nvPr/>
        </p:nvSpPr>
        <p:spPr>
          <a:xfrm>
            <a:off x="84825" y="598125"/>
            <a:ext cx="595500" cy="205800"/>
          </a:xfrm>
          <a:prstGeom prst="rect">
            <a:avLst/>
          </a:prstGeom>
          <a:noFill/>
          <a:ln>
            <a:noFill/>
          </a:ln>
        </p:spPr>
        <p:txBody>
          <a:bodyPr anchorCtr="0" anchor="t" bIns="18000" lIns="18000" spcFirstLastPara="1" rIns="18000" wrap="square" tIns="18000">
            <a:spAutoFit/>
          </a:bodyPr>
          <a:lstStyle/>
          <a:p>
            <a:pPr indent="0" lvl="0" marL="0" rtl="0" algn="l">
              <a:spcBef>
                <a:spcPts val="0"/>
              </a:spcBef>
              <a:spcAft>
                <a:spcPts val="0"/>
              </a:spcAft>
              <a:buNone/>
            </a:pPr>
            <a:r>
              <a:rPr lang="es-419" sz="1100">
                <a:solidFill>
                  <a:srgbClr val="FFFFFF"/>
                </a:solidFill>
              </a:rPr>
              <a:t>Nombre:</a:t>
            </a:r>
            <a:endParaRPr sz="1100">
              <a:solidFill>
                <a:srgbClr val="FFFFFF"/>
              </a:solidFill>
            </a:endParaRPr>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4.3 Diagrama de Casos de Uso de Negocio">
  <p:cSld name="TITLE_3_6_1_1_1_1_1_1_1_1_1_1_1_1_1_1">
    <p:spTree>
      <p:nvGrpSpPr>
        <p:cNvPr id="1125" name="Shape 1125"/>
        <p:cNvGrpSpPr/>
        <p:nvPr/>
      </p:nvGrpSpPr>
      <p:grpSpPr>
        <a:xfrm>
          <a:off x="0" y="0"/>
          <a:ext cx="0" cy="0"/>
          <a:chOff x="0" y="0"/>
          <a:chExt cx="0" cy="0"/>
        </a:xfrm>
      </p:grpSpPr>
      <p:sp>
        <p:nvSpPr>
          <p:cNvPr id="1126" name="Google Shape;1126;p17"/>
          <p:cNvSpPr/>
          <p:nvPr/>
        </p:nvSpPr>
        <p:spPr>
          <a:xfrm>
            <a:off x="97888" y="377012"/>
            <a:ext cx="9893400" cy="296700"/>
          </a:xfrm>
          <a:prstGeom prst="roundRect">
            <a:avLst>
              <a:gd fmla="val 22902" name="adj"/>
            </a:avLst>
          </a:prstGeom>
          <a:solidFill>
            <a:srgbClr val="F3F3F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1127" name="Google Shape;1127;p17"/>
          <p:cNvSpPr/>
          <p:nvPr/>
        </p:nvSpPr>
        <p:spPr>
          <a:xfrm>
            <a:off x="77688" y="358938"/>
            <a:ext cx="9935700" cy="6438000"/>
          </a:xfrm>
          <a:prstGeom prst="roundRect">
            <a:avLst>
              <a:gd fmla="val 2618" name="adj"/>
            </a:avLst>
          </a:prstGeom>
          <a:solidFill>
            <a:srgbClr val="FFFFFF"/>
          </a:solidFill>
          <a:ln cap="flat" cmpd="sng" w="38100">
            <a:solidFill>
              <a:srgbClr val="000000"/>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28" name="Google Shape;1128;p17"/>
          <p:cNvCxnSpPr/>
          <p:nvPr/>
        </p:nvCxnSpPr>
        <p:spPr>
          <a:xfrm>
            <a:off x="77688" y="772614"/>
            <a:ext cx="9935700" cy="0"/>
          </a:xfrm>
          <a:prstGeom prst="straightConnector1">
            <a:avLst/>
          </a:prstGeom>
          <a:noFill/>
          <a:ln cap="flat" cmpd="sng" w="19050">
            <a:solidFill>
              <a:srgbClr val="000000"/>
            </a:solidFill>
            <a:prstDash val="solid"/>
            <a:round/>
            <a:headEnd len="med" w="med" type="none"/>
            <a:tailEnd len="med" w="med" type="none"/>
          </a:ln>
        </p:spPr>
      </p:cxnSp>
      <p:cxnSp>
        <p:nvCxnSpPr>
          <p:cNvPr id="1129" name="Google Shape;1129;p17"/>
          <p:cNvCxnSpPr/>
          <p:nvPr/>
        </p:nvCxnSpPr>
        <p:spPr>
          <a:xfrm rot="10800000">
            <a:off x="2439038" y="368188"/>
            <a:ext cx="0" cy="402300"/>
          </a:xfrm>
          <a:prstGeom prst="straightConnector1">
            <a:avLst/>
          </a:prstGeom>
          <a:noFill/>
          <a:ln cap="flat" cmpd="sng" w="19050">
            <a:solidFill>
              <a:srgbClr val="000000"/>
            </a:solidFill>
            <a:prstDash val="solid"/>
            <a:round/>
            <a:headEnd len="med" w="med" type="none"/>
            <a:tailEnd len="med" w="med" type="none"/>
          </a:ln>
        </p:spPr>
      </p:cxnSp>
      <p:sp>
        <p:nvSpPr>
          <p:cNvPr id="1130" name="Google Shape;1130;p17"/>
          <p:cNvSpPr/>
          <p:nvPr/>
        </p:nvSpPr>
        <p:spPr>
          <a:xfrm>
            <a:off x="77688" y="349338"/>
            <a:ext cx="2361300" cy="421200"/>
          </a:xfrm>
          <a:prstGeom prst="roundRect">
            <a:avLst>
              <a:gd fmla="val 50000" name="adj"/>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s-419" sz="1200">
                <a:solidFill>
                  <a:srgbClr val="FFFFFF"/>
                </a:solidFill>
              </a:rPr>
              <a:t>Casos de Uso de Negocio</a:t>
            </a:r>
            <a:endParaRPr b="1" sz="1200">
              <a:solidFill>
                <a:srgbClr val="FFFFFF"/>
              </a:solidFill>
            </a:endParaRPr>
          </a:p>
          <a:p>
            <a:pPr indent="0" lvl="0" marL="0" rtl="0" algn="ctr">
              <a:spcBef>
                <a:spcPts val="0"/>
              </a:spcBef>
              <a:spcAft>
                <a:spcPts val="0"/>
              </a:spcAft>
              <a:buNone/>
            </a:pPr>
            <a:r>
              <a:t/>
            </a:r>
            <a:endParaRPr b="1" sz="1200">
              <a:solidFill>
                <a:srgbClr val="FFFFFF"/>
              </a:solidFill>
            </a:endParaRPr>
          </a:p>
        </p:txBody>
      </p:sp>
      <p:sp>
        <p:nvSpPr>
          <p:cNvPr id="1131" name="Google Shape;1131;p17"/>
          <p:cNvSpPr/>
          <p:nvPr/>
        </p:nvSpPr>
        <p:spPr>
          <a:xfrm>
            <a:off x="83988" y="595504"/>
            <a:ext cx="190200" cy="1692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 name="Google Shape;1132;p17"/>
          <p:cNvSpPr/>
          <p:nvPr/>
        </p:nvSpPr>
        <p:spPr>
          <a:xfrm>
            <a:off x="2292338" y="358938"/>
            <a:ext cx="146700" cy="4023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 name="Google Shape;1133;p17"/>
          <p:cNvSpPr txBox="1"/>
          <p:nvPr/>
        </p:nvSpPr>
        <p:spPr>
          <a:xfrm>
            <a:off x="2524025" y="387675"/>
            <a:ext cx="15012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Unid. Organizacional:</a:t>
            </a:r>
            <a:endParaRPr b="1" sz="1100"/>
          </a:p>
        </p:txBody>
      </p:sp>
      <p:sp>
        <p:nvSpPr>
          <p:cNvPr id="1134" name="Google Shape;1134;p17"/>
          <p:cNvSpPr txBox="1"/>
          <p:nvPr/>
        </p:nvSpPr>
        <p:spPr>
          <a:xfrm>
            <a:off x="2524020" y="579550"/>
            <a:ext cx="6846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Alcance:</a:t>
            </a:r>
            <a:endParaRPr b="1" sz="1100"/>
          </a:p>
        </p:txBody>
      </p:sp>
      <p:sp>
        <p:nvSpPr>
          <p:cNvPr id="1135" name="Google Shape;1135;p17"/>
          <p:cNvSpPr txBox="1"/>
          <p:nvPr>
            <p:ph type="title"/>
          </p:nvPr>
        </p:nvSpPr>
        <p:spPr>
          <a:xfrm flipH="1">
            <a:off x="4025374" y="387675"/>
            <a:ext cx="5863200" cy="169200"/>
          </a:xfrm>
          <a:prstGeom prst="rect">
            <a:avLst/>
          </a:prstGeom>
          <a:noFill/>
          <a:ln>
            <a:noFill/>
          </a:ln>
        </p:spPr>
        <p:txBody>
          <a:bodyPr anchorCtr="0" anchor="ctr" bIns="0" lIns="0" spcFirstLastPara="1" rIns="0" wrap="square" tIns="0">
            <a:noAutofit/>
          </a:bodyPr>
          <a:lstStyle>
            <a:lvl1pPr lvl="0" rtl="0">
              <a:spcBef>
                <a:spcPts val="0"/>
              </a:spcBef>
              <a:spcAft>
                <a:spcPts val="0"/>
              </a:spcAft>
              <a:buClr>
                <a:srgbClr val="000000"/>
              </a:buClr>
              <a:buSzPts val="1000"/>
              <a:buNone/>
              <a:defRPr sz="1000">
                <a:solidFill>
                  <a:srgbClr val="000000"/>
                </a:solidFill>
              </a:defRPr>
            </a:lvl1pPr>
            <a:lvl2pPr lvl="1" rtl="0">
              <a:spcBef>
                <a:spcPts val="0"/>
              </a:spcBef>
              <a:spcAft>
                <a:spcPts val="0"/>
              </a:spcAft>
              <a:buClr>
                <a:srgbClr val="000000"/>
              </a:buClr>
              <a:buSzPts val="1000"/>
              <a:buNone/>
              <a:defRPr sz="1000">
                <a:solidFill>
                  <a:srgbClr val="000000"/>
                </a:solidFill>
              </a:defRPr>
            </a:lvl2pPr>
            <a:lvl3pPr lvl="2" rtl="0">
              <a:spcBef>
                <a:spcPts val="0"/>
              </a:spcBef>
              <a:spcAft>
                <a:spcPts val="0"/>
              </a:spcAft>
              <a:buClr>
                <a:srgbClr val="000000"/>
              </a:buClr>
              <a:buSzPts val="1000"/>
              <a:buNone/>
              <a:defRPr sz="1000">
                <a:solidFill>
                  <a:srgbClr val="000000"/>
                </a:solidFill>
              </a:defRPr>
            </a:lvl3pPr>
            <a:lvl4pPr lvl="3" rtl="0">
              <a:spcBef>
                <a:spcPts val="0"/>
              </a:spcBef>
              <a:spcAft>
                <a:spcPts val="0"/>
              </a:spcAft>
              <a:buClr>
                <a:srgbClr val="000000"/>
              </a:buClr>
              <a:buSzPts val="1000"/>
              <a:buNone/>
              <a:defRPr sz="1000">
                <a:solidFill>
                  <a:srgbClr val="000000"/>
                </a:solidFill>
              </a:defRPr>
            </a:lvl4pPr>
            <a:lvl5pPr lvl="4" rtl="0">
              <a:spcBef>
                <a:spcPts val="0"/>
              </a:spcBef>
              <a:spcAft>
                <a:spcPts val="0"/>
              </a:spcAft>
              <a:buClr>
                <a:srgbClr val="000000"/>
              </a:buClr>
              <a:buSzPts val="1000"/>
              <a:buNone/>
              <a:defRPr sz="1000">
                <a:solidFill>
                  <a:srgbClr val="000000"/>
                </a:solidFill>
              </a:defRPr>
            </a:lvl5pPr>
            <a:lvl6pPr lvl="5" rtl="0">
              <a:spcBef>
                <a:spcPts val="0"/>
              </a:spcBef>
              <a:spcAft>
                <a:spcPts val="0"/>
              </a:spcAft>
              <a:buClr>
                <a:srgbClr val="000000"/>
              </a:buClr>
              <a:buSzPts val="1000"/>
              <a:buNone/>
              <a:defRPr sz="1000">
                <a:solidFill>
                  <a:srgbClr val="000000"/>
                </a:solidFill>
              </a:defRPr>
            </a:lvl6pPr>
            <a:lvl7pPr lvl="6" rtl="0">
              <a:spcBef>
                <a:spcPts val="0"/>
              </a:spcBef>
              <a:spcAft>
                <a:spcPts val="0"/>
              </a:spcAft>
              <a:buClr>
                <a:srgbClr val="000000"/>
              </a:buClr>
              <a:buSzPts val="1000"/>
              <a:buNone/>
              <a:defRPr sz="1000">
                <a:solidFill>
                  <a:srgbClr val="000000"/>
                </a:solidFill>
              </a:defRPr>
            </a:lvl7pPr>
            <a:lvl8pPr lvl="7" rtl="0">
              <a:spcBef>
                <a:spcPts val="0"/>
              </a:spcBef>
              <a:spcAft>
                <a:spcPts val="0"/>
              </a:spcAft>
              <a:buClr>
                <a:srgbClr val="000000"/>
              </a:buClr>
              <a:buSzPts val="1000"/>
              <a:buNone/>
              <a:defRPr sz="1000">
                <a:solidFill>
                  <a:srgbClr val="000000"/>
                </a:solidFill>
              </a:defRPr>
            </a:lvl8pPr>
            <a:lvl9pPr lvl="8" rtl="0">
              <a:spcBef>
                <a:spcPts val="0"/>
              </a:spcBef>
              <a:spcAft>
                <a:spcPts val="0"/>
              </a:spcAft>
              <a:buClr>
                <a:srgbClr val="000000"/>
              </a:buClr>
              <a:buSzPts val="1000"/>
              <a:buNone/>
              <a:defRPr sz="1000">
                <a:solidFill>
                  <a:srgbClr val="000000"/>
                </a:solidFill>
              </a:defRPr>
            </a:lvl9pPr>
          </a:lstStyle>
          <a:p/>
        </p:txBody>
      </p:sp>
      <p:sp>
        <p:nvSpPr>
          <p:cNvPr id="1136" name="Google Shape;1136;p17"/>
          <p:cNvSpPr txBox="1"/>
          <p:nvPr>
            <p:ph idx="2" type="title"/>
          </p:nvPr>
        </p:nvSpPr>
        <p:spPr>
          <a:xfrm flipH="1">
            <a:off x="3208773" y="579550"/>
            <a:ext cx="6679800" cy="169200"/>
          </a:xfrm>
          <a:prstGeom prst="rect">
            <a:avLst/>
          </a:prstGeom>
          <a:noFill/>
          <a:ln>
            <a:noFill/>
          </a:ln>
        </p:spPr>
        <p:txBody>
          <a:bodyPr anchorCtr="0" anchor="ctr" bIns="0" lIns="0" spcFirstLastPara="1" rIns="0" wrap="square" tIns="0">
            <a:noAutofit/>
          </a:bodyPr>
          <a:lstStyle>
            <a:lvl1pPr lvl="0" rtl="0">
              <a:spcBef>
                <a:spcPts val="0"/>
              </a:spcBef>
              <a:spcAft>
                <a:spcPts val="0"/>
              </a:spcAft>
              <a:buClr>
                <a:srgbClr val="000000"/>
              </a:buClr>
              <a:buSzPts val="1000"/>
              <a:buNone/>
              <a:defRPr sz="1000">
                <a:solidFill>
                  <a:srgbClr val="000000"/>
                </a:solidFill>
              </a:defRPr>
            </a:lvl1pPr>
            <a:lvl2pPr lvl="1" rtl="0">
              <a:spcBef>
                <a:spcPts val="0"/>
              </a:spcBef>
              <a:spcAft>
                <a:spcPts val="0"/>
              </a:spcAft>
              <a:buClr>
                <a:srgbClr val="000000"/>
              </a:buClr>
              <a:buSzPts val="1000"/>
              <a:buNone/>
              <a:defRPr sz="1000">
                <a:solidFill>
                  <a:srgbClr val="000000"/>
                </a:solidFill>
              </a:defRPr>
            </a:lvl2pPr>
            <a:lvl3pPr lvl="2" rtl="0">
              <a:spcBef>
                <a:spcPts val="0"/>
              </a:spcBef>
              <a:spcAft>
                <a:spcPts val="0"/>
              </a:spcAft>
              <a:buClr>
                <a:srgbClr val="000000"/>
              </a:buClr>
              <a:buSzPts val="1000"/>
              <a:buNone/>
              <a:defRPr sz="1000">
                <a:solidFill>
                  <a:srgbClr val="000000"/>
                </a:solidFill>
              </a:defRPr>
            </a:lvl3pPr>
            <a:lvl4pPr lvl="3" rtl="0">
              <a:spcBef>
                <a:spcPts val="0"/>
              </a:spcBef>
              <a:spcAft>
                <a:spcPts val="0"/>
              </a:spcAft>
              <a:buClr>
                <a:srgbClr val="000000"/>
              </a:buClr>
              <a:buSzPts val="1000"/>
              <a:buNone/>
              <a:defRPr sz="1000">
                <a:solidFill>
                  <a:srgbClr val="000000"/>
                </a:solidFill>
              </a:defRPr>
            </a:lvl4pPr>
            <a:lvl5pPr lvl="4" rtl="0">
              <a:spcBef>
                <a:spcPts val="0"/>
              </a:spcBef>
              <a:spcAft>
                <a:spcPts val="0"/>
              </a:spcAft>
              <a:buClr>
                <a:srgbClr val="000000"/>
              </a:buClr>
              <a:buSzPts val="1000"/>
              <a:buNone/>
              <a:defRPr sz="1000">
                <a:solidFill>
                  <a:srgbClr val="000000"/>
                </a:solidFill>
              </a:defRPr>
            </a:lvl5pPr>
            <a:lvl6pPr lvl="5" rtl="0">
              <a:spcBef>
                <a:spcPts val="0"/>
              </a:spcBef>
              <a:spcAft>
                <a:spcPts val="0"/>
              </a:spcAft>
              <a:buClr>
                <a:srgbClr val="000000"/>
              </a:buClr>
              <a:buSzPts val="1000"/>
              <a:buNone/>
              <a:defRPr sz="1000">
                <a:solidFill>
                  <a:srgbClr val="000000"/>
                </a:solidFill>
              </a:defRPr>
            </a:lvl6pPr>
            <a:lvl7pPr lvl="6" rtl="0">
              <a:spcBef>
                <a:spcPts val="0"/>
              </a:spcBef>
              <a:spcAft>
                <a:spcPts val="0"/>
              </a:spcAft>
              <a:buClr>
                <a:srgbClr val="000000"/>
              </a:buClr>
              <a:buSzPts val="1000"/>
              <a:buNone/>
              <a:defRPr sz="1000">
                <a:solidFill>
                  <a:srgbClr val="000000"/>
                </a:solidFill>
              </a:defRPr>
            </a:lvl7pPr>
            <a:lvl8pPr lvl="7" rtl="0">
              <a:spcBef>
                <a:spcPts val="0"/>
              </a:spcBef>
              <a:spcAft>
                <a:spcPts val="0"/>
              </a:spcAft>
              <a:buClr>
                <a:srgbClr val="000000"/>
              </a:buClr>
              <a:buSzPts val="1000"/>
              <a:buNone/>
              <a:defRPr sz="1000">
                <a:solidFill>
                  <a:srgbClr val="000000"/>
                </a:solidFill>
              </a:defRPr>
            </a:lvl8pPr>
            <a:lvl9pPr lvl="8" rtl="0">
              <a:spcBef>
                <a:spcPts val="0"/>
              </a:spcBef>
              <a:spcAft>
                <a:spcPts val="0"/>
              </a:spcAft>
              <a:buClr>
                <a:srgbClr val="000000"/>
              </a:buClr>
              <a:buSzPts val="1000"/>
              <a:buNone/>
              <a:defRPr sz="1000">
                <a:solidFill>
                  <a:srgbClr val="000000"/>
                </a:solidFill>
              </a:defRPr>
            </a:lvl9pPr>
          </a:lstStyle>
          <a:p/>
        </p:txBody>
      </p:sp>
      <p:sp>
        <p:nvSpPr>
          <p:cNvPr id="1137" name="Google Shape;1137;p17"/>
          <p:cNvSpPr txBox="1"/>
          <p:nvPr>
            <p:ph idx="1" type="body"/>
          </p:nvPr>
        </p:nvSpPr>
        <p:spPr>
          <a:xfrm>
            <a:off x="641150" y="612125"/>
            <a:ext cx="1770300" cy="160500"/>
          </a:xfrm>
          <a:prstGeom prst="rect">
            <a:avLst/>
          </a:prstGeom>
          <a:noFill/>
          <a:ln>
            <a:noFill/>
          </a:ln>
        </p:spPr>
        <p:txBody>
          <a:bodyPr anchorCtr="0" anchor="t" bIns="0" lIns="0" spcFirstLastPara="1" rIns="0" wrap="square" tIns="0">
            <a:noAutofit/>
          </a:bodyPr>
          <a:lstStyle>
            <a:lvl1pPr indent="-292100" lvl="0" marL="457200" rtl="0" algn="ctr">
              <a:spcBef>
                <a:spcPts val="0"/>
              </a:spcBef>
              <a:spcAft>
                <a:spcPts val="0"/>
              </a:spcAft>
              <a:buClr>
                <a:srgbClr val="FFFFFF"/>
              </a:buClr>
              <a:buSzPts val="1000"/>
              <a:buChar char="●"/>
              <a:defRPr sz="1000">
                <a:solidFill>
                  <a:srgbClr val="FFFFFF"/>
                </a:solidFill>
              </a:defRPr>
            </a:lvl1pPr>
            <a:lvl2pPr indent="-292100" lvl="1" marL="914400" rtl="0" algn="ctr">
              <a:spcBef>
                <a:spcPts val="0"/>
              </a:spcBef>
              <a:spcAft>
                <a:spcPts val="0"/>
              </a:spcAft>
              <a:buClr>
                <a:srgbClr val="FFFFFF"/>
              </a:buClr>
              <a:buSzPts val="1000"/>
              <a:buChar char="○"/>
              <a:defRPr sz="1000">
                <a:solidFill>
                  <a:srgbClr val="FFFFFF"/>
                </a:solidFill>
              </a:defRPr>
            </a:lvl2pPr>
            <a:lvl3pPr indent="-292100" lvl="2" marL="1371600" rtl="0" algn="ctr">
              <a:spcBef>
                <a:spcPts val="0"/>
              </a:spcBef>
              <a:spcAft>
                <a:spcPts val="0"/>
              </a:spcAft>
              <a:buClr>
                <a:srgbClr val="FFFFFF"/>
              </a:buClr>
              <a:buSzPts val="1000"/>
              <a:buChar char="■"/>
              <a:defRPr sz="1000">
                <a:solidFill>
                  <a:srgbClr val="FFFFFF"/>
                </a:solidFill>
              </a:defRPr>
            </a:lvl3pPr>
            <a:lvl4pPr indent="-292100" lvl="3" marL="1828800" rtl="0" algn="ctr">
              <a:spcBef>
                <a:spcPts val="0"/>
              </a:spcBef>
              <a:spcAft>
                <a:spcPts val="0"/>
              </a:spcAft>
              <a:buClr>
                <a:srgbClr val="FFFFFF"/>
              </a:buClr>
              <a:buSzPts val="1000"/>
              <a:buChar char="●"/>
              <a:defRPr sz="1000">
                <a:solidFill>
                  <a:srgbClr val="FFFFFF"/>
                </a:solidFill>
              </a:defRPr>
            </a:lvl4pPr>
            <a:lvl5pPr indent="-292100" lvl="4" marL="2286000" rtl="0" algn="ctr">
              <a:spcBef>
                <a:spcPts val="0"/>
              </a:spcBef>
              <a:spcAft>
                <a:spcPts val="0"/>
              </a:spcAft>
              <a:buClr>
                <a:srgbClr val="FFFFFF"/>
              </a:buClr>
              <a:buSzPts val="1000"/>
              <a:buChar char="○"/>
              <a:defRPr sz="1000">
                <a:solidFill>
                  <a:srgbClr val="FFFFFF"/>
                </a:solidFill>
              </a:defRPr>
            </a:lvl5pPr>
            <a:lvl6pPr indent="-292100" lvl="5" marL="2743200" rtl="0" algn="ctr">
              <a:spcBef>
                <a:spcPts val="0"/>
              </a:spcBef>
              <a:spcAft>
                <a:spcPts val="0"/>
              </a:spcAft>
              <a:buClr>
                <a:srgbClr val="FFFFFF"/>
              </a:buClr>
              <a:buSzPts val="1000"/>
              <a:buChar char="■"/>
              <a:defRPr sz="1000">
                <a:solidFill>
                  <a:srgbClr val="FFFFFF"/>
                </a:solidFill>
              </a:defRPr>
            </a:lvl6pPr>
            <a:lvl7pPr indent="-292100" lvl="6" marL="3200400" rtl="0" algn="ctr">
              <a:spcBef>
                <a:spcPts val="0"/>
              </a:spcBef>
              <a:spcAft>
                <a:spcPts val="0"/>
              </a:spcAft>
              <a:buClr>
                <a:srgbClr val="FFFFFF"/>
              </a:buClr>
              <a:buSzPts val="1000"/>
              <a:buChar char="●"/>
              <a:defRPr sz="1000">
                <a:solidFill>
                  <a:srgbClr val="FFFFFF"/>
                </a:solidFill>
              </a:defRPr>
            </a:lvl7pPr>
            <a:lvl8pPr indent="-292100" lvl="7" marL="3657600" rtl="0" algn="ctr">
              <a:spcBef>
                <a:spcPts val="0"/>
              </a:spcBef>
              <a:spcAft>
                <a:spcPts val="0"/>
              </a:spcAft>
              <a:buClr>
                <a:srgbClr val="FFFFFF"/>
              </a:buClr>
              <a:buSzPts val="1000"/>
              <a:buChar char="○"/>
              <a:defRPr sz="1000">
                <a:solidFill>
                  <a:srgbClr val="FFFFFF"/>
                </a:solidFill>
              </a:defRPr>
            </a:lvl8pPr>
            <a:lvl9pPr indent="-292100" lvl="8" marL="4114800" rtl="0" algn="ctr">
              <a:spcBef>
                <a:spcPts val="0"/>
              </a:spcBef>
              <a:spcAft>
                <a:spcPts val="0"/>
              </a:spcAft>
              <a:buClr>
                <a:srgbClr val="FFFFFF"/>
              </a:buClr>
              <a:buSzPts val="1000"/>
              <a:buChar char="■"/>
              <a:defRPr sz="1000">
                <a:solidFill>
                  <a:srgbClr val="FFFFFF"/>
                </a:solidFill>
              </a:defRPr>
            </a:lvl9pPr>
          </a:lstStyle>
          <a:p/>
        </p:txBody>
      </p:sp>
      <p:sp>
        <p:nvSpPr>
          <p:cNvPr id="1138" name="Google Shape;1138;p17"/>
          <p:cNvSpPr txBox="1"/>
          <p:nvPr/>
        </p:nvSpPr>
        <p:spPr>
          <a:xfrm>
            <a:off x="84825" y="598125"/>
            <a:ext cx="595500" cy="205800"/>
          </a:xfrm>
          <a:prstGeom prst="rect">
            <a:avLst/>
          </a:prstGeom>
          <a:noFill/>
          <a:ln>
            <a:noFill/>
          </a:ln>
        </p:spPr>
        <p:txBody>
          <a:bodyPr anchorCtr="0" anchor="t" bIns="18000" lIns="18000" spcFirstLastPara="1" rIns="18000" wrap="square" tIns="18000">
            <a:spAutoFit/>
          </a:bodyPr>
          <a:lstStyle/>
          <a:p>
            <a:pPr indent="0" lvl="0" marL="0" rtl="0" algn="l">
              <a:spcBef>
                <a:spcPts val="0"/>
              </a:spcBef>
              <a:spcAft>
                <a:spcPts val="0"/>
              </a:spcAft>
              <a:buNone/>
            </a:pPr>
            <a:r>
              <a:rPr lang="es-419" sz="1100">
                <a:solidFill>
                  <a:srgbClr val="FFFFFF"/>
                </a:solidFill>
              </a:rPr>
              <a:t>Nombre:</a:t>
            </a:r>
            <a:endParaRPr sz="1100">
              <a:solidFill>
                <a:srgbClr val="FFFFFF"/>
              </a:solidFill>
            </a:endParaRPr>
          </a:p>
        </p:txBody>
      </p:sp>
      <p:sp>
        <p:nvSpPr>
          <p:cNvPr id="1139" name="Google Shape;1139;p17"/>
          <p:cNvSpPr/>
          <p:nvPr/>
        </p:nvSpPr>
        <p:spPr>
          <a:xfrm>
            <a:off x="-1396550" y="760700"/>
            <a:ext cx="748200" cy="6079200"/>
          </a:xfrm>
          <a:prstGeom prst="roundRect">
            <a:avLst>
              <a:gd fmla="val 11877" name="adj"/>
            </a:avLst>
          </a:prstGeom>
          <a:solidFill>
            <a:srgbClr val="F3F3F3"/>
          </a:solidFill>
          <a:ln cap="flat" cmpd="sng" w="9525">
            <a:solidFill>
              <a:srgbClr val="F3F3F3"/>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t" bIns="54000" lIns="72000" spcFirstLastPara="1" rIns="72000" wrap="square" tIns="54000">
            <a:noAutofit/>
          </a:bodyPr>
          <a:lstStyle/>
          <a:p>
            <a:pPr indent="0" lvl="0" marL="0" rtl="0" algn="ctr">
              <a:spcBef>
                <a:spcPts val="0"/>
              </a:spcBef>
              <a:spcAft>
                <a:spcPts val="0"/>
              </a:spcAft>
              <a:buNone/>
            </a:pPr>
            <a:r>
              <a:rPr i="1" lang="es-419"/>
              <a:t>Paleta</a:t>
            </a:r>
            <a:endParaRPr i="1"/>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4.2 Definición de Proceso de Negocio">
  <p:cSld name="TITLE_3_6_1_1_1_1_1_1_1_1_1_1_1_1_1_1_1">
    <p:spTree>
      <p:nvGrpSpPr>
        <p:cNvPr id="1140" name="Shape 1140"/>
        <p:cNvGrpSpPr/>
        <p:nvPr/>
      </p:nvGrpSpPr>
      <p:grpSpPr>
        <a:xfrm>
          <a:off x="0" y="0"/>
          <a:ext cx="0" cy="0"/>
          <a:chOff x="0" y="0"/>
          <a:chExt cx="0" cy="0"/>
        </a:xfrm>
      </p:grpSpPr>
      <p:sp>
        <p:nvSpPr>
          <p:cNvPr id="1141" name="Google Shape;1141;p18"/>
          <p:cNvSpPr/>
          <p:nvPr/>
        </p:nvSpPr>
        <p:spPr>
          <a:xfrm>
            <a:off x="77688" y="358938"/>
            <a:ext cx="9935700" cy="6438000"/>
          </a:xfrm>
          <a:prstGeom prst="roundRect">
            <a:avLst>
              <a:gd fmla="val 2618" name="adj"/>
            </a:avLst>
          </a:prstGeom>
          <a:solidFill>
            <a:srgbClr val="FFFFFF"/>
          </a:solidFill>
          <a:ln cap="flat" cmpd="sng" w="38100">
            <a:solidFill>
              <a:srgbClr val="000000"/>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42" name="Google Shape;1142;p18"/>
          <p:cNvCxnSpPr/>
          <p:nvPr/>
        </p:nvCxnSpPr>
        <p:spPr>
          <a:xfrm>
            <a:off x="77688" y="772614"/>
            <a:ext cx="9935700" cy="0"/>
          </a:xfrm>
          <a:prstGeom prst="straightConnector1">
            <a:avLst/>
          </a:prstGeom>
          <a:noFill/>
          <a:ln cap="flat" cmpd="sng" w="19050">
            <a:solidFill>
              <a:srgbClr val="000000"/>
            </a:solidFill>
            <a:prstDash val="solid"/>
            <a:round/>
            <a:headEnd len="med" w="med" type="none"/>
            <a:tailEnd len="med" w="med" type="none"/>
          </a:ln>
        </p:spPr>
      </p:cxnSp>
      <p:cxnSp>
        <p:nvCxnSpPr>
          <p:cNvPr id="1143" name="Google Shape;1143;p18"/>
          <p:cNvCxnSpPr/>
          <p:nvPr/>
        </p:nvCxnSpPr>
        <p:spPr>
          <a:xfrm rot="10800000">
            <a:off x="2439038" y="368188"/>
            <a:ext cx="0" cy="402300"/>
          </a:xfrm>
          <a:prstGeom prst="straightConnector1">
            <a:avLst/>
          </a:prstGeom>
          <a:noFill/>
          <a:ln cap="flat" cmpd="sng" w="19050">
            <a:solidFill>
              <a:srgbClr val="000000"/>
            </a:solidFill>
            <a:prstDash val="solid"/>
            <a:round/>
            <a:headEnd len="med" w="med" type="none"/>
            <a:tailEnd len="med" w="med" type="none"/>
          </a:ln>
        </p:spPr>
      </p:cxnSp>
      <p:sp>
        <p:nvSpPr>
          <p:cNvPr id="1144" name="Google Shape;1144;p18"/>
          <p:cNvSpPr txBox="1"/>
          <p:nvPr>
            <p:ph type="title"/>
          </p:nvPr>
        </p:nvSpPr>
        <p:spPr>
          <a:xfrm flipH="1">
            <a:off x="3219174" y="437575"/>
            <a:ext cx="1731300" cy="265800"/>
          </a:xfrm>
          <a:prstGeom prst="rect">
            <a:avLst/>
          </a:prstGeom>
          <a:noFill/>
          <a:ln>
            <a:noFill/>
          </a:ln>
        </p:spPr>
        <p:txBody>
          <a:bodyPr anchorCtr="0" anchor="ctr" bIns="0" lIns="0" spcFirstLastPara="1" rIns="0" wrap="square" tIns="0">
            <a:noAutofit/>
          </a:bodyPr>
          <a:lstStyle>
            <a:lvl1pPr lvl="0" rtl="0">
              <a:spcBef>
                <a:spcPts val="0"/>
              </a:spcBef>
              <a:spcAft>
                <a:spcPts val="0"/>
              </a:spcAft>
              <a:buClr>
                <a:srgbClr val="000000"/>
              </a:buClr>
              <a:buSzPts val="1200"/>
              <a:buNone/>
              <a:defRPr sz="1200">
                <a:solidFill>
                  <a:srgbClr val="000000"/>
                </a:solidFill>
              </a:defRPr>
            </a:lvl1pPr>
            <a:lvl2pPr lvl="1" rtl="0">
              <a:spcBef>
                <a:spcPts val="0"/>
              </a:spcBef>
              <a:spcAft>
                <a:spcPts val="0"/>
              </a:spcAft>
              <a:buClr>
                <a:srgbClr val="000000"/>
              </a:buClr>
              <a:buSzPts val="1100"/>
              <a:buNone/>
              <a:defRPr sz="1100">
                <a:solidFill>
                  <a:srgbClr val="000000"/>
                </a:solidFill>
              </a:defRPr>
            </a:lvl2pPr>
            <a:lvl3pPr lvl="2" rtl="0">
              <a:spcBef>
                <a:spcPts val="0"/>
              </a:spcBef>
              <a:spcAft>
                <a:spcPts val="0"/>
              </a:spcAft>
              <a:buClr>
                <a:srgbClr val="000000"/>
              </a:buClr>
              <a:buSzPts val="1100"/>
              <a:buNone/>
              <a:defRPr sz="1100">
                <a:solidFill>
                  <a:srgbClr val="000000"/>
                </a:solidFill>
              </a:defRPr>
            </a:lvl3pPr>
            <a:lvl4pPr lvl="3" rtl="0">
              <a:spcBef>
                <a:spcPts val="0"/>
              </a:spcBef>
              <a:spcAft>
                <a:spcPts val="0"/>
              </a:spcAft>
              <a:buClr>
                <a:srgbClr val="000000"/>
              </a:buClr>
              <a:buSzPts val="1100"/>
              <a:buNone/>
              <a:defRPr sz="1100">
                <a:solidFill>
                  <a:srgbClr val="000000"/>
                </a:solidFill>
              </a:defRPr>
            </a:lvl4pPr>
            <a:lvl5pPr lvl="4" rtl="0">
              <a:spcBef>
                <a:spcPts val="0"/>
              </a:spcBef>
              <a:spcAft>
                <a:spcPts val="0"/>
              </a:spcAft>
              <a:buClr>
                <a:srgbClr val="000000"/>
              </a:buClr>
              <a:buSzPts val="1100"/>
              <a:buNone/>
              <a:defRPr sz="1100">
                <a:solidFill>
                  <a:srgbClr val="000000"/>
                </a:solidFill>
              </a:defRPr>
            </a:lvl5pPr>
            <a:lvl6pPr lvl="5" rtl="0">
              <a:spcBef>
                <a:spcPts val="0"/>
              </a:spcBef>
              <a:spcAft>
                <a:spcPts val="0"/>
              </a:spcAft>
              <a:buClr>
                <a:srgbClr val="000000"/>
              </a:buClr>
              <a:buSzPts val="1100"/>
              <a:buNone/>
              <a:defRPr sz="1100">
                <a:solidFill>
                  <a:srgbClr val="000000"/>
                </a:solidFill>
              </a:defRPr>
            </a:lvl6pPr>
            <a:lvl7pPr lvl="6" rtl="0">
              <a:spcBef>
                <a:spcPts val="0"/>
              </a:spcBef>
              <a:spcAft>
                <a:spcPts val="0"/>
              </a:spcAft>
              <a:buClr>
                <a:srgbClr val="000000"/>
              </a:buClr>
              <a:buSzPts val="1100"/>
              <a:buNone/>
              <a:defRPr sz="1100">
                <a:solidFill>
                  <a:srgbClr val="000000"/>
                </a:solidFill>
              </a:defRPr>
            </a:lvl7pPr>
            <a:lvl8pPr lvl="7" rtl="0">
              <a:spcBef>
                <a:spcPts val="0"/>
              </a:spcBef>
              <a:spcAft>
                <a:spcPts val="0"/>
              </a:spcAft>
              <a:buClr>
                <a:srgbClr val="000000"/>
              </a:buClr>
              <a:buSzPts val="1100"/>
              <a:buNone/>
              <a:defRPr sz="1100">
                <a:solidFill>
                  <a:srgbClr val="000000"/>
                </a:solidFill>
              </a:defRPr>
            </a:lvl8pPr>
            <a:lvl9pPr lvl="8" rtl="0">
              <a:spcBef>
                <a:spcPts val="0"/>
              </a:spcBef>
              <a:spcAft>
                <a:spcPts val="0"/>
              </a:spcAft>
              <a:buClr>
                <a:srgbClr val="000000"/>
              </a:buClr>
              <a:buSzPts val="1100"/>
              <a:buNone/>
              <a:defRPr sz="1100">
                <a:solidFill>
                  <a:srgbClr val="000000"/>
                </a:solidFill>
              </a:defRPr>
            </a:lvl9pPr>
          </a:lstStyle>
          <a:p/>
        </p:txBody>
      </p:sp>
      <p:sp>
        <p:nvSpPr>
          <p:cNvPr id="1145" name="Google Shape;1145;p18"/>
          <p:cNvSpPr txBox="1"/>
          <p:nvPr/>
        </p:nvSpPr>
        <p:spPr>
          <a:xfrm>
            <a:off x="2513487" y="437267"/>
            <a:ext cx="679500" cy="2664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b="1" lang="es-419" sz="1100"/>
              <a:t>Empresa</a:t>
            </a:r>
            <a:r>
              <a:rPr b="1" lang="es-419" sz="1100"/>
              <a:t>:</a:t>
            </a:r>
            <a:endParaRPr b="1" sz="1100"/>
          </a:p>
        </p:txBody>
      </p:sp>
      <p:cxnSp>
        <p:nvCxnSpPr>
          <p:cNvPr id="1146" name="Google Shape;1146;p18"/>
          <p:cNvCxnSpPr/>
          <p:nvPr/>
        </p:nvCxnSpPr>
        <p:spPr>
          <a:xfrm rot="10800000">
            <a:off x="5070754" y="368188"/>
            <a:ext cx="0" cy="402300"/>
          </a:xfrm>
          <a:prstGeom prst="straightConnector1">
            <a:avLst/>
          </a:prstGeom>
          <a:noFill/>
          <a:ln cap="flat" cmpd="sng" w="19050">
            <a:solidFill>
              <a:srgbClr val="000000"/>
            </a:solidFill>
            <a:prstDash val="solid"/>
            <a:round/>
            <a:headEnd len="med" w="med" type="none"/>
            <a:tailEnd len="med" w="med" type="none"/>
          </a:ln>
        </p:spPr>
      </p:cxnSp>
      <p:sp>
        <p:nvSpPr>
          <p:cNvPr id="1147" name="Google Shape;1147;p18"/>
          <p:cNvSpPr txBox="1"/>
          <p:nvPr/>
        </p:nvSpPr>
        <p:spPr>
          <a:xfrm>
            <a:off x="5191013" y="387663"/>
            <a:ext cx="13026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Finalidad empresa:</a:t>
            </a:r>
            <a:endParaRPr b="1" sz="1100"/>
          </a:p>
        </p:txBody>
      </p:sp>
      <p:sp>
        <p:nvSpPr>
          <p:cNvPr id="1148" name="Google Shape;1148;p18"/>
          <p:cNvSpPr txBox="1"/>
          <p:nvPr/>
        </p:nvSpPr>
        <p:spPr>
          <a:xfrm>
            <a:off x="5191013" y="579538"/>
            <a:ext cx="11637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Finalidad cliente:</a:t>
            </a:r>
            <a:endParaRPr b="1" sz="1100"/>
          </a:p>
        </p:txBody>
      </p:sp>
      <p:sp>
        <p:nvSpPr>
          <p:cNvPr id="1149" name="Google Shape;1149;p18"/>
          <p:cNvSpPr/>
          <p:nvPr/>
        </p:nvSpPr>
        <p:spPr>
          <a:xfrm>
            <a:off x="77688" y="349338"/>
            <a:ext cx="2361300" cy="421200"/>
          </a:xfrm>
          <a:prstGeom prst="roundRect">
            <a:avLst>
              <a:gd fmla="val 50000" name="adj"/>
            </a:avLst>
          </a:prstGeom>
          <a:solidFill>
            <a:srgbClr val="000000"/>
          </a:solidFill>
          <a:ln cap="flat" cmpd="sng" w="9525">
            <a:solidFill>
              <a:srgbClr val="000000"/>
            </a:solidFill>
            <a:prstDash val="solid"/>
            <a:round/>
            <a:headEnd len="sm" w="sm" type="none"/>
            <a:tailEnd len="sm" w="sm" type="none"/>
          </a:ln>
        </p:spPr>
        <p:txBody>
          <a:bodyPr anchorCtr="0" anchor="ctr" bIns="91425" lIns="0" spcFirstLastPara="1" rIns="0" wrap="square" tIns="91425">
            <a:noAutofit/>
          </a:bodyPr>
          <a:lstStyle/>
          <a:p>
            <a:pPr indent="0" lvl="0" marL="0" rtl="0" algn="ctr">
              <a:spcBef>
                <a:spcPts val="0"/>
              </a:spcBef>
              <a:spcAft>
                <a:spcPts val="0"/>
              </a:spcAft>
              <a:buNone/>
            </a:pPr>
            <a:r>
              <a:rPr b="1" lang="es-419" sz="1100">
                <a:solidFill>
                  <a:srgbClr val="FFFFFF"/>
                </a:solidFill>
              </a:rPr>
              <a:t>Definición Proceso de Negocio</a:t>
            </a:r>
            <a:endParaRPr b="1" sz="1100">
              <a:solidFill>
                <a:srgbClr val="FFFFFF"/>
              </a:solidFill>
            </a:endParaRPr>
          </a:p>
          <a:p>
            <a:pPr indent="0" lvl="0" marL="0" rtl="0" algn="ctr">
              <a:spcBef>
                <a:spcPts val="0"/>
              </a:spcBef>
              <a:spcAft>
                <a:spcPts val="0"/>
              </a:spcAft>
              <a:buNone/>
            </a:pPr>
            <a:r>
              <a:t/>
            </a:r>
            <a:endParaRPr b="1" sz="1200">
              <a:solidFill>
                <a:srgbClr val="FFFFFF"/>
              </a:solidFill>
            </a:endParaRPr>
          </a:p>
        </p:txBody>
      </p:sp>
      <p:sp>
        <p:nvSpPr>
          <p:cNvPr id="1150" name="Google Shape;1150;p18"/>
          <p:cNvSpPr/>
          <p:nvPr/>
        </p:nvSpPr>
        <p:spPr>
          <a:xfrm>
            <a:off x="83988" y="595504"/>
            <a:ext cx="190200" cy="1692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 name="Google Shape;1151;p18"/>
          <p:cNvSpPr/>
          <p:nvPr/>
        </p:nvSpPr>
        <p:spPr>
          <a:xfrm>
            <a:off x="2350598" y="358950"/>
            <a:ext cx="88500" cy="4023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 name="Google Shape;1152;p18"/>
          <p:cNvSpPr txBox="1"/>
          <p:nvPr>
            <p:ph idx="2" type="title"/>
          </p:nvPr>
        </p:nvSpPr>
        <p:spPr>
          <a:xfrm flipH="1">
            <a:off x="6546263" y="387663"/>
            <a:ext cx="3350100" cy="169200"/>
          </a:xfrm>
          <a:prstGeom prst="rect">
            <a:avLst/>
          </a:prstGeom>
          <a:noFill/>
          <a:ln>
            <a:noFill/>
          </a:ln>
        </p:spPr>
        <p:txBody>
          <a:bodyPr anchorCtr="0" anchor="ctr" bIns="0" lIns="0" spcFirstLastPara="1" rIns="0" wrap="square" tIns="0">
            <a:noAutofit/>
          </a:bodyPr>
          <a:lstStyle>
            <a:lvl1pPr lvl="0" rtl="0">
              <a:spcBef>
                <a:spcPts val="0"/>
              </a:spcBef>
              <a:spcAft>
                <a:spcPts val="0"/>
              </a:spcAft>
              <a:buClr>
                <a:srgbClr val="000000"/>
              </a:buClr>
              <a:buSzPts val="1000"/>
              <a:buNone/>
              <a:defRPr sz="1000">
                <a:solidFill>
                  <a:srgbClr val="000000"/>
                </a:solidFill>
              </a:defRPr>
            </a:lvl1pPr>
            <a:lvl2pPr lvl="1" rtl="0">
              <a:spcBef>
                <a:spcPts val="0"/>
              </a:spcBef>
              <a:spcAft>
                <a:spcPts val="0"/>
              </a:spcAft>
              <a:buClr>
                <a:srgbClr val="000000"/>
              </a:buClr>
              <a:buSzPts val="1000"/>
              <a:buNone/>
              <a:defRPr sz="1000">
                <a:solidFill>
                  <a:srgbClr val="000000"/>
                </a:solidFill>
              </a:defRPr>
            </a:lvl2pPr>
            <a:lvl3pPr lvl="2" rtl="0">
              <a:spcBef>
                <a:spcPts val="0"/>
              </a:spcBef>
              <a:spcAft>
                <a:spcPts val="0"/>
              </a:spcAft>
              <a:buClr>
                <a:srgbClr val="000000"/>
              </a:buClr>
              <a:buSzPts val="1000"/>
              <a:buNone/>
              <a:defRPr sz="1000">
                <a:solidFill>
                  <a:srgbClr val="000000"/>
                </a:solidFill>
              </a:defRPr>
            </a:lvl3pPr>
            <a:lvl4pPr lvl="3" rtl="0">
              <a:spcBef>
                <a:spcPts val="0"/>
              </a:spcBef>
              <a:spcAft>
                <a:spcPts val="0"/>
              </a:spcAft>
              <a:buClr>
                <a:srgbClr val="000000"/>
              </a:buClr>
              <a:buSzPts val="1000"/>
              <a:buNone/>
              <a:defRPr sz="1000">
                <a:solidFill>
                  <a:srgbClr val="000000"/>
                </a:solidFill>
              </a:defRPr>
            </a:lvl4pPr>
            <a:lvl5pPr lvl="4" rtl="0">
              <a:spcBef>
                <a:spcPts val="0"/>
              </a:spcBef>
              <a:spcAft>
                <a:spcPts val="0"/>
              </a:spcAft>
              <a:buClr>
                <a:srgbClr val="000000"/>
              </a:buClr>
              <a:buSzPts val="1000"/>
              <a:buNone/>
              <a:defRPr sz="1000">
                <a:solidFill>
                  <a:srgbClr val="000000"/>
                </a:solidFill>
              </a:defRPr>
            </a:lvl5pPr>
            <a:lvl6pPr lvl="5" rtl="0">
              <a:spcBef>
                <a:spcPts val="0"/>
              </a:spcBef>
              <a:spcAft>
                <a:spcPts val="0"/>
              </a:spcAft>
              <a:buClr>
                <a:srgbClr val="000000"/>
              </a:buClr>
              <a:buSzPts val="1000"/>
              <a:buNone/>
              <a:defRPr sz="1000">
                <a:solidFill>
                  <a:srgbClr val="000000"/>
                </a:solidFill>
              </a:defRPr>
            </a:lvl6pPr>
            <a:lvl7pPr lvl="6" rtl="0">
              <a:spcBef>
                <a:spcPts val="0"/>
              </a:spcBef>
              <a:spcAft>
                <a:spcPts val="0"/>
              </a:spcAft>
              <a:buClr>
                <a:srgbClr val="000000"/>
              </a:buClr>
              <a:buSzPts val="1000"/>
              <a:buNone/>
              <a:defRPr sz="1000">
                <a:solidFill>
                  <a:srgbClr val="000000"/>
                </a:solidFill>
              </a:defRPr>
            </a:lvl7pPr>
            <a:lvl8pPr lvl="7" rtl="0">
              <a:spcBef>
                <a:spcPts val="0"/>
              </a:spcBef>
              <a:spcAft>
                <a:spcPts val="0"/>
              </a:spcAft>
              <a:buClr>
                <a:srgbClr val="000000"/>
              </a:buClr>
              <a:buSzPts val="1000"/>
              <a:buNone/>
              <a:defRPr sz="1000">
                <a:solidFill>
                  <a:srgbClr val="000000"/>
                </a:solidFill>
              </a:defRPr>
            </a:lvl8pPr>
            <a:lvl9pPr lvl="8" rtl="0">
              <a:spcBef>
                <a:spcPts val="0"/>
              </a:spcBef>
              <a:spcAft>
                <a:spcPts val="0"/>
              </a:spcAft>
              <a:buClr>
                <a:srgbClr val="000000"/>
              </a:buClr>
              <a:buSzPts val="1000"/>
              <a:buNone/>
              <a:defRPr sz="1000">
                <a:solidFill>
                  <a:srgbClr val="000000"/>
                </a:solidFill>
              </a:defRPr>
            </a:lvl9pPr>
          </a:lstStyle>
          <a:p/>
        </p:txBody>
      </p:sp>
      <p:sp>
        <p:nvSpPr>
          <p:cNvPr id="1153" name="Google Shape;1153;p18"/>
          <p:cNvSpPr txBox="1"/>
          <p:nvPr>
            <p:ph idx="3" type="title"/>
          </p:nvPr>
        </p:nvSpPr>
        <p:spPr>
          <a:xfrm flipH="1">
            <a:off x="6546263" y="579538"/>
            <a:ext cx="3350100" cy="169200"/>
          </a:xfrm>
          <a:prstGeom prst="rect">
            <a:avLst/>
          </a:prstGeom>
          <a:noFill/>
          <a:ln>
            <a:noFill/>
          </a:ln>
        </p:spPr>
        <p:txBody>
          <a:bodyPr anchorCtr="0" anchor="ctr" bIns="0" lIns="0" spcFirstLastPara="1" rIns="0" wrap="square" tIns="0">
            <a:noAutofit/>
          </a:bodyPr>
          <a:lstStyle>
            <a:lvl1pPr lvl="0" rtl="0">
              <a:spcBef>
                <a:spcPts val="0"/>
              </a:spcBef>
              <a:spcAft>
                <a:spcPts val="0"/>
              </a:spcAft>
              <a:buClr>
                <a:srgbClr val="000000"/>
              </a:buClr>
              <a:buSzPts val="1000"/>
              <a:buNone/>
              <a:defRPr sz="1000">
                <a:solidFill>
                  <a:srgbClr val="000000"/>
                </a:solidFill>
              </a:defRPr>
            </a:lvl1pPr>
            <a:lvl2pPr lvl="1" rtl="0">
              <a:spcBef>
                <a:spcPts val="0"/>
              </a:spcBef>
              <a:spcAft>
                <a:spcPts val="0"/>
              </a:spcAft>
              <a:buClr>
                <a:srgbClr val="000000"/>
              </a:buClr>
              <a:buSzPts val="1000"/>
              <a:buNone/>
              <a:defRPr sz="1000">
                <a:solidFill>
                  <a:srgbClr val="000000"/>
                </a:solidFill>
              </a:defRPr>
            </a:lvl2pPr>
            <a:lvl3pPr lvl="2" rtl="0">
              <a:spcBef>
                <a:spcPts val="0"/>
              </a:spcBef>
              <a:spcAft>
                <a:spcPts val="0"/>
              </a:spcAft>
              <a:buClr>
                <a:srgbClr val="000000"/>
              </a:buClr>
              <a:buSzPts val="1000"/>
              <a:buNone/>
              <a:defRPr sz="1000">
                <a:solidFill>
                  <a:srgbClr val="000000"/>
                </a:solidFill>
              </a:defRPr>
            </a:lvl3pPr>
            <a:lvl4pPr lvl="3" rtl="0">
              <a:spcBef>
                <a:spcPts val="0"/>
              </a:spcBef>
              <a:spcAft>
                <a:spcPts val="0"/>
              </a:spcAft>
              <a:buClr>
                <a:srgbClr val="000000"/>
              </a:buClr>
              <a:buSzPts val="1000"/>
              <a:buNone/>
              <a:defRPr sz="1000">
                <a:solidFill>
                  <a:srgbClr val="000000"/>
                </a:solidFill>
              </a:defRPr>
            </a:lvl4pPr>
            <a:lvl5pPr lvl="4" rtl="0">
              <a:spcBef>
                <a:spcPts val="0"/>
              </a:spcBef>
              <a:spcAft>
                <a:spcPts val="0"/>
              </a:spcAft>
              <a:buClr>
                <a:srgbClr val="000000"/>
              </a:buClr>
              <a:buSzPts val="1000"/>
              <a:buNone/>
              <a:defRPr sz="1000">
                <a:solidFill>
                  <a:srgbClr val="000000"/>
                </a:solidFill>
              </a:defRPr>
            </a:lvl5pPr>
            <a:lvl6pPr lvl="5" rtl="0">
              <a:spcBef>
                <a:spcPts val="0"/>
              </a:spcBef>
              <a:spcAft>
                <a:spcPts val="0"/>
              </a:spcAft>
              <a:buClr>
                <a:srgbClr val="000000"/>
              </a:buClr>
              <a:buSzPts val="1000"/>
              <a:buNone/>
              <a:defRPr sz="1000">
                <a:solidFill>
                  <a:srgbClr val="000000"/>
                </a:solidFill>
              </a:defRPr>
            </a:lvl6pPr>
            <a:lvl7pPr lvl="6" rtl="0">
              <a:spcBef>
                <a:spcPts val="0"/>
              </a:spcBef>
              <a:spcAft>
                <a:spcPts val="0"/>
              </a:spcAft>
              <a:buClr>
                <a:srgbClr val="000000"/>
              </a:buClr>
              <a:buSzPts val="1000"/>
              <a:buNone/>
              <a:defRPr sz="1000">
                <a:solidFill>
                  <a:srgbClr val="000000"/>
                </a:solidFill>
              </a:defRPr>
            </a:lvl7pPr>
            <a:lvl8pPr lvl="7" rtl="0">
              <a:spcBef>
                <a:spcPts val="0"/>
              </a:spcBef>
              <a:spcAft>
                <a:spcPts val="0"/>
              </a:spcAft>
              <a:buClr>
                <a:srgbClr val="000000"/>
              </a:buClr>
              <a:buSzPts val="1000"/>
              <a:buNone/>
              <a:defRPr sz="1000">
                <a:solidFill>
                  <a:srgbClr val="000000"/>
                </a:solidFill>
              </a:defRPr>
            </a:lvl8pPr>
            <a:lvl9pPr lvl="8" rtl="0">
              <a:spcBef>
                <a:spcPts val="0"/>
              </a:spcBef>
              <a:spcAft>
                <a:spcPts val="0"/>
              </a:spcAft>
              <a:buClr>
                <a:srgbClr val="000000"/>
              </a:buClr>
              <a:buSzPts val="1000"/>
              <a:buNone/>
              <a:defRPr sz="1000">
                <a:solidFill>
                  <a:srgbClr val="000000"/>
                </a:solidFill>
              </a:defRPr>
            </a:lvl9pPr>
          </a:lstStyle>
          <a:p/>
        </p:txBody>
      </p:sp>
      <p:cxnSp>
        <p:nvCxnSpPr>
          <p:cNvPr id="1154" name="Google Shape;1154;p18"/>
          <p:cNvCxnSpPr/>
          <p:nvPr/>
        </p:nvCxnSpPr>
        <p:spPr>
          <a:xfrm>
            <a:off x="5104406" y="929748"/>
            <a:ext cx="0" cy="5689200"/>
          </a:xfrm>
          <a:prstGeom prst="straightConnector1">
            <a:avLst/>
          </a:prstGeom>
          <a:noFill/>
          <a:ln cap="flat" cmpd="sng" w="19050">
            <a:solidFill>
              <a:srgbClr val="D9D9D9"/>
            </a:solidFill>
            <a:prstDash val="dash"/>
            <a:round/>
            <a:headEnd len="med" w="med" type="none"/>
            <a:tailEnd len="med" w="med" type="none"/>
          </a:ln>
        </p:spPr>
      </p:cxnSp>
      <p:sp>
        <p:nvSpPr>
          <p:cNvPr id="1155" name="Google Shape;1155;p18"/>
          <p:cNvSpPr txBox="1"/>
          <p:nvPr/>
        </p:nvSpPr>
        <p:spPr>
          <a:xfrm>
            <a:off x="5208496" y="1009497"/>
            <a:ext cx="1551300" cy="232500"/>
          </a:xfrm>
          <a:prstGeom prst="rect">
            <a:avLst/>
          </a:prstGeom>
          <a:noFill/>
          <a:ln>
            <a:noFill/>
          </a:ln>
        </p:spPr>
        <p:txBody>
          <a:bodyPr anchorCtr="0" anchor="ctr" bIns="0" lIns="0" spcFirstLastPara="1" rIns="0" wrap="square" tIns="0">
            <a:noAutofit/>
          </a:bodyPr>
          <a:lstStyle/>
          <a:p>
            <a:pPr indent="0" lvl="0" marL="0" rtl="0" algn="r">
              <a:spcBef>
                <a:spcPts val="0"/>
              </a:spcBef>
              <a:spcAft>
                <a:spcPts val="0"/>
              </a:spcAft>
              <a:buNone/>
            </a:pPr>
            <a:r>
              <a:rPr b="1" lang="es-419" sz="1000">
                <a:latin typeface="Arvo"/>
                <a:ea typeface="Arvo"/>
                <a:cs typeface="Arvo"/>
                <a:sym typeface="Arvo"/>
              </a:rPr>
              <a:t>Actores de negocio (cliente):  </a:t>
            </a:r>
            <a:r>
              <a:rPr i="1" lang="es-419" sz="600">
                <a:solidFill>
                  <a:srgbClr val="666666"/>
                </a:solidFill>
                <a:latin typeface="Arvo"/>
                <a:ea typeface="Arvo"/>
                <a:cs typeface="Arvo"/>
                <a:sym typeface="Arvo"/>
              </a:rPr>
              <a:t>&lt;ej: Paciente&gt;</a:t>
            </a:r>
            <a:endParaRPr i="1" sz="600">
              <a:solidFill>
                <a:srgbClr val="666666"/>
              </a:solidFill>
              <a:latin typeface="Arvo"/>
              <a:ea typeface="Arvo"/>
              <a:cs typeface="Arvo"/>
              <a:sym typeface="Arvo"/>
            </a:endParaRPr>
          </a:p>
        </p:txBody>
      </p:sp>
      <p:sp>
        <p:nvSpPr>
          <p:cNvPr id="1156" name="Google Shape;1156;p18"/>
          <p:cNvSpPr/>
          <p:nvPr/>
        </p:nvSpPr>
        <p:spPr>
          <a:xfrm>
            <a:off x="6834826" y="953997"/>
            <a:ext cx="3027000" cy="343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1157" name="Google Shape;1157;p18"/>
          <p:cNvSpPr txBox="1"/>
          <p:nvPr/>
        </p:nvSpPr>
        <p:spPr>
          <a:xfrm>
            <a:off x="5208496" y="1433361"/>
            <a:ext cx="1551300" cy="400200"/>
          </a:xfrm>
          <a:prstGeom prst="rect">
            <a:avLst/>
          </a:prstGeom>
          <a:noFill/>
          <a:ln>
            <a:noFill/>
          </a:ln>
        </p:spPr>
        <p:txBody>
          <a:bodyPr anchorCtr="0" anchor="ctr" bIns="0" lIns="0" spcFirstLastPara="1" rIns="0" wrap="square" tIns="0">
            <a:spAutoFit/>
          </a:bodyPr>
          <a:lstStyle/>
          <a:p>
            <a:pPr indent="0" lvl="0" marL="0" rtl="0" algn="r">
              <a:lnSpc>
                <a:spcPct val="100000"/>
              </a:lnSpc>
              <a:spcBef>
                <a:spcPts val="0"/>
              </a:spcBef>
              <a:spcAft>
                <a:spcPts val="0"/>
              </a:spcAft>
              <a:buNone/>
            </a:pPr>
            <a:r>
              <a:rPr b="1" lang="es-419" sz="1000">
                <a:latin typeface="Arvo"/>
                <a:ea typeface="Arvo"/>
                <a:cs typeface="Arvo"/>
                <a:sym typeface="Arvo"/>
              </a:rPr>
              <a:t>Actores de negocio (proveedores):  </a:t>
            </a:r>
            <a:r>
              <a:rPr i="1" lang="es-419" sz="600">
                <a:solidFill>
                  <a:srgbClr val="666666"/>
                </a:solidFill>
                <a:latin typeface="Arvo"/>
                <a:ea typeface="Arvo"/>
                <a:cs typeface="Arvo"/>
                <a:sym typeface="Arvo"/>
              </a:rPr>
              <a:t>&lt;ej: ups, </a:t>
            </a:r>
            <a:r>
              <a:rPr i="1" lang="es-419" sz="600">
                <a:solidFill>
                  <a:schemeClr val="dk1"/>
                </a:solidFill>
              </a:rPr>
              <a:t> </a:t>
            </a:r>
            <a:r>
              <a:rPr i="1" lang="es-419" sz="600">
                <a:solidFill>
                  <a:srgbClr val="666666"/>
                </a:solidFill>
                <a:latin typeface="Arvo"/>
                <a:ea typeface="Arvo"/>
                <a:cs typeface="Arvo"/>
                <a:sym typeface="Arvo"/>
              </a:rPr>
              <a:t>fedex, servientrega, etc&gt;</a:t>
            </a:r>
            <a:endParaRPr i="1" sz="600">
              <a:solidFill>
                <a:srgbClr val="666666"/>
              </a:solidFill>
              <a:latin typeface="Arvo"/>
              <a:ea typeface="Arvo"/>
              <a:cs typeface="Arvo"/>
              <a:sym typeface="Arvo"/>
            </a:endParaRPr>
          </a:p>
        </p:txBody>
      </p:sp>
      <p:sp>
        <p:nvSpPr>
          <p:cNvPr id="1158" name="Google Shape;1158;p18"/>
          <p:cNvSpPr/>
          <p:nvPr/>
        </p:nvSpPr>
        <p:spPr>
          <a:xfrm>
            <a:off x="6834826" y="1461711"/>
            <a:ext cx="3027000" cy="343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1159" name="Google Shape;1159;p18"/>
          <p:cNvSpPr txBox="1"/>
          <p:nvPr/>
        </p:nvSpPr>
        <p:spPr>
          <a:xfrm>
            <a:off x="5208496" y="2064799"/>
            <a:ext cx="1551300" cy="492600"/>
          </a:xfrm>
          <a:prstGeom prst="rect">
            <a:avLst/>
          </a:prstGeom>
          <a:noFill/>
          <a:ln>
            <a:noFill/>
          </a:ln>
        </p:spPr>
        <p:txBody>
          <a:bodyPr anchorCtr="0" anchor="ctr" bIns="0" lIns="0" spcFirstLastPara="1" rIns="0" wrap="square" tIns="0">
            <a:spAutoFit/>
          </a:bodyPr>
          <a:lstStyle/>
          <a:p>
            <a:pPr indent="0" lvl="0" marL="0" rtl="0" algn="r">
              <a:spcBef>
                <a:spcPts val="0"/>
              </a:spcBef>
              <a:spcAft>
                <a:spcPts val="0"/>
              </a:spcAft>
              <a:buNone/>
            </a:pPr>
            <a:r>
              <a:rPr b="1" lang="es-419" sz="1000">
                <a:latin typeface="Arvo"/>
                <a:ea typeface="Arvo"/>
                <a:cs typeface="Arvo"/>
                <a:sym typeface="Arvo"/>
              </a:rPr>
              <a:t>Identificación de conceptos de negocio: </a:t>
            </a:r>
            <a:endParaRPr b="1" sz="1000">
              <a:latin typeface="Arvo"/>
              <a:ea typeface="Arvo"/>
              <a:cs typeface="Arvo"/>
              <a:sym typeface="Arvo"/>
            </a:endParaRPr>
          </a:p>
          <a:p>
            <a:pPr indent="0" lvl="0" marL="0" rtl="0" algn="r">
              <a:spcBef>
                <a:spcPts val="0"/>
              </a:spcBef>
              <a:spcAft>
                <a:spcPts val="0"/>
              </a:spcAft>
              <a:buNone/>
            </a:pPr>
            <a:r>
              <a:rPr i="1" lang="es-419" sz="600">
                <a:solidFill>
                  <a:srgbClr val="666666"/>
                </a:solidFill>
                <a:latin typeface="Arvo"/>
                <a:ea typeface="Arvo"/>
                <a:cs typeface="Arvo"/>
                <a:sym typeface="Arvo"/>
              </a:rPr>
              <a:t>&lt;ej: comprador, amazon, compra, producto, pago, envío. etc&gt;</a:t>
            </a:r>
            <a:endParaRPr i="1" sz="600">
              <a:solidFill>
                <a:srgbClr val="666666"/>
              </a:solidFill>
              <a:latin typeface="Arvo"/>
              <a:ea typeface="Arvo"/>
              <a:cs typeface="Arvo"/>
              <a:sym typeface="Arvo"/>
            </a:endParaRPr>
          </a:p>
        </p:txBody>
      </p:sp>
      <p:sp>
        <p:nvSpPr>
          <p:cNvPr id="1160" name="Google Shape;1160;p18"/>
          <p:cNvSpPr/>
          <p:nvPr/>
        </p:nvSpPr>
        <p:spPr>
          <a:xfrm>
            <a:off x="6834826" y="1975699"/>
            <a:ext cx="3027000" cy="670800"/>
          </a:xfrm>
          <a:prstGeom prst="roundRect">
            <a:avLst>
              <a:gd fmla="val 10808"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1161" name="Google Shape;1161;p18"/>
          <p:cNvSpPr txBox="1"/>
          <p:nvPr/>
        </p:nvSpPr>
        <p:spPr>
          <a:xfrm>
            <a:off x="5219407" y="3121825"/>
            <a:ext cx="1562400" cy="232500"/>
          </a:xfrm>
          <a:prstGeom prst="rect">
            <a:avLst/>
          </a:prstGeom>
          <a:noFill/>
          <a:ln>
            <a:noFill/>
          </a:ln>
        </p:spPr>
        <p:txBody>
          <a:bodyPr anchorCtr="0" anchor="ctr" bIns="0" lIns="0" spcFirstLastPara="1" rIns="0" wrap="square" tIns="0">
            <a:noAutofit/>
          </a:bodyPr>
          <a:lstStyle/>
          <a:p>
            <a:pPr indent="0" lvl="0" marL="0" rtl="0" algn="r">
              <a:spcBef>
                <a:spcPts val="0"/>
              </a:spcBef>
              <a:spcAft>
                <a:spcPts val="0"/>
              </a:spcAft>
              <a:buNone/>
            </a:pPr>
            <a:r>
              <a:rPr b="1" lang="es-419" sz="1000">
                <a:latin typeface="Arvo"/>
                <a:ea typeface="Arvo"/>
                <a:cs typeface="Arvo"/>
                <a:sym typeface="Arvo"/>
              </a:rPr>
              <a:t>Meta cliente:</a:t>
            </a:r>
            <a:endParaRPr b="1" sz="1000">
              <a:latin typeface="Arvo"/>
              <a:ea typeface="Arvo"/>
              <a:cs typeface="Arvo"/>
              <a:sym typeface="Arvo"/>
            </a:endParaRPr>
          </a:p>
          <a:p>
            <a:pPr indent="0" lvl="0" marL="0" rtl="0" algn="r">
              <a:spcBef>
                <a:spcPts val="0"/>
              </a:spcBef>
              <a:spcAft>
                <a:spcPts val="0"/>
              </a:spcAft>
              <a:buClr>
                <a:schemeClr val="dk1"/>
              </a:buClr>
              <a:buSzPts val="1100"/>
              <a:buFont typeface="Arial"/>
              <a:buNone/>
            </a:pPr>
            <a:r>
              <a:rPr b="1" lang="es-419" sz="700">
                <a:solidFill>
                  <a:schemeClr val="dk1"/>
                </a:solidFill>
                <a:latin typeface="Arvo"/>
                <a:ea typeface="Arvo"/>
                <a:cs typeface="Arvo"/>
                <a:sym typeface="Arvo"/>
              </a:rPr>
              <a:t>[Meta = &lt;sustantivo&gt;&lt;adjetivo&gt;]</a:t>
            </a:r>
            <a:endParaRPr b="1" sz="1000">
              <a:latin typeface="Arvo"/>
              <a:ea typeface="Arvo"/>
              <a:cs typeface="Arvo"/>
              <a:sym typeface="Arvo"/>
            </a:endParaRPr>
          </a:p>
          <a:p>
            <a:pPr indent="0" lvl="0" marL="0" rtl="0" algn="r">
              <a:spcBef>
                <a:spcPts val="0"/>
              </a:spcBef>
              <a:spcAft>
                <a:spcPts val="0"/>
              </a:spcAft>
              <a:buNone/>
            </a:pPr>
            <a:r>
              <a:rPr b="1" i="1" lang="es-419" sz="600">
                <a:latin typeface="Arvo"/>
                <a:ea typeface="Arvo"/>
                <a:cs typeface="Arvo"/>
                <a:sym typeface="Arvo"/>
              </a:rPr>
              <a:t> </a:t>
            </a:r>
            <a:r>
              <a:rPr i="1" lang="es-419" sz="600">
                <a:solidFill>
                  <a:srgbClr val="666666"/>
                </a:solidFill>
                <a:latin typeface="Arvo"/>
                <a:ea typeface="Arvo"/>
                <a:cs typeface="Arvo"/>
                <a:sym typeface="Arvo"/>
              </a:rPr>
              <a:t>&lt;ej: Cita reservada, Recibir producto&gt;</a:t>
            </a:r>
            <a:endParaRPr i="1" sz="600">
              <a:solidFill>
                <a:srgbClr val="666666"/>
              </a:solidFill>
              <a:latin typeface="Arvo"/>
              <a:ea typeface="Arvo"/>
              <a:cs typeface="Arvo"/>
              <a:sym typeface="Arvo"/>
            </a:endParaRPr>
          </a:p>
        </p:txBody>
      </p:sp>
      <p:sp>
        <p:nvSpPr>
          <p:cNvPr id="1162" name="Google Shape;1162;p18"/>
          <p:cNvSpPr/>
          <p:nvPr/>
        </p:nvSpPr>
        <p:spPr>
          <a:xfrm>
            <a:off x="6845744" y="3066325"/>
            <a:ext cx="3027000" cy="343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1163" name="Google Shape;1163;p18"/>
          <p:cNvSpPr txBox="1"/>
          <p:nvPr/>
        </p:nvSpPr>
        <p:spPr>
          <a:xfrm>
            <a:off x="5242847" y="3569976"/>
            <a:ext cx="1562400" cy="400200"/>
          </a:xfrm>
          <a:prstGeom prst="rect">
            <a:avLst/>
          </a:prstGeom>
          <a:noFill/>
          <a:ln>
            <a:noFill/>
          </a:ln>
        </p:spPr>
        <p:txBody>
          <a:bodyPr anchorCtr="0" anchor="ctr" bIns="0" lIns="0" spcFirstLastPara="1" rIns="0" wrap="square" tIns="0">
            <a:spAutoFit/>
          </a:bodyPr>
          <a:lstStyle/>
          <a:p>
            <a:pPr indent="0" lvl="0" marL="0" rtl="0" algn="r">
              <a:lnSpc>
                <a:spcPct val="100000"/>
              </a:lnSpc>
              <a:spcBef>
                <a:spcPts val="0"/>
              </a:spcBef>
              <a:spcAft>
                <a:spcPts val="0"/>
              </a:spcAft>
              <a:buNone/>
            </a:pPr>
            <a:r>
              <a:rPr b="1" lang="es-419" sz="1000">
                <a:latin typeface="Arvo"/>
                <a:ea typeface="Arvo"/>
                <a:cs typeface="Arvo"/>
                <a:sym typeface="Arvo"/>
              </a:rPr>
              <a:t>Actividad que consigue la meta del cliente: </a:t>
            </a:r>
            <a:r>
              <a:rPr i="1" lang="es-419" sz="600">
                <a:solidFill>
                  <a:srgbClr val="666666"/>
                </a:solidFill>
                <a:latin typeface="Arvo"/>
                <a:ea typeface="Arvo"/>
                <a:cs typeface="Arvo"/>
                <a:sym typeface="Arvo"/>
              </a:rPr>
              <a:t>&lt;ej:  Recibir producto&gt;</a:t>
            </a:r>
            <a:endParaRPr i="1" sz="600">
              <a:solidFill>
                <a:srgbClr val="666666"/>
              </a:solidFill>
              <a:latin typeface="Arvo"/>
              <a:ea typeface="Arvo"/>
              <a:cs typeface="Arvo"/>
              <a:sym typeface="Arvo"/>
            </a:endParaRPr>
          </a:p>
        </p:txBody>
      </p:sp>
      <p:sp>
        <p:nvSpPr>
          <p:cNvPr id="1164" name="Google Shape;1164;p18"/>
          <p:cNvSpPr txBox="1"/>
          <p:nvPr/>
        </p:nvSpPr>
        <p:spPr>
          <a:xfrm>
            <a:off x="5242834" y="4133783"/>
            <a:ext cx="1562400" cy="405600"/>
          </a:xfrm>
          <a:prstGeom prst="rect">
            <a:avLst/>
          </a:prstGeom>
          <a:noFill/>
          <a:ln>
            <a:noFill/>
          </a:ln>
        </p:spPr>
        <p:txBody>
          <a:bodyPr anchorCtr="0" anchor="ctr" bIns="0" lIns="0" spcFirstLastPara="1" rIns="0" wrap="square" tIns="0">
            <a:spAutoFit/>
          </a:bodyPr>
          <a:lstStyle/>
          <a:p>
            <a:pPr indent="0" lvl="0" marL="0" rtl="0" algn="r">
              <a:lnSpc>
                <a:spcPct val="85000"/>
              </a:lnSpc>
              <a:spcBef>
                <a:spcPts val="0"/>
              </a:spcBef>
              <a:spcAft>
                <a:spcPts val="0"/>
              </a:spcAft>
              <a:buNone/>
            </a:pPr>
            <a:r>
              <a:rPr b="1" lang="es-419" sz="1000">
                <a:latin typeface="Arvo"/>
                <a:ea typeface="Arvo"/>
                <a:cs typeface="Arvo"/>
                <a:sym typeface="Arvo"/>
              </a:rPr>
              <a:t>Narrativa actividad de la meta:</a:t>
            </a:r>
            <a:r>
              <a:rPr lang="es-419" sz="700">
                <a:solidFill>
                  <a:srgbClr val="666666"/>
                </a:solidFill>
                <a:latin typeface="Arvo"/>
                <a:ea typeface="Arvo"/>
                <a:cs typeface="Arvo"/>
                <a:sym typeface="Arvo"/>
              </a:rPr>
              <a:t>  </a:t>
            </a:r>
            <a:r>
              <a:rPr i="1" lang="es-419" sz="600">
                <a:solidFill>
                  <a:srgbClr val="666666"/>
                </a:solidFill>
                <a:latin typeface="Arvo"/>
                <a:ea typeface="Arvo"/>
                <a:cs typeface="Arvo"/>
                <a:sym typeface="Arvo"/>
              </a:rPr>
              <a:t>&lt;El cliente recibe el producto&gt;</a:t>
            </a:r>
            <a:r>
              <a:rPr b="1" lang="es-419" sz="1100">
                <a:latin typeface="Arvo"/>
                <a:ea typeface="Arvo"/>
                <a:cs typeface="Arvo"/>
                <a:sym typeface="Arvo"/>
              </a:rPr>
              <a:t> </a:t>
            </a:r>
            <a:endParaRPr sz="800">
              <a:solidFill>
                <a:srgbClr val="666666"/>
              </a:solidFill>
              <a:latin typeface="Arvo"/>
              <a:ea typeface="Arvo"/>
              <a:cs typeface="Arvo"/>
              <a:sym typeface="Arvo"/>
            </a:endParaRPr>
          </a:p>
        </p:txBody>
      </p:sp>
      <p:sp>
        <p:nvSpPr>
          <p:cNvPr id="1165" name="Google Shape;1165;p18"/>
          <p:cNvSpPr txBox="1"/>
          <p:nvPr>
            <p:ph idx="1" type="subTitle"/>
          </p:nvPr>
        </p:nvSpPr>
        <p:spPr>
          <a:xfrm>
            <a:off x="6834526" y="954747"/>
            <a:ext cx="3027600" cy="342000"/>
          </a:xfrm>
          <a:prstGeom prst="rect">
            <a:avLst/>
          </a:prstGeom>
          <a:noFill/>
          <a:ln>
            <a:noFill/>
          </a:ln>
        </p:spPr>
        <p:txBody>
          <a:bodyPr anchorCtr="0" anchor="ctr" bIns="36000" lIns="36000" spcFirstLastPara="1" rIns="36000" wrap="square" tIns="36000">
            <a:noAutofit/>
          </a:bodyPr>
          <a:lstStyle>
            <a:lvl1pPr lvl="0"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rtl="0">
              <a:lnSpc>
                <a:spcPct val="90000"/>
              </a:lnSpc>
              <a:spcBef>
                <a:spcPts val="0"/>
              </a:spcBef>
              <a:spcAft>
                <a:spcPts val="0"/>
              </a:spcAft>
              <a:buClr>
                <a:srgbClr val="000000"/>
              </a:buClr>
              <a:buSzPts val="800"/>
              <a:buNone/>
              <a:defRPr sz="800">
                <a:solidFill>
                  <a:srgbClr val="000000"/>
                </a:solidFill>
              </a:defRPr>
            </a:lvl2pPr>
            <a:lvl3pPr lvl="2" rtl="0">
              <a:lnSpc>
                <a:spcPct val="90000"/>
              </a:lnSpc>
              <a:spcBef>
                <a:spcPts val="0"/>
              </a:spcBef>
              <a:spcAft>
                <a:spcPts val="0"/>
              </a:spcAft>
              <a:buClr>
                <a:srgbClr val="000000"/>
              </a:buClr>
              <a:buSzPts val="800"/>
              <a:buNone/>
              <a:defRPr sz="800">
                <a:solidFill>
                  <a:srgbClr val="000000"/>
                </a:solidFill>
              </a:defRPr>
            </a:lvl3pPr>
            <a:lvl4pPr lvl="3" rtl="0">
              <a:lnSpc>
                <a:spcPct val="90000"/>
              </a:lnSpc>
              <a:spcBef>
                <a:spcPts val="0"/>
              </a:spcBef>
              <a:spcAft>
                <a:spcPts val="0"/>
              </a:spcAft>
              <a:buClr>
                <a:srgbClr val="000000"/>
              </a:buClr>
              <a:buSzPts val="800"/>
              <a:buNone/>
              <a:defRPr sz="800">
                <a:solidFill>
                  <a:srgbClr val="000000"/>
                </a:solidFill>
              </a:defRPr>
            </a:lvl4pPr>
            <a:lvl5pPr lvl="4" rtl="0">
              <a:lnSpc>
                <a:spcPct val="90000"/>
              </a:lnSpc>
              <a:spcBef>
                <a:spcPts val="0"/>
              </a:spcBef>
              <a:spcAft>
                <a:spcPts val="0"/>
              </a:spcAft>
              <a:buClr>
                <a:srgbClr val="000000"/>
              </a:buClr>
              <a:buSzPts val="800"/>
              <a:buNone/>
              <a:defRPr sz="800">
                <a:solidFill>
                  <a:srgbClr val="000000"/>
                </a:solidFill>
              </a:defRPr>
            </a:lvl5pPr>
            <a:lvl6pPr lvl="5" rtl="0">
              <a:lnSpc>
                <a:spcPct val="90000"/>
              </a:lnSpc>
              <a:spcBef>
                <a:spcPts val="0"/>
              </a:spcBef>
              <a:spcAft>
                <a:spcPts val="0"/>
              </a:spcAft>
              <a:buClr>
                <a:srgbClr val="000000"/>
              </a:buClr>
              <a:buSzPts val="800"/>
              <a:buNone/>
              <a:defRPr sz="800">
                <a:solidFill>
                  <a:srgbClr val="000000"/>
                </a:solidFill>
              </a:defRPr>
            </a:lvl6pPr>
            <a:lvl7pPr lvl="6" rtl="0">
              <a:lnSpc>
                <a:spcPct val="90000"/>
              </a:lnSpc>
              <a:spcBef>
                <a:spcPts val="0"/>
              </a:spcBef>
              <a:spcAft>
                <a:spcPts val="0"/>
              </a:spcAft>
              <a:buClr>
                <a:srgbClr val="000000"/>
              </a:buClr>
              <a:buSzPts val="800"/>
              <a:buNone/>
              <a:defRPr sz="800">
                <a:solidFill>
                  <a:srgbClr val="000000"/>
                </a:solidFill>
              </a:defRPr>
            </a:lvl7pPr>
            <a:lvl8pPr lvl="7" rtl="0">
              <a:lnSpc>
                <a:spcPct val="90000"/>
              </a:lnSpc>
              <a:spcBef>
                <a:spcPts val="0"/>
              </a:spcBef>
              <a:spcAft>
                <a:spcPts val="0"/>
              </a:spcAft>
              <a:buClr>
                <a:srgbClr val="000000"/>
              </a:buClr>
              <a:buSzPts val="800"/>
              <a:buNone/>
              <a:defRPr sz="800">
                <a:solidFill>
                  <a:srgbClr val="000000"/>
                </a:solidFill>
              </a:defRPr>
            </a:lvl8pPr>
            <a:lvl9pPr lvl="8" rtl="0">
              <a:lnSpc>
                <a:spcPct val="90000"/>
              </a:lnSpc>
              <a:spcBef>
                <a:spcPts val="0"/>
              </a:spcBef>
              <a:spcAft>
                <a:spcPts val="0"/>
              </a:spcAft>
              <a:buClr>
                <a:srgbClr val="000000"/>
              </a:buClr>
              <a:buSzPts val="800"/>
              <a:buNone/>
              <a:defRPr sz="800">
                <a:solidFill>
                  <a:srgbClr val="000000"/>
                </a:solidFill>
              </a:defRPr>
            </a:lvl9pPr>
          </a:lstStyle>
          <a:p/>
        </p:txBody>
      </p:sp>
      <p:sp>
        <p:nvSpPr>
          <p:cNvPr id="1166" name="Google Shape;1166;p18"/>
          <p:cNvSpPr txBox="1"/>
          <p:nvPr>
            <p:ph idx="4" type="subTitle"/>
          </p:nvPr>
        </p:nvSpPr>
        <p:spPr>
          <a:xfrm>
            <a:off x="6834526" y="1462461"/>
            <a:ext cx="3027600" cy="342000"/>
          </a:xfrm>
          <a:prstGeom prst="rect">
            <a:avLst/>
          </a:prstGeom>
          <a:noFill/>
          <a:ln>
            <a:noFill/>
          </a:ln>
        </p:spPr>
        <p:txBody>
          <a:bodyPr anchorCtr="0" anchor="ctr" bIns="36000" lIns="36000" spcFirstLastPara="1" rIns="36000" wrap="square" tIns="36000">
            <a:noAutofit/>
          </a:bodyPr>
          <a:lstStyle>
            <a:lvl1pPr lvl="0"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rtl="0">
              <a:lnSpc>
                <a:spcPct val="90000"/>
              </a:lnSpc>
              <a:spcBef>
                <a:spcPts val="0"/>
              </a:spcBef>
              <a:spcAft>
                <a:spcPts val="0"/>
              </a:spcAft>
              <a:buClr>
                <a:srgbClr val="000000"/>
              </a:buClr>
              <a:buSzPts val="800"/>
              <a:buNone/>
              <a:defRPr sz="800">
                <a:solidFill>
                  <a:srgbClr val="000000"/>
                </a:solidFill>
              </a:defRPr>
            </a:lvl2pPr>
            <a:lvl3pPr lvl="2" rtl="0">
              <a:lnSpc>
                <a:spcPct val="90000"/>
              </a:lnSpc>
              <a:spcBef>
                <a:spcPts val="0"/>
              </a:spcBef>
              <a:spcAft>
                <a:spcPts val="0"/>
              </a:spcAft>
              <a:buClr>
                <a:srgbClr val="000000"/>
              </a:buClr>
              <a:buSzPts val="800"/>
              <a:buNone/>
              <a:defRPr sz="800">
                <a:solidFill>
                  <a:srgbClr val="000000"/>
                </a:solidFill>
              </a:defRPr>
            </a:lvl3pPr>
            <a:lvl4pPr lvl="3" rtl="0">
              <a:lnSpc>
                <a:spcPct val="90000"/>
              </a:lnSpc>
              <a:spcBef>
                <a:spcPts val="0"/>
              </a:spcBef>
              <a:spcAft>
                <a:spcPts val="0"/>
              </a:spcAft>
              <a:buClr>
                <a:srgbClr val="000000"/>
              </a:buClr>
              <a:buSzPts val="800"/>
              <a:buNone/>
              <a:defRPr sz="800">
                <a:solidFill>
                  <a:srgbClr val="000000"/>
                </a:solidFill>
              </a:defRPr>
            </a:lvl4pPr>
            <a:lvl5pPr lvl="4" rtl="0">
              <a:lnSpc>
                <a:spcPct val="90000"/>
              </a:lnSpc>
              <a:spcBef>
                <a:spcPts val="0"/>
              </a:spcBef>
              <a:spcAft>
                <a:spcPts val="0"/>
              </a:spcAft>
              <a:buClr>
                <a:srgbClr val="000000"/>
              </a:buClr>
              <a:buSzPts val="800"/>
              <a:buNone/>
              <a:defRPr sz="800">
                <a:solidFill>
                  <a:srgbClr val="000000"/>
                </a:solidFill>
              </a:defRPr>
            </a:lvl5pPr>
            <a:lvl6pPr lvl="5" rtl="0">
              <a:lnSpc>
                <a:spcPct val="90000"/>
              </a:lnSpc>
              <a:spcBef>
                <a:spcPts val="0"/>
              </a:spcBef>
              <a:spcAft>
                <a:spcPts val="0"/>
              </a:spcAft>
              <a:buClr>
                <a:srgbClr val="000000"/>
              </a:buClr>
              <a:buSzPts val="800"/>
              <a:buNone/>
              <a:defRPr sz="800">
                <a:solidFill>
                  <a:srgbClr val="000000"/>
                </a:solidFill>
              </a:defRPr>
            </a:lvl6pPr>
            <a:lvl7pPr lvl="6" rtl="0">
              <a:lnSpc>
                <a:spcPct val="90000"/>
              </a:lnSpc>
              <a:spcBef>
                <a:spcPts val="0"/>
              </a:spcBef>
              <a:spcAft>
                <a:spcPts val="0"/>
              </a:spcAft>
              <a:buClr>
                <a:srgbClr val="000000"/>
              </a:buClr>
              <a:buSzPts val="800"/>
              <a:buNone/>
              <a:defRPr sz="800">
                <a:solidFill>
                  <a:srgbClr val="000000"/>
                </a:solidFill>
              </a:defRPr>
            </a:lvl7pPr>
            <a:lvl8pPr lvl="7" rtl="0">
              <a:lnSpc>
                <a:spcPct val="90000"/>
              </a:lnSpc>
              <a:spcBef>
                <a:spcPts val="0"/>
              </a:spcBef>
              <a:spcAft>
                <a:spcPts val="0"/>
              </a:spcAft>
              <a:buClr>
                <a:srgbClr val="000000"/>
              </a:buClr>
              <a:buSzPts val="800"/>
              <a:buNone/>
              <a:defRPr sz="800">
                <a:solidFill>
                  <a:srgbClr val="000000"/>
                </a:solidFill>
              </a:defRPr>
            </a:lvl8pPr>
            <a:lvl9pPr lvl="8" rtl="0">
              <a:lnSpc>
                <a:spcPct val="90000"/>
              </a:lnSpc>
              <a:spcBef>
                <a:spcPts val="0"/>
              </a:spcBef>
              <a:spcAft>
                <a:spcPts val="0"/>
              </a:spcAft>
              <a:buClr>
                <a:srgbClr val="000000"/>
              </a:buClr>
              <a:buSzPts val="800"/>
              <a:buNone/>
              <a:defRPr sz="800">
                <a:solidFill>
                  <a:srgbClr val="000000"/>
                </a:solidFill>
              </a:defRPr>
            </a:lvl9pPr>
          </a:lstStyle>
          <a:p/>
        </p:txBody>
      </p:sp>
      <p:sp>
        <p:nvSpPr>
          <p:cNvPr id="1167" name="Google Shape;1167;p18"/>
          <p:cNvSpPr txBox="1"/>
          <p:nvPr>
            <p:ph idx="5" type="subTitle"/>
          </p:nvPr>
        </p:nvSpPr>
        <p:spPr>
          <a:xfrm>
            <a:off x="6834526" y="1980199"/>
            <a:ext cx="3027600" cy="661800"/>
          </a:xfrm>
          <a:prstGeom prst="rect">
            <a:avLst/>
          </a:prstGeom>
          <a:noFill/>
          <a:ln>
            <a:noFill/>
          </a:ln>
        </p:spPr>
        <p:txBody>
          <a:bodyPr anchorCtr="0" anchor="t" bIns="36000" lIns="36000" spcFirstLastPara="1" rIns="36000" wrap="square" tIns="36000">
            <a:noAutofit/>
          </a:bodyPr>
          <a:lstStyle>
            <a:lvl1pPr lvl="0"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rtl="0">
              <a:lnSpc>
                <a:spcPct val="90000"/>
              </a:lnSpc>
              <a:spcBef>
                <a:spcPts val="0"/>
              </a:spcBef>
              <a:spcAft>
                <a:spcPts val="0"/>
              </a:spcAft>
              <a:buClr>
                <a:srgbClr val="000000"/>
              </a:buClr>
              <a:buSzPts val="800"/>
              <a:buNone/>
              <a:defRPr sz="800">
                <a:solidFill>
                  <a:srgbClr val="000000"/>
                </a:solidFill>
              </a:defRPr>
            </a:lvl2pPr>
            <a:lvl3pPr lvl="2" rtl="0">
              <a:lnSpc>
                <a:spcPct val="90000"/>
              </a:lnSpc>
              <a:spcBef>
                <a:spcPts val="0"/>
              </a:spcBef>
              <a:spcAft>
                <a:spcPts val="0"/>
              </a:spcAft>
              <a:buClr>
                <a:srgbClr val="000000"/>
              </a:buClr>
              <a:buSzPts val="800"/>
              <a:buNone/>
              <a:defRPr sz="800">
                <a:solidFill>
                  <a:srgbClr val="000000"/>
                </a:solidFill>
              </a:defRPr>
            </a:lvl3pPr>
            <a:lvl4pPr lvl="3" rtl="0">
              <a:lnSpc>
                <a:spcPct val="90000"/>
              </a:lnSpc>
              <a:spcBef>
                <a:spcPts val="0"/>
              </a:spcBef>
              <a:spcAft>
                <a:spcPts val="0"/>
              </a:spcAft>
              <a:buClr>
                <a:srgbClr val="000000"/>
              </a:buClr>
              <a:buSzPts val="800"/>
              <a:buNone/>
              <a:defRPr sz="800">
                <a:solidFill>
                  <a:srgbClr val="000000"/>
                </a:solidFill>
              </a:defRPr>
            </a:lvl4pPr>
            <a:lvl5pPr lvl="4" rtl="0">
              <a:lnSpc>
                <a:spcPct val="90000"/>
              </a:lnSpc>
              <a:spcBef>
                <a:spcPts val="0"/>
              </a:spcBef>
              <a:spcAft>
                <a:spcPts val="0"/>
              </a:spcAft>
              <a:buClr>
                <a:srgbClr val="000000"/>
              </a:buClr>
              <a:buSzPts val="800"/>
              <a:buNone/>
              <a:defRPr sz="800">
                <a:solidFill>
                  <a:srgbClr val="000000"/>
                </a:solidFill>
              </a:defRPr>
            </a:lvl5pPr>
            <a:lvl6pPr lvl="5" rtl="0">
              <a:lnSpc>
                <a:spcPct val="90000"/>
              </a:lnSpc>
              <a:spcBef>
                <a:spcPts val="0"/>
              </a:spcBef>
              <a:spcAft>
                <a:spcPts val="0"/>
              </a:spcAft>
              <a:buClr>
                <a:srgbClr val="000000"/>
              </a:buClr>
              <a:buSzPts val="800"/>
              <a:buNone/>
              <a:defRPr sz="800">
                <a:solidFill>
                  <a:srgbClr val="000000"/>
                </a:solidFill>
              </a:defRPr>
            </a:lvl6pPr>
            <a:lvl7pPr lvl="6" rtl="0">
              <a:lnSpc>
                <a:spcPct val="90000"/>
              </a:lnSpc>
              <a:spcBef>
                <a:spcPts val="0"/>
              </a:spcBef>
              <a:spcAft>
                <a:spcPts val="0"/>
              </a:spcAft>
              <a:buClr>
                <a:srgbClr val="000000"/>
              </a:buClr>
              <a:buSzPts val="800"/>
              <a:buNone/>
              <a:defRPr sz="800">
                <a:solidFill>
                  <a:srgbClr val="000000"/>
                </a:solidFill>
              </a:defRPr>
            </a:lvl7pPr>
            <a:lvl8pPr lvl="7" rtl="0">
              <a:lnSpc>
                <a:spcPct val="90000"/>
              </a:lnSpc>
              <a:spcBef>
                <a:spcPts val="0"/>
              </a:spcBef>
              <a:spcAft>
                <a:spcPts val="0"/>
              </a:spcAft>
              <a:buClr>
                <a:srgbClr val="000000"/>
              </a:buClr>
              <a:buSzPts val="800"/>
              <a:buNone/>
              <a:defRPr sz="800">
                <a:solidFill>
                  <a:srgbClr val="000000"/>
                </a:solidFill>
              </a:defRPr>
            </a:lvl8pPr>
            <a:lvl9pPr lvl="8" rtl="0">
              <a:lnSpc>
                <a:spcPct val="90000"/>
              </a:lnSpc>
              <a:spcBef>
                <a:spcPts val="0"/>
              </a:spcBef>
              <a:spcAft>
                <a:spcPts val="0"/>
              </a:spcAft>
              <a:buClr>
                <a:srgbClr val="000000"/>
              </a:buClr>
              <a:buSzPts val="800"/>
              <a:buNone/>
              <a:defRPr sz="800">
                <a:solidFill>
                  <a:srgbClr val="000000"/>
                </a:solidFill>
              </a:defRPr>
            </a:lvl9pPr>
          </a:lstStyle>
          <a:p/>
        </p:txBody>
      </p:sp>
      <p:sp>
        <p:nvSpPr>
          <p:cNvPr id="1168" name="Google Shape;1168;p18"/>
          <p:cNvSpPr txBox="1"/>
          <p:nvPr>
            <p:ph idx="6" type="subTitle"/>
          </p:nvPr>
        </p:nvSpPr>
        <p:spPr>
          <a:xfrm>
            <a:off x="6845444" y="3067075"/>
            <a:ext cx="3027600" cy="342000"/>
          </a:xfrm>
          <a:prstGeom prst="rect">
            <a:avLst/>
          </a:prstGeom>
          <a:noFill/>
          <a:ln>
            <a:noFill/>
          </a:ln>
        </p:spPr>
        <p:txBody>
          <a:bodyPr anchorCtr="0" anchor="ctr" bIns="36000" lIns="36000" spcFirstLastPara="1" rIns="36000" wrap="square" tIns="36000">
            <a:noAutofit/>
          </a:bodyPr>
          <a:lstStyle>
            <a:lvl1pPr lvl="0"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rtl="0">
              <a:lnSpc>
                <a:spcPct val="90000"/>
              </a:lnSpc>
              <a:spcBef>
                <a:spcPts val="0"/>
              </a:spcBef>
              <a:spcAft>
                <a:spcPts val="0"/>
              </a:spcAft>
              <a:buClr>
                <a:srgbClr val="000000"/>
              </a:buClr>
              <a:buSzPts val="800"/>
              <a:buNone/>
              <a:defRPr sz="800">
                <a:solidFill>
                  <a:srgbClr val="000000"/>
                </a:solidFill>
              </a:defRPr>
            </a:lvl2pPr>
            <a:lvl3pPr lvl="2" rtl="0">
              <a:lnSpc>
                <a:spcPct val="90000"/>
              </a:lnSpc>
              <a:spcBef>
                <a:spcPts val="0"/>
              </a:spcBef>
              <a:spcAft>
                <a:spcPts val="0"/>
              </a:spcAft>
              <a:buClr>
                <a:srgbClr val="000000"/>
              </a:buClr>
              <a:buSzPts val="800"/>
              <a:buNone/>
              <a:defRPr sz="800">
                <a:solidFill>
                  <a:srgbClr val="000000"/>
                </a:solidFill>
              </a:defRPr>
            </a:lvl3pPr>
            <a:lvl4pPr lvl="3" rtl="0">
              <a:lnSpc>
                <a:spcPct val="90000"/>
              </a:lnSpc>
              <a:spcBef>
                <a:spcPts val="0"/>
              </a:spcBef>
              <a:spcAft>
                <a:spcPts val="0"/>
              </a:spcAft>
              <a:buClr>
                <a:srgbClr val="000000"/>
              </a:buClr>
              <a:buSzPts val="800"/>
              <a:buNone/>
              <a:defRPr sz="800">
                <a:solidFill>
                  <a:srgbClr val="000000"/>
                </a:solidFill>
              </a:defRPr>
            </a:lvl4pPr>
            <a:lvl5pPr lvl="4" rtl="0">
              <a:lnSpc>
                <a:spcPct val="90000"/>
              </a:lnSpc>
              <a:spcBef>
                <a:spcPts val="0"/>
              </a:spcBef>
              <a:spcAft>
                <a:spcPts val="0"/>
              </a:spcAft>
              <a:buClr>
                <a:srgbClr val="000000"/>
              </a:buClr>
              <a:buSzPts val="800"/>
              <a:buNone/>
              <a:defRPr sz="800">
                <a:solidFill>
                  <a:srgbClr val="000000"/>
                </a:solidFill>
              </a:defRPr>
            </a:lvl5pPr>
            <a:lvl6pPr lvl="5" rtl="0">
              <a:lnSpc>
                <a:spcPct val="90000"/>
              </a:lnSpc>
              <a:spcBef>
                <a:spcPts val="0"/>
              </a:spcBef>
              <a:spcAft>
                <a:spcPts val="0"/>
              </a:spcAft>
              <a:buClr>
                <a:srgbClr val="000000"/>
              </a:buClr>
              <a:buSzPts val="800"/>
              <a:buNone/>
              <a:defRPr sz="800">
                <a:solidFill>
                  <a:srgbClr val="000000"/>
                </a:solidFill>
              </a:defRPr>
            </a:lvl6pPr>
            <a:lvl7pPr lvl="6" rtl="0">
              <a:lnSpc>
                <a:spcPct val="90000"/>
              </a:lnSpc>
              <a:spcBef>
                <a:spcPts val="0"/>
              </a:spcBef>
              <a:spcAft>
                <a:spcPts val="0"/>
              </a:spcAft>
              <a:buClr>
                <a:srgbClr val="000000"/>
              </a:buClr>
              <a:buSzPts val="800"/>
              <a:buNone/>
              <a:defRPr sz="800">
                <a:solidFill>
                  <a:srgbClr val="000000"/>
                </a:solidFill>
              </a:defRPr>
            </a:lvl7pPr>
            <a:lvl8pPr lvl="7" rtl="0">
              <a:lnSpc>
                <a:spcPct val="90000"/>
              </a:lnSpc>
              <a:spcBef>
                <a:spcPts val="0"/>
              </a:spcBef>
              <a:spcAft>
                <a:spcPts val="0"/>
              </a:spcAft>
              <a:buClr>
                <a:srgbClr val="000000"/>
              </a:buClr>
              <a:buSzPts val="800"/>
              <a:buNone/>
              <a:defRPr sz="800">
                <a:solidFill>
                  <a:srgbClr val="000000"/>
                </a:solidFill>
              </a:defRPr>
            </a:lvl8pPr>
            <a:lvl9pPr lvl="8" rtl="0">
              <a:lnSpc>
                <a:spcPct val="90000"/>
              </a:lnSpc>
              <a:spcBef>
                <a:spcPts val="0"/>
              </a:spcBef>
              <a:spcAft>
                <a:spcPts val="0"/>
              </a:spcAft>
              <a:buClr>
                <a:srgbClr val="000000"/>
              </a:buClr>
              <a:buSzPts val="800"/>
              <a:buNone/>
              <a:defRPr sz="800">
                <a:solidFill>
                  <a:srgbClr val="000000"/>
                </a:solidFill>
              </a:defRPr>
            </a:lvl9pPr>
          </a:lstStyle>
          <a:p/>
        </p:txBody>
      </p:sp>
      <p:sp>
        <p:nvSpPr>
          <p:cNvPr id="1169" name="Google Shape;1169;p18"/>
          <p:cNvSpPr/>
          <p:nvPr/>
        </p:nvSpPr>
        <p:spPr>
          <a:xfrm>
            <a:off x="6845744" y="3598326"/>
            <a:ext cx="3027000" cy="343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1170" name="Google Shape;1170;p18"/>
          <p:cNvSpPr txBox="1"/>
          <p:nvPr>
            <p:ph idx="7" type="subTitle"/>
          </p:nvPr>
        </p:nvSpPr>
        <p:spPr>
          <a:xfrm>
            <a:off x="6845444" y="3599076"/>
            <a:ext cx="3027600" cy="342000"/>
          </a:xfrm>
          <a:prstGeom prst="rect">
            <a:avLst/>
          </a:prstGeom>
          <a:noFill/>
          <a:ln>
            <a:noFill/>
          </a:ln>
        </p:spPr>
        <p:txBody>
          <a:bodyPr anchorCtr="0" anchor="ctr" bIns="36000" lIns="36000" spcFirstLastPara="1" rIns="36000" wrap="square" tIns="36000">
            <a:noAutofit/>
          </a:bodyPr>
          <a:lstStyle>
            <a:lvl1pPr lvl="0"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rtl="0">
              <a:lnSpc>
                <a:spcPct val="90000"/>
              </a:lnSpc>
              <a:spcBef>
                <a:spcPts val="0"/>
              </a:spcBef>
              <a:spcAft>
                <a:spcPts val="0"/>
              </a:spcAft>
              <a:buClr>
                <a:srgbClr val="000000"/>
              </a:buClr>
              <a:buSzPts val="800"/>
              <a:buNone/>
              <a:defRPr sz="800">
                <a:solidFill>
                  <a:srgbClr val="000000"/>
                </a:solidFill>
              </a:defRPr>
            </a:lvl2pPr>
            <a:lvl3pPr lvl="2" rtl="0">
              <a:lnSpc>
                <a:spcPct val="90000"/>
              </a:lnSpc>
              <a:spcBef>
                <a:spcPts val="0"/>
              </a:spcBef>
              <a:spcAft>
                <a:spcPts val="0"/>
              </a:spcAft>
              <a:buClr>
                <a:srgbClr val="000000"/>
              </a:buClr>
              <a:buSzPts val="800"/>
              <a:buNone/>
              <a:defRPr sz="800">
                <a:solidFill>
                  <a:srgbClr val="000000"/>
                </a:solidFill>
              </a:defRPr>
            </a:lvl3pPr>
            <a:lvl4pPr lvl="3" rtl="0">
              <a:lnSpc>
                <a:spcPct val="90000"/>
              </a:lnSpc>
              <a:spcBef>
                <a:spcPts val="0"/>
              </a:spcBef>
              <a:spcAft>
                <a:spcPts val="0"/>
              </a:spcAft>
              <a:buClr>
                <a:srgbClr val="000000"/>
              </a:buClr>
              <a:buSzPts val="800"/>
              <a:buNone/>
              <a:defRPr sz="800">
                <a:solidFill>
                  <a:srgbClr val="000000"/>
                </a:solidFill>
              </a:defRPr>
            </a:lvl4pPr>
            <a:lvl5pPr lvl="4" rtl="0">
              <a:lnSpc>
                <a:spcPct val="90000"/>
              </a:lnSpc>
              <a:spcBef>
                <a:spcPts val="0"/>
              </a:spcBef>
              <a:spcAft>
                <a:spcPts val="0"/>
              </a:spcAft>
              <a:buClr>
                <a:srgbClr val="000000"/>
              </a:buClr>
              <a:buSzPts val="800"/>
              <a:buNone/>
              <a:defRPr sz="800">
                <a:solidFill>
                  <a:srgbClr val="000000"/>
                </a:solidFill>
              </a:defRPr>
            </a:lvl5pPr>
            <a:lvl6pPr lvl="5" rtl="0">
              <a:lnSpc>
                <a:spcPct val="90000"/>
              </a:lnSpc>
              <a:spcBef>
                <a:spcPts val="0"/>
              </a:spcBef>
              <a:spcAft>
                <a:spcPts val="0"/>
              </a:spcAft>
              <a:buClr>
                <a:srgbClr val="000000"/>
              </a:buClr>
              <a:buSzPts val="800"/>
              <a:buNone/>
              <a:defRPr sz="800">
                <a:solidFill>
                  <a:srgbClr val="000000"/>
                </a:solidFill>
              </a:defRPr>
            </a:lvl6pPr>
            <a:lvl7pPr lvl="6" rtl="0">
              <a:lnSpc>
                <a:spcPct val="90000"/>
              </a:lnSpc>
              <a:spcBef>
                <a:spcPts val="0"/>
              </a:spcBef>
              <a:spcAft>
                <a:spcPts val="0"/>
              </a:spcAft>
              <a:buClr>
                <a:srgbClr val="000000"/>
              </a:buClr>
              <a:buSzPts val="800"/>
              <a:buNone/>
              <a:defRPr sz="800">
                <a:solidFill>
                  <a:srgbClr val="000000"/>
                </a:solidFill>
              </a:defRPr>
            </a:lvl7pPr>
            <a:lvl8pPr lvl="7" rtl="0">
              <a:lnSpc>
                <a:spcPct val="90000"/>
              </a:lnSpc>
              <a:spcBef>
                <a:spcPts val="0"/>
              </a:spcBef>
              <a:spcAft>
                <a:spcPts val="0"/>
              </a:spcAft>
              <a:buClr>
                <a:srgbClr val="000000"/>
              </a:buClr>
              <a:buSzPts val="800"/>
              <a:buNone/>
              <a:defRPr sz="800">
                <a:solidFill>
                  <a:srgbClr val="000000"/>
                </a:solidFill>
              </a:defRPr>
            </a:lvl8pPr>
            <a:lvl9pPr lvl="8" rtl="0">
              <a:lnSpc>
                <a:spcPct val="90000"/>
              </a:lnSpc>
              <a:spcBef>
                <a:spcPts val="0"/>
              </a:spcBef>
              <a:spcAft>
                <a:spcPts val="0"/>
              </a:spcAft>
              <a:buClr>
                <a:srgbClr val="000000"/>
              </a:buClr>
              <a:buSzPts val="800"/>
              <a:buNone/>
              <a:defRPr sz="800">
                <a:solidFill>
                  <a:srgbClr val="000000"/>
                </a:solidFill>
              </a:defRPr>
            </a:lvl9pPr>
          </a:lstStyle>
          <a:p/>
        </p:txBody>
      </p:sp>
      <p:sp>
        <p:nvSpPr>
          <p:cNvPr id="1171" name="Google Shape;1171;p18"/>
          <p:cNvSpPr/>
          <p:nvPr/>
        </p:nvSpPr>
        <p:spPr>
          <a:xfrm>
            <a:off x="6845744" y="4164841"/>
            <a:ext cx="3027000" cy="343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1172" name="Google Shape;1172;p18"/>
          <p:cNvSpPr txBox="1"/>
          <p:nvPr>
            <p:ph idx="8" type="subTitle"/>
          </p:nvPr>
        </p:nvSpPr>
        <p:spPr>
          <a:xfrm>
            <a:off x="6845444" y="4165591"/>
            <a:ext cx="3027600" cy="342000"/>
          </a:xfrm>
          <a:prstGeom prst="rect">
            <a:avLst/>
          </a:prstGeom>
          <a:noFill/>
          <a:ln>
            <a:noFill/>
          </a:ln>
        </p:spPr>
        <p:txBody>
          <a:bodyPr anchorCtr="0" anchor="ctr" bIns="36000" lIns="36000" spcFirstLastPara="1" rIns="36000" wrap="square" tIns="36000">
            <a:noAutofit/>
          </a:bodyPr>
          <a:lstStyle>
            <a:lvl1pPr lvl="0"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rtl="0">
              <a:lnSpc>
                <a:spcPct val="90000"/>
              </a:lnSpc>
              <a:spcBef>
                <a:spcPts val="0"/>
              </a:spcBef>
              <a:spcAft>
                <a:spcPts val="0"/>
              </a:spcAft>
              <a:buClr>
                <a:srgbClr val="000000"/>
              </a:buClr>
              <a:buSzPts val="800"/>
              <a:buNone/>
              <a:defRPr sz="800">
                <a:solidFill>
                  <a:srgbClr val="000000"/>
                </a:solidFill>
              </a:defRPr>
            </a:lvl2pPr>
            <a:lvl3pPr lvl="2" rtl="0">
              <a:lnSpc>
                <a:spcPct val="90000"/>
              </a:lnSpc>
              <a:spcBef>
                <a:spcPts val="0"/>
              </a:spcBef>
              <a:spcAft>
                <a:spcPts val="0"/>
              </a:spcAft>
              <a:buClr>
                <a:srgbClr val="000000"/>
              </a:buClr>
              <a:buSzPts val="800"/>
              <a:buNone/>
              <a:defRPr sz="800">
                <a:solidFill>
                  <a:srgbClr val="000000"/>
                </a:solidFill>
              </a:defRPr>
            </a:lvl3pPr>
            <a:lvl4pPr lvl="3" rtl="0">
              <a:lnSpc>
                <a:spcPct val="90000"/>
              </a:lnSpc>
              <a:spcBef>
                <a:spcPts val="0"/>
              </a:spcBef>
              <a:spcAft>
                <a:spcPts val="0"/>
              </a:spcAft>
              <a:buClr>
                <a:srgbClr val="000000"/>
              </a:buClr>
              <a:buSzPts val="800"/>
              <a:buNone/>
              <a:defRPr sz="800">
                <a:solidFill>
                  <a:srgbClr val="000000"/>
                </a:solidFill>
              </a:defRPr>
            </a:lvl4pPr>
            <a:lvl5pPr lvl="4" rtl="0">
              <a:lnSpc>
                <a:spcPct val="90000"/>
              </a:lnSpc>
              <a:spcBef>
                <a:spcPts val="0"/>
              </a:spcBef>
              <a:spcAft>
                <a:spcPts val="0"/>
              </a:spcAft>
              <a:buClr>
                <a:srgbClr val="000000"/>
              </a:buClr>
              <a:buSzPts val="800"/>
              <a:buNone/>
              <a:defRPr sz="800">
                <a:solidFill>
                  <a:srgbClr val="000000"/>
                </a:solidFill>
              </a:defRPr>
            </a:lvl5pPr>
            <a:lvl6pPr lvl="5" rtl="0">
              <a:lnSpc>
                <a:spcPct val="90000"/>
              </a:lnSpc>
              <a:spcBef>
                <a:spcPts val="0"/>
              </a:spcBef>
              <a:spcAft>
                <a:spcPts val="0"/>
              </a:spcAft>
              <a:buClr>
                <a:srgbClr val="000000"/>
              </a:buClr>
              <a:buSzPts val="800"/>
              <a:buNone/>
              <a:defRPr sz="800">
                <a:solidFill>
                  <a:srgbClr val="000000"/>
                </a:solidFill>
              </a:defRPr>
            </a:lvl6pPr>
            <a:lvl7pPr lvl="6" rtl="0">
              <a:lnSpc>
                <a:spcPct val="90000"/>
              </a:lnSpc>
              <a:spcBef>
                <a:spcPts val="0"/>
              </a:spcBef>
              <a:spcAft>
                <a:spcPts val="0"/>
              </a:spcAft>
              <a:buClr>
                <a:srgbClr val="000000"/>
              </a:buClr>
              <a:buSzPts val="800"/>
              <a:buNone/>
              <a:defRPr sz="800">
                <a:solidFill>
                  <a:srgbClr val="000000"/>
                </a:solidFill>
              </a:defRPr>
            </a:lvl7pPr>
            <a:lvl8pPr lvl="7" rtl="0">
              <a:lnSpc>
                <a:spcPct val="90000"/>
              </a:lnSpc>
              <a:spcBef>
                <a:spcPts val="0"/>
              </a:spcBef>
              <a:spcAft>
                <a:spcPts val="0"/>
              </a:spcAft>
              <a:buClr>
                <a:srgbClr val="000000"/>
              </a:buClr>
              <a:buSzPts val="800"/>
              <a:buNone/>
              <a:defRPr sz="800">
                <a:solidFill>
                  <a:srgbClr val="000000"/>
                </a:solidFill>
              </a:defRPr>
            </a:lvl8pPr>
            <a:lvl9pPr lvl="8" rtl="0">
              <a:lnSpc>
                <a:spcPct val="90000"/>
              </a:lnSpc>
              <a:spcBef>
                <a:spcPts val="0"/>
              </a:spcBef>
              <a:spcAft>
                <a:spcPts val="0"/>
              </a:spcAft>
              <a:buClr>
                <a:srgbClr val="000000"/>
              </a:buClr>
              <a:buSzPts val="800"/>
              <a:buNone/>
              <a:defRPr sz="800">
                <a:solidFill>
                  <a:srgbClr val="000000"/>
                </a:solidFill>
              </a:defRPr>
            </a:lvl9pPr>
          </a:lstStyle>
          <a:p/>
        </p:txBody>
      </p:sp>
      <p:sp>
        <p:nvSpPr>
          <p:cNvPr id="1173" name="Google Shape;1173;p18"/>
          <p:cNvSpPr/>
          <p:nvPr/>
        </p:nvSpPr>
        <p:spPr>
          <a:xfrm>
            <a:off x="2277739" y="663750"/>
            <a:ext cx="88500" cy="1089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74" name="Google Shape;1174;p18"/>
          <p:cNvCxnSpPr/>
          <p:nvPr/>
        </p:nvCxnSpPr>
        <p:spPr>
          <a:xfrm rot="10800000">
            <a:off x="5256600" y="2854252"/>
            <a:ext cx="4608000" cy="0"/>
          </a:xfrm>
          <a:prstGeom prst="straightConnector1">
            <a:avLst/>
          </a:prstGeom>
          <a:noFill/>
          <a:ln cap="flat" cmpd="sng" w="19050">
            <a:solidFill>
              <a:srgbClr val="B7B7B7"/>
            </a:solidFill>
            <a:prstDash val="solid"/>
            <a:round/>
            <a:headEnd len="med" w="med" type="none"/>
            <a:tailEnd len="med" w="med" type="none"/>
          </a:ln>
        </p:spPr>
      </p:cxnSp>
      <p:cxnSp>
        <p:nvCxnSpPr>
          <p:cNvPr id="1175" name="Google Shape;1175;p18"/>
          <p:cNvCxnSpPr/>
          <p:nvPr/>
        </p:nvCxnSpPr>
        <p:spPr>
          <a:xfrm flipH="1">
            <a:off x="285421" y="5302428"/>
            <a:ext cx="4690200" cy="11700"/>
          </a:xfrm>
          <a:prstGeom prst="straightConnector1">
            <a:avLst/>
          </a:prstGeom>
          <a:noFill/>
          <a:ln cap="flat" cmpd="sng" w="19050">
            <a:solidFill>
              <a:srgbClr val="B7B7B7"/>
            </a:solidFill>
            <a:prstDash val="solid"/>
            <a:round/>
            <a:headEnd len="med" w="med" type="none"/>
            <a:tailEnd len="med" w="med" type="none"/>
          </a:ln>
        </p:spPr>
      </p:cxnSp>
      <p:cxnSp>
        <p:nvCxnSpPr>
          <p:cNvPr id="1176" name="Google Shape;1176;p18"/>
          <p:cNvCxnSpPr/>
          <p:nvPr/>
        </p:nvCxnSpPr>
        <p:spPr>
          <a:xfrm rot="10800000">
            <a:off x="5256600" y="4736459"/>
            <a:ext cx="4608000" cy="0"/>
          </a:xfrm>
          <a:prstGeom prst="straightConnector1">
            <a:avLst/>
          </a:prstGeom>
          <a:noFill/>
          <a:ln cap="flat" cmpd="sng" w="19050">
            <a:solidFill>
              <a:srgbClr val="B7B7B7"/>
            </a:solidFill>
            <a:prstDash val="solid"/>
            <a:round/>
            <a:headEnd len="med" w="med" type="none"/>
            <a:tailEnd len="med" w="med" type="none"/>
          </a:ln>
        </p:spPr>
      </p:cxnSp>
      <p:sp>
        <p:nvSpPr>
          <p:cNvPr id="1177" name="Google Shape;1177;p18"/>
          <p:cNvSpPr txBox="1"/>
          <p:nvPr/>
        </p:nvSpPr>
        <p:spPr>
          <a:xfrm>
            <a:off x="5219407" y="5008962"/>
            <a:ext cx="1562400" cy="232500"/>
          </a:xfrm>
          <a:prstGeom prst="rect">
            <a:avLst/>
          </a:prstGeom>
          <a:noFill/>
          <a:ln>
            <a:noFill/>
          </a:ln>
        </p:spPr>
        <p:txBody>
          <a:bodyPr anchorCtr="0" anchor="ctr" bIns="0" lIns="0" spcFirstLastPara="1" rIns="0" wrap="square" tIns="0">
            <a:noAutofit/>
          </a:bodyPr>
          <a:lstStyle/>
          <a:p>
            <a:pPr indent="0" lvl="0" marL="0" rtl="0" algn="r">
              <a:spcBef>
                <a:spcPts val="0"/>
              </a:spcBef>
              <a:spcAft>
                <a:spcPts val="0"/>
              </a:spcAft>
              <a:buNone/>
            </a:pPr>
            <a:r>
              <a:rPr b="1" lang="es-419" sz="1000">
                <a:latin typeface="Arvo"/>
                <a:ea typeface="Arvo"/>
                <a:cs typeface="Arvo"/>
                <a:sym typeface="Arvo"/>
              </a:rPr>
              <a:t>Meta empresa:</a:t>
            </a:r>
            <a:endParaRPr b="1" sz="1000">
              <a:latin typeface="Arvo"/>
              <a:ea typeface="Arvo"/>
              <a:cs typeface="Arvo"/>
              <a:sym typeface="Arvo"/>
            </a:endParaRPr>
          </a:p>
          <a:p>
            <a:pPr indent="0" lvl="0" marL="0" rtl="0" algn="r">
              <a:spcBef>
                <a:spcPts val="0"/>
              </a:spcBef>
              <a:spcAft>
                <a:spcPts val="0"/>
              </a:spcAft>
              <a:buNone/>
            </a:pPr>
            <a:r>
              <a:rPr b="1" lang="es-419" sz="700">
                <a:latin typeface="Arvo"/>
                <a:ea typeface="Arvo"/>
                <a:cs typeface="Arvo"/>
                <a:sym typeface="Arvo"/>
              </a:rPr>
              <a:t>[Meta = &lt;sustantivo&gt;&lt;adjetivo&gt;]</a:t>
            </a:r>
            <a:endParaRPr b="1" sz="700">
              <a:latin typeface="Arvo"/>
              <a:ea typeface="Arvo"/>
              <a:cs typeface="Arvo"/>
              <a:sym typeface="Arvo"/>
            </a:endParaRPr>
          </a:p>
          <a:p>
            <a:pPr indent="0" lvl="0" marL="0" rtl="0" algn="r">
              <a:spcBef>
                <a:spcPts val="0"/>
              </a:spcBef>
              <a:spcAft>
                <a:spcPts val="0"/>
              </a:spcAft>
              <a:buNone/>
            </a:pPr>
            <a:r>
              <a:rPr b="1" i="1" lang="es-419" sz="600">
                <a:latin typeface="Arvo"/>
                <a:ea typeface="Arvo"/>
                <a:cs typeface="Arvo"/>
                <a:sym typeface="Arvo"/>
              </a:rPr>
              <a:t> </a:t>
            </a:r>
            <a:r>
              <a:rPr i="1" lang="es-419" sz="600">
                <a:solidFill>
                  <a:srgbClr val="666666"/>
                </a:solidFill>
                <a:latin typeface="Arvo"/>
                <a:ea typeface="Arvo"/>
                <a:cs typeface="Arvo"/>
                <a:sym typeface="Arvo"/>
              </a:rPr>
              <a:t>&lt;ej: Cita reservada&gt;</a:t>
            </a:r>
            <a:endParaRPr i="1" sz="600">
              <a:solidFill>
                <a:srgbClr val="666666"/>
              </a:solidFill>
              <a:latin typeface="Arvo"/>
              <a:ea typeface="Arvo"/>
              <a:cs typeface="Arvo"/>
              <a:sym typeface="Arvo"/>
            </a:endParaRPr>
          </a:p>
        </p:txBody>
      </p:sp>
      <p:sp>
        <p:nvSpPr>
          <p:cNvPr id="1178" name="Google Shape;1178;p18"/>
          <p:cNvSpPr/>
          <p:nvPr/>
        </p:nvSpPr>
        <p:spPr>
          <a:xfrm>
            <a:off x="6845744" y="4953462"/>
            <a:ext cx="3027000" cy="343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1179" name="Google Shape;1179;p18"/>
          <p:cNvSpPr txBox="1"/>
          <p:nvPr/>
        </p:nvSpPr>
        <p:spPr>
          <a:xfrm>
            <a:off x="5242847" y="5457113"/>
            <a:ext cx="1562400" cy="400200"/>
          </a:xfrm>
          <a:prstGeom prst="rect">
            <a:avLst/>
          </a:prstGeom>
          <a:noFill/>
          <a:ln>
            <a:noFill/>
          </a:ln>
        </p:spPr>
        <p:txBody>
          <a:bodyPr anchorCtr="0" anchor="ctr" bIns="0" lIns="0" spcFirstLastPara="1" rIns="0" wrap="square" tIns="0">
            <a:spAutoFit/>
          </a:bodyPr>
          <a:lstStyle/>
          <a:p>
            <a:pPr indent="0" lvl="0" marL="0" rtl="0" algn="r">
              <a:lnSpc>
                <a:spcPct val="100000"/>
              </a:lnSpc>
              <a:spcBef>
                <a:spcPts val="0"/>
              </a:spcBef>
              <a:spcAft>
                <a:spcPts val="0"/>
              </a:spcAft>
              <a:buNone/>
            </a:pPr>
            <a:r>
              <a:rPr b="1" lang="es-419" sz="1000">
                <a:latin typeface="Arvo"/>
                <a:ea typeface="Arvo"/>
                <a:cs typeface="Arvo"/>
                <a:sym typeface="Arvo"/>
              </a:rPr>
              <a:t>Actividad que consigue la meta de la empresa: </a:t>
            </a:r>
            <a:r>
              <a:rPr i="1" lang="es-419" sz="600">
                <a:solidFill>
                  <a:srgbClr val="666666"/>
                </a:solidFill>
                <a:latin typeface="Arvo"/>
                <a:ea typeface="Arvo"/>
                <a:cs typeface="Arvo"/>
                <a:sym typeface="Arvo"/>
              </a:rPr>
              <a:t>&lt;ej:  Recibir producto&gt;</a:t>
            </a:r>
            <a:endParaRPr i="1" sz="600">
              <a:solidFill>
                <a:srgbClr val="666666"/>
              </a:solidFill>
              <a:latin typeface="Arvo"/>
              <a:ea typeface="Arvo"/>
              <a:cs typeface="Arvo"/>
              <a:sym typeface="Arvo"/>
            </a:endParaRPr>
          </a:p>
        </p:txBody>
      </p:sp>
      <p:sp>
        <p:nvSpPr>
          <p:cNvPr id="1180" name="Google Shape;1180;p18"/>
          <p:cNvSpPr txBox="1"/>
          <p:nvPr/>
        </p:nvSpPr>
        <p:spPr>
          <a:xfrm>
            <a:off x="5242834" y="6020920"/>
            <a:ext cx="1562400" cy="405600"/>
          </a:xfrm>
          <a:prstGeom prst="rect">
            <a:avLst/>
          </a:prstGeom>
          <a:noFill/>
          <a:ln>
            <a:noFill/>
          </a:ln>
        </p:spPr>
        <p:txBody>
          <a:bodyPr anchorCtr="0" anchor="ctr" bIns="0" lIns="0" spcFirstLastPara="1" rIns="0" wrap="square" tIns="0">
            <a:spAutoFit/>
          </a:bodyPr>
          <a:lstStyle/>
          <a:p>
            <a:pPr indent="0" lvl="0" marL="0" rtl="0" algn="r">
              <a:lnSpc>
                <a:spcPct val="85000"/>
              </a:lnSpc>
              <a:spcBef>
                <a:spcPts val="0"/>
              </a:spcBef>
              <a:spcAft>
                <a:spcPts val="0"/>
              </a:spcAft>
              <a:buNone/>
            </a:pPr>
            <a:r>
              <a:rPr b="1" lang="es-419" sz="1000">
                <a:latin typeface="Arvo"/>
                <a:ea typeface="Arvo"/>
                <a:cs typeface="Arvo"/>
                <a:sym typeface="Arvo"/>
              </a:rPr>
              <a:t>Narrativa actividad de la meta de la empresa:</a:t>
            </a:r>
            <a:r>
              <a:rPr lang="es-419" sz="700">
                <a:solidFill>
                  <a:srgbClr val="666666"/>
                </a:solidFill>
                <a:latin typeface="Arvo"/>
                <a:ea typeface="Arvo"/>
                <a:cs typeface="Arvo"/>
                <a:sym typeface="Arvo"/>
              </a:rPr>
              <a:t>  </a:t>
            </a:r>
            <a:r>
              <a:rPr i="1" lang="es-419" sz="600">
                <a:solidFill>
                  <a:srgbClr val="666666"/>
                </a:solidFill>
                <a:latin typeface="Arvo"/>
                <a:ea typeface="Arvo"/>
                <a:cs typeface="Arvo"/>
                <a:sym typeface="Arvo"/>
              </a:rPr>
              <a:t>&lt;El cliente realiza el pago&gt;</a:t>
            </a:r>
            <a:r>
              <a:rPr b="1" lang="es-419" sz="1100">
                <a:latin typeface="Arvo"/>
                <a:ea typeface="Arvo"/>
                <a:cs typeface="Arvo"/>
                <a:sym typeface="Arvo"/>
              </a:rPr>
              <a:t> </a:t>
            </a:r>
            <a:endParaRPr sz="800">
              <a:solidFill>
                <a:srgbClr val="666666"/>
              </a:solidFill>
              <a:latin typeface="Arvo"/>
              <a:ea typeface="Arvo"/>
              <a:cs typeface="Arvo"/>
              <a:sym typeface="Arvo"/>
            </a:endParaRPr>
          </a:p>
        </p:txBody>
      </p:sp>
      <p:sp>
        <p:nvSpPr>
          <p:cNvPr id="1181" name="Google Shape;1181;p18"/>
          <p:cNvSpPr txBox="1"/>
          <p:nvPr>
            <p:ph idx="9" type="subTitle"/>
          </p:nvPr>
        </p:nvSpPr>
        <p:spPr>
          <a:xfrm>
            <a:off x="6845444" y="4954212"/>
            <a:ext cx="3027600" cy="342000"/>
          </a:xfrm>
          <a:prstGeom prst="rect">
            <a:avLst/>
          </a:prstGeom>
          <a:noFill/>
          <a:ln>
            <a:noFill/>
          </a:ln>
        </p:spPr>
        <p:txBody>
          <a:bodyPr anchorCtr="0" anchor="ctr" bIns="36000" lIns="36000" spcFirstLastPara="1" rIns="36000" wrap="square" tIns="36000">
            <a:noAutofit/>
          </a:bodyPr>
          <a:lstStyle>
            <a:lvl1pPr lvl="0"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rtl="0">
              <a:lnSpc>
                <a:spcPct val="90000"/>
              </a:lnSpc>
              <a:spcBef>
                <a:spcPts val="0"/>
              </a:spcBef>
              <a:spcAft>
                <a:spcPts val="0"/>
              </a:spcAft>
              <a:buClr>
                <a:srgbClr val="000000"/>
              </a:buClr>
              <a:buSzPts val="800"/>
              <a:buNone/>
              <a:defRPr sz="800">
                <a:solidFill>
                  <a:srgbClr val="000000"/>
                </a:solidFill>
              </a:defRPr>
            </a:lvl2pPr>
            <a:lvl3pPr lvl="2" rtl="0">
              <a:lnSpc>
                <a:spcPct val="90000"/>
              </a:lnSpc>
              <a:spcBef>
                <a:spcPts val="0"/>
              </a:spcBef>
              <a:spcAft>
                <a:spcPts val="0"/>
              </a:spcAft>
              <a:buClr>
                <a:srgbClr val="000000"/>
              </a:buClr>
              <a:buSzPts val="800"/>
              <a:buNone/>
              <a:defRPr sz="800">
                <a:solidFill>
                  <a:srgbClr val="000000"/>
                </a:solidFill>
              </a:defRPr>
            </a:lvl3pPr>
            <a:lvl4pPr lvl="3" rtl="0">
              <a:lnSpc>
                <a:spcPct val="90000"/>
              </a:lnSpc>
              <a:spcBef>
                <a:spcPts val="0"/>
              </a:spcBef>
              <a:spcAft>
                <a:spcPts val="0"/>
              </a:spcAft>
              <a:buClr>
                <a:srgbClr val="000000"/>
              </a:buClr>
              <a:buSzPts val="800"/>
              <a:buNone/>
              <a:defRPr sz="800">
                <a:solidFill>
                  <a:srgbClr val="000000"/>
                </a:solidFill>
              </a:defRPr>
            </a:lvl4pPr>
            <a:lvl5pPr lvl="4" rtl="0">
              <a:lnSpc>
                <a:spcPct val="90000"/>
              </a:lnSpc>
              <a:spcBef>
                <a:spcPts val="0"/>
              </a:spcBef>
              <a:spcAft>
                <a:spcPts val="0"/>
              </a:spcAft>
              <a:buClr>
                <a:srgbClr val="000000"/>
              </a:buClr>
              <a:buSzPts val="800"/>
              <a:buNone/>
              <a:defRPr sz="800">
                <a:solidFill>
                  <a:srgbClr val="000000"/>
                </a:solidFill>
              </a:defRPr>
            </a:lvl5pPr>
            <a:lvl6pPr lvl="5" rtl="0">
              <a:lnSpc>
                <a:spcPct val="90000"/>
              </a:lnSpc>
              <a:spcBef>
                <a:spcPts val="0"/>
              </a:spcBef>
              <a:spcAft>
                <a:spcPts val="0"/>
              </a:spcAft>
              <a:buClr>
                <a:srgbClr val="000000"/>
              </a:buClr>
              <a:buSzPts val="800"/>
              <a:buNone/>
              <a:defRPr sz="800">
                <a:solidFill>
                  <a:srgbClr val="000000"/>
                </a:solidFill>
              </a:defRPr>
            </a:lvl6pPr>
            <a:lvl7pPr lvl="6" rtl="0">
              <a:lnSpc>
                <a:spcPct val="90000"/>
              </a:lnSpc>
              <a:spcBef>
                <a:spcPts val="0"/>
              </a:spcBef>
              <a:spcAft>
                <a:spcPts val="0"/>
              </a:spcAft>
              <a:buClr>
                <a:srgbClr val="000000"/>
              </a:buClr>
              <a:buSzPts val="800"/>
              <a:buNone/>
              <a:defRPr sz="800">
                <a:solidFill>
                  <a:srgbClr val="000000"/>
                </a:solidFill>
              </a:defRPr>
            </a:lvl7pPr>
            <a:lvl8pPr lvl="7" rtl="0">
              <a:lnSpc>
                <a:spcPct val="90000"/>
              </a:lnSpc>
              <a:spcBef>
                <a:spcPts val="0"/>
              </a:spcBef>
              <a:spcAft>
                <a:spcPts val="0"/>
              </a:spcAft>
              <a:buClr>
                <a:srgbClr val="000000"/>
              </a:buClr>
              <a:buSzPts val="800"/>
              <a:buNone/>
              <a:defRPr sz="800">
                <a:solidFill>
                  <a:srgbClr val="000000"/>
                </a:solidFill>
              </a:defRPr>
            </a:lvl8pPr>
            <a:lvl9pPr lvl="8" rtl="0">
              <a:lnSpc>
                <a:spcPct val="90000"/>
              </a:lnSpc>
              <a:spcBef>
                <a:spcPts val="0"/>
              </a:spcBef>
              <a:spcAft>
                <a:spcPts val="0"/>
              </a:spcAft>
              <a:buClr>
                <a:srgbClr val="000000"/>
              </a:buClr>
              <a:buSzPts val="800"/>
              <a:buNone/>
              <a:defRPr sz="800">
                <a:solidFill>
                  <a:srgbClr val="000000"/>
                </a:solidFill>
              </a:defRPr>
            </a:lvl9pPr>
          </a:lstStyle>
          <a:p/>
        </p:txBody>
      </p:sp>
      <p:sp>
        <p:nvSpPr>
          <p:cNvPr id="1182" name="Google Shape;1182;p18"/>
          <p:cNvSpPr/>
          <p:nvPr/>
        </p:nvSpPr>
        <p:spPr>
          <a:xfrm>
            <a:off x="6845744" y="5485463"/>
            <a:ext cx="3027000" cy="343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1183" name="Google Shape;1183;p18"/>
          <p:cNvSpPr txBox="1"/>
          <p:nvPr>
            <p:ph idx="13" type="subTitle"/>
          </p:nvPr>
        </p:nvSpPr>
        <p:spPr>
          <a:xfrm>
            <a:off x="6845444" y="5486213"/>
            <a:ext cx="3027600" cy="342000"/>
          </a:xfrm>
          <a:prstGeom prst="rect">
            <a:avLst/>
          </a:prstGeom>
          <a:noFill/>
          <a:ln>
            <a:noFill/>
          </a:ln>
        </p:spPr>
        <p:txBody>
          <a:bodyPr anchorCtr="0" anchor="ctr" bIns="36000" lIns="36000" spcFirstLastPara="1" rIns="36000" wrap="square" tIns="36000">
            <a:noAutofit/>
          </a:bodyPr>
          <a:lstStyle>
            <a:lvl1pPr lvl="0"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rtl="0">
              <a:lnSpc>
                <a:spcPct val="90000"/>
              </a:lnSpc>
              <a:spcBef>
                <a:spcPts val="0"/>
              </a:spcBef>
              <a:spcAft>
                <a:spcPts val="0"/>
              </a:spcAft>
              <a:buClr>
                <a:srgbClr val="000000"/>
              </a:buClr>
              <a:buSzPts val="800"/>
              <a:buNone/>
              <a:defRPr sz="800">
                <a:solidFill>
                  <a:srgbClr val="000000"/>
                </a:solidFill>
              </a:defRPr>
            </a:lvl2pPr>
            <a:lvl3pPr lvl="2" rtl="0">
              <a:lnSpc>
                <a:spcPct val="90000"/>
              </a:lnSpc>
              <a:spcBef>
                <a:spcPts val="0"/>
              </a:spcBef>
              <a:spcAft>
                <a:spcPts val="0"/>
              </a:spcAft>
              <a:buClr>
                <a:srgbClr val="000000"/>
              </a:buClr>
              <a:buSzPts val="800"/>
              <a:buNone/>
              <a:defRPr sz="800">
                <a:solidFill>
                  <a:srgbClr val="000000"/>
                </a:solidFill>
              </a:defRPr>
            </a:lvl3pPr>
            <a:lvl4pPr lvl="3" rtl="0">
              <a:lnSpc>
                <a:spcPct val="90000"/>
              </a:lnSpc>
              <a:spcBef>
                <a:spcPts val="0"/>
              </a:spcBef>
              <a:spcAft>
                <a:spcPts val="0"/>
              </a:spcAft>
              <a:buClr>
                <a:srgbClr val="000000"/>
              </a:buClr>
              <a:buSzPts val="800"/>
              <a:buNone/>
              <a:defRPr sz="800">
                <a:solidFill>
                  <a:srgbClr val="000000"/>
                </a:solidFill>
              </a:defRPr>
            </a:lvl4pPr>
            <a:lvl5pPr lvl="4" rtl="0">
              <a:lnSpc>
                <a:spcPct val="90000"/>
              </a:lnSpc>
              <a:spcBef>
                <a:spcPts val="0"/>
              </a:spcBef>
              <a:spcAft>
                <a:spcPts val="0"/>
              </a:spcAft>
              <a:buClr>
                <a:srgbClr val="000000"/>
              </a:buClr>
              <a:buSzPts val="800"/>
              <a:buNone/>
              <a:defRPr sz="800">
                <a:solidFill>
                  <a:srgbClr val="000000"/>
                </a:solidFill>
              </a:defRPr>
            </a:lvl5pPr>
            <a:lvl6pPr lvl="5" rtl="0">
              <a:lnSpc>
                <a:spcPct val="90000"/>
              </a:lnSpc>
              <a:spcBef>
                <a:spcPts val="0"/>
              </a:spcBef>
              <a:spcAft>
                <a:spcPts val="0"/>
              </a:spcAft>
              <a:buClr>
                <a:srgbClr val="000000"/>
              </a:buClr>
              <a:buSzPts val="800"/>
              <a:buNone/>
              <a:defRPr sz="800">
                <a:solidFill>
                  <a:srgbClr val="000000"/>
                </a:solidFill>
              </a:defRPr>
            </a:lvl6pPr>
            <a:lvl7pPr lvl="6" rtl="0">
              <a:lnSpc>
                <a:spcPct val="90000"/>
              </a:lnSpc>
              <a:spcBef>
                <a:spcPts val="0"/>
              </a:spcBef>
              <a:spcAft>
                <a:spcPts val="0"/>
              </a:spcAft>
              <a:buClr>
                <a:srgbClr val="000000"/>
              </a:buClr>
              <a:buSzPts val="800"/>
              <a:buNone/>
              <a:defRPr sz="800">
                <a:solidFill>
                  <a:srgbClr val="000000"/>
                </a:solidFill>
              </a:defRPr>
            </a:lvl7pPr>
            <a:lvl8pPr lvl="7" rtl="0">
              <a:lnSpc>
                <a:spcPct val="90000"/>
              </a:lnSpc>
              <a:spcBef>
                <a:spcPts val="0"/>
              </a:spcBef>
              <a:spcAft>
                <a:spcPts val="0"/>
              </a:spcAft>
              <a:buClr>
                <a:srgbClr val="000000"/>
              </a:buClr>
              <a:buSzPts val="800"/>
              <a:buNone/>
              <a:defRPr sz="800">
                <a:solidFill>
                  <a:srgbClr val="000000"/>
                </a:solidFill>
              </a:defRPr>
            </a:lvl8pPr>
            <a:lvl9pPr lvl="8" rtl="0">
              <a:lnSpc>
                <a:spcPct val="90000"/>
              </a:lnSpc>
              <a:spcBef>
                <a:spcPts val="0"/>
              </a:spcBef>
              <a:spcAft>
                <a:spcPts val="0"/>
              </a:spcAft>
              <a:buClr>
                <a:srgbClr val="000000"/>
              </a:buClr>
              <a:buSzPts val="800"/>
              <a:buNone/>
              <a:defRPr sz="800">
                <a:solidFill>
                  <a:srgbClr val="000000"/>
                </a:solidFill>
              </a:defRPr>
            </a:lvl9pPr>
          </a:lstStyle>
          <a:p/>
        </p:txBody>
      </p:sp>
      <p:sp>
        <p:nvSpPr>
          <p:cNvPr id="1184" name="Google Shape;1184;p18"/>
          <p:cNvSpPr/>
          <p:nvPr/>
        </p:nvSpPr>
        <p:spPr>
          <a:xfrm>
            <a:off x="6845744" y="6051970"/>
            <a:ext cx="3027000" cy="343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1185" name="Google Shape;1185;p18"/>
          <p:cNvSpPr txBox="1"/>
          <p:nvPr>
            <p:ph idx="14" type="subTitle"/>
          </p:nvPr>
        </p:nvSpPr>
        <p:spPr>
          <a:xfrm>
            <a:off x="6845444" y="6052720"/>
            <a:ext cx="3027600" cy="342000"/>
          </a:xfrm>
          <a:prstGeom prst="rect">
            <a:avLst/>
          </a:prstGeom>
          <a:noFill/>
          <a:ln>
            <a:noFill/>
          </a:ln>
        </p:spPr>
        <p:txBody>
          <a:bodyPr anchorCtr="0" anchor="ctr" bIns="36000" lIns="36000" spcFirstLastPara="1" rIns="36000" wrap="square" tIns="36000">
            <a:noAutofit/>
          </a:bodyPr>
          <a:lstStyle>
            <a:lvl1pPr lvl="0"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rtl="0">
              <a:lnSpc>
                <a:spcPct val="90000"/>
              </a:lnSpc>
              <a:spcBef>
                <a:spcPts val="0"/>
              </a:spcBef>
              <a:spcAft>
                <a:spcPts val="0"/>
              </a:spcAft>
              <a:buClr>
                <a:srgbClr val="000000"/>
              </a:buClr>
              <a:buSzPts val="800"/>
              <a:buNone/>
              <a:defRPr sz="800">
                <a:solidFill>
                  <a:srgbClr val="000000"/>
                </a:solidFill>
              </a:defRPr>
            </a:lvl2pPr>
            <a:lvl3pPr lvl="2" rtl="0">
              <a:lnSpc>
                <a:spcPct val="90000"/>
              </a:lnSpc>
              <a:spcBef>
                <a:spcPts val="0"/>
              </a:spcBef>
              <a:spcAft>
                <a:spcPts val="0"/>
              </a:spcAft>
              <a:buClr>
                <a:srgbClr val="000000"/>
              </a:buClr>
              <a:buSzPts val="800"/>
              <a:buNone/>
              <a:defRPr sz="800">
                <a:solidFill>
                  <a:srgbClr val="000000"/>
                </a:solidFill>
              </a:defRPr>
            </a:lvl3pPr>
            <a:lvl4pPr lvl="3" rtl="0">
              <a:lnSpc>
                <a:spcPct val="90000"/>
              </a:lnSpc>
              <a:spcBef>
                <a:spcPts val="0"/>
              </a:spcBef>
              <a:spcAft>
                <a:spcPts val="0"/>
              </a:spcAft>
              <a:buClr>
                <a:srgbClr val="000000"/>
              </a:buClr>
              <a:buSzPts val="800"/>
              <a:buNone/>
              <a:defRPr sz="800">
                <a:solidFill>
                  <a:srgbClr val="000000"/>
                </a:solidFill>
              </a:defRPr>
            </a:lvl4pPr>
            <a:lvl5pPr lvl="4" rtl="0">
              <a:lnSpc>
                <a:spcPct val="90000"/>
              </a:lnSpc>
              <a:spcBef>
                <a:spcPts val="0"/>
              </a:spcBef>
              <a:spcAft>
                <a:spcPts val="0"/>
              </a:spcAft>
              <a:buClr>
                <a:srgbClr val="000000"/>
              </a:buClr>
              <a:buSzPts val="800"/>
              <a:buNone/>
              <a:defRPr sz="800">
                <a:solidFill>
                  <a:srgbClr val="000000"/>
                </a:solidFill>
              </a:defRPr>
            </a:lvl5pPr>
            <a:lvl6pPr lvl="5" rtl="0">
              <a:lnSpc>
                <a:spcPct val="90000"/>
              </a:lnSpc>
              <a:spcBef>
                <a:spcPts val="0"/>
              </a:spcBef>
              <a:spcAft>
                <a:spcPts val="0"/>
              </a:spcAft>
              <a:buClr>
                <a:srgbClr val="000000"/>
              </a:buClr>
              <a:buSzPts val="800"/>
              <a:buNone/>
              <a:defRPr sz="800">
                <a:solidFill>
                  <a:srgbClr val="000000"/>
                </a:solidFill>
              </a:defRPr>
            </a:lvl6pPr>
            <a:lvl7pPr lvl="6" rtl="0">
              <a:lnSpc>
                <a:spcPct val="90000"/>
              </a:lnSpc>
              <a:spcBef>
                <a:spcPts val="0"/>
              </a:spcBef>
              <a:spcAft>
                <a:spcPts val="0"/>
              </a:spcAft>
              <a:buClr>
                <a:srgbClr val="000000"/>
              </a:buClr>
              <a:buSzPts val="800"/>
              <a:buNone/>
              <a:defRPr sz="800">
                <a:solidFill>
                  <a:srgbClr val="000000"/>
                </a:solidFill>
              </a:defRPr>
            </a:lvl7pPr>
            <a:lvl8pPr lvl="7" rtl="0">
              <a:lnSpc>
                <a:spcPct val="90000"/>
              </a:lnSpc>
              <a:spcBef>
                <a:spcPts val="0"/>
              </a:spcBef>
              <a:spcAft>
                <a:spcPts val="0"/>
              </a:spcAft>
              <a:buClr>
                <a:srgbClr val="000000"/>
              </a:buClr>
              <a:buSzPts val="800"/>
              <a:buNone/>
              <a:defRPr sz="800">
                <a:solidFill>
                  <a:srgbClr val="000000"/>
                </a:solidFill>
              </a:defRPr>
            </a:lvl8pPr>
            <a:lvl9pPr lvl="8" rtl="0">
              <a:lnSpc>
                <a:spcPct val="90000"/>
              </a:lnSpc>
              <a:spcBef>
                <a:spcPts val="0"/>
              </a:spcBef>
              <a:spcAft>
                <a:spcPts val="0"/>
              </a:spcAft>
              <a:buClr>
                <a:srgbClr val="000000"/>
              </a:buClr>
              <a:buSzPts val="800"/>
              <a:buNone/>
              <a:defRPr sz="800">
                <a:solidFill>
                  <a:srgbClr val="000000"/>
                </a:solidFill>
              </a:defRPr>
            </a:lvl9pPr>
          </a:lstStyle>
          <a:p/>
        </p:txBody>
      </p:sp>
      <p:sp>
        <p:nvSpPr>
          <p:cNvPr id="1186" name="Google Shape;1186;p18"/>
          <p:cNvSpPr txBox="1"/>
          <p:nvPr/>
        </p:nvSpPr>
        <p:spPr>
          <a:xfrm>
            <a:off x="197034" y="5534063"/>
            <a:ext cx="1679100" cy="246300"/>
          </a:xfrm>
          <a:prstGeom prst="rect">
            <a:avLst/>
          </a:prstGeom>
          <a:noFill/>
          <a:ln>
            <a:noFill/>
          </a:ln>
        </p:spPr>
        <p:txBody>
          <a:bodyPr anchorCtr="0" anchor="ctr" bIns="0" lIns="0" spcFirstLastPara="1" rIns="0" wrap="square" tIns="0">
            <a:spAutoFit/>
          </a:bodyPr>
          <a:lstStyle/>
          <a:p>
            <a:pPr indent="0" lvl="0" marL="0" rtl="0" algn="r">
              <a:lnSpc>
                <a:spcPct val="100000"/>
              </a:lnSpc>
              <a:spcBef>
                <a:spcPts val="0"/>
              </a:spcBef>
              <a:spcAft>
                <a:spcPts val="0"/>
              </a:spcAft>
              <a:buNone/>
            </a:pPr>
            <a:r>
              <a:rPr b="1" lang="es-419" sz="1000">
                <a:latin typeface="Arvo"/>
                <a:ea typeface="Arvo"/>
                <a:cs typeface="Arvo"/>
                <a:sym typeface="Arvo"/>
              </a:rPr>
              <a:t>Precondición: </a:t>
            </a:r>
            <a:endParaRPr b="1" sz="1000">
              <a:latin typeface="Arvo"/>
              <a:ea typeface="Arvo"/>
              <a:cs typeface="Arvo"/>
              <a:sym typeface="Arvo"/>
            </a:endParaRPr>
          </a:p>
          <a:p>
            <a:pPr indent="0" lvl="0" marL="0" rtl="0" algn="r">
              <a:lnSpc>
                <a:spcPct val="100000"/>
              </a:lnSpc>
              <a:spcBef>
                <a:spcPts val="0"/>
              </a:spcBef>
              <a:spcAft>
                <a:spcPts val="0"/>
              </a:spcAft>
              <a:buNone/>
            </a:pPr>
            <a:r>
              <a:rPr i="1" lang="es-419" sz="600">
                <a:solidFill>
                  <a:srgbClr val="666666"/>
                </a:solidFill>
                <a:latin typeface="Arvo"/>
                <a:ea typeface="Arvo"/>
                <a:cs typeface="Arvo"/>
                <a:sym typeface="Arvo"/>
              </a:rPr>
              <a:t>&lt;ej: El comprador debe estar registrado&gt;</a:t>
            </a:r>
            <a:endParaRPr i="1" sz="600">
              <a:solidFill>
                <a:srgbClr val="666666"/>
              </a:solidFill>
              <a:latin typeface="Arvo"/>
              <a:ea typeface="Arvo"/>
              <a:cs typeface="Arvo"/>
              <a:sym typeface="Arvo"/>
            </a:endParaRPr>
          </a:p>
        </p:txBody>
      </p:sp>
      <p:sp>
        <p:nvSpPr>
          <p:cNvPr id="1187" name="Google Shape;1187;p18"/>
          <p:cNvSpPr txBox="1"/>
          <p:nvPr/>
        </p:nvSpPr>
        <p:spPr>
          <a:xfrm>
            <a:off x="197034" y="6086320"/>
            <a:ext cx="1679100" cy="274800"/>
          </a:xfrm>
          <a:prstGeom prst="rect">
            <a:avLst/>
          </a:prstGeom>
          <a:noFill/>
          <a:ln>
            <a:noFill/>
          </a:ln>
        </p:spPr>
        <p:txBody>
          <a:bodyPr anchorCtr="0" anchor="ctr" bIns="0" lIns="0" spcFirstLastPara="1" rIns="0" wrap="square" tIns="0">
            <a:spAutoFit/>
          </a:bodyPr>
          <a:lstStyle/>
          <a:p>
            <a:pPr indent="0" lvl="0" marL="0" rtl="0" algn="r">
              <a:lnSpc>
                <a:spcPct val="85000"/>
              </a:lnSpc>
              <a:spcBef>
                <a:spcPts val="0"/>
              </a:spcBef>
              <a:spcAft>
                <a:spcPts val="0"/>
              </a:spcAft>
              <a:buNone/>
            </a:pPr>
            <a:r>
              <a:rPr b="1" lang="es-419" sz="1000">
                <a:latin typeface="Arvo"/>
                <a:ea typeface="Arvo"/>
                <a:cs typeface="Arvo"/>
                <a:sym typeface="Arvo"/>
              </a:rPr>
              <a:t>Poscondición:</a:t>
            </a:r>
            <a:endParaRPr sz="700">
              <a:solidFill>
                <a:srgbClr val="666666"/>
              </a:solidFill>
              <a:latin typeface="Arvo"/>
              <a:ea typeface="Arvo"/>
              <a:cs typeface="Arvo"/>
              <a:sym typeface="Arvo"/>
            </a:endParaRPr>
          </a:p>
          <a:p>
            <a:pPr indent="0" lvl="0" marL="0" rtl="0" algn="r">
              <a:lnSpc>
                <a:spcPct val="85000"/>
              </a:lnSpc>
              <a:spcBef>
                <a:spcPts val="0"/>
              </a:spcBef>
              <a:spcAft>
                <a:spcPts val="0"/>
              </a:spcAft>
              <a:buNone/>
            </a:pPr>
            <a:r>
              <a:rPr lang="es-419" sz="700">
                <a:solidFill>
                  <a:srgbClr val="666666"/>
                </a:solidFill>
                <a:latin typeface="Arvo"/>
                <a:ea typeface="Arvo"/>
                <a:cs typeface="Arvo"/>
                <a:sym typeface="Arvo"/>
              </a:rPr>
              <a:t> </a:t>
            </a:r>
            <a:r>
              <a:rPr i="1" lang="es-419" sz="600">
                <a:solidFill>
                  <a:srgbClr val="666666"/>
                </a:solidFill>
                <a:latin typeface="Arvo"/>
                <a:ea typeface="Arvo"/>
                <a:cs typeface="Arvo"/>
                <a:sym typeface="Arvo"/>
              </a:rPr>
              <a:t>&lt;ej: El pago debe estar realizado&gt;</a:t>
            </a:r>
            <a:r>
              <a:rPr b="1" lang="es-419" sz="1100">
                <a:latin typeface="Arvo"/>
                <a:ea typeface="Arvo"/>
                <a:cs typeface="Arvo"/>
                <a:sym typeface="Arvo"/>
              </a:rPr>
              <a:t> </a:t>
            </a:r>
            <a:endParaRPr sz="800">
              <a:solidFill>
                <a:srgbClr val="666666"/>
              </a:solidFill>
              <a:latin typeface="Arvo"/>
              <a:ea typeface="Arvo"/>
              <a:cs typeface="Arvo"/>
              <a:sym typeface="Arvo"/>
            </a:endParaRPr>
          </a:p>
        </p:txBody>
      </p:sp>
      <p:sp>
        <p:nvSpPr>
          <p:cNvPr id="1188" name="Google Shape;1188;p18"/>
          <p:cNvSpPr/>
          <p:nvPr/>
        </p:nvSpPr>
        <p:spPr>
          <a:xfrm>
            <a:off x="1940924" y="5485463"/>
            <a:ext cx="3027000" cy="343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1189" name="Google Shape;1189;p18"/>
          <p:cNvSpPr txBox="1"/>
          <p:nvPr>
            <p:ph idx="15" type="subTitle"/>
          </p:nvPr>
        </p:nvSpPr>
        <p:spPr>
          <a:xfrm>
            <a:off x="1940624" y="5486213"/>
            <a:ext cx="3027600" cy="342000"/>
          </a:xfrm>
          <a:prstGeom prst="rect">
            <a:avLst/>
          </a:prstGeom>
          <a:noFill/>
          <a:ln>
            <a:noFill/>
          </a:ln>
        </p:spPr>
        <p:txBody>
          <a:bodyPr anchorCtr="0" anchor="ctr" bIns="36000" lIns="36000" spcFirstLastPara="1" rIns="36000" wrap="square" tIns="36000">
            <a:noAutofit/>
          </a:bodyPr>
          <a:lstStyle>
            <a:lvl1pPr lvl="0"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rtl="0">
              <a:lnSpc>
                <a:spcPct val="90000"/>
              </a:lnSpc>
              <a:spcBef>
                <a:spcPts val="0"/>
              </a:spcBef>
              <a:spcAft>
                <a:spcPts val="0"/>
              </a:spcAft>
              <a:buClr>
                <a:srgbClr val="000000"/>
              </a:buClr>
              <a:buSzPts val="800"/>
              <a:buNone/>
              <a:defRPr sz="800">
                <a:solidFill>
                  <a:srgbClr val="000000"/>
                </a:solidFill>
              </a:defRPr>
            </a:lvl2pPr>
            <a:lvl3pPr lvl="2" rtl="0">
              <a:lnSpc>
                <a:spcPct val="90000"/>
              </a:lnSpc>
              <a:spcBef>
                <a:spcPts val="0"/>
              </a:spcBef>
              <a:spcAft>
                <a:spcPts val="0"/>
              </a:spcAft>
              <a:buClr>
                <a:srgbClr val="000000"/>
              </a:buClr>
              <a:buSzPts val="800"/>
              <a:buNone/>
              <a:defRPr sz="800">
                <a:solidFill>
                  <a:srgbClr val="000000"/>
                </a:solidFill>
              </a:defRPr>
            </a:lvl3pPr>
            <a:lvl4pPr lvl="3" rtl="0">
              <a:lnSpc>
                <a:spcPct val="90000"/>
              </a:lnSpc>
              <a:spcBef>
                <a:spcPts val="0"/>
              </a:spcBef>
              <a:spcAft>
                <a:spcPts val="0"/>
              </a:spcAft>
              <a:buClr>
                <a:srgbClr val="000000"/>
              </a:buClr>
              <a:buSzPts val="800"/>
              <a:buNone/>
              <a:defRPr sz="800">
                <a:solidFill>
                  <a:srgbClr val="000000"/>
                </a:solidFill>
              </a:defRPr>
            </a:lvl4pPr>
            <a:lvl5pPr lvl="4" rtl="0">
              <a:lnSpc>
                <a:spcPct val="90000"/>
              </a:lnSpc>
              <a:spcBef>
                <a:spcPts val="0"/>
              </a:spcBef>
              <a:spcAft>
                <a:spcPts val="0"/>
              </a:spcAft>
              <a:buClr>
                <a:srgbClr val="000000"/>
              </a:buClr>
              <a:buSzPts val="800"/>
              <a:buNone/>
              <a:defRPr sz="800">
                <a:solidFill>
                  <a:srgbClr val="000000"/>
                </a:solidFill>
              </a:defRPr>
            </a:lvl5pPr>
            <a:lvl6pPr lvl="5" rtl="0">
              <a:lnSpc>
                <a:spcPct val="90000"/>
              </a:lnSpc>
              <a:spcBef>
                <a:spcPts val="0"/>
              </a:spcBef>
              <a:spcAft>
                <a:spcPts val="0"/>
              </a:spcAft>
              <a:buClr>
                <a:srgbClr val="000000"/>
              </a:buClr>
              <a:buSzPts val="800"/>
              <a:buNone/>
              <a:defRPr sz="800">
                <a:solidFill>
                  <a:srgbClr val="000000"/>
                </a:solidFill>
              </a:defRPr>
            </a:lvl6pPr>
            <a:lvl7pPr lvl="6" rtl="0">
              <a:lnSpc>
                <a:spcPct val="90000"/>
              </a:lnSpc>
              <a:spcBef>
                <a:spcPts val="0"/>
              </a:spcBef>
              <a:spcAft>
                <a:spcPts val="0"/>
              </a:spcAft>
              <a:buClr>
                <a:srgbClr val="000000"/>
              </a:buClr>
              <a:buSzPts val="800"/>
              <a:buNone/>
              <a:defRPr sz="800">
                <a:solidFill>
                  <a:srgbClr val="000000"/>
                </a:solidFill>
              </a:defRPr>
            </a:lvl7pPr>
            <a:lvl8pPr lvl="7" rtl="0">
              <a:lnSpc>
                <a:spcPct val="90000"/>
              </a:lnSpc>
              <a:spcBef>
                <a:spcPts val="0"/>
              </a:spcBef>
              <a:spcAft>
                <a:spcPts val="0"/>
              </a:spcAft>
              <a:buClr>
                <a:srgbClr val="000000"/>
              </a:buClr>
              <a:buSzPts val="800"/>
              <a:buNone/>
              <a:defRPr sz="800">
                <a:solidFill>
                  <a:srgbClr val="000000"/>
                </a:solidFill>
              </a:defRPr>
            </a:lvl8pPr>
            <a:lvl9pPr lvl="8" rtl="0">
              <a:lnSpc>
                <a:spcPct val="90000"/>
              </a:lnSpc>
              <a:spcBef>
                <a:spcPts val="0"/>
              </a:spcBef>
              <a:spcAft>
                <a:spcPts val="0"/>
              </a:spcAft>
              <a:buClr>
                <a:srgbClr val="000000"/>
              </a:buClr>
              <a:buSzPts val="800"/>
              <a:buNone/>
              <a:defRPr sz="800">
                <a:solidFill>
                  <a:srgbClr val="000000"/>
                </a:solidFill>
              </a:defRPr>
            </a:lvl9pPr>
          </a:lstStyle>
          <a:p/>
        </p:txBody>
      </p:sp>
      <p:sp>
        <p:nvSpPr>
          <p:cNvPr id="1190" name="Google Shape;1190;p18"/>
          <p:cNvSpPr/>
          <p:nvPr/>
        </p:nvSpPr>
        <p:spPr>
          <a:xfrm>
            <a:off x="1940924" y="6051970"/>
            <a:ext cx="3027000" cy="343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1191" name="Google Shape;1191;p18"/>
          <p:cNvSpPr txBox="1"/>
          <p:nvPr>
            <p:ph idx="16" type="subTitle"/>
          </p:nvPr>
        </p:nvSpPr>
        <p:spPr>
          <a:xfrm>
            <a:off x="1940624" y="6052720"/>
            <a:ext cx="3027600" cy="342000"/>
          </a:xfrm>
          <a:prstGeom prst="rect">
            <a:avLst/>
          </a:prstGeom>
          <a:noFill/>
          <a:ln>
            <a:noFill/>
          </a:ln>
        </p:spPr>
        <p:txBody>
          <a:bodyPr anchorCtr="0" anchor="ctr" bIns="36000" lIns="36000" spcFirstLastPara="1" rIns="36000" wrap="square" tIns="36000">
            <a:noAutofit/>
          </a:bodyPr>
          <a:lstStyle>
            <a:lvl1pPr lvl="0"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rtl="0">
              <a:lnSpc>
                <a:spcPct val="90000"/>
              </a:lnSpc>
              <a:spcBef>
                <a:spcPts val="0"/>
              </a:spcBef>
              <a:spcAft>
                <a:spcPts val="0"/>
              </a:spcAft>
              <a:buClr>
                <a:srgbClr val="000000"/>
              </a:buClr>
              <a:buSzPts val="800"/>
              <a:buNone/>
              <a:defRPr sz="800">
                <a:solidFill>
                  <a:srgbClr val="000000"/>
                </a:solidFill>
              </a:defRPr>
            </a:lvl2pPr>
            <a:lvl3pPr lvl="2" rtl="0">
              <a:lnSpc>
                <a:spcPct val="90000"/>
              </a:lnSpc>
              <a:spcBef>
                <a:spcPts val="0"/>
              </a:spcBef>
              <a:spcAft>
                <a:spcPts val="0"/>
              </a:spcAft>
              <a:buClr>
                <a:srgbClr val="000000"/>
              </a:buClr>
              <a:buSzPts val="800"/>
              <a:buNone/>
              <a:defRPr sz="800">
                <a:solidFill>
                  <a:srgbClr val="000000"/>
                </a:solidFill>
              </a:defRPr>
            </a:lvl3pPr>
            <a:lvl4pPr lvl="3" rtl="0">
              <a:lnSpc>
                <a:spcPct val="90000"/>
              </a:lnSpc>
              <a:spcBef>
                <a:spcPts val="0"/>
              </a:spcBef>
              <a:spcAft>
                <a:spcPts val="0"/>
              </a:spcAft>
              <a:buClr>
                <a:srgbClr val="000000"/>
              </a:buClr>
              <a:buSzPts val="800"/>
              <a:buNone/>
              <a:defRPr sz="800">
                <a:solidFill>
                  <a:srgbClr val="000000"/>
                </a:solidFill>
              </a:defRPr>
            </a:lvl4pPr>
            <a:lvl5pPr lvl="4" rtl="0">
              <a:lnSpc>
                <a:spcPct val="90000"/>
              </a:lnSpc>
              <a:spcBef>
                <a:spcPts val="0"/>
              </a:spcBef>
              <a:spcAft>
                <a:spcPts val="0"/>
              </a:spcAft>
              <a:buClr>
                <a:srgbClr val="000000"/>
              </a:buClr>
              <a:buSzPts val="800"/>
              <a:buNone/>
              <a:defRPr sz="800">
                <a:solidFill>
                  <a:srgbClr val="000000"/>
                </a:solidFill>
              </a:defRPr>
            </a:lvl5pPr>
            <a:lvl6pPr lvl="5" rtl="0">
              <a:lnSpc>
                <a:spcPct val="90000"/>
              </a:lnSpc>
              <a:spcBef>
                <a:spcPts val="0"/>
              </a:spcBef>
              <a:spcAft>
                <a:spcPts val="0"/>
              </a:spcAft>
              <a:buClr>
                <a:srgbClr val="000000"/>
              </a:buClr>
              <a:buSzPts val="800"/>
              <a:buNone/>
              <a:defRPr sz="800">
                <a:solidFill>
                  <a:srgbClr val="000000"/>
                </a:solidFill>
              </a:defRPr>
            </a:lvl6pPr>
            <a:lvl7pPr lvl="6" rtl="0">
              <a:lnSpc>
                <a:spcPct val="90000"/>
              </a:lnSpc>
              <a:spcBef>
                <a:spcPts val="0"/>
              </a:spcBef>
              <a:spcAft>
                <a:spcPts val="0"/>
              </a:spcAft>
              <a:buClr>
                <a:srgbClr val="000000"/>
              </a:buClr>
              <a:buSzPts val="800"/>
              <a:buNone/>
              <a:defRPr sz="800">
                <a:solidFill>
                  <a:srgbClr val="000000"/>
                </a:solidFill>
              </a:defRPr>
            </a:lvl7pPr>
            <a:lvl8pPr lvl="7" rtl="0">
              <a:lnSpc>
                <a:spcPct val="90000"/>
              </a:lnSpc>
              <a:spcBef>
                <a:spcPts val="0"/>
              </a:spcBef>
              <a:spcAft>
                <a:spcPts val="0"/>
              </a:spcAft>
              <a:buClr>
                <a:srgbClr val="000000"/>
              </a:buClr>
              <a:buSzPts val="800"/>
              <a:buNone/>
              <a:defRPr sz="800">
                <a:solidFill>
                  <a:srgbClr val="000000"/>
                </a:solidFill>
              </a:defRPr>
            </a:lvl8pPr>
            <a:lvl9pPr lvl="8" rtl="0">
              <a:lnSpc>
                <a:spcPct val="90000"/>
              </a:lnSpc>
              <a:spcBef>
                <a:spcPts val="0"/>
              </a:spcBef>
              <a:spcAft>
                <a:spcPts val="0"/>
              </a:spcAft>
              <a:buClr>
                <a:srgbClr val="000000"/>
              </a:buClr>
              <a:buSzPts val="800"/>
              <a:buNone/>
              <a:defRPr sz="800">
                <a:solidFill>
                  <a:srgbClr val="000000"/>
                </a:solidFill>
              </a:defRPr>
            </a:lvl9pPr>
          </a:lstStyle>
          <a:p/>
        </p:txBody>
      </p:sp>
      <p:sp>
        <p:nvSpPr>
          <p:cNvPr id="1192" name="Google Shape;1192;p18"/>
          <p:cNvSpPr txBox="1"/>
          <p:nvPr/>
        </p:nvSpPr>
        <p:spPr>
          <a:xfrm>
            <a:off x="197034" y="1002597"/>
            <a:ext cx="1679100" cy="246300"/>
          </a:xfrm>
          <a:prstGeom prst="rect">
            <a:avLst/>
          </a:prstGeom>
          <a:noFill/>
          <a:ln>
            <a:noFill/>
          </a:ln>
        </p:spPr>
        <p:txBody>
          <a:bodyPr anchorCtr="0" anchor="ctr" bIns="0" lIns="0" spcFirstLastPara="1" rIns="0" wrap="square" tIns="0">
            <a:spAutoFit/>
          </a:bodyPr>
          <a:lstStyle/>
          <a:p>
            <a:pPr indent="0" lvl="0" marL="0" rtl="0" algn="r">
              <a:lnSpc>
                <a:spcPct val="100000"/>
              </a:lnSpc>
              <a:spcBef>
                <a:spcPts val="0"/>
              </a:spcBef>
              <a:spcAft>
                <a:spcPts val="0"/>
              </a:spcAft>
              <a:buNone/>
            </a:pPr>
            <a:r>
              <a:rPr b="1" lang="es-419" sz="1000">
                <a:latin typeface="Arvo"/>
                <a:ea typeface="Arvo"/>
                <a:cs typeface="Arvo"/>
                <a:sym typeface="Arvo"/>
              </a:rPr>
              <a:t>Nombre del proceso: </a:t>
            </a:r>
            <a:endParaRPr b="1" sz="1000">
              <a:latin typeface="Arvo"/>
              <a:ea typeface="Arvo"/>
              <a:cs typeface="Arvo"/>
              <a:sym typeface="Arvo"/>
            </a:endParaRPr>
          </a:p>
          <a:p>
            <a:pPr indent="0" lvl="0" marL="0" rtl="0" algn="r">
              <a:lnSpc>
                <a:spcPct val="100000"/>
              </a:lnSpc>
              <a:spcBef>
                <a:spcPts val="0"/>
              </a:spcBef>
              <a:spcAft>
                <a:spcPts val="0"/>
              </a:spcAft>
              <a:buNone/>
            </a:pPr>
            <a:r>
              <a:rPr i="1" lang="es-419" sz="600">
                <a:solidFill>
                  <a:srgbClr val="666666"/>
                </a:solidFill>
                <a:latin typeface="Arvo"/>
                <a:ea typeface="Arvo"/>
                <a:cs typeface="Arvo"/>
                <a:sym typeface="Arvo"/>
              </a:rPr>
              <a:t>&lt;ej: Reserva de citas médicas&gt;</a:t>
            </a:r>
            <a:endParaRPr i="1" sz="600">
              <a:solidFill>
                <a:srgbClr val="666666"/>
              </a:solidFill>
              <a:latin typeface="Arvo"/>
              <a:ea typeface="Arvo"/>
              <a:cs typeface="Arvo"/>
              <a:sym typeface="Arvo"/>
            </a:endParaRPr>
          </a:p>
        </p:txBody>
      </p:sp>
      <p:sp>
        <p:nvSpPr>
          <p:cNvPr id="1193" name="Google Shape;1193;p18"/>
          <p:cNvSpPr txBox="1"/>
          <p:nvPr/>
        </p:nvSpPr>
        <p:spPr>
          <a:xfrm>
            <a:off x="197034" y="1496061"/>
            <a:ext cx="1679100" cy="274800"/>
          </a:xfrm>
          <a:prstGeom prst="rect">
            <a:avLst/>
          </a:prstGeom>
          <a:noFill/>
          <a:ln>
            <a:noFill/>
          </a:ln>
        </p:spPr>
        <p:txBody>
          <a:bodyPr anchorCtr="0" anchor="ctr" bIns="0" lIns="0" spcFirstLastPara="1" rIns="0" wrap="square" tIns="0">
            <a:spAutoFit/>
          </a:bodyPr>
          <a:lstStyle/>
          <a:p>
            <a:pPr indent="0" lvl="0" marL="0" rtl="0" algn="r">
              <a:lnSpc>
                <a:spcPct val="85000"/>
              </a:lnSpc>
              <a:spcBef>
                <a:spcPts val="0"/>
              </a:spcBef>
              <a:spcAft>
                <a:spcPts val="0"/>
              </a:spcAft>
              <a:buNone/>
            </a:pPr>
            <a:r>
              <a:rPr b="1" lang="es-419" sz="1000">
                <a:latin typeface="Arvo"/>
                <a:ea typeface="Arvo"/>
                <a:cs typeface="Arvo"/>
                <a:sym typeface="Arvo"/>
              </a:rPr>
              <a:t>Narrativa:</a:t>
            </a:r>
            <a:endParaRPr sz="700">
              <a:solidFill>
                <a:srgbClr val="666666"/>
              </a:solidFill>
              <a:latin typeface="Arvo"/>
              <a:ea typeface="Arvo"/>
              <a:cs typeface="Arvo"/>
              <a:sym typeface="Arvo"/>
            </a:endParaRPr>
          </a:p>
          <a:p>
            <a:pPr indent="0" lvl="0" marL="0" rtl="0" algn="r">
              <a:lnSpc>
                <a:spcPct val="85000"/>
              </a:lnSpc>
              <a:spcBef>
                <a:spcPts val="0"/>
              </a:spcBef>
              <a:spcAft>
                <a:spcPts val="0"/>
              </a:spcAft>
              <a:buNone/>
            </a:pPr>
            <a:r>
              <a:rPr lang="es-419" sz="700">
                <a:solidFill>
                  <a:srgbClr val="666666"/>
                </a:solidFill>
                <a:latin typeface="Arvo"/>
                <a:ea typeface="Arvo"/>
                <a:cs typeface="Arvo"/>
                <a:sym typeface="Arvo"/>
              </a:rPr>
              <a:t> </a:t>
            </a:r>
            <a:r>
              <a:rPr i="1" lang="es-419" sz="600">
                <a:solidFill>
                  <a:srgbClr val="666666"/>
                </a:solidFill>
                <a:latin typeface="Arvo"/>
                <a:ea typeface="Arvo"/>
                <a:cs typeface="Arvo"/>
                <a:sym typeface="Arvo"/>
              </a:rPr>
              <a:t>&lt;ej: El paciente reserva una cita&gt;</a:t>
            </a:r>
            <a:r>
              <a:rPr b="1" lang="es-419" sz="1100">
                <a:latin typeface="Arvo"/>
                <a:ea typeface="Arvo"/>
                <a:cs typeface="Arvo"/>
                <a:sym typeface="Arvo"/>
              </a:rPr>
              <a:t> </a:t>
            </a:r>
            <a:endParaRPr sz="800">
              <a:solidFill>
                <a:srgbClr val="666666"/>
              </a:solidFill>
              <a:latin typeface="Arvo"/>
              <a:ea typeface="Arvo"/>
              <a:cs typeface="Arvo"/>
              <a:sym typeface="Arvo"/>
            </a:endParaRPr>
          </a:p>
        </p:txBody>
      </p:sp>
      <p:sp>
        <p:nvSpPr>
          <p:cNvPr id="1194" name="Google Shape;1194;p18"/>
          <p:cNvSpPr/>
          <p:nvPr/>
        </p:nvSpPr>
        <p:spPr>
          <a:xfrm>
            <a:off x="1940924" y="953997"/>
            <a:ext cx="3027000" cy="343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1195" name="Google Shape;1195;p18"/>
          <p:cNvSpPr txBox="1"/>
          <p:nvPr>
            <p:ph idx="17" type="subTitle"/>
          </p:nvPr>
        </p:nvSpPr>
        <p:spPr>
          <a:xfrm>
            <a:off x="1940624" y="954747"/>
            <a:ext cx="3027600" cy="342000"/>
          </a:xfrm>
          <a:prstGeom prst="rect">
            <a:avLst/>
          </a:prstGeom>
          <a:noFill/>
          <a:ln>
            <a:noFill/>
          </a:ln>
        </p:spPr>
        <p:txBody>
          <a:bodyPr anchorCtr="0" anchor="ctr" bIns="36000" lIns="36000" spcFirstLastPara="1" rIns="36000" wrap="square" tIns="36000">
            <a:noAutofit/>
          </a:bodyPr>
          <a:lstStyle>
            <a:lvl1pPr lvl="0"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rtl="0">
              <a:lnSpc>
                <a:spcPct val="90000"/>
              </a:lnSpc>
              <a:spcBef>
                <a:spcPts val="0"/>
              </a:spcBef>
              <a:spcAft>
                <a:spcPts val="0"/>
              </a:spcAft>
              <a:buClr>
                <a:srgbClr val="000000"/>
              </a:buClr>
              <a:buSzPts val="800"/>
              <a:buNone/>
              <a:defRPr sz="800">
                <a:solidFill>
                  <a:srgbClr val="000000"/>
                </a:solidFill>
              </a:defRPr>
            </a:lvl2pPr>
            <a:lvl3pPr lvl="2" rtl="0">
              <a:lnSpc>
                <a:spcPct val="90000"/>
              </a:lnSpc>
              <a:spcBef>
                <a:spcPts val="0"/>
              </a:spcBef>
              <a:spcAft>
                <a:spcPts val="0"/>
              </a:spcAft>
              <a:buClr>
                <a:srgbClr val="000000"/>
              </a:buClr>
              <a:buSzPts val="800"/>
              <a:buNone/>
              <a:defRPr sz="800">
                <a:solidFill>
                  <a:srgbClr val="000000"/>
                </a:solidFill>
              </a:defRPr>
            </a:lvl3pPr>
            <a:lvl4pPr lvl="3" rtl="0">
              <a:lnSpc>
                <a:spcPct val="90000"/>
              </a:lnSpc>
              <a:spcBef>
                <a:spcPts val="0"/>
              </a:spcBef>
              <a:spcAft>
                <a:spcPts val="0"/>
              </a:spcAft>
              <a:buClr>
                <a:srgbClr val="000000"/>
              </a:buClr>
              <a:buSzPts val="800"/>
              <a:buNone/>
              <a:defRPr sz="800">
                <a:solidFill>
                  <a:srgbClr val="000000"/>
                </a:solidFill>
              </a:defRPr>
            </a:lvl4pPr>
            <a:lvl5pPr lvl="4" rtl="0">
              <a:lnSpc>
                <a:spcPct val="90000"/>
              </a:lnSpc>
              <a:spcBef>
                <a:spcPts val="0"/>
              </a:spcBef>
              <a:spcAft>
                <a:spcPts val="0"/>
              </a:spcAft>
              <a:buClr>
                <a:srgbClr val="000000"/>
              </a:buClr>
              <a:buSzPts val="800"/>
              <a:buNone/>
              <a:defRPr sz="800">
                <a:solidFill>
                  <a:srgbClr val="000000"/>
                </a:solidFill>
              </a:defRPr>
            </a:lvl5pPr>
            <a:lvl6pPr lvl="5" rtl="0">
              <a:lnSpc>
                <a:spcPct val="90000"/>
              </a:lnSpc>
              <a:spcBef>
                <a:spcPts val="0"/>
              </a:spcBef>
              <a:spcAft>
                <a:spcPts val="0"/>
              </a:spcAft>
              <a:buClr>
                <a:srgbClr val="000000"/>
              </a:buClr>
              <a:buSzPts val="800"/>
              <a:buNone/>
              <a:defRPr sz="800">
                <a:solidFill>
                  <a:srgbClr val="000000"/>
                </a:solidFill>
              </a:defRPr>
            </a:lvl6pPr>
            <a:lvl7pPr lvl="6" rtl="0">
              <a:lnSpc>
                <a:spcPct val="90000"/>
              </a:lnSpc>
              <a:spcBef>
                <a:spcPts val="0"/>
              </a:spcBef>
              <a:spcAft>
                <a:spcPts val="0"/>
              </a:spcAft>
              <a:buClr>
                <a:srgbClr val="000000"/>
              </a:buClr>
              <a:buSzPts val="800"/>
              <a:buNone/>
              <a:defRPr sz="800">
                <a:solidFill>
                  <a:srgbClr val="000000"/>
                </a:solidFill>
              </a:defRPr>
            </a:lvl7pPr>
            <a:lvl8pPr lvl="7" rtl="0">
              <a:lnSpc>
                <a:spcPct val="90000"/>
              </a:lnSpc>
              <a:spcBef>
                <a:spcPts val="0"/>
              </a:spcBef>
              <a:spcAft>
                <a:spcPts val="0"/>
              </a:spcAft>
              <a:buClr>
                <a:srgbClr val="000000"/>
              </a:buClr>
              <a:buSzPts val="800"/>
              <a:buNone/>
              <a:defRPr sz="800">
                <a:solidFill>
                  <a:srgbClr val="000000"/>
                </a:solidFill>
              </a:defRPr>
            </a:lvl8pPr>
            <a:lvl9pPr lvl="8" rtl="0">
              <a:lnSpc>
                <a:spcPct val="90000"/>
              </a:lnSpc>
              <a:spcBef>
                <a:spcPts val="0"/>
              </a:spcBef>
              <a:spcAft>
                <a:spcPts val="0"/>
              </a:spcAft>
              <a:buClr>
                <a:srgbClr val="000000"/>
              </a:buClr>
              <a:buSzPts val="800"/>
              <a:buNone/>
              <a:defRPr sz="800">
                <a:solidFill>
                  <a:srgbClr val="000000"/>
                </a:solidFill>
              </a:defRPr>
            </a:lvl9pPr>
          </a:lstStyle>
          <a:p/>
        </p:txBody>
      </p:sp>
      <p:sp>
        <p:nvSpPr>
          <p:cNvPr id="1196" name="Google Shape;1196;p18"/>
          <p:cNvSpPr/>
          <p:nvPr/>
        </p:nvSpPr>
        <p:spPr>
          <a:xfrm>
            <a:off x="1940924" y="1461711"/>
            <a:ext cx="3027000" cy="343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1197" name="Google Shape;1197;p18"/>
          <p:cNvSpPr txBox="1"/>
          <p:nvPr>
            <p:ph idx="18" type="subTitle"/>
          </p:nvPr>
        </p:nvSpPr>
        <p:spPr>
          <a:xfrm>
            <a:off x="1940624" y="1462461"/>
            <a:ext cx="3027600" cy="342000"/>
          </a:xfrm>
          <a:prstGeom prst="rect">
            <a:avLst/>
          </a:prstGeom>
          <a:noFill/>
          <a:ln>
            <a:noFill/>
          </a:ln>
        </p:spPr>
        <p:txBody>
          <a:bodyPr anchorCtr="0" anchor="ctr" bIns="36000" lIns="36000" spcFirstLastPara="1" rIns="36000" wrap="square" tIns="36000">
            <a:noAutofit/>
          </a:bodyPr>
          <a:lstStyle>
            <a:lvl1pPr lvl="0"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rtl="0">
              <a:lnSpc>
                <a:spcPct val="90000"/>
              </a:lnSpc>
              <a:spcBef>
                <a:spcPts val="0"/>
              </a:spcBef>
              <a:spcAft>
                <a:spcPts val="0"/>
              </a:spcAft>
              <a:buClr>
                <a:srgbClr val="000000"/>
              </a:buClr>
              <a:buSzPts val="800"/>
              <a:buNone/>
              <a:defRPr sz="800">
                <a:solidFill>
                  <a:srgbClr val="000000"/>
                </a:solidFill>
              </a:defRPr>
            </a:lvl2pPr>
            <a:lvl3pPr lvl="2" rtl="0">
              <a:lnSpc>
                <a:spcPct val="90000"/>
              </a:lnSpc>
              <a:spcBef>
                <a:spcPts val="0"/>
              </a:spcBef>
              <a:spcAft>
                <a:spcPts val="0"/>
              </a:spcAft>
              <a:buClr>
                <a:srgbClr val="000000"/>
              </a:buClr>
              <a:buSzPts val="800"/>
              <a:buNone/>
              <a:defRPr sz="800">
                <a:solidFill>
                  <a:srgbClr val="000000"/>
                </a:solidFill>
              </a:defRPr>
            </a:lvl3pPr>
            <a:lvl4pPr lvl="3" rtl="0">
              <a:lnSpc>
                <a:spcPct val="90000"/>
              </a:lnSpc>
              <a:spcBef>
                <a:spcPts val="0"/>
              </a:spcBef>
              <a:spcAft>
                <a:spcPts val="0"/>
              </a:spcAft>
              <a:buClr>
                <a:srgbClr val="000000"/>
              </a:buClr>
              <a:buSzPts val="800"/>
              <a:buNone/>
              <a:defRPr sz="800">
                <a:solidFill>
                  <a:srgbClr val="000000"/>
                </a:solidFill>
              </a:defRPr>
            </a:lvl4pPr>
            <a:lvl5pPr lvl="4" rtl="0">
              <a:lnSpc>
                <a:spcPct val="90000"/>
              </a:lnSpc>
              <a:spcBef>
                <a:spcPts val="0"/>
              </a:spcBef>
              <a:spcAft>
                <a:spcPts val="0"/>
              </a:spcAft>
              <a:buClr>
                <a:srgbClr val="000000"/>
              </a:buClr>
              <a:buSzPts val="800"/>
              <a:buNone/>
              <a:defRPr sz="800">
                <a:solidFill>
                  <a:srgbClr val="000000"/>
                </a:solidFill>
              </a:defRPr>
            </a:lvl5pPr>
            <a:lvl6pPr lvl="5" rtl="0">
              <a:lnSpc>
                <a:spcPct val="90000"/>
              </a:lnSpc>
              <a:spcBef>
                <a:spcPts val="0"/>
              </a:spcBef>
              <a:spcAft>
                <a:spcPts val="0"/>
              </a:spcAft>
              <a:buClr>
                <a:srgbClr val="000000"/>
              </a:buClr>
              <a:buSzPts val="800"/>
              <a:buNone/>
              <a:defRPr sz="800">
                <a:solidFill>
                  <a:srgbClr val="000000"/>
                </a:solidFill>
              </a:defRPr>
            </a:lvl6pPr>
            <a:lvl7pPr lvl="6" rtl="0">
              <a:lnSpc>
                <a:spcPct val="90000"/>
              </a:lnSpc>
              <a:spcBef>
                <a:spcPts val="0"/>
              </a:spcBef>
              <a:spcAft>
                <a:spcPts val="0"/>
              </a:spcAft>
              <a:buClr>
                <a:srgbClr val="000000"/>
              </a:buClr>
              <a:buSzPts val="800"/>
              <a:buNone/>
              <a:defRPr sz="800">
                <a:solidFill>
                  <a:srgbClr val="000000"/>
                </a:solidFill>
              </a:defRPr>
            </a:lvl7pPr>
            <a:lvl8pPr lvl="7" rtl="0">
              <a:lnSpc>
                <a:spcPct val="90000"/>
              </a:lnSpc>
              <a:spcBef>
                <a:spcPts val="0"/>
              </a:spcBef>
              <a:spcAft>
                <a:spcPts val="0"/>
              </a:spcAft>
              <a:buClr>
                <a:srgbClr val="000000"/>
              </a:buClr>
              <a:buSzPts val="800"/>
              <a:buNone/>
              <a:defRPr sz="800">
                <a:solidFill>
                  <a:srgbClr val="000000"/>
                </a:solidFill>
              </a:defRPr>
            </a:lvl8pPr>
            <a:lvl9pPr lvl="8" rtl="0">
              <a:lnSpc>
                <a:spcPct val="90000"/>
              </a:lnSpc>
              <a:spcBef>
                <a:spcPts val="0"/>
              </a:spcBef>
              <a:spcAft>
                <a:spcPts val="0"/>
              </a:spcAft>
              <a:buClr>
                <a:srgbClr val="000000"/>
              </a:buClr>
              <a:buSzPts val="800"/>
              <a:buNone/>
              <a:defRPr sz="800">
                <a:solidFill>
                  <a:srgbClr val="000000"/>
                </a:solidFill>
              </a:defRPr>
            </a:lvl9pPr>
          </a:lstStyle>
          <a:p/>
        </p:txBody>
      </p:sp>
      <p:sp>
        <p:nvSpPr>
          <p:cNvPr id="1198" name="Google Shape;1198;p18"/>
          <p:cNvSpPr txBox="1"/>
          <p:nvPr/>
        </p:nvSpPr>
        <p:spPr>
          <a:xfrm>
            <a:off x="197034" y="1989729"/>
            <a:ext cx="1679100" cy="1015800"/>
          </a:xfrm>
          <a:prstGeom prst="rect">
            <a:avLst/>
          </a:prstGeom>
          <a:noFill/>
          <a:ln>
            <a:noFill/>
          </a:ln>
        </p:spPr>
        <p:txBody>
          <a:bodyPr anchorCtr="0" anchor="ctr" bIns="0" lIns="0" spcFirstLastPara="1" rIns="0" wrap="square" tIns="0">
            <a:spAutoFit/>
          </a:bodyPr>
          <a:lstStyle/>
          <a:p>
            <a:pPr indent="0" lvl="0" marL="0" rtl="0" algn="r">
              <a:lnSpc>
                <a:spcPct val="100000"/>
              </a:lnSpc>
              <a:spcBef>
                <a:spcPts val="0"/>
              </a:spcBef>
              <a:spcAft>
                <a:spcPts val="0"/>
              </a:spcAft>
              <a:buNone/>
            </a:pPr>
            <a:r>
              <a:rPr b="1" lang="es-419" sz="1000">
                <a:latin typeface="Arvo"/>
                <a:ea typeface="Arvo"/>
                <a:cs typeface="Arvo"/>
                <a:sym typeface="Arvo"/>
              </a:rPr>
              <a:t>Meta del proceso:</a:t>
            </a:r>
            <a:endParaRPr b="1" sz="1000">
              <a:latin typeface="Arvo"/>
              <a:ea typeface="Arvo"/>
              <a:cs typeface="Arvo"/>
              <a:sym typeface="Arvo"/>
            </a:endParaRPr>
          </a:p>
          <a:p>
            <a:pPr indent="0" lvl="0" marL="0" rtl="0" algn="r">
              <a:lnSpc>
                <a:spcPct val="100000"/>
              </a:lnSpc>
              <a:spcBef>
                <a:spcPts val="0"/>
              </a:spcBef>
              <a:spcAft>
                <a:spcPts val="0"/>
              </a:spcAft>
              <a:buNone/>
            </a:pPr>
            <a:r>
              <a:rPr b="1" lang="es-419" sz="700">
                <a:latin typeface="Arvo"/>
                <a:ea typeface="Arvo"/>
                <a:cs typeface="Arvo"/>
                <a:sym typeface="Arvo"/>
              </a:rPr>
              <a:t>[Meta = &lt;sustantivo&gt;&lt;adjetivo&gt;]</a:t>
            </a:r>
            <a:endParaRPr b="1" sz="700">
              <a:latin typeface="Arvo"/>
              <a:ea typeface="Arvo"/>
              <a:cs typeface="Arvo"/>
              <a:sym typeface="Arvo"/>
            </a:endParaRPr>
          </a:p>
          <a:p>
            <a:pPr indent="0" lvl="0" marL="0" rtl="0" algn="r">
              <a:lnSpc>
                <a:spcPct val="100000"/>
              </a:lnSpc>
              <a:spcBef>
                <a:spcPts val="0"/>
              </a:spcBef>
              <a:spcAft>
                <a:spcPts val="0"/>
              </a:spcAft>
              <a:buNone/>
            </a:pPr>
            <a:r>
              <a:rPr lang="es-419" sz="700">
                <a:solidFill>
                  <a:srgbClr val="666666"/>
                </a:solidFill>
                <a:latin typeface="Arvo"/>
                <a:ea typeface="Arvo"/>
                <a:cs typeface="Arvo"/>
                <a:sym typeface="Arvo"/>
              </a:rPr>
              <a:t> </a:t>
            </a:r>
            <a:r>
              <a:rPr i="1" lang="es-419" sz="600">
                <a:solidFill>
                  <a:srgbClr val="666666"/>
                </a:solidFill>
                <a:latin typeface="Arvo"/>
                <a:ea typeface="Arvo"/>
                <a:cs typeface="Arvo"/>
                <a:sym typeface="Arvo"/>
              </a:rPr>
              <a:t>&lt;ej: El ej: 1% de las devoluciones de productos. </a:t>
            </a:r>
            <a:endParaRPr i="1" sz="600">
              <a:solidFill>
                <a:srgbClr val="666666"/>
              </a:solidFill>
              <a:latin typeface="Arvo"/>
              <a:ea typeface="Arvo"/>
              <a:cs typeface="Arvo"/>
              <a:sym typeface="Arvo"/>
            </a:endParaRPr>
          </a:p>
          <a:p>
            <a:pPr indent="0" lvl="0" marL="0" rtl="0" algn="r">
              <a:lnSpc>
                <a:spcPct val="100000"/>
              </a:lnSpc>
              <a:spcBef>
                <a:spcPts val="0"/>
              </a:spcBef>
              <a:spcAft>
                <a:spcPts val="0"/>
              </a:spcAft>
              <a:buNone/>
            </a:pPr>
            <a:r>
              <a:rPr i="1" lang="es-419" sz="600">
                <a:solidFill>
                  <a:srgbClr val="666666"/>
                </a:solidFill>
                <a:latin typeface="Arvo"/>
                <a:ea typeface="Arvo"/>
                <a:cs typeface="Arvo"/>
                <a:sym typeface="Arvo"/>
              </a:rPr>
              <a:t>[nota: esta meta está relacionada con la visión del negocio. se supone que los procesos ayudan a conseguir la posición esperada del negocio la cual está determinada por las metas de la empresa.]&gt;</a:t>
            </a:r>
            <a:endParaRPr sz="800">
              <a:solidFill>
                <a:srgbClr val="666666"/>
              </a:solidFill>
              <a:latin typeface="Arvo"/>
              <a:ea typeface="Arvo"/>
              <a:cs typeface="Arvo"/>
              <a:sym typeface="Arvo"/>
            </a:endParaRPr>
          </a:p>
        </p:txBody>
      </p:sp>
      <p:sp>
        <p:nvSpPr>
          <p:cNvPr id="1199" name="Google Shape;1199;p18"/>
          <p:cNvSpPr/>
          <p:nvPr/>
        </p:nvSpPr>
        <p:spPr>
          <a:xfrm>
            <a:off x="1940924" y="1984375"/>
            <a:ext cx="3027000" cy="1015800"/>
          </a:xfrm>
          <a:prstGeom prst="roundRect">
            <a:avLst>
              <a:gd fmla="val 728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1200" name="Google Shape;1200;p18"/>
          <p:cNvSpPr txBox="1"/>
          <p:nvPr>
            <p:ph idx="19" type="subTitle"/>
          </p:nvPr>
        </p:nvSpPr>
        <p:spPr>
          <a:xfrm>
            <a:off x="1940924" y="1985125"/>
            <a:ext cx="3027000" cy="1015200"/>
          </a:xfrm>
          <a:prstGeom prst="rect">
            <a:avLst/>
          </a:prstGeom>
          <a:noFill/>
          <a:ln>
            <a:noFill/>
          </a:ln>
        </p:spPr>
        <p:txBody>
          <a:bodyPr anchorCtr="0" anchor="t" bIns="36000" lIns="36000" spcFirstLastPara="1" rIns="36000" wrap="square" tIns="36000">
            <a:noAutofit/>
          </a:bodyPr>
          <a:lstStyle>
            <a:lvl1pPr lvl="0"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rtl="0">
              <a:lnSpc>
                <a:spcPct val="90000"/>
              </a:lnSpc>
              <a:spcBef>
                <a:spcPts val="0"/>
              </a:spcBef>
              <a:spcAft>
                <a:spcPts val="0"/>
              </a:spcAft>
              <a:buClr>
                <a:srgbClr val="000000"/>
              </a:buClr>
              <a:buSzPts val="800"/>
              <a:buNone/>
              <a:defRPr sz="800">
                <a:solidFill>
                  <a:srgbClr val="000000"/>
                </a:solidFill>
              </a:defRPr>
            </a:lvl2pPr>
            <a:lvl3pPr lvl="2" rtl="0">
              <a:lnSpc>
                <a:spcPct val="90000"/>
              </a:lnSpc>
              <a:spcBef>
                <a:spcPts val="0"/>
              </a:spcBef>
              <a:spcAft>
                <a:spcPts val="0"/>
              </a:spcAft>
              <a:buClr>
                <a:srgbClr val="000000"/>
              </a:buClr>
              <a:buSzPts val="800"/>
              <a:buNone/>
              <a:defRPr sz="800">
                <a:solidFill>
                  <a:srgbClr val="000000"/>
                </a:solidFill>
              </a:defRPr>
            </a:lvl3pPr>
            <a:lvl4pPr lvl="3" rtl="0">
              <a:lnSpc>
                <a:spcPct val="90000"/>
              </a:lnSpc>
              <a:spcBef>
                <a:spcPts val="0"/>
              </a:spcBef>
              <a:spcAft>
                <a:spcPts val="0"/>
              </a:spcAft>
              <a:buClr>
                <a:srgbClr val="000000"/>
              </a:buClr>
              <a:buSzPts val="800"/>
              <a:buNone/>
              <a:defRPr sz="800">
                <a:solidFill>
                  <a:srgbClr val="000000"/>
                </a:solidFill>
              </a:defRPr>
            </a:lvl4pPr>
            <a:lvl5pPr lvl="4" rtl="0">
              <a:lnSpc>
                <a:spcPct val="90000"/>
              </a:lnSpc>
              <a:spcBef>
                <a:spcPts val="0"/>
              </a:spcBef>
              <a:spcAft>
                <a:spcPts val="0"/>
              </a:spcAft>
              <a:buClr>
                <a:srgbClr val="000000"/>
              </a:buClr>
              <a:buSzPts val="800"/>
              <a:buNone/>
              <a:defRPr sz="800">
                <a:solidFill>
                  <a:srgbClr val="000000"/>
                </a:solidFill>
              </a:defRPr>
            </a:lvl5pPr>
            <a:lvl6pPr lvl="5" rtl="0">
              <a:lnSpc>
                <a:spcPct val="90000"/>
              </a:lnSpc>
              <a:spcBef>
                <a:spcPts val="0"/>
              </a:spcBef>
              <a:spcAft>
                <a:spcPts val="0"/>
              </a:spcAft>
              <a:buClr>
                <a:srgbClr val="000000"/>
              </a:buClr>
              <a:buSzPts val="800"/>
              <a:buNone/>
              <a:defRPr sz="800">
                <a:solidFill>
                  <a:srgbClr val="000000"/>
                </a:solidFill>
              </a:defRPr>
            </a:lvl6pPr>
            <a:lvl7pPr lvl="6" rtl="0">
              <a:lnSpc>
                <a:spcPct val="90000"/>
              </a:lnSpc>
              <a:spcBef>
                <a:spcPts val="0"/>
              </a:spcBef>
              <a:spcAft>
                <a:spcPts val="0"/>
              </a:spcAft>
              <a:buClr>
                <a:srgbClr val="000000"/>
              </a:buClr>
              <a:buSzPts val="800"/>
              <a:buNone/>
              <a:defRPr sz="800">
                <a:solidFill>
                  <a:srgbClr val="000000"/>
                </a:solidFill>
              </a:defRPr>
            </a:lvl7pPr>
            <a:lvl8pPr lvl="7" rtl="0">
              <a:lnSpc>
                <a:spcPct val="90000"/>
              </a:lnSpc>
              <a:spcBef>
                <a:spcPts val="0"/>
              </a:spcBef>
              <a:spcAft>
                <a:spcPts val="0"/>
              </a:spcAft>
              <a:buClr>
                <a:srgbClr val="000000"/>
              </a:buClr>
              <a:buSzPts val="800"/>
              <a:buNone/>
              <a:defRPr sz="800">
                <a:solidFill>
                  <a:srgbClr val="000000"/>
                </a:solidFill>
              </a:defRPr>
            </a:lvl8pPr>
            <a:lvl9pPr lvl="8" rtl="0">
              <a:lnSpc>
                <a:spcPct val="90000"/>
              </a:lnSpc>
              <a:spcBef>
                <a:spcPts val="0"/>
              </a:spcBef>
              <a:spcAft>
                <a:spcPts val="0"/>
              </a:spcAft>
              <a:buClr>
                <a:srgbClr val="000000"/>
              </a:buClr>
              <a:buSzPts val="800"/>
              <a:buNone/>
              <a:defRPr sz="800">
                <a:solidFill>
                  <a:srgbClr val="000000"/>
                </a:solidFill>
              </a:defRPr>
            </a:lvl9pPr>
          </a:lstStyle>
          <a:p/>
        </p:txBody>
      </p:sp>
      <p:sp>
        <p:nvSpPr>
          <p:cNvPr id="1201" name="Google Shape;1201;p18"/>
          <p:cNvSpPr txBox="1"/>
          <p:nvPr/>
        </p:nvSpPr>
        <p:spPr>
          <a:xfrm>
            <a:off x="197034" y="3149026"/>
            <a:ext cx="1679100" cy="409500"/>
          </a:xfrm>
          <a:prstGeom prst="rect">
            <a:avLst/>
          </a:prstGeom>
          <a:noFill/>
          <a:ln>
            <a:noFill/>
          </a:ln>
        </p:spPr>
        <p:txBody>
          <a:bodyPr anchorCtr="0" anchor="ctr" bIns="0" lIns="0" spcFirstLastPara="1" rIns="0" wrap="square" tIns="0">
            <a:spAutoFit/>
          </a:bodyPr>
          <a:lstStyle/>
          <a:p>
            <a:pPr indent="0" lvl="0" marL="0" rtl="0" algn="r">
              <a:lnSpc>
                <a:spcPct val="100000"/>
              </a:lnSpc>
              <a:spcBef>
                <a:spcPts val="0"/>
              </a:spcBef>
              <a:spcAft>
                <a:spcPts val="0"/>
              </a:spcAft>
              <a:buNone/>
            </a:pPr>
            <a:r>
              <a:rPr b="1" lang="es-419" sz="1000">
                <a:latin typeface="Arvo"/>
                <a:ea typeface="Arvo"/>
                <a:cs typeface="Arvo"/>
                <a:sym typeface="Arvo"/>
              </a:rPr>
              <a:t>Procesos con los que tiene relación:</a:t>
            </a:r>
            <a:endParaRPr sz="700">
              <a:solidFill>
                <a:srgbClr val="666666"/>
              </a:solidFill>
              <a:latin typeface="Arvo"/>
              <a:ea typeface="Arvo"/>
              <a:cs typeface="Arvo"/>
              <a:sym typeface="Arvo"/>
            </a:endParaRPr>
          </a:p>
          <a:p>
            <a:pPr indent="0" lvl="0" marL="0" rtl="0" algn="r">
              <a:lnSpc>
                <a:spcPct val="60000"/>
              </a:lnSpc>
              <a:spcBef>
                <a:spcPts val="0"/>
              </a:spcBef>
              <a:spcAft>
                <a:spcPts val="0"/>
              </a:spcAft>
              <a:buNone/>
            </a:pPr>
            <a:r>
              <a:rPr i="1" lang="es-419" sz="600">
                <a:solidFill>
                  <a:srgbClr val="666666"/>
                </a:solidFill>
                <a:latin typeface="Arvo"/>
                <a:ea typeface="Arvo"/>
                <a:cs typeface="Arvo"/>
                <a:sym typeface="Arvo"/>
              </a:rPr>
              <a:t>&lt;ej: Registro de compradores&gt;</a:t>
            </a:r>
            <a:r>
              <a:rPr b="1" lang="es-419" sz="1100">
                <a:latin typeface="Arvo"/>
                <a:ea typeface="Arvo"/>
                <a:cs typeface="Arvo"/>
                <a:sym typeface="Arvo"/>
              </a:rPr>
              <a:t> </a:t>
            </a:r>
            <a:endParaRPr sz="800">
              <a:solidFill>
                <a:srgbClr val="666666"/>
              </a:solidFill>
              <a:latin typeface="Arvo"/>
              <a:ea typeface="Arvo"/>
              <a:cs typeface="Arvo"/>
              <a:sym typeface="Arvo"/>
            </a:endParaRPr>
          </a:p>
        </p:txBody>
      </p:sp>
      <p:sp>
        <p:nvSpPr>
          <p:cNvPr id="1202" name="Google Shape;1202;p18"/>
          <p:cNvSpPr/>
          <p:nvPr/>
        </p:nvSpPr>
        <p:spPr>
          <a:xfrm>
            <a:off x="1940925" y="3182024"/>
            <a:ext cx="3027000" cy="9516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1203" name="Google Shape;1203;p18"/>
          <p:cNvSpPr txBox="1"/>
          <p:nvPr>
            <p:ph idx="20" type="subTitle"/>
          </p:nvPr>
        </p:nvSpPr>
        <p:spPr>
          <a:xfrm>
            <a:off x="1910382" y="3182611"/>
            <a:ext cx="3027600" cy="892800"/>
          </a:xfrm>
          <a:prstGeom prst="rect">
            <a:avLst/>
          </a:prstGeom>
          <a:noFill/>
          <a:ln>
            <a:noFill/>
          </a:ln>
        </p:spPr>
        <p:txBody>
          <a:bodyPr anchorCtr="0" anchor="t" bIns="36000" lIns="36000" spcFirstLastPara="1" rIns="36000" wrap="square" tIns="36000">
            <a:noAutofit/>
          </a:bodyPr>
          <a:lstStyle>
            <a:lvl1pPr lvl="0"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rtl="0">
              <a:lnSpc>
                <a:spcPct val="90000"/>
              </a:lnSpc>
              <a:spcBef>
                <a:spcPts val="0"/>
              </a:spcBef>
              <a:spcAft>
                <a:spcPts val="0"/>
              </a:spcAft>
              <a:buClr>
                <a:srgbClr val="000000"/>
              </a:buClr>
              <a:buSzPts val="800"/>
              <a:buNone/>
              <a:defRPr sz="800">
                <a:solidFill>
                  <a:srgbClr val="000000"/>
                </a:solidFill>
              </a:defRPr>
            </a:lvl2pPr>
            <a:lvl3pPr lvl="2" rtl="0">
              <a:lnSpc>
                <a:spcPct val="90000"/>
              </a:lnSpc>
              <a:spcBef>
                <a:spcPts val="0"/>
              </a:spcBef>
              <a:spcAft>
                <a:spcPts val="0"/>
              </a:spcAft>
              <a:buClr>
                <a:srgbClr val="000000"/>
              </a:buClr>
              <a:buSzPts val="800"/>
              <a:buNone/>
              <a:defRPr sz="800">
                <a:solidFill>
                  <a:srgbClr val="000000"/>
                </a:solidFill>
              </a:defRPr>
            </a:lvl3pPr>
            <a:lvl4pPr lvl="3" rtl="0">
              <a:lnSpc>
                <a:spcPct val="90000"/>
              </a:lnSpc>
              <a:spcBef>
                <a:spcPts val="0"/>
              </a:spcBef>
              <a:spcAft>
                <a:spcPts val="0"/>
              </a:spcAft>
              <a:buClr>
                <a:srgbClr val="000000"/>
              </a:buClr>
              <a:buSzPts val="800"/>
              <a:buNone/>
              <a:defRPr sz="800">
                <a:solidFill>
                  <a:srgbClr val="000000"/>
                </a:solidFill>
              </a:defRPr>
            </a:lvl4pPr>
            <a:lvl5pPr lvl="4" rtl="0">
              <a:lnSpc>
                <a:spcPct val="90000"/>
              </a:lnSpc>
              <a:spcBef>
                <a:spcPts val="0"/>
              </a:spcBef>
              <a:spcAft>
                <a:spcPts val="0"/>
              </a:spcAft>
              <a:buClr>
                <a:srgbClr val="000000"/>
              </a:buClr>
              <a:buSzPts val="800"/>
              <a:buNone/>
              <a:defRPr sz="800">
                <a:solidFill>
                  <a:srgbClr val="000000"/>
                </a:solidFill>
              </a:defRPr>
            </a:lvl5pPr>
            <a:lvl6pPr lvl="5" rtl="0">
              <a:lnSpc>
                <a:spcPct val="90000"/>
              </a:lnSpc>
              <a:spcBef>
                <a:spcPts val="0"/>
              </a:spcBef>
              <a:spcAft>
                <a:spcPts val="0"/>
              </a:spcAft>
              <a:buClr>
                <a:srgbClr val="000000"/>
              </a:buClr>
              <a:buSzPts val="800"/>
              <a:buNone/>
              <a:defRPr sz="800">
                <a:solidFill>
                  <a:srgbClr val="000000"/>
                </a:solidFill>
              </a:defRPr>
            </a:lvl6pPr>
            <a:lvl7pPr lvl="6" rtl="0">
              <a:lnSpc>
                <a:spcPct val="90000"/>
              </a:lnSpc>
              <a:spcBef>
                <a:spcPts val="0"/>
              </a:spcBef>
              <a:spcAft>
                <a:spcPts val="0"/>
              </a:spcAft>
              <a:buClr>
                <a:srgbClr val="000000"/>
              </a:buClr>
              <a:buSzPts val="800"/>
              <a:buNone/>
              <a:defRPr sz="800">
                <a:solidFill>
                  <a:srgbClr val="000000"/>
                </a:solidFill>
              </a:defRPr>
            </a:lvl7pPr>
            <a:lvl8pPr lvl="7" rtl="0">
              <a:lnSpc>
                <a:spcPct val="90000"/>
              </a:lnSpc>
              <a:spcBef>
                <a:spcPts val="0"/>
              </a:spcBef>
              <a:spcAft>
                <a:spcPts val="0"/>
              </a:spcAft>
              <a:buClr>
                <a:srgbClr val="000000"/>
              </a:buClr>
              <a:buSzPts val="800"/>
              <a:buNone/>
              <a:defRPr sz="800">
                <a:solidFill>
                  <a:srgbClr val="000000"/>
                </a:solidFill>
              </a:defRPr>
            </a:lvl8pPr>
            <a:lvl9pPr lvl="8" rtl="0">
              <a:lnSpc>
                <a:spcPct val="90000"/>
              </a:lnSpc>
              <a:spcBef>
                <a:spcPts val="0"/>
              </a:spcBef>
              <a:spcAft>
                <a:spcPts val="0"/>
              </a:spcAft>
              <a:buClr>
                <a:srgbClr val="000000"/>
              </a:buClr>
              <a:buSzPts val="800"/>
              <a:buNone/>
              <a:defRPr sz="800">
                <a:solidFill>
                  <a:srgbClr val="000000"/>
                </a:solidFill>
              </a:defRPr>
            </a:lvl9pPr>
          </a:lstStyle>
          <a:p/>
        </p:txBody>
      </p:sp>
      <p:sp>
        <p:nvSpPr>
          <p:cNvPr id="1204" name="Google Shape;1204;p18"/>
          <p:cNvSpPr txBox="1"/>
          <p:nvPr/>
        </p:nvSpPr>
        <p:spPr>
          <a:xfrm>
            <a:off x="197034" y="4219105"/>
            <a:ext cx="1679100" cy="892800"/>
          </a:xfrm>
          <a:prstGeom prst="rect">
            <a:avLst/>
          </a:prstGeom>
          <a:noFill/>
          <a:ln>
            <a:noFill/>
          </a:ln>
        </p:spPr>
        <p:txBody>
          <a:bodyPr anchorCtr="0" anchor="ctr" bIns="0" lIns="0" spcFirstLastPara="1" rIns="0" wrap="square" tIns="0">
            <a:spAutoFit/>
          </a:bodyPr>
          <a:lstStyle/>
          <a:p>
            <a:pPr indent="0" lvl="0" marL="0" rtl="0" algn="r">
              <a:lnSpc>
                <a:spcPct val="100000"/>
              </a:lnSpc>
              <a:spcBef>
                <a:spcPts val="0"/>
              </a:spcBef>
              <a:spcAft>
                <a:spcPts val="0"/>
              </a:spcAft>
              <a:buNone/>
            </a:pPr>
            <a:r>
              <a:rPr b="1" lang="es-419" sz="1000">
                <a:latin typeface="Arvo"/>
                <a:ea typeface="Arvo"/>
                <a:cs typeface="Arvo"/>
                <a:sym typeface="Arvo"/>
              </a:rPr>
              <a:t>Descripción proceso:</a:t>
            </a:r>
            <a:endParaRPr sz="700">
              <a:solidFill>
                <a:srgbClr val="666666"/>
              </a:solidFill>
              <a:latin typeface="Arvo"/>
              <a:ea typeface="Arvo"/>
              <a:cs typeface="Arvo"/>
              <a:sym typeface="Arvo"/>
            </a:endParaRPr>
          </a:p>
          <a:p>
            <a:pPr indent="0" lvl="0" marL="0" rtl="0" algn="r">
              <a:lnSpc>
                <a:spcPct val="80000"/>
              </a:lnSpc>
              <a:spcBef>
                <a:spcPts val="0"/>
              </a:spcBef>
              <a:spcAft>
                <a:spcPts val="0"/>
              </a:spcAft>
              <a:buNone/>
            </a:pPr>
            <a:r>
              <a:rPr i="1" lang="es-419" sz="600">
                <a:solidFill>
                  <a:srgbClr val="666666"/>
                </a:solidFill>
                <a:latin typeface="Arvo"/>
                <a:ea typeface="Arvo"/>
                <a:cs typeface="Arvo"/>
                <a:sym typeface="Arvo"/>
              </a:rPr>
              <a:t>&lt;ej: Este proceso le permite a los compradores obtener productos a muy bajo costo desde cualquier lugar y en cualquier momento, mediante este proceso los compradores pueden elegir una empresa de envíos para transportar los productos. El comprador dispone de un carro de compras, puede programar cada una de las compras y puede crear listas de preferencia.&gt;</a:t>
            </a:r>
            <a:endParaRPr sz="800">
              <a:solidFill>
                <a:srgbClr val="666666"/>
              </a:solidFill>
              <a:latin typeface="Arvo"/>
              <a:ea typeface="Arvo"/>
              <a:cs typeface="Arvo"/>
              <a:sym typeface="Arvo"/>
            </a:endParaRPr>
          </a:p>
        </p:txBody>
      </p:sp>
      <p:sp>
        <p:nvSpPr>
          <p:cNvPr id="1205" name="Google Shape;1205;p18"/>
          <p:cNvSpPr/>
          <p:nvPr/>
        </p:nvSpPr>
        <p:spPr>
          <a:xfrm>
            <a:off x="1940924" y="4252497"/>
            <a:ext cx="3027000" cy="859800"/>
          </a:xfrm>
          <a:prstGeom prst="roundRect">
            <a:avLst>
              <a:gd fmla="val 5871"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1206" name="Google Shape;1206;p18"/>
          <p:cNvSpPr txBox="1"/>
          <p:nvPr>
            <p:ph idx="21" type="subTitle"/>
          </p:nvPr>
        </p:nvSpPr>
        <p:spPr>
          <a:xfrm>
            <a:off x="1940624" y="4252497"/>
            <a:ext cx="3027600" cy="859800"/>
          </a:xfrm>
          <a:prstGeom prst="rect">
            <a:avLst/>
          </a:prstGeom>
          <a:noFill/>
          <a:ln>
            <a:noFill/>
          </a:ln>
        </p:spPr>
        <p:txBody>
          <a:bodyPr anchorCtr="0" anchor="t" bIns="36000" lIns="36000" spcFirstLastPara="1" rIns="36000" wrap="square" tIns="36000">
            <a:noAutofit/>
          </a:bodyPr>
          <a:lstStyle>
            <a:lvl1pPr lvl="0"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rtl="0">
              <a:lnSpc>
                <a:spcPct val="90000"/>
              </a:lnSpc>
              <a:spcBef>
                <a:spcPts val="0"/>
              </a:spcBef>
              <a:spcAft>
                <a:spcPts val="0"/>
              </a:spcAft>
              <a:buClr>
                <a:srgbClr val="000000"/>
              </a:buClr>
              <a:buSzPts val="800"/>
              <a:buNone/>
              <a:defRPr sz="800">
                <a:solidFill>
                  <a:srgbClr val="000000"/>
                </a:solidFill>
              </a:defRPr>
            </a:lvl2pPr>
            <a:lvl3pPr lvl="2" rtl="0">
              <a:lnSpc>
                <a:spcPct val="90000"/>
              </a:lnSpc>
              <a:spcBef>
                <a:spcPts val="0"/>
              </a:spcBef>
              <a:spcAft>
                <a:spcPts val="0"/>
              </a:spcAft>
              <a:buClr>
                <a:srgbClr val="000000"/>
              </a:buClr>
              <a:buSzPts val="800"/>
              <a:buNone/>
              <a:defRPr sz="800">
                <a:solidFill>
                  <a:srgbClr val="000000"/>
                </a:solidFill>
              </a:defRPr>
            </a:lvl3pPr>
            <a:lvl4pPr lvl="3" rtl="0">
              <a:lnSpc>
                <a:spcPct val="90000"/>
              </a:lnSpc>
              <a:spcBef>
                <a:spcPts val="0"/>
              </a:spcBef>
              <a:spcAft>
                <a:spcPts val="0"/>
              </a:spcAft>
              <a:buClr>
                <a:srgbClr val="000000"/>
              </a:buClr>
              <a:buSzPts val="800"/>
              <a:buNone/>
              <a:defRPr sz="800">
                <a:solidFill>
                  <a:srgbClr val="000000"/>
                </a:solidFill>
              </a:defRPr>
            </a:lvl4pPr>
            <a:lvl5pPr lvl="4" rtl="0">
              <a:lnSpc>
                <a:spcPct val="90000"/>
              </a:lnSpc>
              <a:spcBef>
                <a:spcPts val="0"/>
              </a:spcBef>
              <a:spcAft>
                <a:spcPts val="0"/>
              </a:spcAft>
              <a:buClr>
                <a:srgbClr val="000000"/>
              </a:buClr>
              <a:buSzPts val="800"/>
              <a:buNone/>
              <a:defRPr sz="800">
                <a:solidFill>
                  <a:srgbClr val="000000"/>
                </a:solidFill>
              </a:defRPr>
            </a:lvl5pPr>
            <a:lvl6pPr lvl="5" rtl="0">
              <a:lnSpc>
                <a:spcPct val="90000"/>
              </a:lnSpc>
              <a:spcBef>
                <a:spcPts val="0"/>
              </a:spcBef>
              <a:spcAft>
                <a:spcPts val="0"/>
              </a:spcAft>
              <a:buClr>
                <a:srgbClr val="000000"/>
              </a:buClr>
              <a:buSzPts val="800"/>
              <a:buNone/>
              <a:defRPr sz="800">
                <a:solidFill>
                  <a:srgbClr val="000000"/>
                </a:solidFill>
              </a:defRPr>
            </a:lvl6pPr>
            <a:lvl7pPr lvl="6" rtl="0">
              <a:lnSpc>
                <a:spcPct val="90000"/>
              </a:lnSpc>
              <a:spcBef>
                <a:spcPts val="0"/>
              </a:spcBef>
              <a:spcAft>
                <a:spcPts val="0"/>
              </a:spcAft>
              <a:buClr>
                <a:srgbClr val="000000"/>
              </a:buClr>
              <a:buSzPts val="800"/>
              <a:buNone/>
              <a:defRPr sz="800">
                <a:solidFill>
                  <a:srgbClr val="000000"/>
                </a:solidFill>
              </a:defRPr>
            </a:lvl7pPr>
            <a:lvl8pPr lvl="7" rtl="0">
              <a:lnSpc>
                <a:spcPct val="90000"/>
              </a:lnSpc>
              <a:spcBef>
                <a:spcPts val="0"/>
              </a:spcBef>
              <a:spcAft>
                <a:spcPts val="0"/>
              </a:spcAft>
              <a:buClr>
                <a:srgbClr val="000000"/>
              </a:buClr>
              <a:buSzPts val="800"/>
              <a:buNone/>
              <a:defRPr sz="800">
                <a:solidFill>
                  <a:srgbClr val="000000"/>
                </a:solidFill>
              </a:defRPr>
            </a:lvl8pPr>
            <a:lvl9pPr lvl="8" rtl="0">
              <a:lnSpc>
                <a:spcPct val="90000"/>
              </a:lnSpc>
              <a:spcBef>
                <a:spcPts val="0"/>
              </a:spcBef>
              <a:spcAft>
                <a:spcPts val="0"/>
              </a:spcAft>
              <a:buClr>
                <a:srgbClr val="000000"/>
              </a:buClr>
              <a:buSzPts val="800"/>
              <a:buNone/>
              <a:defRPr sz="800">
                <a:solidFill>
                  <a:srgbClr val="000000"/>
                </a:solidFill>
              </a:defRPr>
            </a:lvl9pPr>
          </a:lstStyle>
          <a:p/>
        </p:txBody>
      </p:sp>
      <p:sp>
        <p:nvSpPr>
          <p:cNvPr id="1207" name="Google Shape;1207;p18"/>
          <p:cNvSpPr txBox="1"/>
          <p:nvPr>
            <p:ph idx="22" type="body"/>
          </p:nvPr>
        </p:nvSpPr>
        <p:spPr>
          <a:xfrm>
            <a:off x="641150" y="612125"/>
            <a:ext cx="1770300" cy="160500"/>
          </a:xfrm>
          <a:prstGeom prst="rect">
            <a:avLst/>
          </a:prstGeom>
          <a:noFill/>
          <a:ln>
            <a:noFill/>
          </a:ln>
        </p:spPr>
        <p:txBody>
          <a:bodyPr anchorCtr="0" anchor="t" bIns="0" lIns="0" spcFirstLastPara="1" rIns="0" wrap="square" tIns="0">
            <a:noAutofit/>
          </a:bodyPr>
          <a:lstStyle>
            <a:lvl1pPr indent="-292100" lvl="0" marL="457200" rtl="0" algn="ctr">
              <a:spcBef>
                <a:spcPts val="0"/>
              </a:spcBef>
              <a:spcAft>
                <a:spcPts val="0"/>
              </a:spcAft>
              <a:buClr>
                <a:srgbClr val="FFFFFF"/>
              </a:buClr>
              <a:buSzPts val="1000"/>
              <a:buChar char="●"/>
              <a:defRPr sz="1000">
                <a:solidFill>
                  <a:srgbClr val="FFFFFF"/>
                </a:solidFill>
              </a:defRPr>
            </a:lvl1pPr>
            <a:lvl2pPr indent="-292100" lvl="1" marL="914400" rtl="0" algn="ctr">
              <a:spcBef>
                <a:spcPts val="0"/>
              </a:spcBef>
              <a:spcAft>
                <a:spcPts val="0"/>
              </a:spcAft>
              <a:buClr>
                <a:srgbClr val="FFFFFF"/>
              </a:buClr>
              <a:buSzPts val="1000"/>
              <a:buChar char="○"/>
              <a:defRPr sz="1000">
                <a:solidFill>
                  <a:srgbClr val="FFFFFF"/>
                </a:solidFill>
              </a:defRPr>
            </a:lvl2pPr>
            <a:lvl3pPr indent="-292100" lvl="2" marL="1371600" rtl="0" algn="ctr">
              <a:spcBef>
                <a:spcPts val="0"/>
              </a:spcBef>
              <a:spcAft>
                <a:spcPts val="0"/>
              </a:spcAft>
              <a:buClr>
                <a:srgbClr val="FFFFFF"/>
              </a:buClr>
              <a:buSzPts val="1000"/>
              <a:buChar char="■"/>
              <a:defRPr sz="1000">
                <a:solidFill>
                  <a:srgbClr val="FFFFFF"/>
                </a:solidFill>
              </a:defRPr>
            </a:lvl3pPr>
            <a:lvl4pPr indent="-292100" lvl="3" marL="1828800" rtl="0" algn="ctr">
              <a:spcBef>
                <a:spcPts val="0"/>
              </a:spcBef>
              <a:spcAft>
                <a:spcPts val="0"/>
              </a:spcAft>
              <a:buClr>
                <a:srgbClr val="FFFFFF"/>
              </a:buClr>
              <a:buSzPts val="1000"/>
              <a:buChar char="●"/>
              <a:defRPr sz="1000">
                <a:solidFill>
                  <a:srgbClr val="FFFFFF"/>
                </a:solidFill>
              </a:defRPr>
            </a:lvl4pPr>
            <a:lvl5pPr indent="-292100" lvl="4" marL="2286000" rtl="0" algn="ctr">
              <a:spcBef>
                <a:spcPts val="0"/>
              </a:spcBef>
              <a:spcAft>
                <a:spcPts val="0"/>
              </a:spcAft>
              <a:buClr>
                <a:srgbClr val="FFFFFF"/>
              </a:buClr>
              <a:buSzPts val="1000"/>
              <a:buChar char="○"/>
              <a:defRPr sz="1000">
                <a:solidFill>
                  <a:srgbClr val="FFFFFF"/>
                </a:solidFill>
              </a:defRPr>
            </a:lvl5pPr>
            <a:lvl6pPr indent="-292100" lvl="5" marL="2743200" rtl="0" algn="ctr">
              <a:spcBef>
                <a:spcPts val="0"/>
              </a:spcBef>
              <a:spcAft>
                <a:spcPts val="0"/>
              </a:spcAft>
              <a:buClr>
                <a:srgbClr val="FFFFFF"/>
              </a:buClr>
              <a:buSzPts val="1000"/>
              <a:buChar char="■"/>
              <a:defRPr sz="1000">
                <a:solidFill>
                  <a:srgbClr val="FFFFFF"/>
                </a:solidFill>
              </a:defRPr>
            </a:lvl6pPr>
            <a:lvl7pPr indent="-292100" lvl="6" marL="3200400" rtl="0" algn="ctr">
              <a:spcBef>
                <a:spcPts val="0"/>
              </a:spcBef>
              <a:spcAft>
                <a:spcPts val="0"/>
              </a:spcAft>
              <a:buClr>
                <a:srgbClr val="FFFFFF"/>
              </a:buClr>
              <a:buSzPts val="1000"/>
              <a:buChar char="●"/>
              <a:defRPr sz="1000">
                <a:solidFill>
                  <a:srgbClr val="FFFFFF"/>
                </a:solidFill>
              </a:defRPr>
            </a:lvl7pPr>
            <a:lvl8pPr indent="-292100" lvl="7" marL="3657600" rtl="0" algn="ctr">
              <a:spcBef>
                <a:spcPts val="0"/>
              </a:spcBef>
              <a:spcAft>
                <a:spcPts val="0"/>
              </a:spcAft>
              <a:buClr>
                <a:srgbClr val="FFFFFF"/>
              </a:buClr>
              <a:buSzPts val="1000"/>
              <a:buChar char="○"/>
              <a:defRPr sz="1000">
                <a:solidFill>
                  <a:srgbClr val="FFFFFF"/>
                </a:solidFill>
              </a:defRPr>
            </a:lvl8pPr>
            <a:lvl9pPr indent="-292100" lvl="8" marL="4114800" rtl="0" algn="ctr">
              <a:spcBef>
                <a:spcPts val="0"/>
              </a:spcBef>
              <a:spcAft>
                <a:spcPts val="0"/>
              </a:spcAft>
              <a:buClr>
                <a:srgbClr val="FFFFFF"/>
              </a:buClr>
              <a:buSzPts val="1000"/>
              <a:buChar char="■"/>
              <a:defRPr sz="1000">
                <a:solidFill>
                  <a:srgbClr val="FFFFFF"/>
                </a:solidFill>
              </a:defRPr>
            </a:lvl9pPr>
          </a:lstStyle>
          <a:p/>
        </p:txBody>
      </p:sp>
      <p:sp>
        <p:nvSpPr>
          <p:cNvPr id="1208" name="Google Shape;1208;p18"/>
          <p:cNvSpPr txBox="1"/>
          <p:nvPr/>
        </p:nvSpPr>
        <p:spPr>
          <a:xfrm>
            <a:off x="84825" y="598125"/>
            <a:ext cx="595500" cy="205800"/>
          </a:xfrm>
          <a:prstGeom prst="rect">
            <a:avLst/>
          </a:prstGeom>
          <a:noFill/>
          <a:ln>
            <a:noFill/>
          </a:ln>
        </p:spPr>
        <p:txBody>
          <a:bodyPr anchorCtr="0" anchor="t" bIns="18000" lIns="18000" spcFirstLastPara="1" rIns="18000" wrap="square" tIns="18000">
            <a:spAutoFit/>
          </a:bodyPr>
          <a:lstStyle/>
          <a:p>
            <a:pPr indent="0" lvl="0" marL="0" rtl="0" algn="l">
              <a:spcBef>
                <a:spcPts val="0"/>
              </a:spcBef>
              <a:spcAft>
                <a:spcPts val="0"/>
              </a:spcAft>
              <a:buNone/>
            </a:pPr>
            <a:r>
              <a:rPr lang="es-419" sz="1100">
                <a:solidFill>
                  <a:srgbClr val="FFFFFF"/>
                </a:solidFill>
              </a:rPr>
              <a:t>Nombre:</a:t>
            </a:r>
            <a:endParaRPr sz="1100">
              <a:solidFill>
                <a:srgbClr val="FFFFFF"/>
              </a:solidFill>
            </a:endParaRPr>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4.4 Especificación de Caso de Uso de Negocio">
  <p:cSld name="TITLE_3_6_1_1_1_1_1_1_1_1_1_1_1_1_1_1_1_1">
    <p:spTree>
      <p:nvGrpSpPr>
        <p:cNvPr id="1209" name="Shape 1209"/>
        <p:cNvGrpSpPr/>
        <p:nvPr/>
      </p:nvGrpSpPr>
      <p:grpSpPr>
        <a:xfrm>
          <a:off x="0" y="0"/>
          <a:ext cx="0" cy="0"/>
          <a:chOff x="0" y="0"/>
          <a:chExt cx="0" cy="0"/>
        </a:xfrm>
      </p:grpSpPr>
      <p:sp>
        <p:nvSpPr>
          <p:cNvPr id="1210" name="Google Shape;1210;p19"/>
          <p:cNvSpPr/>
          <p:nvPr/>
        </p:nvSpPr>
        <p:spPr>
          <a:xfrm>
            <a:off x="77688" y="358938"/>
            <a:ext cx="9935700" cy="6438000"/>
          </a:xfrm>
          <a:prstGeom prst="roundRect">
            <a:avLst>
              <a:gd fmla="val 2618" name="adj"/>
            </a:avLst>
          </a:prstGeom>
          <a:solidFill>
            <a:srgbClr val="FFFFFF"/>
          </a:solidFill>
          <a:ln cap="flat" cmpd="sng" w="38100">
            <a:solidFill>
              <a:srgbClr val="000000"/>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11" name="Google Shape;1211;p19"/>
          <p:cNvCxnSpPr/>
          <p:nvPr/>
        </p:nvCxnSpPr>
        <p:spPr>
          <a:xfrm>
            <a:off x="77688" y="772614"/>
            <a:ext cx="9935700" cy="0"/>
          </a:xfrm>
          <a:prstGeom prst="straightConnector1">
            <a:avLst/>
          </a:prstGeom>
          <a:noFill/>
          <a:ln cap="flat" cmpd="sng" w="19050">
            <a:solidFill>
              <a:srgbClr val="000000"/>
            </a:solidFill>
            <a:prstDash val="solid"/>
            <a:round/>
            <a:headEnd len="med" w="med" type="none"/>
            <a:tailEnd len="med" w="med" type="none"/>
          </a:ln>
        </p:spPr>
      </p:cxnSp>
      <p:cxnSp>
        <p:nvCxnSpPr>
          <p:cNvPr id="1212" name="Google Shape;1212;p19"/>
          <p:cNvCxnSpPr/>
          <p:nvPr/>
        </p:nvCxnSpPr>
        <p:spPr>
          <a:xfrm rot="10800000">
            <a:off x="2439038" y="368188"/>
            <a:ext cx="0" cy="402300"/>
          </a:xfrm>
          <a:prstGeom prst="straightConnector1">
            <a:avLst/>
          </a:prstGeom>
          <a:noFill/>
          <a:ln cap="flat" cmpd="sng" w="19050">
            <a:solidFill>
              <a:srgbClr val="000000"/>
            </a:solidFill>
            <a:prstDash val="solid"/>
            <a:round/>
            <a:headEnd len="med" w="med" type="none"/>
            <a:tailEnd len="med" w="med" type="none"/>
          </a:ln>
        </p:spPr>
      </p:cxnSp>
      <p:sp>
        <p:nvSpPr>
          <p:cNvPr id="1213" name="Google Shape;1213;p19"/>
          <p:cNvSpPr txBox="1"/>
          <p:nvPr>
            <p:ph type="title"/>
          </p:nvPr>
        </p:nvSpPr>
        <p:spPr>
          <a:xfrm flipH="1">
            <a:off x="3219174" y="437575"/>
            <a:ext cx="1731300" cy="265800"/>
          </a:xfrm>
          <a:prstGeom prst="rect">
            <a:avLst/>
          </a:prstGeom>
          <a:noFill/>
          <a:ln>
            <a:noFill/>
          </a:ln>
        </p:spPr>
        <p:txBody>
          <a:bodyPr anchorCtr="0" anchor="ctr" bIns="0" lIns="0" spcFirstLastPara="1" rIns="0" wrap="square" tIns="0">
            <a:noAutofit/>
          </a:bodyPr>
          <a:lstStyle>
            <a:lvl1pPr lvl="0" rtl="0">
              <a:spcBef>
                <a:spcPts val="0"/>
              </a:spcBef>
              <a:spcAft>
                <a:spcPts val="0"/>
              </a:spcAft>
              <a:buClr>
                <a:srgbClr val="000000"/>
              </a:buClr>
              <a:buSzPts val="1200"/>
              <a:buNone/>
              <a:defRPr sz="1200">
                <a:solidFill>
                  <a:srgbClr val="000000"/>
                </a:solidFill>
              </a:defRPr>
            </a:lvl1pPr>
            <a:lvl2pPr lvl="1" rtl="0">
              <a:spcBef>
                <a:spcPts val="0"/>
              </a:spcBef>
              <a:spcAft>
                <a:spcPts val="0"/>
              </a:spcAft>
              <a:buClr>
                <a:srgbClr val="000000"/>
              </a:buClr>
              <a:buSzPts val="1100"/>
              <a:buNone/>
              <a:defRPr sz="1100">
                <a:solidFill>
                  <a:srgbClr val="000000"/>
                </a:solidFill>
              </a:defRPr>
            </a:lvl2pPr>
            <a:lvl3pPr lvl="2" rtl="0">
              <a:spcBef>
                <a:spcPts val="0"/>
              </a:spcBef>
              <a:spcAft>
                <a:spcPts val="0"/>
              </a:spcAft>
              <a:buClr>
                <a:srgbClr val="000000"/>
              </a:buClr>
              <a:buSzPts val="1100"/>
              <a:buNone/>
              <a:defRPr sz="1100">
                <a:solidFill>
                  <a:srgbClr val="000000"/>
                </a:solidFill>
              </a:defRPr>
            </a:lvl3pPr>
            <a:lvl4pPr lvl="3" rtl="0">
              <a:spcBef>
                <a:spcPts val="0"/>
              </a:spcBef>
              <a:spcAft>
                <a:spcPts val="0"/>
              </a:spcAft>
              <a:buClr>
                <a:srgbClr val="000000"/>
              </a:buClr>
              <a:buSzPts val="1100"/>
              <a:buNone/>
              <a:defRPr sz="1100">
                <a:solidFill>
                  <a:srgbClr val="000000"/>
                </a:solidFill>
              </a:defRPr>
            </a:lvl4pPr>
            <a:lvl5pPr lvl="4" rtl="0">
              <a:spcBef>
                <a:spcPts val="0"/>
              </a:spcBef>
              <a:spcAft>
                <a:spcPts val="0"/>
              </a:spcAft>
              <a:buClr>
                <a:srgbClr val="000000"/>
              </a:buClr>
              <a:buSzPts val="1100"/>
              <a:buNone/>
              <a:defRPr sz="1100">
                <a:solidFill>
                  <a:srgbClr val="000000"/>
                </a:solidFill>
              </a:defRPr>
            </a:lvl5pPr>
            <a:lvl6pPr lvl="5" rtl="0">
              <a:spcBef>
                <a:spcPts val="0"/>
              </a:spcBef>
              <a:spcAft>
                <a:spcPts val="0"/>
              </a:spcAft>
              <a:buClr>
                <a:srgbClr val="000000"/>
              </a:buClr>
              <a:buSzPts val="1100"/>
              <a:buNone/>
              <a:defRPr sz="1100">
                <a:solidFill>
                  <a:srgbClr val="000000"/>
                </a:solidFill>
              </a:defRPr>
            </a:lvl6pPr>
            <a:lvl7pPr lvl="6" rtl="0">
              <a:spcBef>
                <a:spcPts val="0"/>
              </a:spcBef>
              <a:spcAft>
                <a:spcPts val="0"/>
              </a:spcAft>
              <a:buClr>
                <a:srgbClr val="000000"/>
              </a:buClr>
              <a:buSzPts val="1100"/>
              <a:buNone/>
              <a:defRPr sz="1100">
                <a:solidFill>
                  <a:srgbClr val="000000"/>
                </a:solidFill>
              </a:defRPr>
            </a:lvl7pPr>
            <a:lvl8pPr lvl="7" rtl="0">
              <a:spcBef>
                <a:spcPts val="0"/>
              </a:spcBef>
              <a:spcAft>
                <a:spcPts val="0"/>
              </a:spcAft>
              <a:buClr>
                <a:srgbClr val="000000"/>
              </a:buClr>
              <a:buSzPts val="1100"/>
              <a:buNone/>
              <a:defRPr sz="1100">
                <a:solidFill>
                  <a:srgbClr val="000000"/>
                </a:solidFill>
              </a:defRPr>
            </a:lvl8pPr>
            <a:lvl9pPr lvl="8" rtl="0">
              <a:spcBef>
                <a:spcPts val="0"/>
              </a:spcBef>
              <a:spcAft>
                <a:spcPts val="0"/>
              </a:spcAft>
              <a:buClr>
                <a:srgbClr val="000000"/>
              </a:buClr>
              <a:buSzPts val="1100"/>
              <a:buNone/>
              <a:defRPr sz="1100">
                <a:solidFill>
                  <a:srgbClr val="000000"/>
                </a:solidFill>
              </a:defRPr>
            </a:lvl9pPr>
          </a:lstStyle>
          <a:p/>
        </p:txBody>
      </p:sp>
      <p:sp>
        <p:nvSpPr>
          <p:cNvPr id="1214" name="Google Shape;1214;p19"/>
          <p:cNvSpPr txBox="1"/>
          <p:nvPr/>
        </p:nvSpPr>
        <p:spPr>
          <a:xfrm>
            <a:off x="2513487" y="437267"/>
            <a:ext cx="679500" cy="2664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b="1" lang="es-419" sz="1100"/>
              <a:t>Proceso:</a:t>
            </a:r>
            <a:endParaRPr b="1" sz="1100"/>
          </a:p>
        </p:txBody>
      </p:sp>
      <p:cxnSp>
        <p:nvCxnSpPr>
          <p:cNvPr id="1215" name="Google Shape;1215;p19"/>
          <p:cNvCxnSpPr/>
          <p:nvPr/>
        </p:nvCxnSpPr>
        <p:spPr>
          <a:xfrm rot="10800000">
            <a:off x="5070754" y="368188"/>
            <a:ext cx="0" cy="402300"/>
          </a:xfrm>
          <a:prstGeom prst="straightConnector1">
            <a:avLst/>
          </a:prstGeom>
          <a:noFill/>
          <a:ln cap="flat" cmpd="sng" w="19050">
            <a:solidFill>
              <a:srgbClr val="000000"/>
            </a:solidFill>
            <a:prstDash val="solid"/>
            <a:round/>
            <a:headEnd len="med" w="med" type="none"/>
            <a:tailEnd len="med" w="med" type="none"/>
          </a:ln>
        </p:spPr>
      </p:cxnSp>
      <p:sp>
        <p:nvSpPr>
          <p:cNvPr id="1216" name="Google Shape;1216;p19"/>
          <p:cNvSpPr txBox="1"/>
          <p:nvPr/>
        </p:nvSpPr>
        <p:spPr>
          <a:xfrm>
            <a:off x="5191013" y="387663"/>
            <a:ext cx="13026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Finalidad empresa:</a:t>
            </a:r>
            <a:endParaRPr b="1" sz="1100"/>
          </a:p>
        </p:txBody>
      </p:sp>
      <p:sp>
        <p:nvSpPr>
          <p:cNvPr id="1217" name="Google Shape;1217;p19"/>
          <p:cNvSpPr txBox="1"/>
          <p:nvPr/>
        </p:nvSpPr>
        <p:spPr>
          <a:xfrm>
            <a:off x="5191013" y="579538"/>
            <a:ext cx="11637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Finalidad cliente:</a:t>
            </a:r>
            <a:endParaRPr b="1" sz="1100"/>
          </a:p>
        </p:txBody>
      </p:sp>
      <p:sp>
        <p:nvSpPr>
          <p:cNvPr id="1218" name="Google Shape;1218;p19"/>
          <p:cNvSpPr/>
          <p:nvPr/>
        </p:nvSpPr>
        <p:spPr>
          <a:xfrm>
            <a:off x="77688" y="349338"/>
            <a:ext cx="2361300" cy="421200"/>
          </a:xfrm>
          <a:prstGeom prst="roundRect">
            <a:avLst>
              <a:gd fmla="val 50000" name="adj"/>
            </a:avLst>
          </a:prstGeom>
          <a:solidFill>
            <a:srgbClr val="000000"/>
          </a:solidFill>
          <a:ln cap="flat" cmpd="sng" w="9525">
            <a:solidFill>
              <a:srgbClr val="000000"/>
            </a:solidFill>
            <a:prstDash val="solid"/>
            <a:round/>
            <a:headEnd len="sm" w="sm" type="none"/>
            <a:tailEnd len="sm" w="sm" type="none"/>
          </a:ln>
        </p:spPr>
        <p:txBody>
          <a:bodyPr anchorCtr="0" anchor="ctr" bIns="91425" lIns="0" spcFirstLastPara="1" rIns="0" wrap="square" tIns="91425">
            <a:noAutofit/>
          </a:bodyPr>
          <a:lstStyle/>
          <a:p>
            <a:pPr indent="0" lvl="0" marL="0" rtl="0" algn="ctr">
              <a:spcBef>
                <a:spcPts val="0"/>
              </a:spcBef>
              <a:spcAft>
                <a:spcPts val="0"/>
              </a:spcAft>
              <a:buNone/>
            </a:pPr>
            <a:r>
              <a:rPr b="1" lang="es-419" sz="1100">
                <a:solidFill>
                  <a:srgbClr val="FFFFFF"/>
                </a:solidFill>
              </a:rPr>
              <a:t>Especificaciones CU de Negocio</a:t>
            </a:r>
            <a:endParaRPr b="1" sz="1100">
              <a:solidFill>
                <a:srgbClr val="FFFFFF"/>
              </a:solidFill>
            </a:endParaRPr>
          </a:p>
          <a:p>
            <a:pPr indent="0" lvl="0" marL="0" rtl="0" algn="ctr">
              <a:spcBef>
                <a:spcPts val="0"/>
              </a:spcBef>
              <a:spcAft>
                <a:spcPts val="0"/>
              </a:spcAft>
              <a:buNone/>
            </a:pPr>
            <a:r>
              <a:t/>
            </a:r>
            <a:endParaRPr b="1" sz="1200">
              <a:solidFill>
                <a:srgbClr val="FFFFFF"/>
              </a:solidFill>
            </a:endParaRPr>
          </a:p>
        </p:txBody>
      </p:sp>
      <p:sp>
        <p:nvSpPr>
          <p:cNvPr id="1219" name="Google Shape;1219;p19"/>
          <p:cNvSpPr/>
          <p:nvPr/>
        </p:nvSpPr>
        <p:spPr>
          <a:xfrm>
            <a:off x="83988" y="595504"/>
            <a:ext cx="190200" cy="1692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 name="Google Shape;1220;p19"/>
          <p:cNvSpPr/>
          <p:nvPr/>
        </p:nvSpPr>
        <p:spPr>
          <a:xfrm>
            <a:off x="2350598" y="358950"/>
            <a:ext cx="88500" cy="4023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 name="Google Shape;1221;p19"/>
          <p:cNvSpPr txBox="1"/>
          <p:nvPr>
            <p:ph idx="2" type="title"/>
          </p:nvPr>
        </p:nvSpPr>
        <p:spPr>
          <a:xfrm flipH="1">
            <a:off x="6546263" y="387663"/>
            <a:ext cx="3350100" cy="169200"/>
          </a:xfrm>
          <a:prstGeom prst="rect">
            <a:avLst/>
          </a:prstGeom>
          <a:noFill/>
          <a:ln>
            <a:noFill/>
          </a:ln>
        </p:spPr>
        <p:txBody>
          <a:bodyPr anchorCtr="0" anchor="ctr" bIns="0" lIns="0" spcFirstLastPara="1" rIns="0" wrap="square" tIns="0">
            <a:noAutofit/>
          </a:bodyPr>
          <a:lstStyle>
            <a:lvl1pPr lvl="0" rtl="0">
              <a:spcBef>
                <a:spcPts val="0"/>
              </a:spcBef>
              <a:spcAft>
                <a:spcPts val="0"/>
              </a:spcAft>
              <a:buClr>
                <a:srgbClr val="000000"/>
              </a:buClr>
              <a:buSzPts val="1000"/>
              <a:buNone/>
              <a:defRPr sz="1000">
                <a:solidFill>
                  <a:srgbClr val="000000"/>
                </a:solidFill>
              </a:defRPr>
            </a:lvl1pPr>
            <a:lvl2pPr lvl="1" rtl="0">
              <a:spcBef>
                <a:spcPts val="0"/>
              </a:spcBef>
              <a:spcAft>
                <a:spcPts val="0"/>
              </a:spcAft>
              <a:buClr>
                <a:srgbClr val="000000"/>
              </a:buClr>
              <a:buSzPts val="1000"/>
              <a:buNone/>
              <a:defRPr sz="1000">
                <a:solidFill>
                  <a:srgbClr val="000000"/>
                </a:solidFill>
              </a:defRPr>
            </a:lvl2pPr>
            <a:lvl3pPr lvl="2" rtl="0">
              <a:spcBef>
                <a:spcPts val="0"/>
              </a:spcBef>
              <a:spcAft>
                <a:spcPts val="0"/>
              </a:spcAft>
              <a:buClr>
                <a:srgbClr val="000000"/>
              </a:buClr>
              <a:buSzPts val="1000"/>
              <a:buNone/>
              <a:defRPr sz="1000">
                <a:solidFill>
                  <a:srgbClr val="000000"/>
                </a:solidFill>
              </a:defRPr>
            </a:lvl3pPr>
            <a:lvl4pPr lvl="3" rtl="0">
              <a:spcBef>
                <a:spcPts val="0"/>
              </a:spcBef>
              <a:spcAft>
                <a:spcPts val="0"/>
              </a:spcAft>
              <a:buClr>
                <a:srgbClr val="000000"/>
              </a:buClr>
              <a:buSzPts val="1000"/>
              <a:buNone/>
              <a:defRPr sz="1000">
                <a:solidFill>
                  <a:srgbClr val="000000"/>
                </a:solidFill>
              </a:defRPr>
            </a:lvl4pPr>
            <a:lvl5pPr lvl="4" rtl="0">
              <a:spcBef>
                <a:spcPts val="0"/>
              </a:spcBef>
              <a:spcAft>
                <a:spcPts val="0"/>
              </a:spcAft>
              <a:buClr>
                <a:srgbClr val="000000"/>
              </a:buClr>
              <a:buSzPts val="1000"/>
              <a:buNone/>
              <a:defRPr sz="1000">
                <a:solidFill>
                  <a:srgbClr val="000000"/>
                </a:solidFill>
              </a:defRPr>
            </a:lvl5pPr>
            <a:lvl6pPr lvl="5" rtl="0">
              <a:spcBef>
                <a:spcPts val="0"/>
              </a:spcBef>
              <a:spcAft>
                <a:spcPts val="0"/>
              </a:spcAft>
              <a:buClr>
                <a:srgbClr val="000000"/>
              </a:buClr>
              <a:buSzPts val="1000"/>
              <a:buNone/>
              <a:defRPr sz="1000">
                <a:solidFill>
                  <a:srgbClr val="000000"/>
                </a:solidFill>
              </a:defRPr>
            </a:lvl6pPr>
            <a:lvl7pPr lvl="6" rtl="0">
              <a:spcBef>
                <a:spcPts val="0"/>
              </a:spcBef>
              <a:spcAft>
                <a:spcPts val="0"/>
              </a:spcAft>
              <a:buClr>
                <a:srgbClr val="000000"/>
              </a:buClr>
              <a:buSzPts val="1000"/>
              <a:buNone/>
              <a:defRPr sz="1000">
                <a:solidFill>
                  <a:srgbClr val="000000"/>
                </a:solidFill>
              </a:defRPr>
            </a:lvl7pPr>
            <a:lvl8pPr lvl="7" rtl="0">
              <a:spcBef>
                <a:spcPts val="0"/>
              </a:spcBef>
              <a:spcAft>
                <a:spcPts val="0"/>
              </a:spcAft>
              <a:buClr>
                <a:srgbClr val="000000"/>
              </a:buClr>
              <a:buSzPts val="1000"/>
              <a:buNone/>
              <a:defRPr sz="1000">
                <a:solidFill>
                  <a:srgbClr val="000000"/>
                </a:solidFill>
              </a:defRPr>
            </a:lvl8pPr>
            <a:lvl9pPr lvl="8" rtl="0">
              <a:spcBef>
                <a:spcPts val="0"/>
              </a:spcBef>
              <a:spcAft>
                <a:spcPts val="0"/>
              </a:spcAft>
              <a:buClr>
                <a:srgbClr val="000000"/>
              </a:buClr>
              <a:buSzPts val="1000"/>
              <a:buNone/>
              <a:defRPr sz="1000">
                <a:solidFill>
                  <a:srgbClr val="000000"/>
                </a:solidFill>
              </a:defRPr>
            </a:lvl9pPr>
          </a:lstStyle>
          <a:p/>
        </p:txBody>
      </p:sp>
      <p:sp>
        <p:nvSpPr>
          <p:cNvPr id="1222" name="Google Shape;1222;p19"/>
          <p:cNvSpPr txBox="1"/>
          <p:nvPr>
            <p:ph idx="3" type="title"/>
          </p:nvPr>
        </p:nvSpPr>
        <p:spPr>
          <a:xfrm flipH="1">
            <a:off x="6546263" y="579538"/>
            <a:ext cx="3350100" cy="169200"/>
          </a:xfrm>
          <a:prstGeom prst="rect">
            <a:avLst/>
          </a:prstGeom>
          <a:noFill/>
          <a:ln>
            <a:noFill/>
          </a:ln>
        </p:spPr>
        <p:txBody>
          <a:bodyPr anchorCtr="0" anchor="ctr" bIns="0" lIns="0" spcFirstLastPara="1" rIns="0" wrap="square" tIns="0">
            <a:noAutofit/>
          </a:bodyPr>
          <a:lstStyle>
            <a:lvl1pPr lvl="0" rtl="0">
              <a:spcBef>
                <a:spcPts val="0"/>
              </a:spcBef>
              <a:spcAft>
                <a:spcPts val="0"/>
              </a:spcAft>
              <a:buClr>
                <a:srgbClr val="000000"/>
              </a:buClr>
              <a:buSzPts val="1000"/>
              <a:buNone/>
              <a:defRPr sz="1000">
                <a:solidFill>
                  <a:srgbClr val="000000"/>
                </a:solidFill>
              </a:defRPr>
            </a:lvl1pPr>
            <a:lvl2pPr lvl="1" rtl="0">
              <a:spcBef>
                <a:spcPts val="0"/>
              </a:spcBef>
              <a:spcAft>
                <a:spcPts val="0"/>
              </a:spcAft>
              <a:buClr>
                <a:srgbClr val="000000"/>
              </a:buClr>
              <a:buSzPts val="1000"/>
              <a:buNone/>
              <a:defRPr sz="1000">
                <a:solidFill>
                  <a:srgbClr val="000000"/>
                </a:solidFill>
              </a:defRPr>
            </a:lvl2pPr>
            <a:lvl3pPr lvl="2" rtl="0">
              <a:spcBef>
                <a:spcPts val="0"/>
              </a:spcBef>
              <a:spcAft>
                <a:spcPts val="0"/>
              </a:spcAft>
              <a:buClr>
                <a:srgbClr val="000000"/>
              </a:buClr>
              <a:buSzPts val="1000"/>
              <a:buNone/>
              <a:defRPr sz="1000">
                <a:solidFill>
                  <a:srgbClr val="000000"/>
                </a:solidFill>
              </a:defRPr>
            </a:lvl3pPr>
            <a:lvl4pPr lvl="3" rtl="0">
              <a:spcBef>
                <a:spcPts val="0"/>
              </a:spcBef>
              <a:spcAft>
                <a:spcPts val="0"/>
              </a:spcAft>
              <a:buClr>
                <a:srgbClr val="000000"/>
              </a:buClr>
              <a:buSzPts val="1000"/>
              <a:buNone/>
              <a:defRPr sz="1000">
                <a:solidFill>
                  <a:srgbClr val="000000"/>
                </a:solidFill>
              </a:defRPr>
            </a:lvl4pPr>
            <a:lvl5pPr lvl="4" rtl="0">
              <a:spcBef>
                <a:spcPts val="0"/>
              </a:spcBef>
              <a:spcAft>
                <a:spcPts val="0"/>
              </a:spcAft>
              <a:buClr>
                <a:srgbClr val="000000"/>
              </a:buClr>
              <a:buSzPts val="1000"/>
              <a:buNone/>
              <a:defRPr sz="1000">
                <a:solidFill>
                  <a:srgbClr val="000000"/>
                </a:solidFill>
              </a:defRPr>
            </a:lvl5pPr>
            <a:lvl6pPr lvl="5" rtl="0">
              <a:spcBef>
                <a:spcPts val="0"/>
              </a:spcBef>
              <a:spcAft>
                <a:spcPts val="0"/>
              </a:spcAft>
              <a:buClr>
                <a:srgbClr val="000000"/>
              </a:buClr>
              <a:buSzPts val="1000"/>
              <a:buNone/>
              <a:defRPr sz="1000">
                <a:solidFill>
                  <a:srgbClr val="000000"/>
                </a:solidFill>
              </a:defRPr>
            </a:lvl6pPr>
            <a:lvl7pPr lvl="6" rtl="0">
              <a:spcBef>
                <a:spcPts val="0"/>
              </a:spcBef>
              <a:spcAft>
                <a:spcPts val="0"/>
              </a:spcAft>
              <a:buClr>
                <a:srgbClr val="000000"/>
              </a:buClr>
              <a:buSzPts val="1000"/>
              <a:buNone/>
              <a:defRPr sz="1000">
                <a:solidFill>
                  <a:srgbClr val="000000"/>
                </a:solidFill>
              </a:defRPr>
            </a:lvl7pPr>
            <a:lvl8pPr lvl="7" rtl="0">
              <a:spcBef>
                <a:spcPts val="0"/>
              </a:spcBef>
              <a:spcAft>
                <a:spcPts val="0"/>
              </a:spcAft>
              <a:buClr>
                <a:srgbClr val="000000"/>
              </a:buClr>
              <a:buSzPts val="1000"/>
              <a:buNone/>
              <a:defRPr sz="1000">
                <a:solidFill>
                  <a:srgbClr val="000000"/>
                </a:solidFill>
              </a:defRPr>
            </a:lvl8pPr>
            <a:lvl9pPr lvl="8" rtl="0">
              <a:spcBef>
                <a:spcPts val="0"/>
              </a:spcBef>
              <a:spcAft>
                <a:spcPts val="0"/>
              </a:spcAft>
              <a:buClr>
                <a:srgbClr val="000000"/>
              </a:buClr>
              <a:buSzPts val="1000"/>
              <a:buNone/>
              <a:defRPr sz="1000">
                <a:solidFill>
                  <a:srgbClr val="000000"/>
                </a:solidFill>
              </a:defRPr>
            </a:lvl9pPr>
          </a:lstStyle>
          <a:p/>
        </p:txBody>
      </p:sp>
      <p:sp>
        <p:nvSpPr>
          <p:cNvPr id="1223" name="Google Shape;1223;p19"/>
          <p:cNvSpPr/>
          <p:nvPr/>
        </p:nvSpPr>
        <p:spPr>
          <a:xfrm>
            <a:off x="2277739" y="663750"/>
            <a:ext cx="88500" cy="1089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 name="Google Shape;1224;p19"/>
          <p:cNvSpPr txBox="1"/>
          <p:nvPr>
            <p:ph idx="1" type="body"/>
          </p:nvPr>
        </p:nvSpPr>
        <p:spPr>
          <a:xfrm>
            <a:off x="641150" y="612125"/>
            <a:ext cx="1770300" cy="160500"/>
          </a:xfrm>
          <a:prstGeom prst="rect">
            <a:avLst/>
          </a:prstGeom>
          <a:noFill/>
          <a:ln>
            <a:noFill/>
          </a:ln>
        </p:spPr>
        <p:txBody>
          <a:bodyPr anchorCtr="0" anchor="t" bIns="0" lIns="0" spcFirstLastPara="1" rIns="0" wrap="square" tIns="0">
            <a:noAutofit/>
          </a:bodyPr>
          <a:lstStyle>
            <a:lvl1pPr indent="-292100" lvl="0" marL="457200" rtl="0" algn="ctr">
              <a:spcBef>
                <a:spcPts val="0"/>
              </a:spcBef>
              <a:spcAft>
                <a:spcPts val="0"/>
              </a:spcAft>
              <a:buClr>
                <a:srgbClr val="FFFFFF"/>
              </a:buClr>
              <a:buSzPts val="1000"/>
              <a:buChar char="●"/>
              <a:defRPr sz="1000">
                <a:solidFill>
                  <a:srgbClr val="FFFFFF"/>
                </a:solidFill>
              </a:defRPr>
            </a:lvl1pPr>
            <a:lvl2pPr indent="-292100" lvl="1" marL="914400" rtl="0" algn="ctr">
              <a:spcBef>
                <a:spcPts val="0"/>
              </a:spcBef>
              <a:spcAft>
                <a:spcPts val="0"/>
              </a:spcAft>
              <a:buClr>
                <a:srgbClr val="FFFFFF"/>
              </a:buClr>
              <a:buSzPts val="1000"/>
              <a:buChar char="○"/>
              <a:defRPr sz="1000">
                <a:solidFill>
                  <a:srgbClr val="FFFFFF"/>
                </a:solidFill>
              </a:defRPr>
            </a:lvl2pPr>
            <a:lvl3pPr indent="-292100" lvl="2" marL="1371600" rtl="0" algn="ctr">
              <a:spcBef>
                <a:spcPts val="0"/>
              </a:spcBef>
              <a:spcAft>
                <a:spcPts val="0"/>
              </a:spcAft>
              <a:buClr>
                <a:srgbClr val="FFFFFF"/>
              </a:buClr>
              <a:buSzPts val="1000"/>
              <a:buChar char="■"/>
              <a:defRPr sz="1000">
                <a:solidFill>
                  <a:srgbClr val="FFFFFF"/>
                </a:solidFill>
              </a:defRPr>
            </a:lvl3pPr>
            <a:lvl4pPr indent="-292100" lvl="3" marL="1828800" rtl="0" algn="ctr">
              <a:spcBef>
                <a:spcPts val="0"/>
              </a:spcBef>
              <a:spcAft>
                <a:spcPts val="0"/>
              </a:spcAft>
              <a:buClr>
                <a:srgbClr val="FFFFFF"/>
              </a:buClr>
              <a:buSzPts val="1000"/>
              <a:buChar char="●"/>
              <a:defRPr sz="1000">
                <a:solidFill>
                  <a:srgbClr val="FFFFFF"/>
                </a:solidFill>
              </a:defRPr>
            </a:lvl4pPr>
            <a:lvl5pPr indent="-292100" lvl="4" marL="2286000" rtl="0" algn="ctr">
              <a:spcBef>
                <a:spcPts val="0"/>
              </a:spcBef>
              <a:spcAft>
                <a:spcPts val="0"/>
              </a:spcAft>
              <a:buClr>
                <a:srgbClr val="FFFFFF"/>
              </a:buClr>
              <a:buSzPts val="1000"/>
              <a:buChar char="○"/>
              <a:defRPr sz="1000">
                <a:solidFill>
                  <a:srgbClr val="FFFFFF"/>
                </a:solidFill>
              </a:defRPr>
            </a:lvl5pPr>
            <a:lvl6pPr indent="-292100" lvl="5" marL="2743200" rtl="0" algn="ctr">
              <a:spcBef>
                <a:spcPts val="0"/>
              </a:spcBef>
              <a:spcAft>
                <a:spcPts val="0"/>
              </a:spcAft>
              <a:buClr>
                <a:srgbClr val="FFFFFF"/>
              </a:buClr>
              <a:buSzPts val="1000"/>
              <a:buChar char="■"/>
              <a:defRPr sz="1000">
                <a:solidFill>
                  <a:srgbClr val="FFFFFF"/>
                </a:solidFill>
              </a:defRPr>
            </a:lvl6pPr>
            <a:lvl7pPr indent="-292100" lvl="6" marL="3200400" rtl="0" algn="ctr">
              <a:spcBef>
                <a:spcPts val="0"/>
              </a:spcBef>
              <a:spcAft>
                <a:spcPts val="0"/>
              </a:spcAft>
              <a:buClr>
                <a:srgbClr val="FFFFFF"/>
              </a:buClr>
              <a:buSzPts val="1000"/>
              <a:buChar char="●"/>
              <a:defRPr sz="1000">
                <a:solidFill>
                  <a:srgbClr val="FFFFFF"/>
                </a:solidFill>
              </a:defRPr>
            </a:lvl7pPr>
            <a:lvl8pPr indent="-292100" lvl="7" marL="3657600" rtl="0" algn="ctr">
              <a:spcBef>
                <a:spcPts val="0"/>
              </a:spcBef>
              <a:spcAft>
                <a:spcPts val="0"/>
              </a:spcAft>
              <a:buClr>
                <a:srgbClr val="FFFFFF"/>
              </a:buClr>
              <a:buSzPts val="1000"/>
              <a:buChar char="○"/>
              <a:defRPr sz="1000">
                <a:solidFill>
                  <a:srgbClr val="FFFFFF"/>
                </a:solidFill>
              </a:defRPr>
            </a:lvl8pPr>
            <a:lvl9pPr indent="-292100" lvl="8" marL="4114800" rtl="0" algn="ctr">
              <a:spcBef>
                <a:spcPts val="0"/>
              </a:spcBef>
              <a:spcAft>
                <a:spcPts val="0"/>
              </a:spcAft>
              <a:buClr>
                <a:srgbClr val="FFFFFF"/>
              </a:buClr>
              <a:buSzPts val="1000"/>
              <a:buChar char="■"/>
              <a:defRPr sz="1000">
                <a:solidFill>
                  <a:srgbClr val="FFFFFF"/>
                </a:solidFill>
              </a:defRPr>
            </a:lvl9pPr>
          </a:lstStyle>
          <a:p/>
        </p:txBody>
      </p:sp>
      <p:sp>
        <p:nvSpPr>
          <p:cNvPr id="1225" name="Google Shape;1225;p19"/>
          <p:cNvSpPr txBox="1"/>
          <p:nvPr/>
        </p:nvSpPr>
        <p:spPr>
          <a:xfrm>
            <a:off x="84825" y="598125"/>
            <a:ext cx="595500" cy="205800"/>
          </a:xfrm>
          <a:prstGeom prst="rect">
            <a:avLst/>
          </a:prstGeom>
          <a:noFill/>
          <a:ln>
            <a:noFill/>
          </a:ln>
        </p:spPr>
        <p:txBody>
          <a:bodyPr anchorCtr="0" anchor="t" bIns="18000" lIns="18000" spcFirstLastPara="1" rIns="18000" wrap="square" tIns="18000">
            <a:spAutoFit/>
          </a:bodyPr>
          <a:lstStyle/>
          <a:p>
            <a:pPr indent="0" lvl="0" marL="0" rtl="0" algn="l">
              <a:spcBef>
                <a:spcPts val="0"/>
              </a:spcBef>
              <a:spcAft>
                <a:spcPts val="0"/>
              </a:spcAft>
              <a:buNone/>
            </a:pPr>
            <a:r>
              <a:rPr lang="es-419" sz="1100">
                <a:solidFill>
                  <a:srgbClr val="FFFFFF"/>
                </a:solidFill>
              </a:rPr>
              <a:t>Nombre:</a:t>
            </a:r>
            <a:endParaRPr sz="1100">
              <a:solidFill>
                <a:srgbClr val="FFFFFF"/>
              </a:solidFill>
            </a:endParaRPr>
          </a:p>
        </p:txBody>
      </p:sp>
      <p:sp>
        <p:nvSpPr>
          <p:cNvPr id="1226" name="Google Shape;1226;p19"/>
          <p:cNvSpPr/>
          <p:nvPr/>
        </p:nvSpPr>
        <p:spPr>
          <a:xfrm>
            <a:off x="-6216725" y="986400"/>
            <a:ext cx="5567400" cy="5853600"/>
          </a:xfrm>
          <a:prstGeom prst="roundRect">
            <a:avLst>
              <a:gd fmla="val 2402" name="adj"/>
            </a:avLst>
          </a:prstGeom>
          <a:solidFill>
            <a:srgbClr val="F3F3F3"/>
          </a:solidFill>
          <a:ln cap="flat" cmpd="sng" w="9525">
            <a:solidFill>
              <a:srgbClr val="F3F3F3"/>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t" bIns="91425" lIns="91425" spcFirstLastPara="1" rIns="91425" wrap="square" tIns="91425">
            <a:noAutofit/>
          </a:bodyPr>
          <a:lstStyle/>
          <a:p>
            <a:pPr indent="0" lvl="0" marL="0" rtl="0" algn="ctr">
              <a:spcBef>
                <a:spcPts val="0"/>
              </a:spcBef>
              <a:spcAft>
                <a:spcPts val="0"/>
              </a:spcAft>
              <a:buNone/>
            </a:pPr>
            <a:r>
              <a:rPr lang="es-419"/>
              <a:t>Paleta</a:t>
            </a:r>
            <a:endParaRPr/>
          </a:p>
        </p:txBody>
      </p: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6.3 Especificación de Caso de Uso de Sistema">
  <p:cSld name="TITLE_3_6_1_1_1_1_1_1_1_1_1_1_1_1_1_1_1_1_1">
    <p:spTree>
      <p:nvGrpSpPr>
        <p:cNvPr id="1227" name="Shape 1227"/>
        <p:cNvGrpSpPr/>
        <p:nvPr/>
      </p:nvGrpSpPr>
      <p:grpSpPr>
        <a:xfrm>
          <a:off x="0" y="0"/>
          <a:ext cx="0" cy="0"/>
          <a:chOff x="0" y="0"/>
          <a:chExt cx="0" cy="0"/>
        </a:xfrm>
      </p:grpSpPr>
      <p:sp>
        <p:nvSpPr>
          <p:cNvPr id="1228" name="Google Shape;1228;p20"/>
          <p:cNvSpPr/>
          <p:nvPr/>
        </p:nvSpPr>
        <p:spPr>
          <a:xfrm>
            <a:off x="77688" y="358938"/>
            <a:ext cx="9935700" cy="6438000"/>
          </a:xfrm>
          <a:prstGeom prst="roundRect">
            <a:avLst>
              <a:gd fmla="val 2618" name="adj"/>
            </a:avLst>
          </a:prstGeom>
          <a:solidFill>
            <a:srgbClr val="FFFFFF"/>
          </a:solidFill>
          <a:ln cap="flat" cmpd="sng" w="38100">
            <a:solidFill>
              <a:srgbClr val="000000"/>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29" name="Google Shape;1229;p20"/>
          <p:cNvCxnSpPr/>
          <p:nvPr/>
        </p:nvCxnSpPr>
        <p:spPr>
          <a:xfrm>
            <a:off x="77688" y="772614"/>
            <a:ext cx="9935700" cy="0"/>
          </a:xfrm>
          <a:prstGeom prst="straightConnector1">
            <a:avLst/>
          </a:prstGeom>
          <a:noFill/>
          <a:ln cap="flat" cmpd="sng" w="19050">
            <a:solidFill>
              <a:srgbClr val="000000"/>
            </a:solidFill>
            <a:prstDash val="solid"/>
            <a:round/>
            <a:headEnd len="med" w="med" type="none"/>
            <a:tailEnd len="med" w="med" type="none"/>
          </a:ln>
        </p:spPr>
      </p:cxnSp>
      <p:cxnSp>
        <p:nvCxnSpPr>
          <p:cNvPr id="1230" name="Google Shape;1230;p20"/>
          <p:cNvCxnSpPr/>
          <p:nvPr/>
        </p:nvCxnSpPr>
        <p:spPr>
          <a:xfrm rot="10800000">
            <a:off x="2439038" y="368188"/>
            <a:ext cx="0" cy="402300"/>
          </a:xfrm>
          <a:prstGeom prst="straightConnector1">
            <a:avLst/>
          </a:prstGeom>
          <a:noFill/>
          <a:ln cap="flat" cmpd="sng" w="19050">
            <a:solidFill>
              <a:srgbClr val="000000"/>
            </a:solidFill>
            <a:prstDash val="solid"/>
            <a:round/>
            <a:headEnd len="med" w="med" type="none"/>
            <a:tailEnd len="med" w="med" type="none"/>
          </a:ln>
        </p:spPr>
      </p:cxnSp>
      <p:sp>
        <p:nvSpPr>
          <p:cNvPr id="1231" name="Google Shape;1231;p20"/>
          <p:cNvSpPr/>
          <p:nvPr/>
        </p:nvSpPr>
        <p:spPr>
          <a:xfrm>
            <a:off x="77688" y="349338"/>
            <a:ext cx="2361300" cy="421200"/>
          </a:xfrm>
          <a:prstGeom prst="roundRect">
            <a:avLst>
              <a:gd fmla="val 50000" name="adj"/>
            </a:avLst>
          </a:prstGeom>
          <a:solidFill>
            <a:srgbClr val="000000"/>
          </a:solidFill>
          <a:ln cap="flat" cmpd="sng" w="9525">
            <a:solidFill>
              <a:srgbClr val="000000"/>
            </a:solidFill>
            <a:prstDash val="solid"/>
            <a:round/>
            <a:headEnd len="sm" w="sm" type="none"/>
            <a:tailEnd len="sm" w="sm" type="none"/>
          </a:ln>
        </p:spPr>
        <p:txBody>
          <a:bodyPr anchorCtr="0" anchor="ctr" bIns="91425" lIns="0" spcFirstLastPara="1" rIns="0" wrap="square" tIns="91425">
            <a:noAutofit/>
          </a:bodyPr>
          <a:lstStyle/>
          <a:p>
            <a:pPr indent="0" lvl="0" marL="0" rtl="0" algn="ctr">
              <a:spcBef>
                <a:spcPts val="0"/>
              </a:spcBef>
              <a:spcAft>
                <a:spcPts val="0"/>
              </a:spcAft>
              <a:buNone/>
            </a:pPr>
            <a:r>
              <a:rPr b="1" lang="es-419" sz="1100">
                <a:solidFill>
                  <a:srgbClr val="FFFFFF"/>
                </a:solidFill>
              </a:rPr>
              <a:t>Especificaciones CU de Sistema</a:t>
            </a:r>
            <a:endParaRPr b="1" sz="1100">
              <a:solidFill>
                <a:srgbClr val="FFFFFF"/>
              </a:solidFill>
            </a:endParaRPr>
          </a:p>
          <a:p>
            <a:pPr indent="0" lvl="0" marL="0" rtl="0" algn="ctr">
              <a:spcBef>
                <a:spcPts val="0"/>
              </a:spcBef>
              <a:spcAft>
                <a:spcPts val="0"/>
              </a:spcAft>
              <a:buNone/>
            </a:pPr>
            <a:r>
              <a:t/>
            </a:r>
            <a:endParaRPr b="1" sz="1200">
              <a:solidFill>
                <a:srgbClr val="FFFFFF"/>
              </a:solidFill>
            </a:endParaRPr>
          </a:p>
        </p:txBody>
      </p:sp>
      <p:sp>
        <p:nvSpPr>
          <p:cNvPr id="1232" name="Google Shape;1232;p20"/>
          <p:cNvSpPr/>
          <p:nvPr/>
        </p:nvSpPr>
        <p:spPr>
          <a:xfrm>
            <a:off x="83988" y="595504"/>
            <a:ext cx="190200" cy="1692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 name="Google Shape;1233;p20"/>
          <p:cNvSpPr/>
          <p:nvPr/>
        </p:nvSpPr>
        <p:spPr>
          <a:xfrm>
            <a:off x="2350598" y="358950"/>
            <a:ext cx="88500" cy="4023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 name="Google Shape;1234;p20"/>
          <p:cNvSpPr/>
          <p:nvPr/>
        </p:nvSpPr>
        <p:spPr>
          <a:xfrm>
            <a:off x="2277739" y="663750"/>
            <a:ext cx="88500" cy="1089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 name="Google Shape;1235;p20"/>
          <p:cNvSpPr txBox="1"/>
          <p:nvPr/>
        </p:nvSpPr>
        <p:spPr>
          <a:xfrm>
            <a:off x="2524025" y="387675"/>
            <a:ext cx="15012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Unid. Organizacional:</a:t>
            </a:r>
            <a:endParaRPr b="1" sz="1100"/>
          </a:p>
        </p:txBody>
      </p:sp>
      <p:sp>
        <p:nvSpPr>
          <p:cNvPr id="1236" name="Google Shape;1236;p20"/>
          <p:cNvSpPr txBox="1"/>
          <p:nvPr/>
        </p:nvSpPr>
        <p:spPr>
          <a:xfrm>
            <a:off x="2524020" y="579550"/>
            <a:ext cx="6846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Alcance:</a:t>
            </a:r>
            <a:endParaRPr b="1" sz="1100"/>
          </a:p>
        </p:txBody>
      </p:sp>
      <p:sp>
        <p:nvSpPr>
          <p:cNvPr id="1237" name="Google Shape;1237;p20"/>
          <p:cNvSpPr txBox="1"/>
          <p:nvPr>
            <p:ph type="title"/>
          </p:nvPr>
        </p:nvSpPr>
        <p:spPr>
          <a:xfrm flipH="1">
            <a:off x="4025374" y="387675"/>
            <a:ext cx="5863200" cy="169200"/>
          </a:xfrm>
          <a:prstGeom prst="rect">
            <a:avLst/>
          </a:prstGeom>
          <a:noFill/>
          <a:ln>
            <a:noFill/>
          </a:ln>
        </p:spPr>
        <p:txBody>
          <a:bodyPr anchorCtr="0" anchor="ctr" bIns="0" lIns="0" spcFirstLastPara="1" rIns="0" wrap="square" tIns="0">
            <a:noAutofit/>
          </a:bodyPr>
          <a:lstStyle>
            <a:lvl1pPr lvl="0" rtl="0">
              <a:spcBef>
                <a:spcPts val="0"/>
              </a:spcBef>
              <a:spcAft>
                <a:spcPts val="0"/>
              </a:spcAft>
              <a:buClr>
                <a:srgbClr val="000000"/>
              </a:buClr>
              <a:buSzPts val="1000"/>
              <a:buNone/>
              <a:defRPr sz="1000">
                <a:solidFill>
                  <a:srgbClr val="000000"/>
                </a:solidFill>
              </a:defRPr>
            </a:lvl1pPr>
            <a:lvl2pPr lvl="1" rtl="0">
              <a:spcBef>
                <a:spcPts val="0"/>
              </a:spcBef>
              <a:spcAft>
                <a:spcPts val="0"/>
              </a:spcAft>
              <a:buClr>
                <a:srgbClr val="000000"/>
              </a:buClr>
              <a:buSzPts val="1000"/>
              <a:buNone/>
              <a:defRPr sz="1000">
                <a:solidFill>
                  <a:srgbClr val="000000"/>
                </a:solidFill>
              </a:defRPr>
            </a:lvl2pPr>
            <a:lvl3pPr lvl="2" rtl="0">
              <a:spcBef>
                <a:spcPts val="0"/>
              </a:spcBef>
              <a:spcAft>
                <a:spcPts val="0"/>
              </a:spcAft>
              <a:buClr>
                <a:srgbClr val="000000"/>
              </a:buClr>
              <a:buSzPts val="1000"/>
              <a:buNone/>
              <a:defRPr sz="1000">
                <a:solidFill>
                  <a:srgbClr val="000000"/>
                </a:solidFill>
              </a:defRPr>
            </a:lvl3pPr>
            <a:lvl4pPr lvl="3" rtl="0">
              <a:spcBef>
                <a:spcPts val="0"/>
              </a:spcBef>
              <a:spcAft>
                <a:spcPts val="0"/>
              </a:spcAft>
              <a:buClr>
                <a:srgbClr val="000000"/>
              </a:buClr>
              <a:buSzPts val="1000"/>
              <a:buNone/>
              <a:defRPr sz="1000">
                <a:solidFill>
                  <a:srgbClr val="000000"/>
                </a:solidFill>
              </a:defRPr>
            </a:lvl4pPr>
            <a:lvl5pPr lvl="4" rtl="0">
              <a:spcBef>
                <a:spcPts val="0"/>
              </a:spcBef>
              <a:spcAft>
                <a:spcPts val="0"/>
              </a:spcAft>
              <a:buClr>
                <a:srgbClr val="000000"/>
              </a:buClr>
              <a:buSzPts val="1000"/>
              <a:buNone/>
              <a:defRPr sz="1000">
                <a:solidFill>
                  <a:srgbClr val="000000"/>
                </a:solidFill>
              </a:defRPr>
            </a:lvl5pPr>
            <a:lvl6pPr lvl="5" rtl="0">
              <a:spcBef>
                <a:spcPts val="0"/>
              </a:spcBef>
              <a:spcAft>
                <a:spcPts val="0"/>
              </a:spcAft>
              <a:buClr>
                <a:srgbClr val="000000"/>
              </a:buClr>
              <a:buSzPts val="1000"/>
              <a:buNone/>
              <a:defRPr sz="1000">
                <a:solidFill>
                  <a:srgbClr val="000000"/>
                </a:solidFill>
              </a:defRPr>
            </a:lvl6pPr>
            <a:lvl7pPr lvl="6" rtl="0">
              <a:spcBef>
                <a:spcPts val="0"/>
              </a:spcBef>
              <a:spcAft>
                <a:spcPts val="0"/>
              </a:spcAft>
              <a:buClr>
                <a:srgbClr val="000000"/>
              </a:buClr>
              <a:buSzPts val="1000"/>
              <a:buNone/>
              <a:defRPr sz="1000">
                <a:solidFill>
                  <a:srgbClr val="000000"/>
                </a:solidFill>
              </a:defRPr>
            </a:lvl7pPr>
            <a:lvl8pPr lvl="7" rtl="0">
              <a:spcBef>
                <a:spcPts val="0"/>
              </a:spcBef>
              <a:spcAft>
                <a:spcPts val="0"/>
              </a:spcAft>
              <a:buClr>
                <a:srgbClr val="000000"/>
              </a:buClr>
              <a:buSzPts val="1000"/>
              <a:buNone/>
              <a:defRPr sz="1000">
                <a:solidFill>
                  <a:srgbClr val="000000"/>
                </a:solidFill>
              </a:defRPr>
            </a:lvl8pPr>
            <a:lvl9pPr lvl="8" rtl="0">
              <a:spcBef>
                <a:spcPts val="0"/>
              </a:spcBef>
              <a:spcAft>
                <a:spcPts val="0"/>
              </a:spcAft>
              <a:buClr>
                <a:srgbClr val="000000"/>
              </a:buClr>
              <a:buSzPts val="1000"/>
              <a:buNone/>
              <a:defRPr sz="1000">
                <a:solidFill>
                  <a:srgbClr val="000000"/>
                </a:solidFill>
              </a:defRPr>
            </a:lvl9pPr>
          </a:lstStyle>
          <a:p/>
        </p:txBody>
      </p:sp>
      <p:sp>
        <p:nvSpPr>
          <p:cNvPr id="1238" name="Google Shape;1238;p20"/>
          <p:cNvSpPr txBox="1"/>
          <p:nvPr>
            <p:ph idx="2" type="title"/>
          </p:nvPr>
        </p:nvSpPr>
        <p:spPr>
          <a:xfrm flipH="1">
            <a:off x="3208773" y="579550"/>
            <a:ext cx="6679800" cy="169200"/>
          </a:xfrm>
          <a:prstGeom prst="rect">
            <a:avLst/>
          </a:prstGeom>
          <a:noFill/>
          <a:ln>
            <a:noFill/>
          </a:ln>
        </p:spPr>
        <p:txBody>
          <a:bodyPr anchorCtr="0" anchor="ctr" bIns="0" lIns="0" spcFirstLastPara="1" rIns="0" wrap="square" tIns="0">
            <a:noAutofit/>
          </a:bodyPr>
          <a:lstStyle>
            <a:lvl1pPr lvl="0" rtl="0">
              <a:spcBef>
                <a:spcPts val="0"/>
              </a:spcBef>
              <a:spcAft>
                <a:spcPts val="0"/>
              </a:spcAft>
              <a:buClr>
                <a:srgbClr val="000000"/>
              </a:buClr>
              <a:buSzPts val="1000"/>
              <a:buNone/>
              <a:defRPr sz="1000">
                <a:solidFill>
                  <a:srgbClr val="000000"/>
                </a:solidFill>
              </a:defRPr>
            </a:lvl1pPr>
            <a:lvl2pPr lvl="1" rtl="0">
              <a:spcBef>
                <a:spcPts val="0"/>
              </a:spcBef>
              <a:spcAft>
                <a:spcPts val="0"/>
              </a:spcAft>
              <a:buClr>
                <a:srgbClr val="000000"/>
              </a:buClr>
              <a:buSzPts val="1000"/>
              <a:buNone/>
              <a:defRPr sz="1000">
                <a:solidFill>
                  <a:srgbClr val="000000"/>
                </a:solidFill>
              </a:defRPr>
            </a:lvl2pPr>
            <a:lvl3pPr lvl="2" rtl="0">
              <a:spcBef>
                <a:spcPts val="0"/>
              </a:spcBef>
              <a:spcAft>
                <a:spcPts val="0"/>
              </a:spcAft>
              <a:buClr>
                <a:srgbClr val="000000"/>
              </a:buClr>
              <a:buSzPts val="1000"/>
              <a:buNone/>
              <a:defRPr sz="1000">
                <a:solidFill>
                  <a:srgbClr val="000000"/>
                </a:solidFill>
              </a:defRPr>
            </a:lvl3pPr>
            <a:lvl4pPr lvl="3" rtl="0">
              <a:spcBef>
                <a:spcPts val="0"/>
              </a:spcBef>
              <a:spcAft>
                <a:spcPts val="0"/>
              </a:spcAft>
              <a:buClr>
                <a:srgbClr val="000000"/>
              </a:buClr>
              <a:buSzPts val="1000"/>
              <a:buNone/>
              <a:defRPr sz="1000">
                <a:solidFill>
                  <a:srgbClr val="000000"/>
                </a:solidFill>
              </a:defRPr>
            </a:lvl4pPr>
            <a:lvl5pPr lvl="4" rtl="0">
              <a:spcBef>
                <a:spcPts val="0"/>
              </a:spcBef>
              <a:spcAft>
                <a:spcPts val="0"/>
              </a:spcAft>
              <a:buClr>
                <a:srgbClr val="000000"/>
              </a:buClr>
              <a:buSzPts val="1000"/>
              <a:buNone/>
              <a:defRPr sz="1000">
                <a:solidFill>
                  <a:srgbClr val="000000"/>
                </a:solidFill>
              </a:defRPr>
            </a:lvl5pPr>
            <a:lvl6pPr lvl="5" rtl="0">
              <a:spcBef>
                <a:spcPts val="0"/>
              </a:spcBef>
              <a:spcAft>
                <a:spcPts val="0"/>
              </a:spcAft>
              <a:buClr>
                <a:srgbClr val="000000"/>
              </a:buClr>
              <a:buSzPts val="1000"/>
              <a:buNone/>
              <a:defRPr sz="1000">
                <a:solidFill>
                  <a:srgbClr val="000000"/>
                </a:solidFill>
              </a:defRPr>
            </a:lvl6pPr>
            <a:lvl7pPr lvl="6" rtl="0">
              <a:spcBef>
                <a:spcPts val="0"/>
              </a:spcBef>
              <a:spcAft>
                <a:spcPts val="0"/>
              </a:spcAft>
              <a:buClr>
                <a:srgbClr val="000000"/>
              </a:buClr>
              <a:buSzPts val="1000"/>
              <a:buNone/>
              <a:defRPr sz="1000">
                <a:solidFill>
                  <a:srgbClr val="000000"/>
                </a:solidFill>
              </a:defRPr>
            </a:lvl7pPr>
            <a:lvl8pPr lvl="7" rtl="0">
              <a:spcBef>
                <a:spcPts val="0"/>
              </a:spcBef>
              <a:spcAft>
                <a:spcPts val="0"/>
              </a:spcAft>
              <a:buClr>
                <a:srgbClr val="000000"/>
              </a:buClr>
              <a:buSzPts val="1000"/>
              <a:buNone/>
              <a:defRPr sz="1000">
                <a:solidFill>
                  <a:srgbClr val="000000"/>
                </a:solidFill>
              </a:defRPr>
            </a:lvl8pPr>
            <a:lvl9pPr lvl="8" rtl="0">
              <a:spcBef>
                <a:spcPts val="0"/>
              </a:spcBef>
              <a:spcAft>
                <a:spcPts val="0"/>
              </a:spcAft>
              <a:buClr>
                <a:srgbClr val="000000"/>
              </a:buClr>
              <a:buSzPts val="1000"/>
              <a:buNone/>
              <a:defRPr sz="1000">
                <a:solidFill>
                  <a:srgbClr val="000000"/>
                </a:solidFill>
              </a:defRPr>
            </a:lvl9pPr>
          </a:lstStyle>
          <a:p/>
        </p:txBody>
      </p:sp>
      <p:sp>
        <p:nvSpPr>
          <p:cNvPr id="1239" name="Google Shape;1239;p20"/>
          <p:cNvSpPr txBox="1"/>
          <p:nvPr>
            <p:ph idx="1" type="body"/>
          </p:nvPr>
        </p:nvSpPr>
        <p:spPr>
          <a:xfrm>
            <a:off x="641150" y="612125"/>
            <a:ext cx="1770300" cy="160500"/>
          </a:xfrm>
          <a:prstGeom prst="rect">
            <a:avLst/>
          </a:prstGeom>
          <a:noFill/>
          <a:ln>
            <a:noFill/>
          </a:ln>
        </p:spPr>
        <p:txBody>
          <a:bodyPr anchorCtr="0" anchor="t" bIns="0" lIns="0" spcFirstLastPara="1" rIns="0" wrap="square" tIns="0">
            <a:noAutofit/>
          </a:bodyPr>
          <a:lstStyle>
            <a:lvl1pPr indent="-292100" lvl="0" marL="457200" rtl="0" algn="ctr">
              <a:spcBef>
                <a:spcPts val="0"/>
              </a:spcBef>
              <a:spcAft>
                <a:spcPts val="0"/>
              </a:spcAft>
              <a:buClr>
                <a:srgbClr val="FFFFFF"/>
              </a:buClr>
              <a:buSzPts val="1000"/>
              <a:buChar char="●"/>
              <a:defRPr sz="1000">
                <a:solidFill>
                  <a:srgbClr val="FFFFFF"/>
                </a:solidFill>
              </a:defRPr>
            </a:lvl1pPr>
            <a:lvl2pPr indent="-292100" lvl="1" marL="914400" rtl="0" algn="ctr">
              <a:spcBef>
                <a:spcPts val="0"/>
              </a:spcBef>
              <a:spcAft>
                <a:spcPts val="0"/>
              </a:spcAft>
              <a:buClr>
                <a:srgbClr val="FFFFFF"/>
              </a:buClr>
              <a:buSzPts val="1000"/>
              <a:buChar char="○"/>
              <a:defRPr sz="1000">
                <a:solidFill>
                  <a:srgbClr val="FFFFFF"/>
                </a:solidFill>
              </a:defRPr>
            </a:lvl2pPr>
            <a:lvl3pPr indent="-292100" lvl="2" marL="1371600" rtl="0" algn="ctr">
              <a:spcBef>
                <a:spcPts val="0"/>
              </a:spcBef>
              <a:spcAft>
                <a:spcPts val="0"/>
              </a:spcAft>
              <a:buClr>
                <a:srgbClr val="FFFFFF"/>
              </a:buClr>
              <a:buSzPts val="1000"/>
              <a:buChar char="■"/>
              <a:defRPr sz="1000">
                <a:solidFill>
                  <a:srgbClr val="FFFFFF"/>
                </a:solidFill>
              </a:defRPr>
            </a:lvl3pPr>
            <a:lvl4pPr indent="-292100" lvl="3" marL="1828800" rtl="0" algn="ctr">
              <a:spcBef>
                <a:spcPts val="0"/>
              </a:spcBef>
              <a:spcAft>
                <a:spcPts val="0"/>
              </a:spcAft>
              <a:buClr>
                <a:srgbClr val="FFFFFF"/>
              </a:buClr>
              <a:buSzPts val="1000"/>
              <a:buChar char="●"/>
              <a:defRPr sz="1000">
                <a:solidFill>
                  <a:srgbClr val="FFFFFF"/>
                </a:solidFill>
              </a:defRPr>
            </a:lvl4pPr>
            <a:lvl5pPr indent="-292100" lvl="4" marL="2286000" rtl="0" algn="ctr">
              <a:spcBef>
                <a:spcPts val="0"/>
              </a:spcBef>
              <a:spcAft>
                <a:spcPts val="0"/>
              </a:spcAft>
              <a:buClr>
                <a:srgbClr val="FFFFFF"/>
              </a:buClr>
              <a:buSzPts val="1000"/>
              <a:buChar char="○"/>
              <a:defRPr sz="1000">
                <a:solidFill>
                  <a:srgbClr val="FFFFFF"/>
                </a:solidFill>
              </a:defRPr>
            </a:lvl5pPr>
            <a:lvl6pPr indent="-292100" lvl="5" marL="2743200" rtl="0" algn="ctr">
              <a:spcBef>
                <a:spcPts val="0"/>
              </a:spcBef>
              <a:spcAft>
                <a:spcPts val="0"/>
              </a:spcAft>
              <a:buClr>
                <a:srgbClr val="FFFFFF"/>
              </a:buClr>
              <a:buSzPts val="1000"/>
              <a:buChar char="■"/>
              <a:defRPr sz="1000">
                <a:solidFill>
                  <a:srgbClr val="FFFFFF"/>
                </a:solidFill>
              </a:defRPr>
            </a:lvl6pPr>
            <a:lvl7pPr indent="-292100" lvl="6" marL="3200400" rtl="0" algn="ctr">
              <a:spcBef>
                <a:spcPts val="0"/>
              </a:spcBef>
              <a:spcAft>
                <a:spcPts val="0"/>
              </a:spcAft>
              <a:buClr>
                <a:srgbClr val="FFFFFF"/>
              </a:buClr>
              <a:buSzPts val="1000"/>
              <a:buChar char="●"/>
              <a:defRPr sz="1000">
                <a:solidFill>
                  <a:srgbClr val="FFFFFF"/>
                </a:solidFill>
              </a:defRPr>
            </a:lvl7pPr>
            <a:lvl8pPr indent="-292100" lvl="7" marL="3657600" rtl="0" algn="ctr">
              <a:spcBef>
                <a:spcPts val="0"/>
              </a:spcBef>
              <a:spcAft>
                <a:spcPts val="0"/>
              </a:spcAft>
              <a:buClr>
                <a:srgbClr val="FFFFFF"/>
              </a:buClr>
              <a:buSzPts val="1000"/>
              <a:buChar char="○"/>
              <a:defRPr sz="1000">
                <a:solidFill>
                  <a:srgbClr val="FFFFFF"/>
                </a:solidFill>
              </a:defRPr>
            </a:lvl8pPr>
            <a:lvl9pPr indent="-292100" lvl="8" marL="4114800" rtl="0" algn="ctr">
              <a:spcBef>
                <a:spcPts val="0"/>
              </a:spcBef>
              <a:spcAft>
                <a:spcPts val="0"/>
              </a:spcAft>
              <a:buClr>
                <a:srgbClr val="FFFFFF"/>
              </a:buClr>
              <a:buSzPts val="1000"/>
              <a:buChar char="■"/>
              <a:defRPr sz="1000">
                <a:solidFill>
                  <a:srgbClr val="FFFFFF"/>
                </a:solidFill>
              </a:defRPr>
            </a:lvl9pPr>
          </a:lstStyle>
          <a:p/>
        </p:txBody>
      </p:sp>
      <p:sp>
        <p:nvSpPr>
          <p:cNvPr id="1240" name="Google Shape;1240;p20"/>
          <p:cNvSpPr txBox="1"/>
          <p:nvPr/>
        </p:nvSpPr>
        <p:spPr>
          <a:xfrm>
            <a:off x="84825" y="598125"/>
            <a:ext cx="595500" cy="205800"/>
          </a:xfrm>
          <a:prstGeom prst="rect">
            <a:avLst/>
          </a:prstGeom>
          <a:noFill/>
          <a:ln>
            <a:noFill/>
          </a:ln>
        </p:spPr>
        <p:txBody>
          <a:bodyPr anchorCtr="0" anchor="t" bIns="18000" lIns="18000" spcFirstLastPara="1" rIns="18000" wrap="square" tIns="18000">
            <a:spAutoFit/>
          </a:bodyPr>
          <a:lstStyle/>
          <a:p>
            <a:pPr indent="0" lvl="0" marL="0" rtl="0" algn="l">
              <a:spcBef>
                <a:spcPts val="0"/>
              </a:spcBef>
              <a:spcAft>
                <a:spcPts val="0"/>
              </a:spcAft>
              <a:buNone/>
            </a:pPr>
            <a:r>
              <a:rPr lang="es-419" sz="1100">
                <a:solidFill>
                  <a:srgbClr val="FFFFFF"/>
                </a:solidFill>
              </a:rPr>
              <a:t>Nombre:</a:t>
            </a:r>
            <a:endParaRPr sz="1100">
              <a:solidFill>
                <a:srgbClr val="FFFFFF"/>
              </a:solidFill>
            </a:endParaRPr>
          </a:p>
        </p:txBody>
      </p:sp>
      <p:sp>
        <p:nvSpPr>
          <p:cNvPr id="1241" name="Google Shape;1241;p20"/>
          <p:cNvSpPr/>
          <p:nvPr/>
        </p:nvSpPr>
        <p:spPr>
          <a:xfrm>
            <a:off x="-6216725" y="986400"/>
            <a:ext cx="5567400" cy="5853600"/>
          </a:xfrm>
          <a:prstGeom prst="roundRect">
            <a:avLst>
              <a:gd fmla="val 2402" name="adj"/>
            </a:avLst>
          </a:prstGeom>
          <a:solidFill>
            <a:srgbClr val="F3F3F3"/>
          </a:solidFill>
          <a:ln cap="flat" cmpd="sng" w="9525">
            <a:solidFill>
              <a:srgbClr val="F3F3F3"/>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t" bIns="91425" lIns="91425" spcFirstLastPara="1" rIns="91425" wrap="square" tIns="91425">
            <a:noAutofit/>
          </a:bodyPr>
          <a:lstStyle/>
          <a:p>
            <a:pPr indent="0" lvl="0" marL="0" rtl="0" algn="ctr">
              <a:spcBef>
                <a:spcPts val="0"/>
              </a:spcBef>
              <a:spcAft>
                <a:spcPts val="0"/>
              </a:spcAft>
              <a:buNone/>
            </a:pPr>
            <a:r>
              <a:rPr lang="es-419"/>
              <a:t>Paleta</a:t>
            </a:r>
            <a:endParaRPr/>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4.5 Diagrama de Actividad">
  <p:cSld name="TITLE_3_6_1_1_1_1_1_1_1_1_1_1_1_1_1_1_1_1_1_1">
    <p:spTree>
      <p:nvGrpSpPr>
        <p:cNvPr id="1242" name="Shape 1242"/>
        <p:cNvGrpSpPr/>
        <p:nvPr/>
      </p:nvGrpSpPr>
      <p:grpSpPr>
        <a:xfrm>
          <a:off x="0" y="0"/>
          <a:ext cx="0" cy="0"/>
          <a:chOff x="0" y="0"/>
          <a:chExt cx="0" cy="0"/>
        </a:xfrm>
      </p:grpSpPr>
      <p:sp>
        <p:nvSpPr>
          <p:cNvPr id="1243" name="Google Shape;1243;p21"/>
          <p:cNvSpPr/>
          <p:nvPr/>
        </p:nvSpPr>
        <p:spPr>
          <a:xfrm>
            <a:off x="-1396550" y="760700"/>
            <a:ext cx="748200" cy="6079200"/>
          </a:xfrm>
          <a:prstGeom prst="roundRect">
            <a:avLst>
              <a:gd fmla="val 11877" name="adj"/>
            </a:avLst>
          </a:prstGeom>
          <a:solidFill>
            <a:srgbClr val="F3F3F3"/>
          </a:solidFill>
          <a:ln cap="flat" cmpd="sng" w="9525">
            <a:solidFill>
              <a:srgbClr val="F3F3F3"/>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t" bIns="54000" lIns="72000" spcFirstLastPara="1" rIns="72000" wrap="square" tIns="54000">
            <a:noAutofit/>
          </a:bodyPr>
          <a:lstStyle/>
          <a:p>
            <a:pPr indent="0" lvl="0" marL="0" rtl="0" algn="ctr">
              <a:spcBef>
                <a:spcPts val="0"/>
              </a:spcBef>
              <a:spcAft>
                <a:spcPts val="0"/>
              </a:spcAft>
              <a:buNone/>
            </a:pPr>
            <a:r>
              <a:rPr i="1" lang="es-419"/>
              <a:t>Paleta</a:t>
            </a:r>
            <a:endParaRPr i="1"/>
          </a:p>
        </p:txBody>
      </p:sp>
      <p:sp>
        <p:nvSpPr>
          <p:cNvPr id="1244" name="Google Shape;1244;p21"/>
          <p:cNvSpPr txBox="1"/>
          <p:nvPr/>
        </p:nvSpPr>
        <p:spPr>
          <a:xfrm>
            <a:off x="2896942" y="1046542"/>
            <a:ext cx="1069200" cy="2166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t/>
            </a:r>
            <a:endParaRPr b="1" sz="600"/>
          </a:p>
        </p:txBody>
      </p:sp>
      <p:sp>
        <p:nvSpPr>
          <p:cNvPr id="1245" name="Google Shape;1245;p21"/>
          <p:cNvSpPr txBox="1"/>
          <p:nvPr/>
        </p:nvSpPr>
        <p:spPr>
          <a:xfrm>
            <a:off x="4101686" y="1046542"/>
            <a:ext cx="1163700" cy="2166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t/>
            </a:r>
            <a:endParaRPr b="1" sz="600"/>
          </a:p>
        </p:txBody>
      </p:sp>
      <p:sp>
        <p:nvSpPr>
          <p:cNvPr id="1246" name="Google Shape;1246;p21"/>
          <p:cNvSpPr txBox="1"/>
          <p:nvPr/>
        </p:nvSpPr>
        <p:spPr>
          <a:xfrm>
            <a:off x="6603322" y="1046542"/>
            <a:ext cx="1163700" cy="2166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t/>
            </a:r>
            <a:endParaRPr b="1" sz="600"/>
          </a:p>
        </p:txBody>
      </p:sp>
      <p:sp>
        <p:nvSpPr>
          <p:cNvPr id="1247" name="Google Shape;1247;p21"/>
          <p:cNvSpPr txBox="1"/>
          <p:nvPr/>
        </p:nvSpPr>
        <p:spPr>
          <a:xfrm>
            <a:off x="5400218" y="1046542"/>
            <a:ext cx="1203000" cy="2166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t/>
            </a:r>
            <a:endParaRPr b="1" sz="600"/>
          </a:p>
        </p:txBody>
      </p:sp>
      <p:sp>
        <p:nvSpPr>
          <p:cNvPr id="1248" name="Google Shape;1248;p21"/>
          <p:cNvSpPr/>
          <p:nvPr/>
        </p:nvSpPr>
        <p:spPr>
          <a:xfrm>
            <a:off x="97888" y="377012"/>
            <a:ext cx="9893400" cy="296700"/>
          </a:xfrm>
          <a:prstGeom prst="roundRect">
            <a:avLst>
              <a:gd fmla="val 22902" name="adj"/>
            </a:avLst>
          </a:prstGeom>
          <a:solidFill>
            <a:srgbClr val="F3F3F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1249" name="Google Shape;1249;p21"/>
          <p:cNvSpPr/>
          <p:nvPr/>
        </p:nvSpPr>
        <p:spPr>
          <a:xfrm>
            <a:off x="77688" y="358938"/>
            <a:ext cx="9935700" cy="6438000"/>
          </a:xfrm>
          <a:prstGeom prst="roundRect">
            <a:avLst>
              <a:gd fmla="val 2618" name="adj"/>
            </a:avLst>
          </a:prstGeom>
          <a:solidFill>
            <a:srgbClr val="FFFFFF"/>
          </a:solidFill>
          <a:ln cap="flat" cmpd="sng" w="38100">
            <a:solidFill>
              <a:srgbClr val="000000"/>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50" name="Google Shape;1250;p21"/>
          <p:cNvCxnSpPr/>
          <p:nvPr/>
        </p:nvCxnSpPr>
        <p:spPr>
          <a:xfrm>
            <a:off x="77688" y="772614"/>
            <a:ext cx="9935700" cy="0"/>
          </a:xfrm>
          <a:prstGeom prst="straightConnector1">
            <a:avLst/>
          </a:prstGeom>
          <a:noFill/>
          <a:ln cap="flat" cmpd="sng" w="19050">
            <a:solidFill>
              <a:srgbClr val="000000"/>
            </a:solidFill>
            <a:prstDash val="solid"/>
            <a:round/>
            <a:headEnd len="med" w="med" type="none"/>
            <a:tailEnd len="med" w="med" type="none"/>
          </a:ln>
        </p:spPr>
      </p:cxnSp>
      <p:cxnSp>
        <p:nvCxnSpPr>
          <p:cNvPr id="1251" name="Google Shape;1251;p21"/>
          <p:cNvCxnSpPr/>
          <p:nvPr/>
        </p:nvCxnSpPr>
        <p:spPr>
          <a:xfrm rot="10800000">
            <a:off x="2439038" y="368188"/>
            <a:ext cx="0" cy="402300"/>
          </a:xfrm>
          <a:prstGeom prst="straightConnector1">
            <a:avLst/>
          </a:prstGeom>
          <a:noFill/>
          <a:ln cap="flat" cmpd="sng" w="19050">
            <a:solidFill>
              <a:srgbClr val="000000"/>
            </a:solidFill>
            <a:prstDash val="solid"/>
            <a:round/>
            <a:headEnd len="med" w="med" type="none"/>
            <a:tailEnd len="med" w="med" type="none"/>
          </a:ln>
        </p:spPr>
      </p:cxnSp>
      <p:sp>
        <p:nvSpPr>
          <p:cNvPr id="1252" name="Google Shape;1252;p21"/>
          <p:cNvSpPr txBox="1"/>
          <p:nvPr/>
        </p:nvSpPr>
        <p:spPr>
          <a:xfrm>
            <a:off x="2896947" y="1353252"/>
            <a:ext cx="1069200" cy="2043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t/>
            </a:r>
            <a:endParaRPr b="1" sz="600"/>
          </a:p>
        </p:txBody>
      </p:sp>
      <p:sp>
        <p:nvSpPr>
          <p:cNvPr id="1253" name="Google Shape;1253;p21"/>
          <p:cNvSpPr txBox="1"/>
          <p:nvPr/>
        </p:nvSpPr>
        <p:spPr>
          <a:xfrm>
            <a:off x="4101689" y="1353252"/>
            <a:ext cx="1163700" cy="2043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t/>
            </a:r>
            <a:endParaRPr b="1" sz="600"/>
          </a:p>
        </p:txBody>
      </p:sp>
      <p:sp>
        <p:nvSpPr>
          <p:cNvPr id="1254" name="Google Shape;1254;p21"/>
          <p:cNvSpPr txBox="1"/>
          <p:nvPr/>
        </p:nvSpPr>
        <p:spPr>
          <a:xfrm>
            <a:off x="6603320" y="1353252"/>
            <a:ext cx="1163700" cy="2043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t/>
            </a:r>
            <a:endParaRPr b="1" sz="600"/>
          </a:p>
        </p:txBody>
      </p:sp>
      <p:sp>
        <p:nvSpPr>
          <p:cNvPr id="1255" name="Google Shape;1255;p21"/>
          <p:cNvSpPr txBox="1"/>
          <p:nvPr/>
        </p:nvSpPr>
        <p:spPr>
          <a:xfrm>
            <a:off x="7901849" y="1353252"/>
            <a:ext cx="1163700" cy="2043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t/>
            </a:r>
            <a:endParaRPr b="1" sz="600"/>
          </a:p>
        </p:txBody>
      </p:sp>
      <p:sp>
        <p:nvSpPr>
          <p:cNvPr id="1256" name="Google Shape;1256;p21"/>
          <p:cNvSpPr txBox="1"/>
          <p:nvPr/>
        </p:nvSpPr>
        <p:spPr>
          <a:xfrm>
            <a:off x="5400218" y="1353252"/>
            <a:ext cx="1203000" cy="2043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t/>
            </a:r>
            <a:endParaRPr b="1" sz="600"/>
          </a:p>
        </p:txBody>
      </p:sp>
      <p:sp>
        <p:nvSpPr>
          <p:cNvPr id="1257" name="Google Shape;1257;p21"/>
          <p:cNvSpPr txBox="1"/>
          <p:nvPr>
            <p:ph type="title"/>
          </p:nvPr>
        </p:nvSpPr>
        <p:spPr>
          <a:xfrm flipH="1">
            <a:off x="3219174" y="437575"/>
            <a:ext cx="1731300" cy="265800"/>
          </a:xfrm>
          <a:prstGeom prst="rect">
            <a:avLst/>
          </a:prstGeom>
          <a:noFill/>
          <a:ln>
            <a:noFill/>
          </a:ln>
        </p:spPr>
        <p:txBody>
          <a:bodyPr anchorCtr="0" anchor="ctr" bIns="0" lIns="0" spcFirstLastPara="1" rIns="0" wrap="square" tIns="0">
            <a:noAutofit/>
          </a:bodyPr>
          <a:lstStyle>
            <a:lvl1pPr lvl="0" rtl="0">
              <a:spcBef>
                <a:spcPts val="0"/>
              </a:spcBef>
              <a:spcAft>
                <a:spcPts val="0"/>
              </a:spcAft>
              <a:buClr>
                <a:srgbClr val="000000"/>
              </a:buClr>
              <a:buSzPts val="1200"/>
              <a:buNone/>
              <a:defRPr sz="1200">
                <a:solidFill>
                  <a:srgbClr val="000000"/>
                </a:solidFill>
              </a:defRPr>
            </a:lvl1pPr>
            <a:lvl2pPr lvl="1" rtl="0">
              <a:spcBef>
                <a:spcPts val="0"/>
              </a:spcBef>
              <a:spcAft>
                <a:spcPts val="0"/>
              </a:spcAft>
              <a:buClr>
                <a:srgbClr val="000000"/>
              </a:buClr>
              <a:buSzPts val="1100"/>
              <a:buNone/>
              <a:defRPr sz="1100">
                <a:solidFill>
                  <a:srgbClr val="000000"/>
                </a:solidFill>
              </a:defRPr>
            </a:lvl2pPr>
            <a:lvl3pPr lvl="2" rtl="0">
              <a:spcBef>
                <a:spcPts val="0"/>
              </a:spcBef>
              <a:spcAft>
                <a:spcPts val="0"/>
              </a:spcAft>
              <a:buClr>
                <a:srgbClr val="000000"/>
              </a:buClr>
              <a:buSzPts val="1100"/>
              <a:buNone/>
              <a:defRPr sz="1100">
                <a:solidFill>
                  <a:srgbClr val="000000"/>
                </a:solidFill>
              </a:defRPr>
            </a:lvl3pPr>
            <a:lvl4pPr lvl="3" rtl="0">
              <a:spcBef>
                <a:spcPts val="0"/>
              </a:spcBef>
              <a:spcAft>
                <a:spcPts val="0"/>
              </a:spcAft>
              <a:buClr>
                <a:srgbClr val="000000"/>
              </a:buClr>
              <a:buSzPts val="1100"/>
              <a:buNone/>
              <a:defRPr sz="1100">
                <a:solidFill>
                  <a:srgbClr val="000000"/>
                </a:solidFill>
              </a:defRPr>
            </a:lvl4pPr>
            <a:lvl5pPr lvl="4" rtl="0">
              <a:spcBef>
                <a:spcPts val="0"/>
              </a:spcBef>
              <a:spcAft>
                <a:spcPts val="0"/>
              </a:spcAft>
              <a:buClr>
                <a:srgbClr val="000000"/>
              </a:buClr>
              <a:buSzPts val="1100"/>
              <a:buNone/>
              <a:defRPr sz="1100">
                <a:solidFill>
                  <a:srgbClr val="000000"/>
                </a:solidFill>
              </a:defRPr>
            </a:lvl5pPr>
            <a:lvl6pPr lvl="5" rtl="0">
              <a:spcBef>
                <a:spcPts val="0"/>
              </a:spcBef>
              <a:spcAft>
                <a:spcPts val="0"/>
              </a:spcAft>
              <a:buClr>
                <a:srgbClr val="000000"/>
              </a:buClr>
              <a:buSzPts val="1100"/>
              <a:buNone/>
              <a:defRPr sz="1100">
                <a:solidFill>
                  <a:srgbClr val="000000"/>
                </a:solidFill>
              </a:defRPr>
            </a:lvl6pPr>
            <a:lvl7pPr lvl="6" rtl="0">
              <a:spcBef>
                <a:spcPts val="0"/>
              </a:spcBef>
              <a:spcAft>
                <a:spcPts val="0"/>
              </a:spcAft>
              <a:buClr>
                <a:srgbClr val="000000"/>
              </a:buClr>
              <a:buSzPts val="1100"/>
              <a:buNone/>
              <a:defRPr sz="1100">
                <a:solidFill>
                  <a:srgbClr val="000000"/>
                </a:solidFill>
              </a:defRPr>
            </a:lvl7pPr>
            <a:lvl8pPr lvl="7" rtl="0">
              <a:spcBef>
                <a:spcPts val="0"/>
              </a:spcBef>
              <a:spcAft>
                <a:spcPts val="0"/>
              </a:spcAft>
              <a:buClr>
                <a:srgbClr val="000000"/>
              </a:buClr>
              <a:buSzPts val="1100"/>
              <a:buNone/>
              <a:defRPr sz="1100">
                <a:solidFill>
                  <a:srgbClr val="000000"/>
                </a:solidFill>
              </a:defRPr>
            </a:lvl8pPr>
            <a:lvl9pPr lvl="8" rtl="0">
              <a:spcBef>
                <a:spcPts val="0"/>
              </a:spcBef>
              <a:spcAft>
                <a:spcPts val="0"/>
              </a:spcAft>
              <a:buClr>
                <a:srgbClr val="000000"/>
              </a:buClr>
              <a:buSzPts val="1100"/>
              <a:buNone/>
              <a:defRPr sz="1100">
                <a:solidFill>
                  <a:srgbClr val="000000"/>
                </a:solidFill>
              </a:defRPr>
            </a:lvl9pPr>
          </a:lstStyle>
          <a:p/>
        </p:txBody>
      </p:sp>
      <p:sp>
        <p:nvSpPr>
          <p:cNvPr id="1258" name="Google Shape;1258;p21"/>
          <p:cNvSpPr txBox="1"/>
          <p:nvPr/>
        </p:nvSpPr>
        <p:spPr>
          <a:xfrm>
            <a:off x="2513487" y="437267"/>
            <a:ext cx="679500" cy="2664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b="1" lang="es-419" sz="1100"/>
              <a:t>Proceso:</a:t>
            </a:r>
            <a:endParaRPr b="1" sz="1100"/>
          </a:p>
        </p:txBody>
      </p:sp>
      <p:cxnSp>
        <p:nvCxnSpPr>
          <p:cNvPr id="1259" name="Google Shape;1259;p21"/>
          <p:cNvCxnSpPr/>
          <p:nvPr/>
        </p:nvCxnSpPr>
        <p:spPr>
          <a:xfrm rot="10800000">
            <a:off x="5070754" y="368188"/>
            <a:ext cx="0" cy="402300"/>
          </a:xfrm>
          <a:prstGeom prst="straightConnector1">
            <a:avLst/>
          </a:prstGeom>
          <a:noFill/>
          <a:ln cap="flat" cmpd="sng" w="19050">
            <a:solidFill>
              <a:srgbClr val="000000"/>
            </a:solidFill>
            <a:prstDash val="solid"/>
            <a:round/>
            <a:headEnd len="med" w="med" type="none"/>
            <a:tailEnd len="med" w="med" type="none"/>
          </a:ln>
        </p:spPr>
      </p:cxnSp>
      <p:sp>
        <p:nvSpPr>
          <p:cNvPr id="1260" name="Google Shape;1260;p21"/>
          <p:cNvSpPr txBox="1"/>
          <p:nvPr/>
        </p:nvSpPr>
        <p:spPr>
          <a:xfrm>
            <a:off x="5191013" y="387663"/>
            <a:ext cx="13026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Finalidad empresa:</a:t>
            </a:r>
            <a:endParaRPr b="1" sz="1100"/>
          </a:p>
        </p:txBody>
      </p:sp>
      <p:sp>
        <p:nvSpPr>
          <p:cNvPr id="1261" name="Google Shape;1261;p21"/>
          <p:cNvSpPr txBox="1"/>
          <p:nvPr/>
        </p:nvSpPr>
        <p:spPr>
          <a:xfrm>
            <a:off x="5191013" y="579538"/>
            <a:ext cx="11637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Finalidad cliente:</a:t>
            </a:r>
            <a:endParaRPr b="1" sz="1100"/>
          </a:p>
        </p:txBody>
      </p:sp>
      <p:sp>
        <p:nvSpPr>
          <p:cNvPr id="1262" name="Google Shape;1262;p21"/>
          <p:cNvSpPr/>
          <p:nvPr/>
        </p:nvSpPr>
        <p:spPr>
          <a:xfrm>
            <a:off x="77688" y="349338"/>
            <a:ext cx="2361300" cy="421200"/>
          </a:xfrm>
          <a:prstGeom prst="roundRect">
            <a:avLst>
              <a:gd fmla="val 50000" name="adj"/>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s-419" sz="1200">
                <a:solidFill>
                  <a:srgbClr val="FFFFFF"/>
                </a:solidFill>
              </a:rPr>
              <a:t>Diagrama de Actividad</a:t>
            </a:r>
            <a:endParaRPr b="1" sz="1200">
              <a:solidFill>
                <a:srgbClr val="FFFFFF"/>
              </a:solidFill>
            </a:endParaRPr>
          </a:p>
          <a:p>
            <a:pPr indent="0" lvl="0" marL="0" rtl="0" algn="ctr">
              <a:spcBef>
                <a:spcPts val="0"/>
              </a:spcBef>
              <a:spcAft>
                <a:spcPts val="0"/>
              </a:spcAft>
              <a:buNone/>
            </a:pPr>
            <a:r>
              <a:t/>
            </a:r>
            <a:endParaRPr b="1" sz="1200">
              <a:solidFill>
                <a:srgbClr val="FFFFFF"/>
              </a:solidFill>
            </a:endParaRPr>
          </a:p>
        </p:txBody>
      </p:sp>
      <p:sp>
        <p:nvSpPr>
          <p:cNvPr id="1263" name="Google Shape;1263;p21"/>
          <p:cNvSpPr/>
          <p:nvPr/>
        </p:nvSpPr>
        <p:spPr>
          <a:xfrm>
            <a:off x="83988" y="595504"/>
            <a:ext cx="190200" cy="1692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 name="Google Shape;1264;p21"/>
          <p:cNvSpPr/>
          <p:nvPr/>
        </p:nvSpPr>
        <p:spPr>
          <a:xfrm>
            <a:off x="2292338" y="358938"/>
            <a:ext cx="146700" cy="4023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 name="Google Shape;1265;p21"/>
          <p:cNvSpPr txBox="1"/>
          <p:nvPr>
            <p:ph idx="2" type="title"/>
          </p:nvPr>
        </p:nvSpPr>
        <p:spPr>
          <a:xfrm flipH="1">
            <a:off x="6546263" y="387663"/>
            <a:ext cx="3350100" cy="169200"/>
          </a:xfrm>
          <a:prstGeom prst="rect">
            <a:avLst/>
          </a:prstGeom>
          <a:noFill/>
          <a:ln>
            <a:noFill/>
          </a:ln>
        </p:spPr>
        <p:txBody>
          <a:bodyPr anchorCtr="0" anchor="ctr" bIns="0" lIns="0" spcFirstLastPara="1" rIns="0" wrap="square" tIns="0">
            <a:noAutofit/>
          </a:bodyPr>
          <a:lstStyle>
            <a:lvl1pPr lvl="0" rtl="0">
              <a:spcBef>
                <a:spcPts val="0"/>
              </a:spcBef>
              <a:spcAft>
                <a:spcPts val="0"/>
              </a:spcAft>
              <a:buClr>
                <a:srgbClr val="000000"/>
              </a:buClr>
              <a:buSzPts val="1000"/>
              <a:buNone/>
              <a:defRPr sz="1000">
                <a:solidFill>
                  <a:srgbClr val="000000"/>
                </a:solidFill>
              </a:defRPr>
            </a:lvl1pPr>
            <a:lvl2pPr lvl="1" rtl="0">
              <a:spcBef>
                <a:spcPts val="0"/>
              </a:spcBef>
              <a:spcAft>
                <a:spcPts val="0"/>
              </a:spcAft>
              <a:buClr>
                <a:srgbClr val="000000"/>
              </a:buClr>
              <a:buSzPts val="1000"/>
              <a:buNone/>
              <a:defRPr sz="1000">
                <a:solidFill>
                  <a:srgbClr val="000000"/>
                </a:solidFill>
              </a:defRPr>
            </a:lvl2pPr>
            <a:lvl3pPr lvl="2" rtl="0">
              <a:spcBef>
                <a:spcPts val="0"/>
              </a:spcBef>
              <a:spcAft>
                <a:spcPts val="0"/>
              </a:spcAft>
              <a:buClr>
                <a:srgbClr val="000000"/>
              </a:buClr>
              <a:buSzPts val="1000"/>
              <a:buNone/>
              <a:defRPr sz="1000">
                <a:solidFill>
                  <a:srgbClr val="000000"/>
                </a:solidFill>
              </a:defRPr>
            </a:lvl3pPr>
            <a:lvl4pPr lvl="3" rtl="0">
              <a:spcBef>
                <a:spcPts val="0"/>
              </a:spcBef>
              <a:spcAft>
                <a:spcPts val="0"/>
              </a:spcAft>
              <a:buClr>
                <a:srgbClr val="000000"/>
              </a:buClr>
              <a:buSzPts val="1000"/>
              <a:buNone/>
              <a:defRPr sz="1000">
                <a:solidFill>
                  <a:srgbClr val="000000"/>
                </a:solidFill>
              </a:defRPr>
            </a:lvl4pPr>
            <a:lvl5pPr lvl="4" rtl="0">
              <a:spcBef>
                <a:spcPts val="0"/>
              </a:spcBef>
              <a:spcAft>
                <a:spcPts val="0"/>
              </a:spcAft>
              <a:buClr>
                <a:srgbClr val="000000"/>
              </a:buClr>
              <a:buSzPts val="1000"/>
              <a:buNone/>
              <a:defRPr sz="1000">
                <a:solidFill>
                  <a:srgbClr val="000000"/>
                </a:solidFill>
              </a:defRPr>
            </a:lvl5pPr>
            <a:lvl6pPr lvl="5" rtl="0">
              <a:spcBef>
                <a:spcPts val="0"/>
              </a:spcBef>
              <a:spcAft>
                <a:spcPts val="0"/>
              </a:spcAft>
              <a:buClr>
                <a:srgbClr val="000000"/>
              </a:buClr>
              <a:buSzPts val="1000"/>
              <a:buNone/>
              <a:defRPr sz="1000">
                <a:solidFill>
                  <a:srgbClr val="000000"/>
                </a:solidFill>
              </a:defRPr>
            </a:lvl6pPr>
            <a:lvl7pPr lvl="6" rtl="0">
              <a:spcBef>
                <a:spcPts val="0"/>
              </a:spcBef>
              <a:spcAft>
                <a:spcPts val="0"/>
              </a:spcAft>
              <a:buClr>
                <a:srgbClr val="000000"/>
              </a:buClr>
              <a:buSzPts val="1000"/>
              <a:buNone/>
              <a:defRPr sz="1000">
                <a:solidFill>
                  <a:srgbClr val="000000"/>
                </a:solidFill>
              </a:defRPr>
            </a:lvl7pPr>
            <a:lvl8pPr lvl="7" rtl="0">
              <a:spcBef>
                <a:spcPts val="0"/>
              </a:spcBef>
              <a:spcAft>
                <a:spcPts val="0"/>
              </a:spcAft>
              <a:buClr>
                <a:srgbClr val="000000"/>
              </a:buClr>
              <a:buSzPts val="1000"/>
              <a:buNone/>
              <a:defRPr sz="1000">
                <a:solidFill>
                  <a:srgbClr val="000000"/>
                </a:solidFill>
              </a:defRPr>
            </a:lvl8pPr>
            <a:lvl9pPr lvl="8" rtl="0">
              <a:spcBef>
                <a:spcPts val="0"/>
              </a:spcBef>
              <a:spcAft>
                <a:spcPts val="0"/>
              </a:spcAft>
              <a:buClr>
                <a:srgbClr val="000000"/>
              </a:buClr>
              <a:buSzPts val="1000"/>
              <a:buNone/>
              <a:defRPr sz="1000">
                <a:solidFill>
                  <a:srgbClr val="000000"/>
                </a:solidFill>
              </a:defRPr>
            </a:lvl9pPr>
          </a:lstStyle>
          <a:p/>
        </p:txBody>
      </p:sp>
      <p:sp>
        <p:nvSpPr>
          <p:cNvPr id="1266" name="Google Shape;1266;p21"/>
          <p:cNvSpPr txBox="1"/>
          <p:nvPr>
            <p:ph idx="3" type="title"/>
          </p:nvPr>
        </p:nvSpPr>
        <p:spPr>
          <a:xfrm flipH="1">
            <a:off x="6546263" y="579538"/>
            <a:ext cx="3350100" cy="169200"/>
          </a:xfrm>
          <a:prstGeom prst="rect">
            <a:avLst/>
          </a:prstGeom>
          <a:noFill/>
          <a:ln>
            <a:noFill/>
          </a:ln>
        </p:spPr>
        <p:txBody>
          <a:bodyPr anchorCtr="0" anchor="ctr" bIns="0" lIns="0" spcFirstLastPara="1" rIns="0" wrap="square" tIns="0">
            <a:noAutofit/>
          </a:bodyPr>
          <a:lstStyle>
            <a:lvl1pPr lvl="0" rtl="0">
              <a:spcBef>
                <a:spcPts val="0"/>
              </a:spcBef>
              <a:spcAft>
                <a:spcPts val="0"/>
              </a:spcAft>
              <a:buClr>
                <a:srgbClr val="000000"/>
              </a:buClr>
              <a:buSzPts val="1000"/>
              <a:buNone/>
              <a:defRPr sz="1000">
                <a:solidFill>
                  <a:srgbClr val="000000"/>
                </a:solidFill>
              </a:defRPr>
            </a:lvl1pPr>
            <a:lvl2pPr lvl="1" rtl="0">
              <a:spcBef>
                <a:spcPts val="0"/>
              </a:spcBef>
              <a:spcAft>
                <a:spcPts val="0"/>
              </a:spcAft>
              <a:buClr>
                <a:srgbClr val="000000"/>
              </a:buClr>
              <a:buSzPts val="1000"/>
              <a:buNone/>
              <a:defRPr sz="1000">
                <a:solidFill>
                  <a:srgbClr val="000000"/>
                </a:solidFill>
              </a:defRPr>
            </a:lvl2pPr>
            <a:lvl3pPr lvl="2" rtl="0">
              <a:spcBef>
                <a:spcPts val="0"/>
              </a:spcBef>
              <a:spcAft>
                <a:spcPts val="0"/>
              </a:spcAft>
              <a:buClr>
                <a:srgbClr val="000000"/>
              </a:buClr>
              <a:buSzPts val="1000"/>
              <a:buNone/>
              <a:defRPr sz="1000">
                <a:solidFill>
                  <a:srgbClr val="000000"/>
                </a:solidFill>
              </a:defRPr>
            </a:lvl3pPr>
            <a:lvl4pPr lvl="3" rtl="0">
              <a:spcBef>
                <a:spcPts val="0"/>
              </a:spcBef>
              <a:spcAft>
                <a:spcPts val="0"/>
              </a:spcAft>
              <a:buClr>
                <a:srgbClr val="000000"/>
              </a:buClr>
              <a:buSzPts val="1000"/>
              <a:buNone/>
              <a:defRPr sz="1000">
                <a:solidFill>
                  <a:srgbClr val="000000"/>
                </a:solidFill>
              </a:defRPr>
            </a:lvl4pPr>
            <a:lvl5pPr lvl="4" rtl="0">
              <a:spcBef>
                <a:spcPts val="0"/>
              </a:spcBef>
              <a:spcAft>
                <a:spcPts val="0"/>
              </a:spcAft>
              <a:buClr>
                <a:srgbClr val="000000"/>
              </a:buClr>
              <a:buSzPts val="1000"/>
              <a:buNone/>
              <a:defRPr sz="1000">
                <a:solidFill>
                  <a:srgbClr val="000000"/>
                </a:solidFill>
              </a:defRPr>
            </a:lvl5pPr>
            <a:lvl6pPr lvl="5" rtl="0">
              <a:spcBef>
                <a:spcPts val="0"/>
              </a:spcBef>
              <a:spcAft>
                <a:spcPts val="0"/>
              </a:spcAft>
              <a:buClr>
                <a:srgbClr val="000000"/>
              </a:buClr>
              <a:buSzPts val="1000"/>
              <a:buNone/>
              <a:defRPr sz="1000">
                <a:solidFill>
                  <a:srgbClr val="000000"/>
                </a:solidFill>
              </a:defRPr>
            </a:lvl6pPr>
            <a:lvl7pPr lvl="6" rtl="0">
              <a:spcBef>
                <a:spcPts val="0"/>
              </a:spcBef>
              <a:spcAft>
                <a:spcPts val="0"/>
              </a:spcAft>
              <a:buClr>
                <a:srgbClr val="000000"/>
              </a:buClr>
              <a:buSzPts val="1000"/>
              <a:buNone/>
              <a:defRPr sz="1000">
                <a:solidFill>
                  <a:srgbClr val="000000"/>
                </a:solidFill>
              </a:defRPr>
            </a:lvl7pPr>
            <a:lvl8pPr lvl="7" rtl="0">
              <a:spcBef>
                <a:spcPts val="0"/>
              </a:spcBef>
              <a:spcAft>
                <a:spcPts val="0"/>
              </a:spcAft>
              <a:buClr>
                <a:srgbClr val="000000"/>
              </a:buClr>
              <a:buSzPts val="1000"/>
              <a:buNone/>
              <a:defRPr sz="1000">
                <a:solidFill>
                  <a:srgbClr val="000000"/>
                </a:solidFill>
              </a:defRPr>
            </a:lvl8pPr>
            <a:lvl9pPr lvl="8" rtl="0">
              <a:spcBef>
                <a:spcPts val="0"/>
              </a:spcBef>
              <a:spcAft>
                <a:spcPts val="0"/>
              </a:spcAft>
              <a:buClr>
                <a:srgbClr val="000000"/>
              </a:buClr>
              <a:buSzPts val="1000"/>
              <a:buNone/>
              <a:defRPr sz="1000">
                <a:solidFill>
                  <a:srgbClr val="000000"/>
                </a:solidFill>
              </a:defRPr>
            </a:lvl9pPr>
          </a:lstStyle>
          <a:p/>
        </p:txBody>
      </p:sp>
      <p:sp>
        <p:nvSpPr>
          <p:cNvPr id="1267" name="Google Shape;1267;p21"/>
          <p:cNvSpPr/>
          <p:nvPr/>
        </p:nvSpPr>
        <p:spPr>
          <a:xfrm>
            <a:off x="221113" y="928363"/>
            <a:ext cx="1932000" cy="5724000"/>
          </a:xfrm>
          <a:prstGeom prst="rect">
            <a:avLst/>
          </a:prstGeom>
          <a:noFill/>
          <a:ln cap="flat" cmpd="sng" w="9525">
            <a:solidFill>
              <a:srgbClr val="E991AE"/>
            </a:solidFill>
            <a:prstDash val="solid"/>
            <a:round/>
            <a:headEnd len="sm" w="sm" type="none"/>
            <a:tailEnd len="sm" w="sm" type="none"/>
          </a:ln>
        </p:spPr>
        <p:txBody>
          <a:bodyPr anchorCtr="0" anchor="t" bIns="91425" lIns="91425" spcFirstLastPara="1" rIns="91425" wrap="square" tIns="91425">
            <a:noAutofit/>
          </a:bodyPr>
          <a:lstStyle/>
          <a:p>
            <a:pPr indent="0" lvl="0" marL="0" marR="0" rtl="0" algn="l">
              <a:lnSpc>
                <a:spcPct val="100000"/>
              </a:lnSpc>
              <a:spcBef>
                <a:spcPts val="0"/>
              </a:spcBef>
              <a:spcAft>
                <a:spcPts val="0"/>
              </a:spcAft>
              <a:buNone/>
            </a:pPr>
            <a:r>
              <a:t/>
            </a:r>
            <a:endParaRPr/>
          </a:p>
        </p:txBody>
      </p:sp>
      <p:sp>
        <p:nvSpPr>
          <p:cNvPr id="1268" name="Google Shape;1268;p21"/>
          <p:cNvSpPr/>
          <p:nvPr/>
        </p:nvSpPr>
        <p:spPr>
          <a:xfrm>
            <a:off x="2153413" y="928363"/>
            <a:ext cx="1932000" cy="5724000"/>
          </a:xfrm>
          <a:prstGeom prst="rect">
            <a:avLst/>
          </a:prstGeom>
          <a:noFill/>
          <a:ln cap="flat" cmpd="sng" w="9525">
            <a:solidFill>
              <a:srgbClr val="E991AE"/>
            </a:solidFill>
            <a:prstDash val="solid"/>
            <a:round/>
            <a:headEnd len="sm" w="sm" type="none"/>
            <a:tailEnd len="sm" w="sm" type="none"/>
          </a:ln>
        </p:spPr>
        <p:txBody>
          <a:bodyPr anchorCtr="0" anchor="t" bIns="91425" lIns="91425" spcFirstLastPara="1" rIns="91425" wrap="square" tIns="91425">
            <a:noAutofit/>
          </a:bodyPr>
          <a:lstStyle/>
          <a:p>
            <a:pPr indent="0" lvl="0" marL="0" marR="0" rtl="0" algn="l">
              <a:lnSpc>
                <a:spcPct val="100000"/>
              </a:lnSpc>
              <a:spcBef>
                <a:spcPts val="0"/>
              </a:spcBef>
              <a:spcAft>
                <a:spcPts val="0"/>
              </a:spcAft>
              <a:buNone/>
            </a:pPr>
            <a:r>
              <a:t/>
            </a:r>
            <a:endParaRPr/>
          </a:p>
        </p:txBody>
      </p:sp>
      <p:sp>
        <p:nvSpPr>
          <p:cNvPr id="1269" name="Google Shape;1269;p21"/>
          <p:cNvSpPr/>
          <p:nvPr/>
        </p:nvSpPr>
        <p:spPr>
          <a:xfrm>
            <a:off x="4085413" y="928363"/>
            <a:ext cx="1932000" cy="5724000"/>
          </a:xfrm>
          <a:prstGeom prst="rect">
            <a:avLst/>
          </a:prstGeom>
          <a:noFill/>
          <a:ln cap="flat" cmpd="sng" w="9525">
            <a:solidFill>
              <a:srgbClr val="E991AE"/>
            </a:solidFill>
            <a:prstDash val="solid"/>
            <a:round/>
            <a:headEnd len="sm" w="sm" type="none"/>
            <a:tailEnd len="sm" w="sm" type="none"/>
          </a:ln>
        </p:spPr>
        <p:txBody>
          <a:bodyPr anchorCtr="0" anchor="t" bIns="91425" lIns="91425" spcFirstLastPara="1" rIns="91425" wrap="square" tIns="91425">
            <a:noAutofit/>
          </a:bodyPr>
          <a:lstStyle/>
          <a:p>
            <a:pPr indent="0" lvl="0" marL="0" marR="0" rtl="0" algn="l">
              <a:lnSpc>
                <a:spcPct val="100000"/>
              </a:lnSpc>
              <a:spcBef>
                <a:spcPts val="0"/>
              </a:spcBef>
              <a:spcAft>
                <a:spcPts val="0"/>
              </a:spcAft>
              <a:buNone/>
            </a:pPr>
            <a:r>
              <a:t/>
            </a:r>
            <a:endParaRPr/>
          </a:p>
        </p:txBody>
      </p:sp>
      <p:sp>
        <p:nvSpPr>
          <p:cNvPr id="1270" name="Google Shape;1270;p21"/>
          <p:cNvSpPr/>
          <p:nvPr/>
        </p:nvSpPr>
        <p:spPr>
          <a:xfrm>
            <a:off x="6017713" y="928363"/>
            <a:ext cx="1932000" cy="5724000"/>
          </a:xfrm>
          <a:prstGeom prst="rect">
            <a:avLst/>
          </a:prstGeom>
          <a:noFill/>
          <a:ln cap="flat" cmpd="sng" w="9525">
            <a:solidFill>
              <a:srgbClr val="E991AE"/>
            </a:solidFill>
            <a:prstDash val="solid"/>
            <a:round/>
            <a:headEnd len="sm" w="sm" type="none"/>
            <a:tailEnd len="sm" w="sm" type="none"/>
          </a:ln>
        </p:spPr>
        <p:txBody>
          <a:bodyPr anchorCtr="0" anchor="t" bIns="91425" lIns="91425" spcFirstLastPara="1" rIns="91425" wrap="square" tIns="91425">
            <a:noAutofit/>
          </a:bodyPr>
          <a:lstStyle/>
          <a:p>
            <a:pPr indent="0" lvl="0" marL="0" marR="0" rtl="0" algn="l">
              <a:lnSpc>
                <a:spcPct val="100000"/>
              </a:lnSpc>
              <a:spcBef>
                <a:spcPts val="0"/>
              </a:spcBef>
              <a:spcAft>
                <a:spcPts val="0"/>
              </a:spcAft>
              <a:buNone/>
            </a:pPr>
            <a:r>
              <a:t/>
            </a:r>
            <a:endParaRPr/>
          </a:p>
        </p:txBody>
      </p:sp>
      <p:sp>
        <p:nvSpPr>
          <p:cNvPr id="1271" name="Google Shape;1271;p21"/>
          <p:cNvSpPr/>
          <p:nvPr/>
        </p:nvSpPr>
        <p:spPr>
          <a:xfrm>
            <a:off x="7949713" y="928363"/>
            <a:ext cx="1932000" cy="5724000"/>
          </a:xfrm>
          <a:prstGeom prst="rect">
            <a:avLst/>
          </a:prstGeom>
          <a:noFill/>
          <a:ln cap="flat" cmpd="sng" w="9525">
            <a:solidFill>
              <a:srgbClr val="E991AE"/>
            </a:solidFill>
            <a:prstDash val="solid"/>
            <a:round/>
            <a:headEnd len="sm" w="sm" type="none"/>
            <a:tailEnd len="sm" w="sm" type="none"/>
          </a:ln>
        </p:spPr>
        <p:txBody>
          <a:bodyPr anchorCtr="0" anchor="t" bIns="91425" lIns="91425" spcFirstLastPara="1" rIns="91425" wrap="square" tIns="91425">
            <a:noAutofit/>
          </a:bodyPr>
          <a:lstStyle/>
          <a:p>
            <a:pPr indent="0" lvl="0" marL="0" marR="0" rtl="0" algn="l">
              <a:lnSpc>
                <a:spcPct val="100000"/>
              </a:lnSpc>
              <a:spcBef>
                <a:spcPts val="0"/>
              </a:spcBef>
              <a:spcAft>
                <a:spcPts val="0"/>
              </a:spcAft>
              <a:buNone/>
            </a:pPr>
            <a:r>
              <a:t/>
            </a:r>
            <a:endParaRPr/>
          </a:p>
        </p:txBody>
      </p:sp>
      <p:sp>
        <p:nvSpPr>
          <p:cNvPr id="1272" name="Google Shape;1272;p21"/>
          <p:cNvSpPr/>
          <p:nvPr/>
        </p:nvSpPr>
        <p:spPr>
          <a:xfrm>
            <a:off x="221113" y="928363"/>
            <a:ext cx="9660600" cy="296700"/>
          </a:xfrm>
          <a:prstGeom prst="rect">
            <a:avLst/>
          </a:prstGeom>
          <a:noFill/>
          <a:ln cap="flat" cmpd="sng" w="9525">
            <a:solidFill>
              <a:srgbClr val="E991AE"/>
            </a:solidFill>
            <a:prstDash val="solid"/>
            <a:round/>
            <a:headEnd len="sm" w="sm" type="none"/>
            <a:tailEnd len="sm" w="sm" type="none"/>
          </a:ln>
        </p:spPr>
        <p:txBody>
          <a:bodyPr anchorCtr="0" anchor="t" bIns="91425" lIns="91425" spcFirstLastPara="1" rIns="91425" wrap="square" tIns="91425">
            <a:noAutofit/>
          </a:bodyPr>
          <a:lstStyle/>
          <a:p>
            <a:pPr indent="0" lvl="0" marL="0" marR="0" rtl="0" algn="l">
              <a:lnSpc>
                <a:spcPct val="100000"/>
              </a:lnSpc>
              <a:spcBef>
                <a:spcPts val="0"/>
              </a:spcBef>
              <a:spcAft>
                <a:spcPts val="0"/>
              </a:spcAft>
              <a:buNone/>
            </a:pPr>
            <a:r>
              <a:t/>
            </a:r>
            <a:endParaRPr/>
          </a:p>
        </p:txBody>
      </p:sp>
      <p:sp>
        <p:nvSpPr>
          <p:cNvPr id="1273" name="Google Shape;1273;p21"/>
          <p:cNvSpPr txBox="1"/>
          <p:nvPr>
            <p:ph idx="1" type="subTitle"/>
          </p:nvPr>
        </p:nvSpPr>
        <p:spPr>
          <a:xfrm>
            <a:off x="221113" y="928363"/>
            <a:ext cx="1932000" cy="296700"/>
          </a:xfrm>
          <a:prstGeom prst="rect">
            <a:avLst/>
          </a:prstGeom>
          <a:noFill/>
          <a:ln>
            <a:noFill/>
          </a:ln>
        </p:spPr>
        <p:txBody>
          <a:bodyPr anchorCtr="0" anchor="t" bIns="36000" lIns="36000" spcFirstLastPara="1" rIns="36000" wrap="square" tIns="36000">
            <a:noAutofit/>
          </a:bodyPr>
          <a:lstStyle>
            <a:lvl1pPr lvl="0" rtl="0" algn="ctr">
              <a:spcBef>
                <a:spcPts val="0"/>
              </a:spcBef>
              <a:spcAft>
                <a:spcPts val="0"/>
              </a:spcAft>
              <a:buClr>
                <a:srgbClr val="000000"/>
              </a:buClr>
              <a:buSzPts val="1200"/>
              <a:buNone/>
              <a:defRPr sz="1200">
                <a:solidFill>
                  <a:srgbClr val="000000"/>
                </a:solidFill>
              </a:defRPr>
            </a:lvl1pPr>
            <a:lvl2pPr lvl="1" rtl="0" algn="ctr">
              <a:spcBef>
                <a:spcPts val="0"/>
              </a:spcBef>
              <a:spcAft>
                <a:spcPts val="0"/>
              </a:spcAft>
              <a:buSzPts val="1200"/>
              <a:buNone/>
              <a:defRPr sz="1200"/>
            </a:lvl2pPr>
            <a:lvl3pPr lvl="2" rtl="0" algn="ctr">
              <a:spcBef>
                <a:spcPts val="0"/>
              </a:spcBef>
              <a:spcAft>
                <a:spcPts val="0"/>
              </a:spcAft>
              <a:buSzPts val="1200"/>
              <a:buNone/>
              <a:defRPr sz="1200"/>
            </a:lvl3pPr>
            <a:lvl4pPr lvl="3" rtl="0" algn="ctr">
              <a:spcBef>
                <a:spcPts val="0"/>
              </a:spcBef>
              <a:spcAft>
                <a:spcPts val="0"/>
              </a:spcAft>
              <a:buSzPts val="1200"/>
              <a:buNone/>
              <a:defRPr sz="1200"/>
            </a:lvl4pPr>
            <a:lvl5pPr lvl="4" rtl="0" algn="ctr">
              <a:spcBef>
                <a:spcPts val="0"/>
              </a:spcBef>
              <a:spcAft>
                <a:spcPts val="0"/>
              </a:spcAft>
              <a:buSzPts val="1200"/>
              <a:buNone/>
              <a:defRPr sz="1200"/>
            </a:lvl5pPr>
            <a:lvl6pPr lvl="5" rtl="0" algn="ctr">
              <a:spcBef>
                <a:spcPts val="0"/>
              </a:spcBef>
              <a:spcAft>
                <a:spcPts val="0"/>
              </a:spcAft>
              <a:buSzPts val="1200"/>
              <a:buNone/>
              <a:defRPr sz="1200"/>
            </a:lvl6pPr>
            <a:lvl7pPr lvl="6" rtl="0" algn="ctr">
              <a:spcBef>
                <a:spcPts val="0"/>
              </a:spcBef>
              <a:spcAft>
                <a:spcPts val="0"/>
              </a:spcAft>
              <a:buSzPts val="1200"/>
              <a:buNone/>
              <a:defRPr sz="1200"/>
            </a:lvl7pPr>
            <a:lvl8pPr lvl="7" rtl="0" algn="ctr">
              <a:spcBef>
                <a:spcPts val="0"/>
              </a:spcBef>
              <a:spcAft>
                <a:spcPts val="0"/>
              </a:spcAft>
              <a:buSzPts val="1200"/>
              <a:buNone/>
              <a:defRPr sz="1200"/>
            </a:lvl8pPr>
            <a:lvl9pPr lvl="8" rtl="0" algn="ctr">
              <a:spcBef>
                <a:spcPts val="0"/>
              </a:spcBef>
              <a:spcAft>
                <a:spcPts val="0"/>
              </a:spcAft>
              <a:buSzPts val="1200"/>
              <a:buNone/>
              <a:defRPr sz="1200"/>
            </a:lvl9pPr>
          </a:lstStyle>
          <a:p/>
        </p:txBody>
      </p:sp>
      <p:sp>
        <p:nvSpPr>
          <p:cNvPr id="1274" name="Google Shape;1274;p21"/>
          <p:cNvSpPr txBox="1"/>
          <p:nvPr>
            <p:ph idx="4" type="subTitle"/>
          </p:nvPr>
        </p:nvSpPr>
        <p:spPr>
          <a:xfrm>
            <a:off x="2153413" y="928363"/>
            <a:ext cx="1932000" cy="296700"/>
          </a:xfrm>
          <a:prstGeom prst="rect">
            <a:avLst/>
          </a:prstGeom>
          <a:noFill/>
          <a:ln>
            <a:noFill/>
          </a:ln>
        </p:spPr>
        <p:txBody>
          <a:bodyPr anchorCtr="0" anchor="t" bIns="36000" lIns="36000" spcFirstLastPara="1" rIns="36000" wrap="square" tIns="36000">
            <a:noAutofit/>
          </a:bodyPr>
          <a:lstStyle>
            <a:lvl1pPr lvl="0" rtl="0" algn="ctr">
              <a:spcBef>
                <a:spcPts val="0"/>
              </a:spcBef>
              <a:spcAft>
                <a:spcPts val="0"/>
              </a:spcAft>
              <a:buClr>
                <a:srgbClr val="000000"/>
              </a:buClr>
              <a:buSzPts val="1200"/>
              <a:buNone/>
              <a:defRPr sz="1200">
                <a:solidFill>
                  <a:srgbClr val="000000"/>
                </a:solidFill>
              </a:defRPr>
            </a:lvl1pPr>
            <a:lvl2pPr lvl="1" rtl="0" algn="ctr">
              <a:spcBef>
                <a:spcPts val="0"/>
              </a:spcBef>
              <a:spcAft>
                <a:spcPts val="0"/>
              </a:spcAft>
              <a:buSzPts val="1200"/>
              <a:buNone/>
              <a:defRPr sz="1200"/>
            </a:lvl2pPr>
            <a:lvl3pPr lvl="2" rtl="0" algn="ctr">
              <a:spcBef>
                <a:spcPts val="0"/>
              </a:spcBef>
              <a:spcAft>
                <a:spcPts val="0"/>
              </a:spcAft>
              <a:buSzPts val="1200"/>
              <a:buNone/>
              <a:defRPr sz="1200"/>
            </a:lvl3pPr>
            <a:lvl4pPr lvl="3" rtl="0" algn="ctr">
              <a:spcBef>
                <a:spcPts val="0"/>
              </a:spcBef>
              <a:spcAft>
                <a:spcPts val="0"/>
              </a:spcAft>
              <a:buSzPts val="1200"/>
              <a:buNone/>
              <a:defRPr sz="1200"/>
            </a:lvl4pPr>
            <a:lvl5pPr lvl="4" rtl="0" algn="ctr">
              <a:spcBef>
                <a:spcPts val="0"/>
              </a:spcBef>
              <a:spcAft>
                <a:spcPts val="0"/>
              </a:spcAft>
              <a:buSzPts val="1200"/>
              <a:buNone/>
              <a:defRPr sz="1200"/>
            </a:lvl5pPr>
            <a:lvl6pPr lvl="5" rtl="0" algn="ctr">
              <a:spcBef>
                <a:spcPts val="0"/>
              </a:spcBef>
              <a:spcAft>
                <a:spcPts val="0"/>
              </a:spcAft>
              <a:buSzPts val="1200"/>
              <a:buNone/>
              <a:defRPr sz="1200"/>
            </a:lvl6pPr>
            <a:lvl7pPr lvl="6" rtl="0" algn="ctr">
              <a:spcBef>
                <a:spcPts val="0"/>
              </a:spcBef>
              <a:spcAft>
                <a:spcPts val="0"/>
              </a:spcAft>
              <a:buSzPts val="1200"/>
              <a:buNone/>
              <a:defRPr sz="1200"/>
            </a:lvl7pPr>
            <a:lvl8pPr lvl="7" rtl="0" algn="ctr">
              <a:spcBef>
                <a:spcPts val="0"/>
              </a:spcBef>
              <a:spcAft>
                <a:spcPts val="0"/>
              </a:spcAft>
              <a:buSzPts val="1200"/>
              <a:buNone/>
              <a:defRPr sz="1200"/>
            </a:lvl8pPr>
            <a:lvl9pPr lvl="8" rtl="0" algn="ctr">
              <a:spcBef>
                <a:spcPts val="0"/>
              </a:spcBef>
              <a:spcAft>
                <a:spcPts val="0"/>
              </a:spcAft>
              <a:buSzPts val="1200"/>
              <a:buNone/>
              <a:defRPr sz="1200"/>
            </a:lvl9pPr>
          </a:lstStyle>
          <a:p/>
        </p:txBody>
      </p:sp>
      <p:sp>
        <p:nvSpPr>
          <p:cNvPr id="1275" name="Google Shape;1275;p21"/>
          <p:cNvSpPr txBox="1"/>
          <p:nvPr>
            <p:ph idx="5" type="subTitle"/>
          </p:nvPr>
        </p:nvSpPr>
        <p:spPr>
          <a:xfrm>
            <a:off x="4085413" y="928363"/>
            <a:ext cx="1932000" cy="296700"/>
          </a:xfrm>
          <a:prstGeom prst="rect">
            <a:avLst/>
          </a:prstGeom>
          <a:noFill/>
          <a:ln>
            <a:noFill/>
          </a:ln>
        </p:spPr>
        <p:txBody>
          <a:bodyPr anchorCtr="0" anchor="t" bIns="36000" lIns="36000" spcFirstLastPara="1" rIns="36000" wrap="square" tIns="36000">
            <a:noAutofit/>
          </a:bodyPr>
          <a:lstStyle>
            <a:lvl1pPr lvl="0" rtl="0" algn="ctr">
              <a:spcBef>
                <a:spcPts val="0"/>
              </a:spcBef>
              <a:spcAft>
                <a:spcPts val="0"/>
              </a:spcAft>
              <a:buClr>
                <a:srgbClr val="000000"/>
              </a:buClr>
              <a:buSzPts val="1200"/>
              <a:buNone/>
              <a:defRPr sz="1200">
                <a:solidFill>
                  <a:srgbClr val="000000"/>
                </a:solidFill>
              </a:defRPr>
            </a:lvl1pPr>
            <a:lvl2pPr lvl="1" rtl="0" algn="ctr">
              <a:spcBef>
                <a:spcPts val="0"/>
              </a:spcBef>
              <a:spcAft>
                <a:spcPts val="0"/>
              </a:spcAft>
              <a:buSzPts val="1200"/>
              <a:buNone/>
              <a:defRPr sz="1200"/>
            </a:lvl2pPr>
            <a:lvl3pPr lvl="2" rtl="0" algn="ctr">
              <a:spcBef>
                <a:spcPts val="0"/>
              </a:spcBef>
              <a:spcAft>
                <a:spcPts val="0"/>
              </a:spcAft>
              <a:buSzPts val="1200"/>
              <a:buNone/>
              <a:defRPr sz="1200"/>
            </a:lvl3pPr>
            <a:lvl4pPr lvl="3" rtl="0" algn="ctr">
              <a:spcBef>
                <a:spcPts val="0"/>
              </a:spcBef>
              <a:spcAft>
                <a:spcPts val="0"/>
              </a:spcAft>
              <a:buSzPts val="1200"/>
              <a:buNone/>
              <a:defRPr sz="1200"/>
            </a:lvl4pPr>
            <a:lvl5pPr lvl="4" rtl="0" algn="ctr">
              <a:spcBef>
                <a:spcPts val="0"/>
              </a:spcBef>
              <a:spcAft>
                <a:spcPts val="0"/>
              </a:spcAft>
              <a:buSzPts val="1200"/>
              <a:buNone/>
              <a:defRPr sz="1200"/>
            </a:lvl5pPr>
            <a:lvl6pPr lvl="5" rtl="0" algn="ctr">
              <a:spcBef>
                <a:spcPts val="0"/>
              </a:spcBef>
              <a:spcAft>
                <a:spcPts val="0"/>
              </a:spcAft>
              <a:buSzPts val="1200"/>
              <a:buNone/>
              <a:defRPr sz="1200"/>
            </a:lvl6pPr>
            <a:lvl7pPr lvl="6" rtl="0" algn="ctr">
              <a:spcBef>
                <a:spcPts val="0"/>
              </a:spcBef>
              <a:spcAft>
                <a:spcPts val="0"/>
              </a:spcAft>
              <a:buSzPts val="1200"/>
              <a:buNone/>
              <a:defRPr sz="1200"/>
            </a:lvl7pPr>
            <a:lvl8pPr lvl="7" rtl="0" algn="ctr">
              <a:spcBef>
                <a:spcPts val="0"/>
              </a:spcBef>
              <a:spcAft>
                <a:spcPts val="0"/>
              </a:spcAft>
              <a:buSzPts val="1200"/>
              <a:buNone/>
              <a:defRPr sz="1200"/>
            </a:lvl8pPr>
            <a:lvl9pPr lvl="8" rtl="0" algn="ctr">
              <a:spcBef>
                <a:spcPts val="0"/>
              </a:spcBef>
              <a:spcAft>
                <a:spcPts val="0"/>
              </a:spcAft>
              <a:buSzPts val="1200"/>
              <a:buNone/>
              <a:defRPr sz="1200"/>
            </a:lvl9pPr>
          </a:lstStyle>
          <a:p/>
        </p:txBody>
      </p:sp>
      <p:sp>
        <p:nvSpPr>
          <p:cNvPr id="1276" name="Google Shape;1276;p21"/>
          <p:cNvSpPr txBox="1"/>
          <p:nvPr>
            <p:ph idx="6" type="subTitle"/>
          </p:nvPr>
        </p:nvSpPr>
        <p:spPr>
          <a:xfrm>
            <a:off x="6017713" y="928363"/>
            <a:ext cx="1932000" cy="296700"/>
          </a:xfrm>
          <a:prstGeom prst="rect">
            <a:avLst/>
          </a:prstGeom>
          <a:noFill/>
          <a:ln>
            <a:noFill/>
          </a:ln>
        </p:spPr>
        <p:txBody>
          <a:bodyPr anchorCtr="0" anchor="t" bIns="36000" lIns="36000" spcFirstLastPara="1" rIns="36000" wrap="square" tIns="36000">
            <a:noAutofit/>
          </a:bodyPr>
          <a:lstStyle>
            <a:lvl1pPr lvl="0" rtl="0" algn="ctr">
              <a:spcBef>
                <a:spcPts val="0"/>
              </a:spcBef>
              <a:spcAft>
                <a:spcPts val="0"/>
              </a:spcAft>
              <a:buClr>
                <a:srgbClr val="000000"/>
              </a:buClr>
              <a:buSzPts val="1200"/>
              <a:buNone/>
              <a:defRPr sz="1200">
                <a:solidFill>
                  <a:srgbClr val="000000"/>
                </a:solidFill>
              </a:defRPr>
            </a:lvl1pPr>
            <a:lvl2pPr lvl="1" rtl="0" algn="ctr">
              <a:spcBef>
                <a:spcPts val="0"/>
              </a:spcBef>
              <a:spcAft>
                <a:spcPts val="0"/>
              </a:spcAft>
              <a:buSzPts val="1200"/>
              <a:buNone/>
              <a:defRPr sz="1200"/>
            </a:lvl2pPr>
            <a:lvl3pPr lvl="2" rtl="0" algn="ctr">
              <a:spcBef>
                <a:spcPts val="0"/>
              </a:spcBef>
              <a:spcAft>
                <a:spcPts val="0"/>
              </a:spcAft>
              <a:buSzPts val="1200"/>
              <a:buNone/>
              <a:defRPr sz="1200"/>
            </a:lvl3pPr>
            <a:lvl4pPr lvl="3" rtl="0" algn="ctr">
              <a:spcBef>
                <a:spcPts val="0"/>
              </a:spcBef>
              <a:spcAft>
                <a:spcPts val="0"/>
              </a:spcAft>
              <a:buSzPts val="1200"/>
              <a:buNone/>
              <a:defRPr sz="1200"/>
            </a:lvl4pPr>
            <a:lvl5pPr lvl="4" rtl="0" algn="ctr">
              <a:spcBef>
                <a:spcPts val="0"/>
              </a:spcBef>
              <a:spcAft>
                <a:spcPts val="0"/>
              </a:spcAft>
              <a:buSzPts val="1200"/>
              <a:buNone/>
              <a:defRPr sz="1200"/>
            </a:lvl5pPr>
            <a:lvl6pPr lvl="5" rtl="0" algn="ctr">
              <a:spcBef>
                <a:spcPts val="0"/>
              </a:spcBef>
              <a:spcAft>
                <a:spcPts val="0"/>
              </a:spcAft>
              <a:buSzPts val="1200"/>
              <a:buNone/>
              <a:defRPr sz="1200"/>
            </a:lvl6pPr>
            <a:lvl7pPr lvl="6" rtl="0" algn="ctr">
              <a:spcBef>
                <a:spcPts val="0"/>
              </a:spcBef>
              <a:spcAft>
                <a:spcPts val="0"/>
              </a:spcAft>
              <a:buSzPts val="1200"/>
              <a:buNone/>
              <a:defRPr sz="1200"/>
            </a:lvl7pPr>
            <a:lvl8pPr lvl="7" rtl="0" algn="ctr">
              <a:spcBef>
                <a:spcPts val="0"/>
              </a:spcBef>
              <a:spcAft>
                <a:spcPts val="0"/>
              </a:spcAft>
              <a:buSzPts val="1200"/>
              <a:buNone/>
              <a:defRPr sz="1200"/>
            </a:lvl8pPr>
            <a:lvl9pPr lvl="8" rtl="0" algn="ctr">
              <a:spcBef>
                <a:spcPts val="0"/>
              </a:spcBef>
              <a:spcAft>
                <a:spcPts val="0"/>
              </a:spcAft>
              <a:buSzPts val="1200"/>
              <a:buNone/>
              <a:defRPr sz="1200"/>
            </a:lvl9pPr>
          </a:lstStyle>
          <a:p/>
        </p:txBody>
      </p:sp>
      <p:sp>
        <p:nvSpPr>
          <p:cNvPr id="1277" name="Google Shape;1277;p21"/>
          <p:cNvSpPr txBox="1"/>
          <p:nvPr>
            <p:ph idx="7" type="subTitle"/>
          </p:nvPr>
        </p:nvSpPr>
        <p:spPr>
          <a:xfrm>
            <a:off x="7949713" y="928363"/>
            <a:ext cx="1932000" cy="296700"/>
          </a:xfrm>
          <a:prstGeom prst="rect">
            <a:avLst/>
          </a:prstGeom>
          <a:noFill/>
          <a:ln>
            <a:noFill/>
          </a:ln>
        </p:spPr>
        <p:txBody>
          <a:bodyPr anchorCtr="0" anchor="t" bIns="36000" lIns="36000" spcFirstLastPara="1" rIns="36000" wrap="square" tIns="36000">
            <a:noAutofit/>
          </a:bodyPr>
          <a:lstStyle>
            <a:lvl1pPr lvl="0" rtl="0" algn="ctr">
              <a:spcBef>
                <a:spcPts val="0"/>
              </a:spcBef>
              <a:spcAft>
                <a:spcPts val="0"/>
              </a:spcAft>
              <a:buClr>
                <a:srgbClr val="000000"/>
              </a:buClr>
              <a:buSzPts val="1200"/>
              <a:buNone/>
              <a:defRPr sz="1200">
                <a:solidFill>
                  <a:srgbClr val="000000"/>
                </a:solidFill>
              </a:defRPr>
            </a:lvl1pPr>
            <a:lvl2pPr lvl="1" rtl="0" algn="ctr">
              <a:spcBef>
                <a:spcPts val="0"/>
              </a:spcBef>
              <a:spcAft>
                <a:spcPts val="0"/>
              </a:spcAft>
              <a:buSzPts val="1200"/>
              <a:buNone/>
              <a:defRPr sz="1200"/>
            </a:lvl2pPr>
            <a:lvl3pPr lvl="2" rtl="0" algn="ctr">
              <a:spcBef>
                <a:spcPts val="0"/>
              </a:spcBef>
              <a:spcAft>
                <a:spcPts val="0"/>
              </a:spcAft>
              <a:buSzPts val="1200"/>
              <a:buNone/>
              <a:defRPr sz="1200"/>
            </a:lvl3pPr>
            <a:lvl4pPr lvl="3" rtl="0" algn="ctr">
              <a:spcBef>
                <a:spcPts val="0"/>
              </a:spcBef>
              <a:spcAft>
                <a:spcPts val="0"/>
              </a:spcAft>
              <a:buSzPts val="1200"/>
              <a:buNone/>
              <a:defRPr sz="1200"/>
            </a:lvl4pPr>
            <a:lvl5pPr lvl="4" rtl="0" algn="ctr">
              <a:spcBef>
                <a:spcPts val="0"/>
              </a:spcBef>
              <a:spcAft>
                <a:spcPts val="0"/>
              </a:spcAft>
              <a:buSzPts val="1200"/>
              <a:buNone/>
              <a:defRPr sz="1200"/>
            </a:lvl5pPr>
            <a:lvl6pPr lvl="5" rtl="0" algn="ctr">
              <a:spcBef>
                <a:spcPts val="0"/>
              </a:spcBef>
              <a:spcAft>
                <a:spcPts val="0"/>
              </a:spcAft>
              <a:buSzPts val="1200"/>
              <a:buNone/>
              <a:defRPr sz="1200"/>
            </a:lvl6pPr>
            <a:lvl7pPr lvl="6" rtl="0" algn="ctr">
              <a:spcBef>
                <a:spcPts val="0"/>
              </a:spcBef>
              <a:spcAft>
                <a:spcPts val="0"/>
              </a:spcAft>
              <a:buSzPts val="1200"/>
              <a:buNone/>
              <a:defRPr sz="1200"/>
            </a:lvl7pPr>
            <a:lvl8pPr lvl="7" rtl="0" algn="ctr">
              <a:spcBef>
                <a:spcPts val="0"/>
              </a:spcBef>
              <a:spcAft>
                <a:spcPts val="0"/>
              </a:spcAft>
              <a:buSzPts val="1200"/>
              <a:buNone/>
              <a:defRPr sz="1200"/>
            </a:lvl8pPr>
            <a:lvl9pPr lvl="8" rtl="0" algn="ctr">
              <a:spcBef>
                <a:spcPts val="0"/>
              </a:spcBef>
              <a:spcAft>
                <a:spcPts val="0"/>
              </a:spcAft>
              <a:buSzPts val="1200"/>
              <a:buNone/>
              <a:defRPr sz="1200"/>
            </a:lvl9pPr>
          </a:lstStyle>
          <a:p/>
        </p:txBody>
      </p:sp>
      <p:sp>
        <p:nvSpPr>
          <p:cNvPr id="1278" name="Google Shape;1278;p21"/>
          <p:cNvSpPr txBox="1"/>
          <p:nvPr>
            <p:ph idx="8" type="body"/>
          </p:nvPr>
        </p:nvSpPr>
        <p:spPr>
          <a:xfrm>
            <a:off x="641150" y="612125"/>
            <a:ext cx="1770300" cy="160500"/>
          </a:xfrm>
          <a:prstGeom prst="rect">
            <a:avLst/>
          </a:prstGeom>
          <a:noFill/>
          <a:ln>
            <a:noFill/>
          </a:ln>
        </p:spPr>
        <p:txBody>
          <a:bodyPr anchorCtr="0" anchor="t" bIns="0" lIns="0" spcFirstLastPara="1" rIns="0" wrap="square" tIns="0">
            <a:noAutofit/>
          </a:bodyPr>
          <a:lstStyle>
            <a:lvl1pPr indent="-292100" lvl="0" marL="457200" rtl="0" algn="ctr">
              <a:spcBef>
                <a:spcPts val="0"/>
              </a:spcBef>
              <a:spcAft>
                <a:spcPts val="0"/>
              </a:spcAft>
              <a:buClr>
                <a:srgbClr val="FFFFFF"/>
              </a:buClr>
              <a:buSzPts val="1000"/>
              <a:buChar char="●"/>
              <a:defRPr sz="1000">
                <a:solidFill>
                  <a:srgbClr val="FFFFFF"/>
                </a:solidFill>
              </a:defRPr>
            </a:lvl1pPr>
            <a:lvl2pPr indent="-292100" lvl="1" marL="914400" rtl="0" algn="ctr">
              <a:spcBef>
                <a:spcPts val="0"/>
              </a:spcBef>
              <a:spcAft>
                <a:spcPts val="0"/>
              </a:spcAft>
              <a:buClr>
                <a:srgbClr val="FFFFFF"/>
              </a:buClr>
              <a:buSzPts val="1000"/>
              <a:buChar char="○"/>
              <a:defRPr sz="1000">
                <a:solidFill>
                  <a:srgbClr val="FFFFFF"/>
                </a:solidFill>
              </a:defRPr>
            </a:lvl2pPr>
            <a:lvl3pPr indent="-292100" lvl="2" marL="1371600" rtl="0" algn="ctr">
              <a:spcBef>
                <a:spcPts val="0"/>
              </a:spcBef>
              <a:spcAft>
                <a:spcPts val="0"/>
              </a:spcAft>
              <a:buClr>
                <a:srgbClr val="FFFFFF"/>
              </a:buClr>
              <a:buSzPts val="1000"/>
              <a:buChar char="■"/>
              <a:defRPr sz="1000">
                <a:solidFill>
                  <a:srgbClr val="FFFFFF"/>
                </a:solidFill>
              </a:defRPr>
            </a:lvl3pPr>
            <a:lvl4pPr indent="-292100" lvl="3" marL="1828800" rtl="0" algn="ctr">
              <a:spcBef>
                <a:spcPts val="0"/>
              </a:spcBef>
              <a:spcAft>
                <a:spcPts val="0"/>
              </a:spcAft>
              <a:buClr>
                <a:srgbClr val="FFFFFF"/>
              </a:buClr>
              <a:buSzPts val="1000"/>
              <a:buChar char="●"/>
              <a:defRPr sz="1000">
                <a:solidFill>
                  <a:srgbClr val="FFFFFF"/>
                </a:solidFill>
              </a:defRPr>
            </a:lvl4pPr>
            <a:lvl5pPr indent="-292100" lvl="4" marL="2286000" rtl="0" algn="ctr">
              <a:spcBef>
                <a:spcPts val="0"/>
              </a:spcBef>
              <a:spcAft>
                <a:spcPts val="0"/>
              </a:spcAft>
              <a:buClr>
                <a:srgbClr val="FFFFFF"/>
              </a:buClr>
              <a:buSzPts val="1000"/>
              <a:buChar char="○"/>
              <a:defRPr sz="1000">
                <a:solidFill>
                  <a:srgbClr val="FFFFFF"/>
                </a:solidFill>
              </a:defRPr>
            </a:lvl5pPr>
            <a:lvl6pPr indent="-292100" lvl="5" marL="2743200" rtl="0" algn="ctr">
              <a:spcBef>
                <a:spcPts val="0"/>
              </a:spcBef>
              <a:spcAft>
                <a:spcPts val="0"/>
              </a:spcAft>
              <a:buClr>
                <a:srgbClr val="FFFFFF"/>
              </a:buClr>
              <a:buSzPts val="1000"/>
              <a:buChar char="■"/>
              <a:defRPr sz="1000">
                <a:solidFill>
                  <a:srgbClr val="FFFFFF"/>
                </a:solidFill>
              </a:defRPr>
            </a:lvl6pPr>
            <a:lvl7pPr indent="-292100" lvl="6" marL="3200400" rtl="0" algn="ctr">
              <a:spcBef>
                <a:spcPts val="0"/>
              </a:spcBef>
              <a:spcAft>
                <a:spcPts val="0"/>
              </a:spcAft>
              <a:buClr>
                <a:srgbClr val="FFFFFF"/>
              </a:buClr>
              <a:buSzPts val="1000"/>
              <a:buChar char="●"/>
              <a:defRPr sz="1000">
                <a:solidFill>
                  <a:srgbClr val="FFFFFF"/>
                </a:solidFill>
              </a:defRPr>
            </a:lvl7pPr>
            <a:lvl8pPr indent="-292100" lvl="7" marL="3657600" rtl="0" algn="ctr">
              <a:spcBef>
                <a:spcPts val="0"/>
              </a:spcBef>
              <a:spcAft>
                <a:spcPts val="0"/>
              </a:spcAft>
              <a:buClr>
                <a:srgbClr val="FFFFFF"/>
              </a:buClr>
              <a:buSzPts val="1000"/>
              <a:buChar char="○"/>
              <a:defRPr sz="1000">
                <a:solidFill>
                  <a:srgbClr val="FFFFFF"/>
                </a:solidFill>
              </a:defRPr>
            </a:lvl8pPr>
            <a:lvl9pPr indent="-292100" lvl="8" marL="4114800" rtl="0" algn="ctr">
              <a:spcBef>
                <a:spcPts val="0"/>
              </a:spcBef>
              <a:spcAft>
                <a:spcPts val="0"/>
              </a:spcAft>
              <a:buClr>
                <a:srgbClr val="FFFFFF"/>
              </a:buClr>
              <a:buSzPts val="1000"/>
              <a:buChar char="■"/>
              <a:defRPr sz="1000">
                <a:solidFill>
                  <a:srgbClr val="FFFFFF"/>
                </a:solidFill>
              </a:defRPr>
            </a:lvl9pPr>
          </a:lstStyle>
          <a:p/>
        </p:txBody>
      </p:sp>
      <p:sp>
        <p:nvSpPr>
          <p:cNvPr id="1279" name="Google Shape;1279;p21"/>
          <p:cNvSpPr txBox="1"/>
          <p:nvPr/>
        </p:nvSpPr>
        <p:spPr>
          <a:xfrm>
            <a:off x="84825" y="598125"/>
            <a:ext cx="595500" cy="205800"/>
          </a:xfrm>
          <a:prstGeom prst="rect">
            <a:avLst/>
          </a:prstGeom>
          <a:noFill/>
          <a:ln>
            <a:noFill/>
          </a:ln>
        </p:spPr>
        <p:txBody>
          <a:bodyPr anchorCtr="0" anchor="t" bIns="18000" lIns="18000" spcFirstLastPara="1" rIns="18000" wrap="square" tIns="18000">
            <a:spAutoFit/>
          </a:bodyPr>
          <a:lstStyle/>
          <a:p>
            <a:pPr indent="0" lvl="0" marL="0" rtl="0" algn="l">
              <a:spcBef>
                <a:spcPts val="0"/>
              </a:spcBef>
              <a:spcAft>
                <a:spcPts val="0"/>
              </a:spcAft>
              <a:buNone/>
            </a:pPr>
            <a:r>
              <a:rPr lang="es-419" sz="1100">
                <a:solidFill>
                  <a:srgbClr val="FFFFFF"/>
                </a:solidFill>
              </a:rPr>
              <a:t>Nombre:</a:t>
            </a:r>
            <a:endParaRPr sz="1100">
              <a:solidFill>
                <a:srgbClr val="FFFFFF"/>
              </a:solidFill>
            </a:endParaRPr>
          </a:p>
        </p:txBody>
      </p:sp>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4.6 Diagrama de Comunicación">
  <p:cSld name="TITLE_3_6_1_1_1_1_1_1_1_1_1_1_1_1_1_1_1_1_1_1_1">
    <p:spTree>
      <p:nvGrpSpPr>
        <p:cNvPr id="1280" name="Shape 1280"/>
        <p:cNvGrpSpPr/>
        <p:nvPr/>
      </p:nvGrpSpPr>
      <p:grpSpPr>
        <a:xfrm>
          <a:off x="0" y="0"/>
          <a:ext cx="0" cy="0"/>
          <a:chOff x="0" y="0"/>
          <a:chExt cx="0" cy="0"/>
        </a:xfrm>
      </p:grpSpPr>
      <p:sp>
        <p:nvSpPr>
          <p:cNvPr id="1281" name="Google Shape;1281;p22"/>
          <p:cNvSpPr/>
          <p:nvPr/>
        </p:nvSpPr>
        <p:spPr>
          <a:xfrm>
            <a:off x="97888" y="377012"/>
            <a:ext cx="9893400" cy="296700"/>
          </a:xfrm>
          <a:prstGeom prst="roundRect">
            <a:avLst>
              <a:gd fmla="val 22902" name="adj"/>
            </a:avLst>
          </a:prstGeom>
          <a:solidFill>
            <a:srgbClr val="F3F3F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1282" name="Google Shape;1282;p22"/>
          <p:cNvSpPr/>
          <p:nvPr/>
        </p:nvSpPr>
        <p:spPr>
          <a:xfrm>
            <a:off x="77688" y="358938"/>
            <a:ext cx="9935700" cy="6438000"/>
          </a:xfrm>
          <a:prstGeom prst="roundRect">
            <a:avLst>
              <a:gd fmla="val 2618" name="adj"/>
            </a:avLst>
          </a:prstGeom>
          <a:solidFill>
            <a:srgbClr val="FFFFFF"/>
          </a:solidFill>
          <a:ln cap="flat" cmpd="sng" w="38100">
            <a:solidFill>
              <a:srgbClr val="000000"/>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83" name="Google Shape;1283;p22"/>
          <p:cNvCxnSpPr/>
          <p:nvPr/>
        </p:nvCxnSpPr>
        <p:spPr>
          <a:xfrm>
            <a:off x="77688" y="772614"/>
            <a:ext cx="9935700" cy="0"/>
          </a:xfrm>
          <a:prstGeom prst="straightConnector1">
            <a:avLst/>
          </a:prstGeom>
          <a:noFill/>
          <a:ln cap="flat" cmpd="sng" w="19050">
            <a:solidFill>
              <a:srgbClr val="000000"/>
            </a:solidFill>
            <a:prstDash val="solid"/>
            <a:round/>
            <a:headEnd len="med" w="med" type="none"/>
            <a:tailEnd len="med" w="med" type="none"/>
          </a:ln>
        </p:spPr>
      </p:cxnSp>
      <p:cxnSp>
        <p:nvCxnSpPr>
          <p:cNvPr id="1284" name="Google Shape;1284;p22"/>
          <p:cNvCxnSpPr/>
          <p:nvPr/>
        </p:nvCxnSpPr>
        <p:spPr>
          <a:xfrm rot="10800000">
            <a:off x="2439038" y="368188"/>
            <a:ext cx="0" cy="402300"/>
          </a:xfrm>
          <a:prstGeom prst="straightConnector1">
            <a:avLst/>
          </a:prstGeom>
          <a:noFill/>
          <a:ln cap="flat" cmpd="sng" w="19050">
            <a:solidFill>
              <a:srgbClr val="000000"/>
            </a:solidFill>
            <a:prstDash val="solid"/>
            <a:round/>
            <a:headEnd len="med" w="med" type="none"/>
            <a:tailEnd len="med" w="med" type="none"/>
          </a:ln>
        </p:spPr>
      </p:cxnSp>
      <p:sp>
        <p:nvSpPr>
          <p:cNvPr id="1285" name="Google Shape;1285;p22"/>
          <p:cNvSpPr txBox="1"/>
          <p:nvPr>
            <p:ph type="title"/>
          </p:nvPr>
        </p:nvSpPr>
        <p:spPr>
          <a:xfrm flipH="1">
            <a:off x="3219174" y="437575"/>
            <a:ext cx="1731300" cy="265800"/>
          </a:xfrm>
          <a:prstGeom prst="rect">
            <a:avLst/>
          </a:prstGeom>
          <a:noFill/>
          <a:ln>
            <a:noFill/>
          </a:ln>
        </p:spPr>
        <p:txBody>
          <a:bodyPr anchorCtr="0" anchor="ctr" bIns="0" lIns="0" spcFirstLastPara="1" rIns="0" wrap="square" tIns="0">
            <a:noAutofit/>
          </a:bodyPr>
          <a:lstStyle>
            <a:lvl1pPr lvl="0" rtl="0">
              <a:spcBef>
                <a:spcPts val="0"/>
              </a:spcBef>
              <a:spcAft>
                <a:spcPts val="0"/>
              </a:spcAft>
              <a:buClr>
                <a:srgbClr val="000000"/>
              </a:buClr>
              <a:buSzPts val="1200"/>
              <a:buNone/>
              <a:defRPr sz="1200">
                <a:solidFill>
                  <a:srgbClr val="000000"/>
                </a:solidFill>
              </a:defRPr>
            </a:lvl1pPr>
            <a:lvl2pPr lvl="1" rtl="0">
              <a:spcBef>
                <a:spcPts val="0"/>
              </a:spcBef>
              <a:spcAft>
                <a:spcPts val="0"/>
              </a:spcAft>
              <a:buClr>
                <a:srgbClr val="000000"/>
              </a:buClr>
              <a:buSzPts val="1100"/>
              <a:buNone/>
              <a:defRPr sz="1100">
                <a:solidFill>
                  <a:srgbClr val="000000"/>
                </a:solidFill>
              </a:defRPr>
            </a:lvl2pPr>
            <a:lvl3pPr lvl="2" rtl="0">
              <a:spcBef>
                <a:spcPts val="0"/>
              </a:spcBef>
              <a:spcAft>
                <a:spcPts val="0"/>
              </a:spcAft>
              <a:buClr>
                <a:srgbClr val="000000"/>
              </a:buClr>
              <a:buSzPts val="1100"/>
              <a:buNone/>
              <a:defRPr sz="1100">
                <a:solidFill>
                  <a:srgbClr val="000000"/>
                </a:solidFill>
              </a:defRPr>
            </a:lvl3pPr>
            <a:lvl4pPr lvl="3" rtl="0">
              <a:spcBef>
                <a:spcPts val="0"/>
              </a:spcBef>
              <a:spcAft>
                <a:spcPts val="0"/>
              </a:spcAft>
              <a:buClr>
                <a:srgbClr val="000000"/>
              </a:buClr>
              <a:buSzPts val="1100"/>
              <a:buNone/>
              <a:defRPr sz="1100">
                <a:solidFill>
                  <a:srgbClr val="000000"/>
                </a:solidFill>
              </a:defRPr>
            </a:lvl4pPr>
            <a:lvl5pPr lvl="4" rtl="0">
              <a:spcBef>
                <a:spcPts val="0"/>
              </a:spcBef>
              <a:spcAft>
                <a:spcPts val="0"/>
              </a:spcAft>
              <a:buClr>
                <a:srgbClr val="000000"/>
              </a:buClr>
              <a:buSzPts val="1100"/>
              <a:buNone/>
              <a:defRPr sz="1100">
                <a:solidFill>
                  <a:srgbClr val="000000"/>
                </a:solidFill>
              </a:defRPr>
            </a:lvl5pPr>
            <a:lvl6pPr lvl="5" rtl="0">
              <a:spcBef>
                <a:spcPts val="0"/>
              </a:spcBef>
              <a:spcAft>
                <a:spcPts val="0"/>
              </a:spcAft>
              <a:buClr>
                <a:srgbClr val="000000"/>
              </a:buClr>
              <a:buSzPts val="1100"/>
              <a:buNone/>
              <a:defRPr sz="1100">
                <a:solidFill>
                  <a:srgbClr val="000000"/>
                </a:solidFill>
              </a:defRPr>
            </a:lvl6pPr>
            <a:lvl7pPr lvl="6" rtl="0">
              <a:spcBef>
                <a:spcPts val="0"/>
              </a:spcBef>
              <a:spcAft>
                <a:spcPts val="0"/>
              </a:spcAft>
              <a:buClr>
                <a:srgbClr val="000000"/>
              </a:buClr>
              <a:buSzPts val="1100"/>
              <a:buNone/>
              <a:defRPr sz="1100">
                <a:solidFill>
                  <a:srgbClr val="000000"/>
                </a:solidFill>
              </a:defRPr>
            </a:lvl7pPr>
            <a:lvl8pPr lvl="7" rtl="0">
              <a:spcBef>
                <a:spcPts val="0"/>
              </a:spcBef>
              <a:spcAft>
                <a:spcPts val="0"/>
              </a:spcAft>
              <a:buClr>
                <a:srgbClr val="000000"/>
              </a:buClr>
              <a:buSzPts val="1100"/>
              <a:buNone/>
              <a:defRPr sz="1100">
                <a:solidFill>
                  <a:srgbClr val="000000"/>
                </a:solidFill>
              </a:defRPr>
            </a:lvl8pPr>
            <a:lvl9pPr lvl="8" rtl="0">
              <a:spcBef>
                <a:spcPts val="0"/>
              </a:spcBef>
              <a:spcAft>
                <a:spcPts val="0"/>
              </a:spcAft>
              <a:buClr>
                <a:srgbClr val="000000"/>
              </a:buClr>
              <a:buSzPts val="1100"/>
              <a:buNone/>
              <a:defRPr sz="1100">
                <a:solidFill>
                  <a:srgbClr val="000000"/>
                </a:solidFill>
              </a:defRPr>
            </a:lvl9pPr>
          </a:lstStyle>
          <a:p/>
        </p:txBody>
      </p:sp>
      <p:sp>
        <p:nvSpPr>
          <p:cNvPr id="1286" name="Google Shape;1286;p22"/>
          <p:cNvSpPr txBox="1"/>
          <p:nvPr/>
        </p:nvSpPr>
        <p:spPr>
          <a:xfrm>
            <a:off x="2513487" y="437267"/>
            <a:ext cx="679500" cy="2664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b="1" lang="es-419" sz="1100"/>
              <a:t>Proceso:</a:t>
            </a:r>
            <a:endParaRPr b="1" sz="1100"/>
          </a:p>
        </p:txBody>
      </p:sp>
      <p:cxnSp>
        <p:nvCxnSpPr>
          <p:cNvPr id="1287" name="Google Shape;1287;p22"/>
          <p:cNvCxnSpPr/>
          <p:nvPr/>
        </p:nvCxnSpPr>
        <p:spPr>
          <a:xfrm rot="10800000">
            <a:off x="5070754" y="368188"/>
            <a:ext cx="0" cy="402300"/>
          </a:xfrm>
          <a:prstGeom prst="straightConnector1">
            <a:avLst/>
          </a:prstGeom>
          <a:noFill/>
          <a:ln cap="flat" cmpd="sng" w="19050">
            <a:solidFill>
              <a:srgbClr val="000000"/>
            </a:solidFill>
            <a:prstDash val="solid"/>
            <a:round/>
            <a:headEnd len="med" w="med" type="none"/>
            <a:tailEnd len="med" w="med" type="none"/>
          </a:ln>
        </p:spPr>
      </p:cxnSp>
      <p:sp>
        <p:nvSpPr>
          <p:cNvPr id="1288" name="Google Shape;1288;p22"/>
          <p:cNvSpPr txBox="1"/>
          <p:nvPr/>
        </p:nvSpPr>
        <p:spPr>
          <a:xfrm>
            <a:off x="5191013" y="387663"/>
            <a:ext cx="13026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Finalidad empresa:</a:t>
            </a:r>
            <a:endParaRPr b="1" sz="1100"/>
          </a:p>
        </p:txBody>
      </p:sp>
      <p:sp>
        <p:nvSpPr>
          <p:cNvPr id="1289" name="Google Shape;1289;p22"/>
          <p:cNvSpPr txBox="1"/>
          <p:nvPr/>
        </p:nvSpPr>
        <p:spPr>
          <a:xfrm>
            <a:off x="5191013" y="579538"/>
            <a:ext cx="11637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Finalidad cliente:</a:t>
            </a:r>
            <a:endParaRPr b="1" sz="1100"/>
          </a:p>
        </p:txBody>
      </p:sp>
      <p:sp>
        <p:nvSpPr>
          <p:cNvPr id="1290" name="Google Shape;1290;p22"/>
          <p:cNvSpPr/>
          <p:nvPr/>
        </p:nvSpPr>
        <p:spPr>
          <a:xfrm>
            <a:off x="77688" y="349338"/>
            <a:ext cx="2361300" cy="421200"/>
          </a:xfrm>
          <a:prstGeom prst="roundRect">
            <a:avLst>
              <a:gd fmla="val 50000" name="adj"/>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s-419" sz="1200">
                <a:solidFill>
                  <a:srgbClr val="FFFFFF"/>
                </a:solidFill>
              </a:rPr>
              <a:t>Diagrama de Comunicación</a:t>
            </a:r>
            <a:endParaRPr b="1" sz="1200">
              <a:solidFill>
                <a:srgbClr val="FFFFFF"/>
              </a:solidFill>
            </a:endParaRPr>
          </a:p>
          <a:p>
            <a:pPr indent="0" lvl="0" marL="0" rtl="0" algn="ctr">
              <a:spcBef>
                <a:spcPts val="0"/>
              </a:spcBef>
              <a:spcAft>
                <a:spcPts val="0"/>
              </a:spcAft>
              <a:buNone/>
            </a:pPr>
            <a:r>
              <a:t/>
            </a:r>
            <a:endParaRPr b="1" sz="1200">
              <a:solidFill>
                <a:srgbClr val="FFFFFF"/>
              </a:solidFill>
            </a:endParaRPr>
          </a:p>
        </p:txBody>
      </p:sp>
      <p:sp>
        <p:nvSpPr>
          <p:cNvPr id="1291" name="Google Shape;1291;p22"/>
          <p:cNvSpPr/>
          <p:nvPr/>
        </p:nvSpPr>
        <p:spPr>
          <a:xfrm>
            <a:off x="83988" y="595504"/>
            <a:ext cx="190200" cy="1692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 name="Google Shape;1292;p22"/>
          <p:cNvSpPr/>
          <p:nvPr/>
        </p:nvSpPr>
        <p:spPr>
          <a:xfrm>
            <a:off x="2292338" y="358938"/>
            <a:ext cx="146700" cy="4023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 name="Google Shape;1293;p22"/>
          <p:cNvSpPr txBox="1"/>
          <p:nvPr>
            <p:ph idx="2" type="title"/>
          </p:nvPr>
        </p:nvSpPr>
        <p:spPr>
          <a:xfrm flipH="1">
            <a:off x="6546263" y="387663"/>
            <a:ext cx="3350100" cy="169200"/>
          </a:xfrm>
          <a:prstGeom prst="rect">
            <a:avLst/>
          </a:prstGeom>
          <a:noFill/>
          <a:ln>
            <a:noFill/>
          </a:ln>
        </p:spPr>
        <p:txBody>
          <a:bodyPr anchorCtr="0" anchor="ctr" bIns="0" lIns="0" spcFirstLastPara="1" rIns="0" wrap="square" tIns="0">
            <a:noAutofit/>
          </a:bodyPr>
          <a:lstStyle>
            <a:lvl1pPr lvl="0" rtl="0">
              <a:spcBef>
                <a:spcPts val="0"/>
              </a:spcBef>
              <a:spcAft>
                <a:spcPts val="0"/>
              </a:spcAft>
              <a:buClr>
                <a:srgbClr val="000000"/>
              </a:buClr>
              <a:buSzPts val="1000"/>
              <a:buNone/>
              <a:defRPr sz="1000">
                <a:solidFill>
                  <a:srgbClr val="000000"/>
                </a:solidFill>
              </a:defRPr>
            </a:lvl1pPr>
            <a:lvl2pPr lvl="1" rtl="0">
              <a:spcBef>
                <a:spcPts val="0"/>
              </a:spcBef>
              <a:spcAft>
                <a:spcPts val="0"/>
              </a:spcAft>
              <a:buClr>
                <a:srgbClr val="000000"/>
              </a:buClr>
              <a:buSzPts val="1000"/>
              <a:buNone/>
              <a:defRPr sz="1000">
                <a:solidFill>
                  <a:srgbClr val="000000"/>
                </a:solidFill>
              </a:defRPr>
            </a:lvl2pPr>
            <a:lvl3pPr lvl="2" rtl="0">
              <a:spcBef>
                <a:spcPts val="0"/>
              </a:spcBef>
              <a:spcAft>
                <a:spcPts val="0"/>
              </a:spcAft>
              <a:buClr>
                <a:srgbClr val="000000"/>
              </a:buClr>
              <a:buSzPts val="1000"/>
              <a:buNone/>
              <a:defRPr sz="1000">
                <a:solidFill>
                  <a:srgbClr val="000000"/>
                </a:solidFill>
              </a:defRPr>
            </a:lvl3pPr>
            <a:lvl4pPr lvl="3" rtl="0">
              <a:spcBef>
                <a:spcPts val="0"/>
              </a:spcBef>
              <a:spcAft>
                <a:spcPts val="0"/>
              </a:spcAft>
              <a:buClr>
                <a:srgbClr val="000000"/>
              </a:buClr>
              <a:buSzPts val="1000"/>
              <a:buNone/>
              <a:defRPr sz="1000">
                <a:solidFill>
                  <a:srgbClr val="000000"/>
                </a:solidFill>
              </a:defRPr>
            </a:lvl4pPr>
            <a:lvl5pPr lvl="4" rtl="0">
              <a:spcBef>
                <a:spcPts val="0"/>
              </a:spcBef>
              <a:spcAft>
                <a:spcPts val="0"/>
              </a:spcAft>
              <a:buClr>
                <a:srgbClr val="000000"/>
              </a:buClr>
              <a:buSzPts val="1000"/>
              <a:buNone/>
              <a:defRPr sz="1000">
                <a:solidFill>
                  <a:srgbClr val="000000"/>
                </a:solidFill>
              </a:defRPr>
            </a:lvl5pPr>
            <a:lvl6pPr lvl="5" rtl="0">
              <a:spcBef>
                <a:spcPts val="0"/>
              </a:spcBef>
              <a:spcAft>
                <a:spcPts val="0"/>
              </a:spcAft>
              <a:buClr>
                <a:srgbClr val="000000"/>
              </a:buClr>
              <a:buSzPts val="1000"/>
              <a:buNone/>
              <a:defRPr sz="1000">
                <a:solidFill>
                  <a:srgbClr val="000000"/>
                </a:solidFill>
              </a:defRPr>
            </a:lvl6pPr>
            <a:lvl7pPr lvl="6" rtl="0">
              <a:spcBef>
                <a:spcPts val="0"/>
              </a:spcBef>
              <a:spcAft>
                <a:spcPts val="0"/>
              </a:spcAft>
              <a:buClr>
                <a:srgbClr val="000000"/>
              </a:buClr>
              <a:buSzPts val="1000"/>
              <a:buNone/>
              <a:defRPr sz="1000">
                <a:solidFill>
                  <a:srgbClr val="000000"/>
                </a:solidFill>
              </a:defRPr>
            </a:lvl7pPr>
            <a:lvl8pPr lvl="7" rtl="0">
              <a:spcBef>
                <a:spcPts val="0"/>
              </a:spcBef>
              <a:spcAft>
                <a:spcPts val="0"/>
              </a:spcAft>
              <a:buClr>
                <a:srgbClr val="000000"/>
              </a:buClr>
              <a:buSzPts val="1000"/>
              <a:buNone/>
              <a:defRPr sz="1000">
                <a:solidFill>
                  <a:srgbClr val="000000"/>
                </a:solidFill>
              </a:defRPr>
            </a:lvl8pPr>
            <a:lvl9pPr lvl="8" rtl="0">
              <a:spcBef>
                <a:spcPts val="0"/>
              </a:spcBef>
              <a:spcAft>
                <a:spcPts val="0"/>
              </a:spcAft>
              <a:buClr>
                <a:srgbClr val="000000"/>
              </a:buClr>
              <a:buSzPts val="1000"/>
              <a:buNone/>
              <a:defRPr sz="1000">
                <a:solidFill>
                  <a:srgbClr val="000000"/>
                </a:solidFill>
              </a:defRPr>
            </a:lvl9pPr>
          </a:lstStyle>
          <a:p/>
        </p:txBody>
      </p:sp>
      <p:sp>
        <p:nvSpPr>
          <p:cNvPr id="1294" name="Google Shape;1294;p22"/>
          <p:cNvSpPr txBox="1"/>
          <p:nvPr>
            <p:ph idx="3" type="title"/>
          </p:nvPr>
        </p:nvSpPr>
        <p:spPr>
          <a:xfrm flipH="1">
            <a:off x="6546263" y="579538"/>
            <a:ext cx="3350100" cy="169200"/>
          </a:xfrm>
          <a:prstGeom prst="rect">
            <a:avLst/>
          </a:prstGeom>
          <a:noFill/>
          <a:ln>
            <a:noFill/>
          </a:ln>
        </p:spPr>
        <p:txBody>
          <a:bodyPr anchorCtr="0" anchor="ctr" bIns="0" lIns="0" spcFirstLastPara="1" rIns="0" wrap="square" tIns="0">
            <a:noAutofit/>
          </a:bodyPr>
          <a:lstStyle>
            <a:lvl1pPr lvl="0" rtl="0">
              <a:spcBef>
                <a:spcPts val="0"/>
              </a:spcBef>
              <a:spcAft>
                <a:spcPts val="0"/>
              </a:spcAft>
              <a:buClr>
                <a:srgbClr val="000000"/>
              </a:buClr>
              <a:buSzPts val="1000"/>
              <a:buNone/>
              <a:defRPr sz="1000">
                <a:solidFill>
                  <a:srgbClr val="000000"/>
                </a:solidFill>
              </a:defRPr>
            </a:lvl1pPr>
            <a:lvl2pPr lvl="1" rtl="0">
              <a:spcBef>
                <a:spcPts val="0"/>
              </a:spcBef>
              <a:spcAft>
                <a:spcPts val="0"/>
              </a:spcAft>
              <a:buClr>
                <a:srgbClr val="000000"/>
              </a:buClr>
              <a:buSzPts val="1000"/>
              <a:buNone/>
              <a:defRPr sz="1000">
                <a:solidFill>
                  <a:srgbClr val="000000"/>
                </a:solidFill>
              </a:defRPr>
            </a:lvl2pPr>
            <a:lvl3pPr lvl="2" rtl="0">
              <a:spcBef>
                <a:spcPts val="0"/>
              </a:spcBef>
              <a:spcAft>
                <a:spcPts val="0"/>
              </a:spcAft>
              <a:buClr>
                <a:srgbClr val="000000"/>
              </a:buClr>
              <a:buSzPts val="1000"/>
              <a:buNone/>
              <a:defRPr sz="1000">
                <a:solidFill>
                  <a:srgbClr val="000000"/>
                </a:solidFill>
              </a:defRPr>
            </a:lvl3pPr>
            <a:lvl4pPr lvl="3" rtl="0">
              <a:spcBef>
                <a:spcPts val="0"/>
              </a:spcBef>
              <a:spcAft>
                <a:spcPts val="0"/>
              </a:spcAft>
              <a:buClr>
                <a:srgbClr val="000000"/>
              </a:buClr>
              <a:buSzPts val="1000"/>
              <a:buNone/>
              <a:defRPr sz="1000">
                <a:solidFill>
                  <a:srgbClr val="000000"/>
                </a:solidFill>
              </a:defRPr>
            </a:lvl4pPr>
            <a:lvl5pPr lvl="4" rtl="0">
              <a:spcBef>
                <a:spcPts val="0"/>
              </a:spcBef>
              <a:spcAft>
                <a:spcPts val="0"/>
              </a:spcAft>
              <a:buClr>
                <a:srgbClr val="000000"/>
              </a:buClr>
              <a:buSzPts val="1000"/>
              <a:buNone/>
              <a:defRPr sz="1000">
                <a:solidFill>
                  <a:srgbClr val="000000"/>
                </a:solidFill>
              </a:defRPr>
            </a:lvl5pPr>
            <a:lvl6pPr lvl="5" rtl="0">
              <a:spcBef>
                <a:spcPts val="0"/>
              </a:spcBef>
              <a:spcAft>
                <a:spcPts val="0"/>
              </a:spcAft>
              <a:buClr>
                <a:srgbClr val="000000"/>
              </a:buClr>
              <a:buSzPts val="1000"/>
              <a:buNone/>
              <a:defRPr sz="1000">
                <a:solidFill>
                  <a:srgbClr val="000000"/>
                </a:solidFill>
              </a:defRPr>
            </a:lvl6pPr>
            <a:lvl7pPr lvl="6" rtl="0">
              <a:spcBef>
                <a:spcPts val="0"/>
              </a:spcBef>
              <a:spcAft>
                <a:spcPts val="0"/>
              </a:spcAft>
              <a:buClr>
                <a:srgbClr val="000000"/>
              </a:buClr>
              <a:buSzPts val="1000"/>
              <a:buNone/>
              <a:defRPr sz="1000">
                <a:solidFill>
                  <a:srgbClr val="000000"/>
                </a:solidFill>
              </a:defRPr>
            </a:lvl7pPr>
            <a:lvl8pPr lvl="7" rtl="0">
              <a:spcBef>
                <a:spcPts val="0"/>
              </a:spcBef>
              <a:spcAft>
                <a:spcPts val="0"/>
              </a:spcAft>
              <a:buClr>
                <a:srgbClr val="000000"/>
              </a:buClr>
              <a:buSzPts val="1000"/>
              <a:buNone/>
              <a:defRPr sz="1000">
                <a:solidFill>
                  <a:srgbClr val="000000"/>
                </a:solidFill>
              </a:defRPr>
            </a:lvl8pPr>
            <a:lvl9pPr lvl="8" rtl="0">
              <a:spcBef>
                <a:spcPts val="0"/>
              </a:spcBef>
              <a:spcAft>
                <a:spcPts val="0"/>
              </a:spcAft>
              <a:buClr>
                <a:srgbClr val="000000"/>
              </a:buClr>
              <a:buSzPts val="1000"/>
              <a:buNone/>
              <a:defRPr sz="1000">
                <a:solidFill>
                  <a:srgbClr val="000000"/>
                </a:solidFill>
              </a:defRPr>
            </a:lvl9pPr>
          </a:lstStyle>
          <a:p/>
        </p:txBody>
      </p:sp>
      <p:sp>
        <p:nvSpPr>
          <p:cNvPr id="1295" name="Google Shape;1295;p22"/>
          <p:cNvSpPr/>
          <p:nvPr/>
        </p:nvSpPr>
        <p:spPr>
          <a:xfrm>
            <a:off x="-1396550" y="760700"/>
            <a:ext cx="748200" cy="6079200"/>
          </a:xfrm>
          <a:prstGeom prst="roundRect">
            <a:avLst>
              <a:gd fmla="val 11877" name="adj"/>
            </a:avLst>
          </a:prstGeom>
          <a:solidFill>
            <a:srgbClr val="F3F3F3"/>
          </a:solidFill>
          <a:ln cap="flat" cmpd="sng" w="9525">
            <a:solidFill>
              <a:srgbClr val="F3F3F3"/>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t" bIns="54000" lIns="72000" spcFirstLastPara="1" rIns="72000" wrap="square" tIns="54000">
            <a:noAutofit/>
          </a:bodyPr>
          <a:lstStyle/>
          <a:p>
            <a:pPr indent="0" lvl="0" marL="0" rtl="0" algn="ctr">
              <a:spcBef>
                <a:spcPts val="0"/>
              </a:spcBef>
              <a:spcAft>
                <a:spcPts val="0"/>
              </a:spcAft>
              <a:buNone/>
            </a:pPr>
            <a:r>
              <a:rPr i="1" lang="es-419"/>
              <a:t>Paleta</a:t>
            </a:r>
            <a:endParaRPr i="1"/>
          </a:p>
        </p:txBody>
      </p:sp>
      <p:sp>
        <p:nvSpPr>
          <p:cNvPr id="1296" name="Google Shape;1296;p22"/>
          <p:cNvSpPr txBox="1"/>
          <p:nvPr>
            <p:ph idx="1" type="body"/>
          </p:nvPr>
        </p:nvSpPr>
        <p:spPr>
          <a:xfrm>
            <a:off x="641150" y="612125"/>
            <a:ext cx="1770300" cy="160500"/>
          </a:xfrm>
          <a:prstGeom prst="rect">
            <a:avLst/>
          </a:prstGeom>
          <a:noFill/>
          <a:ln>
            <a:noFill/>
          </a:ln>
        </p:spPr>
        <p:txBody>
          <a:bodyPr anchorCtr="0" anchor="t" bIns="0" lIns="0" spcFirstLastPara="1" rIns="0" wrap="square" tIns="0">
            <a:noAutofit/>
          </a:bodyPr>
          <a:lstStyle>
            <a:lvl1pPr indent="-292100" lvl="0" marL="457200" rtl="0" algn="ctr">
              <a:spcBef>
                <a:spcPts val="0"/>
              </a:spcBef>
              <a:spcAft>
                <a:spcPts val="0"/>
              </a:spcAft>
              <a:buClr>
                <a:srgbClr val="FFFFFF"/>
              </a:buClr>
              <a:buSzPts val="1000"/>
              <a:buChar char="●"/>
              <a:defRPr sz="1000">
                <a:solidFill>
                  <a:srgbClr val="FFFFFF"/>
                </a:solidFill>
              </a:defRPr>
            </a:lvl1pPr>
            <a:lvl2pPr indent="-292100" lvl="1" marL="914400" rtl="0" algn="ctr">
              <a:spcBef>
                <a:spcPts val="0"/>
              </a:spcBef>
              <a:spcAft>
                <a:spcPts val="0"/>
              </a:spcAft>
              <a:buClr>
                <a:srgbClr val="FFFFFF"/>
              </a:buClr>
              <a:buSzPts val="1000"/>
              <a:buChar char="○"/>
              <a:defRPr sz="1000">
                <a:solidFill>
                  <a:srgbClr val="FFFFFF"/>
                </a:solidFill>
              </a:defRPr>
            </a:lvl2pPr>
            <a:lvl3pPr indent="-292100" lvl="2" marL="1371600" rtl="0" algn="ctr">
              <a:spcBef>
                <a:spcPts val="0"/>
              </a:spcBef>
              <a:spcAft>
                <a:spcPts val="0"/>
              </a:spcAft>
              <a:buClr>
                <a:srgbClr val="FFFFFF"/>
              </a:buClr>
              <a:buSzPts val="1000"/>
              <a:buChar char="■"/>
              <a:defRPr sz="1000">
                <a:solidFill>
                  <a:srgbClr val="FFFFFF"/>
                </a:solidFill>
              </a:defRPr>
            </a:lvl3pPr>
            <a:lvl4pPr indent="-292100" lvl="3" marL="1828800" rtl="0" algn="ctr">
              <a:spcBef>
                <a:spcPts val="0"/>
              </a:spcBef>
              <a:spcAft>
                <a:spcPts val="0"/>
              </a:spcAft>
              <a:buClr>
                <a:srgbClr val="FFFFFF"/>
              </a:buClr>
              <a:buSzPts val="1000"/>
              <a:buChar char="●"/>
              <a:defRPr sz="1000">
                <a:solidFill>
                  <a:srgbClr val="FFFFFF"/>
                </a:solidFill>
              </a:defRPr>
            </a:lvl4pPr>
            <a:lvl5pPr indent="-292100" lvl="4" marL="2286000" rtl="0" algn="ctr">
              <a:spcBef>
                <a:spcPts val="0"/>
              </a:spcBef>
              <a:spcAft>
                <a:spcPts val="0"/>
              </a:spcAft>
              <a:buClr>
                <a:srgbClr val="FFFFFF"/>
              </a:buClr>
              <a:buSzPts val="1000"/>
              <a:buChar char="○"/>
              <a:defRPr sz="1000">
                <a:solidFill>
                  <a:srgbClr val="FFFFFF"/>
                </a:solidFill>
              </a:defRPr>
            </a:lvl5pPr>
            <a:lvl6pPr indent="-292100" lvl="5" marL="2743200" rtl="0" algn="ctr">
              <a:spcBef>
                <a:spcPts val="0"/>
              </a:spcBef>
              <a:spcAft>
                <a:spcPts val="0"/>
              </a:spcAft>
              <a:buClr>
                <a:srgbClr val="FFFFFF"/>
              </a:buClr>
              <a:buSzPts val="1000"/>
              <a:buChar char="■"/>
              <a:defRPr sz="1000">
                <a:solidFill>
                  <a:srgbClr val="FFFFFF"/>
                </a:solidFill>
              </a:defRPr>
            </a:lvl6pPr>
            <a:lvl7pPr indent="-292100" lvl="6" marL="3200400" rtl="0" algn="ctr">
              <a:spcBef>
                <a:spcPts val="0"/>
              </a:spcBef>
              <a:spcAft>
                <a:spcPts val="0"/>
              </a:spcAft>
              <a:buClr>
                <a:srgbClr val="FFFFFF"/>
              </a:buClr>
              <a:buSzPts val="1000"/>
              <a:buChar char="●"/>
              <a:defRPr sz="1000">
                <a:solidFill>
                  <a:srgbClr val="FFFFFF"/>
                </a:solidFill>
              </a:defRPr>
            </a:lvl7pPr>
            <a:lvl8pPr indent="-292100" lvl="7" marL="3657600" rtl="0" algn="ctr">
              <a:spcBef>
                <a:spcPts val="0"/>
              </a:spcBef>
              <a:spcAft>
                <a:spcPts val="0"/>
              </a:spcAft>
              <a:buClr>
                <a:srgbClr val="FFFFFF"/>
              </a:buClr>
              <a:buSzPts val="1000"/>
              <a:buChar char="○"/>
              <a:defRPr sz="1000">
                <a:solidFill>
                  <a:srgbClr val="FFFFFF"/>
                </a:solidFill>
              </a:defRPr>
            </a:lvl8pPr>
            <a:lvl9pPr indent="-292100" lvl="8" marL="4114800" rtl="0" algn="ctr">
              <a:spcBef>
                <a:spcPts val="0"/>
              </a:spcBef>
              <a:spcAft>
                <a:spcPts val="0"/>
              </a:spcAft>
              <a:buClr>
                <a:srgbClr val="FFFFFF"/>
              </a:buClr>
              <a:buSzPts val="1000"/>
              <a:buChar char="■"/>
              <a:defRPr sz="1000">
                <a:solidFill>
                  <a:srgbClr val="FFFFFF"/>
                </a:solidFill>
              </a:defRPr>
            </a:lvl9pPr>
          </a:lstStyle>
          <a:p/>
        </p:txBody>
      </p:sp>
      <p:sp>
        <p:nvSpPr>
          <p:cNvPr id="1297" name="Google Shape;1297;p22"/>
          <p:cNvSpPr txBox="1"/>
          <p:nvPr/>
        </p:nvSpPr>
        <p:spPr>
          <a:xfrm>
            <a:off x="84825" y="598125"/>
            <a:ext cx="595500" cy="205800"/>
          </a:xfrm>
          <a:prstGeom prst="rect">
            <a:avLst/>
          </a:prstGeom>
          <a:noFill/>
          <a:ln>
            <a:noFill/>
          </a:ln>
        </p:spPr>
        <p:txBody>
          <a:bodyPr anchorCtr="0" anchor="t" bIns="18000" lIns="18000" spcFirstLastPara="1" rIns="18000" wrap="square" tIns="18000">
            <a:spAutoFit/>
          </a:bodyPr>
          <a:lstStyle/>
          <a:p>
            <a:pPr indent="0" lvl="0" marL="0" rtl="0" algn="l">
              <a:spcBef>
                <a:spcPts val="0"/>
              </a:spcBef>
              <a:spcAft>
                <a:spcPts val="0"/>
              </a:spcAft>
              <a:buNone/>
            </a:pPr>
            <a:r>
              <a:rPr lang="es-419" sz="1100">
                <a:solidFill>
                  <a:srgbClr val="FFFFFF"/>
                </a:solidFill>
              </a:rPr>
              <a:t>Nombre:</a:t>
            </a:r>
            <a:endParaRPr sz="1100">
              <a:solidFill>
                <a:srgbClr val="FFFFFF"/>
              </a:solidFill>
            </a:endParaRPr>
          </a:p>
        </p:txBody>
      </p:sp>
    </p:spTree>
  </p:cSld>
  <p:clrMapOvr>
    <a:masterClrMapping/>
  </p:clrMapOvr>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4.1 Actor de Negocio">
  <p:cSld name="TITLE_3_6_1_1_1_1_1_1_1_1_1_1_1_1_1_1_1_1_1_1_1_1">
    <p:spTree>
      <p:nvGrpSpPr>
        <p:cNvPr id="1298" name="Shape 1298"/>
        <p:cNvGrpSpPr/>
        <p:nvPr/>
      </p:nvGrpSpPr>
      <p:grpSpPr>
        <a:xfrm>
          <a:off x="0" y="0"/>
          <a:ext cx="0" cy="0"/>
          <a:chOff x="0" y="0"/>
          <a:chExt cx="0" cy="0"/>
        </a:xfrm>
      </p:grpSpPr>
      <p:sp>
        <p:nvSpPr>
          <p:cNvPr id="1299" name="Google Shape;1299;p23"/>
          <p:cNvSpPr/>
          <p:nvPr/>
        </p:nvSpPr>
        <p:spPr>
          <a:xfrm>
            <a:off x="77688" y="358938"/>
            <a:ext cx="9935700" cy="6438000"/>
          </a:xfrm>
          <a:prstGeom prst="roundRect">
            <a:avLst>
              <a:gd fmla="val 2618" name="adj"/>
            </a:avLst>
          </a:prstGeom>
          <a:solidFill>
            <a:srgbClr val="FFFFFF"/>
          </a:solidFill>
          <a:ln cap="flat" cmpd="sng" w="38100">
            <a:solidFill>
              <a:srgbClr val="000000"/>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300" name="Google Shape;1300;p23"/>
          <p:cNvCxnSpPr/>
          <p:nvPr/>
        </p:nvCxnSpPr>
        <p:spPr>
          <a:xfrm>
            <a:off x="77688" y="772614"/>
            <a:ext cx="9935700" cy="0"/>
          </a:xfrm>
          <a:prstGeom prst="straightConnector1">
            <a:avLst/>
          </a:prstGeom>
          <a:noFill/>
          <a:ln cap="flat" cmpd="sng" w="19050">
            <a:solidFill>
              <a:srgbClr val="000000"/>
            </a:solidFill>
            <a:prstDash val="solid"/>
            <a:round/>
            <a:headEnd len="med" w="med" type="none"/>
            <a:tailEnd len="med" w="med" type="none"/>
          </a:ln>
        </p:spPr>
      </p:cxnSp>
      <p:cxnSp>
        <p:nvCxnSpPr>
          <p:cNvPr id="1301" name="Google Shape;1301;p23"/>
          <p:cNvCxnSpPr/>
          <p:nvPr/>
        </p:nvCxnSpPr>
        <p:spPr>
          <a:xfrm rot="10800000">
            <a:off x="2439038" y="368188"/>
            <a:ext cx="0" cy="402300"/>
          </a:xfrm>
          <a:prstGeom prst="straightConnector1">
            <a:avLst/>
          </a:prstGeom>
          <a:noFill/>
          <a:ln cap="flat" cmpd="sng" w="19050">
            <a:solidFill>
              <a:srgbClr val="000000"/>
            </a:solidFill>
            <a:prstDash val="solid"/>
            <a:round/>
            <a:headEnd len="med" w="med" type="none"/>
            <a:tailEnd len="med" w="med" type="none"/>
          </a:ln>
        </p:spPr>
      </p:cxnSp>
      <p:sp>
        <p:nvSpPr>
          <p:cNvPr id="1302" name="Google Shape;1302;p23"/>
          <p:cNvSpPr/>
          <p:nvPr/>
        </p:nvSpPr>
        <p:spPr>
          <a:xfrm>
            <a:off x="77688" y="349338"/>
            <a:ext cx="2361300" cy="421200"/>
          </a:xfrm>
          <a:prstGeom prst="roundRect">
            <a:avLst>
              <a:gd fmla="val 50000" name="adj"/>
            </a:avLst>
          </a:prstGeom>
          <a:solidFill>
            <a:srgbClr val="000000"/>
          </a:solidFill>
          <a:ln cap="flat" cmpd="sng" w="9525">
            <a:solidFill>
              <a:srgbClr val="000000"/>
            </a:solidFill>
            <a:prstDash val="solid"/>
            <a:round/>
            <a:headEnd len="sm" w="sm" type="none"/>
            <a:tailEnd len="sm" w="sm" type="none"/>
          </a:ln>
        </p:spPr>
        <p:txBody>
          <a:bodyPr anchorCtr="0" anchor="ctr" bIns="91425" lIns="0" spcFirstLastPara="1" rIns="0" wrap="square" tIns="91425">
            <a:noAutofit/>
          </a:bodyPr>
          <a:lstStyle/>
          <a:p>
            <a:pPr indent="0" lvl="0" marL="0" rtl="0" algn="ctr">
              <a:spcBef>
                <a:spcPts val="0"/>
              </a:spcBef>
              <a:spcAft>
                <a:spcPts val="0"/>
              </a:spcAft>
              <a:buNone/>
            </a:pPr>
            <a:r>
              <a:rPr b="1" lang="es-419" sz="1100">
                <a:solidFill>
                  <a:srgbClr val="FFFFFF"/>
                </a:solidFill>
              </a:rPr>
              <a:t>Actor </a:t>
            </a:r>
            <a:r>
              <a:rPr b="1" lang="es-419" sz="1100">
                <a:solidFill>
                  <a:srgbClr val="FFFFFF"/>
                </a:solidFill>
              </a:rPr>
              <a:t>de Negocio</a:t>
            </a:r>
            <a:endParaRPr b="1" sz="1100">
              <a:solidFill>
                <a:srgbClr val="FFFFFF"/>
              </a:solidFill>
            </a:endParaRPr>
          </a:p>
          <a:p>
            <a:pPr indent="0" lvl="0" marL="0" rtl="0" algn="ctr">
              <a:spcBef>
                <a:spcPts val="0"/>
              </a:spcBef>
              <a:spcAft>
                <a:spcPts val="0"/>
              </a:spcAft>
              <a:buNone/>
            </a:pPr>
            <a:r>
              <a:t/>
            </a:r>
            <a:endParaRPr b="1" sz="1200">
              <a:solidFill>
                <a:srgbClr val="FFFFFF"/>
              </a:solidFill>
            </a:endParaRPr>
          </a:p>
        </p:txBody>
      </p:sp>
      <p:sp>
        <p:nvSpPr>
          <p:cNvPr id="1303" name="Google Shape;1303;p23"/>
          <p:cNvSpPr/>
          <p:nvPr/>
        </p:nvSpPr>
        <p:spPr>
          <a:xfrm>
            <a:off x="83988" y="595504"/>
            <a:ext cx="190200" cy="1692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 name="Google Shape;1304;p23"/>
          <p:cNvSpPr/>
          <p:nvPr/>
        </p:nvSpPr>
        <p:spPr>
          <a:xfrm>
            <a:off x="2350598" y="358950"/>
            <a:ext cx="88500" cy="4023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305" name="Google Shape;1305;p23"/>
          <p:cNvCxnSpPr/>
          <p:nvPr/>
        </p:nvCxnSpPr>
        <p:spPr>
          <a:xfrm>
            <a:off x="5104406" y="929748"/>
            <a:ext cx="0" cy="5689200"/>
          </a:xfrm>
          <a:prstGeom prst="straightConnector1">
            <a:avLst/>
          </a:prstGeom>
          <a:noFill/>
          <a:ln cap="flat" cmpd="sng" w="19050">
            <a:solidFill>
              <a:srgbClr val="D9D9D9"/>
            </a:solidFill>
            <a:prstDash val="dash"/>
            <a:round/>
            <a:headEnd len="med" w="med" type="none"/>
            <a:tailEnd len="med" w="med" type="none"/>
          </a:ln>
        </p:spPr>
      </p:cxnSp>
      <p:sp>
        <p:nvSpPr>
          <p:cNvPr id="1306" name="Google Shape;1306;p23"/>
          <p:cNvSpPr/>
          <p:nvPr/>
        </p:nvSpPr>
        <p:spPr>
          <a:xfrm>
            <a:off x="2277739" y="663750"/>
            <a:ext cx="88500" cy="1089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 name="Google Shape;1307;p23"/>
          <p:cNvSpPr txBox="1"/>
          <p:nvPr/>
        </p:nvSpPr>
        <p:spPr>
          <a:xfrm>
            <a:off x="197034" y="1078797"/>
            <a:ext cx="1679100" cy="246300"/>
          </a:xfrm>
          <a:prstGeom prst="rect">
            <a:avLst/>
          </a:prstGeom>
          <a:noFill/>
          <a:ln>
            <a:noFill/>
          </a:ln>
        </p:spPr>
        <p:txBody>
          <a:bodyPr anchorCtr="0" anchor="ctr" bIns="0" lIns="0" spcFirstLastPara="1" rIns="0" wrap="square" tIns="0">
            <a:spAutoFit/>
          </a:bodyPr>
          <a:lstStyle/>
          <a:p>
            <a:pPr indent="0" lvl="0" marL="0" rtl="0" algn="r">
              <a:lnSpc>
                <a:spcPct val="100000"/>
              </a:lnSpc>
              <a:spcBef>
                <a:spcPts val="0"/>
              </a:spcBef>
              <a:spcAft>
                <a:spcPts val="0"/>
              </a:spcAft>
              <a:buNone/>
            </a:pPr>
            <a:r>
              <a:rPr b="1" lang="es-419" sz="1000">
                <a:latin typeface="Arvo"/>
                <a:ea typeface="Arvo"/>
                <a:cs typeface="Arvo"/>
                <a:sym typeface="Arvo"/>
              </a:rPr>
              <a:t>Nombre del actor: </a:t>
            </a:r>
            <a:endParaRPr b="1" sz="1000">
              <a:latin typeface="Arvo"/>
              <a:ea typeface="Arvo"/>
              <a:cs typeface="Arvo"/>
              <a:sym typeface="Arvo"/>
            </a:endParaRPr>
          </a:p>
          <a:p>
            <a:pPr indent="0" lvl="0" marL="0" rtl="0" algn="r">
              <a:lnSpc>
                <a:spcPct val="100000"/>
              </a:lnSpc>
              <a:spcBef>
                <a:spcPts val="0"/>
              </a:spcBef>
              <a:spcAft>
                <a:spcPts val="0"/>
              </a:spcAft>
              <a:buNone/>
            </a:pPr>
            <a:r>
              <a:rPr i="1" lang="es-419" sz="600">
                <a:solidFill>
                  <a:srgbClr val="666666"/>
                </a:solidFill>
                <a:latin typeface="Arvo"/>
                <a:ea typeface="Arvo"/>
                <a:cs typeface="Arvo"/>
                <a:sym typeface="Arvo"/>
              </a:rPr>
              <a:t>&lt;ej: Comprador&gt;</a:t>
            </a:r>
            <a:endParaRPr i="1" sz="600">
              <a:solidFill>
                <a:srgbClr val="666666"/>
              </a:solidFill>
              <a:latin typeface="Arvo"/>
              <a:ea typeface="Arvo"/>
              <a:cs typeface="Arvo"/>
              <a:sym typeface="Arvo"/>
            </a:endParaRPr>
          </a:p>
        </p:txBody>
      </p:sp>
      <p:sp>
        <p:nvSpPr>
          <p:cNvPr id="1308" name="Google Shape;1308;p23"/>
          <p:cNvSpPr txBox="1"/>
          <p:nvPr/>
        </p:nvSpPr>
        <p:spPr>
          <a:xfrm>
            <a:off x="197034" y="1572261"/>
            <a:ext cx="1679100" cy="274800"/>
          </a:xfrm>
          <a:prstGeom prst="rect">
            <a:avLst/>
          </a:prstGeom>
          <a:noFill/>
          <a:ln>
            <a:noFill/>
          </a:ln>
        </p:spPr>
        <p:txBody>
          <a:bodyPr anchorCtr="0" anchor="ctr" bIns="0" lIns="0" spcFirstLastPara="1" rIns="0" wrap="square" tIns="0">
            <a:spAutoFit/>
          </a:bodyPr>
          <a:lstStyle/>
          <a:p>
            <a:pPr indent="0" lvl="0" marL="0" rtl="0" algn="r">
              <a:lnSpc>
                <a:spcPct val="85000"/>
              </a:lnSpc>
              <a:spcBef>
                <a:spcPts val="0"/>
              </a:spcBef>
              <a:spcAft>
                <a:spcPts val="0"/>
              </a:spcAft>
              <a:buNone/>
            </a:pPr>
            <a:r>
              <a:rPr b="1" lang="es-419" sz="1000">
                <a:latin typeface="Arvo"/>
                <a:ea typeface="Arvo"/>
                <a:cs typeface="Arvo"/>
                <a:sym typeface="Arvo"/>
              </a:rPr>
              <a:t>Rol:</a:t>
            </a:r>
            <a:endParaRPr sz="700">
              <a:solidFill>
                <a:srgbClr val="666666"/>
              </a:solidFill>
              <a:latin typeface="Arvo"/>
              <a:ea typeface="Arvo"/>
              <a:cs typeface="Arvo"/>
              <a:sym typeface="Arvo"/>
            </a:endParaRPr>
          </a:p>
          <a:p>
            <a:pPr indent="0" lvl="0" marL="0" rtl="0" algn="r">
              <a:lnSpc>
                <a:spcPct val="85000"/>
              </a:lnSpc>
              <a:spcBef>
                <a:spcPts val="0"/>
              </a:spcBef>
              <a:spcAft>
                <a:spcPts val="0"/>
              </a:spcAft>
              <a:buNone/>
            </a:pPr>
            <a:r>
              <a:rPr lang="es-419" sz="700">
                <a:solidFill>
                  <a:srgbClr val="666666"/>
                </a:solidFill>
                <a:latin typeface="Arvo"/>
                <a:ea typeface="Arvo"/>
                <a:cs typeface="Arvo"/>
                <a:sym typeface="Arvo"/>
              </a:rPr>
              <a:t> </a:t>
            </a:r>
            <a:r>
              <a:rPr i="1" lang="es-419" sz="600">
                <a:solidFill>
                  <a:srgbClr val="666666"/>
                </a:solidFill>
                <a:latin typeface="Arvo"/>
                <a:ea typeface="Arvo"/>
                <a:cs typeface="Arvo"/>
                <a:sym typeface="Arvo"/>
              </a:rPr>
              <a:t>&lt;ej: Cliente  ó Proveedor&gt;</a:t>
            </a:r>
            <a:r>
              <a:rPr b="1" lang="es-419" sz="1100">
                <a:latin typeface="Arvo"/>
                <a:ea typeface="Arvo"/>
                <a:cs typeface="Arvo"/>
                <a:sym typeface="Arvo"/>
              </a:rPr>
              <a:t> </a:t>
            </a:r>
            <a:endParaRPr sz="800">
              <a:solidFill>
                <a:srgbClr val="666666"/>
              </a:solidFill>
              <a:latin typeface="Arvo"/>
              <a:ea typeface="Arvo"/>
              <a:cs typeface="Arvo"/>
              <a:sym typeface="Arvo"/>
            </a:endParaRPr>
          </a:p>
        </p:txBody>
      </p:sp>
      <p:sp>
        <p:nvSpPr>
          <p:cNvPr id="1309" name="Google Shape;1309;p23"/>
          <p:cNvSpPr/>
          <p:nvPr/>
        </p:nvSpPr>
        <p:spPr>
          <a:xfrm>
            <a:off x="1940924" y="1030197"/>
            <a:ext cx="3027000" cy="343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1310" name="Google Shape;1310;p23"/>
          <p:cNvSpPr txBox="1"/>
          <p:nvPr>
            <p:ph idx="1" type="subTitle"/>
          </p:nvPr>
        </p:nvSpPr>
        <p:spPr>
          <a:xfrm>
            <a:off x="1940624" y="1030947"/>
            <a:ext cx="3027600" cy="342000"/>
          </a:xfrm>
          <a:prstGeom prst="rect">
            <a:avLst/>
          </a:prstGeom>
          <a:noFill/>
          <a:ln>
            <a:noFill/>
          </a:ln>
        </p:spPr>
        <p:txBody>
          <a:bodyPr anchorCtr="0" anchor="ctr" bIns="36000" lIns="36000" spcFirstLastPara="1" rIns="36000" wrap="square" tIns="36000">
            <a:noAutofit/>
          </a:bodyPr>
          <a:lstStyle>
            <a:lvl1pPr lvl="0"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1311" name="Google Shape;1311;p23"/>
          <p:cNvSpPr/>
          <p:nvPr/>
        </p:nvSpPr>
        <p:spPr>
          <a:xfrm>
            <a:off x="1940924" y="1537911"/>
            <a:ext cx="3027000" cy="343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1312" name="Google Shape;1312;p23"/>
          <p:cNvSpPr txBox="1"/>
          <p:nvPr>
            <p:ph idx="2" type="subTitle"/>
          </p:nvPr>
        </p:nvSpPr>
        <p:spPr>
          <a:xfrm>
            <a:off x="1940624" y="1538661"/>
            <a:ext cx="3027600" cy="342000"/>
          </a:xfrm>
          <a:prstGeom prst="rect">
            <a:avLst/>
          </a:prstGeom>
          <a:noFill/>
          <a:ln>
            <a:noFill/>
          </a:ln>
        </p:spPr>
        <p:txBody>
          <a:bodyPr anchorCtr="0" anchor="ctr" bIns="36000" lIns="36000" spcFirstLastPara="1" rIns="36000" wrap="square" tIns="36000">
            <a:noAutofit/>
          </a:bodyPr>
          <a:lstStyle>
            <a:lvl1pPr lvl="0"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1313" name="Google Shape;1313;p23"/>
          <p:cNvSpPr txBox="1"/>
          <p:nvPr/>
        </p:nvSpPr>
        <p:spPr>
          <a:xfrm>
            <a:off x="197034" y="2065929"/>
            <a:ext cx="1679100" cy="415500"/>
          </a:xfrm>
          <a:prstGeom prst="rect">
            <a:avLst/>
          </a:prstGeom>
          <a:noFill/>
          <a:ln>
            <a:noFill/>
          </a:ln>
        </p:spPr>
        <p:txBody>
          <a:bodyPr anchorCtr="0" anchor="ctr" bIns="0" lIns="0" spcFirstLastPara="1" rIns="0" wrap="square" tIns="0">
            <a:spAutoFit/>
          </a:bodyPr>
          <a:lstStyle/>
          <a:p>
            <a:pPr indent="0" lvl="0" marL="0" rtl="0" algn="r">
              <a:lnSpc>
                <a:spcPct val="100000"/>
              </a:lnSpc>
              <a:spcBef>
                <a:spcPts val="0"/>
              </a:spcBef>
              <a:spcAft>
                <a:spcPts val="0"/>
              </a:spcAft>
              <a:buNone/>
            </a:pPr>
            <a:r>
              <a:rPr b="1" lang="es-419" sz="1000">
                <a:latin typeface="Arvo"/>
                <a:ea typeface="Arvo"/>
                <a:cs typeface="Arvo"/>
                <a:sym typeface="Arvo"/>
              </a:rPr>
              <a:t>Procesos con los que tiene relación:</a:t>
            </a:r>
            <a:endParaRPr b="1" sz="1000">
              <a:latin typeface="Arvo"/>
              <a:ea typeface="Arvo"/>
              <a:cs typeface="Arvo"/>
              <a:sym typeface="Arvo"/>
            </a:endParaRPr>
          </a:p>
          <a:p>
            <a:pPr indent="0" lvl="0" marL="0" rtl="0" algn="r">
              <a:lnSpc>
                <a:spcPct val="100000"/>
              </a:lnSpc>
              <a:spcBef>
                <a:spcPts val="0"/>
              </a:spcBef>
              <a:spcAft>
                <a:spcPts val="0"/>
              </a:spcAft>
              <a:buNone/>
            </a:pPr>
            <a:r>
              <a:rPr lang="es-419" sz="700">
                <a:solidFill>
                  <a:srgbClr val="666666"/>
                </a:solidFill>
                <a:latin typeface="Arvo"/>
                <a:ea typeface="Arvo"/>
                <a:cs typeface="Arvo"/>
                <a:sym typeface="Arvo"/>
              </a:rPr>
              <a:t> </a:t>
            </a:r>
            <a:r>
              <a:rPr i="1" lang="es-419" sz="600">
                <a:solidFill>
                  <a:srgbClr val="666666"/>
                </a:solidFill>
                <a:latin typeface="Arvo"/>
                <a:ea typeface="Arvo"/>
                <a:cs typeface="Arvo"/>
                <a:sym typeface="Arvo"/>
              </a:rPr>
              <a:t>&lt;ej: El comprador se registra&gt;</a:t>
            </a:r>
            <a:endParaRPr sz="800">
              <a:solidFill>
                <a:srgbClr val="666666"/>
              </a:solidFill>
              <a:latin typeface="Arvo"/>
              <a:ea typeface="Arvo"/>
              <a:cs typeface="Arvo"/>
              <a:sym typeface="Arvo"/>
            </a:endParaRPr>
          </a:p>
        </p:txBody>
      </p:sp>
      <p:sp>
        <p:nvSpPr>
          <p:cNvPr id="1314" name="Google Shape;1314;p23"/>
          <p:cNvSpPr/>
          <p:nvPr/>
        </p:nvSpPr>
        <p:spPr>
          <a:xfrm>
            <a:off x="1940924" y="2060575"/>
            <a:ext cx="3027000" cy="1015800"/>
          </a:xfrm>
          <a:prstGeom prst="roundRect">
            <a:avLst>
              <a:gd fmla="val 728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1315" name="Google Shape;1315;p23"/>
          <p:cNvSpPr txBox="1"/>
          <p:nvPr>
            <p:ph idx="3" type="subTitle"/>
          </p:nvPr>
        </p:nvSpPr>
        <p:spPr>
          <a:xfrm>
            <a:off x="1940924" y="2061325"/>
            <a:ext cx="3027000" cy="1015200"/>
          </a:xfrm>
          <a:prstGeom prst="rect">
            <a:avLst/>
          </a:prstGeom>
          <a:noFill/>
          <a:ln>
            <a:noFill/>
          </a:ln>
        </p:spPr>
        <p:txBody>
          <a:bodyPr anchorCtr="0" anchor="t" bIns="36000" lIns="36000" spcFirstLastPara="1" rIns="36000" wrap="square" tIns="36000">
            <a:noAutofit/>
          </a:bodyPr>
          <a:lstStyle>
            <a:lvl1pPr lvl="0"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1316" name="Google Shape;1316;p23"/>
          <p:cNvSpPr txBox="1"/>
          <p:nvPr/>
        </p:nvSpPr>
        <p:spPr>
          <a:xfrm>
            <a:off x="197034" y="3222969"/>
            <a:ext cx="1679100" cy="819000"/>
          </a:xfrm>
          <a:prstGeom prst="rect">
            <a:avLst/>
          </a:prstGeom>
          <a:noFill/>
          <a:ln>
            <a:noFill/>
          </a:ln>
        </p:spPr>
        <p:txBody>
          <a:bodyPr anchorCtr="0" anchor="ctr" bIns="0" lIns="0" spcFirstLastPara="1" rIns="0" wrap="square" tIns="0">
            <a:spAutoFit/>
          </a:bodyPr>
          <a:lstStyle/>
          <a:p>
            <a:pPr indent="0" lvl="0" marL="0" rtl="0" algn="r">
              <a:lnSpc>
                <a:spcPct val="100000"/>
              </a:lnSpc>
              <a:spcBef>
                <a:spcPts val="0"/>
              </a:spcBef>
              <a:spcAft>
                <a:spcPts val="0"/>
              </a:spcAft>
              <a:buNone/>
            </a:pPr>
            <a:r>
              <a:rPr b="1" lang="es-419" sz="1000">
                <a:latin typeface="Arvo"/>
                <a:ea typeface="Arvo"/>
                <a:cs typeface="Arvo"/>
                <a:sym typeface="Arvo"/>
              </a:rPr>
              <a:t>Descripción del actor:</a:t>
            </a:r>
            <a:endParaRPr sz="700">
              <a:solidFill>
                <a:srgbClr val="666666"/>
              </a:solidFill>
              <a:latin typeface="Arvo"/>
              <a:ea typeface="Arvo"/>
              <a:cs typeface="Arvo"/>
              <a:sym typeface="Arvo"/>
            </a:endParaRPr>
          </a:p>
          <a:p>
            <a:pPr indent="0" lvl="0" marL="0" rtl="0" algn="r">
              <a:lnSpc>
                <a:spcPct val="80000"/>
              </a:lnSpc>
              <a:spcBef>
                <a:spcPts val="0"/>
              </a:spcBef>
              <a:spcAft>
                <a:spcPts val="0"/>
              </a:spcAft>
              <a:buNone/>
            </a:pPr>
            <a:r>
              <a:rPr i="1" lang="es-419" sz="600">
                <a:solidFill>
                  <a:srgbClr val="666666"/>
                </a:solidFill>
                <a:latin typeface="Arvo"/>
                <a:ea typeface="Arvo"/>
                <a:cs typeface="Arvo"/>
                <a:sym typeface="Arvo"/>
              </a:rPr>
              <a:t>&lt;ej: Es una persona que está interesada en comprar un producto a muy bajo costo desde cualquier lugar y en cualquier momento. Le gustaría elegir una empresa de envíos para transportar los productos y disponer de un carro de compras, adicionalmente, poder programar cada una de las compras y poder crear listas de preferencia.&gt;</a:t>
            </a:r>
            <a:endParaRPr sz="800">
              <a:solidFill>
                <a:srgbClr val="666666"/>
              </a:solidFill>
              <a:latin typeface="Arvo"/>
              <a:ea typeface="Arvo"/>
              <a:cs typeface="Arvo"/>
              <a:sym typeface="Arvo"/>
            </a:endParaRPr>
          </a:p>
        </p:txBody>
      </p:sp>
      <p:sp>
        <p:nvSpPr>
          <p:cNvPr id="1317" name="Google Shape;1317;p23"/>
          <p:cNvSpPr/>
          <p:nvPr/>
        </p:nvSpPr>
        <p:spPr>
          <a:xfrm>
            <a:off x="1940925" y="3256353"/>
            <a:ext cx="3027000" cy="1359900"/>
          </a:xfrm>
          <a:prstGeom prst="roundRect">
            <a:avLst>
              <a:gd fmla="val 5871"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1318" name="Google Shape;1318;p23"/>
          <p:cNvSpPr txBox="1"/>
          <p:nvPr>
            <p:ph idx="4" type="subTitle"/>
          </p:nvPr>
        </p:nvSpPr>
        <p:spPr>
          <a:xfrm>
            <a:off x="1940625" y="3256356"/>
            <a:ext cx="3027600" cy="1359900"/>
          </a:xfrm>
          <a:prstGeom prst="rect">
            <a:avLst/>
          </a:prstGeom>
          <a:noFill/>
          <a:ln>
            <a:noFill/>
          </a:ln>
        </p:spPr>
        <p:txBody>
          <a:bodyPr anchorCtr="0" anchor="t" bIns="36000" lIns="36000" spcFirstLastPara="1" rIns="36000" wrap="square" tIns="36000">
            <a:noAutofit/>
          </a:bodyPr>
          <a:lstStyle>
            <a:lvl1pPr lvl="0"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1319" name="Google Shape;1319;p23"/>
          <p:cNvSpPr txBox="1"/>
          <p:nvPr/>
        </p:nvSpPr>
        <p:spPr>
          <a:xfrm>
            <a:off x="197034" y="4832392"/>
            <a:ext cx="1679100" cy="274800"/>
          </a:xfrm>
          <a:prstGeom prst="rect">
            <a:avLst/>
          </a:prstGeom>
          <a:noFill/>
          <a:ln>
            <a:noFill/>
          </a:ln>
        </p:spPr>
        <p:txBody>
          <a:bodyPr anchorCtr="0" anchor="ctr" bIns="0" lIns="0" spcFirstLastPara="1" rIns="0" wrap="square" tIns="0">
            <a:spAutoFit/>
          </a:bodyPr>
          <a:lstStyle/>
          <a:p>
            <a:pPr indent="0" lvl="0" marL="0" rtl="0" algn="r">
              <a:lnSpc>
                <a:spcPct val="85000"/>
              </a:lnSpc>
              <a:spcBef>
                <a:spcPts val="0"/>
              </a:spcBef>
              <a:spcAft>
                <a:spcPts val="0"/>
              </a:spcAft>
              <a:buNone/>
            </a:pPr>
            <a:r>
              <a:rPr b="1" lang="es-419" sz="1000">
                <a:latin typeface="Arvo"/>
                <a:ea typeface="Arvo"/>
                <a:cs typeface="Arvo"/>
                <a:sym typeface="Arvo"/>
              </a:rPr>
              <a:t>Tipo:</a:t>
            </a:r>
            <a:endParaRPr sz="700">
              <a:solidFill>
                <a:srgbClr val="666666"/>
              </a:solidFill>
              <a:latin typeface="Arvo"/>
              <a:ea typeface="Arvo"/>
              <a:cs typeface="Arvo"/>
              <a:sym typeface="Arvo"/>
            </a:endParaRPr>
          </a:p>
          <a:p>
            <a:pPr indent="0" lvl="0" marL="0" rtl="0" algn="r">
              <a:lnSpc>
                <a:spcPct val="85000"/>
              </a:lnSpc>
              <a:spcBef>
                <a:spcPts val="0"/>
              </a:spcBef>
              <a:spcAft>
                <a:spcPts val="0"/>
              </a:spcAft>
              <a:buNone/>
            </a:pPr>
            <a:r>
              <a:rPr lang="es-419" sz="700">
                <a:solidFill>
                  <a:srgbClr val="666666"/>
                </a:solidFill>
                <a:latin typeface="Arvo"/>
                <a:ea typeface="Arvo"/>
                <a:cs typeface="Arvo"/>
                <a:sym typeface="Arvo"/>
              </a:rPr>
              <a:t> </a:t>
            </a:r>
            <a:r>
              <a:rPr i="1" lang="es-419" sz="600">
                <a:solidFill>
                  <a:srgbClr val="666666"/>
                </a:solidFill>
                <a:latin typeface="Arvo"/>
                <a:ea typeface="Arvo"/>
                <a:cs typeface="Arvo"/>
                <a:sym typeface="Arvo"/>
              </a:rPr>
              <a:t>&lt;ej: Humano o Máquina&gt;</a:t>
            </a:r>
            <a:r>
              <a:rPr b="1" lang="es-419" sz="1100">
                <a:latin typeface="Arvo"/>
                <a:ea typeface="Arvo"/>
                <a:cs typeface="Arvo"/>
                <a:sym typeface="Arvo"/>
              </a:rPr>
              <a:t> </a:t>
            </a:r>
            <a:endParaRPr sz="800">
              <a:solidFill>
                <a:srgbClr val="666666"/>
              </a:solidFill>
              <a:latin typeface="Arvo"/>
              <a:ea typeface="Arvo"/>
              <a:cs typeface="Arvo"/>
              <a:sym typeface="Arvo"/>
            </a:endParaRPr>
          </a:p>
        </p:txBody>
      </p:sp>
      <p:sp>
        <p:nvSpPr>
          <p:cNvPr id="1320" name="Google Shape;1320;p23"/>
          <p:cNvSpPr/>
          <p:nvPr/>
        </p:nvSpPr>
        <p:spPr>
          <a:xfrm>
            <a:off x="1940924" y="4798042"/>
            <a:ext cx="3027000" cy="343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1321" name="Google Shape;1321;p23"/>
          <p:cNvSpPr txBox="1"/>
          <p:nvPr>
            <p:ph idx="5" type="subTitle"/>
          </p:nvPr>
        </p:nvSpPr>
        <p:spPr>
          <a:xfrm>
            <a:off x="1940624" y="4798792"/>
            <a:ext cx="3027600" cy="342000"/>
          </a:xfrm>
          <a:prstGeom prst="rect">
            <a:avLst/>
          </a:prstGeom>
          <a:noFill/>
          <a:ln>
            <a:noFill/>
          </a:ln>
        </p:spPr>
        <p:txBody>
          <a:bodyPr anchorCtr="0" anchor="ctr" bIns="36000" lIns="36000" spcFirstLastPara="1" rIns="36000" wrap="square" tIns="36000">
            <a:noAutofit/>
          </a:bodyPr>
          <a:lstStyle>
            <a:lvl1pPr lvl="0"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1322" name="Google Shape;1322;p23"/>
          <p:cNvSpPr txBox="1"/>
          <p:nvPr/>
        </p:nvSpPr>
        <p:spPr>
          <a:xfrm>
            <a:off x="304764" y="5328700"/>
            <a:ext cx="1576200" cy="615600"/>
          </a:xfrm>
          <a:prstGeom prst="rect">
            <a:avLst/>
          </a:prstGeom>
          <a:noFill/>
          <a:ln>
            <a:noFill/>
          </a:ln>
        </p:spPr>
        <p:txBody>
          <a:bodyPr anchorCtr="0" anchor="ctr" bIns="0" lIns="0" spcFirstLastPara="1" rIns="0" wrap="square" tIns="0">
            <a:spAutoFit/>
          </a:bodyPr>
          <a:lstStyle/>
          <a:p>
            <a:pPr indent="0" lvl="0" marL="0" rtl="0" algn="r">
              <a:lnSpc>
                <a:spcPct val="100000"/>
              </a:lnSpc>
              <a:spcBef>
                <a:spcPts val="0"/>
              </a:spcBef>
              <a:spcAft>
                <a:spcPts val="0"/>
              </a:spcAft>
              <a:buNone/>
            </a:pPr>
            <a:r>
              <a:rPr b="1" lang="es-419" sz="1000">
                <a:latin typeface="Arvo"/>
                <a:ea typeface="Arvo"/>
                <a:cs typeface="Arvo"/>
                <a:sym typeface="Arvo"/>
              </a:rPr>
              <a:t>Información que obtiene:</a:t>
            </a:r>
            <a:endParaRPr b="1" sz="1000">
              <a:latin typeface="Arvo"/>
              <a:ea typeface="Arvo"/>
              <a:cs typeface="Arvo"/>
              <a:sym typeface="Arvo"/>
            </a:endParaRPr>
          </a:p>
          <a:p>
            <a:pPr indent="0" lvl="0" marL="0" rtl="0" algn="r">
              <a:lnSpc>
                <a:spcPct val="100000"/>
              </a:lnSpc>
              <a:spcBef>
                <a:spcPts val="0"/>
              </a:spcBef>
              <a:spcAft>
                <a:spcPts val="0"/>
              </a:spcAft>
              <a:buNone/>
            </a:pPr>
            <a:r>
              <a:rPr b="1" lang="es-419" sz="700">
                <a:latin typeface="Arvo"/>
                <a:ea typeface="Arvo"/>
                <a:cs typeface="Arvo"/>
                <a:sym typeface="Arvo"/>
              </a:rPr>
              <a:t>&lt;con qué información interactúa&gt;</a:t>
            </a:r>
            <a:endParaRPr b="1" sz="700">
              <a:latin typeface="Arvo"/>
              <a:ea typeface="Arvo"/>
              <a:cs typeface="Arvo"/>
              <a:sym typeface="Arvo"/>
            </a:endParaRPr>
          </a:p>
          <a:p>
            <a:pPr indent="0" lvl="0" marL="0" rtl="0" algn="r">
              <a:lnSpc>
                <a:spcPct val="100000"/>
              </a:lnSpc>
              <a:spcBef>
                <a:spcPts val="0"/>
              </a:spcBef>
              <a:spcAft>
                <a:spcPts val="0"/>
              </a:spcAft>
              <a:buNone/>
            </a:pPr>
            <a:r>
              <a:rPr lang="es-419" sz="700">
                <a:solidFill>
                  <a:srgbClr val="666666"/>
                </a:solidFill>
                <a:latin typeface="Arvo"/>
                <a:ea typeface="Arvo"/>
                <a:cs typeface="Arvo"/>
                <a:sym typeface="Arvo"/>
              </a:rPr>
              <a:t> </a:t>
            </a:r>
            <a:r>
              <a:rPr i="1" lang="es-419" sz="600">
                <a:solidFill>
                  <a:srgbClr val="666666"/>
                </a:solidFill>
                <a:latin typeface="Arvo"/>
                <a:ea typeface="Arvo"/>
                <a:cs typeface="Arvo"/>
                <a:sym typeface="Arvo"/>
              </a:rPr>
              <a:t>&lt;ej: El catálogo de productos, carrito de compras, mensajería, etc&gt;</a:t>
            </a:r>
            <a:endParaRPr sz="800">
              <a:solidFill>
                <a:srgbClr val="666666"/>
              </a:solidFill>
              <a:latin typeface="Arvo"/>
              <a:ea typeface="Arvo"/>
              <a:cs typeface="Arvo"/>
              <a:sym typeface="Arvo"/>
            </a:endParaRPr>
          </a:p>
        </p:txBody>
      </p:sp>
      <p:sp>
        <p:nvSpPr>
          <p:cNvPr id="1323" name="Google Shape;1323;p23"/>
          <p:cNvSpPr/>
          <p:nvPr/>
        </p:nvSpPr>
        <p:spPr>
          <a:xfrm>
            <a:off x="1945875" y="5323350"/>
            <a:ext cx="3027000" cy="1015800"/>
          </a:xfrm>
          <a:prstGeom prst="roundRect">
            <a:avLst>
              <a:gd fmla="val 728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1324" name="Google Shape;1324;p23"/>
          <p:cNvSpPr txBox="1"/>
          <p:nvPr>
            <p:ph idx="6" type="subTitle"/>
          </p:nvPr>
        </p:nvSpPr>
        <p:spPr>
          <a:xfrm>
            <a:off x="1945875" y="5324100"/>
            <a:ext cx="3027000" cy="1015200"/>
          </a:xfrm>
          <a:prstGeom prst="rect">
            <a:avLst/>
          </a:prstGeom>
          <a:noFill/>
          <a:ln>
            <a:noFill/>
          </a:ln>
        </p:spPr>
        <p:txBody>
          <a:bodyPr anchorCtr="0" anchor="ctr" bIns="36000" lIns="36000" spcFirstLastPara="1" rIns="36000" wrap="square" tIns="36000">
            <a:noAutofit/>
          </a:bodyPr>
          <a:lstStyle>
            <a:lvl1pPr lvl="0"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1325" name="Google Shape;1325;p23"/>
          <p:cNvSpPr txBox="1"/>
          <p:nvPr/>
        </p:nvSpPr>
        <p:spPr>
          <a:xfrm>
            <a:off x="5217088" y="982976"/>
            <a:ext cx="1576200" cy="600300"/>
          </a:xfrm>
          <a:prstGeom prst="rect">
            <a:avLst/>
          </a:prstGeom>
          <a:noFill/>
          <a:ln>
            <a:noFill/>
          </a:ln>
        </p:spPr>
        <p:txBody>
          <a:bodyPr anchorCtr="0" anchor="ctr" bIns="0" lIns="0" spcFirstLastPara="1" rIns="0" wrap="square" tIns="0">
            <a:spAutoFit/>
          </a:bodyPr>
          <a:lstStyle/>
          <a:p>
            <a:pPr indent="0" lvl="0" marL="0" rtl="0" algn="r">
              <a:lnSpc>
                <a:spcPct val="100000"/>
              </a:lnSpc>
              <a:spcBef>
                <a:spcPts val="0"/>
              </a:spcBef>
              <a:spcAft>
                <a:spcPts val="0"/>
              </a:spcAft>
              <a:buNone/>
            </a:pPr>
            <a:r>
              <a:rPr b="1" lang="es-419" sz="1000">
                <a:latin typeface="Arvo"/>
                <a:ea typeface="Arvo"/>
                <a:cs typeface="Arvo"/>
                <a:sym typeface="Arvo"/>
              </a:rPr>
              <a:t>Información que provee:</a:t>
            </a:r>
            <a:endParaRPr b="1" sz="1000">
              <a:latin typeface="Arvo"/>
              <a:ea typeface="Arvo"/>
              <a:cs typeface="Arvo"/>
              <a:sym typeface="Arvo"/>
            </a:endParaRPr>
          </a:p>
          <a:p>
            <a:pPr indent="0" lvl="0" marL="0" rtl="0" algn="r">
              <a:lnSpc>
                <a:spcPct val="100000"/>
              </a:lnSpc>
              <a:spcBef>
                <a:spcPts val="0"/>
              </a:spcBef>
              <a:spcAft>
                <a:spcPts val="0"/>
              </a:spcAft>
              <a:buNone/>
            </a:pPr>
            <a:r>
              <a:rPr b="1" lang="es-419" sz="700">
                <a:latin typeface="Arvo"/>
                <a:ea typeface="Arvo"/>
                <a:cs typeface="Arvo"/>
                <a:sym typeface="Arvo"/>
              </a:rPr>
              <a:t>&lt;qué información provee&gt;</a:t>
            </a:r>
            <a:endParaRPr b="1" sz="700">
              <a:latin typeface="Arvo"/>
              <a:ea typeface="Arvo"/>
              <a:cs typeface="Arvo"/>
              <a:sym typeface="Arvo"/>
            </a:endParaRPr>
          </a:p>
          <a:p>
            <a:pPr indent="0" lvl="0" marL="0" rtl="0" algn="r">
              <a:lnSpc>
                <a:spcPct val="100000"/>
              </a:lnSpc>
              <a:spcBef>
                <a:spcPts val="0"/>
              </a:spcBef>
              <a:spcAft>
                <a:spcPts val="0"/>
              </a:spcAft>
              <a:buNone/>
            </a:pPr>
            <a:r>
              <a:rPr i="1" lang="es-419" sz="600">
                <a:solidFill>
                  <a:srgbClr val="666666"/>
                </a:solidFill>
                <a:latin typeface="Arvo"/>
                <a:ea typeface="Arvo"/>
                <a:cs typeface="Arvo"/>
                <a:sym typeface="Arvo"/>
              </a:rPr>
              <a:t>&lt;ej: Información personal, información mensajería, información de pago, etc &gt;</a:t>
            </a:r>
            <a:endParaRPr sz="800">
              <a:solidFill>
                <a:srgbClr val="666666"/>
              </a:solidFill>
              <a:latin typeface="Arvo"/>
              <a:ea typeface="Arvo"/>
              <a:cs typeface="Arvo"/>
              <a:sym typeface="Arvo"/>
            </a:endParaRPr>
          </a:p>
        </p:txBody>
      </p:sp>
      <p:sp>
        <p:nvSpPr>
          <p:cNvPr id="1326" name="Google Shape;1326;p23"/>
          <p:cNvSpPr/>
          <p:nvPr/>
        </p:nvSpPr>
        <p:spPr>
          <a:xfrm>
            <a:off x="6858199" y="1016358"/>
            <a:ext cx="3027000" cy="1359900"/>
          </a:xfrm>
          <a:prstGeom prst="roundRect">
            <a:avLst>
              <a:gd fmla="val 5871"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1327" name="Google Shape;1327;p23"/>
          <p:cNvSpPr txBox="1"/>
          <p:nvPr>
            <p:ph idx="7" type="subTitle"/>
          </p:nvPr>
        </p:nvSpPr>
        <p:spPr>
          <a:xfrm>
            <a:off x="6857899" y="1016361"/>
            <a:ext cx="3027600" cy="1359900"/>
          </a:xfrm>
          <a:prstGeom prst="rect">
            <a:avLst/>
          </a:prstGeom>
          <a:noFill/>
          <a:ln>
            <a:noFill/>
          </a:ln>
        </p:spPr>
        <p:txBody>
          <a:bodyPr anchorCtr="0" anchor="t" bIns="36000" lIns="36000" spcFirstLastPara="1" rIns="36000" wrap="square" tIns="36000">
            <a:noAutofit/>
          </a:bodyPr>
          <a:lstStyle>
            <a:lvl1pPr lvl="0"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1328" name="Google Shape;1328;p23"/>
          <p:cNvSpPr txBox="1"/>
          <p:nvPr/>
        </p:nvSpPr>
        <p:spPr>
          <a:xfrm>
            <a:off x="5217088" y="2537301"/>
            <a:ext cx="1576200" cy="354000"/>
          </a:xfrm>
          <a:prstGeom prst="rect">
            <a:avLst/>
          </a:prstGeom>
          <a:noFill/>
          <a:ln>
            <a:noFill/>
          </a:ln>
        </p:spPr>
        <p:txBody>
          <a:bodyPr anchorCtr="0" anchor="ctr" bIns="0" lIns="0" spcFirstLastPara="1" rIns="0" wrap="square" tIns="0">
            <a:spAutoFit/>
          </a:bodyPr>
          <a:lstStyle/>
          <a:p>
            <a:pPr indent="0" lvl="0" marL="0" rtl="0" algn="r">
              <a:lnSpc>
                <a:spcPct val="100000"/>
              </a:lnSpc>
              <a:spcBef>
                <a:spcPts val="0"/>
              </a:spcBef>
              <a:spcAft>
                <a:spcPts val="0"/>
              </a:spcAft>
              <a:buNone/>
            </a:pPr>
            <a:r>
              <a:rPr b="1" lang="es-419" sz="1000">
                <a:latin typeface="Arvo"/>
                <a:ea typeface="Arvo"/>
                <a:cs typeface="Arvo"/>
                <a:sym typeface="Arvo"/>
              </a:rPr>
              <a:t>Meta actor:</a:t>
            </a:r>
            <a:endParaRPr b="1" sz="1000">
              <a:latin typeface="Arvo"/>
              <a:ea typeface="Arvo"/>
              <a:cs typeface="Arvo"/>
              <a:sym typeface="Arvo"/>
            </a:endParaRPr>
          </a:p>
          <a:p>
            <a:pPr indent="0" lvl="0" marL="0" rtl="0" algn="r">
              <a:lnSpc>
                <a:spcPct val="100000"/>
              </a:lnSpc>
              <a:spcBef>
                <a:spcPts val="0"/>
              </a:spcBef>
              <a:spcAft>
                <a:spcPts val="0"/>
              </a:spcAft>
              <a:buNone/>
            </a:pPr>
            <a:r>
              <a:rPr b="1" lang="es-419" sz="700">
                <a:latin typeface="Arvo"/>
                <a:ea typeface="Arvo"/>
                <a:cs typeface="Arvo"/>
                <a:sym typeface="Arvo"/>
              </a:rPr>
              <a:t>[Meta = &lt;sustantivo&gt;&lt;adjetivo&gt;]</a:t>
            </a:r>
            <a:endParaRPr b="1" sz="700">
              <a:latin typeface="Arvo"/>
              <a:ea typeface="Arvo"/>
              <a:cs typeface="Arvo"/>
              <a:sym typeface="Arvo"/>
            </a:endParaRPr>
          </a:p>
          <a:p>
            <a:pPr indent="0" lvl="0" marL="0" rtl="0" algn="r">
              <a:lnSpc>
                <a:spcPct val="100000"/>
              </a:lnSpc>
              <a:spcBef>
                <a:spcPts val="0"/>
              </a:spcBef>
              <a:spcAft>
                <a:spcPts val="0"/>
              </a:spcAft>
              <a:buNone/>
            </a:pPr>
            <a:r>
              <a:rPr i="1" lang="es-419" sz="600">
                <a:solidFill>
                  <a:srgbClr val="666666"/>
                </a:solidFill>
                <a:latin typeface="Arvo"/>
                <a:ea typeface="Arvo"/>
                <a:cs typeface="Arvo"/>
                <a:sym typeface="Arvo"/>
              </a:rPr>
              <a:t>&lt;ej: Producto recibido&gt;</a:t>
            </a:r>
            <a:endParaRPr i="1" sz="600">
              <a:solidFill>
                <a:srgbClr val="666666"/>
              </a:solidFill>
              <a:latin typeface="Arvo"/>
              <a:ea typeface="Arvo"/>
              <a:cs typeface="Arvo"/>
              <a:sym typeface="Arvo"/>
            </a:endParaRPr>
          </a:p>
        </p:txBody>
      </p:sp>
      <p:sp>
        <p:nvSpPr>
          <p:cNvPr id="1329" name="Google Shape;1329;p23"/>
          <p:cNvSpPr/>
          <p:nvPr/>
        </p:nvSpPr>
        <p:spPr>
          <a:xfrm>
            <a:off x="6858198" y="2542551"/>
            <a:ext cx="3027000" cy="343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1330" name="Google Shape;1330;p23"/>
          <p:cNvSpPr txBox="1"/>
          <p:nvPr>
            <p:ph idx="8" type="subTitle"/>
          </p:nvPr>
        </p:nvSpPr>
        <p:spPr>
          <a:xfrm>
            <a:off x="6857898" y="2543301"/>
            <a:ext cx="3027600" cy="342000"/>
          </a:xfrm>
          <a:prstGeom prst="rect">
            <a:avLst/>
          </a:prstGeom>
          <a:noFill/>
          <a:ln>
            <a:noFill/>
          </a:ln>
        </p:spPr>
        <p:txBody>
          <a:bodyPr anchorCtr="0" anchor="ctr" bIns="36000" lIns="36000" spcFirstLastPara="1" rIns="36000" wrap="square" tIns="36000">
            <a:noAutofit/>
          </a:bodyPr>
          <a:lstStyle>
            <a:lvl1pPr lvl="0"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1331" name="Google Shape;1331;p23"/>
          <p:cNvSpPr txBox="1"/>
          <p:nvPr/>
        </p:nvSpPr>
        <p:spPr>
          <a:xfrm>
            <a:off x="5217088" y="3041532"/>
            <a:ext cx="1576200" cy="400200"/>
          </a:xfrm>
          <a:prstGeom prst="rect">
            <a:avLst/>
          </a:prstGeom>
          <a:noFill/>
          <a:ln>
            <a:noFill/>
          </a:ln>
        </p:spPr>
        <p:txBody>
          <a:bodyPr anchorCtr="0" anchor="ctr" bIns="0" lIns="0" spcFirstLastPara="1" rIns="0" wrap="square" tIns="0">
            <a:spAutoFit/>
          </a:bodyPr>
          <a:lstStyle/>
          <a:p>
            <a:pPr indent="0" lvl="0" marL="0" rtl="0" algn="r">
              <a:lnSpc>
                <a:spcPct val="100000"/>
              </a:lnSpc>
              <a:spcBef>
                <a:spcPts val="0"/>
              </a:spcBef>
              <a:spcAft>
                <a:spcPts val="0"/>
              </a:spcAft>
              <a:buNone/>
            </a:pPr>
            <a:r>
              <a:rPr b="1" lang="es-419" sz="1000">
                <a:latin typeface="Arvo"/>
                <a:ea typeface="Arvo"/>
                <a:cs typeface="Arvo"/>
                <a:sym typeface="Arvo"/>
              </a:rPr>
              <a:t>Actividad que consigue la meta:</a:t>
            </a:r>
            <a:endParaRPr b="1" sz="700">
              <a:latin typeface="Arvo"/>
              <a:ea typeface="Arvo"/>
              <a:cs typeface="Arvo"/>
              <a:sym typeface="Arvo"/>
            </a:endParaRPr>
          </a:p>
          <a:p>
            <a:pPr indent="0" lvl="0" marL="0" rtl="0" algn="r">
              <a:lnSpc>
                <a:spcPct val="100000"/>
              </a:lnSpc>
              <a:spcBef>
                <a:spcPts val="0"/>
              </a:spcBef>
              <a:spcAft>
                <a:spcPts val="0"/>
              </a:spcAft>
              <a:buNone/>
            </a:pPr>
            <a:r>
              <a:rPr i="1" lang="es-419" sz="600">
                <a:solidFill>
                  <a:srgbClr val="666666"/>
                </a:solidFill>
                <a:latin typeface="Arvo"/>
                <a:ea typeface="Arvo"/>
                <a:cs typeface="Arvo"/>
                <a:sym typeface="Arvo"/>
              </a:rPr>
              <a:t>&lt;ej: Recibir producto&gt;</a:t>
            </a:r>
            <a:endParaRPr i="1" sz="600">
              <a:solidFill>
                <a:srgbClr val="666666"/>
              </a:solidFill>
              <a:latin typeface="Arvo"/>
              <a:ea typeface="Arvo"/>
              <a:cs typeface="Arvo"/>
              <a:sym typeface="Arvo"/>
            </a:endParaRPr>
          </a:p>
        </p:txBody>
      </p:sp>
      <p:sp>
        <p:nvSpPr>
          <p:cNvPr id="1332" name="Google Shape;1332;p23"/>
          <p:cNvSpPr/>
          <p:nvPr/>
        </p:nvSpPr>
        <p:spPr>
          <a:xfrm>
            <a:off x="6858200" y="3047155"/>
            <a:ext cx="3027000" cy="526200"/>
          </a:xfrm>
          <a:prstGeom prst="roundRect">
            <a:avLst>
              <a:gd fmla="val 12538"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1333" name="Google Shape;1333;p23"/>
          <p:cNvSpPr txBox="1"/>
          <p:nvPr>
            <p:ph idx="9" type="subTitle"/>
          </p:nvPr>
        </p:nvSpPr>
        <p:spPr>
          <a:xfrm>
            <a:off x="6857900" y="3047155"/>
            <a:ext cx="3027600" cy="526200"/>
          </a:xfrm>
          <a:prstGeom prst="rect">
            <a:avLst/>
          </a:prstGeom>
          <a:noFill/>
          <a:ln>
            <a:noFill/>
          </a:ln>
        </p:spPr>
        <p:txBody>
          <a:bodyPr anchorCtr="0" anchor="ctr" bIns="36000" lIns="36000" spcFirstLastPara="1" rIns="36000" wrap="square" tIns="36000">
            <a:noAutofit/>
          </a:bodyPr>
          <a:lstStyle>
            <a:lvl1pPr lvl="0"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1334" name="Google Shape;1334;p23"/>
          <p:cNvSpPr txBox="1"/>
          <p:nvPr/>
        </p:nvSpPr>
        <p:spPr>
          <a:xfrm>
            <a:off x="5217088" y="3727332"/>
            <a:ext cx="1576200" cy="554100"/>
          </a:xfrm>
          <a:prstGeom prst="rect">
            <a:avLst/>
          </a:prstGeom>
          <a:noFill/>
          <a:ln>
            <a:noFill/>
          </a:ln>
        </p:spPr>
        <p:txBody>
          <a:bodyPr anchorCtr="0" anchor="ctr" bIns="0" lIns="0" spcFirstLastPara="1" rIns="0" wrap="square" tIns="0">
            <a:spAutoFit/>
          </a:bodyPr>
          <a:lstStyle/>
          <a:p>
            <a:pPr indent="0" lvl="0" marL="0" rtl="0" algn="r">
              <a:lnSpc>
                <a:spcPct val="100000"/>
              </a:lnSpc>
              <a:spcBef>
                <a:spcPts val="0"/>
              </a:spcBef>
              <a:spcAft>
                <a:spcPts val="0"/>
              </a:spcAft>
              <a:buNone/>
            </a:pPr>
            <a:r>
              <a:rPr b="1" lang="es-419" sz="1000">
                <a:latin typeface="Arvo"/>
                <a:ea typeface="Arvo"/>
                <a:cs typeface="Arvo"/>
                <a:sym typeface="Arvo"/>
              </a:rPr>
              <a:t>Narrativa de la actividad que consigue la meta:</a:t>
            </a:r>
            <a:endParaRPr b="1" sz="700">
              <a:latin typeface="Arvo"/>
              <a:ea typeface="Arvo"/>
              <a:cs typeface="Arvo"/>
              <a:sym typeface="Arvo"/>
            </a:endParaRPr>
          </a:p>
          <a:p>
            <a:pPr indent="0" lvl="0" marL="0" rtl="0" algn="r">
              <a:lnSpc>
                <a:spcPct val="100000"/>
              </a:lnSpc>
              <a:spcBef>
                <a:spcPts val="0"/>
              </a:spcBef>
              <a:spcAft>
                <a:spcPts val="0"/>
              </a:spcAft>
              <a:buNone/>
            </a:pPr>
            <a:r>
              <a:rPr i="1" lang="es-419" sz="600">
                <a:solidFill>
                  <a:srgbClr val="666666"/>
                </a:solidFill>
                <a:latin typeface="Arvo"/>
                <a:ea typeface="Arvo"/>
                <a:cs typeface="Arvo"/>
                <a:sym typeface="Arvo"/>
              </a:rPr>
              <a:t>&lt;ej: El cliente recibe el producto&gt;</a:t>
            </a:r>
            <a:endParaRPr i="1" sz="600">
              <a:solidFill>
                <a:srgbClr val="666666"/>
              </a:solidFill>
              <a:latin typeface="Arvo"/>
              <a:ea typeface="Arvo"/>
              <a:cs typeface="Arvo"/>
              <a:sym typeface="Arvo"/>
            </a:endParaRPr>
          </a:p>
        </p:txBody>
      </p:sp>
      <p:sp>
        <p:nvSpPr>
          <p:cNvPr id="1335" name="Google Shape;1335;p23"/>
          <p:cNvSpPr/>
          <p:nvPr/>
        </p:nvSpPr>
        <p:spPr>
          <a:xfrm>
            <a:off x="6858200" y="3741282"/>
            <a:ext cx="3027000" cy="526200"/>
          </a:xfrm>
          <a:prstGeom prst="roundRect">
            <a:avLst>
              <a:gd fmla="val 12538"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1336" name="Google Shape;1336;p23"/>
          <p:cNvSpPr txBox="1"/>
          <p:nvPr>
            <p:ph idx="13" type="subTitle"/>
          </p:nvPr>
        </p:nvSpPr>
        <p:spPr>
          <a:xfrm>
            <a:off x="6857900" y="3741282"/>
            <a:ext cx="3027600" cy="526200"/>
          </a:xfrm>
          <a:prstGeom prst="rect">
            <a:avLst/>
          </a:prstGeom>
          <a:noFill/>
          <a:ln>
            <a:noFill/>
          </a:ln>
        </p:spPr>
        <p:txBody>
          <a:bodyPr anchorCtr="0" anchor="ctr" bIns="36000" lIns="36000" spcFirstLastPara="1" rIns="36000" wrap="square" tIns="36000">
            <a:noAutofit/>
          </a:bodyPr>
          <a:lstStyle>
            <a:lvl1pPr lvl="0"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1337" name="Google Shape;1337;p23"/>
          <p:cNvSpPr txBox="1"/>
          <p:nvPr/>
        </p:nvSpPr>
        <p:spPr>
          <a:xfrm>
            <a:off x="5217100" y="4717900"/>
            <a:ext cx="1576200" cy="400200"/>
          </a:xfrm>
          <a:prstGeom prst="rect">
            <a:avLst/>
          </a:prstGeom>
          <a:noFill/>
          <a:ln>
            <a:noFill/>
          </a:ln>
        </p:spPr>
        <p:txBody>
          <a:bodyPr anchorCtr="0" anchor="ctr" bIns="0" lIns="0" spcFirstLastPara="1" rIns="0" wrap="square" tIns="0">
            <a:spAutoFit/>
          </a:bodyPr>
          <a:lstStyle/>
          <a:p>
            <a:pPr indent="0" lvl="0" marL="0" rtl="0" algn="r">
              <a:lnSpc>
                <a:spcPct val="100000"/>
              </a:lnSpc>
              <a:spcBef>
                <a:spcPts val="0"/>
              </a:spcBef>
              <a:spcAft>
                <a:spcPts val="0"/>
              </a:spcAft>
              <a:buNone/>
            </a:pPr>
            <a:r>
              <a:rPr b="1" lang="es-419" sz="1000">
                <a:latin typeface="Arvo"/>
                <a:ea typeface="Arvo"/>
                <a:cs typeface="Arvo"/>
                <a:sym typeface="Arvo"/>
              </a:rPr>
              <a:t>Responsabilidades y / o funciones:</a:t>
            </a:r>
            <a:endParaRPr b="1" sz="700">
              <a:latin typeface="Arvo"/>
              <a:ea typeface="Arvo"/>
              <a:cs typeface="Arvo"/>
              <a:sym typeface="Arvo"/>
            </a:endParaRPr>
          </a:p>
          <a:p>
            <a:pPr indent="0" lvl="0" marL="0" rtl="0" algn="r">
              <a:lnSpc>
                <a:spcPct val="100000"/>
              </a:lnSpc>
              <a:spcBef>
                <a:spcPts val="0"/>
              </a:spcBef>
              <a:spcAft>
                <a:spcPts val="0"/>
              </a:spcAft>
              <a:buNone/>
            </a:pPr>
            <a:r>
              <a:rPr i="1" lang="es-419" sz="600">
                <a:solidFill>
                  <a:srgbClr val="666666"/>
                </a:solidFill>
                <a:latin typeface="Arvo"/>
                <a:ea typeface="Arvo"/>
                <a:cs typeface="Arvo"/>
                <a:sym typeface="Arvo"/>
              </a:rPr>
              <a:t>&lt;ej: El cliente recibe el producto&gt;</a:t>
            </a:r>
            <a:endParaRPr i="1" sz="600">
              <a:solidFill>
                <a:srgbClr val="666666"/>
              </a:solidFill>
              <a:latin typeface="Arvo"/>
              <a:ea typeface="Arvo"/>
              <a:cs typeface="Arvo"/>
              <a:sym typeface="Arvo"/>
            </a:endParaRPr>
          </a:p>
        </p:txBody>
      </p:sp>
      <p:sp>
        <p:nvSpPr>
          <p:cNvPr id="1338" name="Google Shape;1338;p23"/>
          <p:cNvSpPr/>
          <p:nvPr/>
        </p:nvSpPr>
        <p:spPr>
          <a:xfrm>
            <a:off x="6858205" y="4611312"/>
            <a:ext cx="3027000" cy="1728000"/>
          </a:xfrm>
          <a:prstGeom prst="roundRect">
            <a:avLst>
              <a:gd fmla="val 12538"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1339" name="Google Shape;1339;p23"/>
          <p:cNvSpPr txBox="1"/>
          <p:nvPr>
            <p:ph idx="14" type="subTitle"/>
          </p:nvPr>
        </p:nvSpPr>
        <p:spPr>
          <a:xfrm>
            <a:off x="6857905" y="4611312"/>
            <a:ext cx="3027600" cy="1728000"/>
          </a:xfrm>
          <a:prstGeom prst="rect">
            <a:avLst/>
          </a:prstGeom>
          <a:noFill/>
          <a:ln>
            <a:noFill/>
          </a:ln>
        </p:spPr>
        <p:txBody>
          <a:bodyPr anchorCtr="0" anchor="ctr" bIns="36000" lIns="36000" spcFirstLastPara="1" rIns="36000" wrap="square" tIns="36000">
            <a:noAutofit/>
          </a:bodyPr>
          <a:lstStyle>
            <a:lvl1pPr lvl="0"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1340" name="Google Shape;1340;p23"/>
          <p:cNvSpPr txBox="1"/>
          <p:nvPr/>
        </p:nvSpPr>
        <p:spPr>
          <a:xfrm>
            <a:off x="2524025" y="387675"/>
            <a:ext cx="15012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Unid. Organizacional:</a:t>
            </a:r>
            <a:endParaRPr b="1" sz="1100"/>
          </a:p>
        </p:txBody>
      </p:sp>
      <p:sp>
        <p:nvSpPr>
          <p:cNvPr id="1341" name="Google Shape;1341;p23"/>
          <p:cNvSpPr txBox="1"/>
          <p:nvPr/>
        </p:nvSpPr>
        <p:spPr>
          <a:xfrm>
            <a:off x="2524020" y="579550"/>
            <a:ext cx="6846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Proceso</a:t>
            </a:r>
            <a:r>
              <a:rPr b="1" lang="es-419" sz="1100"/>
              <a:t>:</a:t>
            </a:r>
            <a:endParaRPr b="1" sz="1100"/>
          </a:p>
        </p:txBody>
      </p:sp>
      <p:sp>
        <p:nvSpPr>
          <p:cNvPr id="1342" name="Google Shape;1342;p23"/>
          <p:cNvSpPr txBox="1"/>
          <p:nvPr>
            <p:ph type="title"/>
          </p:nvPr>
        </p:nvSpPr>
        <p:spPr>
          <a:xfrm flipH="1">
            <a:off x="4025374" y="387675"/>
            <a:ext cx="5863200" cy="169200"/>
          </a:xfrm>
          <a:prstGeom prst="rect">
            <a:avLst/>
          </a:prstGeom>
          <a:noFill/>
          <a:ln>
            <a:noFill/>
          </a:ln>
        </p:spPr>
        <p:txBody>
          <a:bodyPr anchorCtr="0" anchor="ctr" bIns="0" lIns="0" spcFirstLastPara="1" rIns="0" wrap="square" tIns="0">
            <a:noAutofit/>
          </a:bodyPr>
          <a:lstStyle>
            <a:lvl1pPr lvl="0" rtl="0">
              <a:spcBef>
                <a:spcPts val="0"/>
              </a:spcBef>
              <a:spcAft>
                <a:spcPts val="0"/>
              </a:spcAft>
              <a:buClr>
                <a:srgbClr val="000000"/>
              </a:buClr>
              <a:buSzPts val="1000"/>
              <a:buNone/>
              <a:defRPr sz="1000">
                <a:solidFill>
                  <a:srgbClr val="000000"/>
                </a:solidFill>
              </a:defRPr>
            </a:lvl1pPr>
            <a:lvl2pPr lvl="1" rtl="0">
              <a:spcBef>
                <a:spcPts val="0"/>
              </a:spcBef>
              <a:spcAft>
                <a:spcPts val="0"/>
              </a:spcAft>
              <a:buClr>
                <a:srgbClr val="000000"/>
              </a:buClr>
              <a:buSzPts val="1000"/>
              <a:buNone/>
              <a:defRPr sz="1000">
                <a:solidFill>
                  <a:srgbClr val="000000"/>
                </a:solidFill>
              </a:defRPr>
            </a:lvl2pPr>
            <a:lvl3pPr lvl="2" rtl="0">
              <a:spcBef>
                <a:spcPts val="0"/>
              </a:spcBef>
              <a:spcAft>
                <a:spcPts val="0"/>
              </a:spcAft>
              <a:buClr>
                <a:srgbClr val="000000"/>
              </a:buClr>
              <a:buSzPts val="1000"/>
              <a:buNone/>
              <a:defRPr sz="1000">
                <a:solidFill>
                  <a:srgbClr val="000000"/>
                </a:solidFill>
              </a:defRPr>
            </a:lvl3pPr>
            <a:lvl4pPr lvl="3" rtl="0">
              <a:spcBef>
                <a:spcPts val="0"/>
              </a:spcBef>
              <a:spcAft>
                <a:spcPts val="0"/>
              </a:spcAft>
              <a:buClr>
                <a:srgbClr val="000000"/>
              </a:buClr>
              <a:buSzPts val="1000"/>
              <a:buNone/>
              <a:defRPr sz="1000">
                <a:solidFill>
                  <a:srgbClr val="000000"/>
                </a:solidFill>
              </a:defRPr>
            </a:lvl4pPr>
            <a:lvl5pPr lvl="4" rtl="0">
              <a:spcBef>
                <a:spcPts val="0"/>
              </a:spcBef>
              <a:spcAft>
                <a:spcPts val="0"/>
              </a:spcAft>
              <a:buClr>
                <a:srgbClr val="000000"/>
              </a:buClr>
              <a:buSzPts val="1000"/>
              <a:buNone/>
              <a:defRPr sz="1000">
                <a:solidFill>
                  <a:srgbClr val="000000"/>
                </a:solidFill>
              </a:defRPr>
            </a:lvl5pPr>
            <a:lvl6pPr lvl="5" rtl="0">
              <a:spcBef>
                <a:spcPts val="0"/>
              </a:spcBef>
              <a:spcAft>
                <a:spcPts val="0"/>
              </a:spcAft>
              <a:buClr>
                <a:srgbClr val="000000"/>
              </a:buClr>
              <a:buSzPts val="1000"/>
              <a:buNone/>
              <a:defRPr sz="1000">
                <a:solidFill>
                  <a:srgbClr val="000000"/>
                </a:solidFill>
              </a:defRPr>
            </a:lvl6pPr>
            <a:lvl7pPr lvl="6" rtl="0">
              <a:spcBef>
                <a:spcPts val="0"/>
              </a:spcBef>
              <a:spcAft>
                <a:spcPts val="0"/>
              </a:spcAft>
              <a:buClr>
                <a:srgbClr val="000000"/>
              </a:buClr>
              <a:buSzPts val="1000"/>
              <a:buNone/>
              <a:defRPr sz="1000">
                <a:solidFill>
                  <a:srgbClr val="000000"/>
                </a:solidFill>
              </a:defRPr>
            </a:lvl7pPr>
            <a:lvl8pPr lvl="7" rtl="0">
              <a:spcBef>
                <a:spcPts val="0"/>
              </a:spcBef>
              <a:spcAft>
                <a:spcPts val="0"/>
              </a:spcAft>
              <a:buClr>
                <a:srgbClr val="000000"/>
              </a:buClr>
              <a:buSzPts val="1000"/>
              <a:buNone/>
              <a:defRPr sz="1000">
                <a:solidFill>
                  <a:srgbClr val="000000"/>
                </a:solidFill>
              </a:defRPr>
            </a:lvl8pPr>
            <a:lvl9pPr lvl="8" rtl="0">
              <a:spcBef>
                <a:spcPts val="0"/>
              </a:spcBef>
              <a:spcAft>
                <a:spcPts val="0"/>
              </a:spcAft>
              <a:buClr>
                <a:srgbClr val="000000"/>
              </a:buClr>
              <a:buSzPts val="1000"/>
              <a:buNone/>
              <a:defRPr sz="1000">
                <a:solidFill>
                  <a:srgbClr val="000000"/>
                </a:solidFill>
              </a:defRPr>
            </a:lvl9pPr>
          </a:lstStyle>
          <a:p/>
        </p:txBody>
      </p:sp>
      <p:sp>
        <p:nvSpPr>
          <p:cNvPr id="1343" name="Google Shape;1343;p23"/>
          <p:cNvSpPr txBox="1"/>
          <p:nvPr>
            <p:ph idx="15" type="title"/>
          </p:nvPr>
        </p:nvSpPr>
        <p:spPr>
          <a:xfrm flipH="1">
            <a:off x="3208773" y="579550"/>
            <a:ext cx="6679800" cy="169200"/>
          </a:xfrm>
          <a:prstGeom prst="rect">
            <a:avLst/>
          </a:prstGeom>
          <a:noFill/>
          <a:ln>
            <a:noFill/>
          </a:ln>
        </p:spPr>
        <p:txBody>
          <a:bodyPr anchorCtr="0" anchor="ctr" bIns="0" lIns="0" spcFirstLastPara="1" rIns="0" wrap="square" tIns="0">
            <a:noAutofit/>
          </a:bodyPr>
          <a:lstStyle>
            <a:lvl1pPr lvl="0" rtl="0">
              <a:spcBef>
                <a:spcPts val="0"/>
              </a:spcBef>
              <a:spcAft>
                <a:spcPts val="0"/>
              </a:spcAft>
              <a:buClr>
                <a:srgbClr val="000000"/>
              </a:buClr>
              <a:buSzPts val="1000"/>
              <a:buNone/>
              <a:defRPr sz="1000">
                <a:solidFill>
                  <a:srgbClr val="000000"/>
                </a:solidFill>
              </a:defRPr>
            </a:lvl1pPr>
            <a:lvl2pPr lvl="1" rtl="0">
              <a:spcBef>
                <a:spcPts val="0"/>
              </a:spcBef>
              <a:spcAft>
                <a:spcPts val="0"/>
              </a:spcAft>
              <a:buClr>
                <a:srgbClr val="000000"/>
              </a:buClr>
              <a:buSzPts val="1000"/>
              <a:buNone/>
              <a:defRPr sz="1000">
                <a:solidFill>
                  <a:srgbClr val="000000"/>
                </a:solidFill>
              </a:defRPr>
            </a:lvl2pPr>
            <a:lvl3pPr lvl="2" rtl="0">
              <a:spcBef>
                <a:spcPts val="0"/>
              </a:spcBef>
              <a:spcAft>
                <a:spcPts val="0"/>
              </a:spcAft>
              <a:buClr>
                <a:srgbClr val="000000"/>
              </a:buClr>
              <a:buSzPts val="1000"/>
              <a:buNone/>
              <a:defRPr sz="1000">
                <a:solidFill>
                  <a:srgbClr val="000000"/>
                </a:solidFill>
              </a:defRPr>
            </a:lvl3pPr>
            <a:lvl4pPr lvl="3" rtl="0">
              <a:spcBef>
                <a:spcPts val="0"/>
              </a:spcBef>
              <a:spcAft>
                <a:spcPts val="0"/>
              </a:spcAft>
              <a:buClr>
                <a:srgbClr val="000000"/>
              </a:buClr>
              <a:buSzPts val="1000"/>
              <a:buNone/>
              <a:defRPr sz="1000">
                <a:solidFill>
                  <a:srgbClr val="000000"/>
                </a:solidFill>
              </a:defRPr>
            </a:lvl4pPr>
            <a:lvl5pPr lvl="4" rtl="0">
              <a:spcBef>
                <a:spcPts val="0"/>
              </a:spcBef>
              <a:spcAft>
                <a:spcPts val="0"/>
              </a:spcAft>
              <a:buClr>
                <a:srgbClr val="000000"/>
              </a:buClr>
              <a:buSzPts val="1000"/>
              <a:buNone/>
              <a:defRPr sz="1000">
                <a:solidFill>
                  <a:srgbClr val="000000"/>
                </a:solidFill>
              </a:defRPr>
            </a:lvl5pPr>
            <a:lvl6pPr lvl="5" rtl="0">
              <a:spcBef>
                <a:spcPts val="0"/>
              </a:spcBef>
              <a:spcAft>
                <a:spcPts val="0"/>
              </a:spcAft>
              <a:buClr>
                <a:srgbClr val="000000"/>
              </a:buClr>
              <a:buSzPts val="1000"/>
              <a:buNone/>
              <a:defRPr sz="1000">
                <a:solidFill>
                  <a:srgbClr val="000000"/>
                </a:solidFill>
              </a:defRPr>
            </a:lvl6pPr>
            <a:lvl7pPr lvl="6" rtl="0">
              <a:spcBef>
                <a:spcPts val="0"/>
              </a:spcBef>
              <a:spcAft>
                <a:spcPts val="0"/>
              </a:spcAft>
              <a:buClr>
                <a:srgbClr val="000000"/>
              </a:buClr>
              <a:buSzPts val="1000"/>
              <a:buNone/>
              <a:defRPr sz="1000">
                <a:solidFill>
                  <a:srgbClr val="000000"/>
                </a:solidFill>
              </a:defRPr>
            </a:lvl7pPr>
            <a:lvl8pPr lvl="7" rtl="0">
              <a:spcBef>
                <a:spcPts val="0"/>
              </a:spcBef>
              <a:spcAft>
                <a:spcPts val="0"/>
              </a:spcAft>
              <a:buClr>
                <a:srgbClr val="000000"/>
              </a:buClr>
              <a:buSzPts val="1000"/>
              <a:buNone/>
              <a:defRPr sz="1000">
                <a:solidFill>
                  <a:srgbClr val="000000"/>
                </a:solidFill>
              </a:defRPr>
            </a:lvl8pPr>
            <a:lvl9pPr lvl="8" rtl="0">
              <a:spcBef>
                <a:spcPts val="0"/>
              </a:spcBef>
              <a:spcAft>
                <a:spcPts val="0"/>
              </a:spcAft>
              <a:buClr>
                <a:srgbClr val="000000"/>
              </a:buClr>
              <a:buSzPts val="1000"/>
              <a:buNone/>
              <a:defRPr sz="1000">
                <a:solidFill>
                  <a:srgbClr val="000000"/>
                </a:solidFill>
              </a:defRPr>
            </a:lvl9pPr>
          </a:lstStyle>
          <a:p/>
        </p:txBody>
      </p:sp>
    </p:spTree>
  </p:cSld>
  <p:clrMapOvr>
    <a:masterClrMapping/>
  </p:clrMapOvr>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6.2. Diagrama de Caso de Uso de Sistema">
  <p:cSld name="TITLE_3_6_1_1_1_1_1_1_1_1_1_1_1_1_1_1_1_1_1_1_1_1_1">
    <p:spTree>
      <p:nvGrpSpPr>
        <p:cNvPr id="1344" name="Shape 1344"/>
        <p:cNvGrpSpPr/>
        <p:nvPr/>
      </p:nvGrpSpPr>
      <p:grpSpPr>
        <a:xfrm>
          <a:off x="0" y="0"/>
          <a:ext cx="0" cy="0"/>
          <a:chOff x="0" y="0"/>
          <a:chExt cx="0" cy="0"/>
        </a:xfrm>
      </p:grpSpPr>
      <p:sp>
        <p:nvSpPr>
          <p:cNvPr id="1345" name="Google Shape;1345;p24"/>
          <p:cNvSpPr/>
          <p:nvPr/>
        </p:nvSpPr>
        <p:spPr>
          <a:xfrm>
            <a:off x="97888" y="377012"/>
            <a:ext cx="9893400" cy="296700"/>
          </a:xfrm>
          <a:prstGeom prst="roundRect">
            <a:avLst>
              <a:gd fmla="val 22902" name="adj"/>
            </a:avLst>
          </a:prstGeom>
          <a:solidFill>
            <a:srgbClr val="F3F3F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1346" name="Google Shape;1346;p24"/>
          <p:cNvSpPr/>
          <p:nvPr/>
        </p:nvSpPr>
        <p:spPr>
          <a:xfrm>
            <a:off x="77688" y="358938"/>
            <a:ext cx="9935700" cy="6438000"/>
          </a:xfrm>
          <a:prstGeom prst="roundRect">
            <a:avLst>
              <a:gd fmla="val 2618" name="adj"/>
            </a:avLst>
          </a:prstGeom>
          <a:solidFill>
            <a:srgbClr val="FFFFFF"/>
          </a:solidFill>
          <a:ln cap="flat" cmpd="sng" w="38100">
            <a:solidFill>
              <a:srgbClr val="000000"/>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347" name="Google Shape;1347;p24"/>
          <p:cNvCxnSpPr/>
          <p:nvPr/>
        </p:nvCxnSpPr>
        <p:spPr>
          <a:xfrm>
            <a:off x="77688" y="772614"/>
            <a:ext cx="9935700" cy="0"/>
          </a:xfrm>
          <a:prstGeom prst="straightConnector1">
            <a:avLst/>
          </a:prstGeom>
          <a:noFill/>
          <a:ln cap="flat" cmpd="sng" w="19050">
            <a:solidFill>
              <a:srgbClr val="000000"/>
            </a:solidFill>
            <a:prstDash val="solid"/>
            <a:round/>
            <a:headEnd len="med" w="med" type="none"/>
            <a:tailEnd len="med" w="med" type="none"/>
          </a:ln>
        </p:spPr>
      </p:cxnSp>
      <p:cxnSp>
        <p:nvCxnSpPr>
          <p:cNvPr id="1348" name="Google Shape;1348;p24"/>
          <p:cNvCxnSpPr/>
          <p:nvPr/>
        </p:nvCxnSpPr>
        <p:spPr>
          <a:xfrm rot="10800000">
            <a:off x="2439038" y="368188"/>
            <a:ext cx="0" cy="402300"/>
          </a:xfrm>
          <a:prstGeom prst="straightConnector1">
            <a:avLst/>
          </a:prstGeom>
          <a:noFill/>
          <a:ln cap="flat" cmpd="sng" w="19050">
            <a:solidFill>
              <a:srgbClr val="000000"/>
            </a:solidFill>
            <a:prstDash val="solid"/>
            <a:round/>
            <a:headEnd len="med" w="med" type="none"/>
            <a:tailEnd len="med" w="med" type="none"/>
          </a:ln>
        </p:spPr>
      </p:cxnSp>
      <p:sp>
        <p:nvSpPr>
          <p:cNvPr id="1349" name="Google Shape;1349;p24"/>
          <p:cNvSpPr/>
          <p:nvPr/>
        </p:nvSpPr>
        <p:spPr>
          <a:xfrm>
            <a:off x="77688" y="349338"/>
            <a:ext cx="2361300" cy="421200"/>
          </a:xfrm>
          <a:prstGeom prst="roundRect">
            <a:avLst>
              <a:gd fmla="val 50000" name="adj"/>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s-419" sz="1200">
                <a:solidFill>
                  <a:srgbClr val="FFFFFF"/>
                </a:solidFill>
              </a:rPr>
              <a:t>Diagrama </a:t>
            </a:r>
            <a:r>
              <a:rPr b="1" lang="es-419" sz="1200">
                <a:solidFill>
                  <a:srgbClr val="FFFFFF"/>
                </a:solidFill>
              </a:rPr>
              <a:t>CU de Sistema</a:t>
            </a:r>
            <a:endParaRPr b="1" sz="1200">
              <a:solidFill>
                <a:srgbClr val="FFFFFF"/>
              </a:solidFill>
            </a:endParaRPr>
          </a:p>
          <a:p>
            <a:pPr indent="0" lvl="0" marL="0" rtl="0" algn="ctr">
              <a:spcBef>
                <a:spcPts val="0"/>
              </a:spcBef>
              <a:spcAft>
                <a:spcPts val="0"/>
              </a:spcAft>
              <a:buNone/>
            </a:pPr>
            <a:r>
              <a:t/>
            </a:r>
            <a:endParaRPr b="1" sz="1200">
              <a:solidFill>
                <a:srgbClr val="FFFFFF"/>
              </a:solidFill>
            </a:endParaRPr>
          </a:p>
        </p:txBody>
      </p:sp>
      <p:sp>
        <p:nvSpPr>
          <p:cNvPr id="1350" name="Google Shape;1350;p24"/>
          <p:cNvSpPr/>
          <p:nvPr/>
        </p:nvSpPr>
        <p:spPr>
          <a:xfrm>
            <a:off x="83988" y="595504"/>
            <a:ext cx="190200" cy="1692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 name="Google Shape;1351;p24"/>
          <p:cNvSpPr/>
          <p:nvPr/>
        </p:nvSpPr>
        <p:spPr>
          <a:xfrm>
            <a:off x="2292338" y="358938"/>
            <a:ext cx="146700" cy="4023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 name="Google Shape;1352;p24"/>
          <p:cNvSpPr/>
          <p:nvPr/>
        </p:nvSpPr>
        <p:spPr>
          <a:xfrm>
            <a:off x="-1396550" y="760700"/>
            <a:ext cx="748200" cy="6079200"/>
          </a:xfrm>
          <a:prstGeom prst="roundRect">
            <a:avLst>
              <a:gd fmla="val 11877" name="adj"/>
            </a:avLst>
          </a:prstGeom>
          <a:solidFill>
            <a:srgbClr val="F3F3F3"/>
          </a:solidFill>
          <a:ln cap="flat" cmpd="sng" w="9525">
            <a:solidFill>
              <a:srgbClr val="F3F3F3"/>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t" bIns="54000" lIns="72000" spcFirstLastPara="1" rIns="72000" wrap="square" tIns="54000">
            <a:noAutofit/>
          </a:bodyPr>
          <a:lstStyle/>
          <a:p>
            <a:pPr indent="0" lvl="0" marL="0" rtl="0" algn="ctr">
              <a:spcBef>
                <a:spcPts val="0"/>
              </a:spcBef>
              <a:spcAft>
                <a:spcPts val="0"/>
              </a:spcAft>
              <a:buNone/>
            </a:pPr>
            <a:r>
              <a:rPr i="1" lang="es-419"/>
              <a:t>Paleta</a:t>
            </a:r>
            <a:endParaRPr i="1"/>
          </a:p>
        </p:txBody>
      </p:sp>
      <p:sp>
        <p:nvSpPr>
          <p:cNvPr id="1353" name="Google Shape;1353;p24"/>
          <p:cNvSpPr txBox="1"/>
          <p:nvPr/>
        </p:nvSpPr>
        <p:spPr>
          <a:xfrm>
            <a:off x="2524025" y="387675"/>
            <a:ext cx="15012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Unid. Organizacional:</a:t>
            </a:r>
            <a:endParaRPr b="1" sz="1100"/>
          </a:p>
        </p:txBody>
      </p:sp>
      <p:sp>
        <p:nvSpPr>
          <p:cNvPr id="1354" name="Google Shape;1354;p24"/>
          <p:cNvSpPr txBox="1"/>
          <p:nvPr/>
        </p:nvSpPr>
        <p:spPr>
          <a:xfrm>
            <a:off x="2524020" y="579550"/>
            <a:ext cx="6846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Alcance:</a:t>
            </a:r>
            <a:endParaRPr b="1" sz="1100"/>
          </a:p>
        </p:txBody>
      </p:sp>
      <p:sp>
        <p:nvSpPr>
          <p:cNvPr id="1355" name="Google Shape;1355;p24"/>
          <p:cNvSpPr txBox="1"/>
          <p:nvPr>
            <p:ph type="title"/>
          </p:nvPr>
        </p:nvSpPr>
        <p:spPr>
          <a:xfrm flipH="1">
            <a:off x="4025374" y="387675"/>
            <a:ext cx="5863200" cy="169200"/>
          </a:xfrm>
          <a:prstGeom prst="rect">
            <a:avLst/>
          </a:prstGeom>
          <a:noFill/>
          <a:ln>
            <a:noFill/>
          </a:ln>
        </p:spPr>
        <p:txBody>
          <a:bodyPr anchorCtr="0" anchor="ctr" bIns="0" lIns="0" spcFirstLastPara="1" rIns="0" wrap="square" tIns="0">
            <a:noAutofit/>
          </a:bodyPr>
          <a:lstStyle>
            <a:lvl1pPr lvl="0" rtl="0">
              <a:spcBef>
                <a:spcPts val="0"/>
              </a:spcBef>
              <a:spcAft>
                <a:spcPts val="0"/>
              </a:spcAft>
              <a:buClr>
                <a:srgbClr val="000000"/>
              </a:buClr>
              <a:buSzPts val="1000"/>
              <a:buNone/>
              <a:defRPr sz="1000">
                <a:solidFill>
                  <a:srgbClr val="000000"/>
                </a:solidFill>
              </a:defRPr>
            </a:lvl1pPr>
            <a:lvl2pPr lvl="1" rtl="0">
              <a:spcBef>
                <a:spcPts val="0"/>
              </a:spcBef>
              <a:spcAft>
                <a:spcPts val="0"/>
              </a:spcAft>
              <a:buClr>
                <a:srgbClr val="000000"/>
              </a:buClr>
              <a:buSzPts val="1000"/>
              <a:buNone/>
              <a:defRPr sz="1000">
                <a:solidFill>
                  <a:srgbClr val="000000"/>
                </a:solidFill>
              </a:defRPr>
            </a:lvl2pPr>
            <a:lvl3pPr lvl="2" rtl="0">
              <a:spcBef>
                <a:spcPts val="0"/>
              </a:spcBef>
              <a:spcAft>
                <a:spcPts val="0"/>
              </a:spcAft>
              <a:buClr>
                <a:srgbClr val="000000"/>
              </a:buClr>
              <a:buSzPts val="1000"/>
              <a:buNone/>
              <a:defRPr sz="1000">
                <a:solidFill>
                  <a:srgbClr val="000000"/>
                </a:solidFill>
              </a:defRPr>
            </a:lvl3pPr>
            <a:lvl4pPr lvl="3" rtl="0">
              <a:spcBef>
                <a:spcPts val="0"/>
              </a:spcBef>
              <a:spcAft>
                <a:spcPts val="0"/>
              </a:spcAft>
              <a:buClr>
                <a:srgbClr val="000000"/>
              </a:buClr>
              <a:buSzPts val="1000"/>
              <a:buNone/>
              <a:defRPr sz="1000">
                <a:solidFill>
                  <a:srgbClr val="000000"/>
                </a:solidFill>
              </a:defRPr>
            </a:lvl4pPr>
            <a:lvl5pPr lvl="4" rtl="0">
              <a:spcBef>
                <a:spcPts val="0"/>
              </a:spcBef>
              <a:spcAft>
                <a:spcPts val="0"/>
              </a:spcAft>
              <a:buClr>
                <a:srgbClr val="000000"/>
              </a:buClr>
              <a:buSzPts val="1000"/>
              <a:buNone/>
              <a:defRPr sz="1000">
                <a:solidFill>
                  <a:srgbClr val="000000"/>
                </a:solidFill>
              </a:defRPr>
            </a:lvl5pPr>
            <a:lvl6pPr lvl="5" rtl="0">
              <a:spcBef>
                <a:spcPts val="0"/>
              </a:spcBef>
              <a:spcAft>
                <a:spcPts val="0"/>
              </a:spcAft>
              <a:buClr>
                <a:srgbClr val="000000"/>
              </a:buClr>
              <a:buSzPts val="1000"/>
              <a:buNone/>
              <a:defRPr sz="1000">
                <a:solidFill>
                  <a:srgbClr val="000000"/>
                </a:solidFill>
              </a:defRPr>
            </a:lvl6pPr>
            <a:lvl7pPr lvl="6" rtl="0">
              <a:spcBef>
                <a:spcPts val="0"/>
              </a:spcBef>
              <a:spcAft>
                <a:spcPts val="0"/>
              </a:spcAft>
              <a:buClr>
                <a:srgbClr val="000000"/>
              </a:buClr>
              <a:buSzPts val="1000"/>
              <a:buNone/>
              <a:defRPr sz="1000">
                <a:solidFill>
                  <a:srgbClr val="000000"/>
                </a:solidFill>
              </a:defRPr>
            </a:lvl7pPr>
            <a:lvl8pPr lvl="7" rtl="0">
              <a:spcBef>
                <a:spcPts val="0"/>
              </a:spcBef>
              <a:spcAft>
                <a:spcPts val="0"/>
              </a:spcAft>
              <a:buClr>
                <a:srgbClr val="000000"/>
              </a:buClr>
              <a:buSzPts val="1000"/>
              <a:buNone/>
              <a:defRPr sz="1000">
                <a:solidFill>
                  <a:srgbClr val="000000"/>
                </a:solidFill>
              </a:defRPr>
            </a:lvl8pPr>
            <a:lvl9pPr lvl="8" rtl="0">
              <a:spcBef>
                <a:spcPts val="0"/>
              </a:spcBef>
              <a:spcAft>
                <a:spcPts val="0"/>
              </a:spcAft>
              <a:buClr>
                <a:srgbClr val="000000"/>
              </a:buClr>
              <a:buSzPts val="1000"/>
              <a:buNone/>
              <a:defRPr sz="1000">
                <a:solidFill>
                  <a:srgbClr val="000000"/>
                </a:solidFill>
              </a:defRPr>
            </a:lvl9pPr>
          </a:lstStyle>
          <a:p/>
        </p:txBody>
      </p:sp>
      <p:sp>
        <p:nvSpPr>
          <p:cNvPr id="1356" name="Google Shape;1356;p24"/>
          <p:cNvSpPr txBox="1"/>
          <p:nvPr>
            <p:ph idx="2" type="title"/>
          </p:nvPr>
        </p:nvSpPr>
        <p:spPr>
          <a:xfrm flipH="1">
            <a:off x="3208773" y="579550"/>
            <a:ext cx="6679800" cy="169200"/>
          </a:xfrm>
          <a:prstGeom prst="rect">
            <a:avLst/>
          </a:prstGeom>
          <a:noFill/>
          <a:ln>
            <a:noFill/>
          </a:ln>
        </p:spPr>
        <p:txBody>
          <a:bodyPr anchorCtr="0" anchor="ctr" bIns="0" lIns="0" spcFirstLastPara="1" rIns="0" wrap="square" tIns="0">
            <a:noAutofit/>
          </a:bodyPr>
          <a:lstStyle>
            <a:lvl1pPr lvl="0" rtl="0">
              <a:spcBef>
                <a:spcPts val="0"/>
              </a:spcBef>
              <a:spcAft>
                <a:spcPts val="0"/>
              </a:spcAft>
              <a:buClr>
                <a:srgbClr val="000000"/>
              </a:buClr>
              <a:buSzPts val="1000"/>
              <a:buNone/>
              <a:defRPr sz="1000">
                <a:solidFill>
                  <a:srgbClr val="000000"/>
                </a:solidFill>
              </a:defRPr>
            </a:lvl1pPr>
            <a:lvl2pPr lvl="1" rtl="0">
              <a:spcBef>
                <a:spcPts val="0"/>
              </a:spcBef>
              <a:spcAft>
                <a:spcPts val="0"/>
              </a:spcAft>
              <a:buClr>
                <a:srgbClr val="000000"/>
              </a:buClr>
              <a:buSzPts val="1000"/>
              <a:buNone/>
              <a:defRPr sz="1000">
                <a:solidFill>
                  <a:srgbClr val="000000"/>
                </a:solidFill>
              </a:defRPr>
            </a:lvl2pPr>
            <a:lvl3pPr lvl="2" rtl="0">
              <a:spcBef>
                <a:spcPts val="0"/>
              </a:spcBef>
              <a:spcAft>
                <a:spcPts val="0"/>
              </a:spcAft>
              <a:buClr>
                <a:srgbClr val="000000"/>
              </a:buClr>
              <a:buSzPts val="1000"/>
              <a:buNone/>
              <a:defRPr sz="1000">
                <a:solidFill>
                  <a:srgbClr val="000000"/>
                </a:solidFill>
              </a:defRPr>
            </a:lvl3pPr>
            <a:lvl4pPr lvl="3" rtl="0">
              <a:spcBef>
                <a:spcPts val="0"/>
              </a:spcBef>
              <a:spcAft>
                <a:spcPts val="0"/>
              </a:spcAft>
              <a:buClr>
                <a:srgbClr val="000000"/>
              </a:buClr>
              <a:buSzPts val="1000"/>
              <a:buNone/>
              <a:defRPr sz="1000">
                <a:solidFill>
                  <a:srgbClr val="000000"/>
                </a:solidFill>
              </a:defRPr>
            </a:lvl4pPr>
            <a:lvl5pPr lvl="4" rtl="0">
              <a:spcBef>
                <a:spcPts val="0"/>
              </a:spcBef>
              <a:spcAft>
                <a:spcPts val="0"/>
              </a:spcAft>
              <a:buClr>
                <a:srgbClr val="000000"/>
              </a:buClr>
              <a:buSzPts val="1000"/>
              <a:buNone/>
              <a:defRPr sz="1000">
                <a:solidFill>
                  <a:srgbClr val="000000"/>
                </a:solidFill>
              </a:defRPr>
            </a:lvl5pPr>
            <a:lvl6pPr lvl="5" rtl="0">
              <a:spcBef>
                <a:spcPts val="0"/>
              </a:spcBef>
              <a:spcAft>
                <a:spcPts val="0"/>
              </a:spcAft>
              <a:buClr>
                <a:srgbClr val="000000"/>
              </a:buClr>
              <a:buSzPts val="1000"/>
              <a:buNone/>
              <a:defRPr sz="1000">
                <a:solidFill>
                  <a:srgbClr val="000000"/>
                </a:solidFill>
              </a:defRPr>
            </a:lvl6pPr>
            <a:lvl7pPr lvl="6" rtl="0">
              <a:spcBef>
                <a:spcPts val="0"/>
              </a:spcBef>
              <a:spcAft>
                <a:spcPts val="0"/>
              </a:spcAft>
              <a:buClr>
                <a:srgbClr val="000000"/>
              </a:buClr>
              <a:buSzPts val="1000"/>
              <a:buNone/>
              <a:defRPr sz="1000">
                <a:solidFill>
                  <a:srgbClr val="000000"/>
                </a:solidFill>
              </a:defRPr>
            </a:lvl7pPr>
            <a:lvl8pPr lvl="7" rtl="0">
              <a:spcBef>
                <a:spcPts val="0"/>
              </a:spcBef>
              <a:spcAft>
                <a:spcPts val="0"/>
              </a:spcAft>
              <a:buClr>
                <a:srgbClr val="000000"/>
              </a:buClr>
              <a:buSzPts val="1000"/>
              <a:buNone/>
              <a:defRPr sz="1000">
                <a:solidFill>
                  <a:srgbClr val="000000"/>
                </a:solidFill>
              </a:defRPr>
            </a:lvl8pPr>
            <a:lvl9pPr lvl="8" rtl="0">
              <a:spcBef>
                <a:spcPts val="0"/>
              </a:spcBef>
              <a:spcAft>
                <a:spcPts val="0"/>
              </a:spcAft>
              <a:buClr>
                <a:srgbClr val="000000"/>
              </a:buClr>
              <a:buSzPts val="1000"/>
              <a:buNone/>
              <a:defRPr sz="1000">
                <a:solidFill>
                  <a:srgbClr val="000000"/>
                </a:solidFill>
              </a:defRPr>
            </a:lvl9pPr>
          </a:lstStyle>
          <a:p/>
        </p:txBody>
      </p:sp>
      <p:sp>
        <p:nvSpPr>
          <p:cNvPr id="1357" name="Google Shape;1357;p24"/>
          <p:cNvSpPr txBox="1"/>
          <p:nvPr>
            <p:ph idx="1" type="body"/>
          </p:nvPr>
        </p:nvSpPr>
        <p:spPr>
          <a:xfrm>
            <a:off x="641150" y="612125"/>
            <a:ext cx="1770300" cy="160500"/>
          </a:xfrm>
          <a:prstGeom prst="rect">
            <a:avLst/>
          </a:prstGeom>
          <a:noFill/>
          <a:ln>
            <a:noFill/>
          </a:ln>
        </p:spPr>
        <p:txBody>
          <a:bodyPr anchorCtr="0" anchor="t" bIns="0" lIns="0" spcFirstLastPara="1" rIns="0" wrap="square" tIns="0">
            <a:noAutofit/>
          </a:bodyPr>
          <a:lstStyle>
            <a:lvl1pPr indent="-292100" lvl="0" marL="457200" rtl="0" algn="ctr">
              <a:spcBef>
                <a:spcPts val="0"/>
              </a:spcBef>
              <a:spcAft>
                <a:spcPts val="0"/>
              </a:spcAft>
              <a:buClr>
                <a:srgbClr val="FFFFFF"/>
              </a:buClr>
              <a:buSzPts val="1000"/>
              <a:buChar char="●"/>
              <a:defRPr sz="1000">
                <a:solidFill>
                  <a:srgbClr val="FFFFFF"/>
                </a:solidFill>
              </a:defRPr>
            </a:lvl1pPr>
            <a:lvl2pPr indent="-292100" lvl="1" marL="914400" rtl="0" algn="ctr">
              <a:spcBef>
                <a:spcPts val="0"/>
              </a:spcBef>
              <a:spcAft>
                <a:spcPts val="0"/>
              </a:spcAft>
              <a:buClr>
                <a:srgbClr val="FFFFFF"/>
              </a:buClr>
              <a:buSzPts val="1000"/>
              <a:buChar char="○"/>
              <a:defRPr sz="1000">
                <a:solidFill>
                  <a:srgbClr val="FFFFFF"/>
                </a:solidFill>
              </a:defRPr>
            </a:lvl2pPr>
            <a:lvl3pPr indent="-292100" lvl="2" marL="1371600" rtl="0" algn="ctr">
              <a:spcBef>
                <a:spcPts val="0"/>
              </a:spcBef>
              <a:spcAft>
                <a:spcPts val="0"/>
              </a:spcAft>
              <a:buClr>
                <a:srgbClr val="FFFFFF"/>
              </a:buClr>
              <a:buSzPts val="1000"/>
              <a:buChar char="■"/>
              <a:defRPr sz="1000">
                <a:solidFill>
                  <a:srgbClr val="FFFFFF"/>
                </a:solidFill>
              </a:defRPr>
            </a:lvl3pPr>
            <a:lvl4pPr indent="-292100" lvl="3" marL="1828800" rtl="0" algn="ctr">
              <a:spcBef>
                <a:spcPts val="0"/>
              </a:spcBef>
              <a:spcAft>
                <a:spcPts val="0"/>
              </a:spcAft>
              <a:buClr>
                <a:srgbClr val="FFFFFF"/>
              </a:buClr>
              <a:buSzPts val="1000"/>
              <a:buChar char="●"/>
              <a:defRPr sz="1000">
                <a:solidFill>
                  <a:srgbClr val="FFFFFF"/>
                </a:solidFill>
              </a:defRPr>
            </a:lvl4pPr>
            <a:lvl5pPr indent="-292100" lvl="4" marL="2286000" rtl="0" algn="ctr">
              <a:spcBef>
                <a:spcPts val="0"/>
              </a:spcBef>
              <a:spcAft>
                <a:spcPts val="0"/>
              </a:spcAft>
              <a:buClr>
                <a:srgbClr val="FFFFFF"/>
              </a:buClr>
              <a:buSzPts val="1000"/>
              <a:buChar char="○"/>
              <a:defRPr sz="1000">
                <a:solidFill>
                  <a:srgbClr val="FFFFFF"/>
                </a:solidFill>
              </a:defRPr>
            </a:lvl5pPr>
            <a:lvl6pPr indent="-292100" lvl="5" marL="2743200" rtl="0" algn="ctr">
              <a:spcBef>
                <a:spcPts val="0"/>
              </a:spcBef>
              <a:spcAft>
                <a:spcPts val="0"/>
              </a:spcAft>
              <a:buClr>
                <a:srgbClr val="FFFFFF"/>
              </a:buClr>
              <a:buSzPts val="1000"/>
              <a:buChar char="■"/>
              <a:defRPr sz="1000">
                <a:solidFill>
                  <a:srgbClr val="FFFFFF"/>
                </a:solidFill>
              </a:defRPr>
            </a:lvl6pPr>
            <a:lvl7pPr indent="-292100" lvl="6" marL="3200400" rtl="0" algn="ctr">
              <a:spcBef>
                <a:spcPts val="0"/>
              </a:spcBef>
              <a:spcAft>
                <a:spcPts val="0"/>
              </a:spcAft>
              <a:buClr>
                <a:srgbClr val="FFFFFF"/>
              </a:buClr>
              <a:buSzPts val="1000"/>
              <a:buChar char="●"/>
              <a:defRPr sz="1000">
                <a:solidFill>
                  <a:srgbClr val="FFFFFF"/>
                </a:solidFill>
              </a:defRPr>
            </a:lvl7pPr>
            <a:lvl8pPr indent="-292100" lvl="7" marL="3657600" rtl="0" algn="ctr">
              <a:spcBef>
                <a:spcPts val="0"/>
              </a:spcBef>
              <a:spcAft>
                <a:spcPts val="0"/>
              </a:spcAft>
              <a:buClr>
                <a:srgbClr val="FFFFFF"/>
              </a:buClr>
              <a:buSzPts val="1000"/>
              <a:buChar char="○"/>
              <a:defRPr sz="1000">
                <a:solidFill>
                  <a:srgbClr val="FFFFFF"/>
                </a:solidFill>
              </a:defRPr>
            </a:lvl8pPr>
            <a:lvl9pPr indent="-292100" lvl="8" marL="4114800" rtl="0" algn="ctr">
              <a:spcBef>
                <a:spcPts val="0"/>
              </a:spcBef>
              <a:spcAft>
                <a:spcPts val="0"/>
              </a:spcAft>
              <a:buClr>
                <a:srgbClr val="FFFFFF"/>
              </a:buClr>
              <a:buSzPts val="1000"/>
              <a:buChar char="■"/>
              <a:defRPr sz="1000">
                <a:solidFill>
                  <a:srgbClr val="FFFFFF"/>
                </a:solidFill>
              </a:defRPr>
            </a:lvl9pPr>
          </a:lstStyle>
          <a:p/>
        </p:txBody>
      </p:sp>
      <p:sp>
        <p:nvSpPr>
          <p:cNvPr id="1358" name="Google Shape;1358;p24"/>
          <p:cNvSpPr txBox="1"/>
          <p:nvPr/>
        </p:nvSpPr>
        <p:spPr>
          <a:xfrm>
            <a:off x="84825" y="598125"/>
            <a:ext cx="595500" cy="205800"/>
          </a:xfrm>
          <a:prstGeom prst="rect">
            <a:avLst/>
          </a:prstGeom>
          <a:noFill/>
          <a:ln>
            <a:noFill/>
          </a:ln>
        </p:spPr>
        <p:txBody>
          <a:bodyPr anchorCtr="0" anchor="t" bIns="18000" lIns="18000" spcFirstLastPara="1" rIns="18000" wrap="square" tIns="18000">
            <a:spAutoFit/>
          </a:bodyPr>
          <a:lstStyle/>
          <a:p>
            <a:pPr indent="0" lvl="0" marL="0" rtl="0" algn="l">
              <a:spcBef>
                <a:spcPts val="0"/>
              </a:spcBef>
              <a:spcAft>
                <a:spcPts val="0"/>
              </a:spcAft>
              <a:buNone/>
            </a:pPr>
            <a:r>
              <a:rPr lang="es-419" sz="1100">
                <a:solidFill>
                  <a:srgbClr val="FFFFFF"/>
                </a:solidFill>
              </a:rPr>
              <a:t>Nombre:</a:t>
            </a:r>
            <a:endParaRPr sz="1100">
              <a:solidFill>
                <a:srgbClr val="FFFFFF"/>
              </a:solidFill>
            </a:endParaRPr>
          </a:p>
        </p:txBody>
      </p:sp>
    </p:spTree>
  </p:cSld>
  <p:clrMapOvr>
    <a:masterClrMapping/>
  </p:clrMapOvr>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R4. Definición de Caso de Uso de Sistema">
  <p:cSld name="TITLE_3_6_1_1_1_1_1_1_1_1_1_1_1_1_1_1_1_1_1_1_1_1_1_1">
    <p:spTree>
      <p:nvGrpSpPr>
        <p:cNvPr id="1359" name="Shape 1359"/>
        <p:cNvGrpSpPr/>
        <p:nvPr/>
      </p:nvGrpSpPr>
      <p:grpSpPr>
        <a:xfrm>
          <a:off x="0" y="0"/>
          <a:ext cx="0" cy="0"/>
          <a:chOff x="0" y="0"/>
          <a:chExt cx="0" cy="0"/>
        </a:xfrm>
      </p:grpSpPr>
      <p:sp>
        <p:nvSpPr>
          <p:cNvPr id="1360" name="Google Shape;1360;p25"/>
          <p:cNvSpPr/>
          <p:nvPr/>
        </p:nvSpPr>
        <p:spPr>
          <a:xfrm>
            <a:off x="77688" y="358938"/>
            <a:ext cx="9935700" cy="6438000"/>
          </a:xfrm>
          <a:prstGeom prst="roundRect">
            <a:avLst>
              <a:gd fmla="val 2618" name="adj"/>
            </a:avLst>
          </a:prstGeom>
          <a:solidFill>
            <a:srgbClr val="FFFFFF"/>
          </a:solidFill>
          <a:ln cap="flat" cmpd="sng" w="38100">
            <a:solidFill>
              <a:srgbClr val="000000"/>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361" name="Google Shape;1361;p25"/>
          <p:cNvCxnSpPr/>
          <p:nvPr/>
        </p:nvCxnSpPr>
        <p:spPr>
          <a:xfrm>
            <a:off x="77688" y="772614"/>
            <a:ext cx="9935700" cy="0"/>
          </a:xfrm>
          <a:prstGeom prst="straightConnector1">
            <a:avLst/>
          </a:prstGeom>
          <a:noFill/>
          <a:ln cap="flat" cmpd="sng" w="19050">
            <a:solidFill>
              <a:srgbClr val="000000"/>
            </a:solidFill>
            <a:prstDash val="solid"/>
            <a:round/>
            <a:headEnd len="med" w="med" type="none"/>
            <a:tailEnd len="med" w="med" type="none"/>
          </a:ln>
        </p:spPr>
      </p:cxnSp>
      <p:cxnSp>
        <p:nvCxnSpPr>
          <p:cNvPr id="1362" name="Google Shape;1362;p25"/>
          <p:cNvCxnSpPr/>
          <p:nvPr/>
        </p:nvCxnSpPr>
        <p:spPr>
          <a:xfrm rot="10800000">
            <a:off x="2439038" y="368188"/>
            <a:ext cx="0" cy="402300"/>
          </a:xfrm>
          <a:prstGeom prst="straightConnector1">
            <a:avLst/>
          </a:prstGeom>
          <a:noFill/>
          <a:ln cap="flat" cmpd="sng" w="19050">
            <a:solidFill>
              <a:srgbClr val="000000"/>
            </a:solidFill>
            <a:prstDash val="solid"/>
            <a:round/>
            <a:headEnd len="med" w="med" type="none"/>
            <a:tailEnd len="med" w="med" type="none"/>
          </a:ln>
        </p:spPr>
      </p:cxnSp>
      <p:sp>
        <p:nvSpPr>
          <p:cNvPr id="1363" name="Google Shape;1363;p25"/>
          <p:cNvSpPr/>
          <p:nvPr/>
        </p:nvSpPr>
        <p:spPr>
          <a:xfrm>
            <a:off x="77688" y="349338"/>
            <a:ext cx="2361300" cy="421200"/>
          </a:xfrm>
          <a:prstGeom prst="roundRect">
            <a:avLst>
              <a:gd fmla="val 50000" name="adj"/>
            </a:avLst>
          </a:prstGeom>
          <a:solidFill>
            <a:srgbClr val="000000"/>
          </a:solidFill>
          <a:ln cap="flat" cmpd="sng" w="9525">
            <a:solidFill>
              <a:srgbClr val="000000"/>
            </a:solidFill>
            <a:prstDash val="solid"/>
            <a:round/>
            <a:headEnd len="sm" w="sm" type="none"/>
            <a:tailEnd len="sm" w="sm" type="none"/>
          </a:ln>
        </p:spPr>
        <p:txBody>
          <a:bodyPr anchorCtr="0" anchor="ctr" bIns="91425" lIns="0" spcFirstLastPara="1" rIns="0" wrap="square" tIns="91425">
            <a:noAutofit/>
          </a:bodyPr>
          <a:lstStyle/>
          <a:p>
            <a:pPr indent="0" lvl="0" marL="0" rtl="0" algn="ctr">
              <a:spcBef>
                <a:spcPts val="0"/>
              </a:spcBef>
              <a:spcAft>
                <a:spcPts val="0"/>
              </a:spcAft>
              <a:buNone/>
            </a:pPr>
            <a:r>
              <a:rPr b="1" lang="es-419" sz="1100">
                <a:solidFill>
                  <a:srgbClr val="FFFFFF"/>
                </a:solidFill>
              </a:rPr>
              <a:t>Definición CU de Sistema</a:t>
            </a:r>
            <a:endParaRPr b="1" sz="1100">
              <a:solidFill>
                <a:srgbClr val="FFFFFF"/>
              </a:solidFill>
            </a:endParaRPr>
          </a:p>
          <a:p>
            <a:pPr indent="0" lvl="0" marL="0" rtl="0" algn="ctr">
              <a:spcBef>
                <a:spcPts val="0"/>
              </a:spcBef>
              <a:spcAft>
                <a:spcPts val="0"/>
              </a:spcAft>
              <a:buNone/>
            </a:pPr>
            <a:r>
              <a:t/>
            </a:r>
            <a:endParaRPr b="1" sz="1200">
              <a:solidFill>
                <a:srgbClr val="FFFFFF"/>
              </a:solidFill>
            </a:endParaRPr>
          </a:p>
        </p:txBody>
      </p:sp>
      <p:sp>
        <p:nvSpPr>
          <p:cNvPr id="1364" name="Google Shape;1364;p25"/>
          <p:cNvSpPr/>
          <p:nvPr/>
        </p:nvSpPr>
        <p:spPr>
          <a:xfrm>
            <a:off x="83988" y="595504"/>
            <a:ext cx="190200" cy="1692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 name="Google Shape;1365;p25"/>
          <p:cNvSpPr/>
          <p:nvPr/>
        </p:nvSpPr>
        <p:spPr>
          <a:xfrm>
            <a:off x="2350598" y="358950"/>
            <a:ext cx="88500" cy="4023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366" name="Google Shape;1366;p25"/>
          <p:cNvCxnSpPr/>
          <p:nvPr/>
        </p:nvCxnSpPr>
        <p:spPr>
          <a:xfrm>
            <a:off x="5104406" y="929748"/>
            <a:ext cx="0" cy="5689200"/>
          </a:xfrm>
          <a:prstGeom prst="straightConnector1">
            <a:avLst/>
          </a:prstGeom>
          <a:noFill/>
          <a:ln cap="flat" cmpd="sng" w="19050">
            <a:solidFill>
              <a:srgbClr val="D9D9D9"/>
            </a:solidFill>
            <a:prstDash val="dash"/>
            <a:round/>
            <a:headEnd len="med" w="med" type="none"/>
            <a:tailEnd len="med" w="med" type="none"/>
          </a:ln>
        </p:spPr>
      </p:cxnSp>
      <p:sp>
        <p:nvSpPr>
          <p:cNvPr id="1367" name="Google Shape;1367;p25"/>
          <p:cNvSpPr txBox="1"/>
          <p:nvPr/>
        </p:nvSpPr>
        <p:spPr>
          <a:xfrm>
            <a:off x="5208496" y="1009497"/>
            <a:ext cx="1551300" cy="232500"/>
          </a:xfrm>
          <a:prstGeom prst="rect">
            <a:avLst/>
          </a:prstGeom>
          <a:noFill/>
          <a:ln>
            <a:noFill/>
          </a:ln>
        </p:spPr>
        <p:txBody>
          <a:bodyPr anchorCtr="0" anchor="ctr" bIns="0" lIns="0" spcFirstLastPara="1" rIns="0" wrap="square" tIns="0">
            <a:noAutofit/>
          </a:bodyPr>
          <a:lstStyle/>
          <a:p>
            <a:pPr indent="0" lvl="0" marL="0" rtl="0" algn="r">
              <a:spcBef>
                <a:spcPts val="0"/>
              </a:spcBef>
              <a:spcAft>
                <a:spcPts val="0"/>
              </a:spcAft>
              <a:buNone/>
            </a:pPr>
            <a:r>
              <a:rPr b="1" lang="es-419" sz="1000">
                <a:latin typeface="Arvo"/>
                <a:ea typeface="Arvo"/>
                <a:cs typeface="Arvo"/>
                <a:sym typeface="Arvo"/>
              </a:rPr>
              <a:t>Actores de sistema (cliente):  </a:t>
            </a:r>
            <a:r>
              <a:rPr i="1" lang="es-419" sz="600">
                <a:solidFill>
                  <a:srgbClr val="666666"/>
                </a:solidFill>
                <a:latin typeface="Arvo"/>
                <a:ea typeface="Arvo"/>
                <a:cs typeface="Arvo"/>
                <a:sym typeface="Arvo"/>
              </a:rPr>
              <a:t>&lt;ej: Comprador&gt;</a:t>
            </a:r>
            <a:endParaRPr i="1" sz="600">
              <a:solidFill>
                <a:srgbClr val="666666"/>
              </a:solidFill>
              <a:latin typeface="Arvo"/>
              <a:ea typeface="Arvo"/>
              <a:cs typeface="Arvo"/>
              <a:sym typeface="Arvo"/>
            </a:endParaRPr>
          </a:p>
        </p:txBody>
      </p:sp>
      <p:sp>
        <p:nvSpPr>
          <p:cNvPr id="1368" name="Google Shape;1368;p25"/>
          <p:cNvSpPr/>
          <p:nvPr/>
        </p:nvSpPr>
        <p:spPr>
          <a:xfrm>
            <a:off x="6834826" y="953997"/>
            <a:ext cx="3027000" cy="343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1369" name="Google Shape;1369;p25"/>
          <p:cNvSpPr txBox="1"/>
          <p:nvPr/>
        </p:nvSpPr>
        <p:spPr>
          <a:xfrm>
            <a:off x="5208496" y="1433361"/>
            <a:ext cx="1551300" cy="400200"/>
          </a:xfrm>
          <a:prstGeom prst="rect">
            <a:avLst/>
          </a:prstGeom>
          <a:noFill/>
          <a:ln>
            <a:noFill/>
          </a:ln>
        </p:spPr>
        <p:txBody>
          <a:bodyPr anchorCtr="0" anchor="ctr" bIns="0" lIns="0" spcFirstLastPara="1" rIns="0" wrap="square" tIns="0">
            <a:spAutoFit/>
          </a:bodyPr>
          <a:lstStyle/>
          <a:p>
            <a:pPr indent="0" lvl="0" marL="0" rtl="0" algn="r">
              <a:lnSpc>
                <a:spcPct val="100000"/>
              </a:lnSpc>
              <a:spcBef>
                <a:spcPts val="0"/>
              </a:spcBef>
              <a:spcAft>
                <a:spcPts val="0"/>
              </a:spcAft>
              <a:buNone/>
            </a:pPr>
            <a:r>
              <a:rPr b="1" lang="es-419" sz="1000">
                <a:latin typeface="Arvo"/>
                <a:ea typeface="Arvo"/>
                <a:cs typeface="Arvo"/>
                <a:sym typeface="Arvo"/>
              </a:rPr>
              <a:t>Actores de sistema (proveedores):  </a:t>
            </a:r>
            <a:r>
              <a:rPr i="1" lang="es-419" sz="600">
                <a:solidFill>
                  <a:srgbClr val="666666"/>
                </a:solidFill>
                <a:latin typeface="Arvo"/>
                <a:ea typeface="Arvo"/>
                <a:cs typeface="Arvo"/>
                <a:sym typeface="Arvo"/>
              </a:rPr>
              <a:t>&lt;ej: ups, </a:t>
            </a:r>
            <a:r>
              <a:rPr i="1" lang="es-419" sz="600">
                <a:solidFill>
                  <a:schemeClr val="dk1"/>
                </a:solidFill>
              </a:rPr>
              <a:t> </a:t>
            </a:r>
            <a:r>
              <a:rPr i="1" lang="es-419" sz="600">
                <a:solidFill>
                  <a:srgbClr val="666666"/>
                </a:solidFill>
                <a:latin typeface="Arvo"/>
                <a:ea typeface="Arvo"/>
                <a:cs typeface="Arvo"/>
                <a:sym typeface="Arvo"/>
              </a:rPr>
              <a:t>fedex, servientrega, etc&gt;</a:t>
            </a:r>
            <a:endParaRPr i="1" sz="600">
              <a:solidFill>
                <a:srgbClr val="666666"/>
              </a:solidFill>
              <a:latin typeface="Arvo"/>
              <a:ea typeface="Arvo"/>
              <a:cs typeface="Arvo"/>
              <a:sym typeface="Arvo"/>
            </a:endParaRPr>
          </a:p>
        </p:txBody>
      </p:sp>
      <p:sp>
        <p:nvSpPr>
          <p:cNvPr id="1370" name="Google Shape;1370;p25"/>
          <p:cNvSpPr/>
          <p:nvPr/>
        </p:nvSpPr>
        <p:spPr>
          <a:xfrm>
            <a:off x="6834826" y="1461711"/>
            <a:ext cx="3027000" cy="343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1371" name="Google Shape;1371;p25"/>
          <p:cNvSpPr txBox="1"/>
          <p:nvPr/>
        </p:nvSpPr>
        <p:spPr>
          <a:xfrm>
            <a:off x="5208496" y="2064799"/>
            <a:ext cx="1551300" cy="646500"/>
          </a:xfrm>
          <a:prstGeom prst="rect">
            <a:avLst/>
          </a:prstGeom>
          <a:noFill/>
          <a:ln>
            <a:noFill/>
          </a:ln>
        </p:spPr>
        <p:txBody>
          <a:bodyPr anchorCtr="0" anchor="ctr" bIns="0" lIns="0" spcFirstLastPara="1" rIns="0" wrap="square" tIns="0">
            <a:spAutoFit/>
          </a:bodyPr>
          <a:lstStyle/>
          <a:p>
            <a:pPr indent="0" lvl="0" marL="0" rtl="0" algn="r">
              <a:spcBef>
                <a:spcPts val="0"/>
              </a:spcBef>
              <a:spcAft>
                <a:spcPts val="0"/>
              </a:spcAft>
              <a:buNone/>
            </a:pPr>
            <a:r>
              <a:rPr b="1" lang="es-419" sz="1000">
                <a:latin typeface="Arvo"/>
                <a:ea typeface="Arvo"/>
                <a:cs typeface="Arvo"/>
                <a:sym typeface="Arvo"/>
              </a:rPr>
              <a:t>Identificación de conceptos de sistema:</a:t>
            </a:r>
            <a:endParaRPr b="1" sz="1000">
              <a:latin typeface="Arvo"/>
              <a:ea typeface="Arvo"/>
              <a:cs typeface="Arvo"/>
              <a:sym typeface="Arvo"/>
            </a:endParaRPr>
          </a:p>
          <a:p>
            <a:pPr indent="0" lvl="0" marL="0" rtl="0" algn="r">
              <a:spcBef>
                <a:spcPts val="0"/>
              </a:spcBef>
              <a:spcAft>
                <a:spcPts val="0"/>
              </a:spcAft>
              <a:buNone/>
            </a:pPr>
            <a:r>
              <a:rPr b="1" lang="es-419" sz="700">
                <a:latin typeface="Arvo"/>
                <a:ea typeface="Arvo"/>
                <a:cs typeface="Arvo"/>
                <a:sym typeface="Arvo"/>
              </a:rPr>
              <a:t>[entidades involucradas]</a:t>
            </a:r>
            <a:r>
              <a:rPr b="1" lang="es-419" sz="1000">
                <a:latin typeface="Arvo"/>
                <a:ea typeface="Arvo"/>
                <a:cs typeface="Arvo"/>
                <a:sym typeface="Arvo"/>
              </a:rPr>
              <a:t> </a:t>
            </a:r>
            <a:endParaRPr b="1" sz="1000">
              <a:latin typeface="Arvo"/>
              <a:ea typeface="Arvo"/>
              <a:cs typeface="Arvo"/>
              <a:sym typeface="Arvo"/>
            </a:endParaRPr>
          </a:p>
          <a:p>
            <a:pPr indent="0" lvl="0" marL="0" rtl="0" algn="r">
              <a:spcBef>
                <a:spcPts val="0"/>
              </a:spcBef>
              <a:spcAft>
                <a:spcPts val="0"/>
              </a:spcAft>
              <a:buNone/>
            </a:pPr>
            <a:r>
              <a:rPr i="1" lang="es-419" sz="600">
                <a:solidFill>
                  <a:srgbClr val="666666"/>
                </a:solidFill>
                <a:latin typeface="Arvo"/>
                <a:ea typeface="Arvo"/>
                <a:cs typeface="Arvo"/>
                <a:sym typeface="Arvo"/>
              </a:rPr>
              <a:t>&lt;ej: comprador, amazon, compra, producto, pago, envío. etc&gt;</a:t>
            </a:r>
            <a:endParaRPr i="1" sz="600">
              <a:solidFill>
                <a:srgbClr val="666666"/>
              </a:solidFill>
              <a:latin typeface="Arvo"/>
              <a:ea typeface="Arvo"/>
              <a:cs typeface="Arvo"/>
              <a:sym typeface="Arvo"/>
            </a:endParaRPr>
          </a:p>
        </p:txBody>
      </p:sp>
      <p:sp>
        <p:nvSpPr>
          <p:cNvPr id="1372" name="Google Shape;1372;p25"/>
          <p:cNvSpPr/>
          <p:nvPr/>
        </p:nvSpPr>
        <p:spPr>
          <a:xfrm>
            <a:off x="6834826" y="1975699"/>
            <a:ext cx="3027000" cy="670800"/>
          </a:xfrm>
          <a:prstGeom prst="roundRect">
            <a:avLst>
              <a:gd fmla="val 10808"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1373" name="Google Shape;1373;p25"/>
          <p:cNvSpPr txBox="1"/>
          <p:nvPr/>
        </p:nvSpPr>
        <p:spPr>
          <a:xfrm>
            <a:off x="5219407" y="3121825"/>
            <a:ext cx="1562400" cy="232500"/>
          </a:xfrm>
          <a:prstGeom prst="rect">
            <a:avLst/>
          </a:prstGeom>
          <a:noFill/>
          <a:ln>
            <a:noFill/>
          </a:ln>
        </p:spPr>
        <p:txBody>
          <a:bodyPr anchorCtr="0" anchor="ctr" bIns="0" lIns="0" spcFirstLastPara="1" rIns="0" wrap="square" tIns="0">
            <a:noAutofit/>
          </a:bodyPr>
          <a:lstStyle/>
          <a:p>
            <a:pPr indent="0" lvl="0" marL="0" rtl="0" algn="r">
              <a:spcBef>
                <a:spcPts val="0"/>
              </a:spcBef>
              <a:spcAft>
                <a:spcPts val="0"/>
              </a:spcAft>
              <a:buNone/>
            </a:pPr>
            <a:r>
              <a:rPr b="1" lang="es-419" sz="1000">
                <a:latin typeface="Arvo"/>
                <a:ea typeface="Arvo"/>
                <a:cs typeface="Arvo"/>
                <a:sym typeface="Arvo"/>
              </a:rPr>
              <a:t>Meta cliente:</a:t>
            </a:r>
            <a:endParaRPr b="1" sz="1000">
              <a:latin typeface="Arvo"/>
              <a:ea typeface="Arvo"/>
              <a:cs typeface="Arvo"/>
              <a:sym typeface="Arvo"/>
            </a:endParaRPr>
          </a:p>
          <a:p>
            <a:pPr indent="0" lvl="0" marL="0" rtl="0" algn="r">
              <a:spcBef>
                <a:spcPts val="0"/>
              </a:spcBef>
              <a:spcAft>
                <a:spcPts val="0"/>
              </a:spcAft>
              <a:buNone/>
            </a:pPr>
            <a:r>
              <a:rPr b="1" lang="es-419" sz="700">
                <a:solidFill>
                  <a:schemeClr val="dk1"/>
                </a:solidFill>
                <a:latin typeface="Arvo"/>
                <a:ea typeface="Arvo"/>
                <a:cs typeface="Arvo"/>
                <a:sym typeface="Arvo"/>
              </a:rPr>
              <a:t>[Meta = &lt;sustantivo&gt;&lt;adjetivo&gt;]</a:t>
            </a:r>
            <a:endParaRPr b="1" sz="1000">
              <a:latin typeface="Arvo"/>
              <a:ea typeface="Arvo"/>
              <a:cs typeface="Arvo"/>
              <a:sym typeface="Arvo"/>
            </a:endParaRPr>
          </a:p>
          <a:p>
            <a:pPr indent="0" lvl="0" marL="0" rtl="0" algn="r">
              <a:spcBef>
                <a:spcPts val="0"/>
              </a:spcBef>
              <a:spcAft>
                <a:spcPts val="0"/>
              </a:spcAft>
              <a:buNone/>
            </a:pPr>
            <a:r>
              <a:rPr b="1" i="1" lang="es-419" sz="600">
                <a:latin typeface="Arvo"/>
                <a:ea typeface="Arvo"/>
                <a:cs typeface="Arvo"/>
                <a:sym typeface="Arvo"/>
              </a:rPr>
              <a:t> </a:t>
            </a:r>
            <a:r>
              <a:rPr i="1" lang="es-419" sz="600">
                <a:solidFill>
                  <a:srgbClr val="666666"/>
                </a:solidFill>
                <a:latin typeface="Arvo"/>
                <a:ea typeface="Arvo"/>
                <a:cs typeface="Arvo"/>
                <a:sym typeface="Arvo"/>
              </a:rPr>
              <a:t>&lt;ej: El cliente recibe el producto&gt;</a:t>
            </a:r>
            <a:endParaRPr i="1" sz="600">
              <a:solidFill>
                <a:srgbClr val="666666"/>
              </a:solidFill>
              <a:latin typeface="Arvo"/>
              <a:ea typeface="Arvo"/>
              <a:cs typeface="Arvo"/>
              <a:sym typeface="Arvo"/>
            </a:endParaRPr>
          </a:p>
        </p:txBody>
      </p:sp>
      <p:sp>
        <p:nvSpPr>
          <p:cNvPr id="1374" name="Google Shape;1374;p25"/>
          <p:cNvSpPr/>
          <p:nvPr/>
        </p:nvSpPr>
        <p:spPr>
          <a:xfrm>
            <a:off x="6845744" y="3066325"/>
            <a:ext cx="3027000" cy="343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1375" name="Google Shape;1375;p25"/>
          <p:cNvSpPr txBox="1"/>
          <p:nvPr>
            <p:ph idx="1" type="subTitle"/>
          </p:nvPr>
        </p:nvSpPr>
        <p:spPr>
          <a:xfrm>
            <a:off x="6834526" y="954747"/>
            <a:ext cx="3027600" cy="342000"/>
          </a:xfrm>
          <a:prstGeom prst="rect">
            <a:avLst/>
          </a:prstGeom>
          <a:noFill/>
          <a:ln>
            <a:noFill/>
          </a:ln>
        </p:spPr>
        <p:txBody>
          <a:bodyPr anchorCtr="0" anchor="ctr" bIns="36000" lIns="36000" spcFirstLastPara="1" rIns="36000" wrap="square" tIns="36000">
            <a:noAutofit/>
          </a:bodyPr>
          <a:lstStyle>
            <a:lvl1pPr lvl="0"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1376" name="Google Shape;1376;p25"/>
          <p:cNvSpPr txBox="1"/>
          <p:nvPr>
            <p:ph idx="2" type="subTitle"/>
          </p:nvPr>
        </p:nvSpPr>
        <p:spPr>
          <a:xfrm>
            <a:off x="6834526" y="1462461"/>
            <a:ext cx="3027600" cy="342000"/>
          </a:xfrm>
          <a:prstGeom prst="rect">
            <a:avLst/>
          </a:prstGeom>
          <a:noFill/>
          <a:ln>
            <a:noFill/>
          </a:ln>
        </p:spPr>
        <p:txBody>
          <a:bodyPr anchorCtr="0" anchor="ctr" bIns="36000" lIns="36000" spcFirstLastPara="1" rIns="36000" wrap="square" tIns="36000">
            <a:noAutofit/>
          </a:bodyPr>
          <a:lstStyle>
            <a:lvl1pPr lvl="0"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1377" name="Google Shape;1377;p25"/>
          <p:cNvSpPr txBox="1"/>
          <p:nvPr>
            <p:ph idx="3" type="subTitle"/>
          </p:nvPr>
        </p:nvSpPr>
        <p:spPr>
          <a:xfrm>
            <a:off x="6834526" y="1980199"/>
            <a:ext cx="3027600" cy="661800"/>
          </a:xfrm>
          <a:prstGeom prst="rect">
            <a:avLst/>
          </a:prstGeom>
          <a:noFill/>
          <a:ln>
            <a:noFill/>
          </a:ln>
        </p:spPr>
        <p:txBody>
          <a:bodyPr anchorCtr="0" anchor="t" bIns="36000" lIns="36000" spcFirstLastPara="1" rIns="36000" wrap="square" tIns="36000">
            <a:noAutofit/>
          </a:bodyPr>
          <a:lstStyle>
            <a:lvl1pPr lvl="0"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1378" name="Google Shape;1378;p25"/>
          <p:cNvSpPr txBox="1"/>
          <p:nvPr>
            <p:ph idx="4" type="subTitle"/>
          </p:nvPr>
        </p:nvSpPr>
        <p:spPr>
          <a:xfrm>
            <a:off x="6845444" y="3067075"/>
            <a:ext cx="3027600" cy="342000"/>
          </a:xfrm>
          <a:prstGeom prst="rect">
            <a:avLst/>
          </a:prstGeom>
          <a:noFill/>
          <a:ln>
            <a:noFill/>
          </a:ln>
        </p:spPr>
        <p:txBody>
          <a:bodyPr anchorCtr="0" anchor="ctr" bIns="36000" lIns="36000" spcFirstLastPara="1" rIns="36000" wrap="square" tIns="36000">
            <a:noAutofit/>
          </a:bodyPr>
          <a:lstStyle>
            <a:lvl1pPr lvl="0"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1379" name="Google Shape;1379;p25"/>
          <p:cNvSpPr/>
          <p:nvPr/>
        </p:nvSpPr>
        <p:spPr>
          <a:xfrm>
            <a:off x="6845744" y="3598326"/>
            <a:ext cx="3027000" cy="343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1380" name="Google Shape;1380;p25"/>
          <p:cNvSpPr txBox="1"/>
          <p:nvPr>
            <p:ph idx="5" type="subTitle"/>
          </p:nvPr>
        </p:nvSpPr>
        <p:spPr>
          <a:xfrm>
            <a:off x="6845444" y="3599076"/>
            <a:ext cx="3027600" cy="342000"/>
          </a:xfrm>
          <a:prstGeom prst="rect">
            <a:avLst/>
          </a:prstGeom>
          <a:noFill/>
          <a:ln>
            <a:noFill/>
          </a:ln>
        </p:spPr>
        <p:txBody>
          <a:bodyPr anchorCtr="0" anchor="ctr" bIns="36000" lIns="36000" spcFirstLastPara="1" rIns="36000" wrap="square" tIns="36000">
            <a:noAutofit/>
          </a:bodyPr>
          <a:lstStyle>
            <a:lvl1pPr lvl="0"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1381" name="Google Shape;1381;p25"/>
          <p:cNvSpPr/>
          <p:nvPr/>
        </p:nvSpPr>
        <p:spPr>
          <a:xfrm>
            <a:off x="2277739" y="663750"/>
            <a:ext cx="88500" cy="1089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382" name="Google Shape;1382;p25"/>
          <p:cNvCxnSpPr/>
          <p:nvPr/>
        </p:nvCxnSpPr>
        <p:spPr>
          <a:xfrm rot="10800000">
            <a:off x="5256600" y="2854252"/>
            <a:ext cx="4608000" cy="0"/>
          </a:xfrm>
          <a:prstGeom prst="straightConnector1">
            <a:avLst/>
          </a:prstGeom>
          <a:noFill/>
          <a:ln cap="flat" cmpd="sng" w="19050">
            <a:solidFill>
              <a:srgbClr val="B7B7B7"/>
            </a:solidFill>
            <a:prstDash val="solid"/>
            <a:round/>
            <a:headEnd len="med" w="med" type="none"/>
            <a:tailEnd len="med" w="med" type="none"/>
          </a:ln>
        </p:spPr>
      </p:cxnSp>
      <p:cxnSp>
        <p:nvCxnSpPr>
          <p:cNvPr id="1383" name="Google Shape;1383;p25"/>
          <p:cNvCxnSpPr/>
          <p:nvPr/>
        </p:nvCxnSpPr>
        <p:spPr>
          <a:xfrm flipH="1">
            <a:off x="285421" y="5302428"/>
            <a:ext cx="4690200" cy="11700"/>
          </a:xfrm>
          <a:prstGeom prst="straightConnector1">
            <a:avLst/>
          </a:prstGeom>
          <a:noFill/>
          <a:ln cap="flat" cmpd="sng" w="19050">
            <a:solidFill>
              <a:srgbClr val="B7B7B7"/>
            </a:solidFill>
            <a:prstDash val="solid"/>
            <a:round/>
            <a:headEnd len="med" w="med" type="none"/>
            <a:tailEnd len="med" w="med" type="none"/>
          </a:ln>
        </p:spPr>
      </p:cxnSp>
      <p:sp>
        <p:nvSpPr>
          <p:cNvPr id="1384" name="Google Shape;1384;p25"/>
          <p:cNvSpPr txBox="1"/>
          <p:nvPr/>
        </p:nvSpPr>
        <p:spPr>
          <a:xfrm>
            <a:off x="197034" y="5534063"/>
            <a:ext cx="1679100" cy="246300"/>
          </a:xfrm>
          <a:prstGeom prst="rect">
            <a:avLst/>
          </a:prstGeom>
          <a:noFill/>
          <a:ln>
            <a:noFill/>
          </a:ln>
        </p:spPr>
        <p:txBody>
          <a:bodyPr anchorCtr="0" anchor="ctr" bIns="0" lIns="0" spcFirstLastPara="1" rIns="0" wrap="square" tIns="0">
            <a:spAutoFit/>
          </a:bodyPr>
          <a:lstStyle/>
          <a:p>
            <a:pPr indent="0" lvl="0" marL="0" rtl="0" algn="r">
              <a:lnSpc>
                <a:spcPct val="100000"/>
              </a:lnSpc>
              <a:spcBef>
                <a:spcPts val="0"/>
              </a:spcBef>
              <a:spcAft>
                <a:spcPts val="0"/>
              </a:spcAft>
              <a:buNone/>
            </a:pPr>
            <a:r>
              <a:rPr b="1" lang="es-419" sz="1000">
                <a:latin typeface="Arvo"/>
                <a:ea typeface="Arvo"/>
                <a:cs typeface="Arvo"/>
                <a:sym typeface="Arvo"/>
              </a:rPr>
              <a:t>Precondición: </a:t>
            </a:r>
            <a:endParaRPr b="1" sz="1000">
              <a:latin typeface="Arvo"/>
              <a:ea typeface="Arvo"/>
              <a:cs typeface="Arvo"/>
              <a:sym typeface="Arvo"/>
            </a:endParaRPr>
          </a:p>
          <a:p>
            <a:pPr indent="0" lvl="0" marL="0" rtl="0" algn="r">
              <a:lnSpc>
                <a:spcPct val="100000"/>
              </a:lnSpc>
              <a:spcBef>
                <a:spcPts val="0"/>
              </a:spcBef>
              <a:spcAft>
                <a:spcPts val="0"/>
              </a:spcAft>
              <a:buNone/>
            </a:pPr>
            <a:r>
              <a:rPr i="1" lang="es-419" sz="600">
                <a:solidFill>
                  <a:srgbClr val="666666"/>
                </a:solidFill>
                <a:latin typeface="Arvo"/>
                <a:ea typeface="Arvo"/>
                <a:cs typeface="Arvo"/>
                <a:sym typeface="Arvo"/>
              </a:rPr>
              <a:t>&lt;ej: El comprador debe estar registrado&gt;</a:t>
            </a:r>
            <a:endParaRPr i="1" sz="600">
              <a:solidFill>
                <a:srgbClr val="666666"/>
              </a:solidFill>
              <a:latin typeface="Arvo"/>
              <a:ea typeface="Arvo"/>
              <a:cs typeface="Arvo"/>
              <a:sym typeface="Arvo"/>
            </a:endParaRPr>
          </a:p>
        </p:txBody>
      </p:sp>
      <p:sp>
        <p:nvSpPr>
          <p:cNvPr id="1385" name="Google Shape;1385;p25"/>
          <p:cNvSpPr txBox="1"/>
          <p:nvPr/>
        </p:nvSpPr>
        <p:spPr>
          <a:xfrm>
            <a:off x="197034" y="6086320"/>
            <a:ext cx="1679100" cy="274800"/>
          </a:xfrm>
          <a:prstGeom prst="rect">
            <a:avLst/>
          </a:prstGeom>
          <a:noFill/>
          <a:ln>
            <a:noFill/>
          </a:ln>
        </p:spPr>
        <p:txBody>
          <a:bodyPr anchorCtr="0" anchor="ctr" bIns="0" lIns="0" spcFirstLastPara="1" rIns="0" wrap="square" tIns="0">
            <a:spAutoFit/>
          </a:bodyPr>
          <a:lstStyle/>
          <a:p>
            <a:pPr indent="0" lvl="0" marL="0" rtl="0" algn="r">
              <a:lnSpc>
                <a:spcPct val="85000"/>
              </a:lnSpc>
              <a:spcBef>
                <a:spcPts val="0"/>
              </a:spcBef>
              <a:spcAft>
                <a:spcPts val="0"/>
              </a:spcAft>
              <a:buNone/>
            </a:pPr>
            <a:r>
              <a:rPr b="1" lang="es-419" sz="1000">
                <a:latin typeface="Arvo"/>
                <a:ea typeface="Arvo"/>
                <a:cs typeface="Arvo"/>
                <a:sym typeface="Arvo"/>
              </a:rPr>
              <a:t>Poscondición:</a:t>
            </a:r>
            <a:endParaRPr sz="700">
              <a:solidFill>
                <a:srgbClr val="666666"/>
              </a:solidFill>
              <a:latin typeface="Arvo"/>
              <a:ea typeface="Arvo"/>
              <a:cs typeface="Arvo"/>
              <a:sym typeface="Arvo"/>
            </a:endParaRPr>
          </a:p>
          <a:p>
            <a:pPr indent="0" lvl="0" marL="0" rtl="0" algn="r">
              <a:lnSpc>
                <a:spcPct val="85000"/>
              </a:lnSpc>
              <a:spcBef>
                <a:spcPts val="0"/>
              </a:spcBef>
              <a:spcAft>
                <a:spcPts val="0"/>
              </a:spcAft>
              <a:buNone/>
            </a:pPr>
            <a:r>
              <a:rPr lang="es-419" sz="700">
                <a:solidFill>
                  <a:srgbClr val="666666"/>
                </a:solidFill>
                <a:latin typeface="Arvo"/>
                <a:ea typeface="Arvo"/>
                <a:cs typeface="Arvo"/>
                <a:sym typeface="Arvo"/>
              </a:rPr>
              <a:t> </a:t>
            </a:r>
            <a:r>
              <a:rPr i="1" lang="es-419" sz="600">
                <a:solidFill>
                  <a:srgbClr val="666666"/>
                </a:solidFill>
                <a:latin typeface="Arvo"/>
                <a:ea typeface="Arvo"/>
                <a:cs typeface="Arvo"/>
                <a:sym typeface="Arvo"/>
              </a:rPr>
              <a:t>&lt;ej: El pago debe estar realizado&gt;</a:t>
            </a:r>
            <a:r>
              <a:rPr b="1" lang="es-419" sz="1100">
                <a:latin typeface="Arvo"/>
                <a:ea typeface="Arvo"/>
                <a:cs typeface="Arvo"/>
                <a:sym typeface="Arvo"/>
              </a:rPr>
              <a:t> </a:t>
            </a:r>
            <a:endParaRPr sz="800">
              <a:solidFill>
                <a:srgbClr val="666666"/>
              </a:solidFill>
              <a:latin typeface="Arvo"/>
              <a:ea typeface="Arvo"/>
              <a:cs typeface="Arvo"/>
              <a:sym typeface="Arvo"/>
            </a:endParaRPr>
          </a:p>
        </p:txBody>
      </p:sp>
      <p:sp>
        <p:nvSpPr>
          <p:cNvPr id="1386" name="Google Shape;1386;p25"/>
          <p:cNvSpPr/>
          <p:nvPr/>
        </p:nvSpPr>
        <p:spPr>
          <a:xfrm>
            <a:off x="1940924" y="5485463"/>
            <a:ext cx="3027000" cy="343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1387" name="Google Shape;1387;p25"/>
          <p:cNvSpPr txBox="1"/>
          <p:nvPr>
            <p:ph idx="6" type="subTitle"/>
          </p:nvPr>
        </p:nvSpPr>
        <p:spPr>
          <a:xfrm>
            <a:off x="1940624" y="5486213"/>
            <a:ext cx="3027600" cy="342000"/>
          </a:xfrm>
          <a:prstGeom prst="rect">
            <a:avLst/>
          </a:prstGeom>
          <a:noFill/>
          <a:ln>
            <a:noFill/>
          </a:ln>
        </p:spPr>
        <p:txBody>
          <a:bodyPr anchorCtr="0" anchor="ctr" bIns="36000" lIns="36000" spcFirstLastPara="1" rIns="36000" wrap="square" tIns="36000">
            <a:noAutofit/>
          </a:bodyPr>
          <a:lstStyle>
            <a:lvl1pPr lvl="0"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1388" name="Google Shape;1388;p25"/>
          <p:cNvSpPr/>
          <p:nvPr/>
        </p:nvSpPr>
        <p:spPr>
          <a:xfrm>
            <a:off x="1940924" y="6051970"/>
            <a:ext cx="3027000" cy="343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1389" name="Google Shape;1389;p25"/>
          <p:cNvSpPr txBox="1"/>
          <p:nvPr>
            <p:ph idx="7" type="subTitle"/>
          </p:nvPr>
        </p:nvSpPr>
        <p:spPr>
          <a:xfrm>
            <a:off x="1940624" y="6052720"/>
            <a:ext cx="3027600" cy="342000"/>
          </a:xfrm>
          <a:prstGeom prst="rect">
            <a:avLst/>
          </a:prstGeom>
          <a:noFill/>
          <a:ln>
            <a:noFill/>
          </a:ln>
        </p:spPr>
        <p:txBody>
          <a:bodyPr anchorCtr="0" anchor="ctr" bIns="36000" lIns="36000" spcFirstLastPara="1" rIns="36000" wrap="square" tIns="36000">
            <a:noAutofit/>
          </a:bodyPr>
          <a:lstStyle>
            <a:lvl1pPr lvl="0"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1390" name="Google Shape;1390;p25"/>
          <p:cNvSpPr txBox="1"/>
          <p:nvPr/>
        </p:nvSpPr>
        <p:spPr>
          <a:xfrm>
            <a:off x="197034" y="1002597"/>
            <a:ext cx="1679100" cy="246300"/>
          </a:xfrm>
          <a:prstGeom prst="rect">
            <a:avLst/>
          </a:prstGeom>
          <a:noFill/>
          <a:ln>
            <a:noFill/>
          </a:ln>
        </p:spPr>
        <p:txBody>
          <a:bodyPr anchorCtr="0" anchor="ctr" bIns="0" lIns="0" spcFirstLastPara="1" rIns="0" wrap="square" tIns="0">
            <a:spAutoFit/>
          </a:bodyPr>
          <a:lstStyle/>
          <a:p>
            <a:pPr indent="0" lvl="0" marL="0" rtl="0" algn="r">
              <a:lnSpc>
                <a:spcPct val="100000"/>
              </a:lnSpc>
              <a:spcBef>
                <a:spcPts val="0"/>
              </a:spcBef>
              <a:spcAft>
                <a:spcPts val="0"/>
              </a:spcAft>
              <a:buNone/>
            </a:pPr>
            <a:r>
              <a:rPr b="1" lang="es-419" sz="1000">
                <a:latin typeface="Arvo"/>
                <a:ea typeface="Arvo"/>
                <a:cs typeface="Arvo"/>
                <a:sym typeface="Arvo"/>
              </a:rPr>
              <a:t>Nombre del caso de uso: </a:t>
            </a:r>
            <a:endParaRPr b="1" sz="1000">
              <a:latin typeface="Arvo"/>
              <a:ea typeface="Arvo"/>
              <a:cs typeface="Arvo"/>
              <a:sym typeface="Arvo"/>
            </a:endParaRPr>
          </a:p>
          <a:p>
            <a:pPr indent="0" lvl="0" marL="0" rtl="0" algn="r">
              <a:lnSpc>
                <a:spcPct val="100000"/>
              </a:lnSpc>
              <a:spcBef>
                <a:spcPts val="0"/>
              </a:spcBef>
              <a:spcAft>
                <a:spcPts val="0"/>
              </a:spcAft>
              <a:buNone/>
            </a:pPr>
            <a:r>
              <a:rPr i="1" lang="es-419" sz="600">
                <a:solidFill>
                  <a:srgbClr val="666666"/>
                </a:solidFill>
                <a:latin typeface="Arvo"/>
                <a:ea typeface="Arvo"/>
                <a:cs typeface="Arvo"/>
                <a:sym typeface="Arvo"/>
              </a:rPr>
              <a:t>&lt;ej: Compra de productos&gt;</a:t>
            </a:r>
            <a:endParaRPr i="1" sz="600">
              <a:solidFill>
                <a:srgbClr val="666666"/>
              </a:solidFill>
              <a:latin typeface="Arvo"/>
              <a:ea typeface="Arvo"/>
              <a:cs typeface="Arvo"/>
              <a:sym typeface="Arvo"/>
            </a:endParaRPr>
          </a:p>
        </p:txBody>
      </p:sp>
      <p:sp>
        <p:nvSpPr>
          <p:cNvPr id="1391" name="Google Shape;1391;p25"/>
          <p:cNvSpPr txBox="1"/>
          <p:nvPr/>
        </p:nvSpPr>
        <p:spPr>
          <a:xfrm>
            <a:off x="197034" y="1496061"/>
            <a:ext cx="1679100" cy="274800"/>
          </a:xfrm>
          <a:prstGeom prst="rect">
            <a:avLst/>
          </a:prstGeom>
          <a:noFill/>
          <a:ln>
            <a:noFill/>
          </a:ln>
        </p:spPr>
        <p:txBody>
          <a:bodyPr anchorCtr="0" anchor="ctr" bIns="0" lIns="0" spcFirstLastPara="1" rIns="0" wrap="square" tIns="0">
            <a:spAutoFit/>
          </a:bodyPr>
          <a:lstStyle/>
          <a:p>
            <a:pPr indent="0" lvl="0" marL="0" rtl="0" algn="r">
              <a:lnSpc>
                <a:spcPct val="85000"/>
              </a:lnSpc>
              <a:spcBef>
                <a:spcPts val="0"/>
              </a:spcBef>
              <a:spcAft>
                <a:spcPts val="0"/>
              </a:spcAft>
              <a:buNone/>
            </a:pPr>
            <a:r>
              <a:rPr b="1" lang="es-419" sz="1000">
                <a:latin typeface="Arvo"/>
                <a:ea typeface="Arvo"/>
                <a:cs typeface="Arvo"/>
                <a:sym typeface="Arvo"/>
              </a:rPr>
              <a:t>Narrativa:</a:t>
            </a:r>
            <a:endParaRPr sz="700">
              <a:solidFill>
                <a:srgbClr val="666666"/>
              </a:solidFill>
              <a:latin typeface="Arvo"/>
              <a:ea typeface="Arvo"/>
              <a:cs typeface="Arvo"/>
              <a:sym typeface="Arvo"/>
            </a:endParaRPr>
          </a:p>
          <a:p>
            <a:pPr indent="0" lvl="0" marL="0" rtl="0" algn="r">
              <a:lnSpc>
                <a:spcPct val="85000"/>
              </a:lnSpc>
              <a:spcBef>
                <a:spcPts val="0"/>
              </a:spcBef>
              <a:spcAft>
                <a:spcPts val="0"/>
              </a:spcAft>
              <a:buNone/>
            </a:pPr>
            <a:r>
              <a:rPr lang="es-419" sz="700">
                <a:solidFill>
                  <a:srgbClr val="666666"/>
                </a:solidFill>
                <a:latin typeface="Arvo"/>
                <a:ea typeface="Arvo"/>
                <a:cs typeface="Arvo"/>
                <a:sym typeface="Arvo"/>
              </a:rPr>
              <a:t> </a:t>
            </a:r>
            <a:r>
              <a:rPr i="1" lang="es-419" sz="600">
                <a:solidFill>
                  <a:srgbClr val="666666"/>
                </a:solidFill>
                <a:latin typeface="Arvo"/>
                <a:ea typeface="Arvo"/>
                <a:cs typeface="Arvo"/>
                <a:sym typeface="Arvo"/>
              </a:rPr>
              <a:t>&lt;ej: El cliente compra productos&gt;</a:t>
            </a:r>
            <a:r>
              <a:rPr b="1" lang="es-419" sz="1100">
                <a:latin typeface="Arvo"/>
                <a:ea typeface="Arvo"/>
                <a:cs typeface="Arvo"/>
                <a:sym typeface="Arvo"/>
              </a:rPr>
              <a:t> </a:t>
            </a:r>
            <a:endParaRPr sz="800">
              <a:solidFill>
                <a:srgbClr val="666666"/>
              </a:solidFill>
              <a:latin typeface="Arvo"/>
              <a:ea typeface="Arvo"/>
              <a:cs typeface="Arvo"/>
              <a:sym typeface="Arvo"/>
            </a:endParaRPr>
          </a:p>
        </p:txBody>
      </p:sp>
      <p:sp>
        <p:nvSpPr>
          <p:cNvPr id="1392" name="Google Shape;1392;p25"/>
          <p:cNvSpPr/>
          <p:nvPr/>
        </p:nvSpPr>
        <p:spPr>
          <a:xfrm>
            <a:off x="1940924" y="953997"/>
            <a:ext cx="3027000" cy="343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1393" name="Google Shape;1393;p25"/>
          <p:cNvSpPr txBox="1"/>
          <p:nvPr>
            <p:ph idx="8" type="subTitle"/>
          </p:nvPr>
        </p:nvSpPr>
        <p:spPr>
          <a:xfrm>
            <a:off x="1940624" y="954747"/>
            <a:ext cx="3027600" cy="342000"/>
          </a:xfrm>
          <a:prstGeom prst="rect">
            <a:avLst/>
          </a:prstGeom>
          <a:noFill/>
          <a:ln>
            <a:noFill/>
          </a:ln>
        </p:spPr>
        <p:txBody>
          <a:bodyPr anchorCtr="0" anchor="ctr" bIns="36000" lIns="36000" spcFirstLastPara="1" rIns="36000" wrap="square" tIns="36000">
            <a:noAutofit/>
          </a:bodyPr>
          <a:lstStyle>
            <a:lvl1pPr lvl="0"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1394" name="Google Shape;1394;p25"/>
          <p:cNvSpPr/>
          <p:nvPr/>
        </p:nvSpPr>
        <p:spPr>
          <a:xfrm>
            <a:off x="1940924" y="1461711"/>
            <a:ext cx="3027000" cy="343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1395" name="Google Shape;1395;p25"/>
          <p:cNvSpPr txBox="1"/>
          <p:nvPr>
            <p:ph idx="9" type="subTitle"/>
          </p:nvPr>
        </p:nvSpPr>
        <p:spPr>
          <a:xfrm>
            <a:off x="1940624" y="1462461"/>
            <a:ext cx="3027600" cy="342000"/>
          </a:xfrm>
          <a:prstGeom prst="rect">
            <a:avLst/>
          </a:prstGeom>
          <a:noFill/>
          <a:ln>
            <a:noFill/>
          </a:ln>
        </p:spPr>
        <p:txBody>
          <a:bodyPr anchorCtr="0" anchor="ctr" bIns="36000" lIns="36000" spcFirstLastPara="1" rIns="36000" wrap="square" tIns="36000">
            <a:noAutofit/>
          </a:bodyPr>
          <a:lstStyle>
            <a:lvl1pPr lvl="0"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1396" name="Google Shape;1396;p25"/>
          <p:cNvSpPr txBox="1"/>
          <p:nvPr/>
        </p:nvSpPr>
        <p:spPr>
          <a:xfrm>
            <a:off x="197034" y="1989729"/>
            <a:ext cx="1679100" cy="923400"/>
          </a:xfrm>
          <a:prstGeom prst="rect">
            <a:avLst/>
          </a:prstGeom>
          <a:noFill/>
          <a:ln>
            <a:noFill/>
          </a:ln>
        </p:spPr>
        <p:txBody>
          <a:bodyPr anchorCtr="0" anchor="ctr" bIns="0" lIns="0" spcFirstLastPara="1" rIns="0" wrap="square" tIns="0">
            <a:spAutoFit/>
          </a:bodyPr>
          <a:lstStyle/>
          <a:p>
            <a:pPr indent="0" lvl="0" marL="0" rtl="0" algn="r">
              <a:lnSpc>
                <a:spcPct val="100000"/>
              </a:lnSpc>
              <a:spcBef>
                <a:spcPts val="0"/>
              </a:spcBef>
              <a:spcAft>
                <a:spcPts val="0"/>
              </a:spcAft>
              <a:buNone/>
            </a:pPr>
            <a:r>
              <a:rPr b="1" lang="es-419" sz="1000">
                <a:latin typeface="Arvo"/>
                <a:ea typeface="Arvo"/>
                <a:cs typeface="Arvo"/>
                <a:sym typeface="Arvo"/>
              </a:rPr>
              <a:t>Metas del caso de uso:</a:t>
            </a:r>
            <a:endParaRPr b="1" sz="1000">
              <a:latin typeface="Arvo"/>
              <a:ea typeface="Arvo"/>
              <a:cs typeface="Arvo"/>
              <a:sym typeface="Arvo"/>
            </a:endParaRPr>
          </a:p>
          <a:p>
            <a:pPr indent="0" lvl="0" marL="0" rtl="0" algn="r">
              <a:lnSpc>
                <a:spcPct val="100000"/>
              </a:lnSpc>
              <a:spcBef>
                <a:spcPts val="0"/>
              </a:spcBef>
              <a:spcAft>
                <a:spcPts val="0"/>
              </a:spcAft>
              <a:buNone/>
            </a:pPr>
            <a:r>
              <a:rPr b="1" lang="es-419" sz="700">
                <a:latin typeface="Arvo"/>
                <a:ea typeface="Arvo"/>
                <a:cs typeface="Arvo"/>
                <a:sym typeface="Arvo"/>
              </a:rPr>
              <a:t>[Meta = &lt;sustantivo&gt;&lt;adjetivo&gt;]</a:t>
            </a:r>
            <a:endParaRPr b="1" sz="700">
              <a:latin typeface="Arvo"/>
              <a:ea typeface="Arvo"/>
              <a:cs typeface="Arvo"/>
              <a:sym typeface="Arvo"/>
            </a:endParaRPr>
          </a:p>
          <a:p>
            <a:pPr indent="0" lvl="0" marL="0" rtl="0" algn="r">
              <a:lnSpc>
                <a:spcPct val="100000"/>
              </a:lnSpc>
              <a:spcBef>
                <a:spcPts val="0"/>
              </a:spcBef>
              <a:spcAft>
                <a:spcPts val="0"/>
              </a:spcAft>
              <a:buNone/>
            </a:pPr>
            <a:r>
              <a:rPr lang="es-419" sz="700">
                <a:solidFill>
                  <a:srgbClr val="666666"/>
                </a:solidFill>
                <a:latin typeface="Arvo"/>
                <a:ea typeface="Arvo"/>
                <a:cs typeface="Arvo"/>
                <a:sym typeface="Arvo"/>
              </a:rPr>
              <a:t> </a:t>
            </a:r>
            <a:r>
              <a:rPr i="1" lang="es-419" sz="600">
                <a:solidFill>
                  <a:srgbClr val="666666"/>
                </a:solidFill>
                <a:latin typeface="Arvo"/>
                <a:ea typeface="Arvo"/>
                <a:cs typeface="Arvo"/>
                <a:sym typeface="Arvo"/>
              </a:rPr>
              <a:t>&lt;ej: El ej: 1% de las devoluciones de productos. </a:t>
            </a:r>
            <a:endParaRPr i="1" sz="600">
              <a:solidFill>
                <a:srgbClr val="666666"/>
              </a:solidFill>
              <a:latin typeface="Arvo"/>
              <a:ea typeface="Arvo"/>
              <a:cs typeface="Arvo"/>
              <a:sym typeface="Arvo"/>
            </a:endParaRPr>
          </a:p>
          <a:p>
            <a:pPr indent="0" lvl="0" marL="0" rtl="0" algn="r">
              <a:lnSpc>
                <a:spcPct val="100000"/>
              </a:lnSpc>
              <a:spcBef>
                <a:spcPts val="0"/>
              </a:spcBef>
              <a:spcAft>
                <a:spcPts val="0"/>
              </a:spcAft>
              <a:buNone/>
            </a:pPr>
            <a:r>
              <a:rPr i="1" lang="es-419" sz="600">
                <a:solidFill>
                  <a:srgbClr val="666666"/>
                </a:solidFill>
                <a:latin typeface="Arvo"/>
                <a:ea typeface="Arvo"/>
                <a:cs typeface="Arvo"/>
                <a:sym typeface="Arvo"/>
              </a:rPr>
              <a:t>[nota: esta meta está relacionada con la visión del sistema. se supone que los casos de uso a conseguir la posición esperada del sistema la cual está determinada por las metas de la empresa.]&gt;</a:t>
            </a:r>
            <a:endParaRPr sz="800">
              <a:solidFill>
                <a:srgbClr val="666666"/>
              </a:solidFill>
              <a:latin typeface="Arvo"/>
              <a:ea typeface="Arvo"/>
              <a:cs typeface="Arvo"/>
              <a:sym typeface="Arvo"/>
            </a:endParaRPr>
          </a:p>
        </p:txBody>
      </p:sp>
      <p:sp>
        <p:nvSpPr>
          <p:cNvPr id="1397" name="Google Shape;1397;p25"/>
          <p:cNvSpPr/>
          <p:nvPr/>
        </p:nvSpPr>
        <p:spPr>
          <a:xfrm>
            <a:off x="1940924" y="1984375"/>
            <a:ext cx="3027000" cy="1015800"/>
          </a:xfrm>
          <a:prstGeom prst="roundRect">
            <a:avLst>
              <a:gd fmla="val 728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1398" name="Google Shape;1398;p25"/>
          <p:cNvSpPr txBox="1"/>
          <p:nvPr>
            <p:ph idx="13" type="subTitle"/>
          </p:nvPr>
        </p:nvSpPr>
        <p:spPr>
          <a:xfrm>
            <a:off x="1940924" y="1985125"/>
            <a:ext cx="3027000" cy="1015200"/>
          </a:xfrm>
          <a:prstGeom prst="rect">
            <a:avLst/>
          </a:prstGeom>
          <a:noFill/>
          <a:ln>
            <a:noFill/>
          </a:ln>
        </p:spPr>
        <p:txBody>
          <a:bodyPr anchorCtr="0" anchor="t" bIns="36000" lIns="36000" spcFirstLastPara="1" rIns="36000" wrap="square" tIns="36000">
            <a:noAutofit/>
          </a:bodyPr>
          <a:lstStyle>
            <a:lvl1pPr lvl="0"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1399" name="Google Shape;1399;p25"/>
          <p:cNvSpPr txBox="1"/>
          <p:nvPr/>
        </p:nvSpPr>
        <p:spPr>
          <a:xfrm>
            <a:off x="197034" y="3149026"/>
            <a:ext cx="1679100" cy="409500"/>
          </a:xfrm>
          <a:prstGeom prst="rect">
            <a:avLst/>
          </a:prstGeom>
          <a:noFill/>
          <a:ln>
            <a:noFill/>
          </a:ln>
        </p:spPr>
        <p:txBody>
          <a:bodyPr anchorCtr="0" anchor="ctr" bIns="0" lIns="0" spcFirstLastPara="1" rIns="0" wrap="square" tIns="0">
            <a:spAutoFit/>
          </a:bodyPr>
          <a:lstStyle/>
          <a:p>
            <a:pPr indent="0" lvl="0" marL="0" rtl="0" algn="r">
              <a:lnSpc>
                <a:spcPct val="100000"/>
              </a:lnSpc>
              <a:spcBef>
                <a:spcPts val="0"/>
              </a:spcBef>
              <a:spcAft>
                <a:spcPts val="0"/>
              </a:spcAft>
              <a:buNone/>
            </a:pPr>
            <a:r>
              <a:rPr b="1" lang="es-419" sz="1000">
                <a:latin typeface="Arvo"/>
                <a:ea typeface="Arvo"/>
                <a:cs typeface="Arvo"/>
                <a:sym typeface="Arvo"/>
              </a:rPr>
              <a:t>Casos de uso  con los que tiene relación:</a:t>
            </a:r>
            <a:endParaRPr sz="700">
              <a:solidFill>
                <a:srgbClr val="666666"/>
              </a:solidFill>
              <a:latin typeface="Arvo"/>
              <a:ea typeface="Arvo"/>
              <a:cs typeface="Arvo"/>
              <a:sym typeface="Arvo"/>
            </a:endParaRPr>
          </a:p>
          <a:p>
            <a:pPr indent="0" lvl="0" marL="0" rtl="0" algn="r">
              <a:lnSpc>
                <a:spcPct val="60000"/>
              </a:lnSpc>
              <a:spcBef>
                <a:spcPts val="0"/>
              </a:spcBef>
              <a:spcAft>
                <a:spcPts val="0"/>
              </a:spcAft>
              <a:buNone/>
            </a:pPr>
            <a:r>
              <a:rPr i="1" lang="es-419" sz="600">
                <a:solidFill>
                  <a:srgbClr val="666666"/>
                </a:solidFill>
                <a:latin typeface="Arvo"/>
                <a:ea typeface="Arvo"/>
                <a:cs typeface="Arvo"/>
                <a:sym typeface="Arvo"/>
              </a:rPr>
              <a:t>&lt;ej: Registro de compradores&gt;</a:t>
            </a:r>
            <a:r>
              <a:rPr b="1" lang="es-419" sz="1100">
                <a:latin typeface="Arvo"/>
                <a:ea typeface="Arvo"/>
                <a:cs typeface="Arvo"/>
                <a:sym typeface="Arvo"/>
              </a:rPr>
              <a:t> </a:t>
            </a:r>
            <a:endParaRPr sz="800">
              <a:solidFill>
                <a:srgbClr val="666666"/>
              </a:solidFill>
              <a:latin typeface="Arvo"/>
              <a:ea typeface="Arvo"/>
              <a:cs typeface="Arvo"/>
              <a:sym typeface="Arvo"/>
            </a:endParaRPr>
          </a:p>
        </p:txBody>
      </p:sp>
      <p:sp>
        <p:nvSpPr>
          <p:cNvPr id="1400" name="Google Shape;1400;p25"/>
          <p:cNvSpPr/>
          <p:nvPr/>
        </p:nvSpPr>
        <p:spPr>
          <a:xfrm>
            <a:off x="1940924" y="3182026"/>
            <a:ext cx="3027000" cy="343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1401" name="Google Shape;1401;p25"/>
          <p:cNvSpPr txBox="1"/>
          <p:nvPr>
            <p:ph idx="14" type="subTitle"/>
          </p:nvPr>
        </p:nvSpPr>
        <p:spPr>
          <a:xfrm>
            <a:off x="1940624" y="3182776"/>
            <a:ext cx="3027600" cy="342000"/>
          </a:xfrm>
          <a:prstGeom prst="rect">
            <a:avLst/>
          </a:prstGeom>
          <a:noFill/>
          <a:ln>
            <a:noFill/>
          </a:ln>
        </p:spPr>
        <p:txBody>
          <a:bodyPr anchorCtr="0" anchor="ctr" bIns="36000" lIns="36000" spcFirstLastPara="1" rIns="36000" wrap="square" tIns="36000">
            <a:noAutofit/>
          </a:bodyPr>
          <a:lstStyle>
            <a:lvl1pPr lvl="0"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1402" name="Google Shape;1402;p25"/>
          <p:cNvSpPr txBox="1"/>
          <p:nvPr/>
        </p:nvSpPr>
        <p:spPr>
          <a:xfrm>
            <a:off x="197034" y="3696638"/>
            <a:ext cx="1679100" cy="1046700"/>
          </a:xfrm>
          <a:prstGeom prst="rect">
            <a:avLst/>
          </a:prstGeom>
          <a:noFill/>
          <a:ln>
            <a:noFill/>
          </a:ln>
        </p:spPr>
        <p:txBody>
          <a:bodyPr anchorCtr="0" anchor="ctr" bIns="0" lIns="0" spcFirstLastPara="1" rIns="0" wrap="square" tIns="0">
            <a:spAutoFit/>
          </a:bodyPr>
          <a:lstStyle/>
          <a:p>
            <a:pPr indent="0" lvl="0" marL="0" rtl="0" algn="r">
              <a:lnSpc>
                <a:spcPct val="100000"/>
              </a:lnSpc>
              <a:spcBef>
                <a:spcPts val="0"/>
              </a:spcBef>
              <a:spcAft>
                <a:spcPts val="0"/>
              </a:spcAft>
              <a:buNone/>
            </a:pPr>
            <a:r>
              <a:rPr b="1" lang="es-419" sz="1000">
                <a:latin typeface="Arvo"/>
                <a:ea typeface="Arvo"/>
                <a:cs typeface="Arvo"/>
                <a:sym typeface="Arvo"/>
              </a:rPr>
              <a:t>Descripción del caso de uso:</a:t>
            </a:r>
            <a:endParaRPr sz="700">
              <a:solidFill>
                <a:srgbClr val="666666"/>
              </a:solidFill>
              <a:latin typeface="Arvo"/>
              <a:ea typeface="Arvo"/>
              <a:cs typeface="Arvo"/>
              <a:sym typeface="Arvo"/>
            </a:endParaRPr>
          </a:p>
          <a:p>
            <a:pPr indent="0" lvl="0" marL="0" rtl="0" algn="r">
              <a:lnSpc>
                <a:spcPct val="80000"/>
              </a:lnSpc>
              <a:spcBef>
                <a:spcPts val="0"/>
              </a:spcBef>
              <a:spcAft>
                <a:spcPts val="0"/>
              </a:spcAft>
              <a:buNone/>
            </a:pPr>
            <a:r>
              <a:rPr i="1" lang="es-419" sz="600">
                <a:solidFill>
                  <a:srgbClr val="666666"/>
                </a:solidFill>
                <a:latin typeface="Arvo"/>
                <a:ea typeface="Arvo"/>
                <a:cs typeface="Arvo"/>
                <a:sym typeface="Arvo"/>
              </a:rPr>
              <a:t>&lt;ej: Este caso de uso le permite a los compradores obtener productos a muy bajo costo desde cualquier lugar y en cualquier momento, mediante este caso de uso los compradores pueden elegir una empresa de envíos para transportar los productos. El comprador dispone de un carro de compras, puede programar cada una de las compras y puede crear listas de preferencia.&gt;</a:t>
            </a:r>
            <a:endParaRPr sz="800">
              <a:solidFill>
                <a:srgbClr val="666666"/>
              </a:solidFill>
              <a:latin typeface="Arvo"/>
              <a:ea typeface="Arvo"/>
              <a:cs typeface="Arvo"/>
              <a:sym typeface="Arvo"/>
            </a:endParaRPr>
          </a:p>
        </p:txBody>
      </p:sp>
      <p:sp>
        <p:nvSpPr>
          <p:cNvPr id="1403" name="Google Shape;1403;p25"/>
          <p:cNvSpPr/>
          <p:nvPr/>
        </p:nvSpPr>
        <p:spPr>
          <a:xfrm>
            <a:off x="1940925" y="3730022"/>
            <a:ext cx="3027000" cy="1359900"/>
          </a:xfrm>
          <a:prstGeom prst="roundRect">
            <a:avLst>
              <a:gd fmla="val 5871"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1404" name="Google Shape;1404;p25"/>
          <p:cNvSpPr txBox="1"/>
          <p:nvPr>
            <p:ph idx="15" type="subTitle"/>
          </p:nvPr>
        </p:nvSpPr>
        <p:spPr>
          <a:xfrm>
            <a:off x="1940625" y="3730025"/>
            <a:ext cx="3027600" cy="1359900"/>
          </a:xfrm>
          <a:prstGeom prst="rect">
            <a:avLst/>
          </a:prstGeom>
          <a:noFill/>
          <a:ln>
            <a:noFill/>
          </a:ln>
        </p:spPr>
        <p:txBody>
          <a:bodyPr anchorCtr="0" anchor="t" bIns="36000" lIns="36000" spcFirstLastPara="1" rIns="36000" wrap="square" tIns="36000">
            <a:noAutofit/>
          </a:bodyPr>
          <a:lstStyle>
            <a:lvl1pPr lvl="0"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1405" name="Google Shape;1405;p25"/>
          <p:cNvSpPr txBox="1"/>
          <p:nvPr/>
        </p:nvSpPr>
        <p:spPr>
          <a:xfrm>
            <a:off x="5219407" y="3653826"/>
            <a:ext cx="1562400" cy="232500"/>
          </a:xfrm>
          <a:prstGeom prst="rect">
            <a:avLst/>
          </a:prstGeom>
          <a:noFill/>
          <a:ln>
            <a:noFill/>
          </a:ln>
        </p:spPr>
        <p:txBody>
          <a:bodyPr anchorCtr="0" anchor="ctr" bIns="0" lIns="0" spcFirstLastPara="1" rIns="0" wrap="square" tIns="0">
            <a:noAutofit/>
          </a:bodyPr>
          <a:lstStyle/>
          <a:p>
            <a:pPr indent="0" lvl="0" marL="0" rtl="0" algn="r">
              <a:spcBef>
                <a:spcPts val="0"/>
              </a:spcBef>
              <a:spcAft>
                <a:spcPts val="0"/>
              </a:spcAft>
              <a:buNone/>
            </a:pPr>
            <a:r>
              <a:rPr b="1" lang="es-419" sz="1000">
                <a:latin typeface="Arvo"/>
                <a:ea typeface="Arvo"/>
                <a:cs typeface="Arvo"/>
                <a:sym typeface="Arvo"/>
              </a:rPr>
              <a:t>Meta empresa:</a:t>
            </a:r>
            <a:endParaRPr b="1" sz="1000">
              <a:latin typeface="Arvo"/>
              <a:ea typeface="Arvo"/>
              <a:cs typeface="Arvo"/>
              <a:sym typeface="Arvo"/>
            </a:endParaRPr>
          </a:p>
          <a:p>
            <a:pPr indent="0" lvl="0" marL="0" rtl="0" algn="r">
              <a:spcBef>
                <a:spcPts val="0"/>
              </a:spcBef>
              <a:spcAft>
                <a:spcPts val="0"/>
              </a:spcAft>
              <a:buNone/>
            </a:pPr>
            <a:r>
              <a:rPr b="1" lang="es-419" sz="700">
                <a:solidFill>
                  <a:schemeClr val="dk1"/>
                </a:solidFill>
                <a:latin typeface="Arvo"/>
                <a:ea typeface="Arvo"/>
                <a:cs typeface="Arvo"/>
                <a:sym typeface="Arvo"/>
              </a:rPr>
              <a:t>[Meta = &lt;sustantivo&gt;&lt;adjetivo&gt;]</a:t>
            </a:r>
            <a:endParaRPr b="1" sz="1000">
              <a:latin typeface="Arvo"/>
              <a:ea typeface="Arvo"/>
              <a:cs typeface="Arvo"/>
              <a:sym typeface="Arvo"/>
            </a:endParaRPr>
          </a:p>
          <a:p>
            <a:pPr indent="0" lvl="0" marL="0" rtl="0" algn="r">
              <a:spcBef>
                <a:spcPts val="0"/>
              </a:spcBef>
              <a:spcAft>
                <a:spcPts val="0"/>
              </a:spcAft>
              <a:buNone/>
            </a:pPr>
            <a:r>
              <a:rPr b="1" i="1" lang="es-419" sz="600">
                <a:latin typeface="Arvo"/>
                <a:ea typeface="Arvo"/>
                <a:cs typeface="Arvo"/>
                <a:sym typeface="Arvo"/>
              </a:rPr>
              <a:t> </a:t>
            </a:r>
            <a:r>
              <a:rPr i="1" lang="es-419" sz="600">
                <a:solidFill>
                  <a:srgbClr val="666666"/>
                </a:solidFill>
                <a:latin typeface="Arvo"/>
                <a:ea typeface="Arvo"/>
                <a:cs typeface="Arvo"/>
                <a:sym typeface="Arvo"/>
              </a:rPr>
              <a:t>&lt;ej: El cliente realiza el pago&gt;</a:t>
            </a:r>
            <a:endParaRPr i="1" sz="600">
              <a:solidFill>
                <a:srgbClr val="666666"/>
              </a:solidFill>
              <a:latin typeface="Arvo"/>
              <a:ea typeface="Arvo"/>
              <a:cs typeface="Arvo"/>
              <a:sym typeface="Arvo"/>
            </a:endParaRPr>
          </a:p>
        </p:txBody>
      </p:sp>
      <p:sp>
        <p:nvSpPr>
          <p:cNvPr id="1406" name="Google Shape;1406;p25"/>
          <p:cNvSpPr txBox="1"/>
          <p:nvPr/>
        </p:nvSpPr>
        <p:spPr>
          <a:xfrm>
            <a:off x="2524025" y="497711"/>
            <a:ext cx="8850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Formulario:</a:t>
            </a:r>
            <a:endParaRPr b="1" sz="1100"/>
          </a:p>
        </p:txBody>
      </p:sp>
      <p:sp>
        <p:nvSpPr>
          <p:cNvPr id="1407" name="Google Shape;1407;p25"/>
          <p:cNvSpPr txBox="1"/>
          <p:nvPr>
            <p:ph type="title"/>
          </p:nvPr>
        </p:nvSpPr>
        <p:spPr>
          <a:xfrm flipH="1">
            <a:off x="3408875" y="445821"/>
            <a:ext cx="6479700" cy="266400"/>
          </a:xfrm>
          <a:prstGeom prst="rect">
            <a:avLst/>
          </a:prstGeom>
          <a:noFill/>
          <a:ln>
            <a:noFill/>
          </a:ln>
        </p:spPr>
        <p:txBody>
          <a:bodyPr anchorCtr="0" anchor="ctr" bIns="0" lIns="0" spcFirstLastPara="1" rIns="0" wrap="square" tIns="0">
            <a:noAutofit/>
          </a:bodyPr>
          <a:lstStyle>
            <a:lvl1pPr lvl="0" rtl="0">
              <a:spcBef>
                <a:spcPts val="0"/>
              </a:spcBef>
              <a:spcAft>
                <a:spcPts val="0"/>
              </a:spcAft>
              <a:buClr>
                <a:srgbClr val="000000"/>
              </a:buClr>
              <a:buSzPts val="1000"/>
              <a:buNone/>
              <a:defRPr sz="1000">
                <a:solidFill>
                  <a:srgbClr val="000000"/>
                </a:solidFill>
              </a:defRPr>
            </a:lvl1pPr>
            <a:lvl2pPr lvl="1" rtl="0">
              <a:spcBef>
                <a:spcPts val="0"/>
              </a:spcBef>
              <a:spcAft>
                <a:spcPts val="0"/>
              </a:spcAft>
              <a:buClr>
                <a:srgbClr val="000000"/>
              </a:buClr>
              <a:buSzPts val="1000"/>
              <a:buNone/>
              <a:defRPr sz="1000">
                <a:solidFill>
                  <a:srgbClr val="000000"/>
                </a:solidFill>
              </a:defRPr>
            </a:lvl2pPr>
            <a:lvl3pPr lvl="2" rtl="0">
              <a:spcBef>
                <a:spcPts val="0"/>
              </a:spcBef>
              <a:spcAft>
                <a:spcPts val="0"/>
              </a:spcAft>
              <a:buClr>
                <a:srgbClr val="000000"/>
              </a:buClr>
              <a:buSzPts val="1000"/>
              <a:buNone/>
              <a:defRPr sz="1000">
                <a:solidFill>
                  <a:srgbClr val="000000"/>
                </a:solidFill>
              </a:defRPr>
            </a:lvl3pPr>
            <a:lvl4pPr lvl="3" rtl="0">
              <a:spcBef>
                <a:spcPts val="0"/>
              </a:spcBef>
              <a:spcAft>
                <a:spcPts val="0"/>
              </a:spcAft>
              <a:buClr>
                <a:srgbClr val="000000"/>
              </a:buClr>
              <a:buSzPts val="1000"/>
              <a:buNone/>
              <a:defRPr sz="1000">
                <a:solidFill>
                  <a:srgbClr val="000000"/>
                </a:solidFill>
              </a:defRPr>
            </a:lvl4pPr>
            <a:lvl5pPr lvl="4" rtl="0">
              <a:spcBef>
                <a:spcPts val="0"/>
              </a:spcBef>
              <a:spcAft>
                <a:spcPts val="0"/>
              </a:spcAft>
              <a:buClr>
                <a:srgbClr val="000000"/>
              </a:buClr>
              <a:buSzPts val="1000"/>
              <a:buNone/>
              <a:defRPr sz="1000">
                <a:solidFill>
                  <a:srgbClr val="000000"/>
                </a:solidFill>
              </a:defRPr>
            </a:lvl5pPr>
            <a:lvl6pPr lvl="5" rtl="0">
              <a:spcBef>
                <a:spcPts val="0"/>
              </a:spcBef>
              <a:spcAft>
                <a:spcPts val="0"/>
              </a:spcAft>
              <a:buClr>
                <a:srgbClr val="000000"/>
              </a:buClr>
              <a:buSzPts val="1000"/>
              <a:buNone/>
              <a:defRPr sz="1000">
                <a:solidFill>
                  <a:srgbClr val="000000"/>
                </a:solidFill>
              </a:defRPr>
            </a:lvl6pPr>
            <a:lvl7pPr lvl="6" rtl="0">
              <a:spcBef>
                <a:spcPts val="0"/>
              </a:spcBef>
              <a:spcAft>
                <a:spcPts val="0"/>
              </a:spcAft>
              <a:buClr>
                <a:srgbClr val="000000"/>
              </a:buClr>
              <a:buSzPts val="1000"/>
              <a:buNone/>
              <a:defRPr sz="1000">
                <a:solidFill>
                  <a:srgbClr val="000000"/>
                </a:solidFill>
              </a:defRPr>
            </a:lvl7pPr>
            <a:lvl8pPr lvl="7" rtl="0">
              <a:spcBef>
                <a:spcPts val="0"/>
              </a:spcBef>
              <a:spcAft>
                <a:spcPts val="0"/>
              </a:spcAft>
              <a:buClr>
                <a:srgbClr val="000000"/>
              </a:buClr>
              <a:buSzPts val="1000"/>
              <a:buNone/>
              <a:defRPr sz="1000">
                <a:solidFill>
                  <a:srgbClr val="000000"/>
                </a:solidFill>
              </a:defRPr>
            </a:lvl8pPr>
            <a:lvl9pPr lvl="8" rtl="0">
              <a:spcBef>
                <a:spcPts val="0"/>
              </a:spcBef>
              <a:spcAft>
                <a:spcPts val="0"/>
              </a:spcAft>
              <a:buClr>
                <a:srgbClr val="000000"/>
              </a:buClr>
              <a:buSzPts val="1000"/>
              <a:buNone/>
              <a:defRPr sz="1000">
                <a:solidFill>
                  <a:srgbClr val="000000"/>
                </a:solidFill>
              </a:defRPr>
            </a:lvl9pPr>
          </a:lstStyle>
          <a:p/>
        </p:txBody>
      </p:sp>
      <p:sp>
        <p:nvSpPr>
          <p:cNvPr id="1408" name="Google Shape;1408;p25"/>
          <p:cNvSpPr txBox="1"/>
          <p:nvPr>
            <p:ph idx="16" type="body"/>
          </p:nvPr>
        </p:nvSpPr>
        <p:spPr>
          <a:xfrm>
            <a:off x="641150" y="612125"/>
            <a:ext cx="1770300" cy="160500"/>
          </a:xfrm>
          <a:prstGeom prst="rect">
            <a:avLst/>
          </a:prstGeom>
          <a:noFill/>
          <a:ln>
            <a:noFill/>
          </a:ln>
        </p:spPr>
        <p:txBody>
          <a:bodyPr anchorCtr="0" anchor="t" bIns="0" lIns="0" spcFirstLastPara="1" rIns="0" wrap="square" tIns="0">
            <a:noAutofit/>
          </a:bodyPr>
          <a:lstStyle>
            <a:lvl1pPr indent="-292100" lvl="0" marL="457200" rtl="0" algn="ctr">
              <a:spcBef>
                <a:spcPts val="0"/>
              </a:spcBef>
              <a:spcAft>
                <a:spcPts val="0"/>
              </a:spcAft>
              <a:buClr>
                <a:srgbClr val="FFFFFF"/>
              </a:buClr>
              <a:buSzPts val="1000"/>
              <a:buChar char="●"/>
              <a:defRPr sz="1000">
                <a:solidFill>
                  <a:srgbClr val="FFFFFF"/>
                </a:solidFill>
              </a:defRPr>
            </a:lvl1pPr>
            <a:lvl2pPr indent="-292100" lvl="1" marL="914400" rtl="0" algn="ctr">
              <a:spcBef>
                <a:spcPts val="0"/>
              </a:spcBef>
              <a:spcAft>
                <a:spcPts val="0"/>
              </a:spcAft>
              <a:buClr>
                <a:srgbClr val="FFFFFF"/>
              </a:buClr>
              <a:buSzPts val="1000"/>
              <a:buChar char="○"/>
              <a:defRPr sz="1000">
                <a:solidFill>
                  <a:srgbClr val="FFFFFF"/>
                </a:solidFill>
              </a:defRPr>
            </a:lvl2pPr>
            <a:lvl3pPr indent="-292100" lvl="2" marL="1371600" rtl="0" algn="ctr">
              <a:spcBef>
                <a:spcPts val="0"/>
              </a:spcBef>
              <a:spcAft>
                <a:spcPts val="0"/>
              </a:spcAft>
              <a:buClr>
                <a:srgbClr val="FFFFFF"/>
              </a:buClr>
              <a:buSzPts val="1000"/>
              <a:buChar char="■"/>
              <a:defRPr sz="1000">
                <a:solidFill>
                  <a:srgbClr val="FFFFFF"/>
                </a:solidFill>
              </a:defRPr>
            </a:lvl3pPr>
            <a:lvl4pPr indent="-292100" lvl="3" marL="1828800" rtl="0" algn="ctr">
              <a:spcBef>
                <a:spcPts val="0"/>
              </a:spcBef>
              <a:spcAft>
                <a:spcPts val="0"/>
              </a:spcAft>
              <a:buClr>
                <a:srgbClr val="FFFFFF"/>
              </a:buClr>
              <a:buSzPts val="1000"/>
              <a:buChar char="●"/>
              <a:defRPr sz="1000">
                <a:solidFill>
                  <a:srgbClr val="FFFFFF"/>
                </a:solidFill>
              </a:defRPr>
            </a:lvl4pPr>
            <a:lvl5pPr indent="-292100" lvl="4" marL="2286000" rtl="0" algn="ctr">
              <a:spcBef>
                <a:spcPts val="0"/>
              </a:spcBef>
              <a:spcAft>
                <a:spcPts val="0"/>
              </a:spcAft>
              <a:buClr>
                <a:srgbClr val="FFFFFF"/>
              </a:buClr>
              <a:buSzPts val="1000"/>
              <a:buChar char="○"/>
              <a:defRPr sz="1000">
                <a:solidFill>
                  <a:srgbClr val="FFFFFF"/>
                </a:solidFill>
              </a:defRPr>
            </a:lvl5pPr>
            <a:lvl6pPr indent="-292100" lvl="5" marL="2743200" rtl="0" algn="ctr">
              <a:spcBef>
                <a:spcPts val="0"/>
              </a:spcBef>
              <a:spcAft>
                <a:spcPts val="0"/>
              </a:spcAft>
              <a:buClr>
                <a:srgbClr val="FFFFFF"/>
              </a:buClr>
              <a:buSzPts val="1000"/>
              <a:buChar char="■"/>
              <a:defRPr sz="1000">
                <a:solidFill>
                  <a:srgbClr val="FFFFFF"/>
                </a:solidFill>
              </a:defRPr>
            </a:lvl6pPr>
            <a:lvl7pPr indent="-292100" lvl="6" marL="3200400" rtl="0" algn="ctr">
              <a:spcBef>
                <a:spcPts val="0"/>
              </a:spcBef>
              <a:spcAft>
                <a:spcPts val="0"/>
              </a:spcAft>
              <a:buClr>
                <a:srgbClr val="FFFFFF"/>
              </a:buClr>
              <a:buSzPts val="1000"/>
              <a:buChar char="●"/>
              <a:defRPr sz="1000">
                <a:solidFill>
                  <a:srgbClr val="FFFFFF"/>
                </a:solidFill>
              </a:defRPr>
            </a:lvl7pPr>
            <a:lvl8pPr indent="-292100" lvl="7" marL="3657600" rtl="0" algn="ctr">
              <a:spcBef>
                <a:spcPts val="0"/>
              </a:spcBef>
              <a:spcAft>
                <a:spcPts val="0"/>
              </a:spcAft>
              <a:buClr>
                <a:srgbClr val="FFFFFF"/>
              </a:buClr>
              <a:buSzPts val="1000"/>
              <a:buChar char="○"/>
              <a:defRPr sz="1000">
                <a:solidFill>
                  <a:srgbClr val="FFFFFF"/>
                </a:solidFill>
              </a:defRPr>
            </a:lvl8pPr>
            <a:lvl9pPr indent="-292100" lvl="8" marL="4114800" rtl="0" algn="ctr">
              <a:spcBef>
                <a:spcPts val="0"/>
              </a:spcBef>
              <a:spcAft>
                <a:spcPts val="0"/>
              </a:spcAft>
              <a:buClr>
                <a:srgbClr val="FFFFFF"/>
              </a:buClr>
              <a:buSzPts val="1000"/>
              <a:buChar char="■"/>
              <a:defRPr sz="1000">
                <a:solidFill>
                  <a:srgbClr val="FFFFFF"/>
                </a:solidFill>
              </a:defRPr>
            </a:lvl9pPr>
          </a:lstStyle>
          <a:p/>
        </p:txBody>
      </p:sp>
      <p:sp>
        <p:nvSpPr>
          <p:cNvPr id="1409" name="Google Shape;1409;p25"/>
          <p:cNvSpPr txBox="1"/>
          <p:nvPr/>
        </p:nvSpPr>
        <p:spPr>
          <a:xfrm>
            <a:off x="84825" y="598125"/>
            <a:ext cx="595500" cy="205800"/>
          </a:xfrm>
          <a:prstGeom prst="rect">
            <a:avLst/>
          </a:prstGeom>
          <a:noFill/>
          <a:ln>
            <a:noFill/>
          </a:ln>
        </p:spPr>
        <p:txBody>
          <a:bodyPr anchorCtr="0" anchor="t" bIns="18000" lIns="18000" spcFirstLastPara="1" rIns="18000" wrap="square" tIns="18000">
            <a:spAutoFit/>
          </a:bodyPr>
          <a:lstStyle/>
          <a:p>
            <a:pPr indent="0" lvl="0" marL="0" rtl="0" algn="l">
              <a:spcBef>
                <a:spcPts val="0"/>
              </a:spcBef>
              <a:spcAft>
                <a:spcPts val="0"/>
              </a:spcAft>
              <a:buNone/>
            </a:pPr>
            <a:r>
              <a:rPr lang="es-419" sz="1100">
                <a:solidFill>
                  <a:srgbClr val="FFFFFF"/>
                </a:solidFill>
              </a:rPr>
              <a:t>Nombre:</a:t>
            </a:r>
            <a:endParaRPr sz="1100">
              <a:solidFill>
                <a:srgbClr val="FFFFFF"/>
              </a:solidFill>
            </a:endParaRPr>
          </a:p>
        </p:txBody>
      </p:sp>
    </p:spTree>
  </p:cSld>
  <p:clrMapOvr>
    <a:masterClrMapping/>
  </p:clrMapOvr>
</p:sldLayout>
</file>

<file path=ppt/slideLayouts/slideLayout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5.2 Requisitos Funcionales">
  <p:cSld name="TITLE_3_6_1_1_1_1_1_1_1_1_1_1_1_1_1_1_1_1_1_1_1_1_1_1_1">
    <p:spTree>
      <p:nvGrpSpPr>
        <p:cNvPr id="1410" name="Shape 1410"/>
        <p:cNvGrpSpPr/>
        <p:nvPr/>
      </p:nvGrpSpPr>
      <p:grpSpPr>
        <a:xfrm>
          <a:off x="0" y="0"/>
          <a:ext cx="0" cy="0"/>
          <a:chOff x="0" y="0"/>
          <a:chExt cx="0" cy="0"/>
        </a:xfrm>
      </p:grpSpPr>
      <p:sp>
        <p:nvSpPr>
          <p:cNvPr id="1411" name="Google Shape;1411;p26"/>
          <p:cNvSpPr/>
          <p:nvPr/>
        </p:nvSpPr>
        <p:spPr>
          <a:xfrm>
            <a:off x="77688" y="358938"/>
            <a:ext cx="9935700" cy="6438000"/>
          </a:xfrm>
          <a:prstGeom prst="roundRect">
            <a:avLst>
              <a:gd fmla="val 2618" name="adj"/>
            </a:avLst>
          </a:prstGeom>
          <a:solidFill>
            <a:srgbClr val="FFFFFF"/>
          </a:solidFill>
          <a:ln cap="flat" cmpd="sng" w="38100">
            <a:solidFill>
              <a:srgbClr val="000000"/>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412" name="Google Shape;1412;p26"/>
          <p:cNvCxnSpPr/>
          <p:nvPr/>
        </p:nvCxnSpPr>
        <p:spPr>
          <a:xfrm>
            <a:off x="77688" y="772614"/>
            <a:ext cx="9935700" cy="0"/>
          </a:xfrm>
          <a:prstGeom prst="straightConnector1">
            <a:avLst/>
          </a:prstGeom>
          <a:noFill/>
          <a:ln cap="flat" cmpd="sng" w="19050">
            <a:solidFill>
              <a:srgbClr val="000000"/>
            </a:solidFill>
            <a:prstDash val="solid"/>
            <a:round/>
            <a:headEnd len="med" w="med" type="none"/>
            <a:tailEnd len="med" w="med" type="none"/>
          </a:ln>
        </p:spPr>
      </p:cxnSp>
      <p:cxnSp>
        <p:nvCxnSpPr>
          <p:cNvPr id="1413" name="Google Shape;1413;p26"/>
          <p:cNvCxnSpPr/>
          <p:nvPr/>
        </p:nvCxnSpPr>
        <p:spPr>
          <a:xfrm rot="10800000">
            <a:off x="2439038" y="368188"/>
            <a:ext cx="0" cy="402300"/>
          </a:xfrm>
          <a:prstGeom prst="straightConnector1">
            <a:avLst/>
          </a:prstGeom>
          <a:noFill/>
          <a:ln cap="flat" cmpd="sng" w="19050">
            <a:solidFill>
              <a:srgbClr val="000000"/>
            </a:solidFill>
            <a:prstDash val="solid"/>
            <a:round/>
            <a:headEnd len="med" w="med" type="none"/>
            <a:tailEnd len="med" w="med" type="none"/>
          </a:ln>
        </p:spPr>
      </p:cxnSp>
      <p:sp>
        <p:nvSpPr>
          <p:cNvPr id="1414" name="Google Shape;1414;p26"/>
          <p:cNvSpPr/>
          <p:nvPr/>
        </p:nvSpPr>
        <p:spPr>
          <a:xfrm>
            <a:off x="77688" y="349338"/>
            <a:ext cx="2361300" cy="421200"/>
          </a:xfrm>
          <a:prstGeom prst="roundRect">
            <a:avLst>
              <a:gd fmla="val 50000" name="adj"/>
            </a:avLst>
          </a:prstGeom>
          <a:solidFill>
            <a:srgbClr val="000000"/>
          </a:solidFill>
          <a:ln cap="flat" cmpd="sng" w="9525">
            <a:solidFill>
              <a:srgbClr val="000000"/>
            </a:solidFill>
            <a:prstDash val="solid"/>
            <a:round/>
            <a:headEnd len="sm" w="sm" type="none"/>
            <a:tailEnd len="sm" w="sm" type="none"/>
          </a:ln>
        </p:spPr>
        <p:txBody>
          <a:bodyPr anchorCtr="0" anchor="ctr" bIns="91425" lIns="0" spcFirstLastPara="1" rIns="0" wrap="square" tIns="91425">
            <a:noAutofit/>
          </a:bodyPr>
          <a:lstStyle/>
          <a:p>
            <a:pPr indent="0" lvl="0" marL="0" rtl="0" algn="ctr">
              <a:spcBef>
                <a:spcPts val="0"/>
              </a:spcBef>
              <a:spcAft>
                <a:spcPts val="0"/>
              </a:spcAft>
              <a:buNone/>
            </a:pPr>
            <a:r>
              <a:rPr b="1" lang="es-419" sz="1100">
                <a:solidFill>
                  <a:srgbClr val="FFFFFF"/>
                </a:solidFill>
              </a:rPr>
              <a:t>Requisitos Funcionales</a:t>
            </a:r>
            <a:endParaRPr b="1" sz="1100">
              <a:solidFill>
                <a:srgbClr val="FFFFFF"/>
              </a:solidFill>
            </a:endParaRPr>
          </a:p>
          <a:p>
            <a:pPr indent="0" lvl="0" marL="0" rtl="0" algn="ctr">
              <a:spcBef>
                <a:spcPts val="0"/>
              </a:spcBef>
              <a:spcAft>
                <a:spcPts val="0"/>
              </a:spcAft>
              <a:buNone/>
            </a:pPr>
            <a:r>
              <a:t/>
            </a:r>
            <a:endParaRPr b="1" sz="1200">
              <a:solidFill>
                <a:srgbClr val="FFFFFF"/>
              </a:solidFill>
            </a:endParaRPr>
          </a:p>
        </p:txBody>
      </p:sp>
      <p:sp>
        <p:nvSpPr>
          <p:cNvPr id="1415" name="Google Shape;1415;p26"/>
          <p:cNvSpPr/>
          <p:nvPr/>
        </p:nvSpPr>
        <p:spPr>
          <a:xfrm>
            <a:off x="83988" y="595504"/>
            <a:ext cx="190200" cy="1692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 name="Google Shape;1416;p26"/>
          <p:cNvSpPr/>
          <p:nvPr/>
        </p:nvSpPr>
        <p:spPr>
          <a:xfrm>
            <a:off x="2350598" y="358950"/>
            <a:ext cx="88500" cy="4023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 name="Google Shape;1417;p26"/>
          <p:cNvSpPr/>
          <p:nvPr/>
        </p:nvSpPr>
        <p:spPr>
          <a:xfrm>
            <a:off x="2277739" y="663750"/>
            <a:ext cx="88500" cy="1089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 name="Google Shape;1418;p26"/>
          <p:cNvSpPr/>
          <p:nvPr/>
        </p:nvSpPr>
        <p:spPr>
          <a:xfrm>
            <a:off x="1750950" y="841370"/>
            <a:ext cx="8016600" cy="402300"/>
          </a:xfrm>
          <a:prstGeom prst="roundRect">
            <a:avLst>
              <a:gd fmla="val 9450" name="adj"/>
            </a:avLst>
          </a:prstGeom>
          <a:solidFill>
            <a:srgbClr val="F4CCCC"/>
          </a:solidFill>
          <a:ln cap="flat" cmpd="sng" w="9525">
            <a:solidFill>
              <a:srgbClr val="F4CCCC"/>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6000" spcFirstLastPara="1" rIns="0" wrap="square" tIns="0">
            <a:noAutofit/>
          </a:bodyPr>
          <a:lstStyle/>
          <a:p>
            <a:pPr indent="0" lvl="0" marL="0" marR="0" rtl="0" algn="ctr">
              <a:lnSpc>
                <a:spcPct val="100000"/>
              </a:lnSpc>
              <a:spcBef>
                <a:spcPts val="0"/>
              </a:spcBef>
              <a:spcAft>
                <a:spcPts val="0"/>
              </a:spcAft>
              <a:buClr>
                <a:srgbClr val="000000"/>
              </a:buClr>
              <a:buSzPts val="1100"/>
              <a:buFont typeface="Arial"/>
              <a:buNone/>
            </a:pPr>
            <a:r>
              <a:rPr b="1" lang="es-419" sz="1200">
                <a:latin typeface="Arvo"/>
                <a:ea typeface="Arvo"/>
                <a:cs typeface="Arvo"/>
                <a:sym typeface="Arvo"/>
              </a:rPr>
              <a:t>Descripción</a:t>
            </a:r>
            <a:endParaRPr b="1" i="0" sz="1200" u="none" cap="none" strike="noStrike">
              <a:solidFill>
                <a:srgbClr val="000000"/>
              </a:solidFill>
              <a:latin typeface="Arvo"/>
              <a:ea typeface="Arvo"/>
              <a:cs typeface="Arvo"/>
              <a:sym typeface="Arvo"/>
            </a:endParaRPr>
          </a:p>
        </p:txBody>
      </p:sp>
      <p:sp>
        <p:nvSpPr>
          <p:cNvPr id="1419" name="Google Shape;1419;p26"/>
          <p:cNvSpPr/>
          <p:nvPr/>
        </p:nvSpPr>
        <p:spPr>
          <a:xfrm>
            <a:off x="312350" y="841370"/>
            <a:ext cx="1287300" cy="402300"/>
          </a:xfrm>
          <a:prstGeom prst="roundRect">
            <a:avLst>
              <a:gd fmla="val 16667" name="adj"/>
            </a:avLst>
          </a:prstGeom>
          <a:solidFill>
            <a:srgbClr val="FFF2CC"/>
          </a:solidFill>
          <a:ln cap="flat" cmpd="sng" w="9525">
            <a:solidFill>
              <a:srgbClr val="FFF2CC"/>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36000" lIns="0" spcFirstLastPara="1" rIns="0" wrap="square" tIns="36000">
            <a:noAutofit/>
          </a:bodyPr>
          <a:lstStyle/>
          <a:p>
            <a:pPr indent="0" lvl="0" marL="0" marR="0" rtl="0" algn="ctr">
              <a:lnSpc>
                <a:spcPct val="100000"/>
              </a:lnSpc>
              <a:spcBef>
                <a:spcPts val="0"/>
              </a:spcBef>
              <a:spcAft>
                <a:spcPts val="0"/>
              </a:spcAft>
              <a:buClr>
                <a:srgbClr val="000000"/>
              </a:buClr>
              <a:buSzPts val="1100"/>
              <a:buFont typeface="Arial"/>
              <a:buNone/>
            </a:pPr>
            <a:r>
              <a:rPr b="1" lang="es-419" sz="1200">
                <a:latin typeface="Arvo"/>
                <a:ea typeface="Arvo"/>
                <a:cs typeface="Arvo"/>
                <a:sym typeface="Arvo"/>
              </a:rPr>
              <a:t>Código</a:t>
            </a:r>
            <a:endParaRPr b="1" sz="1200">
              <a:latin typeface="Arvo"/>
              <a:ea typeface="Arvo"/>
              <a:cs typeface="Arvo"/>
              <a:sym typeface="Arvo"/>
            </a:endParaRPr>
          </a:p>
        </p:txBody>
      </p:sp>
      <p:sp>
        <p:nvSpPr>
          <p:cNvPr id="1420" name="Google Shape;1420;p26"/>
          <p:cNvSpPr/>
          <p:nvPr/>
        </p:nvSpPr>
        <p:spPr>
          <a:xfrm>
            <a:off x="1750946" y="1344235"/>
            <a:ext cx="8016600" cy="3135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600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t/>
            </a:r>
            <a:endParaRPr b="1" i="0" sz="1800" u="none" cap="none" strike="noStrike">
              <a:solidFill>
                <a:srgbClr val="000000"/>
              </a:solidFill>
              <a:latin typeface="Roboto"/>
              <a:ea typeface="Roboto"/>
              <a:cs typeface="Roboto"/>
              <a:sym typeface="Roboto"/>
            </a:endParaRPr>
          </a:p>
        </p:txBody>
      </p:sp>
      <p:sp>
        <p:nvSpPr>
          <p:cNvPr id="1421" name="Google Shape;1421;p26"/>
          <p:cNvSpPr/>
          <p:nvPr/>
        </p:nvSpPr>
        <p:spPr>
          <a:xfrm>
            <a:off x="312351" y="1344235"/>
            <a:ext cx="1287300" cy="313500"/>
          </a:xfrm>
          <a:prstGeom prst="roundRect">
            <a:avLst>
              <a:gd fmla="val 16667" name="adj"/>
            </a:avLst>
          </a:prstGeom>
          <a:solidFill>
            <a:srgbClr val="FFF2CC"/>
          </a:solidFill>
          <a:ln>
            <a:noFill/>
          </a:ln>
          <a:effectLst>
            <a:outerShdw blurRad="57150" rotWithShape="0" algn="bl" dir="5400000" dist="19050">
              <a:srgbClr val="000000">
                <a:alpha val="49800"/>
              </a:srgbClr>
            </a:outerShdw>
          </a:effectLst>
        </p:spPr>
        <p:txBody>
          <a:bodyPr anchorCtr="0" anchor="ctr" bIns="36000" lIns="0" spcFirstLastPara="1" rIns="0" wrap="square" tIns="36000">
            <a:noAutofit/>
          </a:bodyPr>
          <a:lstStyle/>
          <a:p>
            <a:pPr indent="0" lvl="0" marL="0" marR="0" rtl="0" algn="ctr">
              <a:lnSpc>
                <a:spcPct val="100000"/>
              </a:lnSpc>
              <a:spcBef>
                <a:spcPts val="0"/>
              </a:spcBef>
              <a:spcAft>
                <a:spcPts val="0"/>
              </a:spcAft>
              <a:buClr>
                <a:srgbClr val="000000"/>
              </a:buClr>
              <a:buSzPts val="1100"/>
              <a:buFont typeface="Arial"/>
              <a:buNone/>
            </a:pPr>
            <a:r>
              <a:t/>
            </a:r>
            <a:endParaRPr b="1" sz="1000">
              <a:latin typeface="Arvo"/>
              <a:ea typeface="Arvo"/>
              <a:cs typeface="Arvo"/>
              <a:sym typeface="Arvo"/>
            </a:endParaRPr>
          </a:p>
        </p:txBody>
      </p:sp>
      <p:sp>
        <p:nvSpPr>
          <p:cNvPr id="1422" name="Google Shape;1422;p26"/>
          <p:cNvSpPr/>
          <p:nvPr/>
        </p:nvSpPr>
        <p:spPr>
          <a:xfrm>
            <a:off x="1750946" y="1731060"/>
            <a:ext cx="8016600" cy="3135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600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t/>
            </a:r>
            <a:endParaRPr b="1" i="0" sz="1800" u="none" cap="none" strike="noStrike">
              <a:solidFill>
                <a:srgbClr val="000000"/>
              </a:solidFill>
              <a:latin typeface="Roboto"/>
              <a:ea typeface="Roboto"/>
              <a:cs typeface="Roboto"/>
              <a:sym typeface="Roboto"/>
            </a:endParaRPr>
          </a:p>
        </p:txBody>
      </p:sp>
      <p:sp>
        <p:nvSpPr>
          <p:cNvPr id="1423" name="Google Shape;1423;p26"/>
          <p:cNvSpPr/>
          <p:nvPr/>
        </p:nvSpPr>
        <p:spPr>
          <a:xfrm>
            <a:off x="312351" y="1731060"/>
            <a:ext cx="1287300" cy="313500"/>
          </a:xfrm>
          <a:prstGeom prst="roundRect">
            <a:avLst>
              <a:gd fmla="val 16667" name="adj"/>
            </a:avLst>
          </a:prstGeom>
          <a:solidFill>
            <a:srgbClr val="FFF2CC"/>
          </a:solidFill>
          <a:ln>
            <a:noFill/>
          </a:ln>
          <a:effectLst>
            <a:outerShdw blurRad="57150" rotWithShape="0" algn="bl" dir="5400000" dist="19050">
              <a:srgbClr val="000000">
                <a:alpha val="49800"/>
              </a:srgbClr>
            </a:outerShdw>
          </a:effectLst>
        </p:spPr>
        <p:txBody>
          <a:bodyPr anchorCtr="0" anchor="ctr" bIns="36000" lIns="0" spcFirstLastPara="1" rIns="0" wrap="square" tIns="36000">
            <a:noAutofit/>
          </a:bodyPr>
          <a:lstStyle/>
          <a:p>
            <a:pPr indent="0" lvl="0" marL="0" marR="0" rtl="0" algn="ctr">
              <a:lnSpc>
                <a:spcPct val="100000"/>
              </a:lnSpc>
              <a:spcBef>
                <a:spcPts val="0"/>
              </a:spcBef>
              <a:spcAft>
                <a:spcPts val="0"/>
              </a:spcAft>
              <a:buClr>
                <a:srgbClr val="000000"/>
              </a:buClr>
              <a:buSzPts val="1100"/>
              <a:buFont typeface="Arial"/>
              <a:buNone/>
            </a:pPr>
            <a:r>
              <a:t/>
            </a:r>
            <a:endParaRPr b="1" sz="1000">
              <a:latin typeface="Arvo"/>
              <a:ea typeface="Arvo"/>
              <a:cs typeface="Arvo"/>
              <a:sym typeface="Arvo"/>
            </a:endParaRPr>
          </a:p>
        </p:txBody>
      </p:sp>
      <p:sp>
        <p:nvSpPr>
          <p:cNvPr id="1424" name="Google Shape;1424;p26"/>
          <p:cNvSpPr/>
          <p:nvPr/>
        </p:nvSpPr>
        <p:spPr>
          <a:xfrm>
            <a:off x="1750946" y="2111591"/>
            <a:ext cx="8016600" cy="3135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600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t/>
            </a:r>
            <a:endParaRPr b="1" i="0" sz="1800" u="none" cap="none" strike="noStrike">
              <a:solidFill>
                <a:srgbClr val="000000"/>
              </a:solidFill>
              <a:latin typeface="Roboto"/>
              <a:ea typeface="Roboto"/>
              <a:cs typeface="Roboto"/>
              <a:sym typeface="Roboto"/>
            </a:endParaRPr>
          </a:p>
        </p:txBody>
      </p:sp>
      <p:sp>
        <p:nvSpPr>
          <p:cNvPr id="1425" name="Google Shape;1425;p26"/>
          <p:cNvSpPr/>
          <p:nvPr/>
        </p:nvSpPr>
        <p:spPr>
          <a:xfrm>
            <a:off x="312351" y="2111591"/>
            <a:ext cx="1287300" cy="313500"/>
          </a:xfrm>
          <a:prstGeom prst="roundRect">
            <a:avLst>
              <a:gd fmla="val 16667" name="adj"/>
            </a:avLst>
          </a:prstGeom>
          <a:solidFill>
            <a:srgbClr val="FFF2CC"/>
          </a:solidFill>
          <a:ln>
            <a:noFill/>
          </a:ln>
          <a:effectLst>
            <a:outerShdw blurRad="57150" rotWithShape="0" algn="bl" dir="5400000" dist="19050">
              <a:srgbClr val="000000">
                <a:alpha val="49800"/>
              </a:srgbClr>
            </a:outerShdw>
          </a:effectLst>
        </p:spPr>
        <p:txBody>
          <a:bodyPr anchorCtr="0" anchor="ctr" bIns="36000" lIns="0" spcFirstLastPara="1" rIns="0" wrap="square" tIns="36000">
            <a:noAutofit/>
          </a:bodyPr>
          <a:lstStyle/>
          <a:p>
            <a:pPr indent="0" lvl="0" marL="0" marR="0" rtl="0" algn="ctr">
              <a:lnSpc>
                <a:spcPct val="100000"/>
              </a:lnSpc>
              <a:spcBef>
                <a:spcPts val="0"/>
              </a:spcBef>
              <a:spcAft>
                <a:spcPts val="0"/>
              </a:spcAft>
              <a:buClr>
                <a:srgbClr val="000000"/>
              </a:buClr>
              <a:buSzPts val="1100"/>
              <a:buFont typeface="Arial"/>
              <a:buNone/>
            </a:pPr>
            <a:r>
              <a:t/>
            </a:r>
            <a:endParaRPr b="1" sz="1000">
              <a:latin typeface="Arvo"/>
              <a:ea typeface="Arvo"/>
              <a:cs typeface="Arvo"/>
              <a:sym typeface="Arvo"/>
            </a:endParaRPr>
          </a:p>
        </p:txBody>
      </p:sp>
      <p:sp>
        <p:nvSpPr>
          <p:cNvPr id="1426" name="Google Shape;1426;p26"/>
          <p:cNvSpPr/>
          <p:nvPr/>
        </p:nvSpPr>
        <p:spPr>
          <a:xfrm>
            <a:off x="1750946" y="2492122"/>
            <a:ext cx="8016600" cy="3135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600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t/>
            </a:r>
            <a:endParaRPr b="1" i="0" sz="1800" u="none" cap="none" strike="noStrike">
              <a:solidFill>
                <a:srgbClr val="000000"/>
              </a:solidFill>
              <a:latin typeface="Roboto"/>
              <a:ea typeface="Roboto"/>
              <a:cs typeface="Roboto"/>
              <a:sym typeface="Roboto"/>
            </a:endParaRPr>
          </a:p>
        </p:txBody>
      </p:sp>
      <p:sp>
        <p:nvSpPr>
          <p:cNvPr id="1427" name="Google Shape;1427;p26"/>
          <p:cNvSpPr/>
          <p:nvPr/>
        </p:nvSpPr>
        <p:spPr>
          <a:xfrm>
            <a:off x="312351" y="2492122"/>
            <a:ext cx="1287300" cy="313500"/>
          </a:xfrm>
          <a:prstGeom prst="roundRect">
            <a:avLst>
              <a:gd fmla="val 16667" name="adj"/>
            </a:avLst>
          </a:prstGeom>
          <a:solidFill>
            <a:srgbClr val="FFF2CC"/>
          </a:solidFill>
          <a:ln>
            <a:noFill/>
          </a:ln>
          <a:effectLst>
            <a:outerShdw blurRad="57150" rotWithShape="0" algn="bl" dir="5400000" dist="19050">
              <a:srgbClr val="000000">
                <a:alpha val="49800"/>
              </a:srgbClr>
            </a:outerShdw>
          </a:effectLst>
        </p:spPr>
        <p:txBody>
          <a:bodyPr anchorCtr="0" anchor="ctr" bIns="36000" lIns="0" spcFirstLastPara="1" rIns="0" wrap="square" tIns="36000">
            <a:noAutofit/>
          </a:bodyPr>
          <a:lstStyle/>
          <a:p>
            <a:pPr indent="0" lvl="0" marL="0" marR="0" rtl="0" algn="ctr">
              <a:lnSpc>
                <a:spcPct val="100000"/>
              </a:lnSpc>
              <a:spcBef>
                <a:spcPts val="0"/>
              </a:spcBef>
              <a:spcAft>
                <a:spcPts val="0"/>
              </a:spcAft>
              <a:buClr>
                <a:srgbClr val="000000"/>
              </a:buClr>
              <a:buSzPts val="1100"/>
              <a:buFont typeface="Arial"/>
              <a:buNone/>
            </a:pPr>
            <a:r>
              <a:t/>
            </a:r>
            <a:endParaRPr b="1" sz="1000">
              <a:latin typeface="Arvo"/>
              <a:ea typeface="Arvo"/>
              <a:cs typeface="Arvo"/>
              <a:sym typeface="Arvo"/>
            </a:endParaRPr>
          </a:p>
        </p:txBody>
      </p:sp>
      <p:sp>
        <p:nvSpPr>
          <p:cNvPr id="1428" name="Google Shape;1428;p26"/>
          <p:cNvSpPr/>
          <p:nvPr/>
        </p:nvSpPr>
        <p:spPr>
          <a:xfrm>
            <a:off x="1750946" y="2872328"/>
            <a:ext cx="8016600" cy="3135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600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t/>
            </a:r>
            <a:endParaRPr b="1" i="0" sz="1800" u="none" cap="none" strike="noStrike">
              <a:solidFill>
                <a:srgbClr val="000000"/>
              </a:solidFill>
              <a:latin typeface="Roboto"/>
              <a:ea typeface="Roboto"/>
              <a:cs typeface="Roboto"/>
              <a:sym typeface="Roboto"/>
            </a:endParaRPr>
          </a:p>
        </p:txBody>
      </p:sp>
      <p:sp>
        <p:nvSpPr>
          <p:cNvPr id="1429" name="Google Shape;1429;p26"/>
          <p:cNvSpPr/>
          <p:nvPr/>
        </p:nvSpPr>
        <p:spPr>
          <a:xfrm>
            <a:off x="312351" y="2872328"/>
            <a:ext cx="1287300" cy="313500"/>
          </a:xfrm>
          <a:prstGeom prst="roundRect">
            <a:avLst>
              <a:gd fmla="val 16667" name="adj"/>
            </a:avLst>
          </a:prstGeom>
          <a:solidFill>
            <a:srgbClr val="FFF2CC"/>
          </a:solidFill>
          <a:ln>
            <a:noFill/>
          </a:ln>
          <a:effectLst>
            <a:outerShdw blurRad="57150" rotWithShape="0" algn="bl" dir="5400000" dist="19050">
              <a:srgbClr val="000000">
                <a:alpha val="49800"/>
              </a:srgbClr>
            </a:outerShdw>
          </a:effectLst>
        </p:spPr>
        <p:txBody>
          <a:bodyPr anchorCtr="0" anchor="ctr" bIns="36000" lIns="0" spcFirstLastPara="1" rIns="0" wrap="square" tIns="36000">
            <a:noAutofit/>
          </a:bodyPr>
          <a:lstStyle/>
          <a:p>
            <a:pPr indent="0" lvl="0" marL="0" marR="0" rtl="0" algn="ctr">
              <a:lnSpc>
                <a:spcPct val="100000"/>
              </a:lnSpc>
              <a:spcBef>
                <a:spcPts val="0"/>
              </a:spcBef>
              <a:spcAft>
                <a:spcPts val="0"/>
              </a:spcAft>
              <a:buClr>
                <a:srgbClr val="000000"/>
              </a:buClr>
              <a:buSzPts val="1100"/>
              <a:buFont typeface="Arial"/>
              <a:buNone/>
            </a:pPr>
            <a:r>
              <a:t/>
            </a:r>
            <a:endParaRPr b="1" sz="1000">
              <a:latin typeface="Arvo"/>
              <a:ea typeface="Arvo"/>
              <a:cs typeface="Arvo"/>
              <a:sym typeface="Arvo"/>
            </a:endParaRPr>
          </a:p>
        </p:txBody>
      </p:sp>
      <p:sp>
        <p:nvSpPr>
          <p:cNvPr id="1430" name="Google Shape;1430;p26"/>
          <p:cNvSpPr/>
          <p:nvPr/>
        </p:nvSpPr>
        <p:spPr>
          <a:xfrm>
            <a:off x="1750946" y="3259478"/>
            <a:ext cx="8016600" cy="3135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600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t/>
            </a:r>
            <a:endParaRPr b="1" i="0" sz="1800" u="none" cap="none" strike="noStrike">
              <a:solidFill>
                <a:srgbClr val="000000"/>
              </a:solidFill>
              <a:latin typeface="Roboto"/>
              <a:ea typeface="Roboto"/>
              <a:cs typeface="Roboto"/>
              <a:sym typeface="Roboto"/>
            </a:endParaRPr>
          </a:p>
        </p:txBody>
      </p:sp>
      <p:sp>
        <p:nvSpPr>
          <p:cNvPr id="1431" name="Google Shape;1431;p26"/>
          <p:cNvSpPr/>
          <p:nvPr/>
        </p:nvSpPr>
        <p:spPr>
          <a:xfrm>
            <a:off x="312351" y="3259478"/>
            <a:ext cx="1287300" cy="313500"/>
          </a:xfrm>
          <a:prstGeom prst="roundRect">
            <a:avLst>
              <a:gd fmla="val 16667" name="adj"/>
            </a:avLst>
          </a:prstGeom>
          <a:solidFill>
            <a:srgbClr val="FFF2CC"/>
          </a:solidFill>
          <a:ln>
            <a:noFill/>
          </a:ln>
          <a:effectLst>
            <a:outerShdw blurRad="57150" rotWithShape="0" algn="bl" dir="5400000" dist="19050">
              <a:srgbClr val="000000">
                <a:alpha val="49800"/>
              </a:srgbClr>
            </a:outerShdw>
          </a:effectLst>
        </p:spPr>
        <p:txBody>
          <a:bodyPr anchorCtr="0" anchor="ctr" bIns="36000" lIns="0" spcFirstLastPara="1" rIns="0" wrap="square" tIns="36000">
            <a:noAutofit/>
          </a:bodyPr>
          <a:lstStyle/>
          <a:p>
            <a:pPr indent="0" lvl="0" marL="0" marR="0" rtl="0" algn="ctr">
              <a:lnSpc>
                <a:spcPct val="100000"/>
              </a:lnSpc>
              <a:spcBef>
                <a:spcPts val="0"/>
              </a:spcBef>
              <a:spcAft>
                <a:spcPts val="0"/>
              </a:spcAft>
              <a:buClr>
                <a:srgbClr val="000000"/>
              </a:buClr>
              <a:buSzPts val="1100"/>
              <a:buFont typeface="Arial"/>
              <a:buNone/>
            </a:pPr>
            <a:r>
              <a:t/>
            </a:r>
            <a:endParaRPr b="1" sz="1000">
              <a:latin typeface="Arvo"/>
              <a:ea typeface="Arvo"/>
              <a:cs typeface="Arvo"/>
              <a:sym typeface="Arvo"/>
            </a:endParaRPr>
          </a:p>
        </p:txBody>
      </p:sp>
      <p:sp>
        <p:nvSpPr>
          <p:cNvPr id="1432" name="Google Shape;1432;p26"/>
          <p:cNvSpPr txBox="1"/>
          <p:nvPr>
            <p:ph idx="1" type="subTitle"/>
          </p:nvPr>
        </p:nvSpPr>
        <p:spPr>
          <a:xfrm>
            <a:off x="1742676" y="1346206"/>
            <a:ext cx="8028600" cy="313500"/>
          </a:xfrm>
          <a:prstGeom prst="rect">
            <a:avLst/>
          </a:prstGeom>
          <a:noFill/>
          <a:ln>
            <a:noFill/>
          </a:ln>
        </p:spPr>
        <p:txBody>
          <a:bodyPr anchorCtr="0" anchor="ctr" bIns="36000" lIns="54000" spcFirstLastPara="1" rIns="36000" wrap="square" tIns="36000">
            <a:noAutofit/>
          </a:bodyPr>
          <a:lstStyle>
            <a:lvl1pPr lvl="0"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1433" name="Google Shape;1433;p26"/>
          <p:cNvSpPr/>
          <p:nvPr/>
        </p:nvSpPr>
        <p:spPr>
          <a:xfrm>
            <a:off x="1750946" y="3653247"/>
            <a:ext cx="8016600" cy="3135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600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t/>
            </a:r>
            <a:endParaRPr b="1" i="0" sz="1800" u="none" cap="none" strike="noStrike">
              <a:solidFill>
                <a:srgbClr val="000000"/>
              </a:solidFill>
              <a:latin typeface="Roboto"/>
              <a:ea typeface="Roboto"/>
              <a:cs typeface="Roboto"/>
              <a:sym typeface="Roboto"/>
            </a:endParaRPr>
          </a:p>
        </p:txBody>
      </p:sp>
      <p:sp>
        <p:nvSpPr>
          <p:cNvPr id="1434" name="Google Shape;1434;p26"/>
          <p:cNvSpPr/>
          <p:nvPr/>
        </p:nvSpPr>
        <p:spPr>
          <a:xfrm>
            <a:off x="312351" y="3653247"/>
            <a:ext cx="1287300" cy="313500"/>
          </a:xfrm>
          <a:prstGeom prst="roundRect">
            <a:avLst>
              <a:gd fmla="val 16667" name="adj"/>
            </a:avLst>
          </a:prstGeom>
          <a:solidFill>
            <a:srgbClr val="FFF2CC"/>
          </a:solidFill>
          <a:ln>
            <a:noFill/>
          </a:ln>
          <a:effectLst>
            <a:outerShdw blurRad="57150" rotWithShape="0" algn="bl" dir="5400000" dist="19050">
              <a:srgbClr val="000000">
                <a:alpha val="49800"/>
              </a:srgbClr>
            </a:outerShdw>
          </a:effectLst>
        </p:spPr>
        <p:txBody>
          <a:bodyPr anchorCtr="0" anchor="ctr" bIns="36000" lIns="0" spcFirstLastPara="1" rIns="0" wrap="square" tIns="36000">
            <a:noAutofit/>
          </a:bodyPr>
          <a:lstStyle/>
          <a:p>
            <a:pPr indent="0" lvl="0" marL="0" marR="0" rtl="0" algn="ctr">
              <a:lnSpc>
                <a:spcPct val="100000"/>
              </a:lnSpc>
              <a:spcBef>
                <a:spcPts val="0"/>
              </a:spcBef>
              <a:spcAft>
                <a:spcPts val="0"/>
              </a:spcAft>
              <a:buClr>
                <a:srgbClr val="000000"/>
              </a:buClr>
              <a:buSzPts val="1100"/>
              <a:buFont typeface="Arial"/>
              <a:buNone/>
            </a:pPr>
            <a:r>
              <a:t/>
            </a:r>
            <a:endParaRPr b="1" sz="1000">
              <a:latin typeface="Arvo"/>
              <a:ea typeface="Arvo"/>
              <a:cs typeface="Arvo"/>
              <a:sym typeface="Arvo"/>
            </a:endParaRPr>
          </a:p>
        </p:txBody>
      </p:sp>
      <p:sp>
        <p:nvSpPr>
          <p:cNvPr id="1435" name="Google Shape;1435;p26"/>
          <p:cNvSpPr txBox="1"/>
          <p:nvPr>
            <p:ph idx="2" type="subTitle"/>
          </p:nvPr>
        </p:nvSpPr>
        <p:spPr>
          <a:xfrm>
            <a:off x="1742676" y="1746593"/>
            <a:ext cx="8028600" cy="313500"/>
          </a:xfrm>
          <a:prstGeom prst="rect">
            <a:avLst/>
          </a:prstGeom>
          <a:noFill/>
          <a:ln>
            <a:noFill/>
          </a:ln>
        </p:spPr>
        <p:txBody>
          <a:bodyPr anchorCtr="0" anchor="ctr" bIns="36000" lIns="54000" spcFirstLastPara="1" rIns="36000" wrap="square" tIns="36000">
            <a:noAutofit/>
          </a:bodyPr>
          <a:lstStyle>
            <a:lvl1pPr lvl="0"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1436" name="Google Shape;1436;p26"/>
          <p:cNvSpPr txBox="1"/>
          <p:nvPr>
            <p:ph idx="3" type="subTitle"/>
          </p:nvPr>
        </p:nvSpPr>
        <p:spPr>
          <a:xfrm>
            <a:off x="1742676" y="2126799"/>
            <a:ext cx="8028600" cy="313500"/>
          </a:xfrm>
          <a:prstGeom prst="rect">
            <a:avLst/>
          </a:prstGeom>
          <a:noFill/>
          <a:ln>
            <a:noFill/>
          </a:ln>
        </p:spPr>
        <p:txBody>
          <a:bodyPr anchorCtr="0" anchor="ctr" bIns="36000" lIns="54000" spcFirstLastPara="1" rIns="36000" wrap="square" tIns="36000">
            <a:noAutofit/>
          </a:bodyPr>
          <a:lstStyle>
            <a:lvl1pPr lvl="0"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1437" name="Google Shape;1437;p26"/>
          <p:cNvSpPr txBox="1"/>
          <p:nvPr>
            <p:ph idx="4" type="subTitle"/>
          </p:nvPr>
        </p:nvSpPr>
        <p:spPr>
          <a:xfrm>
            <a:off x="1742676" y="2493767"/>
            <a:ext cx="8028600" cy="313500"/>
          </a:xfrm>
          <a:prstGeom prst="rect">
            <a:avLst/>
          </a:prstGeom>
          <a:noFill/>
          <a:ln>
            <a:noFill/>
          </a:ln>
        </p:spPr>
        <p:txBody>
          <a:bodyPr anchorCtr="0" anchor="ctr" bIns="36000" lIns="54000" spcFirstLastPara="1" rIns="36000" wrap="square" tIns="36000">
            <a:noAutofit/>
          </a:bodyPr>
          <a:lstStyle>
            <a:lvl1pPr lvl="0"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1438" name="Google Shape;1438;p26"/>
          <p:cNvSpPr txBox="1"/>
          <p:nvPr>
            <p:ph idx="5" type="subTitle"/>
          </p:nvPr>
        </p:nvSpPr>
        <p:spPr>
          <a:xfrm>
            <a:off x="1742676" y="2880917"/>
            <a:ext cx="8028600" cy="313500"/>
          </a:xfrm>
          <a:prstGeom prst="rect">
            <a:avLst/>
          </a:prstGeom>
          <a:noFill/>
          <a:ln>
            <a:noFill/>
          </a:ln>
        </p:spPr>
        <p:txBody>
          <a:bodyPr anchorCtr="0" anchor="ctr" bIns="36000" lIns="54000" spcFirstLastPara="1" rIns="36000" wrap="square" tIns="36000">
            <a:noAutofit/>
          </a:bodyPr>
          <a:lstStyle>
            <a:lvl1pPr lvl="0"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1439" name="Google Shape;1439;p26"/>
          <p:cNvSpPr txBox="1"/>
          <p:nvPr>
            <p:ph idx="6" type="subTitle"/>
          </p:nvPr>
        </p:nvSpPr>
        <p:spPr>
          <a:xfrm>
            <a:off x="1742676" y="3261123"/>
            <a:ext cx="8028600" cy="313500"/>
          </a:xfrm>
          <a:prstGeom prst="rect">
            <a:avLst/>
          </a:prstGeom>
          <a:noFill/>
          <a:ln>
            <a:noFill/>
          </a:ln>
        </p:spPr>
        <p:txBody>
          <a:bodyPr anchorCtr="0" anchor="ctr" bIns="36000" lIns="54000" spcFirstLastPara="1" rIns="36000" wrap="square" tIns="36000">
            <a:noAutofit/>
          </a:bodyPr>
          <a:lstStyle>
            <a:lvl1pPr lvl="0"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1440" name="Google Shape;1440;p26"/>
          <p:cNvSpPr txBox="1"/>
          <p:nvPr>
            <p:ph idx="7" type="subTitle"/>
          </p:nvPr>
        </p:nvSpPr>
        <p:spPr>
          <a:xfrm>
            <a:off x="1742676" y="3661511"/>
            <a:ext cx="8028600" cy="313500"/>
          </a:xfrm>
          <a:prstGeom prst="rect">
            <a:avLst/>
          </a:prstGeom>
          <a:noFill/>
          <a:ln>
            <a:noFill/>
          </a:ln>
        </p:spPr>
        <p:txBody>
          <a:bodyPr anchorCtr="0" anchor="ctr" bIns="36000" lIns="54000" spcFirstLastPara="1" rIns="36000" wrap="square" tIns="36000">
            <a:noAutofit/>
          </a:bodyPr>
          <a:lstStyle>
            <a:lvl1pPr lvl="0"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1441" name="Google Shape;1441;p26"/>
          <p:cNvSpPr txBox="1"/>
          <p:nvPr>
            <p:ph idx="8" type="subTitle"/>
          </p:nvPr>
        </p:nvSpPr>
        <p:spPr>
          <a:xfrm>
            <a:off x="294875" y="1346206"/>
            <a:ext cx="1302600" cy="313500"/>
          </a:xfrm>
          <a:prstGeom prst="rect">
            <a:avLst/>
          </a:prstGeom>
          <a:noFill/>
          <a:ln>
            <a:noFill/>
          </a:ln>
        </p:spPr>
        <p:txBody>
          <a:bodyPr anchorCtr="0" anchor="ctr" bIns="36000" lIns="72000" spcFirstLastPara="1" rIns="72000" wrap="square" tIns="36000">
            <a:noAutofit/>
          </a:bodyPr>
          <a:lstStyle>
            <a:lvl1pPr lvl="0"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1442" name="Google Shape;1442;p26"/>
          <p:cNvSpPr txBox="1"/>
          <p:nvPr>
            <p:ph idx="9" type="subTitle"/>
          </p:nvPr>
        </p:nvSpPr>
        <p:spPr>
          <a:xfrm>
            <a:off x="294875" y="1739975"/>
            <a:ext cx="1302600" cy="313500"/>
          </a:xfrm>
          <a:prstGeom prst="rect">
            <a:avLst/>
          </a:prstGeom>
          <a:noFill/>
          <a:ln>
            <a:noFill/>
          </a:ln>
        </p:spPr>
        <p:txBody>
          <a:bodyPr anchorCtr="0" anchor="ctr" bIns="36000" lIns="72000" spcFirstLastPara="1" rIns="72000" wrap="square" tIns="36000">
            <a:noAutofit/>
          </a:bodyPr>
          <a:lstStyle>
            <a:lvl1pPr lvl="0"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1443" name="Google Shape;1443;p26"/>
          <p:cNvSpPr txBox="1"/>
          <p:nvPr>
            <p:ph idx="13" type="subTitle"/>
          </p:nvPr>
        </p:nvSpPr>
        <p:spPr>
          <a:xfrm>
            <a:off x="294875" y="2120180"/>
            <a:ext cx="1302600" cy="313500"/>
          </a:xfrm>
          <a:prstGeom prst="rect">
            <a:avLst/>
          </a:prstGeom>
          <a:noFill/>
          <a:ln>
            <a:noFill/>
          </a:ln>
        </p:spPr>
        <p:txBody>
          <a:bodyPr anchorCtr="0" anchor="ctr" bIns="36000" lIns="72000" spcFirstLastPara="1" rIns="72000" wrap="square" tIns="36000">
            <a:noAutofit/>
          </a:bodyPr>
          <a:lstStyle>
            <a:lvl1pPr lvl="0"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1444" name="Google Shape;1444;p26"/>
          <p:cNvSpPr txBox="1"/>
          <p:nvPr>
            <p:ph idx="14" type="subTitle"/>
          </p:nvPr>
        </p:nvSpPr>
        <p:spPr>
          <a:xfrm>
            <a:off x="294875" y="2500386"/>
            <a:ext cx="1302600" cy="313500"/>
          </a:xfrm>
          <a:prstGeom prst="rect">
            <a:avLst/>
          </a:prstGeom>
          <a:noFill/>
          <a:ln>
            <a:noFill/>
          </a:ln>
        </p:spPr>
        <p:txBody>
          <a:bodyPr anchorCtr="0" anchor="ctr" bIns="36000" lIns="72000" spcFirstLastPara="1" rIns="72000" wrap="square" tIns="36000">
            <a:noAutofit/>
          </a:bodyPr>
          <a:lstStyle>
            <a:lvl1pPr lvl="0"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1445" name="Google Shape;1445;p26"/>
          <p:cNvSpPr txBox="1"/>
          <p:nvPr>
            <p:ph idx="15" type="subTitle"/>
          </p:nvPr>
        </p:nvSpPr>
        <p:spPr>
          <a:xfrm>
            <a:off x="294875" y="2873973"/>
            <a:ext cx="1302600" cy="313500"/>
          </a:xfrm>
          <a:prstGeom prst="rect">
            <a:avLst/>
          </a:prstGeom>
          <a:noFill/>
          <a:ln>
            <a:noFill/>
          </a:ln>
        </p:spPr>
        <p:txBody>
          <a:bodyPr anchorCtr="0" anchor="ctr" bIns="36000" lIns="72000" spcFirstLastPara="1" rIns="72000" wrap="square" tIns="36000">
            <a:noAutofit/>
          </a:bodyPr>
          <a:lstStyle>
            <a:lvl1pPr lvl="0"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1446" name="Google Shape;1446;p26"/>
          <p:cNvSpPr txBox="1"/>
          <p:nvPr>
            <p:ph idx="16" type="subTitle"/>
          </p:nvPr>
        </p:nvSpPr>
        <p:spPr>
          <a:xfrm>
            <a:off x="294875" y="3267742"/>
            <a:ext cx="1302600" cy="313500"/>
          </a:xfrm>
          <a:prstGeom prst="rect">
            <a:avLst/>
          </a:prstGeom>
          <a:noFill/>
          <a:ln>
            <a:noFill/>
          </a:ln>
        </p:spPr>
        <p:txBody>
          <a:bodyPr anchorCtr="0" anchor="ctr" bIns="36000" lIns="72000" spcFirstLastPara="1" rIns="72000" wrap="square" tIns="36000">
            <a:noAutofit/>
          </a:bodyPr>
          <a:lstStyle>
            <a:lvl1pPr lvl="0"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1447" name="Google Shape;1447;p26"/>
          <p:cNvSpPr txBox="1"/>
          <p:nvPr>
            <p:ph idx="17" type="subTitle"/>
          </p:nvPr>
        </p:nvSpPr>
        <p:spPr>
          <a:xfrm>
            <a:off x="294875" y="3661511"/>
            <a:ext cx="1302600" cy="313500"/>
          </a:xfrm>
          <a:prstGeom prst="rect">
            <a:avLst/>
          </a:prstGeom>
          <a:noFill/>
          <a:ln>
            <a:noFill/>
          </a:ln>
        </p:spPr>
        <p:txBody>
          <a:bodyPr anchorCtr="0" anchor="ctr" bIns="36000" lIns="72000" spcFirstLastPara="1" rIns="72000" wrap="square" tIns="36000">
            <a:noAutofit/>
          </a:bodyPr>
          <a:lstStyle>
            <a:lvl1pPr lvl="0"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1448" name="Google Shape;1448;p26"/>
          <p:cNvSpPr/>
          <p:nvPr/>
        </p:nvSpPr>
        <p:spPr>
          <a:xfrm>
            <a:off x="1750946" y="4087435"/>
            <a:ext cx="8016600" cy="3135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600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t/>
            </a:r>
            <a:endParaRPr b="1" i="0" sz="1800" u="none" cap="none" strike="noStrike">
              <a:solidFill>
                <a:srgbClr val="000000"/>
              </a:solidFill>
              <a:latin typeface="Roboto"/>
              <a:ea typeface="Roboto"/>
              <a:cs typeface="Roboto"/>
              <a:sym typeface="Roboto"/>
            </a:endParaRPr>
          </a:p>
        </p:txBody>
      </p:sp>
      <p:sp>
        <p:nvSpPr>
          <p:cNvPr id="1449" name="Google Shape;1449;p26"/>
          <p:cNvSpPr/>
          <p:nvPr/>
        </p:nvSpPr>
        <p:spPr>
          <a:xfrm>
            <a:off x="312351" y="4087435"/>
            <a:ext cx="1287300" cy="313500"/>
          </a:xfrm>
          <a:prstGeom prst="roundRect">
            <a:avLst>
              <a:gd fmla="val 16667" name="adj"/>
            </a:avLst>
          </a:prstGeom>
          <a:solidFill>
            <a:srgbClr val="FFF2CC"/>
          </a:solidFill>
          <a:ln>
            <a:noFill/>
          </a:ln>
          <a:effectLst>
            <a:outerShdw blurRad="57150" rotWithShape="0" algn="bl" dir="5400000" dist="19050">
              <a:srgbClr val="000000">
                <a:alpha val="49800"/>
              </a:srgbClr>
            </a:outerShdw>
          </a:effectLst>
        </p:spPr>
        <p:txBody>
          <a:bodyPr anchorCtr="0" anchor="ctr" bIns="36000" lIns="0" spcFirstLastPara="1" rIns="0" wrap="square" tIns="36000">
            <a:noAutofit/>
          </a:bodyPr>
          <a:lstStyle/>
          <a:p>
            <a:pPr indent="0" lvl="0" marL="0" marR="0" rtl="0" algn="ctr">
              <a:lnSpc>
                <a:spcPct val="100000"/>
              </a:lnSpc>
              <a:spcBef>
                <a:spcPts val="0"/>
              </a:spcBef>
              <a:spcAft>
                <a:spcPts val="0"/>
              </a:spcAft>
              <a:buClr>
                <a:srgbClr val="000000"/>
              </a:buClr>
              <a:buSzPts val="1100"/>
              <a:buFont typeface="Arial"/>
              <a:buNone/>
            </a:pPr>
            <a:r>
              <a:t/>
            </a:r>
            <a:endParaRPr b="1" sz="1000">
              <a:latin typeface="Arvo"/>
              <a:ea typeface="Arvo"/>
              <a:cs typeface="Arvo"/>
              <a:sym typeface="Arvo"/>
            </a:endParaRPr>
          </a:p>
        </p:txBody>
      </p:sp>
      <p:sp>
        <p:nvSpPr>
          <p:cNvPr id="1450" name="Google Shape;1450;p26"/>
          <p:cNvSpPr/>
          <p:nvPr/>
        </p:nvSpPr>
        <p:spPr>
          <a:xfrm>
            <a:off x="1750946" y="4474260"/>
            <a:ext cx="8016600" cy="3135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600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t/>
            </a:r>
            <a:endParaRPr b="1" i="0" sz="1800" u="none" cap="none" strike="noStrike">
              <a:solidFill>
                <a:srgbClr val="000000"/>
              </a:solidFill>
              <a:latin typeface="Roboto"/>
              <a:ea typeface="Roboto"/>
              <a:cs typeface="Roboto"/>
              <a:sym typeface="Roboto"/>
            </a:endParaRPr>
          </a:p>
        </p:txBody>
      </p:sp>
      <p:sp>
        <p:nvSpPr>
          <p:cNvPr id="1451" name="Google Shape;1451;p26"/>
          <p:cNvSpPr/>
          <p:nvPr/>
        </p:nvSpPr>
        <p:spPr>
          <a:xfrm>
            <a:off x="312351" y="4474260"/>
            <a:ext cx="1287300" cy="313500"/>
          </a:xfrm>
          <a:prstGeom prst="roundRect">
            <a:avLst>
              <a:gd fmla="val 16667" name="adj"/>
            </a:avLst>
          </a:prstGeom>
          <a:solidFill>
            <a:srgbClr val="FFF2CC"/>
          </a:solidFill>
          <a:ln>
            <a:noFill/>
          </a:ln>
          <a:effectLst>
            <a:outerShdw blurRad="57150" rotWithShape="0" algn="bl" dir="5400000" dist="19050">
              <a:srgbClr val="000000">
                <a:alpha val="49800"/>
              </a:srgbClr>
            </a:outerShdw>
          </a:effectLst>
        </p:spPr>
        <p:txBody>
          <a:bodyPr anchorCtr="0" anchor="ctr" bIns="36000" lIns="0" spcFirstLastPara="1" rIns="0" wrap="square" tIns="36000">
            <a:noAutofit/>
          </a:bodyPr>
          <a:lstStyle/>
          <a:p>
            <a:pPr indent="0" lvl="0" marL="0" marR="0" rtl="0" algn="ctr">
              <a:lnSpc>
                <a:spcPct val="100000"/>
              </a:lnSpc>
              <a:spcBef>
                <a:spcPts val="0"/>
              </a:spcBef>
              <a:spcAft>
                <a:spcPts val="0"/>
              </a:spcAft>
              <a:buClr>
                <a:srgbClr val="000000"/>
              </a:buClr>
              <a:buSzPts val="1100"/>
              <a:buFont typeface="Arial"/>
              <a:buNone/>
            </a:pPr>
            <a:r>
              <a:t/>
            </a:r>
            <a:endParaRPr b="1" sz="1000">
              <a:latin typeface="Arvo"/>
              <a:ea typeface="Arvo"/>
              <a:cs typeface="Arvo"/>
              <a:sym typeface="Arvo"/>
            </a:endParaRPr>
          </a:p>
        </p:txBody>
      </p:sp>
      <p:sp>
        <p:nvSpPr>
          <p:cNvPr id="1452" name="Google Shape;1452;p26"/>
          <p:cNvSpPr/>
          <p:nvPr/>
        </p:nvSpPr>
        <p:spPr>
          <a:xfrm>
            <a:off x="1750946" y="4854791"/>
            <a:ext cx="8016600" cy="3135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600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t/>
            </a:r>
            <a:endParaRPr b="1" i="0" sz="1800" u="none" cap="none" strike="noStrike">
              <a:solidFill>
                <a:srgbClr val="000000"/>
              </a:solidFill>
              <a:latin typeface="Roboto"/>
              <a:ea typeface="Roboto"/>
              <a:cs typeface="Roboto"/>
              <a:sym typeface="Roboto"/>
            </a:endParaRPr>
          </a:p>
        </p:txBody>
      </p:sp>
      <p:sp>
        <p:nvSpPr>
          <p:cNvPr id="1453" name="Google Shape;1453;p26"/>
          <p:cNvSpPr/>
          <p:nvPr/>
        </p:nvSpPr>
        <p:spPr>
          <a:xfrm>
            <a:off x="312351" y="4854791"/>
            <a:ext cx="1287300" cy="313500"/>
          </a:xfrm>
          <a:prstGeom prst="roundRect">
            <a:avLst>
              <a:gd fmla="val 16667" name="adj"/>
            </a:avLst>
          </a:prstGeom>
          <a:solidFill>
            <a:srgbClr val="FFF2CC"/>
          </a:solidFill>
          <a:ln>
            <a:noFill/>
          </a:ln>
          <a:effectLst>
            <a:outerShdw blurRad="57150" rotWithShape="0" algn="bl" dir="5400000" dist="19050">
              <a:srgbClr val="000000">
                <a:alpha val="49800"/>
              </a:srgbClr>
            </a:outerShdw>
          </a:effectLst>
        </p:spPr>
        <p:txBody>
          <a:bodyPr anchorCtr="0" anchor="ctr" bIns="36000" lIns="0" spcFirstLastPara="1" rIns="0" wrap="square" tIns="36000">
            <a:noAutofit/>
          </a:bodyPr>
          <a:lstStyle/>
          <a:p>
            <a:pPr indent="0" lvl="0" marL="0" marR="0" rtl="0" algn="ctr">
              <a:lnSpc>
                <a:spcPct val="100000"/>
              </a:lnSpc>
              <a:spcBef>
                <a:spcPts val="0"/>
              </a:spcBef>
              <a:spcAft>
                <a:spcPts val="0"/>
              </a:spcAft>
              <a:buClr>
                <a:srgbClr val="000000"/>
              </a:buClr>
              <a:buSzPts val="1100"/>
              <a:buFont typeface="Arial"/>
              <a:buNone/>
            </a:pPr>
            <a:r>
              <a:t/>
            </a:r>
            <a:endParaRPr b="1" sz="1000">
              <a:latin typeface="Arvo"/>
              <a:ea typeface="Arvo"/>
              <a:cs typeface="Arvo"/>
              <a:sym typeface="Arvo"/>
            </a:endParaRPr>
          </a:p>
        </p:txBody>
      </p:sp>
      <p:sp>
        <p:nvSpPr>
          <p:cNvPr id="1454" name="Google Shape;1454;p26"/>
          <p:cNvSpPr/>
          <p:nvPr/>
        </p:nvSpPr>
        <p:spPr>
          <a:xfrm>
            <a:off x="1750946" y="5235322"/>
            <a:ext cx="8016600" cy="3135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600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t/>
            </a:r>
            <a:endParaRPr b="1" i="0" sz="1800" u="none" cap="none" strike="noStrike">
              <a:solidFill>
                <a:srgbClr val="000000"/>
              </a:solidFill>
              <a:latin typeface="Roboto"/>
              <a:ea typeface="Roboto"/>
              <a:cs typeface="Roboto"/>
              <a:sym typeface="Roboto"/>
            </a:endParaRPr>
          </a:p>
        </p:txBody>
      </p:sp>
      <p:sp>
        <p:nvSpPr>
          <p:cNvPr id="1455" name="Google Shape;1455;p26"/>
          <p:cNvSpPr/>
          <p:nvPr/>
        </p:nvSpPr>
        <p:spPr>
          <a:xfrm>
            <a:off x="312351" y="5235322"/>
            <a:ext cx="1287300" cy="313500"/>
          </a:xfrm>
          <a:prstGeom prst="roundRect">
            <a:avLst>
              <a:gd fmla="val 16667" name="adj"/>
            </a:avLst>
          </a:prstGeom>
          <a:solidFill>
            <a:srgbClr val="FFF2CC"/>
          </a:solidFill>
          <a:ln>
            <a:noFill/>
          </a:ln>
          <a:effectLst>
            <a:outerShdw blurRad="57150" rotWithShape="0" algn="bl" dir="5400000" dist="19050">
              <a:srgbClr val="000000">
                <a:alpha val="49800"/>
              </a:srgbClr>
            </a:outerShdw>
          </a:effectLst>
        </p:spPr>
        <p:txBody>
          <a:bodyPr anchorCtr="0" anchor="ctr" bIns="36000" lIns="0" spcFirstLastPara="1" rIns="0" wrap="square" tIns="36000">
            <a:noAutofit/>
          </a:bodyPr>
          <a:lstStyle/>
          <a:p>
            <a:pPr indent="0" lvl="0" marL="0" marR="0" rtl="0" algn="ctr">
              <a:lnSpc>
                <a:spcPct val="100000"/>
              </a:lnSpc>
              <a:spcBef>
                <a:spcPts val="0"/>
              </a:spcBef>
              <a:spcAft>
                <a:spcPts val="0"/>
              </a:spcAft>
              <a:buClr>
                <a:srgbClr val="000000"/>
              </a:buClr>
              <a:buSzPts val="1100"/>
              <a:buFont typeface="Arial"/>
              <a:buNone/>
            </a:pPr>
            <a:r>
              <a:t/>
            </a:r>
            <a:endParaRPr b="1" sz="1000">
              <a:latin typeface="Arvo"/>
              <a:ea typeface="Arvo"/>
              <a:cs typeface="Arvo"/>
              <a:sym typeface="Arvo"/>
            </a:endParaRPr>
          </a:p>
        </p:txBody>
      </p:sp>
      <p:sp>
        <p:nvSpPr>
          <p:cNvPr id="1456" name="Google Shape;1456;p26"/>
          <p:cNvSpPr/>
          <p:nvPr/>
        </p:nvSpPr>
        <p:spPr>
          <a:xfrm>
            <a:off x="1750946" y="5615528"/>
            <a:ext cx="8016600" cy="3135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600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t/>
            </a:r>
            <a:endParaRPr b="1" i="0" sz="1800" u="none" cap="none" strike="noStrike">
              <a:solidFill>
                <a:srgbClr val="000000"/>
              </a:solidFill>
              <a:latin typeface="Roboto"/>
              <a:ea typeface="Roboto"/>
              <a:cs typeface="Roboto"/>
              <a:sym typeface="Roboto"/>
            </a:endParaRPr>
          </a:p>
        </p:txBody>
      </p:sp>
      <p:sp>
        <p:nvSpPr>
          <p:cNvPr id="1457" name="Google Shape;1457;p26"/>
          <p:cNvSpPr/>
          <p:nvPr/>
        </p:nvSpPr>
        <p:spPr>
          <a:xfrm>
            <a:off x="312351" y="5615528"/>
            <a:ext cx="1287300" cy="313500"/>
          </a:xfrm>
          <a:prstGeom prst="roundRect">
            <a:avLst>
              <a:gd fmla="val 16667" name="adj"/>
            </a:avLst>
          </a:prstGeom>
          <a:solidFill>
            <a:srgbClr val="FFF2CC"/>
          </a:solidFill>
          <a:ln>
            <a:noFill/>
          </a:ln>
          <a:effectLst>
            <a:outerShdw blurRad="57150" rotWithShape="0" algn="bl" dir="5400000" dist="19050">
              <a:srgbClr val="000000">
                <a:alpha val="49800"/>
              </a:srgbClr>
            </a:outerShdw>
          </a:effectLst>
        </p:spPr>
        <p:txBody>
          <a:bodyPr anchorCtr="0" anchor="ctr" bIns="36000" lIns="0" spcFirstLastPara="1" rIns="0" wrap="square" tIns="36000">
            <a:noAutofit/>
          </a:bodyPr>
          <a:lstStyle/>
          <a:p>
            <a:pPr indent="0" lvl="0" marL="0" marR="0" rtl="0" algn="ctr">
              <a:lnSpc>
                <a:spcPct val="100000"/>
              </a:lnSpc>
              <a:spcBef>
                <a:spcPts val="0"/>
              </a:spcBef>
              <a:spcAft>
                <a:spcPts val="0"/>
              </a:spcAft>
              <a:buClr>
                <a:srgbClr val="000000"/>
              </a:buClr>
              <a:buSzPts val="1100"/>
              <a:buFont typeface="Arial"/>
              <a:buNone/>
            </a:pPr>
            <a:r>
              <a:t/>
            </a:r>
            <a:endParaRPr b="1" sz="1000">
              <a:latin typeface="Arvo"/>
              <a:ea typeface="Arvo"/>
              <a:cs typeface="Arvo"/>
              <a:sym typeface="Arvo"/>
            </a:endParaRPr>
          </a:p>
        </p:txBody>
      </p:sp>
      <p:sp>
        <p:nvSpPr>
          <p:cNvPr id="1458" name="Google Shape;1458;p26"/>
          <p:cNvSpPr/>
          <p:nvPr/>
        </p:nvSpPr>
        <p:spPr>
          <a:xfrm>
            <a:off x="1750946" y="6002678"/>
            <a:ext cx="8016600" cy="3135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600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t/>
            </a:r>
            <a:endParaRPr b="1" i="0" sz="1800" u="none" cap="none" strike="noStrike">
              <a:solidFill>
                <a:srgbClr val="000000"/>
              </a:solidFill>
              <a:latin typeface="Roboto"/>
              <a:ea typeface="Roboto"/>
              <a:cs typeface="Roboto"/>
              <a:sym typeface="Roboto"/>
            </a:endParaRPr>
          </a:p>
        </p:txBody>
      </p:sp>
      <p:sp>
        <p:nvSpPr>
          <p:cNvPr id="1459" name="Google Shape;1459;p26"/>
          <p:cNvSpPr/>
          <p:nvPr/>
        </p:nvSpPr>
        <p:spPr>
          <a:xfrm>
            <a:off x="312351" y="6002678"/>
            <a:ext cx="1287300" cy="313500"/>
          </a:xfrm>
          <a:prstGeom prst="roundRect">
            <a:avLst>
              <a:gd fmla="val 16667" name="adj"/>
            </a:avLst>
          </a:prstGeom>
          <a:solidFill>
            <a:srgbClr val="FFF2CC"/>
          </a:solidFill>
          <a:ln>
            <a:noFill/>
          </a:ln>
          <a:effectLst>
            <a:outerShdw blurRad="57150" rotWithShape="0" algn="bl" dir="5400000" dist="19050">
              <a:srgbClr val="000000">
                <a:alpha val="49800"/>
              </a:srgbClr>
            </a:outerShdw>
          </a:effectLst>
        </p:spPr>
        <p:txBody>
          <a:bodyPr anchorCtr="0" anchor="ctr" bIns="36000" lIns="0" spcFirstLastPara="1" rIns="0" wrap="square" tIns="36000">
            <a:noAutofit/>
          </a:bodyPr>
          <a:lstStyle/>
          <a:p>
            <a:pPr indent="0" lvl="0" marL="0" marR="0" rtl="0" algn="ctr">
              <a:lnSpc>
                <a:spcPct val="100000"/>
              </a:lnSpc>
              <a:spcBef>
                <a:spcPts val="0"/>
              </a:spcBef>
              <a:spcAft>
                <a:spcPts val="0"/>
              </a:spcAft>
              <a:buClr>
                <a:srgbClr val="000000"/>
              </a:buClr>
              <a:buSzPts val="1100"/>
              <a:buFont typeface="Arial"/>
              <a:buNone/>
            </a:pPr>
            <a:r>
              <a:t/>
            </a:r>
            <a:endParaRPr b="1" sz="1000">
              <a:latin typeface="Arvo"/>
              <a:ea typeface="Arvo"/>
              <a:cs typeface="Arvo"/>
              <a:sym typeface="Arvo"/>
            </a:endParaRPr>
          </a:p>
        </p:txBody>
      </p:sp>
      <p:sp>
        <p:nvSpPr>
          <p:cNvPr id="1460" name="Google Shape;1460;p26"/>
          <p:cNvSpPr txBox="1"/>
          <p:nvPr>
            <p:ph idx="18" type="subTitle"/>
          </p:nvPr>
        </p:nvSpPr>
        <p:spPr>
          <a:xfrm>
            <a:off x="1742676" y="4089406"/>
            <a:ext cx="8028600" cy="313500"/>
          </a:xfrm>
          <a:prstGeom prst="rect">
            <a:avLst/>
          </a:prstGeom>
          <a:noFill/>
          <a:ln>
            <a:noFill/>
          </a:ln>
        </p:spPr>
        <p:txBody>
          <a:bodyPr anchorCtr="0" anchor="ctr" bIns="36000" lIns="54000" spcFirstLastPara="1" rIns="36000" wrap="square" tIns="36000">
            <a:noAutofit/>
          </a:bodyPr>
          <a:lstStyle>
            <a:lvl1pPr lvl="0"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1461" name="Google Shape;1461;p26"/>
          <p:cNvSpPr/>
          <p:nvPr/>
        </p:nvSpPr>
        <p:spPr>
          <a:xfrm>
            <a:off x="1750946" y="6396447"/>
            <a:ext cx="8016600" cy="3135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600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t/>
            </a:r>
            <a:endParaRPr b="1" i="0" sz="1800" u="none" cap="none" strike="noStrike">
              <a:solidFill>
                <a:srgbClr val="000000"/>
              </a:solidFill>
              <a:latin typeface="Roboto"/>
              <a:ea typeface="Roboto"/>
              <a:cs typeface="Roboto"/>
              <a:sym typeface="Roboto"/>
            </a:endParaRPr>
          </a:p>
        </p:txBody>
      </p:sp>
      <p:sp>
        <p:nvSpPr>
          <p:cNvPr id="1462" name="Google Shape;1462;p26"/>
          <p:cNvSpPr/>
          <p:nvPr/>
        </p:nvSpPr>
        <p:spPr>
          <a:xfrm>
            <a:off x="312351" y="6396447"/>
            <a:ext cx="1287300" cy="313500"/>
          </a:xfrm>
          <a:prstGeom prst="roundRect">
            <a:avLst>
              <a:gd fmla="val 16667" name="adj"/>
            </a:avLst>
          </a:prstGeom>
          <a:solidFill>
            <a:srgbClr val="FFF2CC"/>
          </a:solidFill>
          <a:ln>
            <a:noFill/>
          </a:ln>
          <a:effectLst>
            <a:outerShdw blurRad="57150" rotWithShape="0" algn="bl" dir="5400000" dist="19050">
              <a:srgbClr val="000000">
                <a:alpha val="49800"/>
              </a:srgbClr>
            </a:outerShdw>
          </a:effectLst>
        </p:spPr>
        <p:txBody>
          <a:bodyPr anchorCtr="0" anchor="ctr" bIns="36000" lIns="0" spcFirstLastPara="1" rIns="0" wrap="square" tIns="36000">
            <a:noAutofit/>
          </a:bodyPr>
          <a:lstStyle/>
          <a:p>
            <a:pPr indent="0" lvl="0" marL="0" marR="0" rtl="0" algn="ctr">
              <a:lnSpc>
                <a:spcPct val="100000"/>
              </a:lnSpc>
              <a:spcBef>
                <a:spcPts val="0"/>
              </a:spcBef>
              <a:spcAft>
                <a:spcPts val="0"/>
              </a:spcAft>
              <a:buClr>
                <a:srgbClr val="000000"/>
              </a:buClr>
              <a:buSzPts val="1100"/>
              <a:buFont typeface="Arial"/>
              <a:buNone/>
            </a:pPr>
            <a:r>
              <a:t/>
            </a:r>
            <a:endParaRPr b="1" sz="1000">
              <a:latin typeface="Arvo"/>
              <a:ea typeface="Arvo"/>
              <a:cs typeface="Arvo"/>
              <a:sym typeface="Arvo"/>
            </a:endParaRPr>
          </a:p>
        </p:txBody>
      </p:sp>
      <p:sp>
        <p:nvSpPr>
          <p:cNvPr id="1463" name="Google Shape;1463;p26"/>
          <p:cNvSpPr txBox="1"/>
          <p:nvPr>
            <p:ph idx="19" type="subTitle"/>
          </p:nvPr>
        </p:nvSpPr>
        <p:spPr>
          <a:xfrm>
            <a:off x="1742676" y="4489793"/>
            <a:ext cx="8028600" cy="313500"/>
          </a:xfrm>
          <a:prstGeom prst="rect">
            <a:avLst/>
          </a:prstGeom>
          <a:noFill/>
          <a:ln>
            <a:noFill/>
          </a:ln>
        </p:spPr>
        <p:txBody>
          <a:bodyPr anchorCtr="0" anchor="ctr" bIns="36000" lIns="54000" spcFirstLastPara="1" rIns="36000" wrap="square" tIns="36000">
            <a:noAutofit/>
          </a:bodyPr>
          <a:lstStyle>
            <a:lvl1pPr lvl="0"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1464" name="Google Shape;1464;p26"/>
          <p:cNvSpPr txBox="1"/>
          <p:nvPr>
            <p:ph idx="20" type="subTitle"/>
          </p:nvPr>
        </p:nvSpPr>
        <p:spPr>
          <a:xfrm>
            <a:off x="1742676" y="4869999"/>
            <a:ext cx="8028600" cy="313500"/>
          </a:xfrm>
          <a:prstGeom prst="rect">
            <a:avLst/>
          </a:prstGeom>
          <a:noFill/>
          <a:ln>
            <a:noFill/>
          </a:ln>
        </p:spPr>
        <p:txBody>
          <a:bodyPr anchorCtr="0" anchor="ctr" bIns="36000" lIns="54000" spcFirstLastPara="1" rIns="36000" wrap="square" tIns="36000">
            <a:noAutofit/>
          </a:bodyPr>
          <a:lstStyle>
            <a:lvl1pPr lvl="0"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1465" name="Google Shape;1465;p26"/>
          <p:cNvSpPr txBox="1"/>
          <p:nvPr>
            <p:ph idx="21" type="subTitle"/>
          </p:nvPr>
        </p:nvSpPr>
        <p:spPr>
          <a:xfrm>
            <a:off x="1742676" y="5236967"/>
            <a:ext cx="8028600" cy="313500"/>
          </a:xfrm>
          <a:prstGeom prst="rect">
            <a:avLst/>
          </a:prstGeom>
          <a:noFill/>
          <a:ln>
            <a:noFill/>
          </a:ln>
        </p:spPr>
        <p:txBody>
          <a:bodyPr anchorCtr="0" anchor="ctr" bIns="36000" lIns="54000" spcFirstLastPara="1" rIns="36000" wrap="square" tIns="36000">
            <a:noAutofit/>
          </a:bodyPr>
          <a:lstStyle>
            <a:lvl1pPr lvl="0"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1466" name="Google Shape;1466;p26"/>
          <p:cNvSpPr txBox="1"/>
          <p:nvPr>
            <p:ph idx="22" type="subTitle"/>
          </p:nvPr>
        </p:nvSpPr>
        <p:spPr>
          <a:xfrm>
            <a:off x="1742676" y="5624117"/>
            <a:ext cx="8028600" cy="313500"/>
          </a:xfrm>
          <a:prstGeom prst="rect">
            <a:avLst/>
          </a:prstGeom>
          <a:noFill/>
          <a:ln>
            <a:noFill/>
          </a:ln>
        </p:spPr>
        <p:txBody>
          <a:bodyPr anchorCtr="0" anchor="ctr" bIns="36000" lIns="54000" spcFirstLastPara="1" rIns="36000" wrap="square" tIns="36000">
            <a:noAutofit/>
          </a:bodyPr>
          <a:lstStyle>
            <a:lvl1pPr lvl="0"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1467" name="Google Shape;1467;p26"/>
          <p:cNvSpPr txBox="1"/>
          <p:nvPr>
            <p:ph idx="23" type="subTitle"/>
          </p:nvPr>
        </p:nvSpPr>
        <p:spPr>
          <a:xfrm>
            <a:off x="1742676" y="6004323"/>
            <a:ext cx="8028600" cy="313500"/>
          </a:xfrm>
          <a:prstGeom prst="rect">
            <a:avLst/>
          </a:prstGeom>
          <a:noFill/>
          <a:ln>
            <a:noFill/>
          </a:ln>
        </p:spPr>
        <p:txBody>
          <a:bodyPr anchorCtr="0" anchor="ctr" bIns="36000" lIns="54000" spcFirstLastPara="1" rIns="36000" wrap="square" tIns="36000">
            <a:noAutofit/>
          </a:bodyPr>
          <a:lstStyle>
            <a:lvl1pPr lvl="0"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1468" name="Google Shape;1468;p26"/>
          <p:cNvSpPr txBox="1"/>
          <p:nvPr>
            <p:ph idx="24" type="subTitle"/>
          </p:nvPr>
        </p:nvSpPr>
        <p:spPr>
          <a:xfrm>
            <a:off x="1742676" y="6404711"/>
            <a:ext cx="8028600" cy="313500"/>
          </a:xfrm>
          <a:prstGeom prst="rect">
            <a:avLst/>
          </a:prstGeom>
          <a:noFill/>
          <a:ln>
            <a:noFill/>
          </a:ln>
        </p:spPr>
        <p:txBody>
          <a:bodyPr anchorCtr="0" anchor="ctr" bIns="36000" lIns="54000" spcFirstLastPara="1" rIns="36000" wrap="square" tIns="36000">
            <a:noAutofit/>
          </a:bodyPr>
          <a:lstStyle>
            <a:lvl1pPr lvl="0"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1469" name="Google Shape;1469;p26"/>
          <p:cNvSpPr txBox="1"/>
          <p:nvPr>
            <p:ph idx="25" type="subTitle"/>
          </p:nvPr>
        </p:nvSpPr>
        <p:spPr>
          <a:xfrm>
            <a:off x="294875" y="4089406"/>
            <a:ext cx="1302600" cy="313500"/>
          </a:xfrm>
          <a:prstGeom prst="rect">
            <a:avLst/>
          </a:prstGeom>
          <a:noFill/>
          <a:ln>
            <a:noFill/>
          </a:ln>
        </p:spPr>
        <p:txBody>
          <a:bodyPr anchorCtr="0" anchor="ctr" bIns="36000" lIns="72000" spcFirstLastPara="1" rIns="72000" wrap="square" tIns="36000">
            <a:noAutofit/>
          </a:bodyPr>
          <a:lstStyle>
            <a:lvl1pPr lvl="0"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1470" name="Google Shape;1470;p26"/>
          <p:cNvSpPr txBox="1"/>
          <p:nvPr>
            <p:ph idx="26" type="subTitle"/>
          </p:nvPr>
        </p:nvSpPr>
        <p:spPr>
          <a:xfrm>
            <a:off x="294875" y="4483175"/>
            <a:ext cx="1302600" cy="313500"/>
          </a:xfrm>
          <a:prstGeom prst="rect">
            <a:avLst/>
          </a:prstGeom>
          <a:noFill/>
          <a:ln>
            <a:noFill/>
          </a:ln>
        </p:spPr>
        <p:txBody>
          <a:bodyPr anchorCtr="0" anchor="ctr" bIns="36000" lIns="72000" spcFirstLastPara="1" rIns="72000" wrap="square" tIns="36000">
            <a:noAutofit/>
          </a:bodyPr>
          <a:lstStyle>
            <a:lvl1pPr lvl="0"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1471" name="Google Shape;1471;p26"/>
          <p:cNvSpPr txBox="1"/>
          <p:nvPr>
            <p:ph idx="27" type="subTitle"/>
          </p:nvPr>
        </p:nvSpPr>
        <p:spPr>
          <a:xfrm>
            <a:off x="294875" y="4863380"/>
            <a:ext cx="1302600" cy="313500"/>
          </a:xfrm>
          <a:prstGeom prst="rect">
            <a:avLst/>
          </a:prstGeom>
          <a:noFill/>
          <a:ln>
            <a:noFill/>
          </a:ln>
        </p:spPr>
        <p:txBody>
          <a:bodyPr anchorCtr="0" anchor="ctr" bIns="36000" lIns="72000" spcFirstLastPara="1" rIns="72000" wrap="square" tIns="36000">
            <a:noAutofit/>
          </a:bodyPr>
          <a:lstStyle>
            <a:lvl1pPr lvl="0"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1472" name="Google Shape;1472;p26"/>
          <p:cNvSpPr txBox="1"/>
          <p:nvPr>
            <p:ph idx="28" type="subTitle"/>
          </p:nvPr>
        </p:nvSpPr>
        <p:spPr>
          <a:xfrm>
            <a:off x="294875" y="5243586"/>
            <a:ext cx="1302600" cy="313500"/>
          </a:xfrm>
          <a:prstGeom prst="rect">
            <a:avLst/>
          </a:prstGeom>
          <a:noFill/>
          <a:ln>
            <a:noFill/>
          </a:ln>
        </p:spPr>
        <p:txBody>
          <a:bodyPr anchorCtr="0" anchor="ctr" bIns="36000" lIns="72000" spcFirstLastPara="1" rIns="72000" wrap="square" tIns="36000">
            <a:noAutofit/>
          </a:bodyPr>
          <a:lstStyle>
            <a:lvl1pPr lvl="0"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1473" name="Google Shape;1473;p26"/>
          <p:cNvSpPr txBox="1"/>
          <p:nvPr>
            <p:ph idx="29" type="subTitle"/>
          </p:nvPr>
        </p:nvSpPr>
        <p:spPr>
          <a:xfrm>
            <a:off x="294875" y="5617173"/>
            <a:ext cx="1302600" cy="313500"/>
          </a:xfrm>
          <a:prstGeom prst="rect">
            <a:avLst/>
          </a:prstGeom>
          <a:noFill/>
          <a:ln>
            <a:noFill/>
          </a:ln>
        </p:spPr>
        <p:txBody>
          <a:bodyPr anchorCtr="0" anchor="ctr" bIns="36000" lIns="72000" spcFirstLastPara="1" rIns="72000" wrap="square" tIns="36000">
            <a:noAutofit/>
          </a:bodyPr>
          <a:lstStyle>
            <a:lvl1pPr lvl="0"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1474" name="Google Shape;1474;p26"/>
          <p:cNvSpPr txBox="1"/>
          <p:nvPr>
            <p:ph idx="30" type="subTitle"/>
          </p:nvPr>
        </p:nvSpPr>
        <p:spPr>
          <a:xfrm>
            <a:off x="294875" y="6010942"/>
            <a:ext cx="1302600" cy="313500"/>
          </a:xfrm>
          <a:prstGeom prst="rect">
            <a:avLst/>
          </a:prstGeom>
          <a:noFill/>
          <a:ln>
            <a:noFill/>
          </a:ln>
        </p:spPr>
        <p:txBody>
          <a:bodyPr anchorCtr="0" anchor="ctr" bIns="36000" lIns="72000" spcFirstLastPara="1" rIns="72000" wrap="square" tIns="36000">
            <a:noAutofit/>
          </a:bodyPr>
          <a:lstStyle>
            <a:lvl1pPr lvl="0"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1475" name="Google Shape;1475;p26"/>
          <p:cNvSpPr txBox="1"/>
          <p:nvPr>
            <p:ph idx="31" type="subTitle"/>
          </p:nvPr>
        </p:nvSpPr>
        <p:spPr>
          <a:xfrm>
            <a:off x="294875" y="6404711"/>
            <a:ext cx="1302600" cy="313500"/>
          </a:xfrm>
          <a:prstGeom prst="rect">
            <a:avLst/>
          </a:prstGeom>
          <a:noFill/>
          <a:ln>
            <a:noFill/>
          </a:ln>
        </p:spPr>
        <p:txBody>
          <a:bodyPr anchorCtr="0" anchor="ctr" bIns="36000" lIns="72000" spcFirstLastPara="1" rIns="72000" wrap="square" tIns="36000">
            <a:noAutofit/>
          </a:bodyPr>
          <a:lstStyle>
            <a:lvl1pPr lvl="0"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1476" name="Google Shape;1476;p26"/>
          <p:cNvSpPr txBox="1"/>
          <p:nvPr/>
        </p:nvSpPr>
        <p:spPr>
          <a:xfrm>
            <a:off x="2524025" y="387675"/>
            <a:ext cx="15012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Unid. Organizacional:</a:t>
            </a:r>
            <a:endParaRPr b="1" sz="1100"/>
          </a:p>
        </p:txBody>
      </p:sp>
      <p:sp>
        <p:nvSpPr>
          <p:cNvPr id="1477" name="Google Shape;1477;p26"/>
          <p:cNvSpPr txBox="1"/>
          <p:nvPr/>
        </p:nvSpPr>
        <p:spPr>
          <a:xfrm>
            <a:off x="2524020" y="579550"/>
            <a:ext cx="6846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Alcance:</a:t>
            </a:r>
            <a:endParaRPr b="1" sz="1100"/>
          </a:p>
        </p:txBody>
      </p:sp>
      <p:sp>
        <p:nvSpPr>
          <p:cNvPr id="1478" name="Google Shape;1478;p26"/>
          <p:cNvSpPr txBox="1"/>
          <p:nvPr>
            <p:ph type="title"/>
          </p:nvPr>
        </p:nvSpPr>
        <p:spPr>
          <a:xfrm flipH="1">
            <a:off x="4025374" y="387675"/>
            <a:ext cx="5863200" cy="169200"/>
          </a:xfrm>
          <a:prstGeom prst="rect">
            <a:avLst/>
          </a:prstGeom>
          <a:noFill/>
          <a:ln>
            <a:noFill/>
          </a:ln>
        </p:spPr>
        <p:txBody>
          <a:bodyPr anchorCtr="0" anchor="ctr" bIns="0" lIns="0" spcFirstLastPara="1" rIns="0" wrap="square" tIns="0">
            <a:noAutofit/>
          </a:bodyPr>
          <a:lstStyle>
            <a:lvl1pPr lvl="0" rtl="0">
              <a:spcBef>
                <a:spcPts val="0"/>
              </a:spcBef>
              <a:spcAft>
                <a:spcPts val="0"/>
              </a:spcAft>
              <a:buClr>
                <a:srgbClr val="000000"/>
              </a:buClr>
              <a:buSzPts val="1000"/>
              <a:buNone/>
              <a:defRPr sz="1000">
                <a:solidFill>
                  <a:srgbClr val="000000"/>
                </a:solidFill>
              </a:defRPr>
            </a:lvl1pPr>
            <a:lvl2pPr lvl="1" rtl="0">
              <a:spcBef>
                <a:spcPts val="0"/>
              </a:spcBef>
              <a:spcAft>
                <a:spcPts val="0"/>
              </a:spcAft>
              <a:buClr>
                <a:srgbClr val="000000"/>
              </a:buClr>
              <a:buSzPts val="1000"/>
              <a:buNone/>
              <a:defRPr sz="1000">
                <a:solidFill>
                  <a:srgbClr val="000000"/>
                </a:solidFill>
              </a:defRPr>
            </a:lvl2pPr>
            <a:lvl3pPr lvl="2" rtl="0">
              <a:spcBef>
                <a:spcPts val="0"/>
              </a:spcBef>
              <a:spcAft>
                <a:spcPts val="0"/>
              </a:spcAft>
              <a:buClr>
                <a:srgbClr val="000000"/>
              </a:buClr>
              <a:buSzPts val="1000"/>
              <a:buNone/>
              <a:defRPr sz="1000">
                <a:solidFill>
                  <a:srgbClr val="000000"/>
                </a:solidFill>
              </a:defRPr>
            </a:lvl3pPr>
            <a:lvl4pPr lvl="3" rtl="0">
              <a:spcBef>
                <a:spcPts val="0"/>
              </a:spcBef>
              <a:spcAft>
                <a:spcPts val="0"/>
              </a:spcAft>
              <a:buClr>
                <a:srgbClr val="000000"/>
              </a:buClr>
              <a:buSzPts val="1000"/>
              <a:buNone/>
              <a:defRPr sz="1000">
                <a:solidFill>
                  <a:srgbClr val="000000"/>
                </a:solidFill>
              </a:defRPr>
            </a:lvl4pPr>
            <a:lvl5pPr lvl="4" rtl="0">
              <a:spcBef>
                <a:spcPts val="0"/>
              </a:spcBef>
              <a:spcAft>
                <a:spcPts val="0"/>
              </a:spcAft>
              <a:buClr>
                <a:srgbClr val="000000"/>
              </a:buClr>
              <a:buSzPts val="1000"/>
              <a:buNone/>
              <a:defRPr sz="1000">
                <a:solidFill>
                  <a:srgbClr val="000000"/>
                </a:solidFill>
              </a:defRPr>
            </a:lvl5pPr>
            <a:lvl6pPr lvl="5" rtl="0">
              <a:spcBef>
                <a:spcPts val="0"/>
              </a:spcBef>
              <a:spcAft>
                <a:spcPts val="0"/>
              </a:spcAft>
              <a:buClr>
                <a:srgbClr val="000000"/>
              </a:buClr>
              <a:buSzPts val="1000"/>
              <a:buNone/>
              <a:defRPr sz="1000">
                <a:solidFill>
                  <a:srgbClr val="000000"/>
                </a:solidFill>
              </a:defRPr>
            </a:lvl6pPr>
            <a:lvl7pPr lvl="6" rtl="0">
              <a:spcBef>
                <a:spcPts val="0"/>
              </a:spcBef>
              <a:spcAft>
                <a:spcPts val="0"/>
              </a:spcAft>
              <a:buClr>
                <a:srgbClr val="000000"/>
              </a:buClr>
              <a:buSzPts val="1000"/>
              <a:buNone/>
              <a:defRPr sz="1000">
                <a:solidFill>
                  <a:srgbClr val="000000"/>
                </a:solidFill>
              </a:defRPr>
            </a:lvl7pPr>
            <a:lvl8pPr lvl="7" rtl="0">
              <a:spcBef>
                <a:spcPts val="0"/>
              </a:spcBef>
              <a:spcAft>
                <a:spcPts val="0"/>
              </a:spcAft>
              <a:buClr>
                <a:srgbClr val="000000"/>
              </a:buClr>
              <a:buSzPts val="1000"/>
              <a:buNone/>
              <a:defRPr sz="1000">
                <a:solidFill>
                  <a:srgbClr val="000000"/>
                </a:solidFill>
              </a:defRPr>
            </a:lvl8pPr>
            <a:lvl9pPr lvl="8" rtl="0">
              <a:spcBef>
                <a:spcPts val="0"/>
              </a:spcBef>
              <a:spcAft>
                <a:spcPts val="0"/>
              </a:spcAft>
              <a:buClr>
                <a:srgbClr val="000000"/>
              </a:buClr>
              <a:buSzPts val="1000"/>
              <a:buNone/>
              <a:defRPr sz="1000">
                <a:solidFill>
                  <a:srgbClr val="000000"/>
                </a:solidFill>
              </a:defRPr>
            </a:lvl9pPr>
          </a:lstStyle>
          <a:p/>
        </p:txBody>
      </p:sp>
      <p:sp>
        <p:nvSpPr>
          <p:cNvPr id="1479" name="Google Shape;1479;p26"/>
          <p:cNvSpPr txBox="1"/>
          <p:nvPr>
            <p:ph idx="32" type="title"/>
          </p:nvPr>
        </p:nvSpPr>
        <p:spPr>
          <a:xfrm flipH="1">
            <a:off x="3208773" y="579550"/>
            <a:ext cx="6679800" cy="169200"/>
          </a:xfrm>
          <a:prstGeom prst="rect">
            <a:avLst/>
          </a:prstGeom>
          <a:noFill/>
          <a:ln>
            <a:noFill/>
          </a:ln>
        </p:spPr>
        <p:txBody>
          <a:bodyPr anchorCtr="0" anchor="ctr" bIns="0" lIns="0" spcFirstLastPara="1" rIns="0" wrap="square" tIns="0">
            <a:noAutofit/>
          </a:bodyPr>
          <a:lstStyle>
            <a:lvl1pPr lvl="0" rtl="0">
              <a:spcBef>
                <a:spcPts val="0"/>
              </a:spcBef>
              <a:spcAft>
                <a:spcPts val="0"/>
              </a:spcAft>
              <a:buClr>
                <a:srgbClr val="000000"/>
              </a:buClr>
              <a:buSzPts val="1000"/>
              <a:buNone/>
              <a:defRPr sz="1000">
                <a:solidFill>
                  <a:srgbClr val="000000"/>
                </a:solidFill>
              </a:defRPr>
            </a:lvl1pPr>
            <a:lvl2pPr lvl="1" rtl="0">
              <a:spcBef>
                <a:spcPts val="0"/>
              </a:spcBef>
              <a:spcAft>
                <a:spcPts val="0"/>
              </a:spcAft>
              <a:buClr>
                <a:srgbClr val="000000"/>
              </a:buClr>
              <a:buSzPts val="1000"/>
              <a:buNone/>
              <a:defRPr sz="1000">
                <a:solidFill>
                  <a:srgbClr val="000000"/>
                </a:solidFill>
              </a:defRPr>
            </a:lvl2pPr>
            <a:lvl3pPr lvl="2" rtl="0">
              <a:spcBef>
                <a:spcPts val="0"/>
              </a:spcBef>
              <a:spcAft>
                <a:spcPts val="0"/>
              </a:spcAft>
              <a:buClr>
                <a:srgbClr val="000000"/>
              </a:buClr>
              <a:buSzPts val="1000"/>
              <a:buNone/>
              <a:defRPr sz="1000">
                <a:solidFill>
                  <a:srgbClr val="000000"/>
                </a:solidFill>
              </a:defRPr>
            </a:lvl3pPr>
            <a:lvl4pPr lvl="3" rtl="0">
              <a:spcBef>
                <a:spcPts val="0"/>
              </a:spcBef>
              <a:spcAft>
                <a:spcPts val="0"/>
              </a:spcAft>
              <a:buClr>
                <a:srgbClr val="000000"/>
              </a:buClr>
              <a:buSzPts val="1000"/>
              <a:buNone/>
              <a:defRPr sz="1000">
                <a:solidFill>
                  <a:srgbClr val="000000"/>
                </a:solidFill>
              </a:defRPr>
            </a:lvl4pPr>
            <a:lvl5pPr lvl="4" rtl="0">
              <a:spcBef>
                <a:spcPts val="0"/>
              </a:spcBef>
              <a:spcAft>
                <a:spcPts val="0"/>
              </a:spcAft>
              <a:buClr>
                <a:srgbClr val="000000"/>
              </a:buClr>
              <a:buSzPts val="1000"/>
              <a:buNone/>
              <a:defRPr sz="1000">
                <a:solidFill>
                  <a:srgbClr val="000000"/>
                </a:solidFill>
              </a:defRPr>
            </a:lvl5pPr>
            <a:lvl6pPr lvl="5" rtl="0">
              <a:spcBef>
                <a:spcPts val="0"/>
              </a:spcBef>
              <a:spcAft>
                <a:spcPts val="0"/>
              </a:spcAft>
              <a:buClr>
                <a:srgbClr val="000000"/>
              </a:buClr>
              <a:buSzPts val="1000"/>
              <a:buNone/>
              <a:defRPr sz="1000">
                <a:solidFill>
                  <a:srgbClr val="000000"/>
                </a:solidFill>
              </a:defRPr>
            </a:lvl6pPr>
            <a:lvl7pPr lvl="6" rtl="0">
              <a:spcBef>
                <a:spcPts val="0"/>
              </a:spcBef>
              <a:spcAft>
                <a:spcPts val="0"/>
              </a:spcAft>
              <a:buClr>
                <a:srgbClr val="000000"/>
              </a:buClr>
              <a:buSzPts val="1000"/>
              <a:buNone/>
              <a:defRPr sz="1000">
                <a:solidFill>
                  <a:srgbClr val="000000"/>
                </a:solidFill>
              </a:defRPr>
            </a:lvl7pPr>
            <a:lvl8pPr lvl="7" rtl="0">
              <a:spcBef>
                <a:spcPts val="0"/>
              </a:spcBef>
              <a:spcAft>
                <a:spcPts val="0"/>
              </a:spcAft>
              <a:buClr>
                <a:srgbClr val="000000"/>
              </a:buClr>
              <a:buSzPts val="1000"/>
              <a:buNone/>
              <a:defRPr sz="1000">
                <a:solidFill>
                  <a:srgbClr val="000000"/>
                </a:solidFill>
              </a:defRPr>
            </a:lvl8pPr>
            <a:lvl9pPr lvl="8" rtl="0">
              <a:spcBef>
                <a:spcPts val="0"/>
              </a:spcBef>
              <a:spcAft>
                <a:spcPts val="0"/>
              </a:spcAft>
              <a:buClr>
                <a:srgbClr val="000000"/>
              </a:buClr>
              <a:buSzPts val="1000"/>
              <a:buNone/>
              <a:defRPr sz="1000">
                <a:solidFill>
                  <a:srgbClr val="000000"/>
                </a:solidFill>
              </a:defRPr>
            </a:lvl9pPr>
          </a:lstStyle>
          <a:p/>
        </p:txBody>
      </p:sp>
      <p:sp>
        <p:nvSpPr>
          <p:cNvPr id="1480" name="Google Shape;1480;p26"/>
          <p:cNvSpPr txBox="1"/>
          <p:nvPr>
            <p:ph idx="33" type="body"/>
          </p:nvPr>
        </p:nvSpPr>
        <p:spPr>
          <a:xfrm>
            <a:off x="641150" y="612125"/>
            <a:ext cx="1770300" cy="160500"/>
          </a:xfrm>
          <a:prstGeom prst="rect">
            <a:avLst/>
          </a:prstGeom>
          <a:noFill/>
          <a:ln>
            <a:noFill/>
          </a:ln>
        </p:spPr>
        <p:txBody>
          <a:bodyPr anchorCtr="0" anchor="t" bIns="0" lIns="0" spcFirstLastPara="1" rIns="0" wrap="square" tIns="0">
            <a:noAutofit/>
          </a:bodyPr>
          <a:lstStyle>
            <a:lvl1pPr indent="-292100" lvl="0" marL="457200" rtl="0" algn="ctr">
              <a:spcBef>
                <a:spcPts val="0"/>
              </a:spcBef>
              <a:spcAft>
                <a:spcPts val="0"/>
              </a:spcAft>
              <a:buClr>
                <a:srgbClr val="FFFFFF"/>
              </a:buClr>
              <a:buSzPts val="1000"/>
              <a:buChar char="●"/>
              <a:defRPr sz="1000">
                <a:solidFill>
                  <a:srgbClr val="FFFFFF"/>
                </a:solidFill>
              </a:defRPr>
            </a:lvl1pPr>
            <a:lvl2pPr indent="-292100" lvl="1" marL="914400" rtl="0" algn="ctr">
              <a:spcBef>
                <a:spcPts val="0"/>
              </a:spcBef>
              <a:spcAft>
                <a:spcPts val="0"/>
              </a:spcAft>
              <a:buClr>
                <a:srgbClr val="FFFFFF"/>
              </a:buClr>
              <a:buSzPts val="1000"/>
              <a:buChar char="○"/>
              <a:defRPr sz="1000">
                <a:solidFill>
                  <a:srgbClr val="FFFFFF"/>
                </a:solidFill>
              </a:defRPr>
            </a:lvl2pPr>
            <a:lvl3pPr indent="-292100" lvl="2" marL="1371600" rtl="0" algn="ctr">
              <a:spcBef>
                <a:spcPts val="0"/>
              </a:spcBef>
              <a:spcAft>
                <a:spcPts val="0"/>
              </a:spcAft>
              <a:buClr>
                <a:srgbClr val="FFFFFF"/>
              </a:buClr>
              <a:buSzPts val="1000"/>
              <a:buChar char="■"/>
              <a:defRPr sz="1000">
                <a:solidFill>
                  <a:srgbClr val="FFFFFF"/>
                </a:solidFill>
              </a:defRPr>
            </a:lvl3pPr>
            <a:lvl4pPr indent="-292100" lvl="3" marL="1828800" rtl="0" algn="ctr">
              <a:spcBef>
                <a:spcPts val="0"/>
              </a:spcBef>
              <a:spcAft>
                <a:spcPts val="0"/>
              </a:spcAft>
              <a:buClr>
                <a:srgbClr val="FFFFFF"/>
              </a:buClr>
              <a:buSzPts val="1000"/>
              <a:buChar char="●"/>
              <a:defRPr sz="1000">
                <a:solidFill>
                  <a:srgbClr val="FFFFFF"/>
                </a:solidFill>
              </a:defRPr>
            </a:lvl4pPr>
            <a:lvl5pPr indent="-292100" lvl="4" marL="2286000" rtl="0" algn="ctr">
              <a:spcBef>
                <a:spcPts val="0"/>
              </a:spcBef>
              <a:spcAft>
                <a:spcPts val="0"/>
              </a:spcAft>
              <a:buClr>
                <a:srgbClr val="FFFFFF"/>
              </a:buClr>
              <a:buSzPts val="1000"/>
              <a:buChar char="○"/>
              <a:defRPr sz="1000">
                <a:solidFill>
                  <a:srgbClr val="FFFFFF"/>
                </a:solidFill>
              </a:defRPr>
            </a:lvl5pPr>
            <a:lvl6pPr indent="-292100" lvl="5" marL="2743200" rtl="0" algn="ctr">
              <a:spcBef>
                <a:spcPts val="0"/>
              </a:spcBef>
              <a:spcAft>
                <a:spcPts val="0"/>
              </a:spcAft>
              <a:buClr>
                <a:srgbClr val="FFFFFF"/>
              </a:buClr>
              <a:buSzPts val="1000"/>
              <a:buChar char="■"/>
              <a:defRPr sz="1000">
                <a:solidFill>
                  <a:srgbClr val="FFFFFF"/>
                </a:solidFill>
              </a:defRPr>
            </a:lvl6pPr>
            <a:lvl7pPr indent="-292100" lvl="6" marL="3200400" rtl="0" algn="ctr">
              <a:spcBef>
                <a:spcPts val="0"/>
              </a:spcBef>
              <a:spcAft>
                <a:spcPts val="0"/>
              </a:spcAft>
              <a:buClr>
                <a:srgbClr val="FFFFFF"/>
              </a:buClr>
              <a:buSzPts val="1000"/>
              <a:buChar char="●"/>
              <a:defRPr sz="1000">
                <a:solidFill>
                  <a:srgbClr val="FFFFFF"/>
                </a:solidFill>
              </a:defRPr>
            </a:lvl7pPr>
            <a:lvl8pPr indent="-292100" lvl="7" marL="3657600" rtl="0" algn="ctr">
              <a:spcBef>
                <a:spcPts val="0"/>
              </a:spcBef>
              <a:spcAft>
                <a:spcPts val="0"/>
              </a:spcAft>
              <a:buClr>
                <a:srgbClr val="FFFFFF"/>
              </a:buClr>
              <a:buSzPts val="1000"/>
              <a:buChar char="○"/>
              <a:defRPr sz="1000">
                <a:solidFill>
                  <a:srgbClr val="FFFFFF"/>
                </a:solidFill>
              </a:defRPr>
            </a:lvl8pPr>
            <a:lvl9pPr indent="-292100" lvl="8" marL="4114800" rtl="0" algn="ctr">
              <a:spcBef>
                <a:spcPts val="0"/>
              </a:spcBef>
              <a:spcAft>
                <a:spcPts val="0"/>
              </a:spcAft>
              <a:buClr>
                <a:srgbClr val="FFFFFF"/>
              </a:buClr>
              <a:buSzPts val="1000"/>
              <a:buChar char="■"/>
              <a:defRPr sz="1000">
                <a:solidFill>
                  <a:srgbClr val="FFFFFF"/>
                </a:solidFill>
              </a:defRPr>
            </a:lvl9pPr>
          </a:lstStyle>
          <a:p/>
        </p:txBody>
      </p:sp>
      <p:sp>
        <p:nvSpPr>
          <p:cNvPr id="1481" name="Google Shape;1481;p26"/>
          <p:cNvSpPr txBox="1"/>
          <p:nvPr/>
        </p:nvSpPr>
        <p:spPr>
          <a:xfrm>
            <a:off x="84825" y="598125"/>
            <a:ext cx="595500" cy="205800"/>
          </a:xfrm>
          <a:prstGeom prst="rect">
            <a:avLst/>
          </a:prstGeom>
          <a:noFill/>
          <a:ln>
            <a:noFill/>
          </a:ln>
        </p:spPr>
        <p:txBody>
          <a:bodyPr anchorCtr="0" anchor="t" bIns="18000" lIns="18000" spcFirstLastPara="1" rIns="18000" wrap="square" tIns="18000">
            <a:spAutoFit/>
          </a:bodyPr>
          <a:lstStyle/>
          <a:p>
            <a:pPr indent="0" lvl="0" marL="0" rtl="0" algn="l">
              <a:spcBef>
                <a:spcPts val="0"/>
              </a:spcBef>
              <a:spcAft>
                <a:spcPts val="0"/>
              </a:spcAft>
              <a:buNone/>
            </a:pPr>
            <a:r>
              <a:rPr lang="es-419" sz="1100">
                <a:solidFill>
                  <a:srgbClr val="FFFFFF"/>
                </a:solidFill>
              </a:rPr>
              <a:t>Nombre:</a:t>
            </a:r>
            <a:endParaRPr sz="1100">
              <a:solidFill>
                <a:srgbClr val="FFFFFF"/>
              </a:solidFill>
            </a:endParaRPr>
          </a:p>
        </p:txBody>
      </p:sp>
    </p:spTree>
  </p:cSld>
  <p:clrMapOvr>
    <a:masterClrMapping/>
  </p:clrMapOvr>
</p:sldLayout>
</file>

<file path=ppt/slideLayouts/slideLayout2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5.3 Matriz de Trazabilidad de Requisitos">
  <p:cSld name="TITLE_3_6_1_1_1_1_1_1_1_1_1_1_1_1_1_1_1_1_1_1_1_1_1_1_1_1">
    <p:spTree>
      <p:nvGrpSpPr>
        <p:cNvPr id="1482" name="Shape 1482"/>
        <p:cNvGrpSpPr/>
        <p:nvPr/>
      </p:nvGrpSpPr>
      <p:grpSpPr>
        <a:xfrm>
          <a:off x="0" y="0"/>
          <a:ext cx="0" cy="0"/>
          <a:chOff x="0" y="0"/>
          <a:chExt cx="0" cy="0"/>
        </a:xfrm>
      </p:grpSpPr>
      <p:sp>
        <p:nvSpPr>
          <p:cNvPr id="1483" name="Google Shape;1483;p27"/>
          <p:cNvSpPr/>
          <p:nvPr/>
        </p:nvSpPr>
        <p:spPr>
          <a:xfrm>
            <a:off x="77688" y="358938"/>
            <a:ext cx="9935700" cy="6438000"/>
          </a:xfrm>
          <a:prstGeom prst="roundRect">
            <a:avLst>
              <a:gd fmla="val 2618" name="adj"/>
            </a:avLst>
          </a:prstGeom>
          <a:solidFill>
            <a:srgbClr val="FFFFFF"/>
          </a:solidFill>
          <a:ln cap="flat" cmpd="sng" w="38100">
            <a:solidFill>
              <a:srgbClr val="000000"/>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484" name="Google Shape;1484;p27"/>
          <p:cNvCxnSpPr/>
          <p:nvPr/>
        </p:nvCxnSpPr>
        <p:spPr>
          <a:xfrm>
            <a:off x="77688" y="772614"/>
            <a:ext cx="9935700" cy="0"/>
          </a:xfrm>
          <a:prstGeom prst="straightConnector1">
            <a:avLst/>
          </a:prstGeom>
          <a:noFill/>
          <a:ln cap="flat" cmpd="sng" w="19050">
            <a:solidFill>
              <a:srgbClr val="000000"/>
            </a:solidFill>
            <a:prstDash val="solid"/>
            <a:round/>
            <a:headEnd len="med" w="med" type="none"/>
            <a:tailEnd len="med" w="med" type="none"/>
          </a:ln>
        </p:spPr>
      </p:cxnSp>
      <p:cxnSp>
        <p:nvCxnSpPr>
          <p:cNvPr id="1485" name="Google Shape;1485;p27"/>
          <p:cNvCxnSpPr/>
          <p:nvPr/>
        </p:nvCxnSpPr>
        <p:spPr>
          <a:xfrm rot="10800000">
            <a:off x="2439038" y="368188"/>
            <a:ext cx="0" cy="402300"/>
          </a:xfrm>
          <a:prstGeom prst="straightConnector1">
            <a:avLst/>
          </a:prstGeom>
          <a:noFill/>
          <a:ln cap="flat" cmpd="sng" w="19050">
            <a:solidFill>
              <a:srgbClr val="000000"/>
            </a:solidFill>
            <a:prstDash val="solid"/>
            <a:round/>
            <a:headEnd len="med" w="med" type="none"/>
            <a:tailEnd len="med" w="med" type="none"/>
          </a:ln>
        </p:spPr>
      </p:cxnSp>
      <p:sp>
        <p:nvSpPr>
          <p:cNvPr id="1486" name="Google Shape;1486;p27"/>
          <p:cNvSpPr/>
          <p:nvPr/>
        </p:nvSpPr>
        <p:spPr>
          <a:xfrm>
            <a:off x="77688" y="349338"/>
            <a:ext cx="2361300" cy="421200"/>
          </a:xfrm>
          <a:prstGeom prst="roundRect">
            <a:avLst>
              <a:gd fmla="val 50000" name="adj"/>
            </a:avLst>
          </a:prstGeom>
          <a:solidFill>
            <a:srgbClr val="000000"/>
          </a:solidFill>
          <a:ln cap="flat" cmpd="sng" w="9525">
            <a:solidFill>
              <a:srgbClr val="000000"/>
            </a:solidFill>
            <a:prstDash val="solid"/>
            <a:round/>
            <a:headEnd len="sm" w="sm" type="none"/>
            <a:tailEnd len="sm" w="sm" type="none"/>
          </a:ln>
        </p:spPr>
        <p:txBody>
          <a:bodyPr anchorCtr="0" anchor="ctr" bIns="91425" lIns="0" spcFirstLastPara="1" rIns="0" wrap="square" tIns="91425">
            <a:noAutofit/>
          </a:bodyPr>
          <a:lstStyle/>
          <a:p>
            <a:pPr indent="0" lvl="0" marL="0" rtl="0" algn="ctr">
              <a:spcBef>
                <a:spcPts val="0"/>
              </a:spcBef>
              <a:spcAft>
                <a:spcPts val="0"/>
              </a:spcAft>
              <a:buNone/>
            </a:pPr>
            <a:r>
              <a:rPr b="1" lang="es-419" sz="1100">
                <a:solidFill>
                  <a:srgbClr val="FFFFFF"/>
                </a:solidFill>
              </a:rPr>
              <a:t>Matriz Trazabilidad de </a:t>
            </a:r>
            <a:r>
              <a:rPr b="1" lang="es-419" sz="1100">
                <a:solidFill>
                  <a:srgbClr val="FFFFFF"/>
                </a:solidFill>
              </a:rPr>
              <a:t>Requisitos</a:t>
            </a:r>
            <a:endParaRPr b="1" sz="1100">
              <a:solidFill>
                <a:srgbClr val="FFFFFF"/>
              </a:solidFill>
            </a:endParaRPr>
          </a:p>
          <a:p>
            <a:pPr indent="0" lvl="0" marL="0" rtl="0" algn="ctr">
              <a:spcBef>
                <a:spcPts val="0"/>
              </a:spcBef>
              <a:spcAft>
                <a:spcPts val="0"/>
              </a:spcAft>
              <a:buNone/>
            </a:pPr>
            <a:r>
              <a:t/>
            </a:r>
            <a:endParaRPr b="1" sz="1200">
              <a:solidFill>
                <a:srgbClr val="FFFFFF"/>
              </a:solidFill>
            </a:endParaRPr>
          </a:p>
        </p:txBody>
      </p:sp>
      <p:sp>
        <p:nvSpPr>
          <p:cNvPr id="1487" name="Google Shape;1487;p27"/>
          <p:cNvSpPr/>
          <p:nvPr/>
        </p:nvSpPr>
        <p:spPr>
          <a:xfrm>
            <a:off x="83988" y="595504"/>
            <a:ext cx="190200" cy="1692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 name="Google Shape;1488;p27"/>
          <p:cNvSpPr/>
          <p:nvPr/>
        </p:nvSpPr>
        <p:spPr>
          <a:xfrm>
            <a:off x="2350598" y="358950"/>
            <a:ext cx="88500" cy="4023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 name="Google Shape;1489;p27"/>
          <p:cNvSpPr/>
          <p:nvPr/>
        </p:nvSpPr>
        <p:spPr>
          <a:xfrm>
            <a:off x="2277739" y="663750"/>
            <a:ext cx="88500" cy="1089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90" name="Google Shape;1490;p27"/>
          <p:cNvGrpSpPr/>
          <p:nvPr/>
        </p:nvGrpSpPr>
        <p:grpSpPr>
          <a:xfrm>
            <a:off x="274200" y="2531911"/>
            <a:ext cx="9531600" cy="450095"/>
            <a:chOff x="274200" y="1663702"/>
            <a:chExt cx="9531600" cy="900550"/>
          </a:xfrm>
        </p:grpSpPr>
        <p:sp>
          <p:nvSpPr>
            <p:cNvPr id="1491" name="Google Shape;1491;p27"/>
            <p:cNvSpPr/>
            <p:nvPr/>
          </p:nvSpPr>
          <p:spPr>
            <a:xfrm>
              <a:off x="274200" y="1663702"/>
              <a:ext cx="9531600" cy="9000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600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t/>
              </a:r>
              <a:endParaRPr b="1" i="0" sz="1800" u="none" cap="none" strike="noStrike">
                <a:solidFill>
                  <a:srgbClr val="000000"/>
                </a:solidFill>
                <a:latin typeface="Roboto"/>
                <a:ea typeface="Roboto"/>
                <a:cs typeface="Roboto"/>
                <a:sym typeface="Roboto"/>
              </a:endParaRPr>
            </a:p>
          </p:txBody>
        </p:sp>
        <p:cxnSp>
          <p:nvCxnSpPr>
            <p:cNvPr id="1492" name="Google Shape;1492;p27"/>
            <p:cNvCxnSpPr/>
            <p:nvPr/>
          </p:nvCxnSpPr>
          <p:spPr>
            <a:xfrm>
              <a:off x="805925" y="1664552"/>
              <a:ext cx="0" cy="899700"/>
            </a:xfrm>
            <a:prstGeom prst="straightConnector1">
              <a:avLst/>
            </a:prstGeom>
            <a:noFill/>
            <a:ln cap="flat" cmpd="sng" w="28575">
              <a:solidFill>
                <a:srgbClr val="D9D9D9"/>
              </a:solidFill>
              <a:prstDash val="solid"/>
              <a:round/>
              <a:headEnd len="sm" w="sm" type="none"/>
              <a:tailEnd len="sm" w="sm" type="none"/>
            </a:ln>
          </p:spPr>
        </p:cxnSp>
        <p:cxnSp>
          <p:nvCxnSpPr>
            <p:cNvPr id="1493" name="Google Shape;1493;p27"/>
            <p:cNvCxnSpPr/>
            <p:nvPr/>
          </p:nvCxnSpPr>
          <p:spPr>
            <a:xfrm>
              <a:off x="2607089" y="1664552"/>
              <a:ext cx="0" cy="899700"/>
            </a:xfrm>
            <a:prstGeom prst="straightConnector1">
              <a:avLst/>
            </a:prstGeom>
            <a:noFill/>
            <a:ln cap="flat" cmpd="sng" w="28575">
              <a:solidFill>
                <a:srgbClr val="D9D9D9"/>
              </a:solidFill>
              <a:prstDash val="solid"/>
              <a:round/>
              <a:headEnd len="sm" w="sm" type="none"/>
              <a:tailEnd len="sm" w="sm" type="none"/>
            </a:ln>
          </p:spPr>
        </p:cxnSp>
        <p:cxnSp>
          <p:nvCxnSpPr>
            <p:cNvPr id="1494" name="Google Shape;1494;p27"/>
            <p:cNvCxnSpPr/>
            <p:nvPr/>
          </p:nvCxnSpPr>
          <p:spPr>
            <a:xfrm>
              <a:off x="6232786" y="1664552"/>
              <a:ext cx="0" cy="899700"/>
            </a:xfrm>
            <a:prstGeom prst="straightConnector1">
              <a:avLst/>
            </a:prstGeom>
            <a:noFill/>
            <a:ln cap="flat" cmpd="sng" w="28575">
              <a:solidFill>
                <a:srgbClr val="B7B7B7"/>
              </a:solidFill>
              <a:prstDash val="solid"/>
              <a:round/>
              <a:headEnd len="sm" w="sm" type="none"/>
              <a:tailEnd len="sm" w="sm" type="none"/>
            </a:ln>
          </p:spPr>
        </p:cxnSp>
        <p:cxnSp>
          <p:nvCxnSpPr>
            <p:cNvPr id="1495" name="Google Shape;1495;p27"/>
            <p:cNvCxnSpPr/>
            <p:nvPr/>
          </p:nvCxnSpPr>
          <p:spPr>
            <a:xfrm>
              <a:off x="6237052" y="1664552"/>
              <a:ext cx="0" cy="899700"/>
            </a:xfrm>
            <a:prstGeom prst="straightConnector1">
              <a:avLst/>
            </a:prstGeom>
            <a:noFill/>
            <a:ln cap="flat" cmpd="sng" w="28575">
              <a:solidFill>
                <a:srgbClr val="D9D9D9"/>
              </a:solidFill>
              <a:prstDash val="solid"/>
              <a:round/>
              <a:headEnd len="sm" w="sm" type="none"/>
              <a:tailEnd len="sm" w="sm" type="none"/>
            </a:ln>
          </p:spPr>
        </p:cxnSp>
        <p:sp>
          <p:nvSpPr>
            <p:cNvPr id="1496" name="Google Shape;1496;p27"/>
            <p:cNvSpPr/>
            <p:nvPr/>
          </p:nvSpPr>
          <p:spPr>
            <a:xfrm>
              <a:off x="2627453" y="1670377"/>
              <a:ext cx="3605400" cy="893400"/>
            </a:xfrm>
            <a:prstGeom prst="rect">
              <a:avLst/>
            </a:prstGeom>
            <a:solidFill>
              <a:srgbClr val="D9EAD3"/>
            </a:solidFill>
            <a:ln cap="flat" cmpd="sng" w="9525">
              <a:solidFill>
                <a:srgbClr val="D9EA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7" name="Google Shape;1497;p27"/>
          <p:cNvGrpSpPr/>
          <p:nvPr/>
        </p:nvGrpSpPr>
        <p:grpSpPr>
          <a:xfrm>
            <a:off x="274200" y="3051279"/>
            <a:ext cx="9531600" cy="450095"/>
            <a:chOff x="274200" y="1663702"/>
            <a:chExt cx="9531600" cy="900550"/>
          </a:xfrm>
        </p:grpSpPr>
        <p:sp>
          <p:nvSpPr>
            <p:cNvPr id="1498" name="Google Shape;1498;p27"/>
            <p:cNvSpPr/>
            <p:nvPr/>
          </p:nvSpPr>
          <p:spPr>
            <a:xfrm>
              <a:off x="274200" y="1663702"/>
              <a:ext cx="9531600" cy="9000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600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t/>
              </a:r>
              <a:endParaRPr b="1" i="0" sz="1800" u="none" cap="none" strike="noStrike">
                <a:solidFill>
                  <a:srgbClr val="000000"/>
                </a:solidFill>
                <a:latin typeface="Roboto"/>
                <a:ea typeface="Roboto"/>
                <a:cs typeface="Roboto"/>
                <a:sym typeface="Roboto"/>
              </a:endParaRPr>
            </a:p>
          </p:txBody>
        </p:sp>
        <p:cxnSp>
          <p:nvCxnSpPr>
            <p:cNvPr id="1499" name="Google Shape;1499;p27"/>
            <p:cNvCxnSpPr/>
            <p:nvPr/>
          </p:nvCxnSpPr>
          <p:spPr>
            <a:xfrm>
              <a:off x="805925" y="1664552"/>
              <a:ext cx="0" cy="899700"/>
            </a:xfrm>
            <a:prstGeom prst="straightConnector1">
              <a:avLst/>
            </a:prstGeom>
            <a:noFill/>
            <a:ln cap="flat" cmpd="sng" w="28575">
              <a:solidFill>
                <a:srgbClr val="D9D9D9"/>
              </a:solidFill>
              <a:prstDash val="solid"/>
              <a:round/>
              <a:headEnd len="sm" w="sm" type="none"/>
              <a:tailEnd len="sm" w="sm" type="none"/>
            </a:ln>
          </p:spPr>
        </p:cxnSp>
        <p:cxnSp>
          <p:nvCxnSpPr>
            <p:cNvPr id="1500" name="Google Shape;1500;p27"/>
            <p:cNvCxnSpPr/>
            <p:nvPr/>
          </p:nvCxnSpPr>
          <p:spPr>
            <a:xfrm>
              <a:off x="2607089" y="1664552"/>
              <a:ext cx="0" cy="899700"/>
            </a:xfrm>
            <a:prstGeom prst="straightConnector1">
              <a:avLst/>
            </a:prstGeom>
            <a:noFill/>
            <a:ln cap="flat" cmpd="sng" w="28575">
              <a:solidFill>
                <a:srgbClr val="D9D9D9"/>
              </a:solidFill>
              <a:prstDash val="solid"/>
              <a:round/>
              <a:headEnd len="sm" w="sm" type="none"/>
              <a:tailEnd len="sm" w="sm" type="none"/>
            </a:ln>
          </p:spPr>
        </p:cxnSp>
        <p:cxnSp>
          <p:nvCxnSpPr>
            <p:cNvPr id="1501" name="Google Shape;1501;p27"/>
            <p:cNvCxnSpPr/>
            <p:nvPr/>
          </p:nvCxnSpPr>
          <p:spPr>
            <a:xfrm>
              <a:off x="6237052" y="1664552"/>
              <a:ext cx="0" cy="899700"/>
            </a:xfrm>
            <a:prstGeom prst="straightConnector1">
              <a:avLst/>
            </a:prstGeom>
            <a:noFill/>
            <a:ln cap="flat" cmpd="sng" w="28575">
              <a:solidFill>
                <a:srgbClr val="D9D9D9"/>
              </a:solidFill>
              <a:prstDash val="solid"/>
              <a:round/>
              <a:headEnd len="sm" w="sm" type="none"/>
              <a:tailEnd len="sm" w="sm" type="none"/>
            </a:ln>
          </p:spPr>
        </p:cxnSp>
        <p:sp>
          <p:nvSpPr>
            <p:cNvPr id="1502" name="Google Shape;1502;p27"/>
            <p:cNvSpPr/>
            <p:nvPr/>
          </p:nvSpPr>
          <p:spPr>
            <a:xfrm>
              <a:off x="2627453" y="1670377"/>
              <a:ext cx="3609600" cy="893400"/>
            </a:xfrm>
            <a:prstGeom prst="rect">
              <a:avLst/>
            </a:prstGeom>
            <a:solidFill>
              <a:srgbClr val="D9EAD3"/>
            </a:solidFill>
            <a:ln cap="flat" cmpd="sng" w="9525">
              <a:solidFill>
                <a:srgbClr val="D9EA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3" name="Google Shape;1503;p27"/>
          <p:cNvGrpSpPr/>
          <p:nvPr/>
        </p:nvGrpSpPr>
        <p:grpSpPr>
          <a:xfrm>
            <a:off x="274200" y="3570647"/>
            <a:ext cx="9531600" cy="450095"/>
            <a:chOff x="274200" y="1663702"/>
            <a:chExt cx="9531600" cy="900550"/>
          </a:xfrm>
        </p:grpSpPr>
        <p:sp>
          <p:nvSpPr>
            <p:cNvPr id="1504" name="Google Shape;1504;p27"/>
            <p:cNvSpPr/>
            <p:nvPr/>
          </p:nvSpPr>
          <p:spPr>
            <a:xfrm>
              <a:off x="274200" y="1663702"/>
              <a:ext cx="9531600" cy="9000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600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t/>
              </a:r>
              <a:endParaRPr b="1" i="0" sz="1800" u="none" cap="none" strike="noStrike">
                <a:solidFill>
                  <a:srgbClr val="000000"/>
                </a:solidFill>
                <a:latin typeface="Roboto"/>
                <a:ea typeface="Roboto"/>
                <a:cs typeface="Roboto"/>
                <a:sym typeface="Roboto"/>
              </a:endParaRPr>
            </a:p>
          </p:txBody>
        </p:sp>
        <p:cxnSp>
          <p:nvCxnSpPr>
            <p:cNvPr id="1505" name="Google Shape;1505;p27"/>
            <p:cNvCxnSpPr/>
            <p:nvPr/>
          </p:nvCxnSpPr>
          <p:spPr>
            <a:xfrm>
              <a:off x="805925" y="1664552"/>
              <a:ext cx="0" cy="899700"/>
            </a:xfrm>
            <a:prstGeom prst="straightConnector1">
              <a:avLst/>
            </a:prstGeom>
            <a:noFill/>
            <a:ln cap="flat" cmpd="sng" w="28575">
              <a:solidFill>
                <a:srgbClr val="D9D9D9"/>
              </a:solidFill>
              <a:prstDash val="solid"/>
              <a:round/>
              <a:headEnd len="sm" w="sm" type="none"/>
              <a:tailEnd len="sm" w="sm" type="none"/>
            </a:ln>
          </p:spPr>
        </p:cxnSp>
        <p:cxnSp>
          <p:nvCxnSpPr>
            <p:cNvPr id="1506" name="Google Shape;1506;p27"/>
            <p:cNvCxnSpPr/>
            <p:nvPr/>
          </p:nvCxnSpPr>
          <p:spPr>
            <a:xfrm>
              <a:off x="2607089" y="1664552"/>
              <a:ext cx="0" cy="899700"/>
            </a:xfrm>
            <a:prstGeom prst="straightConnector1">
              <a:avLst/>
            </a:prstGeom>
            <a:noFill/>
            <a:ln cap="flat" cmpd="sng" w="28575">
              <a:solidFill>
                <a:srgbClr val="D9D9D9"/>
              </a:solidFill>
              <a:prstDash val="solid"/>
              <a:round/>
              <a:headEnd len="sm" w="sm" type="none"/>
              <a:tailEnd len="sm" w="sm" type="none"/>
            </a:ln>
          </p:spPr>
        </p:cxnSp>
        <p:cxnSp>
          <p:nvCxnSpPr>
            <p:cNvPr id="1507" name="Google Shape;1507;p27"/>
            <p:cNvCxnSpPr/>
            <p:nvPr/>
          </p:nvCxnSpPr>
          <p:spPr>
            <a:xfrm>
              <a:off x="6237052" y="1664552"/>
              <a:ext cx="0" cy="899700"/>
            </a:xfrm>
            <a:prstGeom prst="straightConnector1">
              <a:avLst/>
            </a:prstGeom>
            <a:noFill/>
            <a:ln cap="flat" cmpd="sng" w="28575">
              <a:solidFill>
                <a:srgbClr val="D9D9D9"/>
              </a:solidFill>
              <a:prstDash val="solid"/>
              <a:round/>
              <a:headEnd len="sm" w="sm" type="none"/>
              <a:tailEnd len="sm" w="sm" type="none"/>
            </a:ln>
          </p:spPr>
        </p:cxnSp>
        <p:sp>
          <p:nvSpPr>
            <p:cNvPr id="1508" name="Google Shape;1508;p27"/>
            <p:cNvSpPr/>
            <p:nvPr/>
          </p:nvSpPr>
          <p:spPr>
            <a:xfrm>
              <a:off x="2627450" y="1670377"/>
              <a:ext cx="3609600" cy="893400"/>
            </a:xfrm>
            <a:prstGeom prst="rect">
              <a:avLst/>
            </a:prstGeom>
            <a:solidFill>
              <a:srgbClr val="D9EAD3"/>
            </a:solidFill>
            <a:ln cap="flat" cmpd="sng" w="9525">
              <a:solidFill>
                <a:srgbClr val="D9EA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9" name="Google Shape;1509;p27"/>
          <p:cNvGrpSpPr/>
          <p:nvPr/>
        </p:nvGrpSpPr>
        <p:grpSpPr>
          <a:xfrm>
            <a:off x="862687" y="878859"/>
            <a:ext cx="8887750" cy="450264"/>
            <a:chOff x="862675" y="878900"/>
            <a:chExt cx="8887750" cy="605275"/>
          </a:xfrm>
        </p:grpSpPr>
        <p:sp>
          <p:nvSpPr>
            <p:cNvPr id="1510" name="Google Shape;1510;p27"/>
            <p:cNvSpPr/>
            <p:nvPr/>
          </p:nvSpPr>
          <p:spPr>
            <a:xfrm>
              <a:off x="2632732" y="878900"/>
              <a:ext cx="3567300" cy="596400"/>
            </a:xfrm>
            <a:prstGeom prst="roundRect">
              <a:avLst>
                <a:gd fmla="val 16667" name="adj"/>
              </a:avLst>
            </a:prstGeom>
            <a:solidFill>
              <a:srgbClr val="D9EAD3"/>
            </a:solidFill>
            <a:ln>
              <a:noFill/>
            </a:ln>
            <a:effectLst>
              <a:outerShdw blurRad="57150" rotWithShape="0" algn="bl" dir="5400000" dist="19050">
                <a:srgbClr val="000000">
                  <a:alpha val="49800"/>
                </a:srgbClr>
              </a:outerShdw>
            </a:effectLst>
          </p:spPr>
          <p:txBody>
            <a:bodyPr anchorCtr="0" anchor="ctr" bIns="36000" lIns="0" spcFirstLastPara="1" rIns="0" wrap="square" tIns="36000">
              <a:noAutofit/>
            </a:bodyPr>
            <a:lstStyle/>
            <a:p>
              <a:pPr indent="0" lvl="0" marL="0" rtl="0" algn="ctr">
                <a:spcBef>
                  <a:spcPts val="0"/>
                </a:spcBef>
                <a:spcAft>
                  <a:spcPts val="0"/>
                </a:spcAft>
                <a:buClr>
                  <a:schemeClr val="dk1"/>
                </a:buClr>
                <a:buSzPts val="1100"/>
                <a:buFont typeface="Arial"/>
                <a:buNone/>
              </a:pPr>
              <a:r>
                <a:rPr b="1" lang="es-419" sz="1200">
                  <a:solidFill>
                    <a:schemeClr val="dk1"/>
                  </a:solidFill>
                  <a:latin typeface="Arvo"/>
                  <a:ea typeface="Arvo"/>
                  <a:cs typeface="Arvo"/>
                  <a:sym typeface="Arvo"/>
                </a:rPr>
                <a:t>Proceso de Negocio</a:t>
              </a:r>
              <a:endParaRPr b="1" sz="1200">
                <a:solidFill>
                  <a:schemeClr val="dk1"/>
                </a:solidFill>
                <a:latin typeface="Arvo"/>
                <a:ea typeface="Arvo"/>
                <a:cs typeface="Arvo"/>
                <a:sym typeface="Arvo"/>
              </a:endParaRPr>
            </a:p>
          </p:txBody>
        </p:sp>
        <p:sp>
          <p:nvSpPr>
            <p:cNvPr id="1511" name="Google Shape;1511;p27"/>
            <p:cNvSpPr/>
            <p:nvPr/>
          </p:nvSpPr>
          <p:spPr>
            <a:xfrm>
              <a:off x="6275525" y="878900"/>
              <a:ext cx="3474900" cy="596400"/>
            </a:xfrm>
            <a:prstGeom prst="roundRect">
              <a:avLst>
                <a:gd fmla="val 16667" name="adj"/>
              </a:avLst>
            </a:prstGeom>
            <a:solidFill>
              <a:srgbClr val="F4CCCC"/>
            </a:solidFill>
            <a:ln>
              <a:noFill/>
            </a:ln>
            <a:effectLst>
              <a:outerShdw blurRad="57150" rotWithShape="0" algn="bl" dir="5400000" dist="19050">
                <a:srgbClr val="000000">
                  <a:alpha val="49800"/>
                </a:srgbClr>
              </a:outerShdw>
            </a:effectLst>
          </p:spPr>
          <p:txBody>
            <a:bodyPr anchorCtr="0" anchor="ctr" bIns="36000" lIns="0" spcFirstLastPara="1" rIns="0" wrap="square" tIns="36000">
              <a:noAutofit/>
            </a:bodyPr>
            <a:lstStyle/>
            <a:p>
              <a:pPr indent="0" lvl="0" marL="0" rtl="0" algn="ctr">
                <a:spcBef>
                  <a:spcPts val="0"/>
                </a:spcBef>
                <a:spcAft>
                  <a:spcPts val="0"/>
                </a:spcAft>
                <a:buClr>
                  <a:schemeClr val="dk1"/>
                </a:buClr>
                <a:buSzPts val="1100"/>
                <a:buFont typeface="Arial"/>
                <a:buNone/>
              </a:pPr>
              <a:r>
                <a:rPr b="1" lang="es-419" sz="1200">
                  <a:solidFill>
                    <a:schemeClr val="dk1"/>
                  </a:solidFill>
                  <a:latin typeface="Arvo"/>
                  <a:ea typeface="Arvo"/>
                  <a:cs typeface="Arvo"/>
                  <a:sym typeface="Arvo"/>
                </a:rPr>
                <a:t>CUS Relacionado</a:t>
              </a:r>
              <a:endParaRPr b="1" sz="1200">
                <a:latin typeface="Arvo"/>
                <a:ea typeface="Arvo"/>
                <a:cs typeface="Arvo"/>
                <a:sym typeface="Arvo"/>
              </a:endParaRPr>
            </a:p>
          </p:txBody>
        </p:sp>
        <p:sp>
          <p:nvSpPr>
            <p:cNvPr id="1512" name="Google Shape;1512;p27"/>
            <p:cNvSpPr/>
            <p:nvPr/>
          </p:nvSpPr>
          <p:spPr>
            <a:xfrm>
              <a:off x="862675" y="887775"/>
              <a:ext cx="1686900" cy="596400"/>
            </a:xfrm>
            <a:prstGeom prst="roundRect">
              <a:avLst>
                <a:gd fmla="val 16667" name="adj"/>
              </a:avLst>
            </a:prstGeom>
            <a:solidFill>
              <a:srgbClr val="FFF2CC"/>
            </a:solidFill>
            <a:ln>
              <a:noFill/>
            </a:ln>
            <a:effectLst>
              <a:outerShdw blurRad="57150" rotWithShape="0" algn="bl" dir="5400000" dist="19050">
                <a:srgbClr val="000000">
                  <a:alpha val="49800"/>
                </a:srgbClr>
              </a:outerShdw>
            </a:effectLst>
          </p:spPr>
          <p:txBody>
            <a:bodyPr anchorCtr="0" anchor="ctr" bIns="36000" lIns="0" spcFirstLastPara="1" rIns="0" wrap="square" tIns="36000">
              <a:noAutofit/>
            </a:bodyPr>
            <a:lstStyle/>
            <a:p>
              <a:pPr indent="0" lvl="0" marL="0" rtl="0" algn="ctr">
                <a:spcBef>
                  <a:spcPts val="0"/>
                </a:spcBef>
                <a:spcAft>
                  <a:spcPts val="0"/>
                </a:spcAft>
                <a:buClr>
                  <a:schemeClr val="dk1"/>
                </a:buClr>
                <a:buSzPts val="1100"/>
                <a:buFont typeface="Arial"/>
                <a:buNone/>
              </a:pPr>
              <a:r>
                <a:rPr b="1" lang="es-419" sz="1200">
                  <a:solidFill>
                    <a:schemeClr val="dk1"/>
                  </a:solidFill>
                  <a:latin typeface="Arvo"/>
                  <a:ea typeface="Arvo"/>
                  <a:cs typeface="Arvo"/>
                  <a:sym typeface="Arvo"/>
                </a:rPr>
                <a:t>Requisito</a:t>
              </a:r>
              <a:endParaRPr b="1" sz="1200">
                <a:latin typeface="Arvo"/>
                <a:ea typeface="Arvo"/>
                <a:cs typeface="Arvo"/>
                <a:sym typeface="Arvo"/>
              </a:endParaRPr>
            </a:p>
          </p:txBody>
        </p:sp>
      </p:grpSp>
      <p:grpSp>
        <p:nvGrpSpPr>
          <p:cNvPr id="1513" name="Google Shape;1513;p27"/>
          <p:cNvGrpSpPr/>
          <p:nvPr/>
        </p:nvGrpSpPr>
        <p:grpSpPr>
          <a:xfrm>
            <a:off x="274200" y="1493181"/>
            <a:ext cx="9531600" cy="450095"/>
            <a:chOff x="274200" y="1663702"/>
            <a:chExt cx="9531600" cy="900550"/>
          </a:xfrm>
        </p:grpSpPr>
        <p:sp>
          <p:nvSpPr>
            <p:cNvPr id="1514" name="Google Shape;1514;p27"/>
            <p:cNvSpPr/>
            <p:nvPr/>
          </p:nvSpPr>
          <p:spPr>
            <a:xfrm>
              <a:off x="274200" y="1663702"/>
              <a:ext cx="9531600" cy="9000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600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t/>
              </a:r>
              <a:endParaRPr b="1" i="0" sz="1800" u="none" cap="none" strike="noStrike">
                <a:solidFill>
                  <a:srgbClr val="000000"/>
                </a:solidFill>
                <a:latin typeface="Roboto"/>
                <a:ea typeface="Roboto"/>
                <a:cs typeface="Roboto"/>
                <a:sym typeface="Roboto"/>
              </a:endParaRPr>
            </a:p>
          </p:txBody>
        </p:sp>
        <p:cxnSp>
          <p:nvCxnSpPr>
            <p:cNvPr id="1515" name="Google Shape;1515;p27"/>
            <p:cNvCxnSpPr/>
            <p:nvPr/>
          </p:nvCxnSpPr>
          <p:spPr>
            <a:xfrm>
              <a:off x="805925" y="1664552"/>
              <a:ext cx="0" cy="899700"/>
            </a:xfrm>
            <a:prstGeom prst="straightConnector1">
              <a:avLst/>
            </a:prstGeom>
            <a:noFill/>
            <a:ln cap="flat" cmpd="sng" w="28575">
              <a:solidFill>
                <a:srgbClr val="D9D9D9"/>
              </a:solidFill>
              <a:prstDash val="solid"/>
              <a:round/>
              <a:headEnd len="sm" w="sm" type="none"/>
              <a:tailEnd len="sm" w="sm" type="none"/>
            </a:ln>
          </p:spPr>
        </p:cxnSp>
        <p:cxnSp>
          <p:nvCxnSpPr>
            <p:cNvPr id="1516" name="Google Shape;1516;p27"/>
            <p:cNvCxnSpPr/>
            <p:nvPr/>
          </p:nvCxnSpPr>
          <p:spPr>
            <a:xfrm>
              <a:off x="2607089" y="1664552"/>
              <a:ext cx="0" cy="899700"/>
            </a:xfrm>
            <a:prstGeom prst="straightConnector1">
              <a:avLst/>
            </a:prstGeom>
            <a:noFill/>
            <a:ln cap="flat" cmpd="sng" w="28575">
              <a:solidFill>
                <a:srgbClr val="D9D9D9"/>
              </a:solidFill>
              <a:prstDash val="solid"/>
              <a:round/>
              <a:headEnd len="sm" w="sm" type="none"/>
              <a:tailEnd len="sm" w="sm" type="none"/>
            </a:ln>
          </p:spPr>
        </p:cxnSp>
        <p:cxnSp>
          <p:nvCxnSpPr>
            <p:cNvPr id="1517" name="Google Shape;1517;p27"/>
            <p:cNvCxnSpPr/>
            <p:nvPr/>
          </p:nvCxnSpPr>
          <p:spPr>
            <a:xfrm>
              <a:off x="6237052" y="1664552"/>
              <a:ext cx="0" cy="899700"/>
            </a:xfrm>
            <a:prstGeom prst="straightConnector1">
              <a:avLst/>
            </a:prstGeom>
            <a:noFill/>
            <a:ln cap="flat" cmpd="sng" w="28575">
              <a:solidFill>
                <a:srgbClr val="D9D9D9"/>
              </a:solidFill>
              <a:prstDash val="solid"/>
              <a:round/>
              <a:headEnd len="sm" w="sm" type="none"/>
              <a:tailEnd len="sm" w="sm" type="none"/>
            </a:ln>
          </p:spPr>
        </p:cxnSp>
        <p:sp>
          <p:nvSpPr>
            <p:cNvPr id="1518" name="Google Shape;1518;p27"/>
            <p:cNvSpPr/>
            <p:nvPr/>
          </p:nvSpPr>
          <p:spPr>
            <a:xfrm>
              <a:off x="2627453" y="1670366"/>
              <a:ext cx="3609600" cy="893400"/>
            </a:xfrm>
            <a:prstGeom prst="rect">
              <a:avLst/>
            </a:prstGeom>
            <a:solidFill>
              <a:srgbClr val="D9EAD3"/>
            </a:solidFill>
            <a:ln cap="flat" cmpd="sng" w="9525">
              <a:solidFill>
                <a:srgbClr val="D9EA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9" name="Google Shape;1519;p27"/>
          <p:cNvGrpSpPr/>
          <p:nvPr/>
        </p:nvGrpSpPr>
        <p:grpSpPr>
          <a:xfrm>
            <a:off x="274200" y="2012543"/>
            <a:ext cx="9531600" cy="450095"/>
            <a:chOff x="274200" y="1663702"/>
            <a:chExt cx="9531600" cy="900550"/>
          </a:xfrm>
        </p:grpSpPr>
        <p:sp>
          <p:nvSpPr>
            <p:cNvPr id="1520" name="Google Shape;1520;p27"/>
            <p:cNvSpPr/>
            <p:nvPr/>
          </p:nvSpPr>
          <p:spPr>
            <a:xfrm>
              <a:off x="274200" y="1663702"/>
              <a:ext cx="9531600" cy="9000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600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t/>
              </a:r>
              <a:endParaRPr b="1" i="0" sz="1800" u="none" cap="none" strike="noStrike">
                <a:solidFill>
                  <a:srgbClr val="000000"/>
                </a:solidFill>
                <a:latin typeface="Roboto"/>
                <a:ea typeface="Roboto"/>
                <a:cs typeface="Roboto"/>
                <a:sym typeface="Roboto"/>
              </a:endParaRPr>
            </a:p>
          </p:txBody>
        </p:sp>
        <p:cxnSp>
          <p:nvCxnSpPr>
            <p:cNvPr id="1521" name="Google Shape;1521;p27"/>
            <p:cNvCxnSpPr/>
            <p:nvPr/>
          </p:nvCxnSpPr>
          <p:spPr>
            <a:xfrm>
              <a:off x="805925" y="1664552"/>
              <a:ext cx="0" cy="899700"/>
            </a:xfrm>
            <a:prstGeom prst="straightConnector1">
              <a:avLst/>
            </a:prstGeom>
            <a:noFill/>
            <a:ln cap="flat" cmpd="sng" w="28575">
              <a:solidFill>
                <a:srgbClr val="D9D9D9"/>
              </a:solidFill>
              <a:prstDash val="solid"/>
              <a:round/>
              <a:headEnd len="sm" w="sm" type="none"/>
              <a:tailEnd len="sm" w="sm" type="none"/>
            </a:ln>
          </p:spPr>
        </p:cxnSp>
        <p:cxnSp>
          <p:nvCxnSpPr>
            <p:cNvPr id="1522" name="Google Shape;1522;p27"/>
            <p:cNvCxnSpPr/>
            <p:nvPr/>
          </p:nvCxnSpPr>
          <p:spPr>
            <a:xfrm>
              <a:off x="2607089" y="1664552"/>
              <a:ext cx="0" cy="899700"/>
            </a:xfrm>
            <a:prstGeom prst="straightConnector1">
              <a:avLst/>
            </a:prstGeom>
            <a:noFill/>
            <a:ln cap="flat" cmpd="sng" w="28575">
              <a:solidFill>
                <a:srgbClr val="D9D9D9"/>
              </a:solidFill>
              <a:prstDash val="solid"/>
              <a:round/>
              <a:headEnd len="sm" w="sm" type="none"/>
              <a:tailEnd len="sm" w="sm" type="none"/>
            </a:ln>
          </p:spPr>
        </p:cxnSp>
        <p:sp>
          <p:nvSpPr>
            <p:cNvPr id="1523" name="Google Shape;1523;p27"/>
            <p:cNvSpPr/>
            <p:nvPr/>
          </p:nvSpPr>
          <p:spPr>
            <a:xfrm>
              <a:off x="2627453" y="1670377"/>
              <a:ext cx="3609600" cy="893400"/>
            </a:xfrm>
            <a:prstGeom prst="rect">
              <a:avLst/>
            </a:prstGeom>
            <a:solidFill>
              <a:srgbClr val="D9EAD3"/>
            </a:solidFill>
            <a:ln cap="flat" cmpd="sng" w="9525">
              <a:solidFill>
                <a:srgbClr val="D9EA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cxnSp>
        <p:nvCxnSpPr>
          <p:cNvPr id="1524" name="Google Shape;1524;p27"/>
          <p:cNvCxnSpPr/>
          <p:nvPr/>
        </p:nvCxnSpPr>
        <p:spPr>
          <a:xfrm>
            <a:off x="6237052" y="2014170"/>
            <a:ext cx="0" cy="449400"/>
          </a:xfrm>
          <a:prstGeom prst="straightConnector1">
            <a:avLst/>
          </a:prstGeom>
          <a:noFill/>
          <a:ln cap="flat" cmpd="sng" w="28575">
            <a:solidFill>
              <a:srgbClr val="D9D9D9"/>
            </a:solidFill>
            <a:prstDash val="solid"/>
            <a:round/>
            <a:headEnd len="sm" w="sm" type="none"/>
            <a:tailEnd len="sm" w="sm" type="none"/>
          </a:ln>
        </p:spPr>
      </p:cxnSp>
      <p:sp>
        <p:nvSpPr>
          <p:cNvPr id="1525" name="Google Shape;1525;p27"/>
          <p:cNvSpPr/>
          <p:nvPr/>
        </p:nvSpPr>
        <p:spPr>
          <a:xfrm>
            <a:off x="276375" y="885510"/>
            <a:ext cx="484200" cy="443700"/>
          </a:xfrm>
          <a:prstGeom prst="roundRect">
            <a:avLst>
              <a:gd fmla="val 16667" name="adj"/>
            </a:avLst>
          </a:prstGeom>
          <a:solidFill>
            <a:srgbClr val="F3F3F3"/>
          </a:solidFill>
          <a:ln>
            <a:noFill/>
          </a:ln>
          <a:effectLst>
            <a:outerShdw blurRad="57150" rotWithShape="0" algn="bl" dir="5400000" dist="19050">
              <a:srgbClr val="000000">
                <a:alpha val="49800"/>
              </a:srgbClr>
            </a:outerShdw>
          </a:effectLst>
        </p:spPr>
        <p:txBody>
          <a:bodyPr anchorCtr="0" anchor="ctr" bIns="36000" lIns="0" spcFirstLastPara="1" rIns="0" wrap="square" tIns="36000">
            <a:noAutofit/>
          </a:bodyPr>
          <a:lstStyle/>
          <a:p>
            <a:pPr indent="0" lvl="0" marL="0" marR="0" rtl="0" algn="ctr">
              <a:lnSpc>
                <a:spcPct val="100000"/>
              </a:lnSpc>
              <a:spcBef>
                <a:spcPts val="0"/>
              </a:spcBef>
              <a:spcAft>
                <a:spcPts val="0"/>
              </a:spcAft>
              <a:buClr>
                <a:srgbClr val="000000"/>
              </a:buClr>
              <a:buSzPts val="1100"/>
              <a:buFont typeface="Arial"/>
              <a:buNone/>
            </a:pPr>
            <a:r>
              <a:rPr b="1" lang="es-419" sz="1200">
                <a:latin typeface="Arvo"/>
                <a:ea typeface="Arvo"/>
                <a:cs typeface="Arvo"/>
                <a:sym typeface="Arvo"/>
              </a:rPr>
              <a:t>#</a:t>
            </a:r>
            <a:endParaRPr b="1" i="0" sz="1200" u="none" cap="none" strike="noStrike">
              <a:solidFill>
                <a:srgbClr val="000000"/>
              </a:solidFill>
              <a:latin typeface="Arvo"/>
              <a:ea typeface="Arvo"/>
              <a:cs typeface="Arvo"/>
              <a:sym typeface="Arvo"/>
            </a:endParaRPr>
          </a:p>
        </p:txBody>
      </p:sp>
      <p:sp>
        <p:nvSpPr>
          <p:cNvPr id="1526" name="Google Shape;1526;p27"/>
          <p:cNvSpPr txBox="1"/>
          <p:nvPr>
            <p:ph idx="1" type="subTitle"/>
          </p:nvPr>
        </p:nvSpPr>
        <p:spPr>
          <a:xfrm>
            <a:off x="832100" y="1493107"/>
            <a:ext cx="1750500" cy="450300"/>
          </a:xfrm>
          <a:prstGeom prst="rect">
            <a:avLst/>
          </a:prstGeom>
          <a:noFill/>
          <a:ln>
            <a:noFill/>
          </a:ln>
        </p:spPr>
        <p:txBody>
          <a:bodyPr anchorCtr="0" anchor="ctr" bIns="54000" lIns="54000" spcFirstLastPara="1" rIns="54000" wrap="square" tIns="54000">
            <a:noAutofit/>
          </a:bodyPr>
          <a:lstStyle>
            <a:lvl1pPr lvl="0"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rtl="0">
              <a:lnSpc>
                <a:spcPct val="90000"/>
              </a:lnSpc>
              <a:spcBef>
                <a:spcPts val="0"/>
              </a:spcBef>
              <a:spcAft>
                <a:spcPts val="0"/>
              </a:spcAft>
              <a:buClr>
                <a:srgbClr val="000000"/>
              </a:buClr>
              <a:buSzPts val="800"/>
              <a:buNone/>
              <a:defRPr sz="800">
                <a:solidFill>
                  <a:srgbClr val="000000"/>
                </a:solidFill>
              </a:defRPr>
            </a:lvl2pPr>
            <a:lvl3pPr lvl="2" rtl="0">
              <a:lnSpc>
                <a:spcPct val="90000"/>
              </a:lnSpc>
              <a:spcBef>
                <a:spcPts val="0"/>
              </a:spcBef>
              <a:spcAft>
                <a:spcPts val="0"/>
              </a:spcAft>
              <a:buClr>
                <a:srgbClr val="000000"/>
              </a:buClr>
              <a:buSzPts val="800"/>
              <a:buNone/>
              <a:defRPr sz="800">
                <a:solidFill>
                  <a:srgbClr val="000000"/>
                </a:solidFill>
              </a:defRPr>
            </a:lvl3pPr>
            <a:lvl4pPr lvl="3" rtl="0">
              <a:lnSpc>
                <a:spcPct val="90000"/>
              </a:lnSpc>
              <a:spcBef>
                <a:spcPts val="0"/>
              </a:spcBef>
              <a:spcAft>
                <a:spcPts val="0"/>
              </a:spcAft>
              <a:buClr>
                <a:srgbClr val="000000"/>
              </a:buClr>
              <a:buSzPts val="800"/>
              <a:buNone/>
              <a:defRPr sz="800">
                <a:solidFill>
                  <a:srgbClr val="000000"/>
                </a:solidFill>
              </a:defRPr>
            </a:lvl4pPr>
            <a:lvl5pPr lvl="4" rtl="0">
              <a:lnSpc>
                <a:spcPct val="90000"/>
              </a:lnSpc>
              <a:spcBef>
                <a:spcPts val="0"/>
              </a:spcBef>
              <a:spcAft>
                <a:spcPts val="0"/>
              </a:spcAft>
              <a:buClr>
                <a:srgbClr val="000000"/>
              </a:buClr>
              <a:buSzPts val="800"/>
              <a:buNone/>
              <a:defRPr sz="800">
                <a:solidFill>
                  <a:srgbClr val="000000"/>
                </a:solidFill>
              </a:defRPr>
            </a:lvl5pPr>
            <a:lvl6pPr lvl="5" rtl="0">
              <a:lnSpc>
                <a:spcPct val="90000"/>
              </a:lnSpc>
              <a:spcBef>
                <a:spcPts val="0"/>
              </a:spcBef>
              <a:spcAft>
                <a:spcPts val="0"/>
              </a:spcAft>
              <a:buClr>
                <a:srgbClr val="000000"/>
              </a:buClr>
              <a:buSzPts val="800"/>
              <a:buNone/>
              <a:defRPr sz="800">
                <a:solidFill>
                  <a:srgbClr val="000000"/>
                </a:solidFill>
              </a:defRPr>
            </a:lvl6pPr>
            <a:lvl7pPr lvl="6" rtl="0">
              <a:lnSpc>
                <a:spcPct val="90000"/>
              </a:lnSpc>
              <a:spcBef>
                <a:spcPts val="0"/>
              </a:spcBef>
              <a:spcAft>
                <a:spcPts val="0"/>
              </a:spcAft>
              <a:buClr>
                <a:srgbClr val="000000"/>
              </a:buClr>
              <a:buSzPts val="800"/>
              <a:buNone/>
              <a:defRPr sz="800">
                <a:solidFill>
                  <a:srgbClr val="000000"/>
                </a:solidFill>
              </a:defRPr>
            </a:lvl7pPr>
            <a:lvl8pPr lvl="7" rtl="0">
              <a:lnSpc>
                <a:spcPct val="90000"/>
              </a:lnSpc>
              <a:spcBef>
                <a:spcPts val="0"/>
              </a:spcBef>
              <a:spcAft>
                <a:spcPts val="0"/>
              </a:spcAft>
              <a:buClr>
                <a:srgbClr val="000000"/>
              </a:buClr>
              <a:buSzPts val="800"/>
              <a:buNone/>
              <a:defRPr sz="800">
                <a:solidFill>
                  <a:srgbClr val="000000"/>
                </a:solidFill>
              </a:defRPr>
            </a:lvl8pPr>
            <a:lvl9pPr lvl="8" rtl="0">
              <a:lnSpc>
                <a:spcPct val="90000"/>
              </a:lnSpc>
              <a:spcBef>
                <a:spcPts val="0"/>
              </a:spcBef>
              <a:spcAft>
                <a:spcPts val="0"/>
              </a:spcAft>
              <a:buClr>
                <a:srgbClr val="000000"/>
              </a:buClr>
              <a:buSzPts val="800"/>
              <a:buNone/>
              <a:defRPr sz="800">
                <a:solidFill>
                  <a:srgbClr val="000000"/>
                </a:solidFill>
              </a:defRPr>
            </a:lvl9pPr>
          </a:lstStyle>
          <a:p/>
        </p:txBody>
      </p:sp>
      <p:sp>
        <p:nvSpPr>
          <p:cNvPr id="1527" name="Google Shape;1527;p27"/>
          <p:cNvSpPr txBox="1"/>
          <p:nvPr>
            <p:ph idx="2" type="subTitle"/>
          </p:nvPr>
        </p:nvSpPr>
        <p:spPr>
          <a:xfrm>
            <a:off x="2631389" y="1493107"/>
            <a:ext cx="3605700" cy="450300"/>
          </a:xfrm>
          <a:prstGeom prst="rect">
            <a:avLst/>
          </a:prstGeom>
          <a:noFill/>
          <a:ln>
            <a:noFill/>
          </a:ln>
        </p:spPr>
        <p:txBody>
          <a:bodyPr anchorCtr="0" anchor="ctr" bIns="54000" lIns="54000" spcFirstLastPara="1" rIns="54000" wrap="square" tIns="54000">
            <a:noAutofit/>
          </a:bodyPr>
          <a:lstStyle>
            <a:lvl1pPr lvl="0"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rtl="0">
              <a:lnSpc>
                <a:spcPct val="90000"/>
              </a:lnSpc>
              <a:spcBef>
                <a:spcPts val="0"/>
              </a:spcBef>
              <a:spcAft>
                <a:spcPts val="0"/>
              </a:spcAft>
              <a:buClr>
                <a:srgbClr val="000000"/>
              </a:buClr>
              <a:buSzPts val="800"/>
              <a:buNone/>
              <a:defRPr sz="800">
                <a:solidFill>
                  <a:srgbClr val="000000"/>
                </a:solidFill>
              </a:defRPr>
            </a:lvl2pPr>
            <a:lvl3pPr lvl="2" rtl="0">
              <a:lnSpc>
                <a:spcPct val="90000"/>
              </a:lnSpc>
              <a:spcBef>
                <a:spcPts val="0"/>
              </a:spcBef>
              <a:spcAft>
                <a:spcPts val="0"/>
              </a:spcAft>
              <a:buClr>
                <a:srgbClr val="000000"/>
              </a:buClr>
              <a:buSzPts val="800"/>
              <a:buNone/>
              <a:defRPr sz="800">
                <a:solidFill>
                  <a:srgbClr val="000000"/>
                </a:solidFill>
              </a:defRPr>
            </a:lvl3pPr>
            <a:lvl4pPr lvl="3" rtl="0">
              <a:lnSpc>
                <a:spcPct val="90000"/>
              </a:lnSpc>
              <a:spcBef>
                <a:spcPts val="0"/>
              </a:spcBef>
              <a:spcAft>
                <a:spcPts val="0"/>
              </a:spcAft>
              <a:buClr>
                <a:srgbClr val="000000"/>
              </a:buClr>
              <a:buSzPts val="800"/>
              <a:buNone/>
              <a:defRPr sz="800">
                <a:solidFill>
                  <a:srgbClr val="000000"/>
                </a:solidFill>
              </a:defRPr>
            </a:lvl4pPr>
            <a:lvl5pPr lvl="4" rtl="0">
              <a:lnSpc>
                <a:spcPct val="90000"/>
              </a:lnSpc>
              <a:spcBef>
                <a:spcPts val="0"/>
              </a:spcBef>
              <a:spcAft>
                <a:spcPts val="0"/>
              </a:spcAft>
              <a:buClr>
                <a:srgbClr val="000000"/>
              </a:buClr>
              <a:buSzPts val="800"/>
              <a:buNone/>
              <a:defRPr sz="800">
                <a:solidFill>
                  <a:srgbClr val="000000"/>
                </a:solidFill>
              </a:defRPr>
            </a:lvl5pPr>
            <a:lvl6pPr lvl="5" rtl="0">
              <a:lnSpc>
                <a:spcPct val="90000"/>
              </a:lnSpc>
              <a:spcBef>
                <a:spcPts val="0"/>
              </a:spcBef>
              <a:spcAft>
                <a:spcPts val="0"/>
              </a:spcAft>
              <a:buClr>
                <a:srgbClr val="000000"/>
              </a:buClr>
              <a:buSzPts val="800"/>
              <a:buNone/>
              <a:defRPr sz="800">
                <a:solidFill>
                  <a:srgbClr val="000000"/>
                </a:solidFill>
              </a:defRPr>
            </a:lvl6pPr>
            <a:lvl7pPr lvl="6" rtl="0">
              <a:lnSpc>
                <a:spcPct val="90000"/>
              </a:lnSpc>
              <a:spcBef>
                <a:spcPts val="0"/>
              </a:spcBef>
              <a:spcAft>
                <a:spcPts val="0"/>
              </a:spcAft>
              <a:buClr>
                <a:srgbClr val="000000"/>
              </a:buClr>
              <a:buSzPts val="800"/>
              <a:buNone/>
              <a:defRPr sz="800">
                <a:solidFill>
                  <a:srgbClr val="000000"/>
                </a:solidFill>
              </a:defRPr>
            </a:lvl7pPr>
            <a:lvl8pPr lvl="7" rtl="0">
              <a:lnSpc>
                <a:spcPct val="90000"/>
              </a:lnSpc>
              <a:spcBef>
                <a:spcPts val="0"/>
              </a:spcBef>
              <a:spcAft>
                <a:spcPts val="0"/>
              </a:spcAft>
              <a:buClr>
                <a:srgbClr val="000000"/>
              </a:buClr>
              <a:buSzPts val="800"/>
              <a:buNone/>
              <a:defRPr sz="800">
                <a:solidFill>
                  <a:srgbClr val="000000"/>
                </a:solidFill>
              </a:defRPr>
            </a:lvl8pPr>
            <a:lvl9pPr lvl="8" rtl="0">
              <a:lnSpc>
                <a:spcPct val="90000"/>
              </a:lnSpc>
              <a:spcBef>
                <a:spcPts val="0"/>
              </a:spcBef>
              <a:spcAft>
                <a:spcPts val="0"/>
              </a:spcAft>
              <a:buClr>
                <a:srgbClr val="000000"/>
              </a:buClr>
              <a:buSzPts val="800"/>
              <a:buNone/>
              <a:defRPr sz="800">
                <a:solidFill>
                  <a:srgbClr val="000000"/>
                </a:solidFill>
              </a:defRPr>
            </a:lvl9pPr>
          </a:lstStyle>
          <a:p/>
        </p:txBody>
      </p:sp>
      <p:sp>
        <p:nvSpPr>
          <p:cNvPr id="1528" name="Google Shape;1528;p27"/>
          <p:cNvSpPr txBox="1"/>
          <p:nvPr>
            <p:ph idx="3" type="subTitle"/>
          </p:nvPr>
        </p:nvSpPr>
        <p:spPr>
          <a:xfrm>
            <a:off x="6269361" y="1493107"/>
            <a:ext cx="3536400" cy="450300"/>
          </a:xfrm>
          <a:prstGeom prst="rect">
            <a:avLst/>
          </a:prstGeom>
          <a:noFill/>
          <a:ln>
            <a:noFill/>
          </a:ln>
        </p:spPr>
        <p:txBody>
          <a:bodyPr anchorCtr="0" anchor="ctr" bIns="54000" lIns="54000" spcFirstLastPara="1" rIns="54000" wrap="square" tIns="54000">
            <a:noAutofit/>
          </a:bodyPr>
          <a:lstStyle>
            <a:lvl1pPr lvl="0"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rtl="0">
              <a:lnSpc>
                <a:spcPct val="90000"/>
              </a:lnSpc>
              <a:spcBef>
                <a:spcPts val="0"/>
              </a:spcBef>
              <a:spcAft>
                <a:spcPts val="0"/>
              </a:spcAft>
              <a:buClr>
                <a:srgbClr val="000000"/>
              </a:buClr>
              <a:buSzPts val="800"/>
              <a:buNone/>
              <a:defRPr sz="800">
                <a:solidFill>
                  <a:srgbClr val="000000"/>
                </a:solidFill>
              </a:defRPr>
            </a:lvl2pPr>
            <a:lvl3pPr lvl="2" rtl="0">
              <a:lnSpc>
                <a:spcPct val="90000"/>
              </a:lnSpc>
              <a:spcBef>
                <a:spcPts val="0"/>
              </a:spcBef>
              <a:spcAft>
                <a:spcPts val="0"/>
              </a:spcAft>
              <a:buClr>
                <a:srgbClr val="000000"/>
              </a:buClr>
              <a:buSzPts val="800"/>
              <a:buNone/>
              <a:defRPr sz="800">
                <a:solidFill>
                  <a:srgbClr val="000000"/>
                </a:solidFill>
              </a:defRPr>
            </a:lvl3pPr>
            <a:lvl4pPr lvl="3" rtl="0">
              <a:lnSpc>
                <a:spcPct val="90000"/>
              </a:lnSpc>
              <a:spcBef>
                <a:spcPts val="0"/>
              </a:spcBef>
              <a:spcAft>
                <a:spcPts val="0"/>
              </a:spcAft>
              <a:buClr>
                <a:srgbClr val="000000"/>
              </a:buClr>
              <a:buSzPts val="800"/>
              <a:buNone/>
              <a:defRPr sz="800">
                <a:solidFill>
                  <a:srgbClr val="000000"/>
                </a:solidFill>
              </a:defRPr>
            </a:lvl4pPr>
            <a:lvl5pPr lvl="4" rtl="0">
              <a:lnSpc>
                <a:spcPct val="90000"/>
              </a:lnSpc>
              <a:spcBef>
                <a:spcPts val="0"/>
              </a:spcBef>
              <a:spcAft>
                <a:spcPts val="0"/>
              </a:spcAft>
              <a:buClr>
                <a:srgbClr val="000000"/>
              </a:buClr>
              <a:buSzPts val="800"/>
              <a:buNone/>
              <a:defRPr sz="800">
                <a:solidFill>
                  <a:srgbClr val="000000"/>
                </a:solidFill>
              </a:defRPr>
            </a:lvl5pPr>
            <a:lvl6pPr lvl="5" rtl="0">
              <a:lnSpc>
                <a:spcPct val="90000"/>
              </a:lnSpc>
              <a:spcBef>
                <a:spcPts val="0"/>
              </a:spcBef>
              <a:spcAft>
                <a:spcPts val="0"/>
              </a:spcAft>
              <a:buClr>
                <a:srgbClr val="000000"/>
              </a:buClr>
              <a:buSzPts val="800"/>
              <a:buNone/>
              <a:defRPr sz="800">
                <a:solidFill>
                  <a:srgbClr val="000000"/>
                </a:solidFill>
              </a:defRPr>
            </a:lvl6pPr>
            <a:lvl7pPr lvl="6" rtl="0">
              <a:lnSpc>
                <a:spcPct val="90000"/>
              </a:lnSpc>
              <a:spcBef>
                <a:spcPts val="0"/>
              </a:spcBef>
              <a:spcAft>
                <a:spcPts val="0"/>
              </a:spcAft>
              <a:buClr>
                <a:srgbClr val="000000"/>
              </a:buClr>
              <a:buSzPts val="800"/>
              <a:buNone/>
              <a:defRPr sz="800">
                <a:solidFill>
                  <a:srgbClr val="000000"/>
                </a:solidFill>
              </a:defRPr>
            </a:lvl7pPr>
            <a:lvl8pPr lvl="7" rtl="0">
              <a:lnSpc>
                <a:spcPct val="90000"/>
              </a:lnSpc>
              <a:spcBef>
                <a:spcPts val="0"/>
              </a:spcBef>
              <a:spcAft>
                <a:spcPts val="0"/>
              </a:spcAft>
              <a:buClr>
                <a:srgbClr val="000000"/>
              </a:buClr>
              <a:buSzPts val="800"/>
              <a:buNone/>
              <a:defRPr sz="800">
                <a:solidFill>
                  <a:srgbClr val="000000"/>
                </a:solidFill>
              </a:defRPr>
            </a:lvl8pPr>
            <a:lvl9pPr lvl="8" rtl="0">
              <a:lnSpc>
                <a:spcPct val="90000"/>
              </a:lnSpc>
              <a:spcBef>
                <a:spcPts val="0"/>
              </a:spcBef>
              <a:spcAft>
                <a:spcPts val="0"/>
              </a:spcAft>
              <a:buClr>
                <a:srgbClr val="000000"/>
              </a:buClr>
              <a:buSzPts val="800"/>
              <a:buNone/>
              <a:defRPr sz="800">
                <a:solidFill>
                  <a:srgbClr val="000000"/>
                </a:solidFill>
              </a:defRPr>
            </a:lvl9pPr>
          </a:lstStyle>
          <a:p/>
        </p:txBody>
      </p:sp>
      <p:sp>
        <p:nvSpPr>
          <p:cNvPr id="1529" name="Google Shape;1529;p27"/>
          <p:cNvSpPr txBox="1"/>
          <p:nvPr>
            <p:ph idx="4" type="subTitle"/>
          </p:nvPr>
        </p:nvSpPr>
        <p:spPr>
          <a:xfrm>
            <a:off x="832100" y="2026281"/>
            <a:ext cx="1750500" cy="450300"/>
          </a:xfrm>
          <a:prstGeom prst="rect">
            <a:avLst/>
          </a:prstGeom>
          <a:noFill/>
          <a:ln>
            <a:noFill/>
          </a:ln>
        </p:spPr>
        <p:txBody>
          <a:bodyPr anchorCtr="0" anchor="ctr" bIns="54000" lIns="54000" spcFirstLastPara="1" rIns="54000" wrap="square" tIns="54000">
            <a:noAutofit/>
          </a:bodyPr>
          <a:lstStyle>
            <a:lvl1pPr lvl="0"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rtl="0">
              <a:lnSpc>
                <a:spcPct val="90000"/>
              </a:lnSpc>
              <a:spcBef>
                <a:spcPts val="0"/>
              </a:spcBef>
              <a:spcAft>
                <a:spcPts val="0"/>
              </a:spcAft>
              <a:buClr>
                <a:srgbClr val="000000"/>
              </a:buClr>
              <a:buSzPts val="800"/>
              <a:buNone/>
              <a:defRPr sz="800">
                <a:solidFill>
                  <a:srgbClr val="000000"/>
                </a:solidFill>
              </a:defRPr>
            </a:lvl2pPr>
            <a:lvl3pPr lvl="2" rtl="0">
              <a:lnSpc>
                <a:spcPct val="90000"/>
              </a:lnSpc>
              <a:spcBef>
                <a:spcPts val="0"/>
              </a:spcBef>
              <a:spcAft>
                <a:spcPts val="0"/>
              </a:spcAft>
              <a:buClr>
                <a:srgbClr val="000000"/>
              </a:buClr>
              <a:buSzPts val="800"/>
              <a:buNone/>
              <a:defRPr sz="800">
                <a:solidFill>
                  <a:srgbClr val="000000"/>
                </a:solidFill>
              </a:defRPr>
            </a:lvl3pPr>
            <a:lvl4pPr lvl="3" rtl="0">
              <a:lnSpc>
                <a:spcPct val="90000"/>
              </a:lnSpc>
              <a:spcBef>
                <a:spcPts val="0"/>
              </a:spcBef>
              <a:spcAft>
                <a:spcPts val="0"/>
              </a:spcAft>
              <a:buClr>
                <a:srgbClr val="000000"/>
              </a:buClr>
              <a:buSzPts val="800"/>
              <a:buNone/>
              <a:defRPr sz="800">
                <a:solidFill>
                  <a:srgbClr val="000000"/>
                </a:solidFill>
              </a:defRPr>
            </a:lvl4pPr>
            <a:lvl5pPr lvl="4" rtl="0">
              <a:lnSpc>
                <a:spcPct val="90000"/>
              </a:lnSpc>
              <a:spcBef>
                <a:spcPts val="0"/>
              </a:spcBef>
              <a:spcAft>
                <a:spcPts val="0"/>
              </a:spcAft>
              <a:buClr>
                <a:srgbClr val="000000"/>
              </a:buClr>
              <a:buSzPts val="800"/>
              <a:buNone/>
              <a:defRPr sz="800">
                <a:solidFill>
                  <a:srgbClr val="000000"/>
                </a:solidFill>
              </a:defRPr>
            </a:lvl5pPr>
            <a:lvl6pPr lvl="5" rtl="0">
              <a:lnSpc>
                <a:spcPct val="90000"/>
              </a:lnSpc>
              <a:spcBef>
                <a:spcPts val="0"/>
              </a:spcBef>
              <a:spcAft>
                <a:spcPts val="0"/>
              </a:spcAft>
              <a:buClr>
                <a:srgbClr val="000000"/>
              </a:buClr>
              <a:buSzPts val="800"/>
              <a:buNone/>
              <a:defRPr sz="800">
                <a:solidFill>
                  <a:srgbClr val="000000"/>
                </a:solidFill>
              </a:defRPr>
            </a:lvl6pPr>
            <a:lvl7pPr lvl="6" rtl="0">
              <a:lnSpc>
                <a:spcPct val="90000"/>
              </a:lnSpc>
              <a:spcBef>
                <a:spcPts val="0"/>
              </a:spcBef>
              <a:spcAft>
                <a:spcPts val="0"/>
              </a:spcAft>
              <a:buClr>
                <a:srgbClr val="000000"/>
              </a:buClr>
              <a:buSzPts val="800"/>
              <a:buNone/>
              <a:defRPr sz="800">
                <a:solidFill>
                  <a:srgbClr val="000000"/>
                </a:solidFill>
              </a:defRPr>
            </a:lvl7pPr>
            <a:lvl8pPr lvl="7" rtl="0">
              <a:lnSpc>
                <a:spcPct val="90000"/>
              </a:lnSpc>
              <a:spcBef>
                <a:spcPts val="0"/>
              </a:spcBef>
              <a:spcAft>
                <a:spcPts val="0"/>
              </a:spcAft>
              <a:buClr>
                <a:srgbClr val="000000"/>
              </a:buClr>
              <a:buSzPts val="800"/>
              <a:buNone/>
              <a:defRPr sz="800">
                <a:solidFill>
                  <a:srgbClr val="000000"/>
                </a:solidFill>
              </a:defRPr>
            </a:lvl8pPr>
            <a:lvl9pPr lvl="8" rtl="0">
              <a:lnSpc>
                <a:spcPct val="90000"/>
              </a:lnSpc>
              <a:spcBef>
                <a:spcPts val="0"/>
              </a:spcBef>
              <a:spcAft>
                <a:spcPts val="0"/>
              </a:spcAft>
              <a:buClr>
                <a:srgbClr val="000000"/>
              </a:buClr>
              <a:buSzPts val="800"/>
              <a:buNone/>
              <a:defRPr sz="800">
                <a:solidFill>
                  <a:srgbClr val="000000"/>
                </a:solidFill>
              </a:defRPr>
            </a:lvl9pPr>
          </a:lstStyle>
          <a:p/>
        </p:txBody>
      </p:sp>
      <p:sp>
        <p:nvSpPr>
          <p:cNvPr id="1530" name="Google Shape;1530;p27"/>
          <p:cNvSpPr txBox="1"/>
          <p:nvPr>
            <p:ph idx="5" type="subTitle"/>
          </p:nvPr>
        </p:nvSpPr>
        <p:spPr>
          <a:xfrm>
            <a:off x="2631389" y="2026281"/>
            <a:ext cx="3605700" cy="450300"/>
          </a:xfrm>
          <a:prstGeom prst="rect">
            <a:avLst/>
          </a:prstGeom>
          <a:noFill/>
          <a:ln>
            <a:noFill/>
          </a:ln>
        </p:spPr>
        <p:txBody>
          <a:bodyPr anchorCtr="0" anchor="ctr" bIns="54000" lIns="54000" spcFirstLastPara="1" rIns="54000" wrap="square" tIns="54000">
            <a:noAutofit/>
          </a:bodyPr>
          <a:lstStyle>
            <a:lvl1pPr lvl="0"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rtl="0">
              <a:lnSpc>
                <a:spcPct val="90000"/>
              </a:lnSpc>
              <a:spcBef>
                <a:spcPts val="0"/>
              </a:spcBef>
              <a:spcAft>
                <a:spcPts val="0"/>
              </a:spcAft>
              <a:buClr>
                <a:srgbClr val="000000"/>
              </a:buClr>
              <a:buSzPts val="800"/>
              <a:buNone/>
              <a:defRPr sz="800">
                <a:solidFill>
                  <a:srgbClr val="000000"/>
                </a:solidFill>
              </a:defRPr>
            </a:lvl2pPr>
            <a:lvl3pPr lvl="2" rtl="0">
              <a:lnSpc>
                <a:spcPct val="90000"/>
              </a:lnSpc>
              <a:spcBef>
                <a:spcPts val="0"/>
              </a:spcBef>
              <a:spcAft>
                <a:spcPts val="0"/>
              </a:spcAft>
              <a:buClr>
                <a:srgbClr val="000000"/>
              </a:buClr>
              <a:buSzPts val="800"/>
              <a:buNone/>
              <a:defRPr sz="800">
                <a:solidFill>
                  <a:srgbClr val="000000"/>
                </a:solidFill>
              </a:defRPr>
            </a:lvl3pPr>
            <a:lvl4pPr lvl="3" rtl="0">
              <a:lnSpc>
                <a:spcPct val="90000"/>
              </a:lnSpc>
              <a:spcBef>
                <a:spcPts val="0"/>
              </a:spcBef>
              <a:spcAft>
                <a:spcPts val="0"/>
              </a:spcAft>
              <a:buClr>
                <a:srgbClr val="000000"/>
              </a:buClr>
              <a:buSzPts val="800"/>
              <a:buNone/>
              <a:defRPr sz="800">
                <a:solidFill>
                  <a:srgbClr val="000000"/>
                </a:solidFill>
              </a:defRPr>
            </a:lvl4pPr>
            <a:lvl5pPr lvl="4" rtl="0">
              <a:lnSpc>
                <a:spcPct val="90000"/>
              </a:lnSpc>
              <a:spcBef>
                <a:spcPts val="0"/>
              </a:spcBef>
              <a:spcAft>
                <a:spcPts val="0"/>
              </a:spcAft>
              <a:buClr>
                <a:srgbClr val="000000"/>
              </a:buClr>
              <a:buSzPts val="800"/>
              <a:buNone/>
              <a:defRPr sz="800">
                <a:solidFill>
                  <a:srgbClr val="000000"/>
                </a:solidFill>
              </a:defRPr>
            </a:lvl5pPr>
            <a:lvl6pPr lvl="5" rtl="0">
              <a:lnSpc>
                <a:spcPct val="90000"/>
              </a:lnSpc>
              <a:spcBef>
                <a:spcPts val="0"/>
              </a:spcBef>
              <a:spcAft>
                <a:spcPts val="0"/>
              </a:spcAft>
              <a:buClr>
                <a:srgbClr val="000000"/>
              </a:buClr>
              <a:buSzPts val="800"/>
              <a:buNone/>
              <a:defRPr sz="800">
                <a:solidFill>
                  <a:srgbClr val="000000"/>
                </a:solidFill>
              </a:defRPr>
            </a:lvl6pPr>
            <a:lvl7pPr lvl="6" rtl="0">
              <a:lnSpc>
                <a:spcPct val="90000"/>
              </a:lnSpc>
              <a:spcBef>
                <a:spcPts val="0"/>
              </a:spcBef>
              <a:spcAft>
                <a:spcPts val="0"/>
              </a:spcAft>
              <a:buClr>
                <a:srgbClr val="000000"/>
              </a:buClr>
              <a:buSzPts val="800"/>
              <a:buNone/>
              <a:defRPr sz="800">
                <a:solidFill>
                  <a:srgbClr val="000000"/>
                </a:solidFill>
              </a:defRPr>
            </a:lvl7pPr>
            <a:lvl8pPr lvl="7" rtl="0">
              <a:lnSpc>
                <a:spcPct val="90000"/>
              </a:lnSpc>
              <a:spcBef>
                <a:spcPts val="0"/>
              </a:spcBef>
              <a:spcAft>
                <a:spcPts val="0"/>
              </a:spcAft>
              <a:buClr>
                <a:srgbClr val="000000"/>
              </a:buClr>
              <a:buSzPts val="800"/>
              <a:buNone/>
              <a:defRPr sz="800">
                <a:solidFill>
                  <a:srgbClr val="000000"/>
                </a:solidFill>
              </a:defRPr>
            </a:lvl8pPr>
            <a:lvl9pPr lvl="8" rtl="0">
              <a:lnSpc>
                <a:spcPct val="90000"/>
              </a:lnSpc>
              <a:spcBef>
                <a:spcPts val="0"/>
              </a:spcBef>
              <a:spcAft>
                <a:spcPts val="0"/>
              </a:spcAft>
              <a:buClr>
                <a:srgbClr val="000000"/>
              </a:buClr>
              <a:buSzPts val="800"/>
              <a:buNone/>
              <a:defRPr sz="800">
                <a:solidFill>
                  <a:srgbClr val="000000"/>
                </a:solidFill>
              </a:defRPr>
            </a:lvl9pPr>
          </a:lstStyle>
          <a:p/>
        </p:txBody>
      </p:sp>
      <p:sp>
        <p:nvSpPr>
          <p:cNvPr id="1531" name="Google Shape;1531;p27"/>
          <p:cNvSpPr txBox="1"/>
          <p:nvPr>
            <p:ph idx="6" type="subTitle"/>
          </p:nvPr>
        </p:nvSpPr>
        <p:spPr>
          <a:xfrm>
            <a:off x="6269361" y="2026281"/>
            <a:ext cx="3536400" cy="450300"/>
          </a:xfrm>
          <a:prstGeom prst="rect">
            <a:avLst/>
          </a:prstGeom>
          <a:noFill/>
          <a:ln>
            <a:noFill/>
          </a:ln>
        </p:spPr>
        <p:txBody>
          <a:bodyPr anchorCtr="0" anchor="ctr" bIns="54000" lIns="54000" spcFirstLastPara="1" rIns="54000" wrap="square" tIns="54000">
            <a:noAutofit/>
          </a:bodyPr>
          <a:lstStyle>
            <a:lvl1pPr lvl="0"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rtl="0">
              <a:lnSpc>
                <a:spcPct val="90000"/>
              </a:lnSpc>
              <a:spcBef>
                <a:spcPts val="0"/>
              </a:spcBef>
              <a:spcAft>
                <a:spcPts val="0"/>
              </a:spcAft>
              <a:buClr>
                <a:srgbClr val="000000"/>
              </a:buClr>
              <a:buSzPts val="800"/>
              <a:buNone/>
              <a:defRPr sz="800">
                <a:solidFill>
                  <a:srgbClr val="000000"/>
                </a:solidFill>
              </a:defRPr>
            </a:lvl2pPr>
            <a:lvl3pPr lvl="2" rtl="0">
              <a:lnSpc>
                <a:spcPct val="90000"/>
              </a:lnSpc>
              <a:spcBef>
                <a:spcPts val="0"/>
              </a:spcBef>
              <a:spcAft>
                <a:spcPts val="0"/>
              </a:spcAft>
              <a:buClr>
                <a:srgbClr val="000000"/>
              </a:buClr>
              <a:buSzPts val="800"/>
              <a:buNone/>
              <a:defRPr sz="800">
                <a:solidFill>
                  <a:srgbClr val="000000"/>
                </a:solidFill>
              </a:defRPr>
            </a:lvl3pPr>
            <a:lvl4pPr lvl="3" rtl="0">
              <a:lnSpc>
                <a:spcPct val="90000"/>
              </a:lnSpc>
              <a:spcBef>
                <a:spcPts val="0"/>
              </a:spcBef>
              <a:spcAft>
                <a:spcPts val="0"/>
              </a:spcAft>
              <a:buClr>
                <a:srgbClr val="000000"/>
              </a:buClr>
              <a:buSzPts val="800"/>
              <a:buNone/>
              <a:defRPr sz="800">
                <a:solidFill>
                  <a:srgbClr val="000000"/>
                </a:solidFill>
              </a:defRPr>
            </a:lvl4pPr>
            <a:lvl5pPr lvl="4" rtl="0">
              <a:lnSpc>
                <a:spcPct val="90000"/>
              </a:lnSpc>
              <a:spcBef>
                <a:spcPts val="0"/>
              </a:spcBef>
              <a:spcAft>
                <a:spcPts val="0"/>
              </a:spcAft>
              <a:buClr>
                <a:srgbClr val="000000"/>
              </a:buClr>
              <a:buSzPts val="800"/>
              <a:buNone/>
              <a:defRPr sz="800">
                <a:solidFill>
                  <a:srgbClr val="000000"/>
                </a:solidFill>
              </a:defRPr>
            </a:lvl5pPr>
            <a:lvl6pPr lvl="5" rtl="0">
              <a:lnSpc>
                <a:spcPct val="90000"/>
              </a:lnSpc>
              <a:spcBef>
                <a:spcPts val="0"/>
              </a:spcBef>
              <a:spcAft>
                <a:spcPts val="0"/>
              </a:spcAft>
              <a:buClr>
                <a:srgbClr val="000000"/>
              </a:buClr>
              <a:buSzPts val="800"/>
              <a:buNone/>
              <a:defRPr sz="800">
                <a:solidFill>
                  <a:srgbClr val="000000"/>
                </a:solidFill>
              </a:defRPr>
            </a:lvl6pPr>
            <a:lvl7pPr lvl="6" rtl="0">
              <a:lnSpc>
                <a:spcPct val="90000"/>
              </a:lnSpc>
              <a:spcBef>
                <a:spcPts val="0"/>
              </a:spcBef>
              <a:spcAft>
                <a:spcPts val="0"/>
              </a:spcAft>
              <a:buClr>
                <a:srgbClr val="000000"/>
              </a:buClr>
              <a:buSzPts val="800"/>
              <a:buNone/>
              <a:defRPr sz="800">
                <a:solidFill>
                  <a:srgbClr val="000000"/>
                </a:solidFill>
              </a:defRPr>
            </a:lvl7pPr>
            <a:lvl8pPr lvl="7" rtl="0">
              <a:lnSpc>
                <a:spcPct val="90000"/>
              </a:lnSpc>
              <a:spcBef>
                <a:spcPts val="0"/>
              </a:spcBef>
              <a:spcAft>
                <a:spcPts val="0"/>
              </a:spcAft>
              <a:buClr>
                <a:srgbClr val="000000"/>
              </a:buClr>
              <a:buSzPts val="800"/>
              <a:buNone/>
              <a:defRPr sz="800">
                <a:solidFill>
                  <a:srgbClr val="000000"/>
                </a:solidFill>
              </a:defRPr>
            </a:lvl8pPr>
            <a:lvl9pPr lvl="8" rtl="0">
              <a:lnSpc>
                <a:spcPct val="90000"/>
              </a:lnSpc>
              <a:spcBef>
                <a:spcPts val="0"/>
              </a:spcBef>
              <a:spcAft>
                <a:spcPts val="0"/>
              </a:spcAft>
              <a:buClr>
                <a:srgbClr val="000000"/>
              </a:buClr>
              <a:buSzPts val="800"/>
              <a:buNone/>
              <a:defRPr sz="800">
                <a:solidFill>
                  <a:srgbClr val="000000"/>
                </a:solidFill>
              </a:defRPr>
            </a:lvl9pPr>
          </a:lstStyle>
          <a:p/>
        </p:txBody>
      </p:sp>
      <p:sp>
        <p:nvSpPr>
          <p:cNvPr id="1532" name="Google Shape;1532;p27"/>
          <p:cNvSpPr txBox="1"/>
          <p:nvPr>
            <p:ph idx="7" type="subTitle"/>
          </p:nvPr>
        </p:nvSpPr>
        <p:spPr>
          <a:xfrm>
            <a:off x="832100" y="2534273"/>
            <a:ext cx="1750500" cy="450300"/>
          </a:xfrm>
          <a:prstGeom prst="rect">
            <a:avLst/>
          </a:prstGeom>
          <a:noFill/>
          <a:ln>
            <a:noFill/>
          </a:ln>
        </p:spPr>
        <p:txBody>
          <a:bodyPr anchorCtr="0" anchor="ctr" bIns="54000" lIns="54000" spcFirstLastPara="1" rIns="54000" wrap="square" tIns="54000">
            <a:noAutofit/>
          </a:bodyPr>
          <a:lstStyle>
            <a:lvl1pPr lvl="0"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rtl="0">
              <a:lnSpc>
                <a:spcPct val="90000"/>
              </a:lnSpc>
              <a:spcBef>
                <a:spcPts val="0"/>
              </a:spcBef>
              <a:spcAft>
                <a:spcPts val="0"/>
              </a:spcAft>
              <a:buClr>
                <a:srgbClr val="000000"/>
              </a:buClr>
              <a:buSzPts val="800"/>
              <a:buNone/>
              <a:defRPr sz="800">
                <a:solidFill>
                  <a:srgbClr val="000000"/>
                </a:solidFill>
              </a:defRPr>
            </a:lvl2pPr>
            <a:lvl3pPr lvl="2" rtl="0">
              <a:lnSpc>
                <a:spcPct val="90000"/>
              </a:lnSpc>
              <a:spcBef>
                <a:spcPts val="0"/>
              </a:spcBef>
              <a:spcAft>
                <a:spcPts val="0"/>
              </a:spcAft>
              <a:buClr>
                <a:srgbClr val="000000"/>
              </a:buClr>
              <a:buSzPts val="800"/>
              <a:buNone/>
              <a:defRPr sz="800">
                <a:solidFill>
                  <a:srgbClr val="000000"/>
                </a:solidFill>
              </a:defRPr>
            </a:lvl3pPr>
            <a:lvl4pPr lvl="3" rtl="0">
              <a:lnSpc>
                <a:spcPct val="90000"/>
              </a:lnSpc>
              <a:spcBef>
                <a:spcPts val="0"/>
              </a:spcBef>
              <a:spcAft>
                <a:spcPts val="0"/>
              </a:spcAft>
              <a:buClr>
                <a:srgbClr val="000000"/>
              </a:buClr>
              <a:buSzPts val="800"/>
              <a:buNone/>
              <a:defRPr sz="800">
                <a:solidFill>
                  <a:srgbClr val="000000"/>
                </a:solidFill>
              </a:defRPr>
            </a:lvl4pPr>
            <a:lvl5pPr lvl="4" rtl="0">
              <a:lnSpc>
                <a:spcPct val="90000"/>
              </a:lnSpc>
              <a:spcBef>
                <a:spcPts val="0"/>
              </a:spcBef>
              <a:spcAft>
                <a:spcPts val="0"/>
              </a:spcAft>
              <a:buClr>
                <a:srgbClr val="000000"/>
              </a:buClr>
              <a:buSzPts val="800"/>
              <a:buNone/>
              <a:defRPr sz="800">
                <a:solidFill>
                  <a:srgbClr val="000000"/>
                </a:solidFill>
              </a:defRPr>
            </a:lvl5pPr>
            <a:lvl6pPr lvl="5" rtl="0">
              <a:lnSpc>
                <a:spcPct val="90000"/>
              </a:lnSpc>
              <a:spcBef>
                <a:spcPts val="0"/>
              </a:spcBef>
              <a:spcAft>
                <a:spcPts val="0"/>
              </a:spcAft>
              <a:buClr>
                <a:srgbClr val="000000"/>
              </a:buClr>
              <a:buSzPts val="800"/>
              <a:buNone/>
              <a:defRPr sz="800">
                <a:solidFill>
                  <a:srgbClr val="000000"/>
                </a:solidFill>
              </a:defRPr>
            </a:lvl6pPr>
            <a:lvl7pPr lvl="6" rtl="0">
              <a:lnSpc>
                <a:spcPct val="90000"/>
              </a:lnSpc>
              <a:spcBef>
                <a:spcPts val="0"/>
              </a:spcBef>
              <a:spcAft>
                <a:spcPts val="0"/>
              </a:spcAft>
              <a:buClr>
                <a:srgbClr val="000000"/>
              </a:buClr>
              <a:buSzPts val="800"/>
              <a:buNone/>
              <a:defRPr sz="800">
                <a:solidFill>
                  <a:srgbClr val="000000"/>
                </a:solidFill>
              </a:defRPr>
            </a:lvl7pPr>
            <a:lvl8pPr lvl="7" rtl="0">
              <a:lnSpc>
                <a:spcPct val="90000"/>
              </a:lnSpc>
              <a:spcBef>
                <a:spcPts val="0"/>
              </a:spcBef>
              <a:spcAft>
                <a:spcPts val="0"/>
              </a:spcAft>
              <a:buClr>
                <a:srgbClr val="000000"/>
              </a:buClr>
              <a:buSzPts val="800"/>
              <a:buNone/>
              <a:defRPr sz="800">
                <a:solidFill>
                  <a:srgbClr val="000000"/>
                </a:solidFill>
              </a:defRPr>
            </a:lvl8pPr>
            <a:lvl9pPr lvl="8" rtl="0">
              <a:lnSpc>
                <a:spcPct val="90000"/>
              </a:lnSpc>
              <a:spcBef>
                <a:spcPts val="0"/>
              </a:spcBef>
              <a:spcAft>
                <a:spcPts val="0"/>
              </a:spcAft>
              <a:buClr>
                <a:srgbClr val="000000"/>
              </a:buClr>
              <a:buSzPts val="800"/>
              <a:buNone/>
              <a:defRPr sz="800">
                <a:solidFill>
                  <a:srgbClr val="000000"/>
                </a:solidFill>
              </a:defRPr>
            </a:lvl9pPr>
          </a:lstStyle>
          <a:p/>
        </p:txBody>
      </p:sp>
      <p:sp>
        <p:nvSpPr>
          <p:cNvPr id="1533" name="Google Shape;1533;p27"/>
          <p:cNvSpPr txBox="1"/>
          <p:nvPr>
            <p:ph idx="8" type="subTitle"/>
          </p:nvPr>
        </p:nvSpPr>
        <p:spPr>
          <a:xfrm>
            <a:off x="2631389" y="2534273"/>
            <a:ext cx="3605700" cy="450300"/>
          </a:xfrm>
          <a:prstGeom prst="rect">
            <a:avLst/>
          </a:prstGeom>
          <a:noFill/>
          <a:ln>
            <a:noFill/>
          </a:ln>
        </p:spPr>
        <p:txBody>
          <a:bodyPr anchorCtr="0" anchor="ctr" bIns="54000" lIns="54000" spcFirstLastPara="1" rIns="54000" wrap="square" tIns="54000">
            <a:noAutofit/>
          </a:bodyPr>
          <a:lstStyle>
            <a:lvl1pPr lvl="0"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rtl="0">
              <a:lnSpc>
                <a:spcPct val="90000"/>
              </a:lnSpc>
              <a:spcBef>
                <a:spcPts val="0"/>
              </a:spcBef>
              <a:spcAft>
                <a:spcPts val="0"/>
              </a:spcAft>
              <a:buClr>
                <a:srgbClr val="000000"/>
              </a:buClr>
              <a:buSzPts val="800"/>
              <a:buNone/>
              <a:defRPr sz="800">
                <a:solidFill>
                  <a:srgbClr val="000000"/>
                </a:solidFill>
              </a:defRPr>
            </a:lvl2pPr>
            <a:lvl3pPr lvl="2" rtl="0">
              <a:lnSpc>
                <a:spcPct val="90000"/>
              </a:lnSpc>
              <a:spcBef>
                <a:spcPts val="0"/>
              </a:spcBef>
              <a:spcAft>
                <a:spcPts val="0"/>
              </a:spcAft>
              <a:buClr>
                <a:srgbClr val="000000"/>
              </a:buClr>
              <a:buSzPts val="800"/>
              <a:buNone/>
              <a:defRPr sz="800">
                <a:solidFill>
                  <a:srgbClr val="000000"/>
                </a:solidFill>
              </a:defRPr>
            </a:lvl3pPr>
            <a:lvl4pPr lvl="3" rtl="0">
              <a:lnSpc>
                <a:spcPct val="90000"/>
              </a:lnSpc>
              <a:spcBef>
                <a:spcPts val="0"/>
              </a:spcBef>
              <a:spcAft>
                <a:spcPts val="0"/>
              </a:spcAft>
              <a:buClr>
                <a:srgbClr val="000000"/>
              </a:buClr>
              <a:buSzPts val="800"/>
              <a:buNone/>
              <a:defRPr sz="800">
                <a:solidFill>
                  <a:srgbClr val="000000"/>
                </a:solidFill>
              </a:defRPr>
            </a:lvl4pPr>
            <a:lvl5pPr lvl="4" rtl="0">
              <a:lnSpc>
                <a:spcPct val="90000"/>
              </a:lnSpc>
              <a:spcBef>
                <a:spcPts val="0"/>
              </a:spcBef>
              <a:spcAft>
                <a:spcPts val="0"/>
              </a:spcAft>
              <a:buClr>
                <a:srgbClr val="000000"/>
              </a:buClr>
              <a:buSzPts val="800"/>
              <a:buNone/>
              <a:defRPr sz="800">
                <a:solidFill>
                  <a:srgbClr val="000000"/>
                </a:solidFill>
              </a:defRPr>
            </a:lvl5pPr>
            <a:lvl6pPr lvl="5" rtl="0">
              <a:lnSpc>
                <a:spcPct val="90000"/>
              </a:lnSpc>
              <a:spcBef>
                <a:spcPts val="0"/>
              </a:spcBef>
              <a:spcAft>
                <a:spcPts val="0"/>
              </a:spcAft>
              <a:buClr>
                <a:srgbClr val="000000"/>
              </a:buClr>
              <a:buSzPts val="800"/>
              <a:buNone/>
              <a:defRPr sz="800">
                <a:solidFill>
                  <a:srgbClr val="000000"/>
                </a:solidFill>
              </a:defRPr>
            </a:lvl6pPr>
            <a:lvl7pPr lvl="6" rtl="0">
              <a:lnSpc>
                <a:spcPct val="90000"/>
              </a:lnSpc>
              <a:spcBef>
                <a:spcPts val="0"/>
              </a:spcBef>
              <a:spcAft>
                <a:spcPts val="0"/>
              </a:spcAft>
              <a:buClr>
                <a:srgbClr val="000000"/>
              </a:buClr>
              <a:buSzPts val="800"/>
              <a:buNone/>
              <a:defRPr sz="800">
                <a:solidFill>
                  <a:srgbClr val="000000"/>
                </a:solidFill>
              </a:defRPr>
            </a:lvl7pPr>
            <a:lvl8pPr lvl="7" rtl="0">
              <a:lnSpc>
                <a:spcPct val="90000"/>
              </a:lnSpc>
              <a:spcBef>
                <a:spcPts val="0"/>
              </a:spcBef>
              <a:spcAft>
                <a:spcPts val="0"/>
              </a:spcAft>
              <a:buClr>
                <a:srgbClr val="000000"/>
              </a:buClr>
              <a:buSzPts val="800"/>
              <a:buNone/>
              <a:defRPr sz="800">
                <a:solidFill>
                  <a:srgbClr val="000000"/>
                </a:solidFill>
              </a:defRPr>
            </a:lvl8pPr>
            <a:lvl9pPr lvl="8" rtl="0">
              <a:lnSpc>
                <a:spcPct val="90000"/>
              </a:lnSpc>
              <a:spcBef>
                <a:spcPts val="0"/>
              </a:spcBef>
              <a:spcAft>
                <a:spcPts val="0"/>
              </a:spcAft>
              <a:buClr>
                <a:srgbClr val="000000"/>
              </a:buClr>
              <a:buSzPts val="800"/>
              <a:buNone/>
              <a:defRPr sz="800">
                <a:solidFill>
                  <a:srgbClr val="000000"/>
                </a:solidFill>
              </a:defRPr>
            </a:lvl9pPr>
          </a:lstStyle>
          <a:p/>
        </p:txBody>
      </p:sp>
      <p:sp>
        <p:nvSpPr>
          <p:cNvPr id="1534" name="Google Shape;1534;p27"/>
          <p:cNvSpPr txBox="1"/>
          <p:nvPr>
            <p:ph idx="9" type="subTitle"/>
          </p:nvPr>
        </p:nvSpPr>
        <p:spPr>
          <a:xfrm>
            <a:off x="6269361" y="2534273"/>
            <a:ext cx="3536400" cy="450300"/>
          </a:xfrm>
          <a:prstGeom prst="rect">
            <a:avLst/>
          </a:prstGeom>
          <a:noFill/>
          <a:ln>
            <a:noFill/>
          </a:ln>
        </p:spPr>
        <p:txBody>
          <a:bodyPr anchorCtr="0" anchor="ctr" bIns="54000" lIns="54000" spcFirstLastPara="1" rIns="54000" wrap="square" tIns="54000">
            <a:noAutofit/>
          </a:bodyPr>
          <a:lstStyle>
            <a:lvl1pPr lvl="0"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rtl="0">
              <a:lnSpc>
                <a:spcPct val="90000"/>
              </a:lnSpc>
              <a:spcBef>
                <a:spcPts val="0"/>
              </a:spcBef>
              <a:spcAft>
                <a:spcPts val="0"/>
              </a:spcAft>
              <a:buClr>
                <a:srgbClr val="000000"/>
              </a:buClr>
              <a:buSzPts val="800"/>
              <a:buNone/>
              <a:defRPr sz="800">
                <a:solidFill>
                  <a:srgbClr val="000000"/>
                </a:solidFill>
              </a:defRPr>
            </a:lvl2pPr>
            <a:lvl3pPr lvl="2" rtl="0">
              <a:lnSpc>
                <a:spcPct val="90000"/>
              </a:lnSpc>
              <a:spcBef>
                <a:spcPts val="0"/>
              </a:spcBef>
              <a:spcAft>
                <a:spcPts val="0"/>
              </a:spcAft>
              <a:buClr>
                <a:srgbClr val="000000"/>
              </a:buClr>
              <a:buSzPts val="800"/>
              <a:buNone/>
              <a:defRPr sz="800">
                <a:solidFill>
                  <a:srgbClr val="000000"/>
                </a:solidFill>
              </a:defRPr>
            </a:lvl3pPr>
            <a:lvl4pPr lvl="3" rtl="0">
              <a:lnSpc>
                <a:spcPct val="90000"/>
              </a:lnSpc>
              <a:spcBef>
                <a:spcPts val="0"/>
              </a:spcBef>
              <a:spcAft>
                <a:spcPts val="0"/>
              </a:spcAft>
              <a:buClr>
                <a:srgbClr val="000000"/>
              </a:buClr>
              <a:buSzPts val="800"/>
              <a:buNone/>
              <a:defRPr sz="800">
                <a:solidFill>
                  <a:srgbClr val="000000"/>
                </a:solidFill>
              </a:defRPr>
            </a:lvl4pPr>
            <a:lvl5pPr lvl="4" rtl="0">
              <a:lnSpc>
                <a:spcPct val="90000"/>
              </a:lnSpc>
              <a:spcBef>
                <a:spcPts val="0"/>
              </a:spcBef>
              <a:spcAft>
                <a:spcPts val="0"/>
              </a:spcAft>
              <a:buClr>
                <a:srgbClr val="000000"/>
              </a:buClr>
              <a:buSzPts val="800"/>
              <a:buNone/>
              <a:defRPr sz="800">
                <a:solidFill>
                  <a:srgbClr val="000000"/>
                </a:solidFill>
              </a:defRPr>
            </a:lvl5pPr>
            <a:lvl6pPr lvl="5" rtl="0">
              <a:lnSpc>
                <a:spcPct val="90000"/>
              </a:lnSpc>
              <a:spcBef>
                <a:spcPts val="0"/>
              </a:spcBef>
              <a:spcAft>
                <a:spcPts val="0"/>
              </a:spcAft>
              <a:buClr>
                <a:srgbClr val="000000"/>
              </a:buClr>
              <a:buSzPts val="800"/>
              <a:buNone/>
              <a:defRPr sz="800">
                <a:solidFill>
                  <a:srgbClr val="000000"/>
                </a:solidFill>
              </a:defRPr>
            </a:lvl6pPr>
            <a:lvl7pPr lvl="6" rtl="0">
              <a:lnSpc>
                <a:spcPct val="90000"/>
              </a:lnSpc>
              <a:spcBef>
                <a:spcPts val="0"/>
              </a:spcBef>
              <a:spcAft>
                <a:spcPts val="0"/>
              </a:spcAft>
              <a:buClr>
                <a:srgbClr val="000000"/>
              </a:buClr>
              <a:buSzPts val="800"/>
              <a:buNone/>
              <a:defRPr sz="800">
                <a:solidFill>
                  <a:srgbClr val="000000"/>
                </a:solidFill>
              </a:defRPr>
            </a:lvl7pPr>
            <a:lvl8pPr lvl="7" rtl="0">
              <a:lnSpc>
                <a:spcPct val="90000"/>
              </a:lnSpc>
              <a:spcBef>
                <a:spcPts val="0"/>
              </a:spcBef>
              <a:spcAft>
                <a:spcPts val="0"/>
              </a:spcAft>
              <a:buClr>
                <a:srgbClr val="000000"/>
              </a:buClr>
              <a:buSzPts val="800"/>
              <a:buNone/>
              <a:defRPr sz="800">
                <a:solidFill>
                  <a:srgbClr val="000000"/>
                </a:solidFill>
              </a:defRPr>
            </a:lvl8pPr>
            <a:lvl9pPr lvl="8" rtl="0">
              <a:lnSpc>
                <a:spcPct val="90000"/>
              </a:lnSpc>
              <a:spcBef>
                <a:spcPts val="0"/>
              </a:spcBef>
              <a:spcAft>
                <a:spcPts val="0"/>
              </a:spcAft>
              <a:buClr>
                <a:srgbClr val="000000"/>
              </a:buClr>
              <a:buSzPts val="800"/>
              <a:buNone/>
              <a:defRPr sz="800">
                <a:solidFill>
                  <a:srgbClr val="000000"/>
                </a:solidFill>
              </a:defRPr>
            </a:lvl9pPr>
          </a:lstStyle>
          <a:p/>
        </p:txBody>
      </p:sp>
      <p:sp>
        <p:nvSpPr>
          <p:cNvPr id="1535" name="Google Shape;1535;p27"/>
          <p:cNvSpPr txBox="1"/>
          <p:nvPr>
            <p:ph idx="13" type="subTitle"/>
          </p:nvPr>
        </p:nvSpPr>
        <p:spPr>
          <a:xfrm>
            <a:off x="832100" y="3054546"/>
            <a:ext cx="1750500" cy="450300"/>
          </a:xfrm>
          <a:prstGeom prst="rect">
            <a:avLst/>
          </a:prstGeom>
          <a:noFill/>
          <a:ln>
            <a:noFill/>
          </a:ln>
        </p:spPr>
        <p:txBody>
          <a:bodyPr anchorCtr="0" anchor="ctr" bIns="54000" lIns="54000" spcFirstLastPara="1" rIns="54000" wrap="square" tIns="54000">
            <a:noAutofit/>
          </a:bodyPr>
          <a:lstStyle>
            <a:lvl1pPr lvl="0"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rtl="0">
              <a:lnSpc>
                <a:spcPct val="90000"/>
              </a:lnSpc>
              <a:spcBef>
                <a:spcPts val="0"/>
              </a:spcBef>
              <a:spcAft>
                <a:spcPts val="0"/>
              </a:spcAft>
              <a:buClr>
                <a:srgbClr val="000000"/>
              </a:buClr>
              <a:buSzPts val="800"/>
              <a:buNone/>
              <a:defRPr sz="800">
                <a:solidFill>
                  <a:srgbClr val="000000"/>
                </a:solidFill>
              </a:defRPr>
            </a:lvl2pPr>
            <a:lvl3pPr lvl="2" rtl="0">
              <a:lnSpc>
                <a:spcPct val="90000"/>
              </a:lnSpc>
              <a:spcBef>
                <a:spcPts val="0"/>
              </a:spcBef>
              <a:spcAft>
                <a:spcPts val="0"/>
              </a:spcAft>
              <a:buClr>
                <a:srgbClr val="000000"/>
              </a:buClr>
              <a:buSzPts val="800"/>
              <a:buNone/>
              <a:defRPr sz="800">
                <a:solidFill>
                  <a:srgbClr val="000000"/>
                </a:solidFill>
              </a:defRPr>
            </a:lvl3pPr>
            <a:lvl4pPr lvl="3" rtl="0">
              <a:lnSpc>
                <a:spcPct val="90000"/>
              </a:lnSpc>
              <a:spcBef>
                <a:spcPts val="0"/>
              </a:spcBef>
              <a:spcAft>
                <a:spcPts val="0"/>
              </a:spcAft>
              <a:buClr>
                <a:srgbClr val="000000"/>
              </a:buClr>
              <a:buSzPts val="800"/>
              <a:buNone/>
              <a:defRPr sz="800">
                <a:solidFill>
                  <a:srgbClr val="000000"/>
                </a:solidFill>
              </a:defRPr>
            </a:lvl4pPr>
            <a:lvl5pPr lvl="4" rtl="0">
              <a:lnSpc>
                <a:spcPct val="90000"/>
              </a:lnSpc>
              <a:spcBef>
                <a:spcPts val="0"/>
              </a:spcBef>
              <a:spcAft>
                <a:spcPts val="0"/>
              </a:spcAft>
              <a:buClr>
                <a:srgbClr val="000000"/>
              </a:buClr>
              <a:buSzPts val="800"/>
              <a:buNone/>
              <a:defRPr sz="800">
                <a:solidFill>
                  <a:srgbClr val="000000"/>
                </a:solidFill>
              </a:defRPr>
            </a:lvl5pPr>
            <a:lvl6pPr lvl="5" rtl="0">
              <a:lnSpc>
                <a:spcPct val="90000"/>
              </a:lnSpc>
              <a:spcBef>
                <a:spcPts val="0"/>
              </a:spcBef>
              <a:spcAft>
                <a:spcPts val="0"/>
              </a:spcAft>
              <a:buClr>
                <a:srgbClr val="000000"/>
              </a:buClr>
              <a:buSzPts val="800"/>
              <a:buNone/>
              <a:defRPr sz="800">
                <a:solidFill>
                  <a:srgbClr val="000000"/>
                </a:solidFill>
              </a:defRPr>
            </a:lvl6pPr>
            <a:lvl7pPr lvl="6" rtl="0">
              <a:lnSpc>
                <a:spcPct val="90000"/>
              </a:lnSpc>
              <a:spcBef>
                <a:spcPts val="0"/>
              </a:spcBef>
              <a:spcAft>
                <a:spcPts val="0"/>
              </a:spcAft>
              <a:buClr>
                <a:srgbClr val="000000"/>
              </a:buClr>
              <a:buSzPts val="800"/>
              <a:buNone/>
              <a:defRPr sz="800">
                <a:solidFill>
                  <a:srgbClr val="000000"/>
                </a:solidFill>
              </a:defRPr>
            </a:lvl7pPr>
            <a:lvl8pPr lvl="7" rtl="0">
              <a:lnSpc>
                <a:spcPct val="90000"/>
              </a:lnSpc>
              <a:spcBef>
                <a:spcPts val="0"/>
              </a:spcBef>
              <a:spcAft>
                <a:spcPts val="0"/>
              </a:spcAft>
              <a:buClr>
                <a:srgbClr val="000000"/>
              </a:buClr>
              <a:buSzPts val="800"/>
              <a:buNone/>
              <a:defRPr sz="800">
                <a:solidFill>
                  <a:srgbClr val="000000"/>
                </a:solidFill>
              </a:defRPr>
            </a:lvl8pPr>
            <a:lvl9pPr lvl="8" rtl="0">
              <a:lnSpc>
                <a:spcPct val="90000"/>
              </a:lnSpc>
              <a:spcBef>
                <a:spcPts val="0"/>
              </a:spcBef>
              <a:spcAft>
                <a:spcPts val="0"/>
              </a:spcAft>
              <a:buClr>
                <a:srgbClr val="000000"/>
              </a:buClr>
              <a:buSzPts val="800"/>
              <a:buNone/>
              <a:defRPr sz="800">
                <a:solidFill>
                  <a:srgbClr val="000000"/>
                </a:solidFill>
              </a:defRPr>
            </a:lvl9pPr>
          </a:lstStyle>
          <a:p/>
        </p:txBody>
      </p:sp>
      <p:sp>
        <p:nvSpPr>
          <p:cNvPr id="1536" name="Google Shape;1536;p27"/>
          <p:cNvSpPr txBox="1"/>
          <p:nvPr>
            <p:ph idx="14" type="subTitle"/>
          </p:nvPr>
        </p:nvSpPr>
        <p:spPr>
          <a:xfrm>
            <a:off x="2631389" y="3054546"/>
            <a:ext cx="3605700" cy="450300"/>
          </a:xfrm>
          <a:prstGeom prst="rect">
            <a:avLst/>
          </a:prstGeom>
          <a:noFill/>
          <a:ln>
            <a:noFill/>
          </a:ln>
        </p:spPr>
        <p:txBody>
          <a:bodyPr anchorCtr="0" anchor="ctr" bIns="54000" lIns="54000" spcFirstLastPara="1" rIns="54000" wrap="square" tIns="54000">
            <a:noAutofit/>
          </a:bodyPr>
          <a:lstStyle>
            <a:lvl1pPr lvl="0"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rtl="0">
              <a:lnSpc>
                <a:spcPct val="90000"/>
              </a:lnSpc>
              <a:spcBef>
                <a:spcPts val="0"/>
              </a:spcBef>
              <a:spcAft>
                <a:spcPts val="0"/>
              </a:spcAft>
              <a:buClr>
                <a:srgbClr val="000000"/>
              </a:buClr>
              <a:buSzPts val="800"/>
              <a:buNone/>
              <a:defRPr sz="800">
                <a:solidFill>
                  <a:srgbClr val="000000"/>
                </a:solidFill>
              </a:defRPr>
            </a:lvl2pPr>
            <a:lvl3pPr lvl="2" rtl="0">
              <a:lnSpc>
                <a:spcPct val="90000"/>
              </a:lnSpc>
              <a:spcBef>
                <a:spcPts val="0"/>
              </a:spcBef>
              <a:spcAft>
                <a:spcPts val="0"/>
              </a:spcAft>
              <a:buClr>
                <a:srgbClr val="000000"/>
              </a:buClr>
              <a:buSzPts val="800"/>
              <a:buNone/>
              <a:defRPr sz="800">
                <a:solidFill>
                  <a:srgbClr val="000000"/>
                </a:solidFill>
              </a:defRPr>
            </a:lvl3pPr>
            <a:lvl4pPr lvl="3" rtl="0">
              <a:lnSpc>
                <a:spcPct val="90000"/>
              </a:lnSpc>
              <a:spcBef>
                <a:spcPts val="0"/>
              </a:spcBef>
              <a:spcAft>
                <a:spcPts val="0"/>
              </a:spcAft>
              <a:buClr>
                <a:srgbClr val="000000"/>
              </a:buClr>
              <a:buSzPts val="800"/>
              <a:buNone/>
              <a:defRPr sz="800">
                <a:solidFill>
                  <a:srgbClr val="000000"/>
                </a:solidFill>
              </a:defRPr>
            </a:lvl4pPr>
            <a:lvl5pPr lvl="4" rtl="0">
              <a:lnSpc>
                <a:spcPct val="90000"/>
              </a:lnSpc>
              <a:spcBef>
                <a:spcPts val="0"/>
              </a:spcBef>
              <a:spcAft>
                <a:spcPts val="0"/>
              </a:spcAft>
              <a:buClr>
                <a:srgbClr val="000000"/>
              </a:buClr>
              <a:buSzPts val="800"/>
              <a:buNone/>
              <a:defRPr sz="800">
                <a:solidFill>
                  <a:srgbClr val="000000"/>
                </a:solidFill>
              </a:defRPr>
            </a:lvl5pPr>
            <a:lvl6pPr lvl="5" rtl="0">
              <a:lnSpc>
                <a:spcPct val="90000"/>
              </a:lnSpc>
              <a:spcBef>
                <a:spcPts val="0"/>
              </a:spcBef>
              <a:spcAft>
                <a:spcPts val="0"/>
              </a:spcAft>
              <a:buClr>
                <a:srgbClr val="000000"/>
              </a:buClr>
              <a:buSzPts val="800"/>
              <a:buNone/>
              <a:defRPr sz="800">
                <a:solidFill>
                  <a:srgbClr val="000000"/>
                </a:solidFill>
              </a:defRPr>
            </a:lvl6pPr>
            <a:lvl7pPr lvl="6" rtl="0">
              <a:lnSpc>
                <a:spcPct val="90000"/>
              </a:lnSpc>
              <a:spcBef>
                <a:spcPts val="0"/>
              </a:spcBef>
              <a:spcAft>
                <a:spcPts val="0"/>
              </a:spcAft>
              <a:buClr>
                <a:srgbClr val="000000"/>
              </a:buClr>
              <a:buSzPts val="800"/>
              <a:buNone/>
              <a:defRPr sz="800">
                <a:solidFill>
                  <a:srgbClr val="000000"/>
                </a:solidFill>
              </a:defRPr>
            </a:lvl7pPr>
            <a:lvl8pPr lvl="7" rtl="0">
              <a:lnSpc>
                <a:spcPct val="90000"/>
              </a:lnSpc>
              <a:spcBef>
                <a:spcPts val="0"/>
              </a:spcBef>
              <a:spcAft>
                <a:spcPts val="0"/>
              </a:spcAft>
              <a:buClr>
                <a:srgbClr val="000000"/>
              </a:buClr>
              <a:buSzPts val="800"/>
              <a:buNone/>
              <a:defRPr sz="800">
                <a:solidFill>
                  <a:srgbClr val="000000"/>
                </a:solidFill>
              </a:defRPr>
            </a:lvl8pPr>
            <a:lvl9pPr lvl="8" rtl="0">
              <a:lnSpc>
                <a:spcPct val="90000"/>
              </a:lnSpc>
              <a:spcBef>
                <a:spcPts val="0"/>
              </a:spcBef>
              <a:spcAft>
                <a:spcPts val="0"/>
              </a:spcAft>
              <a:buClr>
                <a:srgbClr val="000000"/>
              </a:buClr>
              <a:buSzPts val="800"/>
              <a:buNone/>
              <a:defRPr sz="800">
                <a:solidFill>
                  <a:srgbClr val="000000"/>
                </a:solidFill>
              </a:defRPr>
            </a:lvl9pPr>
          </a:lstStyle>
          <a:p/>
        </p:txBody>
      </p:sp>
      <p:sp>
        <p:nvSpPr>
          <p:cNvPr id="1537" name="Google Shape;1537;p27"/>
          <p:cNvSpPr txBox="1"/>
          <p:nvPr>
            <p:ph idx="15" type="subTitle"/>
          </p:nvPr>
        </p:nvSpPr>
        <p:spPr>
          <a:xfrm>
            <a:off x="6269361" y="3054546"/>
            <a:ext cx="3536400" cy="450300"/>
          </a:xfrm>
          <a:prstGeom prst="rect">
            <a:avLst/>
          </a:prstGeom>
          <a:noFill/>
          <a:ln>
            <a:noFill/>
          </a:ln>
        </p:spPr>
        <p:txBody>
          <a:bodyPr anchorCtr="0" anchor="ctr" bIns="54000" lIns="54000" spcFirstLastPara="1" rIns="54000" wrap="square" tIns="54000">
            <a:noAutofit/>
          </a:bodyPr>
          <a:lstStyle>
            <a:lvl1pPr lvl="0"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rtl="0">
              <a:lnSpc>
                <a:spcPct val="90000"/>
              </a:lnSpc>
              <a:spcBef>
                <a:spcPts val="0"/>
              </a:spcBef>
              <a:spcAft>
                <a:spcPts val="0"/>
              </a:spcAft>
              <a:buClr>
                <a:srgbClr val="000000"/>
              </a:buClr>
              <a:buSzPts val="800"/>
              <a:buNone/>
              <a:defRPr sz="800">
                <a:solidFill>
                  <a:srgbClr val="000000"/>
                </a:solidFill>
              </a:defRPr>
            </a:lvl2pPr>
            <a:lvl3pPr lvl="2" rtl="0">
              <a:lnSpc>
                <a:spcPct val="90000"/>
              </a:lnSpc>
              <a:spcBef>
                <a:spcPts val="0"/>
              </a:spcBef>
              <a:spcAft>
                <a:spcPts val="0"/>
              </a:spcAft>
              <a:buClr>
                <a:srgbClr val="000000"/>
              </a:buClr>
              <a:buSzPts val="800"/>
              <a:buNone/>
              <a:defRPr sz="800">
                <a:solidFill>
                  <a:srgbClr val="000000"/>
                </a:solidFill>
              </a:defRPr>
            </a:lvl3pPr>
            <a:lvl4pPr lvl="3" rtl="0">
              <a:lnSpc>
                <a:spcPct val="90000"/>
              </a:lnSpc>
              <a:spcBef>
                <a:spcPts val="0"/>
              </a:spcBef>
              <a:spcAft>
                <a:spcPts val="0"/>
              </a:spcAft>
              <a:buClr>
                <a:srgbClr val="000000"/>
              </a:buClr>
              <a:buSzPts val="800"/>
              <a:buNone/>
              <a:defRPr sz="800">
                <a:solidFill>
                  <a:srgbClr val="000000"/>
                </a:solidFill>
              </a:defRPr>
            </a:lvl4pPr>
            <a:lvl5pPr lvl="4" rtl="0">
              <a:lnSpc>
                <a:spcPct val="90000"/>
              </a:lnSpc>
              <a:spcBef>
                <a:spcPts val="0"/>
              </a:spcBef>
              <a:spcAft>
                <a:spcPts val="0"/>
              </a:spcAft>
              <a:buClr>
                <a:srgbClr val="000000"/>
              </a:buClr>
              <a:buSzPts val="800"/>
              <a:buNone/>
              <a:defRPr sz="800">
                <a:solidFill>
                  <a:srgbClr val="000000"/>
                </a:solidFill>
              </a:defRPr>
            </a:lvl5pPr>
            <a:lvl6pPr lvl="5" rtl="0">
              <a:lnSpc>
                <a:spcPct val="90000"/>
              </a:lnSpc>
              <a:spcBef>
                <a:spcPts val="0"/>
              </a:spcBef>
              <a:spcAft>
                <a:spcPts val="0"/>
              </a:spcAft>
              <a:buClr>
                <a:srgbClr val="000000"/>
              </a:buClr>
              <a:buSzPts val="800"/>
              <a:buNone/>
              <a:defRPr sz="800">
                <a:solidFill>
                  <a:srgbClr val="000000"/>
                </a:solidFill>
              </a:defRPr>
            </a:lvl6pPr>
            <a:lvl7pPr lvl="6" rtl="0">
              <a:lnSpc>
                <a:spcPct val="90000"/>
              </a:lnSpc>
              <a:spcBef>
                <a:spcPts val="0"/>
              </a:spcBef>
              <a:spcAft>
                <a:spcPts val="0"/>
              </a:spcAft>
              <a:buClr>
                <a:srgbClr val="000000"/>
              </a:buClr>
              <a:buSzPts val="800"/>
              <a:buNone/>
              <a:defRPr sz="800">
                <a:solidFill>
                  <a:srgbClr val="000000"/>
                </a:solidFill>
              </a:defRPr>
            </a:lvl7pPr>
            <a:lvl8pPr lvl="7" rtl="0">
              <a:lnSpc>
                <a:spcPct val="90000"/>
              </a:lnSpc>
              <a:spcBef>
                <a:spcPts val="0"/>
              </a:spcBef>
              <a:spcAft>
                <a:spcPts val="0"/>
              </a:spcAft>
              <a:buClr>
                <a:srgbClr val="000000"/>
              </a:buClr>
              <a:buSzPts val="800"/>
              <a:buNone/>
              <a:defRPr sz="800">
                <a:solidFill>
                  <a:srgbClr val="000000"/>
                </a:solidFill>
              </a:defRPr>
            </a:lvl8pPr>
            <a:lvl9pPr lvl="8" rtl="0">
              <a:lnSpc>
                <a:spcPct val="90000"/>
              </a:lnSpc>
              <a:spcBef>
                <a:spcPts val="0"/>
              </a:spcBef>
              <a:spcAft>
                <a:spcPts val="0"/>
              </a:spcAft>
              <a:buClr>
                <a:srgbClr val="000000"/>
              </a:buClr>
              <a:buSzPts val="800"/>
              <a:buNone/>
              <a:defRPr sz="800">
                <a:solidFill>
                  <a:srgbClr val="000000"/>
                </a:solidFill>
              </a:defRPr>
            </a:lvl9pPr>
          </a:lstStyle>
          <a:p/>
        </p:txBody>
      </p:sp>
      <p:sp>
        <p:nvSpPr>
          <p:cNvPr id="1538" name="Google Shape;1538;p27"/>
          <p:cNvSpPr txBox="1"/>
          <p:nvPr>
            <p:ph idx="16" type="subTitle"/>
          </p:nvPr>
        </p:nvSpPr>
        <p:spPr>
          <a:xfrm>
            <a:off x="832100" y="3587721"/>
            <a:ext cx="1750500" cy="450300"/>
          </a:xfrm>
          <a:prstGeom prst="rect">
            <a:avLst/>
          </a:prstGeom>
          <a:noFill/>
          <a:ln>
            <a:noFill/>
          </a:ln>
        </p:spPr>
        <p:txBody>
          <a:bodyPr anchorCtr="0" anchor="ctr" bIns="54000" lIns="54000" spcFirstLastPara="1" rIns="54000" wrap="square" tIns="54000">
            <a:noAutofit/>
          </a:bodyPr>
          <a:lstStyle>
            <a:lvl1pPr lvl="0"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rtl="0">
              <a:lnSpc>
                <a:spcPct val="90000"/>
              </a:lnSpc>
              <a:spcBef>
                <a:spcPts val="0"/>
              </a:spcBef>
              <a:spcAft>
                <a:spcPts val="0"/>
              </a:spcAft>
              <a:buClr>
                <a:srgbClr val="000000"/>
              </a:buClr>
              <a:buSzPts val="800"/>
              <a:buNone/>
              <a:defRPr sz="800">
                <a:solidFill>
                  <a:srgbClr val="000000"/>
                </a:solidFill>
              </a:defRPr>
            </a:lvl2pPr>
            <a:lvl3pPr lvl="2" rtl="0">
              <a:lnSpc>
                <a:spcPct val="90000"/>
              </a:lnSpc>
              <a:spcBef>
                <a:spcPts val="0"/>
              </a:spcBef>
              <a:spcAft>
                <a:spcPts val="0"/>
              </a:spcAft>
              <a:buClr>
                <a:srgbClr val="000000"/>
              </a:buClr>
              <a:buSzPts val="800"/>
              <a:buNone/>
              <a:defRPr sz="800">
                <a:solidFill>
                  <a:srgbClr val="000000"/>
                </a:solidFill>
              </a:defRPr>
            </a:lvl3pPr>
            <a:lvl4pPr lvl="3" rtl="0">
              <a:lnSpc>
                <a:spcPct val="90000"/>
              </a:lnSpc>
              <a:spcBef>
                <a:spcPts val="0"/>
              </a:spcBef>
              <a:spcAft>
                <a:spcPts val="0"/>
              </a:spcAft>
              <a:buClr>
                <a:srgbClr val="000000"/>
              </a:buClr>
              <a:buSzPts val="800"/>
              <a:buNone/>
              <a:defRPr sz="800">
                <a:solidFill>
                  <a:srgbClr val="000000"/>
                </a:solidFill>
              </a:defRPr>
            </a:lvl4pPr>
            <a:lvl5pPr lvl="4" rtl="0">
              <a:lnSpc>
                <a:spcPct val="90000"/>
              </a:lnSpc>
              <a:spcBef>
                <a:spcPts val="0"/>
              </a:spcBef>
              <a:spcAft>
                <a:spcPts val="0"/>
              </a:spcAft>
              <a:buClr>
                <a:srgbClr val="000000"/>
              </a:buClr>
              <a:buSzPts val="800"/>
              <a:buNone/>
              <a:defRPr sz="800">
                <a:solidFill>
                  <a:srgbClr val="000000"/>
                </a:solidFill>
              </a:defRPr>
            </a:lvl5pPr>
            <a:lvl6pPr lvl="5" rtl="0">
              <a:lnSpc>
                <a:spcPct val="90000"/>
              </a:lnSpc>
              <a:spcBef>
                <a:spcPts val="0"/>
              </a:spcBef>
              <a:spcAft>
                <a:spcPts val="0"/>
              </a:spcAft>
              <a:buClr>
                <a:srgbClr val="000000"/>
              </a:buClr>
              <a:buSzPts val="800"/>
              <a:buNone/>
              <a:defRPr sz="800">
                <a:solidFill>
                  <a:srgbClr val="000000"/>
                </a:solidFill>
              </a:defRPr>
            </a:lvl6pPr>
            <a:lvl7pPr lvl="6" rtl="0">
              <a:lnSpc>
                <a:spcPct val="90000"/>
              </a:lnSpc>
              <a:spcBef>
                <a:spcPts val="0"/>
              </a:spcBef>
              <a:spcAft>
                <a:spcPts val="0"/>
              </a:spcAft>
              <a:buClr>
                <a:srgbClr val="000000"/>
              </a:buClr>
              <a:buSzPts val="800"/>
              <a:buNone/>
              <a:defRPr sz="800">
                <a:solidFill>
                  <a:srgbClr val="000000"/>
                </a:solidFill>
              </a:defRPr>
            </a:lvl7pPr>
            <a:lvl8pPr lvl="7" rtl="0">
              <a:lnSpc>
                <a:spcPct val="90000"/>
              </a:lnSpc>
              <a:spcBef>
                <a:spcPts val="0"/>
              </a:spcBef>
              <a:spcAft>
                <a:spcPts val="0"/>
              </a:spcAft>
              <a:buClr>
                <a:srgbClr val="000000"/>
              </a:buClr>
              <a:buSzPts val="800"/>
              <a:buNone/>
              <a:defRPr sz="800">
                <a:solidFill>
                  <a:srgbClr val="000000"/>
                </a:solidFill>
              </a:defRPr>
            </a:lvl8pPr>
            <a:lvl9pPr lvl="8" rtl="0">
              <a:lnSpc>
                <a:spcPct val="90000"/>
              </a:lnSpc>
              <a:spcBef>
                <a:spcPts val="0"/>
              </a:spcBef>
              <a:spcAft>
                <a:spcPts val="0"/>
              </a:spcAft>
              <a:buClr>
                <a:srgbClr val="000000"/>
              </a:buClr>
              <a:buSzPts val="800"/>
              <a:buNone/>
              <a:defRPr sz="800">
                <a:solidFill>
                  <a:srgbClr val="000000"/>
                </a:solidFill>
              </a:defRPr>
            </a:lvl9pPr>
          </a:lstStyle>
          <a:p/>
        </p:txBody>
      </p:sp>
      <p:sp>
        <p:nvSpPr>
          <p:cNvPr id="1539" name="Google Shape;1539;p27"/>
          <p:cNvSpPr txBox="1"/>
          <p:nvPr>
            <p:ph idx="17" type="subTitle"/>
          </p:nvPr>
        </p:nvSpPr>
        <p:spPr>
          <a:xfrm>
            <a:off x="2631389" y="3587721"/>
            <a:ext cx="3605700" cy="450300"/>
          </a:xfrm>
          <a:prstGeom prst="rect">
            <a:avLst/>
          </a:prstGeom>
          <a:noFill/>
          <a:ln>
            <a:noFill/>
          </a:ln>
        </p:spPr>
        <p:txBody>
          <a:bodyPr anchorCtr="0" anchor="ctr" bIns="54000" lIns="54000" spcFirstLastPara="1" rIns="54000" wrap="square" tIns="54000">
            <a:noAutofit/>
          </a:bodyPr>
          <a:lstStyle>
            <a:lvl1pPr lvl="0"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rtl="0">
              <a:lnSpc>
                <a:spcPct val="90000"/>
              </a:lnSpc>
              <a:spcBef>
                <a:spcPts val="0"/>
              </a:spcBef>
              <a:spcAft>
                <a:spcPts val="0"/>
              </a:spcAft>
              <a:buClr>
                <a:srgbClr val="000000"/>
              </a:buClr>
              <a:buSzPts val="800"/>
              <a:buNone/>
              <a:defRPr sz="800">
                <a:solidFill>
                  <a:srgbClr val="000000"/>
                </a:solidFill>
              </a:defRPr>
            </a:lvl2pPr>
            <a:lvl3pPr lvl="2" rtl="0">
              <a:lnSpc>
                <a:spcPct val="90000"/>
              </a:lnSpc>
              <a:spcBef>
                <a:spcPts val="0"/>
              </a:spcBef>
              <a:spcAft>
                <a:spcPts val="0"/>
              </a:spcAft>
              <a:buClr>
                <a:srgbClr val="000000"/>
              </a:buClr>
              <a:buSzPts val="800"/>
              <a:buNone/>
              <a:defRPr sz="800">
                <a:solidFill>
                  <a:srgbClr val="000000"/>
                </a:solidFill>
              </a:defRPr>
            </a:lvl3pPr>
            <a:lvl4pPr lvl="3" rtl="0">
              <a:lnSpc>
                <a:spcPct val="90000"/>
              </a:lnSpc>
              <a:spcBef>
                <a:spcPts val="0"/>
              </a:spcBef>
              <a:spcAft>
                <a:spcPts val="0"/>
              </a:spcAft>
              <a:buClr>
                <a:srgbClr val="000000"/>
              </a:buClr>
              <a:buSzPts val="800"/>
              <a:buNone/>
              <a:defRPr sz="800">
                <a:solidFill>
                  <a:srgbClr val="000000"/>
                </a:solidFill>
              </a:defRPr>
            </a:lvl4pPr>
            <a:lvl5pPr lvl="4" rtl="0">
              <a:lnSpc>
                <a:spcPct val="90000"/>
              </a:lnSpc>
              <a:spcBef>
                <a:spcPts val="0"/>
              </a:spcBef>
              <a:spcAft>
                <a:spcPts val="0"/>
              </a:spcAft>
              <a:buClr>
                <a:srgbClr val="000000"/>
              </a:buClr>
              <a:buSzPts val="800"/>
              <a:buNone/>
              <a:defRPr sz="800">
                <a:solidFill>
                  <a:srgbClr val="000000"/>
                </a:solidFill>
              </a:defRPr>
            </a:lvl5pPr>
            <a:lvl6pPr lvl="5" rtl="0">
              <a:lnSpc>
                <a:spcPct val="90000"/>
              </a:lnSpc>
              <a:spcBef>
                <a:spcPts val="0"/>
              </a:spcBef>
              <a:spcAft>
                <a:spcPts val="0"/>
              </a:spcAft>
              <a:buClr>
                <a:srgbClr val="000000"/>
              </a:buClr>
              <a:buSzPts val="800"/>
              <a:buNone/>
              <a:defRPr sz="800">
                <a:solidFill>
                  <a:srgbClr val="000000"/>
                </a:solidFill>
              </a:defRPr>
            </a:lvl6pPr>
            <a:lvl7pPr lvl="6" rtl="0">
              <a:lnSpc>
                <a:spcPct val="90000"/>
              </a:lnSpc>
              <a:spcBef>
                <a:spcPts val="0"/>
              </a:spcBef>
              <a:spcAft>
                <a:spcPts val="0"/>
              </a:spcAft>
              <a:buClr>
                <a:srgbClr val="000000"/>
              </a:buClr>
              <a:buSzPts val="800"/>
              <a:buNone/>
              <a:defRPr sz="800">
                <a:solidFill>
                  <a:srgbClr val="000000"/>
                </a:solidFill>
              </a:defRPr>
            </a:lvl7pPr>
            <a:lvl8pPr lvl="7" rtl="0">
              <a:lnSpc>
                <a:spcPct val="90000"/>
              </a:lnSpc>
              <a:spcBef>
                <a:spcPts val="0"/>
              </a:spcBef>
              <a:spcAft>
                <a:spcPts val="0"/>
              </a:spcAft>
              <a:buClr>
                <a:srgbClr val="000000"/>
              </a:buClr>
              <a:buSzPts val="800"/>
              <a:buNone/>
              <a:defRPr sz="800">
                <a:solidFill>
                  <a:srgbClr val="000000"/>
                </a:solidFill>
              </a:defRPr>
            </a:lvl8pPr>
            <a:lvl9pPr lvl="8" rtl="0">
              <a:lnSpc>
                <a:spcPct val="90000"/>
              </a:lnSpc>
              <a:spcBef>
                <a:spcPts val="0"/>
              </a:spcBef>
              <a:spcAft>
                <a:spcPts val="0"/>
              </a:spcAft>
              <a:buClr>
                <a:srgbClr val="000000"/>
              </a:buClr>
              <a:buSzPts val="800"/>
              <a:buNone/>
              <a:defRPr sz="800">
                <a:solidFill>
                  <a:srgbClr val="000000"/>
                </a:solidFill>
              </a:defRPr>
            </a:lvl9pPr>
          </a:lstStyle>
          <a:p/>
        </p:txBody>
      </p:sp>
      <p:sp>
        <p:nvSpPr>
          <p:cNvPr id="1540" name="Google Shape;1540;p27"/>
          <p:cNvSpPr txBox="1"/>
          <p:nvPr>
            <p:ph idx="18" type="subTitle"/>
          </p:nvPr>
        </p:nvSpPr>
        <p:spPr>
          <a:xfrm>
            <a:off x="6269361" y="3587721"/>
            <a:ext cx="3536400" cy="450300"/>
          </a:xfrm>
          <a:prstGeom prst="rect">
            <a:avLst/>
          </a:prstGeom>
          <a:noFill/>
          <a:ln>
            <a:noFill/>
          </a:ln>
        </p:spPr>
        <p:txBody>
          <a:bodyPr anchorCtr="0" anchor="ctr" bIns="54000" lIns="54000" spcFirstLastPara="1" rIns="54000" wrap="square" tIns="54000">
            <a:noAutofit/>
          </a:bodyPr>
          <a:lstStyle>
            <a:lvl1pPr lvl="0"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rtl="0">
              <a:lnSpc>
                <a:spcPct val="90000"/>
              </a:lnSpc>
              <a:spcBef>
                <a:spcPts val="0"/>
              </a:spcBef>
              <a:spcAft>
                <a:spcPts val="0"/>
              </a:spcAft>
              <a:buClr>
                <a:srgbClr val="000000"/>
              </a:buClr>
              <a:buSzPts val="800"/>
              <a:buNone/>
              <a:defRPr sz="800">
                <a:solidFill>
                  <a:srgbClr val="000000"/>
                </a:solidFill>
              </a:defRPr>
            </a:lvl2pPr>
            <a:lvl3pPr lvl="2" rtl="0">
              <a:lnSpc>
                <a:spcPct val="90000"/>
              </a:lnSpc>
              <a:spcBef>
                <a:spcPts val="0"/>
              </a:spcBef>
              <a:spcAft>
                <a:spcPts val="0"/>
              </a:spcAft>
              <a:buClr>
                <a:srgbClr val="000000"/>
              </a:buClr>
              <a:buSzPts val="800"/>
              <a:buNone/>
              <a:defRPr sz="800">
                <a:solidFill>
                  <a:srgbClr val="000000"/>
                </a:solidFill>
              </a:defRPr>
            </a:lvl3pPr>
            <a:lvl4pPr lvl="3" rtl="0">
              <a:lnSpc>
                <a:spcPct val="90000"/>
              </a:lnSpc>
              <a:spcBef>
                <a:spcPts val="0"/>
              </a:spcBef>
              <a:spcAft>
                <a:spcPts val="0"/>
              </a:spcAft>
              <a:buClr>
                <a:srgbClr val="000000"/>
              </a:buClr>
              <a:buSzPts val="800"/>
              <a:buNone/>
              <a:defRPr sz="800">
                <a:solidFill>
                  <a:srgbClr val="000000"/>
                </a:solidFill>
              </a:defRPr>
            </a:lvl4pPr>
            <a:lvl5pPr lvl="4" rtl="0">
              <a:lnSpc>
                <a:spcPct val="90000"/>
              </a:lnSpc>
              <a:spcBef>
                <a:spcPts val="0"/>
              </a:spcBef>
              <a:spcAft>
                <a:spcPts val="0"/>
              </a:spcAft>
              <a:buClr>
                <a:srgbClr val="000000"/>
              </a:buClr>
              <a:buSzPts val="800"/>
              <a:buNone/>
              <a:defRPr sz="800">
                <a:solidFill>
                  <a:srgbClr val="000000"/>
                </a:solidFill>
              </a:defRPr>
            </a:lvl5pPr>
            <a:lvl6pPr lvl="5" rtl="0">
              <a:lnSpc>
                <a:spcPct val="90000"/>
              </a:lnSpc>
              <a:spcBef>
                <a:spcPts val="0"/>
              </a:spcBef>
              <a:spcAft>
                <a:spcPts val="0"/>
              </a:spcAft>
              <a:buClr>
                <a:srgbClr val="000000"/>
              </a:buClr>
              <a:buSzPts val="800"/>
              <a:buNone/>
              <a:defRPr sz="800">
                <a:solidFill>
                  <a:srgbClr val="000000"/>
                </a:solidFill>
              </a:defRPr>
            </a:lvl6pPr>
            <a:lvl7pPr lvl="6" rtl="0">
              <a:lnSpc>
                <a:spcPct val="90000"/>
              </a:lnSpc>
              <a:spcBef>
                <a:spcPts val="0"/>
              </a:spcBef>
              <a:spcAft>
                <a:spcPts val="0"/>
              </a:spcAft>
              <a:buClr>
                <a:srgbClr val="000000"/>
              </a:buClr>
              <a:buSzPts val="800"/>
              <a:buNone/>
              <a:defRPr sz="800">
                <a:solidFill>
                  <a:srgbClr val="000000"/>
                </a:solidFill>
              </a:defRPr>
            </a:lvl7pPr>
            <a:lvl8pPr lvl="7" rtl="0">
              <a:lnSpc>
                <a:spcPct val="90000"/>
              </a:lnSpc>
              <a:spcBef>
                <a:spcPts val="0"/>
              </a:spcBef>
              <a:spcAft>
                <a:spcPts val="0"/>
              </a:spcAft>
              <a:buClr>
                <a:srgbClr val="000000"/>
              </a:buClr>
              <a:buSzPts val="800"/>
              <a:buNone/>
              <a:defRPr sz="800">
                <a:solidFill>
                  <a:srgbClr val="000000"/>
                </a:solidFill>
              </a:defRPr>
            </a:lvl8pPr>
            <a:lvl9pPr lvl="8" rtl="0">
              <a:lnSpc>
                <a:spcPct val="90000"/>
              </a:lnSpc>
              <a:spcBef>
                <a:spcPts val="0"/>
              </a:spcBef>
              <a:spcAft>
                <a:spcPts val="0"/>
              </a:spcAft>
              <a:buClr>
                <a:srgbClr val="000000"/>
              </a:buClr>
              <a:buSzPts val="800"/>
              <a:buNone/>
              <a:defRPr sz="800">
                <a:solidFill>
                  <a:srgbClr val="000000"/>
                </a:solidFill>
              </a:defRPr>
            </a:lvl9pPr>
          </a:lstStyle>
          <a:p/>
        </p:txBody>
      </p:sp>
      <p:sp>
        <p:nvSpPr>
          <p:cNvPr id="1541" name="Google Shape;1541;p27"/>
          <p:cNvSpPr txBox="1"/>
          <p:nvPr/>
        </p:nvSpPr>
        <p:spPr>
          <a:xfrm>
            <a:off x="277302" y="1493157"/>
            <a:ext cx="509100" cy="4503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s-419" sz="800">
                <a:latin typeface="Arvo"/>
                <a:ea typeface="Arvo"/>
                <a:cs typeface="Arvo"/>
                <a:sym typeface="Arvo"/>
              </a:rPr>
              <a:t>1</a:t>
            </a:r>
            <a:endParaRPr b="1" sz="800">
              <a:latin typeface="Arvo"/>
              <a:ea typeface="Arvo"/>
              <a:cs typeface="Arvo"/>
              <a:sym typeface="Arvo"/>
            </a:endParaRPr>
          </a:p>
        </p:txBody>
      </p:sp>
      <p:sp>
        <p:nvSpPr>
          <p:cNvPr id="1542" name="Google Shape;1542;p27"/>
          <p:cNvSpPr txBox="1"/>
          <p:nvPr/>
        </p:nvSpPr>
        <p:spPr>
          <a:xfrm>
            <a:off x="277302" y="2013273"/>
            <a:ext cx="509100" cy="4503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s-419" sz="800">
                <a:latin typeface="Arvo"/>
                <a:ea typeface="Arvo"/>
                <a:cs typeface="Arvo"/>
                <a:sym typeface="Arvo"/>
              </a:rPr>
              <a:t>2</a:t>
            </a:r>
            <a:endParaRPr b="1" sz="800">
              <a:latin typeface="Arvo"/>
              <a:ea typeface="Arvo"/>
              <a:cs typeface="Arvo"/>
              <a:sym typeface="Arvo"/>
            </a:endParaRPr>
          </a:p>
        </p:txBody>
      </p:sp>
      <p:sp>
        <p:nvSpPr>
          <p:cNvPr id="1543" name="Google Shape;1543;p27"/>
          <p:cNvSpPr txBox="1"/>
          <p:nvPr/>
        </p:nvSpPr>
        <p:spPr>
          <a:xfrm>
            <a:off x="277302" y="2532174"/>
            <a:ext cx="509100" cy="4503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s-419" sz="800">
                <a:latin typeface="Arvo"/>
                <a:ea typeface="Arvo"/>
                <a:cs typeface="Arvo"/>
                <a:sym typeface="Arvo"/>
              </a:rPr>
              <a:t>3</a:t>
            </a:r>
            <a:endParaRPr b="1" sz="800">
              <a:latin typeface="Arvo"/>
              <a:ea typeface="Arvo"/>
              <a:cs typeface="Arvo"/>
              <a:sym typeface="Arvo"/>
            </a:endParaRPr>
          </a:p>
        </p:txBody>
      </p:sp>
      <p:sp>
        <p:nvSpPr>
          <p:cNvPr id="1544" name="Google Shape;1544;p27"/>
          <p:cNvSpPr txBox="1"/>
          <p:nvPr/>
        </p:nvSpPr>
        <p:spPr>
          <a:xfrm>
            <a:off x="277302" y="3053089"/>
            <a:ext cx="509100" cy="4503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s-419" sz="800">
                <a:latin typeface="Arvo"/>
                <a:ea typeface="Arvo"/>
                <a:cs typeface="Arvo"/>
                <a:sym typeface="Arvo"/>
              </a:rPr>
              <a:t>4</a:t>
            </a:r>
            <a:endParaRPr b="1" sz="800">
              <a:latin typeface="Arvo"/>
              <a:ea typeface="Arvo"/>
              <a:cs typeface="Arvo"/>
              <a:sym typeface="Arvo"/>
            </a:endParaRPr>
          </a:p>
        </p:txBody>
      </p:sp>
      <p:sp>
        <p:nvSpPr>
          <p:cNvPr id="1545" name="Google Shape;1545;p27"/>
          <p:cNvSpPr txBox="1"/>
          <p:nvPr/>
        </p:nvSpPr>
        <p:spPr>
          <a:xfrm>
            <a:off x="277302" y="3570525"/>
            <a:ext cx="509100" cy="4503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s-419" sz="800">
                <a:latin typeface="Arvo"/>
                <a:ea typeface="Arvo"/>
                <a:cs typeface="Arvo"/>
                <a:sym typeface="Arvo"/>
              </a:rPr>
              <a:t>5</a:t>
            </a:r>
            <a:endParaRPr b="1" sz="800">
              <a:latin typeface="Arvo"/>
              <a:ea typeface="Arvo"/>
              <a:cs typeface="Arvo"/>
              <a:sym typeface="Arvo"/>
            </a:endParaRPr>
          </a:p>
        </p:txBody>
      </p:sp>
      <p:grpSp>
        <p:nvGrpSpPr>
          <p:cNvPr id="1546" name="Google Shape;1546;p27"/>
          <p:cNvGrpSpPr/>
          <p:nvPr/>
        </p:nvGrpSpPr>
        <p:grpSpPr>
          <a:xfrm>
            <a:off x="274200" y="5122711"/>
            <a:ext cx="9531600" cy="450095"/>
            <a:chOff x="274200" y="1663702"/>
            <a:chExt cx="9531600" cy="900550"/>
          </a:xfrm>
        </p:grpSpPr>
        <p:sp>
          <p:nvSpPr>
            <p:cNvPr id="1547" name="Google Shape;1547;p27"/>
            <p:cNvSpPr/>
            <p:nvPr/>
          </p:nvSpPr>
          <p:spPr>
            <a:xfrm>
              <a:off x="274200" y="1663702"/>
              <a:ext cx="9531600" cy="9000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600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t/>
              </a:r>
              <a:endParaRPr b="1" i="0" sz="1800" u="none" cap="none" strike="noStrike">
                <a:solidFill>
                  <a:srgbClr val="000000"/>
                </a:solidFill>
                <a:latin typeface="Roboto"/>
                <a:ea typeface="Roboto"/>
                <a:cs typeface="Roboto"/>
                <a:sym typeface="Roboto"/>
              </a:endParaRPr>
            </a:p>
          </p:txBody>
        </p:sp>
        <p:cxnSp>
          <p:nvCxnSpPr>
            <p:cNvPr id="1548" name="Google Shape;1548;p27"/>
            <p:cNvCxnSpPr/>
            <p:nvPr/>
          </p:nvCxnSpPr>
          <p:spPr>
            <a:xfrm>
              <a:off x="805925" y="1664552"/>
              <a:ext cx="0" cy="899700"/>
            </a:xfrm>
            <a:prstGeom prst="straightConnector1">
              <a:avLst/>
            </a:prstGeom>
            <a:noFill/>
            <a:ln cap="flat" cmpd="sng" w="28575">
              <a:solidFill>
                <a:srgbClr val="D9D9D9"/>
              </a:solidFill>
              <a:prstDash val="solid"/>
              <a:round/>
              <a:headEnd len="sm" w="sm" type="none"/>
              <a:tailEnd len="sm" w="sm" type="none"/>
            </a:ln>
          </p:spPr>
        </p:cxnSp>
        <p:cxnSp>
          <p:nvCxnSpPr>
            <p:cNvPr id="1549" name="Google Shape;1549;p27"/>
            <p:cNvCxnSpPr/>
            <p:nvPr/>
          </p:nvCxnSpPr>
          <p:spPr>
            <a:xfrm>
              <a:off x="2607089" y="1664552"/>
              <a:ext cx="0" cy="899700"/>
            </a:xfrm>
            <a:prstGeom prst="straightConnector1">
              <a:avLst/>
            </a:prstGeom>
            <a:noFill/>
            <a:ln cap="flat" cmpd="sng" w="28575">
              <a:solidFill>
                <a:srgbClr val="D9D9D9"/>
              </a:solidFill>
              <a:prstDash val="solid"/>
              <a:round/>
              <a:headEnd len="sm" w="sm" type="none"/>
              <a:tailEnd len="sm" w="sm" type="none"/>
            </a:ln>
          </p:spPr>
        </p:cxnSp>
        <p:cxnSp>
          <p:nvCxnSpPr>
            <p:cNvPr id="1550" name="Google Shape;1550;p27"/>
            <p:cNvCxnSpPr/>
            <p:nvPr/>
          </p:nvCxnSpPr>
          <p:spPr>
            <a:xfrm>
              <a:off x="6232786" y="1664552"/>
              <a:ext cx="0" cy="899700"/>
            </a:xfrm>
            <a:prstGeom prst="straightConnector1">
              <a:avLst/>
            </a:prstGeom>
            <a:noFill/>
            <a:ln cap="flat" cmpd="sng" w="28575">
              <a:solidFill>
                <a:srgbClr val="B7B7B7"/>
              </a:solidFill>
              <a:prstDash val="solid"/>
              <a:round/>
              <a:headEnd len="sm" w="sm" type="none"/>
              <a:tailEnd len="sm" w="sm" type="none"/>
            </a:ln>
          </p:spPr>
        </p:cxnSp>
        <p:cxnSp>
          <p:nvCxnSpPr>
            <p:cNvPr id="1551" name="Google Shape;1551;p27"/>
            <p:cNvCxnSpPr/>
            <p:nvPr/>
          </p:nvCxnSpPr>
          <p:spPr>
            <a:xfrm>
              <a:off x="6237052" y="1664552"/>
              <a:ext cx="0" cy="899700"/>
            </a:xfrm>
            <a:prstGeom prst="straightConnector1">
              <a:avLst/>
            </a:prstGeom>
            <a:noFill/>
            <a:ln cap="flat" cmpd="sng" w="28575">
              <a:solidFill>
                <a:srgbClr val="D9D9D9"/>
              </a:solidFill>
              <a:prstDash val="solid"/>
              <a:round/>
              <a:headEnd len="sm" w="sm" type="none"/>
              <a:tailEnd len="sm" w="sm" type="none"/>
            </a:ln>
          </p:spPr>
        </p:cxnSp>
        <p:sp>
          <p:nvSpPr>
            <p:cNvPr id="1552" name="Google Shape;1552;p27"/>
            <p:cNvSpPr/>
            <p:nvPr/>
          </p:nvSpPr>
          <p:spPr>
            <a:xfrm>
              <a:off x="2627453" y="1670377"/>
              <a:ext cx="3605400" cy="893400"/>
            </a:xfrm>
            <a:prstGeom prst="rect">
              <a:avLst/>
            </a:prstGeom>
            <a:solidFill>
              <a:srgbClr val="D9EAD3"/>
            </a:solidFill>
            <a:ln cap="flat" cmpd="sng" w="9525">
              <a:solidFill>
                <a:srgbClr val="D9EA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3" name="Google Shape;1553;p27"/>
          <p:cNvGrpSpPr/>
          <p:nvPr/>
        </p:nvGrpSpPr>
        <p:grpSpPr>
          <a:xfrm>
            <a:off x="274200" y="5642079"/>
            <a:ext cx="9531600" cy="450095"/>
            <a:chOff x="274200" y="1663702"/>
            <a:chExt cx="9531600" cy="900550"/>
          </a:xfrm>
        </p:grpSpPr>
        <p:sp>
          <p:nvSpPr>
            <p:cNvPr id="1554" name="Google Shape;1554;p27"/>
            <p:cNvSpPr/>
            <p:nvPr/>
          </p:nvSpPr>
          <p:spPr>
            <a:xfrm>
              <a:off x="274200" y="1663702"/>
              <a:ext cx="9531600" cy="9000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600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t/>
              </a:r>
              <a:endParaRPr b="1" i="0" sz="1800" u="none" cap="none" strike="noStrike">
                <a:solidFill>
                  <a:srgbClr val="000000"/>
                </a:solidFill>
                <a:latin typeface="Roboto"/>
                <a:ea typeface="Roboto"/>
                <a:cs typeface="Roboto"/>
                <a:sym typeface="Roboto"/>
              </a:endParaRPr>
            </a:p>
          </p:txBody>
        </p:sp>
        <p:cxnSp>
          <p:nvCxnSpPr>
            <p:cNvPr id="1555" name="Google Shape;1555;p27"/>
            <p:cNvCxnSpPr/>
            <p:nvPr/>
          </p:nvCxnSpPr>
          <p:spPr>
            <a:xfrm>
              <a:off x="805925" y="1664552"/>
              <a:ext cx="0" cy="899700"/>
            </a:xfrm>
            <a:prstGeom prst="straightConnector1">
              <a:avLst/>
            </a:prstGeom>
            <a:noFill/>
            <a:ln cap="flat" cmpd="sng" w="28575">
              <a:solidFill>
                <a:srgbClr val="D9D9D9"/>
              </a:solidFill>
              <a:prstDash val="solid"/>
              <a:round/>
              <a:headEnd len="sm" w="sm" type="none"/>
              <a:tailEnd len="sm" w="sm" type="none"/>
            </a:ln>
          </p:spPr>
        </p:cxnSp>
        <p:cxnSp>
          <p:nvCxnSpPr>
            <p:cNvPr id="1556" name="Google Shape;1556;p27"/>
            <p:cNvCxnSpPr/>
            <p:nvPr/>
          </p:nvCxnSpPr>
          <p:spPr>
            <a:xfrm>
              <a:off x="2607089" y="1664552"/>
              <a:ext cx="0" cy="899700"/>
            </a:xfrm>
            <a:prstGeom prst="straightConnector1">
              <a:avLst/>
            </a:prstGeom>
            <a:noFill/>
            <a:ln cap="flat" cmpd="sng" w="28575">
              <a:solidFill>
                <a:srgbClr val="D9D9D9"/>
              </a:solidFill>
              <a:prstDash val="solid"/>
              <a:round/>
              <a:headEnd len="sm" w="sm" type="none"/>
              <a:tailEnd len="sm" w="sm" type="none"/>
            </a:ln>
          </p:spPr>
        </p:cxnSp>
        <p:cxnSp>
          <p:nvCxnSpPr>
            <p:cNvPr id="1557" name="Google Shape;1557;p27"/>
            <p:cNvCxnSpPr/>
            <p:nvPr/>
          </p:nvCxnSpPr>
          <p:spPr>
            <a:xfrm>
              <a:off x="6237052" y="1664552"/>
              <a:ext cx="0" cy="899700"/>
            </a:xfrm>
            <a:prstGeom prst="straightConnector1">
              <a:avLst/>
            </a:prstGeom>
            <a:noFill/>
            <a:ln cap="flat" cmpd="sng" w="28575">
              <a:solidFill>
                <a:srgbClr val="D9D9D9"/>
              </a:solidFill>
              <a:prstDash val="solid"/>
              <a:round/>
              <a:headEnd len="sm" w="sm" type="none"/>
              <a:tailEnd len="sm" w="sm" type="none"/>
            </a:ln>
          </p:spPr>
        </p:cxnSp>
        <p:sp>
          <p:nvSpPr>
            <p:cNvPr id="1558" name="Google Shape;1558;p27"/>
            <p:cNvSpPr/>
            <p:nvPr/>
          </p:nvSpPr>
          <p:spPr>
            <a:xfrm>
              <a:off x="2627453" y="1670377"/>
              <a:ext cx="3609600" cy="893400"/>
            </a:xfrm>
            <a:prstGeom prst="rect">
              <a:avLst/>
            </a:prstGeom>
            <a:solidFill>
              <a:srgbClr val="D9EAD3"/>
            </a:solidFill>
            <a:ln cap="flat" cmpd="sng" w="9525">
              <a:solidFill>
                <a:srgbClr val="D9EA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9" name="Google Shape;1559;p27"/>
          <p:cNvGrpSpPr/>
          <p:nvPr/>
        </p:nvGrpSpPr>
        <p:grpSpPr>
          <a:xfrm>
            <a:off x="274200" y="6161447"/>
            <a:ext cx="9531600" cy="450095"/>
            <a:chOff x="274200" y="1663702"/>
            <a:chExt cx="9531600" cy="900550"/>
          </a:xfrm>
        </p:grpSpPr>
        <p:sp>
          <p:nvSpPr>
            <p:cNvPr id="1560" name="Google Shape;1560;p27"/>
            <p:cNvSpPr/>
            <p:nvPr/>
          </p:nvSpPr>
          <p:spPr>
            <a:xfrm>
              <a:off x="274200" y="1663702"/>
              <a:ext cx="9531600" cy="9000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600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t/>
              </a:r>
              <a:endParaRPr b="1" i="0" sz="1800" u="none" cap="none" strike="noStrike">
                <a:solidFill>
                  <a:srgbClr val="000000"/>
                </a:solidFill>
                <a:latin typeface="Roboto"/>
                <a:ea typeface="Roboto"/>
                <a:cs typeface="Roboto"/>
                <a:sym typeface="Roboto"/>
              </a:endParaRPr>
            </a:p>
          </p:txBody>
        </p:sp>
        <p:cxnSp>
          <p:nvCxnSpPr>
            <p:cNvPr id="1561" name="Google Shape;1561;p27"/>
            <p:cNvCxnSpPr/>
            <p:nvPr/>
          </p:nvCxnSpPr>
          <p:spPr>
            <a:xfrm>
              <a:off x="805925" y="1664552"/>
              <a:ext cx="0" cy="899700"/>
            </a:xfrm>
            <a:prstGeom prst="straightConnector1">
              <a:avLst/>
            </a:prstGeom>
            <a:noFill/>
            <a:ln cap="flat" cmpd="sng" w="28575">
              <a:solidFill>
                <a:srgbClr val="D9D9D9"/>
              </a:solidFill>
              <a:prstDash val="solid"/>
              <a:round/>
              <a:headEnd len="sm" w="sm" type="none"/>
              <a:tailEnd len="sm" w="sm" type="none"/>
            </a:ln>
          </p:spPr>
        </p:cxnSp>
        <p:cxnSp>
          <p:nvCxnSpPr>
            <p:cNvPr id="1562" name="Google Shape;1562;p27"/>
            <p:cNvCxnSpPr/>
            <p:nvPr/>
          </p:nvCxnSpPr>
          <p:spPr>
            <a:xfrm>
              <a:off x="2607089" y="1664552"/>
              <a:ext cx="0" cy="899700"/>
            </a:xfrm>
            <a:prstGeom prst="straightConnector1">
              <a:avLst/>
            </a:prstGeom>
            <a:noFill/>
            <a:ln cap="flat" cmpd="sng" w="28575">
              <a:solidFill>
                <a:srgbClr val="D9D9D9"/>
              </a:solidFill>
              <a:prstDash val="solid"/>
              <a:round/>
              <a:headEnd len="sm" w="sm" type="none"/>
              <a:tailEnd len="sm" w="sm" type="none"/>
            </a:ln>
          </p:spPr>
        </p:cxnSp>
        <p:cxnSp>
          <p:nvCxnSpPr>
            <p:cNvPr id="1563" name="Google Shape;1563;p27"/>
            <p:cNvCxnSpPr/>
            <p:nvPr/>
          </p:nvCxnSpPr>
          <p:spPr>
            <a:xfrm>
              <a:off x="6237052" y="1664552"/>
              <a:ext cx="0" cy="899700"/>
            </a:xfrm>
            <a:prstGeom prst="straightConnector1">
              <a:avLst/>
            </a:prstGeom>
            <a:noFill/>
            <a:ln cap="flat" cmpd="sng" w="28575">
              <a:solidFill>
                <a:srgbClr val="D9D9D9"/>
              </a:solidFill>
              <a:prstDash val="solid"/>
              <a:round/>
              <a:headEnd len="sm" w="sm" type="none"/>
              <a:tailEnd len="sm" w="sm" type="none"/>
            </a:ln>
          </p:spPr>
        </p:cxnSp>
        <p:sp>
          <p:nvSpPr>
            <p:cNvPr id="1564" name="Google Shape;1564;p27"/>
            <p:cNvSpPr/>
            <p:nvPr/>
          </p:nvSpPr>
          <p:spPr>
            <a:xfrm>
              <a:off x="2627450" y="1670377"/>
              <a:ext cx="3609600" cy="893400"/>
            </a:xfrm>
            <a:prstGeom prst="rect">
              <a:avLst/>
            </a:prstGeom>
            <a:solidFill>
              <a:srgbClr val="D9EAD3"/>
            </a:solidFill>
            <a:ln cap="flat" cmpd="sng" w="9525">
              <a:solidFill>
                <a:srgbClr val="D9EA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5" name="Google Shape;1565;p27"/>
          <p:cNvGrpSpPr/>
          <p:nvPr/>
        </p:nvGrpSpPr>
        <p:grpSpPr>
          <a:xfrm>
            <a:off x="274200" y="4083981"/>
            <a:ext cx="9531600" cy="450095"/>
            <a:chOff x="274200" y="1663702"/>
            <a:chExt cx="9531600" cy="900550"/>
          </a:xfrm>
        </p:grpSpPr>
        <p:sp>
          <p:nvSpPr>
            <p:cNvPr id="1566" name="Google Shape;1566;p27"/>
            <p:cNvSpPr/>
            <p:nvPr/>
          </p:nvSpPr>
          <p:spPr>
            <a:xfrm>
              <a:off x="274200" y="1663702"/>
              <a:ext cx="9531600" cy="9000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600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t/>
              </a:r>
              <a:endParaRPr b="1" i="0" sz="1800" u="none" cap="none" strike="noStrike">
                <a:solidFill>
                  <a:srgbClr val="000000"/>
                </a:solidFill>
                <a:latin typeface="Roboto"/>
                <a:ea typeface="Roboto"/>
                <a:cs typeface="Roboto"/>
                <a:sym typeface="Roboto"/>
              </a:endParaRPr>
            </a:p>
          </p:txBody>
        </p:sp>
        <p:cxnSp>
          <p:nvCxnSpPr>
            <p:cNvPr id="1567" name="Google Shape;1567;p27"/>
            <p:cNvCxnSpPr/>
            <p:nvPr/>
          </p:nvCxnSpPr>
          <p:spPr>
            <a:xfrm>
              <a:off x="805925" y="1664552"/>
              <a:ext cx="0" cy="899700"/>
            </a:xfrm>
            <a:prstGeom prst="straightConnector1">
              <a:avLst/>
            </a:prstGeom>
            <a:noFill/>
            <a:ln cap="flat" cmpd="sng" w="28575">
              <a:solidFill>
                <a:srgbClr val="D9D9D9"/>
              </a:solidFill>
              <a:prstDash val="solid"/>
              <a:round/>
              <a:headEnd len="sm" w="sm" type="none"/>
              <a:tailEnd len="sm" w="sm" type="none"/>
            </a:ln>
          </p:spPr>
        </p:cxnSp>
        <p:cxnSp>
          <p:nvCxnSpPr>
            <p:cNvPr id="1568" name="Google Shape;1568;p27"/>
            <p:cNvCxnSpPr/>
            <p:nvPr/>
          </p:nvCxnSpPr>
          <p:spPr>
            <a:xfrm>
              <a:off x="2607089" y="1664552"/>
              <a:ext cx="0" cy="899700"/>
            </a:xfrm>
            <a:prstGeom prst="straightConnector1">
              <a:avLst/>
            </a:prstGeom>
            <a:noFill/>
            <a:ln cap="flat" cmpd="sng" w="28575">
              <a:solidFill>
                <a:srgbClr val="D9D9D9"/>
              </a:solidFill>
              <a:prstDash val="solid"/>
              <a:round/>
              <a:headEnd len="sm" w="sm" type="none"/>
              <a:tailEnd len="sm" w="sm" type="none"/>
            </a:ln>
          </p:spPr>
        </p:cxnSp>
        <p:cxnSp>
          <p:nvCxnSpPr>
            <p:cNvPr id="1569" name="Google Shape;1569;p27"/>
            <p:cNvCxnSpPr/>
            <p:nvPr/>
          </p:nvCxnSpPr>
          <p:spPr>
            <a:xfrm>
              <a:off x="6237052" y="1664552"/>
              <a:ext cx="0" cy="899700"/>
            </a:xfrm>
            <a:prstGeom prst="straightConnector1">
              <a:avLst/>
            </a:prstGeom>
            <a:noFill/>
            <a:ln cap="flat" cmpd="sng" w="28575">
              <a:solidFill>
                <a:srgbClr val="D9D9D9"/>
              </a:solidFill>
              <a:prstDash val="solid"/>
              <a:round/>
              <a:headEnd len="sm" w="sm" type="none"/>
              <a:tailEnd len="sm" w="sm" type="none"/>
            </a:ln>
          </p:spPr>
        </p:cxnSp>
        <p:sp>
          <p:nvSpPr>
            <p:cNvPr id="1570" name="Google Shape;1570;p27"/>
            <p:cNvSpPr/>
            <p:nvPr/>
          </p:nvSpPr>
          <p:spPr>
            <a:xfrm>
              <a:off x="2627453" y="1670366"/>
              <a:ext cx="3609600" cy="893400"/>
            </a:xfrm>
            <a:prstGeom prst="rect">
              <a:avLst/>
            </a:prstGeom>
            <a:solidFill>
              <a:srgbClr val="D9EAD3"/>
            </a:solidFill>
            <a:ln cap="flat" cmpd="sng" w="9525">
              <a:solidFill>
                <a:srgbClr val="D9EA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1" name="Google Shape;1571;p27"/>
          <p:cNvGrpSpPr/>
          <p:nvPr/>
        </p:nvGrpSpPr>
        <p:grpSpPr>
          <a:xfrm>
            <a:off x="274200" y="4603343"/>
            <a:ext cx="9531600" cy="450095"/>
            <a:chOff x="274200" y="1663702"/>
            <a:chExt cx="9531600" cy="900550"/>
          </a:xfrm>
        </p:grpSpPr>
        <p:sp>
          <p:nvSpPr>
            <p:cNvPr id="1572" name="Google Shape;1572;p27"/>
            <p:cNvSpPr/>
            <p:nvPr/>
          </p:nvSpPr>
          <p:spPr>
            <a:xfrm>
              <a:off x="274200" y="1663702"/>
              <a:ext cx="9531600" cy="9000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600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t/>
              </a:r>
              <a:endParaRPr b="1" i="0" sz="1800" u="none" cap="none" strike="noStrike">
                <a:solidFill>
                  <a:srgbClr val="000000"/>
                </a:solidFill>
                <a:latin typeface="Roboto"/>
                <a:ea typeface="Roboto"/>
                <a:cs typeface="Roboto"/>
                <a:sym typeface="Roboto"/>
              </a:endParaRPr>
            </a:p>
          </p:txBody>
        </p:sp>
        <p:cxnSp>
          <p:nvCxnSpPr>
            <p:cNvPr id="1573" name="Google Shape;1573;p27"/>
            <p:cNvCxnSpPr/>
            <p:nvPr/>
          </p:nvCxnSpPr>
          <p:spPr>
            <a:xfrm>
              <a:off x="805925" y="1664552"/>
              <a:ext cx="0" cy="899700"/>
            </a:xfrm>
            <a:prstGeom prst="straightConnector1">
              <a:avLst/>
            </a:prstGeom>
            <a:noFill/>
            <a:ln cap="flat" cmpd="sng" w="28575">
              <a:solidFill>
                <a:srgbClr val="D9D9D9"/>
              </a:solidFill>
              <a:prstDash val="solid"/>
              <a:round/>
              <a:headEnd len="sm" w="sm" type="none"/>
              <a:tailEnd len="sm" w="sm" type="none"/>
            </a:ln>
          </p:spPr>
        </p:cxnSp>
        <p:cxnSp>
          <p:nvCxnSpPr>
            <p:cNvPr id="1574" name="Google Shape;1574;p27"/>
            <p:cNvCxnSpPr/>
            <p:nvPr/>
          </p:nvCxnSpPr>
          <p:spPr>
            <a:xfrm>
              <a:off x="2607089" y="1664552"/>
              <a:ext cx="0" cy="899700"/>
            </a:xfrm>
            <a:prstGeom prst="straightConnector1">
              <a:avLst/>
            </a:prstGeom>
            <a:noFill/>
            <a:ln cap="flat" cmpd="sng" w="28575">
              <a:solidFill>
                <a:srgbClr val="D9D9D9"/>
              </a:solidFill>
              <a:prstDash val="solid"/>
              <a:round/>
              <a:headEnd len="sm" w="sm" type="none"/>
              <a:tailEnd len="sm" w="sm" type="none"/>
            </a:ln>
          </p:spPr>
        </p:cxnSp>
        <p:sp>
          <p:nvSpPr>
            <p:cNvPr id="1575" name="Google Shape;1575;p27"/>
            <p:cNvSpPr/>
            <p:nvPr/>
          </p:nvSpPr>
          <p:spPr>
            <a:xfrm>
              <a:off x="2627453" y="1670377"/>
              <a:ext cx="3609600" cy="893400"/>
            </a:xfrm>
            <a:prstGeom prst="rect">
              <a:avLst/>
            </a:prstGeom>
            <a:solidFill>
              <a:srgbClr val="D9EAD3"/>
            </a:solidFill>
            <a:ln cap="flat" cmpd="sng" w="9525">
              <a:solidFill>
                <a:srgbClr val="D9EA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cxnSp>
        <p:nvCxnSpPr>
          <p:cNvPr id="1576" name="Google Shape;1576;p27"/>
          <p:cNvCxnSpPr/>
          <p:nvPr/>
        </p:nvCxnSpPr>
        <p:spPr>
          <a:xfrm>
            <a:off x="6237052" y="4604970"/>
            <a:ext cx="0" cy="449400"/>
          </a:xfrm>
          <a:prstGeom prst="straightConnector1">
            <a:avLst/>
          </a:prstGeom>
          <a:noFill/>
          <a:ln cap="flat" cmpd="sng" w="28575">
            <a:solidFill>
              <a:srgbClr val="D9D9D9"/>
            </a:solidFill>
            <a:prstDash val="solid"/>
            <a:round/>
            <a:headEnd len="sm" w="sm" type="none"/>
            <a:tailEnd len="sm" w="sm" type="none"/>
          </a:ln>
        </p:spPr>
      </p:cxnSp>
      <p:sp>
        <p:nvSpPr>
          <p:cNvPr id="1577" name="Google Shape;1577;p27"/>
          <p:cNvSpPr txBox="1"/>
          <p:nvPr>
            <p:ph idx="19" type="subTitle"/>
          </p:nvPr>
        </p:nvSpPr>
        <p:spPr>
          <a:xfrm>
            <a:off x="832100" y="4083907"/>
            <a:ext cx="1750500" cy="450300"/>
          </a:xfrm>
          <a:prstGeom prst="rect">
            <a:avLst/>
          </a:prstGeom>
          <a:noFill/>
          <a:ln>
            <a:noFill/>
          </a:ln>
        </p:spPr>
        <p:txBody>
          <a:bodyPr anchorCtr="0" anchor="ctr" bIns="54000" lIns="54000" spcFirstLastPara="1" rIns="54000" wrap="square" tIns="54000">
            <a:noAutofit/>
          </a:bodyPr>
          <a:lstStyle>
            <a:lvl1pPr lvl="0"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rtl="0">
              <a:lnSpc>
                <a:spcPct val="90000"/>
              </a:lnSpc>
              <a:spcBef>
                <a:spcPts val="0"/>
              </a:spcBef>
              <a:spcAft>
                <a:spcPts val="0"/>
              </a:spcAft>
              <a:buClr>
                <a:srgbClr val="000000"/>
              </a:buClr>
              <a:buSzPts val="800"/>
              <a:buNone/>
              <a:defRPr sz="800">
                <a:solidFill>
                  <a:srgbClr val="000000"/>
                </a:solidFill>
              </a:defRPr>
            </a:lvl2pPr>
            <a:lvl3pPr lvl="2" rtl="0">
              <a:lnSpc>
                <a:spcPct val="90000"/>
              </a:lnSpc>
              <a:spcBef>
                <a:spcPts val="0"/>
              </a:spcBef>
              <a:spcAft>
                <a:spcPts val="0"/>
              </a:spcAft>
              <a:buClr>
                <a:srgbClr val="000000"/>
              </a:buClr>
              <a:buSzPts val="800"/>
              <a:buNone/>
              <a:defRPr sz="800">
                <a:solidFill>
                  <a:srgbClr val="000000"/>
                </a:solidFill>
              </a:defRPr>
            </a:lvl3pPr>
            <a:lvl4pPr lvl="3" rtl="0">
              <a:lnSpc>
                <a:spcPct val="90000"/>
              </a:lnSpc>
              <a:spcBef>
                <a:spcPts val="0"/>
              </a:spcBef>
              <a:spcAft>
                <a:spcPts val="0"/>
              </a:spcAft>
              <a:buClr>
                <a:srgbClr val="000000"/>
              </a:buClr>
              <a:buSzPts val="800"/>
              <a:buNone/>
              <a:defRPr sz="800">
                <a:solidFill>
                  <a:srgbClr val="000000"/>
                </a:solidFill>
              </a:defRPr>
            </a:lvl4pPr>
            <a:lvl5pPr lvl="4" rtl="0">
              <a:lnSpc>
                <a:spcPct val="90000"/>
              </a:lnSpc>
              <a:spcBef>
                <a:spcPts val="0"/>
              </a:spcBef>
              <a:spcAft>
                <a:spcPts val="0"/>
              </a:spcAft>
              <a:buClr>
                <a:srgbClr val="000000"/>
              </a:buClr>
              <a:buSzPts val="800"/>
              <a:buNone/>
              <a:defRPr sz="800">
                <a:solidFill>
                  <a:srgbClr val="000000"/>
                </a:solidFill>
              </a:defRPr>
            </a:lvl5pPr>
            <a:lvl6pPr lvl="5" rtl="0">
              <a:lnSpc>
                <a:spcPct val="90000"/>
              </a:lnSpc>
              <a:spcBef>
                <a:spcPts val="0"/>
              </a:spcBef>
              <a:spcAft>
                <a:spcPts val="0"/>
              </a:spcAft>
              <a:buClr>
                <a:srgbClr val="000000"/>
              </a:buClr>
              <a:buSzPts val="800"/>
              <a:buNone/>
              <a:defRPr sz="800">
                <a:solidFill>
                  <a:srgbClr val="000000"/>
                </a:solidFill>
              </a:defRPr>
            </a:lvl6pPr>
            <a:lvl7pPr lvl="6" rtl="0">
              <a:lnSpc>
                <a:spcPct val="90000"/>
              </a:lnSpc>
              <a:spcBef>
                <a:spcPts val="0"/>
              </a:spcBef>
              <a:spcAft>
                <a:spcPts val="0"/>
              </a:spcAft>
              <a:buClr>
                <a:srgbClr val="000000"/>
              </a:buClr>
              <a:buSzPts val="800"/>
              <a:buNone/>
              <a:defRPr sz="800">
                <a:solidFill>
                  <a:srgbClr val="000000"/>
                </a:solidFill>
              </a:defRPr>
            </a:lvl7pPr>
            <a:lvl8pPr lvl="7" rtl="0">
              <a:lnSpc>
                <a:spcPct val="90000"/>
              </a:lnSpc>
              <a:spcBef>
                <a:spcPts val="0"/>
              </a:spcBef>
              <a:spcAft>
                <a:spcPts val="0"/>
              </a:spcAft>
              <a:buClr>
                <a:srgbClr val="000000"/>
              </a:buClr>
              <a:buSzPts val="800"/>
              <a:buNone/>
              <a:defRPr sz="800">
                <a:solidFill>
                  <a:srgbClr val="000000"/>
                </a:solidFill>
              </a:defRPr>
            </a:lvl8pPr>
            <a:lvl9pPr lvl="8" rtl="0">
              <a:lnSpc>
                <a:spcPct val="90000"/>
              </a:lnSpc>
              <a:spcBef>
                <a:spcPts val="0"/>
              </a:spcBef>
              <a:spcAft>
                <a:spcPts val="0"/>
              </a:spcAft>
              <a:buClr>
                <a:srgbClr val="000000"/>
              </a:buClr>
              <a:buSzPts val="800"/>
              <a:buNone/>
              <a:defRPr sz="800">
                <a:solidFill>
                  <a:srgbClr val="000000"/>
                </a:solidFill>
              </a:defRPr>
            </a:lvl9pPr>
          </a:lstStyle>
          <a:p/>
        </p:txBody>
      </p:sp>
      <p:sp>
        <p:nvSpPr>
          <p:cNvPr id="1578" name="Google Shape;1578;p27"/>
          <p:cNvSpPr txBox="1"/>
          <p:nvPr>
            <p:ph idx="20" type="subTitle"/>
          </p:nvPr>
        </p:nvSpPr>
        <p:spPr>
          <a:xfrm>
            <a:off x="2631389" y="4083907"/>
            <a:ext cx="3605700" cy="450300"/>
          </a:xfrm>
          <a:prstGeom prst="rect">
            <a:avLst/>
          </a:prstGeom>
          <a:noFill/>
          <a:ln>
            <a:noFill/>
          </a:ln>
        </p:spPr>
        <p:txBody>
          <a:bodyPr anchorCtr="0" anchor="ctr" bIns="54000" lIns="54000" spcFirstLastPara="1" rIns="54000" wrap="square" tIns="54000">
            <a:noAutofit/>
          </a:bodyPr>
          <a:lstStyle>
            <a:lvl1pPr lvl="0"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rtl="0">
              <a:lnSpc>
                <a:spcPct val="90000"/>
              </a:lnSpc>
              <a:spcBef>
                <a:spcPts val="0"/>
              </a:spcBef>
              <a:spcAft>
                <a:spcPts val="0"/>
              </a:spcAft>
              <a:buClr>
                <a:srgbClr val="000000"/>
              </a:buClr>
              <a:buSzPts val="800"/>
              <a:buNone/>
              <a:defRPr sz="800">
                <a:solidFill>
                  <a:srgbClr val="000000"/>
                </a:solidFill>
              </a:defRPr>
            </a:lvl2pPr>
            <a:lvl3pPr lvl="2" rtl="0">
              <a:lnSpc>
                <a:spcPct val="90000"/>
              </a:lnSpc>
              <a:spcBef>
                <a:spcPts val="0"/>
              </a:spcBef>
              <a:spcAft>
                <a:spcPts val="0"/>
              </a:spcAft>
              <a:buClr>
                <a:srgbClr val="000000"/>
              </a:buClr>
              <a:buSzPts val="800"/>
              <a:buNone/>
              <a:defRPr sz="800">
                <a:solidFill>
                  <a:srgbClr val="000000"/>
                </a:solidFill>
              </a:defRPr>
            </a:lvl3pPr>
            <a:lvl4pPr lvl="3" rtl="0">
              <a:lnSpc>
                <a:spcPct val="90000"/>
              </a:lnSpc>
              <a:spcBef>
                <a:spcPts val="0"/>
              </a:spcBef>
              <a:spcAft>
                <a:spcPts val="0"/>
              </a:spcAft>
              <a:buClr>
                <a:srgbClr val="000000"/>
              </a:buClr>
              <a:buSzPts val="800"/>
              <a:buNone/>
              <a:defRPr sz="800">
                <a:solidFill>
                  <a:srgbClr val="000000"/>
                </a:solidFill>
              </a:defRPr>
            </a:lvl4pPr>
            <a:lvl5pPr lvl="4" rtl="0">
              <a:lnSpc>
                <a:spcPct val="90000"/>
              </a:lnSpc>
              <a:spcBef>
                <a:spcPts val="0"/>
              </a:spcBef>
              <a:spcAft>
                <a:spcPts val="0"/>
              </a:spcAft>
              <a:buClr>
                <a:srgbClr val="000000"/>
              </a:buClr>
              <a:buSzPts val="800"/>
              <a:buNone/>
              <a:defRPr sz="800">
                <a:solidFill>
                  <a:srgbClr val="000000"/>
                </a:solidFill>
              </a:defRPr>
            </a:lvl5pPr>
            <a:lvl6pPr lvl="5" rtl="0">
              <a:lnSpc>
                <a:spcPct val="90000"/>
              </a:lnSpc>
              <a:spcBef>
                <a:spcPts val="0"/>
              </a:spcBef>
              <a:spcAft>
                <a:spcPts val="0"/>
              </a:spcAft>
              <a:buClr>
                <a:srgbClr val="000000"/>
              </a:buClr>
              <a:buSzPts val="800"/>
              <a:buNone/>
              <a:defRPr sz="800">
                <a:solidFill>
                  <a:srgbClr val="000000"/>
                </a:solidFill>
              </a:defRPr>
            </a:lvl6pPr>
            <a:lvl7pPr lvl="6" rtl="0">
              <a:lnSpc>
                <a:spcPct val="90000"/>
              </a:lnSpc>
              <a:spcBef>
                <a:spcPts val="0"/>
              </a:spcBef>
              <a:spcAft>
                <a:spcPts val="0"/>
              </a:spcAft>
              <a:buClr>
                <a:srgbClr val="000000"/>
              </a:buClr>
              <a:buSzPts val="800"/>
              <a:buNone/>
              <a:defRPr sz="800">
                <a:solidFill>
                  <a:srgbClr val="000000"/>
                </a:solidFill>
              </a:defRPr>
            </a:lvl7pPr>
            <a:lvl8pPr lvl="7" rtl="0">
              <a:lnSpc>
                <a:spcPct val="90000"/>
              </a:lnSpc>
              <a:spcBef>
                <a:spcPts val="0"/>
              </a:spcBef>
              <a:spcAft>
                <a:spcPts val="0"/>
              </a:spcAft>
              <a:buClr>
                <a:srgbClr val="000000"/>
              </a:buClr>
              <a:buSzPts val="800"/>
              <a:buNone/>
              <a:defRPr sz="800">
                <a:solidFill>
                  <a:srgbClr val="000000"/>
                </a:solidFill>
              </a:defRPr>
            </a:lvl8pPr>
            <a:lvl9pPr lvl="8" rtl="0">
              <a:lnSpc>
                <a:spcPct val="90000"/>
              </a:lnSpc>
              <a:spcBef>
                <a:spcPts val="0"/>
              </a:spcBef>
              <a:spcAft>
                <a:spcPts val="0"/>
              </a:spcAft>
              <a:buClr>
                <a:srgbClr val="000000"/>
              </a:buClr>
              <a:buSzPts val="800"/>
              <a:buNone/>
              <a:defRPr sz="800">
                <a:solidFill>
                  <a:srgbClr val="000000"/>
                </a:solidFill>
              </a:defRPr>
            </a:lvl9pPr>
          </a:lstStyle>
          <a:p/>
        </p:txBody>
      </p:sp>
      <p:sp>
        <p:nvSpPr>
          <p:cNvPr id="1579" name="Google Shape;1579;p27"/>
          <p:cNvSpPr txBox="1"/>
          <p:nvPr>
            <p:ph idx="21" type="subTitle"/>
          </p:nvPr>
        </p:nvSpPr>
        <p:spPr>
          <a:xfrm>
            <a:off x="6269361" y="4083907"/>
            <a:ext cx="3536400" cy="450300"/>
          </a:xfrm>
          <a:prstGeom prst="rect">
            <a:avLst/>
          </a:prstGeom>
          <a:noFill/>
          <a:ln>
            <a:noFill/>
          </a:ln>
        </p:spPr>
        <p:txBody>
          <a:bodyPr anchorCtr="0" anchor="ctr" bIns="54000" lIns="54000" spcFirstLastPara="1" rIns="54000" wrap="square" tIns="54000">
            <a:noAutofit/>
          </a:bodyPr>
          <a:lstStyle>
            <a:lvl1pPr lvl="0"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rtl="0">
              <a:lnSpc>
                <a:spcPct val="90000"/>
              </a:lnSpc>
              <a:spcBef>
                <a:spcPts val="0"/>
              </a:spcBef>
              <a:spcAft>
                <a:spcPts val="0"/>
              </a:spcAft>
              <a:buClr>
                <a:srgbClr val="000000"/>
              </a:buClr>
              <a:buSzPts val="800"/>
              <a:buNone/>
              <a:defRPr sz="800">
                <a:solidFill>
                  <a:srgbClr val="000000"/>
                </a:solidFill>
              </a:defRPr>
            </a:lvl2pPr>
            <a:lvl3pPr lvl="2" rtl="0">
              <a:lnSpc>
                <a:spcPct val="90000"/>
              </a:lnSpc>
              <a:spcBef>
                <a:spcPts val="0"/>
              </a:spcBef>
              <a:spcAft>
                <a:spcPts val="0"/>
              </a:spcAft>
              <a:buClr>
                <a:srgbClr val="000000"/>
              </a:buClr>
              <a:buSzPts val="800"/>
              <a:buNone/>
              <a:defRPr sz="800">
                <a:solidFill>
                  <a:srgbClr val="000000"/>
                </a:solidFill>
              </a:defRPr>
            </a:lvl3pPr>
            <a:lvl4pPr lvl="3" rtl="0">
              <a:lnSpc>
                <a:spcPct val="90000"/>
              </a:lnSpc>
              <a:spcBef>
                <a:spcPts val="0"/>
              </a:spcBef>
              <a:spcAft>
                <a:spcPts val="0"/>
              </a:spcAft>
              <a:buClr>
                <a:srgbClr val="000000"/>
              </a:buClr>
              <a:buSzPts val="800"/>
              <a:buNone/>
              <a:defRPr sz="800">
                <a:solidFill>
                  <a:srgbClr val="000000"/>
                </a:solidFill>
              </a:defRPr>
            </a:lvl4pPr>
            <a:lvl5pPr lvl="4" rtl="0">
              <a:lnSpc>
                <a:spcPct val="90000"/>
              </a:lnSpc>
              <a:spcBef>
                <a:spcPts val="0"/>
              </a:spcBef>
              <a:spcAft>
                <a:spcPts val="0"/>
              </a:spcAft>
              <a:buClr>
                <a:srgbClr val="000000"/>
              </a:buClr>
              <a:buSzPts val="800"/>
              <a:buNone/>
              <a:defRPr sz="800">
                <a:solidFill>
                  <a:srgbClr val="000000"/>
                </a:solidFill>
              </a:defRPr>
            </a:lvl5pPr>
            <a:lvl6pPr lvl="5" rtl="0">
              <a:lnSpc>
                <a:spcPct val="90000"/>
              </a:lnSpc>
              <a:spcBef>
                <a:spcPts val="0"/>
              </a:spcBef>
              <a:spcAft>
                <a:spcPts val="0"/>
              </a:spcAft>
              <a:buClr>
                <a:srgbClr val="000000"/>
              </a:buClr>
              <a:buSzPts val="800"/>
              <a:buNone/>
              <a:defRPr sz="800">
                <a:solidFill>
                  <a:srgbClr val="000000"/>
                </a:solidFill>
              </a:defRPr>
            </a:lvl6pPr>
            <a:lvl7pPr lvl="6" rtl="0">
              <a:lnSpc>
                <a:spcPct val="90000"/>
              </a:lnSpc>
              <a:spcBef>
                <a:spcPts val="0"/>
              </a:spcBef>
              <a:spcAft>
                <a:spcPts val="0"/>
              </a:spcAft>
              <a:buClr>
                <a:srgbClr val="000000"/>
              </a:buClr>
              <a:buSzPts val="800"/>
              <a:buNone/>
              <a:defRPr sz="800">
                <a:solidFill>
                  <a:srgbClr val="000000"/>
                </a:solidFill>
              </a:defRPr>
            </a:lvl7pPr>
            <a:lvl8pPr lvl="7" rtl="0">
              <a:lnSpc>
                <a:spcPct val="90000"/>
              </a:lnSpc>
              <a:spcBef>
                <a:spcPts val="0"/>
              </a:spcBef>
              <a:spcAft>
                <a:spcPts val="0"/>
              </a:spcAft>
              <a:buClr>
                <a:srgbClr val="000000"/>
              </a:buClr>
              <a:buSzPts val="800"/>
              <a:buNone/>
              <a:defRPr sz="800">
                <a:solidFill>
                  <a:srgbClr val="000000"/>
                </a:solidFill>
              </a:defRPr>
            </a:lvl8pPr>
            <a:lvl9pPr lvl="8" rtl="0">
              <a:lnSpc>
                <a:spcPct val="90000"/>
              </a:lnSpc>
              <a:spcBef>
                <a:spcPts val="0"/>
              </a:spcBef>
              <a:spcAft>
                <a:spcPts val="0"/>
              </a:spcAft>
              <a:buClr>
                <a:srgbClr val="000000"/>
              </a:buClr>
              <a:buSzPts val="800"/>
              <a:buNone/>
              <a:defRPr sz="800">
                <a:solidFill>
                  <a:srgbClr val="000000"/>
                </a:solidFill>
              </a:defRPr>
            </a:lvl9pPr>
          </a:lstStyle>
          <a:p/>
        </p:txBody>
      </p:sp>
      <p:sp>
        <p:nvSpPr>
          <p:cNvPr id="1580" name="Google Shape;1580;p27"/>
          <p:cNvSpPr txBox="1"/>
          <p:nvPr>
            <p:ph idx="22" type="subTitle"/>
          </p:nvPr>
        </p:nvSpPr>
        <p:spPr>
          <a:xfrm>
            <a:off x="832100" y="4617081"/>
            <a:ext cx="1750500" cy="450300"/>
          </a:xfrm>
          <a:prstGeom prst="rect">
            <a:avLst/>
          </a:prstGeom>
          <a:noFill/>
          <a:ln>
            <a:noFill/>
          </a:ln>
        </p:spPr>
        <p:txBody>
          <a:bodyPr anchorCtr="0" anchor="ctr" bIns="54000" lIns="54000" spcFirstLastPara="1" rIns="54000" wrap="square" tIns="54000">
            <a:noAutofit/>
          </a:bodyPr>
          <a:lstStyle>
            <a:lvl1pPr lvl="0"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rtl="0">
              <a:lnSpc>
                <a:spcPct val="90000"/>
              </a:lnSpc>
              <a:spcBef>
                <a:spcPts val="0"/>
              </a:spcBef>
              <a:spcAft>
                <a:spcPts val="0"/>
              </a:spcAft>
              <a:buClr>
                <a:srgbClr val="000000"/>
              </a:buClr>
              <a:buSzPts val="800"/>
              <a:buNone/>
              <a:defRPr sz="800">
                <a:solidFill>
                  <a:srgbClr val="000000"/>
                </a:solidFill>
              </a:defRPr>
            </a:lvl2pPr>
            <a:lvl3pPr lvl="2" rtl="0">
              <a:lnSpc>
                <a:spcPct val="90000"/>
              </a:lnSpc>
              <a:spcBef>
                <a:spcPts val="0"/>
              </a:spcBef>
              <a:spcAft>
                <a:spcPts val="0"/>
              </a:spcAft>
              <a:buClr>
                <a:srgbClr val="000000"/>
              </a:buClr>
              <a:buSzPts val="800"/>
              <a:buNone/>
              <a:defRPr sz="800">
                <a:solidFill>
                  <a:srgbClr val="000000"/>
                </a:solidFill>
              </a:defRPr>
            </a:lvl3pPr>
            <a:lvl4pPr lvl="3" rtl="0">
              <a:lnSpc>
                <a:spcPct val="90000"/>
              </a:lnSpc>
              <a:spcBef>
                <a:spcPts val="0"/>
              </a:spcBef>
              <a:spcAft>
                <a:spcPts val="0"/>
              </a:spcAft>
              <a:buClr>
                <a:srgbClr val="000000"/>
              </a:buClr>
              <a:buSzPts val="800"/>
              <a:buNone/>
              <a:defRPr sz="800">
                <a:solidFill>
                  <a:srgbClr val="000000"/>
                </a:solidFill>
              </a:defRPr>
            </a:lvl4pPr>
            <a:lvl5pPr lvl="4" rtl="0">
              <a:lnSpc>
                <a:spcPct val="90000"/>
              </a:lnSpc>
              <a:spcBef>
                <a:spcPts val="0"/>
              </a:spcBef>
              <a:spcAft>
                <a:spcPts val="0"/>
              </a:spcAft>
              <a:buClr>
                <a:srgbClr val="000000"/>
              </a:buClr>
              <a:buSzPts val="800"/>
              <a:buNone/>
              <a:defRPr sz="800">
                <a:solidFill>
                  <a:srgbClr val="000000"/>
                </a:solidFill>
              </a:defRPr>
            </a:lvl5pPr>
            <a:lvl6pPr lvl="5" rtl="0">
              <a:lnSpc>
                <a:spcPct val="90000"/>
              </a:lnSpc>
              <a:spcBef>
                <a:spcPts val="0"/>
              </a:spcBef>
              <a:spcAft>
                <a:spcPts val="0"/>
              </a:spcAft>
              <a:buClr>
                <a:srgbClr val="000000"/>
              </a:buClr>
              <a:buSzPts val="800"/>
              <a:buNone/>
              <a:defRPr sz="800">
                <a:solidFill>
                  <a:srgbClr val="000000"/>
                </a:solidFill>
              </a:defRPr>
            </a:lvl6pPr>
            <a:lvl7pPr lvl="6" rtl="0">
              <a:lnSpc>
                <a:spcPct val="90000"/>
              </a:lnSpc>
              <a:spcBef>
                <a:spcPts val="0"/>
              </a:spcBef>
              <a:spcAft>
                <a:spcPts val="0"/>
              </a:spcAft>
              <a:buClr>
                <a:srgbClr val="000000"/>
              </a:buClr>
              <a:buSzPts val="800"/>
              <a:buNone/>
              <a:defRPr sz="800">
                <a:solidFill>
                  <a:srgbClr val="000000"/>
                </a:solidFill>
              </a:defRPr>
            </a:lvl7pPr>
            <a:lvl8pPr lvl="7" rtl="0">
              <a:lnSpc>
                <a:spcPct val="90000"/>
              </a:lnSpc>
              <a:spcBef>
                <a:spcPts val="0"/>
              </a:spcBef>
              <a:spcAft>
                <a:spcPts val="0"/>
              </a:spcAft>
              <a:buClr>
                <a:srgbClr val="000000"/>
              </a:buClr>
              <a:buSzPts val="800"/>
              <a:buNone/>
              <a:defRPr sz="800">
                <a:solidFill>
                  <a:srgbClr val="000000"/>
                </a:solidFill>
              </a:defRPr>
            </a:lvl8pPr>
            <a:lvl9pPr lvl="8" rtl="0">
              <a:lnSpc>
                <a:spcPct val="90000"/>
              </a:lnSpc>
              <a:spcBef>
                <a:spcPts val="0"/>
              </a:spcBef>
              <a:spcAft>
                <a:spcPts val="0"/>
              </a:spcAft>
              <a:buClr>
                <a:srgbClr val="000000"/>
              </a:buClr>
              <a:buSzPts val="800"/>
              <a:buNone/>
              <a:defRPr sz="800">
                <a:solidFill>
                  <a:srgbClr val="000000"/>
                </a:solidFill>
              </a:defRPr>
            </a:lvl9pPr>
          </a:lstStyle>
          <a:p/>
        </p:txBody>
      </p:sp>
      <p:sp>
        <p:nvSpPr>
          <p:cNvPr id="1581" name="Google Shape;1581;p27"/>
          <p:cNvSpPr txBox="1"/>
          <p:nvPr>
            <p:ph idx="23" type="subTitle"/>
          </p:nvPr>
        </p:nvSpPr>
        <p:spPr>
          <a:xfrm>
            <a:off x="2631389" y="4617081"/>
            <a:ext cx="3605700" cy="450300"/>
          </a:xfrm>
          <a:prstGeom prst="rect">
            <a:avLst/>
          </a:prstGeom>
          <a:noFill/>
          <a:ln>
            <a:noFill/>
          </a:ln>
        </p:spPr>
        <p:txBody>
          <a:bodyPr anchorCtr="0" anchor="ctr" bIns="54000" lIns="54000" spcFirstLastPara="1" rIns="54000" wrap="square" tIns="54000">
            <a:noAutofit/>
          </a:bodyPr>
          <a:lstStyle>
            <a:lvl1pPr lvl="0"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rtl="0">
              <a:lnSpc>
                <a:spcPct val="90000"/>
              </a:lnSpc>
              <a:spcBef>
                <a:spcPts val="0"/>
              </a:spcBef>
              <a:spcAft>
                <a:spcPts val="0"/>
              </a:spcAft>
              <a:buClr>
                <a:srgbClr val="000000"/>
              </a:buClr>
              <a:buSzPts val="800"/>
              <a:buNone/>
              <a:defRPr sz="800">
                <a:solidFill>
                  <a:srgbClr val="000000"/>
                </a:solidFill>
              </a:defRPr>
            </a:lvl2pPr>
            <a:lvl3pPr lvl="2" rtl="0">
              <a:lnSpc>
                <a:spcPct val="90000"/>
              </a:lnSpc>
              <a:spcBef>
                <a:spcPts val="0"/>
              </a:spcBef>
              <a:spcAft>
                <a:spcPts val="0"/>
              </a:spcAft>
              <a:buClr>
                <a:srgbClr val="000000"/>
              </a:buClr>
              <a:buSzPts val="800"/>
              <a:buNone/>
              <a:defRPr sz="800">
                <a:solidFill>
                  <a:srgbClr val="000000"/>
                </a:solidFill>
              </a:defRPr>
            </a:lvl3pPr>
            <a:lvl4pPr lvl="3" rtl="0">
              <a:lnSpc>
                <a:spcPct val="90000"/>
              </a:lnSpc>
              <a:spcBef>
                <a:spcPts val="0"/>
              </a:spcBef>
              <a:spcAft>
                <a:spcPts val="0"/>
              </a:spcAft>
              <a:buClr>
                <a:srgbClr val="000000"/>
              </a:buClr>
              <a:buSzPts val="800"/>
              <a:buNone/>
              <a:defRPr sz="800">
                <a:solidFill>
                  <a:srgbClr val="000000"/>
                </a:solidFill>
              </a:defRPr>
            </a:lvl4pPr>
            <a:lvl5pPr lvl="4" rtl="0">
              <a:lnSpc>
                <a:spcPct val="90000"/>
              </a:lnSpc>
              <a:spcBef>
                <a:spcPts val="0"/>
              </a:spcBef>
              <a:spcAft>
                <a:spcPts val="0"/>
              </a:spcAft>
              <a:buClr>
                <a:srgbClr val="000000"/>
              </a:buClr>
              <a:buSzPts val="800"/>
              <a:buNone/>
              <a:defRPr sz="800">
                <a:solidFill>
                  <a:srgbClr val="000000"/>
                </a:solidFill>
              </a:defRPr>
            </a:lvl5pPr>
            <a:lvl6pPr lvl="5" rtl="0">
              <a:lnSpc>
                <a:spcPct val="90000"/>
              </a:lnSpc>
              <a:spcBef>
                <a:spcPts val="0"/>
              </a:spcBef>
              <a:spcAft>
                <a:spcPts val="0"/>
              </a:spcAft>
              <a:buClr>
                <a:srgbClr val="000000"/>
              </a:buClr>
              <a:buSzPts val="800"/>
              <a:buNone/>
              <a:defRPr sz="800">
                <a:solidFill>
                  <a:srgbClr val="000000"/>
                </a:solidFill>
              </a:defRPr>
            </a:lvl6pPr>
            <a:lvl7pPr lvl="6" rtl="0">
              <a:lnSpc>
                <a:spcPct val="90000"/>
              </a:lnSpc>
              <a:spcBef>
                <a:spcPts val="0"/>
              </a:spcBef>
              <a:spcAft>
                <a:spcPts val="0"/>
              </a:spcAft>
              <a:buClr>
                <a:srgbClr val="000000"/>
              </a:buClr>
              <a:buSzPts val="800"/>
              <a:buNone/>
              <a:defRPr sz="800">
                <a:solidFill>
                  <a:srgbClr val="000000"/>
                </a:solidFill>
              </a:defRPr>
            </a:lvl7pPr>
            <a:lvl8pPr lvl="7" rtl="0">
              <a:lnSpc>
                <a:spcPct val="90000"/>
              </a:lnSpc>
              <a:spcBef>
                <a:spcPts val="0"/>
              </a:spcBef>
              <a:spcAft>
                <a:spcPts val="0"/>
              </a:spcAft>
              <a:buClr>
                <a:srgbClr val="000000"/>
              </a:buClr>
              <a:buSzPts val="800"/>
              <a:buNone/>
              <a:defRPr sz="800">
                <a:solidFill>
                  <a:srgbClr val="000000"/>
                </a:solidFill>
              </a:defRPr>
            </a:lvl8pPr>
            <a:lvl9pPr lvl="8" rtl="0">
              <a:lnSpc>
                <a:spcPct val="90000"/>
              </a:lnSpc>
              <a:spcBef>
                <a:spcPts val="0"/>
              </a:spcBef>
              <a:spcAft>
                <a:spcPts val="0"/>
              </a:spcAft>
              <a:buClr>
                <a:srgbClr val="000000"/>
              </a:buClr>
              <a:buSzPts val="800"/>
              <a:buNone/>
              <a:defRPr sz="800">
                <a:solidFill>
                  <a:srgbClr val="000000"/>
                </a:solidFill>
              </a:defRPr>
            </a:lvl9pPr>
          </a:lstStyle>
          <a:p/>
        </p:txBody>
      </p:sp>
      <p:sp>
        <p:nvSpPr>
          <p:cNvPr id="1582" name="Google Shape;1582;p27"/>
          <p:cNvSpPr txBox="1"/>
          <p:nvPr>
            <p:ph idx="24" type="subTitle"/>
          </p:nvPr>
        </p:nvSpPr>
        <p:spPr>
          <a:xfrm>
            <a:off x="6269361" y="4617081"/>
            <a:ext cx="3536400" cy="450300"/>
          </a:xfrm>
          <a:prstGeom prst="rect">
            <a:avLst/>
          </a:prstGeom>
          <a:noFill/>
          <a:ln>
            <a:noFill/>
          </a:ln>
        </p:spPr>
        <p:txBody>
          <a:bodyPr anchorCtr="0" anchor="ctr" bIns="54000" lIns="54000" spcFirstLastPara="1" rIns="54000" wrap="square" tIns="54000">
            <a:noAutofit/>
          </a:bodyPr>
          <a:lstStyle>
            <a:lvl1pPr lvl="0"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rtl="0">
              <a:lnSpc>
                <a:spcPct val="90000"/>
              </a:lnSpc>
              <a:spcBef>
                <a:spcPts val="0"/>
              </a:spcBef>
              <a:spcAft>
                <a:spcPts val="0"/>
              </a:spcAft>
              <a:buClr>
                <a:srgbClr val="000000"/>
              </a:buClr>
              <a:buSzPts val="800"/>
              <a:buNone/>
              <a:defRPr sz="800">
                <a:solidFill>
                  <a:srgbClr val="000000"/>
                </a:solidFill>
              </a:defRPr>
            </a:lvl2pPr>
            <a:lvl3pPr lvl="2" rtl="0">
              <a:lnSpc>
                <a:spcPct val="90000"/>
              </a:lnSpc>
              <a:spcBef>
                <a:spcPts val="0"/>
              </a:spcBef>
              <a:spcAft>
                <a:spcPts val="0"/>
              </a:spcAft>
              <a:buClr>
                <a:srgbClr val="000000"/>
              </a:buClr>
              <a:buSzPts val="800"/>
              <a:buNone/>
              <a:defRPr sz="800">
                <a:solidFill>
                  <a:srgbClr val="000000"/>
                </a:solidFill>
              </a:defRPr>
            </a:lvl3pPr>
            <a:lvl4pPr lvl="3" rtl="0">
              <a:lnSpc>
                <a:spcPct val="90000"/>
              </a:lnSpc>
              <a:spcBef>
                <a:spcPts val="0"/>
              </a:spcBef>
              <a:spcAft>
                <a:spcPts val="0"/>
              </a:spcAft>
              <a:buClr>
                <a:srgbClr val="000000"/>
              </a:buClr>
              <a:buSzPts val="800"/>
              <a:buNone/>
              <a:defRPr sz="800">
                <a:solidFill>
                  <a:srgbClr val="000000"/>
                </a:solidFill>
              </a:defRPr>
            </a:lvl4pPr>
            <a:lvl5pPr lvl="4" rtl="0">
              <a:lnSpc>
                <a:spcPct val="90000"/>
              </a:lnSpc>
              <a:spcBef>
                <a:spcPts val="0"/>
              </a:spcBef>
              <a:spcAft>
                <a:spcPts val="0"/>
              </a:spcAft>
              <a:buClr>
                <a:srgbClr val="000000"/>
              </a:buClr>
              <a:buSzPts val="800"/>
              <a:buNone/>
              <a:defRPr sz="800">
                <a:solidFill>
                  <a:srgbClr val="000000"/>
                </a:solidFill>
              </a:defRPr>
            </a:lvl5pPr>
            <a:lvl6pPr lvl="5" rtl="0">
              <a:lnSpc>
                <a:spcPct val="90000"/>
              </a:lnSpc>
              <a:spcBef>
                <a:spcPts val="0"/>
              </a:spcBef>
              <a:spcAft>
                <a:spcPts val="0"/>
              </a:spcAft>
              <a:buClr>
                <a:srgbClr val="000000"/>
              </a:buClr>
              <a:buSzPts val="800"/>
              <a:buNone/>
              <a:defRPr sz="800">
                <a:solidFill>
                  <a:srgbClr val="000000"/>
                </a:solidFill>
              </a:defRPr>
            </a:lvl6pPr>
            <a:lvl7pPr lvl="6" rtl="0">
              <a:lnSpc>
                <a:spcPct val="90000"/>
              </a:lnSpc>
              <a:spcBef>
                <a:spcPts val="0"/>
              </a:spcBef>
              <a:spcAft>
                <a:spcPts val="0"/>
              </a:spcAft>
              <a:buClr>
                <a:srgbClr val="000000"/>
              </a:buClr>
              <a:buSzPts val="800"/>
              <a:buNone/>
              <a:defRPr sz="800">
                <a:solidFill>
                  <a:srgbClr val="000000"/>
                </a:solidFill>
              </a:defRPr>
            </a:lvl7pPr>
            <a:lvl8pPr lvl="7" rtl="0">
              <a:lnSpc>
                <a:spcPct val="90000"/>
              </a:lnSpc>
              <a:spcBef>
                <a:spcPts val="0"/>
              </a:spcBef>
              <a:spcAft>
                <a:spcPts val="0"/>
              </a:spcAft>
              <a:buClr>
                <a:srgbClr val="000000"/>
              </a:buClr>
              <a:buSzPts val="800"/>
              <a:buNone/>
              <a:defRPr sz="800">
                <a:solidFill>
                  <a:srgbClr val="000000"/>
                </a:solidFill>
              </a:defRPr>
            </a:lvl8pPr>
            <a:lvl9pPr lvl="8" rtl="0">
              <a:lnSpc>
                <a:spcPct val="90000"/>
              </a:lnSpc>
              <a:spcBef>
                <a:spcPts val="0"/>
              </a:spcBef>
              <a:spcAft>
                <a:spcPts val="0"/>
              </a:spcAft>
              <a:buClr>
                <a:srgbClr val="000000"/>
              </a:buClr>
              <a:buSzPts val="800"/>
              <a:buNone/>
              <a:defRPr sz="800">
                <a:solidFill>
                  <a:srgbClr val="000000"/>
                </a:solidFill>
              </a:defRPr>
            </a:lvl9pPr>
          </a:lstStyle>
          <a:p/>
        </p:txBody>
      </p:sp>
      <p:sp>
        <p:nvSpPr>
          <p:cNvPr id="1583" name="Google Shape;1583;p27"/>
          <p:cNvSpPr txBox="1"/>
          <p:nvPr>
            <p:ph idx="25" type="subTitle"/>
          </p:nvPr>
        </p:nvSpPr>
        <p:spPr>
          <a:xfrm>
            <a:off x="832100" y="5125073"/>
            <a:ext cx="1750500" cy="450300"/>
          </a:xfrm>
          <a:prstGeom prst="rect">
            <a:avLst/>
          </a:prstGeom>
          <a:noFill/>
          <a:ln>
            <a:noFill/>
          </a:ln>
        </p:spPr>
        <p:txBody>
          <a:bodyPr anchorCtr="0" anchor="ctr" bIns="54000" lIns="54000" spcFirstLastPara="1" rIns="54000" wrap="square" tIns="54000">
            <a:noAutofit/>
          </a:bodyPr>
          <a:lstStyle>
            <a:lvl1pPr lvl="0"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rtl="0">
              <a:lnSpc>
                <a:spcPct val="90000"/>
              </a:lnSpc>
              <a:spcBef>
                <a:spcPts val="0"/>
              </a:spcBef>
              <a:spcAft>
                <a:spcPts val="0"/>
              </a:spcAft>
              <a:buClr>
                <a:srgbClr val="000000"/>
              </a:buClr>
              <a:buSzPts val="800"/>
              <a:buNone/>
              <a:defRPr sz="800">
                <a:solidFill>
                  <a:srgbClr val="000000"/>
                </a:solidFill>
              </a:defRPr>
            </a:lvl2pPr>
            <a:lvl3pPr lvl="2" rtl="0">
              <a:lnSpc>
                <a:spcPct val="90000"/>
              </a:lnSpc>
              <a:spcBef>
                <a:spcPts val="0"/>
              </a:spcBef>
              <a:spcAft>
                <a:spcPts val="0"/>
              </a:spcAft>
              <a:buClr>
                <a:srgbClr val="000000"/>
              </a:buClr>
              <a:buSzPts val="800"/>
              <a:buNone/>
              <a:defRPr sz="800">
                <a:solidFill>
                  <a:srgbClr val="000000"/>
                </a:solidFill>
              </a:defRPr>
            </a:lvl3pPr>
            <a:lvl4pPr lvl="3" rtl="0">
              <a:lnSpc>
                <a:spcPct val="90000"/>
              </a:lnSpc>
              <a:spcBef>
                <a:spcPts val="0"/>
              </a:spcBef>
              <a:spcAft>
                <a:spcPts val="0"/>
              </a:spcAft>
              <a:buClr>
                <a:srgbClr val="000000"/>
              </a:buClr>
              <a:buSzPts val="800"/>
              <a:buNone/>
              <a:defRPr sz="800">
                <a:solidFill>
                  <a:srgbClr val="000000"/>
                </a:solidFill>
              </a:defRPr>
            </a:lvl4pPr>
            <a:lvl5pPr lvl="4" rtl="0">
              <a:lnSpc>
                <a:spcPct val="90000"/>
              </a:lnSpc>
              <a:spcBef>
                <a:spcPts val="0"/>
              </a:spcBef>
              <a:spcAft>
                <a:spcPts val="0"/>
              </a:spcAft>
              <a:buClr>
                <a:srgbClr val="000000"/>
              </a:buClr>
              <a:buSzPts val="800"/>
              <a:buNone/>
              <a:defRPr sz="800">
                <a:solidFill>
                  <a:srgbClr val="000000"/>
                </a:solidFill>
              </a:defRPr>
            </a:lvl5pPr>
            <a:lvl6pPr lvl="5" rtl="0">
              <a:lnSpc>
                <a:spcPct val="90000"/>
              </a:lnSpc>
              <a:spcBef>
                <a:spcPts val="0"/>
              </a:spcBef>
              <a:spcAft>
                <a:spcPts val="0"/>
              </a:spcAft>
              <a:buClr>
                <a:srgbClr val="000000"/>
              </a:buClr>
              <a:buSzPts val="800"/>
              <a:buNone/>
              <a:defRPr sz="800">
                <a:solidFill>
                  <a:srgbClr val="000000"/>
                </a:solidFill>
              </a:defRPr>
            </a:lvl6pPr>
            <a:lvl7pPr lvl="6" rtl="0">
              <a:lnSpc>
                <a:spcPct val="90000"/>
              </a:lnSpc>
              <a:spcBef>
                <a:spcPts val="0"/>
              </a:spcBef>
              <a:spcAft>
                <a:spcPts val="0"/>
              </a:spcAft>
              <a:buClr>
                <a:srgbClr val="000000"/>
              </a:buClr>
              <a:buSzPts val="800"/>
              <a:buNone/>
              <a:defRPr sz="800">
                <a:solidFill>
                  <a:srgbClr val="000000"/>
                </a:solidFill>
              </a:defRPr>
            </a:lvl7pPr>
            <a:lvl8pPr lvl="7" rtl="0">
              <a:lnSpc>
                <a:spcPct val="90000"/>
              </a:lnSpc>
              <a:spcBef>
                <a:spcPts val="0"/>
              </a:spcBef>
              <a:spcAft>
                <a:spcPts val="0"/>
              </a:spcAft>
              <a:buClr>
                <a:srgbClr val="000000"/>
              </a:buClr>
              <a:buSzPts val="800"/>
              <a:buNone/>
              <a:defRPr sz="800">
                <a:solidFill>
                  <a:srgbClr val="000000"/>
                </a:solidFill>
              </a:defRPr>
            </a:lvl8pPr>
            <a:lvl9pPr lvl="8" rtl="0">
              <a:lnSpc>
                <a:spcPct val="90000"/>
              </a:lnSpc>
              <a:spcBef>
                <a:spcPts val="0"/>
              </a:spcBef>
              <a:spcAft>
                <a:spcPts val="0"/>
              </a:spcAft>
              <a:buClr>
                <a:srgbClr val="000000"/>
              </a:buClr>
              <a:buSzPts val="800"/>
              <a:buNone/>
              <a:defRPr sz="800">
                <a:solidFill>
                  <a:srgbClr val="000000"/>
                </a:solidFill>
              </a:defRPr>
            </a:lvl9pPr>
          </a:lstStyle>
          <a:p/>
        </p:txBody>
      </p:sp>
      <p:sp>
        <p:nvSpPr>
          <p:cNvPr id="1584" name="Google Shape;1584;p27"/>
          <p:cNvSpPr txBox="1"/>
          <p:nvPr>
            <p:ph idx="26" type="subTitle"/>
          </p:nvPr>
        </p:nvSpPr>
        <p:spPr>
          <a:xfrm>
            <a:off x="2631389" y="5125073"/>
            <a:ext cx="3605700" cy="450300"/>
          </a:xfrm>
          <a:prstGeom prst="rect">
            <a:avLst/>
          </a:prstGeom>
          <a:noFill/>
          <a:ln>
            <a:noFill/>
          </a:ln>
        </p:spPr>
        <p:txBody>
          <a:bodyPr anchorCtr="0" anchor="ctr" bIns="54000" lIns="54000" spcFirstLastPara="1" rIns="54000" wrap="square" tIns="54000">
            <a:noAutofit/>
          </a:bodyPr>
          <a:lstStyle>
            <a:lvl1pPr lvl="0"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rtl="0">
              <a:lnSpc>
                <a:spcPct val="90000"/>
              </a:lnSpc>
              <a:spcBef>
                <a:spcPts val="0"/>
              </a:spcBef>
              <a:spcAft>
                <a:spcPts val="0"/>
              </a:spcAft>
              <a:buClr>
                <a:srgbClr val="000000"/>
              </a:buClr>
              <a:buSzPts val="800"/>
              <a:buNone/>
              <a:defRPr sz="800">
                <a:solidFill>
                  <a:srgbClr val="000000"/>
                </a:solidFill>
              </a:defRPr>
            </a:lvl2pPr>
            <a:lvl3pPr lvl="2" rtl="0">
              <a:lnSpc>
                <a:spcPct val="90000"/>
              </a:lnSpc>
              <a:spcBef>
                <a:spcPts val="0"/>
              </a:spcBef>
              <a:spcAft>
                <a:spcPts val="0"/>
              </a:spcAft>
              <a:buClr>
                <a:srgbClr val="000000"/>
              </a:buClr>
              <a:buSzPts val="800"/>
              <a:buNone/>
              <a:defRPr sz="800">
                <a:solidFill>
                  <a:srgbClr val="000000"/>
                </a:solidFill>
              </a:defRPr>
            </a:lvl3pPr>
            <a:lvl4pPr lvl="3" rtl="0">
              <a:lnSpc>
                <a:spcPct val="90000"/>
              </a:lnSpc>
              <a:spcBef>
                <a:spcPts val="0"/>
              </a:spcBef>
              <a:spcAft>
                <a:spcPts val="0"/>
              </a:spcAft>
              <a:buClr>
                <a:srgbClr val="000000"/>
              </a:buClr>
              <a:buSzPts val="800"/>
              <a:buNone/>
              <a:defRPr sz="800">
                <a:solidFill>
                  <a:srgbClr val="000000"/>
                </a:solidFill>
              </a:defRPr>
            </a:lvl4pPr>
            <a:lvl5pPr lvl="4" rtl="0">
              <a:lnSpc>
                <a:spcPct val="90000"/>
              </a:lnSpc>
              <a:spcBef>
                <a:spcPts val="0"/>
              </a:spcBef>
              <a:spcAft>
                <a:spcPts val="0"/>
              </a:spcAft>
              <a:buClr>
                <a:srgbClr val="000000"/>
              </a:buClr>
              <a:buSzPts val="800"/>
              <a:buNone/>
              <a:defRPr sz="800">
                <a:solidFill>
                  <a:srgbClr val="000000"/>
                </a:solidFill>
              </a:defRPr>
            </a:lvl5pPr>
            <a:lvl6pPr lvl="5" rtl="0">
              <a:lnSpc>
                <a:spcPct val="90000"/>
              </a:lnSpc>
              <a:spcBef>
                <a:spcPts val="0"/>
              </a:spcBef>
              <a:spcAft>
                <a:spcPts val="0"/>
              </a:spcAft>
              <a:buClr>
                <a:srgbClr val="000000"/>
              </a:buClr>
              <a:buSzPts val="800"/>
              <a:buNone/>
              <a:defRPr sz="800">
                <a:solidFill>
                  <a:srgbClr val="000000"/>
                </a:solidFill>
              </a:defRPr>
            </a:lvl6pPr>
            <a:lvl7pPr lvl="6" rtl="0">
              <a:lnSpc>
                <a:spcPct val="90000"/>
              </a:lnSpc>
              <a:spcBef>
                <a:spcPts val="0"/>
              </a:spcBef>
              <a:spcAft>
                <a:spcPts val="0"/>
              </a:spcAft>
              <a:buClr>
                <a:srgbClr val="000000"/>
              </a:buClr>
              <a:buSzPts val="800"/>
              <a:buNone/>
              <a:defRPr sz="800">
                <a:solidFill>
                  <a:srgbClr val="000000"/>
                </a:solidFill>
              </a:defRPr>
            </a:lvl7pPr>
            <a:lvl8pPr lvl="7" rtl="0">
              <a:lnSpc>
                <a:spcPct val="90000"/>
              </a:lnSpc>
              <a:spcBef>
                <a:spcPts val="0"/>
              </a:spcBef>
              <a:spcAft>
                <a:spcPts val="0"/>
              </a:spcAft>
              <a:buClr>
                <a:srgbClr val="000000"/>
              </a:buClr>
              <a:buSzPts val="800"/>
              <a:buNone/>
              <a:defRPr sz="800">
                <a:solidFill>
                  <a:srgbClr val="000000"/>
                </a:solidFill>
              </a:defRPr>
            </a:lvl8pPr>
            <a:lvl9pPr lvl="8" rtl="0">
              <a:lnSpc>
                <a:spcPct val="90000"/>
              </a:lnSpc>
              <a:spcBef>
                <a:spcPts val="0"/>
              </a:spcBef>
              <a:spcAft>
                <a:spcPts val="0"/>
              </a:spcAft>
              <a:buClr>
                <a:srgbClr val="000000"/>
              </a:buClr>
              <a:buSzPts val="800"/>
              <a:buNone/>
              <a:defRPr sz="800">
                <a:solidFill>
                  <a:srgbClr val="000000"/>
                </a:solidFill>
              </a:defRPr>
            </a:lvl9pPr>
          </a:lstStyle>
          <a:p/>
        </p:txBody>
      </p:sp>
      <p:sp>
        <p:nvSpPr>
          <p:cNvPr id="1585" name="Google Shape;1585;p27"/>
          <p:cNvSpPr txBox="1"/>
          <p:nvPr>
            <p:ph idx="27" type="subTitle"/>
          </p:nvPr>
        </p:nvSpPr>
        <p:spPr>
          <a:xfrm>
            <a:off x="6269361" y="5125073"/>
            <a:ext cx="3536400" cy="450300"/>
          </a:xfrm>
          <a:prstGeom prst="rect">
            <a:avLst/>
          </a:prstGeom>
          <a:noFill/>
          <a:ln>
            <a:noFill/>
          </a:ln>
        </p:spPr>
        <p:txBody>
          <a:bodyPr anchorCtr="0" anchor="ctr" bIns="54000" lIns="54000" spcFirstLastPara="1" rIns="54000" wrap="square" tIns="54000">
            <a:noAutofit/>
          </a:bodyPr>
          <a:lstStyle>
            <a:lvl1pPr lvl="0"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rtl="0">
              <a:lnSpc>
                <a:spcPct val="90000"/>
              </a:lnSpc>
              <a:spcBef>
                <a:spcPts val="0"/>
              </a:spcBef>
              <a:spcAft>
                <a:spcPts val="0"/>
              </a:spcAft>
              <a:buClr>
                <a:srgbClr val="000000"/>
              </a:buClr>
              <a:buSzPts val="800"/>
              <a:buNone/>
              <a:defRPr sz="800">
                <a:solidFill>
                  <a:srgbClr val="000000"/>
                </a:solidFill>
              </a:defRPr>
            </a:lvl2pPr>
            <a:lvl3pPr lvl="2" rtl="0">
              <a:lnSpc>
                <a:spcPct val="90000"/>
              </a:lnSpc>
              <a:spcBef>
                <a:spcPts val="0"/>
              </a:spcBef>
              <a:spcAft>
                <a:spcPts val="0"/>
              </a:spcAft>
              <a:buClr>
                <a:srgbClr val="000000"/>
              </a:buClr>
              <a:buSzPts val="800"/>
              <a:buNone/>
              <a:defRPr sz="800">
                <a:solidFill>
                  <a:srgbClr val="000000"/>
                </a:solidFill>
              </a:defRPr>
            </a:lvl3pPr>
            <a:lvl4pPr lvl="3" rtl="0">
              <a:lnSpc>
                <a:spcPct val="90000"/>
              </a:lnSpc>
              <a:spcBef>
                <a:spcPts val="0"/>
              </a:spcBef>
              <a:spcAft>
                <a:spcPts val="0"/>
              </a:spcAft>
              <a:buClr>
                <a:srgbClr val="000000"/>
              </a:buClr>
              <a:buSzPts val="800"/>
              <a:buNone/>
              <a:defRPr sz="800">
                <a:solidFill>
                  <a:srgbClr val="000000"/>
                </a:solidFill>
              </a:defRPr>
            </a:lvl4pPr>
            <a:lvl5pPr lvl="4" rtl="0">
              <a:lnSpc>
                <a:spcPct val="90000"/>
              </a:lnSpc>
              <a:spcBef>
                <a:spcPts val="0"/>
              </a:spcBef>
              <a:spcAft>
                <a:spcPts val="0"/>
              </a:spcAft>
              <a:buClr>
                <a:srgbClr val="000000"/>
              </a:buClr>
              <a:buSzPts val="800"/>
              <a:buNone/>
              <a:defRPr sz="800">
                <a:solidFill>
                  <a:srgbClr val="000000"/>
                </a:solidFill>
              </a:defRPr>
            </a:lvl5pPr>
            <a:lvl6pPr lvl="5" rtl="0">
              <a:lnSpc>
                <a:spcPct val="90000"/>
              </a:lnSpc>
              <a:spcBef>
                <a:spcPts val="0"/>
              </a:spcBef>
              <a:spcAft>
                <a:spcPts val="0"/>
              </a:spcAft>
              <a:buClr>
                <a:srgbClr val="000000"/>
              </a:buClr>
              <a:buSzPts val="800"/>
              <a:buNone/>
              <a:defRPr sz="800">
                <a:solidFill>
                  <a:srgbClr val="000000"/>
                </a:solidFill>
              </a:defRPr>
            </a:lvl6pPr>
            <a:lvl7pPr lvl="6" rtl="0">
              <a:lnSpc>
                <a:spcPct val="90000"/>
              </a:lnSpc>
              <a:spcBef>
                <a:spcPts val="0"/>
              </a:spcBef>
              <a:spcAft>
                <a:spcPts val="0"/>
              </a:spcAft>
              <a:buClr>
                <a:srgbClr val="000000"/>
              </a:buClr>
              <a:buSzPts val="800"/>
              <a:buNone/>
              <a:defRPr sz="800">
                <a:solidFill>
                  <a:srgbClr val="000000"/>
                </a:solidFill>
              </a:defRPr>
            </a:lvl7pPr>
            <a:lvl8pPr lvl="7" rtl="0">
              <a:lnSpc>
                <a:spcPct val="90000"/>
              </a:lnSpc>
              <a:spcBef>
                <a:spcPts val="0"/>
              </a:spcBef>
              <a:spcAft>
                <a:spcPts val="0"/>
              </a:spcAft>
              <a:buClr>
                <a:srgbClr val="000000"/>
              </a:buClr>
              <a:buSzPts val="800"/>
              <a:buNone/>
              <a:defRPr sz="800">
                <a:solidFill>
                  <a:srgbClr val="000000"/>
                </a:solidFill>
              </a:defRPr>
            </a:lvl8pPr>
            <a:lvl9pPr lvl="8" rtl="0">
              <a:lnSpc>
                <a:spcPct val="90000"/>
              </a:lnSpc>
              <a:spcBef>
                <a:spcPts val="0"/>
              </a:spcBef>
              <a:spcAft>
                <a:spcPts val="0"/>
              </a:spcAft>
              <a:buClr>
                <a:srgbClr val="000000"/>
              </a:buClr>
              <a:buSzPts val="800"/>
              <a:buNone/>
              <a:defRPr sz="800">
                <a:solidFill>
                  <a:srgbClr val="000000"/>
                </a:solidFill>
              </a:defRPr>
            </a:lvl9pPr>
          </a:lstStyle>
          <a:p/>
        </p:txBody>
      </p:sp>
      <p:sp>
        <p:nvSpPr>
          <p:cNvPr id="1586" name="Google Shape;1586;p27"/>
          <p:cNvSpPr txBox="1"/>
          <p:nvPr>
            <p:ph idx="28" type="subTitle"/>
          </p:nvPr>
        </p:nvSpPr>
        <p:spPr>
          <a:xfrm>
            <a:off x="832100" y="5645346"/>
            <a:ext cx="1750500" cy="450300"/>
          </a:xfrm>
          <a:prstGeom prst="rect">
            <a:avLst/>
          </a:prstGeom>
          <a:noFill/>
          <a:ln>
            <a:noFill/>
          </a:ln>
        </p:spPr>
        <p:txBody>
          <a:bodyPr anchorCtr="0" anchor="ctr" bIns="54000" lIns="54000" spcFirstLastPara="1" rIns="54000" wrap="square" tIns="54000">
            <a:noAutofit/>
          </a:bodyPr>
          <a:lstStyle>
            <a:lvl1pPr lvl="0"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rtl="0">
              <a:lnSpc>
                <a:spcPct val="90000"/>
              </a:lnSpc>
              <a:spcBef>
                <a:spcPts val="0"/>
              </a:spcBef>
              <a:spcAft>
                <a:spcPts val="0"/>
              </a:spcAft>
              <a:buClr>
                <a:srgbClr val="000000"/>
              </a:buClr>
              <a:buSzPts val="800"/>
              <a:buNone/>
              <a:defRPr sz="800">
                <a:solidFill>
                  <a:srgbClr val="000000"/>
                </a:solidFill>
              </a:defRPr>
            </a:lvl2pPr>
            <a:lvl3pPr lvl="2" rtl="0">
              <a:lnSpc>
                <a:spcPct val="90000"/>
              </a:lnSpc>
              <a:spcBef>
                <a:spcPts val="0"/>
              </a:spcBef>
              <a:spcAft>
                <a:spcPts val="0"/>
              </a:spcAft>
              <a:buClr>
                <a:srgbClr val="000000"/>
              </a:buClr>
              <a:buSzPts val="800"/>
              <a:buNone/>
              <a:defRPr sz="800">
                <a:solidFill>
                  <a:srgbClr val="000000"/>
                </a:solidFill>
              </a:defRPr>
            </a:lvl3pPr>
            <a:lvl4pPr lvl="3" rtl="0">
              <a:lnSpc>
                <a:spcPct val="90000"/>
              </a:lnSpc>
              <a:spcBef>
                <a:spcPts val="0"/>
              </a:spcBef>
              <a:spcAft>
                <a:spcPts val="0"/>
              </a:spcAft>
              <a:buClr>
                <a:srgbClr val="000000"/>
              </a:buClr>
              <a:buSzPts val="800"/>
              <a:buNone/>
              <a:defRPr sz="800">
                <a:solidFill>
                  <a:srgbClr val="000000"/>
                </a:solidFill>
              </a:defRPr>
            </a:lvl4pPr>
            <a:lvl5pPr lvl="4" rtl="0">
              <a:lnSpc>
                <a:spcPct val="90000"/>
              </a:lnSpc>
              <a:spcBef>
                <a:spcPts val="0"/>
              </a:spcBef>
              <a:spcAft>
                <a:spcPts val="0"/>
              </a:spcAft>
              <a:buClr>
                <a:srgbClr val="000000"/>
              </a:buClr>
              <a:buSzPts val="800"/>
              <a:buNone/>
              <a:defRPr sz="800">
                <a:solidFill>
                  <a:srgbClr val="000000"/>
                </a:solidFill>
              </a:defRPr>
            </a:lvl5pPr>
            <a:lvl6pPr lvl="5" rtl="0">
              <a:lnSpc>
                <a:spcPct val="90000"/>
              </a:lnSpc>
              <a:spcBef>
                <a:spcPts val="0"/>
              </a:spcBef>
              <a:spcAft>
                <a:spcPts val="0"/>
              </a:spcAft>
              <a:buClr>
                <a:srgbClr val="000000"/>
              </a:buClr>
              <a:buSzPts val="800"/>
              <a:buNone/>
              <a:defRPr sz="800">
                <a:solidFill>
                  <a:srgbClr val="000000"/>
                </a:solidFill>
              </a:defRPr>
            </a:lvl6pPr>
            <a:lvl7pPr lvl="6" rtl="0">
              <a:lnSpc>
                <a:spcPct val="90000"/>
              </a:lnSpc>
              <a:spcBef>
                <a:spcPts val="0"/>
              </a:spcBef>
              <a:spcAft>
                <a:spcPts val="0"/>
              </a:spcAft>
              <a:buClr>
                <a:srgbClr val="000000"/>
              </a:buClr>
              <a:buSzPts val="800"/>
              <a:buNone/>
              <a:defRPr sz="800">
                <a:solidFill>
                  <a:srgbClr val="000000"/>
                </a:solidFill>
              </a:defRPr>
            </a:lvl7pPr>
            <a:lvl8pPr lvl="7" rtl="0">
              <a:lnSpc>
                <a:spcPct val="90000"/>
              </a:lnSpc>
              <a:spcBef>
                <a:spcPts val="0"/>
              </a:spcBef>
              <a:spcAft>
                <a:spcPts val="0"/>
              </a:spcAft>
              <a:buClr>
                <a:srgbClr val="000000"/>
              </a:buClr>
              <a:buSzPts val="800"/>
              <a:buNone/>
              <a:defRPr sz="800">
                <a:solidFill>
                  <a:srgbClr val="000000"/>
                </a:solidFill>
              </a:defRPr>
            </a:lvl8pPr>
            <a:lvl9pPr lvl="8" rtl="0">
              <a:lnSpc>
                <a:spcPct val="90000"/>
              </a:lnSpc>
              <a:spcBef>
                <a:spcPts val="0"/>
              </a:spcBef>
              <a:spcAft>
                <a:spcPts val="0"/>
              </a:spcAft>
              <a:buClr>
                <a:srgbClr val="000000"/>
              </a:buClr>
              <a:buSzPts val="800"/>
              <a:buNone/>
              <a:defRPr sz="800">
                <a:solidFill>
                  <a:srgbClr val="000000"/>
                </a:solidFill>
              </a:defRPr>
            </a:lvl9pPr>
          </a:lstStyle>
          <a:p/>
        </p:txBody>
      </p:sp>
      <p:sp>
        <p:nvSpPr>
          <p:cNvPr id="1587" name="Google Shape;1587;p27"/>
          <p:cNvSpPr txBox="1"/>
          <p:nvPr>
            <p:ph idx="29" type="subTitle"/>
          </p:nvPr>
        </p:nvSpPr>
        <p:spPr>
          <a:xfrm>
            <a:off x="2631389" y="5645346"/>
            <a:ext cx="3605700" cy="450300"/>
          </a:xfrm>
          <a:prstGeom prst="rect">
            <a:avLst/>
          </a:prstGeom>
          <a:noFill/>
          <a:ln>
            <a:noFill/>
          </a:ln>
        </p:spPr>
        <p:txBody>
          <a:bodyPr anchorCtr="0" anchor="ctr" bIns="54000" lIns="54000" spcFirstLastPara="1" rIns="54000" wrap="square" tIns="54000">
            <a:noAutofit/>
          </a:bodyPr>
          <a:lstStyle>
            <a:lvl1pPr lvl="0"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rtl="0">
              <a:lnSpc>
                <a:spcPct val="90000"/>
              </a:lnSpc>
              <a:spcBef>
                <a:spcPts val="0"/>
              </a:spcBef>
              <a:spcAft>
                <a:spcPts val="0"/>
              </a:spcAft>
              <a:buClr>
                <a:srgbClr val="000000"/>
              </a:buClr>
              <a:buSzPts val="800"/>
              <a:buNone/>
              <a:defRPr sz="800">
                <a:solidFill>
                  <a:srgbClr val="000000"/>
                </a:solidFill>
              </a:defRPr>
            </a:lvl2pPr>
            <a:lvl3pPr lvl="2" rtl="0">
              <a:lnSpc>
                <a:spcPct val="90000"/>
              </a:lnSpc>
              <a:spcBef>
                <a:spcPts val="0"/>
              </a:spcBef>
              <a:spcAft>
                <a:spcPts val="0"/>
              </a:spcAft>
              <a:buClr>
                <a:srgbClr val="000000"/>
              </a:buClr>
              <a:buSzPts val="800"/>
              <a:buNone/>
              <a:defRPr sz="800">
                <a:solidFill>
                  <a:srgbClr val="000000"/>
                </a:solidFill>
              </a:defRPr>
            </a:lvl3pPr>
            <a:lvl4pPr lvl="3" rtl="0">
              <a:lnSpc>
                <a:spcPct val="90000"/>
              </a:lnSpc>
              <a:spcBef>
                <a:spcPts val="0"/>
              </a:spcBef>
              <a:spcAft>
                <a:spcPts val="0"/>
              </a:spcAft>
              <a:buClr>
                <a:srgbClr val="000000"/>
              </a:buClr>
              <a:buSzPts val="800"/>
              <a:buNone/>
              <a:defRPr sz="800">
                <a:solidFill>
                  <a:srgbClr val="000000"/>
                </a:solidFill>
              </a:defRPr>
            </a:lvl4pPr>
            <a:lvl5pPr lvl="4" rtl="0">
              <a:lnSpc>
                <a:spcPct val="90000"/>
              </a:lnSpc>
              <a:spcBef>
                <a:spcPts val="0"/>
              </a:spcBef>
              <a:spcAft>
                <a:spcPts val="0"/>
              </a:spcAft>
              <a:buClr>
                <a:srgbClr val="000000"/>
              </a:buClr>
              <a:buSzPts val="800"/>
              <a:buNone/>
              <a:defRPr sz="800">
                <a:solidFill>
                  <a:srgbClr val="000000"/>
                </a:solidFill>
              </a:defRPr>
            </a:lvl5pPr>
            <a:lvl6pPr lvl="5" rtl="0">
              <a:lnSpc>
                <a:spcPct val="90000"/>
              </a:lnSpc>
              <a:spcBef>
                <a:spcPts val="0"/>
              </a:spcBef>
              <a:spcAft>
                <a:spcPts val="0"/>
              </a:spcAft>
              <a:buClr>
                <a:srgbClr val="000000"/>
              </a:buClr>
              <a:buSzPts val="800"/>
              <a:buNone/>
              <a:defRPr sz="800">
                <a:solidFill>
                  <a:srgbClr val="000000"/>
                </a:solidFill>
              </a:defRPr>
            </a:lvl6pPr>
            <a:lvl7pPr lvl="6" rtl="0">
              <a:lnSpc>
                <a:spcPct val="90000"/>
              </a:lnSpc>
              <a:spcBef>
                <a:spcPts val="0"/>
              </a:spcBef>
              <a:spcAft>
                <a:spcPts val="0"/>
              </a:spcAft>
              <a:buClr>
                <a:srgbClr val="000000"/>
              </a:buClr>
              <a:buSzPts val="800"/>
              <a:buNone/>
              <a:defRPr sz="800">
                <a:solidFill>
                  <a:srgbClr val="000000"/>
                </a:solidFill>
              </a:defRPr>
            </a:lvl7pPr>
            <a:lvl8pPr lvl="7" rtl="0">
              <a:lnSpc>
                <a:spcPct val="90000"/>
              </a:lnSpc>
              <a:spcBef>
                <a:spcPts val="0"/>
              </a:spcBef>
              <a:spcAft>
                <a:spcPts val="0"/>
              </a:spcAft>
              <a:buClr>
                <a:srgbClr val="000000"/>
              </a:buClr>
              <a:buSzPts val="800"/>
              <a:buNone/>
              <a:defRPr sz="800">
                <a:solidFill>
                  <a:srgbClr val="000000"/>
                </a:solidFill>
              </a:defRPr>
            </a:lvl8pPr>
            <a:lvl9pPr lvl="8" rtl="0">
              <a:lnSpc>
                <a:spcPct val="90000"/>
              </a:lnSpc>
              <a:spcBef>
                <a:spcPts val="0"/>
              </a:spcBef>
              <a:spcAft>
                <a:spcPts val="0"/>
              </a:spcAft>
              <a:buClr>
                <a:srgbClr val="000000"/>
              </a:buClr>
              <a:buSzPts val="800"/>
              <a:buNone/>
              <a:defRPr sz="800">
                <a:solidFill>
                  <a:srgbClr val="000000"/>
                </a:solidFill>
              </a:defRPr>
            </a:lvl9pPr>
          </a:lstStyle>
          <a:p/>
        </p:txBody>
      </p:sp>
      <p:sp>
        <p:nvSpPr>
          <p:cNvPr id="1588" name="Google Shape;1588;p27"/>
          <p:cNvSpPr txBox="1"/>
          <p:nvPr>
            <p:ph idx="30" type="subTitle"/>
          </p:nvPr>
        </p:nvSpPr>
        <p:spPr>
          <a:xfrm>
            <a:off x="6269361" y="5645346"/>
            <a:ext cx="3536400" cy="450300"/>
          </a:xfrm>
          <a:prstGeom prst="rect">
            <a:avLst/>
          </a:prstGeom>
          <a:noFill/>
          <a:ln>
            <a:noFill/>
          </a:ln>
        </p:spPr>
        <p:txBody>
          <a:bodyPr anchorCtr="0" anchor="ctr" bIns="54000" lIns="54000" spcFirstLastPara="1" rIns="54000" wrap="square" tIns="54000">
            <a:noAutofit/>
          </a:bodyPr>
          <a:lstStyle>
            <a:lvl1pPr lvl="0"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rtl="0">
              <a:lnSpc>
                <a:spcPct val="90000"/>
              </a:lnSpc>
              <a:spcBef>
                <a:spcPts val="0"/>
              </a:spcBef>
              <a:spcAft>
                <a:spcPts val="0"/>
              </a:spcAft>
              <a:buClr>
                <a:srgbClr val="000000"/>
              </a:buClr>
              <a:buSzPts val="800"/>
              <a:buNone/>
              <a:defRPr sz="800">
                <a:solidFill>
                  <a:srgbClr val="000000"/>
                </a:solidFill>
              </a:defRPr>
            </a:lvl2pPr>
            <a:lvl3pPr lvl="2" rtl="0">
              <a:lnSpc>
                <a:spcPct val="90000"/>
              </a:lnSpc>
              <a:spcBef>
                <a:spcPts val="0"/>
              </a:spcBef>
              <a:spcAft>
                <a:spcPts val="0"/>
              </a:spcAft>
              <a:buClr>
                <a:srgbClr val="000000"/>
              </a:buClr>
              <a:buSzPts val="800"/>
              <a:buNone/>
              <a:defRPr sz="800">
                <a:solidFill>
                  <a:srgbClr val="000000"/>
                </a:solidFill>
              </a:defRPr>
            </a:lvl3pPr>
            <a:lvl4pPr lvl="3" rtl="0">
              <a:lnSpc>
                <a:spcPct val="90000"/>
              </a:lnSpc>
              <a:spcBef>
                <a:spcPts val="0"/>
              </a:spcBef>
              <a:spcAft>
                <a:spcPts val="0"/>
              </a:spcAft>
              <a:buClr>
                <a:srgbClr val="000000"/>
              </a:buClr>
              <a:buSzPts val="800"/>
              <a:buNone/>
              <a:defRPr sz="800">
                <a:solidFill>
                  <a:srgbClr val="000000"/>
                </a:solidFill>
              </a:defRPr>
            </a:lvl4pPr>
            <a:lvl5pPr lvl="4" rtl="0">
              <a:lnSpc>
                <a:spcPct val="90000"/>
              </a:lnSpc>
              <a:spcBef>
                <a:spcPts val="0"/>
              </a:spcBef>
              <a:spcAft>
                <a:spcPts val="0"/>
              </a:spcAft>
              <a:buClr>
                <a:srgbClr val="000000"/>
              </a:buClr>
              <a:buSzPts val="800"/>
              <a:buNone/>
              <a:defRPr sz="800">
                <a:solidFill>
                  <a:srgbClr val="000000"/>
                </a:solidFill>
              </a:defRPr>
            </a:lvl5pPr>
            <a:lvl6pPr lvl="5" rtl="0">
              <a:lnSpc>
                <a:spcPct val="90000"/>
              </a:lnSpc>
              <a:spcBef>
                <a:spcPts val="0"/>
              </a:spcBef>
              <a:spcAft>
                <a:spcPts val="0"/>
              </a:spcAft>
              <a:buClr>
                <a:srgbClr val="000000"/>
              </a:buClr>
              <a:buSzPts val="800"/>
              <a:buNone/>
              <a:defRPr sz="800">
                <a:solidFill>
                  <a:srgbClr val="000000"/>
                </a:solidFill>
              </a:defRPr>
            </a:lvl6pPr>
            <a:lvl7pPr lvl="6" rtl="0">
              <a:lnSpc>
                <a:spcPct val="90000"/>
              </a:lnSpc>
              <a:spcBef>
                <a:spcPts val="0"/>
              </a:spcBef>
              <a:spcAft>
                <a:spcPts val="0"/>
              </a:spcAft>
              <a:buClr>
                <a:srgbClr val="000000"/>
              </a:buClr>
              <a:buSzPts val="800"/>
              <a:buNone/>
              <a:defRPr sz="800">
                <a:solidFill>
                  <a:srgbClr val="000000"/>
                </a:solidFill>
              </a:defRPr>
            </a:lvl7pPr>
            <a:lvl8pPr lvl="7" rtl="0">
              <a:lnSpc>
                <a:spcPct val="90000"/>
              </a:lnSpc>
              <a:spcBef>
                <a:spcPts val="0"/>
              </a:spcBef>
              <a:spcAft>
                <a:spcPts val="0"/>
              </a:spcAft>
              <a:buClr>
                <a:srgbClr val="000000"/>
              </a:buClr>
              <a:buSzPts val="800"/>
              <a:buNone/>
              <a:defRPr sz="800">
                <a:solidFill>
                  <a:srgbClr val="000000"/>
                </a:solidFill>
              </a:defRPr>
            </a:lvl8pPr>
            <a:lvl9pPr lvl="8" rtl="0">
              <a:lnSpc>
                <a:spcPct val="90000"/>
              </a:lnSpc>
              <a:spcBef>
                <a:spcPts val="0"/>
              </a:spcBef>
              <a:spcAft>
                <a:spcPts val="0"/>
              </a:spcAft>
              <a:buClr>
                <a:srgbClr val="000000"/>
              </a:buClr>
              <a:buSzPts val="800"/>
              <a:buNone/>
              <a:defRPr sz="800">
                <a:solidFill>
                  <a:srgbClr val="000000"/>
                </a:solidFill>
              </a:defRPr>
            </a:lvl9pPr>
          </a:lstStyle>
          <a:p/>
        </p:txBody>
      </p:sp>
      <p:sp>
        <p:nvSpPr>
          <p:cNvPr id="1589" name="Google Shape;1589;p27"/>
          <p:cNvSpPr txBox="1"/>
          <p:nvPr>
            <p:ph idx="31" type="subTitle"/>
          </p:nvPr>
        </p:nvSpPr>
        <p:spPr>
          <a:xfrm>
            <a:off x="832100" y="6178521"/>
            <a:ext cx="1750500" cy="450300"/>
          </a:xfrm>
          <a:prstGeom prst="rect">
            <a:avLst/>
          </a:prstGeom>
          <a:noFill/>
          <a:ln>
            <a:noFill/>
          </a:ln>
        </p:spPr>
        <p:txBody>
          <a:bodyPr anchorCtr="0" anchor="ctr" bIns="54000" lIns="54000" spcFirstLastPara="1" rIns="54000" wrap="square" tIns="54000">
            <a:noAutofit/>
          </a:bodyPr>
          <a:lstStyle>
            <a:lvl1pPr lvl="0"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rtl="0">
              <a:lnSpc>
                <a:spcPct val="90000"/>
              </a:lnSpc>
              <a:spcBef>
                <a:spcPts val="0"/>
              </a:spcBef>
              <a:spcAft>
                <a:spcPts val="0"/>
              </a:spcAft>
              <a:buClr>
                <a:srgbClr val="000000"/>
              </a:buClr>
              <a:buSzPts val="800"/>
              <a:buNone/>
              <a:defRPr sz="800">
                <a:solidFill>
                  <a:srgbClr val="000000"/>
                </a:solidFill>
              </a:defRPr>
            </a:lvl2pPr>
            <a:lvl3pPr lvl="2" rtl="0">
              <a:lnSpc>
                <a:spcPct val="90000"/>
              </a:lnSpc>
              <a:spcBef>
                <a:spcPts val="0"/>
              </a:spcBef>
              <a:spcAft>
                <a:spcPts val="0"/>
              </a:spcAft>
              <a:buClr>
                <a:srgbClr val="000000"/>
              </a:buClr>
              <a:buSzPts val="800"/>
              <a:buNone/>
              <a:defRPr sz="800">
                <a:solidFill>
                  <a:srgbClr val="000000"/>
                </a:solidFill>
              </a:defRPr>
            </a:lvl3pPr>
            <a:lvl4pPr lvl="3" rtl="0">
              <a:lnSpc>
                <a:spcPct val="90000"/>
              </a:lnSpc>
              <a:spcBef>
                <a:spcPts val="0"/>
              </a:spcBef>
              <a:spcAft>
                <a:spcPts val="0"/>
              </a:spcAft>
              <a:buClr>
                <a:srgbClr val="000000"/>
              </a:buClr>
              <a:buSzPts val="800"/>
              <a:buNone/>
              <a:defRPr sz="800">
                <a:solidFill>
                  <a:srgbClr val="000000"/>
                </a:solidFill>
              </a:defRPr>
            </a:lvl4pPr>
            <a:lvl5pPr lvl="4" rtl="0">
              <a:lnSpc>
                <a:spcPct val="90000"/>
              </a:lnSpc>
              <a:spcBef>
                <a:spcPts val="0"/>
              </a:spcBef>
              <a:spcAft>
                <a:spcPts val="0"/>
              </a:spcAft>
              <a:buClr>
                <a:srgbClr val="000000"/>
              </a:buClr>
              <a:buSzPts val="800"/>
              <a:buNone/>
              <a:defRPr sz="800">
                <a:solidFill>
                  <a:srgbClr val="000000"/>
                </a:solidFill>
              </a:defRPr>
            </a:lvl5pPr>
            <a:lvl6pPr lvl="5" rtl="0">
              <a:lnSpc>
                <a:spcPct val="90000"/>
              </a:lnSpc>
              <a:spcBef>
                <a:spcPts val="0"/>
              </a:spcBef>
              <a:spcAft>
                <a:spcPts val="0"/>
              </a:spcAft>
              <a:buClr>
                <a:srgbClr val="000000"/>
              </a:buClr>
              <a:buSzPts val="800"/>
              <a:buNone/>
              <a:defRPr sz="800">
                <a:solidFill>
                  <a:srgbClr val="000000"/>
                </a:solidFill>
              </a:defRPr>
            </a:lvl6pPr>
            <a:lvl7pPr lvl="6" rtl="0">
              <a:lnSpc>
                <a:spcPct val="90000"/>
              </a:lnSpc>
              <a:spcBef>
                <a:spcPts val="0"/>
              </a:spcBef>
              <a:spcAft>
                <a:spcPts val="0"/>
              </a:spcAft>
              <a:buClr>
                <a:srgbClr val="000000"/>
              </a:buClr>
              <a:buSzPts val="800"/>
              <a:buNone/>
              <a:defRPr sz="800">
                <a:solidFill>
                  <a:srgbClr val="000000"/>
                </a:solidFill>
              </a:defRPr>
            </a:lvl7pPr>
            <a:lvl8pPr lvl="7" rtl="0">
              <a:lnSpc>
                <a:spcPct val="90000"/>
              </a:lnSpc>
              <a:spcBef>
                <a:spcPts val="0"/>
              </a:spcBef>
              <a:spcAft>
                <a:spcPts val="0"/>
              </a:spcAft>
              <a:buClr>
                <a:srgbClr val="000000"/>
              </a:buClr>
              <a:buSzPts val="800"/>
              <a:buNone/>
              <a:defRPr sz="800">
                <a:solidFill>
                  <a:srgbClr val="000000"/>
                </a:solidFill>
              </a:defRPr>
            </a:lvl8pPr>
            <a:lvl9pPr lvl="8" rtl="0">
              <a:lnSpc>
                <a:spcPct val="90000"/>
              </a:lnSpc>
              <a:spcBef>
                <a:spcPts val="0"/>
              </a:spcBef>
              <a:spcAft>
                <a:spcPts val="0"/>
              </a:spcAft>
              <a:buClr>
                <a:srgbClr val="000000"/>
              </a:buClr>
              <a:buSzPts val="800"/>
              <a:buNone/>
              <a:defRPr sz="800">
                <a:solidFill>
                  <a:srgbClr val="000000"/>
                </a:solidFill>
              </a:defRPr>
            </a:lvl9pPr>
          </a:lstStyle>
          <a:p/>
        </p:txBody>
      </p:sp>
      <p:sp>
        <p:nvSpPr>
          <p:cNvPr id="1590" name="Google Shape;1590;p27"/>
          <p:cNvSpPr txBox="1"/>
          <p:nvPr>
            <p:ph idx="32" type="subTitle"/>
          </p:nvPr>
        </p:nvSpPr>
        <p:spPr>
          <a:xfrm>
            <a:off x="2631389" y="6178521"/>
            <a:ext cx="3605700" cy="450300"/>
          </a:xfrm>
          <a:prstGeom prst="rect">
            <a:avLst/>
          </a:prstGeom>
          <a:noFill/>
          <a:ln>
            <a:noFill/>
          </a:ln>
        </p:spPr>
        <p:txBody>
          <a:bodyPr anchorCtr="0" anchor="ctr" bIns="54000" lIns="54000" spcFirstLastPara="1" rIns="54000" wrap="square" tIns="54000">
            <a:noAutofit/>
          </a:bodyPr>
          <a:lstStyle>
            <a:lvl1pPr lvl="0"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rtl="0">
              <a:lnSpc>
                <a:spcPct val="90000"/>
              </a:lnSpc>
              <a:spcBef>
                <a:spcPts val="0"/>
              </a:spcBef>
              <a:spcAft>
                <a:spcPts val="0"/>
              </a:spcAft>
              <a:buClr>
                <a:srgbClr val="000000"/>
              </a:buClr>
              <a:buSzPts val="800"/>
              <a:buNone/>
              <a:defRPr sz="800">
                <a:solidFill>
                  <a:srgbClr val="000000"/>
                </a:solidFill>
              </a:defRPr>
            </a:lvl2pPr>
            <a:lvl3pPr lvl="2" rtl="0">
              <a:lnSpc>
                <a:spcPct val="90000"/>
              </a:lnSpc>
              <a:spcBef>
                <a:spcPts val="0"/>
              </a:spcBef>
              <a:spcAft>
                <a:spcPts val="0"/>
              </a:spcAft>
              <a:buClr>
                <a:srgbClr val="000000"/>
              </a:buClr>
              <a:buSzPts val="800"/>
              <a:buNone/>
              <a:defRPr sz="800">
                <a:solidFill>
                  <a:srgbClr val="000000"/>
                </a:solidFill>
              </a:defRPr>
            </a:lvl3pPr>
            <a:lvl4pPr lvl="3" rtl="0">
              <a:lnSpc>
                <a:spcPct val="90000"/>
              </a:lnSpc>
              <a:spcBef>
                <a:spcPts val="0"/>
              </a:spcBef>
              <a:spcAft>
                <a:spcPts val="0"/>
              </a:spcAft>
              <a:buClr>
                <a:srgbClr val="000000"/>
              </a:buClr>
              <a:buSzPts val="800"/>
              <a:buNone/>
              <a:defRPr sz="800">
                <a:solidFill>
                  <a:srgbClr val="000000"/>
                </a:solidFill>
              </a:defRPr>
            </a:lvl4pPr>
            <a:lvl5pPr lvl="4" rtl="0">
              <a:lnSpc>
                <a:spcPct val="90000"/>
              </a:lnSpc>
              <a:spcBef>
                <a:spcPts val="0"/>
              </a:spcBef>
              <a:spcAft>
                <a:spcPts val="0"/>
              </a:spcAft>
              <a:buClr>
                <a:srgbClr val="000000"/>
              </a:buClr>
              <a:buSzPts val="800"/>
              <a:buNone/>
              <a:defRPr sz="800">
                <a:solidFill>
                  <a:srgbClr val="000000"/>
                </a:solidFill>
              </a:defRPr>
            </a:lvl5pPr>
            <a:lvl6pPr lvl="5" rtl="0">
              <a:lnSpc>
                <a:spcPct val="90000"/>
              </a:lnSpc>
              <a:spcBef>
                <a:spcPts val="0"/>
              </a:spcBef>
              <a:spcAft>
                <a:spcPts val="0"/>
              </a:spcAft>
              <a:buClr>
                <a:srgbClr val="000000"/>
              </a:buClr>
              <a:buSzPts val="800"/>
              <a:buNone/>
              <a:defRPr sz="800">
                <a:solidFill>
                  <a:srgbClr val="000000"/>
                </a:solidFill>
              </a:defRPr>
            </a:lvl6pPr>
            <a:lvl7pPr lvl="6" rtl="0">
              <a:lnSpc>
                <a:spcPct val="90000"/>
              </a:lnSpc>
              <a:spcBef>
                <a:spcPts val="0"/>
              </a:spcBef>
              <a:spcAft>
                <a:spcPts val="0"/>
              </a:spcAft>
              <a:buClr>
                <a:srgbClr val="000000"/>
              </a:buClr>
              <a:buSzPts val="800"/>
              <a:buNone/>
              <a:defRPr sz="800">
                <a:solidFill>
                  <a:srgbClr val="000000"/>
                </a:solidFill>
              </a:defRPr>
            </a:lvl7pPr>
            <a:lvl8pPr lvl="7" rtl="0">
              <a:lnSpc>
                <a:spcPct val="90000"/>
              </a:lnSpc>
              <a:spcBef>
                <a:spcPts val="0"/>
              </a:spcBef>
              <a:spcAft>
                <a:spcPts val="0"/>
              </a:spcAft>
              <a:buClr>
                <a:srgbClr val="000000"/>
              </a:buClr>
              <a:buSzPts val="800"/>
              <a:buNone/>
              <a:defRPr sz="800">
                <a:solidFill>
                  <a:srgbClr val="000000"/>
                </a:solidFill>
              </a:defRPr>
            </a:lvl8pPr>
            <a:lvl9pPr lvl="8" rtl="0">
              <a:lnSpc>
                <a:spcPct val="90000"/>
              </a:lnSpc>
              <a:spcBef>
                <a:spcPts val="0"/>
              </a:spcBef>
              <a:spcAft>
                <a:spcPts val="0"/>
              </a:spcAft>
              <a:buClr>
                <a:srgbClr val="000000"/>
              </a:buClr>
              <a:buSzPts val="800"/>
              <a:buNone/>
              <a:defRPr sz="800">
                <a:solidFill>
                  <a:srgbClr val="000000"/>
                </a:solidFill>
              </a:defRPr>
            </a:lvl9pPr>
          </a:lstStyle>
          <a:p/>
        </p:txBody>
      </p:sp>
      <p:sp>
        <p:nvSpPr>
          <p:cNvPr id="1591" name="Google Shape;1591;p27"/>
          <p:cNvSpPr txBox="1"/>
          <p:nvPr>
            <p:ph idx="33" type="subTitle"/>
          </p:nvPr>
        </p:nvSpPr>
        <p:spPr>
          <a:xfrm>
            <a:off x="6269361" y="6178521"/>
            <a:ext cx="3536400" cy="450300"/>
          </a:xfrm>
          <a:prstGeom prst="rect">
            <a:avLst/>
          </a:prstGeom>
          <a:noFill/>
          <a:ln>
            <a:noFill/>
          </a:ln>
        </p:spPr>
        <p:txBody>
          <a:bodyPr anchorCtr="0" anchor="ctr" bIns="54000" lIns="54000" spcFirstLastPara="1" rIns="54000" wrap="square" tIns="54000">
            <a:noAutofit/>
          </a:bodyPr>
          <a:lstStyle>
            <a:lvl1pPr lvl="0"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rtl="0">
              <a:lnSpc>
                <a:spcPct val="90000"/>
              </a:lnSpc>
              <a:spcBef>
                <a:spcPts val="0"/>
              </a:spcBef>
              <a:spcAft>
                <a:spcPts val="0"/>
              </a:spcAft>
              <a:buClr>
                <a:srgbClr val="000000"/>
              </a:buClr>
              <a:buSzPts val="800"/>
              <a:buNone/>
              <a:defRPr sz="800">
                <a:solidFill>
                  <a:srgbClr val="000000"/>
                </a:solidFill>
              </a:defRPr>
            </a:lvl2pPr>
            <a:lvl3pPr lvl="2" rtl="0">
              <a:lnSpc>
                <a:spcPct val="90000"/>
              </a:lnSpc>
              <a:spcBef>
                <a:spcPts val="0"/>
              </a:spcBef>
              <a:spcAft>
                <a:spcPts val="0"/>
              </a:spcAft>
              <a:buClr>
                <a:srgbClr val="000000"/>
              </a:buClr>
              <a:buSzPts val="800"/>
              <a:buNone/>
              <a:defRPr sz="800">
                <a:solidFill>
                  <a:srgbClr val="000000"/>
                </a:solidFill>
              </a:defRPr>
            </a:lvl3pPr>
            <a:lvl4pPr lvl="3" rtl="0">
              <a:lnSpc>
                <a:spcPct val="90000"/>
              </a:lnSpc>
              <a:spcBef>
                <a:spcPts val="0"/>
              </a:spcBef>
              <a:spcAft>
                <a:spcPts val="0"/>
              </a:spcAft>
              <a:buClr>
                <a:srgbClr val="000000"/>
              </a:buClr>
              <a:buSzPts val="800"/>
              <a:buNone/>
              <a:defRPr sz="800">
                <a:solidFill>
                  <a:srgbClr val="000000"/>
                </a:solidFill>
              </a:defRPr>
            </a:lvl4pPr>
            <a:lvl5pPr lvl="4" rtl="0">
              <a:lnSpc>
                <a:spcPct val="90000"/>
              </a:lnSpc>
              <a:spcBef>
                <a:spcPts val="0"/>
              </a:spcBef>
              <a:spcAft>
                <a:spcPts val="0"/>
              </a:spcAft>
              <a:buClr>
                <a:srgbClr val="000000"/>
              </a:buClr>
              <a:buSzPts val="800"/>
              <a:buNone/>
              <a:defRPr sz="800">
                <a:solidFill>
                  <a:srgbClr val="000000"/>
                </a:solidFill>
              </a:defRPr>
            </a:lvl5pPr>
            <a:lvl6pPr lvl="5" rtl="0">
              <a:lnSpc>
                <a:spcPct val="90000"/>
              </a:lnSpc>
              <a:spcBef>
                <a:spcPts val="0"/>
              </a:spcBef>
              <a:spcAft>
                <a:spcPts val="0"/>
              </a:spcAft>
              <a:buClr>
                <a:srgbClr val="000000"/>
              </a:buClr>
              <a:buSzPts val="800"/>
              <a:buNone/>
              <a:defRPr sz="800">
                <a:solidFill>
                  <a:srgbClr val="000000"/>
                </a:solidFill>
              </a:defRPr>
            </a:lvl6pPr>
            <a:lvl7pPr lvl="6" rtl="0">
              <a:lnSpc>
                <a:spcPct val="90000"/>
              </a:lnSpc>
              <a:spcBef>
                <a:spcPts val="0"/>
              </a:spcBef>
              <a:spcAft>
                <a:spcPts val="0"/>
              </a:spcAft>
              <a:buClr>
                <a:srgbClr val="000000"/>
              </a:buClr>
              <a:buSzPts val="800"/>
              <a:buNone/>
              <a:defRPr sz="800">
                <a:solidFill>
                  <a:srgbClr val="000000"/>
                </a:solidFill>
              </a:defRPr>
            </a:lvl7pPr>
            <a:lvl8pPr lvl="7" rtl="0">
              <a:lnSpc>
                <a:spcPct val="90000"/>
              </a:lnSpc>
              <a:spcBef>
                <a:spcPts val="0"/>
              </a:spcBef>
              <a:spcAft>
                <a:spcPts val="0"/>
              </a:spcAft>
              <a:buClr>
                <a:srgbClr val="000000"/>
              </a:buClr>
              <a:buSzPts val="800"/>
              <a:buNone/>
              <a:defRPr sz="800">
                <a:solidFill>
                  <a:srgbClr val="000000"/>
                </a:solidFill>
              </a:defRPr>
            </a:lvl8pPr>
            <a:lvl9pPr lvl="8" rtl="0">
              <a:lnSpc>
                <a:spcPct val="90000"/>
              </a:lnSpc>
              <a:spcBef>
                <a:spcPts val="0"/>
              </a:spcBef>
              <a:spcAft>
                <a:spcPts val="0"/>
              </a:spcAft>
              <a:buClr>
                <a:srgbClr val="000000"/>
              </a:buClr>
              <a:buSzPts val="800"/>
              <a:buNone/>
              <a:defRPr sz="800">
                <a:solidFill>
                  <a:srgbClr val="000000"/>
                </a:solidFill>
              </a:defRPr>
            </a:lvl9pPr>
          </a:lstStyle>
          <a:p/>
        </p:txBody>
      </p:sp>
      <p:sp>
        <p:nvSpPr>
          <p:cNvPr id="1592" name="Google Shape;1592;p27"/>
          <p:cNvSpPr txBox="1"/>
          <p:nvPr/>
        </p:nvSpPr>
        <p:spPr>
          <a:xfrm>
            <a:off x="277302" y="4083957"/>
            <a:ext cx="509100" cy="4503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s-419" sz="800">
                <a:latin typeface="Arvo"/>
                <a:ea typeface="Arvo"/>
                <a:cs typeface="Arvo"/>
                <a:sym typeface="Arvo"/>
              </a:rPr>
              <a:t>6</a:t>
            </a:r>
            <a:endParaRPr b="1" sz="800">
              <a:latin typeface="Arvo"/>
              <a:ea typeface="Arvo"/>
              <a:cs typeface="Arvo"/>
              <a:sym typeface="Arvo"/>
            </a:endParaRPr>
          </a:p>
        </p:txBody>
      </p:sp>
      <p:sp>
        <p:nvSpPr>
          <p:cNvPr id="1593" name="Google Shape;1593;p27"/>
          <p:cNvSpPr txBox="1"/>
          <p:nvPr/>
        </p:nvSpPr>
        <p:spPr>
          <a:xfrm>
            <a:off x="277302" y="4604073"/>
            <a:ext cx="509100" cy="4503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s-419" sz="800">
                <a:latin typeface="Arvo"/>
                <a:ea typeface="Arvo"/>
                <a:cs typeface="Arvo"/>
                <a:sym typeface="Arvo"/>
              </a:rPr>
              <a:t>7</a:t>
            </a:r>
            <a:endParaRPr b="1" sz="800">
              <a:latin typeface="Arvo"/>
              <a:ea typeface="Arvo"/>
              <a:cs typeface="Arvo"/>
              <a:sym typeface="Arvo"/>
            </a:endParaRPr>
          </a:p>
        </p:txBody>
      </p:sp>
      <p:sp>
        <p:nvSpPr>
          <p:cNvPr id="1594" name="Google Shape;1594;p27"/>
          <p:cNvSpPr txBox="1"/>
          <p:nvPr/>
        </p:nvSpPr>
        <p:spPr>
          <a:xfrm>
            <a:off x="277302" y="5122974"/>
            <a:ext cx="509100" cy="4503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s-419" sz="800">
                <a:latin typeface="Arvo"/>
                <a:ea typeface="Arvo"/>
                <a:cs typeface="Arvo"/>
                <a:sym typeface="Arvo"/>
              </a:rPr>
              <a:t>8</a:t>
            </a:r>
            <a:endParaRPr b="1" sz="800">
              <a:latin typeface="Arvo"/>
              <a:ea typeface="Arvo"/>
              <a:cs typeface="Arvo"/>
              <a:sym typeface="Arvo"/>
            </a:endParaRPr>
          </a:p>
        </p:txBody>
      </p:sp>
      <p:sp>
        <p:nvSpPr>
          <p:cNvPr id="1595" name="Google Shape;1595;p27"/>
          <p:cNvSpPr txBox="1"/>
          <p:nvPr/>
        </p:nvSpPr>
        <p:spPr>
          <a:xfrm>
            <a:off x="277302" y="5643889"/>
            <a:ext cx="509100" cy="4503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s-419" sz="800">
                <a:latin typeface="Arvo"/>
                <a:ea typeface="Arvo"/>
                <a:cs typeface="Arvo"/>
                <a:sym typeface="Arvo"/>
              </a:rPr>
              <a:t>9</a:t>
            </a:r>
            <a:endParaRPr b="1" sz="800">
              <a:latin typeface="Arvo"/>
              <a:ea typeface="Arvo"/>
              <a:cs typeface="Arvo"/>
              <a:sym typeface="Arvo"/>
            </a:endParaRPr>
          </a:p>
        </p:txBody>
      </p:sp>
      <p:sp>
        <p:nvSpPr>
          <p:cNvPr id="1596" name="Google Shape;1596;p27"/>
          <p:cNvSpPr txBox="1"/>
          <p:nvPr/>
        </p:nvSpPr>
        <p:spPr>
          <a:xfrm>
            <a:off x="277302" y="6161325"/>
            <a:ext cx="509100" cy="4503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s-419" sz="800">
                <a:latin typeface="Arvo"/>
                <a:ea typeface="Arvo"/>
                <a:cs typeface="Arvo"/>
                <a:sym typeface="Arvo"/>
              </a:rPr>
              <a:t>10</a:t>
            </a:r>
            <a:endParaRPr b="1" sz="800">
              <a:latin typeface="Arvo"/>
              <a:ea typeface="Arvo"/>
              <a:cs typeface="Arvo"/>
              <a:sym typeface="Arvo"/>
            </a:endParaRPr>
          </a:p>
        </p:txBody>
      </p:sp>
      <p:sp>
        <p:nvSpPr>
          <p:cNvPr id="1597" name="Google Shape;1597;p27"/>
          <p:cNvSpPr txBox="1"/>
          <p:nvPr/>
        </p:nvSpPr>
        <p:spPr>
          <a:xfrm>
            <a:off x="2524025" y="387675"/>
            <a:ext cx="15012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Unid. Organizacional:</a:t>
            </a:r>
            <a:endParaRPr b="1" sz="1100"/>
          </a:p>
        </p:txBody>
      </p:sp>
      <p:sp>
        <p:nvSpPr>
          <p:cNvPr id="1598" name="Google Shape;1598;p27"/>
          <p:cNvSpPr txBox="1"/>
          <p:nvPr/>
        </p:nvSpPr>
        <p:spPr>
          <a:xfrm>
            <a:off x="2524020" y="579550"/>
            <a:ext cx="6846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Alcance:</a:t>
            </a:r>
            <a:endParaRPr b="1" sz="1100"/>
          </a:p>
        </p:txBody>
      </p:sp>
      <p:sp>
        <p:nvSpPr>
          <p:cNvPr id="1599" name="Google Shape;1599;p27"/>
          <p:cNvSpPr txBox="1"/>
          <p:nvPr>
            <p:ph type="title"/>
          </p:nvPr>
        </p:nvSpPr>
        <p:spPr>
          <a:xfrm flipH="1">
            <a:off x="4025374" y="387675"/>
            <a:ext cx="5863200" cy="169200"/>
          </a:xfrm>
          <a:prstGeom prst="rect">
            <a:avLst/>
          </a:prstGeom>
          <a:noFill/>
          <a:ln>
            <a:noFill/>
          </a:ln>
        </p:spPr>
        <p:txBody>
          <a:bodyPr anchorCtr="0" anchor="ctr" bIns="0" lIns="0" spcFirstLastPara="1" rIns="0" wrap="square" tIns="0">
            <a:noAutofit/>
          </a:bodyPr>
          <a:lstStyle>
            <a:lvl1pPr lvl="0" rtl="0">
              <a:spcBef>
                <a:spcPts val="0"/>
              </a:spcBef>
              <a:spcAft>
                <a:spcPts val="0"/>
              </a:spcAft>
              <a:buClr>
                <a:srgbClr val="000000"/>
              </a:buClr>
              <a:buSzPts val="1000"/>
              <a:buNone/>
              <a:defRPr sz="1000">
                <a:solidFill>
                  <a:srgbClr val="000000"/>
                </a:solidFill>
              </a:defRPr>
            </a:lvl1pPr>
            <a:lvl2pPr lvl="1" rtl="0">
              <a:spcBef>
                <a:spcPts val="0"/>
              </a:spcBef>
              <a:spcAft>
                <a:spcPts val="0"/>
              </a:spcAft>
              <a:buClr>
                <a:srgbClr val="000000"/>
              </a:buClr>
              <a:buSzPts val="1000"/>
              <a:buNone/>
              <a:defRPr sz="1000">
                <a:solidFill>
                  <a:srgbClr val="000000"/>
                </a:solidFill>
              </a:defRPr>
            </a:lvl2pPr>
            <a:lvl3pPr lvl="2" rtl="0">
              <a:spcBef>
                <a:spcPts val="0"/>
              </a:spcBef>
              <a:spcAft>
                <a:spcPts val="0"/>
              </a:spcAft>
              <a:buClr>
                <a:srgbClr val="000000"/>
              </a:buClr>
              <a:buSzPts val="1000"/>
              <a:buNone/>
              <a:defRPr sz="1000">
                <a:solidFill>
                  <a:srgbClr val="000000"/>
                </a:solidFill>
              </a:defRPr>
            </a:lvl3pPr>
            <a:lvl4pPr lvl="3" rtl="0">
              <a:spcBef>
                <a:spcPts val="0"/>
              </a:spcBef>
              <a:spcAft>
                <a:spcPts val="0"/>
              </a:spcAft>
              <a:buClr>
                <a:srgbClr val="000000"/>
              </a:buClr>
              <a:buSzPts val="1000"/>
              <a:buNone/>
              <a:defRPr sz="1000">
                <a:solidFill>
                  <a:srgbClr val="000000"/>
                </a:solidFill>
              </a:defRPr>
            </a:lvl4pPr>
            <a:lvl5pPr lvl="4" rtl="0">
              <a:spcBef>
                <a:spcPts val="0"/>
              </a:spcBef>
              <a:spcAft>
                <a:spcPts val="0"/>
              </a:spcAft>
              <a:buClr>
                <a:srgbClr val="000000"/>
              </a:buClr>
              <a:buSzPts val="1000"/>
              <a:buNone/>
              <a:defRPr sz="1000">
                <a:solidFill>
                  <a:srgbClr val="000000"/>
                </a:solidFill>
              </a:defRPr>
            </a:lvl5pPr>
            <a:lvl6pPr lvl="5" rtl="0">
              <a:spcBef>
                <a:spcPts val="0"/>
              </a:spcBef>
              <a:spcAft>
                <a:spcPts val="0"/>
              </a:spcAft>
              <a:buClr>
                <a:srgbClr val="000000"/>
              </a:buClr>
              <a:buSzPts val="1000"/>
              <a:buNone/>
              <a:defRPr sz="1000">
                <a:solidFill>
                  <a:srgbClr val="000000"/>
                </a:solidFill>
              </a:defRPr>
            </a:lvl6pPr>
            <a:lvl7pPr lvl="6" rtl="0">
              <a:spcBef>
                <a:spcPts val="0"/>
              </a:spcBef>
              <a:spcAft>
                <a:spcPts val="0"/>
              </a:spcAft>
              <a:buClr>
                <a:srgbClr val="000000"/>
              </a:buClr>
              <a:buSzPts val="1000"/>
              <a:buNone/>
              <a:defRPr sz="1000">
                <a:solidFill>
                  <a:srgbClr val="000000"/>
                </a:solidFill>
              </a:defRPr>
            </a:lvl7pPr>
            <a:lvl8pPr lvl="7" rtl="0">
              <a:spcBef>
                <a:spcPts val="0"/>
              </a:spcBef>
              <a:spcAft>
                <a:spcPts val="0"/>
              </a:spcAft>
              <a:buClr>
                <a:srgbClr val="000000"/>
              </a:buClr>
              <a:buSzPts val="1000"/>
              <a:buNone/>
              <a:defRPr sz="1000">
                <a:solidFill>
                  <a:srgbClr val="000000"/>
                </a:solidFill>
              </a:defRPr>
            </a:lvl8pPr>
            <a:lvl9pPr lvl="8" rtl="0">
              <a:spcBef>
                <a:spcPts val="0"/>
              </a:spcBef>
              <a:spcAft>
                <a:spcPts val="0"/>
              </a:spcAft>
              <a:buClr>
                <a:srgbClr val="000000"/>
              </a:buClr>
              <a:buSzPts val="1000"/>
              <a:buNone/>
              <a:defRPr sz="1000">
                <a:solidFill>
                  <a:srgbClr val="000000"/>
                </a:solidFill>
              </a:defRPr>
            </a:lvl9pPr>
          </a:lstStyle>
          <a:p/>
        </p:txBody>
      </p:sp>
      <p:sp>
        <p:nvSpPr>
          <p:cNvPr id="1600" name="Google Shape;1600;p27"/>
          <p:cNvSpPr txBox="1"/>
          <p:nvPr>
            <p:ph idx="34" type="title"/>
          </p:nvPr>
        </p:nvSpPr>
        <p:spPr>
          <a:xfrm flipH="1">
            <a:off x="3208773" y="579550"/>
            <a:ext cx="6679800" cy="169200"/>
          </a:xfrm>
          <a:prstGeom prst="rect">
            <a:avLst/>
          </a:prstGeom>
          <a:noFill/>
          <a:ln>
            <a:noFill/>
          </a:ln>
        </p:spPr>
        <p:txBody>
          <a:bodyPr anchorCtr="0" anchor="ctr" bIns="0" lIns="0" spcFirstLastPara="1" rIns="0" wrap="square" tIns="0">
            <a:noAutofit/>
          </a:bodyPr>
          <a:lstStyle>
            <a:lvl1pPr lvl="0" rtl="0">
              <a:spcBef>
                <a:spcPts val="0"/>
              </a:spcBef>
              <a:spcAft>
                <a:spcPts val="0"/>
              </a:spcAft>
              <a:buClr>
                <a:srgbClr val="000000"/>
              </a:buClr>
              <a:buSzPts val="1000"/>
              <a:buNone/>
              <a:defRPr sz="1000">
                <a:solidFill>
                  <a:srgbClr val="000000"/>
                </a:solidFill>
              </a:defRPr>
            </a:lvl1pPr>
            <a:lvl2pPr lvl="1" rtl="0">
              <a:spcBef>
                <a:spcPts val="0"/>
              </a:spcBef>
              <a:spcAft>
                <a:spcPts val="0"/>
              </a:spcAft>
              <a:buClr>
                <a:srgbClr val="000000"/>
              </a:buClr>
              <a:buSzPts val="1000"/>
              <a:buNone/>
              <a:defRPr sz="1000">
                <a:solidFill>
                  <a:srgbClr val="000000"/>
                </a:solidFill>
              </a:defRPr>
            </a:lvl2pPr>
            <a:lvl3pPr lvl="2" rtl="0">
              <a:spcBef>
                <a:spcPts val="0"/>
              </a:spcBef>
              <a:spcAft>
                <a:spcPts val="0"/>
              </a:spcAft>
              <a:buClr>
                <a:srgbClr val="000000"/>
              </a:buClr>
              <a:buSzPts val="1000"/>
              <a:buNone/>
              <a:defRPr sz="1000">
                <a:solidFill>
                  <a:srgbClr val="000000"/>
                </a:solidFill>
              </a:defRPr>
            </a:lvl3pPr>
            <a:lvl4pPr lvl="3" rtl="0">
              <a:spcBef>
                <a:spcPts val="0"/>
              </a:spcBef>
              <a:spcAft>
                <a:spcPts val="0"/>
              </a:spcAft>
              <a:buClr>
                <a:srgbClr val="000000"/>
              </a:buClr>
              <a:buSzPts val="1000"/>
              <a:buNone/>
              <a:defRPr sz="1000">
                <a:solidFill>
                  <a:srgbClr val="000000"/>
                </a:solidFill>
              </a:defRPr>
            </a:lvl4pPr>
            <a:lvl5pPr lvl="4" rtl="0">
              <a:spcBef>
                <a:spcPts val="0"/>
              </a:spcBef>
              <a:spcAft>
                <a:spcPts val="0"/>
              </a:spcAft>
              <a:buClr>
                <a:srgbClr val="000000"/>
              </a:buClr>
              <a:buSzPts val="1000"/>
              <a:buNone/>
              <a:defRPr sz="1000">
                <a:solidFill>
                  <a:srgbClr val="000000"/>
                </a:solidFill>
              </a:defRPr>
            </a:lvl5pPr>
            <a:lvl6pPr lvl="5" rtl="0">
              <a:spcBef>
                <a:spcPts val="0"/>
              </a:spcBef>
              <a:spcAft>
                <a:spcPts val="0"/>
              </a:spcAft>
              <a:buClr>
                <a:srgbClr val="000000"/>
              </a:buClr>
              <a:buSzPts val="1000"/>
              <a:buNone/>
              <a:defRPr sz="1000">
                <a:solidFill>
                  <a:srgbClr val="000000"/>
                </a:solidFill>
              </a:defRPr>
            </a:lvl6pPr>
            <a:lvl7pPr lvl="6" rtl="0">
              <a:spcBef>
                <a:spcPts val="0"/>
              </a:spcBef>
              <a:spcAft>
                <a:spcPts val="0"/>
              </a:spcAft>
              <a:buClr>
                <a:srgbClr val="000000"/>
              </a:buClr>
              <a:buSzPts val="1000"/>
              <a:buNone/>
              <a:defRPr sz="1000">
                <a:solidFill>
                  <a:srgbClr val="000000"/>
                </a:solidFill>
              </a:defRPr>
            </a:lvl7pPr>
            <a:lvl8pPr lvl="7" rtl="0">
              <a:spcBef>
                <a:spcPts val="0"/>
              </a:spcBef>
              <a:spcAft>
                <a:spcPts val="0"/>
              </a:spcAft>
              <a:buClr>
                <a:srgbClr val="000000"/>
              </a:buClr>
              <a:buSzPts val="1000"/>
              <a:buNone/>
              <a:defRPr sz="1000">
                <a:solidFill>
                  <a:srgbClr val="000000"/>
                </a:solidFill>
              </a:defRPr>
            </a:lvl8pPr>
            <a:lvl9pPr lvl="8" rtl="0">
              <a:spcBef>
                <a:spcPts val="0"/>
              </a:spcBef>
              <a:spcAft>
                <a:spcPts val="0"/>
              </a:spcAft>
              <a:buClr>
                <a:srgbClr val="000000"/>
              </a:buClr>
              <a:buSzPts val="1000"/>
              <a:buNone/>
              <a:defRPr sz="1000">
                <a:solidFill>
                  <a:srgbClr val="000000"/>
                </a:solidFill>
              </a:defRPr>
            </a:lvl9pPr>
          </a:lstStyle>
          <a:p/>
        </p:txBody>
      </p:sp>
      <p:sp>
        <p:nvSpPr>
          <p:cNvPr id="1601" name="Google Shape;1601;p27"/>
          <p:cNvSpPr txBox="1"/>
          <p:nvPr>
            <p:ph idx="35" type="body"/>
          </p:nvPr>
        </p:nvSpPr>
        <p:spPr>
          <a:xfrm>
            <a:off x="641150" y="612125"/>
            <a:ext cx="1770300" cy="160500"/>
          </a:xfrm>
          <a:prstGeom prst="rect">
            <a:avLst/>
          </a:prstGeom>
          <a:noFill/>
          <a:ln>
            <a:noFill/>
          </a:ln>
        </p:spPr>
        <p:txBody>
          <a:bodyPr anchorCtr="0" anchor="t" bIns="0" lIns="0" spcFirstLastPara="1" rIns="0" wrap="square" tIns="0">
            <a:noAutofit/>
          </a:bodyPr>
          <a:lstStyle>
            <a:lvl1pPr indent="-292100" lvl="0" marL="457200" rtl="0" algn="ctr">
              <a:spcBef>
                <a:spcPts val="0"/>
              </a:spcBef>
              <a:spcAft>
                <a:spcPts val="0"/>
              </a:spcAft>
              <a:buClr>
                <a:srgbClr val="FFFFFF"/>
              </a:buClr>
              <a:buSzPts val="1000"/>
              <a:buChar char="●"/>
              <a:defRPr sz="1000">
                <a:solidFill>
                  <a:srgbClr val="FFFFFF"/>
                </a:solidFill>
              </a:defRPr>
            </a:lvl1pPr>
            <a:lvl2pPr indent="-292100" lvl="1" marL="914400" rtl="0" algn="ctr">
              <a:spcBef>
                <a:spcPts val="0"/>
              </a:spcBef>
              <a:spcAft>
                <a:spcPts val="0"/>
              </a:spcAft>
              <a:buClr>
                <a:srgbClr val="FFFFFF"/>
              </a:buClr>
              <a:buSzPts val="1000"/>
              <a:buChar char="○"/>
              <a:defRPr sz="1000">
                <a:solidFill>
                  <a:srgbClr val="FFFFFF"/>
                </a:solidFill>
              </a:defRPr>
            </a:lvl2pPr>
            <a:lvl3pPr indent="-292100" lvl="2" marL="1371600" rtl="0" algn="ctr">
              <a:spcBef>
                <a:spcPts val="0"/>
              </a:spcBef>
              <a:spcAft>
                <a:spcPts val="0"/>
              </a:spcAft>
              <a:buClr>
                <a:srgbClr val="FFFFFF"/>
              </a:buClr>
              <a:buSzPts val="1000"/>
              <a:buChar char="■"/>
              <a:defRPr sz="1000">
                <a:solidFill>
                  <a:srgbClr val="FFFFFF"/>
                </a:solidFill>
              </a:defRPr>
            </a:lvl3pPr>
            <a:lvl4pPr indent="-292100" lvl="3" marL="1828800" rtl="0" algn="ctr">
              <a:spcBef>
                <a:spcPts val="0"/>
              </a:spcBef>
              <a:spcAft>
                <a:spcPts val="0"/>
              </a:spcAft>
              <a:buClr>
                <a:srgbClr val="FFFFFF"/>
              </a:buClr>
              <a:buSzPts val="1000"/>
              <a:buChar char="●"/>
              <a:defRPr sz="1000">
                <a:solidFill>
                  <a:srgbClr val="FFFFFF"/>
                </a:solidFill>
              </a:defRPr>
            </a:lvl4pPr>
            <a:lvl5pPr indent="-292100" lvl="4" marL="2286000" rtl="0" algn="ctr">
              <a:spcBef>
                <a:spcPts val="0"/>
              </a:spcBef>
              <a:spcAft>
                <a:spcPts val="0"/>
              </a:spcAft>
              <a:buClr>
                <a:srgbClr val="FFFFFF"/>
              </a:buClr>
              <a:buSzPts val="1000"/>
              <a:buChar char="○"/>
              <a:defRPr sz="1000">
                <a:solidFill>
                  <a:srgbClr val="FFFFFF"/>
                </a:solidFill>
              </a:defRPr>
            </a:lvl5pPr>
            <a:lvl6pPr indent="-292100" lvl="5" marL="2743200" rtl="0" algn="ctr">
              <a:spcBef>
                <a:spcPts val="0"/>
              </a:spcBef>
              <a:spcAft>
                <a:spcPts val="0"/>
              </a:spcAft>
              <a:buClr>
                <a:srgbClr val="FFFFFF"/>
              </a:buClr>
              <a:buSzPts val="1000"/>
              <a:buChar char="■"/>
              <a:defRPr sz="1000">
                <a:solidFill>
                  <a:srgbClr val="FFFFFF"/>
                </a:solidFill>
              </a:defRPr>
            </a:lvl6pPr>
            <a:lvl7pPr indent="-292100" lvl="6" marL="3200400" rtl="0" algn="ctr">
              <a:spcBef>
                <a:spcPts val="0"/>
              </a:spcBef>
              <a:spcAft>
                <a:spcPts val="0"/>
              </a:spcAft>
              <a:buClr>
                <a:srgbClr val="FFFFFF"/>
              </a:buClr>
              <a:buSzPts val="1000"/>
              <a:buChar char="●"/>
              <a:defRPr sz="1000">
                <a:solidFill>
                  <a:srgbClr val="FFFFFF"/>
                </a:solidFill>
              </a:defRPr>
            </a:lvl7pPr>
            <a:lvl8pPr indent="-292100" lvl="7" marL="3657600" rtl="0" algn="ctr">
              <a:spcBef>
                <a:spcPts val="0"/>
              </a:spcBef>
              <a:spcAft>
                <a:spcPts val="0"/>
              </a:spcAft>
              <a:buClr>
                <a:srgbClr val="FFFFFF"/>
              </a:buClr>
              <a:buSzPts val="1000"/>
              <a:buChar char="○"/>
              <a:defRPr sz="1000">
                <a:solidFill>
                  <a:srgbClr val="FFFFFF"/>
                </a:solidFill>
              </a:defRPr>
            </a:lvl8pPr>
            <a:lvl9pPr indent="-292100" lvl="8" marL="4114800" rtl="0" algn="ctr">
              <a:spcBef>
                <a:spcPts val="0"/>
              </a:spcBef>
              <a:spcAft>
                <a:spcPts val="0"/>
              </a:spcAft>
              <a:buClr>
                <a:srgbClr val="FFFFFF"/>
              </a:buClr>
              <a:buSzPts val="1000"/>
              <a:buChar char="■"/>
              <a:defRPr sz="1000">
                <a:solidFill>
                  <a:srgbClr val="FFFFFF"/>
                </a:solidFill>
              </a:defRPr>
            </a:lvl9pPr>
          </a:lstStyle>
          <a:p/>
        </p:txBody>
      </p:sp>
      <p:sp>
        <p:nvSpPr>
          <p:cNvPr id="1602" name="Google Shape;1602;p27"/>
          <p:cNvSpPr txBox="1"/>
          <p:nvPr/>
        </p:nvSpPr>
        <p:spPr>
          <a:xfrm>
            <a:off x="84825" y="598125"/>
            <a:ext cx="595500" cy="205800"/>
          </a:xfrm>
          <a:prstGeom prst="rect">
            <a:avLst/>
          </a:prstGeom>
          <a:noFill/>
          <a:ln>
            <a:noFill/>
          </a:ln>
        </p:spPr>
        <p:txBody>
          <a:bodyPr anchorCtr="0" anchor="t" bIns="18000" lIns="18000" spcFirstLastPara="1" rIns="18000" wrap="square" tIns="18000">
            <a:spAutoFit/>
          </a:bodyPr>
          <a:lstStyle/>
          <a:p>
            <a:pPr indent="0" lvl="0" marL="0" rtl="0" algn="l">
              <a:spcBef>
                <a:spcPts val="0"/>
              </a:spcBef>
              <a:spcAft>
                <a:spcPts val="0"/>
              </a:spcAft>
              <a:buNone/>
            </a:pPr>
            <a:r>
              <a:rPr lang="es-419" sz="1100">
                <a:solidFill>
                  <a:srgbClr val="FFFFFF"/>
                </a:solidFill>
              </a:rPr>
              <a:t>Nombre:</a:t>
            </a:r>
            <a:endParaRPr sz="1100">
              <a:solidFill>
                <a:srgbClr val="FFFFFF"/>
              </a:solidFill>
            </a:endParaRPr>
          </a:p>
        </p:txBody>
      </p:sp>
    </p:spTree>
  </p:cSld>
  <p:clrMapOvr>
    <a:masterClrMapping/>
  </p:clrMapOvr>
</p:sldLayout>
</file>

<file path=ppt/slideLayouts/slideLayout2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5.4 Estructura de funcionalidades">
  <p:cSld name="TITLE_3_6_1_1_1_1_1_1_1_1_1_1_1_1_1_1_1_1_1_1_1_1_1_1_1_1_3">
    <p:spTree>
      <p:nvGrpSpPr>
        <p:cNvPr id="1603" name="Shape 1603"/>
        <p:cNvGrpSpPr/>
        <p:nvPr/>
      </p:nvGrpSpPr>
      <p:grpSpPr>
        <a:xfrm>
          <a:off x="0" y="0"/>
          <a:ext cx="0" cy="0"/>
          <a:chOff x="0" y="0"/>
          <a:chExt cx="0" cy="0"/>
        </a:xfrm>
      </p:grpSpPr>
      <p:sp>
        <p:nvSpPr>
          <p:cNvPr id="1604" name="Google Shape;1604;p28"/>
          <p:cNvSpPr/>
          <p:nvPr/>
        </p:nvSpPr>
        <p:spPr>
          <a:xfrm>
            <a:off x="77688" y="358938"/>
            <a:ext cx="9935700" cy="6438000"/>
          </a:xfrm>
          <a:prstGeom prst="roundRect">
            <a:avLst>
              <a:gd fmla="val 2618" name="adj"/>
            </a:avLst>
          </a:prstGeom>
          <a:solidFill>
            <a:srgbClr val="FFFFFF"/>
          </a:solidFill>
          <a:ln cap="flat" cmpd="sng" w="38100">
            <a:solidFill>
              <a:srgbClr val="000000"/>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605" name="Google Shape;1605;p28"/>
          <p:cNvCxnSpPr/>
          <p:nvPr/>
        </p:nvCxnSpPr>
        <p:spPr>
          <a:xfrm>
            <a:off x="77688" y="772614"/>
            <a:ext cx="9935700" cy="0"/>
          </a:xfrm>
          <a:prstGeom prst="straightConnector1">
            <a:avLst/>
          </a:prstGeom>
          <a:noFill/>
          <a:ln cap="flat" cmpd="sng" w="19050">
            <a:solidFill>
              <a:srgbClr val="000000"/>
            </a:solidFill>
            <a:prstDash val="solid"/>
            <a:round/>
            <a:headEnd len="med" w="med" type="none"/>
            <a:tailEnd len="med" w="med" type="none"/>
          </a:ln>
        </p:spPr>
      </p:cxnSp>
      <p:cxnSp>
        <p:nvCxnSpPr>
          <p:cNvPr id="1606" name="Google Shape;1606;p28"/>
          <p:cNvCxnSpPr/>
          <p:nvPr/>
        </p:nvCxnSpPr>
        <p:spPr>
          <a:xfrm rot="10800000">
            <a:off x="2439038" y="368188"/>
            <a:ext cx="0" cy="402300"/>
          </a:xfrm>
          <a:prstGeom prst="straightConnector1">
            <a:avLst/>
          </a:prstGeom>
          <a:noFill/>
          <a:ln cap="flat" cmpd="sng" w="19050">
            <a:solidFill>
              <a:srgbClr val="000000"/>
            </a:solidFill>
            <a:prstDash val="solid"/>
            <a:round/>
            <a:headEnd len="med" w="med" type="none"/>
            <a:tailEnd len="med" w="med" type="none"/>
          </a:ln>
        </p:spPr>
      </p:cxnSp>
      <p:sp>
        <p:nvSpPr>
          <p:cNvPr id="1607" name="Google Shape;1607;p28"/>
          <p:cNvSpPr/>
          <p:nvPr/>
        </p:nvSpPr>
        <p:spPr>
          <a:xfrm>
            <a:off x="77688" y="349338"/>
            <a:ext cx="2361300" cy="421200"/>
          </a:xfrm>
          <a:prstGeom prst="roundRect">
            <a:avLst>
              <a:gd fmla="val 50000" name="adj"/>
            </a:avLst>
          </a:prstGeom>
          <a:solidFill>
            <a:srgbClr val="000000"/>
          </a:solidFill>
          <a:ln cap="flat" cmpd="sng" w="9525">
            <a:solidFill>
              <a:srgbClr val="000000"/>
            </a:solidFill>
            <a:prstDash val="solid"/>
            <a:round/>
            <a:headEnd len="sm" w="sm" type="none"/>
            <a:tailEnd len="sm" w="sm" type="none"/>
          </a:ln>
        </p:spPr>
        <p:txBody>
          <a:bodyPr anchorCtr="0" anchor="ctr" bIns="91425" lIns="0" spcFirstLastPara="1" rIns="0" wrap="square" tIns="91425">
            <a:noAutofit/>
          </a:bodyPr>
          <a:lstStyle/>
          <a:p>
            <a:pPr indent="0" lvl="0" marL="0" rtl="0" algn="ctr">
              <a:spcBef>
                <a:spcPts val="0"/>
              </a:spcBef>
              <a:spcAft>
                <a:spcPts val="0"/>
              </a:spcAft>
              <a:buNone/>
            </a:pPr>
            <a:r>
              <a:rPr b="1" lang="es-419" sz="1100">
                <a:solidFill>
                  <a:srgbClr val="FFFFFF"/>
                </a:solidFill>
              </a:rPr>
              <a:t>Estructura de Funcionalidades</a:t>
            </a:r>
            <a:endParaRPr b="1" sz="1100">
              <a:solidFill>
                <a:srgbClr val="FFFFFF"/>
              </a:solidFill>
            </a:endParaRPr>
          </a:p>
          <a:p>
            <a:pPr indent="0" lvl="0" marL="0" rtl="0" algn="ctr">
              <a:spcBef>
                <a:spcPts val="0"/>
              </a:spcBef>
              <a:spcAft>
                <a:spcPts val="0"/>
              </a:spcAft>
              <a:buNone/>
            </a:pPr>
            <a:r>
              <a:t/>
            </a:r>
            <a:endParaRPr b="1" sz="1200">
              <a:solidFill>
                <a:srgbClr val="FFFFFF"/>
              </a:solidFill>
            </a:endParaRPr>
          </a:p>
        </p:txBody>
      </p:sp>
      <p:sp>
        <p:nvSpPr>
          <p:cNvPr id="1608" name="Google Shape;1608;p28"/>
          <p:cNvSpPr/>
          <p:nvPr/>
        </p:nvSpPr>
        <p:spPr>
          <a:xfrm>
            <a:off x="83988" y="595504"/>
            <a:ext cx="190200" cy="1692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 name="Google Shape;1609;p28"/>
          <p:cNvSpPr/>
          <p:nvPr/>
        </p:nvSpPr>
        <p:spPr>
          <a:xfrm>
            <a:off x="2350598" y="358950"/>
            <a:ext cx="88500" cy="4023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 name="Google Shape;1610;p28"/>
          <p:cNvSpPr/>
          <p:nvPr/>
        </p:nvSpPr>
        <p:spPr>
          <a:xfrm>
            <a:off x="2277739" y="663750"/>
            <a:ext cx="88500" cy="1089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 name="Google Shape;1611;p28"/>
          <p:cNvSpPr txBox="1"/>
          <p:nvPr/>
        </p:nvSpPr>
        <p:spPr>
          <a:xfrm>
            <a:off x="2524025" y="387675"/>
            <a:ext cx="15012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Unid. Organizacional:</a:t>
            </a:r>
            <a:endParaRPr b="1" sz="1100"/>
          </a:p>
        </p:txBody>
      </p:sp>
      <p:sp>
        <p:nvSpPr>
          <p:cNvPr id="1612" name="Google Shape;1612;p28"/>
          <p:cNvSpPr txBox="1"/>
          <p:nvPr/>
        </p:nvSpPr>
        <p:spPr>
          <a:xfrm>
            <a:off x="2524020" y="579550"/>
            <a:ext cx="6846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Alcance:</a:t>
            </a:r>
            <a:endParaRPr b="1" sz="1100"/>
          </a:p>
        </p:txBody>
      </p:sp>
      <p:sp>
        <p:nvSpPr>
          <p:cNvPr id="1613" name="Google Shape;1613;p28"/>
          <p:cNvSpPr txBox="1"/>
          <p:nvPr>
            <p:ph type="title"/>
          </p:nvPr>
        </p:nvSpPr>
        <p:spPr>
          <a:xfrm flipH="1">
            <a:off x="4025374" y="387675"/>
            <a:ext cx="5863200" cy="169200"/>
          </a:xfrm>
          <a:prstGeom prst="rect">
            <a:avLst/>
          </a:prstGeom>
          <a:noFill/>
          <a:ln>
            <a:noFill/>
          </a:ln>
        </p:spPr>
        <p:txBody>
          <a:bodyPr anchorCtr="0" anchor="ctr" bIns="0" lIns="0" spcFirstLastPara="1" rIns="0" wrap="square" tIns="0">
            <a:noAutofit/>
          </a:bodyPr>
          <a:lstStyle>
            <a:lvl1pPr lvl="0" rtl="0">
              <a:spcBef>
                <a:spcPts val="0"/>
              </a:spcBef>
              <a:spcAft>
                <a:spcPts val="0"/>
              </a:spcAft>
              <a:buClr>
                <a:srgbClr val="000000"/>
              </a:buClr>
              <a:buSzPts val="1000"/>
              <a:buNone/>
              <a:defRPr sz="1000">
                <a:solidFill>
                  <a:srgbClr val="000000"/>
                </a:solidFill>
              </a:defRPr>
            </a:lvl1pPr>
            <a:lvl2pPr lvl="1" rtl="0">
              <a:spcBef>
                <a:spcPts val="0"/>
              </a:spcBef>
              <a:spcAft>
                <a:spcPts val="0"/>
              </a:spcAft>
              <a:buClr>
                <a:srgbClr val="000000"/>
              </a:buClr>
              <a:buSzPts val="1000"/>
              <a:buNone/>
              <a:defRPr sz="1000">
                <a:solidFill>
                  <a:srgbClr val="000000"/>
                </a:solidFill>
              </a:defRPr>
            </a:lvl2pPr>
            <a:lvl3pPr lvl="2" rtl="0">
              <a:spcBef>
                <a:spcPts val="0"/>
              </a:spcBef>
              <a:spcAft>
                <a:spcPts val="0"/>
              </a:spcAft>
              <a:buClr>
                <a:srgbClr val="000000"/>
              </a:buClr>
              <a:buSzPts val="1000"/>
              <a:buNone/>
              <a:defRPr sz="1000">
                <a:solidFill>
                  <a:srgbClr val="000000"/>
                </a:solidFill>
              </a:defRPr>
            </a:lvl3pPr>
            <a:lvl4pPr lvl="3" rtl="0">
              <a:spcBef>
                <a:spcPts val="0"/>
              </a:spcBef>
              <a:spcAft>
                <a:spcPts val="0"/>
              </a:spcAft>
              <a:buClr>
                <a:srgbClr val="000000"/>
              </a:buClr>
              <a:buSzPts val="1000"/>
              <a:buNone/>
              <a:defRPr sz="1000">
                <a:solidFill>
                  <a:srgbClr val="000000"/>
                </a:solidFill>
              </a:defRPr>
            </a:lvl4pPr>
            <a:lvl5pPr lvl="4" rtl="0">
              <a:spcBef>
                <a:spcPts val="0"/>
              </a:spcBef>
              <a:spcAft>
                <a:spcPts val="0"/>
              </a:spcAft>
              <a:buClr>
                <a:srgbClr val="000000"/>
              </a:buClr>
              <a:buSzPts val="1000"/>
              <a:buNone/>
              <a:defRPr sz="1000">
                <a:solidFill>
                  <a:srgbClr val="000000"/>
                </a:solidFill>
              </a:defRPr>
            </a:lvl5pPr>
            <a:lvl6pPr lvl="5" rtl="0">
              <a:spcBef>
                <a:spcPts val="0"/>
              </a:spcBef>
              <a:spcAft>
                <a:spcPts val="0"/>
              </a:spcAft>
              <a:buClr>
                <a:srgbClr val="000000"/>
              </a:buClr>
              <a:buSzPts val="1000"/>
              <a:buNone/>
              <a:defRPr sz="1000">
                <a:solidFill>
                  <a:srgbClr val="000000"/>
                </a:solidFill>
              </a:defRPr>
            </a:lvl6pPr>
            <a:lvl7pPr lvl="6" rtl="0">
              <a:spcBef>
                <a:spcPts val="0"/>
              </a:spcBef>
              <a:spcAft>
                <a:spcPts val="0"/>
              </a:spcAft>
              <a:buClr>
                <a:srgbClr val="000000"/>
              </a:buClr>
              <a:buSzPts val="1000"/>
              <a:buNone/>
              <a:defRPr sz="1000">
                <a:solidFill>
                  <a:srgbClr val="000000"/>
                </a:solidFill>
              </a:defRPr>
            </a:lvl7pPr>
            <a:lvl8pPr lvl="7" rtl="0">
              <a:spcBef>
                <a:spcPts val="0"/>
              </a:spcBef>
              <a:spcAft>
                <a:spcPts val="0"/>
              </a:spcAft>
              <a:buClr>
                <a:srgbClr val="000000"/>
              </a:buClr>
              <a:buSzPts val="1000"/>
              <a:buNone/>
              <a:defRPr sz="1000">
                <a:solidFill>
                  <a:srgbClr val="000000"/>
                </a:solidFill>
              </a:defRPr>
            </a:lvl8pPr>
            <a:lvl9pPr lvl="8" rtl="0">
              <a:spcBef>
                <a:spcPts val="0"/>
              </a:spcBef>
              <a:spcAft>
                <a:spcPts val="0"/>
              </a:spcAft>
              <a:buClr>
                <a:srgbClr val="000000"/>
              </a:buClr>
              <a:buSzPts val="1000"/>
              <a:buNone/>
              <a:defRPr sz="1000">
                <a:solidFill>
                  <a:srgbClr val="000000"/>
                </a:solidFill>
              </a:defRPr>
            </a:lvl9pPr>
          </a:lstStyle>
          <a:p/>
        </p:txBody>
      </p:sp>
      <p:sp>
        <p:nvSpPr>
          <p:cNvPr id="1614" name="Google Shape;1614;p28"/>
          <p:cNvSpPr txBox="1"/>
          <p:nvPr>
            <p:ph idx="2" type="title"/>
          </p:nvPr>
        </p:nvSpPr>
        <p:spPr>
          <a:xfrm flipH="1">
            <a:off x="3208773" y="579550"/>
            <a:ext cx="6679800" cy="169200"/>
          </a:xfrm>
          <a:prstGeom prst="rect">
            <a:avLst/>
          </a:prstGeom>
          <a:noFill/>
          <a:ln>
            <a:noFill/>
          </a:ln>
        </p:spPr>
        <p:txBody>
          <a:bodyPr anchorCtr="0" anchor="ctr" bIns="0" lIns="0" spcFirstLastPara="1" rIns="0" wrap="square" tIns="0">
            <a:noAutofit/>
          </a:bodyPr>
          <a:lstStyle>
            <a:lvl1pPr lvl="0" rtl="0">
              <a:spcBef>
                <a:spcPts val="0"/>
              </a:spcBef>
              <a:spcAft>
                <a:spcPts val="0"/>
              </a:spcAft>
              <a:buClr>
                <a:srgbClr val="000000"/>
              </a:buClr>
              <a:buSzPts val="1000"/>
              <a:buNone/>
              <a:defRPr sz="1000">
                <a:solidFill>
                  <a:srgbClr val="000000"/>
                </a:solidFill>
              </a:defRPr>
            </a:lvl1pPr>
            <a:lvl2pPr lvl="1" rtl="0">
              <a:spcBef>
                <a:spcPts val="0"/>
              </a:spcBef>
              <a:spcAft>
                <a:spcPts val="0"/>
              </a:spcAft>
              <a:buClr>
                <a:srgbClr val="000000"/>
              </a:buClr>
              <a:buSzPts val="1000"/>
              <a:buNone/>
              <a:defRPr sz="1000">
                <a:solidFill>
                  <a:srgbClr val="000000"/>
                </a:solidFill>
              </a:defRPr>
            </a:lvl2pPr>
            <a:lvl3pPr lvl="2" rtl="0">
              <a:spcBef>
                <a:spcPts val="0"/>
              </a:spcBef>
              <a:spcAft>
                <a:spcPts val="0"/>
              </a:spcAft>
              <a:buClr>
                <a:srgbClr val="000000"/>
              </a:buClr>
              <a:buSzPts val="1000"/>
              <a:buNone/>
              <a:defRPr sz="1000">
                <a:solidFill>
                  <a:srgbClr val="000000"/>
                </a:solidFill>
              </a:defRPr>
            </a:lvl3pPr>
            <a:lvl4pPr lvl="3" rtl="0">
              <a:spcBef>
                <a:spcPts val="0"/>
              </a:spcBef>
              <a:spcAft>
                <a:spcPts val="0"/>
              </a:spcAft>
              <a:buClr>
                <a:srgbClr val="000000"/>
              </a:buClr>
              <a:buSzPts val="1000"/>
              <a:buNone/>
              <a:defRPr sz="1000">
                <a:solidFill>
                  <a:srgbClr val="000000"/>
                </a:solidFill>
              </a:defRPr>
            </a:lvl4pPr>
            <a:lvl5pPr lvl="4" rtl="0">
              <a:spcBef>
                <a:spcPts val="0"/>
              </a:spcBef>
              <a:spcAft>
                <a:spcPts val="0"/>
              </a:spcAft>
              <a:buClr>
                <a:srgbClr val="000000"/>
              </a:buClr>
              <a:buSzPts val="1000"/>
              <a:buNone/>
              <a:defRPr sz="1000">
                <a:solidFill>
                  <a:srgbClr val="000000"/>
                </a:solidFill>
              </a:defRPr>
            </a:lvl5pPr>
            <a:lvl6pPr lvl="5" rtl="0">
              <a:spcBef>
                <a:spcPts val="0"/>
              </a:spcBef>
              <a:spcAft>
                <a:spcPts val="0"/>
              </a:spcAft>
              <a:buClr>
                <a:srgbClr val="000000"/>
              </a:buClr>
              <a:buSzPts val="1000"/>
              <a:buNone/>
              <a:defRPr sz="1000">
                <a:solidFill>
                  <a:srgbClr val="000000"/>
                </a:solidFill>
              </a:defRPr>
            </a:lvl6pPr>
            <a:lvl7pPr lvl="6" rtl="0">
              <a:spcBef>
                <a:spcPts val="0"/>
              </a:spcBef>
              <a:spcAft>
                <a:spcPts val="0"/>
              </a:spcAft>
              <a:buClr>
                <a:srgbClr val="000000"/>
              </a:buClr>
              <a:buSzPts val="1000"/>
              <a:buNone/>
              <a:defRPr sz="1000">
                <a:solidFill>
                  <a:srgbClr val="000000"/>
                </a:solidFill>
              </a:defRPr>
            </a:lvl7pPr>
            <a:lvl8pPr lvl="7" rtl="0">
              <a:spcBef>
                <a:spcPts val="0"/>
              </a:spcBef>
              <a:spcAft>
                <a:spcPts val="0"/>
              </a:spcAft>
              <a:buClr>
                <a:srgbClr val="000000"/>
              </a:buClr>
              <a:buSzPts val="1000"/>
              <a:buNone/>
              <a:defRPr sz="1000">
                <a:solidFill>
                  <a:srgbClr val="000000"/>
                </a:solidFill>
              </a:defRPr>
            </a:lvl8pPr>
            <a:lvl9pPr lvl="8" rtl="0">
              <a:spcBef>
                <a:spcPts val="0"/>
              </a:spcBef>
              <a:spcAft>
                <a:spcPts val="0"/>
              </a:spcAft>
              <a:buClr>
                <a:srgbClr val="000000"/>
              </a:buClr>
              <a:buSzPts val="1000"/>
              <a:buNone/>
              <a:defRPr sz="1000">
                <a:solidFill>
                  <a:srgbClr val="000000"/>
                </a:solidFill>
              </a:defRPr>
            </a:lvl9pPr>
          </a:lstStyle>
          <a:p/>
        </p:txBody>
      </p:sp>
      <p:sp>
        <p:nvSpPr>
          <p:cNvPr id="1615" name="Google Shape;1615;p28"/>
          <p:cNvSpPr txBox="1"/>
          <p:nvPr>
            <p:ph idx="1" type="body"/>
          </p:nvPr>
        </p:nvSpPr>
        <p:spPr>
          <a:xfrm>
            <a:off x="641150" y="612125"/>
            <a:ext cx="1770300" cy="160500"/>
          </a:xfrm>
          <a:prstGeom prst="rect">
            <a:avLst/>
          </a:prstGeom>
          <a:noFill/>
          <a:ln>
            <a:noFill/>
          </a:ln>
        </p:spPr>
        <p:txBody>
          <a:bodyPr anchorCtr="0" anchor="t" bIns="0" lIns="0" spcFirstLastPara="1" rIns="0" wrap="square" tIns="0">
            <a:noAutofit/>
          </a:bodyPr>
          <a:lstStyle>
            <a:lvl1pPr indent="-292100" lvl="0" marL="457200" rtl="0" algn="ctr">
              <a:spcBef>
                <a:spcPts val="0"/>
              </a:spcBef>
              <a:spcAft>
                <a:spcPts val="0"/>
              </a:spcAft>
              <a:buClr>
                <a:srgbClr val="FFFFFF"/>
              </a:buClr>
              <a:buSzPts val="1000"/>
              <a:buChar char="●"/>
              <a:defRPr sz="1000">
                <a:solidFill>
                  <a:srgbClr val="FFFFFF"/>
                </a:solidFill>
              </a:defRPr>
            </a:lvl1pPr>
            <a:lvl2pPr indent="-292100" lvl="1" marL="914400" rtl="0" algn="ctr">
              <a:spcBef>
                <a:spcPts val="0"/>
              </a:spcBef>
              <a:spcAft>
                <a:spcPts val="0"/>
              </a:spcAft>
              <a:buClr>
                <a:srgbClr val="FFFFFF"/>
              </a:buClr>
              <a:buSzPts val="1000"/>
              <a:buChar char="○"/>
              <a:defRPr sz="1000">
                <a:solidFill>
                  <a:srgbClr val="FFFFFF"/>
                </a:solidFill>
              </a:defRPr>
            </a:lvl2pPr>
            <a:lvl3pPr indent="-292100" lvl="2" marL="1371600" rtl="0" algn="ctr">
              <a:spcBef>
                <a:spcPts val="0"/>
              </a:spcBef>
              <a:spcAft>
                <a:spcPts val="0"/>
              </a:spcAft>
              <a:buClr>
                <a:srgbClr val="FFFFFF"/>
              </a:buClr>
              <a:buSzPts val="1000"/>
              <a:buChar char="■"/>
              <a:defRPr sz="1000">
                <a:solidFill>
                  <a:srgbClr val="FFFFFF"/>
                </a:solidFill>
              </a:defRPr>
            </a:lvl3pPr>
            <a:lvl4pPr indent="-292100" lvl="3" marL="1828800" rtl="0" algn="ctr">
              <a:spcBef>
                <a:spcPts val="0"/>
              </a:spcBef>
              <a:spcAft>
                <a:spcPts val="0"/>
              </a:spcAft>
              <a:buClr>
                <a:srgbClr val="FFFFFF"/>
              </a:buClr>
              <a:buSzPts val="1000"/>
              <a:buChar char="●"/>
              <a:defRPr sz="1000">
                <a:solidFill>
                  <a:srgbClr val="FFFFFF"/>
                </a:solidFill>
              </a:defRPr>
            </a:lvl4pPr>
            <a:lvl5pPr indent="-292100" lvl="4" marL="2286000" rtl="0" algn="ctr">
              <a:spcBef>
                <a:spcPts val="0"/>
              </a:spcBef>
              <a:spcAft>
                <a:spcPts val="0"/>
              </a:spcAft>
              <a:buClr>
                <a:srgbClr val="FFFFFF"/>
              </a:buClr>
              <a:buSzPts val="1000"/>
              <a:buChar char="○"/>
              <a:defRPr sz="1000">
                <a:solidFill>
                  <a:srgbClr val="FFFFFF"/>
                </a:solidFill>
              </a:defRPr>
            </a:lvl5pPr>
            <a:lvl6pPr indent="-292100" lvl="5" marL="2743200" rtl="0" algn="ctr">
              <a:spcBef>
                <a:spcPts val="0"/>
              </a:spcBef>
              <a:spcAft>
                <a:spcPts val="0"/>
              </a:spcAft>
              <a:buClr>
                <a:srgbClr val="FFFFFF"/>
              </a:buClr>
              <a:buSzPts val="1000"/>
              <a:buChar char="■"/>
              <a:defRPr sz="1000">
                <a:solidFill>
                  <a:srgbClr val="FFFFFF"/>
                </a:solidFill>
              </a:defRPr>
            </a:lvl6pPr>
            <a:lvl7pPr indent="-292100" lvl="6" marL="3200400" rtl="0" algn="ctr">
              <a:spcBef>
                <a:spcPts val="0"/>
              </a:spcBef>
              <a:spcAft>
                <a:spcPts val="0"/>
              </a:spcAft>
              <a:buClr>
                <a:srgbClr val="FFFFFF"/>
              </a:buClr>
              <a:buSzPts val="1000"/>
              <a:buChar char="●"/>
              <a:defRPr sz="1000">
                <a:solidFill>
                  <a:srgbClr val="FFFFFF"/>
                </a:solidFill>
              </a:defRPr>
            </a:lvl7pPr>
            <a:lvl8pPr indent="-292100" lvl="7" marL="3657600" rtl="0" algn="ctr">
              <a:spcBef>
                <a:spcPts val="0"/>
              </a:spcBef>
              <a:spcAft>
                <a:spcPts val="0"/>
              </a:spcAft>
              <a:buClr>
                <a:srgbClr val="FFFFFF"/>
              </a:buClr>
              <a:buSzPts val="1000"/>
              <a:buChar char="○"/>
              <a:defRPr sz="1000">
                <a:solidFill>
                  <a:srgbClr val="FFFFFF"/>
                </a:solidFill>
              </a:defRPr>
            </a:lvl8pPr>
            <a:lvl9pPr indent="-292100" lvl="8" marL="4114800" rtl="0" algn="ctr">
              <a:spcBef>
                <a:spcPts val="0"/>
              </a:spcBef>
              <a:spcAft>
                <a:spcPts val="0"/>
              </a:spcAft>
              <a:buClr>
                <a:srgbClr val="FFFFFF"/>
              </a:buClr>
              <a:buSzPts val="1000"/>
              <a:buChar char="■"/>
              <a:defRPr sz="1000">
                <a:solidFill>
                  <a:srgbClr val="FFFFFF"/>
                </a:solidFill>
              </a:defRPr>
            </a:lvl9pPr>
          </a:lstStyle>
          <a:p/>
        </p:txBody>
      </p:sp>
      <p:sp>
        <p:nvSpPr>
          <p:cNvPr id="1616" name="Google Shape;1616;p28"/>
          <p:cNvSpPr txBox="1"/>
          <p:nvPr/>
        </p:nvSpPr>
        <p:spPr>
          <a:xfrm>
            <a:off x="84825" y="598125"/>
            <a:ext cx="595500" cy="205800"/>
          </a:xfrm>
          <a:prstGeom prst="rect">
            <a:avLst/>
          </a:prstGeom>
          <a:noFill/>
          <a:ln>
            <a:noFill/>
          </a:ln>
        </p:spPr>
        <p:txBody>
          <a:bodyPr anchorCtr="0" anchor="t" bIns="18000" lIns="18000" spcFirstLastPara="1" rIns="18000" wrap="square" tIns="18000">
            <a:spAutoFit/>
          </a:bodyPr>
          <a:lstStyle/>
          <a:p>
            <a:pPr indent="0" lvl="0" marL="0" rtl="0" algn="l">
              <a:spcBef>
                <a:spcPts val="0"/>
              </a:spcBef>
              <a:spcAft>
                <a:spcPts val="0"/>
              </a:spcAft>
              <a:buNone/>
            </a:pPr>
            <a:r>
              <a:rPr lang="es-419" sz="1100">
                <a:solidFill>
                  <a:srgbClr val="FFFFFF"/>
                </a:solidFill>
              </a:rPr>
              <a:t>Nombre:</a:t>
            </a:r>
            <a:endParaRPr sz="1100">
              <a:solidFill>
                <a:srgbClr val="FFFFFF"/>
              </a:solidFill>
            </a:endParaRPr>
          </a:p>
        </p:txBody>
      </p:sp>
      <p:sp>
        <p:nvSpPr>
          <p:cNvPr id="1617" name="Google Shape;1617;p28"/>
          <p:cNvSpPr/>
          <p:nvPr/>
        </p:nvSpPr>
        <p:spPr>
          <a:xfrm>
            <a:off x="-4072200" y="1195200"/>
            <a:ext cx="3319800" cy="5224800"/>
          </a:xfrm>
          <a:prstGeom prst="roundRect">
            <a:avLst>
              <a:gd fmla="val 4230" name="adj"/>
            </a:avLst>
          </a:prstGeom>
          <a:solidFill>
            <a:srgbClr val="F3F3F3"/>
          </a:solidFill>
          <a:ln cap="flat" cmpd="sng" w="9525">
            <a:solidFill>
              <a:srgbClr val="F3F3F3"/>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t" bIns="91425" lIns="91425" spcFirstLastPara="1" rIns="91425" wrap="square" tIns="91425">
            <a:noAutofit/>
          </a:bodyPr>
          <a:lstStyle/>
          <a:p>
            <a:pPr indent="0" lvl="0" marL="0" rtl="0" algn="ctr">
              <a:spcBef>
                <a:spcPts val="0"/>
              </a:spcBef>
              <a:spcAft>
                <a:spcPts val="0"/>
              </a:spcAft>
              <a:buNone/>
            </a:pPr>
            <a:r>
              <a:rPr lang="es-419"/>
              <a:t>Paleta</a:t>
            </a:r>
            <a:endParaRPr/>
          </a:p>
        </p:txBody>
      </p:sp>
    </p:spTree>
  </p:cSld>
  <p:clrMapOvr>
    <a:masterClrMapping/>
  </p:clrMapOvr>
</p:sldLayout>
</file>

<file path=ppt/slideLayouts/slideLayout2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5.1 Puntos de Automatización">
  <p:cSld name="TITLE_3_6_1_1_1_1_1_1_1_1_1_1_1_1_1_1_1_1_1_1_1_1_1_1_1_1_2">
    <p:spTree>
      <p:nvGrpSpPr>
        <p:cNvPr id="1618" name="Shape 1618"/>
        <p:cNvGrpSpPr/>
        <p:nvPr/>
      </p:nvGrpSpPr>
      <p:grpSpPr>
        <a:xfrm>
          <a:off x="0" y="0"/>
          <a:ext cx="0" cy="0"/>
          <a:chOff x="0" y="0"/>
          <a:chExt cx="0" cy="0"/>
        </a:xfrm>
      </p:grpSpPr>
      <p:sp>
        <p:nvSpPr>
          <p:cNvPr id="1619" name="Google Shape;1619;p29"/>
          <p:cNvSpPr/>
          <p:nvPr/>
        </p:nvSpPr>
        <p:spPr>
          <a:xfrm>
            <a:off x="77688" y="358938"/>
            <a:ext cx="9935700" cy="6438000"/>
          </a:xfrm>
          <a:prstGeom prst="roundRect">
            <a:avLst>
              <a:gd fmla="val 2618" name="adj"/>
            </a:avLst>
          </a:prstGeom>
          <a:solidFill>
            <a:srgbClr val="FFFFFF"/>
          </a:solidFill>
          <a:ln cap="flat" cmpd="sng" w="38100">
            <a:solidFill>
              <a:srgbClr val="000000"/>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620" name="Google Shape;1620;p29"/>
          <p:cNvCxnSpPr/>
          <p:nvPr/>
        </p:nvCxnSpPr>
        <p:spPr>
          <a:xfrm>
            <a:off x="77688" y="772614"/>
            <a:ext cx="9935700" cy="0"/>
          </a:xfrm>
          <a:prstGeom prst="straightConnector1">
            <a:avLst/>
          </a:prstGeom>
          <a:noFill/>
          <a:ln cap="flat" cmpd="sng" w="19050">
            <a:solidFill>
              <a:srgbClr val="000000"/>
            </a:solidFill>
            <a:prstDash val="solid"/>
            <a:round/>
            <a:headEnd len="med" w="med" type="none"/>
            <a:tailEnd len="med" w="med" type="none"/>
          </a:ln>
        </p:spPr>
      </p:cxnSp>
      <p:cxnSp>
        <p:nvCxnSpPr>
          <p:cNvPr id="1621" name="Google Shape;1621;p29"/>
          <p:cNvCxnSpPr/>
          <p:nvPr/>
        </p:nvCxnSpPr>
        <p:spPr>
          <a:xfrm rot="10800000">
            <a:off x="2439038" y="368188"/>
            <a:ext cx="0" cy="402300"/>
          </a:xfrm>
          <a:prstGeom prst="straightConnector1">
            <a:avLst/>
          </a:prstGeom>
          <a:noFill/>
          <a:ln cap="flat" cmpd="sng" w="19050">
            <a:solidFill>
              <a:srgbClr val="000000"/>
            </a:solidFill>
            <a:prstDash val="solid"/>
            <a:round/>
            <a:headEnd len="med" w="med" type="none"/>
            <a:tailEnd len="med" w="med" type="none"/>
          </a:ln>
        </p:spPr>
      </p:cxnSp>
      <p:sp>
        <p:nvSpPr>
          <p:cNvPr id="1622" name="Google Shape;1622;p29"/>
          <p:cNvSpPr txBox="1"/>
          <p:nvPr>
            <p:ph type="title"/>
          </p:nvPr>
        </p:nvSpPr>
        <p:spPr>
          <a:xfrm flipH="1">
            <a:off x="3219174" y="437575"/>
            <a:ext cx="1731300" cy="265800"/>
          </a:xfrm>
          <a:prstGeom prst="rect">
            <a:avLst/>
          </a:prstGeom>
          <a:noFill/>
          <a:ln>
            <a:noFill/>
          </a:ln>
        </p:spPr>
        <p:txBody>
          <a:bodyPr anchorCtr="0" anchor="ctr" bIns="0" lIns="0" spcFirstLastPara="1" rIns="0" wrap="square" tIns="0">
            <a:noAutofit/>
          </a:bodyPr>
          <a:lstStyle>
            <a:lvl1pPr lvl="0" rtl="0">
              <a:spcBef>
                <a:spcPts val="0"/>
              </a:spcBef>
              <a:spcAft>
                <a:spcPts val="0"/>
              </a:spcAft>
              <a:buClr>
                <a:srgbClr val="000000"/>
              </a:buClr>
              <a:buSzPts val="1200"/>
              <a:buNone/>
              <a:defRPr sz="1200">
                <a:solidFill>
                  <a:srgbClr val="000000"/>
                </a:solidFill>
              </a:defRPr>
            </a:lvl1pPr>
            <a:lvl2pPr lvl="1" rtl="0">
              <a:spcBef>
                <a:spcPts val="0"/>
              </a:spcBef>
              <a:spcAft>
                <a:spcPts val="0"/>
              </a:spcAft>
              <a:buClr>
                <a:srgbClr val="000000"/>
              </a:buClr>
              <a:buSzPts val="1100"/>
              <a:buNone/>
              <a:defRPr sz="1100">
                <a:solidFill>
                  <a:srgbClr val="000000"/>
                </a:solidFill>
              </a:defRPr>
            </a:lvl2pPr>
            <a:lvl3pPr lvl="2" rtl="0">
              <a:spcBef>
                <a:spcPts val="0"/>
              </a:spcBef>
              <a:spcAft>
                <a:spcPts val="0"/>
              </a:spcAft>
              <a:buClr>
                <a:srgbClr val="000000"/>
              </a:buClr>
              <a:buSzPts val="1100"/>
              <a:buNone/>
              <a:defRPr sz="1100">
                <a:solidFill>
                  <a:srgbClr val="000000"/>
                </a:solidFill>
              </a:defRPr>
            </a:lvl3pPr>
            <a:lvl4pPr lvl="3" rtl="0">
              <a:spcBef>
                <a:spcPts val="0"/>
              </a:spcBef>
              <a:spcAft>
                <a:spcPts val="0"/>
              </a:spcAft>
              <a:buClr>
                <a:srgbClr val="000000"/>
              </a:buClr>
              <a:buSzPts val="1100"/>
              <a:buNone/>
              <a:defRPr sz="1100">
                <a:solidFill>
                  <a:srgbClr val="000000"/>
                </a:solidFill>
              </a:defRPr>
            </a:lvl4pPr>
            <a:lvl5pPr lvl="4" rtl="0">
              <a:spcBef>
                <a:spcPts val="0"/>
              </a:spcBef>
              <a:spcAft>
                <a:spcPts val="0"/>
              </a:spcAft>
              <a:buClr>
                <a:srgbClr val="000000"/>
              </a:buClr>
              <a:buSzPts val="1100"/>
              <a:buNone/>
              <a:defRPr sz="1100">
                <a:solidFill>
                  <a:srgbClr val="000000"/>
                </a:solidFill>
              </a:defRPr>
            </a:lvl5pPr>
            <a:lvl6pPr lvl="5" rtl="0">
              <a:spcBef>
                <a:spcPts val="0"/>
              </a:spcBef>
              <a:spcAft>
                <a:spcPts val="0"/>
              </a:spcAft>
              <a:buClr>
                <a:srgbClr val="000000"/>
              </a:buClr>
              <a:buSzPts val="1100"/>
              <a:buNone/>
              <a:defRPr sz="1100">
                <a:solidFill>
                  <a:srgbClr val="000000"/>
                </a:solidFill>
              </a:defRPr>
            </a:lvl6pPr>
            <a:lvl7pPr lvl="6" rtl="0">
              <a:spcBef>
                <a:spcPts val="0"/>
              </a:spcBef>
              <a:spcAft>
                <a:spcPts val="0"/>
              </a:spcAft>
              <a:buClr>
                <a:srgbClr val="000000"/>
              </a:buClr>
              <a:buSzPts val="1100"/>
              <a:buNone/>
              <a:defRPr sz="1100">
                <a:solidFill>
                  <a:srgbClr val="000000"/>
                </a:solidFill>
              </a:defRPr>
            </a:lvl7pPr>
            <a:lvl8pPr lvl="7" rtl="0">
              <a:spcBef>
                <a:spcPts val="0"/>
              </a:spcBef>
              <a:spcAft>
                <a:spcPts val="0"/>
              </a:spcAft>
              <a:buClr>
                <a:srgbClr val="000000"/>
              </a:buClr>
              <a:buSzPts val="1100"/>
              <a:buNone/>
              <a:defRPr sz="1100">
                <a:solidFill>
                  <a:srgbClr val="000000"/>
                </a:solidFill>
              </a:defRPr>
            </a:lvl8pPr>
            <a:lvl9pPr lvl="8" rtl="0">
              <a:spcBef>
                <a:spcPts val="0"/>
              </a:spcBef>
              <a:spcAft>
                <a:spcPts val="0"/>
              </a:spcAft>
              <a:buClr>
                <a:srgbClr val="000000"/>
              </a:buClr>
              <a:buSzPts val="1100"/>
              <a:buNone/>
              <a:defRPr sz="1100">
                <a:solidFill>
                  <a:srgbClr val="000000"/>
                </a:solidFill>
              </a:defRPr>
            </a:lvl9pPr>
          </a:lstStyle>
          <a:p/>
        </p:txBody>
      </p:sp>
      <p:sp>
        <p:nvSpPr>
          <p:cNvPr id="1623" name="Google Shape;1623;p29"/>
          <p:cNvSpPr txBox="1"/>
          <p:nvPr/>
        </p:nvSpPr>
        <p:spPr>
          <a:xfrm>
            <a:off x="2513487" y="437267"/>
            <a:ext cx="679500" cy="2664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b="1" lang="es-419" sz="1100"/>
              <a:t>Proceso:</a:t>
            </a:r>
            <a:endParaRPr b="1" sz="1100"/>
          </a:p>
        </p:txBody>
      </p:sp>
      <p:cxnSp>
        <p:nvCxnSpPr>
          <p:cNvPr id="1624" name="Google Shape;1624;p29"/>
          <p:cNvCxnSpPr/>
          <p:nvPr/>
        </p:nvCxnSpPr>
        <p:spPr>
          <a:xfrm rot="10800000">
            <a:off x="5070754" y="368188"/>
            <a:ext cx="0" cy="402300"/>
          </a:xfrm>
          <a:prstGeom prst="straightConnector1">
            <a:avLst/>
          </a:prstGeom>
          <a:noFill/>
          <a:ln cap="flat" cmpd="sng" w="19050">
            <a:solidFill>
              <a:srgbClr val="000000"/>
            </a:solidFill>
            <a:prstDash val="solid"/>
            <a:round/>
            <a:headEnd len="med" w="med" type="none"/>
            <a:tailEnd len="med" w="med" type="none"/>
          </a:ln>
        </p:spPr>
      </p:cxnSp>
      <p:sp>
        <p:nvSpPr>
          <p:cNvPr id="1625" name="Google Shape;1625;p29"/>
          <p:cNvSpPr txBox="1"/>
          <p:nvPr/>
        </p:nvSpPr>
        <p:spPr>
          <a:xfrm>
            <a:off x="5191013" y="387663"/>
            <a:ext cx="13026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Finalidad empresa:</a:t>
            </a:r>
            <a:endParaRPr b="1" sz="1100"/>
          </a:p>
        </p:txBody>
      </p:sp>
      <p:sp>
        <p:nvSpPr>
          <p:cNvPr id="1626" name="Google Shape;1626;p29"/>
          <p:cNvSpPr txBox="1"/>
          <p:nvPr/>
        </p:nvSpPr>
        <p:spPr>
          <a:xfrm>
            <a:off x="5191013" y="579538"/>
            <a:ext cx="11637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Finalidad cliente:</a:t>
            </a:r>
            <a:endParaRPr b="1" sz="1100"/>
          </a:p>
        </p:txBody>
      </p:sp>
      <p:sp>
        <p:nvSpPr>
          <p:cNvPr id="1627" name="Google Shape;1627;p29"/>
          <p:cNvSpPr/>
          <p:nvPr/>
        </p:nvSpPr>
        <p:spPr>
          <a:xfrm>
            <a:off x="77688" y="349338"/>
            <a:ext cx="2361300" cy="421200"/>
          </a:xfrm>
          <a:prstGeom prst="roundRect">
            <a:avLst>
              <a:gd fmla="val 50000" name="adj"/>
            </a:avLst>
          </a:prstGeom>
          <a:solidFill>
            <a:srgbClr val="000000"/>
          </a:solidFill>
          <a:ln cap="flat" cmpd="sng" w="9525">
            <a:solidFill>
              <a:srgbClr val="000000"/>
            </a:solidFill>
            <a:prstDash val="solid"/>
            <a:round/>
            <a:headEnd len="sm" w="sm" type="none"/>
            <a:tailEnd len="sm" w="sm" type="none"/>
          </a:ln>
        </p:spPr>
        <p:txBody>
          <a:bodyPr anchorCtr="0" anchor="ctr" bIns="91425" lIns="0" spcFirstLastPara="1" rIns="0" wrap="square" tIns="91425">
            <a:noAutofit/>
          </a:bodyPr>
          <a:lstStyle/>
          <a:p>
            <a:pPr indent="0" lvl="0" marL="0" rtl="0" algn="ctr">
              <a:spcBef>
                <a:spcPts val="0"/>
              </a:spcBef>
              <a:spcAft>
                <a:spcPts val="0"/>
              </a:spcAft>
              <a:buNone/>
            </a:pPr>
            <a:r>
              <a:rPr b="1" lang="es-419" sz="1100">
                <a:solidFill>
                  <a:srgbClr val="FFFFFF"/>
                </a:solidFill>
              </a:rPr>
              <a:t>Puntos de Automatización</a:t>
            </a:r>
            <a:endParaRPr b="1" sz="1100">
              <a:solidFill>
                <a:srgbClr val="FFFFFF"/>
              </a:solidFill>
            </a:endParaRPr>
          </a:p>
          <a:p>
            <a:pPr indent="0" lvl="0" marL="0" rtl="0" algn="ctr">
              <a:spcBef>
                <a:spcPts val="0"/>
              </a:spcBef>
              <a:spcAft>
                <a:spcPts val="0"/>
              </a:spcAft>
              <a:buNone/>
            </a:pPr>
            <a:r>
              <a:t/>
            </a:r>
            <a:endParaRPr b="1" sz="1200">
              <a:solidFill>
                <a:srgbClr val="FFFFFF"/>
              </a:solidFill>
            </a:endParaRPr>
          </a:p>
        </p:txBody>
      </p:sp>
      <p:sp>
        <p:nvSpPr>
          <p:cNvPr id="1628" name="Google Shape;1628;p29"/>
          <p:cNvSpPr/>
          <p:nvPr/>
        </p:nvSpPr>
        <p:spPr>
          <a:xfrm>
            <a:off x="83988" y="595504"/>
            <a:ext cx="190200" cy="1692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 name="Google Shape;1629;p29"/>
          <p:cNvSpPr/>
          <p:nvPr/>
        </p:nvSpPr>
        <p:spPr>
          <a:xfrm>
            <a:off x="2350598" y="358950"/>
            <a:ext cx="88500" cy="4023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 name="Google Shape;1630;p29"/>
          <p:cNvSpPr txBox="1"/>
          <p:nvPr>
            <p:ph idx="2" type="title"/>
          </p:nvPr>
        </p:nvSpPr>
        <p:spPr>
          <a:xfrm flipH="1">
            <a:off x="6546263" y="387663"/>
            <a:ext cx="3350100" cy="169200"/>
          </a:xfrm>
          <a:prstGeom prst="rect">
            <a:avLst/>
          </a:prstGeom>
          <a:noFill/>
          <a:ln>
            <a:noFill/>
          </a:ln>
        </p:spPr>
        <p:txBody>
          <a:bodyPr anchorCtr="0" anchor="ctr" bIns="0" lIns="0" spcFirstLastPara="1" rIns="0" wrap="square" tIns="0">
            <a:noAutofit/>
          </a:bodyPr>
          <a:lstStyle>
            <a:lvl1pPr lvl="0" rtl="0">
              <a:spcBef>
                <a:spcPts val="0"/>
              </a:spcBef>
              <a:spcAft>
                <a:spcPts val="0"/>
              </a:spcAft>
              <a:buClr>
                <a:srgbClr val="000000"/>
              </a:buClr>
              <a:buSzPts val="1000"/>
              <a:buNone/>
              <a:defRPr sz="1000">
                <a:solidFill>
                  <a:srgbClr val="000000"/>
                </a:solidFill>
              </a:defRPr>
            </a:lvl1pPr>
            <a:lvl2pPr lvl="1" rtl="0">
              <a:spcBef>
                <a:spcPts val="0"/>
              </a:spcBef>
              <a:spcAft>
                <a:spcPts val="0"/>
              </a:spcAft>
              <a:buClr>
                <a:srgbClr val="000000"/>
              </a:buClr>
              <a:buSzPts val="1000"/>
              <a:buNone/>
              <a:defRPr sz="1000">
                <a:solidFill>
                  <a:srgbClr val="000000"/>
                </a:solidFill>
              </a:defRPr>
            </a:lvl2pPr>
            <a:lvl3pPr lvl="2" rtl="0">
              <a:spcBef>
                <a:spcPts val="0"/>
              </a:spcBef>
              <a:spcAft>
                <a:spcPts val="0"/>
              </a:spcAft>
              <a:buClr>
                <a:srgbClr val="000000"/>
              </a:buClr>
              <a:buSzPts val="1000"/>
              <a:buNone/>
              <a:defRPr sz="1000">
                <a:solidFill>
                  <a:srgbClr val="000000"/>
                </a:solidFill>
              </a:defRPr>
            </a:lvl3pPr>
            <a:lvl4pPr lvl="3" rtl="0">
              <a:spcBef>
                <a:spcPts val="0"/>
              </a:spcBef>
              <a:spcAft>
                <a:spcPts val="0"/>
              </a:spcAft>
              <a:buClr>
                <a:srgbClr val="000000"/>
              </a:buClr>
              <a:buSzPts val="1000"/>
              <a:buNone/>
              <a:defRPr sz="1000">
                <a:solidFill>
                  <a:srgbClr val="000000"/>
                </a:solidFill>
              </a:defRPr>
            </a:lvl4pPr>
            <a:lvl5pPr lvl="4" rtl="0">
              <a:spcBef>
                <a:spcPts val="0"/>
              </a:spcBef>
              <a:spcAft>
                <a:spcPts val="0"/>
              </a:spcAft>
              <a:buClr>
                <a:srgbClr val="000000"/>
              </a:buClr>
              <a:buSzPts val="1000"/>
              <a:buNone/>
              <a:defRPr sz="1000">
                <a:solidFill>
                  <a:srgbClr val="000000"/>
                </a:solidFill>
              </a:defRPr>
            </a:lvl5pPr>
            <a:lvl6pPr lvl="5" rtl="0">
              <a:spcBef>
                <a:spcPts val="0"/>
              </a:spcBef>
              <a:spcAft>
                <a:spcPts val="0"/>
              </a:spcAft>
              <a:buClr>
                <a:srgbClr val="000000"/>
              </a:buClr>
              <a:buSzPts val="1000"/>
              <a:buNone/>
              <a:defRPr sz="1000">
                <a:solidFill>
                  <a:srgbClr val="000000"/>
                </a:solidFill>
              </a:defRPr>
            </a:lvl6pPr>
            <a:lvl7pPr lvl="6" rtl="0">
              <a:spcBef>
                <a:spcPts val="0"/>
              </a:spcBef>
              <a:spcAft>
                <a:spcPts val="0"/>
              </a:spcAft>
              <a:buClr>
                <a:srgbClr val="000000"/>
              </a:buClr>
              <a:buSzPts val="1000"/>
              <a:buNone/>
              <a:defRPr sz="1000">
                <a:solidFill>
                  <a:srgbClr val="000000"/>
                </a:solidFill>
              </a:defRPr>
            </a:lvl7pPr>
            <a:lvl8pPr lvl="7" rtl="0">
              <a:spcBef>
                <a:spcPts val="0"/>
              </a:spcBef>
              <a:spcAft>
                <a:spcPts val="0"/>
              </a:spcAft>
              <a:buClr>
                <a:srgbClr val="000000"/>
              </a:buClr>
              <a:buSzPts val="1000"/>
              <a:buNone/>
              <a:defRPr sz="1000">
                <a:solidFill>
                  <a:srgbClr val="000000"/>
                </a:solidFill>
              </a:defRPr>
            </a:lvl8pPr>
            <a:lvl9pPr lvl="8" rtl="0">
              <a:spcBef>
                <a:spcPts val="0"/>
              </a:spcBef>
              <a:spcAft>
                <a:spcPts val="0"/>
              </a:spcAft>
              <a:buClr>
                <a:srgbClr val="000000"/>
              </a:buClr>
              <a:buSzPts val="1000"/>
              <a:buNone/>
              <a:defRPr sz="1000">
                <a:solidFill>
                  <a:srgbClr val="000000"/>
                </a:solidFill>
              </a:defRPr>
            </a:lvl9pPr>
          </a:lstStyle>
          <a:p/>
        </p:txBody>
      </p:sp>
      <p:sp>
        <p:nvSpPr>
          <p:cNvPr id="1631" name="Google Shape;1631;p29"/>
          <p:cNvSpPr txBox="1"/>
          <p:nvPr>
            <p:ph idx="3" type="title"/>
          </p:nvPr>
        </p:nvSpPr>
        <p:spPr>
          <a:xfrm flipH="1">
            <a:off x="6546263" y="579538"/>
            <a:ext cx="3350100" cy="169200"/>
          </a:xfrm>
          <a:prstGeom prst="rect">
            <a:avLst/>
          </a:prstGeom>
          <a:noFill/>
          <a:ln>
            <a:noFill/>
          </a:ln>
        </p:spPr>
        <p:txBody>
          <a:bodyPr anchorCtr="0" anchor="ctr" bIns="0" lIns="0" spcFirstLastPara="1" rIns="0" wrap="square" tIns="0">
            <a:noAutofit/>
          </a:bodyPr>
          <a:lstStyle>
            <a:lvl1pPr lvl="0" rtl="0">
              <a:spcBef>
                <a:spcPts val="0"/>
              </a:spcBef>
              <a:spcAft>
                <a:spcPts val="0"/>
              </a:spcAft>
              <a:buClr>
                <a:srgbClr val="000000"/>
              </a:buClr>
              <a:buSzPts val="1000"/>
              <a:buNone/>
              <a:defRPr sz="1000">
                <a:solidFill>
                  <a:srgbClr val="000000"/>
                </a:solidFill>
              </a:defRPr>
            </a:lvl1pPr>
            <a:lvl2pPr lvl="1" rtl="0">
              <a:spcBef>
                <a:spcPts val="0"/>
              </a:spcBef>
              <a:spcAft>
                <a:spcPts val="0"/>
              </a:spcAft>
              <a:buClr>
                <a:srgbClr val="000000"/>
              </a:buClr>
              <a:buSzPts val="1000"/>
              <a:buNone/>
              <a:defRPr sz="1000">
                <a:solidFill>
                  <a:srgbClr val="000000"/>
                </a:solidFill>
              </a:defRPr>
            </a:lvl2pPr>
            <a:lvl3pPr lvl="2" rtl="0">
              <a:spcBef>
                <a:spcPts val="0"/>
              </a:spcBef>
              <a:spcAft>
                <a:spcPts val="0"/>
              </a:spcAft>
              <a:buClr>
                <a:srgbClr val="000000"/>
              </a:buClr>
              <a:buSzPts val="1000"/>
              <a:buNone/>
              <a:defRPr sz="1000">
                <a:solidFill>
                  <a:srgbClr val="000000"/>
                </a:solidFill>
              </a:defRPr>
            </a:lvl3pPr>
            <a:lvl4pPr lvl="3" rtl="0">
              <a:spcBef>
                <a:spcPts val="0"/>
              </a:spcBef>
              <a:spcAft>
                <a:spcPts val="0"/>
              </a:spcAft>
              <a:buClr>
                <a:srgbClr val="000000"/>
              </a:buClr>
              <a:buSzPts val="1000"/>
              <a:buNone/>
              <a:defRPr sz="1000">
                <a:solidFill>
                  <a:srgbClr val="000000"/>
                </a:solidFill>
              </a:defRPr>
            </a:lvl4pPr>
            <a:lvl5pPr lvl="4" rtl="0">
              <a:spcBef>
                <a:spcPts val="0"/>
              </a:spcBef>
              <a:spcAft>
                <a:spcPts val="0"/>
              </a:spcAft>
              <a:buClr>
                <a:srgbClr val="000000"/>
              </a:buClr>
              <a:buSzPts val="1000"/>
              <a:buNone/>
              <a:defRPr sz="1000">
                <a:solidFill>
                  <a:srgbClr val="000000"/>
                </a:solidFill>
              </a:defRPr>
            </a:lvl5pPr>
            <a:lvl6pPr lvl="5" rtl="0">
              <a:spcBef>
                <a:spcPts val="0"/>
              </a:spcBef>
              <a:spcAft>
                <a:spcPts val="0"/>
              </a:spcAft>
              <a:buClr>
                <a:srgbClr val="000000"/>
              </a:buClr>
              <a:buSzPts val="1000"/>
              <a:buNone/>
              <a:defRPr sz="1000">
                <a:solidFill>
                  <a:srgbClr val="000000"/>
                </a:solidFill>
              </a:defRPr>
            </a:lvl6pPr>
            <a:lvl7pPr lvl="6" rtl="0">
              <a:spcBef>
                <a:spcPts val="0"/>
              </a:spcBef>
              <a:spcAft>
                <a:spcPts val="0"/>
              </a:spcAft>
              <a:buClr>
                <a:srgbClr val="000000"/>
              </a:buClr>
              <a:buSzPts val="1000"/>
              <a:buNone/>
              <a:defRPr sz="1000">
                <a:solidFill>
                  <a:srgbClr val="000000"/>
                </a:solidFill>
              </a:defRPr>
            </a:lvl7pPr>
            <a:lvl8pPr lvl="7" rtl="0">
              <a:spcBef>
                <a:spcPts val="0"/>
              </a:spcBef>
              <a:spcAft>
                <a:spcPts val="0"/>
              </a:spcAft>
              <a:buClr>
                <a:srgbClr val="000000"/>
              </a:buClr>
              <a:buSzPts val="1000"/>
              <a:buNone/>
              <a:defRPr sz="1000">
                <a:solidFill>
                  <a:srgbClr val="000000"/>
                </a:solidFill>
              </a:defRPr>
            </a:lvl8pPr>
            <a:lvl9pPr lvl="8" rtl="0">
              <a:spcBef>
                <a:spcPts val="0"/>
              </a:spcBef>
              <a:spcAft>
                <a:spcPts val="0"/>
              </a:spcAft>
              <a:buClr>
                <a:srgbClr val="000000"/>
              </a:buClr>
              <a:buSzPts val="1000"/>
              <a:buNone/>
              <a:defRPr sz="1000">
                <a:solidFill>
                  <a:srgbClr val="000000"/>
                </a:solidFill>
              </a:defRPr>
            </a:lvl9pPr>
          </a:lstStyle>
          <a:p/>
        </p:txBody>
      </p:sp>
      <p:sp>
        <p:nvSpPr>
          <p:cNvPr id="1632" name="Google Shape;1632;p29"/>
          <p:cNvSpPr/>
          <p:nvPr/>
        </p:nvSpPr>
        <p:spPr>
          <a:xfrm>
            <a:off x="2277739" y="663750"/>
            <a:ext cx="88500" cy="1089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 name="Google Shape;1633;p29"/>
          <p:cNvSpPr txBox="1"/>
          <p:nvPr>
            <p:ph idx="1" type="body"/>
          </p:nvPr>
        </p:nvSpPr>
        <p:spPr>
          <a:xfrm>
            <a:off x="641150" y="612125"/>
            <a:ext cx="1770300" cy="160500"/>
          </a:xfrm>
          <a:prstGeom prst="rect">
            <a:avLst/>
          </a:prstGeom>
          <a:noFill/>
          <a:ln>
            <a:noFill/>
          </a:ln>
        </p:spPr>
        <p:txBody>
          <a:bodyPr anchorCtr="0" anchor="t" bIns="0" lIns="0" spcFirstLastPara="1" rIns="0" wrap="square" tIns="0">
            <a:noAutofit/>
          </a:bodyPr>
          <a:lstStyle>
            <a:lvl1pPr indent="-292100" lvl="0" marL="457200" rtl="0" algn="ctr">
              <a:spcBef>
                <a:spcPts val="0"/>
              </a:spcBef>
              <a:spcAft>
                <a:spcPts val="0"/>
              </a:spcAft>
              <a:buClr>
                <a:srgbClr val="FFFFFF"/>
              </a:buClr>
              <a:buSzPts val="1000"/>
              <a:buChar char="●"/>
              <a:defRPr sz="1000">
                <a:solidFill>
                  <a:srgbClr val="FFFFFF"/>
                </a:solidFill>
              </a:defRPr>
            </a:lvl1pPr>
            <a:lvl2pPr indent="-292100" lvl="1" marL="914400" rtl="0" algn="ctr">
              <a:spcBef>
                <a:spcPts val="0"/>
              </a:spcBef>
              <a:spcAft>
                <a:spcPts val="0"/>
              </a:spcAft>
              <a:buClr>
                <a:srgbClr val="FFFFFF"/>
              </a:buClr>
              <a:buSzPts val="1000"/>
              <a:buChar char="○"/>
              <a:defRPr sz="1000">
                <a:solidFill>
                  <a:srgbClr val="FFFFFF"/>
                </a:solidFill>
              </a:defRPr>
            </a:lvl2pPr>
            <a:lvl3pPr indent="-292100" lvl="2" marL="1371600" rtl="0" algn="ctr">
              <a:spcBef>
                <a:spcPts val="0"/>
              </a:spcBef>
              <a:spcAft>
                <a:spcPts val="0"/>
              </a:spcAft>
              <a:buClr>
                <a:srgbClr val="FFFFFF"/>
              </a:buClr>
              <a:buSzPts val="1000"/>
              <a:buChar char="■"/>
              <a:defRPr sz="1000">
                <a:solidFill>
                  <a:srgbClr val="FFFFFF"/>
                </a:solidFill>
              </a:defRPr>
            </a:lvl3pPr>
            <a:lvl4pPr indent="-292100" lvl="3" marL="1828800" rtl="0" algn="ctr">
              <a:spcBef>
                <a:spcPts val="0"/>
              </a:spcBef>
              <a:spcAft>
                <a:spcPts val="0"/>
              </a:spcAft>
              <a:buClr>
                <a:srgbClr val="FFFFFF"/>
              </a:buClr>
              <a:buSzPts val="1000"/>
              <a:buChar char="●"/>
              <a:defRPr sz="1000">
                <a:solidFill>
                  <a:srgbClr val="FFFFFF"/>
                </a:solidFill>
              </a:defRPr>
            </a:lvl4pPr>
            <a:lvl5pPr indent="-292100" lvl="4" marL="2286000" rtl="0" algn="ctr">
              <a:spcBef>
                <a:spcPts val="0"/>
              </a:spcBef>
              <a:spcAft>
                <a:spcPts val="0"/>
              </a:spcAft>
              <a:buClr>
                <a:srgbClr val="FFFFFF"/>
              </a:buClr>
              <a:buSzPts val="1000"/>
              <a:buChar char="○"/>
              <a:defRPr sz="1000">
                <a:solidFill>
                  <a:srgbClr val="FFFFFF"/>
                </a:solidFill>
              </a:defRPr>
            </a:lvl5pPr>
            <a:lvl6pPr indent="-292100" lvl="5" marL="2743200" rtl="0" algn="ctr">
              <a:spcBef>
                <a:spcPts val="0"/>
              </a:spcBef>
              <a:spcAft>
                <a:spcPts val="0"/>
              </a:spcAft>
              <a:buClr>
                <a:srgbClr val="FFFFFF"/>
              </a:buClr>
              <a:buSzPts val="1000"/>
              <a:buChar char="■"/>
              <a:defRPr sz="1000">
                <a:solidFill>
                  <a:srgbClr val="FFFFFF"/>
                </a:solidFill>
              </a:defRPr>
            </a:lvl6pPr>
            <a:lvl7pPr indent="-292100" lvl="6" marL="3200400" rtl="0" algn="ctr">
              <a:spcBef>
                <a:spcPts val="0"/>
              </a:spcBef>
              <a:spcAft>
                <a:spcPts val="0"/>
              </a:spcAft>
              <a:buClr>
                <a:srgbClr val="FFFFFF"/>
              </a:buClr>
              <a:buSzPts val="1000"/>
              <a:buChar char="●"/>
              <a:defRPr sz="1000">
                <a:solidFill>
                  <a:srgbClr val="FFFFFF"/>
                </a:solidFill>
              </a:defRPr>
            </a:lvl7pPr>
            <a:lvl8pPr indent="-292100" lvl="7" marL="3657600" rtl="0" algn="ctr">
              <a:spcBef>
                <a:spcPts val="0"/>
              </a:spcBef>
              <a:spcAft>
                <a:spcPts val="0"/>
              </a:spcAft>
              <a:buClr>
                <a:srgbClr val="FFFFFF"/>
              </a:buClr>
              <a:buSzPts val="1000"/>
              <a:buChar char="○"/>
              <a:defRPr sz="1000">
                <a:solidFill>
                  <a:srgbClr val="FFFFFF"/>
                </a:solidFill>
              </a:defRPr>
            </a:lvl8pPr>
            <a:lvl9pPr indent="-292100" lvl="8" marL="4114800" rtl="0" algn="ctr">
              <a:spcBef>
                <a:spcPts val="0"/>
              </a:spcBef>
              <a:spcAft>
                <a:spcPts val="0"/>
              </a:spcAft>
              <a:buClr>
                <a:srgbClr val="FFFFFF"/>
              </a:buClr>
              <a:buSzPts val="1000"/>
              <a:buChar char="■"/>
              <a:defRPr sz="1000">
                <a:solidFill>
                  <a:srgbClr val="FFFFFF"/>
                </a:solidFill>
              </a:defRPr>
            </a:lvl9pPr>
          </a:lstStyle>
          <a:p/>
        </p:txBody>
      </p:sp>
      <p:sp>
        <p:nvSpPr>
          <p:cNvPr id="1634" name="Google Shape;1634;p29"/>
          <p:cNvSpPr txBox="1"/>
          <p:nvPr/>
        </p:nvSpPr>
        <p:spPr>
          <a:xfrm>
            <a:off x="84825" y="598125"/>
            <a:ext cx="595500" cy="205800"/>
          </a:xfrm>
          <a:prstGeom prst="rect">
            <a:avLst/>
          </a:prstGeom>
          <a:noFill/>
          <a:ln>
            <a:noFill/>
          </a:ln>
        </p:spPr>
        <p:txBody>
          <a:bodyPr anchorCtr="0" anchor="t" bIns="18000" lIns="18000" spcFirstLastPara="1" rIns="18000" wrap="square" tIns="18000">
            <a:spAutoFit/>
          </a:bodyPr>
          <a:lstStyle/>
          <a:p>
            <a:pPr indent="0" lvl="0" marL="0" rtl="0" algn="l">
              <a:spcBef>
                <a:spcPts val="0"/>
              </a:spcBef>
              <a:spcAft>
                <a:spcPts val="0"/>
              </a:spcAft>
              <a:buNone/>
            </a:pPr>
            <a:r>
              <a:rPr lang="es-419" sz="1100">
                <a:solidFill>
                  <a:srgbClr val="FFFFFF"/>
                </a:solidFill>
              </a:rPr>
              <a:t>Nombre:</a:t>
            </a:r>
            <a:endParaRPr sz="1100">
              <a:solidFill>
                <a:srgbClr val="FFFFFF"/>
              </a:solidFill>
            </a:endParaRPr>
          </a:p>
        </p:txBody>
      </p:sp>
      <p:sp>
        <p:nvSpPr>
          <p:cNvPr id="1635" name="Google Shape;1635;p29"/>
          <p:cNvSpPr/>
          <p:nvPr/>
        </p:nvSpPr>
        <p:spPr>
          <a:xfrm>
            <a:off x="-4248150" y="1705500"/>
            <a:ext cx="3505200" cy="3429000"/>
          </a:xfrm>
          <a:prstGeom prst="roundRect">
            <a:avLst>
              <a:gd fmla="val 2402" name="adj"/>
            </a:avLst>
          </a:prstGeom>
          <a:solidFill>
            <a:srgbClr val="F3F3F3"/>
          </a:solidFill>
          <a:ln cap="flat" cmpd="sng" w="9525">
            <a:solidFill>
              <a:srgbClr val="F3F3F3"/>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t" bIns="91425" lIns="91425" spcFirstLastPara="1" rIns="91425" wrap="square" tIns="91425">
            <a:noAutofit/>
          </a:bodyPr>
          <a:lstStyle/>
          <a:p>
            <a:pPr indent="0" lvl="0" marL="0" rtl="0" algn="ctr">
              <a:spcBef>
                <a:spcPts val="0"/>
              </a:spcBef>
              <a:spcAft>
                <a:spcPts val="0"/>
              </a:spcAft>
              <a:buNone/>
            </a:pPr>
            <a:r>
              <a:rPr lang="es-419"/>
              <a:t>Paleta</a:t>
            </a:r>
            <a:endParaRPr/>
          </a:p>
        </p:txBody>
      </p:sp>
    </p:spTree>
  </p:cSld>
  <p:clrMapOvr>
    <a:masterClrMapping/>
  </p:clrMapOvr>
</p:sldLayout>
</file>

<file path=ppt/slideLayouts/slideLayout2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6.7 Diagrama de Clases">
  <p:cSld name="TITLE_3_6_1_1_1_1_1_1_1_1_1_1_1_1_1_1_1_1_1_1_1_1_1_1_1_1_1">
    <p:spTree>
      <p:nvGrpSpPr>
        <p:cNvPr id="1636" name="Shape 1636"/>
        <p:cNvGrpSpPr/>
        <p:nvPr/>
      </p:nvGrpSpPr>
      <p:grpSpPr>
        <a:xfrm>
          <a:off x="0" y="0"/>
          <a:ext cx="0" cy="0"/>
          <a:chOff x="0" y="0"/>
          <a:chExt cx="0" cy="0"/>
        </a:xfrm>
      </p:grpSpPr>
      <p:sp>
        <p:nvSpPr>
          <p:cNvPr id="1637" name="Google Shape;1637;p30"/>
          <p:cNvSpPr/>
          <p:nvPr/>
        </p:nvSpPr>
        <p:spPr>
          <a:xfrm>
            <a:off x="97888" y="377012"/>
            <a:ext cx="9893400" cy="296700"/>
          </a:xfrm>
          <a:prstGeom prst="roundRect">
            <a:avLst>
              <a:gd fmla="val 22902" name="adj"/>
            </a:avLst>
          </a:prstGeom>
          <a:solidFill>
            <a:srgbClr val="F3F3F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1638" name="Google Shape;1638;p30"/>
          <p:cNvSpPr/>
          <p:nvPr/>
        </p:nvSpPr>
        <p:spPr>
          <a:xfrm>
            <a:off x="77688" y="358938"/>
            <a:ext cx="9935700" cy="6438000"/>
          </a:xfrm>
          <a:prstGeom prst="roundRect">
            <a:avLst>
              <a:gd fmla="val 2618" name="adj"/>
            </a:avLst>
          </a:prstGeom>
          <a:solidFill>
            <a:srgbClr val="FFFFFF"/>
          </a:solidFill>
          <a:ln cap="flat" cmpd="sng" w="38100">
            <a:solidFill>
              <a:srgbClr val="000000"/>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639" name="Google Shape;1639;p30"/>
          <p:cNvCxnSpPr/>
          <p:nvPr/>
        </p:nvCxnSpPr>
        <p:spPr>
          <a:xfrm>
            <a:off x="77688" y="772614"/>
            <a:ext cx="9935700" cy="0"/>
          </a:xfrm>
          <a:prstGeom prst="straightConnector1">
            <a:avLst/>
          </a:prstGeom>
          <a:noFill/>
          <a:ln cap="flat" cmpd="sng" w="19050">
            <a:solidFill>
              <a:srgbClr val="000000"/>
            </a:solidFill>
            <a:prstDash val="solid"/>
            <a:round/>
            <a:headEnd len="med" w="med" type="none"/>
            <a:tailEnd len="med" w="med" type="none"/>
          </a:ln>
        </p:spPr>
      </p:cxnSp>
      <p:cxnSp>
        <p:nvCxnSpPr>
          <p:cNvPr id="1640" name="Google Shape;1640;p30"/>
          <p:cNvCxnSpPr/>
          <p:nvPr/>
        </p:nvCxnSpPr>
        <p:spPr>
          <a:xfrm rot="10800000">
            <a:off x="2439038" y="368188"/>
            <a:ext cx="0" cy="402300"/>
          </a:xfrm>
          <a:prstGeom prst="straightConnector1">
            <a:avLst/>
          </a:prstGeom>
          <a:noFill/>
          <a:ln cap="flat" cmpd="sng" w="19050">
            <a:solidFill>
              <a:srgbClr val="000000"/>
            </a:solidFill>
            <a:prstDash val="solid"/>
            <a:round/>
            <a:headEnd len="med" w="med" type="none"/>
            <a:tailEnd len="med" w="med" type="none"/>
          </a:ln>
        </p:spPr>
      </p:cxnSp>
      <p:sp>
        <p:nvSpPr>
          <p:cNvPr id="1641" name="Google Shape;1641;p30"/>
          <p:cNvSpPr/>
          <p:nvPr/>
        </p:nvSpPr>
        <p:spPr>
          <a:xfrm>
            <a:off x="77688" y="349338"/>
            <a:ext cx="2361300" cy="421200"/>
          </a:xfrm>
          <a:prstGeom prst="roundRect">
            <a:avLst>
              <a:gd fmla="val 50000" name="adj"/>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s-419" sz="1200">
                <a:solidFill>
                  <a:srgbClr val="FFFFFF"/>
                </a:solidFill>
              </a:rPr>
              <a:t>Diagrama de Clases</a:t>
            </a:r>
            <a:endParaRPr b="1" sz="1200">
              <a:solidFill>
                <a:srgbClr val="FFFFFF"/>
              </a:solidFill>
            </a:endParaRPr>
          </a:p>
          <a:p>
            <a:pPr indent="0" lvl="0" marL="0" rtl="0" algn="ctr">
              <a:spcBef>
                <a:spcPts val="0"/>
              </a:spcBef>
              <a:spcAft>
                <a:spcPts val="0"/>
              </a:spcAft>
              <a:buNone/>
            </a:pPr>
            <a:r>
              <a:t/>
            </a:r>
            <a:endParaRPr b="1" sz="1200">
              <a:solidFill>
                <a:srgbClr val="FFFFFF"/>
              </a:solidFill>
            </a:endParaRPr>
          </a:p>
        </p:txBody>
      </p:sp>
      <p:sp>
        <p:nvSpPr>
          <p:cNvPr id="1642" name="Google Shape;1642;p30"/>
          <p:cNvSpPr/>
          <p:nvPr/>
        </p:nvSpPr>
        <p:spPr>
          <a:xfrm>
            <a:off x="83988" y="595504"/>
            <a:ext cx="190200" cy="1692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 name="Google Shape;1643;p30"/>
          <p:cNvSpPr/>
          <p:nvPr/>
        </p:nvSpPr>
        <p:spPr>
          <a:xfrm>
            <a:off x="2292338" y="358938"/>
            <a:ext cx="146700" cy="4023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 name="Google Shape;1644;p30"/>
          <p:cNvSpPr/>
          <p:nvPr/>
        </p:nvSpPr>
        <p:spPr>
          <a:xfrm>
            <a:off x="-2268925" y="760700"/>
            <a:ext cx="1620600" cy="6079200"/>
          </a:xfrm>
          <a:prstGeom prst="roundRect">
            <a:avLst>
              <a:gd fmla="val 5833" name="adj"/>
            </a:avLst>
          </a:prstGeom>
          <a:solidFill>
            <a:srgbClr val="F3F3F3"/>
          </a:solidFill>
          <a:ln cap="flat" cmpd="sng" w="9525">
            <a:solidFill>
              <a:srgbClr val="F3F3F3"/>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t" bIns="54000" lIns="72000" spcFirstLastPara="1" rIns="72000" wrap="square" tIns="54000">
            <a:noAutofit/>
          </a:bodyPr>
          <a:lstStyle/>
          <a:p>
            <a:pPr indent="0" lvl="0" marL="0" rtl="0" algn="ctr">
              <a:spcBef>
                <a:spcPts val="0"/>
              </a:spcBef>
              <a:spcAft>
                <a:spcPts val="0"/>
              </a:spcAft>
              <a:buNone/>
            </a:pPr>
            <a:r>
              <a:rPr i="1" lang="es-419"/>
              <a:t>Paleta</a:t>
            </a:r>
            <a:endParaRPr i="1"/>
          </a:p>
        </p:txBody>
      </p:sp>
      <p:sp>
        <p:nvSpPr>
          <p:cNvPr id="1645" name="Google Shape;1645;p30"/>
          <p:cNvSpPr txBox="1"/>
          <p:nvPr/>
        </p:nvSpPr>
        <p:spPr>
          <a:xfrm>
            <a:off x="2524025" y="387675"/>
            <a:ext cx="17055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Caso de Uso de Sistema:</a:t>
            </a:r>
            <a:endParaRPr b="1" sz="1100"/>
          </a:p>
        </p:txBody>
      </p:sp>
      <p:sp>
        <p:nvSpPr>
          <p:cNvPr id="1646" name="Google Shape;1646;p30"/>
          <p:cNvSpPr txBox="1"/>
          <p:nvPr/>
        </p:nvSpPr>
        <p:spPr>
          <a:xfrm>
            <a:off x="2524020" y="579550"/>
            <a:ext cx="6846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Finalidad:</a:t>
            </a:r>
            <a:endParaRPr b="1" sz="1100"/>
          </a:p>
        </p:txBody>
      </p:sp>
      <p:sp>
        <p:nvSpPr>
          <p:cNvPr id="1647" name="Google Shape;1647;p30"/>
          <p:cNvSpPr txBox="1"/>
          <p:nvPr>
            <p:ph type="title"/>
          </p:nvPr>
        </p:nvSpPr>
        <p:spPr>
          <a:xfrm flipH="1">
            <a:off x="4248275" y="387675"/>
            <a:ext cx="5640300" cy="169200"/>
          </a:xfrm>
          <a:prstGeom prst="rect">
            <a:avLst/>
          </a:prstGeom>
          <a:noFill/>
          <a:ln>
            <a:noFill/>
          </a:ln>
        </p:spPr>
        <p:txBody>
          <a:bodyPr anchorCtr="0" anchor="ctr" bIns="0" lIns="0" spcFirstLastPara="1" rIns="0" wrap="square" tIns="0">
            <a:noAutofit/>
          </a:bodyPr>
          <a:lstStyle>
            <a:lvl1pPr lvl="0" rtl="0">
              <a:spcBef>
                <a:spcPts val="0"/>
              </a:spcBef>
              <a:spcAft>
                <a:spcPts val="0"/>
              </a:spcAft>
              <a:buClr>
                <a:srgbClr val="000000"/>
              </a:buClr>
              <a:buSzPts val="1000"/>
              <a:buNone/>
              <a:defRPr sz="1000">
                <a:solidFill>
                  <a:srgbClr val="000000"/>
                </a:solidFill>
              </a:defRPr>
            </a:lvl1pPr>
            <a:lvl2pPr lvl="1" rtl="0">
              <a:spcBef>
                <a:spcPts val="0"/>
              </a:spcBef>
              <a:spcAft>
                <a:spcPts val="0"/>
              </a:spcAft>
              <a:buClr>
                <a:srgbClr val="000000"/>
              </a:buClr>
              <a:buSzPts val="1000"/>
              <a:buNone/>
              <a:defRPr sz="1000">
                <a:solidFill>
                  <a:srgbClr val="000000"/>
                </a:solidFill>
              </a:defRPr>
            </a:lvl2pPr>
            <a:lvl3pPr lvl="2" rtl="0">
              <a:spcBef>
                <a:spcPts val="0"/>
              </a:spcBef>
              <a:spcAft>
                <a:spcPts val="0"/>
              </a:spcAft>
              <a:buClr>
                <a:srgbClr val="000000"/>
              </a:buClr>
              <a:buSzPts val="1000"/>
              <a:buNone/>
              <a:defRPr sz="1000">
                <a:solidFill>
                  <a:srgbClr val="000000"/>
                </a:solidFill>
              </a:defRPr>
            </a:lvl3pPr>
            <a:lvl4pPr lvl="3" rtl="0">
              <a:spcBef>
                <a:spcPts val="0"/>
              </a:spcBef>
              <a:spcAft>
                <a:spcPts val="0"/>
              </a:spcAft>
              <a:buClr>
                <a:srgbClr val="000000"/>
              </a:buClr>
              <a:buSzPts val="1000"/>
              <a:buNone/>
              <a:defRPr sz="1000">
                <a:solidFill>
                  <a:srgbClr val="000000"/>
                </a:solidFill>
              </a:defRPr>
            </a:lvl4pPr>
            <a:lvl5pPr lvl="4" rtl="0">
              <a:spcBef>
                <a:spcPts val="0"/>
              </a:spcBef>
              <a:spcAft>
                <a:spcPts val="0"/>
              </a:spcAft>
              <a:buClr>
                <a:srgbClr val="000000"/>
              </a:buClr>
              <a:buSzPts val="1000"/>
              <a:buNone/>
              <a:defRPr sz="1000">
                <a:solidFill>
                  <a:srgbClr val="000000"/>
                </a:solidFill>
              </a:defRPr>
            </a:lvl5pPr>
            <a:lvl6pPr lvl="5" rtl="0">
              <a:spcBef>
                <a:spcPts val="0"/>
              </a:spcBef>
              <a:spcAft>
                <a:spcPts val="0"/>
              </a:spcAft>
              <a:buClr>
                <a:srgbClr val="000000"/>
              </a:buClr>
              <a:buSzPts val="1000"/>
              <a:buNone/>
              <a:defRPr sz="1000">
                <a:solidFill>
                  <a:srgbClr val="000000"/>
                </a:solidFill>
              </a:defRPr>
            </a:lvl6pPr>
            <a:lvl7pPr lvl="6" rtl="0">
              <a:spcBef>
                <a:spcPts val="0"/>
              </a:spcBef>
              <a:spcAft>
                <a:spcPts val="0"/>
              </a:spcAft>
              <a:buClr>
                <a:srgbClr val="000000"/>
              </a:buClr>
              <a:buSzPts val="1000"/>
              <a:buNone/>
              <a:defRPr sz="1000">
                <a:solidFill>
                  <a:srgbClr val="000000"/>
                </a:solidFill>
              </a:defRPr>
            </a:lvl7pPr>
            <a:lvl8pPr lvl="7" rtl="0">
              <a:spcBef>
                <a:spcPts val="0"/>
              </a:spcBef>
              <a:spcAft>
                <a:spcPts val="0"/>
              </a:spcAft>
              <a:buClr>
                <a:srgbClr val="000000"/>
              </a:buClr>
              <a:buSzPts val="1000"/>
              <a:buNone/>
              <a:defRPr sz="1000">
                <a:solidFill>
                  <a:srgbClr val="000000"/>
                </a:solidFill>
              </a:defRPr>
            </a:lvl8pPr>
            <a:lvl9pPr lvl="8" rtl="0">
              <a:spcBef>
                <a:spcPts val="0"/>
              </a:spcBef>
              <a:spcAft>
                <a:spcPts val="0"/>
              </a:spcAft>
              <a:buClr>
                <a:srgbClr val="000000"/>
              </a:buClr>
              <a:buSzPts val="1000"/>
              <a:buNone/>
              <a:defRPr sz="1000">
                <a:solidFill>
                  <a:srgbClr val="000000"/>
                </a:solidFill>
              </a:defRPr>
            </a:lvl9pPr>
          </a:lstStyle>
          <a:p/>
        </p:txBody>
      </p:sp>
      <p:sp>
        <p:nvSpPr>
          <p:cNvPr id="1648" name="Google Shape;1648;p30"/>
          <p:cNvSpPr txBox="1"/>
          <p:nvPr>
            <p:ph idx="2" type="title"/>
          </p:nvPr>
        </p:nvSpPr>
        <p:spPr>
          <a:xfrm flipH="1">
            <a:off x="3231275" y="579550"/>
            <a:ext cx="6657300" cy="169200"/>
          </a:xfrm>
          <a:prstGeom prst="rect">
            <a:avLst/>
          </a:prstGeom>
          <a:noFill/>
          <a:ln>
            <a:noFill/>
          </a:ln>
        </p:spPr>
        <p:txBody>
          <a:bodyPr anchorCtr="0" anchor="ctr" bIns="0" lIns="0" spcFirstLastPara="1" rIns="0" wrap="square" tIns="0">
            <a:noAutofit/>
          </a:bodyPr>
          <a:lstStyle>
            <a:lvl1pPr lvl="0" rtl="0">
              <a:spcBef>
                <a:spcPts val="0"/>
              </a:spcBef>
              <a:spcAft>
                <a:spcPts val="0"/>
              </a:spcAft>
              <a:buClr>
                <a:srgbClr val="000000"/>
              </a:buClr>
              <a:buSzPts val="1000"/>
              <a:buNone/>
              <a:defRPr sz="1000">
                <a:solidFill>
                  <a:srgbClr val="000000"/>
                </a:solidFill>
              </a:defRPr>
            </a:lvl1pPr>
            <a:lvl2pPr lvl="1" rtl="0">
              <a:spcBef>
                <a:spcPts val="0"/>
              </a:spcBef>
              <a:spcAft>
                <a:spcPts val="0"/>
              </a:spcAft>
              <a:buClr>
                <a:srgbClr val="000000"/>
              </a:buClr>
              <a:buSzPts val="1000"/>
              <a:buNone/>
              <a:defRPr sz="1000">
                <a:solidFill>
                  <a:srgbClr val="000000"/>
                </a:solidFill>
              </a:defRPr>
            </a:lvl2pPr>
            <a:lvl3pPr lvl="2" rtl="0">
              <a:spcBef>
                <a:spcPts val="0"/>
              </a:spcBef>
              <a:spcAft>
                <a:spcPts val="0"/>
              </a:spcAft>
              <a:buClr>
                <a:srgbClr val="000000"/>
              </a:buClr>
              <a:buSzPts val="1000"/>
              <a:buNone/>
              <a:defRPr sz="1000">
                <a:solidFill>
                  <a:srgbClr val="000000"/>
                </a:solidFill>
              </a:defRPr>
            </a:lvl3pPr>
            <a:lvl4pPr lvl="3" rtl="0">
              <a:spcBef>
                <a:spcPts val="0"/>
              </a:spcBef>
              <a:spcAft>
                <a:spcPts val="0"/>
              </a:spcAft>
              <a:buClr>
                <a:srgbClr val="000000"/>
              </a:buClr>
              <a:buSzPts val="1000"/>
              <a:buNone/>
              <a:defRPr sz="1000">
                <a:solidFill>
                  <a:srgbClr val="000000"/>
                </a:solidFill>
              </a:defRPr>
            </a:lvl4pPr>
            <a:lvl5pPr lvl="4" rtl="0">
              <a:spcBef>
                <a:spcPts val="0"/>
              </a:spcBef>
              <a:spcAft>
                <a:spcPts val="0"/>
              </a:spcAft>
              <a:buClr>
                <a:srgbClr val="000000"/>
              </a:buClr>
              <a:buSzPts val="1000"/>
              <a:buNone/>
              <a:defRPr sz="1000">
                <a:solidFill>
                  <a:srgbClr val="000000"/>
                </a:solidFill>
              </a:defRPr>
            </a:lvl5pPr>
            <a:lvl6pPr lvl="5" rtl="0">
              <a:spcBef>
                <a:spcPts val="0"/>
              </a:spcBef>
              <a:spcAft>
                <a:spcPts val="0"/>
              </a:spcAft>
              <a:buClr>
                <a:srgbClr val="000000"/>
              </a:buClr>
              <a:buSzPts val="1000"/>
              <a:buNone/>
              <a:defRPr sz="1000">
                <a:solidFill>
                  <a:srgbClr val="000000"/>
                </a:solidFill>
              </a:defRPr>
            </a:lvl6pPr>
            <a:lvl7pPr lvl="6" rtl="0">
              <a:spcBef>
                <a:spcPts val="0"/>
              </a:spcBef>
              <a:spcAft>
                <a:spcPts val="0"/>
              </a:spcAft>
              <a:buClr>
                <a:srgbClr val="000000"/>
              </a:buClr>
              <a:buSzPts val="1000"/>
              <a:buNone/>
              <a:defRPr sz="1000">
                <a:solidFill>
                  <a:srgbClr val="000000"/>
                </a:solidFill>
              </a:defRPr>
            </a:lvl7pPr>
            <a:lvl8pPr lvl="7" rtl="0">
              <a:spcBef>
                <a:spcPts val="0"/>
              </a:spcBef>
              <a:spcAft>
                <a:spcPts val="0"/>
              </a:spcAft>
              <a:buClr>
                <a:srgbClr val="000000"/>
              </a:buClr>
              <a:buSzPts val="1000"/>
              <a:buNone/>
              <a:defRPr sz="1000">
                <a:solidFill>
                  <a:srgbClr val="000000"/>
                </a:solidFill>
              </a:defRPr>
            </a:lvl8pPr>
            <a:lvl9pPr lvl="8" rtl="0">
              <a:spcBef>
                <a:spcPts val="0"/>
              </a:spcBef>
              <a:spcAft>
                <a:spcPts val="0"/>
              </a:spcAft>
              <a:buClr>
                <a:srgbClr val="000000"/>
              </a:buClr>
              <a:buSzPts val="1000"/>
              <a:buNone/>
              <a:defRPr sz="1000">
                <a:solidFill>
                  <a:srgbClr val="000000"/>
                </a:solidFill>
              </a:defRPr>
            </a:lvl9pPr>
          </a:lstStyle>
          <a:p/>
        </p:txBody>
      </p:sp>
      <p:sp>
        <p:nvSpPr>
          <p:cNvPr id="1649" name="Google Shape;1649;p30"/>
          <p:cNvSpPr txBox="1"/>
          <p:nvPr>
            <p:ph idx="1" type="body"/>
          </p:nvPr>
        </p:nvSpPr>
        <p:spPr>
          <a:xfrm>
            <a:off x="641150" y="612125"/>
            <a:ext cx="1770300" cy="160500"/>
          </a:xfrm>
          <a:prstGeom prst="rect">
            <a:avLst/>
          </a:prstGeom>
          <a:noFill/>
          <a:ln>
            <a:noFill/>
          </a:ln>
        </p:spPr>
        <p:txBody>
          <a:bodyPr anchorCtr="0" anchor="t" bIns="0" lIns="0" spcFirstLastPara="1" rIns="0" wrap="square" tIns="0">
            <a:noAutofit/>
          </a:bodyPr>
          <a:lstStyle>
            <a:lvl1pPr indent="-292100" lvl="0" marL="457200" rtl="0" algn="ctr">
              <a:spcBef>
                <a:spcPts val="0"/>
              </a:spcBef>
              <a:spcAft>
                <a:spcPts val="0"/>
              </a:spcAft>
              <a:buClr>
                <a:srgbClr val="FFFFFF"/>
              </a:buClr>
              <a:buSzPts val="1000"/>
              <a:buChar char="●"/>
              <a:defRPr sz="1000">
                <a:solidFill>
                  <a:srgbClr val="FFFFFF"/>
                </a:solidFill>
              </a:defRPr>
            </a:lvl1pPr>
            <a:lvl2pPr indent="-292100" lvl="1" marL="914400" rtl="0" algn="ctr">
              <a:spcBef>
                <a:spcPts val="0"/>
              </a:spcBef>
              <a:spcAft>
                <a:spcPts val="0"/>
              </a:spcAft>
              <a:buClr>
                <a:srgbClr val="FFFFFF"/>
              </a:buClr>
              <a:buSzPts val="1000"/>
              <a:buChar char="○"/>
              <a:defRPr sz="1000">
                <a:solidFill>
                  <a:srgbClr val="FFFFFF"/>
                </a:solidFill>
              </a:defRPr>
            </a:lvl2pPr>
            <a:lvl3pPr indent="-292100" lvl="2" marL="1371600" rtl="0" algn="ctr">
              <a:spcBef>
                <a:spcPts val="0"/>
              </a:spcBef>
              <a:spcAft>
                <a:spcPts val="0"/>
              </a:spcAft>
              <a:buClr>
                <a:srgbClr val="FFFFFF"/>
              </a:buClr>
              <a:buSzPts val="1000"/>
              <a:buChar char="■"/>
              <a:defRPr sz="1000">
                <a:solidFill>
                  <a:srgbClr val="FFFFFF"/>
                </a:solidFill>
              </a:defRPr>
            </a:lvl3pPr>
            <a:lvl4pPr indent="-292100" lvl="3" marL="1828800" rtl="0" algn="ctr">
              <a:spcBef>
                <a:spcPts val="0"/>
              </a:spcBef>
              <a:spcAft>
                <a:spcPts val="0"/>
              </a:spcAft>
              <a:buClr>
                <a:srgbClr val="FFFFFF"/>
              </a:buClr>
              <a:buSzPts val="1000"/>
              <a:buChar char="●"/>
              <a:defRPr sz="1000">
                <a:solidFill>
                  <a:srgbClr val="FFFFFF"/>
                </a:solidFill>
              </a:defRPr>
            </a:lvl4pPr>
            <a:lvl5pPr indent="-292100" lvl="4" marL="2286000" rtl="0" algn="ctr">
              <a:spcBef>
                <a:spcPts val="0"/>
              </a:spcBef>
              <a:spcAft>
                <a:spcPts val="0"/>
              </a:spcAft>
              <a:buClr>
                <a:srgbClr val="FFFFFF"/>
              </a:buClr>
              <a:buSzPts val="1000"/>
              <a:buChar char="○"/>
              <a:defRPr sz="1000">
                <a:solidFill>
                  <a:srgbClr val="FFFFFF"/>
                </a:solidFill>
              </a:defRPr>
            </a:lvl5pPr>
            <a:lvl6pPr indent="-292100" lvl="5" marL="2743200" rtl="0" algn="ctr">
              <a:spcBef>
                <a:spcPts val="0"/>
              </a:spcBef>
              <a:spcAft>
                <a:spcPts val="0"/>
              </a:spcAft>
              <a:buClr>
                <a:srgbClr val="FFFFFF"/>
              </a:buClr>
              <a:buSzPts val="1000"/>
              <a:buChar char="■"/>
              <a:defRPr sz="1000">
                <a:solidFill>
                  <a:srgbClr val="FFFFFF"/>
                </a:solidFill>
              </a:defRPr>
            </a:lvl6pPr>
            <a:lvl7pPr indent="-292100" lvl="6" marL="3200400" rtl="0" algn="ctr">
              <a:spcBef>
                <a:spcPts val="0"/>
              </a:spcBef>
              <a:spcAft>
                <a:spcPts val="0"/>
              </a:spcAft>
              <a:buClr>
                <a:srgbClr val="FFFFFF"/>
              </a:buClr>
              <a:buSzPts val="1000"/>
              <a:buChar char="●"/>
              <a:defRPr sz="1000">
                <a:solidFill>
                  <a:srgbClr val="FFFFFF"/>
                </a:solidFill>
              </a:defRPr>
            </a:lvl7pPr>
            <a:lvl8pPr indent="-292100" lvl="7" marL="3657600" rtl="0" algn="ctr">
              <a:spcBef>
                <a:spcPts val="0"/>
              </a:spcBef>
              <a:spcAft>
                <a:spcPts val="0"/>
              </a:spcAft>
              <a:buClr>
                <a:srgbClr val="FFFFFF"/>
              </a:buClr>
              <a:buSzPts val="1000"/>
              <a:buChar char="○"/>
              <a:defRPr sz="1000">
                <a:solidFill>
                  <a:srgbClr val="FFFFFF"/>
                </a:solidFill>
              </a:defRPr>
            </a:lvl8pPr>
            <a:lvl9pPr indent="-292100" lvl="8" marL="4114800" rtl="0" algn="ctr">
              <a:spcBef>
                <a:spcPts val="0"/>
              </a:spcBef>
              <a:spcAft>
                <a:spcPts val="0"/>
              </a:spcAft>
              <a:buClr>
                <a:srgbClr val="FFFFFF"/>
              </a:buClr>
              <a:buSzPts val="1000"/>
              <a:buChar char="■"/>
              <a:defRPr sz="1000">
                <a:solidFill>
                  <a:srgbClr val="FFFFFF"/>
                </a:solidFill>
              </a:defRPr>
            </a:lvl9pPr>
          </a:lstStyle>
          <a:p/>
        </p:txBody>
      </p:sp>
      <p:sp>
        <p:nvSpPr>
          <p:cNvPr id="1650" name="Google Shape;1650;p30"/>
          <p:cNvSpPr txBox="1"/>
          <p:nvPr/>
        </p:nvSpPr>
        <p:spPr>
          <a:xfrm>
            <a:off x="84825" y="598125"/>
            <a:ext cx="595500" cy="205800"/>
          </a:xfrm>
          <a:prstGeom prst="rect">
            <a:avLst/>
          </a:prstGeom>
          <a:noFill/>
          <a:ln>
            <a:noFill/>
          </a:ln>
        </p:spPr>
        <p:txBody>
          <a:bodyPr anchorCtr="0" anchor="t" bIns="18000" lIns="18000" spcFirstLastPara="1" rIns="18000" wrap="square" tIns="18000">
            <a:spAutoFit/>
          </a:bodyPr>
          <a:lstStyle/>
          <a:p>
            <a:pPr indent="0" lvl="0" marL="0" rtl="0" algn="l">
              <a:spcBef>
                <a:spcPts val="0"/>
              </a:spcBef>
              <a:spcAft>
                <a:spcPts val="0"/>
              </a:spcAft>
              <a:buNone/>
            </a:pPr>
            <a:r>
              <a:rPr lang="es-419" sz="1100">
                <a:solidFill>
                  <a:srgbClr val="FFFFFF"/>
                </a:solidFill>
              </a:rPr>
              <a:t>Nombre:</a:t>
            </a:r>
            <a:endParaRPr sz="1100">
              <a:solidFill>
                <a:srgbClr val="FFFFFF"/>
              </a:solidFill>
            </a:endParaRPr>
          </a:p>
        </p:txBody>
      </p:sp>
    </p:spTree>
  </p:cSld>
  <p:clrMapOvr>
    <a:masterClrMapping/>
  </p:clrMapOvr>
</p:sldLayout>
</file>

<file path=ppt/slideLayouts/slideLayout3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6.5 Diagrama de Secuencia">
  <p:cSld name="TITLE_3_6_1_1_1_1_1_1_1_1_1_1_1_1_1_1_1_1_1_1_1_1_1_1_1_1_1_1">
    <p:spTree>
      <p:nvGrpSpPr>
        <p:cNvPr id="1651" name="Shape 1651"/>
        <p:cNvGrpSpPr/>
        <p:nvPr/>
      </p:nvGrpSpPr>
      <p:grpSpPr>
        <a:xfrm>
          <a:off x="0" y="0"/>
          <a:ext cx="0" cy="0"/>
          <a:chOff x="0" y="0"/>
          <a:chExt cx="0" cy="0"/>
        </a:xfrm>
      </p:grpSpPr>
      <p:sp>
        <p:nvSpPr>
          <p:cNvPr id="1652" name="Google Shape;1652;p31"/>
          <p:cNvSpPr/>
          <p:nvPr/>
        </p:nvSpPr>
        <p:spPr>
          <a:xfrm>
            <a:off x="97888" y="377012"/>
            <a:ext cx="9893400" cy="296700"/>
          </a:xfrm>
          <a:prstGeom prst="roundRect">
            <a:avLst>
              <a:gd fmla="val 22902" name="adj"/>
            </a:avLst>
          </a:prstGeom>
          <a:solidFill>
            <a:srgbClr val="F3F3F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1653" name="Google Shape;1653;p31"/>
          <p:cNvSpPr/>
          <p:nvPr/>
        </p:nvSpPr>
        <p:spPr>
          <a:xfrm>
            <a:off x="77688" y="358938"/>
            <a:ext cx="9935700" cy="6438000"/>
          </a:xfrm>
          <a:prstGeom prst="roundRect">
            <a:avLst>
              <a:gd fmla="val 2618" name="adj"/>
            </a:avLst>
          </a:prstGeom>
          <a:solidFill>
            <a:srgbClr val="FFFFFF"/>
          </a:solidFill>
          <a:ln cap="flat" cmpd="sng" w="38100">
            <a:solidFill>
              <a:srgbClr val="000000"/>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654" name="Google Shape;1654;p31"/>
          <p:cNvCxnSpPr/>
          <p:nvPr/>
        </p:nvCxnSpPr>
        <p:spPr>
          <a:xfrm>
            <a:off x="77688" y="772614"/>
            <a:ext cx="9935700" cy="0"/>
          </a:xfrm>
          <a:prstGeom prst="straightConnector1">
            <a:avLst/>
          </a:prstGeom>
          <a:noFill/>
          <a:ln cap="flat" cmpd="sng" w="19050">
            <a:solidFill>
              <a:srgbClr val="000000"/>
            </a:solidFill>
            <a:prstDash val="solid"/>
            <a:round/>
            <a:headEnd len="med" w="med" type="none"/>
            <a:tailEnd len="med" w="med" type="none"/>
          </a:ln>
        </p:spPr>
      </p:cxnSp>
      <p:cxnSp>
        <p:nvCxnSpPr>
          <p:cNvPr id="1655" name="Google Shape;1655;p31"/>
          <p:cNvCxnSpPr/>
          <p:nvPr/>
        </p:nvCxnSpPr>
        <p:spPr>
          <a:xfrm rot="10800000">
            <a:off x="2439038" y="368188"/>
            <a:ext cx="0" cy="402300"/>
          </a:xfrm>
          <a:prstGeom prst="straightConnector1">
            <a:avLst/>
          </a:prstGeom>
          <a:noFill/>
          <a:ln cap="flat" cmpd="sng" w="19050">
            <a:solidFill>
              <a:srgbClr val="000000"/>
            </a:solidFill>
            <a:prstDash val="solid"/>
            <a:round/>
            <a:headEnd len="med" w="med" type="none"/>
            <a:tailEnd len="med" w="med" type="none"/>
          </a:ln>
        </p:spPr>
      </p:cxnSp>
      <p:sp>
        <p:nvSpPr>
          <p:cNvPr id="1656" name="Google Shape;1656;p31"/>
          <p:cNvSpPr/>
          <p:nvPr/>
        </p:nvSpPr>
        <p:spPr>
          <a:xfrm>
            <a:off x="77688" y="349338"/>
            <a:ext cx="2361300" cy="421200"/>
          </a:xfrm>
          <a:prstGeom prst="roundRect">
            <a:avLst>
              <a:gd fmla="val 50000" name="adj"/>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s-419" sz="1200">
                <a:solidFill>
                  <a:srgbClr val="FFFFFF"/>
                </a:solidFill>
              </a:rPr>
              <a:t>Diagrama de Secuencia</a:t>
            </a:r>
            <a:endParaRPr b="1" sz="1200">
              <a:solidFill>
                <a:srgbClr val="FFFFFF"/>
              </a:solidFill>
            </a:endParaRPr>
          </a:p>
          <a:p>
            <a:pPr indent="0" lvl="0" marL="0" rtl="0" algn="ctr">
              <a:spcBef>
                <a:spcPts val="0"/>
              </a:spcBef>
              <a:spcAft>
                <a:spcPts val="0"/>
              </a:spcAft>
              <a:buNone/>
            </a:pPr>
            <a:r>
              <a:t/>
            </a:r>
            <a:endParaRPr b="1" sz="1200">
              <a:solidFill>
                <a:srgbClr val="FFFFFF"/>
              </a:solidFill>
            </a:endParaRPr>
          </a:p>
        </p:txBody>
      </p:sp>
      <p:sp>
        <p:nvSpPr>
          <p:cNvPr id="1657" name="Google Shape;1657;p31"/>
          <p:cNvSpPr/>
          <p:nvPr/>
        </p:nvSpPr>
        <p:spPr>
          <a:xfrm>
            <a:off x="83988" y="595504"/>
            <a:ext cx="190200" cy="1692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 name="Google Shape;1658;p31"/>
          <p:cNvSpPr/>
          <p:nvPr/>
        </p:nvSpPr>
        <p:spPr>
          <a:xfrm>
            <a:off x="2292338" y="358938"/>
            <a:ext cx="146700" cy="4023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 name="Google Shape;1659;p31"/>
          <p:cNvSpPr/>
          <p:nvPr/>
        </p:nvSpPr>
        <p:spPr>
          <a:xfrm>
            <a:off x="-3377871" y="349350"/>
            <a:ext cx="2700000" cy="6490500"/>
          </a:xfrm>
          <a:prstGeom prst="roundRect">
            <a:avLst>
              <a:gd fmla="val 2889" name="adj"/>
            </a:avLst>
          </a:prstGeom>
          <a:solidFill>
            <a:srgbClr val="F3F3F3"/>
          </a:solidFill>
          <a:ln cap="flat" cmpd="sng" w="9525">
            <a:solidFill>
              <a:srgbClr val="F3F3F3"/>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t" bIns="54000" lIns="72000" spcFirstLastPara="1" rIns="72000" wrap="square" tIns="54000">
            <a:noAutofit/>
          </a:bodyPr>
          <a:lstStyle/>
          <a:p>
            <a:pPr indent="0" lvl="0" marL="0" rtl="0" algn="ctr">
              <a:spcBef>
                <a:spcPts val="0"/>
              </a:spcBef>
              <a:spcAft>
                <a:spcPts val="0"/>
              </a:spcAft>
              <a:buNone/>
            </a:pPr>
            <a:r>
              <a:rPr i="1" lang="es-419"/>
              <a:t>Paleta</a:t>
            </a:r>
            <a:endParaRPr i="1"/>
          </a:p>
        </p:txBody>
      </p:sp>
      <p:sp>
        <p:nvSpPr>
          <p:cNvPr id="1660" name="Google Shape;1660;p31"/>
          <p:cNvSpPr txBox="1"/>
          <p:nvPr/>
        </p:nvSpPr>
        <p:spPr>
          <a:xfrm>
            <a:off x="2524025" y="387675"/>
            <a:ext cx="17055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Caso de Uso de Sistema:</a:t>
            </a:r>
            <a:endParaRPr b="1" sz="1100"/>
          </a:p>
        </p:txBody>
      </p:sp>
      <p:sp>
        <p:nvSpPr>
          <p:cNvPr id="1661" name="Google Shape;1661;p31"/>
          <p:cNvSpPr txBox="1"/>
          <p:nvPr/>
        </p:nvSpPr>
        <p:spPr>
          <a:xfrm>
            <a:off x="2524020" y="579550"/>
            <a:ext cx="6846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Finalidad:</a:t>
            </a:r>
            <a:endParaRPr b="1" sz="1100"/>
          </a:p>
        </p:txBody>
      </p:sp>
      <p:sp>
        <p:nvSpPr>
          <p:cNvPr id="1662" name="Google Shape;1662;p31"/>
          <p:cNvSpPr txBox="1"/>
          <p:nvPr>
            <p:ph type="title"/>
          </p:nvPr>
        </p:nvSpPr>
        <p:spPr>
          <a:xfrm flipH="1">
            <a:off x="4248275" y="387675"/>
            <a:ext cx="5640300" cy="169200"/>
          </a:xfrm>
          <a:prstGeom prst="rect">
            <a:avLst/>
          </a:prstGeom>
          <a:noFill/>
          <a:ln>
            <a:noFill/>
          </a:ln>
        </p:spPr>
        <p:txBody>
          <a:bodyPr anchorCtr="0" anchor="ctr" bIns="0" lIns="0" spcFirstLastPara="1" rIns="0" wrap="square" tIns="0">
            <a:noAutofit/>
          </a:bodyPr>
          <a:lstStyle>
            <a:lvl1pPr lvl="0" rtl="0">
              <a:spcBef>
                <a:spcPts val="0"/>
              </a:spcBef>
              <a:spcAft>
                <a:spcPts val="0"/>
              </a:spcAft>
              <a:buClr>
                <a:srgbClr val="000000"/>
              </a:buClr>
              <a:buSzPts val="1000"/>
              <a:buNone/>
              <a:defRPr sz="1000">
                <a:solidFill>
                  <a:srgbClr val="000000"/>
                </a:solidFill>
              </a:defRPr>
            </a:lvl1pPr>
            <a:lvl2pPr lvl="1" rtl="0">
              <a:spcBef>
                <a:spcPts val="0"/>
              </a:spcBef>
              <a:spcAft>
                <a:spcPts val="0"/>
              </a:spcAft>
              <a:buClr>
                <a:srgbClr val="000000"/>
              </a:buClr>
              <a:buSzPts val="1000"/>
              <a:buNone/>
              <a:defRPr sz="1000">
                <a:solidFill>
                  <a:srgbClr val="000000"/>
                </a:solidFill>
              </a:defRPr>
            </a:lvl2pPr>
            <a:lvl3pPr lvl="2" rtl="0">
              <a:spcBef>
                <a:spcPts val="0"/>
              </a:spcBef>
              <a:spcAft>
                <a:spcPts val="0"/>
              </a:spcAft>
              <a:buClr>
                <a:srgbClr val="000000"/>
              </a:buClr>
              <a:buSzPts val="1000"/>
              <a:buNone/>
              <a:defRPr sz="1000">
                <a:solidFill>
                  <a:srgbClr val="000000"/>
                </a:solidFill>
              </a:defRPr>
            </a:lvl3pPr>
            <a:lvl4pPr lvl="3" rtl="0">
              <a:spcBef>
                <a:spcPts val="0"/>
              </a:spcBef>
              <a:spcAft>
                <a:spcPts val="0"/>
              </a:spcAft>
              <a:buClr>
                <a:srgbClr val="000000"/>
              </a:buClr>
              <a:buSzPts val="1000"/>
              <a:buNone/>
              <a:defRPr sz="1000">
                <a:solidFill>
                  <a:srgbClr val="000000"/>
                </a:solidFill>
              </a:defRPr>
            </a:lvl4pPr>
            <a:lvl5pPr lvl="4" rtl="0">
              <a:spcBef>
                <a:spcPts val="0"/>
              </a:spcBef>
              <a:spcAft>
                <a:spcPts val="0"/>
              </a:spcAft>
              <a:buClr>
                <a:srgbClr val="000000"/>
              </a:buClr>
              <a:buSzPts val="1000"/>
              <a:buNone/>
              <a:defRPr sz="1000">
                <a:solidFill>
                  <a:srgbClr val="000000"/>
                </a:solidFill>
              </a:defRPr>
            </a:lvl5pPr>
            <a:lvl6pPr lvl="5" rtl="0">
              <a:spcBef>
                <a:spcPts val="0"/>
              </a:spcBef>
              <a:spcAft>
                <a:spcPts val="0"/>
              </a:spcAft>
              <a:buClr>
                <a:srgbClr val="000000"/>
              </a:buClr>
              <a:buSzPts val="1000"/>
              <a:buNone/>
              <a:defRPr sz="1000">
                <a:solidFill>
                  <a:srgbClr val="000000"/>
                </a:solidFill>
              </a:defRPr>
            </a:lvl6pPr>
            <a:lvl7pPr lvl="6" rtl="0">
              <a:spcBef>
                <a:spcPts val="0"/>
              </a:spcBef>
              <a:spcAft>
                <a:spcPts val="0"/>
              </a:spcAft>
              <a:buClr>
                <a:srgbClr val="000000"/>
              </a:buClr>
              <a:buSzPts val="1000"/>
              <a:buNone/>
              <a:defRPr sz="1000">
                <a:solidFill>
                  <a:srgbClr val="000000"/>
                </a:solidFill>
              </a:defRPr>
            </a:lvl7pPr>
            <a:lvl8pPr lvl="7" rtl="0">
              <a:spcBef>
                <a:spcPts val="0"/>
              </a:spcBef>
              <a:spcAft>
                <a:spcPts val="0"/>
              </a:spcAft>
              <a:buClr>
                <a:srgbClr val="000000"/>
              </a:buClr>
              <a:buSzPts val="1000"/>
              <a:buNone/>
              <a:defRPr sz="1000">
                <a:solidFill>
                  <a:srgbClr val="000000"/>
                </a:solidFill>
              </a:defRPr>
            </a:lvl8pPr>
            <a:lvl9pPr lvl="8" rtl="0">
              <a:spcBef>
                <a:spcPts val="0"/>
              </a:spcBef>
              <a:spcAft>
                <a:spcPts val="0"/>
              </a:spcAft>
              <a:buClr>
                <a:srgbClr val="000000"/>
              </a:buClr>
              <a:buSzPts val="1000"/>
              <a:buNone/>
              <a:defRPr sz="1000">
                <a:solidFill>
                  <a:srgbClr val="000000"/>
                </a:solidFill>
              </a:defRPr>
            </a:lvl9pPr>
          </a:lstStyle>
          <a:p/>
        </p:txBody>
      </p:sp>
      <p:sp>
        <p:nvSpPr>
          <p:cNvPr id="1663" name="Google Shape;1663;p31"/>
          <p:cNvSpPr txBox="1"/>
          <p:nvPr>
            <p:ph idx="2" type="title"/>
          </p:nvPr>
        </p:nvSpPr>
        <p:spPr>
          <a:xfrm flipH="1">
            <a:off x="3231275" y="579550"/>
            <a:ext cx="6657300" cy="169200"/>
          </a:xfrm>
          <a:prstGeom prst="rect">
            <a:avLst/>
          </a:prstGeom>
          <a:noFill/>
          <a:ln>
            <a:noFill/>
          </a:ln>
        </p:spPr>
        <p:txBody>
          <a:bodyPr anchorCtr="0" anchor="ctr" bIns="0" lIns="0" spcFirstLastPara="1" rIns="0" wrap="square" tIns="0">
            <a:noAutofit/>
          </a:bodyPr>
          <a:lstStyle>
            <a:lvl1pPr lvl="0" rtl="0">
              <a:spcBef>
                <a:spcPts val="0"/>
              </a:spcBef>
              <a:spcAft>
                <a:spcPts val="0"/>
              </a:spcAft>
              <a:buClr>
                <a:srgbClr val="000000"/>
              </a:buClr>
              <a:buSzPts val="1000"/>
              <a:buNone/>
              <a:defRPr sz="1000">
                <a:solidFill>
                  <a:srgbClr val="000000"/>
                </a:solidFill>
              </a:defRPr>
            </a:lvl1pPr>
            <a:lvl2pPr lvl="1" rtl="0">
              <a:spcBef>
                <a:spcPts val="0"/>
              </a:spcBef>
              <a:spcAft>
                <a:spcPts val="0"/>
              </a:spcAft>
              <a:buClr>
                <a:srgbClr val="000000"/>
              </a:buClr>
              <a:buSzPts val="1000"/>
              <a:buNone/>
              <a:defRPr sz="1000">
                <a:solidFill>
                  <a:srgbClr val="000000"/>
                </a:solidFill>
              </a:defRPr>
            </a:lvl2pPr>
            <a:lvl3pPr lvl="2" rtl="0">
              <a:spcBef>
                <a:spcPts val="0"/>
              </a:spcBef>
              <a:spcAft>
                <a:spcPts val="0"/>
              </a:spcAft>
              <a:buClr>
                <a:srgbClr val="000000"/>
              </a:buClr>
              <a:buSzPts val="1000"/>
              <a:buNone/>
              <a:defRPr sz="1000">
                <a:solidFill>
                  <a:srgbClr val="000000"/>
                </a:solidFill>
              </a:defRPr>
            </a:lvl3pPr>
            <a:lvl4pPr lvl="3" rtl="0">
              <a:spcBef>
                <a:spcPts val="0"/>
              </a:spcBef>
              <a:spcAft>
                <a:spcPts val="0"/>
              </a:spcAft>
              <a:buClr>
                <a:srgbClr val="000000"/>
              </a:buClr>
              <a:buSzPts val="1000"/>
              <a:buNone/>
              <a:defRPr sz="1000">
                <a:solidFill>
                  <a:srgbClr val="000000"/>
                </a:solidFill>
              </a:defRPr>
            </a:lvl4pPr>
            <a:lvl5pPr lvl="4" rtl="0">
              <a:spcBef>
                <a:spcPts val="0"/>
              </a:spcBef>
              <a:spcAft>
                <a:spcPts val="0"/>
              </a:spcAft>
              <a:buClr>
                <a:srgbClr val="000000"/>
              </a:buClr>
              <a:buSzPts val="1000"/>
              <a:buNone/>
              <a:defRPr sz="1000">
                <a:solidFill>
                  <a:srgbClr val="000000"/>
                </a:solidFill>
              </a:defRPr>
            </a:lvl5pPr>
            <a:lvl6pPr lvl="5" rtl="0">
              <a:spcBef>
                <a:spcPts val="0"/>
              </a:spcBef>
              <a:spcAft>
                <a:spcPts val="0"/>
              </a:spcAft>
              <a:buClr>
                <a:srgbClr val="000000"/>
              </a:buClr>
              <a:buSzPts val="1000"/>
              <a:buNone/>
              <a:defRPr sz="1000">
                <a:solidFill>
                  <a:srgbClr val="000000"/>
                </a:solidFill>
              </a:defRPr>
            </a:lvl6pPr>
            <a:lvl7pPr lvl="6" rtl="0">
              <a:spcBef>
                <a:spcPts val="0"/>
              </a:spcBef>
              <a:spcAft>
                <a:spcPts val="0"/>
              </a:spcAft>
              <a:buClr>
                <a:srgbClr val="000000"/>
              </a:buClr>
              <a:buSzPts val="1000"/>
              <a:buNone/>
              <a:defRPr sz="1000">
                <a:solidFill>
                  <a:srgbClr val="000000"/>
                </a:solidFill>
              </a:defRPr>
            </a:lvl7pPr>
            <a:lvl8pPr lvl="7" rtl="0">
              <a:spcBef>
                <a:spcPts val="0"/>
              </a:spcBef>
              <a:spcAft>
                <a:spcPts val="0"/>
              </a:spcAft>
              <a:buClr>
                <a:srgbClr val="000000"/>
              </a:buClr>
              <a:buSzPts val="1000"/>
              <a:buNone/>
              <a:defRPr sz="1000">
                <a:solidFill>
                  <a:srgbClr val="000000"/>
                </a:solidFill>
              </a:defRPr>
            </a:lvl8pPr>
            <a:lvl9pPr lvl="8" rtl="0">
              <a:spcBef>
                <a:spcPts val="0"/>
              </a:spcBef>
              <a:spcAft>
                <a:spcPts val="0"/>
              </a:spcAft>
              <a:buClr>
                <a:srgbClr val="000000"/>
              </a:buClr>
              <a:buSzPts val="1000"/>
              <a:buNone/>
              <a:defRPr sz="1000">
                <a:solidFill>
                  <a:srgbClr val="000000"/>
                </a:solidFill>
              </a:defRPr>
            </a:lvl9pPr>
          </a:lstStyle>
          <a:p/>
        </p:txBody>
      </p:sp>
      <p:sp>
        <p:nvSpPr>
          <p:cNvPr id="1664" name="Google Shape;1664;p31"/>
          <p:cNvSpPr txBox="1"/>
          <p:nvPr>
            <p:ph idx="1" type="body"/>
          </p:nvPr>
        </p:nvSpPr>
        <p:spPr>
          <a:xfrm>
            <a:off x="641150" y="612125"/>
            <a:ext cx="1770300" cy="160500"/>
          </a:xfrm>
          <a:prstGeom prst="rect">
            <a:avLst/>
          </a:prstGeom>
          <a:noFill/>
          <a:ln>
            <a:noFill/>
          </a:ln>
        </p:spPr>
        <p:txBody>
          <a:bodyPr anchorCtr="0" anchor="t" bIns="0" lIns="0" spcFirstLastPara="1" rIns="0" wrap="square" tIns="0">
            <a:noAutofit/>
          </a:bodyPr>
          <a:lstStyle>
            <a:lvl1pPr indent="-292100" lvl="0" marL="457200" rtl="0" algn="ctr">
              <a:spcBef>
                <a:spcPts val="0"/>
              </a:spcBef>
              <a:spcAft>
                <a:spcPts val="0"/>
              </a:spcAft>
              <a:buClr>
                <a:srgbClr val="FFFFFF"/>
              </a:buClr>
              <a:buSzPts val="1000"/>
              <a:buChar char="●"/>
              <a:defRPr sz="1000">
                <a:solidFill>
                  <a:srgbClr val="FFFFFF"/>
                </a:solidFill>
              </a:defRPr>
            </a:lvl1pPr>
            <a:lvl2pPr indent="-292100" lvl="1" marL="914400" rtl="0" algn="ctr">
              <a:spcBef>
                <a:spcPts val="0"/>
              </a:spcBef>
              <a:spcAft>
                <a:spcPts val="0"/>
              </a:spcAft>
              <a:buClr>
                <a:srgbClr val="FFFFFF"/>
              </a:buClr>
              <a:buSzPts val="1000"/>
              <a:buChar char="○"/>
              <a:defRPr sz="1000">
                <a:solidFill>
                  <a:srgbClr val="FFFFFF"/>
                </a:solidFill>
              </a:defRPr>
            </a:lvl2pPr>
            <a:lvl3pPr indent="-292100" lvl="2" marL="1371600" rtl="0" algn="ctr">
              <a:spcBef>
                <a:spcPts val="0"/>
              </a:spcBef>
              <a:spcAft>
                <a:spcPts val="0"/>
              </a:spcAft>
              <a:buClr>
                <a:srgbClr val="FFFFFF"/>
              </a:buClr>
              <a:buSzPts val="1000"/>
              <a:buChar char="■"/>
              <a:defRPr sz="1000">
                <a:solidFill>
                  <a:srgbClr val="FFFFFF"/>
                </a:solidFill>
              </a:defRPr>
            </a:lvl3pPr>
            <a:lvl4pPr indent="-292100" lvl="3" marL="1828800" rtl="0" algn="ctr">
              <a:spcBef>
                <a:spcPts val="0"/>
              </a:spcBef>
              <a:spcAft>
                <a:spcPts val="0"/>
              </a:spcAft>
              <a:buClr>
                <a:srgbClr val="FFFFFF"/>
              </a:buClr>
              <a:buSzPts val="1000"/>
              <a:buChar char="●"/>
              <a:defRPr sz="1000">
                <a:solidFill>
                  <a:srgbClr val="FFFFFF"/>
                </a:solidFill>
              </a:defRPr>
            </a:lvl4pPr>
            <a:lvl5pPr indent="-292100" lvl="4" marL="2286000" rtl="0" algn="ctr">
              <a:spcBef>
                <a:spcPts val="0"/>
              </a:spcBef>
              <a:spcAft>
                <a:spcPts val="0"/>
              </a:spcAft>
              <a:buClr>
                <a:srgbClr val="FFFFFF"/>
              </a:buClr>
              <a:buSzPts val="1000"/>
              <a:buChar char="○"/>
              <a:defRPr sz="1000">
                <a:solidFill>
                  <a:srgbClr val="FFFFFF"/>
                </a:solidFill>
              </a:defRPr>
            </a:lvl5pPr>
            <a:lvl6pPr indent="-292100" lvl="5" marL="2743200" rtl="0" algn="ctr">
              <a:spcBef>
                <a:spcPts val="0"/>
              </a:spcBef>
              <a:spcAft>
                <a:spcPts val="0"/>
              </a:spcAft>
              <a:buClr>
                <a:srgbClr val="FFFFFF"/>
              </a:buClr>
              <a:buSzPts val="1000"/>
              <a:buChar char="■"/>
              <a:defRPr sz="1000">
                <a:solidFill>
                  <a:srgbClr val="FFFFFF"/>
                </a:solidFill>
              </a:defRPr>
            </a:lvl6pPr>
            <a:lvl7pPr indent="-292100" lvl="6" marL="3200400" rtl="0" algn="ctr">
              <a:spcBef>
                <a:spcPts val="0"/>
              </a:spcBef>
              <a:spcAft>
                <a:spcPts val="0"/>
              </a:spcAft>
              <a:buClr>
                <a:srgbClr val="FFFFFF"/>
              </a:buClr>
              <a:buSzPts val="1000"/>
              <a:buChar char="●"/>
              <a:defRPr sz="1000">
                <a:solidFill>
                  <a:srgbClr val="FFFFFF"/>
                </a:solidFill>
              </a:defRPr>
            </a:lvl7pPr>
            <a:lvl8pPr indent="-292100" lvl="7" marL="3657600" rtl="0" algn="ctr">
              <a:spcBef>
                <a:spcPts val="0"/>
              </a:spcBef>
              <a:spcAft>
                <a:spcPts val="0"/>
              </a:spcAft>
              <a:buClr>
                <a:srgbClr val="FFFFFF"/>
              </a:buClr>
              <a:buSzPts val="1000"/>
              <a:buChar char="○"/>
              <a:defRPr sz="1000">
                <a:solidFill>
                  <a:srgbClr val="FFFFFF"/>
                </a:solidFill>
              </a:defRPr>
            </a:lvl8pPr>
            <a:lvl9pPr indent="-292100" lvl="8" marL="4114800" rtl="0" algn="ctr">
              <a:spcBef>
                <a:spcPts val="0"/>
              </a:spcBef>
              <a:spcAft>
                <a:spcPts val="0"/>
              </a:spcAft>
              <a:buClr>
                <a:srgbClr val="FFFFFF"/>
              </a:buClr>
              <a:buSzPts val="1000"/>
              <a:buChar char="■"/>
              <a:defRPr sz="1000">
                <a:solidFill>
                  <a:srgbClr val="FFFFFF"/>
                </a:solidFill>
              </a:defRPr>
            </a:lvl9pPr>
          </a:lstStyle>
          <a:p/>
        </p:txBody>
      </p:sp>
      <p:sp>
        <p:nvSpPr>
          <p:cNvPr id="1665" name="Google Shape;1665;p31"/>
          <p:cNvSpPr txBox="1"/>
          <p:nvPr/>
        </p:nvSpPr>
        <p:spPr>
          <a:xfrm>
            <a:off x="84825" y="598125"/>
            <a:ext cx="595500" cy="205800"/>
          </a:xfrm>
          <a:prstGeom prst="rect">
            <a:avLst/>
          </a:prstGeom>
          <a:noFill/>
          <a:ln>
            <a:noFill/>
          </a:ln>
        </p:spPr>
        <p:txBody>
          <a:bodyPr anchorCtr="0" anchor="t" bIns="18000" lIns="18000" spcFirstLastPara="1" rIns="18000" wrap="square" tIns="18000">
            <a:spAutoFit/>
          </a:bodyPr>
          <a:lstStyle/>
          <a:p>
            <a:pPr indent="0" lvl="0" marL="0" rtl="0" algn="l">
              <a:spcBef>
                <a:spcPts val="0"/>
              </a:spcBef>
              <a:spcAft>
                <a:spcPts val="0"/>
              </a:spcAft>
              <a:buNone/>
            </a:pPr>
            <a:r>
              <a:rPr lang="es-419" sz="1100">
                <a:solidFill>
                  <a:srgbClr val="FFFFFF"/>
                </a:solidFill>
              </a:rPr>
              <a:t>Nombre:</a:t>
            </a:r>
            <a:endParaRPr sz="1100">
              <a:solidFill>
                <a:srgbClr val="FFFFFF"/>
              </a:solidFill>
            </a:endParaRPr>
          </a:p>
        </p:txBody>
      </p:sp>
    </p:spTree>
  </p:cSld>
  <p:clrMapOvr>
    <a:masterClrMapping/>
  </p:clrMapOvr>
</p:sldLayout>
</file>

<file path=ppt/slideLayouts/slideLayout3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6.1 Actor de Sistema">
  <p:cSld name="TITLE_3_6_1_1_1_1_1_1_1_1_1_1_1_1_1_1_1_1_1_1_1_1_1_1_1_1_1_1_1">
    <p:spTree>
      <p:nvGrpSpPr>
        <p:cNvPr id="1666" name="Shape 1666"/>
        <p:cNvGrpSpPr/>
        <p:nvPr/>
      </p:nvGrpSpPr>
      <p:grpSpPr>
        <a:xfrm>
          <a:off x="0" y="0"/>
          <a:ext cx="0" cy="0"/>
          <a:chOff x="0" y="0"/>
          <a:chExt cx="0" cy="0"/>
        </a:xfrm>
      </p:grpSpPr>
      <p:sp>
        <p:nvSpPr>
          <p:cNvPr id="1667" name="Google Shape;1667;p32"/>
          <p:cNvSpPr/>
          <p:nvPr/>
        </p:nvSpPr>
        <p:spPr>
          <a:xfrm>
            <a:off x="97888" y="377012"/>
            <a:ext cx="9893400" cy="296700"/>
          </a:xfrm>
          <a:prstGeom prst="roundRect">
            <a:avLst>
              <a:gd fmla="val 22902" name="adj"/>
            </a:avLst>
          </a:prstGeom>
          <a:solidFill>
            <a:srgbClr val="F3F3F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1668" name="Google Shape;1668;p32"/>
          <p:cNvSpPr/>
          <p:nvPr/>
        </p:nvSpPr>
        <p:spPr>
          <a:xfrm>
            <a:off x="77688" y="358938"/>
            <a:ext cx="9935700" cy="6438000"/>
          </a:xfrm>
          <a:prstGeom prst="roundRect">
            <a:avLst>
              <a:gd fmla="val 2618" name="adj"/>
            </a:avLst>
          </a:prstGeom>
          <a:solidFill>
            <a:srgbClr val="FFFFFF"/>
          </a:solidFill>
          <a:ln cap="flat" cmpd="sng" w="38100">
            <a:solidFill>
              <a:srgbClr val="000000"/>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669" name="Google Shape;1669;p32"/>
          <p:cNvCxnSpPr/>
          <p:nvPr/>
        </p:nvCxnSpPr>
        <p:spPr>
          <a:xfrm>
            <a:off x="77688" y="772614"/>
            <a:ext cx="9935700" cy="0"/>
          </a:xfrm>
          <a:prstGeom prst="straightConnector1">
            <a:avLst/>
          </a:prstGeom>
          <a:noFill/>
          <a:ln cap="flat" cmpd="sng" w="19050">
            <a:solidFill>
              <a:srgbClr val="000000"/>
            </a:solidFill>
            <a:prstDash val="solid"/>
            <a:round/>
            <a:headEnd len="med" w="med" type="none"/>
            <a:tailEnd len="med" w="med" type="none"/>
          </a:ln>
        </p:spPr>
      </p:cxnSp>
      <p:cxnSp>
        <p:nvCxnSpPr>
          <p:cNvPr id="1670" name="Google Shape;1670;p32"/>
          <p:cNvCxnSpPr/>
          <p:nvPr/>
        </p:nvCxnSpPr>
        <p:spPr>
          <a:xfrm rot="10800000">
            <a:off x="2439038" y="368188"/>
            <a:ext cx="0" cy="402300"/>
          </a:xfrm>
          <a:prstGeom prst="straightConnector1">
            <a:avLst/>
          </a:prstGeom>
          <a:noFill/>
          <a:ln cap="flat" cmpd="sng" w="19050">
            <a:solidFill>
              <a:srgbClr val="000000"/>
            </a:solidFill>
            <a:prstDash val="solid"/>
            <a:round/>
            <a:headEnd len="med" w="med" type="none"/>
            <a:tailEnd len="med" w="med" type="none"/>
          </a:ln>
        </p:spPr>
      </p:cxnSp>
      <p:sp>
        <p:nvSpPr>
          <p:cNvPr id="1671" name="Google Shape;1671;p32"/>
          <p:cNvSpPr/>
          <p:nvPr/>
        </p:nvSpPr>
        <p:spPr>
          <a:xfrm>
            <a:off x="77688" y="349338"/>
            <a:ext cx="2361300" cy="421200"/>
          </a:xfrm>
          <a:prstGeom prst="roundRect">
            <a:avLst>
              <a:gd fmla="val 50000" name="adj"/>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s-419" sz="1200">
                <a:solidFill>
                  <a:srgbClr val="FFFFFF"/>
                </a:solidFill>
              </a:rPr>
              <a:t>Actor de Sistema</a:t>
            </a:r>
            <a:endParaRPr b="1" sz="1200">
              <a:solidFill>
                <a:srgbClr val="FFFFFF"/>
              </a:solidFill>
            </a:endParaRPr>
          </a:p>
          <a:p>
            <a:pPr indent="0" lvl="0" marL="0" rtl="0" algn="ctr">
              <a:spcBef>
                <a:spcPts val="0"/>
              </a:spcBef>
              <a:spcAft>
                <a:spcPts val="0"/>
              </a:spcAft>
              <a:buNone/>
            </a:pPr>
            <a:r>
              <a:t/>
            </a:r>
            <a:endParaRPr b="1" sz="1200">
              <a:solidFill>
                <a:srgbClr val="FFFFFF"/>
              </a:solidFill>
            </a:endParaRPr>
          </a:p>
        </p:txBody>
      </p:sp>
      <p:sp>
        <p:nvSpPr>
          <p:cNvPr id="1672" name="Google Shape;1672;p32"/>
          <p:cNvSpPr/>
          <p:nvPr/>
        </p:nvSpPr>
        <p:spPr>
          <a:xfrm>
            <a:off x="83988" y="595504"/>
            <a:ext cx="190200" cy="1692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 name="Google Shape;1673;p32"/>
          <p:cNvSpPr/>
          <p:nvPr/>
        </p:nvSpPr>
        <p:spPr>
          <a:xfrm>
            <a:off x="2292338" y="358938"/>
            <a:ext cx="146700" cy="4023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674" name="Google Shape;1674;p32"/>
          <p:cNvCxnSpPr/>
          <p:nvPr/>
        </p:nvCxnSpPr>
        <p:spPr>
          <a:xfrm>
            <a:off x="5104406" y="929748"/>
            <a:ext cx="0" cy="5689200"/>
          </a:xfrm>
          <a:prstGeom prst="straightConnector1">
            <a:avLst/>
          </a:prstGeom>
          <a:noFill/>
          <a:ln cap="flat" cmpd="sng" w="19050">
            <a:solidFill>
              <a:srgbClr val="D9D9D9"/>
            </a:solidFill>
            <a:prstDash val="dash"/>
            <a:round/>
            <a:headEnd len="med" w="med" type="none"/>
            <a:tailEnd len="med" w="med" type="none"/>
          </a:ln>
        </p:spPr>
      </p:cxnSp>
      <p:sp>
        <p:nvSpPr>
          <p:cNvPr id="1675" name="Google Shape;1675;p32"/>
          <p:cNvSpPr txBox="1"/>
          <p:nvPr/>
        </p:nvSpPr>
        <p:spPr>
          <a:xfrm>
            <a:off x="197034" y="1078797"/>
            <a:ext cx="1679100" cy="246300"/>
          </a:xfrm>
          <a:prstGeom prst="rect">
            <a:avLst/>
          </a:prstGeom>
          <a:noFill/>
          <a:ln>
            <a:noFill/>
          </a:ln>
        </p:spPr>
        <p:txBody>
          <a:bodyPr anchorCtr="0" anchor="ctr" bIns="0" lIns="0" spcFirstLastPara="1" rIns="0" wrap="square" tIns="0">
            <a:spAutoFit/>
          </a:bodyPr>
          <a:lstStyle/>
          <a:p>
            <a:pPr indent="0" lvl="0" marL="0" rtl="0" algn="r">
              <a:lnSpc>
                <a:spcPct val="100000"/>
              </a:lnSpc>
              <a:spcBef>
                <a:spcPts val="0"/>
              </a:spcBef>
              <a:spcAft>
                <a:spcPts val="0"/>
              </a:spcAft>
              <a:buNone/>
            </a:pPr>
            <a:r>
              <a:rPr b="1" lang="es-419" sz="1000">
                <a:latin typeface="Arvo"/>
                <a:ea typeface="Arvo"/>
                <a:cs typeface="Arvo"/>
                <a:sym typeface="Arvo"/>
              </a:rPr>
              <a:t>Nombre del Actor: </a:t>
            </a:r>
            <a:endParaRPr b="1" sz="1000">
              <a:latin typeface="Arvo"/>
              <a:ea typeface="Arvo"/>
              <a:cs typeface="Arvo"/>
              <a:sym typeface="Arvo"/>
            </a:endParaRPr>
          </a:p>
          <a:p>
            <a:pPr indent="0" lvl="0" marL="0" rtl="0" algn="r">
              <a:lnSpc>
                <a:spcPct val="100000"/>
              </a:lnSpc>
              <a:spcBef>
                <a:spcPts val="0"/>
              </a:spcBef>
              <a:spcAft>
                <a:spcPts val="0"/>
              </a:spcAft>
              <a:buNone/>
            </a:pPr>
            <a:r>
              <a:rPr i="1" lang="es-419" sz="600">
                <a:solidFill>
                  <a:srgbClr val="666666"/>
                </a:solidFill>
                <a:latin typeface="Arvo"/>
                <a:ea typeface="Arvo"/>
                <a:cs typeface="Arvo"/>
                <a:sym typeface="Arvo"/>
              </a:rPr>
              <a:t>&lt;ej: Comprador&gt;</a:t>
            </a:r>
            <a:endParaRPr i="1" sz="600">
              <a:solidFill>
                <a:srgbClr val="666666"/>
              </a:solidFill>
              <a:latin typeface="Arvo"/>
              <a:ea typeface="Arvo"/>
              <a:cs typeface="Arvo"/>
              <a:sym typeface="Arvo"/>
            </a:endParaRPr>
          </a:p>
        </p:txBody>
      </p:sp>
      <p:sp>
        <p:nvSpPr>
          <p:cNvPr id="1676" name="Google Shape;1676;p32"/>
          <p:cNvSpPr txBox="1"/>
          <p:nvPr/>
        </p:nvSpPr>
        <p:spPr>
          <a:xfrm>
            <a:off x="197034" y="1572261"/>
            <a:ext cx="1679100" cy="274800"/>
          </a:xfrm>
          <a:prstGeom prst="rect">
            <a:avLst/>
          </a:prstGeom>
          <a:noFill/>
          <a:ln>
            <a:noFill/>
          </a:ln>
        </p:spPr>
        <p:txBody>
          <a:bodyPr anchorCtr="0" anchor="ctr" bIns="0" lIns="0" spcFirstLastPara="1" rIns="0" wrap="square" tIns="0">
            <a:spAutoFit/>
          </a:bodyPr>
          <a:lstStyle/>
          <a:p>
            <a:pPr indent="0" lvl="0" marL="0" rtl="0" algn="r">
              <a:lnSpc>
                <a:spcPct val="85000"/>
              </a:lnSpc>
              <a:spcBef>
                <a:spcPts val="0"/>
              </a:spcBef>
              <a:spcAft>
                <a:spcPts val="0"/>
              </a:spcAft>
              <a:buNone/>
            </a:pPr>
            <a:r>
              <a:rPr b="1" lang="es-419" sz="1000">
                <a:latin typeface="Arvo"/>
                <a:ea typeface="Arvo"/>
                <a:cs typeface="Arvo"/>
                <a:sym typeface="Arvo"/>
              </a:rPr>
              <a:t>Rol:</a:t>
            </a:r>
            <a:endParaRPr sz="700">
              <a:solidFill>
                <a:srgbClr val="666666"/>
              </a:solidFill>
              <a:latin typeface="Arvo"/>
              <a:ea typeface="Arvo"/>
              <a:cs typeface="Arvo"/>
              <a:sym typeface="Arvo"/>
            </a:endParaRPr>
          </a:p>
          <a:p>
            <a:pPr indent="0" lvl="0" marL="0" rtl="0" algn="r">
              <a:lnSpc>
                <a:spcPct val="85000"/>
              </a:lnSpc>
              <a:spcBef>
                <a:spcPts val="0"/>
              </a:spcBef>
              <a:spcAft>
                <a:spcPts val="0"/>
              </a:spcAft>
              <a:buNone/>
            </a:pPr>
            <a:r>
              <a:rPr lang="es-419" sz="700">
                <a:solidFill>
                  <a:srgbClr val="666666"/>
                </a:solidFill>
                <a:latin typeface="Arvo"/>
                <a:ea typeface="Arvo"/>
                <a:cs typeface="Arvo"/>
                <a:sym typeface="Arvo"/>
              </a:rPr>
              <a:t> </a:t>
            </a:r>
            <a:r>
              <a:rPr i="1" lang="es-419" sz="600">
                <a:solidFill>
                  <a:srgbClr val="666666"/>
                </a:solidFill>
                <a:latin typeface="Arvo"/>
                <a:ea typeface="Arvo"/>
                <a:cs typeface="Arvo"/>
                <a:sym typeface="Arvo"/>
              </a:rPr>
              <a:t>&lt;ej: Cliente, ó Proveedor&gt;</a:t>
            </a:r>
            <a:r>
              <a:rPr b="1" lang="es-419" sz="1100">
                <a:latin typeface="Arvo"/>
                <a:ea typeface="Arvo"/>
                <a:cs typeface="Arvo"/>
                <a:sym typeface="Arvo"/>
              </a:rPr>
              <a:t> </a:t>
            </a:r>
            <a:endParaRPr sz="800">
              <a:solidFill>
                <a:srgbClr val="666666"/>
              </a:solidFill>
              <a:latin typeface="Arvo"/>
              <a:ea typeface="Arvo"/>
              <a:cs typeface="Arvo"/>
              <a:sym typeface="Arvo"/>
            </a:endParaRPr>
          </a:p>
        </p:txBody>
      </p:sp>
      <p:sp>
        <p:nvSpPr>
          <p:cNvPr id="1677" name="Google Shape;1677;p32"/>
          <p:cNvSpPr/>
          <p:nvPr/>
        </p:nvSpPr>
        <p:spPr>
          <a:xfrm>
            <a:off x="1940924" y="1030197"/>
            <a:ext cx="3027000" cy="343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1678" name="Google Shape;1678;p32"/>
          <p:cNvSpPr txBox="1"/>
          <p:nvPr>
            <p:ph idx="1" type="subTitle"/>
          </p:nvPr>
        </p:nvSpPr>
        <p:spPr>
          <a:xfrm>
            <a:off x="1940624" y="1030947"/>
            <a:ext cx="3027600" cy="342000"/>
          </a:xfrm>
          <a:prstGeom prst="rect">
            <a:avLst/>
          </a:prstGeom>
          <a:noFill/>
          <a:ln>
            <a:noFill/>
          </a:ln>
        </p:spPr>
        <p:txBody>
          <a:bodyPr anchorCtr="0" anchor="ctr" bIns="36000" lIns="36000" spcFirstLastPara="1" rIns="36000" wrap="square" tIns="36000">
            <a:noAutofit/>
          </a:bodyPr>
          <a:lstStyle>
            <a:lvl1pPr lvl="0"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1679" name="Google Shape;1679;p32"/>
          <p:cNvSpPr/>
          <p:nvPr/>
        </p:nvSpPr>
        <p:spPr>
          <a:xfrm>
            <a:off x="1940924" y="1537911"/>
            <a:ext cx="3027000" cy="343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1680" name="Google Shape;1680;p32"/>
          <p:cNvSpPr txBox="1"/>
          <p:nvPr>
            <p:ph idx="2" type="subTitle"/>
          </p:nvPr>
        </p:nvSpPr>
        <p:spPr>
          <a:xfrm>
            <a:off x="1940624" y="1538661"/>
            <a:ext cx="3027600" cy="342000"/>
          </a:xfrm>
          <a:prstGeom prst="rect">
            <a:avLst/>
          </a:prstGeom>
          <a:noFill/>
          <a:ln>
            <a:noFill/>
          </a:ln>
        </p:spPr>
        <p:txBody>
          <a:bodyPr anchorCtr="0" anchor="ctr" bIns="36000" lIns="36000" spcFirstLastPara="1" rIns="36000" wrap="square" tIns="36000">
            <a:noAutofit/>
          </a:bodyPr>
          <a:lstStyle>
            <a:lvl1pPr lvl="0"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1681" name="Google Shape;1681;p32"/>
          <p:cNvSpPr txBox="1"/>
          <p:nvPr/>
        </p:nvSpPr>
        <p:spPr>
          <a:xfrm>
            <a:off x="197034" y="2065929"/>
            <a:ext cx="1679100" cy="415500"/>
          </a:xfrm>
          <a:prstGeom prst="rect">
            <a:avLst/>
          </a:prstGeom>
          <a:noFill/>
          <a:ln>
            <a:noFill/>
          </a:ln>
        </p:spPr>
        <p:txBody>
          <a:bodyPr anchorCtr="0" anchor="ctr" bIns="0" lIns="0" spcFirstLastPara="1" rIns="0" wrap="square" tIns="0">
            <a:spAutoFit/>
          </a:bodyPr>
          <a:lstStyle/>
          <a:p>
            <a:pPr indent="0" lvl="0" marL="0" rtl="0" algn="r">
              <a:lnSpc>
                <a:spcPct val="100000"/>
              </a:lnSpc>
              <a:spcBef>
                <a:spcPts val="0"/>
              </a:spcBef>
              <a:spcAft>
                <a:spcPts val="0"/>
              </a:spcAft>
              <a:buNone/>
            </a:pPr>
            <a:r>
              <a:rPr b="1" lang="es-419" sz="1000">
                <a:latin typeface="Arvo"/>
                <a:ea typeface="Arvo"/>
                <a:cs typeface="Arvo"/>
                <a:sym typeface="Arvo"/>
              </a:rPr>
              <a:t>Funcionali</a:t>
            </a:r>
            <a:r>
              <a:rPr b="1" lang="es-419" sz="1000">
                <a:latin typeface="Arvo"/>
                <a:ea typeface="Arvo"/>
                <a:cs typeface="Arvo"/>
                <a:sym typeface="Arvo"/>
              </a:rPr>
              <a:t>dades </a:t>
            </a:r>
            <a:r>
              <a:rPr b="1" lang="es-419" sz="1000">
                <a:latin typeface="Arvo"/>
                <a:ea typeface="Arvo"/>
                <a:cs typeface="Arvo"/>
                <a:sym typeface="Arvo"/>
              </a:rPr>
              <a:t>con los que tiene relación:</a:t>
            </a:r>
            <a:endParaRPr b="1" sz="1000">
              <a:latin typeface="Arvo"/>
              <a:ea typeface="Arvo"/>
              <a:cs typeface="Arvo"/>
              <a:sym typeface="Arvo"/>
            </a:endParaRPr>
          </a:p>
          <a:p>
            <a:pPr indent="0" lvl="0" marL="0" rtl="0" algn="r">
              <a:lnSpc>
                <a:spcPct val="100000"/>
              </a:lnSpc>
              <a:spcBef>
                <a:spcPts val="0"/>
              </a:spcBef>
              <a:spcAft>
                <a:spcPts val="0"/>
              </a:spcAft>
              <a:buNone/>
            </a:pPr>
            <a:r>
              <a:rPr lang="es-419" sz="700">
                <a:solidFill>
                  <a:srgbClr val="666666"/>
                </a:solidFill>
                <a:latin typeface="Arvo"/>
                <a:ea typeface="Arvo"/>
                <a:cs typeface="Arvo"/>
                <a:sym typeface="Arvo"/>
              </a:rPr>
              <a:t> </a:t>
            </a:r>
            <a:r>
              <a:rPr i="1" lang="es-419" sz="600">
                <a:solidFill>
                  <a:srgbClr val="666666"/>
                </a:solidFill>
                <a:latin typeface="Arvo"/>
                <a:ea typeface="Arvo"/>
                <a:cs typeface="Arvo"/>
                <a:sym typeface="Arvo"/>
              </a:rPr>
              <a:t>&lt;ej: El comprador se registra</a:t>
            </a:r>
            <a:r>
              <a:rPr i="1" lang="es-419" sz="600">
                <a:solidFill>
                  <a:srgbClr val="666666"/>
                </a:solidFill>
                <a:latin typeface="Arvo"/>
                <a:ea typeface="Arvo"/>
                <a:cs typeface="Arvo"/>
                <a:sym typeface="Arvo"/>
              </a:rPr>
              <a:t>&gt;</a:t>
            </a:r>
            <a:endParaRPr sz="800">
              <a:solidFill>
                <a:srgbClr val="666666"/>
              </a:solidFill>
              <a:latin typeface="Arvo"/>
              <a:ea typeface="Arvo"/>
              <a:cs typeface="Arvo"/>
              <a:sym typeface="Arvo"/>
            </a:endParaRPr>
          </a:p>
        </p:txBody>
      </p:sp>
      <p:sp>
        <p:nvSpPr>
          <p:cNvPr id="1682" name="Google Shape;1682;p32"/>
          <p:cNvSpPr/>
          <p:nvPr/>
        </p:nvSpPr>
        <p:spPr>
          <a:xfrm>
            <a:off x="1940924" y="2060575"/>
            <a:ext cx="3027000" cy="1015800"/>
          </a:xfrm>
          <a:prstGeom prst="roundRect">
            <a:avLst>
              <a:gd fmla="val 728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1683" name="Google Shape;1683;p32"/>
          <p:cNvSpPr txBox="1"/>
          <p:nvPr>
            <p:ph idx="3" type="subTitle"/>
          </p:nvPr>
        </p:nvSpPr>
        <p:spPr>
          <a:xfrm>
            <a:off x="1940924" y="2061325"/>
            <a:ext cx="3027000" cy="1015200"/>
          </a:xfrm>
          <a:prstGeom prst="rect">
            <a:avLst/>
          </a:prstGeom>
          <a:noFill/>
          <a:ln>
            <a:noFill/>
          </a:ln>
        </p:spPr>
        <p:txBody>
          <a:bodyPr anchorCtr="0" anchor="t" bIns="36000" lIns="36000" spcFirstLastPara="1" rIns="36000" wrap="square" tIns="36000">
            <a:noAutofit/>
          </a:bodyPr>
          <a:lstStyle>
            <a:lvl1pPr lvl="0"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1684" name="Google Shape;1684;p32"/>
          <p:cNvSpPr txBox="1"/>
          <p:nvPr/>
        </p:nvSpPr>
        <p:spPr>
          <a:xfrm>
            <a:off x="197034" y="3222969"/>
            <a:ext cx="1679100" cy="744900"/>
          </a:xfrm>
          <a:prstGeom prst="rect">
            <a:avLst/>
          </a:prstGeom>
          <a:noFill/>
          <a:ln>
            <a:noFill/>
          </a:ln>
        </p:spPr>
        <p:txBody>
          <a:bodyPr anchorCtr="0" anchor="ctr" bIns="0" lIns="0" spcFirstLastPara="1" rIns="0" wrap="square" tIns="0">
            <a:spAutoFit/>
          </a:bodyPr>
          <a:lstStyle/>
          <a:p>
            <a:pPr indent="0" lvl="0" marL="0" rtl="0" algn="r">
              <a:lnSpc>
                <a:spcPct val="100000"/>
              </a:lnSpc>
              <a:spcBef>
                <a:spcPts val="0"/>
              </a:spcBef>
              <a:spcAft>
                <a:spcPts val="0"/>
              </a:spcAft>
              <a:buNone/>
            </a:pPr>
            <a:r>
              <a:rPr b="1" lang="es-419" sz="1000">
                <a:latin typeface="Arvo"/>
                <a:ea typeface="Arvo"/>
                <a:cs typeface="Arvo"/>
                <a:sym typeface="Arvo"/>
              </a:rPr>
              <a:t>Descripción del Actor:</a:t>
            </a:r>
            <a:endParaRPr sz="700">
              <a:solidFill>
                <a:srgbClr val="666666"/>
              </a:solidFill>
              <a:latin typeface="Arvo"/>
              <a:ea typeface="Arvo"/>
              <a:cs typeface="Arvo"/>
              <a:sym typeface="Arvo"/>
            </a:endParaRPr>
          </a:p>
          <a:p>
            <a:pPr indent="0" lvl="0" marL="0" rtl="0" algn="r">
              <a:lnSpc>
                <a:spcPct val="80000"/>
              </a:lnSpc>
              <a:spcBef>
                <a:spcPts val="0"/>
              </a:spcBef>
              <a:spcAft>
                <a:spcPts val="0"/>
              </a:spcAft>
              <a:buNone/>
            </a:pPr>
            <a:r>
              <a:rPr i="1" lang="es-419" sz="600">
                <a:solidFill>
                  <a:srgbClr val="666666"/>
                </a:solidFill>
                <a:latin typeface="Arvo"/>
                <a:ea typeface="Arvo"/>
                <a:cs typeface="Arvo"/>
                <a:sym typeface="Arvo"/>
              </a:rPr>
              <a:t>&lt;</a:t>
            </a:r>
            <a:r>
              <a:rPr lang="es-419" sz="600">
                <a:solidFill>
                  <a:schemeClr val="dk1"/>
                </a:solidFill>
                <a:latin typeface="Arvo"/>
                <a:ea typeface="Arvo"/>
                <a:cs typeface="Arvo"/>
                <a:sym typeface="Arvo"/>
              </a:rPr>
              <a:t>ej: es una persona que está interesada en comprar un producto a muy bajo costo desde cualquier lugar y en cualquier momento. Le gustaría elegir una empresa de envíos para transportar los productos y disponer de un carro de compras, adicionalmente, poder programar cada una de las compras y poder crear listas de preferencia. </a:t>
            </a:r>
            <a:r>
              <a:rPr i="1" lang="es-419" sz="600">
                <a:solidFill>
                  <a:srgbClr val="666666"/>
                </a:solidFill>
                <a:latin typeface="Arvo"/>
                <a:ea typeface="Arvo"/>
                <a:cs typeface="Arvo"/>
                <a:sym typeface="Arvo"/>
              </a:rPr>
              <a:t>&gt;</a:t>
            </a:r>
            <a:endParaRPr sz="600">
              <a:solidFill>
                <a:srgbClr val="666666"/>
              </a:solidFill>
              <a:latin typeface="Arvo"/>
              <a:ea typeface="Arvo"/>
              <a:cs typeface="Arvo"/>
              <a:sym typeface="Arvo"/>
            </a:endParaRPr>
          </a:p>
        </p:txBody>
      </p:sp>
      <p:sp>
        <p:nvSpPr>
          <p:cNvPr id="1685" name="Google Shape;1685;p32"/>
          <p:cNvSpPr/>
          <p:nvPr/>
        </p:nvSpPr>
        <p:spPr>
          <a:xfrm>
            <a:off x="1940925" y="3256353"/>
            <a:ext cx="3027000" cy="1359900"/>
          </a:xfrm>
          <a:prstGeom prst="roundRect">
            <a:avLst>
              <a:gd fmla="val 5871"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1686" name="Google Shape;1686;p32"/>
          <p:cNvSpPr txBox="1"/>
          <p:nvPr>
            <p:ph idx="4" type="subTitle"/>
          </p:nvPr>
        </p:nvSpPr>
        <p:spPr>
          <a:xfrm>
            <a:off x="1940625" y="3256356"/>
            <a:ext cx="3027600" cy="1359900"/>
          </a:xfrm>
          <a:prstGeom prst="rect">
            <a:avLst/>
          </a:prstGeom>
          <a:noFill/>
          <a:ln>
            <a:noFill/>
          </a:ln>
        </p:spPr>
        <p:txBody>
          <a:bodyPr anchorCtr="0" anchor="t" bIns="36000" lIns="36000" spcFirstLastPara="1" rIns="36000" wrap="square" tIns="36000">
            <a:noAutofit/>
          </a:bodyPr>
          <a:lstStyle>
            <a:lvl1pPr lvl="0"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1687" name="Google Shape;1687;p32"/>
          <p:cNvSpPr txBox="1"/>
          <p:nvPr/>
        </p:nvSpPr>
        <p:spPr>
          <a:xfrm>
            <a:off x="197034" y="4832392"/>
            <a:ext cx="1679100" cy="274800"/>
          </a:xfrm>
          <a:prstGeom prst="rect">
            <a:avLst/>
          </a:prstGeom>
          <a:noFill/>
          <a:ln>
            <a:noFill/>
          </a:ln>
        </p:spPr>
        <p:txBody>
          <a:bodyPr anchorCtr="0" anchor="ctr" bIns="0" lIns="0" spcFirstLastPara="1" rIns="0" wrap="square" tIns="0">
            <a:spAutoFit/>
          </a:bodyPr>
          <a:lstStyle/>
          <a:p>
            <a:pPr indent="0" lvl="0" marL="0" rtl="0" algn="r">
              <a:lnSpc>
                <a:spcPct val="85000"/>
              </a:lnSpc>
              <a:spcBef>
                <a:spcPts val="0"/>
              </a:spcBef>
              <a:spcAft>
                <a:spcPts val="0"/>
              </a:spcAft>
              <a:buNone/>
            </a:pPr>
            <a:r>
              <a:rPr b="1" lang="es-419" sz="1000">
                <a:latin typeface="Arvo"/>
                <a:ea typeface="Arvo"/>
                <a:cs typeface="Arvo"/>
                <a:sym typeface="Arvo"/>
              </a:rPr>
              <a:t>Tipo:</a:t>
            </a:r>
            <a:endParaRPr sz="700">
              <a:solidFill>
                <a:srgbClr val="666666"/>
              </a:solidFill>
              <a:latin typeface="Arvo"/>
              <a:ea typeface="Arvo"/>
              <a:cs typeface="Arvo"/>
              <a:sym typeface="Arvo"/>
            </a:endParaRPr>
          </a:p>
          <a:p>
            <a:pPr indent="0" lvl="0" marL="0" rtl="0" algn="r">
              <a:lnSpc>
                <a:spcPct val="85000"/>
              </a:lnSpc>
              <a:spcBef>
                <a:spcPts val="0"/>
              </a:spcBef>
              <a:spcAft>
                <a:spcPts val="0"/>
              </a:spcAft>
              <a:buNone/>
            </a:pPr>
            <a:r>
              <a:rPr lang="es-419" sz="700">
                <a:solidFill>
                  <a:srgbClr val="666666"/>
                </a:solidFill>
                <a:latin typeface="Arvo"/>
                <a:ea typeface="Arvo"/>
                <a:cs typeface="Arvo"/>
                <a:sym typeface="Arvo"/>
              </a:rPr>
              <a:t> </a:t>
            </a:r>
            <a:r>
              <a:rPr i="1" lang="es-419" sz="600">
                <a:solidFill>
                  <a:srgbClr val="666666"/>
                </a:solidFill>
                <a:latin typeface="Arvo"/>
                <a:ea typeface="Arvo"/>
                <a:cs typeface="Arvo"/>
                <a:sym typeface="Arvo"/>
              </a:rPr>
              <a:t>&lt;ej: Humano o Máquina&gt;</a:t>
            </a:r>
            <a:r>
              <a:rPr b="1" lang="es-419" sz="1100">
                <a:latin typeface="Arvo"/>
                <a:ea typeface="Arvo"/>
                <a:cs typeface="Arvo"/>
                <a:sym typeface="Arvo"/>
              </a:rPr>
              <a:t> </a:t>
            </a:r>
            <a:endParaRPr sz="800">
              <a:solidFill>
                <a:srgbClr val="666666"/>
              </a:solidFill>
              <a:latin typeface="Arvo"/>
              <a:ea typeface="Arvo"/>
              <a:cs typeface="Arvo"/>
              <a:sym typeface="Arvo"/>
            </a:endParaRPr>
          </a:p>
        </p:txBody>
      </p:sp>
      <p:sp>
        <p:nvSpPr>
          <p:cNvPr id="1688" name="Google Shape;1688;p32"/>
          <p:cNvSpPr/>
          <p:nvPr/>
        </p:nvSpPr>
        <p:spPr>
          <a:xfrm>
            <a:off x="1940924" y="4798042"/>
            <a:ext cx="3027000" cy="343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1689" name="Google Shape;1689;p32"/>
          <p:cNvSpPr txBox="1"/>
          <p:nvPr>
            <p:ph idx="5" type="subTitle"/>
          </p:nvPr>
        </p:nvSpPr>
        <p:spPr>
          <a:xfrm>
            <a:off x="1940624" y="4798792"/>
            <a:ext cx="3027600" cy="342000"/>
          </a:xfrm>
          <a:prstGeom prst="rect">
            <a:avLst/>
          </a:prstGeom>
          <a:noFill/>
          <a:ln>
            <a:noFill/>
          </a:ln>
        </p:spPr>
        <p:txBody>
          <a:bodyPr anchorCtr="0" anchor="ctr" bIns="36000" lIns="36000" spcFirstLastPara="1" rIns="36000" wrap="square" tIns="36000">
            <a:noAutofit/>
          </a:bodyPr>
          <a:lstStyle>
            <a:lvl1pPr lvl="0"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1690" name="Google Shape;1690;p32"/>
          <p:cNvSpPr txBox="1"/>
          <p:nvPr/>
        </p:nvSpPr>
        <p:spPr>
          <a:xfrm>
            <a:off x="304764" y="5328700"/>
            <a:ext cx="1576200" cy="615600"/>
          </a:xfrm>
          <a:prstGeom prst="rect">
            <a:avLst/>
          </a:prstGeom>
          <a:noFill/>
          <a:ln>
            <a:noFill/>
          </a:ln>
        </p:spPr>
        <p:txBody>
          <a:bodyPr anchorCtr="0" anchor="ctr" bIns="0" lIns="0" spcFirstLastPara="1" rIns="0" wrap="square" tIns="0">
            <a:spAutoFit/>
          </a:bodyPr>
          <a:lstStyle/>
          <a:p>
            <a:pPr indent="0" lvl="0" marL="0" rtl="0" algn="r">
              <a:lnSpc>
                <a:spcPct val="100000"/>
              </a:lnSpc>
              <a:spcBef>
                <a:spcPts val="0"/>
              </a:spcBef>
              <a:spcAft>
                <a:spcPts val="0"/>
              </a:spcAft>
              <a:buNone/>
            </a:pPr>
            <a:r>
              <a:rPr b="1" lang="es-419" sz="1000">
                <a:latin typeface="Arvo"/>
                <a:ea typeface="Arvo"/>
                <a:cs typeface="Arvo"/>
                <a:sym typeface="Arvo"/>
              </a:rPr>
              <a:t>Información que obtiene:</a:t>
            </a:r>
            <a:endParaRPr b="1" sz="1000">
              <a:latin typeface="Arvo"/>
              <a:ea typeface="Arvo"/>
              <a:cs typeface="Arvo"/>
              <a:sym typeface="Arvo"/>
            </a:endParaRPr>
          </a:p>
          <a:p>
            <a:pPr indent="0" lvl="0" marL="0" rtl="0" algn="r">
              <a:lnSpc>
                <a:spcPct val="100000"/>
              </a:lnSpc>
              <a:spcBef>
                <a:spcPts val="0"/>
              </a:spcBef>
              <a:spcAft>
                <a:spcPts val="0"/>
              </a:spcAft>
              <a:buNone/>
            </a:pPr>
            <a:r>
              <a:rPr b="1" lang="es-419" sz="700">
                <a:latin typeface="Arvo"/>
                <a:ea typeface="Arvo"/>
                <a:cs typeface="Arvo"/>
                <a:sym typeface="Arvo"/>
              </a:rPr>
              <a:t>&lt;con qué información interactúa&gt;</a:t>
            </a:r>
            <a:endParaRPr b="1" sz="700">
              <a:latin typeface="Arvo"/>
              <a:ea typeface="Arvo"/>
              <a:cs typeface="Arvo"/>
              <a:sym typeface="Arvo"/>
            </a:endParaRPr>
          </a:p>
          <a:p>
            <a:pPr indent="0" lvl="0" marL="0" rtl="0" algn="r">
              <a:lnSpc>
                <a:spcPct val="100000"/>
              </a:lnSpc>
              <a:spcBef>
                <a:spcPts val="0"/>
              </a:spcBef>
              <a:spcAft>
                <a:spcPts val="0"/>
              </a:spcAft>
              <a:buNone/>
            </a:pPr>
            <a:r>
              <a:rPr lang="es-419" sz="700">
                <a:solidFill>
                  <a:srgbClr val="666666"/>
                </a:solidFill>
                <a:latin typeface="Arvo"/>
                <a:ea typeface="Arvo"/>
                <a:cs typeface="Arvo"/>
                <a:sym typeface="Arvo"/>
              </a:rPr>
              <a:t> </a:t>
            </a:r>
            <a:r>
              <a:rPr i="1" lang="es-419" sz="600">
                <a:solidFill>
                  <a:srgbClr val="666666"/>
                </a:solidFill>
                <a:latin typeface="Arvo"/>
                <a:ea typeface="Arvo"/>
                <a:cs typeface="Arvo"/>
                <a:sym typeface="Arvo"/>
              </a:rPr>
              <a:t>&lt;ej: El catálogo de productos, carrito de compras, mensajería, etc&gt;</a:t>
            </a:r>
            <a:endParaRPr sz="800">
              <a:solidFill>
                <a:srgbClr val="666666"/>
              </a:solidFill>
              <a:latin typeface="Arvo"/>
              <a:ea typeface="Arvo"/>
              <a:cs typeface="Arvo"/>
              <a:sym typeface="Arvo"/>
            </a:endParaRPr>
          </a:p>
        </p:txBody>
      </p:sp>
      <p:sp>
        <p:nvSpPr>
          <p:cNvPr id="1691" name="Google Shape;1691;p32"/>
          <p:cNvSpPr/>
          <p:nvPr/>
        </p:nvSpPr>
        <p:spPr>
          <a:xfrm>
            <a:off x="1945875" y="5323350"/>
            <a:ext cx="3027000" cy="1015800"/>
          </a:xfrm>
          <a:prstGeom prst="roundRect">
            <a:avLst>
              <a:gd fmla="val 728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1692" name="Google Shape;1692;p32"/>
          <p:cNvSpPr txBox="1"/>
          <p:nvPr>
            <p:ph idx="6" type="subTitle"/>
          </p:nvPr>
        </p:nvSpPr>
        <p:spPr>
          <a:xfrm>
            <a:off x="1945875" y="5324100"/>
            <a:ext cx="3027000" cy="1015200"/>
          </a:xfrm>
          <a:prstGeom prst="rect">
            <a:avLst/>
          </a:prstGeom>
          <a:noFill/>
          <a:ln>
            <a:noFill/>
          </a:ln>
        </p:spPr>
        <p:txBody>
          <a:bodyPr anchorCtr="0" anchor="ctr" bIns="36000" lIns="36000" spcFirstLastPara="1" rIns="36000" wrap="square" tIns="36000">
            <a:noAutofit/>
          </a:bodyPr>
          <a:lstStyle>
            <a:lvl1pPr lvl="0"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1693" name="Google Shape;1693;p32"/>
          <p:cNvSpPr txBox="1"/>
          <p:nvPr/>
        </p:nvSpPr>
        <p:spPr>
          <a:xfrm>
            <a:off x="5217088" y="982976"/>
            <a:ext cx="1576200" cy="600300"/>
          </a:xfrm>
          <a:prstGeom prst="rect">
            <a:avLst/>
          </a:prstGeom>
          <a:noFill/>
          <a:ln>
            <a:noFill/>
          </a:ln>
        </p:spPr>
        <p:txBody>
          <a:bodyPr anchorCtr="0" anchor="ctr" bIns="0" lIns="0" spcFirstLastPara="1" rIns="0" wrap="square" tIns="0">
            <a:spAutoFit/>
          </a:bodyPr>
          <a:lstStyle/>
          <a:p>
            <a:pPr indent="0" lvl="0" marL="0" rtl="0" algn="r">
              <a:lnSpc>
                <a:spcPct val="100000"/>
              </a:lnSpc>
              <a:spcBef>
                <a:spcPts val="0"/>
              </a:spcBef>
              <a:spcAft>
                <a:spcPts val="0"/>
              </a:spcAft>
              <a:buNone/>
            </a:pPr>
            <a:r>
              <a:rPr b="1" lang="es-419" sz="1000">
                <a:latin typeface="Arvo"/>
                <a:ea typeface="Arvo"/>
                <a:cs typeface="Arvo"/>
                <a:sym typeface="Arvo"/>
              </a:rPr>
              <a:t>Información que provee:</a:t>
            </a:r>
            <a:endParaRPr b="1" sz="1000">
              <a:latin typeface="Arvo"/>
              <a:ea typeface="Arvo"/>
              <a:cs typeface="Arvo"/>
              <a:sym typeface="Arvo"/>
            </a:endParaRPr>
          </a:p>
          <a:p>
            <a:pPr indent="0" lvl="0" marL="0" rtl="0" algn="r">
              <a:lnSpc>
                <a:spcPct val="100000"/>
              </a:lnSpc>
              <a:spcBef>
                <a:spcPts val="0"/>
              </a:spcBef>
              <a:spcAft>
                <a:spcPts val="0"/>
              </a:spcAft>
              <a:buNone/>
            </a:pPr>
            <a:r>
              <a:rPr b="1" lang="es-419" sz="700">
                <a:latin typeface="Arvo"/>
                <a:ea typeface="Arvo"/>
                <a:cs typeface="Arvo"/>
                <a:sym typeface="Arvo"/>
              </a:rPr>
              <a:t>&lt;qué información provee&gt;</a:t>
            </a:r>
            <a:endParaRPr b="1" sz="700">
              <a:latin typeface="Arvo"/>
              <a:ea typeface="Arvo"/>
              <a:cs typeface="Arvo"/>
              <a:sym typeface="Arvo"/>
            </a:endParaRPr>
          </a:p>
          <a:p>
            <a:pPr indent="0" lvl="0" marL="0" rtl="0" algn="r">
              <a:lnSpc>
                <a:spcPct val="100000"/>
              </a:lnSpc>
              <a:spcBef>
                <a:spcPts val="0"/>
              </a:spcBef>
              <a:spcAft>
                <a:spcPts val="0"/>
              </a:spcAft>
              <a:buNone/>
            </a:pPr>
            <a:r>
              <a:rPr i="1" lang="es-419" sz="600">
                <a:solidFill>
                  <a:srgbClr val="666666"/>
                </a:solidFill>
                <a:latin typeface="Arvo"/>
                <a:ea typeface="Arvo"/>
                <a:cs typeface="Arvo"/>
                <a:sym typeface="Arvo"/>
              </a:rPr>
              <a:t>&lt;</a:t>
            </a:r>
            <a:r>
              <a:rPr lang="es-419" sz="600">
                <a:solidFill>
                  <a:schemeClr val="dk1"/>
                </a:solidFill>
                <a:latin typeface="Arvo"/>
                <a:ea typeface="Arvo"/>
                <a:cs typeface="Arvo"/>
                <a:sym typeface="Arvo"/>
              </a:rPr>
              <a:t>ej: información personal, información mensajería, información de pago, etc.</a:t>
            </a:r>
            <a:r>
              <a:rPr i="1" lang="es-419" sz="600">
                <a:solidFill>
                  <a:srgbClr val="666666"/>
                </a:solidFill>
                <a:latin typeface="Arvo"/>
                <a:ea typeface="Arvo"/>
                <a:cs typeface="Arvo"/>
                <a:sym typeface="Arvo"/>
              </a:rPr>
              <a:t> &gt;</a:t>
            </a:r>
            <a:endParaRPr sz="600">
              <a:solidFill>
                <a:srgbClr val="666666"/>
              </a:solidFill>
              <a:latin typeface="Arvo"/>
              <a:ea typeface="Arvo"/>
              <a:cs typeface="Arvo"/>
              <a:sym typeface="Arvo"/>
            </a:endParaRPr>
          </a:p>
        </p:txBody>
      </p:sp>
      <p:sp>
        <p:nvSpPr>
          <p:cNvPr id="1694" name="Google Shape;1694;p32"/>
          <p:cNvSpPr/>
          <p:nvPr/>
        </p:nvSpPr>
        <p:spPr>
          <a:xfrm>
            <a:off x="6858199" y="1016358"/>
            <a:ext cx="3027000" cy="1359900"/>
          </a:xfrm>
          <a:prstGeom prst="roundRect">
            <a:avLst>
              <a:gd fmla="val 5871"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1695" name="Google Shape;1695;p32"/>
          <p:cNvSpPr txBox="1"/>
          <p:nvPr>
            <p:ph idx="7" type="subTitle"/>
          </p:nvPr>
        </p:nvSpPr>
        <p:spPr>
          <a:xfrm>
            <a:off x="6857899" y="1016361"/>
            <a:ext cx="3027600" cy="1359900"/>
          </a:xfrm>
          <a:prstGeom prst="rect">
            <a:avLst/>
          </a:prstGeom>
          <a:noFill/>
          <a:ln>
            <a:noFill/>
          </a:ln>
        </p:spPr>
        <p:txBody>
          <a:bodyPr anchorCtr="0" anchor="t" bIns="36000" lIns="36000" spcFirstLastPara="1" rIns="36000" wrap="square" tIns="36000">
            <a:noAutofit/>
          </a:bodyPr>
          <a:lstStyle>
            <a:lvl1pPr lvl="0"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1696" name="Google Shape;1696;p32"/>
          <p:cNvSpPr txBox="1"/>
          <p:nvPr/>
        </p:nvSpPr>
        <p:spPr>
          <a:xfrm>
            <a:off x="5217088" y="2537301"/>
            <a:ext cx="1576200" cy="354000"/>
          </a:xfrm>
          <a:prstGeom prst="rect">
            <a:avLst/>
          </a:prstGeom>
          <a:noFill/>
          <a:ln>
            <a:noFill/>
          </a:ln>
        </p:spPr>
        <p:txBody>
          <a:bodyPr anchorCtr="0" anchor="ctr" bIns="0" lIns="0" spcFirstLastPara="1" rIns="0" wrap="square" tIns="0">
            <a:spAutoFit/>
          </a:bodyPr>
          <a:lstStyle/>
          <a:p>
            <a:pPr indent="0" lvl="0" marL="0" rtl="0" algn="r">
              <a:lnSpc>
                <a:spcPct val="100000"/>
              </a:lnSpc>
              <a:spcBef>
                <a:spcPts val="0"/>
              </a:spcBef>
              <a:spcAft>
                <a:spcPts val="0"/>
              </a:spcAft>
              <a:buNone/>
            </a:pPr>
            <a:r>
              <a:rPr b="1" lang="es-419" sz="1000">
                <a:latin typeface="Arvo"/>
                <a:ea typeface="Arvo"/>
                <a:cs typeface="Arvo"/>
                <a:sym typeface="Arvo"/>
              </a:rPr>
              <a:t>Meta Actor:</a:t>
            </a:r>
            <a:endParaRPr b="1" sz="1000">
              <a:latin typeface="Arvo"/>
              <a:ea typeface="Arvo"/>
              <a:cs typeface="Arvo"/>
              <a:sym typeface="Arvo"/>
            </a:endParaRPr>
          </a:p>
          <a:p>
            <a:pPr indent="0" lvl="0" marL="0" rtl="0" algn="r">
              <a:lnSpc>
                <a:spcPct val="100000"/>
              </a:lnSpc>
              <a:spcBef>
                <a:spcPts val="0"/>
              </a:spcBef>
              <a:spcAft>
                <a:spcPts val="0"/>
              </a:spcAft>
              <a:buNone/>
            </a:pPr>
            <a:r>
              <a:rPr b="1" lang="es-419" sz="700">
                <a:latin typeface="Arvo"/>
                <a:ea typeface="Arvo"/>
                <a:cs typeface="Arvo"/>
                <a:sym typeface="Arvo"/>
              </a:rPr>
              <a:t>[Meta = &lt;sustantivo&gt;&lt;adjetivo&gt;]</a:t>
            </a:r>
            <a:endParaRPr b="1" sz="700">
              <a:latin typeface="Arvo"/>
              <a:ea typeface="Arvo"/>
              <a:cs typeface="Arvo"/>
              <a:sym typeface="Arvo"/>
            </a:endParaRPr>
          </a:p>
          <a:p>
            <a:pPr indent="0" lvl="0" marL="0" rtl="0" algn="r">
              <a:lnSpc>
                <a:spcPct val="100000"/>
              </a:lnSpc>
              <a:spcBef>
                <a:spcPts val="0"/>
              </a:spcBef>
              <a:spcAft>
                <a:spcPts val="0"/>
              </a:spcAft>
              <a:buNone/>
            </a:pPr>
            <a:r>
              <a:rPr i="1" lang="es-419" sz="600">
                <a:solidFill>
                  <a:srgbClr val="666666"/>
                </a:solidFill>
                <a:latin typeface="Arvo"/>
                <a:ea typeface="Arvo"/>
                <a:cs typeface="Arvo"/>
                <a:sym typeface="Arvo"/>
              </a:rPr>
              <a:t>&lt;ej: Producto recibido&gt;</a:t>
            </a:r>
            <a:endParaRPr i="1" sz="600">
              <a:solidFill>
                <a:srgbClr val="666666"/>
              </a:solidFill>
              <a:latin typeface="Arvo"/>
              <a:ea typeface="Arvo"/>
              <a:cs typeface="Arvo"/>
              <a:sym typeface="Arvo"/>
            </a:endParaRPr>
          </a:p>
        </p:txBody>
      </p:sp>
      <p:sp>
        <p:nvSpPr>
          <p:cNvPr id="1697" name="Google Shape;1697;p32"/>
          <p:cNvSpPr/>
          <p:nvPr/>
        </p:nvSpPr>
        <p:spPr>
          <a:xfrm>
            <a:off x="6858198" y="2542551"/>
            <a:ext cx="3027000" cy="343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1698" name="Google Shape;1698;p32"/>
          <p:cNvSpPr txBox="1"/>
          <p:nvPr>
            <p:ph idx="8" type="subTitle"/>
          </p:nvPr>
        </p:nvSpPr>
        <p:spPr>
          <a:xfrm>
            <a:off x="6857898" y="2543301"/>
            <a:ext cx="3027600" cy="342000"/>
          </a:xfrm>
          <a:prstGeom prst="rect">
            <a:avLst/>
          </a:prstGeom>
          <a:noFill/>
          <a:ln>
            <a:noFill/>
          </a:ln>
        </p:spPr>
        <p:txBody>
          <a:bodyPr anchorCtr="0" anchor="ctr" bIns="36000" lIns="36000" spcFirstLastPara="1" rIns="36000" wrap="square" tIns="36000">
            <a:noAutofit/>
          </a:bodyPr>
          <a:lstStyle>
            <a:lvl1pPr lvl="0"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1699" name="Google Shape;1699;p32"/>
          <p:cNvSpPr txBox="1"/>
          <p:nvPr/>
        </p:nvSpPr>
        <p:spPr>
          <a:xfrm>
            <a:off x="5217088" y="3041532"/>
            <a:ext cx="1576200" cy="400200"/>
          </a:xfrm>
          <a:prstGeom prst="rect">
            <a:avLst/>
          </a:prstGeom>
          <a:noFill/>
          <a:ln>
            <a:noFill/>
          </a:ln>
        </p:spPr>
        <p:txBody>
          <a:bodyPr anchorCtr="0" anchor="ctr" bIns="0" lIns="0" spcFirstLastPara="1" rIns="0" wrap="square" tIns="0">
            <a:spAutoFit/>
          </a:bodyPr>
          <a:lstStyle/>
          <a:p>
            <a:pPr indent="0" lvl="0" marL="0" rtl="0" algn="r">
              <a:lnSpc>
                <a:spcPct val="100000"/>
              </a:lnSpc>
              <a:spcBef>
                <a:spcPts val="0"/>
              </a:spcBef>
              <a:spcAft>
                <a:spcPts val="0"/>
              </a:spcAft>
              <a:buNone/>
            </a:pPr>
            <a:r>
              <a:rPr b="1" lang="es-419" sz="1000">
                <a:latin typeface="Arvo"/>
                <a:ea typeface="Arvo"/>
                <a:cs typeface="Arvo"/>
                <a:sym typeface="Arvo"/>
              </a:rPr>
              <a:t>Actividad que consigue la meta:</a:t>
            </a:r>
            <a:endParaRPr b="1" sz="700">
              <a:latin typeface="Arvo"/>
              <a:ea typeface="Arvo"/>
              <a:cs typeface="Arvo"/>
              <a:sym typeface="Arvo"/>
            </a:endParaRPr>
          </a:p>
          <a:p>
            <a:pPr indent="0" lvl="0" marL="0" rtl="0" algn="r">
              <a:lnSpc>
                <a:spcPct val="100000"/>
              </a:lnSpc>
              <a:spcBef>
                <a:spcPts val="0"/>
              </a:spcBef>
              <a:spcAft>
                <a:spcPts val="0"/>
              </a:spcAft>
              <a:buNone/>
            </a:pPr>
            <a:r>
              <a:rPr i="1" lang="es-419" sz="600">
                <a:solidFill>
                  <a:srgbClr val="666666"/>
                </a:solidFill>
                <a:latin typeface="Arvo"/>
                <a:ea typeface="Arvo"/>
                <a:cs typeface="Arvo"/>
                <a:sym typeface="Arvo"/>
              </a:rPr>
              <a:t>&lt;ej: Recibir producto&gt;</a:t>
            </a:r>
            <a:endParaRPr i="1" sz="600">
              <a:solidFill>
                <a:srgbClr val="666666"/>
              </a:solidFill>
              <a:latin typeface="Arvo"/>
              <a:ea typeface="Arvo"/>
              <a:cs typeface="Arvo"/>
              <a:sym typeface="Arvo"/>
            </a:endParaRPr>
          </a:p>
        </p:txBody>
      </p:sp>
      <p:sp>
        <p:nvSpPr>
          <p:cNvPr id="1700" name="Google Shape;1700;p32"/>
          <p:cNvSpPr/>
          <p:nvPr/>
        </p:nvSpPr>
        <p:spPr>
          <a:xfrm>
            <a:off x="6858200" y="3047155"/>
            <a:ext cx="3027000" cy="526200"/>
          </a:xfrm>
          <a:prstGeom prst="roundRect">
            <a:avLst>
              <a:gd fmla="val 12538"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1701" name="Google Shape;1701;p32"/>
          <p:cNvSpPr txBox="1"/>
          <p:nvPr>
            <p:ph idx="9" type="subTitle"/>
          </p:nvPr>
        </p:nvSpPr>
        <p:spPr>
          <a:xfrm>
            <a:off x="6857900" y="3047155"/>
            <a:ext cx="3027600" cy="526200"/>
          </a:xfrm>
          <a:prstGeom prst="rect">
            <a:avLst/>
          </a:prstGeom>
          <a:noFill/>
          <a:ln>
            <a:noFill/>
          </a:ln>
        </p:spPr>
        <p:txBody>
          <a:bodyPr anchorCtr="0" anchor="ctr" bIns="36000" lIns="36000" spcFirstLastPara="1" rIns="36000" wrap="square" tIns="36000">
            <a:noAutofit/>
          </a:bodyPr>
          <a:lstStyle>
            <a:lvl1pPr lvl="0"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1702" name="Google Shape;1702;p32"/>
          <p:cNvSpPr txBox="1"/>
          <p:nvPr/>
        </p:nvSpPr>
        <p:spPr>
          <a:xfrm>
            <a:off x="5217088" y="3727332"/>
            <a:ext cx="1576200" cy="554100"/>
          </a:xfrm>
          <a:prstGeom prst="rect">
            <a:avLst/>
          </a:prstGeom>
          <a:noFill/>
          <a:ln>
            <a:noFill/>
          </a:ln>
        </p:spPr>
        <p:txBody>
          <a:bodyPr anchorCtr="0" anchor="ctr" bIns="0" lIns="0" spcFirstLastPara="1" rIns="0" wrap="square" tIns="0">
            <a:spAutoFit/>
          </a:bodyPr>
          <a:lstStyle/>
          <a:p>
            <a:pPr indent="0" lvl="0" marL="0" rtl="0" algn="r">
              <a:lnSpc>
                <a:spcPct val="100000"/>
              </a:lnSpc>
              <a:spcBef>
                <a:spcPts val="0"/>
              </a:spcBef>
              <a:spcAft>
                <a:spcPts val="0"/>
              </a:spcAft>
              <a:buNone/>
            </a:pPr>
            <a:r>
              <a:rPr b="1" lang="es-419" sz="1000">
                <a:latin typeface="Arvo"/>
                <a:ea typeface="Arvo"/>
                <a:cs typeface="Arvo"/>
                <a:sym typeface="Arvo"/>
              </a:rPr>
              <a:t>Narrativa de la actividad que consigue la meta:</a:t>
            </a:r>
            <a:endParaRPr b="1" sz="700">
              <a:latin typeface="Arvo"/>
              <a:ea typeface="Arvo"/>
              <a:cs typeface="Arvo"/>
              <a:sym typeface="Arvo"/>
            </a:endParaRPr>
          </a:p>
          <a:p>
            <a:pPr indent="0" lvl="0" marL="0" rtl="0" algn="r">
              <a:lnSpc>
                <a:spcPct val="100000"/>
              </a:lnSpc>
              <a:spcBef>
                <a:spcPts val="0"/>
              </a:spcBef>
              <a:spcAft>
                <a:spcPts val="0"/>
              </a:spcAft>
              <a:buNone/>
            </a:pPr>
            <a:r>
              <a:rPr i="1" lang="es-419" sz="600">
                <a:solidFill>
                  <a:srgbClr val="666666"/>
                </a:solidFill>
                <a:latin typeface="Arvo"/>
                <a:ea typeface="Arvo"/>
                <a:cs typeface="Arvo"/>
                <a:sym typeface="Arvo"/>
              </a:rPr>
              <a:t>&lt;ej: El cliente recibe el producto&gt;</a:t>
            </a:r>
            <a:endParaRPr i="1" sz="600">
              <a:solidFill>
                <a:srgbClr val="666666"/>
              </a:solidFill>
              <a:latin typeface="Arvo"/>
              <a:ea typeface="Arvo"/>
              <a:cs typeface="Arvo"/>
              <a:sym typeface="Arvo"/>
            </a:endParaRPr>
          </a:p>
        </p:txBody>
      </p:sp>
      <p:sp>
        <p:nvSpPr>
          <p:cNvPr id="1703" name="Google Shape;1703;p32"/>
          <p:cNvSpPr/>
          <p:nvPr/>
        </p:nvSpPr>
        <p:spPr>
          <a:xfrm>
            <a:off x="6858200" y="3741282"/>
            <a:ext cx="3027000" cy="526200"/>
          </a:xfrm>
          <a:prstGeom prst="roundRect">
            <a:avLst>
              <a:gd fmla="val 12538"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1704" name="Google Shape;1704;p32"/>
          <p:cNvSpPr txBox="1"/>
          <p:nvPr>
            <p:ph idx="13" type="subTitle"/>
          </p:nvPr>
        </p:nvSpPr>
        <p:spPr>
          <a:xfrm>
            <a:off x="6857900" y="3741282"/>
            <a:ext cx="3027600" cy="526200"/>
          </a:xfrm>
          <a:prstGeom prst="rect">
            <a:avLst/>
          </a:prstGeom>
          <a:noFill/>
          <a:ln>
            <a:noFill/>
          </a:ln>
        </p:spPr>
        <p:txBody>
          <a:bodyPr anchorCtr="0" anchor="ctr" bIns="36000" lIns="36000" spcFirstLastPara="1" rIns="36000" wrap="square" tIns="36000">
            <a:noAutofit/>
          </a:bodyPr>
          <a:lstStyle>
            <a:lvl1pPr lvl="0"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rt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1705" name="Google Shape;1705;p32"/>
          <p:cNvSpPr txBox="1"/>
          <p:nvPr/>
        </p:nvSpPr>
        <p:spPr>
          <a:xfrm>
            <a:off x="2524025" y="387675"/>
            <a:ext cx="15012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Unid. Organizacional:</a:t>
            </a:r>
            <a:endParaRPr b="1" sz="1100"/>
          </a:p>
        </p:txBody>
      </p:sp>
      <p:sp>
        <p:nvSpPr>
          <p:cNvPr id="1706" name="Google Shape;1706;p32"/>
          <p:cNvSpPr txBox="1"/>
          <p:nvPr/>
        </p:nvSpPr>
        <p:spPr>
          <a:xfrm>
            <a:off x="2524020" y="579550"/>
            <a:ext cx="6846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Alcance:</a:t>
            </a:r>
            <a:endParaRPr b="1" sz="1100"/>
          </a:p>
        </p:txBody>
      </p:sp>
      <p:sp>
        <p:nvSpPr>
          <p:cNvPr id="1707" name="Google Shape;1707;p32"/>
          <p:cNvSpPr txBox="1"/>
          <p:nvPr>
            <p:ph type="title"/>
          </p:nvPr>
        </p:nvSpPr>
        <p:spPr>
          <a:xfrm flipH="1">
            <a:off x="4025374" y="387675"/>
            <a:ext cx="5863200" cy="169200"/>
          </a:xfrm>
          <a:prstGeom prst="rect">
            <a:avLst/>
          </a:prstGeom>
          <a:noFill/>
          <a:ln>
            <a:noFill/>
          </a:ln>
        </p:spPr>
        <p:txBody>
          <a:bodyPr anchorCtr="0" anchor="ctr" bIns="0" lIns="0" spcFirstLastPara="1" rIns="0" wrap="square" tIns="0">
            <a:noAutofit/>
          </a:bodyPr>
          <a:lstStyle>
            <a:lvl1pPr lvl="0" rtl="0">
              <a:spcBef>
                <a:spcPts val="0"/>
              </a:spcBef>
              <a:spcAft>
                <a:spcPts val="0"/>
              </a:spcAft>
              <a:buClr>
                <a:srgbClr val="000000"/>
              </a:buClr>
              <a:buSzPts val="1000"/>
              <a:buNone/>
              <a:defRPr sz="1000">
                <a:solidFill>
                  <a:srgbClr val="000000"/>
                </a:solidFill>
              </a:defRPr>
            </a:lvl1pPr>
            <a:lvl2pPr lvl="1" rtl="0">
              <a:spcBef>
                <a:spcPts val="0"/>
              </a:spcBef>
              <a:spcAft>
                <a:spcPts val="0"/>
              </a:spcAft>
              <a:buClr>
                <a:srgbClr val="000000"/>
              </a:buClr>
              <a:buSzPts val="1000"/>
              <a:buNone/>
              <a:defRPr sz="1000">
                <a:solidFill>
                  <a:srgbClr val="000000"/>
                </a:solidFill>
              </a:defRPr>
            </a:lvl2pPr>
            <a:lvl3pPr lvl="2" rtl="0">
              <a:spcBef>
                <a:spcPts val="0"/>
              </a:spcBef>
              <a:spcAft>
                <a:spcPts val="0"/>
              </a:spcAft>
              <a:buClr>
                <a:srgbClr val="000000"/>
              </a:buClr>
              <a:buSzPts val="1000"/>
              <a:buNone/>
              <a:defRPr sz="1000">
                <a:solidFill>
                  <a:srgbClr val="000000"/>
                </a:solidFill>
              </a:defRPr>
            </a:lvl3pPr>
            <a:lvl4pPr lvl="3" rtl="0">
              <a:spcBef>
                <a:spcPts val="0"/>
              </a:spcBef>
              <a:spcAft>
                <a:spcPts val="0"/>
              </a:spcAft>
              <a:buClr>
                <a:srgbClr val="000000"/>
              </a:buClr>
              <a:buSzPts val="1000"/>
              <a:buNone/>
              <a:defRPr sz="1000">
                <a:solidFill>
                  <a:srgbClr val="000000"/>
                </a:solidFill>
              </a:defRPr>
            </a:lvl4pPr>
            <a:lvl5pPr lvl="4" rtl="0">
              <a:spcBef>
                <a:spcPts val="0"/>
              </a:spcBef>
              <a:spcAft>
                <a:spcPts val="0"/>
              </a:spcAft>
              <a:buClr>
                <a:srgbClr val="000000"/>
              </a:buClr>
              <a:buSzPts val="1000"/>
              <a:buNone/>
              <a:defRPr sz="1000">
                <a:solidFill>
                  <a:srgbClr val="000000"/>
                </a:solidFill>
              </a:defRPr>
            </a:lvl5pPr>
            <a:lvl6pPr lvl="5" rtl="0">
              <a:spcBef>
                <a:spcPts val="0"/>
              </a:spcBef>
              <a:spcAft>
                <a:spcPts val="0"/>
              </a:spcAft>
              <a:buClr>
                <a:srgbClr val="000000"/>
              </a:buClr>
              <a:buSzPts val="1000"/>
              <a:buNone/>
              <a:defRPr sz="1000">
                <a:solidFill>
                  <a:srgbClr val="000000"/>
                </a:solidFill>
              </a:defRPr>
            </a:lvl6pPr>
            <a:lvl7pPr lvl="6" rtl="0">
              <a:spcBef>
                <a:spcPts val="0"/>
              </a:spcBef>
              <a:spcAft>
                <a:spcPts val="0"/>
              </a:spcAft>
              <a:buClr>
                <a:srgbClr val="000000"/>
              </a:buClr>
              <a:buSzPts val="1000"/>
              <a:buNone/>
              <a:defRPr sz="1000">
                <a:solidFill>
                  <a:srgbClr val="000000"/>
                </a:solidFill>
              </a:defRPr>
            </a:lvl7pPr>
            <a:lvl8pPr lvl="7" rtl="0">
              <a:spcBef>
                <a:spcPts val="0"/>
              </a:spcBef>
              <a:spcAft>
                <a:spcPts val="0"/>
              </a:spcAft>
              <a:buClr>
                <a:srgbClr val="000000"/>
              </a:buClr>
              <a:buSzPts val="1000"/>
              <a:buNone/>
              <a:defRPr sz="1000">
                <a:solidFill>
                  <a:srgbClr val="000000"/>
                </a:solidFill>
              </a:defRPr>
            </a:lvl8pPr>
            <a:lvl9pPr lvl="8" rtl="0">
              <a:spcBef>
                <a:spcPts val="0"/>
              </a:spcBef>
              <a:spcAft>
                <a:spcPts val="0"/>
              </a:spcAft>
              <a:buClr>
                <a:srgbClr val="000000"/>
              </a:buClr>
              <a:buSzPts val="1000"/>
              <a:buNone/>
              <a:defRPr sz="1000">
                <a:solidFill>
                  <a:srgbClr val="000000"/>
                </a:solidFill>
              </a:defRPr>
            </a:lvl9pPr>
          </a:lstStyle>
          <a:p/>
        </p:txBody>
      </p:sp>
      <p:sp>
        <p:nvSpPr>
          <p:cNvPr id="1708" name="Google Shape;1708;p32"/>
          <p:cNvSpPr txBox="1"/>
          <p:nvPr>
            <p:ph idx="14" type="title"/>
          </p:nvPr>
        </p:nvSpPr>
        <p:spPr>
          <a:xfrm flipH="1">
            <a:off x="3208773" y="579550"/>
            <a:ext cx="6679800" cy="169200"/>
          </a:xfrm>
          <a:prstGeom prst="rect">
            <a:avLst/>
          </a:prstGeom>
          <a:noFill/>
          <a:ln>
            <a:noFill/>
          </a:ln>
        </p:spPr>
        <p:txBody>
          <a:bodyPr anchorCtr="0" anchor="ctr" bIns="0" lIns="0" spcFirstLastPara="1" rIns="0" wrap="square" tIns="0">
            <a:noAutofit/>
          </a:bodyPr>
          <a:lstStyle>
            <a:lvl1pPr lvl="0" rtl="0">
              <a:spcBef>
                <a:spcPts val="0"/>
              </a:spcBef>
              <a:spcAft>
                <a:spcPts val="0"/>
              </a:spcAft>
              <a:buClr>
                <a:srgbClr val="000000"/>
              </a:buClr>
              <a:buSzPts val="1000"/>
              <a:buNone/>
              <a:defRPr sz="1000">
                <a:solidFill>
                  <a:srgbClr val="000000"/>
                </a:solidFill>
              </a:defRPr>
            </a:lvl1pPr>
            <a:lvl2pPr lvl="1" rtl="0">
              <a:spcBef>
                <a:spcPts val="0"/>
              </a:spcBef>
              <a:spcAft>
                <a:spcPts val="0"/>
              </a:spcAft>
              <a:buClr>
                <a:srgbClr val="000000"/>
              </a:buClr>
              <a:buSzPts val="1000"/>
              <a:buNone/>
              <a:defRPr sz="1000">
                <a:solidFill>
                  <a:srgbClr val="000000"/>
                </a:solidFill>
              </a:defRPr>
            </a:lvl2pPr>
            <a:lvl3pPr lvl="2" rtl="0">
              <a:spcBef>
                <a:spcPts val="0"/>
              </a:spcBef>
              <a:spcAft>
                <a:spcPts val="0"/>
              </a:spcAft>
              <a:buClr>
                <a:srgbClr val="000000"/>
              </a:buClr>
              <a:buSzPts val="1000"/>
              <a:buNone/>
              <a:defRPr sz="1000">
                <a:solidFill>
                  <a:srgbClr val="000000"/>
                </a:solidFill>
              </a:defRPr>
            </a:lvl3pPr>
            <a:lvl4pPr lvl="3" rtl="0">
              <a:spcBef>
                <a:spcPts val="0"/>
              </a:spcBef>
              <a:spcAft>
                <a:spcPts val="0"/>
              </a:spcAft>
              <a:buClr>
                <a:srgbClr val="000000"/>
              </a:buClr>
              <a:buSzPts val="1000"/>
              <a:buNone/>
              <a:defRPr sz="1000">
                <a:solidFill>
                  <a:srgbClr val="000000"/>
                </a:solidFill>
              </a:defRPr>
            </a:lvl4pPr>
            <a:lvl5pPr lvl="4" rtl="0">
              <a:spcBef>
                <a:spcPts val="0"/>
              </a:spcBef>
              <a:spcAft>
                <a:spcPts val="0"/>
              </a:spcAft>
              <a:buClr>
                <a:srgbClr val="000000"/>
              </a:buClr>
              <a:buSzPts val="1000"/>
              <a:buNone/>
              <a:defRPr sz="1000">
                <a:solidFill>
                  <a:srgbClr val="000000"/>
                </a:solidFill>
              </a:defRPr>
            </a:lvl5pPr>
            <a:lvl6pPr lvl="5" rtl="0">
              <a:spcBef>
                <a:spcPts val="0"/>
              </a:spcBef>
              <a:spcAft>
                <a:spcPts val="0"/>
              </a:spcAft>
              <a:buClr>
                <a:srgbClr val="000000"/>
              </a:buClr>
              <a:buSzPts val="1000"/>
              <a:buNone/>
              <a:defRPr sz="1000">
                <a:solidFill>
                  <a:srgbClr val="000000"/>
                </a:solidFill>
              </a:defRPr>
            </a:lvl6pPr>
            <a:lvl7pPr lvl="6" rtl="0">
              <a:spcBef>
                <a:spcPts val="0"/>
              </a:spcBef>
              <a:spcAft>
                <a:spcPts val="0"/>
              </a:spcAft>
              <a:buClr>
                <a:srgbClr val="000000"/>
              </a:buClr>
              <a:buSzPts val="1000"/>
              <a:buNone/>
              <a:defRPr sz="1000">
                <a:solidFill>
                  <a:srgbClr val="000000"/>
                </a:solidFill>
              </a:defRPr>
            </a:lvl7pPr>
            <a:lvl8pPr lvl="7" rtl="0">
              <a:spcBef>
                <a:spcPts val="0"/>
              </a:spcBef>
              <a:spcAft>
                <a:spcPts val="0"/>
              </a:spcAft>
              <a:buClr>
                <a:srgbClr val="000000"/>
              </a:buClr>
              <a:buSzPts val="1000"/>
              <a:buNone/>
              <a:defRPr sz="1000">
                <a:solidFill>
                  <a:srgbClr val="000000"/>
                </a:solidFill>
              </a:defRPr>
            </a:lvl8pPr>
            <a:lvl9pPr lvl="8" rtl="0">
              <a:spcBef>
                <a:spcPts val="0"/>
              </a:spcBef>
              <a:spcAft>
                <a:spcPts val="0"/>
              </a:spcAft>
              <a:buClr>
                <a:srgbClr val="000000"/>
              </a:buClr>
              <a:buSzPts val="1000"/>
              <a:buNone/>
              <a:defRPr sz="1000">
                <a:solidFill>
                  <a:srgbClr val="000000"/>
                </a:solidFill>
              </a:defRPr>
            </a:lvl9pPr>
          </a:lstStyle>
          <a:p/>
        </p:txBody>
      </p:sp>
      <p:sp>
        <p:nvSpPr>
          <p:cNvPr id="1709" name="Google Shape;1709;p32"/>
          <p:cNvSpPr txBox="1"/>
          <p:nvPr>
            <p:ph idx="15" type="body"/>
          </p:nvPr>
        </p:nvSpPr>
        <p:spPr>
          <a:xfrm>
            <a:off x="641150" y="612125"/>
            <a:ext cx="1770300" cy="160500"/>
          </a:xfrm>
          <a:prstGeom prst="rect">
            <a:avLst/>
          </a:prstGeom>
          <a:noFill/>
          <a:ln>
            <a:noFill/>
          </a:ln>
        </p:spPr>
        <p:txBody>
          <a:bodyPr anchorCtr="0" anchor="t" bIns="0" lIns="0" spcFirstLastPara="1" rIns="0" wrap="square" tIns="0">
            <a:noAutofit/>
          </a:bodyPr>
          <a:lstStyle>
            <a:lvl1pPr indent="-292100" lvl="0" marL="457200" rtl="0" algn="ctr">
              <a:spcBef>
                <a:spcPts val="0"/>
              </a:spcBef>
              <a:spcAft>
                <a:spcPts val="0"/>
              </a:spcAft>
              <a:buClr>
                <a:srgbClr val="FFFFFF"/>
              </a:buClr>
              <a:buSzPts val="1000"/>
              <a:buChar char="●"/>
              <a:defRPr sz="1000">
                <a:solidFill>
                  <a:srgbClr val="FFFFFF"/>
                </a:solidFill>
              </a:defRPr>
            </a:lvl1pPr>
            <a:lvl2pPr indent="-292100" lvl="1" marL="914400" rtl="0" algn="ctr">
              <a:spcBef>
                <a:spcPts val="0"/>
              </a:spcBef>
              <a:spcAft>
                <a:spcPts val="0"/>
              </a:spcAft>
              <a:buClr>
                <a:srgbClr val="FFFFFF"/>
              </a:buClr>
              <a:buSzPts val="1000"/>
              <a:buChar char="○"/>
              <a:defRPr sz="1000">
                <a:solidFill>
                  <a:srgbClr val="FFFFFF"/>
                </a:solidFill>
              </a:defRPr>
            </a:lvl2pPr>
            <a:lvl3pPr indent="-292100" lvl="2" marL="1371600" rtl="0" algn="ctr">
              <a:spcBef>
                <a:spcPts val="0"/>
              </a:spcBef>
              <a:spcAft>
                <a:spcPts val="0"/>
              </a:spcAft>
              <a:buClr>
                <a:srgbClr val="FFFFFF"/>
              </a:buClr>
              <a:buSzPts val="1000"/>
              <a:buChar char="■"/>
              <a:defRPr sz="1000">
                <a:solidFill>
                  <a:srgbClr val="FFFFFF"/>
                </a:solidFill>
              </a:defRPr>
            </a:lvl3pPr>
            <a:lvl4pPr indent="-292100" lvl="3" marL="1828800" rtl="0" algn="ctr">
              <a:spcBef>
                <a:spcPts val="0"/>
              </a:spcBef>
              <a:spcAft>
                <a:spcPts val="0"/>
              </a:spcAft>
              <a:buClr>
                <a:srgbClr val="FFFFFF"/>
              </a:buClr>
              <a:buSzPts val="1000"/>
              <a:buChar char="●"/>
              <a:defRPr sz="1000">
                <a:solidFill>
                  <a:srgbClr val="FFFFFF"/>
                </a:solidFill>
              </a:defRPr>
            </a:lvl4pPr>
            <a:lvl5pPr indent="-292100" lvl="4" marL="2286000" rtl="0" algn="ctr">
              <a:spcBef>
                <a:spcPts val="0"/>
              </a:spcBef>
              <a:spcAft>
                <a:spcPts val="0"/>
              </a:spcAft>
              <a:buClr>
                <a:srgbClr val="FFFFFF"/>
              </a:buClr>
              <a:buSzPts val="1000"/>
              <a:buChar char="○"/>
              <a:defRPr sz="1000">
                <a:solidFill>
                  <a:srgbClr val="FFFFFF"/>
                </a:solidFill>
              </a:defRPr>
            </a:lvl5pPr>
            <a:lvl6pPr indent="-292100" lvl="5" marL="2743200" rtl="0" algn="ctr">
              <a:spcBef>
                <a:spcPts val="0"/>
              </a:spcBef>
              <a:spcAft>
                <a:spcPts val="0"/>
              </a:spcAft>
              <a:buClr>
                <a:srgbClr val="FFFFFF"/>
              </a:buClr>
              <a:buSzPts val="1000"/>
              <a:buChar char="■"/>
              <a:defRPr sz="1000">
                <a:solidFill>
                  <a:srgbClr val="FFFFFF"/>
                </a:solidFill>
              </a:defRPr>
            </a:lvl6pPr>
            <a:lvl7pPr indent="-292100" lvl="6" marL="3200400" rtl="0" algn="ctr">
              <a:spcBef>
                <a:spcPts val="0"/>
              </a:spcBef>
              <a:spcAft>
                <a:spcPts val="0"/>
              </a:spcAft>
              <a:buClr>
                <a:srgbClr val="FFFFFF"/>
              </a:buClr>
              <a:buSzPts val="1000"/>
              <a:buChar char="●"/>
              <a:defRPr sz="1000">
                <a:solidFill>
                  <a:srgbClr val="FFFFFF"/>
                </a:solidFill>
              </a:defRPr>
            </a:lvl7pPr>
            <a:lvl8pPr indent="-292100" lvl="7" marL="3657600" rtl="0" algn="ctr">
              <a:spcBef>
                <a:spcPts val="0"/>
              </a:spcBef>
              <a:spcAft>
                <a:spcPts val="0"/>
              </a:spcAft>
              <a:buClr>
                <a:srgbClr val="FFFFFF"/>
              </a:buClr>
              <a:buSzPts val="1000"/>
              <a:buChar char="○"/>
              <a:defRPr sz="1000">
                <a:solidFill>
                  <a:srgbClr val="FFFFFF"/>
                </a:solidFill>
              </a:defRPr>
            </a:lvl8pPr>
            <a:lvl9pPr indent="-292100" lvl="8" marL="4114800" rtl="0" algn="ctr">
              <a:spcBef>
                <a:spcPts val="0"/>
              </a:spcBef>
              <a:spcAft>
                <a:spcPts val="0"/>
              </a:spcAft>
              <a:buClr>
                <a:srgbClr val="FFFFFF"/>
              </a:buClr>
              <a:buSzPts val="1000"/>
              <a:buChar char="■"/>
              <a:defRPr sz="1000">
                <a:solidFill>
                  <a:srgbClr val="FFFFFF"/>
                </a:solidFill>
              </a:defRPr>
            </a:lvl9pPr>
          </a:lstStyle>
          <a:p/>
        </p:txBody>
      </p:sp>
      <p:sp>
        <p:nvSpPr>
          <p:cNvPr id="1710" name="Google Shape;1710;p32"/>
          <p:cNvSpPr txBox="1"/>
          <p:nvPr/>
        </p:nvSpPr>
        <p:spPr>
          <a:xfrm>
            <a:off x="84825" y="598125"/>
            <a:ext cx="595500" cy="205800"/>
          </a:xfrm>
          <a:prstGeom prst="rect">
            <a:avLst/>
          </a:prstGeom>
          <a:noFill/>
          <a:ln>
            <a:noFill/>
          </a:ln>
        </p:spPr>
        <p:txBody>
          <a:bodyPr anchorCtr="0" anchor="t" bIns="18000" lIns="18000" spcFirstLastPara="1" rIns="18000" wrap="square" tIns="18000">
            <a:spAutoFit/>
          </a:bodyPr>
          <a:lstStyle/>
          <a:p>
            <a:pPr indent="0" lvl="0" marL="0" rtl="0" algn="l">
              <a:spcBef>
                <a:spcPts val="0"/>
              </a:spcBef>
              <a:spcAft>
                <a:spcPts val="0"/>
              </a:spcAft>
              <a:buNone/>
            </a:pPr>
            <a:r>
              <a:rPr lang="es-419" sz="1100">
                <a:solidFill>
                  <a:srgbClr val="FFFFFF"/>
                </a:solidFill>
              </a:rPr>
              <a:t>Nombre:</a:t>
            </a:r>
            <a:endParaRPr sz="1100">
              <a:solidFill>
                <a:srgbClr val="FFFFFF"/>
              </a:solidFill>
            </a:endParaRPr>
          </a:p>
        </p:txBody>
      </p:sp>
    </p:spTree>
  </p:cSld>
  <p:clrMapOvr>
    <a:masterClrMapping/>
  </p:clrMapOvr>
</p:sldLayout>
</file>

<file path=ppt/slideLayouts/slideLayout3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6.4 Interfaces de Usuario">
  <p:cSld name="TITLE_3_6_1_1_1_1_1_1_1_1_1_1_1_1_1_1_1_1_1_1_1_1_1_1_1_1_1_1_1_1">
    <p:spTree>
      <p:nvGrpSpPr>
        <p:cNvPr id="1711" name="Shape 1711"/>
        <p:cNvGrpSpPr/>
        <p:nvPr/>
      </p:nvGrpSpPr>
      <p:grpSpPr>
        <a:xfrm>
          <a:off x="0" y="0"/>
          <a:ext cx="0" cy="0"/>
          <a:chOff x="0" y="0"/>
          <a:chExt cx="0" cy="0"/>
        </a:xfrm>
      </p:grpSpPr>
      <p:sp>
        <p:nvSpPr>
          <p:cNvPr id="1712" name="Google Shape;1712;p33"/>
          <p:cNvSpPr/>
          <p:nvPr/>
        </p:nvSpPr>
        <p:spPr>
          <a:xfrm>
            <a:off x="77688" y="358938"/>
            <a:ext cx="9935700" cy="6438000"/>
          </a:xfrm>
          <a:prstGeom prst="roundRect">
            <a:avLst>
              <a:gd fmla="val 2618" name="adj"/>
            </a:avLst>
          </a:prstGeom>
          <a:solidFill>
            <a:srgbClr val="FFFFFF"/>
          </a:solidFill>
          <a:ln cap="flat" cmpd="sng" w="38100">
            <a:solidFill>
              <a:srgbClr val="000000"/>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713" name="Google Shape;1713;p33"/>
          <p:cNvCxnSpPr/>
          <p:nvPr/>
        </p:nvCxnSpPr>
        <p:spPr>
          <a:xfrm>
            <a:off x="77688" y="772614"/>
            <a:ext cx="9935700" cy="0"/>
          </a:xfrm>
          <a:prstGeom prst="straightConnector1">
            <a:avLst/>
          </a:prstGeom>
          <a:noFill/>
          <a:ln cap="flat" cmpd="sng" w="19050">
            <a:solidFill>
              <a:srgbClr val="000000"/>
            </a:solidFill>
            <a:prstDash val="solid"/>
            <a:round/>
            <a:headEnd len="med" w="med" type="none"/>
            <a:tailEnd len="med" w="med" type="none"/>
          </a:ln>
        </p:spPr>
      </p:cxnSp>
      <p:cxnSp>
        <p:nvCxnSpPr>
          <p:cNvPr id="1714" name="Google Shape;1714;p33"/>
          <p:cNvCxnSpPr/>
          <p:nvPr/>
        </p:nvCxnSpPr>
        <p:spPr>
          <a:xfrm rot="10800000">
            <a:off x="2439038" y="368188"/>
            <a:ext cx="0" cy="402300"/>
          </a:xfrm>
          <a:prstGeom prst="straightConnector1">
            <a:avLst/>
          </a:prstGeom>
          <a:noFill/>
          <a:ln cap="flat" cmpd="sng" w="19050">
            <a:solidFill>
              <a:srgbClr val="000000"/>
            </a:solidFill>
            <a:prstDash val="solid"/>
            <a:round/>
            <a:headEnd len="med" w="med" type="none"/>
            <a:tailEnd len="med" w="med" type="none"/>
          </a:ln>
        </p:spPr>
      </p:cxnSp>
      <p:sp>
        <p:nvSpPr>
          <p:cNvPr id="1715" name="Google Shape;1715;p33"/>
          <p:cNvSpPr/>
          <p:nvPr/>
        </p:nvSpPr>
        <p:spPr>
          <a:xfrm>
            <a:off x="77688" y="349338"/>
            <a:ext cx="2361300" cy="421200"/>
          </a:xfrm>
          <a:prstGeom prst="roundRect">
            <a:avLst>
              <a:gd fmla="val 50000" name="adj"/>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s-419" sz="1200">
                <a:solidFill>
                  <a:srgbClr val="FFFFFF"/>
                </a:solidFill>
              </a:rPr>
              <a:t>Interfaces de Usuario</a:t>
            </a:r>
            <a:endParaRPr b="1" sz="1200">
              <a:solidFill>
                <a:srgbClr val="FFFFFF"/>
              </a:solidFill>
            </a:endParaRPr>
          </a:p>
          <a:p>
            <a:pPr indent="0" lvl="0" marL="0" rtl="0" algn="ctr">
              <a:spcBef>
                <a:spcPts val="0"/>
              </a:spcBef>
              <a:spcAft>
                <a:spcPts val="0"/>
              </a:spcAft>
              <a:buNone/>
            </a:pPr>
            <a:r>
              <a:t/>
            </a:r>
            <a:endParaRPr b="1" sz="1200">
              <a:solidFill>
                <a:srgbClr val="FFFFFF"/>
              </a:solidFill>
            </a:endParaRPr>
          </a:p>
        </p:txBody>
      </p:sp>
      <p:sp>
        <p:nvSpPr>
          <p:cNvPr id="1716" name="Google Shape;1716;p33"/>
          <p:cNvSpPr/>
          <p:nvPr/>
        </p:nvSpPr>
        <p:spPr>
          <a:xfrm>
            <a:off x="83988" y="595504"/>
            <a:ext cx="190200" cy="1692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 name="Google Shape;1717;p33"/>
          <p:cNvSpPr/>
          <p:nvPr/>
        </p:nvSpPr>
        <p:spPr>
          <a:xfrm>
            <a:off x="2292338" y="358938"/>
            <a:ext cx="146700" cy="4023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 name="Google Shape;1718;p33"/>
          <p:cNvSpPr txBox="1"/>
          <p:nvPr/>
        </p:nvSpPr>
        <p:spPr>
          <a:xfrm>
            <a:off x="2524025" y="497711"/>
            <a:ext cx="8850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Formulario:</a:t>
            </a:r>
            <a:endParaRPr b="1" sz="1100"/>
          </a:p>
        </p:txBody>
      </p:sp>
      <p:sp>
        <p:nvSpPr>
          <p:cNvPr id="1719" name="Google Shape;1719;p33"/>
          <p:cNvSpPr txBox="1"/>
          <p:nvPr>
            <p:ph type="title"/>
          </p:nvPr>
        </p:nvSpPr>
        <p:spPr>
          <a:xfrm flipH="1">
            <a:off x="3408875" y="445821"/>
            <a:ext cx="6479700" cy="266400"/>
          </a:xfrm>
          <a:prstGeom prst="rect">
            <a:avLst/>
          </a:prstGeom>
          <a:noFill/>
          <a:ln>
            <a:noFill/>
          </a:ln>
        </p:spPr>
        <p:txBody>
          <a:bodyPr anchorCtr="0" anchor="ctr" bIns="0" lIns="0" spcFirstLastPara="1" rIns="0" wrap="square" tIns="0">
            <a:noAutofit/>
          </a:bodyPr>
          <a:lstStyle>
            <a:lvl1pPr lvl="0" rtl="0">
              <a:spcBef>
                <a:spcPts val="0"/>
              </a:spcBef>
              <a:spcAft>
                <a:spcPts val="0"/>
              </a:spcAft>
              <a:buClr>
                <a:srgbClr val="000000"/>
              </a:buClr>
              <a:buSzPts val="1000"/>
              <a:buNone/>
              <a:defRPr sz="1000">
                <a:solidFill>
                  <a:srgbClr val="000000"/>
                </a:solidFill>
              </a:defRPr>
            </a:lvl1pPr>
            <a:lvl2pPr lvl="1" rtl="0">
              <a:spcBef>
                <a:spcPts val="0"/>
              </a:spcBef>
              <a:spcAft>
                <a:spcPts val="0"/>
              </a:spcAft>
              <a:buClr>
                <a:srgbClr val="000000"/>
              </a:buClr>
              <a:buSzPts val="1000"/>
              <a:buNone/>
              <a:defRPr sz="1000">
                <a:solidFill>
                  <a:srgbClr val="000000"/>
                </a:solidFill>
              </a:defRPr>
            </a:lvl2pPr>
            <a:lvl3pPr lvl="2" rtl="0">
              <a:spcBef>
                <a:spcPts val="0"/>
              </a:spcBef>
              <a:spcAft>
                <a:spcPts val="0"/>
              </a:spcAft>
              <a:buClr>
                <a:srgbClr val="000000"/>
              </a:buClr>
              <a:buSzPts val="1000"/>
              <a:buNone/>
              <a:defRPr sz="1000">
                <a:solidFill>
                  <a:srgbClr val="000000"/>
                </a:solidFill>
              </a:defRPr>
            </a:lvl3pPr>
            <a:lvl4pPr lvl="3" rtl="0">
              <a:spcBef>
                <a:spcPts val="0"/>
              </a:spcBef>
              <a:spcAft>
                <a:spcPts val="0"/>
              </a:spcAft>
              <a:buClr>
                <a:srgbClr val="000000"/>
              </a:buClr>
              <a:buSzPts val="1000"/>
              <a:buNone/>
              <a:defRPr sz="1000">
                <a:solidFill>
                  <a:srgbClr val="000000"/>
                </a:solidFill>
              </a:defRPr>
            </a:lvl4pPr>
            <a:lvl5pPr lvl="4" rtl="0">
              <a:spcBef>
                <a:spcPts val="0"/>
              </a:spcBef>
              <a:spcAft>
                <a:spcPts val="0"/>
              </a:spcAft>
              <a:buClr>
                <a:srgbClr val="000000"/>
              </a:buClr>
              <a:buSzPts val="1000"/>
              <a:buNone/>
              <a:defRPr sz="1000">
                <a:solidFill>
                  <a:srgbClr val="000000"/>
                </a:solidFill>
              </a:defRPr>
            </a:lvl5pPr>
            <a:lvl6pPr lvl="5" rtl="0">
              <a:spcBef>
                <a:spcPts val="0"/>
              </a:spcBef>
              <a:spcAft>
                <a:spcPts val="0"/>
              </a:spcAft>
              <a:buClr>
                <a:srgbClr val="000000"/>
              </a:buClr>
              <a:buSzPts val="1000"/>
              <a:buNone/>
              <a:defRPr sz="1000">
                <a:solidFill>
                  <a:srgbClr val="000000"/>
                </a:solidFill>
              </a:defRPr>
            </a:lvl6pPr>
            <a:lvl7pPr lvl="6" rtl="0">
              <a:spcBef>
                <a:spcPts val="0"/>
              </a:spcBef>
              <a:spcAft>
                <a:spcPts val="0"/>
              </a:spcAft>
              <a:buClr>
                <a:srgbClr val="000000"/>
              </a:buClr>
              <a:buSzPts val="1000"/>
              <a:buNone/>
              <a:defRPr sz="1000">
                <a:solidFill>
                  <a:srgbClr val="000000"/>
                </a:solidFill>
              </a:defRPr>
            </a:lvl7pPr>
            <a:lvl8pPr lvl="7" rtl="0">
              <a:spcBef>
                <a:spcPts val="0"/>
              </a:spcBef>
              <a:spcAft>
                <a:spcPts val="0"/>
              </a:spcAft>
              <a:buClr>
                <a:srgbClr val="000000"/>
              </a:buClr>
              <a:buSzPts val="1000"/>
              <a:buNone/>
              <a:defRPr sz="1000">
                <a:solidFill>
                  <a:srgbClr val="000000"/>
                </a:solidFill>
              </a:defRPr>
            </a:lvl8pPr>
            <a:lvl9pPr lvl="8" rtl="0">
              <a:spcBef>
                <a:spcPts val="0"/>
              </a:spcBef>
              <a:spcAft>
                <a:spcPts val="0"/>
              </a:spcAft>
              <a:buClr>
                <a:srgbClr val="000000"/>
              </a:buClr>
              <a:buSzPts val="1000"/>
              <a:buNone/>
              <a:defRPr sz="1000">
                <a:solidFill>
                  <a:srgbClr val="000000"/>
                </a:solidFill>
              </a:defRPr>
            </a:lvl9pPr>
          </a:lstStyle>
          <a:p/>
        </p:txBody>
      </p:sp>
      <p:grpSp>
        <p:nvGrpSpPr>
          <p:cNvPr id="1720" name="Google Shape;1720;p33"/>
          <p:cNvGrpSpPr/>
          <p:nvPr/>
        </p:nvGrpSpPr>
        <p:grpSpPr>
          <a:xfrm>
            <a:off x="206850" y="901287"/>
            <a:ext cx="2304000" cy="2805300"/>
            <a:chOff x="206850" y="899176"/>
            <a:chExt cx="2304000" cy="2805300"/>
          </a:xfrm>
        </p:grpSpPr>
        <p:sp>
          <p:nvSpPr>
            <p:cNvPr id="1721" name="Google Shape;1721;p33"/>
            <p:cNvSpPr/>
            <p:nvPr/>
          </p:nvSpPr>
          <p:spPr>
            <a:xfrm>
              <a:off x="206850" y="899176"/>
              <a:ext cx="2304000" cy="2805300"/>
            </a:xfrm>
            <a:prstGeom prst="roundRect">
              <a:avLst>
                <a:gd fmla="val 4586" name="adj"/>
              </a:avLst>
            </a:prstGeom>
            <a:solidFill>
              <a:srgbClr val="FFFFFF"/>
            </a:solidFill>
            <a:ln cap="flat" cmpd="sng" w="9525">
              <a:solidFill>
                <a:srgbClr val="B7B7B7"/>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t" bIns="36000" lIns="0" spcFirstLastPara="1" rIns="0" wrap="square" tIns="54000">
              <a:noAutofit/>
            </a:bodyPr>
            <a:lstStyle/>
            <a:p>
              <a:pPr indent="0" lvl="0" marL="0" marR="0" rtl="0" algn="ctr">
                <a:lnSpc>
                  <a:spcPct val="100000"/>
                </a:lnSpc>
                <a:spcBef>
                  <a:spcPts val="0"/>
                </a:spcBef>
                <a:spcAft>
                  <a:spcPts val="0"/>
                </a:spcAft>
                <a:buClr>
                  <a:srgbClr val="000000"/>
                </a:buClr>
                <a:buSzPts val="1100"/>
                <a:buFont typeface="Arial"/>
                <a:buNone/>
              </a:pPr>
              <a:r>
                <a:rPr b="1" i="1" lang="es-419" sz="1100">
                  <a:latin typeface="Arvo"/>
                  <a:ea typeface="Arvo"/>
                  <a:cs typeface="Arvo"/>
                  <a:sym typeface="Arvo"/>
                </a:rPr>
                <a:t>ViewPart</a:t>
              </a:r>
              <a:endParaRPr b="1" i="1" sz="1100">
                <a:latin typeface="Arvo"/>
                <a:ea typeface="Arvo"/>
                <a:cs typeface="Arvo"/>
                <a:sym typeface="Arvo"/>
              </a:endParaRPr>
            </a:p>
          </p:txBody>
        </p:sp>
        <p:cxnSp>
          <p:nvCxnSpPr>
            <p:cNvPr id="1722" name="Google Shape;1722;p33"/>
            <p:cNvCxnSpPr/>
            <p:nvPr/>
          </p:nvCxnSpPr>
          <p:spPr>
            <a:xfrm>
              <a:off x="323600" y="1236086"/>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1723" name="Google Shape;1723;p33"/>
            <p:cNvCxnSpPr/>
            <p:nvPr/>
          </p:nvCxnSpPr>
          <p:spPr>
            <a:xfrm>
              <a:off x="328511" y="1240955"/>
              <a:ext cx="205800" cy="0"/>
            </a:xfrm>
            <a:prstGeom prst="straightConnector1">
              <a:avLst/>
            </a:prstGeom>
            <a:noFill/>
            <a:ln cap="flat" cmpd="sng" w="9525">
              <a:solidFill>
                <a:srgbClr val="B7B7B7"/>
              </a:solidFill>
              <a:prstDash val="solid"/>
              <a:round/>
              <a:headEnd len="med" w="med" type="none"/>
              <a:tailEnd len="med" w="med" type="none"/>
            </a:ln>
          </p:spPr>
        </p:cxnSp>
        <p:cxnSp>
          <p:nvCxnSpPr>
            <p:cNvPr id="1724" name="Google Shape;1724;p33"/>
            <p:cNvCxnSpPr/>
            <p:nvPr/>
          </p:nvCxnSpPr>
          <p:spPr>
            <a:xfrm>
              <a:off x="2394099" y="1236086"/>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1725" name="Google Shape;1725;p33"/>
            <p:cNvCxnSpPr/>
            <p:nvPr/>
          </p:nvCxnSpPr>
          <p:spPr>
            <a:xfrm>
              <a:off x="2183133" y="1240955"/>
              <a:ext cx="205800" cy="0"/>
            </a:xfrm>
            <a:prstGeom prst="straightConnector1">
              <a:avLst/>
            </a:prstGeom>
            <a:noFill/>
            <a:ln cap="flat" cmpd="sng" w="9525">
              <a:solidFill>
                <a:srgbClr val="B7B7B7"/>
              </a:solidFill>
              <a:prstDash val="solid"/>
              <a:round/>
              <a:headEnd len="med" w="med" type="none"/>
              <a:tailEnd len="med" w="med" type="none"/>
            </a:ln>
          </p:spPr>
        </p:cxnSp>
        <p:cxnSp>
          <p:nvCxnSpPr>
            <p:cNvPr id="1726" name="Google Shape;1726;p33"/>
            <p:cNvCxnSpPr/>
            <p:nvPr/>
          </p:nvCxnSpPr>
          <p:spPr>
            <a:xfrm>
              <a:off x="323600" y="3363822"/>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1727" name="Google Shape;1727;p33"/>
            <p:cNvCxnSpPr/>
            <p:nvPr/>
          </p:nvCxnSpPr>
          <p:spPr>
            <a:xfrm>
              <a:off x="328511" y="3569394"/>
              <a:ext cx="205800" cy="0"/>
            </a:xfrm>
            <a:prstGeom prst="straightConnector1">
              <a:avLst/>
            </a:prstGeom>
            <a:noFill/>
            <a:ln cap="flat" cmpd="sng" w="9525">
              <a:solidFill>
                <a:srgbClr val="B7B7B7"/>
              </a:solidFill>
              <a:prstDash val="solid"/>
              <a:round/>
              <a:headEnd len="med" w="med" type="none"/>
              <a:tailEnd len="med" w="med" type="none"/>
            </a:ln>
          </p:spPr>
        </p:cxnSp>
        <p:cxnSp>
          <p:nvCxnSpPr>
            <p:cNvPr id="1728" name="Google Shape;1728;p33"/>
            <p:cNvCxnSpPr/>
            <p:nvPr/>
          </p:nvCxnSpPr>
          <p:spPr>
            <a:xfrm>
              <a:off x="2394099" y="3363822"/>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1729" name="Google Shape;1729;p33"/>
            <p:cNvCxnSpPr/>
            <p:nvPr/>
          </p:nvCxnSpPr>
          <p:spPr>
            <a:xfrm>
              <a:off x="2183505" y="3569394"/>
              <a:ext cx="205800" cy="0"/>
            </a:xfrm>
            <a:prstGeom prst="straightConnector1">
              <a:avLst/>
            </a:prstGeom>
            <a:noFill/>
            <a:ln cap="flat" cmpd="sng" w="9525">
              <a:solidFill>
                <a:srgbClr val="B7B7B7"/>
              </a:solidFill>
              <a:prstDash val="solid"/>
              <a:round/>
              <a:headEnd len="med" w="med" type="none"/>
              <a:tailEnd len="med" w="med" type="none"/>
            </a:ln>
          </p:spPr>
        </p:cxnSp>
      </p:grpSp>
      <p:cxnSp>
        <p:nvCxnSpPr>
          <p:cNvPr id="1730" name="Google Shape;1730;p33"/>
          <p:cNvCxnSpPr/>
          <p:nvPr/>
        </p:nvCxnSpPr>
        <p:spPr>
          <a:xfrm>
            <a:off x="2762000" y="1236086"/>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1731" name="Google Shape;1731;p33"/>
          <p:cNvCxnSpPr/>
          <p:nvPr/>
        </p:nvCxnSpPr>
        <p:spPr>
          <a:xfrm>
            <a:off x="2762000" y="4459790"/>
            <a:ext cx="0" cy="210300"/>
          </a:xfrm>
          <a:prstGeom prst="straightConnector1">
            <a:avLst/>
          </a:prstGeom>
          <a:noFill/>
          <a:ln cap="flat" cmpd="sng" w="9525">
            <a:solidFill>
              <a:srgbClr val="B7B7B7"/>
            </a:solidFill>
            <a:prstDash val="solid"/>
            <a:round/>
            <a:headEnd len="med" w="med" type="none"/>
            <a:tailEnd len="med" w="med" type="none"/>
          </a:ln>
        </p:spPr>
      </p:cxnSp>
      <p:grpSp>
        <p:nvGrpSpPr>
          <p:cNvPr id="1732" name="Google Shape;1732;p33"/>
          <p:cNvGrpSpPr/>
          <p:nvPr/>
        </p:nvGrpSpPr>
        <p:grpSpPr>
          <a:xfrm>
            <a:off x="206850" y="3840639"/>
            <a:ext cx="2304000" cy="2805300"/>
            <a:chOff x="206850" y="899176"/>
            <a:chExt cx="2304000" cy="2805300"/>
          </a:xfrm>
        </p:grpSpPr>
        <p:sp>
          <p:nvSpPr>
            <p:cNvPr id="1733" name="Google Shape;1733;p33"/>
            <p:cNvSpPr/>
            <p:nvPr/>
          </p:nvSpPr>
          <p:spPr>
            <a:xfrm>
              <a:off x="206850" y="899176"/>
              <a:ext cx="2304000" cy="2805300"/>
            </a:xfrm>
            <a:prstGeom prst="roundRect">
              <a:avLst>
                <a:gd fmla="val 4586" name="adj"/>
              </a:avLst>
            </a:prstGeom>
            <a:solidFill>
              <a:srgbClr val="FFFFFF"/>
            </a:solidFill>
            <a:ln cap="flat" cmpd="sng" w="9525">
              <a:solidFill>
                <a:srgbClr val="B7B7B7"/>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t" bIns="36000" lIns="0" spcFirstLastPara="1" rIns="0" wrap="square" tIns="54000">
              <a:noAutofit/>
            </a:bodyPr>
            <a:lstStyle/>
            <a:p>
              <a:pPr indent="0" lvl="0" marL="0" marR="0" rtl="0" algn="ctr">
                <a:lnSpc>
                  <a:spcPct val="100000"/>
                </a:lnSpc>
                <a:spcBef>
                  <a:spcPts val="0"/>
                </a:spcBef>
                <a:spcAft>
                  <a:spcPts val="0"/>
                </a:spcAft>
                <a:buClr>
                  <a:srgbClr val="000000"/>
                </a:buClr>
                <a:buSzPts val="1100"/>
                <a:buFont typeface="Arial"/>
                <a:buNone/>
              </a:pPr>
              <a:r>
                <a:rPr b="1" i="1" lang="es-419" sz="1100">
                  <a:latin typeface="Arvo"/>
                  <a:ea typeface="Arvo"/>
                  <a:cs typeface="Arvo"/>
                  <a:sym typeface="Arvo"/>
                </a:rPr>
                <a:t>ViewModel</a:t>
              </a:r>
              <a:endParaRPr b="1" i="1" sz="1100">
                <a:latin typeface="Arvo"/>
                <a:ea typeface="Arvo"/>
                <a:cs typeface="Arvo"/>
                <a:sym typeface="Arvo"/>
              </a:endParaRPr>
            </a:p>
          </p:txBody>
        </p:sp>
        <p:cxnSp>
          <p:nvCxnSpPr>
            <p:cNvPr id="1734" name="Google Shape;1734;p33"/>
            <p:cNvCxnSpPr/>
            <p:nvPr/>
          </p:nvCxnSpPr>
          <p:spPr>
            <a:xfrm>
              <a:off x="323600" y="1236086"/>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1735" name="Google Shape;1735;p33"/>
            <p:cNvCxnSpPr/>
            <p:nvPr/>
          </p:nvCxnSpPr>
          <p:spPr>
            <a:xfrm>
              <a:off x="328511" y="1240955"/>
              <a:ext cx="205800" cy="0"/>
            </a:xfrm>
            <a:prstGeom prst="straightConnector1">
              <a:avLst/>
            </a:prstGeom>
            <a:noFill/>
            <a:ln cap="flat" cmpd="sng" w="9525">
              <a:solidFill>
                <a:srgbClr val="B7B7B7"/>
              </a:solidFill>
              <a:prstDash val="solid"/>
              <a:round/>
              <a:headEnd len="med" w="med" type="none"/>
              <a:tailEnd len="med" w="med" type="none"/>
            </a:ln>
          </p:spPr>
        </p:cxnSp>
        <p:cxnSp>
          <p:nvCxnSpPr>
            <p:cNvPr id="1736" name="Google Shape;1736;p33"/>
            <p:cNvCxnSpPr/>
            <p:nvPr/>
          </p:nvCxnSpPr>
          <p:spPr>
            <a:xfrm>
              <a:off x="2394099" y="1236086"/>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1737" name="Google Shape;1737;p33"/>
            <p:cNvCxnSpPr/>
            <p:nvPr/>
          </p:nvCxnSpPr>
          <p:spPr>
            <a:xfrm>
              <a:off x="2183133" y="1240955"/>
              <a:ext cx="205800" cy="0"/>
            </a:xfrm>
            <a:prstGeom prst="straightConnector1">
              <a:avLst/>
            </a:prstGeom>
            <a:noFill/>
            <a:ln cap="flat" cmpd="sng" w="9525">
              <a:solidFill>
                <a:srgbClr val="B7B7B7"/>
              </a:solidFill>
              <a:prstDash val="solid"/>
              <a:round/>
              <a:headEnd len="med" w="med" type="none"/>
              <a:tailEnd len="med" w="med" type="none"/>
            </a:ln>
          </p:spPr>
        </p:cxnSp>
        <p:cxnSp>
          <p:nvCxnSpPr>
            <p:cNvPr id="1738" name="Google Shape;1738;p33"/>
            <p:cNvCxnSpPr/>
            <p:nvPr/>
          </p:nvCxnSpPr>
          <p:spPr>
            <a:xfrm>
              <a:off x="323600" y="3363822"/>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1739" name="Google Shape;1739;p33"/>
            <p:cNvCxnSpPr/>
            <p:nvPr/>
          </p:nvCxnSpPr>
          <p:spPr>
            <a:xfrm>
              <a:off x="328511" y="3569394"/>
              <a:ext cx="205800" cy="0"/>
            </a:xfrm>
            <a:prstGeom prst="straightConnector1">
              <a:avLst/>
            </a:prstGeom>
            <a:noFill/>
            <a:ln cap="flat" cmpd="sng" w="9525">
              <a:solidFill>
                <a:srgbClr val="B7B7B7"/>
              </a:solidFill>
              <a:prstDash val="solid"/>
              <a:round/>
              <a:headEnd len="med" w="med" type="none"/>
              <a:tailEnd len="med" w="med" type="none"/>
            </a:ln>
          </p:spPr>
        </p:cxnSp>
        <p:cxnSp>
          <p:nvCxnSpPr>
            <p:cNvPr id="1740" name="Google Shape;1740;p33"/>
            <p:cNvCxnSpPr/>
            <p:nvPr/>
          </p:nvCxnSpPr>
          <p:spPr>
            <a:xfrm>
              <a:off x="2394099" y="3363822"/>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1741" name="Google Shape;1741;p33"/>
            <p:cNvCxnSpPr/>
            <p:nvPr/>
          </p:nvCxnSpPr>
          <p:spPr>
            <a:xfrm>
              <a:off x="2183505" y="3569394"/>
              <a:ext cx="205800" cy="0"/>
            </a:xfrm>
            <a:prstGeom prst="straightConnector1">
              <a:avLst/>
            </a:prstGeom>
            <a:noFill/>
            <a:ln cap="flat" cmpd="sng" w="9525">
              <a:solidFill>
                <a:srgbClr val="B7B7B7"/>
              </a:solidFill>
              <a:prstDash val="solid"/>
              <a:round/>
              <a:headEnd len="med" w="med" type="none"/>
              <a:tailEnd len="med" w="med" type="none"/>
            </a:ln>
          </p:spPr>
        </p:cxnSp>
      </p:grpSp>
      <p:grpSp>
        <p:nvGrpSpPr>
          <p:cNvPr id="1742" name="Google Shape;1742;p33"/>
          <p:cNvGrpSpPr/>
          <p:nvPr/>
        </p:nvGrpSpPr>
        <p:grpSpPr>
          <a:xfrm>
            <a:off x="2660950" y="901287"/>
            <a:ext cx="2304000" cy="2805300"/>
            <a:chOff x="206850" y="899176"/>
            <a:chExt cx="2304000" cy="2805300"/>
          </a:xfrm>
        </p:grpSpPr>
        <p:sp>
          <p:nvSpPr>
            <p:cNvPr id="1743" name="Google Shape;1743;p33"/>
            <p:cNvSpPr/>
            <p:nvPr/>
          </p:nvSpPr>
          <p:spPr>
            <a:xfrm>
              <a:off x="206850" y="899176"/>
              <a:ext cx="2304000" cy="2805300"/>
            </a:xfrm>
            <a:prstGeom prst="roundRect">
              <a:avLst>
                <a:gd fmla="val 4586" name="adj"/>
              </a:avLst>
            </a:prstGeom>
            <a:solidFill>
              <a:srgbClr val="FFFFFF"/>
            </a:solidFill>
            <a:ln cap="flat" cmpd="sng" w="9525">
              <a:solidFill>
                <a:srgbClr val="B7B7B7"/>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t" bIns="36000" lIns="0" spcFirstLastPara="1" rIns="0" wrap="square" tIns="54000">
              <a:noAutofit/>
            </a:bodyPr>
            <a:lstStyle/>
            <a:p>
              <a:pPr indent="0" lvl="0" marL="0" marR="0" rtl="0" algn="ctr">
                <a:lnSpc>
                  <a:spcPct val="100000"/>
                </a:lnSpc>
                <a:spcBef>
                  <a:spcPts val="0"/>
                </a:spcBef>
                <a:spcAft>
                  <a:spcPts val="0"/>
                </a:spcAft>
                <a:buClr>
                  <a:srgbClr val="000000"/>
                </a:buClr>
                <a:buSzPts val="1100"/>
                <a:buFont typeface="Arial"/>
                <a:buNone/>
              </a:pPr>
              <a:r>
                <a:rPr b="1" i="1" lang="es-419" sz="1100">
                  <a:latin typeface="Arvo"/>
                  <a:ea typeface="Arvo"/>
                  <a:cs typeface="Arvo"/>
                  <a:sym typeface="Arvo"/>
                </a:rPr>
                <a:t>ViewPart</a:t>
              </a:r>
              <a:endParaRPr b="1" i="1" sz="1100">
                <a:latin typeface="Arvo"/>
                <a:ea typeface="Arvo"/>
                <a:cs typeface="Arvo"/>
                <a:sym typeface="Arvo"/>
              </a:endParaRPr>
            </a:p>
          </p:txBody>
        </p:sp>
        <p:cxnSp>
          <p:nvCxnSpPr>
            <p:cNvPr id="1744" name="Google Shape;1744;p33"/>
            <p:cNvCxnSpPr/>
            <p:nvPr/>
          </p:nvCxnSpPr>
          <p:spPr>
            <a:xfrm>
              <a:off x="323600" y="1236086"/>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1745" name="Google Shape;1745;p33"/>
            <p:cNvCxnSpPr/>
            <p:nvPr/>
          </p:nvCxnSpPr>
          <p:spPr>
            <a:xfrm>
              <a:off x="328511" y="1240955"/>
              <a:ext cx="205800" cy="0"/>
            </a:xfrm>
            <a:prstGeom prst="straightConnector1">
              <a:avLst/>
            </a:prstGeom>
            <a:noFill/>
            <a:ln cap="flat" cmpd="sng" w="9525">
              <a:solidFill>
                <a:srgbClr val="B7B7B7"/>
              </a:solidFill>
              <a:prstDash val="solid"/>
              <a:round/>
              <a:headEnd len="med" w="med" type="none"/>
              <a:tailEnd len="med" w="med" type="none"/>
            </a:ln>
          </p:spPr>
        </p:cxnSp>
        <p:cxnSp>
          <p:nvCxnSpPr>
            <p:cNvPr id="1746" name="Google Shape;1746;p33"/>
            <p:cNvCxnSpPr/>
            <p:nvPr/>
          </p:nvCxnSpPr>
          <p:spPr>
            <a:xfrm>
              <a:off x="2394099" y="1236086"/>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1747" name="Google Shape;1747;p33"/>
            <p:cNvCxnSpPr/>
            <p:nvPr/>
          </p:nvCxnSpPr>
          <p:spPr>
            <a:xfrm>
              <a:off x="2183133" y="1240955"/>
              <a:ext cx="205800" cy="0"/>
            </a:xfrm>
            <a:prstGeom prst="straightConnector1">
              <a:avLst/>
            </a:prstGeom>
            <a:noFill/>
            <a:ln cap="flat" cmpd="sng" w="9525">
              <a:solidFill>
                <a:srgbClr val="B7B7B7"/>
              </a:solidFill>
              <a:prstDash val="solid"/>
              <a:round/>
              <a:headEnd len="med" w="med" type="none"/>
              <a:tailEnd len="med" w="med" type="none"/>
            </a:ln>
          </p:spPr>
        </p:cxnSp>
        <p:cxnSp>
          <p:nvCxnSpPr>
            <p:cNvPr id="1748" name="Google Shape;1748;p33"/>
            <p:cNvCxnSpPr/>
            <p:nvPr/>
          </p:nvCxnSpPr>
          <p:spPr>
            <a:xfrm>
              <a:off x="323600" y="3363822"/>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1749" name="Google Shape;1749;p33"/>
            <p:cNvCxnSpPr/>
            <p:nvPr/>
          </p:nvCxnSpPr>
          <p:spPr>
            <a:xfrm>
              <a:off x="328511" y="3569394"/>
              <a:ext cx="205800" cy="0"/>
            </a:xfrm>
            <a:prstGeom prst="straightConnector1">
              <a:avLst/>
            </a:prstGeom>
            <a:noFill/>
            <a:ln cap="flat" cmpd="sng" w="9525">
              <a:solidFill>
                <a:srgbClr val="B7B7B7"/>
              </a:solidFill>
              <a:prstDash val="solid"/>
              <a:round/>
              <a:headEnd len="med" w="med" type="none"/>
              <a:tailEnd len="med" w="med" type="none"/>
            </a:ln>
          </p:spPr>
        </p:cxnSp>
        <p:cxnSp>
          <p:nvCxnSpPr>
            <p:cNvPr id="1750" name="Google Shape;1750;p33"/>
            <p:cNvCxnSpPr/>
            <p:nvPr/>
          </p:nvCxnSpPr>
          <p:spPr>
            <a:xfrm>
              <a:off x="2394099" y="3363822"/>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1751" name="Google Shape;1751;p33"/>
            <p:cNvCxnSpPr/>
            <p:nvPr/>
          </p:nvCxnSpPr>
          <p:spPr>
            <a:xfrm>
              <a:off x="2183505" y="3569394"/>
              <a:ext cx="205800" cy="0"/>
            </a:xfrm>
            <a:prstGeom prst="straightConnector1">
              <a:avLst/>
            </a:prstGeom>
            <a:noFill/>
            <a:ln cap="flat" cmpd="sng" w="9525">
              <a:solidFill>
                <a:srgbClr val="B7B7B7"/>
              </a:solidFill>
              <a:prstDash val="solid"/>
              <a:round/>
              <a:headEnd len="med" w="med" type="none"/>
              <a:tailEnd len="med" w="med" type="none"/>
            </a:ln>
          </p:spPr>
        </p:cxnSp>
      </p:grpSp>
      <p:grpSp>
        <p:nvGrpSpPr>
          <p:cNvPr id="1752" name="Google Shape;1752;p33"/>
          <p:cNvGrpSpPr/>
          <p:nvPr/>
        </p:nvGrpSpPr>
        <p:grpSpPr>
          <a:xfrm>
            <a:off x="2660950" y="3840639"/>
            <a:ext cx="2304000" cy="2805300"/>
            <a:chOff x="206850" y="899176"/>
            <a:chExt cx="2304000" cy="2805300"/>
          </a:xfrm>
        </p:grpSpPr>
        <p:sp>
          <p:nvSpPr>
            <p:cNvPr id="1753" name="Google Shape;1753;p33"/>
            <p:cNvSpPr/>
            <p:nvPr/>
          </p:nvSpPr>
          <p:spPr>
            <a:xfrm>
              <a:off x="206850" y="899176"/>
              <a:ext cx="2304000" cy="2805300"/>
            </a:xfrm>
            <a:prstGeom prst="roundRect">
              <a:avLst>
                <a:gd fmla="val 4586" name="adj"/>
              </a:avLst>
            </a:prstGeom>
            <a:solidFill>
              <a:srgbClr val="FFFFFF"/>
            </a:solidFill>
            <a:ln cap="flat" cmpd="sng" w="9525">
              <a:solidFill>
                <a:srgbClr val="B7B7B7"/>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t" bIns="36000" lIns="0" spcFirstLastPara="1" rIns="0" wrap="square" tIns="54000">
              <a:noAutofit/>
            </a:bodyPr>
            <a:lstStyle/>
            <a:p>
              <a:pPr indent="0" lvl="0" marL="0" marR="0" rtl="0" algn="ctr">
                <a:lnSpc>
                  <a:spcPct val="100000"/>
                </a:lnSpc>
                <a:spcBef>
                  <a:spcPts val="0"/>
                </a:spcBef>
                <a:spcAft>
                  <a:spcPts val="0"/>
                </a:spcAft>
                <a:buClr>
                  <a:srgbClr val="000000"/>
                </a:buClr>
                <a:buSzPts val="1100"/>
                <a:buFont typeface="Arial"/>
                <a:buNone/>
              </a:pPr>
              <a:r>
                <a:rPr b="1" i="1" lang="es-419" sz="1100">
                  <a:latin typeface="Arvo"/>
                  <a:ea typeface="Arvo"/>
                  <a:cs typeface="Arvo"/>
                  <a:sym typeface="Arvo"/>
                </a:rPr>
                <a:t>ViewModel</a:t>
              </a:r>
              <a:endParaRPr b="1" i="1" sz="1100">
                <a:latin typeface="Arvo"/>
                <a:ea typeface="Arvo"/>
                <a:cs typeface="Arvo"/>
                <a:sym typeface="Arvo"/>
              </a:endParaRPr>
            </a:p>
          </p:txBody>
        </p:sp>
        <p:cxnSp>
          <p:nvCxnSpPr>
            <p:cNvPr id="1754" name="Google Shape;1754;p33"/>
            <p:cNvCxnSpPr/>
            <p:nvPr/>
          </p:nvCxnSpPr>
          <p:spPr>
            <a:xfrm>
              <a:off x="323600" y="1236086"/>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1755" name="Google Shape;1755;p33"/>
            <p:cNvCxnSpPr/>
            <p:nvPr/>
          </p:nvCxnSpPr>
          <p:spPr>
            <a:xfrm>
              <a:off x="328511" y="1240955"/>
              <a:ext cx="205800" cy="0"/>
            </a:xfrm>
            <a:prstGeom prst="straightConnector1">
              <a:avLst/>
            </a:prstGeom>
            <a:noFill/>
            <a:ln cap="flat" cmpd="sng" w="9525">
              <a:solidFill>
                <a:srgbClr val="B7B7B7"/>
              </a:solidFill>
              <a:prstDash val="solid"/>
              <a:round/>
              <a:headEnd len="med" w="med" type="none"/>
              <a:tailEnd len="med" w="med" type="none"/>
            </a:ln>
          </p:spPr>
        </p:cxnSp>
        <p:cxnSp>
          <p:nvCxnSpPr>
            <p:cNvPr id="1756" name="Google Shape;1756;p33"/>
            <p:cNvCxnSpPr/>
            <p:nvPr/>
          </p:nvCxnSpPr>
          <p:spPr>
            <a:xfrm>
              <a:off x="2394099" y="1236086"/>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1757" name="Google Shape;1757;p33"/>
            <p:cNvCxnSpPr/>
            <p:nvPr/>
          </p:nvCxnSpPr>
          <p:spPr>
            <a:xfrm>
              <a:off x="2183133" y="1240955"/>
              <a:ext cx="205800" cy="0"/>
            </a:xfrm>
            <a:prstGeom prst="straightConnector1">
              <a:avLst/>
            </a:prstGeom>
            <a:noFill/>
            <a:ln cap="flat" cmpd="sng" w="9525">
              <a:solidFill>
                <a:srgbClr val="B7B7B7"/>
              </a:solidFill>
              <a:prstDash val="solid"/>
              <a:round/>
              <a:headEnd len="med" w="med" type="none"/>
              <a:tailEnd len="med" w="med" type="none"/>
            </a:ln>
          </p:spPr>
        </p:cxnSp>
        <p:cxnSp>
          <p:nvCxnSpPr>
            <p:cNvPr id="1758" name="Google Shape;1758;p33"/>
            <p:cNvCxnSpPr/>
            <p:nvPr/>
          </p:nvCxnSpPr>
          <p:spPr>
            <a:xfrm>
              <a:off x="323600" y="3363822"/>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1759" name="Google Shape;1759;p33"/>
            <p:cNvCxnSpPr/>
            <p:nvPr/>
          </p:nvCxnSpPr>
          <p:spPr>
            <a:xfrm>
              <a:off x="328511" y="3569394"/>
              <a:ext cx="205800" cy="0"/>
            </a:xfrm>
            <a:prstGeom prst="straightConnector1">
              <a:avLst/>
            </a:prstGeom>
            <a:noFill/>
            <a:ln cap="flat" cmpd="sng" w="9525">
              <a:solidFill>
                <a:srgbClr val="B7B7B7"/>
              </a:solidFill>
              <a:prstDash val="solid"/>
              <a:round/>
              <a:headEnd len="med" w="med" type="none"/>
              <a:tailEnd len="med" w="med" type="none"/>
            </a:ln>
          </p:spPr>
        </p:cxnSp>
        <p:cxnSp>
          <p:nvCxnSpPr>
            <p:cNvPr id="1760" name="Google Shape;1760;p33"/>
            <p:cNvCxnSpPr/>
            <p:nvPr/>
          </p:nvCxnSpPr>
          <p:spPr>
            <a:xfrm>
              <a:off x="2394099" y="3363822"/>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1761" name="Google Shape;1761;p33"/>
            <p:cNvCxnSpPr/>
            <p:nvPr/>
          </p:nvCxnSpPr>
          <p:spPr>
            <a:xfrm>
              <a:off x="2183505" y="3569394"/>
              <a:ext cx="205800" cy="0"/>
            </a:xfrm>
            <a:prstGeom prst="straightConnector1">
              <a:avLst/>
            </a:prstGeom>
            <a:noFill/>
            <a:ln cap="flat" cmpd="sng" w="9525">
              <a:solidFill>
                <a:srgbClr val="B7B7B7"/>
              </a:solidFill>
              <a:prstDash val="solid"/>
              <a:round/>
              <a:headEnd len="med" w="med" type="none"/>
              <a:tailEnd len="med" w="med" type="none"/>
            </a:ln>
          </p:spPr>
        </p:cxnSp>
      </p:grpSp>
      <p:grpSp>
        <p:nvGrpSpPr>
          <p:cNvPr id="1762" name="Google Shape;1762;p33"/>
          <p:cNvGrpSpPr/>
          <p:nvPr/>
        </p:nvGrpSpPr>
        <p:grpSpPr>
          <a:xfrm>
            <a:off x="5115050" y="901287"/>
            <a:ext cx="2304000" cy="2805300"/>
            <a:chOff x="206850" y="899176"/>
            <a:chExt cx="2304000" cy="2805300"/>
          </a:xfrm>
        </p:grpSpPr>
        <p:sp>
          <p:nvSpPr>
            <p:cNvPr id="1763" name="Google Shape;1763;p33"/>
            <p:cNvSpPr/>
            <p:nvPr/>
          </p:nvSpPr>
          <p:spPr>
            <a:xfrm>
              <a:off x="206850" y="899176"/>
              <a:ext cx="2304000" cy="2805300"/>
            </a:xfrm>
            <a:prstGeom prst="roundRect">
              <a:avLst>
                <a:gd fmla="val 4586" name="adj"/>
              </a:avLst>
            </a:prstGeom>
            <a:solidFill>
              <a:srgbClr val="FFFFFF"/>
            </a:solidFill>
            <a:ln cap="flat" cmpd="sng" w="9525">
              <a:solidFill>
                <a:srgbClr val="B7B7B7"/>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t" bIns="36000" lIns="0" spcFirstLastPara="1" rIns="0" wrap="square" tIns="54000">
              <a:noAutofit/>
            </a:bodyPr>
            <a:lstStyle/>
            <a:p>
              <a:pPr indent="0" lvl="0" marL="0" marR="0" rtl="0" algn="ctr">
                <a:lnSpc>
                  <a:spcPct val="100000"/>
                </a:lnSpc>
                <a:spcBef>
                  <a:spcPts val="0"/>
                </a:spcBef>
                <a:spcAft>
                  <a:spcPts val="0"/>
                </a:spcAft>
                <a:buClr>
                  <a:srgbClr val="000000"/>
                </a:buClr>
                <a:buSzPts val="1100"/>
                <a:buFont typeface="Arial"/>
                <a:buNone/>
              </a:pPr>
              <a:r>
                <a:rPr b="1" i="1" lang="es-419" sz="1100">
                  <a:latin typeface="Arvo"/>
                  <a:ea typeface="Arvo"/>
                  <a:cs typeface="Arvo"/>
                  <a:sym typeface="Arvo"/>
                </a:rPr>
                <a:t>ViewPart</a:t>
              </a:r>
              <a:endParaRPr b="1" i="1" sz="1100">
                <a:latin typeface="Arvo"/>
                <a:ea typeface="Arvo"/>
                <a:cs typeface="Arvo"/>
                <a:sym typeface="Arvo"/>
              </a:endParaRPr>
            </a:p>
          </p:txBody>
        </p:sp>
        <p:cxnSp>
          <p:nvCxnSpPr>
            <p:cNvPr id="1764" name="Google Shape;1764;p33"/>
            <p:cNvCxnSpPr/>
            <p:nvPr/>
          </p:nvCxnSpPr>
          <p:spPr>
            <a:xfrm>
              <a:off x="323600" y="1236086"/>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1765" name="Google Shape;1765;p33"/>
            <p:cNvCxnSpPr/>
            <p:nvPr/>
          </p:nvCxnSpPr>
          <p:spPr>
            <a:xfrm>
              <a:off x="328511" y="1240955"/>
              <a:ext cx="205800" cy="0"/>
            </a:xfrm>
            <a:prstGeom prst="straightConnector1">
              <a:avLst/>
            </a:prstGeom>
            <a:noFill/>
            <a:ln cap="flat" cmpd="sng" w="9525">
              <a:solidFill>
                <a:srgbClr val="B7B7B7"/>
              </a:solidFill>
              <a:prstDash val="solid"/>
              <a:round/>
              <a:headEnd len="med" w="med" type="none"/>
              <a:tailEnd len="med" w="med" type="none"/>
            </a:ln>
          </p:spPr>
        </p:cxnSp>
        <p:cxnSp>
          <p:nvCxnSpPr>
            <p:cNvPr id="1766" name="Google Shape;1766;p33"/>
            <p:cNvCxnSpPr/>
            <p:nvPr/>
          </p:nvCxnSpPr>
          <p:spPr>
            <a:xfrm>
              <a:off x="2394099" y="1236086"/>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1767" name="Google Shape;1767;p33"/>
            <p:cNvCxnSpPr/>
            <p:nvPr/>
          </p:nvCxnSpPr>
          <p:spPr>
            <a:xfrm>
              <a:off x="2183133" y="1240955"/>
              <a:ext cx="205800" cy="0"/>
            </a:xfrm>
            <a:prstGeom prst="straightConnector1">
              <a:avLst/>
            </a:prstGeom>
            <a:noFill/>
            <a:ln cap="flat" cmpd="sng" w="9525">
              <a:solidFill>
                <a:srgbClr val="B7B7B7"/>
              </a:solidFill>
              <a:prstDash val="solid"/>
              <a:round/>
              <a:headEnd len="med" w="med" type="none"/>
              <a:tailEnd len="med" w="med" type="none"/>
            </a:ln>
          </p:spPr>
        </p:cxnSp>
        <p:cxnSp>
          <p:nvCxnSpPr>
            <p:cNvPr id="1768" name="Google Shape;1768;p33"/>
            <p:cNvCxnSpPr/>
            <p:nvPr/>
          </p:nvCxnSpPr>
          <p:spPr>
            <a:xfrm>
              <a:off x="323600" y="3363822"/>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1769" name="Google Shape;1769;p33"/>
            <p:cNvCxnSpPr/>
            <p:nvPr/>
          </p:nvCxnSpPr>
          <p:spPr>
            <a:xfrm>
              <a:off x="328511" y="3569394"/>
              <a:ext cx="205800" cy="0"/>
            </a:xfrm>
            <a:prstGeom prst="straightConnector1">
              <a:avLst/>
            </a:prstGeom>
            <a:noFill/>
            <a:ln cap="flat" cmpd="sng" w="9525">
              <a:solidFill>
                <a:srgbClr val="B7B7B7"/>
              </a:solidFill>
              <a:prstDash val="solid"/>
              <a:round/>
              <a:headEnd len="med" w="med" type="none"/>
              <a:tailEnd len="med" w="med" type="none"/>
            </a:ln>
          </p:spPr>
        </p:cxnSp>
        <p:cxnSp>
          <p:nvCxnSpPr>
            <p:cNvPr id="1770" name="Google Shape;1770;p33"/>
            <p:cNvCxnSpPr/>
            <p:nvPr/>
          </p:nvCxnSpPr>
          <p:spPr>
            <a:xfrm>
              <a:off x="2394099" y="3363822"/>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1771" name="Google Shape;1771;p33"/>
            <p:cNvCxnSpPr/>
            <p:nvPr/>
          </p:nvCxnSpPr>
          <p:spPr>
            <a:xfrm>
              <a:off x="2183505" y="3569394"/>
              <a:ext cx="205800" cy="0"/>
            </a:xfrm>
            <a:prstGeom prst="straightConnector1">
              <a:avLst/>
            </a:prstGeom>
            <a:noFill/>
            <a:ln cap="flat" cmpd="sng" w="9525">
              <a:solidFill>
                <a:srgbClr val="B7B7B7"/>
              </a:solidFill>
              <a:prstDash val="solid"/>
              <a:round/>
              <a:headEnd len="med" w="med" type="none"/>
              <a:tailEnd len="med" w="med" type="none"/>
            </a:ln>
          </p:spPr>
        </p:cxnSp>
      </p:grpSp>
      <p:grpSp>
        <p:nvGrpSpPr>
          <p:cNvPr id="1772" name="Google Shape;1772;p33"/>
          <p:cNvGrpSpPr/>
          <p:nvPr/>
        </p:nvGrpSpPr>
        <p:grpSpPr>
          <a:xfrm>
            <a:off x="5115050" y="3840639"/>
            <a:ext cx="2304000" cy="2805300"/>
            <a:chOff x="206850" y="899176"/>
            <a:chExt cx="2304000" cy="2805300"/>
          </a:xfrm>
        </p:grpSpPr>
        <p:sp>
          <p:nvSpPr>
            <p:cNvPr id="1773" name="Google Shape;1773;p33"/>
            <p:cNvSpPr/>
            <p:nvPr/>
          </p:nvSpPr>
          <p:spPr>
            <a:xfrm>
              <a:off x="206850" y="899176"/>
              <a:ext cx="2304000" cy="2805300"/>
            </a:xfrm>
            <a:prstGeom prst="roundRect">
              <a:avLst>
                <a:gd fmla="val 4586" name="adj"/>
              </a:avLst>
            </a:prstGeom>
            <a:solidFill>
              <a:srgbClr val="FFFFFF"/>
            </a:solidFill>
            <a:ln cap="flat" cmpd="sng" w="9525">
              <a:solidFill>
                <a:srgbClr val="B7B7B7"/>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t" bIns="36000" lIns="0" spcFirstLastPara="1" rIns="0" wrap="square" tIns="54000">
              <a:noAutofit/>
            </a:bodyPr>
            <a:lstStyle/>
            <a:p>
              <a:pPr indent="0" lvl="0" marL="0" marR="0" rtl="0" algn="ctr">
                <a:lnSpc>
                  <a:spcPct val="100000"/>
                </a:lnSpc>
                <a:spcBef>
                  <a:spcPts val="0"/>
                </a:spcBef>
                <a:spcAft>
                  <a:spcPts val="0"/>
                </a:spcAft>
                <a:buClr>
                  <a:srgbClr val="000000"/>
                </a:buClr>
                <a:buSzPts val="1100"/>
                <a:buFont typeface="Arial"/>
                <a:buNone/>
              </a:pPr>
              <a:r>
                <a:rPr b="1" i="1" lang="es-419" sz="1100">
                  <a:latin typeface="Arvo"/>
                  <a:ea typeface="Arvo"/>
                  <a:cs typeface="Arvo"/>
                  <a:sym typeface="Arvo"/>
                </a:rPr>
                <a:t>ViewModel</a:t>
              </a:r>
              <a:endParaRPr b="1" i="1" sz="1100">
                <a:latin typeface="Arvo"/>
                <a:ea typeface="Arvo"/>
                <a:cs typeface="Arvo"/>
                <a:sym typeface="Arvo"/>
              </a:endParaRPr>
            </a:p>
          </p:txBody>
        </p:sp>
        <p:cxnSp>
          <p:nvCxnSpPr>
            <p:cNvPr id="1774" name="Google Shape;1774;p33"/>
            <p:cNvCxnSpPr/>
            <p:nvPr/>
          </p:nvCxnSpPr>
          <p:spPr>
            <a:xfrm>
              <a:off x="323600" y="1236086"/>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1775" name="Google Shape;1775;p33"/>
            <p:cNvCxnSpPr/>
            <p:nvPr/>
          </p:nvCxnSpPr>
          <p:spPr>
            <a:xfrm>
              <a:off x="328511" y="1240955"/>
              <a:ext cx="205800" cy="0"/>
            </a:xfrm>
            <a:prstGeom prst="straightConnector1">
              <a:avLst/>
            </a:prstGeom>
            <a:noFill/>
            <a:ln cap="flat" cmpd="sng" w="9525">
              <a:solidFill>
                <a:srgbClr val="B7B7B7"/>
              </a:solidFill>
              <a:prstDash val="solid"/>
              <a:round/>
              <a:headEnd len="med" w="med" type="none"/>
              <a:tailEnd len="med" w="med" type="none"/>
            </a:ln>
          </p:spPr>
        </p:cxnSp>
        <p:cxnSp>
          <p:nvCxnSpPr>
            <p:cNvPr id="1776" name="Google Shape;1776;p33"/>
            <p:cNvCxnSpPr/>
            <p:nvPr/>
          </p:nvCxnSpPr>
          <p:spPr>
            <a:xfrm>
              <a:off x="2394099" y="1236086"/>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1777" name="Google Shape;1777;p33"/>
            <p:cNvCxnSpPr/>
            <p:nvPr/>
          </p:nvCxnSpPr>
          <p:spPr>
            <a:xfrm>
              <a:off x="2183133" y="1240955"/>
              <a:ext cx="205800" cy="0"/>
            </a:xfrm>
            <a:prstGeom prst="straightConnector1">
              <a:avLst/>
            </a:prstGeom>
            <a:noFill/>
            <a:ln cap="flat" cmpd="sng" w="9525">
              <a:solidFill>
                <a:srgbClr val="B7B7B7"/>
              </a:solidFill>
              <a:prstDash val="solid"/>
              <a:round/>
              <a:headEnd len="med" w="med" type="none"/>
              <a:tailEnd len="med" w="med" type="none"/>
            </a:ln>
          </p:spPr>
        </p:cxnSp>
        <p:cxnSp>
          <p:nvCxnSpPr>
            <p:cNvPr id="1778" name="Google Shape;1778;p33"/>
            <p:cNvCxnSpPr/>
            <p:nvPr/>
          </p:nvCxnSpPr>
          <p:spPr>
            <a:xfrm>
              <a:off x="323600" y="3363822"/>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1779" name="Google Shape;1779;p33"/>
            <p:cNvCxnSpPr/>
            <p:nvPr/>
          </p:nvCxnSpPr>
          <p:spPr>
            <a:xfrm>
              <a:off x="328511" y="3569394"/>
              <a:ext cx="205800" cy="0"/>
            </a:xfrm>
            <a:prstGeom prst="straightConnector1">
              <a:avLst/>
            </a:prstGeom>
            <a:noFill/>
            <a:ln cap="flat" cmpd="sng" w="9525">
              <a:solidFill>
                <a:srgbClr val="B7B7B7"/>
              </a:solidFill>
              <a:prstDash val="solid"/>
              <a:round/>
              <a:headEnd len="med" w="med" type="none"/>
              <a:tailEnd len="med" w="med" type="none"/>
            </a:ln>
          </p:spPr>
        </p:cxnSp>
        <p:cxnSp>
          <p:nvCxnSpPr>
            <p:cNvPr id="1780" name="Google Shape;1780;p33"/>
            <p:cNvCxnSpPr/>
            <p:nvPr/>
          </p:nvCxnSpPr>
          <p:spPr>
            <a:xfrm>
              <a:off x="2394099" y="3363822"/>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1781" name="Google Shape;1781;p33"/>
            <p:cNvCxnSpPr/>
            <p:nvPr/>
          </p:nvCxnSpPr>
          <p:spPr>
            <a:xfrm>
              <a:off x="2183505" y="3569394"/>
              <a:ext cx="205800" cy="0"/>
            </a:xfrm>
            <a:prstGeom prst="straightConnector1">
              <a:avLst/>
            </a:prstGeom>
            <a:noFill/>
            <a:ln cap="flat" cmpd="sng" w="9525">
              <a:solidFill>
                <a:srgbClr val="B7B7B7"/>
              </a:solidFill>
              <a:prstDash val="solid"/>
              <a:round/>
              <a:headEnd len="med" w="med" type="none"/>
              <a:tailEnd len="med" w="med" type="none"/>
            </a:ln>
          </p:spPr>
        </p:cxnSp>
      </p:grpSp>
      <p:grpSp>
        <p:nvGrpSpPr>
          <p:cNvPr id="1782" name="Google Shape;1782;p33"/>
          <p:cNvGrpSpPr/>
          <p:nvPr/>
        </p:nvGrpSpPr>
        <p:grpSpPr>
          <a:xfrm>
            <a:off x="7569150" y="901287"/>
            <a:ext cx="2304000" cy="2805300"/>
            <a:chOff x="206850" y="899176"/>
            <a:chExt cx="2304000" cy="2805300"/>
          </a:xfrm>
        </p:grpSpPr>
        <p:sp>
          <p:nvSpPr>
            <p:cNvPr id="1783" name="Google Shape;1783;p33"/>
            <p:cNvSpPr/>
            <p:nvPr/>
          </p:nvSpPr>
          <p:spPr>
            <a:xfrm>
              <a:off x="206850" y="899176"/>
              <a:ext cx="2304000" cy="2805300"/>
            </a:xfrm>
            <a:prstGeom prst="roundRect">
              <a:avLst>
                <a:gd fmla="val 4586" name="adj"/>
              </a:avLst>
            </a:prstGeom>
            <a:solidFill>
              <a:srgbClr val="FFFFFF"/>
            </a:solidFill>
            <a:ln cap="flat" cmpd="sng" w="9525">
              <a:solidFill>
                <a:srgbClr val="B7B7B7"/>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t" bIns="36000" lIns="0" spcFirstLastPara="1" rIns="0" wrap="square" tIns="54000">
              <a:noAutofit/>
            </a:bodyPr>
            <a:lstStyle/>
            <a:p>
              <a:pPr indent="0" lvl="0" marL="0" marR="0" rtl="0" algn="ctr">
                <a:lnSpc>
                  <a:spcPct val="100000"/>
                </a:lnSpc>
                <a:spcBef>
                  <a:spcPts val="0"/>
                </a:spcBef>
                <a:spcAft>
                  <a:spcPts val="0"/>
                </a:spcAft>
                <a:buClr>
                  <a:srgbClr val="000000"/>
                </a:buClr>
                <a:buSzPts val="1100"/>
                <a:buFont typeface="Arial"/>
                <a:buNone/>
              </a:pPr>
              <a:r>
                <a:rPr b="1" i="1" lang="es-419" sz="1100">
                  <a:latin typeface="Arvo"/>
                  <a:ea typeface="Arvo"/>
                  <a:cs typeface="Arvo"/>
                  <a:sym typeface="Arvo"/>
                </a:rPr>
                <a:t>ViewPart</a:t>
              </a:r>
              <a:endParaRPr b="1" i="1" sz="1100">
                <a:latin typeface="Arvo"/>
                <a:ea typeface="Arvo"/>
                <a:cs typeface="Arvo"/>
                <a:sym typeface="Arvo"/>
              </a:endParaRPr>
            </a:p>
          </p:txBody>
        </p:sp>
        <p:cxnSp>
          <p:nvCxnSpPr>
            <p:cNvPr id="1784" name="Google Shape;1784;p33"/>
            <p:cNvCxnSpPr/>
            <p:nvPr/>
          </p:nvCxnSpPr>
          <p:spPr>
            <a:xfrm>
              <a:off x="323600" y="1236086"/>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1785" name="Google Shape;1785;p33"/>
            <p:cNvCxnSpPr/>
            <p:nvPr/>
          </p:nvCxnSpPr>
          <p:spPr>
            <a:xfrm>
              <a:off x="328511" y="1240955"/>
              <a:ext cx="205800" cy="0"/>
            </a:xfrm>
            <a:prstGeom prst="straightConnector1">
              <a:avLst/>
            </a:prstGeom>
            <a:noFill/>
            <a:ln cap="flat" cmpd="sng" w="9525">
              <a:solidFill>
                <a:srgbClr val="B7B7B7"/>
              </a:solidFill>
              <a:prstDash val="solid"/>
              <a:round/>
              <a:headEnd len="med" w="med" type="none"/>
              <a:tailEnd len="med" w="med" type="none"/>
            </a:ln>
          </p:spPr>
        </p:cxnSp>
        <p:cxnSp>
          <p:nvCxnSpPr>
            <p:cNvPr id="1786" name="Google Shape;1786;p33"/>
            <p:cNvCxnSpPr/>
            <p:nvPr/>
          </p:nvCxnSpPr>
          <p:spPr>
            <a:xfrm>
              <a:off x="2394099" y="1236086"/>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1787" name="Google Shape;1787;p33"/>
            <p:cNvCxnSpPr/>
            <p:nvPr/>
          </p:nvCxnSpPr>
          <p:spPr>
            <a:xfrm>
              <a:off x="2183133" y="1240955"/>
              <a:ext cx="205800" cy="0"/>
            </a:xfrm>
            <a:prstGeom prst="straightConnector1">
              <a:avLst/>
            </a:prstGeom>
            <a:noFill/>
            <a:ln cap="flat" cmpd="sng" w="9525">
              <a:solidFill>
                <a:srgbClr val="B7B7B7"/>
              </a:solidFill>
              <a:prstDash val="solid"/>
              <a:round/>
              <a:headEnd len="med" w="med" type="none"/>
              <a:tailEnd len="med" w="med" type="none"/>
            </a:ln>
          </p:spPr>
        </p:cxnSp>
        <p:cxnSp>
          <p:nvCxnSpPr>
            <p:cNvPr id="1788" name="Google Shape;1788;p33"/>
            <p:cNvCxnSpPr/>
            <p:nvPr/>
          </p:nvCxnSpPr>
          <p:spPr>
            <a:xfrm>
              <a:off x="323600" y="3363822"/>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1789" name="Google Shape;1789;p33"/>
            <p:cNvCxnSpPr/>
            <p:nvPr/>
          </p:nvCxnSpPr>
          <p:spPr>
            <a:xfrm>
              <a:off x="328511" y="3569394"/>
              <a:ext cx="205800" cy="0"/>
            </a:xfrm>
            <a:prstGeom prst="straightConnector1">
              <a:avLst/>
            </a:prstGeom>
            <a:noFill/>
            <a:ln cap="flat" cmpd="sng" w="9525">
              <a:solidFill>
                <a:srgbClr val="B7B7B7"/>
              </a:solidFill>
              <a:prstDash val="solid"/>
              <a:round/>
              <a:headEnd len="med" w="med" type="none"/>
              <a:tailEnd len="med" w="med" type="none"/>
            </a:ln>
          </p:spPr>
        </p:cxnSp>
        <p:cxnSp>
          <p:nvCxnSpPr>
            <p:cNvPr id="1790" name="Google Shape;1790;p33"/>
            <p:cNvCxnSpPr/>
            <p:nvPr/>
          </p:nvCxnSpPr>
          <p:spPr>
            <a:xfrm>
              <a:off x="2394099" y="3363822"/>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1791" name="Google Shape;1791;p33"/>
            <p:cNvCxnSpPr/>
            <p:nvPr/>
          </p:nvCxnSpPr>
          <p:spPr>
            <a:xfrm>
              <a:off x="2183505" y="3569394"/>
              <a:ext cx="205800" cy="0"/>
            </a:xfrm>
            <a:prstGeom prst="straightConnector1">
              <a:avLst/>
            </a:prstGeom>
            <a:noFill/>
            <a:ln cap="flat" cmpd="sng" w="9525">
              <a:solidFill>
                <a:srgbClr val="B7B7B7"/>
              </a:solidFill>
              <a:prstDash val="solid"/>
              <a:round/>
              <a:headEnd len="med" w="med" type="none"/>
              <a:tailEnd len="med" w="med" type="none"/>
            </a:ln>
          </p:spPr>
        </p:cxnSp>
      </p:grpSp>
      <p:grpSp>
        <p:nvGrpSpPr>
          <p:cNvPr id="1792" name="Google Shape;1792;p33"/>
          <p:cNvGrpSpPr/>
          <p:nvPr/>
        </p:nvGrpSpPr>
        <p:grpSpPr>
          <a:xfrm>
            <a:off x="7569150" y="3840639"/>
            <a:ext cx="2304000" cy="2805300"/>
            <a:chOff x="206850" y="899176"/>
            <a:chExt cx="2304000" cy="2805300"/>
          </a:xfrm>
        </p:grpSpPr>
        <p:sp>
          <p:nvSpPr>
            <p:cNvPr id="1793" name="Google Shape;1793;p33"/>
            <p:cNvSpPr/>
            <p:nvPr/>
          </p:nvSpPr>
          <p:spPr>
            <a:xfrm>
              <a:off x="206850" y="899176"/>
              <a:ext cx="2304000" cy="2805300"/>
            </a:xfrm>
            <a:prstGeom prst="roundRect">
              <a:avLst>
                <a:gd fmla="val 4586" name="adj"/>
              </a:avLst>
            </a:prstGeom>
            <a:solidFill>
              <a:srgbClr val="FFFFFF"/>
            </a:solidFill>
            <a:ln cap="flat" cmpd="sng" w="9525">
              <a:solidFill>
                <a:srgbClr val="B7B7B7"/>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t" bIns="36000" lIns="0" spcFirstLastPara="1" rIns="0" wrap="square" tIns="54000">
              <a:noAutofit/>
            </a:bodyPr>
            <a:lstStyle/>
            <a:p>
              <a:pPr indent="0" lvl="0" marL="0" marR="0" rtl="0" algn="ctr">
                <a:lnSpc>
                  <a:spcPct val="100000"/>
                </a:lnSpc>
                <a:spcBef>
                  <a:spcPts val="0"/>
                </a:spcBef>
                <a:spcAft>
                  <a:spcPts val="0"/>
                </a:spcAft>
                <a:buClr>
                  <a:srgbClr val="000000"/>
                </a:buClr>
                <a:buSzPts val="1100"/>
                <a:buFont typeface="Arial"/>
                <a:buNone/>
              </a:pPr>
              <a:r>
                <a:rPr b="1" i="1" lang="es-419" sz="1100">
                  <a:latin typeface="Arvo"/>
                  <a:ea typeface="Arvo"/>
                  <a:cs typeface="Arvo"/>
                  <a:sym typeface="Arvo"/>
                </a:rPr>
                <a:t>ViewModel</a:t>
              </a:r>
              <a:endParaRPr b="1" i="1" sz="1100">
                <a:latin typeface="Arvo"/>
                <a:ea typeface="Arvo"/>
                <a:cs typeface="Arvo"/>
                <a:sym typeface="Arvo"/>
              </a:endParaRPr>
            </a:p>
          </p:txBody>
        </p:sp>
        <p:cxnSp>
          <p:nvCxnSpPr>
            <p:cNvPr id="1794" name="Google Shape;1794;p33"/>
            <p:cNvCxnSpPr/>
            <p:nvPr/>
          </p:nvCxnSpPr>
          <p:spPr>
            <a:xfrm>
              <a:off x="323600" y="1236086"/>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1795" name="Google Shape;1795;p33"/>
            <p:cNvCxnSpPr/>
            <p:nvPr/>
          </p:nvCxnSpPr>
          <p:spPr>
            <a:xfrm>
              <a:off x="328511" y="1240955"/>
              <a:ext cx="205800" cy="0"/>
            </a:xfrm>
            <a:prstGeom prst="straightConnector1">
              <a:avLst/>
            </a:prstGeom>
            <a:noFill/>
            <a:ln cap="flat" cmpd="sng" w="9525">
              <a:solidFill>
                <a:srgbClr val="B7B7B7"/>
              </a:solidFill>
              <a:prstDash val="solid"/>
              <a:round/>
              <a:headEnd len="med" w="med" type="none"/>
              <a:tailEnd len="med" w="med" type="none"/>
            </a:ln>
          </p:spPr>
        </p:cxnSp>
        <p:cxnSp>
          <p:nvCxnSpPr>
            <p:cNvPr id="1796" name="Google Shape;1796;p33"/>
            <p:cNvCxnSpPr/>
            <p:nvPr/>
          </p:nvCxnSpPr>
          <p:spPr>
            <a:xfrm>
              <a:off x="2394099" y="1236086"/>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1797" name="Google Shape;1797;p33"/>
            <p:cNvCxnSpPr/>
            <p:nvPr/>
          </p:nvCxnSpPr>
          <p:spPr>
            <a:xfrm>
              <a:off x="2183133" y="1240955"/>
              <a:ext cx="205800" cy="0"/>
            </a:xfrm>
            <a:prstGeom prst="straightConnector1">
              <a:avLst/>
            </a:prstGeom>
            <a:noFill/>
            <a:ln cap="flat" cmpd="sng" w="9525">
              <a:solidFill>
                <a:srgbClr val="B7B7B7"/>
              </a:solidFill>
              <a:prstDash val="solid"/>
              <a:round/>
              <a:headEnd len="med" w="med" type="none"/>
              <a:tailEnd len="med" w="med" type="none"/>
            </a:ln>
          </p:spPr>
        </p:cxnSp>
        <p:cxnSp>
          <p:nvCxnSpPr>
            <p:cNvPr id="1798" name="Google Shape;1798;p33"/>
            <p:cNvCxnSpPr/>
            <p:nvPr/>
          </p:nvCxnSpPr>
          <p:spPr>
            <a:xfrm>
              <a:off x="323600" y="3363822"/>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1799" name="Google Shape;1799;p33"/>
            <p:cNvCxnSpPr/>
            <p:nvPr/>
          </p:nvCxnSpPr>
          <p:spPr>
            <a:xfrm>
              <a:off x="328511" y="3569394"/>
              <a:ext cx="205800" cy="0"/>
            </a:xfrm>
            <a:prstGeom prst="straightConnector1">
              <a:avLst/>
            </a:prstGeom>
            <a:noFill/>
            <a:ln cap="flat" cmpd="sng" w="9525">
              <a:solidFill>
                <a:srgbClr val="B7B7B7"/>
              </a:solidFill>
              <a:prstDash val="solid"/>
              <a:round/>
              <a:headEnd len="med" w="med" type="none"/>
              <a:tailEnd len="med" w="med" type="none"/>
            </a:ln>
          </p:spPr>
        </p:cxnSp>
        <p:cxnSp>
          <p:nvCxnSpPr>
            <p:cNvPr id="1800" name="Google Shape;1800;p33"/>
            <p:cNvCxnSpPr/>
            <p:nvPr/>
          </p:nvCxnSpPr>
          <p:spPr>
            <a:xfrm>
              <a:off x="2394099" y="3363822"/>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1801" name="Google Shape;1801;p33"/>
            <p:cNvCxnSpPr/>
            <p:nvPr/>
          </p:nvCxnSpPr>
          <p:spPr>
            <a:xfrm>
              <a:off x="2183505" y="3569394"/>
              <a:ext cx="205800" cy="0"/>
            </a:xfrm>
            <a:prstGeom prst="straightConnector1">
              <a:avLst/>
            </a:prstGeom>
            <a:noFill/>
            <a:ln cap="flat" cmpd="sng" w="9525">
              <a:solidFill>
                <a:srgbClr val="B7B7B7"/>
              </a:solidFill>
              <a:prstDash val="solid"/>
              <a:round/>
              <a:headEnd len="med" w="med" type="none"/>
              <a:tailEnd len="med" w="med" type="none"/>
            </a:ln>
          </p:spPr>
        </p:cxnSp>
      </p:grpSp>
      <p:sp>
        <p:nvSpPr>
          <p:cNvPr id="1802" name="Google Shape;1802;p33"/>
          <p:cNvSpPr txBox="1"/>
          <p:nvPr>
            <p:ph idx="1" type="body"/>
          </p:nvPr>
        </p:nvSpPr>
        <p:spPr>
          <a:xfrm>
            <a:off x="641150" y="612125"/>
            <a:ext cx="1770300" cy="160500"/>
          </a:xfrm>
          <a:prstGeom prst="rect">
            <a:avLst/>
          </a:prstGeom>
          <a:noFill/>
          <a:ln>
            <a:noFill/>
          </a:ln>
        </p:spPr>
        <p:txBody>
          <a:bodyPr anchorCtr="0" anchor="t" bIns="0" lIns="0" spcFirstLastPara="1" rIns="0" wrap="square" tIns="0">
            <a:noAutofit/>
          </a:bodyPr>
          <a:lstStyle>
            <a:lvl1pPr indent="-292100" lvl="0" marL="457200" rtl="0" algn="ctr">
              <a:spcBef>
                <a:spcPts val="0"/>
              </a:spcBef>
              <a:spcAft>
                <a:spcPts val="0"/>
              </a:spcAft>
              <a:buClr>
                <a:srgbClr val="FFFFFF"/>
              </a:buClr>
              <a:buSzPts val="1000"/>
              <a:buChar char="●"/>
              <a:defRPr sz="1000">
                <a:solidFill>
                  <a:srgbClr val="FFFFFF"/>
                </a:solidFill>
              </a:defRPr>
            </a:lvl1pPr>
            <a:lvl2pPr indent="-292100" lvl="1" marL="914400" rtl="0" algn="ctr">
              <a:spcBef>
                <a:spcPts val="0"/>
              </a:spcBef>
              <a:spcAft>
                <a:spcPts val="0"/>
              </a:spcAft>
              <a:buClr>
                <a:srgbClr val="FFFFFF"/>
              </a:buClr>
              <a:buSzPts val="1000"/>
              <a:buChar char="○"/>
              <a:defRPr sz="1000">
                <a:solidFill>
                  <a:srgbClr val="FFFFFF"/>
                </a:solidFill>
              </a:defRPr>
            </a:lvl2pPr>
            <a:lvl3pPr indent="-292100" lvl="2" marL="1371600" rtl="0" algn="ctr">
              <a:spcBef>
                <a:spcPts val="0"/>
              </a:spcBef>
              <a:spcAft>
                <a:spcPts val="0"/>
              </a:spcAft>
              <a:buClr>
                <a:srgbClr val="FFFFFF"/>
              </a:buClr>
              <a:buSzPts val="1000"/>
              <a:buChar char="■"/>
              <a:defRPr sz="1000">
                <a:solidFill>
                  <a:srgbClr val="FFFFFF"/>
                </a:solidFill>
              </a:defRPr>
            </a:lvl3pPr>
            <a:lvl4pPr indent="-292100" lvl="3" marL="1828800" rtl="0" algn="ctr">
              <a:spcBef>
                <a:spcPts val="0"/>
              </a:spcBef>
              <a:spcAft>
                <a:spcPts val="0"/>
              </a:spcAft>
              <a:buClr>
                <a:srgbClr val="FFFFFF"/>
              </a:buClr>
              <a:buSzPts val="1000"/>
              <a:buChar char="●"/>
              <a:defRPr sz="1000">
                <a:solidFill>
                  <a:srgbClr val="FFFFFF"/>
                </a:solidFill>
              </a:defRPr>
            </a:lvl4pPr>
            <a:lvl5pPr indent="-292100" lvl="4" marL="2286000" rtl="0" algn="ctr">
              <a:spcBef>
                <a:spcPts val="0"/>
              </a:spcBef>
              <a:spcAft>
                <a:spcPts val="0"/>
              </a:spcAft>
              <a:buClr>
                <a:srgbClr val="FFFFFF"/>
              </a:buClr>
              <a:buSzPts val="1000"/>
              <a:buChar char="○"/>
              <a:defRPr sz="1000">
                <a:solidFill>
                  <a:srgbClr val="FFFFFF"/>
                </a:solidFill>
              </a:defRPr>
            </a:lvl5pPr>
            <a:lvl6pPr indent="-292100" lvl="5" marL="2743200" rtl="0" algn="ctr">
              <a:spcBef>
                <a:spcPts val="0"/>
              </a:spcBef>
              <a:spcAft>
                <a:spcPts val="0"/>
              </a:spcAft>
              <a:buClr>
                <a:srgbClr val="FFFFFF"/>
              </a:buClr>
              <a:buSzPts val="1000"/>
              <a:buChar char="■"/>
              <a:defRPr sz="1000">
                <a:solidFill>
                  <a:srgbClr val="FFFFFF"/>
                </a:solidFill>
              </a:defRPr>
            </a:lvl6pPr>
            <a:lvl7pPr indent="-292100" lvl="6" marL="3200400" rtl="0" algn="ctr">
              <a:spcBef>
                <a:spcPts val="0"/>
              </a:spcBef>
              <a:spcAft>
                <a:spcPts val="0"/>
              </a:spcAft>
              <a:buClr>
                <a:srgbClr val="FFFFFF"/>
              </a:buClr>
              <a:buSzPts val="1000"/>
              <a:buChar char="●"/>
              <a:defRPr sz="1000">
                <a:solidFill>
                  <a:srgbClr val="FFFFFF"/>
                </a:solidFill>
              </a:defRPr>
            </a:lvl7pPr>
            <a:lvl8pPr indent="-292100" lvl="7" marL="3657600" rtl="0" algn="ctr">
              <a:spcBef>
                <a:spcPts val="0"/>
              </a:spcBef>
              <a:spcAft>
                <a:spcPts val="0"/>
              </a:spcAft>
              <a:buClr>
                <a:srgbClr val="FFFFFF"/>
              </a:buClr>
              <a:buSzPts val="1000"/>
              <a:buChar char="○"/>
              <a:defRPr sz="1000">
                <a:solidFill>
                  <a:srgbClr val="FFFFFF"/>
                </a:solidFill>
              </a:defRPr>
            </a:lvl8pPr>
            <a:lvl9pPr indent="-292100" lvl="8" marL="4114800" rtl="0" algn="ctr">
              <a:spcBef>
                <a:spcPts val="0"/>
              </a:spcBef>
              <a:spcAft>
                <a:spcPts val="0"/>
              </a:spcAft>
              <a:buClr>
                <a:srgbClr val="FFFFFF"/>
              </a:buClr>
              <a:buSzPts val="1000"/>
              <a:buChar char="■"/>
              <a:defRPr sz="1000">
                <a:solidFill>
                  <a:srgbClr val="FFFFFF"/>
                </a:solidFill>
              </a:defRPr>
            </a:lvl9pPr>
          </a:lstStyle>
          <a:p/>
        </p:txBody>
      </p:sp>
      <p:sp>
        <p:nvSpPr>
          <p:cNvPr id="1803" name="Google Shape;1803;p33"/>
          <p:cNvSpPr txBox="1"/>
          <p:nvPr/>
        </p:nvSpPr>
        <p:spPr>
          <a:xfrm>
            <a:off x="84825" y="598125"/>
            <a:ext cx="595500" cy="205800"/>
          </a:xfrm>
          <a:prstGeom prst="rect">
            <a:avLst/>
          </a:prstGeom>
          <a:noFill/>
          <a:ln>
            <a:noFill/>
          </a:ln>
        </p:spPr>
        <p:txBody>
          <a:bodyPr anchorCtr="0" anchor="t" bIns="18000" lIns="18000" spcFirstLastPara="1" rIns="18000" wrap="square" tIns="18000">
            <a:spAutoFit/>
          </a:bodyPr>
          <a:lstStyle/>
          <a:p>
            <a:pPr indent="0" lvl="0" marL="0" rtl="0" algn="l">
              <a:spcBef>
                <a:spcPts val="0"/>
              </a:spcBef>
              <a:spcAft>
                <a:spcPts val="0"/>
              </a:spcAft>
              <a:buNone/>
            </a:pPr>
            <a:r>
              <a:rPr lang="es-419" sz="1100">
                <a:solidFill>
                  <a:srgbClr val="FFFFFF"/>
                </a:solidFill>
              </a:rPr>
              <a:t>Nombre:</a:t>
            </a:r>
            <a:endParaRPr sz="1100">
              <a:solidFill>
                <a:srgbClr val="FFFFFF"/>
              </a:solidFill>
            </a:endParaRPr>
          </a:p>
        </p:txBody>
      </p:sp>
    </p:spTree>
  </p:cSld>
  <p:clrMapOvr>
    <a:masterClrMapping/>
  </p:clrMapOvr>
</p:sldLayout>
</file>

<file path=ppt/slideLayouts/slideLayout3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6.6 Diagrama de Comunicación entre Clases">
  <p:cSld name="TITLE_3_6_1_1_1_1_1_1_1_1_1_1_1_1_1_1_1_1_1_1_1_1_1_1_1_1_1_1_1_1_1">
    <p:spTree>
      <p:nvGrpSpPr>
        <p:cNvPr id="1804" name="Shape 1804"/>
        <p:cNvGrpSpPr/>
        <p:nvPr/>
      </p:nvGrpSpPr>
      <p:grpSpPr>
        <a:xfrm>
          <a:off x="0" y="0"/>
          <a:ext cx="0" cy="0"/>
          <a:chOff x="0" y="0"/>
          <a:chExt cx="0" cy="0"/>
        </a:xfrm>
      </p:grpSpPr>
      <p:sp>
        <p:nvSpPr>
          <p:cNvPr id="1805" name="Google Shape;1805;p34"/>
          <p:cNvSpPr/>
          <p:nvPr/>
        </p:nvSpPr>
        <p:spPr>
          <a:xfrm>
            <a:off x="97888" y="377012"/>
            <a:ext cx="9893400" cy="296700"/>
          </a:xfrm>
          <a:prstGeom prst="roundRect">
            <a:avLst>
              <a:gd fmla="val 22902" name="adj"/>
            </a:avLst>
          </a:prstGeom>
          <a:solidFill>
            <a:srgbClr val="F3F3F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1806" name="Google Shape;1806;p34"/>
          <p:cNvSpPr/>
          <p:nvPr/>
        </p:nvSpPr>
        <p:spPr>
          <a:xfrm>
            <a:off x="77688" y="358938"/>
            <a:ext cx="9935700" cy="6438000"/>
          </a:xfrm>
          <a:prstGeom prst="roundRect">
            <a:avLst>
              <a:gd fmla="val 2618" name="adj"/>
            </a:avLst>
          </a:prstGeom>
          <a:solidFill>
            <a:srgbClr val="FFFFFF"/>
          </a:solidFill>
          <a:ln cap="flat" cmpd="sng" w="38100">
            <a:solidFill>
              <a:srgbClr val="000000"/>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807" name="Google Shape;1807;p34"/>
          <p:cNvCxnSpPr/>
          <p:nvPr/>
        </p:nvCxnSpPr>
        <p:spPr>
          <a:xfrm>
            <a:off x="77688" y="772614"/>
            <a:ext cx="9935700" cy="0"/>
          </a:xfrm>
          <a:prstGeom prst="straightConnector1">
            <a:avLst/>
          </a:prstGeom>
          <a:noFill/>
          <a:ln cap="flat" cmpd="sng" w="19050">
            <a:solidFill>
              <a:srgbClr val="000000"/>
            </a:solidFill>
            <a:prstDash val="solid"/>
            <a:round/>
            <a:headEnd len="med" w="med" type="none"/>
            <a:tailEnd len="med" w="med" type="none"/>
          </a:ln>
        </p:spPr>
      </p:cxnSp>
      <p:sp>
        <p:nvSpPr>
          <p:cNvPr id="1808" name="Google Shape;1808;p34"/>
          <p:cNvSpPr/>
          <p:nvPr/>
        </p:nvSpPr>
        <p:spPr>
          <a:xfrm>
            <a:off x="77699" y="349350"/>
            <a:ext cx="3562500" cy="421200"/>
          </a:xfrm>
          <a:prstGeom prst="roundRect">
            <a:avLst>
              <a:gd fmla="val 50000" name="adj"/>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s-419" sz="1200">
                <a:solidFill>
                  <a:srgbClr val="FFFFFF"/>
                </a:solidFill>
              </a:rPr>
              <a:t>Diagrama de Comunicación entre Clases</a:t>
            </a:r>
            <a:endParaRPr b="1" sz="1200">
              <a:solidFill>
                <a:srgbClr val="FFFFFF"/>
              </a:solidFill>
            </a:endParaRPr>
          </a:p>
          <a:p>
            <a:pPr indent="0" lvl="0" marL="0" rtl="0" algn="ctr">
              <a:spcBef>
                <a:spcPts val="0"/>
              </a:spcBef>
              <a:spcAft>
                <a:spcPts val="0"/>
              </a:spcAft>
              <a:buNone/>
            </a:pPr>
            <a:r>
              <a:t/>
            </a:r>
            <a:endParaRPr b="1" sz="1200">
              <a:solidFill>
                <a:srgbClr val="FFFFFF"/>
              </a:solidFill>
            </a:endParaRPr>
          </a:p>
        </p:txBody>
      </p:sp>
      <p:sp>
        <p:nvSpPr>
          <p:cNvPr id="1809" name="Google Shape;1809;p34"/>
          <p:cNvSpPr/>
          <p:nvPr/>
        </p:nvSpPr>
        <p:spPr>
          <a:xfrm>
            <a:off x="83988" y="595504"/>
            <a:ext cx="190200" cy="1692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 name="Google Shape;1810;p34"/>
          <p:cNvSpPr/>
          <p:nvPr/>
        </p:nvSpPr>
        <p:spPr>
          <a:xfrm>
            <a:off x="3512734" y="358938"/>
            <a:ext cx="146700" cy="4023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 name="Google Shape;1811;p34"/>
          <p:cNvSpPr txBox="1"/>
          <p:nvPr/>
        </p:nvSpPr>
        <p:spPr>
          <a:xfrm>
            <a:off x="3725362" y="387675"/>
            <a:ext cx="17055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Caso de Uso de Sistema:</a:t>
            </a:r>
            <a:endParaRPr b="1" sz="1100"/>
          </a:p>
        </p:txBody>
      </p:sp>
      <p:sp>
        <p:nvSpPr>
          <p:cNvPr id="1812" name="Google Shape;1812;p34"/>
          <p:cNvSpPr txBox="1"/>
          <p:nvPr/>
        </p:nvSpPr>
        <p:spPr>
          <a:xfrm>
            <a:off x="3725357" y="579550"/>
            <a:ext cx="6846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Finalidad:</a:t>
            </a:r>
            <a:endParaRPr b="1" sz="1100"/>
          </a:p>
        </p:txBody>
      </p:sp>
      <p:sp>
        <p:nvSpPr>
          <p:cNvPr id="1813" name="Google Shape;1813;p34"/>
          <p:cNvSpPr txBox="1"/>
          <p:nvPr>
            <p:ph type="title"/>
          </p:nvPr>
        </p:nvSpPr>
        <p:spPr>
          <a:xfrm flipH="1">
            <a:off x="5454575" y="387675"/>
            <a:ext cx="4434000" cy="169200"/>
          </a:xfrm>
          <a:prstGeom prst="rect">
            <a:avLst/>
          </a:prstGeom>
          <a:noFill/>
          <a:ln>
            <a:noFill/>
          </a:ln>
        </p:spPr>
        <p:txBody>
          <a:bodyPr anchorCtr="0" anchor="ctr" bIns="0" lIns="0" spcFirstLastPara="1" rIns="0" wrap="square" tIns="0">
            <a:noAutofit/>
          </a:bodyPr>
          <a:lstStyle>
            <a:lvl1pPr lvl="0" rtl="0">
              <a:spcBef>
                <a:spcPts val="0"/>
              </a:spcBef>
              <a:spcAft>
                <a:spcPts val="0"/>
              </a:spcAft>
              <a:buClr>
                <a:srgbClr val="000000"/>
              </a:buClr>
              <a:buSzPts val="1000"/>
              <a:buNone/>
              <a:defRPr sz="1000">
                <a:solidFill>
                  <a:srgbClr val="000000"/>
                </a:solidFill>
              </a:defRPr>
            </a:lvl1pPr>
            <a:lvl2pPr lvl="1" rtl="0">
              <a:spcBef>
                <a:spcPts val="0"/>
              </a:spcBef>
              <a:spcAft>
                <a:spcPts val="0"/>
              </a:spcAft>
              <a:buClr>
                <a:srgbClr val="000000"/>
              </a:buClr>
              <a:buSzPts val="1000"/>
              <a:buNone/>
              <a:defRPr sz="1000">
                <a:solidFill>
                  <a:srgbClr val="000000"/>
                </a:solidFill>
              </a:defRPr>
            </a:lvl2pPr>
            <a:lvl3pPr lvl="2" rtl="0">
              <a:spcBef>
                <a:spcPts val="0"/>
              </a:spcBef>
              <a:spcAft>
                <a:spcPts val="0"/>
              </a:spcAft>
              <a:buClr>
                <a:srgbClr val="000000"/>
              </a:buClr>
              <a:buSzPts val="1000"/>
              <a:buNone/>
              <a:defRPr sz="1000">
                <a:solidFill>
                  <a:srgbClr val="000000"/>
                </a:solidFill>
              </a:defRPr>
            </a:lvl3pPr>
            <a:lvl4pPr lvl="3" rtl="0">
              <a:spcBef>
                <a:spcPts val="0"/>
              </a:spcBef>
              <a:spcAft>
                <a:spcPts val="0"/>
              </a:spcAft>
              <a:buClr>
                <a:srgbClr val="000000"/>
              </a:buClr>
              <a:buSzPts val="1000"/>
              <a:buNone/>
              <a:defRPr sz="1000">
                <a:solidFill>
                  <a:srgbClr val="000000"/>
                </a:solidFill>
              </a:defRPr>
            </a:lvl4pPr>
            <a:lvl5pPr lvl="4" rtl="0">
              <a:spcBef>
                <a:spcPts val="0"/>
              </a:spcBef>
              <a:spcAft>
                <a:spcPts val="0"/>
              </a:spcAft>
              <a:buClr>
                <a:srgbClr val="000000"/>
              </a:buClr>
              <a:buSzPts val="1000"/>
              <a:buNone/>
              <a:defRPr sz="1000">
                <a:solidFill>
                  <a:srgbClr val="000000"/>
                </a:solidFill>
              </a:defRPr>
            </a:lvl5pPr>
            <a:lvl6pPr lvl="5" rtl="0">
              <a:spcBef>
                <a:spcPts val="0"/>
              </a:spcBef>
              <a:spcAft>
                <a:spcPts val="0"/>
              </a:spcAft>
              <a:buClr>
                <a:srgbClr val="000000"/>
              </a:buClr>
              <a:buSzPts val="1000"/>
              <a:buNone/>
              <a:defRPr sz="1000">
                <a:solidFill>
                  <a:srgbClr val="000000"/>
                </a:solidFill>
              </a:defRPr>
            </a:lvl6pPr>
            <a:lvl7pPr lvl="6" rtl="0">
              <a:spcBef>
                <a:spcPts val="0"/>
              </a:spcBef>
              <a:spcAft>
                <a:spcPts val="0"/>
              </a:spcAft>
              <a:buClr>
                <a:srgbClr val="000000"/>
              </a:buClr>
              <a:buSzPts val="1000"/>
              <a:buNone/>
              <a:defRPr sz="1000">
                <a:solidFill>
                  <a:srgbClr val="000000"/>
                </a:solidFill>
              </a:defRPr>
            </a:lvl7pPr>
            <a:lvl8pPr lvl="7" rtl="0">
              <a:spcBef>
                <a:spcPts val="0"/>
              </a:spcBef>
              <a:spcAft>
                <a:spcPts val="0"/>
              </a:spcAft>
              <a:buClr>
                <a:srgbClr val="000000"/>
              </a:buClr>
              <a:buSzPts val="1000"/>
              <a:buNone/>
              <a:defRPr sz="1000">
                <a:solidFill>
                  <a:srgbClr val="000000"/>
                </a:solidFill>
              </a:defRPr>
            </a:lvl8pPr>
            <a:lvl9pPr lvl="8" rtl="0">
              <a:spcBef>
                <a:spcPts val="0"/>
              </a:spcBef>
              <a:spcAft>
                <a:spcPts val="0"/>
              </a:spcAft>
              <a:buClr>
                <a:srgbClr val="000000"/>
              </a:buClr>
              <a:buSzPts val="1000"/>
              <a:buNone/>
              <a:defRPr sz="1000">
                <a:solidFill>
                  <a:srgbClr val="000000"/>
                </a:solidFill>
              </a:defRPr>
            </a:lvl9pPr>
          </a:lstStyle>
          <a:p/>
        </p:txBody>
      </p:sp>
      <p:sp>
        <p:nvSpPr>
          <p:cNvPr id="1814" name="Google Shape;1814;p34"/>
          <p:cNvSpPr txBox="1"/>
          <p:nvPr>
            <p:ph idx="2" type="title"/>
          </p:nvPr>
        </p:nvSpPr>
        <p:spPr>
          <a:xfrm flipH="1">
            <a:off x="5454575" y="579550"/>
            <a:ext cx="4434000" cy="169200"/>
          </a:xfrm>
          <a:prstGeom prst="rect">
            <a:avLst/>
          </a:prstGeom>
          <a:noFill/>
          <a:ln>
            <a:noFill/>
          </a:ln>
        </p:spPr>
        <p:txBody>
          <a:bodyPr anchorCtr="0" anchor="ctr" bIns="0" lIns="0" spcFirstLastPara="1" rIns="0" wrap="square" tIns="0">
            <a:noAutofit/>
          </a:bodyPr>
          <a:lstStyle>
            <a:lvl1pPr lvl="0" rtl="0">
              <a:spcBef>
                <a:spcPts val="0"/>
              </a:spcBef>
              <a:spcAft>
                <a:spcPts val="0"/>
              </a:spcAft>
              <a:buClr>
                <a:srgbClr val="000000"/>
              </a:buClr>
              <a:buSzPts val="1000"/>
              <a:buNone/>
              <a:defRPr sz="1000">
                <a:solidFill>
                  <a:srgbClr val="000000"/>
                </a:solidFill>
              </a:defRPr>
            </a:lvl1pPr>
            <a:lvl2pPr lvl="1" rtl="0">
              <a:spcBef>
                <a:spcPts val="0"/>
              </a:spcBef>
              <a:spcAft>
                <a:spcPts val="0"/>
              </a:spcAft>
              <a:buClr>
                <a:srgbClr val="000000"/>
              </a:buClr>
              <a:buSzPts val="1000"/>
              <a:buNone/>
              <a:defRPr sz="1000">
                <a:solidFill>
                  <a:srgbClr val="000000"/>
                </a:solidFill>
              </a:defRPr>
            </a:lvl2pPr>
            <a:lvl3pPr lvl="2" rtl="0">
              <a:spcBef>
                <a:spcPts val="0"/>
              </a:spcBef>
              <a:spcAft>
                <a:spcPts val="0"/>
              </a:spcAft>
              <a:buClr>
                <a:srgbClr val="000000"/>
              </a:buClr>
              <a:buSzPts val="1000"/>
              <a:buNone/>
              <a:defRPr sz="1000">
                <a:solidFill>
                  <a:srgbClr val="000000"/>
                </a:solidFill>
              </a:defRPr>
            </a:lvl3pPr>
            <a:lvl4pPr lvl="3" rtl="0">
              <a:spcBef>
                <a:spcPts val="0"/>
              </a:spcBef>
              <a:spcAft>
                <a:spcPts val="0"/>
              </a:spcAft>
              <a:buClr>
                <a:srgbClr val="000000"/>
              </a:buClr>
              <a:buSzPts val="1000"/>
              <a:buNone/>
              <a:defRPr sz="1000">
                <a:solidFill>
                  <a:srgbClr val="000000"/>
                </a:solidFill>
              </a:defRPr>
            </a:lvl4pPr>
            <a:lvl5pPr lvl="4" rtl="0">
              <a:spcBef>
                <a:spcPts val="0"/>
              </a:spcBef>
              <a:spcAft>
                <a:spcPts val="0"/>
              </a:spcAft>
              <a:buClr>
                <a:srgbClr val="000000"/>
              </a:buClr>
              <a:buSzPts val="1000"/>
              <a:buNone/>
              <a:defRPr sz="1000">
                <a:solidFill>
                  <a:srgbClr val="000000"/>
                </a:solidFill>
              </a:defRPr>
            </a:lvl5pPr>
            <a:lvl6pPr lvl="5" rtl="0">
              <a:spcBef>
                <a:spcPts val="0"/>
              </a:spcBef>
              <a:spcAft>
                <a:spcPts val="0"/>
              </a:spcAft>
              <a:buClr>
                <a:srgbClr val="000000"/>
              </a:buClr>
              <a:buSzPts val="1000"/>
              <a:buNone/>
              <a:defRPr sz="1000">
                <a:solidFill>
                  <a:srgbClr val="000000"/>
                </a:solidFill>
              </a:defRPr>
            </a:lvl6pPr>
            <a:lvl7pPr lvl="6" rtl="0">
              <a:spcBef>
                <a:spcPts val="0"/>
              </a:spcBef>
              <a:spcAft>
                <a:spcPts val="0"/>
              </a:spcAft>
              <a:buClr>
                <a:srgbClr val="000000"/>
              </a:buClr>
              <a:buSzPts val="1000"/>
              <a:buNone/>
              <a:defRPr sz="1000">
                <a:solidFill>
                  <a:srgbClr val="000000"/>
                </a:solidFill>
              </a:defRPr>
            </a:lvl7pPr>
            <a:lvl8pPr lvl="7" rtl="0">
              <a:spcBef>
                <a:spcPts val="0"/>
              </a:spcBef>
              <a:spcAft>
                <a:spcPts val="0"/>
              </a:spcAft>
              <a:buClr>
                <a:srgbClr val="000000"/>
              </a:buClr>
              <a:buSzPts val="1000"/>
              <a:buNone/>
              <a:defRPr sz="1000">
                <a:solidFill>
                  <a:srgbClr val="000000"/>
                </a:solidFill>
              </a:defRPr>
            </a:lvl8pPr>
            <a:lvl9pPr lvl="8" rtl="0">
              <a:spcBef>
                <a:spcPts val="0"/>
              </a:spcBef>
              <a:spcAft>
                <a:spcPts val="0"/>
              </a:spcAft>
              <a:buClr>
                <a:srgbClr val="000000"/>
              </a:buClr>
              <a:buSzPts val="1000"/>
              <a:buNone/>
              <a:defRPr sz="1000">
                <a:solidFill>
                  <a:srgbClr val="000000"/>
                </a:solidFill>
              </a:defRPr>
            </a:lvl9pPr>
          </a:lstStyle>
          <a:p/>
        </p:txBody>
      </p:sp>
      <p:sp>
        <p:nvSpPr>
          <p:cNvPr id="1815" name="Google Shape;1815;p34"/>
          <p:cNvSpPr txBox="1"/>
          <p:nvPr>
            <p:ph idx="1" type="body"/>
          </p:nvPr>
        </p:nvSpPr>
        <p:spPr>
          <a:xfrm>
            <a:off x="641150" y="612125"/>
            <a:ext cx="1770300" cy="160500"/>
          </a:xfrm>
          <a:prstGeom prst="rect">
            <a:avLst/>
          </a:prstGeom>
          <a:noFill/>
          <a:ln>
            <a:noFill/>
          </a:ln>
        </p:spPr>
        <p:txBody>
          <a:bodyPr anchorCtr="0" anchor="t" bIns="0" lIns="0" spcFirstLastPara="1" rIns="0" wrap="square" tIns="0">
            <a:noAutofit/>
          </a:bodyPr>
          <a:lstStyle>
            <a:lvl1pPr indent="-292100" lvl="0" marL="457200" rtl="0" algn="ctr">
              <a:spcBef>
                <a:spcPts val="0"/>
              </a:spcBef>
              <a:spcAft>
                <a:spcPts val="0"/>
              </a:spcAft>
              <a:buClr>
                <a:srgbClr val="FFFFFF"/>
              </a:buClr>
              <a:buSzPts val="1000"/>
              <a:buChar char="●"/>
              <a:defRPr sz="1000">
                <a:solidFill>
                  <a:srgbClr val="FFFFFF"/>
                </a:solidFill>
              </a:defRPr>
            </a:lvl1pPr>
            <a:lvl2pPr indent="-292100" lvl="1" marL="914400" rtl="0" algn="ctr">
              <a:spcBef>
                <a:spcPts val="0"/>
              </a:spcBef>
              <a:spcAft>
                <a:spcPts val="0"/>
              </a:spcAft>
              <a:buClr>
                <a:srgbClr val="FFFFFF"/>
              </a:buClr>
              <a:buSzPts val="1000"/>
              <a:buChar char="○"/>
              <a:defRPr sz="1000">
                <a:solidFill>
                  <a:srgbClr val="FFFFFF"/>
                </a:solidFill>
              </a:defRPr>
            </a:lvl2pPr>
            <a:lvl3pPr indent="-292100" lvl="2" marL="1371600" rtl="0" algn="ctr">
              <a:spcBef>
                <a:spcPts val="0"/>
              </a:spcBef>
              <a:spcAft>
                <a:spcPts val="0"/>
              </a:spcAft>
              <a:buClr>
                <a:srgbClr val="FFFFFF"/>
              </a:buClr>
              <a:buSzPts val="1000"/>
              <a:buChar char="■"/>
              <a:defRPr sz="1000">
                <a:solidFill>
                  <a:srgbClr val="FFFFFF"/>
                </a:solidFill>
              </a:defRPr>
            </a:lvl3pPr>
            <a:lvl4pPr indent="-292100" lvl="3" marL="1828800" rtl="0" algn="ctr">
              <a:spcBef>
                <a:spcPts val="0"/>
              </a:spcBef>
              <a:spcAft>
                <a:spcPts val="0"/>
              </a:spcAft>
              <a:buClr>
                <a:srgbClr val="FFFFFF"/>
              </a:buClr>
              <a:buSzPts val="1000"/>
              <a:buChar char="●"/>
              <a:defRPr sz="1000">
                <a:solidFill>
                  <a:srgbClr val="FFFFFF"/>
                </a:solidFill>
              </a:defRPr>
            </a:lvl4pPr>
            <a:lvl5pPr indent="-292100" lvl="4" marL="2286000" rtl="0" algn="ctr">
              <a:spcBef>
                <a:spcPts val="0"/>
              </a:spcBef>
              <a:spcAft>
                <a:spcPts val="0"/>
              </a:spcAft>
              <a:buClr>
                <a:srgbClr val="FFFFFF"/>
              </a:buClr>
              <a:buSzPts val="1000"/>
              <a:buChar char="○"/>
              <a:defRPr sz="1000">
                <a:solidFill>
                  <a:srgbClr val="FFFFFF"/>
                </a:solidFill>
              </a:defRPr>
            </a:lvl5pPr>
            <a:lvl6pPr indent="-292100" lvl="5" marL="2743200" rtl="0" algn="ctr">
              <a:spcBef>
                <a:spcPts val="0"/>
              </a:spcBef>
              <a:spcAft>
                <a:spcPts val="0"/>
              </a:spcAft>
              <a:buClr>
                <a:srgbClr val="FFFFFF"/>
              </a:buClr>
              <a:buSzPts val="1000"/>
              <a:buChar char="■"/>
              <a:defRPr sz="1000">
                <a:solidFill>
                  <a:srgbClr val="FFFFFF"/>
                </a:solidFill>
              </a:defRPr>
            </a:lvl6pPr>
            <a:lvl7pPr indent="-292100" lvl="6" marL="3200400" rtl="0" algn="ctr">
              <a:spcBef>
                <a:spcPts val="0"/>
              </a:spcBef>
              <a:spcAft>
                <a:spcPts val="0"/>
              </a:spcAft>
              <a:buClr>
                <a:srgbClr val="FFFFFF"/>
              </a:buClr>
              <a:buSzPts val="1000"/>
              <a:buChar char="●"/>
              <a:defRPr sz="1000">
                <a:solidFill>
                  <a:srgbClr val="FFFFFF"/>
                </a:solidFill>
              </a:defRPr>
            </a:lvl7pPr>
            <a:lvl8pPr indent="-292100" lvl="7" marL="3657600" rtl="0" algn="ctr">
              <a:spcBef>
                <a:spcPts val="0"/>
              </a:spcBef>
              <a:spcAft>
                <a:spcPts val="0"/>
              </a:spcAft>
              <a:buClr>
                <a:srgbClr val="FFFFFF"/>
              </a:buClr>
              <a:buSzPts val="1000"/>
              <a:buChar char="○"/>
              <a:defRPr sz="1000">
                <a:solidFill>
                  <a:srgbClr val="FFFFFF"/>
                </a:solidFill>
              </a:defRPr>
            </a:lvl8pPr>
            <a:lvl9pPr indent="-292100" lvl="8" marL="4114800" rtl="0" algn="ctr">
              <a:spcBef>
                <a:spcPts val="0"/>
              </a:spcBef>
              <a:spcAft>
                <a:spcPts val="0"/>
              </a:spcAft>
              <a:buClr>
                <a:srgbClr val="FFFFFF"/>
              </a:buClr>
              <a:buSzPts val="1000"/>
              <a:buChar char="■"/>
              <a:defRPr sz="1000">
                <a:solidFill>
                  <a:srgbClr val="FFFFFF"/>
                </a:solidFill>
              </a:defRPr>
            </a:lvl9pPr>
          </a:lstStyle>
          <a:p/>
        </p:txBody>
      </p:sp>
      <p:sp>
        <p:nvSpPr>
          <p:cNvPr id="1816" name="Google Shape;1816;p34"/>
          <p:cNvSpPr txBox="1"/>
          <p:nvPr/>
        </p:nvSpPr>
        <p:spPr>
          <a:xfrm>
            <a:off x="84825" y="598125"/>
            <a:ext cx="595500" cy="205800"/>
          </a:xfrm>
          <a:prstGeom prst="rect">
            <a:avLst/>
          </a:prstGeom>
          <a:noFill/>
          <a:ln>
            <a:noFill/>
          </a:ln>
        </p:spPr>
        <p:txBody>
          <a:bodyPr anchorCtr="0" anchor="t" bIns="18000" lIns="18000" spcFirstLastPara="1" rIns="18000" wrap="square" tIns="18000">
            <a:spAutoFit/>
          </a:bodyPr>
          <a:lstStyle/>
          <a:p>
            <a:pPr indent="0" lvl="0" marL="0" rtl="0" algn="l">
              <a:spcBef>
                <a:spcPts val="0"/>
              </a:spcBef>
              <a:spcAft>
                <a:spcPts val="0"/>
              </a:spcAft>
              <a:buNone/>
            </a:pPr>
            <a:r>
              <a:rPr lang="es-419" sz="1100">
                <a:solidFill>
                  <a:srgbClr val="FFFFFF"/>
                </a:solidFill>
              </a:rPr>
              <a:t>Nombre:</a:t>
            </a:r>
            <a:endParaRPr sz="1100">
              <a:solidFill>
                <a:srgbClr val="FFFFFF"/>
              </a:solidFill>
            </a:endParaRPr>
          </a:p>
        </p:txBody>
      </p:sp>
      <p:sp>
        <p:nvSpPr>
          <p:cNvPr id="1817" name="Google Shape;1817;p34"/>
          <p:cNvSpPr/>
          <p:nvPr/>
        </p:nvSpPr>
        <p:spPr>
          <a:xfrm>
            <a:off x="-2268925" y="760700"/>
            <a:ext cx="1620600" cy="6079200"/>
          </a:xfrm>
          <a:prstGeom prst="roundRect">
            <a:avLst>
              <a:gd fmla="val 5833" name="adj"/>
            </a:avLst>
          </a:prstGeom>
          <a:solidFill>
            <a:srgbClr val="F3F3F3"/>
          </a:solidFill>
          <a:ln cap="flat" cmpd="sng" w="9525">
            <a:solidFill>
              <a:srgbClr val="F3F3F3"/>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t" bIns="54000" lIns="72000" spcFirstLastPara="1" rIns="72000" wrap="square" tIns="54000">
            <a:noAutofit/>
          </a:bodyPr>
          <a:lstStyle/>
          <a:p>
            <a:pPr indent="0" lvl="0" marL="0" rtl="0" algn="ctr">
              <a:spcBef>
                <a:spcPts val="0"/>
              </a:spcBef>
              <a:spcAft>
                <a:spcPts val="0"/>
              </a:spcAft>
              <a:buNone/>
            </a:pPr>
            <a:r>
              <a:rPr i="1" lang="es-419"/>
              <a:t>Paleta</a:t>
            </a:r>
            <a:endParaRPr i="1"/>
          </a:p>
        </p:txBody>
      </p:sp>
    </p:spTree>
  </p:cSld>
  <p:clrMapOvr>
    <a:masterClrMapping/>
  </p:clrMapOvr>
</p:sldLayout>
</file>

<file path=ppt/slideLayouts/slideLayout3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6.8 Validación de Transacción">
  <p:cSld name="TITLE_3_6_1_1_1_1_1_1_1_1_1_1_1_1_1_1_1_1_1_1_1_1_1_1_1_1_1_1_1_1_1_1">
    <p:spTree>
      <p:nvGrpSpPr>
        <p:cNvPr id="1818" name="Shape 1818"/>
        <p:cNvGrpSpPr/>
        <p:nvPr/>
      </p:nvGrpSpPr>
      <p:grpSpPr>
        <a:xfrm>
          <a:off x="0" y="0"/>
          <a:ext cx="0" cy="0"/>
          <a:chOff x="0" y="0"/>
          <a:chExt cx="0" cy="0"/>
        </a:xfrm>
      </p:grpSpPr>
      <p:sp>
        <p:nvSpPr>
          <p:cNvPr id="1819" name="Google Shape;1819;p35"/>
          <p:cNvSpPr/>
          <p:nvPr/>
        </p:nvSpPr>
        <p:spPr>
          <a:xfrm>
            <a:off x="97888" y="377012"/>
            <a:ext cx="9893400" cy="296700"/>
          </a:xfrm>
          <a:prstGeom prst="roundRect">
            <a:avLst>
              <a:gd fmla="val 22902" name="adj"/>
            </a:avLst>
          </a:prstGeom>
          <a:solidFill>
            <a:srgbClr val="F3F3F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1820" name="Google Shape;1820;p35"/>
          <p:cNvSpPr/>
          <p:nvPr/>
        </p:nvSpPr>
        <p:spPr>
          <a:xfrm>
            <a:off x="77688" y="358938"/>
            <a:ext cx="9935700" cy="6438000"/>
          </a:xfrm>
          <a:prstGeom prst="roundRect">
            <a:avLst>
              <a:gd fmla="val 2618" name="adj"/>
            </a:avLst>
          </a:prstGeom>
          <a:solidFill>
            <a:srgbClr val="FFFFFF"/>
          </a:solidFill>
          <a:ln cap="flat" cmpd="sng" w="38100">
            <a:solidFill>
              <a:srgbClr val="000000"/>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821" name="Google Shape;1821;p35"/>
          <p:cNvCxnSpPr/>
          <p:nvPr/>
        </p:nvCxnSpPr>
        <p:spPr>
          <a:xfrm>
            <a:off x="77688" y="772614"/>
            <a:ext cx="9935700" cy="0"/>
          </a:xfrm>
          <a:prstGeom prst="straightConnector1">
            <a:avLst/>
          </a:prstGeom>
          <a:noFill/>
          <a:ln cap="flat" cmpd="sng" w="19050">
            <a:solidFill>
              <a:srgbClr val="000000"/>
            </a:solidFill>
            <a:prstDash val="solid"/>
            <a:round/>
            <a:headEnd len="med" w="med" type="none"/>
            <a:tailEnd len="med" w="med" type="none"/>
          </a:ln>
        </p:spPr>
      </p:cxnSp>
      <p:cxnSp>
        <p:nvCxnSpPr>
          <p:cNvPr id="1822" name="Google Shape;1822;p35"/>
          <p:cNvCxnSpPr/>
          <p:nvPr/>
        </p:nvCxnSpPr>
        <p:spPr>
          <a:xfrm rot="10800000">
            <a:off x="2439038" y="368188"/>
            <a:ext cx="0" cy="402300"/>
          </a:xfrm>
          <a:prstGeom prst="straightConnector1">
            <a:avLst/>
          </a:prstGeom>
          <a:noFill/>
          <a:ln cap="flat" cmpd="sng" w="19050">
            <a:solidFill>
              <a:srgbClr val="000000"/>
            </a:solidFill>
            <a:prstDash val="solid"/>
            <a:round/>
            <a:headEnd len="med" w="med" type="none"/>
            <a:tailEnd len="med" w="med" type="none"/>
          </a:ln>
        </p:spPr>
      </p:cxnSp>
      <p:sp>
        <p:nvSpPr>
          <p:cNvPr id="1823" name="Google Shape;1823;p35"/>
          <p:cNvSpPr/>
          <p:nvPr/>
        </p:nvSpPr>
        <p:spPr>
          <a:xfrm>
            <a:off x="77688" y="349338"/>
            <a:ext cx="2361300" cy="421200"/>
          </a:xfrm>
          <a:prstGeom prst="roundRect">
            <a:avLst>
              <a:gd fmla="val 50000" name="adj"/>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s-419" sz="1200">
                <a:solidFill>
                  <a:srgbClr val="FFFFFF"/>
                </a:solidFill>
              </a:rPr>
              <a:t>Validación de Transacción</a:t>
            </a:r>
            <a:endParaRPr b="1" sz="1200">
              <a:solidFill>
                <a:srgbClr val="FFFFFF"/>
              </a:solidFill>
            </a:endParaRPr>
          </a:p>
          <a:p>
            <a:pPr indent="0" lvl="0" marL="0" rtl="0" algn="ctr">
              <a:spcBef>
                <a:spcPts val="0"/>
              </a:spcBef>
              <a:spcAft>
                <a:spcPts val="0"/>
              </a:spcAft>
              <a:buNone/>
            </a:pPr>
            <a:r>
              <a:t/>
            </a:r>
            <a:endParaRPr b="1" sz="1200">
              <a:solidFill>
                <a:srgbClr val="FFFFFF"/>
              </a:solidFill>
            </a:endParaRPr>
          </a:p>
        </p:txBody>
      </p:sp>
      <p:sp>
        <p:nvSpPr>
          <p:cNvPr id="1824" name="Google Shape;1824;p35"/>
          <p:cNvSpPr/>
          <p:nvPr/>
        </p:nvSpPr>
        <p:spPr>
          <a:xfrm>
            <a:off x="83988" y="595504"/>
            <a:ext cx="190200" cy="1692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 name="Google Shape;1825;p35"/>
          <p:cNvSpPr/>
          <p:nvPr/>
        </p:nvSpPr>
        <p:spPr>
          <a:xfrm>
            <a:off x="2292338" y="358938"/>
            <a:ext cx="146700" cy="4023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 name="Google Shape;1826;p35"/>
          <p:cNvSpPr txBox="1"/>
          <p:nvPr/>
        </p:nvSpPr>
        <p:spPr>
          <a:xfrm>
            <a:off x="2524025" y="478997"/>
            <a:ext cx="10467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Formulario :</a:t>
            </a:r>
            <a:endParaRPr b="1" sz="1100"/>
          </a:p>
        </p:txBody>
      </p:sp>
      <p:sp>
        <p:nvSpPr>
          <p:cNvPr id="1827" name="Google Shape;1827;p35"/>
          <p:cNvSpPr txBox="1"/>
          <p:nvPr>
            <p:ph type="title"/>
          </p:nvPr>
        </p:nvSpPr>
        <p:spPr>
          <a:xfrm flipH="1">
            <a:off x="3415475" y="433336"/>
            <a:ext cx="6473100" cy="265800"/>
          </a:xfrm>
          <a:prstGeom prst="rect">
            <a:avLst/>
          </a:prstGeom>
          <a:noFill/>
          <a:ln>
            <a:noFill/>
          </a:ln>
        </p:spPr>
        <p:txBody>
          <a:bodyPr anchorCtr="0" anchor="ctr" bIns="0" lIns="0" spcFirstLastPara="1" rIns="0" wrap="square" tIns="0">
            <a:noAutofit/>
          </a:bodyPr>
          <a:lstStyle>
            <a:lvl1pPr lvl="0" rtl="0">
              <a:spcBef>
                <a:spcPts val="0"/>
              </a:spcBef>
              <a:spcAft>
                <a:spcPts val="0"/>
              </a:spcAft>
              <a:buClr>
                <a:srgbClr val="000000"/>
              </a:buClr>
              <a:buSzPts val="1000"/>
              <a:buNone/>
              <a:defRPr sz="1000">
                <a:solidFill>
                  <a:srgbClr val="000000"/>
                </a:solidFill>
              </a:defRPr>
            </a:lvl1pPr>
            <a:lvl2pPr lvl="1" rtl="0">
              <a:spcBef>
                <a:spcPts val="0"/>
              </a:spcBef>
              <a:spcAft>
                <a:spcPts val="0"/>
              </a:spcAft>
              <a:buClr>
                <a:srgbClr val="000000"/>
              </a:buClr>
              <a:buSzPts val="1000"/>
              <a:buNone/>
              <a:defRPr sz="1000">
                <a:solidFill>
                  <a:srgbClr val="000000"/>
                </a:solidFill>
              </a:defRPr>
            </a:lvl2pPr>
            <a:lvl3pPr lvl="2" rtl="0">
              <a:spcBef>
                <a:spcPts val="0"/>
              </a:spcBef>
              <a:spcAft>
                <a:spcPts val="0"/>
              </a:spcAft>
              <a:buClr>
                <a:srgbClr val="000000"/>
              </a:buClr>
              <a:buSzPts val="1000"/>
              <a:buNone/>
              <a:defRPr sz="1000">
                <a:solidFill>
                  <a:srgbClr val="000000"/>
                </a:solidFill>
              </a:defRPr>
            </a:lvl3pPr>
            <a:lvl4pPr lvl="3" rtl="0">
              <a:spcBef>
                <a:spcPts val="0"/>
              </a:spcBef>
              <a:spcAft>
                <a:spcPts val="0"/>
              </a:spcAft>
              <a:buClr>
                <a:srgbClr val="000000"/>
              </a:buClr>
              <a:buSzPts val="1000"/>
              <a:buNone/>
              <a:defRPr sz="1000">
                <a:solidFill>
                  <a:srgbClr val="000000"/>
                </a:solidFill>
              </a:defRPr>
            </a:lvl4pPr>
            <a:lvl5pPr lvl="4" rtl="0">
              <a:spcBef>
                <a:spcPts val="0"/>
              </a:spcBef>
              <a:spcAft>
                <a:spcPts val="0"/>
              </a:spcAft>
              <a:buClr>
                <a:srgbClr val="000000"/>
              </a:buClr>
              <a:buSzPts val="1000"/>
              <a:buNone/>
              <a:defRPr sz="1000">
                <a:solidFill>
                  <a:srgbClr val="000000"/>
                </a:solidFill>
              </a:defRPr>
            </a:lvl5pPr>
            <a:lvl6pPr lvl="5" rtl="0">
              <a:spcBef>
                <a:spcPts val="0"/>
              </a:spcBef>
              <a:spcAft>
                <a:spcPts val="0"/>
              </a:spcAft>
              <a:buClr>
                <a:srgbClr val="000000"/>
              </a:buClr>
              <a:buSzPts val="1000"/>
              <a:buNone/>
              <a:defRPr sz="1000">
                <a:solidFill>
                  <a:srgbClr val="000000"/>
                </a:solidFill>
              </a:defRPr>
            </a:lvl6pPr>
            <a:lvl7pPr lvl="6" rtl="0">
              <a:spcBef>
                <a:spcPts val="0"/>
              </a:spcBef>
              <a:spcAft>
                <a:spcPts val="0"/>
              </a:spcAft>
              <a:buClr>
                <a:srgbClr val="000000"/>
              </a:buClr>
              <a:buSzPts val="1000"/>
              <a:buNone/>
              <a:defRPr sz="1000">
                <a:solidFill>
                  <a:srgbClr val="000000"/>
                </a:solidFill>
              </a:defRPr>
            </a:lvl7pPr>
            <a:lvl8pPr lvl="7" rtl="0">
              <a:spcBef>
                <a:spcPts val="0"/>
              </a:spcBef>
              <a:spcAft>
                <a:spcPts val="0"/>
              </a:spcAft>
              <a:buClr>
                <a:srgbClr val="000000"/>
              </a:buClr>
              <a:buSzPts val="1000"/>
              <a:buNone/>
              <a:defRPr sz="1000">
                <a:solidFill>
                  <a:srgbClr val="000000"/>
                </a:solidFill>
              </a:defRPr>
            </a:lvl8pPr>
            <a:lvl9pPr lvl="8" rtl="0">
              <a:spcBef>
                <a:spcPts val="0"/>
              </a:spcBef>
              <a:spcAft>
                <a:spcPts val="0"/>
              </a:spcAft>
              <a:buClr>
                <a:srgbClr val="000000"/>
              </a:buClr>
              <a:buSzPts val="1000"/>
              <a:buNone/>
              <a:defRPr sz="1000">
                <a:solidFill>
                  <a:srgbClr val="000000"/>
                </a:solidFill>
              </a:defRPr>
            </a:lvl9pPr>
          </a:lstStyle>
          <a:p/>
        </p:txBody>
      </p:sp>
      <p:sp>
        <p:nvSpPr>
          <p:cNvPr id="1828" name="Google Shape;1828;p35"/>
          <p:cNvSpPr txBox="1"/>
          <p:nvPr>
            <p:ph idx="1" type="body"/>
          </p:nvPr>
        </p:nvSpPr>
        <p:spPr>
          <a:xfrm>
            <a:off x="641150" y="612125"/>
            <a:ext cx="1770300" cy="160500"/>
          </a:xfrm>
          <a:prstGeom prst="rect">
            <a:avLst/>
          </a:prstGeom>
          <a:noFill/>
          <a:ln>
            <a:noFill/>
          </a:ln>
        </p:spPr>
        <p:txBody>
          <a:bodyPr anchorCtr="0" anchor="t" bIns="0" lIns="0" spcFirstLastPara="1" rIns="0" wrap="square" tIns="0">
            <a:noAutofit/>
          </a:bodyPr>
          <a:lstStyle>
            <a:lvl1pPr indent="-292100" lvl="0" marL="457200" rtl="0" algn="ctr">
              <a:spcBef>
                <a:spcPts val="0"/>
              </a:spcBef>
              <a:spcAft>
                <a:spcPts val="0"/>
              </a:spcAft>
              <a:buClr>
                <a:srgbClr val="FFFFFF"/>
              </a:buClr>
              <a:buSzPts val="1000"/>
              <a:buChar char="●"/>
              <a:defRPr sz="1000">
                <a:solidFill>
                  <a:srgbClr val="FFFFFF"/>
                </a:solidFill>
              </a:defRPr>
            </a:lvl1pPr>
            <a:lvl2pPr indent="-292100" lvl="1" marL="914400" rtl="0" algn="ctr">
              <a:spcBef>
                <a:spcPts val="0"/>
              </a:spcBef>
              <a:spcAft>
                <a:spcPts val="0"/>
              </a:spcAft>
              <a:buClr>
                <a:srgbClr val="FFFFFF"/>
              </a:buClr>
              <a:buSzPts val="1000"/>
              <a:buChar char="○"/>
              <a:defRPr sz="1000">
                <a:solidFill>
                  <a:srgbClr val="FFFFFF"/>
                </a:solidFill>
              </a:defRPr>
            </a:lvl2pPr>
            <a:lvl3pPr indent="-292100" lvl="2" marL="1371600" rtl="0" algn="ctr">
              <a:spcBef>
                <a:spcPts val="0"/>
              </a:spcBef>
              <a:spcAft>
                <a:spcPts val="0"/>
              </a:spcAft>
              <a:buClr>
                <a:srgbClr val="FFFFFF"/>
              </a:buClr>
              <a:buSzPts val="1000"/>
              <a:buChar char="■"/>
              <a:defRPr sz="1000">
                <a:solidFill>
                  <a:srgbClr val="FFFFFF"/>
                </a:solidFill>
              </a:defRPr>
            </a:lvl3pPr>
            <a:lvl4pPr indent="-292100" lvl="3" marL="1828800" rtl="0" algn="ctr">
              <a:spcBef>
                <a:spcPts val="0"/>
              </a:spcBef>
              <a:spcAft>
                <a:spcPts val="0"/>
              </a:spcAft>
              <a:buClr>
                <a:srgbClr val="FFFFFF"/>
              </a:buClr>
              <a:buSzPts val="1000"/>
              <a:buChar char="●"/>
              <a:defRPr sz="1000">
                <a:solidFill>
                  <a:srgbClr val="FFFFFF"/>
                </a:solidFill>
              </a:defRPr>
            </a:lvl4pPr>
            <a:lvl5pPr indent="-292100" lvl="4" marL="2286000" rtl="0" algn="ctr">
              <a:spcBef>
                <a:spcPts val="0"/>
              </a:spcBef>
              <a:spcAft>
                <a:spcPts val="0"/>
              </a:spcAft>
              <a:buClr>
                <a:srgbClr val="FFFFFF"/>
              </a:buClr>
              <a:buSzPts val="1000"/>
              <a:buChar char="○"/>
              <a:defRPr sz="1000">
                <a:solidFill>
                  <a:srgbClr val="FFFFFF"/>
                </a:solidFill>
              </a:defRPr>
            </a:lvl5pPr>
            <a:lvl6pPr indent="-292100" lvl="5" marL="2743200" rtl="0" algn="ctr">
              <a:spcBef>
                <a:spcPts val="0"/>
              </a:spcBef>
              <a:spcAft>
                <a:spcPts val="0"/>
              </a:spcAft>
              <a:buClr>
                <a:srgbClr val="FFFFFF"/>
              </a:buClr>
              <a:buSzPts val="1000"/>
              <a:buChar char="■"/>
              <a:defRPr sz="1000">
                <a:solidFill>
                  <a:srgbClr val="FFFFFF"/>
                </a:solidFill>
              </a:defRPr>
            </a:lvl6pPr>
            <a:lvl7pPr indent="-292100" lvl="6" marL="3200400" rtl="0" algn="ctr">
              <a:spcBef>
                <a:spcPts val="0"/>
              </a:spcBef>
              <a:spcAft>
                <a:spcPts val="0"/>
              </a:spcAft>
              <a:buClr>
                <a:srgbClr val="FFFFFF"/>
              </a:buClr>
              <a:buSzPts val="1000"/>
              <a:buChar char="●"/>
              <a:defRPr sz="1000">
                <a:solidFill>
                  <a:srgbClr val="FFFFFF"/>
                </a:solidFill>
              </a:defRPr>
            </a:lvl7pPr>
            <a:lvl8pPr indent="-292100" lvl="7" marL="3657600" rtl="0" algn="ctr">
              <a:spcBef>
                <a:spcPts val="0"/>
              </a:spcBef>
              <a:spcAft>
                <a:spcPts val="0"/>
              </a:spcAft>
              <a:buClr>
                <a:srgbClr val="FFFFFF"/>
              </a:buClr>
              <a:buSzPts val="1000"/>
              <a:buChar char="○"/>
              <a:defRPr sz="1000">
                <a:solidFill>
                  <a:srgbClr val="FFFFFF"/>
                </a:solidFill>
              </a:defRPr>
            </a:lvl8pPr>
            <a:lvl9pPr indent="-292100" lvl="8" marL="4114800" rtl="0" algn="ctr">
              <a:spcBef>
                <a:spcPts val="0"/>
              </a:spcBef>
              <a:spcAft>
                <a:spcPts val="0"/>
              </a:spcAft>
              <a:buClr>
                <a:srgbClr val="FFFFFF"/>
              </a:buClr>
              <a:buSzPts val="1000"/>
              <a:buChar char="■"/>
              <a:defRPr sz="1000">
                <a:solidFill>
                  <a:srgbClr val="FFFFFF"/>
                </a:solidFill>
              </a:defRPr>
            </a:lvl9pPr>
          </a:lstStyle>
          <a:p/>
        </p:txBody>
      </p:sp>
      <p:sp>
        <p:nvSpPr>
          <p:cNvPr id="1829" name="Google Shape;1829;p35"/>
          <p:cNvSpPr txBox="1"/>
          <p:nvPr/>
        </p:nvSpPr>
        <p:spPr>
          <a:xfrm>
            <a:off x="84825" y="598125"/>
            <a:ext cx="595500" cy="205800"/>
          </a:xfrm>
          <a:prstGeom prst="rect">
            <a:avLst/>
          </a:prstGeom>
          <a:noFill/>
          <a:ln>
            <a:noFill/>
          </a:ln>
        </p:spPr>
        <p:txBody>
          <a:bodyPr anchorCtr="0" anchor="t" bIns="18000" lIns="18000" spcFirstLastPara="1" rIns="18000" wrap="square" tIns="18000">
            <a:spAutoFit/>
          </a:bodyPr>
          <a:lstStyle/>
          <a:p>
            <a:pPr indent="0" lvl="0" marL="0" rtl="0" algn="l">
              <a:spcBef>
                <a:spcPts val="0"/>
              </a:spcBef>
              <a:spcAft>
                <a:spcPts val="0"/>
              </a:spcAft>
              <a:buNone/>
            </a:pPr>
            <a:r>
              <a:rPr lang="es-419" sz="1100">
                <a:solidFill>
                  <a:srgbClr val="FFFFFF"/>
                </a:solidFill>
              </a:rPr>
              <a:t>Nombre:</a:t>
            </a:r>
            <a:endParaRPr sz="1100">
              <a:solidFill>
                <a:srgbClr val="FFFFFF"/>
              </a:solidFill>
            </a:endParaRPr>
          </a:p>
        </p:txBody>
      </p:sp>
    </p:spTree>
  </p:cSld>
  <p:clrMapOvr>
    <a:masterClrMapping/>
  </p:clrMapOvr>
</p:sldLayout>
</file>

<file path=ppt/slideLayouts/slideLayout3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4.7 Normalización Transacciones Proceso de Negocio ">
  <p:cSld name="TITLE_3_4_1_2_1_2_1_2">
    <p:spTree>
      <p:nvGrpSpPr>
        <p:cNvPr id="1830" name="Shape 1830"/>
        <p:cNvGrpSpPr/>
        <p:nvPr/>
      </p:nvGrpSpPr>
      <p:grpSpPr>
        <a:xfrm>
          <a:off x="0" y="0"/>
          <a:ext cx="0" cy="0"/>
          <a:chOff x="0" y="0"/>
          <a:chExt cx="0" cy="0"/>
        </a:xfrm>
      </p:grpSpPr>
      <p:sp>
        <p:nvSpPr>
          <p:cNvPr id="1831" name="Google Shape;1831;p36"/>
          <p:cNvSpPr/>
          <p:nvPr/>
        </p:nvSpPr>
        <p:spPr>
          <a:xfrm>
            <a:off x="77688" y="358938"/>
            <a:ext cx="9935700" cy="6438000"/>
          </a:xfrm>
          <a:prstGeom prst="roundRect">
            <a:avLst>
              <a:gd fmla="val 2618" name="adj"/>
            </a:avLst>
          </a:prstGeom>
          <a:solidFill>
            <a:srgbClr val="FFFFFF"/>
          </a:solidFill>
          <a:ln cap="flat" cmpd="sng" w="38100">
            <a:solidFill>
              <a:srgbClr val="000000"/>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 name="Google Shape;1832;p36"/>
          <p:cNvSpPr txBox="1"/>
          <p:nvPr/>
        </p:nvSpPr>
        <p:spPr>
          <a:xfrm>
            <a:off x="5380763" y="1066398"/>
            <a:ext cx="1069200" cy="2166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t/>
            </a:r>
            <a:endParaRPr b="1" sz="600"/>
          </a:p>
        </p:txBody>
      </p:sp>
      <p:cxnSp>
        <p:nvCxnSpPr>
          <p:cNvPr id="1833" name="Google Shape;1833;p36"/>
          <p:cNvCxnSpPr/>
          <p:nvPr/>
        </p:nvCxnSpPr>
        <p:spPr>
          <a:xfrm>
            <a:off x="77688" y="772614"/>
            <a:ext cx="9935700" cy="0"/>
          </a:xfrm>
          <a:prstGeom prst="straightConnector1">
            <a:avLst/>
          </a:prstGeom>
          <a:noFill/>
          <a:ln cap="flat" cmpd="sng" w="19050">
            <a:solidFill>
              <a:srgbClr val="000000"/>
            </a:solidFill>
            <a:prstDash val="solid"/>
            <a:round/>
            <a:headEnd len="med" w="med" type="none"/>
            <a:tailEnd len="med" w="med" type="none"/>
          </a:ln>
        </p:spPr>
      </p:cxnSp>
      <p:cxnSp>
        <p:nvCxnSpPr>
          <p:cNvPr id="1834" name="Google Shape;1834;p36"/>
          <p:cNvCxnSpPr/>
          <p:nvPr/>
        </p:nvCxnSpPr>
        <p:spPr>
          <a:xfrm rot="10800000">
            <a:off x="2439038" y="368188"/>
            <a:ext cx="0" cy="402300"/>
          </a:xfrm>
          <a:prstGeom prst="straightConnector1">
            <a:avLst/>
          </a:prstGeom>
          <a:noFill/>
          <a:ln cap="flat" cmpd="sng" w="19050">
            <a:solidFill>
              <a:srgbClr val="000000"/>
            </a:solidFill>
            <a:prstDash val="solid"/>
            <a:round/>
            <a:headEnd len="med" w="med" type="none"/>
            <a:tailEnd len="med" w="med" type="none"/>
          </a:ln>
        </p:spPr>
      </p:cxnSp>
      <p:sp>
        <p:nvSpPr>
          <p:cNvPr id="1835" name="Google Shape;1835;p36"/>
          <p:cNvSpPr txBox="1"/>
          <p:nvPr>
            <p:ph type="title"/>
          </p:nvPr>
        </p:nvSpPr>
        <p:spPr>
          <a:xfrm flipH="1">
            <a:off x="3219174" y="437575"/>
            <a:ext cx="1731300" cy="265800"/>
          </a:xfrm>
          <a:prstGeom prst="rect">
            <a:avLst/>
          </a:prstGeom>
          <a:noFill/>
          <a:ln>
            <a:noFill/>
          </a:ln>
        </p:spPr>
        <p:txBody>
          <a:bodyPr anchorCtr="0" anchor="ctr" bIns="0" lIns="0" spcFirstLastPara="1" rIns="0" wrap="square" tIns="0">
            <a:noAutofit/>
          </a:bodyPr>
          <a:lstStyle>
            <a:lvl1pPr lvl="0" rtl="0">
              <a:spcBef>
                <a:spcPts val="0"/>
              </a:spcBef>
              <a:spcAft>
                <a:spcPts val="0"/>
              </a:spcAft>
              <a:buClr>
                <a:srgbClr val="000000"/>
              </a:buClr>
              <a:buSzPts val="1200"/>
              <a:buNone/>
              <a:defRPr sz="1200">
                <a:solidFill>
                  <a:srgbClr val="000000"/>
                </a:solidFill>
              </a:defRPr>
            </a:lvl1pPr>
            <a:lvl2pPr lvl="1" rtl="0">
              <a:spcBef>
                <a:spcPts val="0"/>
              </a:spcBef>
              <a:spcAft>
                <a:spcPts val="0"/>
              </a:spcAft>
              <a:buClr>
                <a:srgbClr val="000000"/>
              </a:buClr>
              <a:buSzPts val="1100"/>
              <a:buNone/>
              <a:defRPr sz="1100">
                <a:solidFill>
                  <a:srgbClr val="000000"/>
                </a:solidFill>
              </a:defRPr>
            </a:lvl2pPr>
            <a:lvl3pPr lvl="2" rtl="0">
              <a:spcBef>
                <a:spcPts val="0"/>
              </a:spcBef>
              <a:spcAft>
                <a:spcPts val="0"/>
              </a:spcAft>
              <a:buClr>
                <a:srgbClr val="000000"/>
              </a:buClr>
              <a:buSzPts val="1100"/>
              <a:buNone/>
              <a:defRPr sz="1100">
                <a:solidFill>
                  <a:srgbClr val="000000"/>
                </a:solidFill>
              </a:defRPr>
            </a:lvl3pPr>
            <a:lvl4pPr lvl="3" rtl="0">
              <a:spcBef>
                <a:spcPts val="0"/>
              </a:spcBef>
              <a:spcAft>
                <a:spcPts val="0"/>
              </a:spcAft>
              <a:buClr>
                <a:srgbClr val="000000"/>
              </a:buClr>
              <a:buSzPts val="1100"/>
              <a:buNone/>
              <a:defRPr sz="1100">
                <a:solidFill>
                  <a:srgbClr val="000000"/>
                </a:solidFill>
              </a:defRPr>
            </a:lvl4pPr>
            <a:lvl5pPr lvl="4" rtl="0">
              <a:spcBef>
                <a:spcPts val="0"/>
              </a:spcBef>
              <a:spcAft>
                <a:spcPts val="0"/>
              </a:spcAft>
              <a:buClr>
                <a:srgbClr val="000000"/>
              </a:buClr>
              <a:buSzPts val="1100"/>
              <a:buNone/>
              <a:defRPr sz="1100">
                <a:solidFill>
                  <a:srgbClr val="000000"/>
                </a:solidFill>
              </a:defRPr>
            </a:lvl5pPr>
            <a:lvl6pPr lvl="5" rtl="0">
              <a:spcBef>
                <a:spcPts val="0"/>
              </a:spcBef>
              <a:spcAft>
                <a:spcPts val="0"/>
              </a:spcAft>
              <a:buClr>
                <a:srgbClr val="000000"/>
              </a:buClr>
              <a:buSzPts val="1100"/>
              <a:buNone/>
              <a:defRPr sz="1100">
                <a:solidFill>
                  <a:srgbClr val="000000"/>
                </a:solidFill>
              </a:defRPr>
            </a:lvl6pPr>
            <a:lvl7pPr lvl="6" rtl="0">
              <a:spcBef>
                <a:spcPts val="0"/>
              </a:spcBef>
              <a:spcAft>
                <a:spcPts val="0"/>
              </a:spcAft>
              <a:buClr>
                <a:srgbClr val="000000"/>
              </a:buClr>
              <a:buSzPts val="1100"/>
              <a:buNone/>
              <a:defRPr sz="1100">
                <a:solidFill>
                  <a:srgbClr val="000000"/>
                </a:solidFill>
              </a:defRPr>
            </a:lvl7pPr>
            <a:lvl8pPr lvl="7" rtl="0">
              <a:spcBef>
                <a:spcPts val="0"/>
              </a:spcBef>
              <a:spcAft>
                <a:spcPts val="0"/>
              </a:spcAft>
              <a:buClr>
                <a:srgbClr val="000000"/>
              </a:buClr>
              <a:buSzPts val="1100"/>
              <a:buNone/>
              <a:defRPr sz="1100">
                <a:solidFill>
                  <a:srgbClr val="000000"/>
                </a:solidFill>
              </a:defRPr>
            </a:lvl8pPr>
            <a:lvl9pPr lvl="8" rtl="0">
              <a:spcBef>
                <a:spcPts val="0"/>
              </a:spcBef>
              <a:spcAft>
                <a:spcPts val="0"/>
              </a:spcAft>
              <a:buClr>
                <a:srgbClr val="000000"/>
              </a:buClr>
              <a:buSzPts val="1100"/>
              <a:buNone/>
              <a:defRPr sz="1100">
                <a:solidFill>
                  <a:srgbClr val="000000"/>
                </a:solidFill>
              </a:defRPr>
            </a:lvl9pPr>
          </a:lstStyle>
          <a:p/>
        </p:txBody>
      </p:sp>
      <p:sp>
        <p:nvSpPr>
          <p:cNvPr id="1836" name="Google Shape;1836;p36"/>
          <p:cNvSpPr txBox="1"/>
          <p:nvPr/>
        </p:nvSpPr>
        <p:spPr>
          <a:xfrm>
            <a:off x="2513487" y="437267"/>
            <a:ext cx="679500" cy="2664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b="1" lang="es-419" sz="1100"/>
              <a:t>Proceso:</a:t>
            </a:r>
            <a:endParaRPr b="1" sz="1100"/>
          </a:p>
        </p:txBody>
      </p:sp>
      <p:cxnSp>
        <p:nvCxnSpPr>
          <p:cNvPr id="1837" name="Google Shape;1837;p36"/>
          <p:cNvCxnSpPr/>
          <p:nvPr/>
        </p:nvCxnSpPr>
        <p:spPr>
          <a:xfrm rot="10800000">
            <a:off x="5070754" y="368188"/>
            <a:ext cx="0" cy="402300"/>
          </a:xfrm>
          <a:prstGeom prst="straightConnector1">
            <a:avLst/>
          </a:prstGeom>
          <a:noFill/>
          <a:ln cap="flat" cmpd="sng" w="19050">
            <a:solidFill>
              <a:srgbClr val="000000"/>
            </a:solidFill>
            <a:prstDash val="solid"/>
            <a:round/>
            <a:headEnd len="med" w="med" type="none"/>
            <a:tailEnd len="med" w="med" type="none"/>
          </a:ln>
        </p:spPr>
      </p:cxnSp>
      <p:sp>
        <p:nvSpPr>
          <p:cNvPr id="1838" name="Google Shape;1838;p36"/>
          <p:cNvSpPr txBox="1"/>
          <p:nvPr/>
        </p:nvSpPr>
        <p:spPr>
          <a:xfrm>
            <a:off x="5191013" y="387663"/>
            <a:ext cx="13026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Finalidad empresa:</a:t>
            </a:r>
            <a:endParaRPr b="1" sz="1100"/>
          </a:p>
        </p:txBody>
      </p:sp>
      <p:sp>
        <p:nvSpPr>
          <p:cNvPr id="1839" name="Google Shape;1839;p36"/>
          <p:cNvSpPr txBox="1"/>
          <p:nvPr/>
        </p:nvSpPr>
        <p:spPr>
          <a:xfrm>
            <a:off x="5191013" y="579538"/>
            <a:ext cx="11637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Finalidad cliente:</a:t>
            </a:r>
            <a:endParaRPr b="1" sz="1100"/>
          </a:p>
        </p:txBody>
      </p:sp>
      <p:sp>
        <p:nvSpPr>
          <p:cNvPr id="1840" name="Google Shape;1840;p36"/>
          <p:cNvSpPr/>
          <p:nvPr/>
        </p:nvSpPr>
        <p:spPr>
          <a:xfrm>
            <a:off x="77688" y="349338"/>
            <a:ext cx="2361300" cy="421200"/>
          </a:xfrm>
          <a:prstGeom prst="roundRect">
            <a:avLst>
              <a:gd fmla="val 50000" name="adj"/>
            </a:avLst>
          </a:prstGeom>
          <a:solidFill>
            <a:srgbClr val="000000"/>
          </a:solidFill>
          <a:ln cap="flat" cmpd="sng" w="9525">
            <a:solidFill>
              <a:srgbClr val="000000"/>
            </a:solidFill>
            <a:prstDash val="solid"/>
            <a:round/>
            <a:headEnd len="sm" w="sm" type="none"/>
            <a:tailEnd len="sm" w="sm" type="none"/>
          </a:ln>
        </p:spPr>
        <p:txBody>
          <a:bodyPr anchorCtr="0" anchor="ctr" bIns="91425" lIns="0" spcFirstLastPara="1" rIns="0" wrap="square" tIns="91425">
            <a:noAutofit/>
          </a:bodyPr>
          <a:lstStyle/>
          <a:p>
            <a:pPr indent="0" lvl="0" marL="0" rtl="0" algn="ctr">
              <a:spcBef>
                <a:spcPts val="0"/>
              </a:spcBef>
              <a:spcAft>
                <a:spcPts val="0"/>
              </a:spcAft>
              <a:buNone/>
            </a:pPr>
            <a:r>
              <a:rPr b="1" lang="es-419" sz="1100">
                <a:solidFill>
                  <a:srgbClr val="FFFFFF"/>
                </a:solidFill>
              </a:rPr>
              <a:t>Normalización Proceso Negocio</a:t>
            </a:r>
            <a:endParaRPr b="1" sz="1100">
              <a:solidFill>
                <a:srgbClr val="FFFFFF"/>
              </a:solidFill>
            </a:endParaRPr>
          </a:p>
          <a:p>
            <a:pPr indent="0" lvl="0" marL="0" rtl="0" algn="ctr">
              <a:spcBef>
                <a:spcPts val="0"/>
              </a:spcBef>
              <a:spcAft>
                <a:spcPts val="0"/>
              </a:spcAft>
              <a:buNone/>
            </a:pPr>
            <a:r>
              <a:t/>
            </a:r>
            <a:endParaRPr b="1" sz="1200">
              <a:solidFill>
                <a:srgbClr val="FFFFFF"/>
              </a:solidFill>
            </a:endParaRPr>
          </a:p>
        </p:txBody>
      </p:sp>
      <p:sp>
        <p:nvSpPr>
          <p:cNvPr id="1841" name="Google Shape;1841;p36"/>
          <p:cNvSpPr/>
          <p:nvPr/>
        </p:nvSpPr>
        <p:spPr>
          <a:xfrm>
            <a:off x="83988" y="595504"/>
            <a:ext cx="190200" cy="1692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 name="Google Shape;1842;p36"/>
          <p:cNvSpPr/>
          <p:nvPr/>
        </p:nvSpPr>
        <p:spPr>
          <a:xfrm>
            <a:off x="2350598" y="358950"/>
            <a:ext cx="88500" cy="4023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 name="Google Shape;1843;p36"/>
          <p:cNvSpPr txBox="1"/>
          <p:nvPr>
            <p:ph idx="2" type="title"/>
          </p:nvPr>
        </p:nvSpPr>
        <p:spPr>
          <a:xfrm flipH="1">
            <a:off x="6546263" y="387663"/>
            <a:ext cx="3350100" cy="169200"/>
          </a:xfrm>
          <a:prstGeom prst="rect">
            <a:avLst/>
          </a:prstGeom>
          <a:noFill/>
          <a:ln>
            <a:noFill/>
          </a:ln>
        </p:spPr>
        <p:txBody>
          <a:bodyPr anchorCtr="0" anchor="ctr" bIns="0" lIns="0" spcFirstLastPara="1" rIns="0" wrap="square" tIns="0">
            <a:noAutofit/>
          </a:bodyPr>
          <a:lstStyle>
            <a:lvl1pPr lvl="0" rtl="0">
              <a:spcBef>
                <a:spcPts val="0"/>
              </a:spcBef>
              <a:spcAft>
                <a:spcPts val="0"/>
              </a:spcAft>
              <a:buClr>
                <a:srgbClr val="000000"/>
              </a:buClr>
              <a:buSzPts val="1000"/>
              <a:buNone/>
              <a:defRPr sz="1000">
                <a:solidFill>
                  <a:srgbClr val="000000"/>
                </a:solidFill>
              </a:defRPr>
            </a:lvl1pPr>
            <a:lvl2pPr lvl="1" rtl="0">
              <a:spcBef>
                <a:spcPts val="0"/>
              </a:spcBef>
              <a:spcAft>
                <a:spcPts val="0"/>
              </a:spcAft>
              <a:buClr>
                <a:srgbClr val="000000"/>
              </a:buClr>
              <a:buSzPts val="1000"/>
              <a:buNone/>
              <a:defRPr sz="1000">
                <a:solidFill>
                  <a:srgbClr val="000000"/>
                </a:solidFill>
              </a:defRPr>
            </a:lvl2pPr>
            <a:lvl3pPr lvl="2" rtl="0">
              <a:spcBef>
                <a:spcPts val="0"/>
              </a:spcBef>
              <a:spcAft>
                <a:spcPts val="0"/>
              </a:spcAft>
              <a:buClr>
                <a:srgbClr val="000000"/>
              </a:buClr>
              <a:buSzPts val="1000"/>
              <a:buNone/>
              <a:defRPr sz="1000">
                <a:solidFill>
                  <a:srgbClr val="000000"/>
                </a:solidFill>
              </a:defRPr>
            </a:lvl3pPr>
            <a:lvl4pPr lvl="3" rtl="0">
              <a:spcBef>
                <a:spcPts val="0"/>
              </a:spcBef>
              <a:spcAft>
                <a:spcPts val="0"/>
              </a:spcAft>
              <a:buClr>
                <a:srgbClr val="000000"/>
              </a:buClr>
              <a:buSzPts val="1000"/>
              <a:buNone/>
              <a:defRPr sz="1000">
                <a:solidFill>
                  <a:srgbClr val="000000"/>
                </a:solidFill>
              </a:defRPr>
            </a:lvl4pPr>
            <a:lvl5pPr lvl="4" rtl="0">
              <a:spcBef>
                <a:spcPts val="0"/>
              </a:spcBef>
              <a:spcAft>
                <a:spcPts val="0"/>
              </a:spcAft>
              <a:buClr>
                <a:srgbClr val="000000"/>
              </a:buClr>
              <a:buSzPts val="1000"/>
              <a:buNone/>
              <a:defRPr sz="1000">
                <a:solidFill>
                  <a:srgbClr val="000000"/>
                </a:solidFill>
              </a:defRPr>
            </a:lvl5pPr>
            <a:lvl6pPr lvl="5" rtl="0">
              <a:spcBef>
                <a:spcPts val="0"/>
              </a:spcBef>
              <a:spcAft>
                <a:spcPts val="0"/>
              </a:spcAft>
              <a:buClr>
                <a:srgbClr val="000000"/>
              </a:buClr>
              <a:buSzPts val="1000"/>
              <a:buNone/>
              <a:defRPr sz="1000">
                <a:solidFill>
                  <a:srgbClr val="000000"/>
                </a:solidFill>
              </a:defRPr>
            </a:lvl6pPr>
            <a:lvl7pPr lvl="6" rtl="0">
              <a:spcBef>
                <a:spcPts val="0"/>
              </a:spcBef>
              <a:spcAft>
                <a:spcPts val="0"/>
              </a:spcAft>
              <a:buClr>
                <a:srgbClr val="000000"/>
              </a:buClr>
              <a:buSzPts val="1000"/>
              <a:buNone/>
              <a:defRPr sz="1000">
                <a:solidFill>
                  <a:srgbClr val="000000"/>
                </a:solidFill>
              </a:defRPr>
            </a:lvl7pPr>
            <a:lvl8pPr lvl="7" rtl="0">
              <a:spcBef>
                <a:spcPts val="0"/>
              </a:spcBef>
              <a:spcAft>
                <a:spcPts val="0"/>
              </a:spcAft>
              <a:buClr>
                <a:srgbClr val="000000"/>
              </a:buClr>
              <a:buSzPts val="1000"/>
              <a:buNone/>
              <a:defRPr sz="1000">
                <a:solidFill>
                  <a:srgbClr val="000000"/>
                </a:solidFill>
              </a:defRPr>
            </a:lvl8pPr>
            <a:lvl9pPr lvl="8" rtl="0">
              <a:spcBef>
                <a:spcPts val="0"/>
              </a:spcBef>
              <a:spcAft>
                <a:spcPts val="0"/>
              </a:spcAft>
              <a:buClr>
                <a:srgbClr val="000000"/>
              </a:buClr>
              <a:buSzPts val="1000"/>
              <a:buNone/>
              <a:defRPr sz="1000">
                <a:solidFill>
                  <a:srgbClr val="000000"/>
                </a:solidFill>
              </a:defRPr>
            </a:lvl9pPr>
          </a:lstStyle>
          <a:p/>
        </p:txBody>
      </p:sp>
      <p:sp>
        <p:nvSpPr>
          <p:cNvPr id="1844" name="Google Shape;1844;p36"/>
          <p:cNvSpPr txBox="1"/>
          <p:nvPr>
            <p:ph idx="3" type="title"/>
          </p:nvPr>
        </p:nvSpPr>
        <p:spPr>
          <a:xfrm flipH="1">
            <a:off x="6546263" y="579538"/>
            <a:ext cx="3350100" cy="169200"/>
          </a:xfrm>
          <a:prstGeom prst="rect">
            <a:avLst/>
          </a:prstGeom>
          <a:noFill/>
          <a:ln>
            <a:noFill/>
          </a:ln>
        </p:spPr>
        <p:txBody>
          <a:bodyPr anchorCtr="0" anchor="ctr" bIns="0" lIns="0" spcFirstLastPara="1" rIns="0" wrap="square" tIns="0">
            <a:noAutofit/>
          </a:bodyPr>
          <a:lstStyle>
            <a:lvl1pPr lvl="0" rtl="0">
              <a:spcBef>
                <a:spcPts val="0"/>
              </a:spcBef>
              <a:spcAft>
                <a:spcPts val="0"/>
              </a:spcAft>
              <a:buClr>
                <a:srgbClr val="000000"/>
              </a:buClr>
              <a:buSzPts val="1000"/>
              <a:buNone/>
              <a:defRPr sz="1000">
                <a:solidFill>
                  <a:srgbClr val="000000"/>
                </a:solidFill>
              </a:defRPr>
            </a:lvl1pPr>
            <a:lvl2pPr lvl="1" rtl="0">
              <a:spcBef>
                <a:spcPts val="0"/>
              </a:spcBef>
              <a:spcAft>
                <a:spcPts val="0"/>
              </a:spcAft>
              <a:buClr>
                <a:srgbClr val="000000"/>
              </a:buClr>
              <a:buSzPts val="1000"/>
              <a:buNone/>
              <a:defRPr sz="1000">
                <a:solidFill>
                  <a:srgbClr val="000000"/>
                </a:solidFill>
              </a:defRPr>
            </a:lvl2pPr>
            <a:lvl3pPr lvl="2" rtl="0">
              <a:spcBef>
                <a:spcPts val="0"/>
              </a:spcBef>
              <a:spcAft>
                <a:spcPts val="0"/>
              </a:spcAft>
              <a:buClr>
                <a:srgbClr val="000000"/>
              </a:buClr>
              <a:buSzPts val="1000"/>
              <a:buNone/>
              <a:defRPr sz="1000">
                <a:solidFill>
                  <a:srgbClr val="000000"/>
                </a:solidFill>
              </a:defRPr>
            </a:lvl3pPr>
            <a:lvl4pPr lvl="3" rtl="0">
              <a:spcBef>
                <a:spcPts val="0"/>
              </a:spcBef>
              <a:spcAft>
                <a:spcPts val="0"/>
              </a:spcAft>
              <a:buClr>
                <a:srgbClr val="000000"/>
              </a:buClr>
              <a:buSzPts val="1000"/>
              <a:buNone/>
              <a:defRPr sz="1000">
                <a:solidFill>
                  <a:srgbClr val="000000"/>
                </a:solidFill>
              </a:defRPr>
            </a:lvl4pPr>
            <a:lvl5pPr lvl="4" rtl="0">
              <a:spcBef>
                <a:spcPts val="0"/>
              </a:spcBef>
              <a:spcAft>
                <a:spcPts val="0"/>
              </a:spcAft>
              <a:buClr>
                <a:srgbClr val="000000"/>
              </a:buClr>
              <a:buSzPts val="1000"/>
              <a:buNone/>
              <a:defRPr sz="1000">
                <a:solidFill>
                  <a:srgbClr val="000000"/>
                </a:solidFill>
              </a:defRPr>
            </a:lvl5pPr>
            <a:lvl6pPr lvl="5" rtl="0">
              <a:spcBef>
                <a:spcPts val="0"/>
              </a:spcBef>
              <a:spcAft>
                <a:spcPts val="0"/>
              </a:spcAft>
              <a:buClr>
                <a:srgbClr val="000000"/>
              </a:buClr>
              <a:buSzPts val="1000"/>
              <a:buNone/>
              <a:defRPr sz="1000">
                <a:solidFill>
                  <a:srgbClr val="000000"/>
                </a:solidFill>
              </a:defRPr>
            </a:lvl6pPr>
            <a:lvl7pPr lvl="6" rtl="0">
              <a:spcBef>
                <a:spcPts val="0"/>
              </a:spcBef>
              <a:spcAft>
                <a:spcPts val="0"/>
              </a:spcAft>
              <a:buClr>
                <a:srgbClr val="000000"/>
              </a:buClr>
              <a:buSzPts val="1000"/>
              <a:buNone/>
              <a:defRPr sz="1000">
                <a:solidFill>
                  <a:srgbClr val="000000"/>
                </a:solidFill>
              </a:defRPr>
            </a:lvl7pPr>
            <a:lvl8pPr lvl="7" rtl="0">
              <a:spcBef>
                <a:spcPts val="0"/>
              </a:spcBef>
              <a:spcAft>
                <a:spcPts val="0"/>
              </a:spcAft>
              <a:buClr>
                <a:srgbClr val="000000"/>
              </a:buClr>
              <a:buSzPts val="1000"/>
              <a:buNone/>
              <a:defRPr sz="1000">
                <a:solidFill>
                  <a:srgbClr val="000000"/>
                </a:solidFill>
              </a:defRPr>
            </a:lvl8pPr>
            <a:lvl9pPr lvl="8" rtl="0">
              <a:spcBef>
                <a:spcPts val="0"/>
              </a:spcBef>
              <a:spcAft>
                <a:spcPts val="0"/>
              </a:spcAft>
              <a:buClr>
                <a:srgbClr val="000000"/>
              </a:buClr>
              <a:buSzPts val="1000"/>
              <a:buNone/>
              <a:defRPr sz="1000">
                <a:solidFill>
                  <a:srgbClr val="000000"/>
                </a:solidFill>
              </a:defRPr>
            </a:lvl9pPr>
          </a:lstStyle>
          <a:p/>
        </p:txBody>
      </p:sp>
      <p:sp>
        <p:nvSpPr>
          <p:cNvPr id="1845" name="Google Shape;1845;p36"/>
          <p:cNvSpPr txBox="1"/>
          <p:nvPr/>
        </p:nvSpPr>
        <p:spPr>
          <a:xfrm>
            <a:off x="753551" y="1058448"/>
            <a:ext cx="1647300" cy="232500"/>
          </a:xfrm>
          <a:prstGeom prst="rect">
            <a:avLst/>
          </a:prstGeom>
          <a:noFill/>
          <a:ln>
            <a:noFill/>
          </a:ln>
        </p:spPr>
        <p:txBody>
          <a:bodyPr anchorCtr="0" anchor="ctr" bIns="0" lIns="0" spcFirstLastPara="1" rIns="0" wrap="square" tIns="0">
            <a:noAutofit/>
          </a:bodyPr>
          <a:lstStyle/>
          <a:p>
            <a:pPr indent="0" lvl="0" marL="0" rtl="0" algn="r">
              <a:spcBef>
                <a:spcPts val="0"/>
              </a:spcBef>
              <a:spcAft>
                <a:spcPts val="0"/>
              </a:spcAft>
              <a:buNone/>
            </a:pPr>
            <a:r>
              <a:rPr b="1" lang="es-419" sz="1100">
                <a:latin typeface="Arvo"/>
                <a:ea typeface="Arvo"/>
                <a:cs typeface="Arvo"/>
                <a:sym typeface="Arvo"/>
              </a:rPr>
              <a:t>Nombre del Proceso:</a:t>
            </a:r>
            <a:endParaRPr b="1" sz="1100">
              <a:latin typeface="Arvo"/>
              <a:ea typeface="Arvo"/>
              <a:cs typeface="Arvo"/>
              <a:sym typeface="Arvo"/>
            </a:endParaRPr>
          </a:p>
          <a:p>
            <a:pPr indent="0" lvl="0" marL="0" rtl="0" algn="r">
              <a:spcBef>
                <a:spcPts val="0"/>
              </a:spcBef>
              <a:spcAft>
                <a:spcPts val="0"/>
              </a:spcAft>
              <a:buNone/>
            </a:pPr>
            <a:r>
              <a:rPr i="1" lang="es-419" sz="600">
                <a:solidFill>
                  <a:srgbClr val="666666"/>
                </a:solidFill>
                <a:latin typeface="Arvo"/>
                <a:ea typeface="Arvo"/>
                <a:cs typeface="Arvo"/>
                <a:sym typeface="Arvo"/>
              </a:rPr>
              <a:t>&lt;ej: Reserva de citas médicas&gt;</a:t>
            </a:r>
            <a:endParaRPr i="1" sz="600">
              <a:solidFill>
                <a:srgbClr val="666666"/>
              </a:solidFill>
              <a:latin typeface="Arvo"/>
              <a:ea typeface="Arvo"/>
              <a:cs typeface="Arvo"/>
              <a:sym typeface="Arvo"/>
            </a:endParaRPr>
          </a:p>
        </p:txBody>
      </p:sp>
      <p:sp>
        <p:nvSpPr>
          <p:cNvPr id="1846" name="Google Shape;1846;p36"/>
          <p:cNvSpPr/>
          <p:nvPr/>
        </p:nvSpPr>
        <p:spPr>
          <a:xfrm>
            <a:off x="2503763" y="1002948"/>
            <a:ext cx="6823200" cy="343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1847" name="Google Shape;1847;p36"/>
          <p:cNvSpPr txBox="1"/>
          <p:nvPr/>
        </p:nvSpPr>
        <p:spPr>
          <a:xfrm>
            <a:off x="753551" y="2125116"/>
            <a:ext cx="1647300" cy="538800"/>
          </a:xfrm>
          <a:prstGeom prst="rect">
            <a:avLst/>
          </a:prstGeom>
          <a:noFill/>
          <a:ln>
            <a:noFill/>
          </a:ln>
        </p:spPr>
        <p:txBody>
          <a:bodyPr anchorCtr="0" anchor="ctr" bIns="0" lIns="0" spcFirstLastPara="1" rIns="0" wrap="square" tIns="0">
            <a:spAutoFit/>
          </a:bodyPr>
          <a:lstStyle/>
          <a:p>
            <a:pPr indent="0" lvl="0" marL="0" marR="0" rtl="0" algn="r">
              <a:lnSpc>
                <a:spcPct val="100000"/>
              </a:lnSpc>
              <a:spcBef>
                <a:spcPts val="0"/>
              </a:spcBef>
              <a:spcAft>
                <a:spcPts val="0"/>
              </a:spcAft>
              <a:buNone/>
            </a:pPr>
            <a:r>
              <a:rPr b="1" lang="es-419" sz="1100">
                <a:latin typeface="Arvo"/>
                <a:ea typeface="Arvo"/>
                <a:cs typeface="Arvo"/>
                <a:sym typeface="Arvo"/>
              </a:rPr>
              <a:t>Transacciones</a:t>
            </a:r>
            <a:r>
              <a:rPr b="1" lang="es-419" sz="1100">
                <a:latin typeface="Arvo"/>
                <a:ea typeface="Arvo"/>
                <a:cs typeface="Arvo"/>
                <a:sym typeface="Arvo"/>
              </a:rPr>
              <a:t>:</a:t>
            </a:r>
            <a:endParaRPr b="1" sz="1100">
              <a:latin typeface="Arvo"/>
              <a:ea typeface="Arvo"/>
              <a:cs typeface="Arvo"/>
              <a:sym typeface="Arvo"/>
            </a:endParaRPr>
          </a:p>
          <a:p>
            <a:pPr indent="0" lvl="0" marL="0" marR="0" rtl="0" algn="r">
              <a:lnSpc>
                <a:spcPct val="100000"/>
              </a:lnSpc>
              <a:spcBef>
                <a:spcPts val="0"/>
              </a:spcBef>
              <a:spcAft>
                <a:spcPts val="0"/>
              </a:spcAft>
              <a:buNone/>
            </a:pPr>
            <a:r>
              <a:rPr i="1" lang="es-419" sz="600">
                <a:solidFill>
                  <a:srgbClr val="666666"/>
                </a:solidFill>
                <a:latin typeface="Arvo"/>
                <a:ea typeface="Arvo"/>
                <a:cs typeface="Arvo"/>
                <a:sym typeface="Arvo"/>
              </a:rPr>
              <a:t>&lt;ej: </a:t>
            </a:r>
            <a:r>
              <a:rPr i="1" lang="es-419" sz="600">
                <a:solidFill>
                  <a:srgbClr val="666666"/>
                </a:solidFill>
                <a:latin typeface="Arvo"/>
                <a:ea typeface="Arvo"/>
                <a:cs typeface="Arvo"/>
                <a:sym typeface="Arvo"/>
              </a:rPr>
              <a:t>El vigilante &lt;quién&gt; registra&lt;cómo&gt; la moto &lt;qué&gt;, en la cabina &lt;dónde&gt;, durante las 24 horas &lt;cuándo&gt;, por su seguridad &lt;por qué&gt;</a:t>
            </a:r>
            <a:r>
              <a:rPr i="1" lang="es-419" sz="600">
                <a:solidFill>
                  <a:srgbClr val="666666"/>
                </a:solidFill>
                <a:latin typeface="Arvo"/>
                <a:ea typeface="Arvo"/>
                <a:cs typeface="Arvo"/>
                <a:sym typeface="Arvo"/>
              </a:rPr>
              <a:t>&gt;</a:t>
            </a:r>
            <a:endParaRPr i="1" sz="600">
              <a:solidFill>
                <a:srgbClr val="666666"/>
              </a:solidFill>
              <a:latin typeface="Arvo"/>
              <a:ea typeface="Arvo"/>
              <a:cs typeface="Arvo"/>
              <a:sym typeface="Arvo"/>
            </a:endParaRPr>
          </a:p>
        </p:txBody>
      </p:sp>
      <p:sp>
        <p:nvSpPr>
          <p:cNvPr id="1848" name="Google Shape;1848;p36"/>
          <p:cNvSpPr/>
          <p:nvPr/>
        </p:nvSpPr>
        <p:spPr>
          <a:xfrm>
            <a:off x="2504975" y="1537403"/>
            <a:ext cx="6822000" cy="472200"/>
          </a:xfrm>
          <a:prstGeom prst="roundRect">
            <a:avLst>
              <a:gd fmla="val 9351"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1849" name="Google Shape;1849;p36"/>
          <p:cNvSpPr/>
          <p:nvPr/>
        </p:nvSpPr>
        <p:spPr>
          <a:xfrm>
            <a:off x="2505200" y="2126001"/>
            <a:ext cx="6822000" cy="2534100"/>
          </a:xfrm>
          <a:prstGeom prst="roundRect">
            <a:avLst>
              <a:gd fmla="val 3991" name="adj"/>
            </a:avLst>
          </a:prstGeom>
          <a:solidFill>
            <a:srgbClr val="EFEFEF"/>
          </a:solidFill>
          <a:ln cap="flat" cmpd="sng" w="9525">
            <a:solidFill>
              <a:srgbClr val="F3F3F3"/>
            </a:solidFill>
            <a:prstDash val="solid"/>
            <a:round/>
            <a:headEnd len="sm" w="sm" type="none"/>
            <a:tailEnd len="sm" w="sm" type="none"/>
          </a:ln>
        </p:spPr>
        <p:txBody>
          <a:bodyPr anchorCtr="0" anchor="t"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1850" name="Google Shape;1850;p36"/>
          <p:cNvSpPr txBox="1"/>
          <p:nvPr/>
        </p:nvSpPr>
        <p:spPr>
          <a:xfrm>
            <a:off x="752801" y="5433989"/>
            <a:ext cx="1648800" cy="232500"/>
          </a:xfrm>
          <a:prstGeom prst="rect">
            <a:avLst/>
          </a:prstGeom>
          <a:noFill/>
          <a:ln>
            <a:noFill/>
          </a:ln>
        </p:spPr>
        <p:txBody>
          <a:bodyPr anchorCtr="0" anchor="ctr" bIns="0" lIns="0" spcFirstLastPara="1" rIns="0" wrap="square" tIns="0">
            <a:noAutofit/>
          </a:bodyPr>
          <a:lstStyle/>
          <a:p>
            <a:pPr indent="0" lvl="0" marL="0" rtl="0" algn="r">
              <a:spcBef>
                <a:spcPts val="0"/>
              </a:spcBef>
              <a:spcAft>
                <a:spcPts val="0"/>
              </a:spcAft>
              <a:buNone/>
            </a:pPr>
            <a:r>
              <a:rPr b="1" lang="es-419" sz="1100">
                <a:latin typeface="Arvo"/>
                <a:ea typeface="Arvo"/>
                <a:cs typeface="Arvo"/>
                <a:sym typeface="Arvo"/>
              </a:rPr>
              <a:t>Meta Cliente:</a:t>
            </a:r>
            <a:endParaRPr b="1" sz="1100">
              <a:latin typeface="Arvo"/>
              <a:ea typeface="Arvo"/>
              <a:cs typeface="Arvo"/>
              <a:sym typeface="Arvo"/>
            </a:endParaRPr>
          </a:p>
          <a:p>
            <a:pPr indent="0" lvl="0" marL="0" rtl="0" algn="r">
              <a:spcBef>
                <a:spcPts val="0"/>
              </a:spcBef>
              <a:spcAft>
                <a:spcPts val="0"/>
              </a:spcAft>
              <a:buNone/>
            </a:pPr>
            <a:r>
              <a:rPr b="1" i="1" lang="es-419" sz="600">
                <a:latin typeface="Arvo"/>
                <a:ea typeface="Arvo"/>
                <a:cs typeface="Arvo"/>
                <a:sym typeface="Arvo"/>
              </a:rPr>
              <a:t> </a:t>
            </a:r>
            <a:r>
              <a:rPr i="1" lang="es-419" sz="600">
                <a:solidFill>
                  <a:srgbClr val="666666"/>
                </a:solidFill>
                <a:latin typeface="Arvo"/>
                <a:ea typeface="Arvo"/>
                <a:cs typeface="Arvo"/>
                <a:sym typeface="Arvo"/>
              </a:rPr>
              <a:t>&lt;ej: Cita reservada, Recibir producto&gt;</a:t>
            </a:r>
            <a:endParaRPr i="1" sz="600">
              <a:solidFill>
                <a:srgbClr val="666666"/>
              </a:solidFill>
              <a:latin typeface="Arvo"/>
              <a:ea typeface="Arvo"/>
              <a:cs typeface="Arvo"/>
              <a:sym typeface="Arvo"/>
            </a:endParaRPr>
          </a:p>
        </p:txBody>
      </p:sp>
      <p:sp>
        <p:nvSpPr>
          <p:cNvPr id="1851" name="Google Shape;1851;p36"/>
          <p:cNvSpPr/>
          <p:nvPr/>
        </p:nvSpPr>
        <p:spPr>
          <a:xfrm>
            <a:off x="2504925" y="5378489"/>
            <a:ext cx="6822000" cy="343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1852" name="Google Shape;1852;p36"/>
          <p:cNvSpPr txBox="1"/>
          <p:nvPr/>
        </p:nvSpPr>
        <p:spPr>
          <a:xfrm>
            <a:off x="752801" y="5957982"/>
            <a:ext cx="1648800" cy="366300"/>
          </a:xfrm>
          <a:prstGeom prst="rect">
            <a:avLst/>
          </a:prstGeom>
          <a:noFill/>
          <a:ln>
            <a:noFill/>
          </a:ln>
        </p:spPr>
        <p:txBody>
          <a:bodyPr anchorCtr="0" anchor="ctr" bIns="0" lIns="0" spcFirstLastPara="1" rIns="0" wrap="square" tIns="0">
            <a:spAutoFit/>
          </a:bodyPr>
          <a:lstStyle/>
          <a:p>
            <a:pPr indent="0" lvl="0" marL="0" marR="0" rtl="0" algn="r">
              <a:lnSpc>
                <a:spcPct val="85000"/>
              </a:lnSpc>
              <a:spcBef>
                <a:spcPts val="0"/>
              </a:spcBef>
              <a:spcAft>
                <a:spcPts val="0"/>
              </a:spcAft>
              <a:buNone/>
            </a:pPr>
            <a:r>
              <a:rPr b="1" lang="es-419" sz="1100">
                <a:latin typeface="Arvo"/>
                <a:ea typeface="Arvo"/>
                <a:cs typeface="Arvo"/>
                <a:sym typeface="Arvo"/>
              </a:rPr>
              <a:t>Meta Empresa:</a:t>
            </a:r>
            <a:endParaRPr b="1" sz="1100">
              <a:latin typeface="Arvo"/>
              <a:ea typeface="Arvo"/>
              <a:cs typeface="Arvo"/>
              <a:sym typeface="Arvo"/>
            </a:endParaRPr>
          </a:p>
          <a:p>
            <a:pPr indent="0" lvl="0" marL="0" marR="0" rtl="0" algn="r">
              <a:lnSpc>
                <a:spcPct val="85000"/>
              </a:lnSpc>
              <a:spcBef>
                <a:spcPts val="0"/>
              </a:spcBef>
              <a:spcAft>
                <a:spcPts val="0"/>
              </a:spcAft>
              <a:buNone/>
            </a:pPr>
            <a:r>
              <a:rPr b="1" lang="es-419" sz="750">
                <a:latin typeface="Arvo"/>
                <a:ea typeface="Arvo"/>
                <a:cs typeface="Arvo"/>
                <a:sym typeface="Arvo"/>
              </a:rPr>
              <a:t>[Meta =&lt;sustantivo&gt;&lt;adjetivo&gt;]</a:t>
            </a:r>
            <a:r>
              <a:rPr b="1" lang="es-419" sz="1100">
                <a:solidFill>
                  <a:schemeClr val="dk1"/>
                </a:solidFill>
              </a:rPr>
              <a:t> </a:t>
            </a:r>
            <a:endParaRPr b="1" sz="1100">
              <a:solidFill>
                <a:schemeClr val="dk1"/>
              </a:solidFill>
            </a:endParaRPr>
          </a:p>
          <a:p>
            <a:pPr indent="0" lvl="0" marL="0" marR="0" rtl="0" algn="r">
              <a:lnSpc>
                <a:spcPct val="85000"/>
              </a:lnSpc>
              <a:spcBef>
                <a:spcPts val="0"/>
              </a:spcBef>
              <a:spcAft>
                <a:spcPts val="0"/>
              </a:spcAft>
              <a:buNone/>
            </a:pPr>
            <a:r>
              <a:rPr i="1" lang="es-419" sz="600">
                <a:solidFill>
                  <a:srgbClr val="666666"/>
                </a:solidFill>
                <a:latin typeface="Arvo"/>
                <a:ea typeface="Arvo"/>
                <a:cs typeface="Arvo"/>
                <a:sym typeface="Arvo"/>
              </a:rPr>
              <a:t>&lt; ej:Cita Reservada&gt;</a:t>
            </a:r>
            <a:endParaRPr b="1" i="1" sz="900">
              <a:latin typeface="Arvo"/>
              <a:ea typeface="Arvo"/>
              <a:cs typeface="Arvo"/>
              <a:sym typeface="Arvo"/>
            </a:endParaRPr>
          </a:p>
        </p:txBody>
      </p:sp>
      <p:sp>
        <p:nvSpPr>
          <p:cNvPr id="1853" name="Google Shape;1853;p36"/>
          <p:cNvSpPr txBox="1"/>
          <p:nvPr/>
        </p:nvSpPr>
        <p:spPr>
          <a:xfrm>
            <a:off x="753551" y="1554664"/>
            <a:ext cx="1647300" cy="261600"/>
          </a:xfrm>
          <a:prstGeom prst="rect">
            <a:avLst/>
          </a:prstGeom>
          <a:noFill/>
          <a:ln>
            <a:noFill/>
          </a:ln>
        </p:spPr>
        <p:txBody>
          <a:bodyPr anchorCtr="0" anchor="ctr" bIns="0" lIns="0" spcFirstLastPara="1" rIns="0" wrap="square" tIns="0">
            <a:spAutoFit/>
          </a:bodyPr>
          <a:lstStyle/>
          <a:p>
            <a:pPr indent="0" lvl="0" marL="0" rtl="0" algn="r">
              <a:spcBef>
                <a:spcPts val="0"/>
              </a:spcBef>
              <a:spcAft>
                <a:spcPts val="0"/>
              </a:spcAft>
              <a:buNone/>
            </a:pPr>
            <a:r>
              <a:rPr b="1" lang="es-419" sz="1100">
                <a:latin typeface="Arvo"/>
                <a:ea typeface="Arvo"/>
                <a:cs typeface="Arvo"/>
                <a:sym typeface="Arvo"/>
              </a:rPr>
              <a:t>Precondición:</a:t>
            </a:r>
            <a:endParaRPr b="1" sz="1100">
              <a:latin typeface="Arvo"/>
              <a:ea typeface="Arvo"/>
              <a:cs typeface="Arvo"/>
              <a:sym typeface="Arvo"/>
            </a:endParaRPr>
          </a:p>
          <a:p>
            <a:pPr indent="0" lvl="0" marL="0" rtl="0" algn="r">
              <a:spcBef>
                <a:spcPts val="0"/>
              </a:spcBef>
              <a:spcAft>
                <a:spcPts val="0"/>
              </a:spcAft>
              <a:buNone/>
            </a:pPr>
            <a:r>
              <a:rPr i="1" lang="es-419" sz="600">
                <a:solidFill>
                  <a:srgbClr val="666666"/>
                </a:solidFill>
                <a:latin typeface="Arvo"/>
                <a:ea typeface="Arvo"/>
                <a:cs typeface="Arvo"/>
                <a:sym typeface="Arvo"/>
              </a:rPr>
              <a:t>&lt;ej: El comprador debe estar registrado&gt;</a:t>
            </a:r>
            <a:endParaRPr i="1" sz="600">
              <a:solidFill>
                <a:srgbClr val="666666"/>
              </a:solidFill>
              <a:latin typeface="Arvo"/>
              <a:ea typeface="Arvo"/>
              <a:cs typeface="Arvo"/>
              <a:sym typeface="Arvo"/>
            </a:endParaRPr>
          </a:p>
        </p:txBody>
      </p:sp>
      <p:sp>
        <p:nvSpPr>
          <p:cNvPr id="1854" name="Google Shape;1854;p36"/>
          <p:cNvSpPr/>
          <p:nvPr/>
        </p:nvSpPr>
        <p:spPr>
          <a:xfrm>
            <a:off x="2503775" y="4779372"/>
            <a:ext cx="6823200" cy="472200"/>
          </a:xfrm>
          <a:prstGeom prst="roundRect">
            <a:avLst>
              <a:gd fmla="val 896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1855" name="Google Shape;1855;p36"/>
          <p:cNvSpPr txBox="1"/>
          <p:nvPr>
            <p:ph idx="1" type="subTitle"/>
          </p:nvPr>
        </p:nvSpPr>
        <p:spPr>
          <a:xfrm flipH="1">
            <a:off x="2504363" y="1003698"/>
            <a:ext cx="6822000" cy="342000"/>
          </a:xfrm>
          <a:prstGeom prst="rect">
            <a:avLst/>
          </a:prstGeom>
          <a:noFill/>
          <a:ln>
            <a:noFill/>
          </a:ln>
        </p:spPr>
        <p:txBody>
          <a:bodyPr anchorCtr="0" anchor="ctr" bIns="36000" lIns="36000" spcFirstLastPara="1" rIns="36000" wrap="square" tIns="36000">
            <a:noAutofit/>
          </a:bodyPr>
          <a:lstStyle>
            <a:lvl1pPr lvl="0" rtl="0">
              <a:lnSpc>
                <a:spcPct val="90000"/>
              </a:lnSpc>
              <a:spcBef>
                <a:spcPts val="0"/>
              </a:spcBef>
              <a:spcAft>
                <a:spcPts val="0"/>
              </a:spcAft>
              <a:buClr>
                <a:srgbClr val="000000"/>
              </a:buClr>
              <a:buSzPts val="1000"/>
              <a:buFont typeface="Arvo"/>
              <a:buNone/>
              <a:defRPr sz="1000">
                <a:solidFill>
                  <a:srgbClr val="000000"/>
                </a:solidFill>
                <a:latin typeface="Arvo"/>
                <a:ea typeface="Arvo"/>
                <a:cs typeface="Arvo"/>
                <a:sym typeface="Arvo"/>
              </a:defRPr>
            </a:lvl1pPr>
            <a:lvl2pPr lvl="1" rtl="0">
              <a:lnSpc>
                <a:spcPct val="90000"/>
              </a:lnSpc>
              <a:spcBef>
                <a:spcPts val="0"/>
              </a:spcBef>
              <a:spcAft>
                <a:spcPts val="0"/>
              </a:spcAft>
              <a:buClr>
                <a:srgbClr val="000000"/>
              </a:buClr>
              <a:buSzPts val="1000"/>
              <a:buNone/>
              <a:defRPr sz="1000">
                <a:solidFill>
                  <a:srgbClr val="000000"/>
                </a:solidFill>
              </a:defRPr>
            </a:lvl2pPr>
            <a:lvl3pPr lvl="2" rtl="0">
              <a:lnSpc>
                <a:spcPct val="90000"/>
              </a:lnSpc>
              <a:spcBef>
                <a:spcPts val="0"/>
              </a:spcBef>
              <a:spcAft>
                <a:spcPts val="0"/>
              </a:spcAft>
              <a:buClr>
                <a:srgbClr val="000000"/>
              </a:buClr>
              <a:buSzPts val="1000"/>
              <a:buNone/>
              <a:defRPr sz="1000">
                <a:solidFill>
                  <a:srgbClr val="000000"/>
                </a:solidFill>
              </a:defRPr>
            </a:lvl3pPr>
            <a:lvl4pPr lvl="3" rtl="0">
              <a:lnSpc>
                <a:spcPct val="90000"/>
              </a:lnSpc>
              <a:spcBef>
                <a:spcPts val="0"/>
              </a:spcBef>
              <a:spcAft>
                <a:spcPts val="0"/>
              </a:spcAft>
              <a:buClr>
                <a:srgbClr val="000000"/>
              </a:buClr>
              <a:buSzPts val="1000"/>
              <a:buNone/>
              <a:defRPr sz="1000">
                <a:solidFill>
                  <a:srgbClr val="000000"/>
                </a:solidFill>
              </a:defRPr>
            </a:lvl4pPr>
            <a:lvl5pPr lvl="4" rtl="0">
              <a:lnSpc>
                <a:spcPct val="90000"/>
              </a:lnSpc>
              <a:spcBef>
                <a:spcPts val="0"/>
              </a:spcBef>
              <a:spcAft>
                <a:spcPts val="0"/>
              </a:spcAft>
              <a:buClr>
                <a:srgbClr val="000000"/>
              </a:buClr>
              <a:buSzPts val="1000"/>
              <a:buNone/>
              <a:defRPr sz="1000">
                <a:solidFill>
                  <a:srgbClr val="000000"/>
                </a:solidFill>
              </a:defRPr>
            </a:lvl5pPr>
            <a:lvl6pPr lvl="5" rtl="0">
              <a:lnSpc>
                <a:spcPct val="90000"/>
              </a:lnSpc>
              <a:spcBef>
                <a:spcPts val="0"/>
              </a:spcBef>
              <a:spcAft>
                <a:spcPts val="0"/>
              </a:spcAft>
              <a:buClr>
                <a:srgbClr val="000000"/>
              </a:buClr>
              <a:buSzPts val="1000"/>
              <a:buNone/>
              <a:defRPr sz="1000">
                <a:solidFill>
                  <a:srgbClr val="000000"/>
                </a:solidFill>
              </a:defRPr>
            </a:lvl6pPr>
            <a:lvl7pPr lvl="6" rtl="0">
              <a:lnSpc>
                <a:spcPct val="90000"/>
              </a:lnSpc>
              <a:spcBef>
                <a:spcPts val="0"/>
              </a:spcBef>
              <a:spcAft>
                <a:spcPts val="0"/>
              </a:spcAft>
              <a:buClr>
                <a:srgbClr val="000000"/>
              </a:buClr>
              <a:buSzPts val="1000"/>
              <a:buNone/>
              <a:defRPr sz="1000">
                <a:solidFill>
                  <a:srgbClr val="000000"/>
                </a:solidFill>
              </a:defRPr>
            </a:lvl7pPr>
            <a:lvl8pPr lvl="7" rtl="0">
              <a:lnSpc>
                <a:spcPct val="90000"/>
              </a:lnSpc>
              <a:spcBef>
                <a:spcPts val="0"/>
              </a:spcBef>
              <a:spcAft>
                <a:spcPts val="0"/>
              </a:spcAft>
              <a:buClr>
                <a:srgbClr val="000000"/>
              </a:buClr>
              <a:buSzPts val="1000"/>
              <a:buNone/>
              <a:defRPr sz="1000">
                <a:solidFill>
                  <a:srgbClr val="000000"/>
                </a:solidFill>
              </a:defRPr>
            </a:lvl8pPr>
            <a:lvl9pPr lvl="8" rtl="0">
              <a:lnSpc>
                <a:spcPct val="90000"/>
              </a:lnSpc>
              <a:spcBef>
                <a:spcPts val="0"/>
              </a:spcBef>
              <a:spcAft>
                <a:spcPts val="0"/>
              </a:spcAft>
              <a:buClr>
                <a:srgbClr val="000000"/>
              </a:buClr>
              <a:buSzPts val="1000"/>
              <a:buNone/>
              <a:defRPr sz="1000">
                <a:solidFill>
                  <a:srgbClr val="000000"/>
                </a:solidFill>
              </a:defRPr>
            </a:lvl9pPr>
          </a:lstStyle>
          <a:p/>
        </p:txBody>
      </p:sp>
      <p:sp>
        <p:nvSpPr>
          <p:cNvPr id="1856" name="Google Shape;1856;p36"/>
          <p:cNvSpPr txBox="1"/>
          <p:nvPr>
            <p:ph idx="4" type="subTitle"/>
          </p:nvPr>
        </p:nvSpPr>
        <p:spPr>
          <a:xfrm>
            <a:off x="2504975" y="1540102"/>
            <a:ext cx="6822000" cy="472200"/>
          </a:xfrm>
          <a:prstGeom prst="rect">
            <a:avLst/>
          </a:prstGeom>
          <a:noFill/>
          <a:ln>
            <a:noFill/>
          </a:ln>
        </p:spPr>
        <p:txBody>
          <a:bodyPr anchorCtr="0" anchor="t" bIns="36000" lIns="36000" spcFirstLastPara="1" rIns="36000" wrap="square" tIns="36000">
            <a:noAutofit/>
          </a:bodyPr>
          <a:lstStyle>
            <a:lvl1pPr lvl="0" rtl="0">
              <a:lnSpc>
                <a:spcPct val="90000"/>
              </a:lnSpc>
              <a:spcBef>
                <a:spcPts val="0"/>
              </a:spcBef>
              <a:spcAft>
                <a:spcPts val="0"/>
              </a:spcAft>
              <a:buClr>
                <a:srgbClr val="000000"/>
              </a:buClr>
              <a:buSzPts val="1000"/>
              <a:buFont typeface="Arvo"/>
              <a:buNone/>
              <a:defRPr sz="1000">
                <a:solidFill>
                  <a:srgbClr val="000000"/>
                </a:solidFill>
                <a:latin typeface="Arvo"/>
                <a:ea typeface="Arvo"/>
                <a:cs typeface="Arvo"/>
                <a:sym typeface="Arvo"/>
              </a:defRPr>
            </a:lvl1pPr>
            <a:lvl2pPr lvl="1" rtl="0">
              <a:lnSpc>
                <a:spcPct val="90000"/>
              </a:lnSpc>
              <a:spcBef>
                <a:spcPts val="0"/>
              </a:spcBef>
              <a:spcAft>
                <a:spcPts val="0"/>
              </a:spcAft>
              <a:buClr>
                <a:srgbClr val="000000"/>
              </a:buClr>
              <a:buSzPts val="1000"/>
              <a:buNone/>
              <a:defRPr sz="1000">
                <a:solidFill>
                  <a:srgbClr val="000000"/>
                </a:solidFill>
              </a:defRPr>
            </a:lvl2pPr>
            <a:lvl3pPr lvl="2" rtl="0">
              <a:lnSpc>
                <a:spcPct val="90000"/>
              </a:lnSpc>
              <a:spcBef>
                <a:spcPts val="0"/>
              </a:spcBef>
              <a:spcAft>
                <a:spcPts val="0"/>
              </a:spcAft>
              <a:buClr>
                <a:srgbClr val="000000"/>
              </a:buClr>
              <a:buSzPts val="1000"/>
              <a:buNone/>
              <a:defRPr sz="1000">
                <a:solidFill>
                  <a:srgbClr val="000000"/>
                </a:solidFill>
              </a:defRPr>
            </a:lvl3pPr>
            <a:lvl4pPr lvl="3" rtl="0">
              <a:lnSpc>
                <a:spcPct val="90000"/>
              </a:lnSpc>
              <a:spcBef>
                <a:spcPts val="0"/>
              </a:spcBef>
              <a:spcAft>
                <a:spcPts val="0"/>
              </a:spcAft>
              <a:buClr>
                <a:srgbClr val="000000"/>
              </a:buClr>
              <a:buSzPts val="1000"/>
              <a:buNone/>
              <a:defRPr sz="1000">
                <a:solidFill>
                  <a:srgbClr val="000000"/>
                </a:solidFill>
              </a:defRPr>
            </a:lvl4pPr>
            <a:lvl5pPr lvl="4" rtl="0">
              <a:lnSpc>
                <a:spcPct val="90000"/>
              </a:lnSpc>
              <a:spcBef>
                <a:spcPts val="0"/>
              </a:spcBef>
              <a:spcAft>
                <a:spcPts val="0"/>
              </a:spcAft>
              <a:buClr>
                <a:srgbClr val="000000"/>
              </a:buClr>
              <a:buSzPts val="1000"/>
              <a:buNone/>
              <a:defRPr sz="1000">
                <a:solidFill>
                  <a:srgbClr val="000000"/>
                </a:solidFill>
              </a:defRPr>
            </a:lvl5pPr>
            <a:lvl6pPr lvl="5" rtl="0">
              <a:lnSpc>
                <a:spcPct val="90000"/>
              </a:lnSpc>
              <a:spcBef>
                <a:spcPts val="0"/>
              </a:spcBef>
              <a:spcAft>
                <a:spcPts val="0"/>
              </a:spcAft>
              <a:buClr>
                <a:srgbClr val="000000"/>
              </a:buClr>
              <a:buSzPts val="1000"/>
              <a:buNone/>
              <a:defRPr sz="1000">
                <a:solidFill>
                  <a:srgbClr val="000000"/>
                </a:solidFill>
              </a:defRPr>
            </a:lvl6pPr>
            <a:lvl7pPr lvl="6" rtl="0">
              <a:lnSpc>
                <a:spcPct val="90000"/>
              </a:lnSpc>
              <a:spcBef>
                <a:spcPts val="0"/>
              </a:spcBef>
              <a:spcAft>
                <a:spcPts val="0"/>
              </a:spcAft>
              <a:buClr>
                <a:srgbClr val="000000"/>
              </a:buClr>
              <a:buSzPts val="1000"/>
              <a:buNone/>
              <a:defRPr sz="1000">
                <a:solidFill>
                  <a:srgbClr val="000000"/>
                </a:solidFill>
              </a:defRPr>
            </a:lvl7pPr>
            <a:lvl8pPr lvl="7" rtl="0">
              <a:lnSpc>
                <a:spcPct val="90000"/>
              </a:lnSpc>
              <a:spcBef>
                <a:spcPts val="0"/>
              </a:spcBef>
              <a:spcAft>
                <a:spcPts val="0"/>
              </a:spcAft>
              <a:buClr>
                <a:srgbClr val="000000"/>
              </a:buClr>
              <a:buSzPts val="1000"/>
              <a:buNone/>
              <a:defRPr sz="1000">
                <a:solidFill>
                  <a:srgbClr val="000000"/>
                </a:solidFill>
              </a:defRPr>
            </a:lvl8pPr>
            <a:lvl9pPr lvl="8" rtl="0">
              <a:lnSpc>
                <a:spcPct val="90000"/>
              </a:lnSpc>
              <a:spcBef>
                <a:spcPts val="0"/>
              </a:spcBef>
              <a:spcAft>
                <a:spcPts val="0"/>
              </a:spcAft>
              <a:buClr>
                <a:srgbClr val="000000"/>
              </a:buClr>
              <a:buSzPts val="1000"/>
              <a:buNone/>
              <a:defRPr sz="1000">
                <a:solidFill>
                  <a:srgbClr val="000000"/>
                </a:solidFill>
              </a:defRPr>
            </a:lvl9pPr>
          </a:lstStyle>
          <a:p/>
        </p:txBody>
      </p:sp>
      <p:sp>
        <p:nvSpPr>
          <p:cNvPr id="1857" name="Google Shape;1857;p36"/>
          <p:cNvSpPr txBox="1"/>
          <p:nvPr>
            <p:ph idx="5" type="subTitle"/>
          </p:nvPr>
        </p:nvSpPr>
        <p:spPr>
          <a:xfrm>
            <a:off x="2505200" y="2140250"/>
            <a:ext cx="6822000" cy="2476200"/>
          </a:xfrm>
          <a:prstGeom prst="rect">
            <a:avLst/>
          </a:prstGeom>
          <a:noFill/>
          <a:ln>
            <a:noFill/>
          </a:ln>
        </p:spPr>
        <p:txBody>
          <a:bodyPr anchorCtr="0" anchor="t" bIns="36000" lIns="36000" spcFirstLastPara="1" rIns="36000" wrap="square" tIns="36000">
            <a:noAutofit/>
          </a:bodyPr>
          <a:lstStyle>
            <a:lvl1pPr lvl="0" rtl="0">
              <a:lnSpc>
                <a:spcPct val="90000"/>
              </a:lnSpc>
              <a:spcBef>
                <a:spcPts val="0"/>
              </a:spcBef>
              <a:spcAft>
                <a:spcPts val="0"/>
              </a:spcAft>
              <a:buClr>
                <a:srgbClr val="000000"/>
              </a:buClr>
              <a:buSzPts val="1000"/>
              <a:buFont typeface="Arvo"/>
              <a:buNone/>
              <a:defRPr sz="1000">
                <a:solidFill>
                  <a:srgbClr val="000000"/>
                </a:solidFill>
                <a:latin typeface="Arvo"/>
                <a:ea typeface="Arvo"/>
                <a:cs typeface="Arvo"/>
                <a:sym typeface="Arvo"/>
              </a:defRPr>
            </a:lvl1pPr>
            <a:lvl2pPr lvl="1" rtl="0">
              <a:lnSpc>
                <a:spcPct val="90000"/>
              </a:lnSpc>
              <a:spcBef>
                <a:spcPts val="0"/>
              </a:spcBef>
              <a:spcAft>
                <a:spcPts val="0"/>
              </a:spcAft>
              <a:buClr>
                <a:srgbClr val="000000"/>
              </a:buClr>
              <a:buSzPts val="1000"/>
              <a:buNone/>
              <a:defRPr sz="1000">
                <a:solidFill>
                  <a:srgbClr val="000000"/>
                </a:solidFill>
              </a:defRPr>
            </a:lvl2pPr>
            <a:lvl3pPr lvl="2" rtl="0">
              <a:lnSpc>
                <a:spcPct val="90000"/>
              </a:lnSpc>
              <a:spcBef>
                <a:spcPts val="0"/>
              </a:spcBef>
              <a:spcAft>
                <a:spcPts val="0"/>
              </a:spcAft>
              <a:buClr>
                <a:srgbClr val="000000"/>
              </a:buClr>
              <a:buSzPts val="1000"/>
              <a:buNone/>
              <a:defRPr sz="1000">
                <a:solidFill>
                  <a:srgbClr val="000000"/>
                </a:solidFill>
              </a:defRPr>
            </a:lvl3pPr>
            <a:lvl4pPr lvl="3" rtl="0">
              <a:lnSpc>
                <a:spcPct val="90000"/>
              </a:lnSpc>
              <a:spcBef>
                <a:spcPts val="0"/>
              </a:spcBef>
              <a:spcAft>
                <a:spcPts val="0"/>
              </a:spcAft>
              <a:buClr>
                <a:srgbClr val="000000"/>
              </a:buClr>
              <a:buSzPts val="1000"/>
              <a:buNone/>
              <a:defRPr sz="1000">
                <a:solidFill>
                  <a:srgbClr val="000000"/>
                </a:solidFill>
              </a:defRPr>
            </a:lvl4pPr>
            <a:lvl5pPr lvl="4" rtl="0">
              <a:lnSpc>
                <a:spcPct val="90000"/>
              </a:lnSpc>
              <a:spcBef>
                <a:spcPts val="0"/>
              </a:spcBef>
              <a:spcAft>
                <a:spcPts val="0"/>
              </a:spcAft>
              <a:buClr>
                <a:srgbClr val="000000"/>
              </a:buClr>
              <a:buSzPts val="1000"/>
              <a:buNone/>
              <a:defRPr sz="1000">
                <a:solidFill>
                  <a:srgbClr val="000000"/>
                </a:solidFill>
              </a:defRPr>
            </a:lvl5pPr>
            <a:lvl6pPr lvl="5" rtl="0">
              <a:lnSpc>
                <a:spcPct val="90000"/>
              </a:lnSpc>
              <a:spcBef>
                <a:spcPts val="0"/>
              </a:spcBef>
              <a:spcAft>
                <a:spcPts val="0"/>
              </a:spcAft>
              <a:buClr>
                <a:srgbClr val="000000"/>
              </a:buClr>
              <a:buSzPts val="1000"/>
              <a:buNone/>
              <a:defRPr sz="1000">
                <a:solidFill>
                  <a:srgbClr val="000000"/>
                </a:solidFill>
              </a:defRPr>
            </a:lvl6pPr>
            <a:lvl7pPr lvl="6" rtl="0">
              <a:lnSpc>
                <a:spcPct val="90000"/>
              </a:lnSpc>
              <a:spcBef>
                <a:spcPts val="0"/>
              </a:spcBef>
              <a:spcAft>
                <a:spcPts val="0"/>
              </a:spcAft>
              <a:buClr>
                <a:srgbClr val="000000"/>
              </a:buClr>
              <a:buSzPts val="1000"/>
              <a:buNone/>
              <a:defRPr sz="1000">
                <a:solidFill>
                  <a:srgbClr val="000000"/>
                </a:solidFill>
              </a:defRPr>
            </a:lvl7pPr>
            <a:lvl8pPr lvl="7" rtl="0">
              <a:lnSpc>
                <a:spcPct val="90000"/>
              </a:lnSpc>
              <a:spcBef>
                <a:spcPts val="0"/>
              </a:spcBef>
              <a:spcAft>
                <a:spcPts val="0"/>
              </a:spcAft>
              <a:buClr>
                <a:srgbClr val="000000"/>
              </a:buClr>
              <a:buSzPts val="1000"/>
              <a:buNone/>
              <a:defRPr sz="1000">
                <a:solidFill>
                  <a:srgbClr val="000000"/>
                </a:solidFill>
              </a:defRPr>
            </a:lvl8pPr>
            <a:lvl9pPr lvl="8" rtl="0">
              <a:lnSpc>
                <a:spcPct val="90000"/>
              </a:lnSpc>
              <a:spcBef>
                <a:spcPts val="0"/>
              </a:spcBef>
              <a:spcAft>
                <a:spcPts val="0"/>
              </a:spcAft>
              <a:buClr>
                <a:srgbClr val="000000"/>
              </a:buClr>
              <a:buSzPts val="1000"/>
              <a:buNone/>
              <a:defRPr sz="1000">
                <a:solidFill>
                  <a:srgbClr val="000000"/>
                </a:solidFill>
              </a:defRPr>
            </a:lvl9pPr>
          </a:lstStyle>
          <a:p/>
        </p:txBody>
      </p:sp>
      <p:sp>
        <p:nvSpPr>
          <p:cNvPr id="1858" name="Google Shape;1858;p36"/>
          <p:cNvSpPr txBox="1"/>
          <p:nvPr>
            <p:ph idx="6" type="subTitle"/>
          </p:nvPr>
        </p:nvSpPr>
        <p:spPr>
          <a:xfrm>
            <a:off x="2508875" y="4779371"/>
            <a:ext cx="6813000" cy="421200"/>
          </a:xfrm>
          <a:prstGeom prst="rect">
            <a:avLst/>
          </a:prstGeom>
          <a:noFill/>
          <a:ln>
            <a:noFill/>
          </a:ln>
        </p:spPr>
        <p:txBody>
          <a:bodyPr anchorCtr="0" anchor="t" bIns="36000" lIns="36000" spcFirstLastPara="1" rIns="36000" wrap="square" tIns="36000">
            <a:noAutofit/>
          </a:bodyPr>
          <a:lstStyle>
            <a:lvl1pPr lvl="0" rtl="0">
              <a:lnSpc>
                <a:spcPct val="90000"/>
              </a:lnSpc>
              <a:spcBef>
                <a:spcPts val="0"/>
              </a:spcBef>
              <a:spcAft>
                <a:spcPts val="0"/>
              </a:spcAft>
              <a:buClr>
                <a:srgbClr val="000000"/>
              </a:buClr>
              <a:buSzPts val="1000"/>
              <a:buFont typeface="Arvo"/>
              <a:buNone/>
              <a:defRPr sz="1000">
                <a:solidFill>
                  <a:srgbClr val="000000"/>
                </a:solidFill>
                <a:latin typeface="Arvo"/>
                <a:ea typeface="Arvo"/>
                <a:cs typeface="Arvo"/>
                <a:sym typeface="Arvo"/>
              </a:defRPr>
            </a:lvl1pPr>
            <a:lvl2pPr lvl="1" rtl="0">
              <a:lnSpc>
                <a:spcPct val="90000"/>
              </a:lnSpc>
              <a:spcBef>
                <a:spcPts val="0"/>
              </a:spcBef>
              <a:spcAft>
                <a:spcPts val="0"/>
              </a:spcAft>
              <a:buClr>
                <a:srgbClr val="000000"/>
              </a:buClr>
              <a:buSzPts val="1000"/>
              <a:buNone/>
              <a:defRPr sz="1000">
                <a:solidFill>
                  <a:srgbClr val="000000"/>
                </a:solidFill>
              </a:defRPr>
            </a:lvl2pPr>
            <a:lvl3pPr lvl="2" rtl="0">
              <a:lnSpc>
                <a:spcPct val="90000"/>
              </a:lnSpc>
              <a:spcBef>
                <a:spcPts val="0"/>
              </a:spcBef>
              <a:spcAft>
                <a:spcPts val="0"/>
              </a:spcAft>
              <a:buClr>
                <a:srgbClr val="000000"/>
              </a:buClr>
              <a:buSzPts val="1000"/>
              <a:buNone/>
              <a:defRPr sz="1000">
                <a:solidFill>
                  <a:srgbClr val="000000"/>
                </a:solidFill>
              </a:defRPr>
            </a:lvl3pPr>
            <a:lvl4pPr lvl="3" rtl="0">
              <a:lnSpc>
                <a:spcPct val="90000"/>
              </a:lnSpc>
              <a:spcBef>
                <a:spcPts val="0"/>
              </a:spcBef>
              <a:spcAft>
                <a:spcPts val="0"/>
              </a:spcAft>
              <a:buClr>
                <a:srgbClr val="000000"/>
              </a:buClr>
              <a:buSzPts val="1000"/>
              <a:buNone/>
              <a:defRPr sz="1000">
                <a:solidFill>
                  <a:srgbClr val="000000"/>
                </a:solidFill>
              </a:defRPr>
            </a:lvl4pPr>
            <a:lvl5pPr lvl="4" rtl="0">
              <a:lnSpc>
                <a:spcPct val="90000"/>
              </a:lnSpc>
              <a:spcBef>
                <a:spcPts val="0"/>
              </a:spcBef>
              <a:spcAft>
                <a:spcPts val="0"/>
              </a:spcAft>
              <a:buClr>
                <a:srgbClr val="000000"/>
              </a:buClr>
              <a:buSzPts val="1000"/>
              <a:buNone/>
              <a:defRPr sz="1000">
                <a:solidFill>
                  <a:srgbClr val="000000"/>
                </a:solidFill>
              </a:defRPr>
            </a:lvl5pPr>
            <a:lvl6pPr lvl="5" rtl="0">
              <a:lnSpc>
                <a:spcPct val="90000"/>
              </a:lnSpc>
              <a:spcBef>
                <a:spcPts val="0"/>
              </a:spcBef>
              <a:spcAft>
                <a:spcPts val="0"/>
              </a:spcAft>
              <a:buClr>
                <a:srgbClr val="000000"/>
              </a:buClr>
              <a:buSzPts val="1000"/>
              <a:buNone/>
              <a:defRPr sz="1000">
                <a:solidFill>
                  <a:srgbClr val="000000"/>
                </a:solidFill>
              </a:defRPr>
            </a:lvl6pPr>
            <a:lvl7pPr lvl="6" rtl="0">
              <a:lnSpc>
                <a:spcPct val="90000"/>
              </a:lnSpc>
              <a:spcBef>
                <a:spcPts val="0"/>
              </a:spcBef>
              <a:spcAft>
                <a:spcPts val="0"/>
              </a:spcAft>
              <a:buClr>
                <a:srgbClr val="000000"/>
              </a:buClr>
              <a:buSzPts val="1000"/>
              <a:buNone/>
              <a:defRPr sz="1000">
                <a:solidFill>
                  <a:srgbClr val="000000"/>
                </a:solidFill>
              </a:defRPr>
            </a:lvl7pPr>
            <a:lvl8pPr lvl="7" rtl="0">
              <a:lnSpc>
                <a:spcPct val="90000"/>
              </a:lnSpc>
              <a:spcBef>
                <a:spcPts val="0"/>
              </a:spcBef>
              <a:spcAft>
                <a:spcPts val="0"/>
              </a:spcAft>
              <a:buClr>
                <a:srgbClr val="000000"/>
              </a:buClr>
              <a:buSzPts val="1000"/>
              <a:buNone/>
              <a:defRPr sz="1000">
                <a:solidFill>
                  <a:srgbClr val="000000"/>
                </a:solidFill>
              </a:defRPr>
            </a:lvl8pPr>
            <a:lvl9pPr lvl="8" rtl="0">
              <a:lnSpc>
                <a:spcPct val="90000"/>
              </a:lnSpc>
              <a:spcBef>
                <a:spcPts val="0"/>
              </a:spcBef>
              <a:spcAft>
                <a:spcPts val="0"/>
              </a:spcAft>
              <a:buClr>
                <a:srgbClr val="000000"/>
              </a:buClr>
              <a:buSzPts val="1000"/>
              <a:buNone/>
              <a:defRPr sz="1000">
                <a:solidFill>
                  <a:srgbClr val="000000"/>
                </a:solidFill>
              </a:defRPr>
            </a:lvl9pPr>
          </a:lstStyle>
          <a:p/>
        </p:txBody>
      </p:sp>
      <p:sp>
        <p:nvSpPr>
          <p:cNvPr id="1859" name="Google Shape;1859;p36"/>
          <p:cNvSpPr txBox="1"/>
          <p:nvPr>
            <p:ph idx="7" type="subTitle"/>
          </p:nvPr>
        </p:nvSpPr>
        <p:spPr>
          <a:xfrm>
            <a:off x="2504325" y="5379239"/>
            <a:ext cx="6823200" cy="342000"/>
          </a:xfrm>
          <a:prstGeom prst="rect">
            <a:avLst/>
          </a:prstGeom>
          <a:noFill/>
          <a:ln>
            <a:noFill/>
          </a:ln>
        </p:spPr>
        <p:txBody>
          <a:bodyPr anchorCtr="0" anchor="ctr" bIns="36000" lIns="36000" spcFirstLastPara="1" rIns="36000" wrap="square" tIns="36000">
            <a:noAutofit/>
          </a:bodyPr>
          <a:lstStyle>
            <a:lvl1pPr lvl="0" rtl="0">
              <a:lnSpc>
                <a:spcPct val="90000"/>
              </a:lnSpc>
              <a:spcBef>
                <a:spcPts val="0"/>
              </a:spcBef>
              <a:spcAft>
                <a:spcPts val="0"/>
              </a:spcAft>
              <a:buClr>
                <a:srgbClr val="000000"/>
              </a:buClr>
              <a:buSzPts val="1000"/>
              <a:buFont typeface="Arvo"/>
              <a:buNone/>
              <a:defRPr sz="1000">
                <a:solidFill>
                  <a:srgbClr val="000000"/>
                </a:solidFill>
                <a:latin typeface="Arvo"/>
                <a:ea typeface="Arvo"/>
                <a:cs typeface="Arvo"/>
                <a:sym typeface="Arvo"/>
              </a:defRPr>
            </a:lvl1pPr>
            <a:lvl2pPr lvl="1" rtl="0">
              <a:lnSpc>
                <a:spcPct val="90000"/>
              </a:lnSpc>
              <a:spcBef>
                <a:spcPts val="0"/>
              </a:spcBef>
              <a:spcAft>
                <a:spcPts val="0"/>
              </a:spcAft>
              <a:buClr>
                <a:srgbClr val="000000"/>
              </a:buClr>
              <a:buSzPts val="1000"/>
              <a:buNone/>
              <a:defRPr sz="1000">
                <a:solidFill>
                  <a:srgbClr val="000000"/>
                </a:solidFill>
              </a:defRPr>
            </a:lvl2pPr>
            <a:lvl3pPr lvl="2" rtl="0">
              <a:lnSpc>
                <a:spcPct val="90000"/>
              </a:lnSpc>
              <a:spcBef>
                <a:spcPts val="0"/>
              </a:spcBef>
              <a:spcAft>
                <a:spcPts val="0"/>
              </a:spcAft>
              <a:buClr>
                <a:srgbClr val="000000"/>
              </a:buClr>
              <a:buSzPts val="1000"/>
              <a:buNone/>
              <a:defRPr sz="1000">
                <a:solidFill>
                  <a:srgbClr val="000000"/>
                </a:solidFill>
              </a:defRPr>
            </a:lvl3pPr>
            <a:lvl4pPr lvl="3" rtl="0">
              <a:lnSpc>
                <a:spcPct val="90000"/>
              </a:lnSpc>
              <a:spcBef>
                <a:spcPts val="0"/>
              </a:spcBef>
              <a:spcAft>
                <a:spcPts val="0"/>
              </a:spcAft>
              <a:buClr>
                <a:srgbClr val="000000"/>
              </a:buClr>
              <a:buSzPts val="1000"/>
              <a:buNone/>
              <a:defRPr sz="1000">
                <a:solidFill>
                  <a:srgbClr val="000000"/>
                </a:solidFill>
              </a:defRPr>
            </a:lvl4pPr>
            <a:lvl5pPr lvl="4" rtl="0">
              <a:lnSpc>
                <a:spcPct val="90000"/>
              </a:lnSpc>
              <a:spcBef>
                <a:spcPts val="0"/>
              </a:spcBef>
              <a:spcAft>
                <a:spcPts val="0"/>
              </a:spcAft>
              <a:buClr>
                <a:srgbClr val="000000"/>
              </a:buClr>
              <a:buSzPts val="1000"/>
              <a:buNone/>
              <a:defRPr sz="1000">
                <a:solidFill>
                  <a:srgbClr val="000000"/>
                </a:solidFill>
              </a:defRPr>
            </a:lvl5pPr>
            <a:lvl6pPr lvl="5" rtl="0">
              <a:lnSpc>
                <a:spcPct val="90000"/>
              </a:lnSpc>
              <a:spcBef>
                <a:spcPts val="0"/>
              </a:spcBef>
              <a:spcAft>
                <a:spcPts val="0"/>
              </a:spcAft>
              <a:buClr>
                <a:srgbClr val="000000"/>
              </a:buClr>
              <a:buSzPts val="1000"/>
              <a:buNone/>
              <a:defRPr sz="1000">
                <a:solidFill>
                  <a:srgbClr val="000000"/>
                </a:solidFill>
              </a:defRPr>
            </a:lvl6pPr>
            <a:lvl7pPr lvl="6" rtl="0">
              <a:lnSpc>
                <a:spcPct val="90000"/>
              </a:lnSpc>
              <a:spcBef>
                <a:spcPts val="0"/>
              </a:spcBef>
              <a:spcAft>
                <a:spcPts val="0"/>
              </a:spcAft>
              <a:buClr>
                <a:srgbClr val="000000"/>
              </a:buClr>
              <a:buSzPts val="1000"/>
              <a:buNone/>
              <a:defRPr sz="1000">
                <a:solidFill>
                  <a:srgbClr val="000000"/>
                </a:solidFill>
              </a:defRPr>
            </a:lvl7pPr>
            <a:lvl8pPr lvl="7" rtl="0">
              <a:lnSpc>
                <a:spcPct val="90000"/>
              </a:lnSpc>
              <a:spcBef>
                <a:spcPts val="0"/>
              </a:spcBef>
              <a:spcAft>
                <a:spcPts val="0"/>
              </a:spcAft>
              <a:buClr>
                <a:srgbClr val="000000"/>
              </a:buClr>
              <a:buSzPts val="1000"/>
              <a:buNone/>
              <a:defRPr sz="1000">
                <a:solidFill>
                  <a:srgbClr val="000000"/>
                </a:solidFill>
              </a:defRPr>
            </a:lvl8pPr>
            <a:lvl9pPr lvl="8" rtl="0">
              <a:lnSpc>
                <a:spcPct val="90000"/>
              </a:lnSpc>
              <a:spcBef>
                <a:spcPts val="0"/>
              </a:spcBef>
              <a:spcAft>
                <a:spcPts val="0"/>
              </a:spcAft>
              <a:buClr>
                <a:srgbClr val="000000"/>
              </a:buClr>
              <a:buSzPts val="1000"/>
              <a:buNone/>
              <a:defRPr sz="1000">
                <a:solidFill>
                  <a:srgbClr val="000000"/>
                </a:solidFill>
              </a:defRPr>
            </a:lvl9pPr>
          </a:lstStyle>
          <a:p/>
        </p:txBody>
      </p:sp>
      <p:sp>
        <p:nvSpPr>
          <p:cNvPr id="1860" name="Google Shape;1860;p36"/>
          <p:cNvSpPr txBox="1"/>
          <p:nvPr/>
        </p:nvSpPr>
        <p:spPr>
          <a:xfrm>
            <a:off x="752801" y="4795332"/>
            <a:ext cx="1648800" cy="232500"/>
          </a:xfrm>
          <a:prstGeom prst="rect">
            <a:avLst/>
          </a:prstGeom>
          <a:noFill/>
          <a:ln>
            <a:noFill/>
          </a:ln>
        </p:spPr>
        <p:txBody>
          <a:bodyPr anchorCtr="0" anchor="ctr" bIns="0" lIns="0" spcFirstLastPara="1" rIns="0" wrap="square" tIns="0">
            <a:noAutofit/>
          </a:bodyPr>
          <a:lstStyle/>
          <a:p>
            <a:pPr indent="0" lvl="0" marL="0" rtl="0" algn="r">
              <a:spcBef>
                <a:spcPts val="0"/>
              </a:spcBef>
              <a:spcAft>
                <a:spcPts val="0"/>
              </a:spcAft>
              <a:buNone/>
            </a:pPr>
            <a:r>
              <a:rPr b="1" lang="es-419" sz="1100">
                <a:latin typeface="Arvo"/>
                <a:ea typeface="Arvo"/>
                <a:cs typeface="Arvo"/>
                <a:sym typeface="Arvo"/>
              </a:rPr>
              <a:t>Poscondición:</a:t>
            </a:r>
            <a:endParaRPr b="1" sz="1100">
              <a:latin typeface="Arvo"/>
              <a:ea typeface="Arvo"/>
              <a:cs typeface="Arvo"/>
              <a:sym typeface="Arvo"/>
            </a:endParaRPr>
          </a:p>
          <a:p>
            <a:pPr indent="0" lvl="0" marL="0" rtl="0" algn="r">
              <a:spcBef>
                <a:spcPts val="0"/>
              </a:spcBef>
              <a:spcAft>
                <a:spcPts val="0"/>
              </a:spcAft>
              <a:buNone/>
            </a:pPr>
            <a:r>
              <a:rPr i="1" lang="es-419" sz="600">
                <a:solidFill>
                  <a:srgbClr val="666666"/>
                </a:solidFill>
                <a:latin typeface="Arvo"/>
                <a:ea typeface="Arvo"/>
                <a:cs typeface="Arvo"/>
                <a:sym typeface="Arvo"/>
              </a:rPr>
              <a:t>&lt;ej:El pago debe estar realizado&gt;</a:t>
            </a:r>
            <a:endParaRPr i="1" sz="600">
              <a:solidFill>
                <a:srgbClr val="666666"/>
              </a:solidFill>
              <a:latin typeface="Arvo"/>
              <a:ea typeface="Arvo"/>
              <a:cs typeface="Arvo"/>
              <a:sym typeface="Arvo"/>
            </a:endParaRPr>
          </a:p>
        </p:txBody>
      </p:sp>
      <p:sp>
        <p:nvSpPr>
          <p:cNvPr id="1861" name="Google Shape;1861;p36"/>
          <p:cNvSpPr/>
          <p:nvPr/>
        </p:nvSpPr>
        <p:spPr>
          <a:xfrm>
            <a:off x="2504363" y="5905032"/>
            <a:ext cx="6822000" cy="4722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1862" name="Google Shape;1862;p36"/>
          <p:cNvSpPr txBox="1"/>
          <p:nvPr>
            <p:ph idx="8" type="subTitle"/>
          </p:nvPr>
        </p:nvSpPr>
        <p:spPr>
          <a:xfrm>
            <a:off x="2513469" y="5905025"/>
            <a:ext cx="6813000" cy="472200"/>
          </a:xfrm>
          <a:prstGeom prst="rect">
            <a:avLst/>
          </a:prstGeom>
          <a:noFill/>
          <a:ln>
            <a:noFill/>
          </a:ln>
        </p:spPr>
        <p:txBody>
          <a:bodyPr anchorCtr="0" anchor="ctr" bIns="36000" lIns="36000" spcFirstLastPara="1" rIns="36000" wrap="square" tIns="36000">
            <a:noAutofit/>
          </a:bodyPr>
          <a:lstStyle>
            <a:lvl1pPr lvl="0" rtl="0">
              <a:lnSpc>
                <a:spcPct val="90000"/>
              </a:lnSpc>
              <a:spcBef>
                <a:spcPts val="0"/>
              </a:spcBef>
              <a:spcAft>
                <a:spcPts val="0"/>
              </a:spcAft>
              <a:buClr>
                <a:srgbClr val="000000"/>
              </a:buClr>
              <a:buSzPts val="1000"/>
              <a:buFont typeface="Arvo"/>
              <a:buNone/>
              <a:defRPr sz="1000">
                <a:solidFill>
                  <a:srgbClr val="000000"/>
                </a:solidFill>
                <a:latin typeface="Arvo"/>
                <a:ea typeface="Arvo"/>
                <a:cs typeface="Arvo"/>
                <a:sym typeface="Arvo"/>
              </a:defRPr>
            </a:lvl1pPr>
            <a:lvl2pPr lvl="1" rtl="0">
              <a:lnSpc>
                <a:spcPct val="90000"/>
              </a:lnSpc>
              <a:spcBef>
                <a:spcPts val="0"/>
              </a:spcBef>
              <a:spcAft>
                <a:spcPts val="0"/>
              </a:spcAft>
              <a:buClr>
                <a:srgbClr val="000000"/>
              </a:buClr>
              <a:buSzPts val="1000"/>
              <a:buNone/>
              <a:defRPr sz="1000">
                <a:solidFill>
                  <a:srgbClr val="000000"/>
                </a:solidFill>
              </a:defRPr>
            </a:lvl2pPr>
            <a:lvl3pPr lvl="2" rtl="0">
              <a:lnSpc>
                <a:spcPct val="90000"/>
              </a:lnSpc>
              <a:spcBef>
                <a:spcPts val="0"/>
              </a:spcBef>
              <a:spcAft>
                <a:spcPts val="0"/>
              </a:spcAft>
              <a:buClr>
                <a:srgbClr val="000000"/>
              </a:buClr>
              <a:buSzPts val="1000"/>
              <a:buNone/>
              <a:defRPr sz="1000">
                <a:solidFill>
                  <a:srgbClr val="000000"/>
                </a:solidFill>
              </a:defRPr>
            </a:lvl3pPr>
            <a:lvl4pPr lvl="3" rtl="0">
              <a:lnSpc>
                <a:spcPct val="90000"/>
              </a:lnSpc>
              <a:spcBef>
                <a:spcPts val="0"/>
              </a:spcBef>
              <a:spcAft>
                <a:spcPts val="0"/>
              </a:spcAft>
              <a:buClr>
                <a:srgbClr val="000000"/>
              </a:buClr>
              <a:buSzPts val="1000"/>
              <a:buNone/>
              <a:defRPr sz="1000">
                <a:solidFill>
                  <a:srgbClr val="000000"/>
                </a:solidFill>
              </a:defRPr>
            </a:lvl4pPr>
            <a:lvl5pPr lvl="4" rtl="0">
              <a:lnSpc>
                <a:spcPct val="90000"/>
              </a:lnSpc>
              <a:spcBef>
                <a:spcPts val="0"/>
              </a:spcBef>
              <a:spcAft>
                <a:spcPts val="0"/>
              </a:spcAft>
              <a:buClr>
                <a:srgbClr val="000000"/>
              </a:buClr>
              <a:buSzPts val="1000"/>
              <a:buNone/>
              <a:defRPr sz="1000">
                <a:solidFill>
                  <a:srgbClr val="000000"/>
                </a:solidFill>
              </a:defRPr>
            </a:lvl5pPr>
            <a:lvl6pPr lvl="5" rtl="0">
              <a:lnSpc>
                <a:spcPct val="90000"/>
              </a:lnSpc>
              <a:spcBef>
                <a:spcPts val="0"/>
              </a:spcBef>
              <a:spcAft>
                <a:spcPts val="0"/>
              </a:spcAft>
              <a:buClr>
                <a:srgbClr val="000000"/>
              </a:buClr>
              <a:buSzPts val="1000"/>
              <a:buNone/>
              <a:defRPr sz="1000">
                <a:solidFill>
                  <a:srgbClr val="000000"/>
                </a:solidFill>
              </a:defRPr>
            </a:lvl6pPr>
            <a:lvl7pPr lvl="6" rtl="0">
              <a:lnSpc>
                <a:spcPct val="90000"/>
              </a:lnSpc>
              <a:spcBef>
                <a:spcPts val="0"/>
              </a:spcBef>
              <a:spcAft>
                <a:spcPts val="0"/>
              </a:spcAft>
              <a:buClr>
                <a:srgbClr val="000000"/>
              </a:buClr>
              <a:buSzPts val="1000"/>
              <a:buNone/>
              <a:defRPr sz="1000">
                <a:solidFill>
                  <a:srgbClr val="000000"/>
                </a:solidFill>
              </a:defRPr>
            </a:lvl7pPr>
            <a:lvl8pPr lvl="7" rtl="0">
              <a:lnSpc>
                <a:spcPct val="90000"/>
              </a:lnSpc>
              <a:spcBef>
                <a:spcPts val="0"/>
              </a:spcBef>
              <a:spcAft>
                <a:spcPts val="0"/>
              </a:spcAft>
              <a:buClr>
                <a:srgbClr val="000000"/>
              </a:buClr>
              <a:buSzPts val="1000"/>
              <a:buNone/>
              <a:defRPr sz="1000">
                <a:solidFill>
                  <a:srgbClr val="000000"/>
                </a:solidFill>
              </a:defRPr>
            </a:lvl8pPr>
            <a:lvl9pPr lvl="8" rtl="0">
              <a:lnSpc>
                <a:spcPct val="90000"/>
              </a:lnSpc>
              <a:spcBef>
                <a:spcPts val="0"/>
              </a:spcBef>
              <a:spcAft>
                <a:spcPts val="0"/>
              </a:spcAft>
              <a:buClr>
                <a:srgbClr val="000000"/>
              </a:buClr>
              <a:buSzPts val="1000"/>
              <a:buNone/>
              <a:defRPr sz="1000">
                <a:solidFill>
                  <a:srgbClr val="000000"/>
                </a:solidFill>
              </a:defRPr>
            </a:lvl9pPr>
          </a:lstStyle>
          <a:p/>
        </p:txBody>
      </p:sp>
      <p:sp>
        <p:nvSpPr>
          <p:cNvPr id="1863" name="Google Shape;1863;p36"/>
          <p:cNvSpPr/>
          <p:nvPr/>
        </p:nvSpPr>
        <p:spPr>
          <a:xfrm>
            <a:off x="2277739" y="663750"/>
            <a:ext cx="88500" cy="1089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 name="Google Shape;1864;p36"/>
          <p:cNvSpPr txBox="1"/>
          <p:nvPr/>
        </p:nvSpPr>
        <p:spPr>
          <a:xfrm>
            <a:off x="84825" y="598125"/>
            <a:ext cx="595500" cy="205800"/>
          </a:xfrm>
          <a:prstGeom prst="rect">
            <a:avLst/>
          </a:prstGeom>
          <a:noFill/>
          <a:ln>
            <a:noFill/>
          </a:ln>
        </p:spPr>
        <p:txBody>
          <a:bodyPr anchorCtr="0" anchor="t" bIns="18000" lIns="18000" spcFirstLastPara="1" rIns="18000" wrap="square" tIns="18000">
            <a:spAutoFit/>
          </a:bodyPr>
          <a:lstStyle/>
          <a:p>
            <a:pPr indent="0" lvl="0" marL="0" rtl="0" algn="l">
              <a:spcBef>
                <a:spcPts val="0"/>
              </a:spcBef>
              <a:spcAft>
                <a:spcPts val="0"/>
              </a:spcAft>
              <a:buNone/>
            </a:pPr>
            <a:r>
              <a:rPr lang="es-419" sz="1100">
                <a:solidFill>
                  <a:srgbClr val="FFFFFF"/>
                </a:solidFill>
              </a:rPr>
              <a:t>Nombre:</a:t>
            </a:r>
            <a:endParaRPr sz="1100">
              <a:solidFill>
                <a:srgbClr val="FFFFFF"/>
              </a:solidFill>
            </a:endParaRPr>
          </a:p>
        </p:txBody>
      </p:sp>
    </p:spTree>
  </p:cSld>
  <p:clrMapOvr>
    <a:masterClrMapping/>
  </p:clrMapOvr>
</p:sldLayout>
</file>

<file path=ppt/slideLayouts/slideLayout3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En Blanco">
  <p:cSld name="CUSTOM_1">
    <p:spTree>
      <p:nvGrpSpPr>
        <p:cNvPr id="1865" name="Shape 1865"/>
        <p:cNvGrpSpPr/>
        <p:nvPr/>
      </p:nvGrpSpPr>
      <p:grpSpPr>
        <a:xfrm>
          <a:off x="0" y="0"/>
          <a:ext cx="0" cy="0"/>
          <a:chOff x="0" y="0"/>
          <a:chExt cx="0" cy="0"/>
        </a:xfrm>
      </p:grpSpPr>
    </p:spTree>
  </p:cSld>
  <p:clrMapOvr>
    <a:masterClrMapping/>
  </p:clrMapOvr>
</p:sldLayout>
</file>

<file path=ppt/slideLayouts/slideLayout3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Paleta 1">
  <p:cSld name="CUSTOM_2">
    <p:spTree>
      <p:nvGrpSpPr>
        <p:cNvPr id="1866" name="Shape 1866"/>
        <p:cNvGrpSpPr/>
        <p:nvPr/>
      </p:nvGrpSpPr>
      <p:grpSpPr>
        <a:xfrm>
          <a:off x="0" y="0"/>
          <a:ext cx="0" cy="0"/>
          <a:chOff x="0" y="0"/>
          <a:chExt cx="0" cy="0"/>
        </a:xfrm>
      </p:grpSpPr>
      <p:sp>
        <p:nvSpPr>
          <p:cNvPr id="1867" name="Google Shape;1867;p38"/>
          <p:cNvSpPr/>
          <p:nvPr/>
        </p:nvSpPr>
        <p:spPr>
          <a:xfrm>
            <a:off x="328944" y="822265"/>
            <a:ext cx="748200" cy="5770500"/>
          </a:xfrm>
          <a:prstGeom prst="roundRect">
            <a:avLst>
              <a:gd fmla="val 11877" name="adj"/>
            </a:avLst>
          </a:prstGeom>
          <a:solidFill>
            <a:srgbClr val="F3F3F3"/>
          </a:solidFill>
          <a:ln cap="flat" cmpd="sng" w="9525">
            <a:solidFill>
              <a:srgbClr val="F3F3F3"/>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 name="Google Shape;1868;p38"/>
          <p:cNvSpPr/>
          <p:nvPr/>
        </p:nvSpPr>
        <p:spPr>
          <a:xfrm>
            <a:off x="1603185" y="822265"/>
            <a:ext cx="748200" cy="5770500"/>
          </a:xfrm>
          <a:prstGeom prst="roundRect">
            <a:avLst>
              <a:gd fmla="val 11877" name="adj"/>
            </a:avLst>
          </a:prstGeom>
          <a:solidFill>
            <a:srgbClr val="F3F3F3"/>
          </a:solidFill>
          <a:ln cap="flat" cmpd="sng" w="9525">
            <a:solidFill>
              <a:srgbClr val="F3F3F3"/>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 name="Google Shape;1869;p38"/>
          <p:cNvSpPr/>
          <p:nvPr/>
        </p:nvSpPr>
        <p:spPr>
          <a:xfrm>
            <a:off x="1469685" y="263250"/>
            <a:ext cx="1015200" cy="421200"/>
          </a:xfrm>
          <a:prstGeom prst="roundRect">
            <a:avLst>
              <a:gd fmla="val 17492" name="adj"/>
            </a:avLst>
          </a:prstGeom>
          <a:solidFill>
            <a:srgbClr val="000000"/>
          </a:solidFill>
          <a:ln cap="flat" cmpd="sng" w="9525">
            <a:solidFill>
              <a:srgbClr val="000000"/>
            </a:solidFill>
            <a:prstDash val="solid"/>
            <a:round/>
            <a:headEnd len="sm" w="sm" type="none"/>
            <a:tailEnd len="sm" w="sm" type="none"/>
          </a:ln>
        </p:spPr>
        <p:txBody>
          <a:bodyPr anchorCtr="0" anchor="ctr" bIns="0" lIns="0" spcFirstLastPara="1" rIns="0" wrap="square" tIns="0">
            <a:noAutofit/>
          </a:bodyPr>
          <a:lstStyle/>
          <a:p>
            <a:pPr indent="0" lvl="0" marL="0" rtl="0" algn="ctr">
              <a:spcBef>
                <a:spcPts val="0"/>
              </a:spcBef>
              <a:spcAft>
                <a:spcPts val="0"/>
              </a:spcAft>
              <a:buNone/>
            </a:pPr>
            <a:r>
              <a:rPr b="1" lang="es-419" sz="1200">
                <a:solidFill>
                  <a:srgbClr val="FFFFFF"/>
                </a:solidFill>
              </a:rPr>
              <a:t>Diagrama </a:t>
            </a:r>
            <a:r>
              <a:rPr b="1" lang="es-419" sz="1100">
                <a:solidFill>
                  <a:srgbClr val="FFFFFF"/>
                </a:solidFill>
              </a:rPr>
              <a:t>Comunicación</a:t>
            </a:r>
            <a:endParaRPr b="1" sz="1100">
              <a:solidFill>
                <a:srgbClr val="FFFFFF"/>
              </a:solidFill>
            </a:endParaRPr>
          </a:p>
        </p:txBody>
      </p:sp>
      <p:sp>
        <p:nvSpPr>
          <p:cNvPr id="1870" name="Google Shape;1870;p38"/>
          <p:cNvSpPr/>
          <p:nvPr/>
        </p:nvSpPr>
        <p:spPr>
          <a:xfrm>
            <a:off x="194994" y="263250"/>
            <a:ext cx="1016100" cy="421200"/>
          </a:xfrm>
          <a:prstGeom prst="roundRect">
            <a:avLst>
              <a:gd fmla="val 17492" name="adj"/>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s-419" sz="1200">
                <a:solidFill>
                  <a:srgbClr val="FFFFFF"/>
                </a:solidFill>
              </a:rPr>
              <a:t>Diagrama </a:t>
            </a:r>
            <a:r>
              <a:rPr b="1" lang="es-419" sz="1100">
                <a:solidFill>
                  <a:srgbClr val="FFFFFF"/>
                </a:solidFill>
              </a:rPr>
              <a:t>Actividad</a:t>
            </a:r>
            <a:endParaRPr b="1" sz="1100">
              <a:solidFill>
                <a:srgbClr val="FFFFFF"/>
              </a:solidFill>
            </a:endParaRPr>
          </a:p>
        </p:txBody>
      </p:sp>
      <p:cxnSp>
        <p:nvCxnSpPr>
          <p:cNvPr id="1871" name="Google Shape;1871;p38"/>
          <p:cNvCxnSpPr/>
          <p:nvPr/>
        </p:nvCxnSpPr>
        <p:spPr>
          <a:xfrm>
            <a:off x="1329303" y="164100"/>
            <a:ext cx="0" cy="6511800"/>
          </a:xfrm>
          <a:prstGeom prst="straightConnector1">
            <a:avLst/>
          </a:prstGeom>
          <a:noFill/>
          <a:ln cap="flat" cmpd="sng" w="28575">
            <a:solidFill>
              <a:srgbClr val="B7B7B7"/>
            </a:solidFill>
            <a:prstDash val="dash"/>
            <a:round/>
            <a:headEnd len="med" w="med" type="none"/>
            <a:tailEnd len="med" w="med" type="none"/>
          </a:ln>
        </p:spPr>
      </p:cxnSp>
      <p:cxnSp>
        <p:nvCxnSpPr>
          <p:cNvPr id="1872" name="Google Shape;1872;p38"/>
          <p:cNvCxnSpPr/>
          <p:nvPr/>
        </p:nvCxnSpPr>
        <p:spPr>
          <a:xfrm>
            <a:off x="2615848" y="164100"/>
            <a:ext cx="0" cy="6511800"/>
          </a:xfrm>
          <a:prstGeom prst="straightConnector1">
            <a:avLst/>
          </a:prstGeom>
          <a:noFill/>
          <a:ln cap="flat" cmpd="sng" w="28575">
            <a:solidFill>
              <a:srgbClr val="B7B7B7"/>
            </a:solidFill>
            <a:prstDash val="dash"/>
            <a:round/>
            <a:headEnd len="med" w="med" type="none"/>
            <a:tailEnd len="med" w="med" type="none"/>
          </a:ln>
        </p:spPr>
      </p:cxnSp>
      <p:sp>
        <p:nvSpPr>
          <p:cNvPr id="1873" name="Google Shape;1873;p38"/>
          <p:cNvSpPr/>
          <p:nvPr/>
        </p:nvSpPr>
        <p:spPr>
          <a:xfrm>
            <a:off x="2879386" y="822265"/>
            <a:ext cx="748200" cy="5770500"/>
          </a:xfrm>
          <a:prstGeom prst="roundRect">
            <a:avLst>
              <a:gd fmla="val 11877" name="adj"/>
            </a:avLst>
          </a:prstGeom>
          <a:solidFill>
            <a:srgbClr val="F3F3F3"/>
          </a:solidFill>
          <a:ln cap="flat" cmpd="sng" w="9525">
            <a:solidFill>
              <a:srgbClr val="F3F3F3"/>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 name="Google Shape;1874;p38"/>
          <p:cNvSpPr/>
          <p:nvPr/>
        </p:nvSpPr>
        <p:spPr>
          <a:xfrm>
            <a:off x="2745886" y="263250"/>
            <a:ext cx="1015200" cy="421200"/>
          </a:xfrm>
          <a:prstGeom prst="roundRect">
            <a:avLst>
              <a:gd fmla="val 17492" name="adj"/>
            </a:avLst>
          </a:prstGeom>
          <a:solidFill>
            <a:srgbClr val="000000"/>
          </a:solidFill>
          <a:ln cap="flat" cmpd="sng" w="9525">
            <a:solidFill>
              <a:srgbClr val="000000"/>
            </a:solidFill>
            <a:prstDash val="solid"/>
            <a:round/>
            <a:headEnd len="sm" w="sm" type="none"/>
            <a:tailEnd len="sm" w="sm" type="none"/>
          </a:ln>
        </p:spPr>
        <p:txBody>
          <a:bodyPr anchorCtr="0" anchor="ctr" bIns="0" lIns="0" spcFirstLastPara="1" rIns="0" wrap="square" tIns="0">
            <a:noAutofit/>
          </a:bodyPr>
          <a:lstStyle/>
          <a:p>
            <a:pPr indent="0" lvl="0" marL="0" rtl="0" algn="ctr">
              <a:spcBef>
                <a:spcPts val="0"/>
              </a:spcBef>
              <a:spcAft>
                <a:spcPts val="0"/>
              </a:spcAft>
              <a:buNone/>
            </a:pPr>
            <a:r>
              <a:rPr b="1" lang="es-419" sz="1200">
                <a:solidFill>
                  <a:srgbClr val="FFFFFF"/>
                </a:solidFill>
              </a:rPr>
              <a:t>Diagrama de Dominio</a:t>
            </a:r>
            <a:endParaRPr b="1" sz="1200">
              <a:solidFill>
                <a:srgbClr val="FFFFFF"/>
              </a:solidFill>
            </a:endParaRPr>
          </a:p>
        </p:txBody>
      </p:sp>
      <p:cxnSp>
        <p:nvCxnSpPr>
          <p:cNvPr id="1875" name="Google Shape;1875;p38"/>
          <p:cNvCxnSpPr/>
          <p:nvPr/>
        </p:nvCxnSpPr>
        <p:spPr>
          <a:xfrm>
            <a:off x="3878034" y="164100"/>
            <a:ext cx="0" cy="6511800"/>
          </a:xfrm>
          <a:prstGeom prst="straightConnector1">
            <a:avLst/>
          </a:prstGeom>
          <a:noFill/>
          <a:ln cap="flat" cmpd="sng" w="28575">
            <a:solidFill>
              <a:srgbClr val="B7B7B7"/>
            </a:solidFill>
            <a:prstDash val="dash"/>
            <a:round/>
            <a:headEnd len="med" w="med" type="none"/>
            <a:tailEnd len="med" w="med" type="none"/>
          </a:ln>
        </p:spPr>
      </p:cxnSp>
      <p:sp>
        <p:nvSpPr>
          <p:cNvPr id="1876" name="Google Shape;1876;p38"/>
          <p:cNvSpPr/>
          <p:nvPr/>
        </p:nvSpPr>
        <p:spPr>
          <a:xfrm>
            <a:off x="4145243" y="822265"/>
            <a:ext cx="748200" cy="5770500"/>
          </a:xfrm>
          <a:prstGeom prst="roundRect">
            <a:avLst>
              <a:gd fmla="val 11877" name="adj"/>
            </a:avLst>
          </a:prstGeom>
          <a:solidFill>
            <a:srgbClr val="F3F3F3"/>
          </a:solidFill>
          <a:ln cap="flat" cmpd="sng" w="9525">
            <a:solidFill>
              <a:srgbClr val="F3F3F3"/>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 name="Google Shape;1877;p38"/>
          <p:cNvSpPr/>
          <p:nvPr/>
        </p:nvSpPr>
        <p:spPr>
          <a:xfrm>
            <a:off x="4011743" y="263250"/>
            <a:ext cx="1015200" cy="421200"/>
          </a:xfrm>
          <a:prstGeom prst="roundRect">
            <a:avLst>
              <a:gd fmla="val 17492" name="adj"/>
            </a:avLst>
          </a:prstGeom>
          <a:solidFill>
            <a:srgbClr val="000000"/>
          </a:solidFill>
          <a:ln cap="flat" cmpd="sng" w="9525">
            <a:solidFill>
              <a:srgbClr val="000000"/>
            </a:solidFill>
            <a:prstDash val="solid"/>
            <a:round/>
            <a:headEnd len="sm" w="sm" type="none"/>
            <a:tailEnd len="sm" w="sm" type="none"/>
          </a:ln>
        </p:spPr>
        <p:txBody>
          <a:bodyPr anchorCtr="0" anchor="ctr" bIns="0" lIns="0" spcFirstLastPara="1" rIns="0" wrap="square" tIns="0">
            <a:noAutofit/>
          </a:bodyPr>
          <a:lstStyle/>
          <a:p>
            <a:pPr indent="0" lvl="0" marL="0" rtl="0" algn="ctr">
              <a:spcBef>
                <a:spcPts val="0"/>
              </a:spcBef>
              <a:spcAft>
                <a:spcPts val="0"/>
              </a:spcAft>
              <a:buNone/>
            </a:pPr>
            <a:r>
              <a:rPr b="1" lang="es-419" sz="1200">
                <a:solidFill>
                  <a:srgbClr val="FFFFFF"/>
                </a:solidFill>
              </a:rPr>
              <a:t>Casos de Uso Sistema</a:t>
            </a:r>
            <a:endParaRPr b="1" sz="1200">
              <a:solidFill>
                <a:srgbClr val="FFFFFF"/>
              </a:solidFill>
            </a:endParaRPr>
          </a:p>
        </p:txBody>
      </p:sp>
      <p:cxnSp>
        <p:nvCxnSpPr>
          <p:cNvPr id="1878" name="Google Shape;1878;p38"/>
          <p:cNvCxnSpPr/>
          <p:nvPr/>
        </p:nvCxnSpPr>
        <p:spPr>
          <a:xfrm>
            <a:off x="5140216" y="164100"/>
            <a:ext cx="0" cy="6511800"/>
          </a:xfrm>
          <a:prstGeom prst="straightConnector1">
            <a:avLst/>
          </a:prstGeom>
          <a:noFill/>
          <a:ln cap="flat" cmpd="sng" w="28575">
            <a:solidFill>
              <a:srgbClr val="B7B7B7"/>
            </a:solidFill>
            <a:prstDash val="dash"/>
            <a:round/>
            <a:headEnd len="med" w="med" type="none"/>
            <a:tailEnd len="med" w="med" type="none"/>
          </a:ln>
        </p:spPr>
      </p:cxnSp>
      <p:sp>
        <p:nvSpPr>
          <p:cNvPr id="1879" name="Google Shape;1879;p38"/>
          <p:cNvSpPr/>
          <p:nvPr/>
        </p:nvSpPr>
        <p:spPr>
          <a:xfrm>
            <a:off x="5404690" y="822265"/>
            <a:ext cx="748200" cy="5770500"/>
          </a:xfrm>
          <a:prstGeom prst="roundRect">
            <a:avLst>
              <a:gd fmla="val 11877" name="adj"/>
            </a:avLst>
          </a:prstGeom>
          <a:solidFill>
            <a:srgbClr val="F3F3F3"/>
          </a:solidFill>
          <a:ln cap="flat" cmpd="sng" w="9525">
            <a:solidFill>
              <a:srgbClr val="F3F3F3"/>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 name="Google Shape;1880;p38"/>
          <p:cNvSpPr/>
          <p:nvPr/>
        </p:nvSpPr>
        <p:spPr>
          <a:xfrm>
            <a:off x="5271190" y="263250"/>
            <a:ext cx="1015200" cy="421200"/>
          </a:xfrm>
          <a:prstGeom prst="roundRect">
            <a:avLst>
              <a:gd fmla="val 17492" name="adj"/>
            </a:avLst>
          </a:prstGeom>
          <a:solidFill>
            <a:srgbClr val="000000"/>
          </a:solidFill>
          <a:ln cap="flat" cmpd="sng" w="9525">
            <a:solidFill>
              <a:srgbClr val="000000"/>
            </a:solidFill>
            <a:prstDash val="solid"/>
            <a:round/>
            <a:headEnd len="sm" w="sm" type="none"/>
            <a:tailEnd len="sm" w="sm" type="none"/>
          </a:ln>
        </p:spPr>
        <p:txBody>
          <a:bodyPr anchorCtr="0" anchor="ctr" bIns="0" lIns="0" spcFirstLastPara="1" rIns="0" wrap="square" tIns="0">
            <a:noAutofit/>
          </a:bodyPr>
          <a:lstStyle/>
          <a:p>
            <a:pPr indent="0" lvl="0" marL="0" rtl="0" algn="ctr">
              <a:spcBef>
                <a:spcPts val="0"/>
              </a:spcBef>
              <a:spcAft>
                <a:spcPts val="0"/>
              </a:spcAft>
              <a:buNone/>
            </a:pPr>
            <a:r>
              <a:rPr b="1" lang="es-419" sz="1200">
                <a:solidFill>
                  <a:srgbClr val="FFFFFF"/>
                </a:solidFill>
              </a:rPr>
              <a:t>Casos de Uso Negocio</a:t>
            </a:r>
            <a:endParaRPr b="1" sz="1200">
              <a:solidFill>
                <a:srgbClr val="FFFFFF"/>
              </a:solidFill>
            </a:endParaRPr>
          </a:p>
        </p:txBody>
      </p:sp>
      <p:cxnSp>
        <p:nvCxnSpPr>
          <p:cNvPr id="1881" name="Google Shape;1881;p38"/>
          <p:cNvCxnSpPr/>
          <p:nvPr/>
        </p:nvCxnSpPr>
        <p:spPr>
          <a:xfrm>
            <a:off x="6394306" y="164100"/>
            <a:ext cx="0" cy="6511800"/>
          </a:xfrm>
          <a:prstGeom prst="straightConnector1">
            <a:avLst/>
          </a:prstGeom>
          <a:noFill/>
          <a:ln cap="flat" cmpd="sng" w="28575">
            <a:solidFill>
              <a:srgbClr val="B7B7B7"/>
            </a:solidFill>
            <a:prstDash val="dash"/>
            <a:round/>
            <a:headEnd len="med" w="med" type="none"/>
            <a:tailEnd len="med" w="med" type="none"/>
          </a:ln>
        </p:spPr>
      </p:cxnSp>
      <p:sp>
        <p:nvSpPr>
          <p:cNvPr id="1882" name="Google Shape;1882;p38"/>
          <p:cNvSpPr/>
          <p:nvPr/>
        </p:nvSpPr>
        <p:spPr>
          <a:xfrm>
            <a:off x="6553252" y="822275"/>
            <a:ext cx="1622100" cy="5770500"/>
          </a:xfrm>
          <a:prstGeom prst="roundRect">
            <a:avLst>
              <a:gd fmla="val 6584" name="adj"/>
            </a:avLst>
          </a:prstGeom>
          <a:solidFill>
            <a:srgbClr val="F3F3F3"/>
          </a:solidFill>
          <a:ln cap="flat" cmpd="sng" w="9525">
            <a:solidFill>
              <a:srgbClr val="F3F3F3"/>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 name="Google Shape;1883;p38"/>
          <p:cNvSpPr/>
          <p:nvPr/>
        </p:nvSpPr>
        <p:spPr>
          <a:xfrm>
            <a:off x="6535844" y="263250"/>
            <a:ext cx="3323100" cy="421200"/>
          </a:xfrm>
          <a:prstGeom prst="roundRect">
            <a:avLst>
              <a:gd fmla="val 17492" name="adj"/>
            </a:avLst>
          </a:prstGeom>
          <a:solidFill>
            <a:srgbClr val="000000"/>
          </a:solidFill>
          <a:ln cap="flat" cmpd="sng" w="9525">
            <a:solidFill>
              <a:srgbClr val="000000"/>
            </a:solidFill>
            <a:prstDash val="solid"/>
            <a:round/>
            <a:headEnd len="sm" w="sm" type="none"/>
            <a:tailEnd len="sm" w="sm" type="none"/>
          </a:ln>
        </p:spPr>
        <p:txBody>
          <a:bodyPr anchorCtr="0" anchor="ctr" bIns="0" lIns="0" spcFirstLastPara="1" rIns="0" wrap="square" tIns="0">
            <a:noAutofit/>
          </a:bodyPr>
          <a:lstStyle/>
          <a:p>
            <a:pPr indent="0" lvl="0" marL="0" rtl="0" algn="ctr">
              <a:spcBef>
                <a:spcPts val="0"/>
              </a:spcBef>
              <a:spcAft>
                <a:spcPts val="0"/>
              </a:spcAft>
              <a:buNone/>
            </a:pPr>
            <a:r>
              <a:rPr b="1" lang="es-419" sz="1200">
                <a:solidFill>
                  <a:srgbClr val="FFFFFF"/>
                </a:solidFill>
              </a:rPr>
              <a:t>Recorrido Cliente</a:t>
            </a:r>
            <a:endParaRPr b="1" sz="1200">
              <a:solidFill>
                <a:srgbClr val="FFFFFF"/>
              </a:solidFill>
            </a:endParaRPr>
          </a:p>
        </p:txBody>
      </p:sp>
      <p:grpSp>
        <p:nvGrpSpPr>
          <p:cNvPr id="1884" name="Google Shape;1884;p38"/>
          <p:cNvGrpSpPr/>
          <p:nvPr/>
        </p:nvGrpSpPr>
        <p:grpSpPr>
          <a:xfrm>
            <a:off x="439744" y="5220524"/>
            <a:ext cx="522688" cy="506718"/>
            <a:chOff x="2323550" y="2096250"/>
            <a:chExt cx="522688" cy="648475"/>
          </a:xfrm>
        </p:grpSpPr>
        <p:sp>
          <p:nvSpPr>
            <p:cNvPr id="1885" name="Google Shape;1885;p38"/>
            <p:cNvSpPr/>
            <p:nvPr/>
          </p:nvSpPr>
          <p:spPr>
            <a:xfrm>
              <a:off x="2323550" y="2096250"/>
              <a:ext cx="286500" cy="367500"/>
            </a:xfrm>
            <a:prstGeom prst="wedgeRoundRectCallout">
              <a:avLst>
                <a:gd fmla="val 36634" name="adj1"/>
                <a:gd fmla="val 77667" name="adj2"/>
                <a:gd fmla="val 0" name="adj3"/>
              </a:avLst>
            </a:prstGeom>
            <a:solidFill>
              <a:srgbClr val="CC0000">
                <a:alpha val="15320"/>
              </a:srgbClr>
            </a:solidFill>
            <a:ln cap="flat" cmpd="sng" w="9525">
              <a:solidFill>
                <a:srgbClr val="CC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 name="Google Shape;1886;p38"/>
            <p:cNvSpPr/>
            <p:nvPr/>
          </p:nvSpPr>
          <p:spPr>
            <a:xfrm>
              <a:off x="2493738" y="2546725"/>
              <a:ext cx="352500" cy="198000"/>
            </a:xfrm>
            <a:prstGeom prst="roundRect">
              <a:avLst>
                <a:gd fmla="val 16667" name="adj"/>
              </a:avLst>
            </a:prstGeom>
            <a:solidFill>
              <a:srgbClr val="FFFFFF">
                <a:alpha val="77480"/>
              </a:srgbClr>
            </a:solidFill>
            <a:ln cap="flat" cmpd="sng" w="9525">
              <a:solidFill>
                <a:srgbClr val="CC0000"/>
              </a:solidFill>
              <a:prstDash val="solid"/>
              <a:round/>
              <a:headEnd len="sm" w="sm" type="none"/>
              <a:tailEnd len="sm" w="sm" type="none"/>
            </a:ln>
          </p:spPr>
          <p:txBody>
            <a:bodyPr anchorCtr="0" anchor="t" bIns="0" lIns="0" spcFirstLastPara="1" rIns="0" wrap="square" tIns="18000">
              <a:noAutofit/>
            </a:bodyPr>
            <a:lstStyle/>
            <a:p>
              <a:pPr indent="0" lvl="0" marL="0" rtl="0" algn="ctr">
                <a:spcBef>
                  <a:spcPts val="0"/>
                </a:spcBef>
                <a:spcAft>
                  <a:spcPts val="0"/>
                </a:spcAft>
                <a:buNone/>
              </a:pPr>
              <a:r>
                <a:rPr lang="es-419" sz="800"/>
                <a:t>&lt;...&gt;</a:t>
              </a:r>
              <a:endParaRPr sz="800"/>
            </a:p>
          </p:txBody>
        </p:sp>
      </p:grpSp>
      <p:sp>
        <p:nvSpPr>
          <p:cNvPr id="1887" name="Google Shape;1887;p38"/>
          <p:cNvSpPr/>
          <p:nvPr/>
        </p:nvSpPr>
        <p:spPr>
          <a:xfrm>
            <a:off x="565487" y="1864463"/>
            <a:ext cx="271200" cy="246000"/>
          </a:xfrm>
          <a:prstGeom prst="diamond">
            <a:avLst/>
          </a:prstGeom>
          <a:solidFill>
            <a:srgbClr val="FFFFCC"/>
          </a:solidFill>
          <a:ln cap="flat" cmpd="sng" w="9525">
            <a:solidFill>
              <a:srgbClr val="990033"/>
            </a:solidFill>
            <a:prstDash val="solid"/>
            <a:round/>
            <a:headEnd len="sm" w="sm" type="none"/>
            <a:tailEnd len="sm" w="sm" type="none"/>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None/>
            </a:pPr>
            <a:r>
              <a:t/>
            </a:r>
            <a:endParaRPr sz="900"/>
          </a:p>
        </p:txBody>
      </p:sp>
      <p:cxnSp>
        <p:nvCxnSpPr>
          <p:cNvPr id="1888" name="Google Shape;1888;p38"/>
          <p:cNvCxnSpPr/>
          <p:nvPr/>
        </p:nvCxnSpPr>
        <p:spPr>
          <a:xfrm flipH="1">
            <a:off x="574787" y="3841874"/>
            <a:ext cx="252600" cy="107700"/>
          </a:xfrm>
          <a:prstGeom prst="bentConnector3">
            <a:avLst>
              <a:gd fmla="val 50000" name="adj1"/>
            </a:avLst>
          </a:prstGeom>
          <a:noFill/>
          <a:ln cap="flat" cmpd="sng" w="9525">
            <a:solidFill>
              <a:srgbClr val="595959"/>
            </a:solidFill>
            <a:prstDash val="dot"/>
            <a:round/>
            <a:headEnd len="med" w="med" type="none"/>
            <a:tailEnd len="med" w="med" type="stealth"/>
          </a:ln>
        </p:spPr>
      </p:cxnSp>
      <p:cxnSp>
        <p:nvCxnSpPr>
          <p:cNvPr id="1889" name="Google Shape;1889;p38"/>
          <p:cNvCxnSpPr/>
          <p:nvPr/>
        </p:nvCxnSpPr>
        <p:spPr>
          <a:xfrm flipH="1">
            <a:off x="589787" y="3525874"/>
            <a:ext cx="222600" cy="121500"/>
          </a:xfrm>
          <a:prstGeom prst="bentConnector3">
            <a:avLst>
              <a:gd fmla="val 48012" name="adj1"/>
            </a:avLst>
          </a:prstGeom>
          <a:noFill/>
          <a:ln cap="flat" cmpd="sng" w="9525">
            <a:solidFill>
              <a:srgbClr val="595959"/>
            </a:solidFill>
            <a:prstDash val="solid"/>
            <a:round/>
            <a:headEnd len="med" w="med" type="none"/>
            <a:tailEnd len="med" w="med" type="stealth"/>
          </a:ln>
        </p:spPr>
      </p:cxnSp>
      <p:pic>
        <p:nvPicPr>
          <p:cNvPr id="1890" name="Google Shape;1890;p38"/>
          <p:cNvPicPr preferRelativeResize="0"/>
          <p:nvPr/>
        </p:nvPicPr>
        <p:blipFill>
          <a:blip r:embed="rId2">
            <a:alphaModFix/>
          </a:blip>
          <a:stretch>
            <a:fillRect/>
          </a:stretch>
        </p:blipFill>
        <p:spPr>
          <a:xfrm>
            <a:off x="605987" y="4707874"/>
            <a:ext cx="190200" cy="190200"/>
          </a:xfrm>
          <a:prstGeom prst="rect">
            <a:avLst/>
          </a:prstGeom>
          <a:noFill/>
          <a:ln>
            <a:noFill/>
          </a:ln>
        </p:spPr>
      </p:pic>
      <p:pic>
        <p:nvPicPr>
          <p:cNvPr id="1891" name="Google Shape;1891;p38"/>
          <p:cNvPicPr preferRelativeResize="0"/>
          <p:nvPr/>
        </p:nvPicPr>
        <p:blipFill>
          <a:blip r:embed="rId3">
            <a:alphaModFix/>
          </a:blip>
          <a:stretch>
            <a:fillRect/>
          </a:stretch>
        </p:blipFill>
        <p:spPr>
          <a:xfrm>
            <a:off x="627737" y="4296483"/>
            <a:ext cx="146700" cy="146700"/>
          </a:xfrm>
          <a:prstGeom prst="rect">
            <a:avLst/>
          </a:prstGeom>
          <a:noFill/>
          <a:ln>
            <a:noFill/>
          </a:ln>
        </p:spPr>
      </p:pic>
      <p:grpSp>
        <p:nvGrpSpPr>
          <p:cNvPr id="1892" name="Google Shape;1892;p38"/>
          <p:cNvGrpSpPr/>
          <p:nvPr/>
        </p:nvGrpSpPr>
        <p:grpSpPr>
          <a:xfrm>
            <a:off x="521255" y="5985021"/>
            <a:ext cx="359665" cy="471743"/>
            <a:chOff x="168338" y="3891550"/>
            <a:chExt cx="359665" cy="471743"/>
          </a:xfrm>
        </p:grpSpPr>
        <p:cxnSp>
          <p:nvCxnSpPr>
            <p:cNvPr id="1893" name="Google Shape;1893;p38"/>
            <p:cNvCxnSpPr>
              <a:stCxn id="1894" idx="4"/>
            </p:cNvCxnSpPr>
            <p:nvPr/>
          </p:nvCxnSpPr>
          <p:spPr>
            <a:xfrm rot="5400000">
              <a:off x="125438" y="4164693"/>
              <a:ext cx="241500" cy="155700"/>
            </a:xfrm>
            <a:prstGeom prst="bentConnector3">
              <a:avLst>
                <a:gd fmla="val 50000" name="adj1"/>
              </a:avLst>
            </a:prstGeom>
            <a:noFill/>
            <a:ln cap="flat" cmpd="sng" w="9525">
              <a:solidFill>
                <a:srgbClr val="990033"/>
              </a:solidFill>
              <a:prstDash val="dash"/>
              <a:round/>
              <a:headEnd len="sm" w="sm" type="none"/>
              <a:tailEnd len="sm" w="sm" type="none"/>
            </a:ln>
          </p:spPr>
        </p:cxnSp>
        <p:sp>
          <p:nvSpPr>
            <p:cNvPr id="1894" name="Google Shape;1894;p38"/>
            <p:cNvSpPr/>
            <p:nvPr/>
          </p:nvSpPr>
          <p:spPr>
            <a:xfrm>
              <a:off x="241503" y="3891550"/>
              <a:ext cx="286500" cy="192000"/>
            </a:xfrm>
            <a:prstGeom prst="wedgeRectCallout">
              <a:avLst>
                <a:gd fmla="val -21192" name="adj1"/>
                <a:gd fmla="val 69918" name="adj2"/>
              </a:avLst>
            </a:prstGeom>
            <a:solidFill>
              <a:srgbClr val="FFFFCC"/>
            </a:solidFill>
            <a:ln cap="flat" cmpd="sng" w="9525">
              <a:solidFill>
                <a:srgbClr val="990033"/>
              </a:solidFill>
              <a:prstDash val="solid"/>
              <a:round/>
              <a:headEnd len="sm" w="sm" type="none"/>
              <a:tailEnd len="sm" w="sm" type="none"/>
            </a:ln>
          </p:spPr>
          <p:txBody>
            <a:bodyPr anchorCtr="0" anchor="b" bIns="0" lIns="0" spcFirstLastPara="1" rIns="0" wrap="square" tIns="18000">
              <a:noAutofit/>
            </a:bodyPr>
            <a:lstStyle/>
            <a:p>
              <a:pPr indent="0" lvl="0" marL="0" rtl="0" algn="ctr">
                <a:spcBef>
                  <a:spcPts val="0"/>
                </a:spcBef>
                <a:spcAft>
                  <a:spcPts val="0"/>
                </a:spcAft>
                <a:buNone/>
              </a:pPr>
              <a:r>
                <a:rPr lang="es-419" sz="700"/>
                <a:t>&lt;...&gt;</a:t>
              </a:r>
              <a:endParaRPr sz="700"/>
            </a:p>
          </p:txBody>
        </p:sp>
      </p:grpSp>
      <p:grpSp>
        <p:nvGrpSpPr>
          <p:cNvPr id="1895" name="Google Shape;1895;p38"/>
          <p:cNvGrpSpPr/>
          <p:nvPr/>
        </p:nvGrpSpPr>
        <p:grpSpPr>
          <a:xfrm>
            <a:off x="508037" y="3125199"/>
            <a:ext cx="386100" cy="299575"/>
            <a:chOff x="-1238876" y="2158050"/>
            <a:chExt cx="386100" cy="299575"/>
          </a:xfrm>
        </p:grpSpPr>
        <p:cxnSp>
          <p:nvCxnSpPr>
            <p:cNvPr id="1896" name="Google Shape;1896;p38"/>
            <p:cNvCxnSpPr/>
            <p:nvPr/>
          </p:nvCxnSpPr>
          <p:spPr>
            <a:xfrm flipH="1">
              <a:off x="-1221379" y="2158050"/>
              <a:ext cx="268800" cy="152100"/>
            </a:xfrm>
            <a:prstGeom prst="bentConnector3">
              <a:avLst>
                <a:gd fmla="val 50000" name="adj1"/>
              </a:avLst>
            </a:prstGeom>
            <a:noFill/>
            <a:ln cap="flat" cmpd="sng" w="9525">
              <a:solidFill>
                <a:srgbClr val="595959"/>
              </a:solidFill>
              <a:prstDash val="solid"/>
              <a:round/>
              <a:headEnd len="med" w="med" type="none"/>
              <a:tailEnd len="med" w="med" type="stealth"/>
            </a:ln>
          </p:spPr>
        </p:cxnSp>
        <p:sp>
          <p:nvSpPr>
            <p:cNvPr id="1897" name="Google Shape;1897;p38"/>
            <p:cNvSpPr txBox="1"/>
            <p:nvPr/>
          </p:nvSpPr>
          <p:spPr>
            <a:xfrm>
              <a:off x="-1238876" y="2333725"/>
              <a:ext cx="386100" cy="123900"/>
            </a:xfrm>
            <a:prstGeom prst="rect">
              <a:avLst/>
            </a:prstGeom>
            <a:noFill/>
            <a:ln>
              <a:noFill/>
            </a:ln>
          </p:spPr>
          <p:txBody>
            <a:bodyPr anchorCtr="0" anchor="t" bIns="0" lIns="0" spcFirstLastPara="1" rIns="0" wrap="square" tIns="0">
              <a:noAutofit/>
            </a:bodyPr>
            <a:lstStyle/>
            <a:p>
              <a:pPr indent="0" lvl="0" marL="0" rtl="0" algn="l">
                <a:spcBef>
                  <a:spcPts val="0"/>
                </a:spcBef>
                <a:spcAft>
                  <a:spcPts val="0"/>
                </a:spcAft>
                <a:buNone/>
              </a:pPr>
              <a:r>
                <a:rPr lang="es-419" sz="700"/>
                <a:t>&lt;..&gt;</a:t>
              </a:r>
              <a:endParaRPr sz="700"/>
            </a:p>
          </p:txBody>
        </p:sp>
      </p:grpSp>
      <p:grpSp>
        <p:nvGrpSpPr>
          <p:cNvPr id="1898" name="Google Shape;1898;p38"/>
          <p:cNvGrpSpPr/>
          <p:nvPr/>
        </p:nvGrpSpPr>
        <p:grpSpPr>
          <a:xfrm>
            <a:off x="1797453" y="5931843"/>
            <a:ext cx="359665" cy="471743"/>
            <a:chOff x="168338" y="3891550"/>
            <a:chExt cx="359665" cy="471743"/>
          </a:xfrm>
        </p:grpSpPr>
        <p:cxnSp>
          <p:nvCxnSpPr>
            <p:cNvPr id="1899" name="Google Shape;1899;p38"/>
            <p:cNvCxnSpPr>
              <a:stCxn id="1900" idx="4"/>
            </p:cNvCxnSpPr>
            <p:nvPr/>
          </p:nvCxnSpPr>
          <p:spPr>
            <a:xfrm rot="5400000">
              <a:off x="125438" y="4164693"/>
              <a:ext cx="241500" cy="155700"/>
            </a:xfrm>
            <a:prstGeom prst="bentConnector3">
              <a:avLst>
                <a:gd fmla="val 50000" name="adj1"/>
              </a:avLst>
            </a:prstGeom>
            <a:noFill/>
            <a:ln cap="flat" cmpd="sng" w="9525">
              <a:solidFill>
                <a:srgbClr val="990033"/>
              </a:solidFill>
              <a:prstDash val="dash"/>
              <a:round/>
              <a:headEnd len="sm" w="sm" type="none"/>
              <a:tailEnd len="sm" w="sm" type="none"/>
            </a:ln>
          </p:spPr>
        </p:cxnSp>
        <p:sp>
          <p:nvSpPr>
            <p:cNvPr id="1900" name="Google Shape;1900;p38"/>
            <p:cNvSpPr/>
            <p:nvPr/>
          </p:nvSpPr>
          <p:spPr>
            <a:xfrm>
              <a:off x="241503" y="3891550"/>
              <a:ext cx="286500" cy="192000"/>
            </a:xfrm>
            <a:prstGeom prst="wedgeRectCallout">
              <a:avLst>
                <a:gd fmla="val -21192" name="adj1"/>
                <a:gd fmla="val 69918" name="adj2"/>
              </a:avLst>
            </a:prstGeom>
            <a:solidFill>
              <a:srgbClr val="FFFFCC"/>
            </a:solidFill>
            <a:ln cap="flat" cmpd="sng" w="9525">
              <a:solidFill>
                <a:srgbClr val="990033"/>
              </a:solidFill>
              <a:prstDash val="solid"/>
              <a:round/>
              <a:headEnd len="sm" w="sm" type="none"/>
              <a:tailEnd len="sm" w="sm" type="none"/>
            </a:ln>
          </p:spPr>
          <p:txBody>
            <a:bodyPr anchorCtr="0" anchor="b" bIns="0" lIns="0" spcFirstLastPara="1" rIns="0" wrap="square" tIns="18000">
              <a:noAutofit/>
            </a:bodyPr>
            <a:lstStyle/>
            <a:p>
              <a:pPr indent="0" lvl="0" marL="0" rtl="0" algn="ctr">
                <a:spcBef>
                  <a:spcPts val="0"/>
                </a:spcBef>
                <a:spcAft>
                  <a:spcPts val="0"/>
                </a:spcAft>
                <a:buNone/>
              </a:pPr>
              <a:r>
                <a:rPr lang="es-419" sz="700"/>
                <a:t>&lt;...&gt;</a:t>
              </a:r>
              <a:endParaRPr sz="700"/>
            </a:p>
          </p:txBody>
        </p:sp>
      </p:grpSp>
      <p:grpSp>
        <p:nvGrpSpPr>
          <p:cNvPr id="1901" name="Google Shape;1901;p38"/>
          <p:cNvGrpSpPr/>
          <p:nvPr/>
        </p:nvGrpSpPr>
        <p:grpSpPr>
          <a:xfrm>
            <a:off x="1715942" y="5107581"/>
            <a:ext cx="522688" cy="506718"/>
            <a:chOff x="2323550" y="2096250"/>
            <a:chExt cx="522688" cy="648475"/>
          </a:xfrm>
        </p:grpSpPr>
        <p:sp>
          <p:nvSpPr>
            <p:cNvPr id="1902" name="Google Shape;1902;p38"/>
            <p:cNvSpPr/>
            <p:nvPr/>
          </p:nvSpPr>
          <p:spPr>
            <a:xfrm>
              <a:off x="2323550" y="2096250"/>
              <a:ext cx="286500" cy="367500"/>
            </a:xfrm>
            <a:prstGeom prst="wedgeRoundRectCallout">
              <a:avLst>
                <a:gd fmla="val 36634" name="adj1"/>
                <a:gd fmla="val 77667" name="adj2"/>
                <a:gd fmla="val 0" name="adj3"/>
              </a:avLst>
            </a:prstGeom>
            <a:solidFill>
              <a:srgbClr val="CC0000">
                <a:alpha val="15320"/>
              </a:srgbClr>
            </a:solidFill>
            <a:ln cap="flat" cmpd="sng" w="9525">
              <a:solidFill>
                <a:srgbClr val="CC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 name="Google Shape;1903;p38"/>
            <p:cNvSpPr/>
            <p:nvPr/>
          </p:nvSpPr>
          <p:spPr>
            <a:xfrm>
              <a:off x="2493738" y="2546725"/>
              <a:ext cx="352500" cy="198000"/>
            </a:xfrm>
            <a:prstGeom prst="roundRect">
              <a:avLst>
                <a:gd fmla="val 16667" name="adj"/>
              </a:avLst>
            </a:prstGeom>
            <a:solidFill>
              <a:srgbClr val="FFFFFF">
                <a:alpha val="77480"/>
              </a:srgbClr>
            </a:solidFill>
            <a:ln cap="flat" cmpd="sng" w="9525">
              <a:solidFill>
                <a:srgbClr val="CC0000"/>
              </a:solidFill>
              <a:prstDash val="solid"/>
              <a:round/>
              <a:headEnd len="sm" w="sm" type="none"/>
              <a:tailEnd len="sm" w="sm" type="none"/>
            </a:ln>
          </p:spPr>
          <p:txBody>
            <a:bodyPr anchorCtr="0" anchor="t" bIns="0" lIns="0" spcFirstLastPara="1" rIns="0" wrap="square" tIns="18000">
              <a:noAutofit/>
            </a:bodyPr>
            <a:lstStyle/>
            <a:p>
              <a:pPr indent="0" lvl="0" marL="0" rtl="0" algn="ctr">
                <a:spcBef>
                  <a:spcPts val="0"/>
                </a:spcBef>
                <a:spcAft>
                  <a:spcPts val="0"/>
                </a:spcAft>
                <a:buNone/>
              </a:pPr>
              <a:r>
                <a:rPr lang="es-419" sz="800"/>
                <a:t>&lt;...&gt;</a:t>
              </a:r>
              <a:endParaRPr sz="800"/>
            </a:p>
          </p:txBody>
        </p:sp>
      </p:grpSp>
      <p:grpSp>
        <p:nvGrpSpPr>
          <p:cNvPr id="1904" name="Google Shape;1904;p38"/>
          <p:cNvGrpSpPr/>
          <p:nvPr/>
        </p:nvGrpSpPr>
        <p:grpSpPr>
          <a:xfrm>
            <a:off x="1521285" y="941489"/>
            <a:ext cx="912000" cy="781950"/>
            <a:chOff x="53700" y="449100"/>
            <a:chExt cx="912000" cy="781950"/>
          </a:xfrm>
        </p:grpSpPr>
        <p:pic>
          <p:nvPicPr>
            <p:cNvPr id="1905" name="Google Shape;1905;p38"/>
            <p:cNvPicPr preferRelativeResize="0"/>
            <p:nvPr/>
          </p:nvPicPr>
          <p:blipFill>
            <a:blip r:embed="rId4">
              <a:alphaModFix/>
            </a:blip>
            <a:stretch>
              <a:fillRect/>
            </a:stretch>
          </p:blipFill>
          <p:spPr>
            <a:xfrm>
              <a:off x="282101" y="449103"/>
              <a:ext cx="451796" cy="545996"/>
            </a:xfrm>
            <a:prstGeom prst="rect">
              <a:avLst/>
            </a:prstGeom>
            <a:noFill/>
            <a:ln>
              <a:noFill/>
            </a:ln>
          </p:spPr>
        </p:pic>
        <p:sp>
          <p:nvSpPr>
            <p:cNvPr id="1906" name="Google Shape;1906;p38"/>
            <p:cNvSpPr txBox="1"/>
            <p:nvPr/>
          </p:nvSpPr>
          <p:spPr>
            <a:xfrm>
              <a:off x="282100" y="723325"/>
              <a:ext cx="420600" cy="2781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
          <p:nvSpPr>
            <p:cNvPr id="1907" name="Google Shape;1907;p38"/>
            <p:cNvSpPr txBox="1"/>
            <p:nvPr/>
          </p:nvSpPr>
          <p:spPr>
            <a:xfrm>
              <a:off x="294850" y="449100"/>
              <a:ext cx="420600" cy="2781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
          <p:nvSpPr>
            <p:cNvPr id="1908" name="Google Shape;1908;p38"/>
            <p:cNvSpPr txBox="1"/>
            <p:nvPr/>
          </p:nvSpPr>
          <p:spPr>
            <a:xfrm>
              <a:off x="53700" y="994950"/>
              <a:ext cx="912000" cy="236100"/>
            </a:xfrm>
            <a:prstGeom prst="rect">
              <a:avLst/>
            </a:prstGeom>
            <a:noFill/>
            <a:ln>
              <a:noFill/>
            </a:ln>
          </p:spPr>
          <p:txBody>
            <a:bodyPr anchorCtr="0" anchor="ctr" bIns="0" lIns="0" spcFirstLastPara="1" rIns="0" wrap="square" tIns="0">
              <a:noAutofit/>
            </a:bodyPr>
            <a:lstStyle/>
            <a:p>
              <a:pPr indent="0" lvl="0" marL="0" rtl="0" algn="ctr">
                <a:lnSpc>
                  <a:spcPct val="100000"/>
                </a:lnSpc>
                <a:spcBef>
                  <a:spcPts val="0"/>
                </a:spcBef>
                <a:spcAft>
                  <a:spcPts val="0"/>
                </a:spcAft>
                <a:buNone/>
              </a:pPr>
              <a:r>
                <a:rPr lang="es-419" sz="800"/>
                <a:t>&lt;..&gt;</a:t>
              </a:r>
              <a:endParaRPr sz="800"/>
            </a:p>
          </p:txBody>
        </p:sp>
      </p:grpSp>
      <p:grpSp>
        <p:nvGrpSpPr>
          <p:cNvPr id="1909" name="Google Shape;1909;p38"/>
          <p:cNvGrpSpPr/>
          <p:nvPr/>
        </p:nvGrpSpPr>
        <p:grpSpPr>
          <a:xfrm>
            <a:off x="1774698" y="3766902"/>
            <a:ext cx="405174" cy="394810"/>
            <a:chOff x="282076" y="1560764"/>
            <a:chExt cx="405174" cy="394810"/>
          </a:xfrm>
        </p:grpSpPr>
        <p:cxnSp>
          <p:nvCxnSpPr>
            <p:cNvPr id="1910" name="Google Shape;1910;p38"/>
            <p:cNvCxnSpPr/>
            <p:nvPr/>
          </p:nvCxnSpPr>
          <p:spPr>
            <a:xfrm flipH="1">
              <a:off x="289450" y="1670950"/>
              <a:ext cx="397800" cy="155100"/>
            </a:xfrm>
            <a:prstGeom prst="bentConnector3">
              <a:avLst>
                <a:gd fmla="val 50000" name="adj1"/>
              </a:avLst>
            </a:prstGeom>
            <a:noFill/>
            <a:ln cap="flat" cmpd="sng" w="19050">
              <a:solidFill>
                <a:srgbClr val="595959"/>
              </a:solidFill>
              <a:prstDash val="solid"/>
              <a:round/>
              <a:headEnd len="med" w="med" type="none"/>
              <a:tailEnd len="med" w="med" type="none"/>
            </a:ln>
          </p:spPr>
        </p:cxnSp>
        <p:sp>
          <p:nvSpPr>
            <p:cNvPr id="1911" name="Google Shape;1911;p38"/>
            <p:cNvSpPr txBox="1"/>
            <p:nvPr/>
          </p:nvSpPr>
          <p:spPr>
            <a:xfrm>
              <a:off x="282076" y="1831674"/>
              <a:ext cx="359700" cy="123900"/>
            </a:xfrm>
            <a:prstGeom prst="rect">
              <a:avLst/>
            </a:prstGeom>
            <a:noFill/>
            <a:ln>
              <a:noFill/>
            </a:ln>
          </p:spPr>
          <p:txBody>
            <a:bodyPr anchorCtr="0" anchor="t" bIns="0" lIns="0" spcFirstLastPara="1" rIns="0" wrap="square" tIns="0">
              <a:noAutofit/>
            </a:bodyPr>
            <a:lstStyle/>
            <a:p>
              <a:pPr indent="0" lvl="0" marL="0" rtl="0" algn="l">
                <a:spcBef>
                  <a:spcPts val="0"/>
                </a:spcBef>
                <a:spcAft>
                  <a:spcPts val="0"/>
                </a:spcAft>
                <a:buNone/>
              </a:pPr>
              <a:r>
                <a:rPr lang="es-419" sz="700"/>
                <a:t>[n] &lt;...&gt;</a:t>
              </a:r>
              <a:endParaRPr sz="700"/>
            </a:p>
          </p:txBody>
        </p:sp>
        <p:sp>
          <p:nvSpPr>
            <p:cNvPr id="1912" name="Google Shape;1912;p38"/>
            <p:cNvSpPr txBox="1"/>
            <p:nvPr/>
          </p:nvSpPr>
          <p:spPr>
            <a:xfrm>
              <a:off x="308499" y="1560764"/>
              <a:ext cx="359700" cy="111300"/>
            </a:xfrm>
            <a:prstGeom prst="rect">
              <a:avLst/>
            </a:prstGeom>
            <a:noFill/>
            <a:ln>
              <a:noFill/>
            </a:ln>
          </p:spPr>
          <p:txBody>
            <a:bodyPr anchorCtr="0" anchor="t" bIns="0" lIns="0" spcFirstLastPara="1" rIns="0" wrap="square" tIns="0">
              <a:noAutofit/>
            </a:bodyPr>
            <a:lstStyle/>
            <a:p>
              <a:pPr indent="0" lvl="0" marL="0" marR="0" rtl="0" algn="l">
                <a:lnSpc>
                  <a:spcPct val="100000"/>
                </a:lnSpc>
                <a:spcBef>
                  <a:spcPts val="0"/>
                </a:spcBef>
                <a:spcAft>
                  <a:spcPts val="0"/>
                </a:spcAft>
                <a:buNone/>
              </a:pPr>
              <a:r>
                <a:rPr lang="es-419" sz="700"/>
                <a:t>[1] &lt;...&gt;</a:t>
              </a:r>
              <a:endParaRPr sz="700"/>
            </a:p>
          </p:txBody>
        </p:sp>
      </p:grpSp>
      <p:cxnSp>
        <p:nvCxnSpPr>
          <p:cNvPr id="1913" name="Google Shape;1913;p38"/>
          <p:cNvCxnSpPr/>
          <p:nvPr/>
        </p:nvCxnSpPr>
        <p:spPr>
          <a:xfrm flipH="1" rot="10800000">
            <a:off x="1815585" y="4563581"/>
            <a:ext cx="323400" cy="148200"/>
          </a:xfrm>
          <a:prstGeom prst="bentConnector3">
            <a:avLst>
              <a:gd fmla="val 50000" name="adj1"/>
            </a:avLst>
          </a:prstGeom>
          <a:noFill/>
          <a:ln cap="flat" cmpd="sng" w="19050">
            <a:solidFill>
              <a:srgbClr val="595959"/>
            </a:solidFill>
            <a:prstDash val="solid"/>
            <a:round/>
            <a:headEnd len="med" w="med" type="none"/>
            <a:tailEnd len="med" w="med" type="triangle"/>
          </a:ln>
        </p:spPr>
      </p:cxnSp>
      <p:grpSp>
        <p:nvGrpSpPr>
          <p:cNvPr id="1914" name="Google Shape;1914;p38"/>
          <p:cNvGrpSpPr/>
          <p:nvPr/>
        </p:nvGrpSpPr>
        <p:grpSpPr>
          <a:xfrm>
            <a:off x="1422435" y="1951159"/>
            <a:ext cx="1109700" cy="702700"/>
            <a:chOff x="2659850" y="966500"/>
            <a:chExt cx="1109700" cy="702700"/>
          </a:xfrm>
        </p:grpSpPr>
        <p:pic>
          <p:nvPicPr>
            <p:cNvPr id="1915" name="Google Shape;1915;p38"/>
            <p:cNvPicPr preferRelativeResize="0"/>
            <p:nvPr/>
          </p:nvPicPr>
          <p:blipFill rotWithShape="1">
            <a:blip r:embed="rId5">
              <a:alphaModFix/>
            </a:blip>
            <a:srcRect b="2700" l="0" r="0" t="1201"/>
            <a:stretch/>
          </p:blipFill>
          <p:spPr>
            <a:xfrm>
              <a:off x="3000800" y="966500"/>
              <a:ext cx="434250" cy="412850"/>
            </a:xfrm>
            <a:prstGeom prst="rect">
              <a:avLst/>
            </a:prstGeom>
            <a:noFill/>
            <a:ln>
              <a:noFill/>
            </a:ln>
          </p:spPr>
        </p:pic>
        <p:sp>
          <p:nvSpPr>
            <p:cNvPr id="1916" name="Google Shape;1916;p38"/>
            <p:cNvSpPr txBox="1"/>
            <p:nvPr/>
          </p:nvSpPr>
          <p:spPr>
            <a:xfrm>
              <a:off x="2659850" y="1384500"/>
              <a:ext cx="1109700" cy="2847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0"/>
                </a:spcAft>
                <a:buNone/>
              </a:pPr>
              <a:r>
                <a:rPr lang="es-419" sz="800"/>
                <a:t>&lt;...&gt;</a:t>
              </a:r>
              <a:endParaRPr sz="800"/>
            </a:p>
          </p:txBody>
        </p:sp>
        <p:sp>
          <p:nvSpPr>
            <p:cNvPr id="1917" name="Google Shape;1917;p38"/>
            <p:cNvSpPr txBox="1"/>
            <p:nvPr/>
          </p:nvSpPr>
          <p:spPr>
            <a:xfrm>
              <a:off x="3036600" y="970050"/>
              <a:ext cx="351000" cy="2067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
          <p:nvSpPr>
            <p:cNvPr id="1918" name="Google Shape;1918;p38"/>
            <p:cNvSpPr txBox="1"/>
            <p:nvPr/>
          </p:nvSpPr>
          <p:spPr>
            <a:xfrm>
              <a:off x="3036700" y="1176625"/>
              <a:ext cx="351000" cy="1935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9" name="Google Shape;1919;p38"/>
          <p:cNvGrpSpPr/>
          <p:nvPr/>
        </p:nvGrpSpPr>
        <p:grpSpPr>
          <a:xfrm>
            <a:off x="2986981" y="5214914"/>
            <a:ext cx="522688" cy="506718"/>
            <a:chOff x="2323550" y="2096250"/>
            <a:chExt cx="522688" cy="648475"/>
          </a:xfrm>
        </p:grpSpPr>
        <p:sp>
          <p:nvSpPr>
            <p:cNvPr id="1920" name="Google Shape;1920;p38"/>
            <p:cNvSpPr/>
            <p:nvPr/>
          </p:nvSpPr>
          <p:spPr>
            <a:xfrm>
              <a:off x="2323550" y="2096250"/>
              <a:ext cx="286500" cy="367500"/>
            </a:xfrm>
            <a:prstGeom prst="wedgeRoundRectCallout">
              <a:avLst>
                <a:gd fmla="val 36634" name="adj1"/>
                <a:gd fmla="val 77667" name="adj2"/>
                <a:gd fmla="val 0" name="adj3"/>
              </a:avLst>
            </a:prstGeom>
            <a:solidFill>
              <a:srgbClr val="CC0000">
                <a:alpha val="15320"/>
              </a:srgbClr>
            </a:solidFill>
            <a:ln cap="flat" cmpd="sng" w="9525">
              <a:solidFill>
                <a:srgbClr val="CC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 name="Google Shape;1921;p38"/>
            <p:cNvSpPr/>
            <p:nvPr/>
          </p:nvSpPr>
          <p:spPr>
            <a:xfrm>
              <a:off x="2493738" y="2546725"/>
              <a:ext cx="352500" cy="198000"/>
            </a:xfrm>
            <a:prstGeom prst="roundRect">
              <a:avLst>
                <a:gd fmla="val 16667" name="adj"/>
              </a:avLst>
            </a:prstGeom>
            <a:solidFill>
              <a:srgbClr val="FFFFFF">
                <a:alpha val="77480"/>
              </a:srgbClr>
            </a:solidFill>
            <a:ln cap="flat" cmpd="sng" w="9525">
              <a:solidFill>
                <a:srgbClr val="CC0000"/>
              </a:solidFill>
              <a:prstDash val="solid"/>
              <a:round/>
              <a:headEnd len="sm" w="sm" type="none"/>
              <a:tailEnd len="sm" w="sm" type="none"/>
            </a:ln>
          </p:spPr>
          <p:txBody>
            <a:bodyPr anchorCtr="0" anchor="t" bIns="0" lIns="0" spcFirstLastPara="1" rIns="0" wrap="square" tIns="18000">
              <a:noAutofit/>
            </a:bodyPr>
            <a:lstStyle/>
            <a:p>
              <a:pPr indent="0" lvl="0" marL="0" rtl="0" algn="ctr">
                <a:spcBef>
                  <a:spcPts val="0"/>
                </a:spcBef>
                <a:spcAft>
                  <a:spcPts val="0"/>
                </a:spcAft>
                <a:buNone/>
              </a:pPr>
              <a:r>
                <a:rPr lang="es-419" sz="800"/>
                <a:t>&lt;...&gt;</a:t>
              </a:r>
              <a:endParaRPr sz="800"/>
            </a:p>
          </p:txBody>
        </p:sp>
      </p:grpSp>
      <p:cxnSp>
        <p:nvCxnSpPr>
          <p:cNvPr id="1922" name="Google Shape;1922;p38"/>
          <p:cNvCxnSpPr/>
          <p:nvPr/>
        </p:nvCxnSpPr>
        <p:spPr>
          <a:xfrm flipH="1" rot="10800000">
            <a:off x="3086625" y="3487563"/>
            <a:ext cx="323400" cy="148200"/>
          </a:xfrm>
          <a:prstGeom prst="bentConnector3">
            <a:avLst>
              <a:gd fmla="val 50000" name="adj1"/>
            </a:avLst>
          </a:prstGeom>
          <a:noFill/>
          <a:ln cap="flat" cmpd="sng" w="19050">
            <a:solidFill>
              <a:srgbClr val="595959"/>
            </a:solidFill>
            <a:prstDash val="solid"/>
            <a:round/>
            <a:headEnd len="med" w="med" type="none"/>
            <a:tailEnd len="med" w="med" type="triangle"/>
          </a:ln>
        </p:spPr>
      </p:cxnSp>
      <p:grpSp>
        <p:nvGrpSpPr>
          <p:cNvPr id="1923" name="Google Shape;1923;p38"/>
          <p:cNvGrpSpPr/>
          <p:nvPr/>
        </p:nvGrpSpPr>
        <p:grpSpPr>
          <a:xfrm>
            <a:off x="3068492" y="4231076"/>
            <a:ext cx="359665" cy="471743"/>
            <a:chOff x="168338" y="3891550"/>
            <a:chExt cx="359665" cy="471743"/>
          </a:xfrm>
        </p:grpSpPr>
        <p:cxnSp>
          <p:nvCxnSpPr>
            <p:cNvPr id="1924" name="Google Shape;1924;p38"/>
            <p:cNvCxnSpPr>
              <a:stCxn id="1925" idx="4"/>
            </p:cNvCxnSpPr>
            <p:nvPr/>
          </p:nvCxnSpPr>
          <p:spPr>
            <a:xfrm rot="5400000">
              <a:off x="125438" y="4164693"/>
              <a:ext cx="241500" cy="155700"/>
            </a:xfrm>
            <a:prstGeom prst="bentConnector3">
              <a:avLst>
                <a:gd fmla="val 50000" name="adj1"/>
              </a:avLst>
            </a:prstGeom>
            <a:noFill/>
            <a:ln cap="flat" cmpd="sng" w="9525">
              <a:solidFill>
                <a:srgbClr val="990033"/>
              </a:solidFill>
              <a:prstDash val="dash"/>
              <a:round/>
              <a:headEnd len="sm" w="sm" type="none"/>
              <a:tailEnd len="sm" w="sm" type="none"/>
            </a:ln>
          </p:spPr>
        </p:cxnSp>
        <p:sp>
          <p:nvSpPr>
            <p:cNvPr id="1925" name="Google Shape;1925;p38"/>
            <p:cNvSpPr/>
            <p:nvPr/>
          </p:nvSpPr>
          <p:spPr>
            <a:xfrm>
              <a:off x="241503" y="3891550"/>
              <a:ext cx="286500" cy="192000"/>
            </a:xfrm>
            <a:prstGeom prst="wedgeRectCallout">
              <a:avLst>
                <a:gd fmla="val -21192" name="adj1"/>
                <a:gd fmla="val 69918" name="adj2"/>
              </a:avLst>
            </a:prstGeom>
            <a:solidFill>
              <a:srgbClr val="FFFFCC"/>
            </a:solidFill>
            <a:ln cap="flat" cmpd="sng" w="9525">
              <a:solidFill>
                <a:srgbClr val="990033"/>
              </a:solidFill>
              <a:prstDash val="solid"/>
              <a:round/>
              <a:headEnd len="sm" w="sm" type="none"/>
              <a:tailEnd len="sm" w="sm" type="none"/>
            </a:ln>
          </p:spPr>
          <p:txBody>
            <a:bodyPr anchorCtr="0" anchor="b" bIns="0" lIns="0" spcFirstLastPara="1" rIns="0" wrap="square" tIns="18000">
              <a:noAutofit/>
            </a:bodyPr>
            <a:lstStyle/>
            <a:p>
              <a:pPr indent="0" lvl="0" marL="0" rtl="0" algn="ctr">
                <a:spcBef>
                  <a:spcPts val="0"/>
                </a:spcBef>
                <a:spcAft>
                  <a:spcPts val="0"/>
                </a:spcAft>
                <a:buNone/>
              </a:pPr>
              <a:r>
                <a:rPr lang="es-419" sz="700"/>
                <a:t>&lt;...&gt;</a:t>
              </a:r>
              <a:endParaRPr sz="700"/>
            </a:p>
          </p:txBody>
        </p:sp>
      </p:grpSp>
      <p:grpSp>
        <p:nvGrpSpPr>
          <p:cNvPr id="1926" name="Google Shape;1926;p38"/>
          <p:cNvGrpSpPr/>
          <p:nvPr/>
        </p:nvGrpSpPr>
        <p:grpSpPr>
          <a:xfrm>
            <a:off x="3045738" y="2656139"/>
            <a:ext cx="405174" cy="394810"/>
            <a:chOff x="282076" y="1560764"/>
            <a:chExt cx="405174" cy="394810"/>
          </a:xfrm>
        </p:grpSpPr>
        <p:cxnSp>
          <p:nvCxnSpPr>
            <p:cNvPr id="1927" name="Google Shape;1927;p38"/>
            <p:cNvCxnSpPr/>
            <p:nvPr/>
          </p:nvCxnSpPr>
          <p:spPr>
            <a:xfrm flipH="1">
              <a:off x="289450" y="1670950"/>
              <a:ext cx="397800" cy="155100"/>
            </a:xfrm>
            <a:prstGeom prst="bentConnector3">
              <a:avLst>
                <a:gd fmla="val 50000" name="adj1"/>
              </a:avLst>
            </a:prstGeom>
            <a:noFill/>
            <a:ln cap="flat" cmpd="sng" w="19050">
              <a:solidFill>
                <a:srgbClr val="595959"/>
              </a:solidFill>
              <a:prstDash val="solid"/>
              <a:round/>
              <a:headEnd len="med" w="med" type="none"/>
              <a:tailEnd len="med" w="med" type="none"/>
            </a:ln>
          </p:spPr>
        </p:cxnSp>
        <p:sp>
          <p:nvSpPr>
            <p:cNvPr id="1928" name="Google Shape;1928;p38"/>
            <p:cNvSpPr txBox="1"/>
            <p:nvPr/>
          </p:nvSpPr>
          <p:spPr>
            <a:xfrm>
              <a:off x="282076" y="1831674"/>
              <a:ext cx="359700" cy="123900"/>
            </a:xfrm>
            <a:prstGeom prst="rect">
              <a:avLst/>
            </a:prstGeom>
            <a:noFill/>
            <a:ln>
              <a:noFill/>
            </a:ln>
          </p:spPr>
          <p:txBody>
            <a:bodyPr anchorCtr="0" anchor="t" bIns="0" lIns="0" spcFirstLastPara="1" rIns="0" wrap="square" tIns="0">
              <a:noAutofit/>
            </a:bodyPr>
            <a:lstStyle/>
            <a:p>
              <a:pPr indent="0" lvl="0" marL="0" rtl="0" algn="l">
                <a:spcBef>
                  <a:spcPts val="0"/>
                </a:spcBef>
                <a:spcAft>
                  <a:spcPts val="0"/>
                </a:spcAft>
                <a:buNone/>
              </a:pPr>
              <a:r>
                <a:rPr lang="es-419" sz="700"/>
                <a:t>[n] &lt;...&gt;</a:t>
              </a:r>
              <a:endParaRPr sz="700"/>
            </a:p>
          </p:txBody>
        </p:sp>
        <p:sp>
          <p:nvSpPr>
            <p:cNvPr id="1929" name="Google Shape;1929;p38"/>
            <p:cNvSpPr txBox="1"/>
            <p:nvPr/>
          </p:nvSpPr>
          <p:spPr>
            <a:xfrm>
              <a:off x="308499" y="1560764"/>
              <a:ext cx="359700" cy="111300"/>
            </a:xfrm>
            <a:prstGeom prst="rect">
              <a:avLst/>
            </a:prstGeom>
            <a:noFill/>
            <a:ln>
              <a:noFill/>
            </a:ln>
          </p:spPr>
          <p:txBody>
            <a:bodyPr anchorCtr="0" anchor="t" bIns="0" lIns="0" spcFirstLastPara="1" rIns="0" wrap="square" tIns="0">
              <a:noAutofit/>
            </a:bodyPr>
            <a:lstStyle/>
            <a:p>
              <a:pPr indent="0" lvl="0" marL="0" marR="0" rtl="0" algn="l">
                <a:lnSpc>
                  <a:spcPct val="100000"/>
                </a:lnSpc>
                <a:spcBef>
                  <a:spcPts val="0"/>
                </a:spcBef>
                <a:spcAft>
                  <a:spcPts val="0"/>
                </a:spcAft>
                <a:buNone/>
              </a:pPr>
              <a:r>
                <a:rPr lang="es-419" sz="700"/>
                <a:t>[1] &lt;...&gt;</a:t>
              </a:r>
              <a:endParaRPr sz="700"/>
            </a:p>
          </p:txBody>
        </p:sp>
      </p:grpSp>
      <p:grpSp>
        <p:nvGrpSpPr>
          <p:cNvPr id="1930" name="Google Shape;1930;p38"/>
          <p:cNvGrpSpPr/>
          <p:nvPr/>
        </p:nvGrpSpPr>
        <p:grpSpPr>
          <a:xfrm>
            <a:off x="4003943" y="2181750"/>
            <a:ext cx="1030800" cy="574313"/>
            <a:chOff x="2166675" y="1113275"/>
            <a:chExt cx="1030800" cy="574313"/>
          </a:xfrm>
        </p:grpSpPr>
        <p:pic>
          <p:nvPicPr>
            <p:cNvPr id="1931" name="Google Shape;1931;p38"/>
            <p:cNvPicPr preferRelativeResize="0"/>
            <p:nvPr/>
          </p:nvPicPr>
          <p:blipFill>
            <a:blip r:embed="rId6">
              <a:alphaModFix/>
            </a:blip>
            <a:stretch>
              <a:fillRect/>
            </a:stretch>
          </p:blipFill>
          <p:spPr>
            <a:xfrm>
              <a:off x="2445938" y="1113275"/>
              <a:ext cx="472264" cy="249625"/>
            </a:xfrm>
            <a:prstGeom prst="rect">
              <a:avLst/>
            </a:prstGeom>
            <a:noFill/>
            <a:ln>
              <a:noFill/>
            </a:ln>
          </p:spPr>
        </p:pic>
        <p:sp>
          <p:nvSpPr>
            <p:cNvPr id="1932" name="Google Shape;1932;p38"/>
            <p:cNvSpPr txBox="1"/>
            <p:nvPr/>
          </p:nvSpPr>
          <p:spPr>
            <a:xfrm>
              <a:off x="2479675" y="1128725"/>
              <a:ext cx="407100" cy="981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
          <p:nvSpPr>
            <p:cNvPr id="1933" name="Google Shape;1933;p38"/>
            <p:cNvSpPr txBox="1"/>
            <p:nvPr/>
          </p:nvSpPr>
          <p:spPr>
            <a:xfrm>
              <a:off x="2479675" y="1245900"/>
              <a:ext cx="407100" cy="981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
          <p:nvSpPr>
            <p:cNvPr id="1934" name="Google Shape;1934;p38"/>
            <p:cNvSpPr txBox="1"/>
            <p:nvPr/>
          </p:nvSpPr>
          <p:spPr>
            <a:xfrm>
              <a:off x="2166675" y="1394188"/>
              <a:ext cx="1030800" cy="2934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lang="es-419" sz="800"/>
                <a:t>&lt;..&gt;</a:t>
              </a:r>
              <a:endParaRPr sz="800"/>
            </a:p>
          </p:txBody>
        </p:sp>
      </p:grpSp>
      <p:grpSp>
        <p:nvGrpSpPr>
          <p:cNvPr id="1935" name="Google Shape;1935;p38"/>
          <p:cNvGrpSpPr/>
          <p:nvPr/>
        </p:nvGrpSpPr>
        <p:grpSpPr>
          <a:xfrm>
            <a:off x="4257999" y="4990363"/>
            <a:ext cx="522688" cy="506718"/>
            <a:chOff x="2323550" y="2096250"/>
            <a:chExt cx="522688" cy="648475"/>
          </a:xfrm>
        </p:grpSpPr>
        <p:sp>
          <p:nvSpPr>
            <p:cNvPr id="1936" name="Google Shape;1936;p38"/>
            <p:cNvSpPr/>
            <p:nvPr/>
          </p:nvSpPr>
          <p:spPr>
            <a:xfrm>
              <a:off x="2323550" y="2096250"/>
              <a:ext cx="286500" cy="367500"/>
            </a:xfrm>
            <a:prstGeom prst="wedgeRoundRectCallout">
              <a:avLst>
                <a:gd fmla="val 36634" name="adj1"/>
                <a:gd fmla="val 77667" name="adj2"/>
                <a:gd fmla="val 0" name="adj3"/>
              </a:avLst>
            </a:prstGeom>
            <a:solidFill>
              <a:srgbClr val="CC0000">
                <a:alpha val="15320"/>
              </a:srgbClr>
            </a:solidFill>
            <a:ln cap="flat" cmpd="sng" w="9525">
              <a:solidFill>
                <a:srgbClr val="CC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 name="Google Shape;1937;p38"/>
            <p:cNvSpPr/>
            <p:nvPr/>
          </p:nvSpPr>
          <p:spPr>
            <a:xfrm>
              <a:off x="2493738" y="2546725"/>
              <a:ext cx="352500" cy="198000"/>
            </a:xfrm>
            <a:prstGeom prst="roundRect">
              <a:avLst>
                <a:gd fmla="val 16667" name="adj"/>
              </a:avLst>
            </a:prstGeom>
            <a:solidFill>
              <a:srgbClr val="FFFFFF">
                <a:alpha val="77480"/>
              </a:srgbClr>
            </a:solidFill>
            <a:ln cap="flat" cmpd="sng" w="9525">
              <a:solidFill>
                <a:srgbClr val="CC0000"/>
              </a:solidFill>
              <a:prstDash val="solid"/>
              <a:round/>
              <a:headEnd len="sm" w="sm" type="none"/>
              <a:tailEnd len="sm" w="sm" type="none"/>
            </a:ln>
          </p:spPr>
          <p:txBody>
            <a:bodyPr anchorCtr="0" anchor="t" bIns="0" lIns="0" spcFirstLastPara="1" rIns="0" wrap="square" tIns="18000">
              <a:noAutofit/>
            </a:bodyPr>
            <a:lstStyle/>
            <a:p>
              <a:pPr indent="0" lvl="0" marL="0" rtl="0" algn="ctr">
                <a:spcBef>
                  <a:spcPts val="0"/>
                </a:spcBef>
                <a:spcAft>
                  <a:spcPts val="0"/>
                </a:spcAft>
                <a:buNone/>
              </a:pPr>
              <a:r>
                <a:rPr lang="es-419" sz="800"/>
                <a:t>&lt;...&gt;</a:t>
              </a:r>
              <a:endParaRPr sz="800"/>
            </a:p>
          </p:txBody>
        </p:sp>
      </p:grpSp>
      <p:grpSp>
        <p:nvGrpSpPr>
          <p:cNvPr id="1938" name="Google Shape;1938;p38"/>
          <p:cNvGrpSpPr/>
          <p:nvPr/>
        </p:nvGrpSpPr>
        <p:grpSpPr>
          <a:xfrm>
            <a:off x="4258043" y="3028863"/>
            <a:ext cx="522600" cy="249625"/>
            <a:chOff x="140438" y="2815488"/>
            <a:chExt cx="522600" cy="249625"/>
          </a:xfrm>
        </p:grpSpPr>
        <p:cxnSp>
          <p:nvCxnSpPr>
            <p:cNvPr id="1939" name="Google Shape;1939;p38"/>
            <p:cNvCxnSpPr/>
            <p:nvPr/>
          </p:nvCxnSpPr>
          <p:spPr>
            <a:xfrm flipH="1">
              <a:off x="203437" y="2815488"/>
              <a:ext cx="396600" cy="157800"/>
            </a:xfrm>
            <a:prstGeom prst="straightConnector1">
              <a:avLst/>
            </a:prstGeom>
            <a:noFill/>
            <a:ln cap="flat" cmpd="sng" w="9525">
              <a:solidFill>
                <a:srgbClr val="990033"/>
              </a:solidFill>
              <a:prstDash val="dot"/>
              <a:round/>
              <a:headEnd len="med" w="med" type="none"/>
              <a:tailEnd len="med" w="med" type="stealth"/>
            </a:ln>
          </p:spPr>
        </p:cxnSp>
        <p:sp>
          <p:nvSpPr>
            <p:cNvPr id="1940" name="Google Shape;1940;p38"/>
            <p:cNvSpPr txBox="1"/>
            <p:nvPr/>
          </p:nvSpPr>
          <p:spPr>
            <a:xfrm>
              <a:off x="140438" y="2941213"/>
              <a:ext cx="522600" cy="1239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0"/>
                </a:spcAft>
                <a:buNone/>
              </a:pPr>
              <a:r>
                <a:rPr lang="es-419" sz="700"/>
                <a:t>&lt;&lt;include&gt;&gt;</a:t>
              </a:r>
              <a:endParaRPr sz="700"/>
            </a:p>
          </p:txBody>
        </p:sp>
      </p:grpSp>
      <p:cxnSp>
        <p:nvCxnSpPr>
          <p:cNvPr id="1941" name="Google Shape;1941;p38"/>
          <p:cNvCxnSpPr/>
          <p:nvPr/>
        </p:nvCxnSpPr>
        <p:spPr>
          <a:xfrm flipH="1">
            <a:off x="4357643" y="4378150"/>
            <a:ext cx="323400" cy="121200"/>
          </a:xfrm>
          <a:prstGeom prst="bentConnector3">
            <a:avLst>
              <a:gd fmla="val 50000" name="adj1"/>
            </a:avLst>
          </a:prstGeom>
          <a:noFill/>
          <a:ln cap="flat" cmpd="sng" w="9525">
            <a:solidFill>
              <a:srgbClr val="990033"/>
            </a:solidFill>
            <a:prstDash val="solid"/>
            <a:round/>
            <a:headEnd len="med" w="med" type="none"/>
            <a:tailEnd len="med" w="med" type="stealth"/>
          </a:ln>
        </p:spPr>
      </p:cxnSp>
      <p:grpSp>
        <p:nvGrpSpPr>
          <p:cNvPr id="1942" name="Google Shape;1942;p38"/>
          <p:cNvGrpSpPr/>
          <p:nvPr/>
        </p:nvGrpSpPr>
        <p:grpSpPr>
          <a:xfrm>
            <a:off x="4339511" y="5835700"/>
            <a:ext cx="359665" cy="471743"/>
            <a:chOff x="168338" y="3891550"/>
            <a:chExt cx="359665" cy="471743"/>
          </a:xfrm>
        </p:grpSpPr>
        <p:cxnSp>
          <p:nvCxnSpPr>
            <p:cNvPr id="1943" name="Google Shape;1943;p38"/>
            <p:cNvCxnSpPr>
              <a:stCxn id="1944" idx="4"/>
            </p:cNvCxnSpPr>
            <p:nvPr/>
          </p:nvCxnSpPr>
          <p:spPr>
            <a:xfrm rot="5400000">
              <a:off x="125438" y="4164693"/>
              <a:ext cx="241500" cy="155700"/>
            </a:xfrm>
            <a:prstGeom prst="bentConnector3">
              <a:avLst>
                <a:gd fmla="val 50000" name="adj1"/>
              </a:avLst>
            </a:prstGeom>
            <a:noFill/>
            <a:ln cap="flat" cmpd="sng" w="9525">
              <a:solidFill>
                <a:srgbClr val="990033"/>
              </a:solidFill>
              <a:prstDash val="dash"/>
              <a:round/>
              <a:headEnd len="sm" w="sm" type="none"/>
              <a:tailEnd len="sm" w="sm" type="none"/>
            </a:ln>
          </p:spPr>
        </p:cxnSp>
        <p:sp>
          <p:nvSpPr>
            <p:cNvPr id="1944" name="Google Shape;1944;p38"/>
            <p:cNvSpPr/>
            <p:nvPr/>
          </p:nvSpPr>
          <p:spPr>
            <a:xfrm>
              <a:off x="241503" y="3891550"/>
              <a:ext cx="286500" cy="192000"/>
            </a:xfrm>
            <a:prstGeom prst="wedgeRectCallout">
              <a:avLst>
                <a:gd fmla="val -21192" name="adj1"/>
                <a:gd fmla="val 69918" name="adj2"/>
              </a:avLst>
            </a:prstGeom>
            <a:solidFill>
              <a:srgbClr val="FFFFCC"/>
            </a:solidFill>
            <a:ln cap="flat" cmpd="sng" w="9525">
              <a:solidFill>
                <a:srgbClr val="990033"/>
              </a:solidFill>
              <a:prstDash val="solid"/>
              <a:round/>
              <a:headEnd len="sm" w="sm" type="none"/>
              <a:tailEnd len="sm" w="sm" type="none"/>
            </a:ln>
          </p:spPr>
          <p:txBody>
            <a:bodyPr anchorCtr="0" anchor="b" bIns="0" lIns="0" spcFirstLastPara="1" rIns="0" wrap="square" tIns="18000">
              <a:noAutofit/>
            </a:bodyPr>
            <a:lstStyle/>
            <a:p>
              <a:pPr indent="0" lvl="0" marL="0" rtl="0" algn="ctr">
                <a:spcBef>
                  <a:spcPts val="0"/>
                </a:spcBef>
                <a:spcAft>
                  <a:spcPts val="0"/>
                </a:spcAft>
                <a:buNone/>
              </a:pPr>
              <a:r>
                <a:rPr lang="es-419" sz="700"/>
                <a:t>&lt;...&gt;</a:t>
              </a:r>
              <a:endParaRPr sz="700"/>
            </a:p>
          </p:txBody>
        </p:sp>
      </p:grpSp>
      <p:grpSp>
        <p:nvGrpSpPr>
          <p:cNvPr id="1945" name="Google Shape;1945;p38"/>
          <p:cNvGrpSpPr/>
          <p:nvPr/>
        </p:nvGrpSpPr>
        <p:grpSpPr>
          <a:xfrm>
            <a:off x="4063343" y="1177500"/>
            <a:ext cx="912000" cy="715400"/>
            <a:chOff x="1163975" y="697425"/>
            <a:chExt cx="912000" cy="715400"/>
          </a:xfrm>
        </p:grpSpPr>
        <p:pic>
          <p:nvPicPr>
            <p:cNvPr id="1946" name="Google Shape;1946;p38"/>
            <p:cNvPicPr preferRelativeResize="0"/>
            <p:nvPr/>
          </p:nvPicPr>
          <p:blipFill>
            <a:blip r:embed="rId7">
              <a:alphaModFix/>
            </a:blip>
            <a:stretch>
              <a:fillRect/>
            </a:stretch>
          </p:blipFill>
          <p:spPr>
            <a:xfrm>
              <a:off x="1443763" y="697425"/>
              <a:ext cx="352425" cy="485775"/>
            </a:xfrm>
            <a:prstGeom prst="rect">
              <a:avLst/>
            </a:prstGeom>
            <a:noFill/>
            <a:ln>
              <a:noFill/>
            </a:ln>
          </p:spPr>
        </p:pic>
        <p:sp>
          <p:nvSpPr>
            <p:cNvPr id="1947" name="Google Shape;1947;p38"/>
            <p:cNvSpPr txBox="1"/>
            <p:nvPr/>
          </p:nvSpPr>
          <p:spPr>
            <a:xfrm>
              <a:off x="1441625" y="697425"/>
              <a:ext cx="369300" cy="2496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
          <p:nvSpPr>
            <p:cNvPr id="1948" name="Google Shape;1948;p38"/>
            <p:cNvSpPr txBox="1"/>
            <p:nvPr/>
          </p:nvSpPr>
          <p:spPr>
            <a:xfrm>
              <a:off x="1443775" y="947100"/>
              <a:ext cx="369300" cy="2361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
          <p:nvSpPr>
            <p:cNvPr id="1949" name="Google Shape;1949;p38"/>
            <p:cNvSpPr txBox="1"/>
            <p:nvPr/>
          </p:nvSpPr>
          <p:spPr>
            <a:xfrm>
              <a:off x="1163975" y="1176725"/>
              <a:ext cx="912000" cy="236100"/>
            </a:xfrm>
            <a:prstGeom prst="rect">
              <a:avLst/>
            </a:prstGeom>
            <a:noFill/>
            <a:ln>
              <a:noFill/>
            </a:ln>
          </p:spPr>
          <p:txBody>
            <a:bodyPr anchorCtr="0" anchor="ctr" bIns="0" lIns="0" spcFirstLastPara="1" rIns="0" wrap="square" tIns="0">
              <a:noAutofit/>
            </a:bodyPr>
            <a:lstStyle/>
            <a:p>
              <a:pPr indent="0" lvl="0" marL="0" rtl="0" algn="ctr">
                <a:lnSpc>
                  <a:spcPct val="100000"/>
                </a:lnSpc>
                <a:spcBef>
                  <a:spcPts val="0"/>
                </a:spcBef>
                <a:spcAft>
                  <a:spcPts val="0"/>
                </a:spcAft>
                <a:buNone/>
              </a:pPr>
              <a:r>
                <a:rPr lang="es-419" sz="800"/>
                <a:t>&lt;..&gt;</a:t>
              </a:r>
              <a:endParaRPr sz="800"/>
            </a:p>
          </p:txBody>
        </p:sp>
      </p:grpSp>
      <p:grpSp>
        <p:nvGrpSpPr>
          <p:cNvPr id="1950" name="Google Shape;1950;p38"/>
          <p:cNvGrpSpPr/>
          <p:nvPr/>
        </p:nvGrpSpPr>
        <p:grpSpPr>
          <a:xfrm>
            <a:off x="4258043" y="3627488"/>
            <a:ext cx="522600" cy="247062"/>
            <a:chOff x="1761200" y="2490188"/>
            <a:chExt cx="522600" cy="247062"/>
          </a:xfrm>
        </p:grpSpPr>
        <p:cxnSp>
          <p:nvCxnSpPr>
            <p:cNvPr id="1951" name="Google Shape;1951;p38"/>
            <p:cNvCxnSpPr/>
            <p:nvPr/>
          </p:nvCxnSpPr>
          <p:spPr>
            <a:xfrm flipH="1">
              <a:off x="1852463" y="2490188"/>
              <a:ext cx="396600" cy="157800"/>
            </a:xfrm>
            <a:prstGeom prst="straightConnector1">
              <a:avLst/>
            </a:prstGeom>
            <a:noFill/>
            <a:ln cap="flat" cmpd="sng" w="9525">
              <a:solidFill>
                <a:srgbClr val="990033"/>
              </a:solidFill>
              <a:prstDash val="dot"/>
              <a:round/>
              <a:headEnd len="med" w="med" type="none"/>
              <a:tailEnd len="med" w="med" type="stealth"/>
            </a:ln>
          </p:spPr>
        </p:cxnSp>
        <p:sp>
          <p:nvSpPr>
            <p:cNvPr id="1952" name="Google Shape;1952;p38"/>
            <p:cNvSpPr txBox="1"/>
            <p:nvPr/>
          </p:nvSpPr>
          <p:spPr>
            <a:xfrm>
              <a:off x="1761200" y="2613350"/>
              <a:ext cx="522600" cy="1239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0"/>
                </a:spcAft>
                <a:buNone/>
              </a:pPr>
              <a:r>
                <a:rPr lang="es-419" sz="700"/>
                <a:t>&lt;&lt;extend&gt;&gt;</a:t>
              </a:r>
              <a:endParaRPr sz="700"/>
            </a:p>
          </p:txBody>
        </p:sp>
      </p:grpSp>
      <p:grpSp>
        <p:nvGrpSpPr>
          <p:cNvPr id="1953" name="Google Shape;1953;p38"/>
          <p:cNvGrpSpPr/>
          <p:nvPr/>
        </p:nvGrpSpPr>
        <p:grpSpPr>
          <a:xfrm>
            <a:off x="5263390" y="1867587"/>
            <a:ext cx="1030800" cy="669274"/>
            <a:chOff x="1883075" y="3073176"/>
            <a:chExt cx="1030800" cy="669274"/>
          </a:xfrm>
        </p:grpSpPr>
        <p:pic>
          <p:nvPicPr>
            <p:cNvPr id="1954" name="Google Shape;1954;p38"/>
            <p:cNvPicPr preferRelativeResize="0"/>
            <p:nvPr/>
          </p:nvPicPr>
          <p:blipFill>
            <a:blip r:embed="rId8">
              <a:alphaModFix/>
            </a:blip>
            <a:stretch>
              <a:fillRect/>
            </a:stretch>
          </p:blipFill>
          <p:spPr>
            <a:xfrm>
              <a:off x="2104400" y="3073176"/>
              <a:ext cx="623100" cy="363350"/>
            </a:xfrm>
            <a:prstGeom prst="rect">
              <a:avLst/>
            </a:prstGeom>
            <a:noFill/>
            <a:ln>
              <a:noFill/>
            </a:ln>
          </p:spPr>
        </p:pic>
        <p:sp>
          <p:nvSpPr>
            <p:cNvPr id="1955" name="Google Shape;1955;p38"/>
            <p:cNvSpPr txBox="1"/>
            <p:nvPr/>
          </p:nvSpPr>
          <p:spPr>
            <a:xfrm>
              <a:off x="2140930" y="3087337"/>
              <a:ext cx="522600" cy="1563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
          <p:nvSpPr>
            <p:cNvPr id="1956" name="Google Shape;1956;p38"/>
            <p:cNvSpPr txBox="1"/>
            <p:nvPr/>
          </p:nvSpPr>
          <p:spPr>
            <a:xfrm>
              <a:off x="2140913" y="3239759"/>
              <a:ext cx="522600" cy="1563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
          <p:nvSpPr>
            <p:cNvPr id="1957" name="Google Shape;1957;p38"/>
            <p:cNvSpPr txBox="1"/>
            <p:nvPr/>
          </p:nvSpPr>
          <p:spPr>
            <a:xfrm>
              <a:off x="1883075" y="3449050"/>
              <a:ext cx="1030800" cy="2934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lang="es-419" sz="800"/>
                <a:t>&lt;..&gt;</a:t>
              </a:r>
              <a:endParaRPr sz="800"/>
            </a:p>
          </p:txBody>
        </p:sp>
      </p:grpSp>
      <p:grpSp>
        <p:nvGrpSpPr>
          <p:cNvPr id="1958" name="Google Shape;1958;p38"/>
          <p:cNvGrpSpPr/>
          <p:nvPr/>
        </p:nvGrpSpPr>
        <p:grpSpPr>
          <a:xfrm>
            <a:off x="5517446" y="4952751"/>
            <a:ext cx="522688" cy="506718"/>
            <a:chOff x="2323550" y="2096250"/>
            <a:chExt cx="522688" cy="648475"/>
          </a:xfrm>
        </p:grpSpPr>
        <p:sp>
          <p:nvSpPr>
            <p:cNvPr id="1959" name="Google Shape;1959;p38"/>
            <p:cNvSpPr/>
            <p:nvPr/>
          </p:nvSpPr>
          <p:spPr>
            <a:xfrm>
              <a:off x="2323550" y="2096250"/>
              <a:ext cx="286500" cy="367500"/>
            </a:xfrm>
            <a:prstGeom prst="wedgeRoundRectCallout">
              <a:avLst>
                <a:gd fmla="val 36634" name="adj1"/>
                <a:gd fmla="val 77667" name="adj2"/>
                <a:gd fmla="val 0" name="adj3"/>
              </a:avLst>
            </a:prstGeom>
            <a:solidFill>
              <a:srgbClr val="CC0000">
                <a:alpha val="15320"/>
              </a:srgbClr>
            </a:solidFill>
            <a:ln cap="flat" cmpd="sng" w="9525">
              <a:solidFill>
                <a:srgbClr val="CC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 name="Google Shape;1960;p38"/>
            <p:cNvSpPr/>
            <p:nvPr/>
          </p:nvSpPr>
          <p:spPr>
            <a:xfrm>
              <a:off x="2493738" y="2546725"/>
              <a:ext cx="352500" cy="198000"/>
            </a:xfrm>
            <a:prstGeom prst="roundRect">
              <a:avLst>
                <a:gd fmla="val 16667" name="adj"/>
              </a:avLst>
            </a:prstGeom>
            <a:solidFill>
              <a:srgbClr val="FFFFFF">
                <a:alpha val="77480"/>
              </a:srgbClr>
            </a:solidFill>
            <a:ln cap="flat" cmpd="sng" w="9525">
              <a:solidFill>
                <a:srgbClr val="CC0000"/>
              </a:solidFill>
              <a:prstDash val="solid"/>
              <a:round/>
              <a:headEnd len="sm" w="sm" type="none"/>
              <a:tailEnd len="sm" w="sm" type="none"/>
            </a:ln>
          </p:spPr>
          <p:txBody>
            <a:bodyPr anchorCtr="0" anchor="t" bIns="0" lIns="0" spcFirstLastPara="1" rIns="0" wrap="square" tIns="18000">
              <a:noAutofit/>
            </a:bodyPr>
            <a:lstStyle/>
            <a:p>
              <a:pPr indent="0" lvl="0" marL="0" rtl="0" algn="ctr">
                <a:spcBef>
                  <a:spcPts val="0"/>
                </a:spcBef>
                <a:spcAft>
                  <a:spcPts val="0"/>
                </a:spcAft>
                <a:buNone/>
              </a:pPr>
              <a:r>
                <a:rPr lang="es-419" sz="800"/>
                <a:t>&lt;...&gt;</a:t>
              </a:r>
              <a:endParaRPr sz="800"/>
            </a:p>
          </p:txBody>
        </p:sp>
      </p:grpSp>
      <p:grpSp>
        <p:nvGrpSpPr>
          <p:cNvPr id="1961" name="Google Shape;1961;p38"/>
          <p:cNvGrpSpPr/>
          <p:nvPr/>
        </p:nvGrpSpPr>
        <p:grpSpPr>
          <a:xfrm>
            <a:off x="5322790" y="969363"/>
            <a:ext cx="912000" cy="781950"/>
            <a:chOff x="53700" y="449100"/>
            <a:chExt cx="912000" cy="781950"/>
          </a:xfrm>
        </p:grpSpPr>
        <p:pic>
          <p:nvPicPr>
            <p:cNvPr id="1962" name="Google Shape;1962;p38"/>
            <p:cNvPicPr preferRelativeResize="0"/>
            <p:nvPr/>
          </p:nvPicPr>
          <p:blipFill>
            <a:blip r:embed="rId4">
              <a:alphaModFix/>
            </a:blip>
            <a:stretch>
              <a:fillRect/>
            </a:stretch>
          </p:blipFill>
          <p:spPr>
            <a:xfrm>
              <a:off x="282101" y="449103"/>
              <a:ext cx="451796" cy="545996"/>
            </a:xfrm>
            <a:prstGeom prst="rect">
              <a:avLst/>
            </a:prstGeom>
            <a:noFill/>
            <a:ln>
              <a:noFill/>
            </a:ln>
          </p:spPr>
        </p:pic>
        <p:sp>
          <p:nvSpPr>
            <p:cNvPr id="1963" name="Google Shape;1963;p38"/>
            <p:cNvSpPr txBox="1"/>
            <p:nvPr/>
          </p:nvSpPr>
          <p:spPr>
            <a:xfrm>
              <a:off x="282100" y="723325"/>
              <a:ext cx="420600" cy="2781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
          <p:nvSpPr>
            <p:cNvPr id="1964" name="Google Shape;1964;p38"/>
            <p:cNvSpPr txBox="1"/>
            <p:nvPr/>
          </p:nvSpPr>
          <p:spPr>
            <a:xfrm>
              <a:off x="294850" y="449100"/>
              <a:ext cx="420600" cy="2781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
          <p:nvSpPr>
            <p:cNvPr id="1965" name="Google Shape;1965;p38"/>
            <p:cNvSpPr txBox="1"/>
            <p:nvPr/>
          </p:nvSpPr>
          <p:spPr>
            <a:xfrm>
              <a:off x="53700" y="994950"/>
              <a:ext cx="912000" cy="236100"/>
            </a:xfrm>
            <a:prstGeom prst="rect">
              <a:avLst/>
            </a:prstGeom>
            <a:noFill/>
            <a:ln>
              <a:noFill/>
            </a:ln>
          </p:spPr>
          <p:txBody>
            <a:bodyPr anchorCtr="0" anchor="ctr" bIns="0" lIns="0" spcFirstLastPara="1" rIns="0" wrap="square" tIns="0">
              <a:noAutofit/>
            </a:bodyPr>
            <a:lstStyle/>
            <a:p>
              <a:pPr indent="0" lvl="0" marL="0" rtl="0" algn="ctr">
                <a:lnSpc>
                  <a:spcPct val="100000"/>
                </a:lnSpc>
                <a:spcBef>
                  <a:spcPts val="0"/>
                </a:spcBef>
                <a:spcAft>
                  <a:spcPts val="0"/>
                </a:spcAft>
                <a:buNone/>
              </a:pPr>
              <a:r>
                <a:rPr lang="es-419" sz="800"/>
                <a:t>&lt;..&gt;</a:t>
              </a:r>
              <a:endParaRPr sz="800"/>
            </a:p>
          </p:txBody>
        </p:sp>
      </p:grpSp>
      <p:grpSp>
        <p:nvGrpSpPr>
          <p:cNvPr id="1966" name="Google Shape;1966;p38"/>
          <p:cNvGrpSpPr/>
          <p:nvPr/>
        </p:nvGrpSpPr>
        <p:grpSpPr>
          <a:xfrm>
            <a:off x="5517490" y="3267088"/>
            <a:ext cx="522600" cy="249625"/>
            <a:chOff x="140438" y="2815488"/>
            <a:chExt cx="522600" cy="249625"/>
          </a:xfrm>
        </p:grpSpPr>
        <p:cxnSp>
          <p:nvCxnSpPr>
            <p:cNvPr id="1967" name="Google Shape;1967;p38"/>
            <p:cNvCxnSpPr/>
            <p:nvPr/>
          </p:nvCxnSpPr>
          <p:spPr>
            <a:xfrm flipH="1">
              <a:off x="203437" y="2815488"/>
              <a:ext cx="396600" cy="157800"/>
            </a:xfrm>
            <a:prstGeom prst="straightConnector1">
              <a:avLst/>
            </a:prstGeom>
            <a:noFill/>
            <a:ln cap="flat" cmpd="sng" w="9525">
              <a:solidFill>
                <a:srgbClr val="990033"/>
              </a:solidFill>
              <a:prstDash val="dot"/>
              <a:round/>
              <a:headEnd len="med" w="med" type="none"/>
              <a:tailEnd len="med" w="med" type="stealth"/>
            </a:ln>
          </p:spPr>
        </p:cxnSp>
        <p:sp>
          <p:nvSpPr>
            <p:cNvPr id="1968" name="Google Shape;1968;p38"/>
            <p:cNvSpPr txBox="1"/>
            <p:nvPr/>
          </p:nvSpPr>
          <p:spPr>
            <a:xfrm>
              <a:off x="140438" y="2941213"/>
              <a:ext cx="522600" cy="1239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0"/>
                </a:spcAft>
                <a:buNone/>
              </a:pPr>
              <a:r>
                <a:rPr lang="es-419" sz="700"/>
                <a:t>&lt;&lt;include&gt;&gt;</a:t>
              </a:r>
              <a:endParaRPr sz="700"/>
            </a:p>
          </p:txBody>
        </p:sp>
      </p:grpSp>
      <p:grpSp>
        <p:nvGrpSpPr>
          <p:cNvPr id="1969" name="Google Shape;1969;p38"/>
          <p:cNvGrpSpPr/>
          <p:nvPr/>
        </p:nvGrpSpPr>
        <p:grpSpPr>
          <a:xfrm>
            <a:off x="5543590" y="3813964"/>
            <a:ext cx="470400" cy="247062"/>
            <a:chOff x="164377" y="2815488"/>
            <a:chExt cx="470400" cy="247062"/>
          </a:xfrm>
        </p:grpSpPr>
        <p:cxnSp>
          <p:nvCxnSpPr>
            <p:cNvPr id="1970" name="Google Shape;1970;p38"/>
            <p:cNvCxnSpPr/>
            <p:nvPr/>
          </p:nvCxnSpPr>
          <p:spPr>
            <a:xfrm flipH="1">
              <a:off x="203437" y="2815488"/>
              <a:ext cx="396600" cy="157800"/>
            </a:xfrm>
            <a:prstGeom prst="straightConnector1">
              <a:avLst/>
            </a:prstGeom>
            <a:noFill/>
            <a:ln cap="flat" cmpd="sng" w="9525">
              <a:solidFill>
                <a:srgbClr val="990033"/>
              </a:solidFill>
              <a:prstDash val="dot"/>
              <a:round/>
              <a:headEnd len="med" w="med" type="none"/>
              <a:tailEnd len="med" w="med" type="stealth"/>
            </a:ln>
          </p:spPr>
        </p:cxnSp>
        <p:sp>
          <p:nvSpPr>
            <p:cNvPr id="1971" name="Google Shape;1971;p38"/>
            <p:cNvSpPr txBox="1"/>
            <p:nvPr/>
          </p:nvSpPr>
          <p:spPr>
            <a:xfrm>
              <a:off x="164377" y="2938650"/>
              <a:ext cx="470400" cy="1239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0"/>
                </a:spcAft>
                <a:buNone/>
              </a:pPr>
              <a:r>
                <a:rPr lang="es-419" sz="700"/>
                <a:t>&lt;&lt;extend&gt;&gt;</a:t>
              </a:r>
              <a:endParaRPr sz="700"/>
            </a:p>
          </p:txBody>
        </p:sp>
      </p:grpSp>
      <p:cxnSp>
        <p:nvCxnSpPr>
          <p:cNvPr id="1972" name="Google Shape;1972;p38"/>
          <p:cNvCxnSpPr/>
          <p:nvPr/>
        </p:nvCxnSpPr>
        <p:spPr>
          <a:xfrm flipH="1">
            <a:off x="5617090" y="4492813"/>
            <a:ext cx="323400" cy="121200"/>
          </a:xfrm>
          <a:prstGeom prst="bentConnector3">
            <a:avLst>
              <a:gd fmla="val 50000" name="adj1"/>
            </a:avLst>
          </a:prstGeom>
          <a:noFill/>
          <a:ln cap="flat" cmpd="sng" w="9525">
            <a:solidFill>
              <a:srgbClr val="990033"/>
            </a:solidFill>
            <a:prstDash val="solid"/>
            <a:round/>
            <a:headEnd len="med" w="med" type="none"/>
            <a:tailEnd len="med" w="med" type="stealth"/>
          </a:ln>
        </p:spPr>
      </p:cxnSp>
      <p:grpSp>
        <p:nvGrpSpPr>
          <p:cNvPr id="1973" name="Google Shape;1973;p38"/>
          <p:cNvGrpSpPr/>
          <p:nvPr/>
        </p:nvGrpSpPr>
        <p:grpSpPr>
          <a:xfrm>
            <a:off x="5598957" y="5817938"/>
            <a:ext cx="359665" cy="471743"/>
            <a:chOff x="168338" y="3891550"/>
            <a:chExt cx="359665" cy="471743"/>
          </a:xfrm>
        </p:grpSpPr>
        <p:cxnSp>
          <p:nvCxnSpPr>
            <p:cNvPr id="1974" name="Google Shape;1974;p38"/>
            <p:cNvCxnSpPr>
              <a:stCxn id="1975" idx="4"/>
            </p:cNvCxnSpPr>
            <p:nvPr/>
          </p:nvCxnSpPr>
          <p:spPr>
            <a:xfrm rot="5400000">
              <a:off x="125438" y="4164693"/>
              <a:ext cx="241500" cy="155700"/>
            </a:xfrm>
            <a:prstGeom prst="bentConnector3">
              <a:avLst>
                <a:gd fmla="val 50000" name="adj1"/>
              </a:avLst>
            </a:prstGeom>
            <a:noFill/>
            <a:ln cap="flat" cmpd="sng" w="9525">
              <a:solidFill>
                <a:srgbClr val="990033"/>
              </a:solidFill>
              <a:prstDash val="dash"/>
              <a:round/>
              <a:headEnd len="sm" w="sm" type="none"/>
              <a:tailEnd len="sm" w="sm" type="none"/>
            </a:ln>
          </p:spPr>
        </p:cxnSp>
        <p:sp>
          <p:nvSpPr>
            <p:cNvPr id="1975" name="Google Shape;1975;p38"/>
            <p:cNvSpPr/>
            <p:nvPr/>
          </p:nvSpPr>
          <p:spPr>
            <a:xfrm>
              <a:off x="241503" y="3891550"/>
              <a:ext cx="286500" cy="192000"/>
            </a:xfrm>
            <a:prstGeom prst="wedgeRectCallout">
              <a:avLst>
                <a:gd fmla="val -21192" name="adj1"/>
                <a:gd fmla="val 69918" name="adj2"/>
              </a:avLst>
            </a:prstGeom>
            <a:solidFill>
              <a:srgbClr val="FFFFCC"/>
            </a:solidFill>
            <a:ln cap="flat" cmpd="sng" w="9525">
              <a:solidFill>
                <a:srgbClr val="990033"/>
              </a:solidFill>
              <a:prstDash val="solid"/>
              <a:round/>
              <a:headEnd len="sm" w="sm" type="none"/>
              <a:tailEnd len="sm" w="sm" type="none"/>
            </a:ln>
          </p:spPr>
          <p:txBody>
            <a:bodyPr anchorCtr="0" anchor="b" bIns="0" lIns="0" spcFirstLastPara="1" rIns="0" wrap="square" tIns="18000">
              <a:noAutofit/>
            </a:bodyPr>
            <a:lstStyle/>
            <a:p>
              <a:pPr indent="0" lvl="0" marL="0" rtl="0" algn="ctr">
                <a:spcBef>
                  <a:spcPts val="0"/>
                </a:spcBef>
                <a:spcAft>
                  <a:spcPts val="0"/>
                </a:spcAft>
                <a:buNone/>
              </a:pPr>
              <a:r>
                <a:rPr lang="es-419" sz="700"/>
                <a:t>&lt;...&gt;</a:t>
              </a:r>
              <a:endParaRPr sz="700"/>
            </a:p>
          </p:txBody>
        </p:sp>
      </p:grpSp>
      <p:grpSp>
        <p:nvGrpSpPr>
          <p:cNvPr id="1976" name="Google Shape;1976;p38"/>
          <p:cNvGrpSpPr/>
          <p:nvPr/>
        </p:nvGrpSpPr>
        <p:grpSpPr>
          <a:xfrm>
            <a:off x="5255890" y="2690413"/>
            <a:ext cx="1045800" cy="403950"/>
            <a:chOff x="4759275" y="563750"/>
            <a:chExt cx="1045800" cy="403950"/>
          </a:xfrm>
        </p:grpSpPr>
        <p:pic>
          <p:nvPicPr>
            <p:cNvPr id="1977" name="Google Shape;1977;p38"/>
            <p:cNvPicPr preferRelativeResize="0"/>
            <p:nvPr/>
          </p:nvPicPr>
          <p:blipFill>
            <a:blip r:embed="rId9">
              <a:alphaModFix/>
            </a:blip>
            <a:stretch>
              <a:fillRect/>
            </a:stretch>
          </p:blipFill>
          <p:spPr>
            <a:xfrm>
              <a:off x="5149072" y="569151"/>
              <a:ext cx="308271" cy="270600"/>
            </a:xfrm>
            <a:prstGeom prst="rect">
              <a:avLst/>
            </a:prstGeom>
            <a:noFill/>
            <a:ln>
              <a:noFill/>
            </a:ln>
          </p:spPr>
        </p:pic>
        <p:sp>
          <p:nvSpPr>
            <p:cNvPr id="1978" name="Google Shape;1978;p38"/>
            <p:cNvSpPr txBox="1"/>
            <p:nvPr/>
          </p:nvSpPr>
          <p:spPr>
            <a:xfrm>
              <a:off x="5143200" y="563750"/>
              <a:ext cx="253500" cy="1338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
          <p:nvSpPr>
            <p:cNvPr id="1979" name="Google Shape;1979;p38"/>
            <p:cNvSpPr txBox="1"/>
            <p:nvPr/>
          </p:nvSpPr>
          <p:spPr>
            <a:xfrm>
              <a:off x="5143175" y="697400"/>
              <a:ext cx="253500" cy="1266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
          <p:nvSpPr>
            <p:cNvPr id="1980" name="Google Shape;1980;p38"/>
            <p:cNvSpPr txBox="1"/>
            <p:nvPr/>
          </p:nvSpPr>
          <p:spPr>
            <a:xfrm>
              <a:off x="4759275" y="846500"/>
              <a:ext cx="1045800" cy="1212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i="1" lang="es-419" sz="800">
                  <a:solidFill>
                    <a:srgbClr val="B7B7B7"/>
                  </a:solidFill>
                </a:rPr>
                <a:t>&lt;...&gt;</a:t>
              </a:r>
              <a:endParaRPr i="1" sz="800">
                <a:solidFill>
                  <a:srgbClr val="B7B7B7"/>
                </a:solidFill>
              </a:endParaRPr>
            </a:p>
          </p:txBody>
        </p:sp>
      </p:grpSp>
      <p:grpSp>
        <p:nvGrpSpPr>
          <p:cNvPr id="1981" name="Google Shape;1981;p38"/>
          <p:cNvGrpSpPr/>
          <p:nvPr/>
        </p:nvGrpSpPr>
        <p:grpSpPr>
          <a:xfrm>
            <a:off x="193037" y="2223627"/>
            <a:ext cx="1016100" cy="648675"/>
            <a:chOff x="2711039" y="956525"/>
            <a:chExt cx="1016100" cy="648675"/>
          </a:xfrm>
        </p:grpSpPr>
        <p:sp>
          <p:nvSpPr>
            <p:cNvPr id="1982" name="Google Shape;1982;p38"/>
            <p:cNvSpPr/>
            <p:nvPr/>
          </p:nvSpPr>
          <p:spPr>
            <a:xfrm>
              <a:off x="3036100" y="959050"/>
              <a:ext cx="324900" cy="3069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 name="Google Shape;1983;p38"/>
            <p:cNvSpPr txBox="1"/>
            <p:nvPr/>
          </p:nvSpPr>
          <p:spPr>
            <a:xfrm>
              <a:off x="2711039" y="1279275"/>
              <a:ext cx="1016100" cy="156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0"/>
                </a:spcAft>
                <a:buNone/>
              </a:pPr>
              <a:r>
                <a:rPr lang="es-419" sz="800"/>
                <a:t>&lt;...&gt;</a:t>
              </a:r>
              <a:endParaRPr sz="800"/>
            </a:p>
          </p:txBody>
        </p:sp>
        <p:sp>
          <p:nvSpPr>
            <p:cNvPr id="1984" name="Google Shape;1984;p38"/>
            <p:cNvSpPr txBox="1"/>
            <p:nvPr/>
          </p:nvSpPr>
          <p:spPr>
            <a:xfrm>
              <a:off x="2922239" y="1448900"/>
              <a:ext cx="593700" cy="156300"/>
            </a:xfrm>
            <a:prstGeom prst="rect">
              <a:avLst/>
            </a:prstGeom>
            <a:noFill/>
            <a:ln>
              <a:noFill/>
            </a:ln>
          </p:spPr>
          <p:txBody>
            <a:bodyPr anchorCtr="0" anchor="t" bIns="0" lIns="18000" spcFirstLastPara="1" rIns="0" wrap="square" tIns="18000">
              <a:noAutofit/>
            </a:bodyPr>
            <a:lstStyle/>
            <a:p>
              <a:pPr indent="0" lvl="0" marL="0" rtl="0" algn="l">
                <a:spcBef>
                  <a:spcPts val="0"/>
                </a:spcBef>
                <a:spcAft>
                  <a:spcPts val="0"/>
                </a:spcAft>
                <a:buNone/>
              </a:pPr>
              <a:r>
                <a:rPr lang="es-419" sz="700"/>
                <a:t>[Estado]</a:t>
              </a:r>
              <a:endParaRPr sz="700"/>
            </a:p>
          </p:txBody>
        </p:sp>
        <p:cxnSp>
          <p:nvCxnSpPr>
            <p:cNvPr id="1985" name="Google Shape;1985;p38"/>
            <p:cNvCxnSpPr/>
            <p:nvPr/>
          </p:nvCxnSpPr>
          <p:spPr>
            <a:xfrm>
              <a:off x="2959289" y="1434463"/>
              <a:ext cx="519600" cy="1800"/>
            </a:xfrm>
            <a:prstGeom prst="straightConnector1">
              <a:avLst/>
            </a:prstGeom>
            <a:noFill/>
            <a:ln cap="flat" cmpd="sng" w="9525">
              <a:solidFill>
                <a:srgbClr val="D9D9D9"/>
              </a:solidFill>
              <a:prstDash val="solid"/>
              <a:round/>
              <a:headEnd len="med" w="med" type="none"/>
              <a:tailEnd len="med" w="med" type="none"/>
            </a:ln>
          </p:spPr>
        </p:cxnSp>
        <p:sp>
          <p:nvSpPr>
            <p:cNvPr id="1986" name="Google Shape;1986;p38"/>
            <p:cNvSpPr txBox="1"/>
            <p:nvPr/>
          </p:nvSpPr>
          <p:spPr>
            <a:xfrm>
              <a:off x="3055750" y="956525"/>
              <a:ext cx="283500" cy="1563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
          <p:nvSpPr>
            <p:cNvPr id="1987" name="Google Shape;1987;p38"/>
            <p:cNvSpPr txBox="1"/>
            <p:nvPr/>
          </p:nvSpPr>
          <p:spPr>
            <a:xfrm>
              <a:off x="3055750" y="1108925"/>
              <a:ext cx="283500" cy="1563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pic>
          <p:nvPicPr>
            <p:cNvPr id="1988" name="Google Shape;1988;p38"/>
            <p:cNvPicPr preferRelativeResize="0"/>
            <p:nvPr/>
          </p:nvPicPr>
          <p:blipFill>
            <a:blip r:embed="rId10">
              <a:alphaModFix/>
            </a:blip>
            <a:stretch>
              <a:fillRect/>
            </a:stretch>
          </p:blipFill>
          <p:spPr>
            <a:xfrm>
              <a:off x="3025212" y="1016937"/>
              <a:ext cx="386100" cy="262357"/>
            </a:xfrm>
            <a:prstGeom prst="rect">
              <a:avLst/>
            </a:prstGeom>
            <a:noFill/>
            <a:ln>
              <a:noFill/>
            </a:ln>
          </p:spPr>
        </p:pic>
      </p:grpSp>
      <p:grpSp>
        <p:nvGrpSpPr>
          <p:cNvPr id="1989" name="Google Shape;1989;p38"/>
          <p:cNvGrpSpPr/>
          <p:nvPr/>
        </p:nvGrpSpPr>
        <p:grpSpPr>
          <a:xfrm>
            <a:off x="1469235" y="2716379"/>
            <a:ext cx="1016100" cy="648675"/>
            <a:chOff x="2711039" y="956525"/>
            <a:chExt cx="1016100" cy="648675"/>
          </a:xfrm>
        </p:grpSpPr>
        <p:sp>
          <p:nvSpPr>
            <p:cNvPr id="1990" name="Google Shape;1990;p38"/>
            <p:cNvSpPr/>
            <p:nvPr/>
          </p:nvSpPr>
          <p:spPr>
            <a:xfrm>
              <a:off x="3036100" y="959050"/>
              <a:ext cx="324900" cy="3069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 name="Google Shape;1991;p38"/>
            <p:cNvSpPr txBox="1"/>
            <p:nvPr/>
          </p:nvSpPr>
          <p:spPr>
            <a:xfrm>
              <a:off x="2711039" y="1279275"/>
              <a:ext cx="1016100" cy="156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0"/>
                </a:spcAft>
                <a:buNone/>
              </a:pPr>
              <a:r>
                <a:rPr lang="es-419" sz="800"/>
                <a:t>&lt;...&gt;</a:t>
              </a:r>
              <a:endParaRPr sz="800"/>
            </a:p>
          </p:txBody>
        </p:sp>
        <p:sp>
          <p:nvSpPr>
            <p:cNvPr id="1992" name="Google Shape;1992;p38"/>
            <p:cNvSpPr txBox="1"/>
            <p:nvPr/>
          </p:nvSpPr>
          <p:spPr>
            <a:xfrm>
              <a:off x="2922239" y="1448900"/>
              <a:ext cx="593700" cy="156300"/>
            </a:xfrm>
            <a:prstGeom prst="rect">
              <a:avLst/>
            </a:prstGeom>
            <a:noFill/>
            <a:ln>
              <a:noFill/>
            </a:ln>
          </p:spPr>
          <p:txBody>
            <a:bodyPr anchorCtr="0" anchor="t" bIns="0" lIns="18000" spcFirstLastPara="1" rIns="0" wrap="square" tIns="18000">
              <a:noAutofit/>
            </a:bodyPr>
            <a:lstStyle/>
            <a:p>
              <a:pPr indent="0" lvl="0" marL="0" rtl="0" algn="l">
                <a:spcBef>
                  <a:spcPts val="0"/>
                </a:spcBef>
                <a:spcAft>
                  <a:spcPts val="0"/>
                </a:spcAft>
                <a:buNone/>
              </a:pPr>
              <a:r>
                <a:rPr lang="es-419" sz="700"/>
                <a:t>[Estado]</a:t>
              </a:r>
              <a:endParaRPr sz="700"/>
            </a:p>
          </p:txBody>
        </p:sp>
        <p:cxnSp>
          <p:nvCxnSpPr>
            <p:cNvPr id="1993" name="Google Shape;1993;p38"/>
            <p:cNvCxnSpPr/>
            <p:nvPr/>
          </p:nvCxnSpPr>
          <p:spPr>
            <a:xfrm>
              <a:off x="2959289" y="1434463"/>
              <a:ext cx="519600" cy="1800"/>
            </a:xfrm>
            <a:prstGeom prst="straightConnector1">
              <a:avLst/>
            </a:prstGeom>
            <a:noFill/>
            <a:ln cap="flat" cmpd="sng" w="9525">
              <a:solidFill>
                <a:srgbClr val="D9D9D9"/>
              </a:solidFill>
              <a:prstDash val="solid"/>
              <a:round/>
              <a:headEnd len="med" w="med" type="none"/>
              <a:tailEnd len="med" w="med" type="none"/>
            </a:ln>
          </p:spPr>
        </p:cxnSp>
        <p:sp>
          <p:nvSpPr>
            <p:cNvPr id="1994" name="Google Shape;1994;p38"/>
            <p:cNvSpPr txBox="1"/>
            <p:nvPr/>
          </p:nvSpPr>
          <p:spPr>
            <a:xfrm>
              <a:off x="3055750" y="956525"/>
              <a:ext cx="283500" cy="1563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
          <p:nvSpPr>
            <p:cNvPr id="1995" name="Google Shape;1995;p38"/>
            <p:cNvSpPr txBox="1"/>
            <p:nvPr/>
          </p:nvSpPr>
          <p:spPr>
            <a:xfrm>
              <a:off x="3055750" y="1108925"/>
              <a:ext cx="283500" cy="1563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pic>
          <p:nvPicPr>
            <p:cNvPr id="1996" name="Google Shape;1996;p38"/>
            <p:cNvPicPr preferRelativeResize="0"/>
            <p:nvPr/>
          </p:nvPicPr>
          <p:blipFill>
            <a:blip r:embed="rId10">
              <a:alphaModFix/>
            </a:blip>
            <a:stretch>
              <a:fillRect/>
            </a:stretch>
          </p:blipFill>
          <p:spPr>
            <a:xfrm>
              <a:off x="3025212" y="1016937"/>
              <a:ext cx="386100" cy="262357"/>
            </a:xfrm>
            <a:prstGeom prst="rect">
              <a:avLst/>
            </a:prstGeom>
            <a:noFill/>
            <a:ln>
              <a:noFill/>
            </a:ln>
          </p:spPr>
        </p:pic>
      </p:grpSp>
      <p:grpSp>
        <p:nvGrpSpPr>
          <p:cNvPr id="1997" name="Google Shape;1997;p38"/>
          <p:cNvGrpSpPr/>
          <p:nvPr/>
        </p:nvGrpSpPr>
        <p:grpSpPr>
          <a:xfrm>
            <a:off x="2740275" y="1675499"/>
            <a:ext cx="1016100" cy="648675"/>
            <a:chOff x="2711039" y="956525"/>
            <a:chExt cx="1016100" cy="648675"/>
          </a:xfrm>
        </p:grpSpPr>
        <p:sp>
          <p:nvSpPr>
            <p:cNvPr id="1998" name="Google Shape;1998;p38"/>
            <p:cNvSpPr/>
            <p:nvPr/>
          </p:nvSpPr>
          <p:spPr>
            <a:xfrm>
              <a:off x="3036100" y="959050"/>
              <a:ext cx="324900" cy="3069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 name="Google Shape;1999;p38"/>
            <p:cNvSpPr txBox="1"/>
            <p:nvPr/>
          </p:nvSpPr>
          <p:spPr>
            <a:xfrm>
              <a:off x="2711039" y="1279275"/>
              <a:ext cx="1016100" cy="156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0"/>
                </a:spcAft>
                <a:buNone/>
              </a:pPr>
              <a:r>
                <a:rPr lang="es-419" sz="800"/>
                <a:t>&lt;...&gt;</a:t>
              </a:r>
              <a:endParaRPr sz="800"/>
            </a:p>
          </p:txBody>
        </p:sp>
        <p:sp>
          <p:nvSpPr>
            <p:cNvPr id="2000" name="Google Shape;2000;p38"/>
            <p:cNvSpPr txBox="1"/>
            <p:nvPr/>
          </p:nvSpPr>
          <p:spPr>
            <a:xfrm>
              <a:off x="2922239" y="1448900"/>
              <a:ext cx="593700" cy="156300"/>
            </a:xfrm>
            <a:prstGeom prst="rect">
              <a:avLst/>
            </a:prstGeom>
            <a:noFill/>
            <a:ln>
              <a:noFill/>
            </a:ln>
          </p:spPr>
          <p:txBody>
            <a:bodyPr anchorCtr="0" anchor="t" bIns="0" lIns="18000" spcFirstLastPara="1" rIns="0" wrap="square" tIns="18000">
              <a:noAutofit/>
            </a:bodyPr>
            <a:lstStyle/>
            <a:p>
              <a:pPr indent="0" lvl="0" marL="0" rtl="0" algn="l">
                <a:spcBef>
                  <a:spcPts val="0"/>
                </a:spcBef>
                <a:spcAft>
                  <a:spcPts val="0"/>
                </a:spcAft>
                <a:buNone/>
              </a:pPr>
              <a:r>
                <a:rPr lang="es-419" sz="700"/>
                <a:t>[Estado]</a:t>
              </a:r>
              <a:endParaRPr sz="700"/>
            </a:p>
          </p:txBody>
        </p:sp>
        <p:cxnSp>
          <p:nvCxnSpPr>
            <p:cNvPr id="2001" name="Google Shape;2001;p38"/>
            <p:cNvCxnSpPr/>
            <p:nvPr/>
          </p:nvCxnSpPr>
          <p:spPr>
            <a:xfrm>
              <a:off x="2959289" y="1434463"/>
              <a:ext cx="519600" cy="1800"/>
            </a:xfrm>
            <a:prstGeom prst="straightConnector1">
              <a:avLst/>
            </a:prstGeom>
            <a:noFill/>
            <a:ln cap="flat" cmpd="sng" w="9525">
              <a:solidFill>
                <a:srgbClr val="D9D9D9"/>
              </a:solidFill>
              <a:prstDash val="solid"/>
              <a:round/>
              <a:headEnd len="med" w="med" type="none"/>
              <a:tailEnd len="med" w="med" type="none"/>
            </a:ln>
          </p:spPr>
        </p:cxnSp>
        <p:sp>
          <p:nvSpPr>
            <p:cNvPr id="2002" name="Google Shape;2002;p38"/>
            <p:cNvSpPr txBox="1"/>
            <p:nvPr/>
          </p:nvSpPr>
          <p:spPr>
            <a:xfrm>
              <a:off x="3055750" y="956525"/>
              <a:ext cx="283500" cy="1563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
          <p:nvSpPr>
            <p:cNvPr id="2003" name="Google Shape;2003;p38"/>
            <p:cNvSpPr txBox="1"/>
            <p:nvPr/>
          </p:nvSpPr>
          <p:spPr>
            <a:xfrm>
              <a:off x="3055750" y="1108925"/>
              <a:ext cx="283500" cy="1563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pic>
          <p:nvPicPr>
            <p:cNvPr id="2004" name="Google Shape;2004;p38"/>
            <p:cNvPicPr preferRelativeResize="0"/>
            <p:nvPr/>
          </p:nvPicPr>
          <p:blipFill>
            <a:blip r:embed="rId10">
              <a:alphaModFix/>
            </a:blip>
            <a:stretch>
              <a:fillRect/>
            </a:stretch>
          </p:blipFill>
          <p:spPr>
            <a:xfrm>
              <a:off x="3025212" y="1016937"/>
              <a:ext cx="386100" cy="262357"/>
            </a:xfrm>
            <a:prstGeom prst="rect">
              <a:avLst/>
            </a:prstGeom>
            <a:noFill/>
            <a:ln>
              <a:noFill/>
            </a:ln>
          </p:spPr>
        </p:pic>
      </p:grpSp>
      <p:grpSp>
        <p:nvGrpSpPr>
          <p:cNvPr id="2005" name="Google Shape;2005;p38"/>
          <p:cNvGrpSpPr/>
          <p:nvPr/>
        </p:nvGrpSpPr>
        <p:grpSpPr>
          <a:xfrm>
            <a:off x="463637" y="866084"/>
            <a:ext cx="599794" cy="335546"/>
            <a:chOff x="463637" y="866084"/>
            <a:chExt cx="599794" cy="335546"/>
          </a:xfrm>
        </p:grpSpPr>
        <p:sp>
          <p:nvSpPr>
            <p:cNvPr id="2006" name="Google Shape;2006;p38"/>
            <p:cNvSpPr/>
            <p:nvPr/>
          </p:nvSpPr>
          <p:spPr>
            <a:xfrm>
              <a:off x="463637" y="968229"/>
              <a:ext cx="474900" cy="233400"/>
            </a:xfrm>
            <a:prstGeom prst="roundRect">
              <a:avLst>
                <a:gd fmla="val 50000" name="adj"/>
              </a:avLst>
            </a:prstGeom>
            <a:solidFill>
              <a:srgbClr val="FFFFCC"/>
            </a:solidFill>
            <a:ln cap="flat" cmpd="sng" w="9525">
              <a:solidFill>
                <a:srgbClr val="990033"/>
              </a:solidFill>
              <a:prstDash val="solid"/>
              <a:round/>
              <a:headEnd len="sm" w="sm" type="none"/>
              <a:tailEnd len="sm" w="sm" type="none"/>
            </a:ln>
          </p:spPr>
          <p:txBody>
            <a:bodyPr anchorCtr="0" anchor="b" bIns="0" lIns="0" spcFirstLastPara="1" rIns="0" wrap="square" tIns="18000">
              <a:noAutofit/>
            </a:bodyPr>
            <a:lstStyle/>
            <a:p>
              <a:pPr indent="0" lvl="0" marL="0" marR="0" rtl="0" algn="ctr">
                <a:lnSpc>
                  <a:spcPct val="100000"/>
                </a:lnSpc>
                <a:spcBef>
                  <a:spcPts val="0"/>
                </a:spcBef>
                <a:spcAft>
                  <a:spcPts val="0"/>
                </a:spcAft>
                <a:buNone/>
              </a:pPr>
              <a:r>
                <a:rPr lang="es-419" sz="800"/>
                <a:t>&lt;...&gt;</a:t>
              </a:r>
              <a:endParaRPr sz="800"/>
            </a:p>
          </p:txBody>
        </p:sp>
        <p:pic>
          <p:nvPicPr>
            <p:cNvPr id="2007" name="Google Shape;2007;p38"/>
            <p:cNvPicPr preferRelativeResize="0"/>
            <p:nvPr/>
          </p:nvPicPr>
          <p:blipFill rotWithShape="1">
            <a:blip r:embed="rId11">
              <a:alphaModFix/>
            </a:blip>
            <a:srcRect b="-868" l="0" r="82941" t="66946"/>
            <a:stretch/>
          </p:blipFill>
          <p:spPr>
            <a:xfrm>
              <a:off x="830031" y="866084"/>
              <a:ext cx="233400" cy="233401"/>
            </a:xfrm>
            <a:prstGeom prst="rect">
              <a:avLst/>
            </a:prstGeom>
            <a:noFill/>
            <a:ln>
              <a:noFill/>
            </a:ln>
          </p:spPr>
        </p:pic>
      </p:grpSp>
      <p:grpSp>
        <p:nvGrpSpPr>
          <p:cNvPr id="2008" name="Google Shape;2008;p38"/>
          <p:cNvGrpSpPr/>
          <p:nvPr/>
        </p:nvGrpSpPr>
        <p:grpSpPr>
          <a:xfrm>
            <a:off x="344501" y="1313194"/>
            <a:ext cx="594037" cy="335546"/>
            <a:chOff x="344501" y="866084"/>
            <a:chExt cx="594037" cy="335546"/>
          </a:xfrm>
        </p:grpSpPr>
        <p:sp>
          <p:nvSpPr>
            <p:cNvPr id="2009" name="Google Shape;2009;p38"/>
            <p:cNvSpPr/>
            <p:nvPr/>
          </p:nvSpPr>
          <p:spPr>
            <a:xfrm>
              <a:off x="463637" y="968229"/>
              <a:ext cx="474900" cy="233400"/>
            </a:xfrm>
            <a:prstGeom prst="roundRect">
              <a:avLst>
                <a:gd fmla="val 50000" name="adj"/>
              </a:avLst>
            </a:prstGeom>
            <a:solidFill>
              <a:srgbClr val="FFFFCC"/>
            </a:solidFill>
            <a:ln cap="flat" cmpd="sng" w="9525">
              <a:solidFill>
                <a:srgbClr val="990033"/>
              </a:solidFill>
              <a:prstDash val="solid"/>
              <a:round/>
              <a:headEnd len="sm" w="sm" type="none"/>
              <a:tailEnd len="sm" w="sm" type="none"/>
            </a:ln>
          </p:spPr>
          <p:txBody>
            <a:bodyPr anchorCtr="0" anchor="b" bIns="0" lIns="0" spcFirstLastPara="1" rIns="0" wrap="square" tIns="18000">
              <a:noAutofit/>
            </a:bodyPr>
            <a:lstStyle/>
            <a:p>
              <a:pPr indent="0" lvl="0" marL="0" marR="0" rtl="0" algn="ctr">
                <a:lnSpc>
                  <a:spcPct val="100000"/>
                </a:lnSpc>
                <a:spcBef>
                  <a:spcPts val="0"/>
                </a:spcBef>
                <a:spcAft>
                  <a:spcPts val="0"/>
                </a:spcAft>
                <a:buNone/>
              </a:pPr>
              <a:r>
                <a:rPr lang="es-419" sz="800"/>
                <a:t>&lt;...&gt;</a:t>
              </a:r>
              <a:endParaRPr sz="800"/>
            </a:p>
          </p:txBody>
        </p:sp>
        <p:pic>
          <p:nvPicPr>
            <p:cNvPr id="2010" name="Google Shape;2010;p38"/>
            <p:cNvPicPr preferRelativeResize="0"/>
            <p:nvPr/>
          </p:nvPicPr>
          <p:blipFill rotWithShape="1">
            <a:blip r:embed="rId11">
              <a:alphaModFix/>
            </a:blip>
            <a:srcRect b="-868" l="33603" r="49337" t="66946"/>
            <a:stretch/>
          </p:blipFill>
          <p:spPr>
            <a:xfrm>
              <a:off x="344501" y="866084"/>
              <a:ext cx="233400" cy="233401"/>
            </a:xfrm>
            <a:prstGeom prst="rect">
              <a:avLst/>
            </a:prstGeom>
            <a:noFill/>
            <a:ln>
              <a:noFill/>
            </a:ln>
          </p:spPr>
        </p:pic>
      </p:grpSp>
      <p:cxnSp>
        <p:nvCxnSpPr>
          <p:cNvPr id="2011" name="Google Shape;2011;p38"/>
          <p:cNvCxnSpPr/>
          <p:nvPr/>
        </p:nvCxnSpPr>
        <p:spPr>
          <a:xfrm>
            <a:off x="7052961" y="5152726"/>
            <a:ext cx="933300" cy="306900"/>
          </a:xfrm>
          <a:prstGeom prst="bentConnector3">
            <a:avLst>
              <a:gd fmla="val 45309" name="adj1"/>
            </a:avLst>
          </a:prstGeom>
          <a:noFill/>
          <a:ln cap="flat" cmpd="sng" w="19050">
            <a:solidFill>
              <a:srgbClr val="274E13"/>
            </a:solidFill>
            <a:prstDash val="solid"/>
            <a:round/>
            <a:headEnd len="med" w="med" type="none"/>
            <a:tailEnd len="med" w="med" type="stealth"/>
          </a:ln>
        </p:spPr>
      </p:cxnSp>
      <p:grpSp>
        <p:nvGrpSpPr>
          <p:cNvPr id="2012" name="Google Shape;2012;p38"/>
          <p:cNvGrpSpPr/>
          <p:nvPr/>
        </p:nvGrpSpPr>
        <p:grpSpPr>
          <a:xfrm>
            <a:off x="7131309" y="5702310"/>
            <a:ext cx="776605" cy="288000"/>
            <a:chOff x="1875140" y="1380321"/>
            <a:chExt cx="776605" cy="288000"/>
          </a:xfrm>
        </p:grpSpPr>
        <p:pic>
          <p:nvPicPr>
            <p:cNvPr id="2013" name="Google Shape;2013;p38"/>
            <p:cNvPicPr preferRelativeResize="0"/>
            <p:nvPr/>
          </p:nvPicPr>
          <p:blipFill rotWithShape="1">
            <a:blip r:embed="rId12">
              <a:alphaModFix/>
            </a:blip>
            <a:srcRect b="0" l="73988" r="-415" t="0"/>
            <a:stretch/>
          </p:blipFill>
          <p:spPr>
            <a:xfrm>
              <a:off x="1875140" y="1380321"/>
              <a:ext cx="245107" cy="288000"/>
            </a:xfrm>
            <a:prstGeom prst="rect">
              <a:avLst/>
            </a:prstGeom>
            <a:noFill/>
            <a:ln>
              <a:noFill/>
            </a:ln>
          </p:spPr>
        </p:pic>
        <p:sp>
          <p:nvSpPr>
            <p:cNvPr id="2014" name="Google Shape;2014;p38"/>
            <p:cNvSpPr txBox="1"/>
            <p:nvPr/>
          </p:nvSpPr>
          <p:spPr>
            <a:xfrm>
              <a:off x="2101545" y="1414794"/>
              <a:ext cx="550200" cy="217200"/>
            </a:xfrm>
            <a:prstGeom prst="rect">
              <a:avLst/>
            </a:prstGeom>
            <a:noFill/>
            <a:ln>
              <a:noFill/>
            </a:ln>
          </p:spPr>
          <p:txBody>
            <a:bodyPr anchorCtr="0" anchor="t" bIns="18000" lIns="18000" spcFirstLastPara="1" rIns="18000" wrap="square" tIns="18000">
              <a:noAutofit/>
            </a:bodyPr>
            <a:lstStyle/>
            <a:p>
              <a:pPr indent="0" lvl="0" marL="0" rtl="0" algn="l">
                <a:spcBef>
                  <a:spcPts val="0"/>
                </a:spcBef>
                <a:spcAft>
                  <a:spcPts val="0"/>
                </a:spcAft>
                <a:buNone/>
              </a:pPr>
              <a:r>
                <a:rPr b="1" lang="es-419" sz="600"/>
                <a:t>&lt;...&gt;</a:t>
              </a:r>
              <a:endParaRPr b="1" sz="600"/>
            </a:p>
          </p:txBody>
        </p:sp>
      </p:grpSp>
      <p:grpSp>
        <p:nvGrpSpPr>
          <p:cNvPr id="2015" name="Google Shape;2015;p38"/>
          <p:cNvGrpSpPr/>
          <p:nvPr/>
        </p:nvGrpSpPr>
        <p:grpSpPr>
          <a:xfrm>
            <a:off x="7131309" y="6159510"/>
            <a:ext cx="776605" cy="288000"/>
            <a:chOff x="1875140" y="1380321"/>
            <a:chExt cx="776605" cy="288000"/>
          </a:xfrm>
        </p:grpSpPr>
        <p:pic>
          <p:nvPicPr>
            <p:cNvPr id="2016" name="Google Shape;2016;p38"/>
            <p:cNvPicPr preferRelativeResize="0"/>
            <p:nvPr/>
          </p:nvPicPr>
          <p:blipFill rotWithShape="1">
            <a:blip r:embed="rId12">
              <a:alphaModFix/>
            </a:blip>
            <a:srcRect b="0" l="23692" r="49881" t="0"/>
            <a:stretch/>
          </p:blipFill>
          <p:spPr>
            <a:xfrm>
              <a:off x="1875140" y="1380321"/>
              <a:ext cx="245107" cy="288000"/>
            </a:xfrm>
            <a:prstGeom prst="rect">
              <a:avLst/>
            </a:prstGeom>
            <a:noFill/>
            <a:ln>
              <a:noFill/>
            </a:ln>
          </p:spPr>
        </p:pic>
        <p:sp>
          <p:nvSpPr>
            <p:cNvPr id="2017" name="Google Shape;2017;p38"/>
            <p:cNvSpPr txBox="1"/>
            <p:nvPr/>
          </p:nvSpPr>
          <p:spPr>
            <a:xfrm>
              <a:off x="2101545" y="1414794"/>
              <a:ext cx="550200" cy="217200"/>
            </a:xfrm>
            <a:prstGeom prst="rect">
              <a:avLst/>
            </a:prstGeom>
            <a:noFill/>
            <a:ln>
              <a:noFill/>
            </a:ln>
          </p:spPr>
          <p:txBody>
            <a:bodyPr anchorCtr="0" anchor="t" bIns="18000" lIns="18000" spcFirstLastPara="1" rIns="18000" wrap="square" tIns="18000">
              <a:noAutofit/>
            </a:bodyPr>
            <a:lstStyle/>
            <a:p>
              <a:pPr indent="0" lvl="0" marL="0" rtl="0" algn="l">
                <a:spcBef>
                  <a:spcPts val="0"/>
                </a:spcBef>
                <a:spcAft>
                  <a:spcPts val="0"/>
                </a:spcAft>
                <a:buNone/>
              </a:pPr>
              <a:r>
                <a:rPr b="1" lang="es-419" sz="600"/>
                <a:t>&lt;...&gt;</a:t>
              </a:r>
              <a:endParaRPr b="1" sz="600"/>
            </a:p>
          </p:txBody>
        </p:sp>
      </p:grpSp>
      <p:grpSp>
        <p:nvGrpSpPr>
          <p:cNvPr id="2018" name="Google Shape;2018;p38"/>
          <p:cNvGrpSpPr/>
          <p:nvPr/>
        </p:nvGrpSpPr>
        <p:grpSpPr>
          <a:xfrm>
            <a:off x="6691240" y="2574369"/>
            <a:ext cx="1354963" cy="877500"/>
            <a:chOff x="670700" y="1862346"/>
            <a:chExt cx="1354963" cy="877500"/>
          </a:xfrm>
        </p:grpSpPr>
        <p:sp>
          <p:nvSpPr>
            <p:cNvPr id="2019" name="Google Shape;2019;p38"/>
            <p:cNvSpPr/>
            <p:nvPr/>
          </p:nvSpPr>
          <p:spPr>
            <a:xfrm rot="5400000">
              <a:off x="906800" y="1626246"/>
              <a:ext cx="877500" cy="1349700"/>
            </a:xfrm>
            <a:prstGeom prst="chevron">
              <a:avLst>
                <a:gd fmla="val 10671" name="adj"/>
              </a:avLst>
            </a:prstGeom>
            <a:solidFill>
              <a:srgbClr val="F3F3F3"/>
            </a:solidFill>
            <a:ln cap="flat" cmpd="sng" w="9525">
              <a:solidFill>
                <a:srgbClr val="1C4587"/>
              </a:solidFill>
              <a:prstDash val="solid"/>
              <a:round/>
              <a:headEnd len="sm" w="sm" type="none"/>
              <a:tailEnd len="sm" w="sm" type="none"/>
            </a:ln>
          </p:spPr>
          <p:txBody>
            <a:bodyPr anchorCtr="0" anchor="t" bIns="91425" lIns="91425" spcFirstLastPara="1" rIns="91425" wrap="square" tIns="91425">
              <a:noAutofit/>
            </a:bodyPr>
            <a:lstStyle/>
            <a:p>
              <a:pPr indent="0" lvl="0" marL="0" rtl="0" algn="ctr">
                <a:spcBef>
                  <a:spcPts val="0"/>
                </a:spcBef>
                <a:spcAft>
                  <a:spcPts val="0"/>
                </a:spcAft>
                <a:buNone/>
              </a:pPr>
              <a:r>
                <a:t/>
              </a:r>
              <a:endParaRPr sz="900"/>
            </a:p>
          </p:txBody>
        </p:sp>
        <p:sp>
          <p:nvSpPr>
            <p:cNvPr id="2020" name="Google Shape;2020;p38"/>
            <p:cNvSpPr txBox="1"/>
            <p:nvPr/>
          </p:nvSpPr>
          <p:spPr>
            <a:xfrm>
              <a:off x="721625" y="2345833"/>
              <a:ext cx="1257300" cy="198300"/>
            </a:xfrm>
            <a:prstGeom prst="rect">
              <a:avLst/>
            </a:prstGeom>
            <a:noFill/>
            <a:ln>
              <a:noFill/>
            </a:ln>
          </p:spPr>
          <p:txBody>
            <a:bodyPr anchorCtr="0" anchor="ctr" bIns="18000" lIns="18000" spcFirstLastPara="1" rIns="18000" wrap="square" tIns="18000">
              <a:noAutofit/>
            </a:bodyPr>
            <a:lstStyle/>
            <a:p>
              <a:pPr indent="0" lvl="0" marL="0" marR="0" rtl="0" algn="l">
                <a:lnSpc>
                  <a:spcPct val="100000"/>
                </a:lnSpc>
                <a:spcBef>
                  <a:spcPts val="0"/>
                </a:spcBef>
                <a:spcAft>
                  <a:spcPts val="0"/>
                </a:spcAft>
                <a:buNone/>
              </a:pPr>
              <a:r>
                <a:rPr b="1" lang="es-419" sz="600"/>
                <a:t>&lt;...&gt;</a:t>
              </a:r>
              <a:endParaRPr b="1" sz="600"/>
            </a:p>
          </p:txBody>
        </p:sp>
        <p:sp>
          <p:nvSpPr>
            <p:cNvPr id="2021" name="Google Shape;2021;p38"/>
            <p:cNvSpPr/>
            <p:nvPr/>
          </p:nvSpPr>
          <p:spPr>
            <a:xfrm>
              <a:off x="1050925" y="2040246"/>
              <a:ext cx="899700" cy="311400"/>
            </a:xfrm>
            <a:prstGeom prst="roundRect">
              <a:avLst>
                <a:gd fmla="val 16667" name="adj"/>
              </a:avLst>
            </a:prstGeom>
            <a:solidFill>
              <a:srgbClr val="FFFFFF"/>
            </a:solidFill>
            <a:ln cap="flat" cmpd="sng" w="9525">
              <a:solidFill>
                <a:srgbClr val="274E13"/>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18000" lIns="18000" spcFirstLastPara="1" rIns="18000" wrap="square" tIns="18000">
              <a:noAutofit/>
            </a:bodyPr>
            <a:lstStyle/>
            <a:p>
              <a:pPr indent="0" lvl="0" marL="0" marR="0" rtl="0" algn="ctr">
                <a:lnSpc>
                  <a:spcPct val="100000"/>
                </a:lnSpc>
                <a:spcBef>
                  <a:spcPts val="0"/>
                </a:spcBef>
                <a:spcAft>
                  <a:spcPts val="0"/>
                </a:spcAft>
                <a:buNone/>
              </a:pPr>
              <a:r>
                <a:rPr lang="es-419" sz="600"/>
                <a:t>&lt;...&gt;</a:t>
              </a:r>
              <a:endParaRPr sz="600"/>
            </a:p>
          </p:txBody>
        </p:sp>
        <p:pic>
          <p:nvPicPr>
            <p:cNvPr id="2022" name="Google Shape;2022;p38"/>
            <p:cNvPicPr preferRelativeResize="0"/>
            <p:nvPr/>
          </p:nvPicPr>
          <p:blipFill rotWithShape="1">
            <a:blip r:embed="rId13">
              <a:alphaModFix/>
            </a:blip>
            <a:srcRect b="955" l="75264" r="13084" t="86344"/>
            <a:stretch/>
          </p:blipFill>
          <p:spPr>
            <a:xfrm>
              <a:off x="759565" y="2053302"/>
              <a:ext cx="252631" cy="288000"/>
            </a:xfrm>
            <a:prstGeom prst="rect">
              <a:avLst/>
            </a:prstGeom>
            <a:noFill/>
            <a:ln>
              <a:noFill/>
            </a:ln>
          </p:spPr>
        </p:pic>
        <p:sp>
          <p:nvSpPr>
            <p:cNvPr id="2023" name="Google Shape;2023;p38"/>
            <p:cNvSpPr txBox="1"/>
            <p:nvPr/>
          </p:nvSpPr>
          <p:spPr>
            <a:xfrm>
              <a:off x="672663" y="2508695"/>
              <a:ext cx="1353000" cy="190500"/>
            </a:xfrm>
            <a:prstGeom prst="rect">
              <a:avLst/>
            </a:prstGeom>
            <a:noFill/>
            <a:ln>
              <a:noFill/>
            </a:ln>
          </p:spPr>
          <p:txBody>
            <a:bodyPr anchorCtr="0" anchor="ctr" bIns="18000" lIns="18000" spcFirstLastPara="1" rIns="18000" wrap="square" tIns="18000">
              <a:noAutofit/>
            </a:bodyPr>
            <a:lstStyle/>
            <a:p>
              <a:pPr indent="0" lvl="0" marL="0" marR="0" rtl="0" algn="ctr">
                <a:lnSpc>
                  <a:spcPct val="100000"/>
                </a:lnSpc>
                <a:spcBef>
                  <a:spcPts val="0"/>
                </a:spcBef>
                <a:spcAft>
                  <a:spcPts val="0"/>
                </a:spcAft>
                <a:buNone/>
              </a:pPr>
              <a:r>
                <a:rPr b="1" lang="es-419" sz="900"/>
                <a:t>&lt;...&gt;</a:t>
              </a:r>
              <a:endParaRPr b="1" sz="900"/>
            </a:p>
          </p:txBody>
        </p:sp>
      </p:grpSp>
      <p:grpSp>
        <p:nvGrpSpPr>
          <p:cNvPr id="2024" name="Google Shape;2024;p38"/>
          <p:cNvGrpSpPr/>
          <p:nvPr/>
        </p:nvGrpSpPr>
        <p:grpSpPr>
          <a:xfrm>
            <a:off x="6689360" y="3439246"/>
            <a:ext cx="1358723" cy="781500"/>
            <a:chOff x="667055" y="3519840"/>
            <a:chExt cx="1358723" cy="781500"/>
          </a:xfrm>
        </p:grpSpPr>
        <p:sp>
          <p:nvSpPr>
            <p:cNvPr id="2025" name="Google Shape;2025;p38"/>
            <p:cNvSpPr/>
            <p:nvPr/>
          </p:nvSpPr>
          <p:spPr>
            <a:xfrm rot="5400000">
              <a:off x="956883" y="3235740"/>
              <a:ext cx="781500" cy="1349700"/>
            </a:xfrm>
            <a:prstGeom prst="chevron">
              <a:avLst>
                <a:gd fmla="val 10671" name="adj"/>
              </a:avLst>
            </a:prstGeom>
            <a:solidFill>
              <a:srgbClr val="FFD966"/>
            </a:solidFill>
            <a:ln cap="flat" cmpd="sng" w="19050">
              <a:solidFill>
                <a:srgbClr val="1C4587"/>
              </a:solidFill>
              <a:prstDash val="solid"/>
              <a:round/>
              <a:headEnd len="sm" w="sm" type="none"/>
              <a:tailEnd len="sm" w="sm" type="none"/>
            </a:ln>
          </p:spPr>
          <p:txBody>
            <a:bodyPr anchorCtr="0" anchor="t" bIns="91425" lIns="91425" spcFirstLastPara="1" rIns="91425" wrap="square" tIns="91425">
              <a:noAutofit/>
            </a:bodyPr>
            <a:lstStyle/>
            <a:p>
              <a:pPr indent="0" lvl="0" marL="0" rtl="0" algn="ctr">
                <a:spcBef>
                  <a:spcPts val="0"/>
                </a:spcBef>
                <a:spcAft>
                  <a:spcPts val="0"/>
                </a:spcAft>
                <a:buNone/>
              </a:pPr>
              <a:r>
                <a:t/>
              </a:r>
              <a:endParaRPr sz="900"/>
            </a:p>
          </p:txBody>
        </p:sp>
        <p:sp>
          <p:nvSpPr>
            <p:cNvPr id="2026" name="Google Shape;2026;p38"/>
            <p:cNvSpPr/>
            <p:nvPr/>
          </p:nvSpPr>
          <p:spPr>
            <a:xfrm>
              <a:off x="718354" y="3885482"/>
              <a:ext cx="1257300" cy="288000"/>
            </a:xfrm>
            <a:prstGeom prst="snip2SameRect">
              <a:avLst>
                <a:gd fmla="val 7104" name="adj1"/>
                <a:gd fmla="val 8493" name="adj2"/>
              </a:avLst>
            </a:prstGeom>
            <a:solidFill>
              <a:srgbClr val="FFFFFF"/>
            </a:solidFill>
            <a:ln cap="flat" cmpd="sng" w="9525">
              <a:solidFill>
                <a:srgbClr val="274E13"/>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18000" lIns="18000" spcFirstLastPara="1" rIns="18000" wrap="square" tIns="18000">
              <a:noAutofit/>
            </a:bodyPr>
            <a:lstStyle/>
            <a:p>
              <a:pPr indent="0" lvl="0" marL="0" marR="0" rtl="0" algn="ctr">
                <a:lnSpc>
                  <a:spcPct val="100000"/>
                </a:lnSpc>
                <a:spcBef>
                  <a:spcPts val="0"/>
                </a:spcBef>
                <a:spcAft>
                  <a:spcPts val="0"/>
                </a:spcAft>
                <a:buNone/>
              </a:pPr>
              <a:r>
                <a:rPr lang="es-419" sz="600"/>
                <a:t>&lt;...&gt;</a:t>
              </a:r>
              <a:endParaRPr sz="600"/>
            </a:p>
          </p:txBody>
        </p:sp>
        <p:sp>
          <p:nvSpPr>
            <p:cNvPr id="2027" name="Google Shape;2027;p38"/>
            <p:cNvSpPr txBox="1"/>
            <p:nvPr/>
          </p:nvSpPr>
          <p:spPr>
            <a:xfrm>
              <a:off x="674878" y="3661827"/>
              <a:ext cx="1350900" cy="190500"/>
            </a:xfrm>
            <a:prstGeom prst="rect">
              <a:avLst/>
            </a:prstGeom>
            <a:noFill/>
            <a:ln>
              <a:noFill/>
            </a:ln>
          </p:spPr>
          <p:txBody>
            <a:bodyPr anchorCtr="0" anchor="ctr" bIns="18000" lIns="18000" spcFirstLastPara="1" rIns="18000" wrap="square" tIns="18000">
              <a:noAutofit/>
            </a:bodyPr>
            <a:lstStyle/>
            <a:p>
              <a:pPr indent="0" lvl="0" marL="0" marR="0" rtl="0" algn="ctr">
                <a:lnSpc>
                  <a:spcPct val="100000"/>
                </a:lnSpc>
                <a:spcBef>
                  <a:spcPts val="0"/>
                </a:spcBef>
                <a:spcAft>
                  <a:spcPts val="0"/>
                </a:spcAft>
                <a:buNone/>
              </a:pPr>
              <a:r>
                <a:rPr b="1" lang="es-419" sz="900"/>
                <a:t>&lt;...&gt;</a:t>
              </a:r>
              <a:endParaRPr b="1" sz="900">
                <a:latin typeface="Source Code Pro"/>
                <a:ea typeface="Source Code Pro"/>
                <a:cs typeface="Source Code Pro"/>
                <a:sym typeface="Source Code Pro"/>
              </a:endParaRPr>
            </a:p>
          </p:txBody>
        </p:sp>
        <p:pic>
          <p:nvPicPr>
            <p:cNvPr id="2028" name="Google Shape;2028;p38"/>
            <p:cNvPicPr preferRelativeResize="0"/>
            <p:nvPr/>
          </p:nvPicPr>
          <p:blipFill rotWithShape="1">
            <a:blip r:embed="rId14">
              <a:alphaModFix/>
            </a:blip>
            <a:srcRect b="-366" l="59788" r="19220" t="82753"/>
            <a:stretch/>
          </p:blipFill>
          <p:spPr>
            <a:xfrm>
              <a:off x="667055" y="3586081"/>
              <a:ext cx="271058" cy="287999"/>
            </a:xfrm>
            <a:prstGeom prst="rect">
              <a:avLst/>
            </a:prstGeom>
            <a:noFill/>
            <a:ln>
              <a:noFill/>
            </a:ln>
          </p:spPr>
        </p:pic>
      </p:grpSp>
      <p:grpSp>
        <p:nvGrpSpPr>
          <p:cNvPr id="2029" name="Google Shape;2029;p38"/>
          <p:cNvGrpSpPr/>
          <p:nvPr/>
        </p:nvGrpSpPr>
        <p:grpSpPr>
          <a:xfrm>
            <a:off x="6692573" y="967538"/>
            <a:ext cx="1349700" cy="1602300"/>
            <a:chOff x="221125" y="841375"/>
            <a:chExt cx="1349700" cy="1602300"/>
          </a:xfrm>
        </p:grpSpPr>
        <p:sp>
          <p:nvSpPr>
            <p:cNvPr id="2030" name="Google Shape;2030;p38"/>
            <p:cNvSpPr/>
            <p:nvPr/>
          </p:nvSpPr>
          <p:spPr>
            <a:xfrm rot="5400000">
              <a:off x="94825" y="967675"/>
              <a:ext cx="1602300" cy="1349700"/>
            </a:xfrm>
            <a:prstGeom prst="chevron">
              <a:avLst>
                <a:gd fmla="val 6049" name="adj"/>
              </a:avLst>
            </a:prstGeom>
            <a:solidFill>
              <a:srgbClr val="F4CCCC"/>
            </a:solidFill>
            <a:ln cap="flat" cmpd="sng" w="9525">
              <a:solidFill>
                <a:srgbClr val="1C4587"/>
              </a:solidFill>
              <a:prstDash val="solid"/>
              <a:round/>
              <a:headEnd len="sm" w="sm" type="none"/>
              <a:tailEnd len="sm" w="sm" type="none"/>
            </a:ln>
          </p:spPr>
          <p:txBody>
            <a:bodyPr anchorCtr="0" anchor="t" bIns="91425" lIns="91425" spcFirstLastPara="1" rIns="91425" wrap="square" tIns="91425">
              <a:noAutofit/>
            </a:bodyPr>
            <a:lstStyle/>
            <a:p>
              <a:pPr indent="0" lvl="0" marL="0" rtl="0" algn="ctr">
                <a:spcBef>
                  <a:spcPts val="0"/>
                </a:spcBef>
                <a:spcAft>
                  <a:spcPts val="0"/>
                </a:spcAft>
                <a:buNone/>
              </a:pPr>
              <a:r>
                <a:t/>
              </a:r>
              <a:endParaRPr sz="900"/>
            </a:p>
          </p:txBody>
        </p:sp>
        <p:sp>
          <p:nvSpPr>
            <p:cNvPr id="2031" name="Google Shape;2031;p38"/>
            <p:cNvSpPr txBox="1"/>
            <p:nvPr/>
          </p:nvSpPr>
          <p:spPr>
            <a:xfrm>
              <a:off x="221125" y="1478473"/>
              <a:ext cx="660900" cy="190500"/>
            </a:xfrm>
            <a:prstGeom prst="rect">
              <a:avLst/>
            </a:prstGeom>
            <a:noFill/>
            <a:ln>
              <a:noFill/>
            </a:ln>
          </p:spPr>
          <p:txBody>
            <a:bodyPr anchorCtr="0" anchor="ctr" bIns="18000" lIns="18000" spcFirstLastPara="1" rIns="18000" wrap="square" tIns="18000">
              <a:noAutofit/>
            </a:bodyPr>
            <a:lstStyle/>
            <a:p>
              <a:pPr indent="0" lvl="0" marL="0" marR="0" rtl="0" algn="l">
                <a:lnSpc>
                  <a:spcPct val="100000"/>
                </a:lnSpc>
                <a:spcBef>
                  <a:spcPts val="0"/>
                </a:spcBef>
                <a:spcAft>
                  <a:spcPts val="0"/>
                </a:spcAft>
                <a:buNone/>
              </a:pPr>
              <a:r>
                <a:rPr b="1" lang="es-419" sz="600"/>
                <a:t>&lt;...&gt;</a:t>
              </a:r>
              <a:endParaRPr b="1" sz="1200">
                <a:latin typeface="Source Code Pro"/>
                <a:ea typeface="Source Code Pro"/>
                <a:cs typeface="Source Code Pro"/>
                <a:sym typeface="Source Code Pro"/>
              </a:endParaRPr>
            </a:p>
          </p:txBody>
        </p:sp>
        <p:pic>
          <p:nvPicPr>
            <p:cNvPr id="2032" name="Google Shape;2032;p38"/>
            <p:cNvPicPr preferRelativeResize="0"/>
            <p:nvPr/>
          </p:nvPicPr>
          <p:blipFill rotWithShape="1">
            <a:blip r:embed="rId11">
              <a:alphaModFix/>
            </a:blip>
            <a:srcRect b="-263" l="59" r="83461" t="67407"/>
            <a:stretch/>
          </p:blipFill>
          <p:spPr>
            <a:xfrm>
              <a:off x="237215" y="1231098"/>
              <a:ext cx="288000" cy="288000"/>
            </a:xfrm>
            <a:prstGeom prst="rect">
              <a:avLst/>
            </a:prstGeom>
            <a:noFill/>
            <a:ln>
              <a:noFill/>
            </a:ln>
          </p:spPr>
        </p:pic>
        <p:sp>
          <p:nvSpPr>
            <p:cNvPr id="2033" name="Google Shape;2033;p38"/>
            <p:cNvSpPr txBox="1"/>
            <p:nvPr/>
          </p:nvSpPr>
          <p:spPr>
            <a:xfrm>
              <a:off x="900218" y="1478473"/>
              <a:ext cx="660900" cy="198300"/>
            </a:xfrm>
            <a:prstGeom prst="rect">
              <a:avLst/>
            </a:prstGeom>
            <a:noFill/>
            <a:ln>
              <a:noFill/>
            </a:ln>
          </p:spPr>
          <p:txBody>
            <a:bodyPr anchorCtr="0" anchor="ctr" bIns="18000" lIns="18000" spcFirstLastPara="1" rIns="18000" wrap="square" tIns="18000">
              <a:noAutofit/>
            </a:bodyPr>
            <a:lstStyle/>
            <a:p>
              <a:pPr indent="0" lvl="0" marL="0" marR="0" rtl="0" algn="r">
                <a:lnSpc>
                  <a:spcPct val="100000"/>
                </a:lnSpc>
                <a:spcBef>
                  <a:spcPts val="0"/>
                </a:spcBef>
                <a:spcAft>
                  <a:spcPts val="0"/>
                </a:spcAft>
                <a:buNone/>
              </a:pPr>
              <a:r>
                <a:rPr b="1" lang="es-419" sz="600"/>
                <a:t>&lt;...&gt;</a:t>
              </a:r>
              <a:endParaRPr b="1" sz="600"/>
            </a:p>
          </p:txBody>
        </p:sp>
        <p:pic>
          <p:nvPicPr>
            <p:cNvPr id="2034" name="Google Shape;2034;p38"/>
            <p:cNvPicPr preferRelativeResize="0"/>
            <p:nvPr/>
          </p:nvPicPr>
          <p:blipFill rotWithShape="1">
            <a:blip r:embed="rId13">
              <a:alphaModFix/>
            </a:blip>
            <a:srcRect b="603" l="50354" r="37994" t="86695"/>
            <a:stretch/>
          </p:blipFill>
          <p:spPr>
            <a:xfrm flipH="1">
              <a:off x="1267919" y="1231098"/>
              <a:ext cx="287999" cy="288000"/>
            </a:xfrm>
            <a:prstGeom prst="rect">
              <a:avLst/>
            </a:prstGeom>
            <a:noFill/>
            <a:ln>
              <a:noFill/>
            </a:ln>
          </p:spPr>
        </p:pic>
        <p:cxnSp>
          <p:nvCxnSpPr>
            <p:cNvPr id="2035" name="Google Shape;2035;p38"/>
            <p:cNvCxnSpPr/>
            <p:nvPr/>
          </p:nvCxnSpPr>
          <p:spPr>
            <a:xfrm>
              <a:off x="473504" y="1468805"/>
              <a:ext cx="825300" cy="0"/>
            </a:xfrm>
            <a:prstGeom prst="straightConnector1">
              <a:avLst/>
            </a:prstGeom>
            <a:noFill/>
            <a:ln cap="flat" cmpd="sng" w="9525">
              <a:solidFill>
                <a:schemeClr val="dk2"/>
              </a:solidFill>
              <a:prstDash val="solid"/>
              <a:round/>
              <a:headEnd len="med" w="med" type="none"/>
              <a:tailEnd len="med" w="med" type="none"/>
            </a:ln>
          </p:spPr>
        </p:cxnSp>
        <p:sp>
          <p:nvSpPr>
            <p:cNvPr id="2036" name="Google Shape;2036;p38"/>
            <p:cNvSpPr/>
            <p:nvPr/>
          </p:nvSpPr>
          <p:spPr>
            <a:xfrm>
              <a:off x="426283" y="964116"/>
              <a:ext cx="933300" cy="311400"/>
            </a:xfrm>
            <a:prstGeom prst="wedgeRoundRectCallout">
              <a:avLst>
                <a:gd fmla="val -43625" name="adj1"/>
                <a:gd fmla="val 81812" name="adj2"/>
                <a:gd fmla="val 0" name="adj3"/>
              </a:avLst>
            </a:prstGeom>
            <a:solidFill>
              <a:srgbClr val="F3F3F3"/>
            </a:solidFill>
            <a:ln cap="flat" cmpd="sng" w="9525">
              <a:solidFill>
                <a:srgbClr val="990000"/>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18000" lIns="54000" spcFirstLastPara="1" rIns="18000" wrap="square" tIns="18000">
              <a:noAutofit/>
            </a:bodyPr>
            <a:lstStyle/>
            <a:p>
              <a:pPr indent="0" lvl="0" marL="0" rtl="0" algn="ctr">
                <a:spcBef>
                  <a:spcPts val="0"/>
                </a:spcBef>
                <a:spcAft>
                  <a:spcPts val="0"/>
                </a:spcAft>
                <a:buNone/>
              </a:pPr>
              <a:r>
                <a:rPr lang="es-419" sz="600"/>
                <a:t>&lt;...&gt;</a:t>
              </a:r>
              <a:endParaRPr sz="600"/>
            </a:p>
          </p:txBody>
        </p:sp>
        <p:sp>
          <p:nvSpPr>
            <p:cNvPr id="2037" name="Google Shape;2037;p38"/>
            <p:cNvSpPr/>
            <p:nvPr/>
          </p:nvSpPr>
          <p:spPr>
            <a:xfrm>
              <a:off x="265375" y="1769715"/>
              <a:ext cx="1250400" cy="190500"/>
            </a:xfrm>
            <a:prstGeom prst="foldedCorner">
              <a:avLst>
                <a:gd fmla="val 23024" name="adj"/>
              </a:avLst>
            </a:prstGeom>
            <a:solidFill>
              <a:srgbClr val="FFFFFF"/>
            </a:solidFill>
            <a:ln cap="flat" cmpd="sng" w="9525">
              <a:solidFill>
                <a:srgbClr val="424242"/>
              </a:solidFill>
              <a:prstDash val="solid"/>
              <a:round/>
              <a:headEnd len="sm" w="sm" type="none"/>
              <a:tailEnd len="sm" w="sm" type="none"/>
            </a:ln>
          </p:spPr>
          <p:txBody>
            <a:bodyPr anchorCtr="0" anchor="ctr" bIns="0" lIns="36000" spcFirstLastPara="1" rIns="0" wrap="square" tIns="0">
              <a:noAutofit/>
            </a:bodyPr>
            <a:lstStyle/>
            <a:p>
              <a:pPr indent="0" lvl="0" marL="0" rtl="0" algn="l">
                <a:spcBef>
                  <a:spcPts val="0"/>
                </a:spcBef>
                <a:spcAft>
                  <a:spcPts val="0"/>
                </a:spcAft>
                <a:buNone/>
              </a:pPr>
              <a:r>
                <a:rPr b="1" lang="es-419" sz="600">
                  <a:solidFill>
                    <a:schemeClr val="dk1"/>
                  </a:solidFill>
                </a:rPr>
                <a:t>&lt;...&gt;</a:t>
              </a:r>
              <a:endParaRPr sz="1600"/>
            </a:p>
          </p:txBody>
        </p:sp>
        <p:pic>
          <p:nvPicPr>
            <p:cNvPr id="2038" name="Google Shape;2038;p38"/>
            <p:cNvPicPr preferRelativeResize="0"/>
            <p:nvPr/>
          </p:nvPicPr>
          <p:blipFill rotWithShape="1">
            <a:blip r:embed="rId15">
              <a:alphaModFix/>
            </a:blip>
            <a:srcRect b="32925" l="74881" r="0" t="32921"/>
            <a:stretch/>
          </p:blipFill>
          <p:spPr>
            <a:xfrm>
              <a:off x="291236" y="1641028"/>
              <a:ext cx="179999" cy="180000"/>
            </a:xfrm>
            <a:prstGeom prst="rect">
              <a:avLst/>
            </a:prstGeom>
            <a:noFill/>
            <a:ln>
              <a:noFill/>
            </a:ln>
          </p:spPr>
        </p:pic>
        <p:pic>
          <p:nvPicPr>
            <p:cNvPr id="2039" name="Google Shape;2039;p38"/>
            <p:cNvPicPr preferRelativeResize="0"/>
            <p:nvPr/>
          </p:nvPicPr>
          <p:blipFill rotWithShape="1">
            <a:blip r:embed="rId15">
              <a:alphaModFix/>
            </a:blip>
            <a:srcRect b="-2302" l="74881" r="0" t="68148"/>
            <a:stretch/>
          </p:blipFill>
          <p:spPr>
            <a:xfrm>
              <a:off x="473511" y="1641028"/>
              <a:ext cx="179999" cy="180000"/>
            </a:xfrm>
            <a:prstGeom prst="rect">
              <a:avLst/>
            </a:prstGeom>
            <a:noFill/>
            <a:ln>
              <a:noFill/>
            </a:ln>
          </p:spPr>
        </p:pic>
        <p:pic>
          <p:nvPicPr>
            <p:cNvPr id="2040" name="Google Shape;2040;p38"/>
            <p:cNvPicPr preferRelativeResize="0"/>
            <p:nvPr/>
          </p:nvPicPr>
          <p:blipFill rotWithShape="1">
            <a:blip r:embed="rId15">
              <a:alphaModFix/>
            </a:blip>
            <a:srcRect b="33697" l="50038" r="24843" t="32149"/>
            <a:stretch/>
          </p:blipFill>
          <p:spPr>
            <a:xfrm>
              <a:off x="655786" y="1641028"/>
              <a:ext cx="179999" cy="180000"/>
            </a:xfrm>
            <a:prstGeom prst="rect">
              <a:avLst/>
            </a:prstGeom>
            <a:noFill/>
            <a:ln>
              <a:noFill/>
            </a:ln>
          </p:spPr>
        </p:pic>
        <p:pic>
          <p:nvPicPr>
            <p:cNvPr id="2041" name="Google Shape;2041;p38"/>
            <p:cNvPicPr preferRelativeResize="0"/>
            <p:nvPr/>
          </p:nvPicPr>
          <p:blipFill rotWithShape="1">
            <a:blip r:embed="rId15">
              <a:alphaModFix/>
            </a:blip>
            <a:srcRect b="66403" l="50038" r="24843" t="-557"/>
            <a:stretch/>
          </p:blipFill>
          <p:spPr>
            <a:xfrm>
              <a:off x="854211" y="1641028"/>
              <a:ext cx="179999" cy="180000"/>
            </a:xfrm>
            <a:prstGeom prst="rect">
              <a:avLst/>
            </a:prstGeom>
            <a:noFill/>
            <a:ln>
              <a:noFill/>
            </a:ln>
          </p:spPr>
        </p:pic>
        <p:pic>
          <p:nvPicPr>
            <p:cNvPr id="2042" name="Google Shape;2042;p38"/>
            <p:cNvPicPr preferRelativeResize="0"/>
            <p:nvPr/>
          </p:nvPicPr>
          <p:blipFill rotWithShape="1">
            <a:blip r:embed="rId15">
              <a:alphaModFix/>
            </a:blip>
            <a:srcRect b="65846" l="0" r="74881" t="0"/>
            <a:stretch/>
          </p:blipFill>
          <p:spPr>
            <a:xfrm>
              <a:off x="1052636" y="1641028"/>
              <a:ext cx="179999" cy="180000"/>
            </a:xfrm>
            <a:prstGeom prst="rect">
              <a:avLst/>
            </a:prstGeom>
            <a:noFill/>
            <a:ln>
              <a:noFill/>
            </a:ln>
          </p:spPr>
        </p:pic>
        <p:sp>
          <p:nvSpPr>
            <p:cNvPr id="2043" name="Google Shape;2043;p38"/>
            <p:cNvSpPr/>
            <p:nvPr/>
          </p:nvSpPr>
          <p:spPr>
            <a:xfrm>
              <a:off x="265375" y="2092348"/>
              <a:ext cx="1250400" cy="190500"/>
            </a:xfrm>
            <a:prstGeom prst="foldedCorner">
              <a:avLst>
                <a:gd fmla="val 23024" name="adj"/>
              </a:avLst>
            </a:prstGeom>
            <a:solidFill>
              <a:srgbClr val="FFFFFF"/>
            </a:solidFill>
            <a:ln cap="flat" cmpd="sng" w="9525">
              <a:solidFill>
                <a:srgbClr val="424242"/>
              </a:solidFill>
              <a:prstDash val="solid"/>
              <a:round/>
              <a:headEnd len="sm" w="sm" type="none"/>
              <a:tailEnd len="sm" w="sm" type="none"/>
            </a:ln>
          </p:spPr>
          <p:txBody>
            <a:bodyPr anchorCtr="0" anchor="ctr" bIns="0" lIns="36000" spcFirstLastPara="1" rIns="0" wrap="square" tIns="0">
              <a:noAutofit/>
            </a:bodyPr>
            <a:lstStyle/>
            <a:p>
              <a:pPr indent="0" lvl="0" marL="0" rtl="0" algn="l">
                <a:spcBef>
                  <a:spcPts val="0"/>
                </a:spcBef>
                <a:spcAft>
                  <a:spcPts val="0"/>
                </a:spcAft>
                <a:buNone/>
              </a:pPr>
              <a:r>
                <a:rPr b="1" lang="es-419" sz="600">
                  <a:solidFill>
                    <a:schemeClr val="dk1"/>
                  </a:solidFill>
                </a:rPr>
                <a:t>&lt;...&gt;</a:t>
              </a:r>
              <a:endParaRPr sz="1600"/>
            </a:p>
          </p:txBody>
        </p:sp>
        <p:pic>
          <p:nvPicPr>
            <p:cNvPr id="2044" name="Google Shape;2044;p38"/>
            <p:cNvPicPr preferRelativeResize="0"/>
            <p:nvPr/>
          </p:nvPicPr>
          <p:blipFill rotWithShape="1">
            <a:blip r:embed="rId15">
              <a:alphaModFix/>
            </a:blip>
            <a:srcRect b="32996" l="0" r="74881" t="32849"/>
            <a:stretch/>
          </p:blipFill>
          <p:spPr>
            <a:xfrm>
              <a:off x="291236" y="1960742"/>
              <a:ext cx="179999" cy="180000"/>
            </a:xfrm>
            <a:prstGeom prst="rect">
              <a:avLst/>
            </a:prstGeom>
            <a:noFill/>
            <a:ln>
              <a:noFill/>
            </a:ln>
          </p:spPr>
        </p:pic>
        <p:pic>
          <p:nvPicPr>
            <p:cNvPr id="2045" name="Google Shape;2045;p38"/>
            <p:cNvPicPr preferRelativeResize="0"/>
            <p:nvPr/>
          </p:nvPicPr>
          <p:blipFill rotWithShape="1">
            <a:blip r:embed="rId15">
              <a:alphaModFix/>
            </a:blip>
            <a:srcRect b="-2302" l="74881" r="0" t="68148"/>
            <a:stretch/>
          </p:blipFill>
          <p:spPr>
            <a:xfrm>
              <a:off x="473511" y="1960742"/>
              <a:ext cx="179999" cy="180000"/>
            </a:xfrm>
            <a:prstGeom prst="rect">
              <a:avLst/>
            </a:prstGeom>
            <a:noFill/>
            <a:ln>
              <a:noFill/>
            </a:ln>
          </p:spPr>
        </p:pic>
      </p:grpSp>
      <p:grpSp>
        <p:nvGrpSpPr>
          <p:cNvPr id="2046" name="Google Shape;2046;p38"/>
          <p:cNvGrpSpPr/>
          <p:nvPr/>
        </p:nvGrpSpPr>
        <p:grpSpPr>
          <a:xfrm>
            <a:off x="8372972" y="2417782"/>
            <a:ext cx="1354963" cy="877500"/>
            <a:chOff x="670700" y="1862346"/>
            <a:chExt cx="1354963" cy="877500"/>
          </a:xfrm>
        </p:grpSpPr>
        <p:sp>
          <p:nvSpPr>
            <p:cNvPr id="2047" name="Google Shape;2047;p38"/>
            <p:cNvSpPr/>
            <p:nvPr/>
          </p:nvSpPr>
          <p:spPr>
            <a:xfrm rot="5400000">
              <a:off x="906800" y="1626246"/>
              <a:ext cx="877500" cy="1349700"/>
            </a:xfrm>
            <a:prstGeom prst="chevron">
              <a:avLst>
                <a:gd fmla="val 10671" name="adj"/>
              </a:avLst>
            </a:prstGeom>
            <a:solidFill>
              <a:srgbClr val="F3F3F3"/>
            </a:solidFill>
            <a:ln cap="flat" cmpd="sng" w="9525">
              <a:solidFill>
                <a:srgbClr val="1C4587"/>
              </a:solidFill>
              <a:prstDash val="solid"/>
              <a:round/>
              <a:headEnd len="sm" w="sm" type="none"/>
              <a:tailEnd len="sm" w="sm" type="none"/>
            </a:ln>
          </p:spPr>
          <p:txBody>
            <a:bodyPr anchorCtr="0" anchor="t" bIns="91425" lIns="91425" spcFirstLastPara="1" rIns="91425" wrap="square" tIns="91425">
              <a:noAutofit/>
            </a:bodyPr>
            <a:lstStyle/>
            <a:p>
              <a:pPr indent="0" lvl="0" marL="0" rtl="0" algn="ctr">
                <a:spcBef>
                  <a:spcPts val="0"/>
                </a:spcBef>
                <a:spcAft>
                  <a:spcPts val="0"/>
                </a:spcAft>
                <a:buNone/>
              </a:pPr>
              <a:r>
                <a:t/>
              </a:r>
              <a:endParaRPr sz="900"/>
            </a:p>
          </p:txBody>
        </p:sp>
        <p:sp>
          <p:nvSpPr>
            <p:cNvPr id="2048" name="Google Shape;2048;p38"/>
            <p:cNvSpPr txBox="1"/>
            <p:nvPr/>
          </p:nvSpPr>
          <p:spPr>
            <a:xfrm>
              <a:off x="721625" y="2345833"/>
              <a:ext cx="1257300" cy="198300"/>
            </a:xfrm>
            <a:prstGeom prst="rect">
              <a:avLst/>
            </a:prstGeom>
            <a:noFill/>
            <a:ln>
              <a:noFill/>
            </a:ln>
          </p:spPr>
          <p:txBody>
            <a:bodyPr anchorCtr="0" anchor="ctr" bIns="18000" lIns="18000" spcFirstLastPara="1" rIns="18000" wrap="square" tIns="18000">
              <a:noAutofit/>
            </a:bodyPr>
            <a:lstStyle/>
            <a:p>
              <a:pPr indent="0" lvl="0" marL="0" marR="0" rtl="0" algn="l">
                <a:lnSpc>
                  <a:spcPct val="100000"/>
                </a:lnSpc>
                <a:spcBef>
                  <a:spcPts val="0"/>
                </a:spcBef>
                <a:spcAft>
                  <a:spcPts val="0"/>
                </a:spcAft>
                <a:buNone/>
              </a:pPr>
              <a:r>
                <a:rPr b="1" lang="es-419" sz="600"/>
                <a:t>Comercial</a:t>
              </a:r>
              <a:endParaRPr b="1" sz="600"/>
            </a:p>
          </p:txBody>
        </p:sp>
        <p:sp>
          <p:nvSpPr>
            <p:cNvPr id="2049" name="Google Shape;2049;p38"/>
            <p:cNvSpPr/>
            <p:nvPr/>
          </p:nvSpPr>
          <p:spPr>
            <a:xfrm>
              <a:off x="1050925" y="2040246"/>
              <a:ext cx="899700" cy="311400"/>
            </a:xfrm>
            <a:prstGeom prst="roundRect">
              <a:avLst>
                <a:gd fmla="val 16667" name="adj"/>
              </a:avLst>
            </a:prstGeom>
            <a:solidFill>
              <a:srgbClr val="FFFFFF"/>
            </a:solidFill>
            <a:ln cap="flat" cmpd="sng" w="9525">
              <a:solidFill>
                <a:srgbClr val="274E13"/>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18000" lIns="18000" spcFirstLastPara="1" rIns="18000" wrap="square" tIns="18000">
              <a:noAutofit/>
            </a:bodyPr>
            <a:lstStyle/>
            <a:p>
              <a:pPr indent="0" lvl="0" marL="0" marR="0" rtl="0" algn="ctr">
                <a:lnSpc>
                  <a:spcPct val="100000"/>
                </a:lnSpc>
                <a:spcBef>
                  <a:spcPts val="0"/>
                </a:spcBef>
                <a:spcAft>
                  <a:spcPts val="0"/>
                </a:spcAft>
                <a:buNone/>
              </a:pPr>
              <a:r>
                <a:rPr lang="es-419" sz="600"/>
                <a:t>tramitar el pago</a:t>
              </a:r>
              <a:endParaRPr sz="600"/>
            </a:p>
          </p:txBody>
        </p:sp>
        <p:pic>
          <p:nvPicPr>
            <p:cNvPr id="2050" name="Google Shape;2050;p38"/>
            <p:cNvPicPr preferRelativeResize="0"/>
            <p:nvPr/>
          </p:nvPicPr>
          <p:blipFill rotWithShape="1">
            <a:blip r:embed="rId13">
              <a:alphaModFix/>
            </a:blip>
            <a:srcRect b="955" l="75264" r="13084" t="86344"/>
            <a:stretch/>
          </p:blipFill>
          <p:spPr>
            <a:xfrm>
              <a:off x="759565" y="2053302"/>
              <a:ext cx="252631" cy="288000"/>
            </a:xfrm>
            <a:prstGeom prst="rect">
              <a:avLst/>
            </a:prstGeom>
            <a:noFill/>
            <a:ln>
              <a:noFill/>
            </a:ln>
          </p:spPr>
        </p:pic>
        <p:sp>
          <p:nvSpPr>
            <p:cNvPr id="2051" name="Google Shape;2051;p38"/>
            <p:cNvSpPr txBox="1"/>
            <p:nvPr/>
          </p:nvSpPr>
          <p:spPr>
            <a:xfrm>
              <a:off x="672663" y="2508695"/>
              <a:ext cx="1353000" cy="190500"/>
            </a:xfrm>
            <a:prstGeom prst="rect">
              <a:avLst/>
            </a:prstGeom>
            <a:noFill/>
            <a:ln>
              <a:noFill/>
            </a:ln>
          </p:spPr>
          <p:txBody>
            <a:bodyPr anchorCtr="0" anchor="ctr" bIns="18000" lIns="18000" spcFirstLastPara="1" rIns="18000" wrap="square" tIns="18000">
              <a:noAutofit/>
            </a:bodyPr>
            <a:lstStyle/>
            <a:p>
              <a:pPr indent="0" lvl="0" marL="0" marR="0" rtl="0" algn="ctr">
                <a:lnSpc>
                  <a:spcPct val="100000"/>
                </a:lnSpc>
                <a:spcBef>
                  <a:spcPts val="0"/>
                </a:spcBef>
                <a:spcAft>
                  <a:spcPts val="0"/>
                </a:spcAft>
                <a:buNone/>
              </a:pPr>
              <a:r>
                <a:rPr b="1" lang="es-419" sz="800"/>
                <a:t>Ventas</a:t>
              </a:r>
              <a:endParaRPr b="1" sz="800"/>
            </a:p>
          </p:txBody>
        </p:sp>
      </p:grpSp>
      <p:grpSp>
        <p:nvGrpSpPr>
          <p:cNvPr id="2052" name="Google Shape;2052;p38"/>
          <p:cNvGrpSpPr/>
          <p:nvPr/>
        </p:nvGrpSpPr>
        <p:grpSpPr>
          <a:xfrm>
            <a:off x="8374525" y="841375"/>
            <a:ext cx="1352296" cy="1602300"/>
            <a:chOff x="221125" y="841375"/>
            <a:chExt cx="1352296" cy="1602300"/>
          </a:xfrm>
        </p:grpSpPr>
        <p:sp>
          <p:nvSpPr>
            <p:cNvPr id="2053" name="Google Shape;2053;p38"/>
            <p:cNvSpPr/>
            <p:nvPr/>
          </p:nvSpPr>
          <p:spPr>
            <a:xfrm rot="5400000">
              <a:off x="94825" y="967675"/>
              <a:ext cx="1602300" cy="1349700"/>
            </a:xfrm>
            <a:prstGeom prst="chevron">
              <a:avLst>
                <a:gd fmla="val 6049" name="adj"/>
              </a:avLst>
            </a:prstGeom>
            <a:solidFill>
              <a:srgbClr val="F4CCCC"/>
            </a:solidFill>
            <a:ln cap="flat" cmpd="sng" w="9525">
              <a:solidFill>
                <a:srgbClr val="1C4587"/>
              </a:solidFill>
              <a:prstDash val="solid"/>
              <a:round/>
              <a:headEnd len="sm" w="sm" type="none"/>
              <a:tailEnd len="sm" w="sm" type="none"/>
            </a:ln>
          </p:spPr>
          <p:txBody>
            <a:bodyPr anchorCtr="0" anchor="t" bIns="91425" lIns="91425" spcFirstLastPara="1" rIns="91425" wrap="square" tIns="91425">
              <a:noAutofit/>
            </a:bodyPr>
            <a:lstStyle/>
            <a:p>
              <a:pPr indent="0" lvl="0" marL="0" rtl="0" algn="ctr">
                <a:spcBef>
                  <a:spcPts val="0"/>
                </a:spcBef>
                <a:spcAft>
                  <a:spcPts val="0"/>
                </a:spcAft>
                <a:buNone/>
              </a:pPr>
              <a:r>
                <a:t/>
              </a:r>
              <a:endParaRPr sz="900"/>
            </a:p>
          </p:txBody>
        </p:sp>
        <p:sp>
          <p:nvSpPr>
            <p:cNvPr id="2054" name="Google Shape;2054;p38"/>
            <p:cNvSpPr txBox="1"/>
            <p:nvPr/>
          </p:nvSpPr>
          <p:spPr>
            <a:xfrm>
              <a:off x="221125" y="1478473"/>
              <a:ext cx="660900" cy="190500"/>
            </a:xfrm>
            <a:prstGeom prst="rect">
              <a:avLst/>
            </a:prstGeom>
            <a:noFill/>
            <a:ln>
              <a:noFill/>
            </a:ln>
          </p:spPr>
          <p:txBody>
            <a:bodyPr anchorCtr="0" anchor="ctr" bIns="18000" lIns="18000" spcFirstLastPara="1" rIns="18000" wrap="square" tIns="18000">
              <a:noAutofit/>
            </a:bodyPr>
            <a:lstStyle/>
            <a:p>
              <a:pPr indent="0" lvl="0" marL="0" marR="0" rtl="0" algn="l">
                <a:lnSpc>
                  <a:spcPct val="100000"/>
                </a:lnSpc>
                <a:spcBef>
                  <a:spcPts val="0"/>
                </a:spcBef>
                <a:spcAft>
                  <a:spcPts val="0"/>
                </a:spcAft>
                <a:buNone/>
              </a:pPr>
              <a:r>
                <a:rPr b="1" lang="es-419" sz="600"/>
                <a:t>Consumidor</a:t>
              </a:r>
              <a:endParaRPr b="1" sz="1200">
                <a:latin typeface="Source Code Pro"/>
                <a:ea typeface="Source Code Pro"/>
                <a:cs typeface="Source Code Pro"/>
                <a:sym typeface="Source Code Pro"/>
              </a:endParaRPr>
            </a:p>
          </p:txBody>
        </p:sp>
        <p:pic>
          <p:nvPicPr>
            <p:cNvPr id="2055" name="Google Shape;2055;p38"/>
            <p:cNvPicPr preferRelativeResize="0"/>
            <p:nvPr/>
          </p:nvPicPr>
          <p:blipFill rotWithShape="1">
            <a:blip r:embed="rId11">
              <a:alphaModFix/>
            </a:blip>
            <a:srcRect b="-263" l="59" r="83461" t="67407"/>
            <a:stretch/>
          </p:blipFill>
          <p:spPr>
            <a:xfrm>
              <a:off x="237215" y="1231098"/>
              <a:ext cx="288000" cy="288000"/>
            </a:xfrm>
            <a:prstGeom prst="rect">
              <a:avLst/>
            </a:prstGeom>
            <a:noFill/>
            <a:ln>
              <a:noFill/>
            </a:ln>
          </p:spPr>
        </p:pic>
        <p:sp>
          <p:nvSpPr>
            <p:cNvPr id="2056" name="Google Shape;2056;p38"/>
            <p:cNvSpPr txBox="1"/>
            <p:nvPr/>
          </p:nvSpPr>
          <p:spPr>
            <a:xfrm>
              <a:off x="912521" y="1478473"/>
              <a:ext cx="660900" cy="198300"/>
            </a:xfrm>
            <a:prstGeom prst="rect">
              <a:avLst/>
            </a:prstGeom>
            <a:noFill/>
            <a:ln>
              <a:noFill/>
            </a:ln>
          </p:spPr>
          <p:txBody>
            <a:bodyPr anchorCtr="0" anchor="ctr" bIns="18000" lIns="18000" spcFirstLastPara="1" rIns="18000" wrap="square" tIns="18000">
              <a:noAutofit/>
            </a:bodyPr>
            <a:lstStyle/>
            <a:p>
              <a:pPr indent="0" lvl="0" marL="0" marR="0" rtl="0" algn="r">
                <a:lnSpc>
                  <a:spcPct val="100000"/>
                </a:lnSpc>
                <a:spcBef>
                  <a:spcPts val="0"/>
                </a:spcBef>
                <a:spcAft>
                  <a:spcPts val="0"/>
                </a:spcAft>
                <a:buNone/>
              </a:pPr>
              <a:r>
                <a:rPr b="1" lang="es-419" sz="600"/>
                <a:t>Comercial</a:t>
              </a:r>
              <a:endParaRPr b="1" sz="600"/>
            </a:p>
          </p:txBody>
        </p:sp>
        <p:pic>
          <p:nvPicPr>
            <p:cNvPr id="2057" name="Google Shape;2057;p38"/>
            <p:cNvPicPr preferRelativeResize="0"/>
            <p:nvPr/>
          </p:nvPicPr>
          <p:blipFill rotWithShape="1">
            <a:blip r:embed="rId13">
              <a:alphaModFix/>
            </a:blip>
            <a:srcRect b="603" l="50354" r="37994" t="86695"/>
            <a:stretch/>
          </p:blipFill>
          <p:spPr>
            <a:xfrm flipH="1">
              <a:off x="1267919" y="1231098"/>
              <a:ext cx="287999" cy="288000"/>
            </a:xfrm>
            <a:prstGeom prst="rect">
              <a:avLst/>
            </a:prstGeom>
            <a:noFill/>
            <a:ln>
              <a:noFill/>
            </a:ln>
          </p:spPr>
        </p:pic>
        <p:cxnSp>
          <p:nvCxnSpPr>
            <p:cNvPr id="2058" name="Google Shape;2058;p38"/>
            <p:cNvCxnSpPr/>
            <p:nvPr/>
          </p:nvCxnSpPr>
          <p:spPr>
            <a:xfrm>
              <a:off x="473504" y="1468805"/>
              <a:ext cx="825300" cy="0"/>
            </a:xfrm>
            <a:prstGeom prst="straightConnector1">
              <a:avLst/>
            </a:prstGeom>
            <a:noFill/>
            <a:ln cap="flat" cmpd="sng" w="9525">
              <a:solidFill>
                <a:schemeClr val="dk2"/>
              </a:solidFill>
              <a:prstDash val="solid"/>
              <a:round/>
              <a:headEnd len="med" w="med" type="none"/>
              <a:tailEnd len="med" w="med" type="none"/>
            </a:ln>
          </p:spPr>
        </p:cxnSp>
        <p:sp>
          <p:nvSpPr>
            <p:cNvPr id="2059" name="Google Shape;2059;p38"/>
            <p:cNvSpPr/>
            <p:nvPr/>
          </p:nvSpPr>
          <p:spPr>
            <a:xfrm>
              <a:off x="426283" y="964116"/>
              <a:ext cx="933300" cy="311400"/>
            </a:xfrm>
            <a:prstGeom prst="wedgeRoundRectCallout">
              <a:avLst>
                <a:gd fmla="val -43625" name="adj1"/>
                <a:gd fmla="val 81812" name="adj2"/>
                <a:gd fmla="val 0" name="adj3"/>
              </a:avLst>
            </a:prstGeom>
            <a:solidFill>
              <a:srgbClr val="F3F3F3"/>
            </a:solidFill>
            <a:ln cap="flat" cmpd="sng" w="9525">
              <a:solidFill>
                <a:srgbClr val="990000"/>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18000" lIns="54000" spcFirstLastPara="1" rIns="18000" wrap="square" tIns="18000">
              <a:noAutofit/>
            </a:bodyPr>
            <a:lstStyle/>
            <a:p>
              <a:pPr indent="0" lvl="0" marL="0" rtl="0" algn="ctr">
                <a:spcBef>
                  <a:spcPts val="0"/>
                </a:spcBef>
                <a:spcAft>
                  <a:spcPts val="0"/>
                </a:spcAft>
                <a:buNone/>
              </a:pPr>
              <a:r>
                <a:rPr lang="es-419" sz="600"/>
                <a:t>Realizar Pago</a:t>
              </a:r>
              <a:endParaRPr sz="600"/>
            </a:p>
          </p:txBody>
        </p:sp>
        <p:sp>
          <p:nvSpPr>
            <p:cNvPr id="2060" name="Google Shape;2060;p38"/>
            <p:cNvSpPr/>
            <p:nvPr/>
          </p:nvSpPr>
          <p:spPr>
            <a:xfrm>
              <a:off x="265375" y="1769715"/>
              <a:ext cx="1250400" cy="190500"/>
            </a:xfrm>
            <a:prstGeom prst="foldedCorner">
              <a:avLst>
                <a:gd fmla="val 23024" name="adj"/>
              </a:avLst>
            </a:prstGeom>
            <a:solidFill>
              <a:srgbClr val="FFFFFF"/>
            </a:solidFill>
            <a:ln cap="flat" cmpd="sng" w="9525">
              <a:solidFill>
                <a:srgbClr val="424242"/>
              </a:solidFill>
              <a:prstDash val="solid"/>
              <a:round/>
              <a:headEnd len="sm" w="sm" type="none"/>
              <a:tailEnd len="sm" w="sm" type="none"/>
            </a:ln>
          </p:spPr>
          <p:txBody>
            <a:bodyPr anchorCtr="0" anchor="ctr" bIns="0" lIns="0" spcFirstLastPara="1" rIns="0" wrap="square" tIns="0">
              <a:noAutofit/>
            </a:bodyPr>
            <a:lstStyle/>
            <a:p>
              <a:pPr indent="0" lvl="0" marL="0" rtl="0" algn="l">
                <a:spcBef>
                  <a:spcPts val="0"/>
                </a:spcBef>
                <a:spcAft>
                  <a:spcPts val="0"/>
                </a:spcAft>
                <a:buNone/>
              </a:pPr>
              <a:r>
                <a:rPr b="1" lang="es-419" sz="600">
                  <a:solidFill>
                    <a:schemeClr val="dk1"/>
                  </a:solidFill>
                </a:rPr>
                <a:t>{Pago}</a:t>
              </a:r>
              <a:endParaRPr sz="1600"/>
            </a:p>
          </p:txBody>
        </p:sp>
        <p:pic>
          <p:nvPicPr>
            <p:cNvPr id="2061" name="Google Shape;2061;p38"/>
            <p:cNvPicPr preferRelativeResize="0"/>
            <p:nvPr/>
          </p:nvPicPr>
          <p:blipFill rotWithShape="1">
            <a:blip r:embed="rId15">
              <a:alphaModFix/>
            </a:blip>
            <a:srcRect b="32925" l="74881" r="0" t="32921"/>
            <a:stretch/>
          </p:blipFill>
          <p:spPr>
            <a:xfrm>
              <a:off x="291236" y="1641028"/>
              <a:ext cx="179999" cy="180000"/>
            </a:xfrm>
            <a:prstGeom prst="rect">
              <a:avLst/>
            </a:prstGeom>
            <a:noFill/>
            <a:ln>
              <a:noFill/>
            </a:ln>
          </p:spPr>
        </p:pic>
        <p:pic>
          <p:nvPicPr>
            <p:cNvPr id="2062" name="Google Shape;2062;p38"/>
            <p:cNvPicPr preferRelativeResize="0"/>
            <p:nvPr/>
          </p:nvPicPr>
          <p:blipFill rotWithShape="1">
            <a:blip r:embed="rId15">
              <a:alphaModFix/>
            </a:blip>
            <a:srcRect b="-2302" l="74881" r="0" t="68148"/>
            <a:stretch/>
          </p:blipFill>
          <p:spPr>
            <a:xfrm>
              <a:off x="473511" y="1641028"/>
              <a:ext cx="179999" cy="180000"/>
            </a:xfrm>
            <a:prstGeom prst="rect">
              <a:avLst/>
            </a:prstGeom>
            <a:noFill/>
            <a:ln>
              <a:noFill/>
            </a:ln>
          </p:spPr>
        </p:pic>
        <p:pic>
          <p:nvPicPr>
            <p:cNvPr id="2063" name="Google Shape;2063;p38"/>
            <p:cNvPicPr preferRelativeResize="0"/>
            <p:nvPr/>
          </p:nvPicPr>
          <p:blipFill rotWithShape="1">
            <a:blip r:embed="rId15">
              <a:alphaModFix/>
            </a:blip>
            <a:srcRect b="33697" l="50038" r="24843" t="32149"/>
            <a:stretch/>
          </p:blipFill>
          <p:spPr>
            <a:xfrm>
              <a:off x="655786" y="1641028"/>
              <a:ext cx="179999" cy="180000"/>
            </a:xfrm>
            <a:prstGeom prst="rect">
              <a:avLst/>
            </a:prstGeom>
            <a:noFill/>
            <a:ln>
              <a:noFill/>
            </a:ln>
          </p:spPr>
        </p:pic>
        <p:pic>
          <p:nvPicPr>
            <p:cNvPr id="2064" name="Google Shape;2064;p38"/>
            <p:cNvPicPr preferRelativeResize="0"/>
            <p:nvPr/>
          </p:nvPicPr>
          <p:blipFill rotWithShape="1">
            <a:blip r:embed="rId15">
              <a:alphaModFix/>
            </a:blip>
            <a:srcRect b="66403" l="50038" r="24843" t="-557"/>
            <a:stretch/>
          </p:blipFill>
          <p:spPr>
            <a:xfrm>
              <a:off x="854211" y="1641028"/>
              <a:ext cx="179999" cy="180000"/>
            </a:xfrm>
            <a:prstGeom prst="rect">
              <a:avLst/>
            </a:prstGeom>
            <a:noFill/>
            <a:ln>
              <a:noFill/>
            </a:ln>
          </p:spPr>
        </p:pic>
        <p:pic>
          <p:nvPicPr>
            <p:cNvPr id="2065" name="Google Shape;2065;p38"/>
            <p:cNvPicPr preferRelativeResize="0"/>
            <p:nvPr/>
          </p:nvPicPr>
          <p:blipFill rotWithShape="1">
            <a:blip r:embed="rId15">
              <a:alphaModFix/>
            </a:blip>
            <a:srcRect b="65846" l="0" r="74881" t="0"/>
            <a:stretch/>
          </p:blipFill>
          <p:spPr>
            <a:xfrm>
              <a:off x="1052636" y="1641028"/>
              <a:ext cx="179999" cy="180000"/>
            </a:xfrm>
            <a:prstGeom prst="rect">
              <a:avLst/>
            </a:prstGeom>
            <a:noFill/>
            <a:ln>
              <a:noFill/>
            </a:ln>
          </p:spPr>
        </p:pic>
        <p:sp>
          <p:nvSpPr>
            <p:cNvPr id="2066" name="Google Shape;2066;p38"/>
            <p:cNvSpPr/>
            <p:nvPr/>
          </p:nvSpPr>
          <p:spPr>
            <a:xfrm>
              <a:off x="265375" y="2092348"/>
              <a:ext cx="1250400" cy="190500"/>
            </a:xfrm>
            <a:prstGeom prst="foldedCorner">
              <a:avLst>
                <a:gd fmla="val 23024" name="adj"/>
              </a:avLst>
            </a:prstGeom>
            <a:solidFill>
              <a:srgbClr val="FFFFFF"/>
            </a:solidFill>
            <a:ln cap="flat" cmpd="sng" w="9525">
              <a:solidFill>
                <a:srgbClr val="424242"/>
              </a:solidFill>
              <a:prstDash val="solid"/>
              <a:round/>
              <a:headEnd len="sm" w="sm" type="none"/>
              <a:tailEnd len="sm" w="sm" type="none"/>
            </a:ln>
          </p:spPr>
          <p:txBody>
            <a:bodyPr anchorCtr="0" anchor="ctr" bIns="0" lIns="0" spcFirstLastPara="1" rIns="0" wrap="square" tIns="0">
              <a:noAutofit/>
            </a:bodyPr>
            <a:lstStyle/>
            <a:p>
              <a:pPr indent="0" lvl="0" marL="0" rtl="0" algn="l">
                <a:spcBef>
                  <a:spcPts val="0"/>
                </a:spcBef>
                <a:spcAft>
                  <a:spcPts val="0"/>
                </a:spcAft>
                <a:buNone/>
              </a:pPr>
              <a:r>
                <a:rPr b="1" lang="es-419" sz="600">
                  <a:solidFill>
                    <a:schemeClr val="dk1"/>
                  </a:solidFill>
                </a:rPr>
                <a:t>{Voucher}</a:t>
              </a:r>
              <a:endParaRPr sz="1600"/>
            </a:p>
          </p:txBody>
        </p:sp>
        <p:pic>
          <p:nvPicPr>
            <p:cNvPr id="2067" name="Google Shape;2067;p38"/>
            <p:cNvPicPr preferRelativeResize="0"/>
            <p:nvPr/>
          </p:nvPicPr>
          <p:blipFill rotWithShape="1">
            <a:blip r:embed="rId15">
              <a:alphaModFix/>
            </a:blip>
            <a:srcRect b="32996" l="0" r="74881" t="32849"/>
            <a:stretch/>
          </p:blipFill>
          <p:spPr>
            <a:xfrm>
              <a:off x="291236" y="1960742"/>
              <a:ext cx="179999" cy="180000"/>
            </a:xfrm>
            <a:prstGeom prst="rect">
              <a:avLst/>
            </a:prstGeom>
            <a:noFill/>
            <a:ln>
              <a:noFill/>
            </a:ln>
          </p:spPr>
        </p:pic>
        <p:pic>
          <p:nvPicPr>
            <p:cNvPr id="2068" name="Google Shape;2068;p38"/>
            <p:cNvPicPr preferRelativeResize="0"/>
            <p:nvPr/>
          </p:nvPicPr>
          <p:blipFill rotWithShape="1">
            <a:blip r:embed="rId15">
              <a:alphaModFix/>
            </a:blip>
            <a:srcRect b="-2302" l="74881" r="0" t="68148"/>
            <a:stretch/>
          </p:blipFill>
          <p:spPr>
            <a:xfrm>
              <a:off x="473511" y="1960742"/>
              <a:ext cx="179999" cy="180000"/>
            </a:xfrm>
            <a:prstGeom prst="rect">
              <a:avLst/>
            </a:prstGeom>
            <a:noFill/>
            <a:ln>
              <a:noFill/>
            </a:ln>
          </p:spPr>
        </p:pic>
      </p:grpSp>
      <p:grpSp>
        <p:nvGrpSpPr>
          <p:cNvPr id="2069" name="Google Shape;2069;p38"/>
          <p:cNvGrpSpPr/>
          <p:nvPr/>
        </p:nvGrpSpPr>
        <p:grpSpPr>
          <a:xfrm>
            <a:off x="8362072" y="3274351"/>
            <a:ext cx="1354963" cy="877500"/>
            <a:chOff x="670700" y="1862346"/>
            <a:chExt cx="1354963" cy="877500"/>
          </a:xfrm>
        </p:grpSpPr>
        <p:sp>
          <p:nvSpPr>
            <p:cNvPr id="2070" name="Google Shape;2070;p38"/>
            <p:cNvSpPr/>
            <p:nvPr/>
          </p:nvSpPr>
          <p:spPr>
            <a:xfrm rot="5400000">
              <a:off x="906800" y="1626246"/>
              <a:ext cx="877500" cy="1349700"/>
            </a:xfrm>
            <a:prstGeom prst="chevron">
              <a:avLst>
                <a:gd fmla="val 10671" name="adj"/>
              </a:avLst>
            </a:prstGeom>
            <a:solidFill>
              <a:srgbClr val="F3F3F3"/>
            </a:solidFill>
            <a:ln cap="flat" cmpd="sng" w="9525">
              <a:solidFill>
                <a:srgbClr val="1C4587"/>
              </a:solidFill>
              <a:prstDash val="solid"/>
              <a:round/>
              <a:headEnd len="sm" w="sm" type="none"/>
              <a:tailEnd len="sm" w="sm" type="none"/>
            </a:ln>
          </p:spPr>
          <p:txBody>
            <a:bodyPr anchorCtr="0" anchor="t" bIns="91425" lIns="91425" spcFirstLastPara="1" rIns="91425" wrap="square" tIns="91425">
              <a:noAutofit/>
            </a:bodyPr>
            <a:lstStyle/>
            <a:p>
              <a:pPr indent="0" lvl="0" marL="0" rtl="0" algn="ctr">
                <a:spcBef>
                  <a:spcPts val="0"/>
                </a:spcBef>
                <a:spcAft>
                  <a:spcPts val="0"/>
                </a:spcAft>
                <a:buNone/>
              </a:pPr>
              <a:r>
                <a:t/>
              </a:r>
              <a:endParaRPr sz="900"/>
            </a:p>
          </p:txBody>
        </p:sp>
        <p:sp>
          <p:nvSpPr>
            <p:cNvPr id="2071" name="Google Shape;2071;p38"/>
            <p:cNvSpPr txBox="1"/>
            <p:nvPr/>
          </p:nvSpPr>
          <p:spPr>
            <a:xfrm>
              <a:off x="721625" y="2345833"/>
              <a:ext cx="1257300" cy="198300"/>
            </a:xfrm>
            <a:prstGeom prst="rect">
              <a:avLst/>
            </a:prstGeom>
            <a:noFill/>
            <a:ln>
              <a:noFill/>
            </a:ln>
          </p:spPr>
          <p:txBody>
            <a:bodyPr anchorCtr="0" anchor="ctr" bIns="18000" lIns="18000" spcFirstLastPara="1" rIns="18000" wrap="square" tIns="18000">
              <a:noAutofit/>
            </a:bodyPr>
            <a:lstStyle/>
            <a:p>
              <a:pPr indent="0" lvl="0" marL="0" marR="0" rtl="0" algn="l">
                <a:lnSpc>
                  <a:spcPct val="100000"/>
                </a:lnSpc>
                <a:spcBef>
                  <a:spcPts val="0"/>
                </a:spcBef>
                <a:spcAft>
                  <a:spcPts val="0"/>
                </a:spcAft>
                <a:buNone/>
              </a:pPr>
              <a:r>
                <a:rPr b="1" lang="es-419" sz="600"/>
                <a:t>Auxiliar de Servicio</a:t>
              </a:r>
              <a:endParaRPr b="1" sz="600"/>
            </a:p>
          </p:txBody>
        </p:sp>
        <p:sp>
          <p:nvSpPr>
            <p:cNvPr id="2072" name="Google Shape;2072;p38"/>
            <p:cNvSpPr/>
            <p:nvPr/>
          </p:nvSpPr>
          <p:spPr>
            <a:xfrm>
              <a:off x="1050925" y="2040246"/>
              <a:ext cx="899700" cy="311400"/>
            </a:xfrm>
            <a:prstGeom prst="roundRect">
              <a:avLst>
                <a:gd fmla="val 16667" name="adj"/>
              </a:avLst>
            </a:prstGeom>
            <a:solidFill>
              <a:srgbClr val="FFFFFF"/>
            </a:solidFill>
            <a:ln cap="flat" cmpd="sng" w="9525">
              <a:solidFill>
                <a:srgbClr val="274E13"/>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18000" lIns="18000" spcFirstLastPara="1" rIns="18000" wrap="square" tIns="18000">
              <a:noAutofit/>
            </a:bodyPr>
            <a:lstStyle/>
            <a:p>
              <a:pPr indent="0" lvl="0" marL="0" marR="0" rtl="0" algn="ctr">
                <a:lnSpc>
                  <a:spcPct val="100000"/>
                </a:lnSpc>
                <a:spcBef>
                  <a:spcPts val="0"/>
                </a:spcBef>
                <a:spcAft>
                  <a:spcPts val="0"/>
                </a:spcAft>
                <a:buNone/>
              </a:pPr>
              <a:r>
                <a:rPr lang="es-419" sz="600"/>
                <a:t>tramitar el voucher</a:t>
              </a:r>
              <a:endParaRPr sz="600"/>
            </a:p>
          </p:txBody>
        </p:sp>
        <p:pic>
          <p:nvPicPr>
            <p:cNvPr id="2073" name="Google Shape;2073;p38"/>
            <p:cNvPicPr preferRelativeResize="0"/>
            <p:nvPr/>
          </p:nvPicPr>
          <p:blipFill rotWithShape="1">
            <a:blip r:embed="rId13">
              <a:alphaModFix/>
            </a:blip>
            <a:srcRect b="955" l="75264" r="13084" t="86344"/>
            <a:stretch/>
          </p:blipFill>
          <p:spPr>
            <a:xfrm>
              <a:off x="759565" y="2053302"/>
              <a:ext cx="252631" cy="288000"/>
            </a:xfrm>
            <a:prstGeom prst="rect">
              <a:avLst/>
            </a:prstGeom>
            <a:noFill/>
            <a:ln>
              <a:noFill/>
            </a:ln>
          </p:spPr>
        </p:pic>
        <p:sp>
          <p:nvSpPr>
            <p:cNvPr id="2074" name="Google Shape;2074;p38"/>
            <p:cNvSpPr txBox="1"/>
            <p:nvPr/>
          </p:nvSpPr>
          <p:spPr>
            <a:xfrm>
              <a:off x="672663" y="2508695"/>
              <a:ext cx="1353000" cy="190500"/>
            </a:xfrm>
            <a:prstGeom prst="rect">
              <a:avLst/>
            </a:prstGeom>
            <a:noFill/>
            <a:ln>
              <a:noFill/>
            </a:ln>
          </p:spPr>
          <p:txBody>
            <a:bodyPr anchorCtr="0" anchor="ctr" bIns="18000" lIns="18000" spcFirstLastPara="1" rIns="18000" wrap="square" tIns="18000">
              <a:noAutofit/>
            </a:bodyPr>
            <a:lstStyle/>
            <a:p>
              <a:pPr indent="0" lvl="0" marL="0" marR="0" rtl="0" algn="ctr">
                <a:lnSpc>
                  <a:spcPct val="100000"/>
                </a:lnSpc>
                <a:spcBef>
                  <a:spcPts val="0"/>
                </a:spcBef>
                <a:spcAft>
                  <a:spcPts val="0"/>
                </a:spcAft>
                <a:buNone/>
              </a:pPr>
              <a:r>
                <a:rPr b="1" lang="es-419" sz="800"/>
                <a:t>Servicios al Cliente</a:t>
              </a:r>
              <a:endParaRPr b="1" sz="800"/>
            </a:p>
          </p:txBody>
        </p:sp>
      </p:grpSp>
      <p:grpSp>
        <p:nvGrpSpPr>
          <p:cNvPr id="2075" name="Google Shape;2075;p38"/>
          <p:cNvGrpSpPr/>
          <p:nvPr/>
        </p:nvGrpSpPr>
        <p:grpSpPr>
          <a:xfrm>
            <a:off x="8352452" y="5770472"/>
            <a:ext cx="1354963" cy="877500"/>
            <a:chOff x="670700" y="1862346"/>
            <a:chExt cx="1354963" cy="877500"/>
          </a:xfrm>
        </p:grpSpPr>
        <p:sp>
          <p:nvSpPr>
            <p:cNvPr id="2076" name="Google Shape;2076;p38"/>
            <p:cNvSpPr/>
            <p:nvPr/>
          </p:nvSpPr>
          <p:spPr>
            <a:xfrm rot="5400000">
              <a:off x="906800" y="1626246"/>
              <a:ext cx="877500" cy="1349700"/>
            </a:xfrm>
            <a:prstGeom prst="chevron">
              <a:avLst>
                <a:gd fmla="val 10671" name="adj"/>
              </a:avLst>
            </a:prstGeom>
            <a:solidFill>
              <a:srgbClr val="999999"/>
            </a:solidFill>
            <a:ln cap="flat" cmpd="sng" w="9525">
              <a:solidFill>
                <a:srgbClr val="1C4587"/>
              </a:solidFill>
              <a:prstDash val="solid"/>
              <a:round/>
              <a:headEnd len="sm" w="sm" type="none"/>
              <a:tailEnd len="sm" w="sm" type="none"/>
            </a:ln>
          </p:spPr>
          <p:txBody>
            <a:bodyPr anchorCtr="0" anchor="t" bIns="91425" lIns="91425" spcFirstLastPara="1" rIns="91425" wrap="square" tIns="91425">
              <a:noAutofit/>
            </a:bodyPr>
            <a:lstStyle/>
            <a:p>
              <a:pPr indent="0" lvl="0" marL="0" rtl="0" algn="ctr">
                <a:spcBef>
                  <a:spcPts val="0"/>
                </a:spcBef>
                <a:spcAft>
                  <a:spcPts val="0"/>
                </a:spcAft>
                <a:buNone/>
              </a:pPr>
              <a:r>
                <a:t/>
              </a:r>
              <a:endParaRPr sz="900"/>
            </a:p>
          </p:txBody>
        </p:sp>
        <p:sp>
          <p:nvSpPr>
            <p:cNvPr id="2077" name="Google Shape;2077;p38"/>
            <p:cNvSpPr txBox="1"/>
            <p:nvPr/>
          </p:nvSpPr>
          <p:spPr>
            <a:xfrm>
              <a:off x="721625" y="2345833"/>
              <a:ext cx="1257300" cy="198300"/>
            </a:xfrm>
            <a:prstGeom prst="rect">
              <a:avLst/>
            </a:prstGeom>
            <a:noFill/>
            <a:ln>
              <a:noFill/>
            </a:ln>
          </p:spPr>
          <p:txBody>
            <a:bodyPr anchorCtr="0" anchor="ctr" bIns="18000" lIns="18000" spcFirstLastPara="1" rIns="18000" wrap="square" tIns="18000">
              <a:noAutofit/>
            </a:bodyPr>
            <a:lstStyle/>
            <a:p>
              <a:pPr indent="0" lvl="0" marL="0" marR="0" rtl="0" algn="l">
                <a:lnSpc>
                  <a:spcPct val="100000"/>
                </a:lnSpc>
                <a:spcBef>
                  <a:spcPts val="0"/>
                </a:spcBef>
                <a:spcAft>
                  <a:spcPts val="0"/>
                </a:spcAft>
                <a:buNone/>
              </a:pPr>
              <a:r>
                <a:rPr b="1" lang="es-419" sz="600"/>
                <a:t>Comercial</a:t>
              </a:r>
              <a:endParaRPr b="1" sz="600"/>
            </a:p>
          </p:txBody>
        </p:sp>
        <p:sp>
          <p:nvSpPr>
            <p:cNvPr id="2078" name="Google Shape;2078;p38"/>
            <p:cNvSpPr/>
            <p:nvPr/>
          </p:nvSpPr>
          <p:spPr>
            <a:xfrm>
              <a:off x="1050925" y="2040246"/>
              <a:ext cx="899700" cy="311400"/>
            </a:xfrm>
            <a:prstGeom prst="roundRect">
              <a:avLst>
                <a:gd fmla="val 16667" name="adj"/>
              </a:avLst>
            </a:prstGeom>
            <a:solidFill>
              <a:srgbClr val="F3F3F3"/>
            </a:solidFill>
            <a:ln cap="flat" cmpd="sng" w="9525">
              <a:solidFill>
                <a:srgbClr val="274E13"/>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18000" lIns="18000" spcFirstLastPara="1" rIns="18000" wrap="square" tIns="18000">
              <a:noAutofit/>
            </a:bodyPr>
            <a:lstStyle/>
            <a:p>
              <a:pPr indent="0" lvl="0" marL="0" marR="0" rtl="0" algn="ctr">
                <a:lnSpc>
                  <a:spcPct val="100000"/>
                </a:lnSpc>
                <a:spcBef>
                  <a:spcPts val="0"/>
                </a:spcBef>
                <a:spcAft>
                  <a:spcPts val="0"/>
                </a:spcAft>
                <a:buNone/>
              </a:pPr>
              <a:r>
                <a:rPr lang="es-419" sz="600"/>
                <a:t>tramitar el voucher</a:t>
              </a:r>
              <a:endParaRPr sz="600"/>
            </a:p>
          </p:txBody>
        </p:sp>
        <p:pic>
          <p:nvPicPr>
            <p:cNvPr id="2079" name="Google Shape;2079;p38"/>
            <p:cNvPicPr preferRelativeResize="0"/>
            <p:nvPr/>
          </p:nvPicPr>
          <p:blipFill rotWithShape="1">
            <a:blip r:embed="rId13">
              <a:alphaModFix/>
            </a:blip>
            <a:srcRect b="955" l="75264" r="13084" t="86344"/>
            <a:stretch/>
          </p:blipFill>
          <p:spPr>
            <a:xfrm>
              <a:off x="759565" y="2053302"/>
              <a:ext cx="252631" cy="288000"/>
            </a:xfrm>
            <a:prstGeom prst="rect">
              <a:avLst/>
            </a:prstGeom>
            <a:noFill/>
            <a:ln>
              <a:noFill/>
            </a:ln>
          </p:spPr>
        </p:pic>
        <p:sp>
          <p:nvSpPr>
            <p:cNvPr id="2080" name="Google Shape;2080;p38"/>
            <p:cNvSpPr txBox="1"/>
            <p:nvPr/>
          </p:nvSpPr>
          <p:spPr>
            <a:xfrm>
              <a:off x="672663" y="2508695"/>
              <a:ext cx="1353000" cy="190500"/>
            </a:xfrm>
            <a:prstGeom prst="rect">
              <a:avLst/>
            </a:prstGeom>
            <a:noFill/>
            <a:ln>
              <a:noFill/>
            </a:ln>
          </p:spPr>
          <p:txBody>
            <a:bodyPr anchorCtr="0" anchor="ctr" bIns="18000" lIns="18000" spcFirstLastPara="1" rIns="18000" wrap="square" tIns="18000">
              <a:noAutofit/>
            </a:bodyPr>
            <a:lstStyle/>
            <a:p>
              <a:pPr indent="0" lvl="0" marL="0" marR="0" rtl="0" algn="ctr">
                <a:lnSpc>
                  <a:spcPct val="100000"/>
                </a:lnSpc>
                <a:spcBef>
                  <a:spcPts val="0"/>
                </a:spcBef>
                <a:spcAft>
                  <a:spcPts val="0"/>
                </a:spcAft>
                <a:buNone/>
              </a:pPr>
              <a:r>
                <a:rPr b="1" lang="es-419" sz="900"/>
                <a:t>&lt;...&gt;</a:t>
              </a:r>
              <a:endParaRPr b="1" sz="900"/>
            </a:p>
          </p:txBody>
        </p:sp>
      </p:grpSp>
      <p:grpSp>
        <p:nvGrpSpPr>
          <p:cNvPr id="2081" name="Google Shape;2081;p38"/>
          <p:cNvGrpSpPr/>
          <p:nvPr/>
        </p:nvGrpSpPr>
        <p:grpSpPr>
          <a:xfrm>
            <a:off x="8358639" y="4998764"/>
            <a:ext cx="1358723" cy="781500"/>
            <a:chOff x="667055" y="3519840"/>
            <a:chExt cx="1358723" cy="781500"/>
          </a:xfrm>
        </p:grpSpPr>
        <p:sp>
          <p:nvSpPr>
            <p:cNvPr id="2082" name="Google Shape;2082;p38"/>
            <p:cNvSpPr/>
            <p:nvPr/>
          </p:nvSpPr>
          <p:spPr>
            <a:xfrm rot="5400000">
              <a:off x="956883" y="3235740"/>
              <a:ext cx="781500" cy="1349700"/>
            </a:xfrm>
            <a:prstGeom prst="chevron">
              <a:avLst>
                <a:gd fmla="val 10671" name="adj"/>
              </a:avLst>
            </a:prstGeom>
            <a:solidFill>
              <a:srgbClr val="FFD966"/>
            </a:solidFill>
            <a:ln cap="flat" cmpd="sng" w="9525">
              <a:solidFill>
                <a:srgbClr val="1C4587"/>
              </a:solidFill>
              <a:prstDash val="solid"/>
              <a:round/>
              <a:headEnd len="sm" w="sm" type="none"/>
              <a:tailEnd len="sm" w="sm" type="none"/>
            </a:ln>
          </p:spPr>
          <p:txBody>
            <a:bodyPr anchorCtr="0" anchor="t" bIns="91425" lIns="91425" spcFirstLastPara="1" rIns="91425" wrap="square" tIns="91425">
              <a:noAutofit/>
            </a:bodyPr>
            <a:lstStyle/>
            <a:p>
              <a:pPr indent="0" lvl="0" marL="0" rtl="0" algn="ctr">
                <a:spcBef>
                  <a:spcPts val="0"/>
                </a:spcBef>
                <a:spcAft>
                  <a:spcPts val="0"/>
                </a:spcAft>
                <a:buNone/>
              </a:pPr>
              <a:r>
                <a:t/>
              </a:r>
              <a:endParaRPr sz="900"/>
            </a:p>
          </p:txBody>
        </p:sp>
        <p:sp>
          <p:nvSpPr>
            <p:cNvPr id="2083" name="Google Shape;2083;p38"/>
            <p:cNvSpPr/>
            <p:nvPr/>
          </p:nvSpPr>
          <p:spPr>
            <a:xfrm>
              <a:off x="718358" y="3885490"/>
              <a:ext cx="1257300" cy="311400"/>
            </a:xfrm>
            <a:prstGeom prst="snip2SameRect">
              <a:avLst>
                <a:gd fmla="val 7104" name="adj1"/>
                <a:gd fmla="val 8493" name="adj2"/>
              </a:avLst>
            </a:prstGeom>
            <a:solidFill>
              <a:srgbClr val="F3F3F3"/>
            </a:solidFill>
            <a:ln cap="flat" cmpd="sng" w="9525">
              <a:solidFill>
                <a:srgbClr val="274E13"/>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18000" lIns="18000" spcFirstLastPara="1" rIns="18000" wrap="square" tIns="18000">
              <a:noAutofit/>
            </a:bodyPr>
            <a:lstStyle/>
            <a:p>
              <a:pPr indent="0" lvl="0" marL="0" marR="0" rtl="0" algn="ctr">
                <a:lnSpc>
                  <a:spcPct val="100000"/>
                </a:lnSpc>
                <a:spcBef>
                  <a:spcPts val="0"/>
                </a:spcBef>
                <a:spcAft>
                  <a:spcPts val="0"/>
                </a:spcAft>
                <a:buNone/>
              </a:pPr>
              <a:r>
                <a:rPr lang="es-419" sz="600"/>
                <a:t>&lt;...&gt;</a:t>
              </a:r>
              <a:endParaRPr sz="600"/>
            </a:p>
          </p:txBody>
        </p:sp>
        <p:sp>
          <p:nvSpPr>
            <p:cNvPr id="2084" name="Google Shape;2084;p38"/>
            <p:cNvSpPr txBox="1"/>
            <p:nvPr/>
          </p:nvSpPr>
          <p:spPr>
            <a:xfrm>
              <a:off x="674878" y="3661827"/>
              <a:ext cx="1350900" cy="190500"/>
            </a:xfrm>
            <a:prstGeom prst="rect">
              <a:avLst/>
            </a:prstGeom>
            <a:noFill/>
            <a:ln>
              <a:noFill/>
            </a:ln>
          </p:spPr>
          <p:txBody>
            <a:bodyPr anchorCtr="0" anchor="ctr" bIns="18000" lIns="18000" spcFirstLastPara="1" rIns="18000" wrap="square" tIns="18000">
              <a:noAutofit/>
            </a:bodyPr>
            <a:lstStyle/>
            <a:p>
              <a:pPr indent="0" lvl="0" marL="0" marR="0" rtl="0" algn="ctr">
                <a:lnSpc>
                  <a:spcPct val="100000"/>
                </a:lnSpc>
                <a:spcBef>
                  <a:spcPts val="0"/>
                </a:spcBef>
                <a:spcAft>
                  <a:spcPts val="0"/>
                </a:spcAft>
                <a:buNone/>
              </a:pPr>
              <a:r>
                <a:rPr b="1" lang="es-419" sz="800"/>
                <a:t>&lt;...&gt;</a:t>
              </a:r>
              <a:endParaRPr b="1" sz="800">
                <a:latin typeface="Source Code Pro"/>
                <a:ea typeface="Source Code Pro"/>
                <a:cs typeface="Source Code Pro"/>
                <a:sym typeface="Source Code Pro"/>
              </a:endParaRPr>
            </a:p>
          </p:txBody>
        </p:sp>
        <p:pic>
          <p:nvPicPr>
            <p:cNvPr id="2085" name="Google Shape;2085;p38"/>
            <p:cNvPicPr preferRelativeResize="0"/>
            <p:nvPr/>
          </p:nvPicPr>
          <p:blipFill rotWithShape="1">
            <a:blip r:embed="rId14">
              <a:alphaModFix/>
            </a:blip>
            <a:srcRect b="-366" l="59788" r="19220" t="82753"/>
            <a:stretch/>
          </p:blipFill>
          <p:spPr>
            <a:xfrm>
              <a:off x="667055" y="3586081"/>
              <a:ext cx="271058" cy="287999"/>
            </a:xfrm>
            <a:prstGeom prst="rect">
              <a:avLst/>
            </a:prstGeom>
            <a:noFill/>
            <a:ln>
              <a:noFill/>
            </a:ln>
          </p:spPr>
        </p:pic>
      </p:grpSp>
      <p:grpSp>
        <p:nvGrpSpPr>
          <p:cNvPr id="2086" name="Google Shape;2086;p38"/>
          <p:cNvGrpSpPr/>
          <p:nvPr/>
        </p:nvGrpSpPr>
        <p:grpSpPr>
          <a:xfrm>
            <a:off x="8362072" y="4131791"/>
            <a:ext cx="1354963" cy="877500"/>
            <a:chOff x="670700" y="1862346"/>
            <a:chExt cx="1354963" cy="877500"/>
          </a:xfrm>
        </p:grpSpPr>
        <p:sp>
          <p:nvSpPr>
            <p:cNvPr id="2087" name="Google Shape;2087;p38"/>
            <p:cNvSpPr/>
            <p:nvPr/>
          </p:nvSpPr>
          <p:spPr>
            <a:xfrm rot="5400000">
              <a:off x="906800" y="1626246"/>
              <a:ext cx="877500" cy="1349700"/>
            </a:xfrm>
            <a:prstGeom prst="chevron">
              <a:avLst>
                <a:gd fmla="val 10671" name="adj"/>
              </a:avLst>
            </a:prstGeom>
            <a:solidFill>
              <a:srgbClr val="F3F3F3"/>
            </a:solidFill>
            <a:ln cap="flat" cmpd="sng" w="9525">
              <a:solidFill>
                <a:srgbClr val="1C4587"/>
              </a:solidFill>
              <a:prstDash val="solid"/>
              <a:round/>
              <a:headEnd len="sm" w="sm" type="none"/>
              <a:tailEnd len="sm" w="sm" type="none"/>
            </a:ln>
          </p:spPr>
          <p:txBody>
            <a:bodyPr anchorCtr="0" anchor="t" bIns="91425" lIns="91425" spcFirstLastPara="1" rIns="91425" wrap="square" tIns="91425">
              <a:noAutofit/>
            </a:bodyPr>
            <a:lstStyle/>
            <a:p>
              <a:pPr indent="0" lvl="0" marL="0" rtl="0" algn="ctr">
                <a:spcBef>
                  <a:spcPts val="0"/>
                </a:spcBef>
                <a:spcAft>
                  <a:spcPts val="0"/>
                </a:spcAft>
                <a:buNone/>
              </a:pPr>
              <a:r>
                <a:t/>
              </a:r>
              <a:endParaRPr sz="900"/>
            </a:p>
          </p:txBody>
        </p:sp>
        <p:sp>
          <p:nvSpPr>
            <p:cNvPr id="2088" name="Google Shape;2088;p38"/>
            <p:cNvSpPr txBox="1"/>
            <p:nvPr/>
          </p:nvSpPr>
          <p:spPr>
            <a:xfrm>
              <a:off x="721625" y="2345833"/>
              <a:ext cx="1257300" cy="198300"/>
            </a:xfrm>
            <a:prstGeom prst="rect">
              <a:avLst/>
            </a:prstGeom>
            <a:noFill/>
            <a:ln>
              <a:noFill/>
            </a:ln>
          </p:spPr>
          <p:txBody>
            <a:bodyPr anchorCtr="0" anchor="ctr" bIns="18000" lIns="18000" spcFirstLastPara="1" rIns="18000" wrap="square" tIns="18000">
              <a:noAutofit/>
            </a:bodyPr>
            <a:lstStyle/>
            <a:p>
              <a:pPr indent="0" lvl="0" marL="0" marR="0" rtl="0" algn="l">
                <a:lnSpc>
                  <a:spcPct val="100000"/>
                </a:lnSpc>
                <a:spcBef>
                  <a:spcPts val="0"/>
                </a:spcBef>
                <a:spcAft>
                  <a:spcPts val="0"/>
                </a:spcAft>
                <a:buNone/>
              </a:pPr>
              <a:r>
                <a:rPr b="1" lang="es-419" sz="600"/>
                <a:t>Auxiliar de Servicio</a:t>
              </a:r>
              <a:endParaRPr b="1" sz="600"/>
            </a:p>
          </p:txBody>
        </p:sp>
        <p:sp>
          <p:nvSpPr>
            <p:cNvPr id="2089" name="Google Shape;2089;p38"/>
            <p:cNvSpPr/>
            <p:nvPr/>
          </p:nvSpPr>
          <p:spPr>
            <a:xfrm>
              <a:off x="1050925" y="2040246"/>
              <a:ext cx="899700" cy="311400"/>
            </a:xfrm>
            <a:prstGeom prst="roundRect">
              <a:avLst>
                <a:gd fmla="val 16667" name="adj"/>
              </a:avLst>
            </a:prstGeom>
            <a:solidFill>
              <a:srgbClr val="FFFFFF"/>
            </a:solidFill>
            <a:ln cap="flat" cmpd="sng" w="9525">
              <a:solidFill>
                <a:srgbClr val="274E13"/>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18000" lIns="18000" spcFirstLastPara="1" rIns="18000" wrap="square" tIns="18000">
              <a:noAutofit/>
            </a:bodyPr>
            <a:lstStyle/>
            <a:p>
              <a:pPr indent="0" lvl="0" marL="0" marR="0" rtl="0" algn="ctr">
                <a:lnSpc>
                  <a:spcPct val="100000"/>
                </a:lnSpc>
                <a:spcBef>
                  <a:spcPts val="0"/>
                </a:spcBef>
                <a:spcAft>
                  <a:spcPts val="0"/>
                </a:spcAft>
                <a:buNone/>
              </a:pPr>
              <a:r>
                <a:rPr lang="es-419" sz="600"/>
                <a:t>tramitar el voucher</a:t>
              </a:r>
              <a:endParaRPr sz="600"/>
            </a:p>
          </p:txBody>
        </p:sp>
        <p:pic>
          <p:nvPicPr>
            <p:cNvPr id="2090" name="Google Shape;2090;p38"/>
            <p:cNvPicPr preferRelativeResize="0"/>
            <p:nvPr/>
          </p:nvPicPr>
          <p:blipFill rotWithShape="1">
            <a:blip r:embed="rId13">
              <a:alphaModFix/>
            </a:blip>
            <a:srcRect b="955" l="75264" r="13084" t="86344"/>
            <a:stretch/>
          </p:blipFill>
          <p:spPr>
            <a:xfrm>
              <a:off x="759565" y="2053302"/>
              <a:ext cx="252631" cy="288000"/>
            </a:xfrm>
            <a:prstGeom prst="rect">
              <a:avLst/>
            </a:prstGeom>
            <a:noFill/>
            <a:ln>
              <a:noFill/>
            </a:ln>
          </p:spPr>
        </p:pic>
        <p:sp>
          <p:nvSpPr>
            <p:cNvPr id="2091" name="Google Shape;2091;p38"/>
            <p:cNvSpPr txBox="1"/>
            <p:nvPr/>
          </p:nvSpPr>
          <p:spPr>
            <a:xfrm>
              <a:off x="672663" y="2508695"/>
              <a:ext cx="1353000" cy="190500"/>
            </a:xfrm>
            <a:prstGeom prst="rect">
              <a:avLst/>
            </a:prstGeom>
            <a:noFill/>
            <a:ln>
              <a:noFill/>
            </a:ln>
          </p:spPr>
          <p:txBody>
            <a:bodyPr anchorCtr="0" anchor="ctr" bIns="18000" lIns="18000" spcFirstLastPara="1" rIns="18000" wrap="square" tIns="18000">
              <a:noAutofit/>
            </a:bodyPr>
            <a:lstStyle/>
            <a:p>
              <a:pPr indent="0" lvl="0" marL="0" marR="0" rtl="0" algn="ctr">
                <a:lnSpc>
                  <a:spcPct val="100000"/>
                </a:lnSpc>
                <a:spcBef>
                  <a:spcPts val="0"/>
                </a:spcBef>
                <a:spcAft>
                  <a:spcPts val="0"/>
                </a:spcAft>
                <a:buNone/>
              </a:pPr>
              <a:r>
                <a:rPr b="1" lang="es-419" sz="800"/>
                <a:t>Servicios al Cliente</a:t>
              </a:r>
              <a:endParaRPr b="1" sz="800"/>
            </a:p>
          </p:txBody>
        </p:sp>
      </p:grpSp>
    </p:spTree>
  </p:cSld>
  <p:clrMapOvr>
    <a:masterClrMapping/>
  </p:clrMapOvr>
</p:sldLayout>
</file>

<file path=ppt/slideLayouts/slideLayout3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Paleta 2">
  <p:cSld name="TITLE_3_5">
    <p:spTree>
      <p:nvGrpSpPr>
        <p:cNvPr id="2092" name="Shape 2092"/>
        <p:cNvGrpSpPr/>
        <p:nvPr/>
      </p:nvGrpSpPr>
      <p:grpSpPr>
        <a:xfrm>
          <a:off x="0" y="0"/>
          <a:ext cx="0" cy="0"/>
          <a:chOff x="0" y="0"/>
          <a:chExt cx="0" cy="0"/>
        </a:xfrm>
      </p:grpSpPr>
      <p:sp>
        <p:nvSpPr>
          <p:cNvPr id="2093" name="Google Shape;2093;p39"/>
          <p:cNvSpPr/>
          <p:nvPr/>
        </p:nvSpPr>
        <p:spPr>
          <a:xfrm>
            <a:off x="2037793" y="656300"/>
            <a:ext cx="2591100" cy="6059700"/>
          </a:xfrm>
          <a:prstGeom prst="roundRect">
            <a:avLst>
              <a:gd fmla="val 4880" name="adj"/>
            </a:avLst>
          </a:prstGeom>
          <a:solidFill>
            <a:srgbClr val="F3F3F3"/>
          </a:solidFill>
          <a:ln cap="flat" cmpd="sng" w="9525">
            <a:solidFill>
              <a:srgbClr val="F3F3F3"/>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 name="Google Shape;2094;p39"/>
          <p:cNvSpPr/>
          <p:nvPr/>
        </p:nvSpPr>
        <p:spPr>
          <a:xfrm>
            <a:off x="2037793" y="110850"/>
            <a:ext cx="2606400" cy="421200"/>
          </a:xfrm>
          <a:prstGeom prst="roundRect">
            <a:avLst>
              <a:gd fmla="val 17492" name="adj"/>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s-419" sz="1200">
                <a:solidFill>
                  <a:srgbClr val="FFFFFF"/>
                </a:solidFill>
              </a:rPr>
              <a:t>Diagrama de Secuencia</a:t>
            </a:r>
            <a:endParaRPr b="1" sz="1100">
              <a:solidFill>
                <a:srgbClr val="FFFFFF"/>
              </a:solidFill>
            </a:endParaRPr>
          </a:p>
        </p:txBody>
      </p:sp>
      <p:grpSp>
        <p:nvGrpSpPr>
          <p:cNvPr id="2095" name="Google Shape;2095;p39"/>
          <p:cNvGrpSpPr/>
          <p:nvPr/>
        </p:nvGrpSpPr>
        <p:grpSpPr>
          <a:xfrm>
            <a:off x="2166425" y="806110"/>
            <a:ext cx="1440000" cy="5760081"/>
            <a:chOff x="221116" y="911918"/>
            <a:chExt cx="1440000" cy="5760081"/>
          </a:xfrm>
        </p:grpSpPr>
        <p:sp>
          <p:nvSpPr>
            <p:cNvPr id="2096" name="Google Shape;2096;p39"/>
            <p:cNvSpPr/>
            <p:nvPr/>
          </p:nvSpPr>
          <p:spPr>
            <a:xfrm>
              <a:off x="221116" y="911918"/>
              <a:ext cx="1440000" cy="5760000"/>
            </a:xfrm>
            <a:prstGeom prst="rect">
              <a:avLst/>
            </a:prstGeom>
            <a:noFill/>
            <a:ln cap="flat" cmpd="sng" w="9525">
              <a:solidFill>
                <a:srgbClr val="999999"/>
              </a:solidFill>
              <a:prstDash val="dash"/>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 name="Google Shape;2097;p39"/>
            <p:cNvSpPr/>
            <p:nvPr/>
          </p:nvSpPr>
          <p:spPr>
            <a:xfrm>
              <a:off x="293116" y="960488"/>
              <a:ext cx="1296000" cy="400800"/>
            </a:xfrm>
            <a:prstGeom prst="rect">
              <a:avLst/>
            </a:prstGeom>
            <a:solidFill>
              <a:srgbClr val="FFF9DA"/>
            </a:solidFill>
            <a:ln cap="flat" cmpd="sng" w="9525">
              <a:solidFill>
                <a:srgbClr val="990033"/>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s-419" sz="800"/>
                <a:t>&lt;...&gt;</a:t>
              </a:r>
              <a:endParaRPr sz="800"/>
            </a:p>
          </p:txBody>
        </p:sp>
        <p:sp>
          <p:nvSpPr>
            <p:cNvPr id="2098" name="Google Shape;2098;p39"/>
            <p:cNvSpPr/>
            <p:nvPr/>
          </p:nvSpPr>
          <p:spPr>
            <a:xfrm>
              <a:off x="888166" y="1361300"/>
              <a:ext cx="105900" cy="5310600"/>
            </a:xfrm>
            <a:prstGeom prst="rect">
              <a:avLst/>
            </a:prstGeom>
            <a:no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 name="Google Shape;2099;p39"/>
            <p:cNvSpPr/>
            <p:nvPr/>
          </p:nvSpPr>
          <p:spPr>
            <a:xfrm>
              <a:off x="888175" y="1361300"/>
              <a:ext cx="105900" cy="4893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 name="Google Shape;2100;p39"/>
            <p:cNvSpPr/>
            <p:nvPr/>
          </p:nvSpPr>
          <p:spPr>
            <a:xfrm>
              <a:off x="888175" y="1850708"/>
              <a:ext cx="105900" cy="4893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 name="Google Shape;2101;p39"/>
            <p:cNvSpPr/>
            <p:nvPr/>
          </p:nvSpPr>
          <p:spPr>
            <a:xfrm>
              <a:off x="888175" y="2340188"/>
              <a:ext cx="105900" cy="4893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 name="Google Shape;2102;p39"/>
            <p:cNvSpPr/>
            <p:nvPr/>
          </p:nvSpPr>
          <p:spPr>
            <a:xfrm>
              <a:off x="888175" y="2829596"/>
              <a:ext cx="105900" cy="4893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 name="Google Shape;2103;p39"/>
            <p:cNvSpPr/>
            <p:nvPr/>
          </p:nvSpPr>
          <p:spPr>
            <a:xfrm>
              <a:off x="888175" y="3318991"/>
              <a:ext cx="105900" cy="4893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 name="Google Shape;2104;p39"/>
            <p:cNvSpPr/>
            <p:nvPr/>
          </p:nvSpPr>
          <p:spPr>
            <a:xfrm>
              <a:off x="888175" y="3808399"/>
              <a:ext cx="105900" cy="4893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 name="Google Shape;2105;p39"/>
            <p:cNvSpPr/>
            <p:nvPr/>
          </p:nvSpPr>
          <p:spPr>
            <a:xfrm>
              <a:off x="888175" y="4297879"/>
              <a:ext cx="105900" cy="4893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 name="Google Shape;2106;p39"/>
            <p:cNvSpPr/>
            <p:nvPr/>
          </p:nvSpPr>
          <p:spPr>
            <a:xfrm>
              <a:off x="888175" y="4787287"/>
              <a:ext cx="105900" cy="4893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 name="Google Shape;2107;p39"/>
            <p:cNvSpPr/>
            <p:nvPr/>
          </p:nvSpPr>
          <p:spPr>
            <a:xfrm>
              <a:off x="888175" y="5276103"/>
              <a:ext cx="105900" cy="4893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 name="Google Shape;2108;p39"/>
            <p:cNvSpPr/>
            <p:nvPr/>
          </p:nvSpPr>
          <p:spPr>
            <a:xfrm>
              <a:off x="888175" y="5765583"/>
              <a:ext cx="105900" cy="4893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 name="Google Shape;2109;p39"/>
            <p:cNvSpPr/>
            <p:nvPr/>
          </p:nvSpPr>
          <p:spPr>
            <a:xfrm>
              <a:off x="888175" y="6254999"/>
              <a:ext cx="105900" cy="4170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10" name="Google Shape;2110;p39"/>
          <p:cNvGrpSpPr/>
          <p:nvPr/>
        </p:nvGrpSpPr>
        <p:grpSpPr>
          <a:xfrm>
            <a:off x="3816216" y="1579562"/>
            <a:ext cx="622490" cy="586379"/>
            <a:chOff x="-1244040" y="2892312"/>
            <a:chExt cx="622490" cy="586379"/>
          </a:xfrm>
        </p:grpSpPr>
        <p:cxnSp>
          <p:nvCxnSpPr>
            <p:cNvPr id="2111" name="Google Shape;2111;p39"/>
            <p:cNvCxnSpPr/>
            <p:nvPr/>
          </p:nvCxnSpPr>
          <p:spPr>
            <a:xfrm flipH="1">
              <a:off x="-1226350" y="3029875"/>
              <a:ext cx="604800" cy="301200"/>
            </a:xfrm>
            <a:prstGeom prst="bentConnector3">
              <a:avLst>
                <a:gd fmla="val 50000" name="adj1"/>
              </a:avLst>
            </a:prstGeom>
            <a:noFill/>
            <a:ln cap="flat" cmpd="sng" w="9525">
              <a:solidFill>
                <a:srgbClr val="990033"/>
              </a:solidFill>
              <a:prstDash val="solid"/>
              <a:round/>
              <a:headEnd len="med" w="med" type="none"/>
              <a:tailEnd len="med" w="med" type="stealth"/>
            </a:ln>
          </p:spPr>
        </p:cxnSp>
        <p:sp>
          <p:nvSpPr>
            <p:cNvPr id="2112" name="Google Shape;2112;p39"/>
            <p:cNvSpPr txBox="1"/>
            <p:nvPr/>
          </p:nvSpPr>
          <p:spPr>
            <a:xfrm>
              <a:off x="-1244040" y="3354791"/>
              <a:ext cx="386100" cy="123900"/>
            </a:xfrm>
            <a:prstGeom prst="rect">
              <a:avLst/>
            </a:prstGeom>
            <a:noFill/>
            <a:ln>
              <a:noFill/>
            </a:ln>
          </p:spPr>
          <p:txBody>
            <a:bodyPr anchorCtr="0" anchor="t" bIns="0" lIns="0" spcFirstLastPara="1" rIns="0" wrap="square" tIns="0">
              <a:noAutofit/>
            </a:bodyPr>
            <a:lstStyle/>
            <a:p>
              <a:pPr indent="0" lvl="0" marL="0" rtl="0" algn="l">
                <a:spcBef>
                  <a:spcPts val="0"/>
                </a:spcBef>
                <a:spcAft>
                  <a:spcPts val="0"/>
                </a:spcAft>
                <a:buNone/>
              </a:pPr>
              <a:r>
                <a:rPr lang="es-419" sz="700"/>
                <a:t>&lt;...&gt;</a:t>
              </a:r>
              <a:endParaRPr sz="700"/>
            </a:p>
          </p:txBody>
        </p:sp>
        <p:sp>
          <p:nvSpPr>
            <p:cNvPr id="2113" name="Google Shape;2113;p39"/>
            <p:cNvSpPr txBox="1"/>
            <p:nvPr/>
          </p:nvSpPr>
          <p:spPr>
            <a:xfrm>
              <a:off x="-1013062" y="2892312"/>
              <a:ext cx="386100" cy="123900"/>
            </a:xfrm>
            <a:prstGeom prst="rect">
              <a:avLst/>
            </a:prstGeom>
            <a:noFill/>
            <a:ln>
              <a:noFill/>
            </a:ln>
          </p:spPr>
          <p:txBody>
            <a:bodyPr anchorCtr="0" anchor="t" bIns="0" lIns="0" spcFirstLastPara="1" rIns="0" wrap="square" tIns="0">
              <a:noAutofit/>
            </a:bodyPr>
            <a:lstStyle/>
            <a:p>
              <a:pPr indent="0" lvl="0" marL="0" rtl="0" algn="r">
                <a:spcBef>
                  <a:spcPts val="0"/>
                </a:spcBef>
                <a:spcAft>
                  <a:spcPts val="0"/>
                </a:spcAft>
                <a:buNone/>
              </a:pPr>
              <a:r>
                <a:rPr lang="es-419" sz="700"/>
                <a:t>&lt;...&gt;</a:t>
              </a:r>
              <a:endParaRPr sz="700"/>
            </a:p>
          </p:txBody>
        </p:sp>
      </p:grpSp>
      <p:grpSp>
        <p:nvGrpSpPr>
          <p:cNvPr id="2114" name="Google Shape;2114;p39"/>
          <p:cNvGrpSpPr/>
          <p:nvPr/>
        </p:nvGrpSpPr>
        <p:grpSpPr>
          <a:xfrm>
            <a:off x="3816216" y="2417762"/>
            <a:ext cx="622490" cy="586379"/>
            <a:chOff x="-1244040" y="2892312"/>
            <a:chExt cx="622490" cy="586379"/>
          </a:xfrm>
        </p:grpSpPr>
        <p:cxnSp>
          <p:nvCxnSpPr>
            <p:cNvPr id="2115" name="Google Shape;2115;p39"/>
            <p:cNvCxnSpPr/>
            <p:nvPr/>
          </p:nvCxnSpPr>
          <p:spPr>
            <a:xfrm flipH="1">
              <a:off x="-1226350" y="3029875"/>
              <a:ext cx="604800" cy="301200"/>
            </a:xfrm>
            <a:prstGeom prst="bentConnector3">
              <a:avLst>
                <a:gd fmla="val 50000" name="adj1"/>
              </a:avLst>
            </a:prstGeom>
            <a:noFill/>
            <a:ln cap="flat" cmpd="sng" w="9525">
              <a:solidFill>
                <a:srgbClr val="990033"/>
              </a:solidFill>
              <a:prstDash val="dash"/>
              <a:round/>
              <a:headEnd len="med" w="med" type="none"/>
              <a:tailEnd len="med" w="med" type="stealth"/>
            </a:ln>
          </p:spPr>
        </p:cxnSp>
        <p:sp>
          <p:nvSpPr>
            <p:cNvPr id="2116" name="Google Shape;2116;p39"/>
            <p:cNvSpPr txBox="1"/>
            <p:nvPr/>
          </p:nvSpPr>
          <p:spPr>
            <a:xfrm>
              <a:off x="-1244040" y="3354791"/>
              <a:ext cx="386100" cy="123900"/>
            </a:xfrm>
            <a:prstGeom prst="rect">
              <a:avLst/>
            </a:prstGeom>
            <a:noFill/>
            <a:ln>
              <a:noFill/>
            </a:ln>
          </p:spPr>
          <p:txBody>
            <a:bodyPr anchorCtr="0" anchor="t" bIns="0" lIns="0" spcFirstLastPara="1" rIns="0" wrap="square" tIns="0">
              <a:noAutofit/>
            </a:bodyPr>
            <a:lstStyle/>
            <a:p>
              <a:pPr indent="0" lvl="0" marL="0" rtl="0" algn="l">
                <a:spcBef>
                  <a:spcPts val="0"/>
                </a:spcBef>
                <a:spcAft>
                  <a:spcPts val="0"/>
                </a:spcAft>
                <a:buNone/>
              </a:pPr>
              <a:r>
                <a:rPr lang="es-419" sz="700"/>
                <a:t>&lt;...&gt;</a:t>
              </a:r>
              <a:endParaRPr sz="700"/>
            </a:p>
          </p:txBody>
        </p:sp>
        <p:sp>
          <p:nvSpPr>
            <p:cNvPr id="2117" name="Google Shape;2117;p39"/>
            <p:cNvSpPr txBox="1"/>
            <p:nvPr/>
          </p:nvSpPr>
          <p:spPr>
            <a:xfrm>
              <a:off x="-1013062" y="2892312"/>
              <a:ext cx="386100" cy="123900"/>
            </a:xfrm>
            <a:prstGeom prst="rect">
              <a:avLst/>
            </a:prstGeom>
            <a:noFill/>
            <a:ln>
              <a:noFill/>
            </a:ln>
          </p:spPr>
          <p:txBody>
            <a:bodyPr anchorCtr="0" anchor="t" bIns="0" lIns="0" spcFirstLastPara="1" rIns="0" wrap="square" tIns="0">
              <a:noAutofit/>
            </a:bodyPr>
            <a:lstStyle/>
            <a:p>
              <a:pPr indent="0" lvl="0" marL="0" rtl="0" algn="r">
                <a:spcBef>
                  <a:spcPts val="0"/>
                </a:spcBef>
                <a:spcAft>
                  <a:spcPts val="0"/>
                </a:spcAft>
                <a:buNone/>
              </a:pPr>
              <a:r>
                <a:rPr lang="es-419" sz="700"/>
                <a:t>&lt;...&gt;</a:t>
              </a:r>
              <a:endParaRPr sz="700"/>
            </a:p>
          </p:txBody>
        </p:sp>
      </p:grpSp>
      <p:sp>
        <p:nvSpPr>
          <p:cNvPr id="2118" name="Google Shape;2118;p39"/>
          <p:cNvSpPr/>
          <p:nvPr/>
        </p:nvSpPr>
        <p:spPr>
          <a:xfrm>
            <a:off x="200475" y="669875"/>
            <a:ext cx="1407900" cy="6059700"/>
          </a:xfrm>
          <a:prstGeom prst="roundRect">
            <a:avLst>
              <a:gd fmla="val 6584" name="adj"/>
            </a:avLst>
          </a:prstGeom>
          <a:solidFill>
            <a:srgbClr val="F3F3F3"/>
          </a:solidFill>
          <a:ln cap="flat" cmpd="sng" w="9525">
            <a:solidFill>
              <a:srgbClr val="F3F3F3"/>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 name="Google Shape;2119;p39"/>
          <p:cNvSpPr/>
          <p:nvPr/>
        </p:nvSpPr>
        <p:spPr>
          <a:xfrm>
            <a:off x="185368" y="110850"/>
            <a:ext cx="1407900" cy="421200"/>
          </a:xfrm>
          <a:prstGeom prst="roundRect">
            <a:avLst>
              <a:gd fmla="val 17492" name="adj"/>
            </a:avLst>
          </a:prstGeom>
          <a:solidFill>
            <a:srgbClr val="000000"/>
          </a:solidFill>
          <a:ln cap="flat" cmpd="sng" w="9525">
            <a:solidFill>
              <a:srgbClr val="000000"/>
            </a:solidFill>
            <a:prstDash val="solid"/>
            <a:round/>
            <a:headEnd len="sm" w="sm" type="none"/>
            <a:tailEnd len="sm" w="sm" type="none"/>
          </a:ln>
        </p:spPr>
        <p:txBody>
          <a:bodyPr anchorCtr="0" anchor="ctr" bIns="0" lIns="0" spcFirstLastPara="1" rIns="0" wrap="square" tIns="0">
            <a:noAutofit/>
          </a:bodyPr>
          <a:lstStyle/>
          <a:p>
            <a:pPr indent="0" lvl="0" marL="0" rtl="0" algn="ctr">
              <a:spcBef>
                <a:spcPts val="0"/>
              </a:spcBef>
              <a:spcAft>
                <a:spcPts val="0"/>
              </a:spcAft>
              <a:buNone/>
            </a:pPr>
            <a:r>
              <a:rPr b="1" lang="es-419" sz="1200">
                <a:solidFill>
                  <a:srgbClr val="FFFFFF"/>
                </a:solidFill>
              </a:rPr>
              <a:t>Diagrama de Clases</a:t>
            </a:r>
            <a:endParaRPr b="1" sz="1200">
              <a:solidFill>
                <a:srgbClr val="FFFFFF"/>
              </a:solidFill>
            </a:endParaRPr>
          </a:p>
        </p:txBody>
      </p:sp>
      <p:grpSp>
        <p:nvGrpSpPr>
          <p:cNvPr id="2120" name="Google Shape;2120;p39"/>
          <p:cNvGrpSpPr/>
          <p:nvPr/>
        </p:nvGrpSpPr>
        <p:grpSpPr>
          <a:xfrm>
            <a:off x="289564" y="1050864"/>
            <a:ext cx="1229700" cy="1478700"/>
            <a:chOff x="1395625" y="1381825"/>
            <a:chExt cx="1229700" cy="1478700"/>
          </a:xfrm>
        </p:grpSpPr>
        <p:sp>
          <p:nvSpPr>
            <p:cNvPr id="2121" name="Google Shape;2121;p39"/>
            <p:cNvSpPr/>
            <p:nvPr/>
          </p:nvSpPr>
          <p:spPr>
            <a:xfrm>
              <a:off x="1395625" y="1381825"/>
              <a:ext cx="1229700" cy="1478700"/>
            </a:xfrm>
            <a:prstGeom prst="roundRect">
              <a:avLst>
                <a:gd fmla="val 4673" name="adj"/>
              </a:avLst>
            </a:prstGeom>
            <a:solidFill>
              <a:srgbClr val="FFF9DA"/>
            </a:solidFill>
            <a:ln cap="flat" cmpd="sng" w="9525">
              <a:solidFill>
                <a:srgbClr val="990033"/>
              </a:solidFill>
              <a:prstDash val="solid"/>
              <a:round/>
              <a:headEnd len="sm" w="sm" type="none"/>
              <a:tailEnd len="sm" w="sm" type="none"/>
            </a:ln>
          </p:spPr>
          <p:txBody>
            <a:bodyPr anchorCtr="0" anchor="t" bIns="91425" lIns="91425" spcFirstLastPara="1" rIns="91425" wrap="square" tIns="91425">
              <a:noAutofit/>
            </a:bodyPr>
            <a:lstStyle/>
            <a:p>
              <a:pPr indent="0" lvl="0" marL="0" rtl="0" algn="l">
                <a:spcBef>
                  <a:spcPts val="0"/>
                </a:spcBef>
                <a:spcAft>
                  <a:spcPts val="0"/>
                </a:spcAft>
                <a:buNone/>
              </a:pPr>
              <a:r>
                <a:t/>
              </a:r>
              <a:endParaRPr sz="700"/>
            </a:p>
            <a:p>
              <a:pPr indent="0" lvl="0" marL="0" rtl="0" algn="l">
                <a:spcBef>
                  <a:spcPts val="0"/>
                </a:spcBef>
                <a:spcAft>
                  <a:spcPts val="0"/>
                </a:spcAft>
                <a:buNone/>
              </a:pPr>
              <a:r>
                <a:t/>
              </a:r>
              <a:endParaRPr sz="700"/>
            </a:p>
            <a:p>
              <a:pPr indent="0" lvl="0" marL="0" rtl="0" algn="l">
                <a:spcBef>
                  <a:spcPts val="0"/>
                </a:spcBef>
                <a:spcAft>
                  <a:spcPts val="0"/>
                </a:spcAft>
                <a:buNone/>
              </a:pPr>
              <a:r>
                <a:rPr lang="es-419" sz="700"/>
                <a:t>&lt;...&gt;</a:t>
              </a:r>
              <a:endParaRPr sz="700"/>
            </a:p>
            <a:p>
              <a:pPr indent="0" lvl="0" marL="0" rtl="0" algn="l">
                <a:spcBef>
                  <a:spcPts val="0"/>
                </a:spcBef>
                <a:spcAft>
                  <a:spcPts val="0"/>
                </a:spcAft>
                <a:buNone/>
              </a:pPr>
              <a:r>
                <a:rPr lang="es-419" sz="700">
                  <a:solidFill>
                    <a:schemeClr val="dk1"/>
                  </a:solidFill>
                </a:rPr>
                <a:t>&lt;...&gt;</a:t>
              </a:r>
              <a:endParaRPr sz="700">
                <a:solidFill>
                  <a:schemeClr val="dk1"/>
                </a:solidFill>
              </a:endParaRPr>
            </a:p>
            <a:p>
              <a:pPr indent="0" lvl="0" marL="0" rtl="0" algn="l">
                <a:spcBef>
                  <a:spcPts val="0"/>
                </a:spcBef>
                <a:spcAft>
                  <a:spcPts val="0"/>
                </a:spcAft>
                <a:buNone/>
              </a:pPr>
              <a:r>
                <a:rPr lang="es-419" sz="700">
                  <a:solidFill>
                    <a:schemeClr val="dk1"/>
                  </a:solidFill>
                </a:rPr>
                <a:t>&lt;...&gt;</a:t>
              </a:r>
              <a:endParaRPr sz="700">
                <a:solidFill>
                  <a:schemeClr val="dk1"/>
                </a:solidFill>
              </a:endParaRPr>
            </a:p>
            <a:p>
              <a:pPr indent="0" lvl="0" marL="0" rtl="0" algn="l">
                <a:spcBef>
                  <a:spcPts val="0"/>
                </a:spcBef>
                <a:spcAft>
                  <a:spcPts val="0"/>
                </a:spcAft>
                <a:buNone/>
              </a:pPr>
              <a:r>
                <a:rPr lang="es-419" sz="700">
                  <a:solidFill>
                    <a:schemeClr val="dk1"/>
                  </a:solidFill>
                </a:rPr>
                <a:t>&lt;...&gt;</a:t>
              </a:r>
              <a:endParaRPr sz="700">
                <a:solidFill>
                  <a:schemeClr val="dk1"/>
                </a:solidFill>
              </a:endParaRPr>
            </a:p>
            <a:p>
              <a:pPr indent="0" lvl="0" marL="0" rtl="0" algn="l">
                <a:spcBef>
                  <a:spcPts val="0"/>
                </a:spcBef>
                <a:spcAft>
                  <a:spcPts val="0"/>
                </a:spcAft>
                <a:buNone/>
              </a:pPr>
              <a:r>
                <a:rPr lang="es-419" sz="700">
                  <a:solidFill>
                    <a:schemeClr val="dk1"/>
                  </a:solidFill>
                </a:rPr>
                <a:t>&lt;...&gt;</a:t>
              </a:r>
              <a:endParaRPr sz="700">
                <a:solidFill>
                  <a:schemeClr val="dk1"/>
                </a:solidFill>
              </a:endParaRPr>
            </a:p>
          </p:txBody>
        </p:sp>
        <p:sp>
          <p:nvSpPr>
            <p:cNvPr id="2122" name="Google Shape;2122;p39"/>
            <p:cNvSpPr/>
            <p:nvPr/>
          </p:nvSpPr>
          <p:spPr>
            <a:xfrm>
              <a:off x="1395625" y="1381825"/>
              <a:ext cx="1229700" cy="265800"/>
            </a:xfrm>
            <a:prstGeom prst="roundRect">
              <a:avLst>
                <a:gd fmla="val 23119" name="adj"/>
              </a:avLst>
            </a:prstGeom>
            <a:solidFill>
              <a:srgbClr val="FFF9DA"/>
            </a:solidFill>
            <a:ln cap="flat" cmpd="sng" w="9525">
              <a:solidFill>
                <a:srgbClr val="990033"/>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s-419" sz="800"/>
                <a:t>&lt;...&gt;</a:t>
              </a:r>
              <a:endParaRPr sz="800"/>
            </a:p>
          </p:txBody>
        </p:sp>
      </p:grpSp>
      <p:grpSp>
        <p:nvGrpSpPr>
          <p:cNvPr id="2123" name="Google Shape;2123;p39"/>
          <p:cNvGrpSpPr/>
          <p:nvPr/>
        </p:nvGrpSpPr>
        <p:grpSpPr>
          <a:xfrm>
            <a:off x="593169" y="3762498"/>
            <a:ext cx="622490" cy="590192"/>
            <a:chOff x="-1244040" y="3574298"/>
            <a:chExt cx="622490" cy="590192"/>
          </a:xfrm>
        </p:grpSpPr>
        <p:cxnSp>
          <p:nvCxnSpPr>
            <p:cNvPr id="2124" name="Google Shape;2124;p39"/>
            <p:cNvCxnSpPr/>
            <p:nvPr/>
          </p:nvCxnSpPr>
          <p:spPr>
            <a:xfrm flipH="1">
              <a:off x="-1226350" y="3715675"/>
              <a:ext cx="604800" cy="301200"/>
            </a:xfrm>
            <a:prstGeom prst="bentConnector3">
              <a:avLst>
                <a:gd fmla="val 50000" name="adj1"/>
              </a:avLst>
            </a:prstGeom>
            <a:noFill/>
            <a:ln cap="flat" cmpd="sng" w="9525">
              <a:solidFill>
                <a:srgbClr val="000000"/>
              </a:solidFill>
              <a:prstDash val="solid"/>
              <a:round/>
              <a:headEnd len="med" w="med" type="none"/>
              <a:tailEnd len="med" w="med" type="diamond"/>
            </a:ln>
          </p:spPr>
        </p:cxnSp>
        <p:sp>
          <p:nvSpPr>
            <p:cNvPr id="2125" name="Google Shape;2125;p39"/>
            <p:cNvSpPr txBox="1"/>
            <p:nvPr/>
          </p:nvSpPr>
          <p:spPr>
            <a:xfrm>
              <a:off x="-1244040" y="4040591"/>
              <a:ext cx="386100" cy="123900"/>
            </a:xfrm>
            <a:prstGeom prst="rect">
              <a:avLst/>
            </a:prstGeom>
            <a:noFill/>
            <a:ln>
              <a:noFill/>
            </a:ln>
          </p:spPr>
          <p:txBody>
            <a:bodyPr anchorCtr="0" anchor="t" bIns="0" lIns="0" spcFirstLastPara="1" rIns="0" wrap="square" tIns="0">
              <a:noAutofit/>
            </a:bodyPr>
            <a:lstStyle/>
            <a:p>
              <a:pPr indent="0" lvl="0" marL="0" rtl="0" algn="l">
                <a:spcBef>
                  <a:spcPts val="0"/>
                </a:spcBef>
                <a:spcAft>
                  <a:spcPts val="0"/>
                </a:spcAft>
                <a:buNone/>
              </a:pPr>
              <a:r>
                <a:rPr lang="es-419" sz="700"/>
                <a:t>&lt;...&gt;</a:t>
              </a:r>
              <a:endParaRPr sz="700"/>
            </a:p>
          </p:txBody>
        </p:sp>
        <p:sp>
          <p:nvSpPr>
            <p:cNvPr id="2126" name="Google Shape;2126;p39"/>
            <p:cNvSpPr txBox="1"/>
            <p:nvPr/>
          </p:nvSpPr>
          <p:spPr>
            <a:xfrm>
              <a:off x="-1013062" y="3574298"/>
              <a:ext cx="386100" cy="123900"/>
            </a:xfrm>
            <a:prstGeom prst="rect">
              <a:avLst/>
            </a:prstGeom>
            <a:noFill/>
            <a:ln>
              <a:noFill/>
            </a:ln>
          </p:spPr>
          <p:txBody>
            <a:bodyPr anchorCtr="0" anchor="t" bIns="0" lIns="0" spcFirstLastPara="1" rIns="0" wrap="square" tIns="0">
              <a:noAutofit/>
            </a:bodyPr>
            <a:lstStyle/>
            <a:p>
              <a:pPr indent="0" lvl="0" marL="0" rtl="0" algn="r">
                <a:spcBef>
                  <a:spcPts val="0"/>
                </a:spcBef>
                <a:spcAft>
                  <a:spcPts val="0"/>
                </a:spcAft>
                <a:buNone/>
              </a:pPr>
              <a:r>
                <a:rPr lang="es-419" sz="700"/>
                <a:t>&lt;...&gt;</a:t>
              </a:r>
              <a:endParaRPr sz="700"/>
            </a:p>
          </p:txBody>
        </p:sp>
      </p:grpSp>
      <p:grpSp>
        <p:nvGrpSpPr>
          <p:cNvPr id="2127" name="Google Shape;2127;p39"/>
          <p:cNvGrpSpPr/>
          <p:nvPr/>
        </p:nvGrpSpPr>
        <p:grpSpPr>
          <a:xfrm>
            <a:off x="593169" y="2775712"/>
            <a:ext cx="622490" cy="586379"/>
            <a:chOff x="-1244040" y="2892312"/>
            <a:chExt cx="622490" cy="586379"/>
          </a:xfrm>
        </p:grpSpPr>
        <p:cxnSp>
          <p:nvCxnSpPr>
            <p:cNvPr id="2128" name="Google Shape;2128;p39"/>
            <p:cNvCxnSpPr/>
            <p:nvPr/>
          </p:nvCxnSpPr>
          <p:spPr>
            <a:xfrm flipH="1">
              <a:off x="-1226350" y="3029875"/>
              <a:ext cx="604800" cy="301200"/>
            </a:xfrm>
            <a:prstGeom prst="bentConnector3">
              <a:avLst>
                <a:gd fmla="val 50000" name="adj1"/>
              </a:avLst>
            </a:prstGeom>
            <a:noFill/>
            <a:ln cap="flat" cmpd="sng" w="9525">
              <a:solidFill>
                <a:srgbClr val="000000"/>
              </a:solidFill>
              <a:prstDash val="solid"/>
              <a:round/>
              <a:headEnd len="med" w="med" type="none"/>
              <a:tailEnd len="med" w="med" type="triangle"/>
            </a:ln>
          </p:spPr>
        </p:cxnSp>
        <p:sp>
          <p:nvSpPr>
            <p:cNvPr id="2129" name="Google Shape;2129;p39"/>
            <p:cNvSpPr txBox="1"/>
            <p:nvPr/>
          </p:nvSpPr>
          <p:spPr>
            <a:xfrm>
              <a:off x="-1244040" y="3354791"/>
              <a:ext cx="386100" cy="123900"/>
            </a:xfrm>
            <a:prstGeom prst="rect">
              <a:avLst/>
            </a:prstGeom>
            <a:noFill/>
            <a:ln>
              <a:noFill/>
            </a:ln>
          </p:spPr>
          <p:txBody>
            <a:bodyPr anchorCtr="0" anchor="t" bIns="0" lIns="0" spcFirstLastPara="1" rIns="0" wrap="square" tIns="0">
              <a:noAutofit/>
            </a:bodyPr>
            <a:lstStyle/>
            <a:p>
              <a:pPr indent="0" lvl="0" marL="0" rtl="0" algn="l">
                <a:spcBef>
                  <a:spcPts val="0"/>
                </a:spcBef>
                <a:spcAft>
                  <a:spcPts val="0"/>
                </a:spcAft>
                <a:buNone/>
              </a:pPr>
              <a:r>
                <a:rPr lang="es-419" sz="700"/>
                <a:t>&lt;...&gt;</a:t>
              </a:r>
              <a:endParaRPr sz="700"/>
            </a:p>
          </p:txBody>
        </p:sp>
        <p:sp>
          <p:nvSpPr>
            <p:cNvPr id="2130" name="Google Shape;2130;p39"/>
            <p:cNvSpPr txBox="1"/>
            <p:nvPr/>
          </p:nvSpPr>
          <p:spPr>
            <a:xfrm>
              <a:off x="-1013062" y="2892312"/>
              <a:ext cx="386100" cy="123900"/>
            </a:xfrm>
            <a:prstGeom prst="rect">
              <a:avLst/>
            </a:prstGeom>
            <a:noFill/>
            <a:ln>
              <a:noFill/>
            </a:ln>
          </p:spPr>
          <p:txBody>
            <a:bodyPr anchorCtr="0" anchor="t" bIns="0" lIns="0" spcFirstLastPara="1" rIns="0" wrap="square" tIns="0">
              <a:noAutofit/>
            </a:bodyPr>
            <a:lstStyle/>
            <a:p>
              <a:pPr indent="0" lvl="0" marL="0" rtl="0" algn="r">
                <a:spcBef>
                  <a:spcPts val="0"/>
                </a:spcBef>
                <a:spcAft>
                  <a:spcPts val="0"/>
                </a:spcAft>
                <a:buNone/>
              </a:pPr>
              <a:r>
                <a:rPr lang="es-419" sz="700"/>
                <a:t>&lt;...&gt;</a:t>
              </a:r>
              <a:endParaRPr sz="700"/>
            </a:p>
          </p:txBody>
        </p:sp>
      </p:grpSp>
      <p:grpSp>
        <p:nvGrpSpPr>
          <p:cNvPr id="2131" name="Google Shape;2131;p39"/>
          <p:cNvGrpSpPr/>
          <p:nvPr/>
        </p:nvGrpSpPr>
        <p:grpSpPr>
          <a:xfrm>
            <a:off x="593169" y="4753098"/>
            <a:ext cx="622490" cy="590192"/>
            <a:chOff x="-1244040" y="3574298"/>
            <a:chExt cx="622490" cy="590192"/>
          </a:xfrm>
        </p:grpSpPr>
        <p:cxnSp>
          <p:nvCxnSpPr>
            <p:cNvPr id="2132" name="Google Shape;2132;p39"/>
            <p:cNvCxnSpPr/>
            <p:nvPr/>
          </p:nvCxnSpPr>
          <p:spPr>
            <a:xfrm flipH="1">
              <a:off x="-1226350" y="3715675"/>
              <a:ext cx="604800" cy="301200"/>
            </a:xfrm>
            <a:prstGeom prst="bentConnector3">
              <a:avLst>
                <a:gd fmla="val 50000" name="adj1"/>
              </a:avLst>
            </a:prstGeom>
            <a:noFill/>
            <a:ln cap="flat" cmpd="sng" w="9525">
              <a:solidFill>
                <a:srgbClr val="000000"/>
              </a:solidFill>
              <a:prstDash val="solid"/>
              <a:round/>
              <a:headEnd len="med" w="med" type="none"/>
              <a:tailEnd len="med" w="med" type="none"/>
            </a:ln>
          </p:spPr>
        </p:cxnSp>
        <p:sp>
          <p:nvSpPr>
            <p:cNvPr id="2133" name="Google Shape;2133;p39"/>
            <p:cNvSpPr txBox="1"/>
            <p:nvPr/>
          </p:nvSpPr>
          <p:spPr>
            <a:xfrm>
              <a:off x="-1244040" y="4040591"/>
              <a:ext cx="386100" cy="123900"/>
            </a:xfrm>
            <a:prstGeom prst="rect">
              <a:avLst/>
            </a:prstGeom>
            <a:noFill/>
            <a:ln>
              <a:noFill/>
            </a:ln>
          </p:spPr>
          <p:txBody>
            <a:bodyPr anchorCtr="0" anchor="t" bIns="0" lIns="0" spcFirstLastPara="1" rIns="0" wrap="square" tIns="0">
              <a:noAutofit/>
            </a:bodyPr>
            <a:lstStyle/>
            <a:p>
              <a:pPr indent="0" lvl="0" marL="0" rtl="0" algn="l">
                <a:spcBef>
                  <a:spcPts val="0"/>
                </a:spcBef>
                <a:spcAft>
                  <a:spcPts val="0"/>
                </a:spcAft>
                <a:buNone/>
              </a:pPr>
              <a:r>
                <a:rPr lang="es-419" sz="700"/>
                <a:t>&lt;...&gt;</a:t>
              </a:r>
              <a:endParaRPr sz="700"/>
            </a:p>
          </p:txBody>
        </p:sp>
        <p:sp>
          <p:nvSpPr>
            <p:cNvPr id="2134" name="Google Shape;2134;p39"/>
            <p:cNvSpPr txBox="1"/>
            <p:nvPr/>
          </p:nvSpPr>
          <p:spPr>
            <a:xfrm>
              <a:off x="-1013062" y="3574298"/>
              <a:ext cx="386100" cy="123900"/>
            </a:xfrm>
            <a:prstGeom prst="rect">
              <a:avLst/>
            </a:prstGeom>
            <a:noFill/>
            <a:ln>
              <a:noFill/>
            </a:ln>
          </p:spPr>
          <p:txBody>
            <a:bodyPr anchorCtr="0" anchor="t" bIns="0" lIns="0" spcFirstLastPara="1" rIns="0" wrap="square" tIns="0">
              <a:noAutofit/>
            </a:bodyPr>
            <a:lstStyle/>
            <a:p>
              <a:pPr indent="0" lvl="0" marL="0" rtl="0" algn="r">
                <a:spcBef>
                  <a:spcPts val="0"/>
                </a:spcBef>
                <a:spcAft>
                  <a:spcPts val="0"/>
                </a:spcAft>
                <a:buNone/>
              </a:pPr>
              <a:r>
                <a:rPr lang="es-419" sz="700"/>
                <a:t>&lt;...&gt;</a:t>
              </a:r>
              <a:endParaRPr sz="700"/>
            </a:p>
          </p:txBody>
        </p:sp>
      </p:grpSp>
      <p:cxnSp>
        <p:nvCxnSpPr>
          <p:cNvPr id="2135" name="Google Shape;2135;p39"/>
          <p:cNvCxnSpPr/>
          <p:nvPr/>
        </p:nvCxnSpPr>
        <p:spPr>
          <a:xfrm>
            <a:off x="1826987" y="87450"/>
            <a:ext cx="0" cy="6665100"/>
          </a:xfrm>
          <a:prstGeom prst="straightConnector1">
            <a:avLst/>
          </a:prstGeom>
          <a:noFill/>
          <a:ln cap="flat" cmpd="sng" w="28575">
            <a:solidFill>
              <a:srgbClr val="B7B7B7"/>
            </a:solidFill>
            <a:prstDash val="dash"/>
            <a:round/>
            <a:headEnd len="med" w="med" type="none"/>
            <a:tailEnd len="med" w="med" type="none"/>
          </a:ln>
        </p:spPr>
      </p:cxnSp>
    </p:spTree>
  </p:cSld>
  <p:clrMapOvr>
    <a:masterClrMapping/>
  </p:clrMapOvr>
</p:sldLayout>
</file>

<file path=ppt/slideLayouts/slideLayout3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Paleta 2 1">
  <p:cSld name="TITLE_3_5_1">
    <p:spTree>
      <p:nvGrpSpPr>
        <p:cNvPr id="2136" name="Shape 2136"/>
        <p:cNvGrpSpPr/>
        <p:nvPr/>
      </p:nvGrpSpPr>
      <p:grpSpPr>
        <a:xfrm>
          <a:off x="0" y="0"/>
          <a:ext cx="0" cy="0"/>
          <a:chOff x="0" y="0"/>
          <a:chExt cx="0" cy="0"/>
        </a:xfrm>
      </p:grpSpPr>
      <p:sp>
        <p:nvSpPr>
          <p:cNvPr id="2137" name="Google Shape;2137;p40"/>
          <p:cNvSpPr txBox="1"/>
          <p:nvPr/>
        </p:nvSpPr>
        <p:spPr>
          <a:xfrm>
            <a:off x="-5257800" y="838200"/>
            <a:ext cx="4648200" cy="6248400"/>
          </a:xfrm>
          <a:prstGeom prst="rect">
            <a:avLst/>
          </a:prstGeom>
          <a:solidFill>
            <a:srgbClr val="FFFFFF"/>
          </a:solidFill>
          <a:ln cap="flat" cmpd="sng" w="9525">
            <a:solidFill>
              <a:srgbClr val="00B0F0"/>
            </a:solidFill>
            <a:prstDash val="solid"/>
            <a:round/>
            <a:headEnd len="sm" w="sm" type="none"/>
            <a:tailEnd len="sm" w="sm" type="none"/>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A6A6A6"/>
              </a:buClr>
              <a:buSzPts val="1700"/>
              <a:buFont typeface="Tahoma"/>
              <a:buNone/>
            </a:pPr>
            <a:r>
              <a:rPr b="1" i="0" lang="es-419" sz="1700" u="none">
                <a:solidFill>
                  <a:srgbClr val="A6A6A6"/>
                </a:solidFill>
                <a:latin typeface="Tahoma"/>
                <a:ea typeface="Tahoma"/>
                <a:cs typeface="Tahoma"/>
                <a:sym typeface="Tahoma"/>
              </a:rPr>
              <a:t>                                                           Fichas</a:t>
            </a:r>
            <a:endParaRPr/>
          </a:p>
          <a:p>
            <a:pPr indent="0" lvl="0" marL="0" marR="0" rtl="0" algn="r">
              <a:lnSpc>
                <a:spcPct val="100000"/>
              </a:lnSpc>
              <a:spcBef>
                <a:spcPts val="0"/>
              </a:spcBef>
              <a:spcAft>
                <a:spcPts val="0"/>
              </a:spcAft>
              <a:buClr>
                <a:srgbClr val="A6A6A6"/>
              </a:buClr>
              <a:buSzPts val="1700"/>
              <a:buFont typeface="Tahoma"/>
              <a:buNone/>
            </a:pPr>
            <a:r>
              <a:rPr b="1" i="0" lang="es-419" sz="1700" u="none">
                <a:solidFill>
                  <a:srgbClr val="A6A6A6"/>
                </a:solidFill>
                <a:latin typeface="Tahoma"/>
                <a:ea typeface="Tahoma"/>
                <a:cs typeface="Tahoma"/>
                <a:sym typeface="Tahoma"/>
              </a:rPr>
              <a:t>Worker</a:t>
            </a:r>
            <a:endParaRPr/>
          </a:p>
        </p:txBody>
      </p:sp>
      <p:sp>
        <p:nvSpPr>
          <p:cNvPr id="2138" name="Google Shape;2138;p40"/>
          <p:cNvSpPr txBox="1"/>
          <p:nvPr/>
        </p:nvSpPr>
        <p:spPr>
          <a:xfrm>
            <a:off x="10283825" y="838200"/>
            <a:ext cx="4319700" cy="6248400"/>
          </a:xfrm>
          <a:prstGeom prst="rect">
            <a:avLst/>
          </a:prstGeom>
          <a:solidFill>
            <a:srgbClr val="FFFFFF"/>
          </a:solidFill>
          <a:ln cap="flat" cmpd="sng" w="9525">
            <a:solidFill>
              <a:srgbClr val="00B0F0"/>
            </a:solidFill>
            <a:prstDash val="solid"/>
            <a:round/>
            <a:headEnd len="sm" w="sm" type="none"/>
            <a:tailEnd len="sm" w="sm" type="none"/>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A6A6A6"/>
              </a:buClr>
              <a:buSzPts val="1800"/>
              <a:buFont typeface="Tahoma"/>
              <a:buNone/>
            </a:pPr>
            <a:r>
              <a:rPr b="1" i="0" lang="es-419" sz="1800" u="none">
                <a:solidFill>
                  <a:srgbClr val="A6A6A6"/>
                </a:solidFill>
                <a:latin typeface="Tahoma"/>
                <a:ea typeface="Tahoma"/>
                <a:cs typeface="Tahoma"/>
                <a:sym typeface="Tahoma"/>
              </a:rPr>
              <a:t>  </a:t>
            </a:r>
            <a:r>
              <a:rPr b="1" i="0" lang="es-419" sz="1700" u="none">
                <a:solidFill>
                  <a:srgbClr val="A6A6A6"/>
                </a:solidFill>
                <a:latin typeface="Tahoma"/>
                <a:ea typeface="Tahoma"/>
                <a:cs typeface="Tahoma"/>
                <a:sym typeface="Tahoma"/>
              </a:rPr>
              <a:t>Fichas</a:t>
            </a:r>
            <a:endParaRPr/>
          </a:p>
          <a:p>
            <a:pPr indent="0" lvl="0" marL="0" marR="0" rtl="0" algn="l">
              <a:lnSpc>
                <a:spcPct val="100000"/>
              </a:lnSpc>
              <a:spcBef>
                <a:spcPts val="0"/>
              </a:spcBef>
              <a:spcAft>
                <a:spcPts val="0"/>
              </a:spcAft>
              <a:buClr>
                <a:srgbClr val="A6A6A6"/>
              </a:buClr>
              <a:buSzPts val="1700"/>
              <a:buFont typeface="Tahoma"/>
              <a:buNone/>
            </a:pPr>
            <a:r>
              <a:rPr b="1" i="0" lang="es-419" sz="1700" u="none">
                <a:solidFill>
                  <a:srgbClr val="A6A6A6"/>
                </a:solidFill>
                <a:latin typeface="Tahoma"/>
                <a:ea typeface="Tahoma"/>
                <a:cs typeface="Tahoma"/>
                <a:sym typeface="Tahoma"/>
              </a:rPr>
              <a:t>Usuarios</a:t>
            </a:r>
            <a:endParaRPr/>
          </a:p>
        </p:txBody>
      </p:sp>
      <p:sp>
        <p:nvSpPr>
          <p:cNvPr id="2139" name="Google Shape;2139;p40"/>
          <p:cNvSpPr txBox="1"/>
          <p:nvPr/>
        </p:nvSpPr>
        <p:spPr>
          <a:xfrm>
            <a:off x="-5257800" y="7199312"/>
            <a:ext cx="7924800" cy="811200"/>
          </a:xfrm>
          <a:prstGeom prst="rect">
            <a:avLst/>
          </a:prstGeom>
          <a:solidFill>
            <a:srgbClr val="FFFFFF"/>
          </a:solidFill>
          <a:ln cap="flat" cmpd="sng" w="9525">
            <a:solidFill>
              <a:srgbClr val="00B0F0"/>
            </a:solidFill>
            <a:prstDash val="solid"/>
            <a:round/>
            <a:headEnd len="sm" w="sm" type="none"/>
            <a:tailEnd len="sm" w="sm" type="none"/>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A6A6A6"/>
              </a:buClr>
              <a:buSzPts val="1700"/>
              <a:buFont typeface="Tahoma"/>
              <a:buNone/>
            </a:pPr>
            <a:r>
              <a:rPr b="1" i="0" lang="es-419" sz="1700" u="none">
                <a:solidFill>
                  <a:srgbClr val="A6A6A6"/>
                </a:solidFill>
                <a:latin typeface="Tahoma"/>
                <a:ea typeface="Tahoma"/>
                <a:cs typeface="Tahoma"/>
                <a:sym typeface="Tahoma"/>
              </a:rPr>
              <a:t>Elementos</a:t>
            </a:r>
            <a:endParaRPr/>
          </a:p>
        </p:txBody>
      </p:sp>
      <p:sp>
        <p:nvSpPr>
          <p:cNvPr id="2140" name="Google Shape;2140;p40"/>
          <p:cNvSpPr txBox="1"/>
          <p:nvPr/>
        </p:nvSpPr>
        <p:spPr>
          <a:xfrm>
            <a:off x="2820976" y="7199300"/>
            <a:ext cx="11782500" cy="811200"/>
          </a:xfrm>
          <a:prstGeom prst="rect">
            <a:avLst/>
          </a:prstGeom>
          <a:solidFill>
            <a:srgbClr val="FFFFFF"/>
          </a:solidFill>
          <a:ln cap="flat" cmpd="sng" w="9525">
            <a:solidFill>
              <a:srgbClr val="00B0F0"/>
            </a:solidFill>
            <a:prstDash val="solid"/>
            <a:round/>
            <a:headEnd len="sm" w="sm" type="none"/>
            <a:tailEnd len="sm" w="sm" type="none"/>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A6A6A6"/>
              </a:buClr>
              <a:buSzPts val="1700"/>
              <a:buFont typeface="Tahoma"/>
              <a:buNone/>
            </a:pPr>
            <a:r>
              <a:rPr b="1" i="0" lang="es-419" sz="1700" u="none">
                <a:solidFill>
                  <a:srgbClr val="A6A6A6"/>
                </a:solidFill>
                <a:latin typeface="Tahoma"/>
                <a:ea typeface="Tahoma"/>
                <a:cs typeface="Tahoma"/>
                <a:sym typeface="Tahoma"/>
              </a:rPr>
              <a:t>Comunicación</a:t>
            </a:r>
            <a:endParaRPr/>
          </a:p>
        </p:txBody>
      </p:sp>
      <p:pic>
        <p:nvPicPr>
          <p:cNvPr id="2141" name="Google Shape;2141;p40"/>
          <p:cNvPicPr preferRelativeResize="0"/>
          <p:nvPr/>
        </p:nvPicPr>
        <p:blipFill rotWithShape="1">
          <a:blip r:embed="rId2">
            <a:alphaModFix/>
          </a:blip>
          <a:srcRect b="0" l="0" r="0" t="0"/>
          <a:stretch/>
        </p:blipFill>
        <p:spPr>
          <a:xfrm>
            <a:off x="12744537" y="2342855"/>
            <a:ext cx="242721" cy="644138"/>
          </a:xfrm>
          <a:prstGeom prst="rect">
            <a:avLst/>
          </a:prstGeom>
          <a:noFill/>
          <a:ln>
            <a:noFill/>
          </a:ln>
        </p:spPr>
      </p:pic>
      <p:pic>
        <p:nvPicPr>
          <p:cNvPr id="2142" name="Google Shape;2142;p40"/>
          <p:cNvPicPr preferRelativeResize="0"/>
          <p:nvPr/>
        </p:nvPicPr>
        <p:blipFill rotWithShape="1">
          <a:blip r:embed="rId3">
            <a:alphaModFix/>
          </a:blip>
          <a:srcRect b="0" l="0" r="0" t="0"/>
          <a:stretch/>
        </p:blipFill>
        <p:spPr>
          <a:xfrm>
            <a:off x="13685285" y="2343268"/>
            <a:ext cx="242721" cy="643303"/>
          </a:xfrm>
          <a:prstGeom prst="rect">
            <a:avLst/>
          </a:prstGeom>
          <a:noFill/>
          <a:ln>
            <a:noFill/>
          </a:ln>
        </p:spPr>
      </p:pic>
      <p:pic>
        <p:nvPicPr>
          <p:cNvPr id="2143" name="Google Shape;2143;p40"/>
          <p:cNvPicPr preferRelativeResize="0"/>
          <p:nvPr/>
        </p:nvPicPr>
        <p:blipFill rotWithShape="1">
          <a:blip r:embed="rId4">
            <a:alphaModFix/>
          </a:blip>
          <a:srcRect b="0" l="0" r="0" t="0"/>
          <a:stretch/>
        </p:blipFill>
        <p:spPr>
          <a:xfrm>
            <a:off x="12724898" y="1500601"/>
            <a:ext cx="194343" cy="643303"/>
          </a:xfrm>
          <a:prstGeom prst="rect">
            <a:avLst/>
          </a:prstGeom>
          <a:noFill/>
          <a:ln>
            <a:noFill/>
          </a:ln>
        </p:spPr>
      </p:pic>
      <p:pic>
        <p:nvPicPr>
          <p:cNvPr id="2144" name="Google Shape;2144;p40"/>
          <p:cNvPicPr preferRelativeResize="0"/>
          <p:nvPr/>
        </p:nvPicPr>
        <p:blipFill rotWithShape="1">
          <a:blip r:embed="rId5">
            <a:alphaModFix/>
          </a:blip>
          <a:srcRect b="0" l="0" r="0" t="0"/>
          <a:stretch/>
        </p:blipFill>
        <p:spPr>
          <a:xfrm>
            <a:off x="13269668" y="2359148"/>
            <a:ext cx="227707" cy="644136"/>
          </a:xfrm>
          <a:prstGeom prst="rect">
            <a:avLst/>
          </a:prstGeom>
          <a:noFill/>
          <a:ln>
            <a:noFill/>
          </a:ln>
        </p:spPr>
      </p:pic>
      <p:pic>
        <p:nvPicPr>
          <p:cNvPr id="2145" name="Google Shape;2145;p40"/>
          <p:cNvPicPr preferRelativeResize="0"/>
          <p:nvPr/>
        </p:nvPicPr>
        <p:blipFill rotWithShape="1">
          <a:blip r:embed="rId6">
            <a:alphaModFix/>
          </a:blip>
          <a:srcRect b="0" l="0" r="0" t="0"/>
          <a:stretch/>
        </p:blipFill>
        <p:spPr>
          <a:xfrm>
            <a:off x="13722849" y="1529896"/>
            <a:ext cx="309448" cy="643302"/>
          </a:xfrm>
          <a:prstGeom prst="rect">
            <a:avLst/>
          </a:prstGeom>
          <a:noFill/>
          <a:ln>
            <a:noFill/>
          </a:ln>
        </p:spPr>
      </p:pic>
      <p:pic>
        <p:nvPicPr>
          <p:cNvPr id="2146" name="Google Shape;2146;p40"/>
          <p:cNvPicPr preferRelativeResize="0"/>
          <p:nvPr/>
        </p:nvPicPr>
        <p:blipFill rotWithShape="1">
          <a:blip r:embed="rId7">
            <a:alphaModFix/>
          </a:blip>
          <a:srcRect b="0" l="0" r="0" t="0"/>
          <a:stretch/>
        </p:blipFill>
        <p:spPr>
          <a:xfrm>
            <a:off x="13290283" y="1463864"/>
            <a:ext cx="313619" cy="700876"/>
          </a:xfrm>
          <a:prstGeom prst="rect">
            <a:avLst/>
          </a:prstGeom>
          <a:noFill/>
          <a:ln>
            <a:noFill/>
          </a:ln>
        </p:spPr>
      </p:pic>
      <p:pic>
        <p:nvPicPr>
          <p:cNvPr id="2147" name="Google Shape;2147;p40"/>
          <p:cNvPicPr preferRelativeResize="0"/>
          <p:nvPr/>
        </p:nvPicPr>
        <p:blipFill rotWithShape="1">
          <a:blip r:embed="rId8">
            <a:alphaModFix/>
          </a:blip>
          <a:srcRect b="0" l="0" r="0" t="0"/>
          <a:stretch/>
        </p:blipFill>
        <p:spPr>
          <a:xfrm>
            <a:off x="12621058" y="3154802"/>
            <a:ext cx="402033" cy="680849"/>
          </a:xfrm>
          <a:prstGeom prst="rect">
            <a:avLst/>
          </a:prstGeom>
          <a:noFill/>
          <a:ln>
            <a:noFill/>
          </a:ln>
        </p:spPr>
      </p:pic>
      <p:pic>
        <p:nvPicPr>
          <p:cNvPr id="2148" name="Google Shape;2148;p40"/>
          <p:cNvPicPr preferRelativeResize="0"/>
          <p:nvPr/>
        </p:nvPicPr>
        <p:blipFill rotWithShape="1">
          <a:blip r:embed="rId9">
            <a:alphaModFix/>
          </a:blip>
          <a:srcRect b="0" l="0" r="0" t="0"/>
          <a:stretch/>
        </p:blipFill>
        <p:spPr>
          <a:xfrm>
            <a:off x="12624861" y="3944294"/>
            <a:ext cx="482105" cy="661660"/>
          </a:xfrm>
          <a:prstGeom prst="rect">
            <a:avLst/>
          </a:prstGeom>
          <a:noFill/>
          <a:ln>
            <a:noFill/>
          </a:ln>
        </p:spPr>
      </p:pic>
      <p:pic>
        <p:nvPicPr>
          <p:cNvPr id="2149" name="Google Shape;2149;p40"/>
          <p:cNvPicPr preferRelativeResize="0"/>
          <p:nvPr/>
        </p:nvPicPr>
        <p:blipFill rotWithShape="1">
          <a:blip r:embed="rId10">
            <a:alphaModFix/>
          </a:blip>
          <a:srcRect b="0" l="0" r="0" t="0"/>
          <a:stretch/>
        </p:blipFill>
        <p:spPr>
          <a:xfrm>
            <a:off x="13253283" y="3127619"/>
            <a:ext cx="200183" cy="643302"/>
          </a:xfrm>
          <a:prstGeom prst="rect">
            <a:avLst/>
          </a:prstGeom>
          <a:noFill/>
          <a:ln>
            <a:noFill/>
          </a:ln>
        </p:spPr>
      </p:pic>
      <p:pic>
        <p:nvPicPr>
          <p:cNvPr id="2150" name="Google Shape;2150;p40"/>
          <p:cNvPicPr preferRelativeResize="0"/>
          <p:nvPr/>
        </p:nvPicPr>
        <p:blipFill rotWithShape="1">
          <a:blip r:embed="rId11">
            <a:alphaModFix/>
          </a:blip>
          <a:srcRect b="0" l="0" r="0" t="0"/>
          <a:stretch/>
        </p:blipFill>
        <p:spPr>
          <a:xfrm>
            <a:off x="-5155031" y="7503888"/>
            <a:ext cx="221859" cy="202015"/>
          </a:xfrm>
          <a:prstGeom prst="rect">
            <a:avLst/>
          </a:prstGeom>
          <a:noFill/>
          <a:ln>
            <a:noFill/>
          </a:ln>
        </p:spPr>
      </p:pic>
      <p:pic>
        <p:nvPicPr>
          <p:cNvPr id="2151" name="Google Shape;2151;p40"/>
          <p:cNvPicPr preferRelativeResize="0"/>
          <p:nvPr/>
        </p:nvPicPr>
        <p:blipFill rotWithShape="1">
          <a:blip r:embed="rId12">
            <a:alphaModFix/>
          </a:blip>
          <a:srcRect b="0" l="0" r="0" t="0"/>
          <a:stretch/>
        </p:blipFill>
        <p:spPr>
          <a:xfrm>
            <a:off x="13574045" y="3092685"/>
            <a:ext cx="341144" cy="662493"/>
          </a:xfrm>
          <a:prstGeom prst="rect">
            <a:avLst/>
          </a:prstGeom>
          <a:noFill/>
          <a:ln>
            <a:noFill/>
          </a:ln>
        </p:spPr>
      </p:pic>
      <p:pic>
        <p:nvPicPr>
          <p:cNvPr id="2152" name="Google Shape;2152;p40"/>
          <p:cNvPicPr preferRelativeResize="0"/>
          <p:nvPr/>
        </p:nvPicPr>
        <p:blipFill rotWithShape="1">
          <a:blip r:embed="rId13">
            <a:alphaModFix/>
          </a:blip>
          <a:srcRect b="0" l="0" r="0" t="0"/>
          <a:stretch/>
        </p:blipFill>
        <p:spPr>
          <a:xfrm>
            <a:off x="-4879783" y="5443620"/>
            <a:ext cx="1476275" cy="1130237"/>
          </a:xfrm>
          <a:prstGeom prst="rect">
            <a:avLst/>
          </a:prstGeom>
          <a:noFill/>
          <a:ln>
            <a:noFill/>
          </a:ln>
        </p:spPr>
      </p:pic>
      <p:pic>
        <p:nvPicPr>
          <p:cNvPr id="2153" name="Google Shape;2153;p40"/>
          <p:cNvPicPr preferRelativeResize="0"/>
          <p:nvPr/>
        </p:nvPicPr>
        <p:blipFill rotWithShape="1">
          <a:blip r:embed="rId14">
            <a:alphaModFix/>
          </a:blip>
          <a:srcRect b="0" l="0" r="0" t="0"/>
          <a:stretch/>
        </p:blipFill>
        <p:spPr>
          <a:xfrm>
            <a:off x="13238927" y="3895237"/>
            <a:ext cx="228885" cy="644011"/>
          </a:xfrm>
          <a:prstGeom prst="rect">
            <a:avLst/>
          </a:prstGeom>
          <a:noFill/>
          <a:ln>
            <a:noFill/>
          </a:ln>
        </p:spPr>
      </p:pic>
      <p:pic>
        <p:nvPicPr>
          <p:cNvPr id="2154" name="Google Shape;2154;p40"/>
          <p:cNvPicPr preferRelativeResize="0"/>
          <p:nvPr/>
        </p:nvPicPr>
        <p:blipFill rotWithShape="1">
          <a:blip r:embed="rId15">
            <a:alphaModFix/>
          </a:blip>
          <a:srcRect b="0" l="0" r="0" t="0"/>
          <a:stretch/>
        </p:blipFill>
        <p:spPr>
          <a:xfrm>
            <a:off x="-4795587" y="7408056"/>
            <a:ext cx="229994" cy="303581"/>
          </a:xfrm>
          <a:prstGeom prst="rect">
            <a:avLst/>
          </a:prstGeom>
          <a:noFill/>
          <a:ln>
            <a:noFill/>
          </a:ln>
        </p:spPr>
      </p:pic>
      <p:pic>
        <p:nvPicPr>
          <p:cNvPr id="2155" name="Google Shape;2155;p40"/>
          <p:cNvPicPr preferRelativeResize="0"/>
          <p:nvPr/>
        </p:nvPicPr>
        <p:blipFill rotWithShape="1">
          <a:blip r:embed="rId16">
            <a:alphaModFix/>
          </a:blip>
          <a:srcRect b="0" l="0" r="0" t="0"/>
          <a:stretch/>
        </p:blipFill>
        <p:spPr>
          <a:xfrm>
            <a:off x="-4052403" y="7173972"/>
            <a:ext cx="259641" cy="404923"/>
          </a:xfrm>
          <a:prstGeom prst="rect">
            <a:avLst/>
          </a:prstGeom>
          <a:noFill/>
          <a:ln>
            <a:noFill/>
          </a:ln>
        </p:spPr>
      </p:pic>
      <p:pic>
        <p:nvPicPr>
          <p:cNvPr id="2156" name="Google Shape;2156;p40"/>
          <p:cNvPicPr preferRelativeResize="0"/>
          <p:nvPr/>
        </p:nvPicPr>
        <p:blipFill rotWithShape="1">
          <a:blip r:embed="rId17">
            <a:alphaModFix/>
          </a:blip>
          <a:srcRect b="0" l="0" r="0" t="0"/>
          <a:stretch/>
        </p:blipFill>
        <p:spPr>
          <a:xfrm>
            <a:off x="13883458" y="3630078"/>
            <a:ext cx="247261" cy="662387"/>
          </a:xfrm>
          <a:prstGeom prst="rect">
            <a:avLst/>
          </a:prstGeom>
          <a:noFill/>
          <a:ln>
            <a:noFill/>
          </a:ln>
        </p:spPr>
      </p:pic>
      <p:pic>
        <p:nvPicPr>
          <p:cNvPr id="2157" name="Google Shape;2157;p40"/>
          <p:cNvPicPr preferRelativeResize="0"/>
          <p:nvPr/>
        </p:nvPicPr>
        <p:blipFill rotWithShape="1">
          <a:blip r:embed="rId18">
            <a:alphaModFix/>
          </a:blip>
          <a:srcRect b="0" l="0" r="0" t="0"/>
          <a:stretch/>
        </p:blipFill>
        <p:spPr>
          <a:xfrm>
            <a:off x="13589200" y="4184552"/>
            <a:ext cx="356400" cy="673200"/>
          </a:xfrm>
          <a:prstGeom prst="rect">
            <a:avLst/>
          </a:prstGeom>
          <a:noFill/>
          <a:ln>
            <a:noFill/>
          </a:ln>
        </p:spPr>
      </p:pic>
      <p:pic>
        <p:nvPicPr>
          <p:cNvPr id="2158" name="Google Shape;2158;p40"/>
          <p:cNvPicPr preferRelativeResize="0"/>
          <p:nvPr/>
        </p:nvPicPr>
        <p:blipFill rotWithShape="1">
          <a:blip r:embed="rId19">
            <a:alphaModFix/>
          </a:blip>
          <a:srcRect b="0" l="0" r="0" t="0"/>
          <a:stretch/>
        </p:blipFill>
        <p:spPr>
          <a:xfrm>
            <a:off x="2207496" y="7792256"/>
            <a:ext cx="269006" cy="161907"/>
          </a:xfrm>
          <a:prstGeom prst="rect">
            <a:avLst/>
          </a:prstGeom>
          <a:noFill/>
          <a:ln>
            <a:noFill/>
          </a:ln>
        </p:spPr>
      </p:pic>
      <p:pic>
        <p:nvPicPr>
          <p:cNvPr id="2159" name="Google Shape;2159;p40"/>
          <p:cNvPicPr preferRelativeResize="0"/>
          <p:nvPr/>
        </p:nvPicPr>
        <p:blipFill rotWithShape="1">
          <a:blip r:embed="rId20">
            <a:alphaModFix/>
          </a:blip>
          <a:srcRect b="0" l="0" r="0" t="0"/>
          <a:stretch/>
        </p:blipFill>
        <p:spPr>
          <a:xfrm>
            <a:off x="2206766" y="7530804"/>
            <a:ext cx="269717" cy="161194"/>
          </a:xfrm>
          <a:prstGeom prst="rect">
            <a:avLst/>
          </a:prstGeom>
          <a:noFill/>
          <a:ln>
            <a:noFill/>
          </a:ln>
        </p:spPr>
      </p:pic>
      <p:pic>
        <p:nvPicPr>
          <p:cNvPr id="2160" name="Google Shape;2160;p40"/>
          <p:cNvPicPr preferRelativeResize="0"/>
          <p:nvPr/>
        </p:nvPicPr>
        <p:blipFill rotWithShape="1">
          <a:blip r:embed="rId21">
            <a:alphaModFix/>
          </a:blip>
          <a:srcRect b="0" l="0" r="0" t="0"/>
          <a:stretch/>
        </p:blipFill>
        <p:spPr>
          <a:xfrm>
            <a:off x="2179511" y="7268639"/>
            <a:ext cx="182184" cy="161907"/>
          </a:xfrm>
          <a:prstGeom prst="rect">
            <a:avLst/>
          </a:prstGeom>
          <a:noFill/>
          <a:ln>
            <a:noFill/>
          </a:ln>
        </p:spPr>
      </p:pic>
      <p:pic>
        <p:nvPicPr>
          <p:cNvPr id="2161" name="Google Shape;2161;p40"/>
          <p:cNvPicPr preferRelativeResize="0"/>
          <p:nvPr/>
        </p:nvPicPr>
        <p:blipFill rotWithShape="1">
          <a:blip r:embed="rId22">
            <a:alphaModFix/>
          </a:blip>
          <a:srcRect b="0" l="0" r="0" t="0"/>
          <a:stretch/>
        </p:blipFill>
        <p:spPr>
          <a:xfrm>
            <a:off x="2442264" y="7271571"/>
            <a:ext cx="185030" cy="161907"/>
          </a:xfrm>
          <a:prstGeom prst="rect">
            <a:avLst/>
          </a:prstGeom>
          <a:noFill/>
          <a:ln>
            <a:noFill/>
          </a:ln>
        </p:spPr>
      </p:pic>
      <p:pic>
        <p:nvPicPr>
          <p:cNvPr id="2162" name="Google Shape;2162;p40"/>
          <p:cNvPicPr preferRelativeResize="0"/>
          <p:nvPr/>
        </p:nvPicPr>
        <p:blipFill rotWithShape="1">
          <a:blip r:embed="rId23">
            <a:alphaModFix/>
          </a:blip>
          <a:srcRect b="0" l="0" r="0" t="0"/>
          <a:stretch/>
        </p:blipFill>
        <p:spPr>
          <a:xfrm>
            <a:off x="-4899943" y="7792246"/>
            <a:ext cx="182184" cy="161907"/>
          </a:xfrm>
          <a:prstGeom prst="rect">
            <a:avLst/>
          </a:prstGeom>
          <a:noFill/>
          <a:ln>
            <a:noFill/>
          </a:ln>
        </p:spPr>
      </p:pic>
      <p:pic>
        <p:nvPicPr>
          <p:cNvPr id="2163" name="Google Shape;2163;p40"/>
          <p:cNvPicPr preferRelativeResize="0"/>
          <p:nvPr/>
        </p:nvPicPr>
        <p:blipFill rotWithShape="1">
          <a:blip r:embed="rId24">
            <a:alphaModFix/>
          </a:blip>
          <a:srcRect b="0" l="0" r="0" t="0"/>
          <a:stretch/>
        </p:blipFill>
        <p:spPr>
          <a:xfrm>
            <a:off x="-4192846" y="7792251"/>
            <a:ext cx="185030" cy="161907"/>
          </a:xfrm>
          <a:prstGeom prst="rect">
            <a:avLst/>
          </a:prstGeom>
          <a:noFill/>
          <a:ln>
            <a:noFill/>
          </a:ln>
        </p:spPr>
      </p:pic>
      <p:pic>
        <p:nvPicPr>
          <p:cNvPr id="2164" name="Google Shape;2164;p40"/>
          <p:cNvPicPr preferRelativeResize="0"/>
          <p:nvPr/>
        </p:nvPicPr>
        <p:blipFill rotWithShape="1">
          <a:blip r:embed="rId25">
            <a:alphaModFix/>
          </a:blip>
          <a:srcRect b="0" l="0" r="0" t="0"/>
          <a:stretch/>
        </p:blipFill>
        <p:spPr>
          <a:xfrm>
            <a:off x="-3827987" y="7666266"/>
            <a:ext cx="338036" cy="307409"/>
          </a:xfrm>
          <a:prstGeom prst="rect">
            <a:avLst/>
          </a:prstGeom>
          <a:noFill/>
          <a:ln>
            <a:noFill/>
          </a:ln>
        </p:spPr>
      </p:pic>
      <p:pic>
        <p:nvPicPr>
          <p:cNvPr id="2165" name="Google Shape;2165;p40"/>
          <p:cNvPicPr preferRelativeResize="0"/>
          <p:nvPr/>
        </p:nvPicPr>
        <p:blipFill rotWithShape="1">
          <a:blip r:embed="rId26">
            <a:alphaModFix/>
          </a:blip>
          <a:srcRect b="0" l="0" r="0" t="0"/>
          <a:stretch/>
        </p:blipFill>
        <p:spPr>
          <a:xfrm>
            <a:off x="-3350622" y="7739017"/>
            <a:ext cx="184318" cy="161907"/>
          </a:xfrm>
          <a:prstGeom prst="rect">
            <a:avLst/>
          </a:prstGeom>
          <a:noFill/>
          <a:ln>
            <a:noFill/>
          </a:ln>
        </p:spPr>
      </p:pic>
      <p:pic>
        <p:nvPicPr>
          <p:cNvPr id="2166" name="Google Shape;2166;p40"/>
          <p:cNvPicPr preferRelativeResize="0"/>
          <p:nvPr/>
        </p:nvPicPr>
        <p:blipFill rotWithShape="1">
          <a:blip r:embed="rId27">
            <a:alphaModFix/>
          </a:blip>
          <a:srcRect b="0" l="0" r="0" t="0"/>
          <a:stretch/>
        </p:blipFill>
        <p:spPr>
          <a:xfrm>
            <a:off x="-4504406" y="7755430"/>
            <a:ext cx="98208" cy="129097"/>
          </a:xfrm>
          <a:prstGeom prst="rect">
            <a:avLst/>
          </a:prstGeom>
          <a:noFill/>
          <a:ln>
            <a:noFill/>
          </a:ln>
        </p:spPr>
      </p:pic>
      <p:pic>
        <p:nvPicPr>
          <p:cNvPr id="2167" name="Google Shape;2167;p40"/>
          <p:cNvPicPr preferRelativeResize="0"/>
          <p:nvPr/>
        </p:nvPicPr>
        <p:blipFill rotWithShape="1">
          <a:blip r:embed="rId28">
            <a:alphaModFix/>
          </a:blip>
          <a:srcRect b="0" l="0" r="0" t="0"/>
          <a:stretch/>
        </p:blipFill>
        <p:spPr>
          <a:xfrm>
            <a:off x="11586562" y="5793637"/>
            <a:ext cx="540875" cy="548975"/>
          </a:xfrm>
          <a:prstGeom prst="rect">
            <a:avLst/>
          </a:prstGeom>
          <a:noFill/>
          <a:ln>
            <a:noFill/>
          </a:ln>
        </p:spPr>
      </p:pic>
      <p:pic>
        <p:nvPicPr>
          <p:cNvPr id="2168" name="Google Shape;2168;p40"/>
          <p:cNvPicPr preferRelativeResize="0"/>
          <p:nvPr/>
        </p:nvPicPr>
        <p:blipFill rotWithShape="1">
          <a:blip r:embed="rId29">
            <a:alphaModFix/>
          </a:blip>
          <a:srcRect b="0" l="0" r="0" t="0"/>
          <a:stretch/>
        </p:blipFill>
        <p:spPr>
          <a:xfrm>
            <a:off x="12213672" y="5685324"/>
            <a:ext cx="637053" cy="548974"/>
          </a:xfrm>
          <a:prstGeom prst="rect">
            <a:avLst/>
          </a:prstGeom>
          <a:noFill/>
          <a:ln>
            <a:noFill/>
          </a:ln>
        </p:spPr>
      </p:pic>
      <p:pic>
        <p:nvPicPr>
          <p:cNvPr id="2169" name="Google Shape;2169;p40"/>
          <p:cNvPicPr preferRelativeResize="0"/>
          <p:nvPr/>
        </p:nvPicPr>
        <p:blipFill rotWithShape="1">
          <a:blip r:embed="rId30">
            <a:alphaModFix/>
          </a:blip>
          <a:srcRect b="0" l="0" r="0" t="0"/>
          <a:stretch/>
        </p:blipFill>
        <p:spPr>
          <a:xfrm>
            <a:off x="12814667" y="4909970"/>
            <a:ext cx="475941" cy="633431"/>
          </a:xfrm>
          <a:prstGeom prst="rect">
            <a:avLst/>
          </a:prstGeom>
          <a:noFill/>
          <a:ln>
            <a:noFill/>
          </a:ln>
        </p:spPr>
      </p:pic>
      <p:pic>
        <p:nvPicPr>
          <p:cNvPr id="2170" name="Google Shape;2170;p40"/>
          <p:cNvPicPr preferRelativeResize="0"/>
          <p:nvPr/>
        </p:nvPicPr>
        <p:blipFill rotWithShape="1">
          <a:blip r:embed="rId31">
            <a:alphaModFix/>
          </a:blip>
          <a:srcRect b="0" l="0" r="0" t="0"/>
          <a:stretch/>
        </p:blipFill>
        <p:spPr>
          <a:xfrm>
            <a:off x="11518655" y="6390757"/>
            <a:ext cx="551094" cy="591204"/>
          </a:xfrm>
          <a:prstGeom prst="rect">
            <a:avLst/>
          </a:prstGeom>
          <a:noFill/>
          <a:ln>
            <a:noFill/>
          </a:ln>
        </p:spPr>
      </p:pic>
      <p:pic>
        <p:nvPicPr>
          <p:cNvPr id="2171" name="Google Shape;2171;p40"/>
          <p:cNvPicPr preferRelativeResize="0"/>
          <p:nvPr/>
        </p:nvPicPr>
        <p:blipFill rotWithShape="1">
          <a:blip r:embed="rId32">
            <a:alphaModFix/>
          </a:blip>
          <a:srcRect b="0" l="0" r="0" t="0"/>
          <a:stretch/>
        </p:blipFill>
        <p:spPr>
          <a:xfrm>
            <a:off x="12327821" y="6376190"/>
            <a:ext cx="509015" cy="527861"/>
          </a:xfrm>
          <a:prstGeom prst="rect">
            <a:avLst/>
          </a:prstGeom>
          <a:noFill/>
          <a:ln>
            <a:noFill/>
          </a:ln>
        </p:spPr>
      </p:pic>
      <p:pic>
        <p:nvPicPr>
          <p:cNvPr id="2172" name="Google Shape;2172;p40"/>
          <p:cNvPicPr preferRelativeResize="0"/>
          <p:nvPr/>
        </p:nvPicPr>
        <p:blipFill rotWithShape="1">
          <a:blip r:embed="rId33">
            <a:alphaModFix/>
          </a:blip>
          <a:srcRect b="0" l="0" r="0" t="0"/>
          <a:stretch/>
        </p:blipFill>
        <p:spPr>
          <a:xfrm>
            <a:off x="13483510" y="4973316"/>
            <a:ext cx="492608" cy="506746"/>
          </a:xfrm>
          <a:prstGeom prst="rect">
            <a:avLst/>
          </a:prstGeom>
          <a:noFill/>
          <a:ln>
            <a:noFill/>
          </a:ln>
        </p:spPr>
      </p:pic>
      <p:pic>
        <p:nvPicPr>
          <p:cNvPr id="2173" name="Google Shape;2173;p40"/>
          <p:cNvPicPr preferRelativeResize="0"/>
          <p:nvPr/>
        </p:nvPicPr>
        <p:blipFill rotWithShape="1">
          <a:blip r:embed="rId34">
            <a:alphaModFix/>
          </a:blip>
          <a:srcRect b="0" l="0" r="0" t="0"/>
          <a:stretch/>
        </p:blipFill>
        <p:spPr>
          <a:xfrm>
            <a:off x="11613717" y="4972365"/>
            <a:ext cx="336059" cy="696776"/>
          </a:xfrm>
          <a:prstGeom prst="rect">
            <a:avLst/>
          </a:prstGeom>
          <a:noFill/>
          <a:ln>
            <a:noFill/>
          </a:ln>
        </p:spPr>
      </p:pic>
      <p:pic>
        <p:nvPicPr>
          <p:cNvPr id="2174" name="Google Shape;2174;p40"/>
          <p:cNvPicPr preferRelativeResize="0"/>
          <p:nvPr/>
        </p:nvPicPr>
        <p:blipFill rotWithShape="1">
          <a:blip r:embed="rId35">
            <a:alphaModFix/>
          </a:blip>
          <a:srcRect b="0" l="0" r="0" t="0"/>
          <a:stretch/>
        </p:blipFill>
        <p:spPr>
          <a:xfrm>
            <a:off x="-4219334" y="7267135"/>
            <a:ext cx="140330" cy="396835"/>
          </a:xfrm>
          <a:prstGeom prst="rect">
            <a:avLst/>
          </a:prstGeom>
          <a:noFill/>
          <a:ln>
            <a:noFill/>
          </a:ln>
        </p:spPr>
      </p:pic>
      <p:pic>
        <p:nvPicPr>
          <p:cNvPr id="2175" name="Google Shape;2175;p40"/>
          <p:cNvPicPr preferRelativeResize="0"/>
          <p:nvPr/>
        </p:nvPicPr>
        <p:blipFill rotWithShape="1">
          <a:blip r:embed="rId36">
            <a:alphaModFix/>
          </a:blip>
          <a:srcRect b="0" l="0" r="0" t="0"/>
          <a:stretch/>
        </p:blipFill>
        <p:spPr>
          <a:xfrm>
            <a:off x="-4543418" y="7361578"/>
            <a:ext cx="256682" cy="396543"/>
          </a:xfrm>
          <a:prstGeom prst="rect">
            <a:avLst/>
          </a:prstGeom>
          <a:noFill/>
          <a:ln>
            <a:noFill/>
          </a:ln>
        </p:spPr>
      </p:pic>
      <p:pic>
        <p:nvPicPr>
          <p:cNvPr id="2176" name="Google Shape;2176;p40"/>
          <p:cNvPicPr preferRelativeResize="0"/>
          <p:nvPr/>
        </p:nvPicPr>
        <p:blipFill rotWithShape="1">
          <a:blip r:embed="rId37">
            <a:alphaModFix/>
          </a:blip>
          <a:srcRect b="0" l="0" r="0" t="0"/>
          <a:stretch/>
        </p:blipFill>
        <p:spPr>
          <a:xfrm>
            <a:off x="5376897" y="7262797"/>
            <a:ext cx="634453" cy="547741"/>
          </a:xfrm>
          <a:prstGeom prst="rect">
            <a:avLst/>
          </a:prstGeom>
          <a:noFill/>
          <a:ln>
            <a:noFill/>
          </a:ln>
        </p:spPr>
      </p:pic>
      <p:pic>
        <p:nvPicPr>
          <p:cNvPr id="2177" name="Google Shape;2177;p40"/>
          <p:cNvPicPr preferRelativeResize="0"/>
          <p:nvPr/>
        </p:nvPicPr>
        <p:blipFill rotWithShape="1">
          <a:blip r:embed="rId38">
            <a:alphaModFix/>
          </a:blip>
          <a:srcRect b="0" l="0" r="0" t="0"/>
          <a:stretch/>
        </p:blipFill>
        <p:spPr>
          <a:xfrm>
            <a:off x="13633964" y="5595625"/>
            <a:ext cx="746229" cy="633863"/>
          </a:xfrm>
          <a:prstGeom prst="rect">
            <a:avLst/>
          </a:prstGeom>
          <a:noFill/>
          <a:ln>
            <a:noFill/>
          </a:ln>
        </p:spPr>
      </p:pic>
      <p:pic>
        <p:nvPicPr>
          <p:cNvPr id="2178" name="Google Shape;2178;p40"/>
          <p:cNvPicPr preferRelativeResize="0"/>
          <p:nvPr/>
        </p:nvPicPr>
        <p:blipFill rotWithShape="1">
          <a:blip r:embed="rId39">
            <a:alphaModFix/>
          </a:blip>
          <a:srcRect b="0" l="0" r="0" t="0"/>
          <a:stretch/>
        </p:blipFill>
        <p:spPr>
          <a:xfrm>
            <a:off x="13094868" y="6345045"/>
            <a:ext cx="577331" cy="590146"/>
          </a:xfrm>
          <a:prstGeom prst="rect">
            <a:avLst/>
          </a:prstGeom>
          <a:noFill/>
          <a:ln>
            <a:noFill/>
          </a:ln>
        </p:spPr>
      </p:pic>
      <p:pic>
        <p:nvPicPr>
          <p:cNvPr id="2179" name="Google Shape;2179;p40"/>
          <p:cNvPicPr preferRelativeResize="0"/>
          <p:nvPr/>
        </p:nvPicPr>
        <p:blipFill rotWithShape="1">
          <a:blip r:embed="rId40">
            <a:alphaModFix/>
          </a:blip>
          <a:srcRect b="0" l="0" r="0" t="0"/>
          <a:stretch/>
        </p:blipFill>
        <p:spPr>
          <a:xfrm>
            <a:off x="13722847" y="6226699"/>
            <a:ext cx="599425" cy="633860"/>
          </a:xfrm>
          <a:prstGeom prst="rect">
            <a:avLst/>
          </a:prstGeom>
          <a:noFill/>
          <a:ln>
            <a:noFill/>
          </a:ln>
        </p:spPr>
      </p:pic>
      <p:pic>
        <p:nvPicPr>
          <p:cNvPr id="2180" name="Google Shape;2180;p40"/>
          <p:cNvPicPr preferRelativeResize="0"/>
          <p:nvPr/>
        </p:nvPicPr>
        <p:blipFill rotWithShape="1">
          <a:blip r:embed="rId41">
            <a:alphaModFix/>
          </a:blip>
          <a:srcRect b="0" l="0" r="0" t="0"/>
          <a:stretch/>
        </p:blipFill>
        <p:spPr>
          <a:xfrm>
            <a:off x="12992868" y="5465484"/>
            <a:ext cx="485054" cy="874292"/>
          </a:xfrm>
          <a:prstGeom prst="rect">
            <a:avLst/>
          </a:prstGeom>
          <a:noFill/>
          <a:ln>
            <a:noFill/>
          </a:ln>
        </p:spPr>
      </p:pic>
      <p:sp>
        <p:nvSpPr>
          <p:cNvPr id="2181" name="Google Shape;2181;p40"/>
          <p:cNvSpPr/>
          <p:nvPr/>
        </p:nvSpPr>
        <p:spPr>
          <a:xfrm>
            <a:off x="6504029" y="7634678"/>
            <a:ext cx="620100" cy="198600"/>
          </a:xfrm>
          <a:prstGeom prst="wedgeRoundRectCallout">
            <a:avLst>
              <a:gd fmla="val -73788" name="adj1"/>
              <a:gd fmla="val 26786" name="adj2"/>
              <a:gd fmla="val 0" name="adj3"/>
            </a:avLst>
          </a:prstGeom>
          <a:solidFill>
            <a:srgbClr val="E6F0C8"/>
          </a:solidFill>
          <a:ln cap="flat" cmpd="sng" w="9525">
            <a:solidFill>
              <a:srgbClr val="00B050"/>
            </a:solidFill>
            <a:prstDash val="solid"/>
            <a:round/>
            <a:headEnd len="sm" w="sm" type="none"/>
            <a:tailEnd len="sm" w="sm" type="none"/>
          </a:ln>
        </p:spPr>
        <p:txBody>
          <a:bodyPr anchorCtr="0" anchor="ctr" bIns="0" lIns="72000" spcFirstLastPara="1" rIns="72000" wrap="square" tIns="0">
            <a:noAutofit/>
          </a:bodyPr>
          <a:lstStyle/>
          <a:p>
            <a:pPr indent="0" lvl="0" marL="0" marR="0" rtl="0" algn="just">
              <a:lnSpc>
                <a:spcPct val="100000"/>
              </a:lnSpc>
              <a:spcBef>
                <a:spcPts val="0"/>
              </a:spcBef>
              <a:spcAft>
                <a:spcPts val="0"/>
              </a:spcAft>
              <a:buNone/>
            </a:pPr>
            <a:r>
              <a:t/>
            </a:r>
            <a:endParaRPr sz="1000"/>
          </a:p>
        </p:txBody>
      </p:sp>
      <p:sp>
        <p:nvSpPr>
          <p:cNvPr id="2182" name="Google Shape;2182;p40"/>
          <p:cNvSpPr/>
          <p:nvPr/>
        </p:nvSpPr>
        <p:spPr>
          <a:xfrm>
            <a:off x="6504026" y="7280525"/>
            <a:ext cx="620100" cy="198600"/>
          </a:xfrm>
          <a:prstGeom prst="wedgeRoundRectCallout">
            <a:avLst>
              <a:gd fmla="val 67640" name="adj1"/>
              <a:gd fmla="val -31750" name="adj2"/>
              <a:gd fmla="val 0" name="adj3"/>
            </a:avLst>
          </a:prstGeom>
          <a:solidFill>
            <a:srgbClr val="F4CCCC"/>
          </a:solidFill>
          <a:ln cap="flat" cmpd="sng" w="9525">
            <a:solidFill>
              <a:srgbClr val="990000"/>
            </a:solidFill>
            <a:prstDash val="solid"/>
            <a:round/>
            <a:headEnd len="sm" w="sm" type="none"/>
            <a:tailEnd len="sm" w="sm" type="none"/>
          </a:ln>
        </p:spPr>
        <p:txBody>
          <a:bodyPr anchorCtr="0" anchor="ctr" bIns="0" lIns="72000" spcFirstLastPara="1" rIns="72000" wrap="square" tIns="0">
            <a:noAutofit/>
          </a:bodyPr>
          <a:lstStyle/>
          <a:p>
            <a:pPr indent="0" lvl="0" marL="0" marR="0" rtl="0" algn="just">
              <a:lnSpc>
                <a:spcPct val="100000"/>
              </a:lnSpc>
              <a:spcBef>
                <a:spcPts val="0"/>
              </a:spcBef>
              <a:spcAft>
                <a:spcPts val="0"/>
              </a:spcAft>
              <a:buNone/>
            </a:pPr>
            <a:r>
              <a:t/>
            </a:r>
            <a:endParaRPr sz="1000"/>
          </a:p>
        </p:txBody>
      </p:sp>
      <p:grpSp>
        <p:nvGrpSpPr>
          <p:cNvPr id="2183" name="Google Shape;2183;p40"/>
          <p:cNvGrpSpPr/>
          <p:nvPr/>
        </p:nvGrpSpPr>
        <p:grpSpPr>
          <a:xfrm>
            <a:off x="7467493" y="7406393"/>
            <a:ext cx="695100" cy="409994"/>
            <a:chOff x="7501125" y="1477581"/>
            <a:chExt cx="695100" cy="409994"/>
          </a:xfrm>
        </p:grpSpPr>
        <p:pic>
          <p:nvPicPr>
            <p:cNvPr id="2184" name="Google Shape;2184;p40"/>
            <p:cNvPicPr preferRelativeResize="0"/>
            <p:nvPr/>
          </p:nvPicPr>
          <p:blipFill rotWithShape="1">
            <a:blip r:embed="rId42">
              <a:alphaModFix/>
            </a:blip>
            <a:srcRect b="0" l="0" r="0" t="0"/>
            <a:stretch/>
          </p:blipFill>
          <p:spPr>
            <a:xfrm>
              <a:off x="7601707" y="1477581"/>
              <a:ext cx="391905" cy="324356"/>
            </a:xfrm>
            <a:prstGeom prst="rect">
              <a:avLst/>
            </a:prstGeom>
            <a:noFill/>
            <a:ln>
              <a:noFill/>
            </a:ln>
          </p:spPr>
        </p:pic>
        <p:sp>
          <p:nvSpPr>
            <p:cNvPr id="2185" name="Google Shape;2185;p40"/>
            <p:cNvSpPr txBox="1"/>
            <p:nvPr/>
          </p:nvSpPr>
          <p:spPr>
            <a:xfrm>
              <a:off x="7501125" y="1743875"/>
              <a:ext cx="695100" cy="1437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s-419" sz="1000"/>
                <a:t>Entidad</a:t>
              </a:r>
              <a:endParaRPr sz="1000"/>
            </a:p>
          </p:txBody>
        </p:sp>
      </p:grpSp>
      <p:grpSp>
        <p:nvGrpSpPr>
          <p:cNvPr id="2186" name="Google Shape;2186;p40"/>
          <p:cNvGrpSpPr/>
          <p:nvPr/>
        </p:nvGrpSpPr>
        <p:grpSpPr>
          <a:xfrm>
            <a:off x="4658342" y="7338126"/>
            <a:ext cx="1170526" cy="397084"/>
            <a:chOff x="934524" y="1335443"/>
            <a:chExt cx="1170526" cy="397084"/>
          </a:xfrm>
        </p:grpSpPr>
        <p:sp>
          <p:nvSpPr>
            <p:cNvPr id="2187" name="Google Shape;2187;p40"/>
            <p:cNvSpPr txBox="1"/>
            <p:nvPr/>
          </p:nvSpPr>
          <p:spPr>
            <a:xfrm>
              <a:off x="1272550" y="1336092"/>
              <a:ext cx="832500" cy="393900"/>
            </a:xfrm>
            <a:prstGeom prst="rect">
              <a:avLst/>
            </a:prstGeom>
            <a:noFill/>
            <a:ln>
              <a:noFill/>
            </a:ln>
          </p:spPr>
          <p:txBody>
            <a:bodyPr anchorCtr="0" anchor="t" bIns="18000" lIns="18000" spcFirstLastPara="1" rIns="18000" wrap="square" tIns="18000">
              <a:noAutofit/>
            </a:bodyPr>
            <a:lstStyle/>
            <a:p>
              <a:pPr indent="0" lvl="0" marL="0" rtl="0" algn="l">
                <a:spcBef>
                  <a:spcPts val="0"/>
                </a:spcBef>
                <a:spcAft>
                  <a:spcPts val="0"/>
                </a:spcAft>
                <a:buNone/>
              </a:pPr>
              <a:r>
                <a:rPr b="1" lang="es-419" sz="600">
                  <a:solidFill>
                    <a:srgbClr val="000000"/>
                  </a:solidFill>
                </a:rPr>
                <a:t>[</a:t>
              </a:r>
              <a:r>
                <a:rPr b="1" lang="es-419" sz="600"/>
                <a:t>...</a:t>
              </a:r>
              <a:r>
                <a:rPr b="1" lang="es-419" sz="600">
                  <a:solidFill>
                    <a:srgbClr val="000000"/>
                  </a:solidFill>
                </a:rPr>
                <a:t>] </a:t>
              </a:r>
              <a:endParaRPr b="1" sz="600"/>
            </a:p>
          </p:txBody>
        </p:sp>
        <p:pic>
          <p:nvPicPr>
            <p:cNvPr id="2188" name="Google Shape;2188;p40"/>
            <p:cNvPicPr preferRelativeResize="0"/>
            <p:nvPr/>
          </p:nvPicPr>
          <p:blipFill rotWithShape="1">
            <a:blip r:embed="rId43">
              <a:alphaModFix/>
            </a:blip>
            <a:srcRect b="0" l="73988" r="-415" t="0"/>
            <a:stretch/>
          </p:blipFill>
          <p:spPr>
            <a:xfrm>
              <a:off x="934524" y="1335443"/>
              <a:ext cx="338024" cy="397084"/>
            </a:xfrm>
            <a:prstGeom prst="rect">
              <a:avLst/>
            </a:prstGeom>
            <a:noFill/>
            <a:ln>
              <a:noFill/>
            </a:ln>
            <a:effectLst>
              <a:outerShdw blurRad="57150" rotWithShape="0" algn="bl" dir="5400000" dist="19050">
                <a:srgbClr val="000000">
                  <a:alpha val="50000"/>
                </a:srgbClr>
              </a:outerShdw>
            </a:effectLst>
          </p:spPr>
        </p:pic>
      </p:grpSp>
      <p:pic>
        <p:nvPicPr>
          <p:cNvPr id="2189" name="Google Shape;2189;p40"/>
          <p:cNvPicPr preferRelativeResize="0"/>
          <p:nvPr/>
        </p:nvPicPr>
        <p:blipFill rotWithShape="1">
          <a:blip r:embed="rId44">
            <a:alphaModFix/>
          </a:blip>
          <a:srcRect b="0" l="0" r="0" t="0"/>
          <a:stretch/>
        </p:blipFill>
        <p:spPr>
          <a:xfrm>
            <a:off x="10576718" y="5683540"/>
            <a:ext cx="457200" cy="457200"/>
          </a:xfrm>
          <a:prstGeom prst="rect">
            <a:avLst/>
          </a:prstGeom>
          <a:noFill/>
          <a:ln>
            <a:noFill/>
          </a:ln>
        </p:spPr>
      </p:pic>
      <p:pic>
        <p:nvPicPr>
          <p:cNvPr id="2190" name="Google Shape;2190;p40"/>
          <p:cNvPicPr preferRelativeResize="0"/>
          <p:nvPr/>
        </p:nvPicPr>
        <p:blipFill rotWithShape="1">
          <a:blip r:embed="rId45">
            <a:alphaModFix/>
          </a:blip>
          <a:srcRect b="0" l="0" r="0" t="0"/>
          <a:stretch/>
        </p:blipFill>
        <p:spPr>
          <a:xfrm>
            <a:off x="10567556" y="6315027"/>
            <a:ext cx="463550" cy="457200"/>
          </a:xfrm>
          <a:prstGeom prst="rect">
            <a:avLst/>
          </a:prstGeom>
          <a:noFill/>
          <a:ln>
            <a:noFill/>
          </a:ln>
        </p:spPr>
      </p:pic>
      <p:pic>
        <p:nvPicPr>
          <p:cNvPr id="2191" name="Google Shape;2191;p40"/>
          <p:cNvPicPr preferRelativeResize="0"/>
          <p:nvPr/>
        </p:nvPicPr>
        <p:blipFill rotWithShape="1">
          <a:blip r:embed="rId46">
            <a:alphaModFix/>
          </a:blip>
          <a:srcRect b="0" l="0" r="0" t="0"/>
          <a:stretch/>
        </p:blipFill>
        <p:spPr>
          <a:xfrm>
            <a:off x="-1995550" y="4847243"/>
            <a:ext cx="378937" cy="396778"/>
          </a:xfrm>
          <a:prstGeom prst="rect">
            <a:avLst/>
          </a:prstGeom>
          <a:noFill/>
          <a:ln>
            <a:noFill/>
          </a:ln>
        </p:spPr>
      </p:pic>
      <p:pic>
        <p:nvPicPr>
          <p:cNvPr id="2192" name="Google Shape;2192;p40"/>
          <p:cNvPicPr preferRelativeResize="0"/>
          <p:nvPr/>
        </p:nvPicPr>
        <p:blipFill rotWithShape="1">
          <a:blip r:embed="rId47">
            <a:alphaModFix/>
          </a:blip>
          <a:srcRect b="0" l="0" r="0" t="0"/>
          <a:stretch/>
        </p:blipFill>
        <p:spPr>
          <a:xfrm>
            <a:off x="-1789940" y="4254063"/>
            <a:ext cx="378937" cy="396778"/>
          </a:xfrm>
          <a:prstGeom prst="rect">
            <a:avLst/>
          </a:prstGeom>
          <a:noFill/>
          <a:ln>
            <a:noFill/>
          </a:ln>
        </p:spPr>
      </p:pic>
      <p:pic>
        <p:nvPicPr>
          <p:cNvPr id="2193" name="Google Shape;2193;p40"/>
          <p:cNvPicPr preferRelativeResize="0"/>
          <p:nvPr/>
        </p:nvPicPr>
        <p:blipFill rotWithShape="1">
          <a:blip r:embed="rId48">
            <a:alphaModFix/>
          </a:blip>
          <a:srcRect b="0" l="0" r="0" t="0"/>
          <a:stretch/>
        </p:blipFill>
        <p:spPr>
          <a:xfrm>
            <a:off x="-1972768" y="5981041"/>
            <a:ext cx="388146" cy="406422"/>
          </a:xfrm>
          <a:prstGeom prst="rect">
            <a:avLst/>
          </a:prstGeom>
          <a:noFill/>
          <a:ln>
            <a:noFill/>
          </a:ln>
        </p:spPr>
      </p:pic>
      <p:pic>
        <p:nvPicPr>
          <p:cNvPr id="2194" name="Google Shape;2194;p40"/>
          <p:cNvPicPr preferRelativeResize="0"/>
          <p:nvPr/>
        </p:nvPicPr>
        <p:blipFill rotWithShape="1">
          <a:blip r:embed="rId49">
            <a:alphaModFix/>
          </a:blip>
          <a:srcRect b="0" l="0" r="0" t="0"/>
          <a:stretch/>
        </p:blipFill>
        <p:spPr>
          <a:xfrm>
            <a:off x="-1995550" y="5411467"/>
            <a:ext cx="388146" cy="406422"/>
          </a:xfrm>
          <a:prstGeom prst="rect">
            <a:avLst/>
          </a:prstGeom>
          <a:noFill/>
          <a:ln>
            <a:noFill/>
          </a:ln>
        </p:spPr>
      </p:pic>
      <p:pic>
        <p:nvPicPr>
          <p:cNvPr id="2195" name="Google Shape;2195;p40"/>
          <p:cNvPicPr preferRelativeResize="0"/>
          <p:nvPr/>
        </p:nvPicPr>
        <p:blipFill>
          <a:blip r:embed="rId50">
            <a:alphaModFix/>
          </a:blip>
          <a:stretch>
            <a:fillRect/>
          </a:stretch>
        </p:blipFill>
        <p:spPr>
          <a:xfrm>
            <a:off x="-1558039" y="4821476"/>
            <a:ext cx="426389" cy="445579"/>
          </a:xfrm>
          <a:prstGeom prst="rect">
            <a:avLst/>
          </a:prstGeom>
          <a:noFill/>
          <a:ln>
            <a:noFill/>
          </a:ln>
        </p:spPr>
      </p:pic>
      <p:pic>
        <p:nvPicPr>
          <p:cNvPr id="2196" name="Google Shape;2196;p40"/>
          <p:cNvPicPr preferRelativeResize="0"/>
          <p:nvPr/>
        </p:nvPicPr>
        <p:blipFill>
          <a:blip r:embed="rId51">
            <a:alphaModFix/>
          </a:blip>
          <a:stretch>
            <a:fillRect/>
          </a:stretch>
        </p:blipFill>
        <p:spPr>
          <a:xfrm>
            <a:off x="-1568876" y="5401255"/>
            <a:ext cx="426389" cy="445578"/>
          </a:xfrm>
          <a:prstGeom prst="rect">
            <a:avLst/>
          </a:prstGeom>
          <a:noFill/>
          <a:ln>
            <a:noFill/>
          </a:ln>
        </p:spPr>
      </p:pic>
      <p:pic>
        <p:nvPicPr>
          <p:cNvPr id="2197" name="Google Shape;2197;p40"/>
          <p:cNvPicPr preferRelativeResize="0"/>
          <p:nvPr/>
        </p:nvPicPr>
        <p:blipFill rotWithShape="1">
          <a:blip r:embed="rId52">
            <a:alphaModFix/>
          </a:blip>
          <a:srcRect b="0" l="0" r="0" t="0"/>
          <a:stretch/>
        </p:blipFill>
        <p:spPr>
          <a:xfrm>
            <a:off x="-306632" y="7466472"/>
            <a:ext cx="248756" cy="143693"/>
          </a:xfrm>
          <a:prstGeom prst="rect">
            <a:avLst/>
          </a:prstGeom>
          <a:noFill/>
          <a:ln>
            <a:noFill/>
          </a:ln>
        </p:spPr>
      </p:pic>
      <p:pic>
        <p:nvPicPr>
          <p:cNvPr id="2198" name="Google Shape;2198;p40"/>
          <p:cNvPicPr preferRelativeResize="0"/>
          <p:nvPr/>
        </p:nvPicPr>
        <p:blipFill rotWithShape="1">
          <a:blip r:embed="rId53">
            <a:alphaModFix/>
          </a:blip>
          <a:srcRect b="0" l="0" r="0" t="0"/>
          <a:stretch/>
        </p:blipFill>
        <p:spPr>
          <a:xfrm>
            <a:off x="90890" y="7399909"/>
            <a:ext cx="340210" cy="167994"/>
          </a:xfrm>
          <a:prstGeom prst="rect">
            <a:avLst/>
          </a:prstGeom>
          <a:noFill/>
          <a:ln>
            <a:noFill/>
          </a:ln>
        </p:spPr>
      </p:pic>
      <p:pic>
        <p:nvPicPr>
          <p:cNvPr id="2199" name="Google Shape;2199;p40"/>
          <p:cNvPicPr preferRelativeResize="0"/>
          <p:nvPr/>
        </p:nvPicPr>
        <p:blipFill rotWithShape="1">
          <a:blip r:embed="rId54">
            <a:alphaModFix/>
          </a:blip>
          <a:srcRect b="0" l="0" r="0" t="0"/>
          <a:stretch/>
        </p:blipFill>
        <p:spPr>
          <a:xfrm>
            <a:off x="1378567" y="7357647"/>
            <a:ext cx="142668" cy="239841"/>
          </a:xfrm>
          <a:prstGeom prst="rect">
            <a:avLst/>
          </a:prstGeom>
          <a:noFill/>
          <a:ln>
            <a:noFill/>
          </a:ln>
        </p:spPr>
      </p:pic>
      <p:pic>
        <p:nvPicPr>
          <p:cNvPr id="2200" name="Google Shape;2200;p40"/>
          <p:cNvPicPr preferRelativeResize="0"/>
          <p:nvPr/>
        </p:nvPicPr>
        <p:blipFill rotWithShape="1">
          <a:blip r:embed="rId55">
            <a:alphaModFix/>
          </a:blip>
          <a:srcRect b="0" l="0" r="0" t="0"/>
          <a:stretch/>
        </p:blipFill>
        <p:spPr>
          <a:xfrm>
            <a:off x="1713899" y="7347081"/>
            <a:ext cx="271924" cy="239841"/>
          </a:xfrm>
          <a:prstGeom prst="rect">
            <a:avLst/>
          </a:prstGeom>
          <a:noFill/>
          <a:ln>
            <a:noFill/>
          </a:ln>
        </p:spPr>
      </p:pic>
      <p:pic>
        <p:nvPicPr>
          <p:cNvPr id="2201" name="Google Shape;2201;p40"/>
          <p:cNvPicPr preferRelativeResize="0"/>
          <p:nvPr/>
        </p:nvPicPr>
        <p:blipFill rotWithShape="1">
          <a:blip r:embed="rId56">
            <a:alphaModFix/>
          </a:blip>
          <a:srcRect b="0" l="0" r="0" t="0"/>
          <a:stretch/>
        </p:blipFill>
        <p:spPr>
          <a:xfrm>
            <a:off x="601814" y="7441115"/>
            <a:ext cx="179250" cy="95091"/>
          </a:xfrm>
          <a:prstGeom prst="rect">
            <a:avLst/>
          </a:prstGeom>
          <a:noFill/>
          <a:ln>
            <a:noFill/>
          </a:ln>
        </p:spPr>
      </p:pic>
      <p:pic>
        <p:nvPicPr>
          <p:cNvPr id="2202" name="Google Shape;2202;p40"/>
          <p:cNvPicPr preferRelativeResize="0"/>
          <p:nvPr/>
        </p:nvPicPr>
        <p:blipFill rotWithShape="1">
          <a:blip r:embed="rId57">
            <a:alphaModFix/>
          </a:blip>
          <a:srcRect b="0" l="0" r="0" t="0"/>
          <a:stretch/>
        </p:blipFill>
        <p:spPr>
          <a:xfrm>
            <a:off x="961535" y="7286856"/>
            <a:ext cx="264608" cy="359233"/>
          </a:xfrm>
          <a:prstGeom prst="rect">
            <a:avLst/>
          </a:prstGeom>
          <a:noFill/>
          <a:ln>
            <a:noFill/>
          </a:ln>
        </p:spPr>
      </p:pic>
      <p:pic>
        <p:nvPicPr>
          <p:cNvPr id="2203" name="Google Shape;2203;p40"/>
          <p:cNvPicPr preferRelativeResize="0"/>
          <p:nvPr/>
        </p:nvPicPr>
        <p:blipFill rotWithShape="1">
          <a:blip r:embed="rId58">
            <a:alphaModFix/>
          </a:blip>
          <a:srcRect b="0" l="0" r="0" t="0"/>
          <a:stretch/>
        </p:blipFill>
        <p:spPr>
          <a:xfrm>
            <a:off x="-1324824" y="7330704"/>
            <a:ext cx="178031" cy="96147"/>
          </a:xfrm>
          <a:prstGeom prst="rect">
            <a:avLst/>
          </a:prstGeom>
          <a:noFill/>
          <a:ln>
            <a:noFill/>
          </a:ln>
        </p:spPr>
      </p:pic>
      <p:pic>
        <p:nvPicPr>
          <p:cNvPr id="2204" name="Google Shape;2204;p40"/>
          <p:cNvPicPr preferRelativeResize="0"/>
          <p:nvPr/>
        </p:nvPicPr>
        <p:blipFill rotWithShape="1">
          <a:blip r:embed="rId59">
            <a:alphaModFix/>
          </a:blip>
          <a:srcRect b="0" l="0" r="0" t="0"/>
          <a:stretch/>
        </p:blipFill>
        <p:spPr>
          <a:xfrm>
            <a:off x="-772440" y="7263612"/>
            <a:ext cx="264608" cy="360289"/>
          </a:xfrm>
          <a:prstGeom prst="rect">
            <a:avLst/>
          </a:prstGeom>
          <a:noFill/>
          <a:ln>
            <a:noFill/>
          </a:ln>
        </p:spPr>
      </p:pic>
      <p:pic>
        <p:nvPicPr>
          <p:cNvPr id="2205" name="Google Shape;2205;p40"/>
          <p:cNvPicPr preferRelativeResize="0"/>
          <p:nvPr/>
        </p:nvPicPr>
        <p:blipFill rotWithShape="1">
          <a:blip r:embed="rId60">
            <a:alphaModFix/>
          </a:blip>
          <a:srcRect b="0" l="0" r="0" t="0"/>
          <a:stretch/>
        </p:blipFill>
        <p:spPr>
          <a:xfrm>
            <a:off x="-1807434" y="7307987"/>
            <a:ext cx="248756" cy="143693"/>
          </a:xfrm>
          <a:prstGeom prst="rect">
            <a:avLst/>
          </a:prstGeom>
          <a:noFill/>
          <a:ln>
            <a:noFill/>
          </a:ln>
        </p:spPr>
      </p:pic>
      <p:pic>
        <p:nvPicPr>
          <p:cNvPr id="2206" name="Google Shape;2206;p40"/>
          <p:cNvPicPr preferRelativeResize="0"/>
          <p:nvPr/>
        </p:nvPicPr>
        <p:blipFill rotWithShape="1">
          <a:blip r:embed="rId61">
            <a:alphaModFix/>
          </a:blip>
          <a:srcRect b="0" l="0" r="0" t="0"/>
          <a:stretch/>
        </p:blipFill>
        <p:spPr>
          <a:xfrm>
            <a:off x="-2265646" y="7294780"/>
            <a:ext cx="338990" cy="167994"/>
          </a:xfrm>
          <a:prstGeom prst="rect">
            <a:avLst/>
          </a:prstGeom>
          <a:noFill/>
          <a:ln>
            <a:noFill/>
          </a:ln>
        </p:spPr>
      </p:pic>
      <p:pic>
        <p:nvPicPr>
          <p:cNvPr id="2207" name="Google Shape;2207;p40"/>
          <p:cNvPicPr preferRelativeResize="0"/>
          <p:nvPr/>
        </p:nvPicPr>
        <p:blipFill rotWithShape="1">
          <a:blip r:embed="rId62">
            <a:alphaModFix/>
          </a:blip>
          <a:srcRect b="0" l="0" r="0" t="0"/>
          <a:stretch/>
        </p:blipFill>
        <p:spPr>
          <a:xfrm>
            <a:off x="-2540587" y="7276291"/>
            <a:ext cx="142668" cy="239841"/>
          </a:xfrm>
          <a:prstGeom prst="rect">
            <a:avLst/>
          </a:prstGeom>
          <a:noFill/>
          <a:ln>
            <a:noFill/>
          </a:ln>
        </p:spPr>
      </p:pic>
      <p:pic>
        <p:nvPicPr>
          <p:cNvPr id="2208" name="Google Shape;2208;p40"/>
          <p:cNvPicPr preferRelativeResize="0"/>
          <p:nvPr/>
        </p:nvPicPr>
        <p:blipFill rotWithShape="1">
          <a:blip r:embed="rId63">
            <a:alphaModFix/>
          </a:blip>
          <a:srcRect b="0" l="0" r="0" t="0"/>
          <a:stretch/>
        </p:blipFill>
        <p:spPr>
          <a:xfrm>
            <a:off x="-2983102" y="7206201"/>
            <a:ext cx="271924" cy="238784"/>
          </a:xfrm>
          <a:prstGeom prst="rect">
            <a:avLst/>
          </a:prstGeom>
          <a:noFill/>
          <a:ln>
            <a:noFill/>
          </a:ln>
        </p:spPr>
      </p:pic>
      <p:pic>
        <p:nvPicPr>
          <p:cNvPr id="2209" name="Google Shape;2209;p40"/>
          <p:cNvPicPr preferRelativeResize="0"/>
          <p:nvPr/>
        </p:nvPicPr>
        <p:blipFill rotWithShape="1">
          <a:blip r:embed="rId64">
            <a:alphaModFix/>
          </a:blip>
          <a:srcRect b="0" l="0" r="0" t="0"/>
          <a:stretch/>
        </p:blipFill>
        <p:spPr>
          <a:xfrm>
            <a:off x="137400" y="7598390"/>
            <a:ext cx="336432" cy="323310"/>
          </a:xfrm>
          <a:prstGeom prst="rect">
            <a:avLst/>
          </a:prstGeom>
          <a:noFill/>
          <a:ln>
            <a:noFill/>
          </a:ln>
        </p:spPr>
      </p:pic>
      <p:pic>
        <p:nvPicPr>
          <p:cNvPr id="2210" name="Google Shape;2210;p40"/>
          <p:cNvPicPr preferRelativeResize="0"/>
          <p:nvPr/>
        </p:nvPicPr>
        <p:blipFill rotWithShape="1">
          <a:blip r:embed="rId65">
            <a:alphaModFix/>
          </a:blip>
          <a:srcRect b="0" l="0" r="0" t="0"/>
          <a:stretch/>
        </p:blipFill>
        <p:spPr>
          <a:xfrm>
            <a:off x="-1343985" y="7564576"/>
            <a:ext cx="425340" cy="311480"/>
          </a:xfrm>
          <a:prstGeom prst="rect">
            <a:avLst/>
          </a:prstGeom>
          <a:noFill/>
          <a:ln>
            <a:noFill/>
          </a:ln>
        </p:spPr>
      </p:pic>
      <p:pic>
        <p:nvPicPr>
          <p:cNvPr id="2211" name="Google Shape;2211;p40"/>
          <p:cNvPicPr preferRelativeResize="0"/>
          <p:nvPr/>
        </p:nvPicPr>
        <p:blipFill rotWithShape="1">
          <a:blip r:embed="rId66">
            <a:alphaModFix/>
          </a:blip>
          <a:srcRect b="0" l="0" r="0" t="0"/>
          <a:stretch/>
        </p:blipFill>
        <p:spPr>
          <a:xfrm>
            <a:off x="-1853077" y="7578245"/>
            <a:ext cx="425341" cy="311480"/>
          </a:xfrm>
          <a:prstGeom prst="rect">
            <a:avLst/>
          </a:prstGeom>
          <a:noFill/>
          <a:ln>
            <a:noFill/>
          </a:ln>
        </p:spPr>
      </p:pic>
      <p:pic>
        <p:nvPicPr>
          <p:cNvPr id="2212" name="Google Shape;2212;p40"/>
          <p:cNvPicPr preferRelativeResize="0"/>
          <p:nvPr/>
        </p:nvPicPr>
        <p:blipFill rotWithShape="1">
          <a:blip r:embed="rId67">
            <a:alphaModFix/>
          </a:blip>
          <a:srcRect b="0" l="0" r="0" t="0"/>
          <a:stretch/>
        </p:blipFill>
        <p:spPr>
          <a:xfrm>
            <a:off x="-232643" y="7603825"/>
            <a:ext cx="323532" cy="311479"/>
          </a:xfrm>
          <a:prstGeom prst="rect">
            <a:avLst/>
          </a:prstGeom>
          <a:noFill/>
          <a:ln>
            <a:noFill/>
          </a:ln>
        </p:spPr>
      </p:pic>
      <p:pic>
        <p:nvPicPr>
          <p:cNvPr id="2213" name="Google Shape;2213;p40"/>
          <p:cNvPicPr preferRelativeResize="0"/>
          <p:nvPr/>
        </p:nvPicPr>
        <p:blipFill rotWithShape="1">
          <a:blip r:embed="rId68">
            <a:alphaModFix/>
          </a:blip>
          <a:srcRect b="0" l="0" r="0" t="0"/>
          <a:stretch/>
        </p:blipFill>
        <p:spPr>
          <a:xfrm>
            <a:off x="-2384757" y="7564576"/>
            <a:ext cx="389215" cy="359399"/>
          </a:xfrm>
          <a:prstGeom prst="rect">
            <a:avLst/>
          </a:prstGeom>
          <a:noFill/>
          <a:ln>
            <a:noFill/>
          </a:ln>
        </p:spPr>
      </p:pic>
      <p:pic>
        <p:nvPicPr>
          <p:cNvPr id="2214" name="Google Shape;2214;p40"/>
          <p:cNvPicPr preferRelativeResize="0"/>
          <p:nvPr/>
        </p:nvPicPr>
        <p:blipFill rotWithShape="1">
          <a:blip r:embed="rId69">
            <a:alphaModFix/>
          </a:blip>
          <a:srcRect b="0" l="0" r="0" t="0"/>
          <a:stretch/>
        </p:blipFill>
        <p:spPr>
          <a:xfrm>
            <a:off x="-2847082" y="7564576"/>
            <a:ext cx="389215" cy="359399"/>
          </a:xfrm>
          <a:prstGeom prst="rect">
            <a:avLst/>
          </a:prstGeom>
          <a:noFill/>
          <a:ln>
            <a:noFill/>
          </a:ln>
        </p:spPr>
      </p:pic>
      <p:pic>
        <p:nvPicPr>
          <p:cNvPr id="2215" name="Google Shape;2215;p40"/>
          <p:cNvPicPr preferRelativeResize="0"/>
          <p:nvPr/>
        </p:nvPicPr>
        <p:blipFill rotWithShape="1">
          <a:blip r:embed="rId70">
            <a:alphaModFix/>
          </a:blip>
          <a:srcRect b="0" l="0" r="0" t="0"/>
          <a:stretch/>
        </p:blipFill>
        <p:spPr>
          <a:xfrm>
            <a:off x="-1171656" y="7261352"/>
            <a:ext cx="478001" cy="364777"/>
          </a:xfrm>
          <a:prstGeom prst="rect">
            <a:avLst/>
          </a:prstGeom>
          <a:noFill/>
          <a:ln>
            <a:noFill/>
          </a:ln>
        </p:spPr>
      </p:pic>
      <p:pic>
        <p:nvPicPr>
          <p:cNvPr descr="Resultado de imagen de icono lapiz" id="2216" name="Google Shape;2216;p40"/>
          <p:cNvPicPr preferRelativeResize="0"/>
          <p:nvPr/>
        </p:nvPicPr>
        <p:blipFill rotWithShape="1">
          <a:blip r:embed="rId71">
            <a:alphaModFix/>
          </a:blip>
          <a:srcRect b="0" l="0" r="0" t="0"/>
          <a:stretch/>
        </p:blipFill>
        <p:spPr>
          <a:xfrm>
            <a:off x="1842051" y="7688199"/>
            <a:ext cx="173153" cy="150032"/>
          </a:xfrm>
          <a:prstGeom prst="rect">
            <a:avLst/>
          </a:prstGeom>
          <a:noFill/>
          <a:ln>
            <a:noFill/>
          </a:ln>
        </p:spPr>
      </p:pic>
      <p:pic>
        <p:nvPicPr>
          <p:cNvPr descr="Resultado de imagen de icono lapicero" id="2217" name="Google Shape;2217;p40"/>
          <p:cNvPicPr preferRelativeResize="0"/>
          <p:nvPr/>
        </p:nvPicPr>
        <p:blipFill rotWithShape="1">
          <a:blip r:embed="rId72">
            <a:alphaModFix/>
          </a:blip>
          <a:srcRect b="0" l="0" r="0" t="0"/>
          <a:stretch/>
        </p:blipFill>
        <p:spPr>
          <a:xfrm>
            <a:off x="1686194" y="7653323"/>
            <a:ext cx="155857" cy="135046"/>
          </a:xfrm>
          <a:prstGeom prst="rect">
            <a:avLst/>
          </a:prstGeom>
          <a:noFill/>
          <a:ln>
            <a:noFill/>
          </a:ln>
        </p:spPr>
      </p:pic>
      <p:pic>
        <p:nvPicPr>
          <p:cNvPr id="2218" name="Google Shape;2218;p40"/>
          <p:cNvPicPr preferRelativeResize="0"/>
          <p:nvPr/>
        </p:nvPicPr>
        <p:blipFill rotWithShape="1">
          <a:blip r:embed="rId73">
            <a:alphaModFix/>
          </a:blip>
          <a:srcRect b="0" l="0" r="0" t="0"/>
          <a:stretch/>
        </p:blipFill>
        <p:spPr>
          <a:xfrm rot="6798590">
            <a:off x="953240" y="7675070"/>
            <a:ext cx="294009" cy="289796"/>
          </a:xfrm>
          <a:prstGeom prst="rect">
            <a:avLst/>
          </a:prstGeom>
          <a:noFill/>
          <a:ln>
            <a:noFill/>
          </a:ln>
        </p:spPr>
      </p:pic>
      <p:pic>
        <p:nvPicPr>
          <p:cNvPr id="2219" name="Google Shape;2219;p40"/>
          <p:cNvPicPr preferRelativeResize="0"/>
          <p:nvPr/>
        </p:nvPicPr>
        <p:blipFill rotWithShape="1">
          <a:blip r:embed="rId73">
            <a:alphaModFix/>
          </a:blip>
          <a:srcRect b="0" l="0" r="0" t="0"/>
          <a:stretch/>
        </p:blipFill>
        <p:spPr>
          <a:xfrm>
            <a:off x="1309594" y="7786045"/>
            <a:ext cx="260373" cy="199619"/>
          </a:xfrm>
          <a:prstGeom prst="rect">
            <a:avLst/>
          </a:prstGeom>
          <a:noFill/>
          <a:ln>
            <a:noFill/>
          </a:ln>
        </p:spPr>
      </p:pic>
      <p:pic>
        <p:nvPicPr>
          <p:cNvPr id="2220" name="Google Shape;2220;p40"/>
          <p:cNvPicPr preferRelativeResize="0"/>
          <p:nvPr/>
        </p:nvPicPr>
        <p:blipFill rotWithShape="1">
          <a:blip r:embed="rId74">
            <a:alphaModFix/>
          </a:blip>
          <a:srcRect b="0" l="0" r="0" t="0"/>
          <a:stretch/>
        </p:blipFill>
        <p:spPr>
          <a:xfrm>
            <a:off x="-706773" y="7627301"/>
            <a:ext cx="298566" cy="266270"/>
          </a:xfrm>
          <a:prstGeom prst="rect">
            <a:avLst/>
          </a:prstGeom>
          <a:noFill/>
          <a:ln>
            <a:noFill/>
          </a:ln>
        </p:spPr>
      </p:pic>
      <p:pic>
        <p:nvPicPr>
          <p:cNvPr id="2221" name="Google Shape;2221;p40"/>
          <p:cNvPicPr preferRelativeResize="0"/>
          <p:nvPr/>
        </p:nvPicPr>
        <p:blipFill rotWithShape="1">
          <a:blip r:embed="rId75">
            <a:alphaModFix/>
          </a:blip>
          <a:srcRect b="0" l="0" r="0" t="0"/>
          <a:stretch/>
        </p:blipFill>
        <p:spPr>
          <a:xfrm>
            <a:off x="625306" y="7646089"/>
            <a:ext cx="227569" cy="131343"/>
          </a:xfrm>
          <a:prstGeom prst="rect">
            <a:avLst/>
          </a:prstGeom>
          <a:noFill/>
          <a:ln>
            <a:noFill/>
          </a:ln>
        </p:spPr>
      </p:pic>
      <p:pic>
        <p:nvPicPr>
          <p:cNvPr id="2222" name="Google Shape;2222;p40"/>
          <p:cNvPicPr preferRelativeResize="0"/>
          <p:nvPr/>
        </p:nvPicPr>
        <p:blipFill rotWithShape="1">
          <a:blip r:embed="rId76">
            <a:alphaModFix/>
          </a:blip>
          <a:srcRect b="0" l="0" r="0" t="0"/>
          <a:stretch/>
        </p:blipFill>
        <p:spPr>
          <a:xfrm rot="-8707136">
            <a:off x="436889" y="7820853"/>
            <a:ext cx="163258" cy="201694"/>
          </a:xfrm>
          <a:prstGeom prst="rect">
            <a:avLst/>
          </a:prstGeom>
          <a:noFill/>
          <a:ln>
            <a:noFill/>
          </a:ln>
        </p:spPr>
      </p:pic>
      <p:pic>
        <p:nvPicPr>
          <p:cNvPr id="2223" name="Google Shape;2223;p40"/>
          <p:cNvPicPr preferRelativeResize="0"/>
          <p:nvPr/>
        </p:nvPicPr>
        <p:blipFill rotWithShape="1">
          <a:blip r:embed="rId77">
            <a:alphaModFix/>
          </a:blip>
          <a:srcRect b="0" l="0" r="0" t="0"/>
          <a:stretch/>
        </p:blipFill>
        <p:spPr>
          <a:xfrm>
            <a:off x="-5174752" y="3476526"/>
            <a:ext cx="361271" cy="674438"/>
          </a:xfrm>
          <a:prstGeom prst="rect">
            <a:avLst/>
          </a:prstGeom>
          <a:noFill/>
          <a:ln>
            <a:noFill/>
          </a:ln>
        </p:spPr>
      </p:pic>
      <p:pic>
        <p:nvPicPr>
          <p:cNvPr id="2224" name="Google Shape;2224;p40"/>
          <p:cNvPicPr preferRelativeResize="0"/>
          <p:nvPr/>
        </p:nvPicPr>
        <p:blipFill rotWithShape="1">
          <a:blip r:embed="rId78">
            <a:alphaModFix/>
          </a:blip>
          <a:srcRect b="0" l="0" r="0" t="0"/>
          <a:stretch/>
        </p:blipFill>
        <p:spPr>
          <a:xfrm>
            <a:off x="-4168283" y="3587610"/>
            <a:ext cx="661841" cy="674437"/>
          </a:xfrm>
          <a:prstGeom prst="rect">
            <a:avLst/>
          </a:prstGeom>
          <a:noFill/>
          <a:ln>
            <a:noFill/>
          </a:ln>
        </p:spPr>
      </p:pic>
      <p:pic>
        <p:nvPicPr>
          <p:cNvPr id="2225" name="Google Shape;2225;p40"/>
          <p:cNvPicPr preferRelativeResize="0"/>
          <p:nvPr/>
        </p:nvPicPr>
        <p:blipFill rotWithShape="1">
          <a:blip r:embed="rId79">
            <a:alphaModFix/>
          </a:blip>
          <a:srcRect b="0" l="0" r="0" t="0"/>
          <a:stretch/>
        </p:blipFill>
        <p:spPr>
          <a:xfrm>
            <a:off x="-4620607" y="3514215"/>
            <a:ext cx="361271" cy="674438"/>
          </a:xfrm>
          <a:prstGeom prst="rect">
            <a:avLst/>
          </a:prstGeom>
          <a:noFill/>
          <a:ln>
            <a:noFill/>
          </a:ln>
        </p:spPr>
      </p:pic>
      <p:pic>
        <p:nvPicPr>
          <p:cNvPr id="2226" name="Google Shape;2226;p40"/>
          <p:cNvPicPr preferRelativeResize="0"/>
          <p:nvPr/>
        </p:nvPicPr>
        <p:blipFill rotWithShape="1">
          <a:blip r:embed="rId80">
            <a:alphaModFix/>
          </a:blip>
          <a:srcRect b="0" l="0" r="0" t="0"/>
          <a:stretch/>
        </p:blipFill>
        <p:spPr>
          <a:xfrm>
            <a:off x="-2745717" y="1324276"/>
            <a:ext cx="219308" cy="674437"/>
          </a:xfrm>
          <a:prstGeom prst="rect">
            <a:avLst/>
          </a:prstGeom>
          <a:noFill/>
          <a:ln>
            <a:noFill/>
          </a:ln>
        </p:spPr>
      </p:pic>
      <p:pic>
        <p:nvPicPr>
          <p:cNvPr id="2227" name="Google Shape;2227;p40"/>
          <p:cNvPicPr preferRelativeResize="0"/>
          <p:nvPr/>
        </p:nvPicPr>
        <p:blipFill rotWithShape="1">
          <a:blip r:embed="rId81">
            <a:alphaModFix/>
          </a:blip>
          <a:srcRect b="0" l="0" r="0" t="0"/>
          <a:stretch/>
        </p:blipFill>
        <p:spPr>
          <a:xfrm>
            <a:off x="-4747884" y="960277"/>
            <a:ext cx="315256" cy="674438"/>
          </a:xfrm>
          <a:prstGeom prst="rect">
            <a:avLst/>
          </a:prstGeom>
          <a:noFill/>
          <a:ln>
            <a:noFill/>
          </a:ln>
        </p:spPr>
      </p:pic>
      <p:pic>
        <p:nvPicPr>
          <p:cNvPr id="2228" name="Google Shape;2228;p40"/>
          <p:cNvPicPr preferRelativeResize="0"/>
          <p:nvPr/>
        </p:nvPicPr>
        <p:blipFill rotWithShape="1">
          <a:blip r:embed="rId82">
            <a:alphaModFix/>
          </a:blip>
          <a:srcRect b="0" l="0" r="0" t="0"/>
          <a:stretch/>
        </p:blipFill>
        <p:spPr>
          <a:xfrm>
            <a:off x="-3792326" y="970196"/>
            <a:ext cx="315256" cy="674438"/>
          </a:xfrm>
          <a:prstGeom prst="rect">
            <a:avLst/>
          </a:prstGeom>
          <a:noFill/>
          <a:ln>
            <a:noFill/>
          </a:ln>
        </p:spPr>
      </p:pic>
      <p:pic>
        <p:nvPicPr>
          <p:cNvPr id="2229" name="Google Shape;2229;p40"/>
          <p:cNvPicPr preferRelativeResize="0"/>
          <p:nvPr/>
        </p:nvPicPr>
        <p:blipFill rotWithShape="1">
          <a:blip r:embed="rId83">
            <a:alphaModFix/>
          </a:blip>
          <a:srcRect b="0" l="0" r="0" t="0"/>
          <a:stretch/>
        </p:blipFill>
        <p:spPr>
          <a:xfrm>
            <a:off x="-4284791" y="970196"/>
            <a:ext cx="291758" cy="674438"/>
          </a:xfrm>
          <a:prstGeom prst="rect">
            <a:avLst/>
          </a:prstGeom>
          <a:noFill/>
          <a:ln>
            <a:noFill/>
          </a:ln>
        </p:spPr>
      </p:pic>
      <p:pic>
        <p:nvPicPr>
          <p:cNvPr id="2230" name="Google Shape;2230;p40"/>
          <p:cNvPicPr preferRelativeResize="0"/>
          <p:nvPr/>
        </p:nvPicPr>
        <p:blipFill rotWithShape="1">
          <a:blip r:embed="rId84">
            <a:alphaModFix/>
          </a:blip>
          <a:srcRect b="0" l="0" r="0" t="0"/>
          <a:stretch/>
        </p:blipFill>
        <p:spPr>
          <a:xfrm>
            <a:off x="-5173773" y="945400"/>
            <a:ext cx="219308" cy="674437"/>
          </a:xfrm>
          <a:prstGeom prst="rect">
            <a:avLst/>
          </a:prstGeom>
          <a:noFill/>
          <a:ln>
            <a:noFill/>
          </a:ln>
        </p:spPr>
      </p:pic>
      <p:pic>
        <p:nvPicPr>
          <p:cNvPr id="2231" name="Google Shape;2231;p40"/>
          <p:cNvPicPr preferRelativeResize="0"/>
          <p:nvPr/>
        </p:nvPicPr>
        <p:blipFill rotWithShape="1">
          <a:blip r:embed="rId85">
            <a:alphaModFix/>
          </a:blip>
          <a:srcRect b="0" l="0" r="0" t="0"/>
          <a:stretch/>
        </p:blipFill>
        <p:spPr>
          <a:xfrm>
            <a:off x="-3060973" y="2682077"/>
            <a:ext cx="518899" cy="674438"/>
          </a:xfrm>
          <a:prstGeom prst="rect">
            <a:avLst/>
          </a:prstGeom>
          <a:noFill/>
          <a:ln>
            <a:noFill/>
          </a:ln>
        </p:spPr>
      </p:pic>
      <p:pic>
        <p:nvPicPr>
          <p:cNvPr id="2232" name="Google Shape;2232;p40"/>
          <p:cNvPicPr preferRelativeResize="0"/>
          <p:nvPr/>
        </p:nvPicPr>
        <p:blipFill rotWithShape="1">
          <a:blip r:embed="rId86">
            <a:alphaModFix/>
          </a:blip>
          <a:srcRect b="0" l="0" r="0" t="0"/>
          <a:stretch/>
        </p:blipFill>
        <p:spPr>
          <a:xfrm>
            <a:off x="-3139297" y="1323284"/>
            <a:ext cx="290779" cy="674438"/>
          </a:xfrm>
          <a:prstGeom prst="rect">
            <a:avLst/>
          </a:prstGeom>
          <a:noFill/>
          <a:ln>
            <a:noFill/>
          </a:ln>
        </p:spPr>
      </p:pic>
      <p:pic>
        <p:nvPicPr>
          <p:cNvPr id="2233" name="Google Shape;2233;p40"/>
          <p:cNvPicPr preferRelativeResize="0"/>
          <p:nvPr/>
        </p:nvPicPr>
        <p:blipFill rotWithShape="1">
          <a:blip r:embed="rId87">
            <a:alphaModFix/>
          </a:blip>
          <a:srcRect b="0" l="0" r="0" t="0"/>
          <a:stretch/>
        </p:blipFill>
        <p:spPr>
          <a:xfrm>
            <a:off x="-2772151" y="2189143"/>
            <a:ext cx="314276" cy="360031"/>
          </a:xfrm>
          <a:prstGeom prst="rect">
            <a:avLst/>
          </a:prstGeom>
          <a:noFill/>
          <a:ln>
            <a:noFill/>
          </a:ln>
        </p:spPr>
      </p:pic>
      <p:pic>
        <p:nvPicPr>
          <p:cNvPr id="2234" name="Google Shape;2234;p40"/>
          <p:cNvPicPr preferRelativeResize="0"/>
          <p:nvPr/>
        </p:nvPicPr>
        <p:blipFill rotWithShape="1">
          <a:blip r:embed="rId88">
            <a:alphaModFix/>
          </a:blip>
          <a:srcRect b="0" l="0" r="0" t="0"/>
          <a:stretch/>
        </p:blipFill>
        <p:spPr>
          <a:xfrm>
            <a:off x="-3214684" y="2173274"/>
            <a:ext cx="313298" cy="360031"/>
          </a:xfrm>
          <a:prstGeom prst="rect">
            <a:avLst/>
          </a:prstGeom>
          <a:noFill/>
          <a:ln>
            <a:noFill/>
          </a:ln>
        </p:spPr>
      </p:pic>
      <p:pic>
        <p:nvPicPr>
          <p:cNvPr id="2235" name="Google Shape;2235;p40"/>
          <p:cNvPicPr preferRelativeResize="0"/>
          <p:nvPr/>
        </p:nvPicPr>
        <p:blipFill rotWithShape="1">
          <a:blip r:embed="rId89">
            <a:alphaModFix/>
          </a:blip>
          <a:srcRect b="0" l="0" r="0" t="0"/>
          <a:stretch/>
        </p:blipFill>
        <p:spPr>
          <a:xfrm>
            <a:off x="-5171815" y="2682077"/>
            <a:ext cx="518899" cy="674438"/>
          </a:xfrm>
          <a:prstGeom prst="rect">
            <a:avLst/>
          </a:prstGeom>
          <a:noFill/>
          <a:ln>
            <a:noFill/>
          </a:ln>
        </p:spPr>
      </p:pic>
      <p:pic>
        <p:nvPicPr>
          <p:cNvPr id="2236" name="Google Shape;2236;p40"/>
          <p:cNvPicPr preferRelativeResize="0"/>
          <p:nvPr/>
        </p:nvPicPr>
        <p:blipFill rotWithShape="1">
          <a:blip r:embed="rId90">
            <a:alphaModFix/>
          </a:blip>
          <a:srcRect b="0" l="0" r="0" t="0"/>
          <a:stretch/>
        </p:blipFill>
        <p:spPr>
          <a:xfrm>
            <a:off x="-3705191" y="2682077"/>
            <a:ext cx="519878" cy="674437"/>
          </a:xfrm>
          <a:prstGeom prst="rect">
            <a:avLst/>
          </a:prstGeom>
          <a:noFill/>
          <a:ln>
            <a:noFill/>
          </a:ln>
        </p:spPr>
      </p:pic>
      <p:pic>
        <p:nvPicPr>
          <p:cNvPr id="2237" name="Google Shape;2237;p40"/>
          <p:cNvPicPr preferRelativeResize="0"/>
          <p:nvPr/>
        </p:nvPicPr>
        <p:blipFill rotWithShape="1">
          <a:blip r:embed="rId91">
            <a:alphaModFix/>
          </a:blip>
          <a:srcRect b="0" l="0" r="0" t="0"/>
          <a:stretch/>
        </p:blipFill>
        <p:spPr>
          <a:xfrm>
            <a:off x="-3847153" y="1912425"/>
            <a:ext cx="520857" cy="674437"/>
          </a:xfrm>
          <a:prstGeom prst="rect">
            <a:avLst/>
          </a:prstGeom>
          <a:noFill/>
          <a:ln>
            <a:noFill/>
          </a:ln>
        </p:spPr>
      </p:pic>
      <p:pic>
        <p:nvPicPr>
          <p:cNvPr id="2238" name="Google Shape;2238;p40"/>
          <p:cNvPicPr preferRelativeResize="0"/>
          <p:nvPr/>
        </p:nvPicPr>
        <p:blipFill rotWithShape="1">
          <a:blip r:embed="rId92">
            <a:alphaModFix/>
          </a:blip>
          <a:srcRect b="0" l="0" r="0" t="0"/>
          <a:stretch/>
        </p:blipFill>
        <p:spPr>
          <a:xfrm>
            <a:off x="-4509974" y="1916392"/>
            <a:ext cx="520857" cy="674437"/>
          </a:xfrm>
          <a:prstGeom prst="rect">
            <a:avLst/>
          </a:prstGeom>
          <a:noFill/>
          <a:ln>
            <a:noFill/>
          </a:ln>
        </p:spPr>
      </p:pic>
      <p:pic>
        <p:nvPicPr>
          <p:cNvPr id="2239" name="Google Shape;2239;p40"/>
          <p:cNvPicPr preferRelativeResize="0"/>
          <p:nvPr/>
        </p:nvPicPr>
        <p:blipFill rotWithShape="1">
          <a:blip r:embed="rId93">
            <a:alphaModFix/>
          </a:blip>
          <a:srcRect b="0" l="0" r="0" t="0"/>
          <a:stretch/>
        </p:blipFill>
        <p:spPr>
          <a:xfrm>
            <a:off x="-5192375" y="1896556"/>
            <a:ext cx="520857" cy="674437"/>
          </a:xfrm>
          <a:prstGeom prst="rect">
            <a:avLst/>
          </a:prstGeom>
          <a:noFill/>
          <a:ln>
            <a:noFill/>
          </a:ln>
        </p:spPr>
      </p:pic>
      <p:pic>
        <p:nvPicPr>
          <p:cNvPr id="2240" name="Google Shape;2240;p40"/>
          <p:cNvPicPr preferRelativeResize="0"/>
          <p:nvPr/>
        </p:nvPicPr>
        <p:blipFill rotWithShape="1">
          <a:blip r:embed="rId94">
            <a:alphaModFix/>
          </a:blip>
          <a:srcRect b="0" l="0" r="0" t="0"/>
          <a:stretch/>
        </p:blipFill>
        <p:spPr>
          <a:xfrm>
            <a:off x="-4499204" y="2682077"/>
            <a:ext cx="661841" cy="674437"/>
          </a:xfrm>
          <a:prstGeom prst="rect">
            <a:avLst/>
          </a:prstGeom>
          <a:noFill/>
          <a:ln>
            <a:noFill/>
          </a:ln>
        </p:spPr>
      </p:pic>
      <p:pic>
        <p:nvPicPr>
          <p:cNvPr id="2241" name="Google Shape;2241;p40"/>
          <p:cNvPicPr preferRelativeResize="0"/>
          <p:nvPr/>
        </p:nvPicPr>
        <p:blipFill rotWithShape="1">
          <a:blip r:embed="rId95">
            <a:alphaModFix/>
          </a:blip>
          <a:srcRect b="0" l="0" r="0" t="0"/>
          <a:stretch/>
        </p:blipFill>
        <p:spPr>
          <a:xfrm>
            <a:off x="-3558437" y="7261977"/>
            <a:ext cx="253062" cy="363523"/>
          </a:xfrm>
          <a:prstGeom prst="rect">
            <a:avLst/>
          </a:prstGeom>
          <a:noFill/>
          <a:ln>
            <a:noFill/>
          </a:ln>
        </p:spPr>
      </p:pic>
      <p:pic>
        <p:nvPicPr>
          <p:cNvPr id="2242" name="Google Shape;2242;p40"/>
          <p:cNvPicPr preferRelativeResize="0"/>
          <p:nvPr/>
        </p:nvPicPr>
        <p:blipFill rotWithShape="1">
          <a:blip r:embed="rId96">
            <a:alphaModFix/>
          </a:blip>
          <a:srcRect b="0" l="0" r="0" t="0"/>
          <a:stretch/>
        </p:blipFill>
        <p:spPr>
          <a:xfrm>
            <a:off x="-3238924" y="7529675"/>
            <a:ext cx="253062" cy="364165"/>
          </a:xfrm>
          <a:prstGeom prst="rect">
            <a:avLst/>
          </a:prstGeom>
          <a:noFill/>
          <a:ln>
            <a:noFill/>
          </a:ln>
        </p:spPr>
      </p:pic>
      <p:pic>
        <p:nvPicPr>
          <p:cNvPr id="2243" name="Google Shape;2243;p40"/>
          <p:cNvPicPr preferRelativeResize="0"/>
          <p:nvPr/>
        </p:nvPicPr>
        <p:blipFill rotWithShape="1">
          <a:blip r:embed="rId97">
            <a:alphaModFix/>
          </a:blip>
          <a:srcRect b="0" l="0" r="0" t="0"/>
          <a:stretch/>
        </p:blipFill>
        <p:spPr>
          <a:xfrm>
            <a:off x="11209012" y="1489786"/>
            <a:ext cx="239852" cy="652576"/>
          </a:xfrm>
          <a:prstGeom prst="rect">
            <a:avLst/>
          </a:prstGeom>
          <a:noFill/>
          <a:ln>
            <a:noFill/>
          </a:ln>
        </p:spPr>
      </p:pic>
      <p:pic>
        <p:nvPicPr>
          <p:cNvPr id="2244" name="Google Shape;2244;p40"/>
          <p:cNvPicPr preferRelativeResize="0"/>
          <p:nvPr/>
        </p:nvPicPr>
        <p:blipFill rotWithShape="1">
          <a:blip r:embed="rId98">
            <a:alphaModFix/>
          </a:blip>
          <a:srcRect b="0" l="0" r="0" t="0"/>
          <a:stretch/>
        </p:blipFill>
        <p:spPr>
          <a:xfrm>
            <a:off x="11628156" y="1476350"/>
            <a:ext cx="257383" cy="652576"/>
          </a:xfrm>
          <a:prstGeom prst="rect">
            <a:avLst/>
          </a:prstGeom>
          <a:noFill/>
          <a:ln>
            <a:noFill/>
          </a:ln>
        </p:spPr>
      </p:pic>
      <p:pic>
        <p:nvPicPr>
          <p:cNvPr id="2245" name="Google Shape;2245;p40"/>
          <p:cNvPicPr preferRelativeResize="0"/>
          <p:nvPr/>
        </p:nvPicPr>
        <p:blipFill rotWithShape="1">
          <a:blip r:embed="rId99">
            <a:alphaModFix/>
          </a:blip>
          <a:srcRect b="0" l="0" r="0" t="0"/>
          <a:stretch/>
        </p:blipFill>
        <p:spPr>
          <a:xfrm>
            <a:off x="11165185" y="2917777"/>
            <a:ext cx="446237" cy="652576"/>
          </a:xfrm>
          <a:prstGeom prst="rect">
            <a:avLst/>
          </a:prstGeom>
          <a:noFill/>
          <a:ln>
            <a:noFill/>
          </a:ln>
        </p:spPr>
      </p:pic>
      <p:pic>
        <p:nvPicPr>
          <p:cNvPr id="2246" name="Google Shape;2246;p40"/>
          <p:cNvPicPr preferRelativeResize="0"/>
          <p:nvPr/>
        </p:nvPicPr>
        <p:blipFill rotWithShape="1">
          <a:blip r:embed="rId100">
            <a:alphaModFix/>
          </a:blip>
          <a:srcRect b="0" l="0" r="0" t="0"/>
          <a:stretch/>
        </p:blipFill>
        <p:spPr>
          <a:xfrm>
            <a:off x="10338052" y="2884188"/>
            <a:ext cx="539468" cy="652576"/>
          </a:xfrm>
          <a:prstGeom prst="rect">
            <a:avLst/>
          </a:prstGeom>
          <a:noFill/>
          <a:ln>
            <a:noFill/>
          </a:ln>
        </p:spPr>
      </p:pic>
      <p:pic>
        <p:nvPicPr>
          <p:cNvPr id="2247" name="Google Shape;2247;p40"/>
          <p:cNvPicPr preferRelativeResize="0"/>
          <p:nvPr/>
        </p:nvPicPr>
        <p:blipFill rotWithShape="1">
          <a:blip r:embed="rId101">
            <a:alphaModFix/>
          </a:blip>
          <a:srcRect b="0" l="0" r="0" t="0"/>
          <a:stretch/>
        </p:blipFill>
        <p:spPr>
          <a:xfrm>
            <a:off x="11728865" y="3311243"/>
            <a:ext cx="446237" cy="652576"/>
          </a:xfrm>
          <a:prstGeom prst="rect">
            <a:avLst/>
          </a:prstGeom>
          <a:noFill/>
          <a:ln>
            <a:noFill/>
          </a:ln>
        </p:spPr>
      </p:pic>
      <p:pic>
        <p:nvPicPr>
          <p:cNvPr id="2248" name="Google Shape;2248;p40"/>
          <p:cNvPicPr preferRelativeResize="0"/>
          <p:nvPr/>
        </p:nvPicPr>
        <p:blipFill rotWithShape="1">
          <a:blip r:embed="rId102">
            <a:alphaModFix/>
          </a:blip>
          <a:srcRect b="0" l="0" r="0" t="0"/>
          <a:stretch/>
        </p:blipFill>
        <p:spPr>
          <a:xfrm>
            <a:off x="11330133" y="4272832"/>
            <a:ext cx="178495" cy="652576"/>
          </a:xfrm>
          <a:prstGeom prst="rect">
            <a:avLst/>
          </a:prstGeom>
          <a:noFill/>
          <a:ln>
            <a:noFill/>
          </a:ln>
        </p:spPr>
      </p:pic>
      <p:pic>
        <p:nvPicPr>
          <p:cNvPr id="2249" name="Google Shape;2249;p40"/>
          <p:cNvPicPr preferRelativeResize="0"/>
          <p:nvPr/>
        </p:nvPicPr>
        <p:blipFill rotWithShape="1">
          <a:blip r:embed="rId103">
            <a:alphaModFix/>
          </a:blip>
          <a:srcRect b="0" l="0" r="0" t="0"/>
          <a:stretch/>
        </p:blipFill>
        <p:spPr>
          <a:xfrm>
            <a:off x="12080768" y="1476350"/>
            <a:ext cx="178495" cy="652576"/>
          </a:xfrm>
          <a:prstGeom prst="rect">
            <a:avLst/>
          </a:prstGeom>
          <a:noFill/>
          <a:ln>
            <a:noFill/>
          </a:ln>
        </p:spPr>
      </p:pic>
      <p:pic>
        <p:nvPicPr>
          <p:cNvPr id="2250" name="Google Shape;2250;p40"/>
          <p:cNvPicPr preferRelativeResize="0"/>
          <p:nvPr/>
        </p:nvPicPr>
        <p:blipFill rotWithShape="1">
          <a:blip r:embed="rId104">
            <a:alphaModFix/>
          </a:blip>
          <a:srcRect b="0" l="0" r="0" t="0"/>
          <a:stretch/>
        </p:blipFill>
        <p:spPr>
          <a:xfrm>
            <a:off x="10310163" y="4060745"/>
            <a:ext cx="251008" cy="652577"/>
          </a:xfrm>
          <a:prstGeom prst="rect">
            <a:avLst/>
          </a:prstGeom>
          <a:noFill/>
          <a:ln>
            <a:noFill/>
          </a:ln>
        </p:spPr>
      </p:pic>
      <p:pic>
        <p:nvPicPr>
          <p:cNvPr id="2251" name="Google Shape;2251;p40"/>
          <p:cNvPicPr preferRelativeResize="0"/>
          <p:nvPr/>
        </p:nvPicPr>
        <p:blipFill rotWithShape="1">
          <a:blip r:embed="rId105">
            <a:alphaModFix/>
          </a:blip>
          <a:srcRect b="0" l="0" r="0" t="0"/>
          <a:stretch/>
        </p:blipFill>
        <p:spPr>
          <a:xfrm>
            <a:off x="10765165" y="1463874"/>
            <a:ext cx="250212" cy="652577"/>
          </a:xfrm>
          <a:prstGeom prst="rect">
            <a:avLst/>
          </a:prstGeom>
          <a:noFill/>
          <a:ln>
            <a:noFill/>
          </a:ln>
        </p:spPr>
      </p:pic>
      <p:pic>
        <p:nvPicPr>
          <p:cNvPr id="2252" name="Google Shape;2252;p40"/>
          <p:cNvPicPr preferRelativeResize="0"/>
          <p:nvPr/>
        </p:nvPicPr>
        <p:blipFill rotWithShape="1">
          <a:blip r:embed="rId106">
            <a:alphaModFix/>
          </a:blip>
          <a:srcRect b="0" l="0" r="0" t="0"/>
          <a:stretch/>
        </p:blipFill>
        <p:spPr>
          <a:xfrm>
            <a:off x="10803414" y="4283389"/>
            <a:ext cx="258180" cy="653535"/>
          </a:xfrm>
          <a:prstGeom prst="rect">
            <a:avLst/>
          </a:prstGeom>
          <a:noFill/>
          <a:ln>
            <a:noFill/>
          </a:ln>
        </p:spPr>
      </p:pic>
      <p:pic>
        <p:nvPicPr>
          <p:cNvPr id="2253" name="Google Shape;2253;p40"/>
          <p:cNvPicPr preferRelativeResize="0"/>
          <p:nvPr/>
        </p:nvPicPr>
        <p:blipFill rotWithShape="1">
          <a:blip r:embed="rId107">
            <a:alphaModFix/>
          </a:blip>
          <a:srcRect b="0" l="0" r="0" t="0"/>
          <a:stretch/>
        </p:blipFill>
        <p:spPr>
          <a:xfrm>
            <a:off x="11648874" y="2339094"/>
            <a:ext cx="539468" cy="652576"/>
          </a:xfrm>
          <a:prstGeom prst="rect">
            <a:avLst/>
          </a:prstGeom>
          <a:noFill/>
          <a:ln>
            <a:noFill/>
          </a:ln>
        </p:spPr>
      </p:pic>
      <p:pic>
        <p:nvPicPr>
          <p:cNvPr id="2254" name="Google Shape;2254;p40"/>
          <p:cNvPicPr preferRelativeResize="0"/>
          <p:nvPr/>
        </p:nvPicPr>
        <p:blipFill rotWithShape="1">
          <a:blip r:embed="rId108">
            <a:alphaModFix/>
          </a:blip>
          <a:srcRect b="0" l="0" r="0" t="0"/>
          <a:stretch/>
        </p:blipFill>
        <p:spPr>
          <a:xfrm>
            <a:off x="10966769" y="2252724"/>
            <a:ext cx="540265" cy="652577"/>
          </a:xfrm>
          <a:prstGeom prst="rect">
            <a:avLst/>
          </a:prstGeom>
          <a:noFill/>
          <a:ln>
            <a:noFill/>
          </a:ln>
        </p:spPr>
      </p:pic>
      <p:pic>
        <p:nvPicPr>
          <p:cNvPr id="2255" name="Google Shape;2255;p40"/>
          <p:cNvPicPr preferRelativeResize="0"/>
          <p:nvPr/>
        </p:nvPicPr>
        <p:blipFill rotWithShape="1">
          <a:blip r:embed="rId109">
            <a:alphaModFix/>
          </a:blip>
          <a:srcRect b="0" l="0" r="0" t="0"/>
          <a:stretch/>
        </p:blipFill>
        <p:spPr>
          <a:xfrm>
            <a:off x="10481485" y="2013766"/>
            <a:ext cx="239056" cy="653535"/>
          </a:xfrm>
          <a:prstGeom prst="rect">
            <a:avLst/>
          </a:prstGeom>
          <a:noFill/>
          <a:ln>
            <a:noFill/>
          </a:ln>
        </p:spPr>
      </p:pic>
      <p:pic>
        <p:nvPicPr>
          <p:cNvPr id="2256" name="Google Shape;2256;p40"/>
          <p:cNvPicPr preferRelativeResize="0"/>
          <p:nvPr/>
        </p:nvPicPr>
        <p:blipFill rotWithShape="1">
          <a:blip r:embed="rId92">
            <a:alphaModFix/>
          </a:blip>
          <a:srcRect b="0" l="0" r="0" t="0"/>
          <a:stretch/>
        </p:blipFill>
        <p:spPr>
          <a:xfrm>
            <a:off x="10855209" y="3549240"/>
            <a:ext cx="423925" cy="652576"/>
          </a:xfrm>
          <a:prstGeom prst="rect">
            <a:avLst/>
          </a:prstGeom>
          <a:noFill/>
          <a:ln>
            <a:noFill/>
          </a:ln>
        </p:spPr>
      </p:pic>
      <p:pic>
        <p:nvPicPr>
          <p:cNvPr id="2257" name="Google Shape;2257;p40"/>
          <p:cNvPicPr preferRelativeResize="0"/>
          <p:nvPr/>
        </p:nvPicPr>
        <p:blipFill rotWithShape="1">
          <a:blip r:embed="rId110">
            <a:alphaModFix/>
          </a:blip>
          <a:srcRect b="0" l="0" r="0" t="0"/>
          <a:stretch/>
        </p:blipFill>
        <p:spPr>
          <a:xfrm>
            <a:off x="11855565" y="4194376"/>
            <a:ext cx="422332" cy="653535"/>
          </a:xfrm>
          <a:prstGeom prst="rect">
            <a:avLst/>
          </a:prstGeom>
          <a:noFill/>
          <a:ln>
            <a:noFill/>
          </a:ln>
        </p:spPr>
      </p:pic>
      <p:grpSp>
        <p:nvGrpSpPr>
          <p:cNvPr id="2258" name="Google Shape;2258;p40"/>
          <p:cNvGrpSpPr/>
          <p:nvPr/>
        </p:nvGrpSpPr>
        <p:grpSpPr>
          <a:xfrm>
            <a:off x="187550" y="875833"/>
            <a:ext cx="4396608" cy="5774659"/>
            <a:chOff x="111125" y="561600"/>
            <a:chExt cx="5760000" cy="6192000"/>
          </a:xfrm>
        </p:grpSpPr>
        <p:sp>
          <p:nvSpPr>
            <p:cNvPr id="2259" name="Google Shape;2259;p40"/>
            <p:cNvSpPr txBox="1"/>
            <p:nvPr/>
          </p:nvSpPr>
          <p:spPr>
            <a:xfrm>
              <a:off x="111125" y="561600"/>
              <a:ext cx="5760000" cy="6192000"/>
            </a:xfrm>
            <a:prstGeom prst="rect">
              <a:avLst/>
            </a:prstGeom>
            <a:solidFill>
              <a:srgbClr val="FFFFFF"/>
            </a:solidFill>
            <a:ln cap="flat" cmpd="sng" w="38100">
              <a:solidFill>
                <a:srgbClr val="0DC3C3"/>
              </a:solidFill>
              <a:prstDash val="solid"/>
              <a:round/>
              <a:headEnd len="sm" w="sm" type="none"/>
              <a:tailEnd len="sm" w="sm" type="none"/>
            </a:ln>
            <a:effectLst>
              <a:outerShdw blurRad="63500" dir="10800000" dist="38100">
                <a:srgbClr val="000000">
                  <a:alpha val="39220"/>
                </a:srgbClr>
              </a:outerShdw>
            </a:effectLst>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Arial"/>
                <a:ea typeface="Arial"/>
                <a:cs typeface="Arial"/>
                <a:sym typeface="Arial"/>
              </a:endParaRPr>
            </a:p>
          </p:txBody>
        </p:sp>
        <p:sp>
          <p:nvSpPr>
            <p:cNvPr id="2260" name="Google Shape;2260;p40"/>
            <p:cNvSpPr txBox="1"/>
            <p:nvPr/>
          </p:nvSpPr>
          <p:spPr>
            <a:xfrm>
              <a:off x="111125" y="561600"/>
              <a:ext cx="5760000" cy="352500"/>
            </a:xfrm>
            <a:prstGeom prst="rect">
              <a:avLst/>
            </a:prstGeom>
            <a:solidFill>
              <a:srgbClr val="0DC3C3"/>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FFFFFF"/>
                </a:buClr>
                <a:buSzPts val="1800"/>
                <a:buFont typeface="Arial"/>
                <a:buNone/>
              </a:pPr>
              <a:r>
                <a:rPr b="1" lang="es-419" sz="1300">
                  <a:solidFill>
                    <a:srgbClr val="FFFFFF"/>
                  </a:solidFill>
                  <a:latin typeface="Arvo"/>
                  <a:ea typeface="Arvo"/>
                  <a:cs typeface="Arvo"/>
                  <a:sym typeface="Arvo"/>
                </a:rPr>
                <a:t>Escenario</a:t>
              </a:r>
              <a:endParaRPr i="0" sz="1300" u="none" cap="none" strike="noStrike">
                <a:solidFill>
                  <a:srgbClr val="000000"/>
                </a:solidFill>
                <a:latin typeface="Arvo"/>
                <a:ea typeface="Arvo"/>
                <a:cs typeface="Arvo"/>
                <a:sym typeface="Arvo"/>
              </a:endParaRPr>
            </a:p>
          </p:txBody>
        </p:sp>
      </p:grpSp>
      <p:grpSp>
        <p:nvGrpSpPr>
          <p:cNvPr id="2261" name="Google Shape;2261;p40"/>
          <p:cNvGrpSpPr/>
          <p:nvPr/>
        </p:nvGrpSpPr>
        <p:grpSpPr>
          <a:xfrm>
            <a:off x="4728159" y="875834"/>
            <a:ext cx="5135352" cy="5774659"/>
            <a:chOff x="6025601" y="561600"/>
            <a:chExt cx="5773302" cy="6192000"/>
          </a:xfrm>
        </p:grpSpPr>
        <p:sp>
          <p:nvSpPr>
            <p:cNvPr id="2262" name="Google Shape;2262;p40"/>
            <p:cNvSpPr txBox="1"/>
            <p:nvPr/>
          </p:nvSpPr>
          <p:spPr>
            <a:xfrm>
              <a:off x="6025601" y="561600"/>
              <a:ext cx="5760600" cy="6192000"/>
            </a:xfrm>
            <a:prstGeom prst="rect">
              <a:avLst/>
            </a:prstGeom>
            <a:solidFill>
              <a:srgbClr val="FFFFFF"/>
            </a:solidFill>
            <a:ln cap="flat" cmpd="sng" w="38100">
              <a:solidFill>
                <a:srgbClr val="96479C"/>
              </a:solidFill>
              <a:prstDash val="solid"/>
              <a:round/>
              <a:headEnd len="sm" w="sm" type="none"/>
              <a:tailEnd len="sm" w="sm" type="none"/>
            </a:ln>
            <a:effectLst>
              <a:outerShdw blurRad="63500" dir="10800000" dist="38100">
                <a:srgbClr val="000000">
                  <a:alpha val="39220"/>
                </a:srgbClr>
              </a:outerShdw>
            </a:effectLst>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Arial"/>
                <a:ea typeface="Arial"/>
                <a:cs typeface="Arial"/>
                <a:sym typeface="Arial"/>
              </a:endParaRPr>
            </a:p>
          </p:txBody>
        </p:sp>
        <p:sp>
          <p:nvSpPr>
            <p:cNvPr id="2263" name="Google Shape;2263;p40"/>
            <p:cNvSpPr txBox="1"/>
            <p:nvPr/>
          </p:nvSpPr>
          <p:spPr>
            <a:xfrm>
              <a:off x="6038303" y="561600"/>
              <a:ext cx="5760600" cy="352500"/>
            </a:xfrm>
            <a:prstGeom prst="rect">
              <a:avLst/>
            </a:prstGeom>
            <a:solidFill>
              <a:srgbClr val="96479C"/>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FFFFFF"/>
                </a:buClr>
                <a:buSzPts val="1800"/>
                <a:buFont typeface="Arial"/>
                <a:buNone/>
              </a:pPr>
              <a:r>
                <a:rPr b="1" lang="es-419" sz="1200">
                  <a:solidFill>
                    <a:srgbClr val="FFFFFF"/>
                  </a:solidFill>
                  <a:latin typeface="Arvo"/>
                  <a:ea typeface="Arvo"/>
                  <a:cs typeface="Arvo"/>
                  <a:sym typeface="Arvo"/>
                </a:rPr>
                <a:t>Sistema de Información</a:t>
              </a:r>
              <a:endParaRPr i="0" sz="1200" u="none" cap="none" strike="noStrike">
                <a:solidFill>
                  <a:srgbClr val="000000"/>
                </a:solidFill>
                <a:latin typeface="Arvo"/>
                <a:ea typeface="Arvo"/>
                <a:cs typeface="Arvo"/>
                <a:sym typeface="Arvo"/>
              </a:endParaRPr>
            </a:p>
          </p:txBody>
        </p:sp>
      </p:grpSp>
      <p:grpSp>
        <p:nvGrpSpPr>
          <p:cNvPr id="2264" name="Google Shape;2264;p40"/>
          <p:cNvGrpSpPr/>
          <p:nvPr/>
        </p:nvGrpSpPr>
        <p:grpSpPr>
          <a:xfrm>
            <a:off x="4862100" y="1326042"/>
            <a:ext cx="2365102" cy="1823291"/>
            <a:chOff x="4977080" y="1509325"/>
            <a:chExt cx="2028911" cy="1321800"/>
          </a:xfrm>
        </p:grpSpPr>
        <p:sp>
          <p:nvSpPr>
            <p:cNvPr id="2265" name="Google Shape;2265;p40"/>
            <p:cNvSpPr txBox="1"/>
            <p:nvPr/>
          </p:nvSpPr>
          <p:spPr>
            <a:xfrm>
              <a:off x="4977092" y="1509325"/>
              <a:ext cx="2028900" cy="1321800"/>
            </a:xfrm>
            <a:prstGeom prst="rect">
              <a:avLst/>
            </a:prstGeom>
            <a:solidFill>
              <a:srgbClr val="FFFFFF"/>
            </a:solidFill>
            <a:ln cap="flat" cmpd="sng" w="38100">
              <a:solidFill>
                <a:srgbClr val="BFBFBF"/>
              </a:solidFill>
              <a:prstDash val="solid"/>
              <a:round/>
              <a:headEnd len="sm" w="sm" type="none"/>
              <a:tailEnd len="sm" w="sm" type="none"/>
            </a:ln>
            <a:effectLst>
              <a:outerShdw blurRad="63500" dir="2700000" dist="38100">
                <a:srgbClr val="000000">
                  <a:alpha val="39220"/>
                </a:srgbClr>
              </a:outerShdw>
            </a:effectLst>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Arial"/>
                <a:ea typeface="Arial"/>
                <a:cs typeface="Arial"/>
                <a:sym typeface="Arial"/>
              </a:endParaRPr>
            </a:p>
          </p:txBody>
        </p:sp>
        <p:sp>
          <p:nvSpPr>
            <p:cNvPr id="2266" name="Google Shape;2266;p40"/>
            <p:cNvSpPr txBox="1"/>
            <p:nvPr/>
          </p:nvSpPr>
          <p:spPr>
            <a:xfrm>
              <a:off x="4977080" y="1520404"/>
              <a:ext cx="2028900" cy="192600"/>
            </a:xfrm>
            <a:prstGeom prst="rect">
              <a:avLst/>
            </a:prstGeom>
            <a:solidFill>
              <a:srgbClr val="BFBFBF"/>
            </a:solidFill>
            <a:ln>
              <a:noFill/>
            </a:ln>
          </p:spPr>
          <p:txBody>
            <a:bodyPr anchorCtr="0" anchor="ctr" bIns="0" lIns="0" spcFirstLastPara="1" rIns="0" wrap="square" tIns="0">
              <a:noAutofit/>
            </a:bodyPr>
            <a:lstStyle/>
            <a:p>
              <a:pPr indent="0" lvl="0" marL="0" marR="0" rtl="0" algn="ctr">
                <a:lnSpc>
                  <a:spcPct val="100000"/>
                </a:lnSpc>
                <a:spcBef>
                  <a:spcPts val="0"/>
                </a:spcBef>
                <a:spcAft>
                  <a:spcPts val="0"/>
                </a:spcAft>
                <a:buClr>
                  <a:srgbClr val="000000"/>
                </a:buClr>
                <a:buSzPts val="1800"/>
                <a:buFont typeface="Arial"/>
                <a:buNone/>
              </a:pPr>
              <a:r>
                <a:rPr b="1" i="0" lang="es-419" sz="1000" u="none" cap="none" strike="noStrike">
                  <a:solidFill>
                    <a:srgbClr val="000000"/>
                  </a:solidFill>
                  <a:latin typeface="Arvo"/>
                  <a:ea typeface="Arvo"/>
                  <a:cs typeface="Arvo"/>
                  <a:sym typeface="Arvo"/>
                </a:rPr>
                <a:t>Formularios - P</a:t>
              </a:r>
              <a:r>
                <a:rPr b="1" lang="es-419" sz="1000">
                  <a:latin typeface="Arvo"/>
                  <a:ea typeface="Arvo"/>
                  <a:cs typeface="Arvo"/>
                  <a:sym typeface="Arvo"/>
                </a:rPr>
                <a:t>rocesos</a:t>
              </a:r>
              <a:endParaRPr i="0" sz="1000" u="none" cap="none" strike="noStrike">
                <a:solidFill>
                  <a:srgbClr val="000000"/>
                </a:solidFill>
                <a:latin typeface="Arvo"/>
                <a:ea typeface="Arvo"/>
                <a:cs typeface="Arvo"/>
                <a:sym typeface="Arvo"/>
              </a:endParaRPr>
            </a:p>
          </p:txBody>
        </p:sp>
      </p:grpSp>
      <p:grpSp>
        <p:nvGrpSpPr>
          <p:cNvPr id="2267" name="Google Shape;2267;p40"/>
          <p:cNvGrpSpPr/>
          <p:nvPr/>
        </p:nvGrpSpPr>
        <p:grpSpPr>
          <a:xfrm>
            <a:off x="4862112" y="3288193"/>
            <a:ext cx="2365090" cy="1583535"/>
            <a:chOff x="4977091" y="2931792"/>
            <a:chExt cx="2028901" cy="1147988"/>
          </a:xfrm>
        </p:grpSpPr>
        <p:sp>
          <p:nvSpPr>
            <p:cNvPr id="2268" name="Google Shape;2268;p40"/>
            <p:cNvSpPr txBox="1"/>
            <p:nvPr/>
          </p:nvSpPr>
          <p:spPr>
            <a:xfrm>
              <a:off x="4977092" y="2944881"/>
              <a:ext cx="2028900" cy="1134900"/>
            </a:xfrm>
            <a:prstGeom prst="rect">
              <a:avLst/>
            </a:prstGeom>
            <a:solidFill>
              <a:srgbClr val="FFFFFF"/>
            </a:solidFill>
            <a:ln cap="flat" cmpd="sng" w="38100">
              <a:solidFill>
                <a:srgbClr val="D9D9D9"/>
              </a:solidFill>
              <a:prstDash val="solid"/>
              <a:round/>
              <a:headEnd len="sm" w="sm" type="none"/>
              <a:tailEnd len="sm" w="sm" type="none"/>
            </a:ln>
            <a:effectLst>
              <a:outerShdw blurRad="63500" dir="2700000" dist="38100">
                <a:srgbClr val="000000">
                  <a:alpha val="39220"/>
                </a:srgbClr>
              </a:outerShdw>
            </a:effectLst>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Arial"/>
                <a:ea typeface="Arial"/>
                <a:cs typeface="Arial"/>
                <a:sym typeface="Arial"/>
              </a:endParaRPr>
            </a:p>
          </p:txBody>
        </p:sp>
        <p:sp>
          <p:nvSpPr>
            <p:cNvPr id="2269" name="Google Shape;2269;p40"/>
            <p:cNvSpPr txBox="1"/>
            <p:nvPr/>
          </p:nvSpPr>
          <p:spPr>
            <a:xfrm>
              <a:off x="4977091" y="2931792"/>
              <a:ext cx="2028900" cy="208500"/>
            </a:xfrm>
            <a:prstGeom prst="rect">
              <a:avLst/>
            </a:prstGeom>
            <a:solidFill>
              <a:srgbClr val="F2F2F2"/>
            </a:solidFill>
            <a:ln cap="flat" cmpd="sng" w="9525">
              <a:solidFill>
                <a:srgbClr val="D9D9D9"/>
              </a:solidFill>
              <a:prstDash val="solid"/>
              <a:miter lim="800000"/>
              <a:headEnd len="sm" w="sm" type="none"/>
              <a:tailEnd len="sm" w="sm" type="none"/>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rPr b="1" lang="es-419" sz="1000">
                  <a:latin typeface="Arvo"/>
                  <a:ea typeface="Arvo"/>
                  <a:cs typeface="Arvo"/>
                  <a:sym typeface="Arvo"/>
                </a:rPr>
                <a:t>Formulario </a:t>
              </a:r>
              <a:r>
                <a:rPr b="1" i="0" lang="es-419" sz="1000" u="none" cap="none" strike="noStrike">
                  <a:solidFill>
                    <a:srgbClr val="000000"/>
                  </a:solidFill>
                  <a:latin typeface="Arvo"/>
                  <a:ea typeface="Arvo"/>
                  <a:cs typeface="Arvo"/>
                  <a:sym typeface="Arvo"/>
                </a:rPr>
                <a:t>- </a:t>
              </a:r>
              <a:r>
                <a:rPr b="1" lang="es-419" sz="1000">
                  <a:latin typeface="Arvo"/>
                  <a:ea typeface="Arvo"/>
                  <a:cs typeface="Arvo"/>
                  <a:sym typeface="Arvo"/>
                </a:rPr>
                <a:t>Soporte</a:t>
              </a:r>
              <a:endParaRPr i="0" sz="1000" u="none" cap="none" strike="noStrike">
                <a:solidFill>
                  <a:srgbClr val="000000"/>
                </a:solidFill>
                <a:latin typeface="Arvo"/>
                <a:ea typeface="Arvo"/>
                <a:cs typeface="Arvo"/>
                <a:sym typeface="Arvo"/>
              </a:endParaRPr>
            </a:p>
          </p:txBody>
        </p:sp>
      </p:grpSp>
      <p:grpSp>
        <p:nvGrpSpPr>
          <p:cNvPr id="2270" name="Google Shape;2270;p40"/>
          <p:cNvGrpSpPr/>
          <p:nvPr/>
        </p:nvGrpSpPr>
        <p:grpSpPr>
          <a:xfrm>
            <a:off x="4862466" y="5042037"/>
            <a:ext cx="2365089" cy="1466001"/>
            <a:chOff x="4977394" y="4203246"/>
            <a:chExt cx="2028900" cy="1062781"/>
          </a:xfrm>
        </p:grpSpPr>
        <p:sp>
          <p:nvSpPr>
            <p:cNvPr id="2271" name="Google Shape;2271;p40"/>
            <p:cNvSpPr txBox="1"/>
            <p:nvPr/>
          </p:nvSpPr>
          <p:spPr>
            <a:xfrm>
              <a:off x="4977394" y="4216328"/>
              <a:ext cx="2028900" cy="1049700"/>
            </a:xfrm>
            <a:prstGeom prst="rect">
              <a:avLst/>
            </a:prstGeom>
            <a:solidFill>
              <a:srgbClr val="FFFFFF"/>
            </a:solidFill>
            <a:ln cap="flat" cmpd="sng" w="38100">
              <a:solidFill>
                <a:srgbClr val="72BFC5"/>
              </a:solidFill>
              <a:prstDash val="solid"/>
              <a:round/>
              <a:headEnd len="sm" w="sm" type="none"/>
              <a:tailEnd len="sm" w="sm" type="none"/>
            </a:ln>
            <a:effectLst>
              <a:outerShdw blurRad="63500" dir="2700000" dist="38100">
                <a:srgbClr val="000000">
                  <a:alpha val="39220"/>
                </a:srgbClr>
              </a:outerShdw>
            </a:effectLst>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Arial"/>
                <a:ea typeface="Arial"/>
                <a:cs typeface="Arial"/>
                <a:sym typeface="Arial"/>
              </a:endParaRPr>
            </a:p>
          </p:txBody>
        </p:sp>
        <p:sp>
          <p:nvSpPr>
            <p:cNvPr id="2272" name="Google Shape;2272;p40"/>
            <p:cNvSpPr txBox="1"/>
            <p:nvPr/>
          </p:nvSpPr>
          <p:spPr>
            <a:xfrm>
              <a:off x="4977394" y="4203246"/>
              <a:ext cx="2028900" cy="182100"/>
            </a:xfrm>
            <a:prstGeom prst="rect">
              <a:avLst/>
            </a:prstGeom>
            <a:solidFill>
              <a:srgbClr val="72BFC5"/>
            </a:solidFill>
            <a:ln cap="flat" cmpd="sng" w="38100">
              <a:solidFill>
                <a:srgbClr val="72BFC5"/>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rPr b="1" i="0" lang="es-419" sz="1000" u="none" cap="none" strike="noStrike">
                  <a:solidFill>
                    <a:srgbClr val="000000"/>
                  </a:solidFill>
                  <a:latin typeface="Arvo"/>
                  <a:ea typeface="Arvo"/>
                  <a:cs typeface="Arvo"/>
                  <a:sym typeface="Arvo"/>
                </a:rPr>
                <a:t>Formularios - D</a:t>
              </a:r>
              <a:r>
                <a:rPr b="1" lang="es-419" sz="1000">
                  <a:latin typeface="Arvo"/>
                  <a:ea typeface="Arvo"/>
                  <a:cs typeface="Arvo"/>
                  <a:sym typeface="Arvo"/>
                </a:rPr>
                <a:t>ialogo</a:t>
              </a:r>
              <a:endParaRPr i="0" sz="1000" u="none" cap="none" strike="noStrike">
                <a:solidFill>
                  <a:srgbClr val="000000"/>
                </a:solidFill>
                <a:latin typeface="Arvo"/>
                <a:ea typeface="Arvo"/>
                <a:cs typeface="Arvo"/>
                <a:sym typeface="Arvo"/>
              </a:endParaRPr>
            </a:p>
          </p:txBody>
        </p:sp>
      </p:grpSp>
      <p:grpSp>
        <p:nvGrpSpPr>
          <p:cNvPr id="2273" name="Google Shape;2273;p40"/>
          <p:cNvGrpSpPr/>
          <p:nvPr/>
        </p:nvGrpSpPr>
        <p:grpSpPr>
          <a:xfrm>
            <a:off x="7414088" y="1326038"/>
            <a:ext cx="2297245" cy="1823436"/>
            <a:chOff x="7166313" y="1509322"/>
            <a:chExt cx="1970700" cy="1321905"/>
          </a:xfrm>
        </p:grpSpPr>
        <p:sp>
          <p:nvSpPr>
            <p:cNvPr id="2274" name="Google Shape;2274;p40"/>
            <p:cNvSpPr txBox="1"/>
            <p:nvPr/>
          </p:nvSpPr>
          <p:spPr>
            <a:xfrm>
              <a:off x="7166313" y="1510328"/>
              <a:ext cx="1970700" cy="1320900"/>
            </a:xfrm>
            <a:prstGeom prst="rect">
              <a:avLst/>
            </a:prstGeom>
            <a:solidFill>
              <a:srgbClr val="FFFFFF"/>
            </a:solidFill>
            <a:ln cap="flat" cmpd="sng" w="38100">
              <a:solidFill>
                <a:srgbClr val="D9D9D9"/>
              </a:solidFill>
              <a:prstDash val="solid"/>
              <a:round/>
              <a:headEnd len="sm" w="sm" type="none"/>
              <a:tailEnd len="sm" w="sm" type="none"/>
            </a:ln>
            <a:effectLst>
              <a:outerShdw blurRad="63500" dir="2700000" dist="38100">
                <a:srgbClr val="000000">
                  <a:alpha val="39220"/>
                </a:srgbClr>
              </a:outerShdw>
            </a:effectLst>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Arial"/>
                <a:ea typeface="Arial"/>
                <a:cs typeface="Arial"/>
                <a:sym typeface="Arial"/>
              </a:endParaRPr>
            </a:p>
          </p:txBody>
        </p:sp>
        <p:sp>
          <p:nvSpPr>
            <p:cNvPr id="2275" name="Google Shape;2275;p40"/>
            <p:cNvSpPr txBox="1"/>
            <p:nvPr/>
          </p:nvSpPr>
          <p:spPr>
            <a:xfrm>
              <a:off x="7166313" y="1509322"/>
              <a:ext cx="1970700" cy="181800"/>
            </a:xfrm>
            <a:prstGeom prst="rect">
              <a:avLst/>
            </a:prstGeom>
            <a:solidFill>
              <a:srgbClr val="F2F2F2"/>
            </a:solidFill>
            <a:ln cap="flat" cmpd="sng" w="38100">
              <a:solidFill>
                <a:srgbClr val="D9D9D9"/>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rPr b="1" lang="es-419" sz="1000">
                  <a:latin typeface="Arvo"/>
                  <a:ea typeface="Arvo"/>
                  <a:cs typeface="Arvo"/>
                  <a:sym typeface="Arvo"/>
                </a:rPr>
                <a:t>Entidades </a:t>
              </a:r>
              <a:r>
                <a:rPr b="1" i="0" lang="es-419" sz="1000" u="none" cap="none" strike="noStrike">
                  <a:solidFill>
                    <a:srgbClr val="000000"/>
                  </a:solidFill>
                  <a:latin typeface="Arvo"/>
                  <a:ea typeface="Arvo"/>
                  <a:cs typeface="Arvo"/>
                  <a:sym typeface="Arvo"/>
                </a:rPr>
                <a:t>- </a:t>
              </a:r>
              <a:r>
                <a:rPr b="1" lang="es-419" sz="1000">
                  <a:latin typeface="Arvo"/>
                  <a:ea typeface="Arvo"/>
                  <a:cs typeface="Arvo"/>
                  <a:sym typeface="Arvo"/>
                </a:rPr>
                <a:t>Dominio</a:t>
              </a:r>
              <a:endParaRPr b="1" i="0" sz="1000" u="none" cap="none" strike="noStrike">
                <a:solidFill>
                  <a:srgbClr val="000000"/>
                </a:solidFill>
                <a:latin typeface="Arvo"/>
                <a:ea typeface="Arvo"/>
                <a:cs typeface="Arvo"/>
                <a:sym typeface="Arvo"/>
              </a:endParaRPr>
            </a:p>
          </p:txBody>
        </p:sp>
      </p:grpSp>
      <p:grpSp>
        <p:nvGrpSpPr>
          <p:cNvPr id="2276" name="Google Shape;2276;p40"/>
          <p:cNvGrpSpPr/>
          <p:nvPr/>
        </p:nvGrpSpPr>
        <p:grpSpPr>
          <a:xfrm>
            <a:off x="7413883" y="3312381"/>
            <a:ext cx="2297249" cy="3195411"/>
            <a:chOff x="7166309" y="2980271"/>
            <a:chExt cx="1970704" cy="2285701"/>
          </a:xfrm>
        </p:grpSpPr>
        <p:sp>
          <p:nvSpPr>
            <p:cNvPr id="2277" name="Google Shape;2277;p40"/>
            <p:cNvSpPr txBox="1"/>
            <p:nvPr/>
          </p:nvSpPr>
          <p:spPr>
            <a:xfrm>
              <a:off x="7166313" y="2980272"/>
              <a:ext cx="1970700" cy="2285700"/>
            </a:xfrm>
            <a:prstGeom prst="rect">
              <a:avLst/>
            </a:prstGeom>
            <a:solidFill>
              <a:srgbClr val="FFFFFF"/>
            </a:solidFill>
            <a:ln cap="flat" cmpd="sng" w="38100">
              <a:solidFill>
                <a:srgbClr val="C00000"/>
              </a:solidFill>
              <a:prstDash val="solid"/>
              <a:round/>
              <a:headEnd len="sm" w="sm" type="none"/>
              <a:tailEnd len="sm" w="sm" type="none"/>
            </a:ln>
            <a:effectLst>
              <a:outerShdw blurRad="63500" dir="2700000" dist="38100">
                <a:srgbClr val="000000">
                  <a:alpha val="39220"/>
                </a:srgbClr>
              </a:outerShdw>
            </a:effectLst>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Arial"/>
                <a:ea typeface="Arial"/>
                <a:cs typeface="Arial"/>
                <a:sym typeface="Arial"/>
              </a:endParaRPr>
            </a:p>
          </p:txBody>
        </p:sp>
        <p:sp>
          <p:nvSpPr>
            <p:cNvPr id="2278" name="Google Shape;2278;p40"/>
            <p:cNvSpPr txBox="1"/>
            <p:nvPr/>
          </p:nvSpPr>
          <p:spPr>
            <a:xfrm>
              <a:off x="7166309" y="2980271"/>
              <a:ext cx="1970700" cy="171300"/>
            </a:xfrm>
            <a:prstGeom prst="rect">
              <a:avLst/>
            </a:prstGeom>
            <a:solidFill>
              <a:srgbClr val="C00000"/>
            </a:solidFill>
            <a:ln cap="flat" cmpd="sng" w="38100">
              <a:solidFill>
                <a:srgbClr val="C00000"/>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FFFFFF"/>
                </a:buClr>
                <a:buSzPts val="1800"/>
                <a:buFont typeface="Arial"/>
                <a:buNone/>
              </a:pPr>
              <a:r>
                <a:rPr b="1" lang="es-419" sz="1000">
                  <a:solidFill>
                    <a:srgbClr val="FFFFFF"/>
                  </a:solidFill>
                  <a:latin typeface="Arvo"/>
                  <a:ea typeface="Arvo"/>
                  <a:cs typeface="Arvo"/>
                  <a:sym typeface="Arvo"/>
                </a:rPr>
                <a:t>Comunicación</a:t>
              </a:r>
              <a:endParaRPr i="0" sz="1000" u="none" cap="none" strike="noStrike">
                <a:solidFill>
                  <a:srgbClr val="000000"/>
                </a:solidFill>
                <a:latin typeface="Arvo"/>
                <a:ea typeface="Arvo"/>
                <a:cs typeface="Arvo"/>
                <a:sym typeface="Arvo"/>
              </a:endParaRPr>
            </a:p>
          </p:txBody>
        </p:sp>
      </p:grpSp>
    </p:spTree>
  </p:cSld>
  <p:clrMapOvr>
    <a:masterClrMapping/>
  </p:clrMapOvr>
</p:sldLayout>
</file>

<file path=ppt/slideLayouts/slideLayout4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Paleta 3">
  <p:cSld name="CUSTOM_3">
    <p:spTree>
      <p:nvGrpSpPr>
        <p:cNvPr id="2279" name="Shape 2279"/>
        <p:cNvGrpSpPr/>
        <p:nvPr/>
      </p:nvGrpSpPr>
      <p:grpSpPr>
        <a:xfrm>
          <a:off x="0" y="0"/>
          <a:ext cx="0" cy="0"/>
          <a:chOff x="0" y="0"/>
          <a:chExt cx="0" cy="0"/>
        </a:xfrm>
      </p:grpSpPr>
      <p:sp>
        <p:nvSpPr>
          <p:cNvPr id="2280" name="Google Shape;2280;p41"/>
          <p:cNvSpPr/>
          <p:nvPr/>
        </p:nvSpPr>
        <p:spPr>
          <a:xfrm>
            <a:off x="195013" y="263250"/>
            <a:ext cx="3319800" cy="421200"/>
          </a:xfrm>
          <a:prstGeom prst="roundRect">
            <a:avLst>
              <a:gd fmla="val 17492" name="adj"/>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s-419" sz="1200">
                <a:solidFill>
                  <a:srgbClr val="FFFFFF"/>
                </a:solidFill>
              </a:rPr>
              <a:t>Estructura de Procesos</a:t>
            </a:r>
            <a:endParaRPr b="1" sz="1100">
              <a:solidFill>
                <a:srgbClr val="FFFFFF"/>
              </a:solidFill>
            </a:endParaRPr>
          </a:p>
        </p:txBody>
      </p:sp>
      <p:cxnSp>
        <p:nvCxnSpPr>
          <p:cNvPr id="2281" name="Google Shape;2281;p41"/>
          <p:cNvCxnSpPr/>
          <p:nvPr/>
        </p:nvCxnSpPr>
        <p:spPr>
          <a:xfrm>
            <a:off x="3706088" y="164100"/>
            <a:ext cx="0" cy="6511800"/>
          </a:xfrm>
          <a:prstGeom prst="straightConnector1">
            <a:avLst/>
          </a:prstGeom>
          <a:noFill/>
          <a:ln cap="flat" cmpd="sng" w="28575">
            <a:solidFill>
              <a:srgbClr val="B7B7B7"/>
            </a:solidFill>
            <a:prstDash val="dash"/>
            <a:round/>
            <a:headEnd len="med" w="med" type="none"/>
            <a:tailEnd len="med" w="med" type="none"/>
          </a:ln>
        </p:spPr>
      </p:cxnSp>
      <p:sp>
        <p:nvSpPr>
          <p:cNvPr id="2282" name="Google Shape;2282;p41"/>
          <p:cNvSpPr/>
          <p:nvPr/>
        </p:nvSpPr>
        <p:spPr>
          <a:xfrm>
            <a:off x="195000" y="822275"/>
            <a:ext cx="3319800" cy="5853600"/>
          </a:xfrm>
          <a:prstGeom prst="roundRect">
            <a:avLst>
              <a:gd fmla="val 4230" name="adj"/>
            </a:avLst>
          </a:prstGeom>
          <a:solidFill>
            <a:srgbClr val="F3F3F3"/>
          </a:solidFill>
          <a:ln cap="flat" cmpd="sng" w="9525">
            <a:solidFill>
              <a:srgbClr val="F3F3F3"/>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 name="Google Shape;2283;p41"/>
          <p:cNvSpPr/>
          <p:nvPr/>
        </p:nvSpPr>
        <p:spPr>
          <a:xfrm>
            <a:off x="287014" y="1073599"/>
            <a:ext cx="687600" cy="366900"/>
          </a:xfrm>
          <a:prstGeom prst="foldedCorner">
            <a:avLst>
              <a:gd fmla="val 16667" name="adj"/>
            </a:avLst>
          </a:prstGeom>
          <a:solidFill>
            <a:srgbClr val="F3F3F3"/>
          </a:solidFill>
          <a:ln cap="flat" cmpd="sng" w="9525">
            <a:solidFill>
              <a:srgbClr val="999999"/>
            </a:solidFill>
            <a:prstDash val="solid"/>
            <a:round/>
            <a:headEnd len="sm" w="sm" type="none"/>
            <a:tailEnd len="sm" w="sm" type="none"/>
          </a:ln>
          <a:effectLst>
            <a:outerShdw blurRad="57150" rotWithShape="0" algn="bl" dir="1920000" dist="19050">
              <a:srgbClr val="000000">
                <a:alpha val="22000"/>
              </a:srgbClr>
            </a:outerShdw>
          </a:effectLst>
        </p:spPr>
        <p:txBody>
          <a:bodyPr anchorCtr="0" anchor="t" bIns="18000" lIns="18000" spcFirstLastPara="1" rIns="18000" wrap="square" tIns="18000">
            <a:noAutofit/>
          </a:bodyPr>
          <a:lstStyle/>
          <a:p>
            <a:pPr indent="0" lvl="0" marL="0" rtl="0" algn="ctr">
              <a:spcBef>
                <a:spcPts val="0"/>
              </a:spcBef>
              <a:spcAft>
                <a:spcPts val="0"/>
              </a:spcAft>
              <a:buNone/>
            </a:pPr>
            <a:r>
              <a:rPr b="1" lang="es-419" sz="800"/>
              <a:t>&lt;...&gt;</a:t>
            </a:r>
            <a:endParaRPr b="1" sz="800"/>
          </a:p>
          <a:p>
            <a:pPr indent="0" lvl="0" marL="0" rtl="0" algn="ctr">
              <a:spcBef>
                <a:spcPts val="0"/>
              </a:spcBef>
              <a:spcAft>
                <a:spcPts val="0"/>
              </a:spcAft>
              <a:buNone/>
            </a:pPr>
            <a:r>
              <a:rPr lang="es-419" sz="800"/>
              <a:t>&lt;...&gt;</a:t>
            </a:r>
            <a:endParaRPr sz="800"/>
          </a:p>
        </p:txBody>
      </p:sp>
      <p:grpSp>
        <p:nvGrpSpPr>
          <p:cNvPr id="2284" name="Google Shape;2284;p41"/>
          <p:cNvGrpSpPr/>
          <p:nvPr/>
        </p:nvGrpSpPr>
        <p:grpSpPr>
          <a:xfrm>
            <a:off x="791843" y="2540959"/>
            <a:ext cx="801000" cy="434150"/>
            <a:chOff x="6170025" y="1408150"/>
            <a:chExt cx="801000" cy="434150"/>
          </a:xfrm>
        </p:grpSpPr>
        <p:cxnSp>
          <p:nvCxnSpPr>
            <p:cNvPr id="2285" name="Google Shape;2285;p41"/>
            <p:cNvCxnSpPr/>
            <p:nvPr/>
          </p:nvCxnSpPr>
          <p:spPr>
            <a:xfrm>
              <a:off x="6170025" y="1555500"/>
              <a:ext cx="801000" cy="286800"/>
            </a:xfrm>
            <a:prstGeom prst="bentConnector3">
              <a:avLst>
                <a:gd fmla="val 50000" name="adj1"/>
              </a:avLst>
            </a:prstGeom>
            <a:noFill/>
            <a:ln cap="flat" cmpd="sng" w="19050">
              <a:solidFill>
                <a:srgbClr val="274E13"/>
              </a:solidFill>
              <a:prstDash val="lgDash"/>
              <a:round/>
              <a:headEnd len="med" w="med" type="none"/>
              <a:tailEnd len="med" w="med" type="stealth"/>
            </a:ln>
          </p:spPr>
        </p:cxnSp>
        <p:sp>
          <p:nvSpPr>
            <p:cNvPr id="2286" name="Google Shape;2286;p41"/>
            <p:cNvSpPr txBox="1"/>
            <p:nvPr/>
          </p:nvSpPr>
          <p:spPr>
            <a:xfrm>
              <a:off x="6255333" y="1408150"/>
              <a:ext cx="623400" cy="123000"/>
            </a:xfrm>
            <a:prstGeom prst="rect">
              <a:avLst/>
            </a:prstGeom>
            <a:noFill/>
            <a:ln>
              <a:noFill/>
            </a:ln>
          </p:spPr>
          <p:txBody>
            <a:bodyPr anchorCtr="0" anchor="t" bIns="0" lIns="0" spcFirstLastPara="1" rIns="0" wrap="square" tIns="0">
              <a:spAutoFit/>
            </a:bodyPr>
            <a:lstStyle/>
            <a:p>
              <a:pPr indent="0" lvl="0" marL="0" rtl="0" algn="ctr">
                <a:spcBef>
                  <a:spcPts val="0"/>
                </a:spcBef>
                <a:spcAft>
                  <a:spcPts val="0"/>
                </a:spcAft>
                <a:buNone/>
              </a:pPr>
              <a:r>
                <a:rPr b="1" i="1" lang="es-419" sz="800">
                  <a:solidFill>
                    <a:srgbClr val="274E13"/>
                  </a:solidFill>
                </a:rPr>
                <a:t>includes</a:t>
              </a:r>
              <a:endParaRPr b="1" i="1" sz="800">
                <a:solidFill>
                  <a:srgbClr val="274E13"/>
                </a:solidFill>
              </a:endParaRPr>
            </a:p>
          </p:txBody>
        </p:sp>
      </p:grpSp>
      <p:grpSp>
        <p:nvGrpSpPr>
          <p:cNvPr id="2287" name="Google Shape;2287;p41"/>
          <p:cNvGrpSpPr/>
          <p:nvPr/>
        </p:nvGrpSpPr>
        <p:grpSpPr>
          <a:xfrm>
            <a:off x="2026468" y="2580397"/>
            <a:ext cx="801000" cy="434150"/>
            <a:chOff x="6170025" y="1408150"/>
            <a:chExt cx="801000" cy="434150"/>
          </a:xfrm>
        </p:grpSpPr>
        <p:cxnSp>
          <p:nvCxnSpPr>
            <p:cNvPr id="2288" name="Google Shape;2288;p41"/>
            <p:cNvCxnSpPr/>
            <p:nvPr/>
          </p:nvCxnSpPr>
          <p:spPr>
            <a:xfrm>
              <a:off x="6170025" y="1555500"/>
              <a:ext cx="801000" cy="286800"/>
            </a:xfrm>
            <a:prstGeom prst="bentConnector3">
              <a:avLst>
                <a:gd fmla="val 50000" name="adj1"/>
              </a:avLst>
            </a:prstGeom>
            <a:noFill/>
            <a:ln cap="flat" cmpd="sng" w="19050">
              <a:solidFill>
                <a:srgbClr val="990000"/>
              </a:solidFill>
              <a:prstDash val="lgDash"/>
              <a:round/>
              <a:headEnd len="med" w="med" type="none"/>
              <a:tailEnd len="med" w="med" type="stealth"/>
            </a:ln>
          </p:spPr>
        </p:cxnSp>
        <p:sp>
          <p:nvSpPr>
            <p:cNvPr id="2289" name="Google Shape;2289;p41"/>
            <p:cNvSpPr txBox="1"/>
            <p:nvPr/>
          </p:nvSpPr>
          <p:spPr>
            <a:xfrm>
              <a:off x="6255333" y="1408150"/>
              <a:ext cx="623400" cy="123000"/>
            </a:xfrm>
            <a:prstGeom prst="rect">
              <a:avLst/>
            </a:prstGeom>
            <a:noFill/>
            <a:ln>
              <a:noFill/>
            </a:ln>
          </p:spPr>
          <p:txBody>
            <a:bodyPr anchorCtr="0" anchor="t" bIns="0" lIns="0" spcFirstLastPara="1" rIns="0" wrap="square" tIns="0">
              <a:spAutoFit/>
            </a:bodyPr>
            <a:lstStyle/>
            <a:p>
              <a:pPr indent="0" lvl="0" marL="0" rtl="0" algn="ctr">
                <a:spcBef>
                  <a:spcPts val="0"/>
                </a:spcBef>
                <a:spcAft>
                  <a:spcPts val="0"/>
                </a:spcAft>
                <a:buNone/>
              </a:pPr>
              <a:r>
                <a:rPr b="1" i="1" lang="es-419" sz="800">
                  <a:solidFill>
                    <a:srgbClr val="990000"/>
                  </a:solidFill>
                </a:rPr>
                <a:t>extends</a:t>
              </a:r>
              <a:endParaRPr b="1" i="1" sz="800">
                <a:solidFill>
                  <a:srgbClr val="990000"/>
                </a:solidFill>
              </a:endParaRPr>
            </a:p>
          </p:txBody>
        </p:sp>
      </p:grpSp>
      <p:pic>
        <p:nvPicPr>
          <p:cNvPr id="2290" name="Google Shape;2290;p41"/>
          <p:cNvPicPr preferRelativeResize="0"/>
          <p:nvPr/>
        </p:nvPicPr>
        <p:blipFill rotWithShape="1">
          <a:blip r:embed="rId2">
            <a:alphaModFix/>
          </a:blip>
          <a:srcRect b="0" l="0" r="0" t="0"/>
          <a:stretch/>
        </p:blipFill>
        <p:spPr>
          <a:xfrm>
            <a:off x="2665759" y="1883602"/>
            <a:ext cx="189000" cy="540000"/>
          </a:xfrm>
          <a:prstGeom prst="rect">
            <a:avLst/>
          </a:prstGeom>
          <a:noFill/>
          <a:ln>
            <a:noFill/>
          </a:ln>
        </p:spPr>
      </p:pic>
      <p:pic>
        <p:nvPicPr>
          <p:cNvPr id="2291" name="Google Shape;2291;p41"/>
          <p:cNvPicPr preferRelativeResize="0"/>
          <p:nvPr/>
        </p:nvPicPr>
        <p:blipFill rotWithShape="1">
          <a:blip r:embed="rId3">
            <a:alphaModFix/>
          </a:blip>
          <a:srcRect b="0" l="0" r="0" t="0"/>
          <a:stretch/>
        </p:blipFill>
        <p:spPr>
          <a:xfrm>
            <a:off x="2236333" y="1883594"/>
            <a:ext cx="259200" cy="540000"/>
          </a:xfrm>
          <a:prstGeom prst="rect">
            <a:avLst/>
          </a:prstGeom>
          <a:noFill/>
          <a:ln>
            <a:noFill/>
          </a:ln>
        </p:spPr>
      </p:pic>
      <p:pic>
        <p:nvPicPr>
          <p:cNvPr id="2292" name="Google Shape;2292;p41"/>
          <p:cNvPicPr preferRelativeResize="0"/>
          <p:nvPr/>
        </p:nvPicPr>
        <p:blipFill rotWithShape="1">
          <a:blip r:embed="rId4">
            <a:alphaModFix/>
          </a:blip>
          <a:srcRect b="0" l="0" r="0" t="0"/>
          <a:stretch/>
        </p:blipFill>
        <p:spPr>
          <a:xfrm>
            <a:off x="3060890" y="1883600"/>
            <a:ext cx="259200" cy="540000"/>
          </a:xfrm>
          <a:prstGeom prst="rect">
            <a:avLst/>
          </a:prstGeom>
          <a:noFill/>
          <a:ln>
            <a:noFill/>
          </a:ln>
        </p:spPr>
      </p:pic>
      <p:grpSp>
        <p:nvGrpSpPr>
          <p:cNvPr id="2293" name="Google Shape;2293;p41"/>
          <p:cNvGrpSpPr/>
          <p:nvPr/>
        </p:nvGrpSpPr>
        <p:grpSpPr>
          <a:xfrm>
            <a:off x="1855443" y="936425"/>
            <a:ext cx="1541275" cy="839850"/>
            <a:chOff x="849038" y="4592425"/>
            <a:chExt cx="1541275" cy="839850"/>
          </a:xfrm>
        </p:grpSpPr>
        <p:sp>
          <p:nvSpPr>
            <p:cNvPr id="2294" name="Google Shape;2294;p41"/>
            <p:cNvSpPr/>
            <p:nvPr/>
          </p:nvSpPr>
          <p:spPr>
            <a:xfrm>
              <a:off x="850363" y="4592425"/>
              <a:ext cx="1527600" cy="831300"/>
            </a:xfrm>
            <a:prstGeom prst="snip2SameRect">
              <a:avLst>
                <a:gd fmla="val 37547" name="adj1"/>
                <a:gd fmla="val 0" name="adj2"/>
              </a:avLst>
            </a:prstGeom>
            <a:solidFill>
              <a:schemeClr val="l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i="1" lang="es-419" sz="1000"/>
                <a:t>&lt;...&gt;</a:t>
              </a:r>
              <a:endParaRPr i="1" sz="1000"/>
            </a:p>
          </p:txBody>
        </p:sp>
        <p:cxnSp>
          <p:nvCxnSpPr>
            <p:cNvPr id="2295" name="Google Shape;2295;p41"/>
            <p:cNvCxnSpPr/>
            <p:nvPr/>
          </p:nvCxnSpPr>
          <p:spPr>
            <a:xfrm flipH="1">
              <a:off x="849038" y="5009550"/>
              <a:ext cx="320100" cy="413700"/>
            </a:xfrm>
            <a:prstGeom prst="straightConnector1">
              <a:avLst/>
            </a:prstGeom>
            <a:noFill/>
            <a:ln cap="flat" cmpd="sng" w="9525">
              <a:solidFill>
                <a:schemeClr val="dk2"/>
              </a:solidFill>
              <a:prstDash val="solid"/>
              <a:round/>
              <a:headEnd len="med" w="med" type="none"/>
              <a:tailEnd len="med" w="med" type="none"/>
            </a:ln>
          </p:spPr>
        </p:cxnSp>
        <p:cxnSp>
          <p:nvCxnSpPr>
            <p:cNvPr id="2296" name="Google Shape;2296;p41"/>
            <p:cNvCxnSpPr/>
            <p:nvPr/>
          </p:nvCxnSpPr>
          <p:spPr>
            <a:xfrm>
              <a:off x="1163288" y="4592700"/>
              <a:ext cx="0" cy="425700"/>
            </a:xfrm>
            <a:prstGeom prst="straightConnector1">
              <a:avLst/>
            </a:prstGeom>
            <a:noFill/>
            <a:ln cap="flat" cmpd="sng" w="9525">
              <a:solidFill>
                <a:schemeClr val="dk2"/>
              </a:solidFill>
              <a:prstDash val="solid"/>
              <a:round/>
              <a:headEnd len="med" w="med" type="none"/>
              <a:tailEnd len="med" w="med" type="none"/>
            </a:ln>
          </p:spPr>
        </p:cxnSp>
        <p:cxnSp>
          <p:nvCxnSpPr>
            <p:cNvPr id="2297" name="Google Shape;2297;p41"/>
            <p:cNvCxnSpPr/>
            <p:nvPr/>
          </p:nvCxnSpPr>
          <p:spPr>
            <a:xfrm flipH="1" rot="10800000">
              <a:off x="1169138" y="5012425"/>
              <a:ext cx="892500" cy="3000"/>
            </a:xfrm>
            <a:prstGeom prst="straightConnector1">
              <a:avLst/>
            </a:prstGeom>
            <a:noFill/>
            <a:ln cap="flat" cmpd="sng" w="9525">
              <a:solidFill>
                <a:schemeClr val="dk2"/>
              </a:solidFill>
              <a:prstDash val="solid"/>
              <a:round/>
              <a:headEnd len="med" w="med" type="none"/>
              <a:tailEnd len="med" w="med" type="none"/>
            </a:ln>
          </p:spPr>
        </p:cxnSp>
        <p:cxnSp>
          <p:nvCxnSpPr>
            <p:cNvPr id="2298" name="Google Shape;2298;p41"/>
            <p:cNvCxnSpPr/>
            <p:nvPr/>
          </p:nvCxnSpPr>
          <p:spPr>
            <a:xfrm>
              <a:off x="2064138" y="4592700"/>
              <a:ext cx="0" cy="425700"/>
            </a:xfrm>
            <a:prstGeom prst="straightConnector1">
              <a:avLst/>
            </a:prstGeom>
            <a:noFill/>
            <a:ln cap="flat" cmpd="sng" w="9525">
              <a:solidFill>
                <a:schemeClr val="dk2"/>
              </a:solidFill>
              <a:prstDash val="solid"/>
              <a:round/>
              <a:headEnd len="med" w="med" type="none"/>
              <a:tailEnd len="med" w="med" type="none"/>
            </a:ln>
          </p:spPr>
        </p:cxnSp>
        <p:cxnSp>
          <p:nvCxnSpPr>
            <p:cNvPr id="2299" name="Google Shape;2299;p41"/>
            <p:cNvCxnSpPr/>
            <p:nvPr/>
          </p:nvCxnSpPr>
          <p:spPr>
            <a:xfrm rot="10800000">
              <a:off x="2067513" y="5018275"/>
              <a:ext cx="322800" cy="414000"/>
            </a:xfrm>
            <a:prstGeom prst="straightConnector1">
              <a:avLst/>
            </a:prstGeom>
            <a:noFill/>
            <a:ln cap="flat" cmpd="sng" w="9525">
              <a:solidFill>
                <a:schemeClr val="dk2"/>
              </a:solidFill>
              <a:prstDash val="solid"/>
              <a:round/>
              <a:headEnd len="med" w="med" type="none"/>
              <a:tailEnd len="med" w="med" type="none"/>
            </a:ln>
          </p:spPr>
        </p:cxnSp>
      </p:grpSp>
      <p:grpSp>
        <p:nvGrpSpPr>
          <p:cNvPr id="2300" name="Google Shape;2300;p41"/>
          <p:cNvGrpSpPr/>
          <p:nvPr/>
        </p:nvGrpSpPr>
        <p:grpSpPr>
          <a:xfrm>
            <a:off x="506231" y="3169679"/>
            <a:ext cx="2716200" cy="1366800"/>
            <a:chOff x="6859675" y="892675"/>
            <a:chExt cx="2716200" cy="1366800"/>
          </a:xfrm>
        </p:grpSpPr>
        <p:sp>
          <p:nvSpPr>
            <p:cNvPr id="2301" name="Google Shape;2301;p41"/>
            <p:cNvSpPr/>
            <p:nvPr/>
          </p:nvSpPr>
          <p:spPr>
            <a:xfrm>
              <a:off x="6859675" y="892675"/>
              <a:ext cx="2716200" cy="1366800"/>
            </a:xfrm>
            <a:prstGeom prst="roundRect">
              <a:avLst>
                <a:gd fmla="val 3146" name="adj"/>
              </a:avLst>
            </a:prstGeom>
            <a:solidFill>
              <a:srgbClr val="FFFFFF"/>
            </a:solidFill>
            <a:ln cap="flat" cmpd="sng" w="9525">
              <a:solidFill>
                <a:srgbClr val="EFEFEF"/>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t" bIns="18000" lIns="18000" spcFirstLastPara="1" rIns="18000" wrap="square" tIns="18000">
              <a:noAutofit/>
            </a:bodyPr>
            <a:lstStyle/>
            <a:p>
              <a:pPr indent="0" lvl="0" marL="0" rtl="0" algn="r">
                <a:spcBef>
                  <a:spcPts val="0"/>
                </a:spcBef>
                <a:spcAft>
                  <a:spcPts val="0"/>
                </a:spcAft>
                <a:buNone/>
              </a:pPr>
              <a:r>
                <a:t/>
              </a:r>
              <a:endParaRPr b="1" i="1" sz="900">
                <a:solidFill>
                  <a:srgbClr val="434343"/>
                </a:solidFill>
              </a:endParaRPr>
            </a:p>
          </p:txBody>
        </p:sp>
        <p:sp>
          <p:nvSpPr>
            <p:cNvPr id="2302" name="Google Shape;2302;p41"/>
            <p:cNvSpPr txBox="1"/>
            <p:nvPr/>
          </p:nvSpPr>
          <p:spPr>
            <a:xfrm>
              <a:off x="6939508" y="944250"/>
              <a:ext cx="376500" cy="265800"/>
            </a:xfrm>
            <a:prstGeom prst="rect">
              <a:avLst/>
            </a:prstGeom>
            <a:noFill/>
            <a:ln>
              <a:noFill/>
            </a:ln>
          </p:spPr>
          <p:txBody>
            <a:bodyPr anchorCtr="0" anchor="ctr" bIns="0" lIns="0" spcFirstLastPara="1" rIns="0" wrap="square" tIns="0">
              <a:noAutofit/>
            </a:bodyPr>
            <a:lstStyle/>
            <a:p>
              <a:pPr indent="0" lvl="0" marL="0" rtl="0" algn="r">
                <a:spcBef>
                  <a:spcPts val="0"/>
                </a:spcBef>
                <a:spcAft>
                  <a:spcPts val="0"/>
                </a:spcAft>
                <a:buNone/>
              </a:pPr>
              <a:r>
                <a:rPr lang="es-419" sz="700">
                  <a:latin typeface="Arvo"/>
                  <a:ea typeface="Arvo"/>
                  <a:cs typeface="Arvo"/>
                  <a:sym typeface="Arvo"/>
                </a:rPr>
                <a:t>Proceso:</a:t>
              </a:r>
              <a:endParaRPr sz="700">
                <a:latin typeface="Arvo"/>
                <a:ea typeface="Arvo"/>
                <a:cs typeface="Arvo"/>
                <a:sym typeface="Arvo"/>
              </a:endParaRPr>
            </a:p>
            <a:p>
              <a:pPr indent="0" lvl="0" marL="0" rtl="0" algn="r">
                <a:spcBef>
                  <a:spcPts val="0"/>
                </a:spcBef>
                <a:spcAft>
                  <a:spcPts val="0"/>
                </a:spcAft>
                <a:buNone/>
              </a:pPr>
              <a:r>
                <a:t/>
              </a:r>
              <a:endParaRPr i="1" sz="600">
                <a:solidFill>
                  <a:srgbClr val="666666"/>
                </a:solidFill>
                <a:latin typeface="Arvo"/>
                <a:ea typeface="Arvo"/>
                <a:cs typeface="Arvo"/>
                <a:sym typeface="Arvo"/>
              </a:endParaRPr>
            </a:p>
          </p:txBody>
        </p:sp>
        <p:sp>
          <p:nvSpPr>
            <p:cNvPr id="2303" name="Google Shape;2303;p41"/>
            <p:cNvSpPr/>
            <p:nvPr/>
          </p:nvSpPr>
          <p:spPr>
            <a:xfrm>
              <a:off x="7450814" y="951063"/>
              <a:ext cx="2049300" cy="160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600">
                <a:latin typeface="Roboto"/>
                <a:ea typeface="Roboto"/>
                <a:cs typeface="Roboto"/>
                <a:sym typeface="Roboto"/>
              </a:endParaRPr>
            </a:p>
          </p:txBody>
        </p:sp>
        <p:sp>
          <p:nvSpPr>
            <p:cNvPr id="2304" name="Google Shape;2304;p41"/>
            <p:cNvSpPr txBox="1"/>
            <p:nvPr/>
          </p:nvSpPr>
          <p:spPr>
            <a:xfrm>
              <a:off x="7450814" y="946863"/>
              <a:ext cx="1736100" cy="169200"/>
            </a:xfrm>
            <a:prstGeom prst="rect">
              <a:avLst/>
            </a:prstGeom>
            <a:noFill/>
            <a:ln>
              <a:noFill/>
            </a:ln>
          </p:spPr>
          <p:txBody>
            <a:bodyPr anchorCtr="0" anchor="ctr" bIns="18000" lIns="18000" spcFirstLastPara="1" rIns="18000" wrap="square" tIns="18000">
              <a:noAutofit/>
            </a:bodyPr>
            <a:lstStyle/>
            <a:p>
              <a:pPr indent="0" lvl="0" marL="0" rtl="0" algn="ctr">
                <a:spcBef>
                  <a:spcPts val="0"/>
                </a:spcBef>
                <a:spcAft>
                  <a:spcPts val="0"/>
                </a:spcAft>
                <a:buNone/>
              </a:pPr>
              <a:r>
                <a:rPr b="1" i="1" lang="es-419" sz="800">
                  <a:solidFill>
                    <a:srgbClr val="434343"/>
                  </a:solidFill>
                </a:rPr>
                <a:t>&lt;...&gt;</a:t>
              </a:r>
              <a:endParaRPr b="1" i="1" sz="800">
                <a:solidFill>
                  <a:srgbClr val="434343"/>
                </a:solidFill>
              </a:endParaRPr>
            </a:p>
          </p:txBody>
        </p:sp>
        <p:sp>
          <p:nvSpPr>
            <p:cNvPr id="2305" name="Google Shape;2305;p41"/>
            <p:cNvSpPr/>
            <p:nvPr/>
          </p:nvSpPr>
          <p:spPr>
            <a:xfrm>
              <a:off x="6965508" y="1159663"/>
              <a:ext cx="461700" cy="1038600"/>
            </a:xfrm>
            <a:prstGeom prst="roundRect">
              <a:avLst>
                <a:gd fmla="val 9856" name="adj"/>
              </a:avLst>
            </a:prstGeom>
            <a:solidFill>
              <a:schemeClr val="l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 name="Google Shape;2306;p41"/>
            <p:cNvSpPr txBox="1"/>
            <p:nvPr/>
          </p:nvSpPr>
          <p:spPr>
            <a:xfrm>
              <a:off x="6965508" y="1204638"/>
              <a:ext cx="454500" cy="386700"/>
            </a:xfrm>
            <a:prstGeom prst="rect">
              <a:avLst/>
            </a:prstGeom>
            <a:noFill/>
            <a:ln>
              <a:noFill/>
            </a:ln>
          </p:spPr>
          <p:txBody>
            <a:bodyPr anchorCtr="0" anchor="t" bIns="18000" lIns="18000" spcFirstLastPara="1" rIns="18000" wrap="square" tIns="18000">
              <a:noAutofit/>
            </a:bodyPr>
            <a:lstStyle/>
            <a:p>
              <a:pPr indent="0" lvl="0" marL="0" rtl="0" algn="ctr">
                <a:spcBef>
                  <a:spcPts val="0"/>
                </a:spcBef>
                <a:spcAft>
                  <a:spcPts val="0"/>
                </a:spcAft>
                <a:buNone/>
              </a:pPr>
              <a:r>
                <a:rPr lang="es-419" sz="700"/>
                <a:t>&lt;...&gt;</a:t>
              </a:r>
              <a:endParaRPr sz="700"/>
            </a:p>
            <a:p>
              <a:pPr indent="0" lvl="0" marL="457200" rtl="0" algn="ctr">
                <a:spcBef>
                  <a:spcPts val="0"/>
                </a:spcBef>
                <a:spcAft>
                  <a:spcPts val="0"/>
                </a:spcAft>
                <a:buNone/>
              </a:pPr>
              <a:r>
                <a:t/>
              </a:r>
              <a:endParaRPr sz="700"/>
            </a:p>
          </p:txBody>
        </p:sp>
        <p:sp>
          <p:nvSpPr>
            <p:cNvPr id="2307" name="Google Shape;2307;p41"/>
            <p:cNvSpPr/>
            <p:nvPr/>
          </p:nvSpPr>
          <p:spPr>
            <a:xfrm>
              <a:off x="7479206" y="1159663"/>
              <a:ext cx="461700" cy="1038600"/>
            </a:xfrm>
            <a:prstGeom prst="roundRect">
              <a:avLst>
                <a:gd fmla="val 9856" name="adj"/>
              </a:avLst>
            </a:prstGeom>
            <a:solidFill>
              <a:schemeClr val="l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 name="Google Shape;2308;p41"/>
            <p:cNvSpPr txBox="1"/>
            <p:nvPr/>
          </p:nvSpPr>
          <p:spPr>
            <a:xfrm>
              <a:off x="7479206" y="1204638"/>
              <a:ext cx="454500" cy="386700"/>
            </a:xfrm>
            <a:prstGeom prst="rect">
              <a:avLst/>
            </a:prstGeom>
            <a:noFill/>
            <a:ln>
              <a:noFill/>
            </a:ln>
          </p:spPr>
          <p:txBody>
            <a:bodyPr anchorCtr="0" anchor="t" bIns="18000" lIns="18000" spcFirstLastPara="1" rIns="18000" wrap="square" tIns="18000">
              <a:noAutofit/>
            </a:bodyPr>
            <a:lstStyle/>
            <a:p>
              <a:pPr indent="0" lvl="0" marL="0" rtl="0" algn="ctr">
                <a:spcBef>
                  <a:spcPts val="0"/>
                </a:spcBef>
                <a:spcAft>
                  <a:spcPts val="0"/>
                </a:spcAft>
                <a:buNone/>
              </a:pPr>
              <a:r>
                <a:rPr lang="es-419" sz="700"/>
                <a:t>&lt;...&gt;</a:t>
              </a:r>
              <a:endParaRPr sz="700"/>
            </a:p>
            <a:p>
              <a:pPr indent="0" lvl="0" marL="457200" rtl="0" algn="ctr">
                <a:spcBef>
                  <a:spcPts val="0"/>
                </a:spcBef>
                <a:spcAft>
                  <a:spcPts val="0"/>
                </a:spcAft>
                <a:buNone/>
              </a:pPr>
              <a:r>
                <a:t/>
              </a:r>
              <a:endParaRPr sz="700"/>
            </a:p>
          </p:txBody>
        </p:sp>
        <p:sp>
          <p:nvSpPr>
            <p:cNvPr id="2309" name="Google Shape;2309;p41"/>
            <p:cNvSpPr/>
            <p:nvPr/>
          </p:nvSpPr>
          <p:spPr>
            <a:xfrm>
              <a:off x="7998866" y="1159663"/>
              <a:ext cx="461700" cy="1038600"/>
            </a:xfrm>
            <a:prstGeom prst="roundRect">
              <a:avLst>
                <a:gd fmla="val 9856" name="adj"/>
              </a:avLst>
            </a:prstGeom>
            <a:solidFill>
              <a:schemeClr val="l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 name="Google Shape;2310;p41"/>
            <p:cNvSpPr txBox="1"/>
            <p:nvPr/>
          </p:nvSpPr>
          <p:spPr>
            <a:xfrm>
              <a:off x="7998866" y="1204638"/>
              <a:ext cx="454500" cy="386700"/>
            </a:xfrm>
            <a:prstGeom prst="rect">
              <a:avLst/>
            </a:prstGeom>
            <a:noFill/>
            <a:ln>
              <a:noFill/>
            </a:ln>
          </p:spPr>
          <p:txBody>
            <a:bodyPr anchorCtr="0" anchor="t" bIns="18000" lIns="18000" spcFirstLastPara="1" rIns="18000" wrap="square" tIns="18000">
              <a:noAutofit/>
            </a:bodyPr>
            <a:lstStyle/>
            <a:p>
              <a:pPr indent="0" lvl="0" marL="0" rtl="0" algn="ctr">
                <a:spcBef>
                  <a:spcPts val="0"/>
                </a:spcBef>
                <a:spcAft>
                  <a:spcPts val="0"/>
                </a:spcAft>
                <a:buNone/>
              </a:pPr>
              <a:r>
                <a:rPr lang="es-419" sz="700"/>
                <a:t>&lt;...&gt;</a:t>
              </a:r>
              <a:endParaRPr sz="700"/>
            </a:p>
            <a:p>
              <a:pPr indent="0" lvl="0" marL="457200" rtl="0" algn="ctr">
                <a:spcBef>
                  <a:spcPts val="0"/>
                </a:spcBef>
                <a:spcAft>
                  <a:spcPts val="0"/>
                </a:spcAft>
                <a:buNone/>
              </a:pPr>
              <a:r>
                <a:t/>
              </a:r>
              <a:endParaRPr sz="700"/>
            </a:p>
          </p:txBody>
        </p:sp>
        <p:sp>
          <p:nvSpPr>
            <p:cNvPr id="2311" name="Google Shape;2311;p41"/>
            <p:cNvSpPr/>
            <p:nvPr/>
          </p:nvSpPr>
          <p:spPr>
            <a:xfrm>
              <a:off x="8518526" y="1159663"/>
              <a:ext cx="461700" cy="1038600"/>
            </a:xfrm>
            <a:prstGeom prst="roundRect">
              <a:avLst>
                <a:gd fmla="val 9856" name="adj"/>
              </a:avLst>
            </a:prstGeom>
            <a:solidFill>
              <a:schemeClr val="l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 name="Google Shape;2312;p41"/>
            <p:cNvSpPr txBox="1"/>
            <p:nvPr/>
          </p:nvSpPr>
          <p:spPr>
            <a:xfrm>
              <a:off x="8518526" y="1204638"/>
              <a:ext cx="454500" cy="386700"/>
            </a:xfrm>
            <a:prstGeom prst="rect">
              <a:avLst/>
            </a:prstGeom>
            <a:noFill/>
            <a:ln>
              <a:noFill/>
            </a:ln>
          </p:spPr>
          <p:txBody>
            <a:bodyPr anchorCtr="0" anchor="t" bIns="18000" lIns="18000" spcFirstLastPara="1" rIns="18000" wrap="square" tIns="18000">
              <a:noAutofit/>
            </a:bodyPr>
            <a:lstStyle/>
            <a:p>
              <a:pPr indent="0" lvl="0" marL="0" rtl="0" algn="ctr">
                <a:spcBef>
                  <a:spcPts val="0"/>
                </a:spcBef>
                <a:spcAft>
                  <a:spcPts val="0"/>
                </a:spcAft>
                <a:buNone/>
              </a:pPr>
              <a:r>
                <a:rPr lang="es-419" sz="700"/>
                <a:t>&lt;...&gt;</a:t>
              </a:r>
              <a:endParaRPr sz="700"/>
            </a:p>
            <a:p>
              <a:pPr indent="0" lvl="0" marL="457200" rtl="0" algn="ctr">
                <a:spcBef>
                  <a:spcPts val="0"/>
                </a:spcBef>
                <a:spcAft>
                  <a:spcPts val="0"/>
                </a:spcAft>
                <a:buNone/>
              </a:pPr>
              <a:r>
                <a:t/>
              </a:r>
              <a:endParaRPr sz="700"/>
            </a:p>
          </p:txBody>
        </p:sp>
        <p:sp>
          <p:nvSpPr>
            <p:cNvPr id="2313" name="Google Shape;2313;p41"/>
            <p:cNvSpPr/>
            <p:nvPr/>
          </p:nvSpPr>
          <p:spPr>
            <a:xfrm>
              <a:off x="9038185" y="1159663"/>
              <a:ext cx="461700" cy="1038600"/>
            </a:xfrm>
            <a:prstGeom prst="roundRect">
              <a:avLst>
                <a:gd fmla="val 9856" name="adj"/>
              </a:avLst>
            </a:prstGeom>
            <a:solidFill>
              <a:schemeClr val="l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 name="Google Shape;2314;p41"/>
            <p:cNvSpPr txBox="1"/>
            <p:nvPr/>
          </p:nvSpPr>
          <p:spPr>
            <a:xfrm>
              <a:off x="9038185" y="1204638"/>
              <a:ext cx="454500" cy="386700"/>
            </a:xfrm>
            <a:prstGeom prst="rect">
              <a:avLst/>
            </a:prstGeom>
            <a:noFill/>
            <a:ln>
              <a:noFill/>
            </a:ln>
          </p:spPr>
          <p:txBody>
            <a:bodyPr anchorCtr="0" anchor="t" bIns="18000" lIns="18000" spcFirstLastPara="1" rIns="18000" wrap="square" tIns="18000">
              <a:noAutofit/>
            </a:bodyPr>
            <a:lstStyle/>
            <a:p>
              <a:pPr indent="0" lvl="0" marL="0" rtl="0" algn="ctr">
                <a:spcBef>
                  <a:spcPts val="0"/>
                </a:spcBef>
                <a:spcAft>
                  <a:spcPts val="0"/>
                </a:spcAft>
                <a:buNone/>
              </a:pPr>
              <a:r>
                <a:rPr lang="es-419" sz="700"/>
                <a:t>&lt;...&gt;</a:t>
              </a:r>
              <a:endParaRPr sz="700"/>
            </a:p>
          </p:txBody>
        </p:sp>
      </p:grpSp>
      <p:cxnSp>
        <p:nvCxnSpPr>
          <p:cNvPr id="2315" name="Google Shape;2315;p41"/>
          <p:cNvCxnSpPr/>
          <p:nvPr/>
        </p:nvCxnSpPr>
        <p:spPr>
          <a:xfrm>
            <a:off x="473468" y="1675158"/>
            <a:ext cx="773700" cy="442200"/>
          </a:xfrm>
          <a:prstGeom prst="bentConnector3">
            <a:avLst>
              <a:gd fmla="val 50000" name="adj1"/>
            </a:avLst>
          </a:prstGeom>
          <a:noFill/>
          <a:ln cap="flat" cmpd="sng" w="19050">
            <a:solidFill>
              <a:schemeClr val="dk2"/>
            </a:solidFill>
            <a:prstDash val="dash"/>
            <a:round/>
            <a:headEnd len="med" w="med" type="none"/>
            <a:tailEnd len="med" w="med" type="stealth"/>
          </a:ln>
        </p:spPr>
      </p:cxnSp>
      <p:sp>
        <p:nvSpPr>
          <p:cNvPr id="2316" name="Google Shape;2316;p41"/>
          <p:cNvSpPr/>
          <p:nvPr/>
        </p:nvSpPr>
        <p:spPr>
          <a:xfrm>
            <a:off x="1059443" y="1103150"/>
            <a:ext cx="691500" cy="307800"/>
          </a:xfrm>
          <a:prstGeom prst="roundRect">
            <a:avLst>
              <a:gd fmla="val 5590" name="adj"/>
            </a:avLst>
          </a:prstGeom>
          <a:solidFill>
            <a:srgbClr val="D9EAD3"/>
          </a:solidFill>
          <a:ln cap="flat" cmpd="sng" w="9525">
            <a:solidFill>
              <a:srgbClr val="EFEFEF"/>
            </a:solidFill>
            <a:prstDash val="solid"/>
            <a:round/>
            <a:headEnd len="sm" w="sm" type="none"/>
            <a:tailEnd len="sm" w="sm" type="none"/>
          </a:ln>
          <a:effectLst>
            <a:outerShdw rotWithShape="0" algn="bl" dir="2820000" dist="9525">
              <a:srgbClr val="660000">
                <a:alpha val="50000"/>
              </a:srgbClr>
            </a:outerShdw>
          </a:effectLst>
        </p:spPr>
        <p:txBody>
          <a:bodyPr anchorCtr="0" anchor="ctr" bIns="18000" lIns="18000" spcFirstLastPara="1" rIns="18000" wrap="square" tIns="18000">
            <a:noAutofit/>
          </a:bodyPr>
          <a:lstStyle/>
          <a:p>
            <a:pPr indent="0" lvl="0" marL="0" rtl="0" algn="ctr">
              <a:spcBef>
                <a:spcPts val="0"/>
              </a:spcBef>
              <a:spcAft>
                <a:spcPts val="0"/>
              </a:spcAft>
              <a:buNone/>
            </a:pPr>
            <a:r>
              <a:rPr b="1" lang="es-419" sz="800"/>
              <a:t>&lt;..&gt;</a:t>
            </a:r>
            <a:endParaRPr b="1" sz="800">
              <a:latin typeface="Roboto"/>
              <a:ea typeface="Roboto"/>
              <a:cs typeface="Roboto"/>
              <a:sym typeface="Roboto"/>
            </a:endParaRPr>
          </a:p>
        </p:txBody>
      </p:sp>
      <p:pic>
        <p:nvPicPr>
          <p:cNvPr id="2317" name="Google Shape;2317;p41"/>
          <p:cNvPicPr preferRelativeResize="0"/>
          <p:nvPr/>
        </p:nvPicPr>
        <p:blipFill rotWithShape="1">
          <a:blip r:embed="rId5">
            <a:alphaModFix/>
          </a:blip>
          <a:srcRect b="0" l="0" r="0" t="0"/>
          <a:stretch/>
        </p:blipFill>
        <p:spPr>
          <a:xfrm>
            <a:off x="1839124" y="1883611"/>
            <a:ext cx="167400" cy="540000"/>
          </a:xfrm>
          <a:prstGeom prst="rect">
            <a:avLst/>
          </a:prstGeom>
          <a:noFill/>
          <a:ln>
            <a:noFill/>
          </a:ln>
        </p:spPr>
      </p:pic>
      <p:sp>
        <p:nvSpPr>
          <p:cNvPr id="2318" name="Google Shape;2318;p41"/>
          <p:cNvSpPr/>
          <p:nvPr/>
        </p:nvSpPr>
        <p:spPr>
          <a:xfrm>
            <a:off x="4005026" y="263250"/>
            <a:ext cx="3472500" cy="421200"/>
          </a:xfrm>
          <a:prstGeom prst="roundRect">
            <a:avLst>
              <a:gd fmla="val 17492" name="adj"/>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s-419" sz="1200">
                <a:solidFill>
                  <a:srgbClr val="FFFFFF"/>
                </a:solidFill>
              </a:rPr>
              <a:t>Estructura de Puntos de Automatización</a:t>
            </a:r>
            <a:endParaRPr b="1" sz="1100">
              <a:solidFill>
                <a:srgbClr val="FFFFFF"/>
              </a:solidFill>
            </a:endParaRPr>
          </a:p>
        </p:txBody>
      </p:sp>
      <p:sp>
        <p:nvSpPr>
          <p:cNvPr id="2319" name="Google Shape;2319;p41"/>
          <p:cNvSpPr/>
          <p:nvPr/>
        </p:nvSpPr>
        <p:spPr>
          <a:xfrm>
            <a:off x="4005000" y="822275"/>
            <a:ext cx="3472500" cy="5853600"/>
          </a:xfrm>
          <a:prstGeom prst="roundRect">
            <a:avLst>
              <a:gd fmla="val 4230" name="adj"/>
            </a:avLst>
          </a:prstGeom>
          <a:solidFill>
            <a:srgbClr val="F3F3F3"/>
          </a:solidFill>
          <a:ln cap="flat" cmpd="sng" w="9525">
            <a:solidFill>
              <a:srgbClr val="F3F3F3"/>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320" name="Google Shape;2320;p41"/>
          <p:cNvGrpSpPr/>
          <p:nvPr/>
        </p:nvGrpSpPr>
        <p:grpSpPr>
          <a:xfrm>
            <a:off x="4200298" y="1006178"/>
            <a:ext cx="3098700" cy="2874900"/>
            <a:chOff x="-3269900" y="813200"/>
            <a:chExt cx="3098700" cy="2874900"/>
          </a:xfrm>
        </p:grpSpPr>
        <p:sp>
          <p:nvSpPr>
            <p:cNvPr id="2321" name="Google Shape;2321;p41"/>
            <p:cNvSpPr/>
            <p:nvPr/>
          </p:nvSpPr>
          <p:spPr>
            <a:xfrm>
              <a:off x="-3269900" y="813200"/>
              <a:ext cx="3098700" cy="2874900"/>
            </a:xfrm>
            <a:prstGeom prst="roundRect">
              <a:avLst>
                <a:gd fmla="val 3233" name="adj"/>
              </a:avLst>
            </a:prstGeom>
            <a:solidFill>
              <a:srgbClr val="FFFFFF"/>
            </a:solidFill>
            <a:ln cap="flat" cmpd="sng" w="9525">
              <a:solidFill>
                <a:srgbClr val="EFEFEF"/>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t" bIns="18000" lIns="18000" spcFirstLastPara="1" rIns="18000" wrap="square" tIns="18000">
              <a:noAutofit/>
            </a:bodyPr>
            <a:lstStyle/>
            <a:p>
              <a:pPr indent="0" lvl="0" marL="0" rtl="0" algn="ctr">
                <a:spcBef>
                  <a:spcPts val="0"/>
                </a:spcBef>
                <a:spcAft>
                  <a:spcPts val="0"/>
                </a:spcAft>
                <a:buNone/>
              </a:pPr>
              <a:r>
                <a:rPr b="1" i="1" lang="es-419" sz="900">
                  <a:solidFill>
                    <a:srgbClr val="434343"/>
                  </a:solidFill>
                </a:rPr>
                <a:t>Puntos de Automatización</a:t>
              </a:r>
              <a:endParaRPr b="1" i="1" sz="900">
                <a:solidFill>
                  <a:srgbClr val="434343"/>
                </a:solidFill>
              </a:endParaRPr>
            </a:p>
          </p:txBody>
        </p:sp>
        <p:sp>
          <p:nvSpPr>
            <p:cNvPr id="2322" name="Google Shape;2322;p41"/>
            <p:cNvSpPr txBox="1"/>
            <p:nvPr/>
          </p:nvSpPr>
          <p:spPr>
            <a:xfrm>
              <a:off x="-3089724" y="1083825"/>
              <a:ext cx="1098600" cy="232500"/>
            </a:xfrm>
            <a:prstGeom prst="rect">
              <a:avLst/>
            </a:prstGeom>
            <a:noFill/>
            <a:ln>
              <a:noFill/>
            </a:ln>
          </p:spPr>
          <p:txBody>
            <a:bodyPr anchorCtr="0" anchor="ctr" bIns="0" lIns="0" spcFirstLastPara="1" rIns="0" wrap="square" tIns="0">
              <a:noAutofit/>
            </a:bodyPr>
            <a:lstStyle/>
            <a:p>
              <a:pPr indent="0" lvl="0" marL="0" rtl="0" algn="r">
                <a:spcBef>
                  <a:spcPts val="0"/>
                </a:spcBef>
                <a:spcAft>
                  <a:spcPts val="0"/>
                </a:spcAft>
                <a:buNone/>
              </a:pPr>
              <a:r>
                <a:rPr lang="es-419" sz="800">
                  <a:latin typeface="Arvo"/>
                  <a:ea typeface="Arvo"/>
                  <a:cs typeface="Arvo"/>
                  <a:sym typeface="Arvo"/>
                </a:rPr>
                <a:t>Actividad de Negocio</a:t>
              </a:r>
              <a:endParaRPr sz="800">
                <a:latin typeface="Arvo"/>
                <a:ea typeface="Arvo"/>
                <a:cs typeface="Arvo"/>
                <a:sym typeface="Arvo"/>
              </a:endParaRPr>
            </a:p>
            <a:p>
              <a:pPr indent="0" lvl="0" marL="0" rtl="0" algn="r">
                <a:spcBef>
                  <a:spcPts val="0"/>
                </a:spcBef>
                <a:spcAft>
                  <a:spcPts val="0"/>
                </a:spcAft>
                <a:buNone/>
              </a:pPr>
              <a:r>
                <a:rPr i="1" lang="es-419" sz="600">
                  <a:latin typeface="Arvo"/>
                  <a:ea typeface="Arvo"/>
                  <a:cs typeface="Arvo"/>
                  <a:sym typeface="Arvo"/>
                </a:rPr>
                <a:t>&lt;ej: Identificarse&gt;</a:t>
              </a:r>
              <a:endParaRPr i="1" sz="600">
                <a:latin typeface="Arvo"/>
                <a:ea typeface="Arvo"/>
                <a:cs typeface="Arvo"/>
                <a:sym typeface="Arvo"/>
              </a:endParaRPr>
            </a:p>
          </p:txBody>
        </p:sp>
        <p:sp>
          <p:nvSpPr>
            <p:cNvPr id="2323" name="Google Shape;2323;p41"/>
            <p:cNvSpPr/>
            <p:nvPr/>
          </p:nvSpPr>
          <p:spPr>
            <a:xfrm>
              <a:off x="-1959300" y="1060675"/>
              <a:ext cx="17313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600">
                <a:latin typeface="Roboto"/>
                <a:ea typeface="Roboto"/>
                <a:cs typeface="Roboto"/>
                <a:sym typeface="Roboto"/>
              </a:endParaRPr>
            </a:p>
          </p:txBody>
        </p:sp>
        <p:sp>
          <p:nvSpPr>
            <p:cNvPr id="2324" name="Google Shape;2324;p41"/>
            <p:cNvSpPr txBox="1"/>
            <p:nvPr/>
          </p:nvSpPr>
          <p:spPr>
            <a:xfrm>
              <a:off x="-1947450" y="1043175"/>
              <a:ext cx="1731300" cy="351900"/>
            </a:xfrm>
            <a:prstGeom prst="rect">
              <a:avLst/>
            </a:prstGeom>
            <a:noFill/>
            <a:ln>
              <a:noFill/>
            </a:ln>
          </p:spPr>
          <p:txBody>
            <a:bodyPr anchorCtr="0" anchor="ctr" bIns="18000" lIns="18000" spcFirstLastPara="1" rIns="18000" wrap="square" tIns="18000">
              <a:noAutofit/>
            </a:bodyPr>
            <a:lstStyle/>
            <a:p>
              <a:pPr indent="0" lvl="0" marL="0" rtl="0" algn="ctr">
                <a:spcBef>
                  <a:spcPts val="0"/>
                </a:spcBef>
                <a:spcAft>
                  <a:spcPts val="0"/>
                </a:spcAft>
                <a:buNone/>
              </a:pPr>
              <a:r>
                <a:t/>
              </a:r>
              <a:endParaRPr b="1" i="1" sz="800">
                <a:solidFill>
                  <a:srgbClr val="434343"/>
                </a:solidFill>
              </a:endParaRPr>
            </a:p>
          </p:txBody>
        </p:sp>
        <p:sp>
          <p:nvSpPr>
            <p:cNvPr id="2325" name="Google Shape;2325;p41"/>
            <p:cNvSpPr/>
            <p:nvPr/>
          </p:nvSpPr>
          <p:spPr>
            <a:xfrm>
              <a:off x="-2264100" y="1976599"/>
              <a:ext cx="6333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600">
                <a:latin typeface="Roboto"/>
                <a:ea typeface="Roboto"/>
                <a:cs typeface="Roboto"/>
                <a:sym typeface="Roboto"/>
              </a:endParaRPr>
            </a:p>
          </p:txBody>
        </p:sp>
        <p:sp>
          <p:nvSpPr>
            <p:cNvPr id="2326" name="Google Shape;2326;p41"/>
            <p:cNvSpPr/>
            <p:nvPr/>
          </p:nvSpPr>
          <p:spPr>
            <a:xfrm>
              <a:off x="-2264100" y="2361045"/>
              <a:ext cx="6333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600">
                <a:latin typeface="Roboto"/>
                <a:ea typeface="Roboto"/>
                <a:cs typeface="Roboto"/>
                <a:sym typeface="Roboto"/>
              </a:endParaRPr>
            </a:p>
          </p:txBody>
        </p:sp>
        <p:sp>
          <p:nvSpPr>
            <p:cNvPr id="2327" name="Google Shape;2327;p41"/>
            <p:cNvSpPr/>
            <p:nvPr/>
          </p:nvSpPr>
          <p:spPr>
            <a:xfrm>
              <a:off x="-2264100" y="2754449"/>
              <a:ext cx="6333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600">
                <a:latin typeface="Roboto"/>
                <a:ea typeface="Roboto"/>
                <a:cs typeface="Roboto"/>
                <a:sym typeface="Roboto"/>
              </a:endParaRPr>
            </a:p>
          </p:txBody>
        </p:sp>
        <p:sp>
          <p:nvSpPr>
            <p:cNvPr id="2328" name="Google Shape;2328;p41"/>
            <p:cNvSpPr/>
            <p:nvPr/>
          </p:nvSpPr>
          <p:spPr>
            <a:xfrm>
              <a:off x="-2264100" y="3130951"/>
              <a:ext cx="6333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600">
                <a:latin typeface="Roboto"/>
                <a:ea typeface="Roboto"/>
                <a:cs typeface="Roboto"/>
                <a:sym typeface="Roboto"/>
              </a:endParaRPr>
            </a:p>
          </p:txBody>
        </p:sp>
        <p:pic>
          <p:nvPicPr>
            <p:cNvPr id="2329" name="Google Shape;2329;p41"/>
            <p:cNvPicPr preferRelativeResize="0"/>
            <p:nvPr/>
          </p:nvPicPr>
          <p:blipFill rotWithShape="1">
            <a:blip r:embed="rId6">
              <a:alphaModFix/>
            </a:blip>
            <a:srcRect b="603" l="50354" r="37994" t="86695"/>
            <a:stretch/>
          </p:blipFill>
          <p:spPr>
            <a:xfrm>
              <a:off x="-2213375" y="2387276"/>
              <a:ext cx="261818" cy="288000"/>
            </a:xfrm>
            <a:prstGeom prst="rect">
              <a:avLst/>
            </a:prstGeom>
            <a:noFill/>
            <a:ln>
              <a:noFill/>
            </a:ln>
          </p:spPr>
        </p:pic>
        <p:pic>
          <p:nvPicPr>
            <p:cNvPr id="2330" name="Google Shape;2330;p41"/>
            <p:cNvPicPr preferRelativeResize="0"/>
            <p:nvPr/>
          </p:nvPicPr>
          <p:blipFill rotWithShape="1">
            <a:blip r:embed="rId6">
              <a:alphaModFix/>
            </a:blip>
            <a:srcRect b="603" l="50354" r="37994" t="86695"/>
            <a:stretch/>
          </p:blipFill>
          <p:spPr>
            <a:xfrm>
              <a:off x="-2191453" y="3156710"/>
              <a:ext cx="261818" cy="288000"/>
            </a:xfrm>
            <a:prstGeom prst="rect">
              <a:avLst/>
            </a:prstGeom>
            <a:noFill/>
            <a:ln>
              <a:noFill/>
            </a:ln>
          </p:spPr>
        </p:pic>
        <p:sp>
          <p:nvSpPr>
            <p:cNvPr id="2331" name="Google Shape;2331;p41"/>
            <p:cNvSpPr/>
            <p:nvPr/>
          </p:nvSpPr>
          <p:spPr>
            <a:xfrm>
              <a:off x="-1560550" y="1976600"/>
              <a:ext cx="13251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2000" lIns="72000" spcFirstLastPara="1" rIns="72000" wrap="square" tIns="72000">
              <a:noAutofit/>
            </a:bodyPr>
            <a:lstStyle/>
            <a:p>
              <a:pPr indent="0" lvl="0" marL="0" rtl="0" algn="l">
                <a:spcBef>
                  <a:spcPts val="0"/>
                </a:spcBef>
                <a:spcAft>
                  <a:spcPts val="0"/>
                </a:spcAft>
                <a:buNone/>
              </a:pPr>
              <a:r>
                <a:rPr lang="es-419" sz="800">
                  <a:latin typeface="Roboto"/>
                  <a:ea typeface="Roboto"/>
                  <a:cs typeface="Roboto"/>
                  <a:sym typeface="Roboto"/>
                </a:rPr>
                <a:t>&lt;...&gt;</a:t>
              </a:r>
              <a:endParaRPr sz="800">
                <a:latin typeface="Roboto"/>
                <a:ea typeface="Roboto"/>
                <a:cs typeface="Roboto"/>
                <a:sym typeface="Roboto"/>
              </a:endParaRPr>
            </a:p>
          </p:txBody>
        </p:sp>
        <p:sp>
          <p:nvSpPr>
            <p:cNvPr id="2332" name="Google Shape;2332;p41"/>
            <p:cNvSpPr/>
            <p:nvPr/>
          </p:nvSpPr>
          <p:spPr>
            <a:xfrm>
              <a:off x="-1560550" y="2361043"/>
              <a:ext cx="13251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2000" lIns="72000" spcFirstLastPara="1" rIns="72000" wrap="square" tIns="72000">
              <a:noAutofit/>
            </a:bodyPr>
            <a:lstStyle/>
            <a:p>
              <a:pPr indent="0" lvl="0" marL="0" rtl="0" algn="l">
                <a:spcBef>
                  <a:spcPts val="0"/>
                </a:spcBef>
                <a:spcAft>
                  <a:spcPts val="0"/>
                </a:spcAft>
                <a:buNone/>
              </a:pPr>
              <a:r>
                <a:rPr lang="es-419" sz="800">
                  <a:latin typeface="Roboto"/>
                  <a:ea typeface="Roboto"/>
                  <a:cs typeface="Roboto"/>
                  <a:sym typeface="Roboto"/>
                </a:rPr>
                <a:t>&lt;...&gt;</a:t>
              </a:r>
              <a:endParaRPr sz="800">
                <a:latin typeface="Roboto"/>
                <a:ea typeface="Roboto"/>
                <a:cs typeface="Roboto"/>
                <a:sym typeface="Roboto"/>
              </a:endParaRPr>
            </a:p>
          </p:txBody>
        </p:sp>
        <p:sp>
          <p:nvSpPr>
            <p:cNvPr id="2333" name="Google Shape;2333;p41"/>
            <p:cNvSpPr/>
            <p:nvPr/>
          </p:nvSpPr>
          <p:spPr>
            <a:xfrm>
              <a:off x="-1560550" y="2754444"/>
              <a:ext cx="13251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2000" lIns="72000" spcFirstLastPara="1" rIns="72000" wrap="square" tIns="72000">
              <a:noAutofit/>
            </a:bodyPr>
            <a:lstStyle/>
            <a:p>
              <a:pPr indent="0" lvl="0" marL="0" rtl="0" algn="l">
                <a:spcBef>
                  <a:spcPts val="0"/>
                </a:spcBef>
                <a:spcAft>
                  <a:spcPts val="0"/>
                </a:spcAft>
                <a:buNone/>
              </a:pPr>
              <a:r>
                <a:rPr lang="es-419" sz="800">
                  <a:latin typeface="Roboto"/>
                  <a:ea typeface="Roboto"/>
                  <a:cs typeface="Roboto"/>
                  <a:sym typeface="Roboto"/>
                </a:rPr>
                <a:t>&lt;...&gt;</a:t>
              </a:r>
              <a:endParaRPr sz="800">
                <a:latin typeface="Roboto"/>
                <a:ea typeface="Roboto"/>
                <a:cs typeface="Roboto"/>
                <a:sym typeface="Roboto"/>
              </a:endParaRPr>
            </a:p>
          </p:txBody>
        </p:sp>
        <p:sp>
          <p:nvSpPr>
            <p:cNvPr id="2334" name="Google Shape;2334;p41"/>
            <p:cNvSpPr/>
            <p:nvPr/>
          </p:nvSpPr>
          <p:spPr>
            <a:xfrm>
              <a:off x="-1560550" y="3140903"/>
              <a:ext cx="13251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2000" lIns="72000" spcFirstLastPara="1" rIns="72000" wrap="square" tIns="72000">
              <a:noAutofit/>
            </a:bodyPr>
            <a:lstStyle/>
            <a:p>
              <a:pPr indent="0" lvl="0" marL="0" rtl="0" algn="l">
                <a:spcBef>
                  <a:spcPts val="0"/>
                </a:spcBef>
                <a:spcAft>
                  <a:spcPts val="0"/>
                </a:spcAft>
                <a:buNone/>
              </a:pPr>
              <a:r>
                <a:rPr lang="es-419" sz="800">
                  <a:latin typeface="Roboto"/>
                  <a:ea typeface="Roboto"/>
                  <a:cs typeface="Roboto"/>
                  <a:sym typeface="Roboto"/>
                </a:rPr>
                <a:t>&lt;...&gt;</a:t>
              </a:r>
              <a:endParaRPr sz="800">
                <a:latin typeface="Roboto"/>
                <a:ea typeface="Roboto"/>
                <a:cs typeface="Roboto"/>
                <a:sym typeface="Roboto"/>
              </a:endParaRPr>
            </a:p>
          </p:txBody>
        </p:sp>
        <p:sp>
          <p:nvSpPr>
            <p:cNvPr id="2335" name="Google Shape;2335;p41"/>
            <p:cNvSpPr/>
            <p:nvPr/>
          </p:nvSpPr>
          <p:spPr>
            <a:xfrm>
              <a:off x="-3205580" y="2362700"/>
              <a:ext cx="8817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600">
                <a:latin typeface="Roboto"/>
                <a:ea typeface="Roboto"/>
                <a:cs typeface="Roboto"/>
                <a:sym typeface="Roboto"/>
              </a:endParaRPr>
            </a:p>
          </p:txBody>
        </p:sp>
        <p:sp>
          <p:nvSpPr>
            <p:cNvPr id="2336" name="Google Shape;2336;p41"/>
            <p:cNvSpPr txBox="1"/>
            <p:nvPr/>
          </p:nvSpPr>
          <p:spPr>
            <a:xfrm>
              <a:off x="-1447300" y="1458400"/>
              <a:ext cx="1098600" cy="4653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b="1" lang="es-419" sz="800">
                  <a:latin typeface="Arvo"/>
                  <a:ea typeface="Arvo"/>
                  <a:cs typeface="Arvo"/>
                  <a:sym typeface="Arvo"/>
                </a:rPr>
                <a:t>Acción interactiva:</a:t>
              </a:r>
              <a:endParaRPr b="1" sz="800">
                <a:latin typeface="Arvo"/>
                <a:ea typeface="Arvo"/>
                <a:cs typeface="Arvo"/>
                <a:sym typeface="Arvo"/>
              </a:endParaRPr>
            </a:p>
            <a:p>
              <a:pPr indent="0" lvl="0" marL="0" rtl="0" algn="ctr">
                <a:spcBef>
                  <a:spcPts val="0"/>
                </a:spcBef>
                <a:spcAft>
                  <a:spcPts val="0"/>
                </a:spcAft>
                <a:buNone/>
              </a:pPr>
              <a:r>
                <a:rPr i="1" lang="es-419" sz="600">
                  <a:latin typeface="Arvo"/>
                  <a:ea typeface="Arvo"/>
                  <a:cs typeface="Arvo"/>
                  <a:sym typeface="Arvo"/>
                </a:rPr>
                <a:t>&lt;ej: </a:t>
              </a:r>
              <a:r>
                <a:rPr i="1" lang="es-419" sz="600">
                  <a:solidFill>
                    <a:schemeClr val="dk1"/>
                  </a:solidFill>
                  <a:latin typeface="Roboto"/>
                  <a:ea typeface="Roboto"/>
                  <a:cs typeface="Roboto"/>
                  <a:sym typeface="Roboto"/>
                </a:rPr>
                <a:t>autenticar por huella y cara</a:t>
              </a:r>
              <a:r>
                <a:rPr i="1" lang="es-419" sz="600">
                  <a:latin typeface="Arvo"/>
                  <a:ea typeface="Arvo"/>
                  <a:cs typeface="Arvo"/>
                  <a:sym typeface="Arvo"/>
                </a:rPr>
                <a:t>&gt;</a:t>
              </a:r>
              <a:endParaRPr i="1" sz="600">
                <a:latin typeface="Arvo"/>
                <a:ea typeface="Arvo"/>
                <a:cs typeface="Arvo"/>
                <a:sym typeface="Arvo"/>
              </a:endParaRPr>
            </a:p>
          </p:txBody>
        </p:sp>
        <p:sp>
          <p:nvSpPr>
            <p:cNvPr id="2337" name="Google Shape;2337;p41"/>
            <p:cNvSpPr txBox="1"/>
            <p:nvPr/>
          </p:nvSpPr>
          <p:spPr>
            <a:xfrm>
              <a:off x="-2270600" y="1458400"/>
              <a:ext cx="702600" cy="4653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b="1" lang="es-419" sz="800">
                  <a:latin typeface="Arvo"/>
                  <a:ea typeface="Arvo"/>
                  <a:cs typeface="Arvo"/>
                  <a:sym typeface="Arvo"/>
                </a:rPr>
                <a:t>Punto de contacto</a:t>
              </a:r>
              <a:endParaRPr sz="800">
                <a:latin typeface="Arvo"/>
                <a:ea typeface="Arvo"/>
                <a:cs typeface="Arvo"/>
                <a:sym typeface="Arvo"/>
              </a:endParaRPr>
            </a:p>
          </p:txBody>
        </p:sp>
        <p:sp>
          <p:nvSpPr>
            <p:cNvPr id="2338" name="Google Shape;2338;p41"/>
            <p:cNvSpPr txBox="1"/>
            <p:nvPr/>
          </p:nvSpPr>
          <p:spPr>
            <a:xfrm>
              <a:off x="-3126063" y="1469121"/>
              <a:ext cx="702600" cy="4653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b="1" lang="es-419" sz="800">
                  <a:latin typeface="Arvo"/>
                  <a:ea typeface="Arvo"/>
                  <a:cs typeface="Arvo"/>
                  <a:sym typeface="Arvo"/>
                </a:rPr>
                <a:t>Rol</a:t>
              </a:r>
              <a:endParaRPr sz="800">
                <a:latin typeface="Arvo"/>
                <a:ea typeface="Arvo"/>
                <a:cs typeface="Arvo"/>
                <a:sym typeface="Arvo"/>
              </a:endParaRPr>
            </a:p>
          </p:txBody>
        </p:sp>
        <p:pic>
          <p:nvPicPr>
            <p:cNvPr id="2339" name="Google Shape;2339;p41"/>
            <p:cNvPicPr preferRelativeResize="0"/>
            <p:nvPr/>
          </p:nvPicPr>
          <p:blipFill rotWithShape="1">
            <a:blip r:embed="rId7">
              <a:alphaModFix/>
            </a:blip>
            <a:srcRect b="-868" l="0" r="82941" t="66946"/>
            <a:stretch/>
          </p:blipFill>
          <p:spPr>
            <a:xfrm>
              <a:off x="-3127829" y="1726844"/>
              <a:ext cx="702701" cy="702700"/>
            </a:xfrm>
            <a:prstGeom prst="rect">
              <a:avLst/>
            </a:prstGeom>
            <a:noFill/>
            <a:ln>
              <a:noFill/>
            </a:ln>
          </p:spPr>
        </p:pic>
        <p:sp>
          <p:nvSpPr>
            <p:cNvPr id="2340" name="Google Shape;2340;p41"/>
            <p:cNvSpPr txBox="1"/>
            <p:nvPr/>
          </p:nvSpPr>
          <p:spPr>
            <a:xfrm>
              <a:off x="-3127825" y="2377125"/>
              <a:ext cx="761100" cy="2325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b="1" lang="es-419" sz="800">
                  <a:latin typeface="Arvo"/>
                  <a:ea typeface="Arvo"/>
                  <a:cs typeface="Arvo"/>
                  <a:sym typeface="Arvo"/>
                </a:rPr>
                <a:t>Conductor</a:t>
              </a:r>
              <a:endParaRPr b="1" i="1" sz="700">
                <a:solidFill>
                  <a:srgbClr val="666666"/>
                </a:solidFill>
                <a:latin typeface="Arvo"/>
                <a:ea typeface="Arvo"/>
                <a:cs typeface="Arvo"/>
                <a:sym typeface="Arvo"/>
              </a:endParaRPr>
            </a:p>
          </p:txBody>
        </p:sp>
        <p:sp>
          <p:nvSpPr>
            <p:cNvPr id="2341" name="Google Shape;2341;p41"/>
            <p:cNvSpPr txBox="1"/>
            <p:nvPr/>
          </p:nvSpPr>
          <p:spPr>
            <a:xfrm>
              <a:off x="-3205576" y="2570725"/>
              <a:ext cx="964800" cy="232500"/>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t/>
              </a:r>
              <a:endParaRPr b="1" sz="800">
                <a:latin typeface="Arvo"/>
                <a:ea typeface="Arvo"/>
                <a:cs typeface="Arvo"/>
                <a:sym typeface="Arvo"/>
              </a:endParaRPr>
            </a:p>
            <a:p>
              <a:pPr indent="0" lvl="0" marL="0" rtl="0" algn="ctr">
                <a:spcBef>
                  <a:spcPts val="0"/>
                </a:spcBef>
                <a:spcAft>
                  <a:spcPts val="0"/>
                </a:spcAft>
                <a:buNone/>
              </a:pPr>
              <a:r>
                <a:rPr i="1" lang="es-419" sz="600">
                  <a:latin typeface="Arvo"/>
                  <a:ea typeface="Arvo"/>
                  <a:cs typeface="Arvo"/>
                  <a:sym typeface="Arvo"/>
                </a:rPr>
                <a:t>&lt;ej: conductor&gt;</a:t>
              </a:r>
              <a:endParaRPr i="1" sz="600">
                <a:latin typeface="Arvo"/>
                <a:ea typeface="Arvo"/>
                <a:cs typeface="Arvo"/>
                <a:sym typeface="Arvo"/>
              </a:endParaRPr>
            </a:p>
          </p:txBody>
        </p:sp>
        <p:pic>
          <p:nvPicPr>
            <p:cNvPr id="2342" name="Google Shape;2342;p41"/>
            <p:cNvPicPr preferRelativeResize="0"/>
            <p:nvPr/>
          </p:nvPicPr>
          <p:blipFill rotWithShape="1">
            <a:blip r:embed="rId8">
              <a:alphaModFix/>
            </a:blip>
            <a:srcRect b="0" l="0" r="65599" t="84478"/>
            <a:stretch/>
          </p:blipFill>
          <p:spPr>
            <a:xfrm>
              <a:off x="-1929625" y="3173750"/>
              <a:ext cx="261825" cy="265800"/>
            </a:xfrm>
            <a:prstGeom prst="rect">
              <a:avLst/>
            </a:prstGeom>
            <a:noFill/>
            <a:ln>
              <a:noFill/>
            </a:ln>
            <a:effectLst>
              <a:outerShdw blurRad="57150" rotWithShape="0" algn="bl" dir="5400000" dist="19050">
                <a:srgbClr val="000000">
                  <a:alpha val="50000"/>
                </a:srgbClr>
              </a:outerShdw>
            </a:effectLst>
          </p:spPr>
        </p:pic>
        <p:pic>
          <p:nvPicPr>
            <p:cNvPr id="2343" name="Google Shape;2343;p41"/>
            <p:cNvPicPr preferRelativeResize="0"/>
            <p:nvPr/>
          </p:nvPicPr>
          <p:blipFill rotWithShape="1">
            <a:blip r:embed="rId8">
              <a:alphaModFix/>
            </a:blip>
            <a:srcRect b="56583" l="0" r="65599" t="27896"/>
            <a:stretch/>
          </p:blipFill>
          <p:spPr>
            <a:xfrm>
              <a:off x="-1951550" y="2398375"/>
              <a:ext cx="261825" cy="265800"/>
            </a:xfrm>
            <a:prstGeom prst="rect">
              <a:avLst/>
            </a:prstGeom>
            <a:noFill/>
            <a:ln>
              <a:noFill/>
            </a:ln>
            <a:effectLst>
              <a:outerShdw blurRad="57150" rotWithShape="0" algn="bl" dir="5400000" dist="19050">
                <a:srgbClr val="000000">
                  <a:alpha val="50000"/>
                </a:srgbClr>
              </a:outerShdw>
            </a:effectLst>
          </p:spPr>
        </p:pic>
        <p:pic>
          <p:nvPicPr>
            <p:cNvPr id="2344" name="Google Shape;2344;p41"/>
            <p:cNvPicPr preferRelativeResize="0"/>
            <p:nvPr/>
          </p:nvPicPr>
          <p:blipFill rotWithShape="1">
            <a:blip r:embed="rId6">
              <a:alphaModFix/>
            </a:blip>
            <a:srcRect b="603" l="50354" r="37994" t="86695"/>
            <a:stretch/>
          </p:blipFill>
          <p:spPr>
            <a:xfrm>
              <a:off x="-2213375" y="2006276"/>
              <a:ext cx="261818" cy="288000"/>
            </a:xfrm>
            <a:prstGeom prst="rect">
              <a:avLst/>
            </a:prstGeom>
            <a:noFill/>
            <a:ln>
              <a:noFill/>
            </a:ln>
          </p:spPr>
        </p:pic>
        <p:pic>
          <p:nvPicPr>
            <p:cNvPr id="2345" name="Google Shape;2345;p41"/>
            <p:cNvPicPr preferRelativeResize="0"/>
            <p:nvPr/>
          </p:nvPicPr>
          <p:blipFill rotWithShape="1">
            <a:blip r:embed="rId8">
              <a:alphaModFix/>
            </a:blip>
            <a:srcRect b="26533" l="31394" r="34205" t="57946"/>
            <a:stretch/>
          </p:blipFill>
          <p:spPr>
            <a:xfrm>
              <a:off x="-1951550" y="2017375"/>
              <a:ext cx="261825" cy="265800"/>
            </a:xfrm>
            <a:prstGeom prst="rect">
              <a:avLst/>
            </a:prstGeom>
            <a:noFill/>
            <a:ln>
              <a:noFill/>
            </a:ln>
            <a:effectLst>
              <a:outerShdw blurRad="57150" rotWithShape="0" algn="bl" dir="5400000" dist="19050">
                <a:srgbClr val="000000">
                  <a:alpha val="50000"/>
                </a:srgbClr>
              </a:outerShdw>
            </a:effectLst>
          </p:spPr>
        </p:pic>
      </p:grpSp>
      <p:grpSp>
        <p:nvGrpSpPr>
          <p:cNvPr id="2346" name="Google Shape;2346;p41"/>
          <p:cNvGrpSpPr/>
          <p:nvPr/>
        </p:nvGrpSpPr>
        <p:grpSpPr>
          <a:xfrm>
            <a:off x="410000" y="4705769"/>
            <a:ext cx="2955900" cy="1814700"/>
            <a:chOff x="-3261600" y="4165325"/>
            <a:chExt cx="2955900" cy="1814700"/>
          </a:xfrm>
        </p:grpSpPr>
        <p:sp>
          <p:nvSpPr>
            <p:cNvPr id="2347" name="Google Shape;2347;p41"/>
            <p:cNvSpPr/>
            <p:nvPr/>
          </p:nvSpPr>
          <p:spPr>
            <a:xfrm>
              <a:off x="-3261600" y="4165325"/>
              <a:ext cx="2955900" cy="1814700"/>
            </a:xfrm>
            <a:prstGeom prst="roundRect">
              <a:avLst>
                <a:gd fmla="val 3233" name="adj"/>
              </a:avLst>
            </a:prstGeom>
            <a:solidFill>
              <a:srgbClr val="FFFFFF"/>
            </a:solidFill>
            <a:ln cap="flat" cmpd="sng" w="9525">
              <a:solidFill>
                <a:srgbClr val="EFEFEF"/>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t" bIns="18000" lIns="18000" spcFirstLastPara="1" rIns="18000" wrap="square" tIns="18000">
              <a:noAutofit/>
            </a:bodyPr>
            <a:lstStyle/>
            <a:p>
              <a:pPr indent="0" lvl="0" marL="0" rtl="0" algn="ctr">
                <a:spcBef>
                  <a:spcPts val="0"/>
                </a:spcBef>
                <a:spcAft>
                  <a:spcPts val="0"/>
                </a:spcAft>
                <a:buNone/>
              </a:pPr>
              <a:r>
                <a:rPr b="1" i="1" lang="es-419" sz="900">
                  <a:solidFill>
                    <a:srgbClr val="434343"/>
                  </a:solidFill>
                </a:rPr>
                <a:t>Objetivos de Proceso</a:t>
              </a:r>
              <a:endParaRPr b="1" i="1" sz="900">
                <a:solidFill>
                  <a:srgbClr val="434343"/>
                </a:solidFill>
              </a:endParaRPr>
            </a:p>
          </p:txBody>
        </p:sp>
        <p:sp>
          <p:nvSpPr>
            <p:cNvPr id="2348" name="Google Shape;2348;p41"/>
            <p:cNvSpPr txBox="1"/>
            <p:nvPr/>
          </p:nvSpPr>
          <p:spPr>
            <a:xfrm>
              <a:off x="-1831833" y="4425758"/>
              <a:ext cx="1069200" cy="2166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t/>
              </a:r>
              <a:endParaRPr b="1" sz="600"/>
            </a:p>
          </p:txBody>
        </p:sp>
        <p:sp>
          <p:nvSpPr>
            <p:cNvPr id="2349" name="Google Shape;2349;p41"/>
            <p:cNvSpPr txBox="1"/>
            <p:nvPr/>
          </p:nvSpPr>
          <p:spPr>
            <a:xfrm>
              <a:off x="-3145225" y="4433975"/>
              <a:ext cx="1011000" cy="232500"/>
            </a:xfrm>
            <a:prstGeom prst="rect">
              <a:avLst/>
            </a:prstGeom>
            <a:noFill/>
            <a:ln>
              <a:noFill/>
            </a:ln>
          </p:spPr>
          <p:txBody>
            <a:bodyPr anchorCtr="0" anchor="ctr" bIns="0" lIns="0" spcFirstLastPara="1" rIns="0" wrap="square" tIns="0">
              <a:noAutofit/>
            </a:bodyPr>
            <a:lstStyle/>
            <a:p>
              <a:pPr indent="0" lvl="0" marL="0" rtl="0" algn="r">
                <a:spcBef>
                  <a:spcPts val="0"/>
                </a:spcBef>
                <a:spcAft>
                  <a:spcPts val="0"/>
                </a:spcAft>
                <a:buNone/>
              </a:pPr>
              <a:r>
                <a:rPr lang="es-419" sz="700">
                  <a:latin typeface="Arvo"/>
                  <a:ea typeface="Arvo"/>
                  <a:cs typeface="Arvo"/>
                  <a:sym typeface="Arvo"/>
                </a:rPr>
                <a:t>Nombre del Proceso:</a:t>
              </a:r>
              <a:endParaRPr sz="700">
                <a:latin typeface="Arvo"/>
                <a:ea typeface="Arvo"/>
                <a:cs typeface="Arvo"/>
                <a:sym typeface="Arvo"/>
              </a:endParaRPr>
            </a:p>
            <a:p>
              <a:pPr indent="0" lvl="0" marL="0" rtl="0" algn="r">
                <a:spcBef>
                  <a:spcPts val="0"/>
                </a:spcBef>
                <a:spcAft>
                  <a:spcPts val="0"/>
                </a:spcAft>
                <a:buNone/>
              </a:pPr>
              <a:r>
                <a:rPr i="1" lang="es-419" sz="600">
                  <a:solidFill>
                    <a:srgbClr val="666666"/>
                  </a:solidFill>
                  <a:latin typeface="Arvo"/>
                  <a:ea typeface="Arvo"/>
                  <a:cs typeface="Arvo"/>
                  <a:sym typeface="Arvo"/>
                </a:rPr>
                <a:t>ej: Reserva de citas médicas</a:t>
              </a:r>
              <a:endParaRPr i="1" sz="600">
                <a:solidFill>
                  <a:srgbClr val="666666"/>
                </a:solidFill>
                <a:latin typeface="Arvo"/>
                <a:ea typeface="Arvo"/>
                <a:cs typeface="Arvo"/>
                <a:sym typeface="Arvo"/>
              </a:endParaRPr>
            </a:p>
          </p:txBody>
        </p:sp>
        <p:sp>
          <p:nvSpPr>
            <p:cNvPr id="2350" name="Google Shape;2350;p41"/>
            <p:cNvSpPr txBox="1"/>
            <p:nvPr/>
          </p:nvSpPr>
          <p:spPr>
            <a:xfrm>
              <a:off x="-3145224" y="5374533"/>
              <a:ext cx="1011000" cy="232500"/>
            </a:xfrm>
            <a:prstGeom prst="rect">
              <a:avLst/>
            </a:prstGeom>
            <a:noFill/>
            <a:ln>
              <a:noFill/>
            </a:ln>
          </p:spPr>
          <p:txBody>
            <a:bodyPr anchorCtr="0" anchor="ctr" bIns="0" lIns="0" spcFirstLastPara="1" rIns="0" wrap="square" tIns="0">
              <a:noAutofit/>
            </a:bodyPr>
            <a:lstStyle/>
            <a:p>
              <a:pPr indent="0" lvl="0" marL="0" rtl="0" algn="r">
                <a:spcBef>
                  <a:spcPts val="0"/>
                </a:spcBef>
                <a:spcAft>
                  <a:spcPts val="0"/>
                </a:spcAft>
                <a:buNone/>
              </a:pPr>
              <a:r>
                <a:rPr lang="es-419" sz="700">
                  <a:latin typeface="Arvo"/>
                  <a:ea typeface="Arvo"/>
                  <a:cs typeface="Arvo"/>
                  <a:sym typeface="Arvo"/>
                </a:rPr>
                <a:t>Meta Cliente:</a:t>
              </a:r>
              <a:endParaRPr sz="700">
                <a:latin typeface="Arvo"/>
                <a:ea typeface="Arvo"/>
                <a:cs typeface="Arvo"/>
                <a:sym typeface="Arvo"/>
              </a:endParaRPr>
            </a:p>
            <a:p>
              <a:pPr indent="0" lvl="0" marL="0" rtl="0" algn="r">
                <a:lnSpc>
                  <a:spcPct val="85000"/>
                </a:lnSpc>
                <a:spcBef>
                  <a:spcPts val="0"/>
                </a:spcBef>
                <a:spcAft>
                  <a:spcPts val="0"/>
                </a:spcAft>
                <a:buClr>
                  <a:srgbClr val="000000"/>
                </a:buClr>
                <a:buSzPts val="1100"/>
                <a:buFont typeface="Arial"/>
                <a:buNone/>
              </a:pPr>
              <a:r>
                <a:rPr lang="es-419" sz="500">
                  <a:solidFill>
                    <a:srgbClr val="000000"/>
                  </a:solidFill>
                  <a:latin typeface="Arvo"/>
                  <a:ea typeface="Arvo"/>
                  <a:cs typeface="Arvo"/>
                  <a:sym typeface="Arvo"/>
                </a:rPr>
                <a:t>&lt;sustantivo&gt;&lt;adjetivo&gt;</a:t>
              </a:r>
              <a:endParaRPr sz="600">
                <a:latin typeface="Arvo"/>
                <a:ea typeface="Arvo"/>
                <a:cs typeface="Arvo"/>
                <a:sym typeface="Arvo"/>
              </a:endParaRPr>
            </a:p>
            <a:p>
              <a:pPr indent="0" lvl="0" marL="0" rtl="0" algn="r">
                <a:spcBef>
                  <a:spcPts val="0"/>
                </a:spcBef>
                <a:spcAft>
                  <a:spcPts val="0"/>
                </a:spcAft>
                <a:buNone/>
              </a:pPr>
              <a:r>
                <a:rPr i="1" lang="es-419" sz="600">
                  <a:latin typeface="Arvo"/>
                  <a:ea typeface="Arvo"/>
                  <a:cs typeface="Arvo"/>
                  <a:sym typeface="Arvo"/>
                </a:rPr>
                <a:t> </a:t>
              </a:r>
              <a:r>
                <a:rPr i="1" lang="es-419" sz="600">
                  <a:solidFill>
                    <a:srgbClr val="666666"/>
                  </a:solidFill>
                  <a:latin typeface="Arvo"/>
                  <a:ea typeface="Arvo"/>
                  <a:cs typeface="Arvo"/>
                  <a:sym typeface="Arvo"/>
                </a:rPr>
                <a:t>ej: cita reservada</a:t>
              </a:r>
              <a:endParaRPr i="1" sz="600">
                <a:solidFill>
                  <a:srgbClr val="666666"/>
                </a:solidFill>
                <a:latin typeface="Arvo"/>
                <a:ea typeface="Arvo"/>
                <a:cs typeface="Arvo"/>
                <a:sym typeface="Arvo"/>
              </a:endParaRPr>
            </a:p>
          </p:txBody>
        </p:sp>
        <p:sp>
          <p:nvSpPr>
            <p:cNvPr id="2351" name="Google Shape;2351;p41"/>
            <p:cNvSpPr txBox="1"/>
            <p:nvPr/>
          </p:nvSpPr>
          <p:spPr>
            <a:xfrm>
              <a:off x="-3145224" y="5658000"/>
              <a:ext cx="1011000" cy="248700"/>
            </a:xfrm>
            <a:prstGeom prst="rect">
              <a:avLst/>
            </a:prstGeom>
            <a:noFill/>
            <a:ln>
              <a:noFill/>
            </a:ln>
          </p:spPr>
          <p:txBody>
            <a:bodyPr anchorCtr="0" anchor="ctr" bIns="0" lIns="0" spcFirstLastPara="1" rIns="0" wrap="square" tIns="0">
              <a:spAutoFit/>
            </a:bodyPr>
            <a:lstStyle/>
            <a:p>
              <a:pPr indent="0" lvl="0" marL="0" marR="0" rtl="0" algn="r">
                <a:lnSpc>
                  <a:spcPct val="85000"/>
                </a:lnSpc>
                <a:spcBef>
                  <a:spcPts val="0"/>
                </a:spcBef>
                <a:spcAft>
                  <a:spcPts val="0"/>
                </a:spcAft>
                <a:buNone/>
              </a:pPr>
              <a:r>
                <a:rPr lang="es-419" sz="700">
                  <a:latin typeface="Arvo"/>
                  <a:ea typeface="Arvo"/>
                  <a:cs typeface="Arvo"/>
                  <a:sym typeface="Arvo"/>
                </a:rPr>
                <a:t>Meta Empresa:</a:t>
              </a:r>
              <a:endParaRPr sz="700">
                <a:latin typeface="Arvo"/>
                <a:ea typeface="Arvo"/>
                <a:cs typeface="Arvo"/>
                <a:sym typeface="Arvo"/>
              </a:endParaRPr>
            </a:p>
            <a:p>
              <a:pPr indent="0" lvl="0" marL="0" marR="0" rtl="0" algn="r">
                <a:lnSpc>
                  <a:spcPct val="85000"/>
                </a:lnSpc>
                <a:spcBef>
                  <a:spcPts val="0"/>
                </a:spcBef>
                <a:spcAft>
                  <a:spcPts val="0"/>
                </a:spcAft>
                <a:buNone/>
              </a:pPr>
              <a:r>
                <a:rPr lang="es-419" sz="500">
                  <a:latin typeface="Arvo"/>
                  <a:ea typeface="Arvo"/>
                  <a:cs typeface="Arvo"/>
                  <a:sym typeface="Arvo"/>
                </a:rPr>
                <a:t>&lt;sustantivo&gt;&lt;adjetivo&gt;</a:t>
              </a:r>
              <a:r>
                <a:rPr lang="es-419" sz="600">
                  <a:solidFill>
                    <a:srgbClr val="000000"/>
                  </a:solidFill>
                </a:rPr>
                <a:t> </a:t>
              </a:r>
              <a:endParaRPr sz="600">
                <a:solidFill>
                  <a:srgbClr val="000000"/>
                </a:solidFill>
              </a:endParaRPr>
            </a:p>
            <a:p>
              <a:pPr indent="0" lvl="0" marL="0" marR="0" rtl="0" algn="r">
                <a:lnSpc>
                  <a:spcPct val="85000"/>
                </a:lnSpc>
                <a:spcBef>
                  <a:spcPts val="0"/>
                </a:spcBef>
                <a:spcAft>
                  <a:spcPts val="0"/>
                </a:spcAft>
                <a:buNone/>
              </a:pPr>
              <a:r>
                <a:rPr i="1" lang="es-419" sz="600">
                  <a:solidFill>
                    <a:srgbClr val="666666"/>
                  </a:solidFill>
                  <a:latin typeface="Arvo"/>
                  <a:ea typeface="Arvo"/>
                  <a:cs typeface="Arvo"/>
                  <a:sym typeface="Arvo"/>
                </a:rPr>
                <a:t>ej: agenda actualizada</a:t>
              </a:r>
              <a:endParaRPr i="1" sz="600">
                <a:latin typeface="Arvo"/>
                <a:ea typeface="Arvo"/>
                <a:cs typeface="Arvo"/>
                <a:sym typeface="Arvo"/>
              </a:endParaRPr>
            </a:p>
          </p:txBody>
        </p:sp>
        <p:sp>
          <p:nvSpPr>
            <p:cNvPr id="2352" name="Google Shape;2352;p41"/>
            <p:cNvSpPr txBox="1"/>
            <p:nvPr/>
          </p:nvSpPr>
          <p:spPr>
            <a:xfrm>
              <a:off x="-3145224" y="4720952"/>
              <a:ext cx="1011000" cy="265500"/>
            </a:xfrm>
            <a:prstGeom prst="rect">
              <a:avLst/>
            </a:prstGeom>
            <a:noFill/>
            <a:ln>
              <a:noFill/>
            </a:ln>
          </p:spPr>
          <p:txBody>
            <a:bodyPr anchorCtr="0" anchor="ctr" bIns="0" lIns="0" spcFirstLastPara="1" rIns="0" wrap="square" tIns="0">
              <a:spAutoFit/>
            </a:bodyPr>
            <a:lstStyle/>
            <a:p>
              <a:pPr indent="0" lvl="0" marL="0" rtl="0" algn="r">
                <a:spcBef>
                  <a:spcPts val="0"/>
                </a:spcBef>
                <a:spcAft>
                  <a:spcPts val="0"/>
                </a:spcAft>
                <a:buNone/>
              </a:pPr>
              <a:r>
                <a:rPr lang="es-419" sz="700">
                  <a:latin typeface="Arvo"/>
                  <a:ea typeface="Arvo"/>
                  <a:cs typeface="Arvo"/>
                  <a:sym typeface="Arvo"/>
                </a:rPr>
                <a:t>Precondiciones:</a:t>
              </a:r>
              <a:endParaRPr sz="700">
                <a:latin typeface="Arvo"/>
                <a:ea typeface="Arvo"/>
                <a:cs typeface="Arvo"/>
                <a:sym typeface="Arvo"/>
              </a:endParaRPr>
            </a:p>
            <a:p>
              <a:pPr indent="0" lvl="0" marL="0" rtl="0" algn="r">
                <a:lnSpc>
                  <a:spcPct val="85000"/>
                </a:lnSpc>
                <a:spcBef>
                  <a:spcPts val="0"/>
                </a:spcBef>
                <a:spcAft>
                  <a:spcPts val="0"/>
                </a:spcAft>
                <a:buClr>
                  <a:srgbClr val="000000"/>
                </a:buClr>
                <a:buSzPts val="1100"/>
                <a:buFont typeface="Arial"/>
                <a:buNone/>
              </a:pPr>
              <a:r>
                <a:rPr lang="es-419" sz="500">
                  <a:solidFill>
                    <a:srgbClr val="000000"/>
                  </a:solidFill>
                  <a:latin typeface="Arvo"/>
                  <a:ea typeface="Arvo"/>
                  <a:cs typeface="Arvo"/>
                  <a:sym typeface="Arvo"/>
                </a:rPr>
                <a:t>&lt;sustantivo&gt;&lt;adjetivo&gt;</a:t>
              </a:r>
              <a:endParaRPr sz="600">
                <a:latin typeface="Arvo"/>
                <a:ea typeface="Arvo"/>
                <a:cs typeface="Arvo"/>
                <a:sym typeface="Arvo"/>
              </a:endParaRPr>
            </a:p>
            <a:p>
              <a:pPr indent="0" lvl="0" marL="0" rtl="0" algn="r">
                <a:spcBef>
                  <a:spcPts val="0"/>
                </a:spcBef>
                <a:spcAft>
                  <a:spcPts val="0"/>
                </a:spcAft>
                <a:buNone/>
              </a:pPr>
              <a:r>
                <a:rPr i="1" lang="es-419" sz="600">
                  <a:solidFill>
                    <a:srgbClr val="666666"/>
                  </a:solidFill>
                  <a:latin typeface="Arvo"/>
                  <a:ea typeface="Arvo"/>
                  <a:cs typeface="Arvo"/>
                  <a:sym typeface="Arvo"/>
                </a:rPr>
                <a:t>ej: comprador registrado</a:t>
              </a:r>
              <a:endParaRPr i="1" sz="600">
                <a:solidFill>
                  <a:srgbClr val="666666"/>
                </a:solidFill>
                <a:latin typeface="Arvo"/>
                <a:ea typeface="Arvo"/>
                <a:cs typeface="Arvo"/>
                <a:sym typeface="Arvo"/>
              </a:endParaRPr>
            </a:p>
          </p:txBody>
        </p:sp>
        <p:sp>
          <p:nvSpPr>
            <p:cNvPr id="2353" name="Google Shape;2353;p41"/>
            <p:cNvSpPr txBox="1"/>
            <p:nvPr/>
          </p:nvSpPr>
          <p:spPr>
            <a:xfrm>
              <a:off x="-3145224" y="5031405"/>
              <a:ext cx="1011000" cy="232500"/>
            </a:xfrm>
            <a:prstGeom prst="rect">
              <a:avLst/>
            </a:prstGeom>
            <a:noFill/>
            <a:ln>
              <a:noFill/>
            </a:ln>
          </p:spPr>
          <p:txBody>
            <a:bodyPr anchorCtr="0" anchor="ctr" bIns="0" lIns="0" spcFirstLastPara="1" rIns="0" wrap="square" tIns="0">
              <a:noAutofit/>
            </a:bodyPr>
            <a:lstStyle/>
            <a:p>
              <a:pPr indent="0" lvl="0" marL="0" rtl="0" algn="r">
                <a:spcBef>
                  <a:spcPts val="0"/>
                </a:spcBef>
                <a:spcAft>
                  <a:spcPts val="0"/>
                </a:spcAft>
                <a:buNone/>
              </a:pPr>
              <a:r>
                <a:rPr lang="es-419" sz="700">
                  <a:latin typeface="Arvo"/>
                  <a:ea typeface="Arvo"/>
                  <a:cs typeface="Arvo"/>
                  <a:sym typeface="Arvo"/>
                </a:rPr>
                <a:t>Poscondición:</a:t>
              </a:r>
              <a:endParaRPr sz="700">
                <a:latin typeface="Arvo"/>
                <a:ea typeface="Arvo"/>
                <a:cs typeface="Arvo"/>
                <a:sym typeface="Arvo"/>
              </a:endParaRPr>
            </a:p>
            <a:p>
              <a:pPr indent="0" lvl="0" marL="0" rtl="0" algn="r">
                <a:lnSpc>
                  <a:spcPct val="85000"/>
                </a:lnSpc>
                <a:spcBef>
                  <a:spcPts val="0"/>
                </a:spcBef>
                <a:spcAft>
                  <a:spcPts val="0"/>
                </a:spcAft>
                <a:buClr>
                  <a:srgbClr val="000000"/>
                </a:buClr>
                <a:buSzPts val="1100"/>
                <a:buFont typeface="Arial"/>
                <a:buNone/>
              </a:pPr>
              <a:r>
                <a:rPr lang="es-419" sz="500">
                  <a:solidFill>
                    <a:srgbClr val="000000"/>
                  </a:solidFill>
                  <a:latin typeface="Arvo"/>
                  <a:ea typeface="Arvo"/>
                  <a:cs typeface="Arvo"/>
                  <a:sym typeface="Arvo"/>
                </a:rPr>
                <a:t>&lt;sustantivo&gt;&lt;adjetivo&gt;</a:t>
              </a:r>
              <a:endParaRPr sz="600">
                <a:latin typeface="Arvo"/>
                <a:ea typeface="Arvo"/>
                <a:cs typeface="Arvo"/>
                <a:sym typeface="Arvo"/>
              </a:endParaRPr>
            </a:p>
            <a:p>
              <a:pPr indent="0" lvl="0" marL="0" rtl="0" algn="r">
                <a:spcBef>
                  <a:spcPts val="0"/>
                </a:spcBef>
                <a:spcAft>
                  <a:spcPts val="0"/>
                </a:spcAft>
                <a:buNone/>
              </a:pPr>
              <a:r>
                <a:rPr i="1" lang="es-419" sz="600">
                  <a:solidFill>
                    <a:srgbClr val="666666"/>
                  </a:solidFill>
                  <a:latin typeface="Arvo"/>
                  <a:ea typeface="Arvo"/>
                  <a:cs typeface="Arvo"/>
                  <a:sym typeface="Arvo"/>
                </a:rPr>
                <a:t>ej: pago  realizado</a:t>
              </a:r>
              <a:endParaRPr i="1" sz="600">
                <a:solidFill>
                  <a:srgbClr val="666666"/>
                </a:solidFill>
                <a:latin typeface="Arvo"/>
                <a:ea typeface="Arvo"/>
                <a:cs typeface="Arvo"/>
                <a:sym typeface="Arvo"/>
              </a:endParaRPr>
            </a:p>
          </p:txBody>
        </p:sp>
        <p:sp>
          <p:nvSpPr>
            <p:cNvPr id="2354" name="Google Shape;2354;p41"/>
            <p:cNvSpPr txBox="1"/>
            <p:nvPr/>
          </p:nvSpPr>
          <p:spPr>
            <a:xfrm>
              <a:off x="-1831833" y="4822921"/>
              <a:ext cx="1069200" cy="2166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t/>
              </a:r>
              <a:endParaRPr b="1" sz="600"/>
            </a:p>
          </p:txBody>
        </p:sp>
        <p:sp>
          <p:nvSpPr>
            <p:cNvPr id="2355" name="Google Shape;2355;p41"/>
            <p:cNvSpPr/>
            <p:nvPr/>
          </p:nvSpPr>
          <p:spPr>
            <a:xfrm>
              <a:off x="-2029275" y="4746721"/>
              <a:ext cx="1551300" cy="2166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600">
                <a:latin typeface="Roboto"/>
                <a:ea typeface="Roboto"/>
                <a:cs typeface="Roboto"/>
                <a:sym typeface="Roboto"/>
              </a:endParaRPr>
            </a:p>
          </p:txBody>
        </p:sp>
        <p:sp>
          <p:nvSpPr>
            <p:cNvPr id="2356" name="Google Shape;2356;p41"/>
            <p:cNvSpPr/>
            <p:nvPr/>
          </p:nvSpPr>
          <p:spPr>
            <a:xfrm>
              <a:off x="-2029275" y="5024235"/>
              <a:ext cx="1551300" cy="2166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600">
                <a:latin typeface="Roboto"/>
                <a:ea typeface="Roboto"/>
                <a:cs typeface="Roboto"/>
                <a:sym typeface="Roboto"/>
              </a:endParaRPr>
            </a:p>
          </p:txBody>
        </p:sp>
        <p:sp>
          <p:nvSpPr>
            <p:cNvPr id="2357" name="Google Shape;2357;p41"/>
            <p:cNvSpPr/>
            <p:nvPr/>
          </p:nvSpPr>
          <p:spPr>
            <a:xfrm>
              <a:off x="-2029275" y="5376429"/>
              <a:ext cx="1551300" cy="2166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600">
                <a:latin typeface="Roboto"/>
                <a:ea typeface="Roboto"/>
                <a:cs typeface="Roboto"/>
                <a:sym typeface="Roboto"/>
              </a:endParaRPr>
            </a:p>
          </p:txBody>
        </p:sp>
        <p:sp>
          <p:nvSpPr>
            <p:cNvPr id="2358" name="Google Shape;2358;p41"/>
            <p:cNvSpPr/>
            <p:nvPr/>
          </p:nvSpPr>
          <p:spPr>
            <a:xfrm>
              <a:off x="-2029275" y="5674405"/>
              <a:ext cx="1551300" cy="2166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600">
                <a:latin typeface="Roboto"/>
                <a:ea typeface="Roboto"/>
                <a:cs typeface="Roboto"/>
                <a:sym typeface="Roboto"/>
              </a:endParaRPr>
            </a:p>
          </p:txBody>
        </p:sp>
        <p:sp>
          <p:nvSpPr>
            <p:cNvPr id="2359" name="Google Shape;2359;p41"/>
            <p:cNvSpPr txBox="1"/>
            <p:nvPr/>
          </p:nvSpPr>
          <p:spPr>
            <a:xfrm>
              <a:off x="-2005450" y="4760200"/>
              <a:ext cx="1527600" cy="203100"/>
            </a:xfrm>
            <a:prstGeom prst="rect">
              <a:avLst/>
            </a:prstGeom>
            <a:solidFill>
              <a:srgbClr val="F3F3F3"/>
            </a:solidFill>
            <a:ln>
              <a:noFill/>
            </a:ln>
          </p:spPr>
          <p:txBody>
            <a:bodyPr anchorCtr="0" anchor="ctr" bIns="18000" lIns="18000" spcFirstLastPara="1" rIns="18000" wrap="square" tIns="18000">
              <a:noAutofit/>
            </a:bodyPr>
            <a:lstStyle/>
            <a:p>
              <a:pPr indent="0" lvl="0" marL="0" rtl="0" algn="l">
                <a:spcBef>
                  <a:spcPts val="0"/>
                </a:spcBef>
                <a:spcAft>
                  <a:spcPts val="0"/>
                </a:spcAft>
                <a:buNone/>
              </a:pPr>
              <a:r>
                <a:t/>
              </a:r>
              <a:endParaRPr b="1" i="1" sz="800">
                <a:solidFill>
                  <a:srgbClr val="434343"/>
                </a:solidFill>
              </a:endParaRPr>
            </a:p>
          </p:txBody>
        </p:sp>
        <p:sp>
          <p:nvSpPr>
            <p:cNvPr id="2360" name="Google Shape;2360;p41"/>
            <p:cNvSpPr txBox="1"/>
            <p:nvPr/>
          </p:nvSpPr>
          <p:spPr>
            <a:xfrm>
              <a:off x="-2005450" y="5028638"/>
              <a:ext cx="1527600" cy="203100"/>
            </a:xfrm>
            <a:prstGeom prst="rect">
              <a:avLst/>
            </a:prstGeom>
            <a:solidFill>
              <a:srgbClr val="F3F3F3"/>
            </a:solidFill>
            <a:ln>
              <a:noFill/>
            </a:ln>
          </p:spPr>
          <p:txBody>
            <a:bodyPr anchorCtr="0" anchor="ctr" bIns="18000" lIns="18000" spcFirstLastPara="1" rIns="18000" wrap="square" tIns="18000">
              <a:noAutofit/>
            </a:bodyPr>
            <a:lstStyle/>
            <a:p>
              <a:pPr indent="0" lvl="0" marL="0" rtl="0" algn="l">
                <a:spcBef>
                  <a:spcPts val="0"/>
                </a:spcBef>
                <a:spcAft>
                  <a:spcPts val="0"/>
                </a:spcAft>
                <a:buNone/>
              </a:pPr>
              <a:r>
                <a:t/>
              </a:r>
              <a:endParaRPr b="1" i="1" sz="800">
                <a:solidFill>
                  <a:srgbClr val="434343"/>
                </a:solidFill>
              </a:endParaRPr>
            </a:p>
          </p:txBody>
        </p:sp>
        <p:sp>
          <p:nvSpPr>
            <p:cNvPr id="2361" name="Google Shape;2361;p41"/>
            <p:cNvSpPr txBox="1"/>
            <p:nvPr/>
          </p:nvSpPr>
          <p:spPr>
            <a:xfrm>
              <a:off x="-2005450" y="5387503"/>
              <a:ext cx="1527600" cy="203100"/>
            </a:xfrm>
            <a:prstGeom prst="rect">
              <a:avLst/>
            </a:prstGeom>
            <a:solidFill>
              <a:srgbClr val="F3F3F3"/>
            </a:solidFill>
            <a:ln>
              <a:noFill/>
            </a:ln>
          </p:spPr>
          <p:txBody>
            <a:bodyPr anchorCtr="0" anchor="ctr" bIns="18000" lIns="18000" spcFirstLastPara="1" rIns="18000" wrap="square" tIns="18000">
              <a:noAutofit/>
            </a:bodyPr>
            <a:lstStyle/>
            <a:p>
              <a:pPr indent="0" lvl="0" marL="0" rtl="0" algn="l">
                <a:spcBef>
                  <a:spcPts val="0"/>
                </a:spcBef>
                <a:spcAft>
                  <a:spcPts val="0"/>
                </a:spcAft>
                <a:buNone/>
              </a:pPr>
              <a:r>
                <a:t/>
              </a:r>
              <a:endParaRPr b="1" i="1" sz="800">
                <a:solidFill>
                  <a:srgbClr val="434343"/>
                </a:solidFill>
              </a:endParaRPr>
            </a:p>
          </p:txBody>
        </p:sp>
        <p:sp>
          <p:nvSpPr>
            <p:cNvPr id="2362" name="Google Shape;2362;p41"/>
            <p:cNvSpPr txBox="1"/>
            <p:nvPr/>
          </p:nvSpPr>
          <p:spPr>
            <a:xfrm>
              <a:off x="-2005450" y="5667006"/>
              <a:ext cx="1527600" cy="203100"/>
            </a:xfrm>
            <a:prstGeom prst="rect">
              <a:avLst/>
            </a:prstGeom>
            <a:solidFill>
              <a:srgbClr val="F3F3F3"/>
            </a:solidFill>
            <a:ln>
              <a:noFill/>
            </a:ln>
          </p:spPr>
          <p:txBody>
            <a:bodyPr anchorCtr="0" anchor="ctr" bIns="18000" lIns="18000" spcFirstLastPara="1" rIns="18000" wrap="square" tIns="18000">
              <a:noAutofit/>
            </a:bodyPr>
            <a:lstStyle/>
            <a:p>
              <a:pPr indent="0" lvl="0" marL="0" rtl="0" algn="l">
                <a:spcBef>
                  <a:spcPts val="0"/>
                </a:spcBef>
                <a:spcAft>
                  <a:spcPts val="0"/>
                </a:spcAft>
                <a:buNone/>
              </a:pPr>
              <a:r>
                <a:t/>
              </a:r>
              <a:endParaRPr b="1" i="1" sz="800">
                <a:solidFill>
                  <a:srgbClr val="434343"/>
                </a:solidFill>
              </a:endParaRPr>
            </a:p>
          </p:txBody>
        </p:sp>
        <p:sp>
          <p:nvSpPr>
            <p:cNvPr id="2363" name="Google Shape;2363;p41"/>
            <p:cNvSpPr txBox="1"/>
            <p:nvPr/>
          </p:nvSpPr>
          <p:spPr>
            <a:xfrm>
              <a:off x="-1819858" y="4435254"/>
              <a:ext cx="1069200" cy="2166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t/>
              </a:r>
              <a:endParaRPr b="1" sz="600"/>
            </a:p>
          </p:txBody>
        </p:sp>
        <p:sp>
          <p:nvSpPr>
            <p:cNvPr id="2364" name="Google Shape;2364;p41"/>
            <p:cNvSpPr/>
            <p:nvPr/>
          </p:nvSpPr>
          <p:spPr>
            <a:xfrm>
              <a:off x="-2017300" y="4377771"/>
              <a:ext cx="15513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600">
                <a:latin typeface="Roboto"/>
                <a:ea typeface="Roboto"/>
                <a:cs typeface="Roboto"/>
                <a:sym typeface="Roboto"/>
              </a:endParaRPr>
            </a:p>
          </p:txBody>
        </p:sp>
        <p:sp>
          <p:nvSpPr>
            <p:cNvPr id="2365" name="Google Shape;2365;p41"/>
            <p:cNvSpPr txBox="1"/>
            <p:nvPr/>
          </p:nvSpPr>
          <p:spPr>
            <a:xfrm>
              <a:off x="-2005450" y="4360282"/>
              <a:ext cx="1527600" cy="351900"/>
            </a:xfrm>
            <a:prstGeom prst="rect">
              <a:avLst/>
            </a:prstGeom>
            <a:noFill/>
            <a:ln>
              <a:noFill/>
            </a:ln>
          </p:spPr>
          <p:txBody>
            <a:bodyPr anchorCtr="0" anchor="ctr" bIns="18000" lIns="18000" spcFirstLastPara="1" rIns="18000" wrap="square" tIns="18000">
              <a:noAutofit/>
            </a:bodyPr>
            <a:lstStyle/>
            <a:p>
              <a:pPr indent="0" lvl="0" marL="0" rtl="0" algn="ctr">
                <a:spcBef>
                  <a:spcPts val="0"/>
                </a:spcBef>
                <a:spcAft>
                  <a:spcPts val="0"/>
                </a:spcAft>
                <a:buNone/>
              </a:pPr>
              <a:r>
                <a:t/>
              </a:r>
              <a:endParaRPr b="1" i="1" sz="1100">
                <a:solidFill>
                  <a:srgbClr val="434343"/>
                </a:solidFill>
              </a:endParaRPr>
            </a:p>
          </p:txBody>
        </p:sp>
      </p:grpSp>
    </p:spTree>
  </p:cSld>
  <p:clrMapOvr>
    <a:masterClrMapping/>
  </p:clrMapOvr>
</p:sldLayout>
</file>

<file path=ppt/slideLayouts/slideLayout4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Paleta 3 2">
  <p:cSld name="CUSTOM_3_2">
    <p:spTree>
      <p:nvGrpSpPr>
        <p:cNvPr id="2366" name="Shape 2366"/>
        <p:cNvGrpSpPr/>
        <p:nvPr/>
      </p:nvGrpSpPr>
      <p:grpSpPr>
        <a:xfrm>
          <a:off x="0" y="0"/>
          <a:ext cx="0" cy="0"/>
          <a:chOff x="0" y="0"/>
          <a:chExt cx="0" cy="0"/>
        </a:xfrm>
      </p:grpSpPr>
      <p:sp>
        <p:nvSpPr>
          <p:cNvPr id="2367" name="Google Shape;2367;p42"/>
          <p:cNvSpPr/>
          <p:nvPr/>
        </p:nvSpPr>
        <p:spPr>
          <a:xfrm>
            <a:off x="195013" y="263250"/>
            <a:ext cx="3319800" cy="421200"/>
          </a:xfrm>
          <a:prstGeom prst="roundRect">
            <a:avLst>
              <a:gd fmla="val 17492" name="adj"/>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s-419" sz="1200">
                <a:solidFill>
                  <a:srgbClr val="FFFFFF"/>
                </a:solidFill>
              </a:rPr>
              <a:t>Estructura de Funcionalidades</a:t>
            </a:r>
            <a:endParaRPr b="1" sz="1100">
              <a:solidFill>
                <a:srgbClr val="FFFFFF"/>
              </a:solidFill>
            </a:endParaRPr>
          </a:p>
        </p:txBody>
      </p:sp>
      <p:sp>
        <p:nvSpPr>
          <p:cNvPr id="2368" name="Google Shape;2368;p42"/>
          <p:cNvSpPr/>
          <p:nvPr/>
        </p:nvSpPr>
        <p:spPr>
          <a:xfrm>
            <a:off x="195000" y="822275"/>
            <a:ext cx="3319800" cy="4765500"/>
          </a:xfrm>
          <a:prstGeom prst="roundRect">
            <a:avLst>
              <a:gd fmla="val 4230" name="adj"/>
            </a:avLst>
          </a:prstGeom>
          <a:solidFill>
            <a:srgbClr val="F3F3F3"/>
          </a:solidFill>
          <a:ln cap="flat" cmpd="sng" w="9525">
            <a:solidFill>
              <a:srgbClr val="F3F3F3"/>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 name="Google Shape;2369;p42"/>
          <p:cNvSpPr/>
          <p:nvPr/>
        </p:nvSpPr>
        <p:spPr>
          <a:xfrm>
            <a:off x="849764" y="996349"/>
            <a:ext cx="687600" cy="366900"/>
          </a:xfrm>
          <a:prstGeom prst="foldedCorner">
            <a:avLst>
              <a:gd fmla="val 16667" name="adj"/>
            </a:avLst>
          </a:prstGeom>
          <a:solidFill>
            <a:srgbClr val="F3F3F3"/>
          </a:solidFill>
          <a:ln cap="flat" cmpd="sng" w="9525">
            <a:solidFill>
              <a:srgbClr val="999999"/>
            </a:solidFill>
            <a:prstDash val="solid"/>
            <a:round/>
            <a:headEnd len="sm" w="sm" type="none"/>
            <a:tailEnd len="sm" w="sm" type="none"/>
          </a:ln>
          <a:effectLst>
            <a:outerShdw blurRad="57150" rotWithShape="0" algn="bl" dir="1920000" dist="19050">
              <a:srgbClr val="000000">
                <a:alpha val="22000"/>
              </a:srgbClr>
            </a:outerShdw>
          </a:effectLst>
        </p:spPr>
        <p:txBody>
          <a:bodyPr anchorCtr="0" anchor="t" bIns="18000" lIns="18000" spcFirstLastPara="1" rIns="18000" wrap="square" tIns="18000">
            <a:noAutofit/>
          </a:bodyPr>
          <a:lstStyle/>
          <a:p>
            <a:pPr indent="0" lvl="0" marL="0" rtl="0" algn="ctr">
              <a:spcBef>
                <a:spcPts val="0"/>
              </a:spcBef>
              <a:spcAft>
                <a:spcPts val="0"/>
              </a:spcAft>
              <a:buNone/>
            </a:pPr>
            <a:r>
              <a:rPr b="1" lang="es-419" sz="800"/>
              <a:t>&lt;...&gt;</a:t>
            </a:r>
            <a:endParaRPr b="1" sz="800"/>
          </a:p>
          <a:p>
            <a:pPr indent="0" lvl="0" marL="0" rtl="0" algn="ctr">
              <a:spcBef>
                <a:spcPts val="0"/>
              </a:spcBef>
              <a:spcAft>
                <a:spcPts val="0"/>
              </a:spcAft>
              <a:buNone/>
            </a:pPr>
            <a:r>
              <a:rPr lang="es-419" sz="800"/>
              <a:t>&lt;...&gt;</a:t>
            </a:r>
            <a:endParaRPr sz="800"/>
          </a:p>
        </p:txBody>
      </p:sp>
      <p:grpSp>
        <p:nvGrpSpPr>
          <p:cNvPr id="2370" name="Google Shape;2370;p42"/>
          <p:cNvGrpSpPr/>
          <p:nvPr/>
        </p:nvGrpSpPr>
        <p:grpSpPr>
          <a:xfrm>
            <a:off x="2300118" y="1679184"/>
            <a:ext cx="801000" cy="434150"/>
            <a:chOff x="6170025" y="1408150"/>
            <a:chExt cx="801000" cy="434150"/>
          </a:xfrm>
        </p:grpSpPr>
        <p:cxnSp>
          <p:nvCxnSpPr>
            <p:cNvPr id="2371" name="Google Shape;2371;p42"/>
            <p:cNvCxnSpPr/>
            <p:nvPr/>
          </p:nvCxnSpPr>
          <p:spPr>
            <a:xfrm>
              <a:off x="6170025" y="1555500"/>
              <a:ext cx="801000" cy="286800"/>
            </a:xfrm>
            <a:prstGeom prst="bentConnector3">
              <a:avLst>
                <a:gd fmla="val 50000" name="adj1"/>
              </a:avLst>
            </a:prstGeom>
            <a:noFill/>
            <a:ln cap="flat" cmpd="sng" w="19050">
              <a:solidFill>
                <a:srgbClr val="274E13"/>
              </a:solidFill>
              <a:prstDash val="lgDash"/>
              <a:round/>
              <a:headEnd len="med" w="med" type="none"/>
              <a:tailEnd len="med" w="med" type="stealth"/>
            </a:ln>
          </p:spPr>
        </p:cxnSp>
        <p:sp>
          <p:nvSpPr>
            <p:cNvPr id="2372" name="Google Shape;2372;p42"/>
            <p:cNvSpPr txBox="1"/>
            <p:nvPr/>
          </p:nvSpPr>
          <p:spPr>
            <a:xfrm>
              <a:off x="6255333" y="1408150"/>
              <a:ext cx="623400" cy="123000"/>
            </a:xfrm>
            <a:prstGeom prst="rect">
              <a:avLst/>
            </a:prstGeom>
            <a:noFill/>
            <a:ln>
              <a:noFill/>
            </a:ln>
          </p:spPr>
          <p:txBody>
            <a:bodyPr anchorCtr="0" anchor="t" bIns="0" lIns="0" spcFirstLastPara="1" rIns="0" wrap="square" tIns="0">
              <a:spAutoFit/>
            </a:bodyPr>
            <a:lstStyle/>
            <a:p>
              <a:pPr indent="0" lvl="0" marL="0" rtl="0" algn="ctr">
                <a:spcBef>
                  <a:spcPts val="0"/>
                </a:spcBef>
                <a:spcAft>
                  <a:spcPts val="0"/>
                </a:spcAft>
                <a:buNone/>
              </a:pPr>
              <a:r>
                <a:rPr b="1" i="1" lang="es-419" sz="800">
                  <a:solidFill>
                    <a:srgbClr val="274E13"/>
                  </a:solidFill>
                </a:rPr>
                <a:t>includes</a:t>
              </a:r>
              <a:endParaRPr b="1" i="1" sz="800">
                <a:solidFill>
                  <a:srgbClr val="274E13"/>
                </a:solidFill>
              </a:endParaRPr>
            </a:p>
          </p:txBody>
        </p:sp>
      </p:grpSp>
      <p:grpSp>
        <p:nvGrpSpPr>
          <p:cNvPr id="2373" name="Google Shape;2373;p42"/>
          <p:cNvGrpSpPr/>
          <p:nvPr/>
        </p:nvGrpSpPr>
        <p:grpSpPr>
          <a:xfrm>
            <a:off x="1335043" y="1602972"/>
            <a:ext cx="801000" cy="434150"/>
            <a:chOff x="6170025" y="1408150"/>
            <a:chExt cx="801000" cy="434150"/>
          </a:xfrm>
        </p:grpSpPr>
        <p:cxnSp>
          <p:nvCxnSpPr>
            <p:cNvPr id="2374" name="Google Shape;2374;p42"/>
            <p:cNvCxnSpPr/>
            <p:nvPr/>
          </p:nvCxnSpPr>
          <p:spPr>
            <a:xfrm>
              <a:off x="6170025" y="1555500"/>
              <a:ext cx="801000" cy="286800"/>
            </a:xfrm>
            <a:prstGeom prst="bentConnector3">
              <a:avLst>
                <a:gd fmla="val 50000" name="adj1"/>
              </a:avLst>
            </a:prstGeom>
            <a:noFill/>
            <a:ln cap="flat" cmpd="sng" w="19050">
              <a:solidFill>
                <a:srgbClr val="990000"/>
              </a:solidFill>
              <a:prstDash val="lgDash"/>
              <a:round/>
              <a:headEnd len="med" w="med" type="none"/>
              <a:tailEnd len="med" w="med" type="stealth"/>
            </a:ln>
          </p:spPr>
        </p:cxnSp>
        <p:sp>
          <p:nvSpPr>
            <p:cNvPr id="2375" name="Google Shape;2375;p42"/>
            <p:cNvSpPr txBox="1"/>
            <p:nvPr/>
          </p:nvSpPr>
          <p:spPr>
            <a:xfrm>
              <a:off x="6255333" y="1408150"/>
              <a:ext cx="623400" cy="123000"/>
            </a:xfrm>
            <a:prstGeom prst="rect">
              <a:avLst/>
            </a:prstGeom>
            <a:noFill/>
            <a:ln>
              <a:noFill/>
            </a:ln>
          </p:spPr>
          <p:txBody>
            <a:bodyPr anchorCtr="0" anchor="t" bIns="0" lIns="0" spcFirstLastPara="1" rIns="0" wrap="square" tIns="0">
              <a:spAutoFit/>
            </a:bodyPr>
            <a:lstStyle/>
            <a:p>
              <a:pPr indent="0" lvl="0" marL="0" rtl="0" algn="ctr">
                <a:spcBef>
                  <a:spcPts val="0"/>
                </a:spcBef>
                <a:spcAft>
                  <a:spcPts val="0"/>
                </a:spcAft>
                <a:buNone/>
              </a:pPr>
              <a:r>
                <a:rPr b="1" i="1" lang="es-419" sz="800">
                  <a:solidFill>
                    <a:srgbClr val="990000"/>
                  </a:solidFill>
                </a:rPr>
                <a:t>extends</a:t>
              </a:r>
              <a:endParaRPr b="1" i="1" sz="800">
                <a:solidFill>
                  <a:srgbClr val="990000"/>
                </a:solidFill>
              </a:endParaRPr>
            </a:p>
          </p:txBody>
        </p:sp>
      </p:grpSp>
      <p:sp>
        <p:nvSpPr>
          <p:cNvPr id="2376" name="Google Shape;2376;p42"/>
          <p:cNvSpPr/>
          <p:nvPr/>
        </p:nvSpPr>
        <p:spPr>
          <a:xfrm>
            <a:off x="529850" y="2389750"/>
            <a:ext cx="2620800" cy="1493100"/>
          </a:xfrm>
          <a:prstGeom prst="roundRect">
            <a:avLst>
              <a:gd fmla="val 3146" name="adj"/>
            </a:avLst>
          </a:prstGeom>
          <a:solidFill>
            <a:srgbClr val="FFFFFF"/>
          </a:solidFill>
          <a:ln cap="flat" cmpd="sng" w="9525">
            <a:solidFill>
              <a:srgbClr val="EFEFEF"/>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t" bIns="18000" lIns="18000" spcFirstLastPara="1" rIns="18000" wrap="square" tIns="18000">
            <a:noAutofit/>
          </a:bodyPr>
          <a:lstStyle/>
          <a:p>
            <a:pPr indent="0" lvl="0" marL="0" rtl="0" algn="r">
              <a:spcBef>
                <a:spcPts val="0"/>
              </a:spcBef>
              <a:spcAft>
                <a:spcPts val="0"/>
              </a:spcAft>
              <a:buNone/>
            </a:pPr>
            <a:r>
              <a:t/>
            </a:r>
            <a:endParaRPr b="1" i="1" sz="900">
              <a:solidFill>
                <a:srgbClr val="434343"/>
              </a:solidFill>
            </a:endParaRPr>
          </a:p>
        </p:txBody>
      </p:sp>
      <p:sp>
        <p:nvSpPr>
          <p:cNvPr id="2377" name="Google Shape;2377;p42"/>
          <p:cNvSpPr txBox="1"/>
          <p:nvPr/>
        </p:nvSpPr>
        <p:spPr>
          <a:xfrm>
            <a:off x="555675" y="2429250"/>
            <a:ext cx="691500" cy="2658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lang="es-419" sz="700">
                <a:latin typeface="Arvo"/>
                <a:ea typeface="Arvo"/>
                <a:cs typeface="Arvo"/>
                <a:sym typeface="Arvo"/>
              </a:rPr>
              <a:t>Funcionalidad:</a:t>
            </a:r>
            <a:endParaRPr i="1" sz="600">
              <a:solidFill>
                <a:srgbClr val="666666"/>
              </a:solidFill>
              <a:latin typeface="Arvo"/>
              <a:ea typeface="Arvo"/>
              <a:cs typeface="Arvo"/>
              <a:sym typeface="Arvo"/>
            </a:endParaRPr>
          </a:p>
        </p:txBody>
      </p:sp>
      <p:sp>
        <p:nvSpPr>
          <p:cNvPr id="2378" name="Google Shape;2378;p42"/>
          <p:cNvSpPr/>
          <p:nvPr/>
        </p:nvSpPr>
        <p:spPr>
          <a:xfrm>
            <a:off x="1260100" y="2485425"/>
            <a:ext cx="1783200" cy="160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600">
              <a:latin typeface="Roboto"/>
              <a:ea typeface="Roboto"/>
              <a:cs typeface="Roboto"/>
              <a:sym typeface="Roboto"/>
            </a:endParaRPr>
          </a:p>
        </p:txBody>
      </p:sp>
      <p:sp>
        <p:nvSpPr>
          <p:cNvPr id="2379" name="Google Shape;2379;p42"/>
          <p:cNvSpPr txBox="1"/>
          <p:nvPr/>
        </p:nvSpPr>
        <p:spPr>
          <a:xfrm>
            <a:off x="1260100" y="2481225"/>
            <a:ext cx="1783200" cy="169200"/>
          </a:xfrm>
          <a:prstGeom prst="rect">
            <a:avLst/>
          </a:prstGeom>
          <a:noFill/>
          <a:ln>
            <a:noFill/>
          </a:ln>
        </p:spPr>
        <p:txBody>
          <a:bodyPr anchorCtr="0" anchor="ctr" bIns="18000" lIns="18000" spcFirstLastPara="1" rIns="18000" wrap="square" tIns="18000">
            <a:noAutofit/>
          </a:bodyPr>
          <a:lstStyle/>
          <a:p>
            <a:pPr indent="0" lvl="0" marL="0" rtl="0" algn="ctr">
              <a:spcBef>
                <a:spcPts val="0"/>
              </a:spcBef>
              <a:spcAft>
                <a:spcPts val="0"/>
              </a:spcAft>
              <a:buNone/>
            </a:pPr>
            <a:r>
              <a:rPr b="1" i="1" lang="es-419" sz="800">
                <a:solidFill>
                  <a:srgbClr val="434343"/>
                </a:solidFill>
              </a:rPr>
              <a:t>&lt;...&gt;</a:t>
            </a:r>
            <a:endParaRPr b="1" i="1" sz="800">
              <a:solidFill>
                <a:srgbClr val="434343"/>
              </a:solidFill>
            </a:endParaRPr>
          </a:p>
        </p:txBody>
      </p:sp>
      <p:cxnSp>
        <p:nvCxnSpPr>
          <p:cNvPr id="2380" name="Google Shape;2380;p42"/>
          <p:cNvCxnSpPr/>
          <p:nvPr/>
        </p:nvCxnSpPr>
        <p:spPr>
          <a:xfrm>
            <a:off x="473468" y="1675158"/>
            <a:ext cx="773700" cy="442200"/>
          </a:xfrm>
          <a:prstGeom prst="bentConnector3">
            <a:avLst>
              <a:gd fmla="val 50000" name="adj1"/>
            </a:avLst>
          </a:prstGeom>
          <a:noFill/>
          <a:ln cap="flat" cmpd="sng" w="19050">
            <a:solidFill>
              <a:schemeClr val="dk2"/>
            </a:solidFill>
            <a:prstDash val="dash"/>
            <a:round/>
            <a:headEnd len="med" w="med" type="none"/>
            <a:tailEnd len="med" w="med" type="stealth"/>
          </a:ln>
        </p:spPr>
      </p:cxnSp>
      <p:sp>
        <p:nvSpPr>
          <p:cNvPr id="2381" name="Google Shape;2381;p42"/>
          <p:cNvSpPr/>
          <p:nvPr/>
        </p:nvSpPr>
        <p:spPr>
          <a:xfrm>
            <a:off x="1994606" y="1027913"/>
            <a:ext cx="691500" cy="307800"/>
          </a:xfrm>
          <a:prstGeom prst="roundRect">
            <a:avLst>
              <a:gd fmla="val 5590" name="adj"/>
            </a:avLst>
          </a:prstGeom>
          <a:solidFill>
            <a:srgbClr val="D9EAD3"/>
          </a:solidFill>
          <a:ln cap="flat" cmpd="sng" w="9525">
            <a:solidFill>
              <a:srgbClr val="EFEFEF"/>
            </a:solidFill>
            <a:prstDash val="solid"/>
            <a:round/>
            <a:headEnd len="sm" w="sm" type="none"/>
            <a:tailEnd len="sm" w="sm" type="none"/>
          </a:ln>
          <a:effectLst>
            <a:outerShdw rotWithShape="0" algn="bl" dir="2820000" dist="9525">
              <a:srgbClr val="660000">
                <a:alpha val="50000"/>
              </a:srgbClr>
            </a:outerShdw>
          </a:effectLst>
        </p:spPr>
        <p:txBody>
          <a:bodyPr anchorCtr="0" anchor="ctr" bIns="18000" lIns="18000" spcFirstLastPara="1" rIns="18000" wrap="square" tIns="18000">
            <a:noAutofit/>
          </a:bodyPr>
          <a:lstStyle/>
          <a:p>
            <a:pPr indent="0" lvl="0" marL="0" rtl="0" algn="ctr">
              <a:spcBef>
                <a:spcPts val="0"/>
              </a:spcBef>
              <a:spcAft>
                <a:spcPts val="0"/>
              </a:spcAft>
              <a:buNone/>
            </a:pPr>
            <a:r>
              <a:rPr b="1" lang="es-419" sz="800"/>
              <a:t>&lt;..&gt;</a:t>
            </a:r>
            <a:endParaRPr b="1" sz="800">
              <a:latin typeface="Roboto"/>
              <a:ea typeface="Roboto"/>
              <a:cs typeface="Roboto"/>
              <a:sym typeface="Roboto"/>
            </a:endParaRPr>
          </a:p>
        </p:txBody>
      </p:sp>
      <p:grpSp>
        <p:nvGrpSpPr>
          <p:cNvPr id="2382" name="Google Shape;2382;p42"/>
          <p:cNvGrpSpPr/>
          <p:nvPr/>
        </p:nvGrpSpPr>
        <p:grpSpPr>
          <a:xfrm>
            <a:off x="454975" y="4061650"/>
            <a:ext cx="2799900" cy="1366800"/>
            <a:chOff x="454975" y="4155250"/>
            <a:chExt cx="2799900" cy="1366800"/>
          </a:xfrm>
        </p:grpSpPr>
        <p:sp>
          <p:nvSpPr>
            <p:cNvPr id="2383" name="Google Shape;2383;p42"/>
            <p:cNvSpPr/>
            <p:nvPr/>
          </p:nvSpPr>
          <p:spPr>
            <a:xfrm>
              <a:off x="454975" y="4155250"/>
              <a:ext cx="2799900" cy="1366800"/>
            </a:xfrm>
            <a:prstGeom prst="roundRect">
              <a:avLst>
                <a:gd fmla="val 3233" name="adj"/>
              </a:avLst>
            </a:prstGeom>
            <a:solidFill>
              <a:srgbClr val="FFFFFF"/>
            </a:solidFill>
            <a:ln cap="flat" cmpd="sng" w="9525">
              <a:solidFill>
                <a:srgbClr val="EFEFEF"/>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t" bIns="18000" lIns="18000" spcFirstLastPara="1" rIns="18000" wrap="square" tIns="18000">
              <a:noAutofit/>
            </a:bodyPr>
            <a:lstStyle/>
            <a:p>
              <a:pPr indent="0" lvl="0" marL="0" rtl="0" algn="ctr">
                <a:spcBef>
                  <a:spcPts val="0"/>
                </a:spcBef>
                <a:spcAft>
                  <a:spcPts val="0"/>
                </a:spcAft>
                <a:buNone/>
              </a:pPr>
              <a:r>
                <a:rPr b="1" i="1" lang="es-419" sz="900">
                  <a:solidFill>
                    <a:srgbClr val="434343"/>
                  </a:solidFill>
                </a:rPr>
                <a:t>Objetivos de la Funcionalidad</a:t>
              </a:r>
              <a:endParaRPr b="1" i="1" sz="900">
                <a:solidFill>
                  <a:srgbClr val="434343"/>
                </a:solidFill>
              </a:endParaRPr>
            </a:p>
          </p:txBody>
        </p:sp>
        <p:sp>
          <p:nvSpPr>
            <p:cNvPr id="2384" name="Google Shape;2384;p42"/>
            <p:cNvSpPr txBox="1"/>
            <p:nvPr/>
          </p:nvSpPr>
          <p:spPr>
            <a:xfrm>
              <a:off x="1764892" y="4415677"/>
              <a:ext cx="1069200" cy="2166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t/>
              </a:r>
              <a:endParaRPr b="1" sz="600"/>
            </a:p>
          </p:txBody>
        </p:sp>
        <p:sp>
          <p:nvSpPr>
            <p:cNvPr id="2385" name="Google Shape;2385;p42"/>
            <p:cNvSpPr txBox="1"/>
            <p:nvPr/>
          </p:nvSpPr>
          <p:spPr>
            <a:xfrm>
              <a:off x="661500" y="4423900"/>
              <a:ext cx="801000" cy="232500"/>
            </a:xfrm>
            <a:prstGeom prst="rect">
              <a:avLst/>
            </a:prstGeom>
            <a:noFill/>
            <a:ln>
              <a:noFill/>
            </a:ln>
          </p:spPr>
          <p:txBody>
            <a:bodyPr anchorCtr="0" anchor="ctr" bIns="0" lIns="0" spcFirstLastPara="1" rIns="0" wrap="square" tIns="0">
              <a:noAutofit/>
            </a:bodyPr>
            <a:lstStyle/>
            <a:p>
              <a:pPr indent="0" lvl="0" marL="0" rtl="0" algn="r">
                <a:spcBef>
                  <a:spcPts val="0"/>
                </a:spcBef>
                <a:spcAft>
                  <a:spcPts val="0"/>
                </a:spcAft>
                <a:buNone/>
              </a:pPr>
              <a:r>
                <a:rPr lang="es-419" sz="700">
                  <a:latin typeface="Arvo"/>
                  <a:ea typeface="Arvo"/>
                  <a:cs typeface="Arvo"/>
                  <a:sym typeface="Arvo"/>
                </a:rPr>
                <a:t>Nombre de la Funcionalidad:</a:t>
              </a:r>
              <a:endParaRPr sz="700">
                <a:latin typeface="Arvo"/>
                <a:ea typeface="Arvo"/>
                <a:cs typeface="Arvo"/>
                <a:sym typeface="Arvo"/>
              </a:endParaRPr>
            </a:p>
            <a:p>
              <a:pPr indent="0" lvl="0" marL="0" rtl="0" algn="r">
                <a:spcBef>
                  <a:spcPts val="0"/>
                </a:spcBef>
                <a:spcAft>
                  <a:spcPts val="0"/>
                </a:spcAft>
                <a:buNone/>
              </a:pPr>
              <a:r>
                <a:rPr i="1" lang="es-419" sz="600">
                  <a:solidFill>
                    <a:srgbClr val="666666"/>
                  </a:solidFill>
                  <a:latin typeface="Arvo"/>
                  <a:ea typeface="Arvo"/>
                  <a:cs typeface="Arvo"/>
                  <a:sym typeface="Arvo"/>
                </a:rPr>
                <a:t>ej: Reserva de citas médicas</a:t>
              </a:r>
              <a:endParaRPr i="1" sz="600">
                <a:solidFill>
                  <a:srgbClr val="666666"/>
                </a:solidFill>
                <a:latin typeface="Arvo"/>
                <a:ea typeface="Arvo"/>
                <a:cs typeface="Arvo"/>
                <a:sym typeface="Arvo"/>
              </a:endParaRPr>
            </a:p>
          </p:txBody>
        </p:sp>
        <p:sp>
          <p:nvSpPr>
            <p:cNvPr id="2386" name="Google Shape;2386;p42"/>
            <p:cNvSpPr txBox="1"/>
            <p:nvPr/>
          </p:nvSpPr>
          <p:spPr>
            <a:xfrm>
              <a:off x="536975" y="5190725"/>
              <a:ext cx="925500" cy="248700"/>
            </a:xfrm>
            <a:prstGeom prst="rect">
              <a:avLst/>
            </a:prstGeom>
            <a:noFill/>
            <a:ln>
              <a:noFill/>
            </a:ln>
          </p:spPr>
          <p:txBody>
            <a:bodyPr anchorCtr="0" anchor="ctr" bIns="0" lIns="0" spcFirstLastPara="1" rIns="0" wrap="square" tIns="0">
              <a:spAutoFit/>
            </a:bodyPr>
            <a:lstStyle/>
            <a:p>
              <a:pPr indent="0" lvl="0" marL="0" marR="0" rtl="0" algn="r">
                <a:lnSpc>
                  <a:spcPct val="85000"/>
                </a:lnSpc>
                <a:spcBef>
                  <a:spcPts val="0"/>
                </a:spcBef>
                <a:spcAft>
                  <a:spcPts val="0"/>
                </a:spcAft>
                <a:buNone/>
              </a:pPr>
              <a:r>
                <a:rPr lang="es-419" sz="700">
                  <a:latin typeface="Arvo"/>
                  <a:ea typeface="Arvo"/>
                  <a:cs typeface="Arvo"/>
                  <a:sym typeface="Arvo"/>
                </a:rPr>
                <a:t>Meta Empresa:</a:t>
              </a:r>
              <a:endParaRPr sz="700">
                <a:latin typeface="Arvo"/>
                <a:ea typeface="Arvo"/>
                <a:cs typeface="Arvo"/>
                <a:sym typeface="Arvo"/>
              </a:endParaRPr>
            </a:p>
            <a:p>
              <a:pPr indent="0" lvl="0" marL="0" marR="0" rtl="0" algn="r">
                <a:lnSpc>
                  <a:spcPct val="85000"/>
                </a:lnSpc>
                <a:spcBef>
                  <a:spcPts val="0"/>
                </a:spcBef>
                <a:spcAft>
                  <a:spcPts val="0"/>
                </a:spcAft>
                <a:buNone/>
              </a:pPr>
              <a:r>
                <a:rPr lang="es-419" sz="500">
                  <a:latin typeface="Arvo"/>
                  <a:ea typeface="Arvo"/>
                  <a:cs typeface="Arvo"/>
                  <a:sym typeface="Arvo"/>
                </a:rPr>
                <a:t>&lt;sustantivo&gt;&lt;adjetivo&gt;</a:t>
              </a:r>
              <a:r>
                <a:rPr lang="es-419" sz="600">
                  <a:solidFill>
                    <a:srgbClr val="000000"/>
                  </a:solidFill>
                </a:rPr>
                <a:t> </a:t>
              </a:r>
              <a:endParaRPr sz="600">
                <a:solidFill>
                  <a:srgbClr val="000000"/>
                </a:solidFill>
              </a:endParaRPr>
            </a:p>
            <a:p>
              <a:pPr indent="0" lvl="0" marL="0" marR="0" rtl="0" algn="r">
                <a:lnSpc>
                  <a:spcPct val="85000"/>
                </a:lnSpc>
                <a:spcBef>
                  <a:spcPts val="0"/>
                </a:spcBef>
                <a:spcAft>
                  <a:spcPts val="0"/>
                </a:spcAft>
                <a:buNone/>
              </a:pPr>
              <a:r>
                <a:rPr i="1" lang="es-419" sz="600">
                  <a:solidFill>
                    <a:srgbClr val="666666"/>
                  </a:solidFill>
                  <a:latin typeface="Arvo"/>
                  <a:ea typeface="Arvo"/>
                  <a:cs typeface="Arvo"/>
                  <a:sym typeface="Arvo"/>
                </a:rPr>
                <a:t>ej: agenda actualizada</a:t>
              </a:r>
              <a:endParaRPr i="1" sz="600">
                <a:latin typeface="Arvo"/>
                <a:ea typeface="Arvo"/>
                <a:cs typeface="Arvo"/>
                <a:sym typeface="Arvo"/>
              </a:endParaRPr>
            </a:p>
          </p:txBody>
        </p:sp>
        <p:sp>
          <p:nvSpPr>
            <p:cNvPr id="2387" name="Google Shape;2387;p42"/>
            <p:cNvSpPr txBox="1"/>
            <p:nvPr/>
          </p:nvSpPr>
          <p:spPr>
            <a:xfrm>
              <a:off x="537000" y="4868925"/>
              <a:ext cx="925500" cy="232500"/>
            </a:xfrm>
            <a:prstGeom prst="rect">
              <a:avLst/>
            </a:prstGeom>
            <a:noFill/>
            <a:ln>
              <a:noFill/>
            </a:ln>
          </p:spPr>
          <p:txBody>
            <a:bodyPr anchorCtr="0" anchor="ctr" bIns="0" lIns="0" spcFirstLastPara="1" rIns="0" wrap="square" tIns="0">
              <a:noAutofit/>
            </a:bodyPr>
            <a:lstStyle/>
            <a:p>
              <a:pPr indent="0" lvl="0" marL="0" rtl="0" algn="r">
                <a:spcBef>
                  <a:spcPts val="0"/>
                </a:spcBef>
                <a:spcAft>
                  <a:spcPts val="0"/>
                </a:spcAft>
                <a:buNone/>
              </a:pPr>
              <a:r>
                <a:rPr lang="es-419" sz="700">
                  <a:latin typeface="Arvo"/>
                  <a:ea typeface="Arvo"/>
                  <a:cs typeface="Arvo"/>
                  <a:sym typeface="Arvo"/>
                </a:rPr>
                <a:t>Poscondición:</a:t>
              </a:r>
              <a:endParaRPr sz="700">
                <a:latin typeface="Arvo"/>
                <a:ea typeface="Arvo"/>
                <a:cs typeface="Arvo"/>
                <a:sym typeface="Arvo"/>
              </a:endParaRPr>
            </a:p>
            <a:p>
              <a:pPr indent="0" lvl="0" marL="0" rtl="0" algn="r">
                <a:lnSpc>
                  <a:spcPct val="85000"/>
                </a:lnSpc>
                <a:spcBef>
                  <a:spcPts val="0"/>
                </a:spcBef>
                <a:spcAft>
                  <a:spcPts val="0"/>
                </a:spcAft>
                <a:buClr>
                  <a:srgbClr val="000000"/>
                </a:buClr>
                <a:buSzPts val="1100"/>
                <a:buFont typeface="Arial"/>
                <a:buNone/>
              </a:pPr>
              <a:r>
                <a:rPr lang="es-419" sz="500">
                  <a:solidFill>
                    <a:srgbClr val="000000"/>
                  </a:solidFill>
                  <a:latin typeface="Arvo"/>
                  <a:ea typeface="Arvo"/>
                  <a:cs typeface="Arvo"/>
                  <a:sym typeface="Arvo"/>
                </a:rPr>
                <a:t>&lt;sustantivo&gt;&lt;adjetivo&gt;</a:t>
              </a:r>
              <a:endParaRPr sz="600">
                <a:latin typeface="Arvo"/>
                <a:ea typeface="Arvo"/>
                <a:cs typeface="Arvo"/>
                <a:sym typeface="Arvo"/>
              </a:endParaRPr>
            </a:p>
            <a:p>
              <a:pPr indent="0" lvl="0" marL="0" rtl="0" algn="r">
                <a:spcBef>
                  <a:spcPts val="0"/>
                </a:spcBef>
                <a:spcAft>
                  <a:spcPts val="0"/>
                </a:spcAft>
                <a:buNone/>
              </a:pPr>
              <a:r>
                <a:rPr i="1" lang="es-419" sz="600">
                  <a:solidFill>
                    <a:srgbClr val="666666"/>
                  </a:solidFill>
                  <a:latin typeface="Arvo"/>
                  <a:ea typeface="Arvo"/>
                  <a:cs typeface="Arvo"/>
                  <a:sym typeface="Arvo"/>
                </a:rPr>
                <a:t>ej: pago  realizado</a:t>
              </a:r>
              <a:endParaRPr i="1" sz="600">
                <a:solidFill>
                  <a:srgbClr val="666666"/>
                </a:solidFill>
                <a:latin typeface="Arvo"/>
                <a:ea typeface="Arvo"/>
                <a:cs typeface="Arvo"/>
                <a:sym typeface="Arvo"/>
              </a:endParaRPr>
            </a:p>
          </p:txBody>
        </p:sp>
        <p:sp>
          <p:nvSpPr>
            <p:cNvPr id="2388" name="Google Shape;2388;p42"/>
            <p:cNvSpPr/>
            <p:nvPr/>
          </p:nvSpPr>
          <p:spPr>
            <a:xfrm>
              <a:off x="1567450" y="4861754"/>
              <a:ext cx="1551300" cy="2166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600">
                <a:latin typeface="Roboto"/>
                <a:ea typeface="Roboto"/>
                <a:cs typeface="Roboto"/>
                <a:sym typeface="Roboto"/>
              </a:endParaRPr>
            </a:p>
          </p:txBody>
        </p:sp>
        <p:sp>
          <p:nvSpPr>
            <p:cNvPr id="2389" name="Google Shape;2389;p42"/>
            <p:cNvSpPr/>
            <p:nvPr/>
          </p:nvSpPr>
          <p:spPr>
            <a:xfrm>
              <a:off x="1567450" y="5207124"/>
              <a:ext cx="1551300" cy="2166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600">
                <a:latin typeface="Roboto"/>
                <a:ea typeface="Roboto"/>
                <a:cs typeface="Roboto"/>
                <a:sym typeface="Roboto"/>
              </a:endParaRPr>
            </a:p>
          </p:txBody>
        </p:sp>
        <p:sp>
          <p:nvSpPr>
            <p:cNvPr id="2390" name="Google Shape;2390;p42"/>
            <p:cNvSpPr txBox="1"/>
            <p:nvPr/>
          </p:nvSpPr>
          <p:spPr>
            <a:xfrm>
              <a:off x="1591275" y="4866157"/>
              <a:ext cx="1527600" cy="203100"/>
            </a:xfrm>
            <a:prstGeom prst="rect">
              <a:avLst/>
            </a:prstGeom>
            <a:solidFill>
              <a:srgbClr val="F3F3F3"/>
            </a:solidFill>
            <a:ln>
              <a:noFill/>
            </a:ln>
          </p:spPr>
          <p:txBody>
            <a:bodyPr anchorCtr="0" anchor="ctr" bIns="18000" lIns="18000" spcFirstLastPara="1" rIns="18000" wrap="square" tIns="18000">
              <a:noAutofit/>
            </a:bodyPr>
            <a:lstStyle/>
            <a:p>
              <a:pPr indent="0" lvl="0" marL="0" rtl="0" algn="l">
                <a:spcBef>
                  <a:spcPts val="0"/>
                </a:spcBef>
                <a:spcAft>
                  <a:spcPts val="0"/>
                </a:spcAft>
                <a:buNone/>
              </a:pPr>
              <a:r>
                <a:t/>
              </a:r>
              <a:endParaRPr b="1" i="1" sz="800">
                <a:solidFill>
                  <a:srgbClr val="434343"/>
                </a:solidFill>
              </a:endParaRPr>
            </a:p>
          </p:txBody>
        </p:sp>
        <p:sp>
          <p:nvSpPr>
            <p:cNvPr id="2391" name="Google Shape;2391;p42"/>
            <p:cNvSpPr txBox="1"/>
            <p:nvPr/>
          </p:nvSpPr>
          <p:spPr>
            <a:xfrm>
              <a:off x="1591275" y="5199725"/>
              <a:ext cx="1527600" cy="203100"/>
            </a:xfrm>
            <a:prstGeom prst="rect">
              <a:avLst/>
            </a:prstGeom>
            <a:solidFill>
              <a:srgbClr val="F3F3F3"/>
            </a:solidFill>
            <a:ln>
              <a:noFill/>
            </a:ln>
          </p:spPr>
          <p:txBody>
            <a:bodyPr anchorCtr="0" anchor="ctr" bIns="18000" lIns="18000" spcFirstLastPara="1" rIns="18000" wrap="square" tIns="18000">
              <a:noAutofit/>
            </a:bodyPr>
            <a:lstStyle/>
            <a:p>
              <a:pPr indent="0" lvl="0" marL="0" rtl="0" algn="l">
                <a:spcBef>
                  <a:spcPts val="0"/>
                </a:spcBef>
                <a:spcAft>
                  <a:spcPts val="0"/>
                </a:spcAft>
                <a:buNone/>
              </a:pPr>
              <a:r>
                <a:t/>
              </a:r>
              <a:endParaRPr b="1" i="1" sz="800">
                <a:solidFill>
                  <a:srgbClr val="434343"/>
                </a:solidFill>
              </a:endParaRPr>
            </a:p>
          </p:txBody>
        </p:sp>
        <p:sp>
          <p:nvSpPr>
            <p:cNvPr id="2392" name="Google Shape;2392;p42"/>
            <p:cNvSpPr txBox="1"/>
            <p:nvPr/>
          </p:nvSpPr>
          <p:spPr>
            <a:xfrm>
              <a:off x="1776867" y="4425173"/>
              <a:ext cx="1069200" cy="2166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t/>
              </a:r>
              <a:endParaRPr b="1" sz="600"/>
            </a:p>
          </p:txBody>
        </p:sp>
        <p:sp>
          <p:nvSpPr>
            <p:cNvPr id="2393" name="Google Shape;2393;p42"/>
            <p:cNvSpPr/>
            <p:nvPr/>
          </p:nvSpPr>
          <p:spPr>
            <a:xfrm>
              <a:off x="1579425" y="4367690"/>
              <a:ext cx="15513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600">
                <a:latin typeface="Roboto"/>
                <a:ea typeface="Roboto"/>
                <a:cs typeface="Roboto"/>
                <a:sym typeface="Roboto"/>
              </a:endParaRPr>
            </a:p>
          </p:txBody>
        </p:sp>
        <p:sp>
          <p:nvSpPr>
            <p:cNvPr id="2394" name="Google Shape;2394;p42"/>
            <p:cNvSpPr txBox="1"/>
            <p:nvPr/>
          </p:nvSpPr>
          <p:spPr>
            <a:xfrm>
              <a:off x="1591275" y="4350201"/>
              <a:ext cx="1527600" cy="351900"/>
            </a:xfrm>
            <a:prstGeom prst="rect">
              <a:avLst/>
            </a:prstGeom>
            <a:noFill/>
            <a:ln>
              <a:noFill/>
            </a:ln>
          </p:spPr>
          <p:txBody>
            <a:bodyPr anchorCtr="0" anchor="ctr" bIns="18000" lIns="18000" spcFirstLastPara="1" rIns="18000" wrap="square" tIns="18000">
              <a:noAutofit/>
            </a:bodyPr>
            <a:lstStyle/>
            <a:p>
              <a:pPr indent="0" lvl="0" marL="0" rtl="0" algn="ctr">
                <a:spcBef>
                  <a:spcPts val="0"/>
                </a:spcBef>
                <a:spcAft>
                  <a:spcPts val="0"/>
                </a:spcAft>
                <a:buNone/>
              </a:pPr>
              <a:r>
                <a:t/>
              </a:r>
              <a:endParaRPr b="1" i="1" sz="1100">
                <a:solidFill>
                  <a:srgbClr val="434343"/>
                </a:solidFill>
              </a:endParaRPr>
            </a:p>
          </p:txBody>
        </p:sp>
      </p:grpSp>
      <p:grpSp>
        <p:nvGrpSpPr>
          <p:cNvPr id="2395" name="Google Shape;2395;p42"/>
          <p:cNvGrpSpPr/>
          <p:nvPr/>
        </p:nvGrpSpPr>
        <p:grpSpPr>
          <a:xfrm>
            <a:off x="666588" y="2714647"/>
            <a:ext cx="2376625" cy="200100"/>
            <a:chOff x="624700" y="1498750"/>
            <a:chExt cx="2376625" cy="200100"/>
          </a:xfrm>
        </p:grpSpPr>
        <p:sp>
          <p:nvSpPr>
            <p:cNvPr id="2396" name="Google Shape;2396;p42"/>
            <p:cNvSpPr txBox="1"/>
            <p:nvPr/>
          </p:nvSpPr>
          <p:spPr>
            <a:xfrm>
              <a:off x="747725" y="1498750"/>
              <a:ext cx="2253600" cy="200100"/>
            </a:xfrm>
            <a:prstGeom prst="rect">
              <a:avLst/>
            </a:prstGeom>
            <a:solidFill>
              <a:srgbClr val="F3F3F3"/>
            </a:solidFill>
            <a:ln>
              <a:noFill/>
            </a:ln>
          </p:spPr>
          <p:txBody>
            <a:bodyPr anchorCtr="0" anchor="ctr" bIns="18000" lIns="18000" spcFirstLastPara="1" rIns="18000" wrap="square" tIns="18000">
              <a:noAutofit/>
            </a:bodyPr>
            <a:lstStyle/>
            <a:p>
              <a:pPr indent="0" lvl="0" marL="0" rtl="0" algn="l">
                <a:spcBef>
                  <a:spcPts val="0"/>
                </a:spcBef>
                <a:spcAft>
                  <a:spcPts val="0"/>
                </a:spcAft>
                <a:buNone/>
              </a:pPr>
              <a:r>
                <a:t/>
              </a:r>
              <a:endParaRPr sz="800">
                <a:solidFill>
                  <a:srgbClr val="434343"/>
                </a:solidFill>
              </a:endParaRPr>
            </a:p>
          </p:txBody>
        </p:sp>
        <p:sp>
          <p:nvSpPr>
            <p:cNvPr id="2397" name="Google Shape;2397;p42"/>
            <p:cNvSpPr txBox="1"/>
            <p:nvPr/>
          </p:nvSpPr>
          <p:spPr>
            <a:xfrm>
              <a:off x="624700" y="1514200"/>
              <a:ext cx="86100" cy="169200"/>
            </a:xfrm>
            <a:prstGeom prst="rect">
              <a:avLst/>
            </a:prstGeom>
            <a:noFill/>
            <a:ln>
              <a:noFill/>
            </a:ln>
          </p:spPr>
          <p:txBody>
            <a:bodyPr anchorCtr="0" anchor="ctr" bIns="0" lIns="0" spcFirstLastPara="1" rIns="0" wrap="square" tIns="0">
              <a:spAutoFit/>
            </a:bodyPr>
            <a:lstStyle/>
            <a:p>
              <a:pPr indent="0" lvl="0" marL="0" rtl="0" algn="r">
                <a:spcBef>
                  <a:spcPts val="0"/>
                </a:spcBef>
                <a:spcAft>
                  <a:spcPts val="0"/>
                </a:spcAft>
                <a:buNone/>
              </a:pPr>
              <a:r>
                <a:rPr lang="es-419" sz="700">
                  <a:latin typeface="Arvo"/>
                  <a:ea typeface="Arvo"/>
                  <a:cs typeface="Arvo"/>
                  <a:sym typeface="Arvo"/>
                </a:rPr>
                <a:t>1.</a:t>
              </a:r>
              <a:endParaRPr sz="700">
                <a:latin typeface="Arvo"/>
                <a:ea typeface="Arvo"/>
                <a:cs typeface="Arvo"/>
                <a:sym typeface="Arvo"/>
              </a:endParaRPr>
            </a:p>
            <a:p>
              <a:pPr indent="0" lvl="0" marL="0" rtl="0" algn="r">
                <a:spcBef>
                  <a:spcPts val="0"/>
                </a:spcBef>
                <a:spcAft>
                  <a:spcPts val="0"/>
                </a:spcAft>
                <a:buNone/>
              </a:pPr>
              <a:r>
                <a:t/>
              </a:r>
              <a:endParaRPr i="1" sz="400">
                <a:solidFill>
                  <a:srgbClr val="666666"/>
                </a:solidFill>
                <a:latin typeface="Arvo"/>
                <a:ea typeface="Arvo"/>
                <a:cs typeface="Arvo"/>
                <a:sym typeface="Arvo"/>
              </a:endParaRPr>
            </a:p>
          </p:txBody>
        </p:sp>
      </p:grpSp>
      <p:grpSp>
        <p:nvGrpSpPr>
          <p:cNvPr id="2398" name="Google Shape;2398;p42"/>
          <p:cNvGrpSpPr/>
          <p:nvPr/>
        </p:nvGrpSpPr>
        <p:grpSpPr>
          <a:xfrm>
            <a:off x="666588" y="2937184"/>
            <a:ext cx="2376625" cy="200100"/>
            <a:chOff x="624700" y="1498750"/>
            <a:chExt cx="2376625" cy="200100"/>
          </a:xfrm>
        </p:grpSpPr>
        <p:sp>
          <p:nvSpPr>
            <p:cNvPr id="2399" name="Google Shape;2399;p42"/>
            <p:cNvSpPr txBox="1"/>
            <p:nvPr/>
          </p:nvSpPr>
          <p:spPr>
            <a:xfrm>
              <a:off x="747725" y="1498750"/>
              <a:ext cx="2253600" cy="200100"/>
            </a:xfrm>
            <a:prstGeom prst="rect">
              <a:avLst/>
            </a:prstGeom>
            <a:solidFill>
              <a:srgbClr val="F3F3F3"/>
            </a:solidFill>
            <a:ln>
              <a:noFill/>
            </a:ln>
          </p:spPr>
          <p:txBody>
            <a:bodyPr anchorCtr="0" anchor="ctr" bIns="18000" lIns="18000" spcFirstLastPara="1" rIns="18000" wrap="square" tIns="18000">
              <a:noAutofit/>
            </a:bodyPr>
            <a:lstStyle/>
            <a:p>
              <a:pPr indent="0" lvl="0" marL="0" rtl="0" algn="l">
                <a:spcBef>
                  <a:spcPts val="0"/>
                </a:spcBef>
                <a:spcAft>
                  <a:spcPts val="0"/>
                </a:spcAft>
                <a:buNone/>
              </a:pPr>
              <a:r>
                <a:t/>
              </a:r>
              <a:endParaRPr sz="800">
                <a:solidFill>
                  <a:srgbClr val="434343"/>
                </a:solidFill>
              </a:endParaRPr>
            </a:p>
          </p:txBody>
        </p:sp>
        <p:sp>
          <p:nvSpPr>
            <p:cNvPr id="2400" name="Google Shape;2400;p42"/>
            <p:cNvSpPr txBox="1"/>
            <p:nvPr/>
          </p:nvSpPr>
          <p:spPr>
            <a:xfrm>
              <a:off x="624700" y="1514200"/>
              <a:ext cx="86100" cy="169200"/>
            </a:xfrm>
            <a:prstGeom prst="rect">
              <a:avLst/>
            </a:prstGeom>
            <a:noFill/>
            <a:ln>
              <a:noFill/>
            </a:ln>
          </p:spPr>
          <p:txBody>
            <a:bodyPr anchorCtr="0" anchor="ctr" bIns="0" lIns="0" spcFirstLastPara="1" rIns="0" wrap="square" tIns="0">
              <a:spAutoFit/>
            </a:bodyPr>
            <a:lstStyle/>
            <a:p>
              <a:pPr indent="0" lvl="0" marL="0" rtl="0" algn="r">
                <a:spcBef>
                  <a:spcPts val="0"/>
                </a:spcBef>
                <a:spcAft>
                  <a:spcPts val="0"/>
                </a:spcAft>
                <a:buNone/>
              </a:pPr>
              <a:r>
                <a:rPr lang="es-419" sz="700">
                  <a:latin typeface="Arvo"/>
                  <a:ea typeface="Arvo"/>
                  <a:cs typeface="Arvo"/>
                  <a:sym typeface="Arvo"/>
                </a:rPr>
                <a:t>2.</a:t>
              </a:r>
              <a:endParaRPr sz="700">
                <a:latin typeface="Arvo"/>
                <a:ea typeface="Arvo"/>
                <a:cs typeface="Arvo"/>
                <a:sym typeface="Arvo"/>
              </a:endParaRPr>
            </a:p>
            <a:p>
              <a:pPr indent="0" lvl="0" marL="0" rtl="0" algn="r">
                <a:spcBef>
                  <a:spcPts val="0"/>
                </a:spcBef>
                <a:spcAft>
                  <a:spcPts val="0"/>
                </a:spcAft>
                <a:buNone/>
              </a:pPr>
              <a:r>
                <a:t/>
              </a:r>
              <a:endParaRPr i="1" sz="400">
                <a:solidFill>
                  <a:srgbClr val="666666"/>
                </a:solidFill>
                <a:latin typeface="Arvo"/>
                <a:ea typeface="Arvo"/>
                <a:cs typeface="Arvo"/>
                <a:sym typeface="Arvo"/>
              </a:endParaRPr>
            </a:p>
          </p:txBody>
        </p:sp>
      </p:grpSp>
      <p:grpSp>
        <p:nvGrpSpPr>
          <p:cNvPr id="2401" name="Google Shape;2401;p42"/>
          <p:cNvGrpSpPr/>
          <p:nvPr/>
        </p:nvGrpSpPr>
        <p:grpSpPr>
          <a:xfrm>
            <a:off x="666588" y="3159747"/>
            <a:ext cx="2376625" cy="200100"/>
            <a:chOff x="624700" y="1498750"/>
            <a:chExt cx="2376625" cy="200100"/>
          </a:xfrm>
        </p:grpSpPr>
        <p:sp>
          <p:nvSpPr>
            <p:cNvPr id="2402" name="Google Shape;2402;p42"/>
            <p:cNvSpPr txBox="1"/>
            <p:nvPr/>
          </p:nvSpPr>
          <p:spPr>
            <a:xfrm>
              <a:off x="747725" y="1498750"/>
              <a:ext cx="2253600" cy="200100"/>
            </a:xfrm>
            <a:prstGeom prst="rect">
              <a:avLst/>
            </a:prstGeom>
            <a:solidFill>
              <a:srgbClr val="F3F3F3"/>
            </a:solidFill>
            <a:ln>
              <a:noFill/>
            </a:ln>
          </p:spPr>
          <p:txBody>
            <a:bodyPr anchorCtr="0" anchor="ctr" bIns="18000" lIns="18000" spcFirstLastPara="1" rIns="18000" wrap="square" tIns="18000">
              <a:noAutofit/>
            </a:bodyPr>
            <a:lstStyle/>
            <a:p>
              <a:pPr indent="0" lvl="0" marL="0" rtl="0" algn="l">
                <a:spcBef>
                  <a:spcPts val="0"/>
                </a:spcBef>
                <a:spcAft>
                  <a:spcPts val="0"/>
                </a:spcAft>
                <a:buNone/>
              </a:pPr>
              <a:r>
                <a:t/>
              </a:r>
              <a:endParaRPr sz="800">
                <a:solidFill>
                  <a:srgbClr val="434343"/>
                </a:solidFill>
              </a:endParaRPr>
            </a:p>
          </p:txBody>
        </p:sp>
        <p:sp>
          <p:nvSpPr>
            <p:cNvPr id="2403" name="Google Shape;2403;p42"/>
            <p:cNvSpPr txBox="1"/>
            <p:nvPr/>
          </p:nvSpPr>
          <p:spPr>
            <a:xfrm>
              <a:off x="624700" y="1514200"/>
              <a:ext cx="86100" cy="169200"/>
            </a:xfrm>
            <a:prstGeom prst="rect">
              <a:avLst/>
            </a:prstGeom>
            <a:noFill/>
            <a:ln>
              <a:noFill/>
            </a:ln>
          </p:spPr>
          <p:txBody>
            <a:bodyPr anchorCtr="0" anchor="ctr" bIns="0" lIns="0" spcFirstLastPara="1" rIns="0" wrap="square" tIns="0">
              <a:spAutoFit/>
            </a:bodyPr>
            <a:lstStyle/>
            <a:p>
              <a:pPr indent="0" lvl="0" marL="0" rtl="0" algn="r">
                <a:spcBef>
                  <a:spcPts val="0"/>
                </a:spcBef>
                <a:spcAft>
                  <a:spcPts val="0"/>
                </a:spcAft>
                <a:buNone/>
              </a:pPr>
              <a:r>
                <a:rPr lang="es-419" sz="700">
                  <a:latin typeface="Arvo"/>
                  <a:ea typeface="Arvo"/>
                  <a:cs typeface="Arvo"/>
                  <a:sym typeface="Arvo"/>
                </a:rPr>
                <a:t>3.</a:t>
              </a:r>
              <a:endParaRPr sz="700">
                <a:latin typeface="Arvo"/>
                <a:ea typeface="Arvo"/>
                <a:cs typeface="Arvo"/>
                <a:sym typeface="Arvo"/>
              </a:endParaRPr>
            </a:p>
            <a:p>
              <a:pPr indent="0" lvl="0" marL="0" rtl="0" algn="r">
                <a:spcBef>
                  <a:spcPts val="0"/>
                </a:spcBef>
                <a:spcAft>
                  <a:spcPts val="0"/>
                </a:spcAft>
                <a:buNone/>
              </a:pPr>
              <a:r>
                <a:t/>
              </a:r>
              <a:endParaRPr i="1" sz="400">
                <a:solidFill>
                  <a:srgbClr val="666666"/>
                </a:solidFill>
                <a:latin typeface="Arvo"/>
                <a:ea typeface="Arvo"/>
                <a:cs typeface="Arvo"/>
                <a:sym typeface="Arvo"/>
              </a:endParaRPr>
            </a:p>
          </p:txBody>
        </p:sp>
      </p:grpSp>
      <p:grpSp>
        <p:nvGrpSpPr>
          <p:cNvPr id="2404" name="Google Shape;2404;p42"/>
          <p:cNvGrpSpPr/>
          <p:nvPr/>
        </p:nvGrpSpPr>
        <p:grpSpPr>
          <a:xfrm>
            <a:off x="666588" y="3382284"/>
            <a:ext cx="2376625" cy="200100"/>
            <a:chOff x="624700" y="1498750"/>
            <a:chExt cx="2376625" cy="200100"/>
          </a:xfrm>
        </p:grpSpPr>
        <p:sp>
          <p:nvSpPr>
            <p:cNvPr id="2405" name="Google Shape;2405;p42"/>
            <p:cNvSpPr txBox="1"/>
            <p:nvPr/>
          </p:nvSpPr>
          <p:spPr>
            <a:xfrm>
              <a:off x="747725" y="1498750"/>
              <a:ext cx="2253600" cy="200100"/>
            </a:xfrm>
            <a:prstGeom prst="rect">
              <a:avLst/>
            </a:prstGeom>
            <a:solidFill>
              <a:srgbClr val="F3F3F3"/>
            </a:solidFill>
            <a:ln>
              <a:noFill/>
            </a:ln>
          </p:spPr>
          <p:txBody>
            <a:bodyPr anchorCtr="0" anchor="ctr" bIns="18000" lIns="18000" spcFirstLastPara="1" rIns="18000" wrap="square" tIns="18000">
              <a:noAutofit/>
            </a:bodyPr>
            <a:lstStyle/>
            <a:p>
              <a:pPr indent="0" lvl="0" marL="0" rtl="0" algn="l">
                <a:spcBef>
                  <a:spcPts val="0"/>
                </a:spcBef>
                <a:spcAft>
                  <a:spcPts val="0"/>
                </a:spcAft>
                <a:buNone/>
              </a:pPr>
              <a:r>
                <a:t/>
              </a:r>
              <a:endParaRPr sz="800">
                <a:solidFill>
                  <a:srgbClr val="434343"/>
                </a:solidFill>
              </a:endParaRPr>
            </a:p>
          </p:txBody>
        </p:sp>
        <p:sp>
          <p:nvSpPr>
            <p:cNvPr id="2406" name="Google Shape;2406;p42"/>
            <p:cNvSpPr txBox="1"/>
            <p:nvPr/>
          </p:nvSpPr>
          <p:spPr>
            <a:xfrm>
              <a:off x="624700" y="1514200"/>
              <a:ext cx="86100" cy="169200"/>
            </a:xfrm>
            <a:prstGeom prst="rect">
              <a:avLst/>
            </a:prstGeom>
            <a:noFill/>
            <a:ln>
              <a:noFill/>
            </a:ln>
          </p:spPr>
          <p:txBody>
            <a:bodyPr anchorCtr="0" anchor="ctr" bIns="0" lIns="0" spcFirstLastPara="1" rIns="0" wrap="square" tIns="0">
              <a:spAutoFit/>
            </a:bodyPr>
            <a:lstStyle/>
            <a:p>
              <a:pPr indent="0" lvl="0" marL="0" rtl="0" algn="r">
                <a:spcBef>
                  <a:spcPts val="0"/>
                </a:spcBef>
                <a:spcAft>
                  <a:spcPts val="0"/>
                </a:spcAft>
                <a:buNone/>
              </a:pPr>
              <a:r>
                <a:rPr lang="es-419" sz="700">
                  <a:latin typeface="Arvo"/>
                  <a:ea typeface="Arvo"/>
                  <a:cs typeface="Arvo"/>
                  <a:sym typeface="Arvo"/>
                </a:rPr>
                <a:t>4.</a:t>
              </a:r>
              <a:endParaRPr sz="700">
                <a:latin typeface="Arvo"/>
                <a:ea typeface="Arvo"/>
                <a:cs typeface="Arvo"/>
                <a:sym typeface="Arvo"/>
              </a:endParaRPr>
            </a:p>
            <a:p>
              <a:pPr indent="0" lvl="0" marL="0" rtl="0" algn="r">
                <a:spcBef>
                  <a:spcPts val="0"/>
                </a:spcBef>
                <a:spcAft>
                  <a:spcPts val="0"/>
                </a:spcAft>
                <a:buNone/>
              </a:pPr>
              <a:r>
                <a:t/>
              </a:r>
              <a:endParaRPr i="1" sz="400">
                <a:solidFill>
                  <a:srgbClr val="666666"/>
                </a:solidFill>
                <a:latin typeface="Arvo"/>
                <a:ea typeface="Arvo"/>
                <a:cs typeface="Arvo"/>
                <a:sym typeface="Arvo"/>
              </a:endParaRPr>
            </a:p>
          </p:txBody>
        </p:sp>
      </p:grpSp>
      <p:grpSp>
        <p:nvGrpSpPr>
          <p:cNvPr id="2407" name="Google Shape;2407;p42"/>
          <p:cNvGrpSpPr/>
          <p:nvPr/>
        </p:nvGrpSpPr>
        <p:grpSpPr>
          <a:xfrm>
            <a:off x="666588" y="3610709"/>
            <a:ext cx="2376625" cy="200100"/>
            <a:chOff x="624700" y="1498750"/>
            <a:chExt cx="2376625" cy="200100"/>
          </a:xfrm>
        </p:grpSpPr>
        <p:sp>
          <p:nvSpPr>
            <p:cNvPr id="2408" name="Google Shape;2408;p42"/>
            <p:cNvSpPr txBox="1"/>
            <p:nvPr/>
          </p:nvSpPr>
          <p:spPr>
            <a:xfrm>
              <a:off x="747725" y="1498750"/>
              <a:ext cx="2253600" cy="200100"/>
            </a:xfrm>
            <a:prstGeom prst="rect">
              <a:avLst/>
            </a:prstGeom>
            <a:solidFill>
              <a:srgbClr val="F3F3F3"/>
            </a:solidFill>
            <a:ln>
              <a:noFill/>
            </a:ln>
          </p:spPr>
          <p:txBody>
            <a:bodyPr anchorCtr="0" anchor="ctr" bIns="18000" lIns="18000" spcFirstLastPara="1" rIns="18000" wrap="square" tIns="18000">
              <a:noAutofit/>
            </a:bodyPr>
            <a:lstStyle/>
            <a:p>
              <a:pPr indent="0" lvl="0" marL="0" rtl="0" algn="l">
                <a:spcBef>
                  <a:spcPts val="0"/>
                </a:spcBef>
                <a:spcAft>
                  <a:spcPts val="0"/>
                </a:spcAft>
                <a:buNone/>
              </a:pPr>
              <a:r>
                <a:t/>
              </a:r>
              <a:endParaRPr sz="800">
                <a:solidFill>
                  <a:srgbClr val="434343"/>
                </a:solidFill>
              </a:endParaRPr>
            </a:p>
          </p:txBody>
        </p:sp>
        <p:sp>
          <p:nvSpPr>
            <p:cNvPr id="2409" name="Google Shape;2409;p42"/>
            <p:cNvSpPr txBox="1"/>
            <p:nvPr/>
          </p:nvSpPr>
          <p:spPr>
            <a:xfrm>
              <a:off x="624700" y="1514200"/>
              <a:ext cx="86100" cy="169200"/>
            </a:xfrm>
            <a:prstGeom prst="rect">
              <a:avLst/>
            </a:prstGeom>
            <a:noFill/>
            <a:ln>
              <a:noFill/>
            </a:ln>
          </p:spPr>
          <p:txBody>
            <a:bodyPr anchorCtr="0" anchor="ctr" bIns="0" lIns="0" spcFirstLastPara="1" rIns="0" wrap="square" tIns="0">
              <a:spAutoFit/>
            </a:bodyPr>
            <a:lstStyle/>
            <a:p>
              <a:pPr indent="0" lvl="0" marL="0" rtl="0" algn="r">
                <a:spcBef>
                  <a:spcPts val="0"/>
                </a:spcBef>
                <a:spcAft>
                  <a:spcPts val="0"/>
                </a:spcAft>
                <a:buNone/>
              </a:pPr>
              <a:r>
                <a:rPr lang="es-419" sz="700">
                  <a:latin typeface="Arvo"/>
                  <a:ea typeface="Arvo"/>
                  <a:cs typeface="Arvo"/>
                  <a:sym typeface="Arvo"/>
                </a:rPr>
                <a:t>5.</a:t>
              </a:r>
              <a:endParaRPr sz="700">
                <a:latin typeface="Arvo"/>
                <a:ea typeface="Arvo"/>
                <a:cs typeface="Arvo"/>
                <a:sym typeface="Arvo"/>
              </a:endParaRPr>
            </a:p>
            <a:p>
              <a:pPr indent="0" lvl="0" marL="0" rtl="0" algn="r">
                <a:spcBef>
                  <a:spcPts val="0"/>
                </a:spcBef>
                <a:spcAft>
                  <a:spcPts val="0"/>
                </a:spcAft>
                <a:buNone/>
              </a:pPr>
              <a:r>
                <a:t/>
              </a:r>
              <a:endParaRPr i="1" sz="400">
                <a:solidFill>
                  <a:srgbClr val="666666"/>
                </a:solidFill>
                <a:latin typeface="Arvo"/>
                <a:ea typeface="Arvo"/>
                <a:cs typeface="Arvo"/>
                <a:sym typeface="Arvo"/>
              </a:endParaRPr>
            </a:p>
          </p:txBody>
        </p:sp>
      </p:grpSp>
    </p:spTree>
  </p:cSld>
  <p:clrMapOvr>
    <a:masterClrMapping/>
  </p:clrMapOvr>
</p:sldLayout>
</file>

<file path=ppt/slideLayouts/slideLayout4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Paleta 3 1">
  <p:cSld name="CUSTOM_3_1">
    <p:spTree>
      <p:nvGrpSpPr>
        <p:cNvPr id="2410" name="Shape 2410"/>
        <p:cNvGrpSpPr/>
        <p:nvPr/>
      </p:nvGrpSpPr>
      <p:grpSpPr>
        <a:xfrm>
          <a:off x="0" y="0"/>
          <a:ext cx="0" cy="0"/>
          <a:chOff x="0" y="0"/>
          <a:chExt cx="0" cy="0"/>
        </a:xfrm>
      </p:grpSpPr>
      <p:sp>
        <p:nvSpPr>
          <p:cNvPr id="2411" name="Google Shape;2411;p43"/>
          <p:cNvSpPr/>
          <p:nvPr/>
        </p:nvSpPr>
        <p:spPr>
          <a:xfrm>
            <a:off x="195025" y="263250"/>
            <a:ext cx="5567400" cy="421200"/>
          </a:xfrm>
          <a:prstGeom prst="roundRect">
            <a:avLst>
              <a:gd fmla="val 17492" name="adj"/>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s-419" sz="1200">
                <a:solidFill>
                  <a:srgbClr val="FFFFFF"/>
                </a:solidFill>
              </a:rPr>
              <a:t>Especificación de Caso de Uso</a:t>
            </a:r>
            <a:endParaRPr b="1" sz="1100">
              <a:solidFill>
                <a:srgbClr val="FFFFFF"/>
              </a:solidFill>
            </a:endParaRPr>
          </a:p>
        </p:txBody>
      </p:sp>
      <p:sp>
        <p:nvSpPr>
          <p:cNvPr id="2412" name="Google Shape;2412;p43"/>
          <p:cNvSpPr/>
          <p:nvPr/>
        </p:nvSpPr>
        <p:spPr>
          <a:xfrm>
            <a:off x="195000" y="822275"/>
            <a:ext cx="5567400" cy="5853600"/>
          </a:xfrm>
          <a:prstGeom prst="roundRect">
            <a:avLst>
              <a:gd fmla="val 2402" name="adj"/>
            </a:avLst>
          </a:prstGeom>
          <a:solidFill>
            <a:srgbClr val="F3F3F3"/>
          </a:solidFill>
          <a:ln cap="flat" cmpd="sng" w="9525">
            <a:solidFill>
              <a:srgbClr val="F3F3F3"/>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413" name="Google Shape;2413;p43"/>
          <p:cNvGrpSpPr/>
          <p:nvPr/>
        </p:nvGrpSpPr>
        <p:grpSpPr>
          <a:xfrm>
            <a:off x="300175" y="1002322"/>
            <a:ext cx="2562300" cy="3616200"/>
            <a:chOff x="300175" y="1002322"/>
            <a:chExt cx="2562300" cy="3616200"/>
          </a:xfrm>
        </p:grpSpPr>
        <p:sp>
          <p:nvSpPr>
            <p:cNvPr id="2414" name="Google Shape;2414;p43"/>
            <p:cNvSpPr/>
            <p:nvPr/>
          </p:nvSpPr>
          <p:spPr>
            <a:xfrm>
              <a:off x="300175" y="1002322"/>
              <a:ext cx="2562300" cy="3616200"/>
            </a:xfrm>
            <a:prstGeom prst="roundRect">
              <a:avLst>
                <a:gd fmla="val 3233" name="adj"/>
              </a:avLst>
            </a:prstGeom>
            <a:solidFill>
              <a:srgbClr val="FFFFFF"/>
            </a:solidFill>
            <a:ln cap="flat" cmpd="sng" w="9525">
              <a:solidFill>
                <a:srgbClr val="EFEFEF"/>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t" bIns="18000" lIns="18000" spcFirstLastPara="1" rIns="18000" wrap="square" tIns="18000">
              <a:noAutofit/>
            </a:bodyPr>
            <a:lstStyle/>
            <a:p>
              <a:pPr indent="0" lvl="0" marL="0" rtl="0" algn="l">
                <a:spcBef>
                  <a:spcPts val="0"/>
                </a:spcBef>
                <a:spcAft>
                  <a:spcPts val="0"/>
                </a:spcAft>
                <a:buNone/>
              </a:pPr>
              <a:r>
                <a:rPr b="1" i="1" lang="es-419" sz="900">
                  <a:solidFill>
                    <a:srgbClr val="434343"/>
                  </a:solidFill>
                </a:rPr>
                <a:t>Pasos del Flujo Básico:</a:t>
              </a:r>
              <a:endParaRPr b="1" i="1" sz="900">
                <a:solidFill>
                  <a:srgbClr val="434343"/>
                </a:solidFill>
              </a:endParaRPr>
            </a:p>
          </p:txBody>
        </p:sp>
        <p:grpSp>
          <p:nvGrpSpPr>
            <p:cNvPr id="2415" name="Google Shape;2415;p43"/>
            <p:cNvGrpSpPr/>
            <p:nvPr/>
          </p:nvGrpSpPr>
          <p:grpSpPr>
            <a:xfrm>
              <a:off x="396100" y="1221347"/>
              <a:ext cx="2376625" cy="200100"/>
              <a:chOff x="624700" y="1498750"/>
              <a:chExt cx="2376625" cy="200100"/>
            </a:xfrm>
          </p:grpSpPr>
          <p:sp>
            <p:nvSpPr>
              <p:cNvPr id="2416" name="Google Shape;2416;p43"/>
              <p:cNvSpPr txBox="1"/>
              <p:nvPr/>
            </p:nvSpPr>
            <p:spPr>
              <a:xfrm>
                <a:off x="747725" y="1498750"/>
                <a:ext cx="2253600" cy="200100"/>
              </a:xfrm>
              <a:prstGeom prst="rect">
                <a:avLst/>
              </a:prstGeom>
              <a:solidFill>
                <a:srgbClr val="F3F3F3"/>
              </a:solidFill>
              <a:ln>
                <a:noFill/>
              </a:ln>
            </p:spPr>
            <p:txBody>
              <a:bodyPr anchorCtr="0" anchor="ctr" bIns="18000" lIns="18000" spcFirstLastPara="1" rIns="18000" wrap="square" tIns="18000">
                <a:noAutofit/>
              </a:bodyPr>
              <a:lstStyle/>
              <a:p>
                <a:pPr indent="0" lvl="0" marL="0" rtl="0" algn="l">
                  <a:spcBef>
                    <a:spcPts val="0"/>
                  </a:spcBef>
                  <a:spcAft>
                    <a:spcPts val="0"/>
                  </a:spcAft>
                  <a:buNone/>
                </a:pPr>
                <a:r>
                  <a:t/>
                </a:r>
                <a:endParaRPr sz="800">
                  <a:solidFill>
                    <a:srgbClr val="434343"/>
                  </a:solidFill>
                </a:endParaRPr>
              </a:p>
            </p:txBody>
          </p:sp>
          <p:sp>
            <p:nvSpPr>
              <p:cNvPr id="2417" name="Google Shape;2417;p43"/>
              <p:cNvSpPr txBox="1"/>
              <p:nvPr/>
            </p:nvSpPr>
            <p:spPr>
              <a:xfrm>
                <a:off x="624700" y="1514200"/>
                <a:ext cx="86100" cy="169200"/>
              </a:xfrm>
              <a:prstGeom prst="rect">
                <a:avLst/>
              </a:prstGeom>
              <a:noFill/>
              <a:ln>
                <a:noFill/>
              </a:ln>
            </p:spPr>
            <p:txBody>
              <a:bodyPr anchorCtr="0" anchor="ctr" bIns="0" lIns="0" spcFirstLastPara="1" rIns="0" wrap="square" tIns="0">
                <a:spAutoFit/>
              </a:bodyPr>
              <a:lstStyle/>
              <a:p>
                <a:pPr indent="0" lvl="0" marL="0" rtl="0" algn="r">
                  <a:spcBef>
                    <a:spcPts val="0"/>
                  </a:spcBef>
                  <a:spcAft>
                    <a:spcPts val="0"/>
                  </a:spcAft>
                  <a:buNone/>
                </a:pPr>
                <a:r>
                  <a:rPr lang="es-419" sz="700">
                    <a:latin typeface="Arvo"/>
                    <a:ea typeface="Arvo"/>
                    <a:cs typeface="Arvo"/>
                    <a:sym typeface="Arvo"/>
                  </a:rPr>
                  <a:t>1.</a:t>
                </a:r>
                <a:endParaRPr sz="700">
                  <a:latin typeface="Arvo"/>
                  <a:ea typeface="Arvo"/>
                  <a:cs typeface="Arvo"/>
                  <a:sym typeface="Arvo"/>
                </a:endParaRPr>
              </a:p>
              <a:p>
                <a:pPr indent="0" lvl="0" marL="0" rtl="0" algn="r">
                  <a:spcBef>
                    <a:spcPts val="0"/>
                  </a:spcBef>
                  <a:spcAft>
                    <a:spcPts val="0"/>
                  </a:spcAft>
                  <a:buNone/>
                </a:pPr>
                <a:r>
                  <a:t/>
                </a:r>
                <a:endParaRPr i="1" sz="400">
                  <a:solidFill>
                    <a:srgbClr val="666666"/>
                  </a:solidFill>
                  <a:latin typeface="Arvo"/>
                  <a:ea typeface="Arvo"/>
                  <a:cs typeface="Arvo"/>
                  <a:sym typeface="Arvo"/>
                </a:endParaRPr>
              </a:p>
            </p:txBody>
          </p:sp>
        </p:grpSp>
        <p:grpSp>
          <p:nvGrpSpPr>
            <p:cNvPr id="2418" name="Google Shape;2418;p43"/>
            <p:cNvGrpSpPr/>
            <p:nvPr/>
          </p:nvGrpSpPr>
          <p:grpSpPr>
            <a:xfrm>
              <a:off x="396100" y="1443884"/>
              <a:ext cx="2376625" cy="200100"/>
              <a:chOff x="624700" y="1498750"/>
              <a:chExt cx="2376625" cy="200100"/>
            </a:xfrm>
          </p:grpSpPr>
          <p:sp>
            <p:nvSpPr>
              <p:cNvPr id="2419" name="Google Shape;2419;p43"/>
              <p:cNvSpPr txBox="1"/>
              <p:nvPr/>
            </p:nvSpPr>
            <p:spPr>
              <a:xfrm>
                <a:off x="747725" y="1498750"/>
                <a:ext cx="2253600" cy="200100"/>
              </a:xfrm>
              <a:prstGeom prst="rect">
                <a:avLst/>
              </a:prstGeom>
              <a:solidFill>
                <a:srgbClr val="F3F3F3"/>
              </a:solidFill>
              <a:ln>
                <a:noFill/>
              </a:ln>
            </p:spPr>
            <p:txBody>
              <a:bodyPr anchorCtr="0" anchor="ctr" bIns="18000" lIns="18000" spcFirstLastPara="1" rIns="18000" wrap="square" tIns="18000">
                <a:noAutofit/>
              </a:bodyPr>
              <a:lstStyle/>
              <a:p>
                <a:pPr indent="0" lvl="0" marL="0" rtl="0" algn="l">
                  <a:spcBef>
                    <a:spcPts val="0"/>
                  </a:spcBef>
                  <a:spcAft>
                    <a:spcPts val="0"/>
                  </a:spcAft>
                  <a:buNone/>
                </a:pPr>
                <a:r>
                  <a:t/>
                </a:r>
                <a:endParaRPr sz="800">
                  <a:solidFill>
                    <a:srgbClr val="434343"/>
                  </a:solidFill>
                </a:endParaRPr>
              </a:p>
            </p:txBody>
          </p:sp>
          <p:sp>
            <p:nvSpPr>
              <p:cNvPr id="2420" name="Google Shape;2420;p43"/>
              <p:cNvSpPr txBox="1"/>
              <p:nvPr/>
            </p:nvSpPr>
            <p:spPr>
              <a:xfrm>
                <a:off x="624700" y="1514200"/>
                <a:ext cx="86100" cy="169200"/>
              </a:xfrm>
              <a:prstGeom prst="rect">
                <a:avLst/>
              </a:prstGeom>
              <a:noFill/>
              <a:ln>
                <a:noFill/>
              </a:ln>
            </p:spPr>
            <p:txBody>
              <a:bodyPr anchorCtr="0" anchor="ctr" bIns="0" lIns="0" spcFirstLastPara="1" rIns="0" wrap="square" tIns="0">
                <a:spAutoFit/>
              </a:bodyPr>
              <a:lstStyle/>
              <a:p>
                <a:pPr indent="0" lvl="0" marL="0" rtl="0" algn="r">
                  <a:spcBef>
                    <a:spcPts val="0"/>
                  </a:spcBef>
                  <a:spcAft>
                    <a:spcPts val="0"/>
                  </a:spcAft>
                  <a:buNone/>
                </a:pPr>
                <a:r>
                  <a:rPr lang="es-419" sz="700">
                    <a:latin typeface="Arvo"/>
                    <a:ea typeface="Arvo"/>
                    <a:cs typeface="Arvo"/>
                    <a:sym typeface="Arvo"/>
                  </a:rPr>
                  <a:t>2.</a:t>
                </a:r>
                <a:endParaRPr sz="700">
                  <a:latin typeface="Arvo"/>
                  <a:ea typeface="Arvo"/>
                  <a:cs typeface="Arvo"/>
                  <a:sym typeface="Arvo"/>
                </a:endParaRPr>
              </a:p>
              <a:p>
                <a:pPr indent="0" lvl="0" marL="0" rtl="0" algn="r">
                  <a:spcBef>
                    <a:spcPts val="0"/>
                  </a:spcBef>
                  <a:spcAft>
                    <a:spcPts val="0"/>
                  </a:spcAft>
                  <a:buNone/>
                </a:pPr>
                <a:r>
                  <a:t/>
                </a:r>
                <a:endParaRPr i="1" sz="400">
                  <a:solidFill>
                    <a:srgbClr val="666666"/>
                  </a:solidFill>
                  <a:latin typeface="Arvo"/>
                  <a:ea typeface="Arvo"/>
                  <a:cs typeface="Arvo"/>
                  <a:sym typeface="Arvo"/>
                </a:endParaRPr>
              </a:p>
            </p:txBody>
          </p:sp>
        </p:grpSp>
        <p:grpSp>
          <p:nvGrpSpPr>
            <p:cNvPr id="2421" name="Google Shape;2421;p43"/>
            <p:cNvGrpSpPr/>
            <p:nvPr/>
          </p:nvGrpSpPr>
          <p:grpSpPr>
            <a:xfrm>
              <a:off x="396100" y="1666447"/>
              <a:ext cx="2376625" cy="200100"/>
              <a:chOff x="624700" y="1498750"/>
              <a:chExt cx="2376625" cy="200100"/>
            </a:xfrm>
          </p:grpSpPr>
          <p:sp>
            <p:nvSpPr>
              <p:cNvPr id="2422" name="Google Shape;2422;p43"/>
              <p:cNvSpPr txBox="1"/>
              <p:nvPr/>
            </p:nvSpPr>
            <p:spPr>
              <a:xfrm>
                <a:off x="747725" y="1498750"/>
                <a:ext cx="2253600" cy="200100"/>
              </a:xfrm>
              <a:prstGeom prst="rect">
                <a:avLst/>
              </a:prstGeom>
              <a:solidFill>
                <a:srgbClr val="F3F3F3"/>
              </a:solidFill>
              <a:ln>
                <a:noFill/>
              </a:ln>
            </p:spPr>
            <p:txBody>
              <a:bodyPr anchorCtr="0" anchor="ctr" bIns="18000" lIns="18000" spcFirstLastPara="1" rIns="18000" wrap="square" tIns="18000">
                <a:noAutofit/>
              </a:bodyPr>
              <a:lstStyle/>
              <a:p>
                <a:pPr indent="0" lvl="0" marL="0" rtl="0" algn="l">
                  <a:spcBef>
                    <a:spcPts val="0"/>
                  </a:spcBef>
                  <a:spcAft>
                    <a:spcPts val="0"/>
                  </a:spcAft>
                  <a:buNone/>
                </a:pPr>
                <a:r>
                  <a:t/>
                </a:r>
                <a:endParaRPr sz="800">
                  <a:solidFill>
                    <a:srgbClr val="434343"/>
                  </a:solidFill>
                </a:endParaRPr>
              </a:p>
            </p:txBody>
          </p:sp>
          <p:sp>
            <p:nvSpPr>
              <p:cNvPr id="2423" name="Google Shape;2423;p43"/>
              <p:cNvSpPr txBox="1"/>
              <p:nvPr/>
            </p:nvSpPr>
            <p:spPr>
              <a:xfrm>
                <a:off x="624700" y="1514200"/>
                <a:ext cx="86100" cy="169200"/>
              </a:xfrm>
              <a:prstGeom prst="rect">
                <a:avLst/>
              </a:prstGeom>
              <a:noFill/>
              <a:ln>
                <a:noFill/>
              </a:ln>
            </p:spPr>
            <p:txBody>
              <a:bodyPr anchorCtr="0" anchor="ctr" bIns="0" lIns="0" spcFirstLastPara="1" rIns="0" wrap="square" tIns="0">
                <a:spAutoFit/>
              </a:bodyPr>
              <a:lstStyle/>
              <a:p>
                <a:pPr indent="0" lvl="0" marL="0" rtl="0" algn="r">
                  <a:spcBef>
                    <a:spcPts val="0"/>
                  </a:spcBef>
                  <a:spcAft>
                    <a:spcPts val="0"/>
                  </a:spcAft>
                  <a:buNone/>
                </a:pPr>
                <a:r>
                  <a:rPr lang="es-419" sz="700">
                    <a:latin typeface="Arvo"/>
                    <a:ea typeface="Arvo"/>
                    <a:cs typeface="Arvo"/>
                    <a:sym typeface="Arvo"/>
                  </a:rPr>
                  <a:t>3.</a:t>
                </a:r>
                <a:endParaRPr sz="700">
                  <a:latin typeface="Arvo"/>
                  <a:ea typeface="Arvo"/>
                  <a:cs typeface="Arvo"/>
                  <a:sym typeface="Arvo"/>
                </a:endParaRPr>
              </a:p>
              <a:p>
                <a:pPr indent="0" lvl="0" marL="0" rtl="0" algn="r">
                  <a:spcBef>
                    <a:spcPts val="0"/>
                  </a:spcBef>
                  <a:spcAft>
                    <a:spcPts val="0"/>
                  </a:spcAft>
                  <a:buNone/>
                </a:pPr>
                <a:r>
                  <a:t/>
                </a:r>
                <a:endParaRPr i="1" sz="400">
                  <a:solidFill>
                    <a:srgbClr val="666666"/>
                  </a:solidFill>
                  <a:latin typeface="Arvo"/>
                  <a:ea typeface="Arvo"/>
                  <a:cs typeface="Arvo"/>
                  <a:sym typeface="Arvo"/>
                </a:endParaRPr>
              </a:p>
            </p:txBody>
          </p:sp>
        </p:grpSp>
        <p:grpSp>
          <p:nvGrpSpPr>
            <p:cNvPr id="2424" name="Google Shape;2424;p43"/>
            <p:cNvGrpSpPr/>
            <p:nvPr/>
          </p:nvGrpSpPr>
          <p:grpSpPr>
            <a:xfrm>
              <a:off x="396100" y="1888984"/>
              <a:ext cx="2376625" cy="200100"/>
              <a:chOff x="624700" y="1498750"/>
              <a:chExt cx="2376625" cy="200100"/>
            </a:xfrm>
          </p:grpSpPr>
          <p:sp>
            <p:nvSpPr>
              <p:cNvPr id="2425" name="Google Shape;2425;p43"/>
              <p:cNvSpPr txBox="1"/>
              <p:nvPr/>
            </p:nvSpPr>
            <p:spPr>
              <a:xfrm>
                <a:off x="747725" y="1498750"/>
                <a:ext cx="2253600" cy="200100"/>
              </a:xfrm>
              <a:prstGeom prst="rect">
                <a:avLst/>
              </a:prstGeom>
              <a:solidFill>
                <a:srgbClr val="F3F3F3"/>
              </a:solidFill>
              <a:ln>
                <a:noFill/>
              </a:ln>
            </p:spPr>
            <p:txBody>
              <a:bodyPr anchorCtr="0" anchor="ctr" bIns="18000" lIns="18000" spcFirstLastPara="1" rIns="18000" wrap="square" tIns="18000">
                <a:noAutofit/>
              </a:bodyPr>
              <a:lstStyle/>
              <a:p>
                <a:pPr indent="0" lvl="0" marL="0" rtl="0" algn="l">
                  <a:spcBef>
                    <a:spcPts val="0"/>
                  </a:spcBef>
                  <a:spcAft>
                    <a:spcPts val="0"/>
                  </a:spcAft>
                  <a:buNone/>
                </a:pPr>
                <a:r>
                  <a:t/>
                </a:r>
                <a:endParaRPr sz="800">
                  <a:solidFill>
                    <a:srgbClr val="434343"/>
                  </a:solidFill>
                </a:endParaRPr>
              </a:p>
            </p:txBody>
          </p:sp>
          <p:sp>
            <p:nvSpPr>
              <p:cNvPr id="2426" name="Google Shape;2426;p43"/>
              <p:cNvSpPr txBox="1"/>
              <p:nvPr/>
            </p:nvSpPr>
            <p:spPr>
              <a:xfrm>
                <a:off x="624700" y="1514200"/>
                <a:ext cx="86100" cy="169200"/>
              </a:xfrm>
              <a:prstGeom prst="rect">
                <a:avLst/>
              </a:prstGeom>
              <a:noFill/>
              <a:ln>
                <a:noFill/>
              </a:ln>
            </p:spPr>
            <p:txBody>
              <a:bodyPr anchorCtr="0" anchor="ctr" bIns="0" lIns="0" spcFirstLastPara="1" rIns="0" wrap="square" tIns="0">
                <a:spAutoFit/>
              </a:bodyPr>
              <a:lstStyle/>
              <a:p>
                <a:pPr indent="0" lvl="0" marL="0" rtl="0" algn="r">
                  <a:spcBef>
                    <a:spcPts val="0"/>
                  </a:spcBef>
                  <a:spcAft>
                    <a:spcPts val="0"/>
                  </a:spcAft>
                  <a:buNone/>
                </a:pPr>
                <a:r>
                  <a:rPr lang="es-419" sz="700">
                    <a:latin typeface="Arvo"/>
                    <a:ea typeface="Arvo"/>
                    <a:cs typeface="Arvo"/>
                    <a:sym typeface="Arvo"/>
                  </a:rPr>
                  <a:t>4.</a:t>
                </a:r>
                <a:endParaRPr sz="700">
                  <a:latin typeface="Arvo"/>
                  <a:ea typeface="Arvo"/>
                  <a:cs typeface="Arvo"/>
                  <a:sym typeface="Arvo"/>
                </a:endParaRPr>
              </a:p>
              <a:p>
                <a:pPr indent="0" lvl="0" marL="0" rtl="0" algn="r">
                  <a:spcBef>
                    <a:spcPts val="0"/>
                  </a:spcBef>
                  <a:spcAft>
                    <a:spcPts val="0"/>
                  </a:spcAft>
                  <a:buNone/>
                </a:pPr>
                <a:r>
                  <a:t/>
                </a:r>
                <a:endParaRPr i="1" sz="400">
                  <a:solidFill>
                    <a:srgbClr val="666666"/>
                  </a:solidFill>
                  <a:latin typeface="Arvo"/>
                  <a:ea typeface="Arvo"/>
                  <a:cs typeface="Arvo"/>
                  <a:sym typeface="Arvo"/>
                </a:endParaRPr>
              </a:p>
            </p:txBody>
          </p:sp>
        </p:grpSp>
        <p:grpSp>
          <p:nvGrpSpPr>
            <p:cNvPr id="2427" name="Google Shape;2427;p43"/>
            <p:cNvGrpSpPr/>
            <p:nvPr/>
          </p:nvGrpSpPr>
          <p:grpSpPr>
            <a:xfrm>
              <a:off x="396100" y="2117409"/>
              <a:ext cx="2376625" cy="200100"/>
              <a:chOff x="624700" y="1498750"/>
              <a:chExt cx="2376625" cy="200100"/>
            </a:xfrm>
          </p:grpSpPr>
          <p:sp>
            <p:nvSpPr>
              <p:cNvPr id="2428" name="Google Shape;2428;p43"/>
              <p:cNvSpPr txBox="1"/>
              <p:nvPr/>
            </p:nvSpPr>
            <p:spPr>
              <a:xfrm>
                <a:off x="747725" y="1498750"/>
                <a:ext cx="2253600" cy="200100"/>
              </a:xfrm>
              <a:prstGeom prst="rect">
                <a:avLst/>
              </a:prstGeom>
              <a:solidFill>
                <a:srgbClr val="F3F3F3"/>
              </a:solidFill>
              <a:ln>
                <a:noFill/>
              </a:ln>
            </p:spPr>
            <p:txBody>
              <a:bodyPr anchorCtr="0" anchor="ctr" bIns="18000" lIns="18000" spcFirstLastPara="1" rIns="18000" wrap="square" tIns="18000">
                <a:noAutofit/>
              </a:bodyPr>
              <a:lstStyle/>
              <a:p>
                <a:pPr indent="0" lvl="0" marL="0" rtl="0" algn="l">
                  <a:spcBef>
                    <a:spcPts val="0"/>
                  </a:spcBef>
                  <a:spcAft>
                    <a:spcPts val="0"/>
                  </a:spcAft>
                  <a:buNone/>
                </a:pPr>
                <a:r>
                  <a:t/>
                </a:r>
                <a:endParaRPr sz="800">
                  <a:solidFill>
                    <a:srgbClr val="434343"/>
                  </a:solidFill>
                </a:endParaRPr>
              </a:p>
            </p:txBody>
          </p:sp>
          <p:sp>
            <p:nvSpPr>
              <p:cNvPr id="2429" name="Google Shape;2429;p43"/>
              <p:cNvSpPr txBox="1"/>
              <p:nvPr/>
            </p:nvSpPr>
            <p:spPr>
              <a:xfrm>
                <a:off x="624700" y="1514200"/>
                <a:ext cx="86100" cy="169200"/>
              </a:xfrm>
              <a:prstGeom prst="rect">
                <a:avLst/>
              </a:prstGeom>
              <a:noFill/>
              <a:ln>
                <a:noFill/>
              </a:ln>
            </p:spPr>
            <p:txBody>
              <a:bodyPr anchorCtr="0" anchor="ctr" bIns="0" lIns="0" spcFirstLastPara="1" rIns="0" wrap="square" tIns="0">
                <a:spAutoFit/>
              </a:bodyPr>
              <a:lstStyle/>
              <a:p>
                <a:pPr indent="0" lvl="0" marL="0" rtl="0" algn="r">
                  <a:spcBef>
                    <a:spcPts val="0"/>
                  </a:spcBef>
                  <a:spcAft>
                    <a:spcPts val="0"/>
                  </a:spcAft>
                  <a:buNone/>
                </a:pPr>
                <a:r>
                  <a:rPr lang="es-419" sz="700">
                    <a:latin typeface="Arvo"/>
                    <a:ea typeface="Arvo"/>
                    <a:cs typeface="Arvo"/>
                    <a:sym typeface="Arvo"/>
                  </a:rPr>
                  <a:t>5.</a:t>
                </a:r>
                <a:endParaRPr sz="700">
                  <a:latin typeface="Arvo"/>
                  <a:ea typeface="Arvo"/>
                  <a:cs typeface="Arvo"/>
                  <a:sym typeface="Arvo"/>
                </a:endParaRPr>
              </a:p>
              <a:p>
                <a:pPr indent="0" lvl="0" marL="0" rtl="0" algn="r">
                  <a:spcBef>
                    <a:spcPts val="0"/>
                  </a:spcBef>
                  <a:spcAft>
                    <a:spcPts val="0"/>
                  </a:spcAft>
                  <a:buNone/>
                </a:pPr>
                <a:r>
                  <a:t/>
                </a:r>
                <a:endParaRPr i="1" sz="400">
                  <a:solidFill>
                    <a:srgbClr val="666666"/>
                  </a:solidFill>
                  <a:latin typeface="Arvo"/>
                  <a:ea typeface="Arvo"/>
                  <a:cs typeface="Arvo"/>
                  <a:sym typeface="Arvo"/>
                </a:endParaRPr>
              </a:p>
            </p:txBody>
          </p:sp>
        </p:grpSp>
        <p:grpSp>
          <p:nvGrpSpPr>
            <p:cNvPr id="2430" name="Google Shape;2430;p43"/>
            <p:cNvGrpSpPr/>
            <p:nvPr/>
          </p:nvGrpSpPr>
          <p:grpSpPr>
            <a:xfrm>
              <a:off x="396100" y="2339947"/>
              <a:ext cx="2376625" cy="200100"/>
              <a:chOff x="624700" y="1498750"/>
              <a:chExt cx="2376625" cy="200100"/>
            </a:xfrm>
          </p:grpSpPr>
          <p:sp>
            <p:nvSpPr>
              <p:cNvPr id="2431" name="Google Shape;2431;p43"/>
              <p:cNvSpPr txBox="1"/>
              <p:nvPr/>
            </p:nvSpPr>
            <p:spPr>
              <a:xfrm>
                <a:off x="747725" y="1498750"/>
                <a:ext cx="2253600" cy="200100"/>
              </a:xfrm>
              <a:prstGeom prst="rect">
                <a:avLst/>
              </a:prstGeom>
              <a:solidFill>
                <a:srgbClr val="F3F3F3"/>
              </a:solidFill>
              <a:ln>
                <a:noFill/>
              </a:ln>
            </p:spPr>
            <p:txBody>
              <a:bodyPr anchorCtr="0" anchor="ctr" bIns="18000" lIns="18000" spcFirstLastPara="1" rIns="18000" wrap="square" tIns="18000">
                <a:noAutofit/>
              </a:bodyPr>
              <a:lstStyle/>
              <a:p>
                <a:pPr indent="0" lvl="0" marL="0" rtl="0" algn="l">
                  <a:spcBef>
                    <a:spcPts val="0"/>
                  </a:spcBef>
                  <a:spcAft>
                    <a:spcPts val="0"/>
                  </a:spcAft>
                  <a:buNone/>
                </a:pPr>
                <a:r>
                  <a:t/>
                </a:r>
                <a:endParaRPr sz="800">
                  <a:solidFill>
                    <a:srgbClr val="434343"/>
                  </a:solidFill>
                </a:endParaRPr>
              </a:p>
            </p:txBody>
          </p:sp>
          <p:sp>
            <p:nvSpPr>
              <p:cNvPr id="2432" name="Google Shape;2432;p43"/>
              <p:cNvSpPr txBox="1"/>
              <p:nvPr/>
            </p:nvSpPr>
            <p:spPr>
              <a:xfrm>
                <a:off x="624700" y="1514200"/>
                <a:ext cx="86100" cy="169200"/>
              </a:xfrm>
              <a:prstGeom prst="rect">
                <a:avLst/>
              </a:prstGeom>
              <a:noFill/>
              <a:ln>
                <a:noFill/>
              </a:ln>
            </p:spPr>
            <p:txBody>
              <a:bodyPr anchorCtr="0" anchor="ctr" bIns="0" lIns="0" spcFirstLastPara="1" rIns="0" wrap="square" tIns="0">
                <a:spAutoFit/>
              </a:bodyPr>
              <a:lstStyle/>
              <a:p>
                <a:pPr indent="0" lvl="0" marL="0" rtl="0" algn="r">
                  <a:spcBef>
                    <a:spcPts val="0"/>
                  </a:spcBef>
                  <a:spcAft>
                    <a:spcPts val="0"/>
                  </a:spcAft>
                  <a:buNone/>
                </a:pPr>
                <a:r>
                  <a:rPr lang="es-419" sz="700">
                    <a:latin typeface="Arvo"/>
                    <a:ea typeface="Arvo"/>
                    <a:cs typeface="Arvo"/>
                    <a:sym typeface="Arvo"/>
                  </a:rPr>
                  <a:t>6.</a:t>
                </a:r>
                <a:endParaRPr sz="700">
                  <a:latin typeface="Arvo"/>
                  <a:ea typeface="Arvo"/>
                  <a:cs typeface="Arvo"/>
                  <a:sym typeface="Arvo"/>
                </a:endParaRPr>
              </a:p>
              <a:p>
                <a:pPr indent="0" lvl="0" marL="0" rtl="0" algn="r">
                  <a:spcBef>
                    <a:spcPts val="0"/>
                  </a:spcBef>
                  <a:spcAft>
                    <a:spcPts val="0"/>
                  </a:spcAft>
                  <a:buNone/>
                </a:pPr>
                <a:r>
                  <a:t/>
                </a:r>
                <a:endParaRPr i="1" sz="400">
                  <a:solidFill>
                    <a:srgbClr val="666666"/>
                  </a:solidFill>
                  <a:latin typeface="Arvo"/>
                  <a:ea typeface="Arvo"/>
                  <a:cs typeface="Arvo"/>
                  <a:sym typeface="Arvo"/>
                </a:endParaRPr>
              </a:p>
            </p:txBody>
          </p:sp>
        </p:grpSp>
        <p:grpSp>
          <p:nvGrpSpPr>
            <p:cNvPr id="2433" name="Google Shape;2433;p43"/>
            <p:cNvGrpSpPr/>
            <p:nvPr/>
          </p:nvGrpSpPr>
          <p:grpSpPr>
            <a:xfrm>
              <a:off x="400875" y="2562472"/>
              <a:ext cx="2376625" cy="200100"/>
              <a:chOff x="624700" y="1498750"/>
              <a:chExt cx="2376625" cy="200100"/>
            </a:xfrm>
          </p:grpSpPr>
          <p:sp>
            <p:nvSpPr>
              <p:cNvPr id="2434" name="Google Shape;2434;p43"/>
              <p:cNvSpPr txBox="1"/>
              <p:nvPr/>
            </p:nvSpPr>
            <p:spPr>
              <a:xfrm>
                <a:off x="747725" y="1498750"/>
                <a:ext cx="2253600" cy="200100"/>
              </a:xfrm>
              <a:prstGeom prst="rect">
                <a:avLst/>
              </a:prstGeom>
              <a:solidFill>
                <a:srgbClr val="F3F3F3"/>
              </a:solidFill>
              <a:ln>
                <a:noFill/>
              </a:ln>
            </p:spPr>
            <p:txBody>
              <a:bodyPr anchorCtr="0" anchor="ctr" bIns="18000" lIns="18000" spcFirstLastPara="1" rIns="18000" wrap="square" tIns="18000">
                <a:noAutofit/>
              </a:bodyPr>
              <a:lstStyle/>
              <a:p>
                <a:pPr indent="0" lvl="0" marL="0" rtl="0" algn="l">
                  <a:spcBef>
                    <a:spcPts val="0"/>
                  </a:spcBef>
                  <a:spcAft>
                    <a:spcPts val="0"/>
                  </a:spcAft>
                  <a:buNone/>
                </a:pPr>
                <a:r>
                  <a:t/>
                </a:r>
                <a:endParaRPr sz="800">
                  <a:solidFill>
                    <a:srgbClr val="434343"/>
                  </a:solidFill>
                </a:endParaRPr>
              </a:p>
            </p:txBody>
          </p:sp>
          <p:sp>
            <p:nvSpPr>
              <p:cNvPr id="2435" name="Google Shape;2435;p43"/>
              <p:cNvSpPr txBox="1"/>
              <p:nvPr/>
            </p:nvSpPr>
            <p:spPr>
              <a:xfrm>
                <a:off x="624700" y="1514200"/>
                <a:ext cx="86100" cy="169200"/>
              </a:xfrm>
              <a:prstGeom prst="rect">
                <a:avLst/>
              </a:prstGeom>
              <a:noFill/>
              <a:ln>
                <a:noFill/>
              </a:ln>
            </p:spPr>
            <p:txBody>
              <a:bodyPr anchorCtr="0" anchor="ctr" bIns="0" lIns="0" spcFirstLastPara="1" rIns="0" wrap="square" tIns="0">
                <a:spAutoFit/>
              </a:bodyPr>
              <a:lstStyle/>
              <a:p>
                <a:pPr indent="0" lvl="0" marL="0" rtl="0" algn="r">
                  <a:spcBef>
                    <a:spcPts val="0"/>
                  </a:spcBef>
                  <a:spcAft>
                    <a:spcPts val="0"/>
                  </a:spcAft>
                  <a:buNone/>
                </a:pPr>
                <a:r>
                  <a:rPr lang="es-419" sz="700">
                    <a:latin typeface="Arvo"/>
                    <a:ea typeface="Arvo"/>
                    <a:cs typeface="Arvo"/>
                    <a:sym typeface="Arvo"/>
                  </a:rPr>
                  <a:t>7.</a:t>
                </a:r>
                <a:endParaRPr sz="700">
                  <a:latin typeface="Arvo"/>
                  <a:ea typeface="Arvo"/>
                  <a:cs typeface="Arvo"/>
                  <a:sym typeface="Arvo"/>
                </a:endParaRPr>
              </a:p>
              <a:p>
                <a:pPr indent="0" lvl="0" marL="0" rtl="0" algn="r">
                  <a:spcBef>
                    <a:spcPts val="0"/>
                  </a:spcBef>
                  <a:spcAft>
                    <a:spcPts val="0"/>
                  </a:spcAft>
                  <a:buNone/>
                </a:pPr>
                <a:r>
                  <a:t/>
                </a:r>
                <a:endParaRPr i="1" sz="400">
                  <a:solidFill>
                    <a:srgbClr val="666666"/>
                  </a:solidFill>
                  <a:latin typeface="Arvo"/>
                  <a:ea typeface="Arvo"/>
                  <a:cs typeface="Arvo"/>
                  <a:sym typeface="Arvo"/>
                </a:endParaRPr>
              </a:p>
            </p:txBody>
          </p:sp>
        </p:grpSp>
        <p:grpSp>
          <p:nvGrpSpPr>
            <p:cNvPr id="2436" name="Google Shape;2436;p43"/>
            <p:cNvGrpSpPr/>
            <p:nvPr/>
          </p:nvGrpSpPr>
          <p:grpSpPr>
            <a:xfrm>
              <a:off x="400875" y="2785009"/>
              <a:ext cx="2376625" cy="200100"/>
              <a:chOff x="624700" y="1498750"/>
              <a:chExt cx="2376625" cy="200100"/>
            </a:xfrm>
          </p:grpSpPr>
          <p:sp>
            <p:nvSpPr>
              <p:cNvPr id="2437" name="Google Shape;2437;p43"/>
              <p:cNvSpPr txBox="1"/>
              <p:nvPr/>
            </p:nvSpPr>
            <p:spPr>
              <a:xfrm>
                <a:off x="747725" y="1498750"/>
                <a:ext cx="2253600" cy="200100"/>
              </a:xfrm>
              <a:prstGeom prst="rect">
                <a:avLst/>
              </a:prstGeom>
              <a:solidFill>
                <a:srgbClr val="F3F3F3"/>
              </a:solidFill>
              <a:ln>
                <a:noFill/>
              </a:ln>
            </p:spPr>
            <p:txBody>
              <a:bodyPr anchorCtr="0" anchor="ctr" bIns="18000" lIns="18000" spcFirstLastPara="1" rIns="18000" wrap="square" tIns="18000">
                <a:noAutofit/>
              </a:bodyPr>
              <a:lstStyle/>
              <a:p>
                <a:pPr indent="0" lvl="0" marL="0" rtl="0" algn="l">
                  <a:spcBef>
                    <a:spcPts val="0"/>
                  </a:spcBef>
                  <a:spcAft>
                    <a:spcPts val="0"/>
                  </a:spcAft>
                  <a:buNone/>
                </a:pPr>
                <a:r>
                  <a:t/>
                </a:r>
                <a:endParaRPr sz="800">
                  <a:solidFill>
                    <a:srgbClr val="434343"/>
                  </a:solidFill>
                </a:endParaRPr>
              </a:p>
            </p:txBody>
          </p:sp>
          <p:sp>
            <p:nvSpPr>
              <p:cNvPr id="2438" name="Google Shape;2438;p43"/>
              <p:cNvSpPr txBox="1"/>
              <p:nvPr/>
            </p:nvSpPr>
            <p:spPr>
              <a:xfrm>
                <a:off x="624700" y="1514200"/>
                <a:ext cx="86100" cy="169200"/>
              </a:xfrm>
              <a:prstGeom prst="rect">
                <a:avLst/>
              </a:prstGeom>
              <a:noFill/>
              <a:ln>
                <a:noFill/>
              </a:ln>
            </p:spPr>
            <p:txBody>
              <a:bodyPr anchorCtr="0" anchor="ctr" bIns="0" lIns="0" spcFirstLastPara="1" rIns="0" wrap="square" tIns="0">
                <a:spAutoFit/>
              </a:bodyPr>
              <a:lstStyle/>
              <a:p>
                <a:pPr indent="0" lvl="0" marL="0" rtl="0" algn="r">
                  <a:spcBef>
                    <a:spcPts val="0"/>
                  </a:spcBef>
                  <a:spcAft>
                    <a:spcPts val="0"/>
                  </a:spcAft>
                  <a:buNone/>
                </a:pPr>
                <a:r>
                  <a:rPr lang="es-419" sz="700">
                    <a:latin typeface="Arvo"/>
                    <a:ea typeface="Arvo"/>
                    <a:cs typeface="Arvo"/>
                    <a:sym typeface="Arvo"/>
                  </a:rPr>
                  <a:t>8.</a:t>
                </a:r>
                <a:endParaRPr sz="700">
                  <a:latin typeface="Arvo"/>
                  <a:ea typeface="Arvo"/>
                  <a:cs typeface="Arvo"/>
                  <a:sym typeface="Arvo"/>
                </a:endParaRPr>
              </a:p>
              <a:p>
                <a:pPr indent="0" lvl="0" marL="0" rtl="0" algn="r">
                  <a:spcBef>
                    <a:spcPts val="0"/>
                  </a:spcBef>
                  <a:spcAft>
                    <a:spcPts val="0"/>
                  </a:spcAft>
                  <a:buNone/>
                </a:pPr>
                <a:r>
                  <a:t/>
                </a:r>
                <a:endParaRPr i="1" sz="400">
                  <a:solidFill>
                    <a:srgbClr val="666666"/>
                  </a:solidFill>
                  <a:latin typeface="Arvo"/>
                  <a:ea typeface="Arvo"/>
                  <a:cs typeface="Arvo"/>
                  <a:sym typeface="Arvo"/>
                </a:endParaRPr>
              </a:p>
            </p:txBody>
          </p:sp>
        </p:grpSp>
        <p:grpSp>
          <p:nvGrpSpPr>
            <p:cNvPr id="2439" name="Google Shape;2439;p43"/>
            <p:cNvGrpSpPr/>
            <p:nvPr/>
          </p:nvGrpSpPr>
          <p:grpSpPr>
            <a:xfrm>
              <a:off x="400875" y="3013434"/>
              <a:ext cx="2376625" cy="200100"/>
              <a:chOff x="624700" y="1498750"/>
              <a:chExt cx="2376625" cy="200100"/>
            </a:xfrm>
          </p:grpSpPr>
          <p:sp>
            <p:nvSpPr>
              <p:cNvPr id="2440" name="Google Shape;2440;p43"/>
              <p:cNvSpPr txBox="1"/>
              <p:nvPr/>
            </p:nvSpPr>
            <p:spPr>
              <a:xfrm>
                <a:off x="747725" y="1498750"/>
                <a:ext cx="2253600" cy="200100"/>
              </a:xfrm>
              <a:prstGeom prst="rect">
                <a:avLst/>
              </a:prstGeom>
              <a:solidFill>
                <a:srgbClr val="F3F3F3"/>
              </a:solidFill>
              <a:ln>
                <a:noFill/>
              </a:ln>
            </p:spPr>
            <p:txBody>
              <a:bodyPr anchorCtr="0" anchor="ctr" bIns="18000" lIns="18000" spcFirstLastPara="1" rIns="18000" wrap="square" tIns="18000">
                <a:noAutofit/>
              </a:bodyPr>
              <a:lstStyle/>
              <a:p>
                <a:pPr indent="0" lvl="0" marL="0" rtl="0" algn="l">
                  <a:spcBef>
                    <a:spcPts val="0"/>
                  </a:spcBef>
                  <a:spcAft>
                    <a:spcPts val="0"/>
                  </a:spcAft>
                  <a:buNone/>
                </a:pPr>
                <a:r>
                  <a:t/>
                </a:r>
                <a:endParaRPr sz="800">
                  <a:solidFill>
                    <a:srgbClr val="434343"/>
                  </a:solidFill>
                </a:endParaRPr>
              </a:p>
            </p:txBody>
          </p:sp>
          <p:sp>
            <p:nvSpPr>
              <p:cNvPr id="2441" name="Google Shape;2441;p43"/>
              <p:cNvSpPr txBox="1"/>
              <p:nvPr/>
            </p:nvSpPr>
            <p:spPr>
              <a:xfrm>
                <a:off x="624700" y="1514200"/>
                <a:ext cx="86100" cy="169200"/>
              </a:xfrm>
              <a:prstGeom prst="rect">
                <a:avLst/>
              </a:prstGeom>
              <a:noFill/>
              <a:ln>
                <a:noFill/>
              </a:ln>
            </p:spPr>
            <p:txBody>
              <a:bodyPr anchorCtr="0" anchor="ctr" bIns="0" lIns="0" spcFirstLastPara="1" rIns="0" wrap="square" tIns="0">
                <a:spAutoFit/>
              </a:bodyPr>
              <a:lstStyle/>
              <a:p>
                <a:pPr indent="0" lvl="0" marL="0" rtl="0" algn="r">
                  <a:spcBef>
                    <a:spcPts val="0"/>
                  </a:spcBef>
                  <a:spcAft>
                    <a:spcPts val="0"/>
                  </a:spcAft>
                  <a:buNone/>
                </a:pPr>
                <a:r>
                  <a:rPr lang="es-419" sz="700">
                    <a:latin typeface="Arvo"/>
                    <a:ea typeface="Arvo"/>
                    <a:cs typeface="Arvo"/>
                    <a:sym typeface="Arvo"/>
                  </a:rPr>
                  <a:t>9.</a:t>
                </a:r>
                <a:endParaRPr sz="700">
                  <a:latin typeface="Arvo"/>
                  <a:ea typeface="Arvo"/>
                  <a:cs typeface="Arvo"/>
                  <a:sym typeface="Arvo"/>
                </a:endParaRPr>
              </a:p>
              <a:p>
                <a:pPr indent="0" lvl="0" marL="0" rtl="0" algn="r">
                  <a:spcBef>
                    <a:spcPts val="0"/>
                  </a:spcBef>
                  <a:spcAft>
                    <a:spcPts val="0"/>
                  </a:spcAft>
                  <a:buNone/>
                </a:pPr>
                <a:r>
                  <a:t/>
                </a:r>
                <a:endParaRPr i="1" sz="400">
                  <a:solidFill>
                    <a:srgbClr val="666666"/>
                  </a:solidFill>
                  <a:latin typeface="Arvo"/>
                  <a:ea typeface="Arvo"/>
                  <a:cs typeface="Arvo"/>
                  <a:sym typeface="Arvo"/>
                </a:endParaRPr>
              </a:p>
            </p:txBody>
          </p:sp>
        </p:grpSp>
        <p:grpSp>
          <p:nvGrpSpPr>
            <p:cNvPr id="2442" name="Google Shape;2442;p43"/>
            <p:cNvGrpSpPr/>
            <p:nvPr/>
          </p:nvGrpSpPr>
          <p:grpSpPr>
            <a:xfrm>
              <a:off x="371475" y="3235972"/>
              <a:ext cx="2406025" cy="200100"/>
              <a:chOff x="595300" y="1498750"/>
              <a:chExt cx="2406025" cy="200100"/>
            </a:xfrm>
          </p:grpSpPr>
          <p:sp>
            <p:nvSpPr>
              <p:cNvPr id="2443" name="Google Shape;2443;p43"/>
              <p:cNvSpPr txBox="1"/>
              <p:nvPr/>
            </p:nvSpPr>
            <p:spPr>
              <a:xfrm>
                <a:off x="747725" y="1498750"/>
                <a:ext cx="2253600" cy="200100"/>
              </a:xfrm>
              <a:prstGeom prst="rect">
                <a:avLst/>
              </a:prstGeom>
              <a:solidFill>
                <a:srgbClr val="F3F3F3"/>
              </a:solidFill>
              <a:ln>
                <a:noFill/>
              </a:ln>
            </p:spPr>
            <p:txBody>
              <a:bodyPr anchorCtr="0" anchor="ctr" bIns="18000" lIns="18000" spcFirstLastPara="1" rIns="18000" wrap="square" tIns="18000">
                <a:noAutofit/>
              </a:bodyPr>
              <a:lstStyle/>
              <a:p>
                <a:pPr indent="0" lvl="0" marL="0" rtl="0" algn="l">
                  <a:spcBef>
                    <a:spcPts val="0"/>
                  </a:spcBef>
                  <a:spcAft>
                    <a:spcPts val="0"/>
                  </a:spcAft>
                  <a:buNone/>
                </a:pPr>
                <a:r>
                  <a:t/>
                </a:r>
                <a:endParaRPr sz="800">
                  <a:solidFill>
                    <a:srgbClr val="434343"/>
                  </a:solidFill>
                </a:endParaRPr>
              </a:p>
            </p:txBody>
          </p:sp>
          <p:sp>
            <p:nvSpPr>
              <p:cNvPr id="2444" name="Google Shape;2444;p43"/>
              <p:cNvSpPr txBox="1"/>
              <p:nvPr/>
            </p:nvSpPr>
            <p:spPr>
              <a:xfrm>
                <a:off x="595300" y="1514200"/>
                <a:ext cx="115500" cy="169200"/>
              </a:xfrm>
              <a:prstGeom prst="rect">
                <a:avLst/>
              </a:prstGeom>
              <a:noFill/>
              <a:ln>
                <a:noFill/>
              </a:ln>
            </p:spPr>
            <p:txBody>
              <a:bodyPr anchorCtr="0" anchor="ctr" bIns="0" lIns="0" spcFirstLastPara="1" rIns="0" wrap="square" tIns="0">
                <a:spAutoFit/>
              </a:bodyPr>
              <a:lstStyle/>
              <a:p>
                <a:pPr indent="0" lvl="0" marL="0" rtl="0" algn="r">
                  <a:spcBef>
                    <a:spcPts val="0"/>
                  </a:spcBef>
                  <a:spcAft>
                    <a:spcPts val="0"/>
                  </a:spcAft>
                  <a:buNone/>
                </a:pPr>
                <a:r>
                  <a:rPr lang="es-419" sz="700">
                    <a:latin typeface="Arvo"/>
                    <a:ea typeface="Arvo"/>
                    <a:cs typeface="Arvo"/>
                    <a:sym typeface="Arvo"/>
                  </a:rPr>
                  <a:t>10.</a:t>
                </a:r>
                <a:endParaRPr sz="700">
                  <a:latin typeface="Arvo"/>
                  <a:ea typeface="Arvo"/>
                  <a:cs typeface="Arvo"/>
                  <a:sym typeface="Arvo"/>
                </a:endParaRPr>
              </a:p>
              <a:p>
                <a:pPr indent="0" lvl="0" marL="0" rtl="0" algn="r">
                  <a:spcBef>
                    <a:spcPts val="0"/>
                  </a:spcBef>
                  <a:spcAft>
                    <a:spcPts val="0"/>
                  </a:spcAft>
                  <a:buNone/>
                </a:pPr>
                <a:r>
                  <a:t/>
                </a:r>
                <a:endParaRPr i="1" sz="400">
                  <a:solidFill>
                    <a:srgbClr val="666666"/>
                  </a:solidFill>
                  <a:latin typeface="Arvo"/>
                  <a:ea typeface="Arvo"/>
                  <a:cs typeface="Arvo"/>
                  <a:sym typeface="Arvo"/>
                </a:endParaRPr>
              </a:p>
            </p:txBody>
          </p:sp>
        </p:grpSp>
        <p:grpSp>
          <p:nvGrpSpPr>
            <p:cNvPr id="2445" name="Google Shape;2445;p43"/>
            <p:cNvGrpSpPr/>
            <p:nvPr/>
          </p:nvGrpSpPr>
          <p:grpSpPr>
            <a:xfrm>
              <a:off x="381000" y="3458497"/>
              <a:ext cx="2401250" cy="200100"/>
              <a:chOff x="600075" y="1498750"/>
              <a:chExt cx="2401250" cy="200100"/>
            </a:xfrm>
          </p:grpSpPr>
          <p:sp>
            <p:nvSpPr>
              <p:cNvPr id="2446" name="Google Shape;2446;p43"/>
              <p:cNvSpPr txBox="1"/>
              <p:nvPr/>
            </p:nvSpPr>
            <p:spPr>
              <a:xfrm>
                <a:off x="747725" y="1498750"/>
                <a:ext cx="2253600" cy="200100"/>
              </a:xfrm>
              <a:prstGeom prst="rect">
                <a:avLst/>
              </a:prstGeom>
              <a:solidFill>
                <a:srgbClr val="F3F3F3"/>
              </a:solidFill>
              <a:ln>
                <a:noFill/>
              </a:ln>
            </p:spPr>
            <p:txBody>
              <a:bodyPr anchorCtr="0" anchor="ctr" bIns="18000" lIns="18000" spcFirstLastPara="1" rIns="18000" wrap="square" tIns="18000">
                <a:noAutofit/>
              </a:bodyPr>
              <a:lstStyle/>
              <a:p>
                <a:pPr indent="0" lvl="0" marL="0" rtl="0" algn="l">
                  <a:spcBef>
                    <a:spcPts val="0"/>
                  </a:spcBef>
                  <a:spcAft>
                    <a:spcPts val="0"/>
                  </a:spcAft>
                  <a:buNone/>
                </a:pPr>
                <a:r>
                  <a:t/>
                </a:r>
                <a:endParaRPr sz="800">
                  <a:solidFill>
                    <a:srgbClr val="434343"/>
                  </a:solidFill>
                </a:endParaRPr>
              </a:p>
            </p:txBody>
          </p:sp>
          <p:sp>
            <p:nvSpPr>
              <p:cNvPr id="2447" name="Google Shape;2447;p43"/>
              <p:cNvSpPr txBox="1"/>
              <p:nvPr/>
            </p:nvSpPr>
            <p:spPr>
              <a:xfrm>
                <a:off x="600075" y="1514200"/>
                <a:ext cx="110700" cy="169200"/>
              </a:xfrm>
              <a:prstGeom prst="rect">
                <a:avLst/>
              </a:prstGeom>
              <a:noFill/>
              <a:ln>
                <a:noFill/>
              </a:ln>
            </p:spPr>
            <p:txBody>
              <a:bodyPr anchorCtr="0" anchor="ctr" bIns="0" lIns="0" spcFirstLastPara="1" rIns="0" wrap="square" tIns="0">
                <a:spAutoFit/>
              </a:bodyPr>
              <a:lstStyle/>
              <a:p>
                <a:pPr indent="0" lvl="0" marL="0" rtl="0" algn="r">
                  <a:spcBef>
                    <a:spcPts val="0"/>
                  </a:spcBef>
                  <a:spcAft>
                    <a:spcPts val="0"/>
                  </a:spcAft>
                  <a:buNone/>
                </a:pPr>
                <a:r>
                  <a:rPr lang="es-419" sz="700">
                    <a:latin typeface="Arvo"/>
                    <a:ea typeface="Arvo"/>
                    <a:cs typeface="Arvo"/>
                    <a:sym typeface="Arvo"/>
                  </a:rPr>
                  <a:t>11.</a:t>
                </a:r>
                <a:endParaRPr sz="700">
                  <a:latin typeface="Arvo"/>
                  <a:ea typeface="Arvo"/>
                  <a:cs typeface="Arvo"/>
                  <a:sym typeface="Arvo"/>
                </a:endParaRPr>
              </a:p>
              <a:p>
                <a:pPr indent="0" lvl="0" marL="0" rtl="0" algn="r">
                  <a:spcBef>
                    <a:spcPts val="0"/>
                  </a:spcBef>
                  <a:spcAft>
                    <a:spcPts val="0"/>
                  </a:spcAft>
                  <a:buNone/>
                </a:pPr>
                <a:r>
                  <a:t/>
                </a:r>
                <a:endParaRPr i="1" sz="400">
                  <a:solidFill>
                    <a:srgbClr val="666666"/>
                  </a:solidFill>
                  <a:latin typeface="Arvo"/>
                  <a:ea typeface="Arvo"/>
                  <a:cs typeface="Arvo"/>
                  <a:sym typeface="Arvo"/>
                </a:endParaRPr>
              </a:p>
            </p:txBody>
          </p:sp>
        </p:grpSp>
        <p:grpSp>
          <p:nvGrpSpPr>
            <p:cNvPr id="2448" name="Google Shape;2448;p43"/>
            <p:cNvGrpSpPr/>
            <p:nvPr/>
          </p:nvGrpSpPr>
          <p:grpSpPr>
            <a:xfrm>
              <a:off x="381000" y="3681022"/>
              <a:ext cx="2406025" cy="200100"/>
              <a:chOff x="595300" y="1498750"/>
              <a:chExt cx="2406025" cy="200100"/>
            </a:xfrm>
          </p:grpSpPr>
          <p:sp>
            <p:nvSpPr>
              <p:cNvPr id="2449" name="Google Shape;2449;p43"/>
              <p:cNvSpPr txBox="1"/>
              <p:nvPr/>
            </p:nvSpPr>
            <p:spPr>
              <a:xfrm>
                <a:off x="747725" y="1498750"/>
                <a:ext cx="2253600" cy="200100"/>
              </a:xfrm>
              <a:prstGeom prst="rect">
                <a:avLst/>
              </a:prstGeom>
              <a:solidFill>
                <a:srgbClr val="F3F3F3"/>
              </a:solidFill>
              <a:ln>
                <a:noFill/>
              </a:ln>
            </p:spPr>
            <p:txBody>
              <a:bodyPr anchorCtr="0" anchor="ctr" bIns="18000" lIns="18000" spcFirstLastPara="1" rIns="18000" wrap="square" tIns="18000">
                <a:noAutofit/>
              </a:bodyPr>
              <a:lstStyle/>
              <a:p>
                <a:pPr indent="0" lvl="0" marL="0" rtl="0" algn="l">
                  <a:spcBef>
                    <a:spcPts val="0"/>
                  </a:spcBef>
                  <a:spcAft>
                    <a:spcPts val="0"/>
                  </a:spcAft>
                  <a:buNone/>
                </a:pPr>
                <a:r>
                  <a:t/>
                </a:r>
                <a:endParaRPr sz="800">
                  <a:solidFill>
                    <a:srgbClr val="434343"/>
                  </a:solidFill>
                </a:endParaRPr>
              </a:p>
            </p:txBody>
          </p:sp>
          <p:sp>
            <p:nvSpPr>
              <p:cNvPr id="2450" name="Google Shape;2450;p43"/>
              <p:cNvSpPr txBox="1"/>
              <p:nvPr/>
            </p:nvSpPr>
            <p:spPr>
              <a:xfrm>
                <a:off x="595300" y="1514200"/>
                <a:ext cx="115500" cy="169200"/>
              </a:xfrm>
              <a:prstGeom prst="rect">
                <a:avLst/>
              </a:prstGeom>
              <a:noFill/>
              <a:ln>
                <a:noFill/>
              </a:ln>
            </p:spPr>
            <p:txBody>
              <a:bodyPr anchorCtr="0" anchor="ctr" bIns="0" lIns="0" spcFirstLastPara="1" rIns="0" wrap="square" tIns="0">
                <a:spAutoFit/>
              </a:bodyPr>
              <a:lstStyle/>
              <a:p>
                <a:pPr indent="0" lvl="0" marL="0" rtl="0" algn="r">
                  <a:spcBef>
                    <a:spcPts val="0"/>
                  </a:spcBef>
                  <a:spcAft>
                    <a:spcPts val="0"/>
                  </a:spcAft>
                  <a:buNone/>
                </a:pPr>
                <a:r>
                  <a:rPr lang="es-419" sz="700">
                    <a:latin typeface="Arvo"/>
                    <a:ea typeface="Arvo"/>
                    <a:cs typeface="Arvo"/>
                    <a:sym typeface="Arvo"/>
                  </a:rPr>
                  <a:t>12.</a:t>
                </a:r>
                <a:endParaRPr sz="700">
                  <a:latin typeface="Arvo"/>
                  <a:ea typeface="Arvo"/>
                  <a:cs typeface="Arvo"/>
                  <a:sym typeface="Arvo"/>
                </a:endParaRPr>
              </a:p>
              <a:p>
                <a:pPr indent="0" lvl="0" marL="0" rtl="0" algn="r">
                  <a:spcBef>
                    <a:spcPts val="0"/>
                  </a:spcBef>
                  <a:spcAft>
                    <a:spcPts val="0"/>
                  </a:spcAft>
                  <a:buNone/>
                </a:pPr>
                <a:r>
                  <a:t/>
                </a:r>
                <a:endParaRPr i="1" sz="400">
                  <a:solidFill>
                    <a:srgbClr val="666666"/>
                  </a:solidFill>
                  <a:latin typeface="Arvo"/>
                  <a:ea typeface="Arvo"/>
                  <a:cs typeface="Arvo"/>
                  <a:sym typeface="Arvo"/>
                </a:endParaRPr>
              </a:p>
            </p:txBody>
          </p:sp>
        </p:grpSp>
        <p:grpSp>
          <p:nvGrpSpPr>
            <p:cNvPr id="2451" name="Google Shape;2451;p43"/>
            <p:cNvGrpSpPr/>
            <p:nvPr/>
          </p:nvGrpSpPr>
          <p:grpSpPr>
            <a:xfrm>
              <a:off x="381000" y="3903559"/>
              <a:ext cx="2406025" cy="200100"/>
              <a:chOff x="595300" y="1498750"/>
              <a:chExt cx="2406025" cy="200100"/>
            </a:xfrm>
          </p:grpSpPr>
          <p:sp>
            <p:nvSpPr>
              <p:cNvPr id="2452" name="Google Shape;2452;p43"/>
              <p:cNvSpPr txBox="1"/>
              <p:nvPr/>
            </p:nvSpPr>
            <p:spPr>
              <a:xfrm>
                <a:off x="747725" y="1498750"/>
                <a:ext cx="2253600" cy="200100"/>
              </a:xfrm>
              <a:prstGeom prst="rect">
                <a:avLst/>
              </a:prstGeom>
              <a:solidFill>
                <a:srgbClr val="F3F3F3"/>
              </a:solidFill>
              <a:ln>
                <a:noFill/>
              </a:ln>
            </p:spPr>
            <p:txBody>
              <a:bodyPr anchorCtr="0" anchor="ctr" bIns="18000" lIns="18000" spcFirstLastPara="1" rIns="18000" wrap="square" tIns="18000">
                <a:noAutofit/>
              </a:bodyPr>
              <a:lstStyle/>
              <a:p>
                <a:pPr indent="0" lvl="0" marL="0" rtl="0" algn="l">
                  <a:spcBef>
                    <a:spcPts val="0"/>
                  </a:spcBef>
                  <a:spcAft>
                    <a:spcPts val="0"/>
                  </a:spcAft>
                  <a:buNone/>
                </a:pPr>
                <a:r>
                  <a:t/>
                </a:r>
                <a:endParaRPr sz="800">
                  <a:solidFill>
                    <a:srgbClr val="434343"/>
                  </a:solidFill>
                </a:endParaRPr>
              </a:p>
            </p:txBody>
          </p:sp>
          <p:sp>
            <p:nvSpPr>
              <p:cNvPr id="2453" name="Google Shape;2453;p43"/>
              <p:cNvSpPr txBox="1"/>
              <p:nvPr/>
            </p:nvSpPr>
            <p:spPr>
              <a:xfrm>
                <a:off x="595300" y="1514213"/>
                <a:ext cx="115500" cy="169200"/>
              </a:xfrm>
              <a:prstGeom prst="rect">
                <a:avLst/>
              </a:prstGeom>
              <a:noFill/>
              <a:ln>
                <a:noFill/>
              </a:ln>
            </p:spPr>
            <p:txBody>
              <a:bodyPr anchorCtr="0" anchor="ctr" bIns="0" lIns="0" spcFirstLastPara="1" rIns="0" wrap="square" tIns="0">
                <a:spAutoFit/>
              </a:bodyPr>
              <a:lstStyle/>
              <a:p>
                <a:pPr indent="0" lvl="0" marL="0" rtl="0" algn="r">
                  <a:spcBef>
                    <a:spcPts val="0"/>
                  </a:spcBef>
                  <a:spcAft>
                    <a:spcPts val="0"/>
                  </a:spcAft>
                  <a:buNone/>
                </a:pPr>
                <a:r>
                  <a:rPr lang="es-419" sz="700">
                    <a:latin typeface="Arvo"/>
                    <a:ea typeface="Arvo"/>
                    <a:cs typeface="Arvo"/>
                    <a:sym typeface="Arvo"/>
                  </a:rPr>
                  <a:t>13.</a:t>
                </a:r>
                <a:endParaRPr sz="700">
                  <a:latin typeface="Arvo"/>
                  <a:ea typeface="Arvo"/>
                  <a:cs typeface="Arvo"/>
                  <a:sym typeface="Arvo"/>
                </a:endParaRPr>
              </a:p>
              <a:p>
                <a:pPr indent="0" lvl="0" marL="0" rtl="0" algn="r">
                  <a:spcBef>
                    <a:spcPts val="0"/>
                  </a:spcBef>
                  <a:spcAft>
                    <a:spcPts val="0"/>
                  </a:spcAft>
                  <a:buNone/>
                </a:pPr>
                <a:r>
                  <a:t/>
                </a:r>
                <a:endParaRPr i="1" sz="400">
                  <a:solidFill>
                    <a:srgbClr val="666666"/>
                  </a:solidFill>
                  <a:latin typeface="Arvo"/>
                  <a:ea typeface="Arvo"/>
                  <a:cs typeface="Arvo"/>
                  <a:sym typeface="Arvo"/>
                </a:endParaRPr>
              </a:p>
            </p:txBody>
          </p:sp>
        </p:grpSp>
        <p:grpSp>
          <p:nvGrpSpPr>
            <p:cNvPr id="2454" name="Google Shape;2454;p43"/>
            <p:cNvGrpSpPr/>
            <p:nvPr/>
          </p:nvGrpSpPr>
          <p:grpSpPr>
            <a:xfrm>
              <a:off x="371475" y="4131984"/>
              <a:ext cx="2415550" cy="200100"/>
              <a:chOff x="585775" y="1498750"/>
              <a:chExt cx="2415550" cy="200100"/>
            </a:xfrm>
          </p:grpSpPr>
          <p:sp>
            <p:nvSpPr>
              <p:cNvPr id="2455" name="Google Shape;2455;p43"/>
              <p:cNvSpPr txBox="1"/>
              <p:nvPr/>
            </p:nvSpPr>
            <p:spPr>
              <a:xfrm>
                <a:off x="747725" y="1498750"/>
                <a:ext cx="2253600" cy="200100"/>
              </a:xfrm>
              <a:prstGeom prst="rect">
                <a:avLst/>
              </a:prstGeom>
              <a:solidFill>
                <a:srgbClr val="F3F3F3"/>
              </a:solidFill>
              <a:ln>
                <a:noFill/>
              </a:ln>
            </p:spPr>
            <p:txBody>
              <a:bodyPr anchorCtr="0" anchor="ctr" bIns="18000" lIns="18000" spcFirstLastPara="1" rIns="18000" wrap="square" tIns="18000">
                <a:noAutofit/>
              </a:bodyPr>
              <a:lstStyle/>
              <a:p>
                <a:pPr indent="0" lvl="0" marL="0" rtl="0" algn="l">
                  <a:spcBef>
                    <a:spcPts val="0"/>
                  </a:spcBef>
                  <a:spcAft>
                    <a:spcPts val="0"/>
                  </a:spcAft>
                  <a:buNone/>
                </a:pPr>
                <a:r>
                  <a:t/>
                </a:r>
                <a:endParaRPr sz="800">
                  <a:solidFill>
                    <a:srgbClr val="434343"/>
                  </a:solidFill>
                </a:endParaRPr>
              </a:p>
            </p:txBody>
          </p:sp>
          <p:sp>
            <p:nvSpPr>
              <p:cNvPr id="2456" name="Google Shape;2456;p43"/>
              <p:cNvSpPr txBox="1"/>
              <p:nvPr/>
            </p:nvSpPr>
            <p:spPr>
              <a:xfrm>
                <a:off x="585775" y="1514213"/>
                <a:ext cx="125100" cy="169200"/>
              </a:xfrm>
              <a:prstGeom prst="rect">
                <a:avLst/>
              </a:prstGeom>
              <a:noFill/>
              <a:ln>
                <a:noFill/>
              </a:ln>
            </p:spPr>
            <p:txBody>
              <a:bodyPr anchorCtr="0" anchor="ctr" bIns="0" lIns="0" spcFirstLastPara="1" rIns="0" wrap="square" tIns="0">
                <a:spAutoFit/>
              </a:bodyPr>
              <a:lstStyle/>
              <a:p>
                <a:pPr indent="0" lvl="0" marL="0" rtl="0" algn="r">
                  <a:spcBef>
                    <a:spcPts val="0"/>
                  </a:spcBef>
                  <a:spcAft>
                    <a:spcPts val="0"/>
                  </a:spcAft>
                  <a:buNone/>
                </a:pPr>
                <a:r>
                  <a:rPr lang="es-419" sz="700">
                    <a:latin typeface="Arvo"/>
                    <a:ea typeface="Arvo"/>
                    <a:cs typeface="Arvo"/>
                    <a:sym typeface="Arvo"/>
                  </a:rPr>
                  <a:t>14.</a:t>
                </a:r>
                <a:endParaRPr sz="700">
                  <a:latin typeface="Arvo"/>
                  <a:ea typeface="Arvo"/>
                  <a:cs typeface="Arvo"/>
                  <a:sym typeface="Arvo"/>
                </a:endParaRPr>
              </a:p>
              <a:p>
                <a:pPr indent="0" lvl="0" marL="0" rtl="0" algn="r">
                  <a:spcBef>
                    <a:spcPts val="0"/>
                  </a:spcBef>
                  <a:spcAft>
                    <a:spcPts val="0"/>
                  </a:spcAft>
                  <a:buNone/>
                </a:pPr>
                <a:r>
                  <a:t/>
                </a:r>
                <a:endParaRPr i="1" sz="400">
                  <a:solidFill>
                    <a:srgbClr val="666666"/>
                  </a:solidFill>
                  <a:latin typeface="Arvo"/>
                  <a:ea typeface="Arvo"/>
                  <a:cs typeface="Arvo"/>
                  <a:sym typeface="Arvo"/>
                </a:endParaRPr>
              </a:p>
            </p:txBody>
          </p:sp>
        </p:grpSp>
        <p:grpSp>
          <p:nvGrpSpPr>
            <p:cNvPr id="2457" name="Google Shape;2457;p43"/>
            <p:cNvGrpSpPr/>
            <p:nvPr/>
          </p:nvGrpSpPr>
          <p:grpSpPr>
            <a:xfrm>
              <a:off x="381000" y="4354522"/>
              <a:ext cx="2406025" cy="200100"/>
              <a:chOff x="595300" y="1498750"/>
              <a:chExt cx="2406025" cy="200100"/>
            </a:xfrm>
          </p:grpSpPr>
          <p:sp>
            <p:nvSpPr>
              <p:cNvPr id="2458" name="Google Shape;2458;p43"/>
              <p:cNvSpPr txBox="1"/>
              <p:nvPr/>
            </p:nvSpPr>
            <p:spPr>
              <a:xfrm>
                <a:off x="747725" y="1498750"/>
                <a:ext cx="2253600" cy="200100"/>
              </a:xfrm>
              <a:prstGeom prst="rect">
                <a:avLst/>
              </a:prstGeom>
              <a:solidFill>
                <a:srgbClr val="F3F3F3"/>
              </a:solidFill>
              <a:ln>
                <a:noFill/>
              </a:ln>
            </p:spPr>
            <p:txBody>
              <a:bodyPr anchorCtr="0" anchor="ctr" bIns="18000" lIns="18000" spcFirstLastPara="1" rIns="18000" wrap="square" tIns="18000">
                <a:noAutofit/>
              </a:bodyPr>
              <a:lstStyle/>
              <a:p>
                <a:pPr indent="0" lvl="0" marL="0" rtl="0" algn="l">
                  <a:spcBef>
                    <a:spcPts val="0"/>
                  </a:spcBef>
                  <a:spcAft>
                    <a:spcPts val="0"/>
                  </a:spcAft>
                  <a:buNone/>
                </a:pPr>
                <a:r>
                  <a:t/>
                </a:r>
                <a:endParaRPr sz="800">
                  <a:solidFill>
                    <a:srgbClr val="434343"/>
                  </a:solidFill>
                </a:endParaRPr>
              </a:p>
            </p:txBody>
          </p:sp>
          <p:sp>
            <p:nvSpPr>
              <p:cNvPr id="2459" name="Google Shape;2459;p43"/>
              <p:cNvSpPr txBox="1"/>
              <p:nvPr/>
            </p:nvSpPr>
            <p:spPr>
              <a:xfrm>
                <a:off x="595300" y="1514200"/>
                <a:ext cx="115500" cy="169200"/>
              </a:xfrm>
              <a:prstGeom prst="rect">
                <a:avLst/>
              </a:prstGeom>
              <a:noFill/>
              <a:ln>
                <a:noFill/>
              </a:ln>
            </p:spPr>
            <p:txBody>
              <a:bodyPr anchorCtr="0" anchor="ctr" bIns="0" lIns="0" spcFirstLastPara="1" rIns="0" wrap="square" tIns="0">
                <a:spAutoFit/>
              </a:bodyPr>
              <a:lstStyle/>
              <a:p>
                <a:pPr indent="0" lvl="0" marL="0" rtl="0" algn="r">
                  <a:spcBef>
                    <a:spcPts val="0"/>
                  </a:spcBef>
                  <a:spcAft>
                    <a:spcPts val="0"/>
                  </a:spcAft>
                  <a:buNone/>
                </a:pPr>
                <a:r>
                  <a:rPr lang="es-419" sz="700">
                    <a:latin typeface="Arvo"/>
                    <a:ea typeface="Arvo"/>
                    <a:cs typeface="Arvo"/>
                    <a:sym typeface="Arvo"/>
                  </a:rPr>
                  <a:t>15.</a:t>
                </a:r>
                <a:endParaRPr sz="700">
                  <a:latin typeface="Arvo"/>
                  <a:ea typeface="Arvo"/>
                  <a:cs typeface="Arvo"/>
                  <a:sym typeface="Arvo"/>
                </a:endParaRPr>
              </a:p>
              <a:p>
                <a:pPr indent="0" lvl="0" marL="0" rtl="0" algn="r">
                  <a:spcBef>
                    <a:spcPts val="0"/>
                  </a:spcBef>
                  <a:spcAft>
                    <a:spcPts val="0"/>
                  </a:spcAft>
                  <a:buNone/>
                </a:pPr>
                <a:r>
                  <a:t/>
                </a:r>
                <a:endParaRPr i="1" sz="400">
                  <a:solidFill>
                    <a:srgbClr val="666666"/>
                  </a:solidFill>
                  <a:latin typeface="Arvo"/>
                  <a:ea typeface="Arvo"/>
                  <a:cs typeface="Arvo"/>
                  <a:sym typeface="Arvo"/>
                </a:endParaRPr>
              </a:p>
            </p:txBody>
          </p:sp>
        </p:grpSp>
      </p:grpSp>
      <p:grpSp>
        <p:nvGrpSpPr>
          <p:cNvPr id="2460" name="Google Shape;2460;p43"/>
          <p:cNvGrpSpPr/>
          <p:nvPr/>
        </p:nvGrpSpPr>
        <p:grpSpPr>
          <a:xfrm>
            <a:off x="288239" y="4783900"/>
            <a:ext cx="2562300" cy="1689300"/>
            <a:chOff x="5068625" y="1150650"/>
            <a:chExt cx="2562300" cy="1689300"/>
          </a:xfrm>
        </p:grpSpPr>
        <p:sp>
          <p:nvSpPr>
            <p:cNvPr id="2461" name="Google Shape;2461;p43"/>
            <p:cNvSpPr/>
            <p:nvPr/>
          </p:nvSpPr>
          <p:spPr>
            <a:xfrm>
              <a:off x="5068625" y="1150650"/>
              <a:ext cx="2562300" cy="1689300"/>
            </a:xfrm>
            <a:prstGeom prst="roundRect">
              <a:avLst>
                <a:gd fmla="val 3233" name="adj"/>
              </a:avLst>
            </a:prstGeom>
            <a:solidFill>
              <a:srgbClr val="FFFFFF"/>
            </a:solidFill>
            <a:ln cap="flat" cmpd="sng" w="9525">
              <a:solidFill>
                <a:srgbClr val="EFEFEF"/>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t" bIns="18000" lIns="18000" spcFirstLastPara="1" rIns="18000" wrap="square" tIns="18000">
              <a:noAutofit/>
            </a:bodyPr>
            <a:lstStyle/>
            <a:p>
              <a:pPr indent="0" lvl="0" marL="0" rtl="0" algn="l">
                <a:spcBef>
                  <a:spcPts val="0"/>
                </a:spcBef>
                <a:spcAft>
                  <a:spcPts val="0"/>
                </a:spcAft>
                <a:buNone/>
              </a:pPr>
              <a:r>
                <a:t/>
              </a:r>
              <a:endParaRPr b="1" i="1" sz="900">
                <a:solidFill>
                  <a:srgbClr val="434343"/>
                </a:solidFill>
              </a:endParaRPr>
            </a:p>
          </p:txBody>
        </p:sp>
        <p:sp>
          <p:nvSpPr>
            <p:cNvPr id="2462" name="Google Shape;2462;p43"/>
            <p:cNvSpPr txBox="1"/>
            <p:nvPr/>
          </p:nvSpPr>
          <p:spPr>
            <a:xfrm>
              <a:off x="6040800" y="1202400"/>
              <a:ext cx="1527600" cy="210900"/>
            </a:xfrm>
            <a:prstGeom prst="rect">
              <a:avLst/>
            </a:prstGeom>
            <a:solidFill>
              <a:srgbClr val="F3F3F3"/>
            </a:solidFill>
            <a:ln>
              <a:noFill/>
            </a:ln>
          </p:spPr>
          <p:txBody>
            <a:bodyPr anchorCtr="0" anchor="ctr" bIns="18000" lIns="18000" spcFirstLastPara="1" rIns="18000" wrap="square" tIns="18000">
              <a:noAutofit/>
            </a:bodyPr>
            <a:lstStyle/>
            <a:p>
              <a:pPr indent="0" lvl="0" marL="0" rtl="0" algn="l">
                <a:spcBef>
                  <a:spcPts val="0"/>
                </a:spcBef>
                <a:spcAft>
                  <a:spcPts val="0"/>
                </a:spcAft>
                <a:buNone/>
              </a:pPr>
              <a:r>
                <a:t/>
              </a:r>
              <a:endParaRPr i="1" sz="800">
                <a:solidFill>
                  <a:srgbClr val="434343"/>
                </a:solidFill>
              </a:endParaRPr>
            </a:p>
          </p:txBody>
        </p:sp>
        <p:sp>
          <p:nvSpPr>
            <p:cNvPr id="2463" name="Google Shape;2463;p43"/>
            <p:cNvSpPr txBox="1"/>
            <p:nvPr/>
          </p:nvSpPr>
          <p:spPr>
            <a:xfrm>
              <a:off x="5427300" y="1175175"/>
              <a:ext cx="591300" cy="169200"/>
            </a:xfrm>
            <a:prstGeom prst="rect">
              <a:avLst/>
            </a:prstGeom>
            <a:noFill/>
            <a:ln>
              <a:noFill/>
            </a:ln>
          </p:spPr>
          <p:txBody>
            <a:bodyPr anchorCtr="0" anchor="ctr" bIns="0" lIns="0" spcFirstLastPara="1" rIns="0" wrap="square" tIns="0">
              <a:noAutofit/>
            </a:bodyPr>
            <a:lstStyle/>
            <a:p>
              <a:pPr indent="0" lvl="0" marL="0" rtl="0" algn="r">
                <a:spcBef>
                  <a:spcPts val="0"/>
                </a:spcBef>
                <a:spcAft>
                  <a:spcPts val="0"/>
                </a:spcAft>
                <a:buNone/>
              </a:pPr>
              <a:r>
                <a:rPr b="1" i="1" lang="es-419" sz="800">
                  <a:solidFill>
                    <a:srgbClr val="434343"/>
                  </a:solidFill>
                </a:rPr>
                <a:t>Subflujo 1:</a:t>
              </a:r>
              <a:endParaRPr i="1" sz="500">
                <a:solidFill>
                  <a:srgbClr val="666666"/>
                </a:solidFill>
                <a:latin typeface="Arvo"/>
                <a:ea typeface="Arvo"/>
                <a:cs typeface="Arvo"/>
                <a:sym typeface="Arvo"/>
              </a:endParaRPr>
            </a:p>
          </p:txBody>
        </p:sp>
        <p:sp>
          <p:nvSpPr>
            <p:cNvPr id="2464" name="Google Shape;2464;p43"/>
            <p:cNvSpPr txBox="1"/>
            <p:nvPr/>
          </p:nvSpPr>
          <p:spPr>
            <a:xfrm>
              <a:off x="5116238" y="1403775"/>
              <a:ext cx="902400" cy="169200"/>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i="1" lang="es-419" sz="700">
                  <a:solidFill>
                    <a:srgbClr val="434343"/>
                  </a:solidFill>
                </a:rPr>
                <a:t>Pasos del subflujo: </a:t>
              </a:r>
              <a:endParaRPr i="1" sz="400">
                <a:solidFill>
                  <a:srgbClr val="666666"/>
                </a:solidFill>
                <a:latin typeface="Arvo"/>
                <a:ea typeface="Arvo"/>
                <a:cs typeface="Arvo"/>
                <a:sym typeface="Arvo"/>
              </a:endParaRPr>
            </a:p>
          </p:txBody>
        </p:sp>
        <p:grpSp>
          <p:nvGrpSpPr>
            <p:cNvPr id="2465" name="Google Shape;2465;p43"/>
            <p:cNvGrpSpPr/>
            <p:nvPr/>
          </p:nvGrpSpPr>
          <p:grpSpPr>
            <a:xfrm>
              <a:off x="5161463" y="1594275"/>
              <a:ext cx="2376625" cy="200100"/>
              <a:chOff x="624700" y="1498750"/>
              <a:chExt cx="2376625" cy="200100"/>
            </a:xfrm>
          </p:grpSpPr>
          <p:sp>
            <p:nvSpPr>
              <p:cNvPr id="2466" name="Google Shape;2466;p43"/>
              <p:cNvSpPr txBox="1"/>
              <p:nvPr/>
            </p:nvSpPr>
            <p:spPr>
              <a:xfrm>
                <a:off x="747725" y="1498750"/>
                <a:ext cx="2253600" cy="200100"/>
              </a:xfrm>
              <a:prstGeom prst="rect">
                <a:avLst/>
              </a:prstGeom>
              <a:solidFill>
                <a:srgbClr val="F3F3F3"/>
              </a:solidFill>
              <a:ln>
                <a:noFill/>
              </a:ln>
            </p:spPr>
            <p:txBody>
              <a:bodyPr anchorCtr="0" anchor="ctr" bIns="18000" lIns="18000" spcFirstLastPara="1" rIns="18000" wrap="square" tIns="18000">
                <a:noAutofit/>
              </a:bodyPr>
              <a:lstStyle/>
              <a:p>
                <a:pPr indent="0" lvl="0" marL="0" rtl="0" algn="l">
                  <a:spcBef>
                    <a:spcPts val="0"/>
                  </a:spcBef>
                  <a:spcAft>
                    <a:spcPts val="0"/>
                  </a:spcAft>
                  <a:buNone/>
                </a:pPr>
                <a:r>
                  <a:t/>
                </a:r>
                <a:endParaRPr sz="800">
                  <a:solidFill>
                    <a:srgbClr val="434343"/>
                  </a:solidFill>
                </a:endParaRPr>
              </a:p>
            </p:txBody>
          </p:sp>
          <p:sp>
            <p:nvSpPr>
              <p:cNvPr id="2467" name="Google Shape;2467;p43"/>
              <p:cNvSpPr txBox="1"/>
              <p:nvPr/>
            </p:nvSpPr>
            <p:spPr>
              <a:xfrm>
                <a:off x="624700" y="1514200"/>
                <a:ext cx="86100" cy="169200"/>
              </a:xfrm>
              <a:prstGeom prst="rect">
                <a:avLst/>
              </a:prstGeom>
              <a:noFill/>
              <a:ln>
                <a:noFill/>
              </a:ln>
            </p:spPr>
            <p:txBody>
              <a:bodyPr anchorCtr="0" anchor="ctr" bIns="0" lIns="0" spcFirstLastPara="1" rIns="0" wrap="square" tIns="0">
                <a:spAutoFit/>
              </a:bodyPr>
              <a:lstStyle/>
              <a:p>
                <a:pPr indent="0" lvl="0" marL="0" rtl="0" algn="r">
                  <a:spcBef>
                    <a:spcPts val="0"/>
                  </a:spcBef>
                  <a:spcAft>
                    <a:spcPts val="0"/>
                  </a:spcAft>
                  <a:buNone/>
                </a:pPr>
                <a:r>
                  <a:rPr lang="es-419" sz="700">
                    <a:latin typeface="Arvo"/>
                    <a:ea typeface="Arvo"/>
                    <a:cs typeface="Arvo"/>
                    <a:sym typeface="Arvo"/>
                  </a:rPr>
                  <a:t>1.</a:t>
                </a:r>
                <a:endParaRPr sz="700">
                  <a:latin typeface="Arvo"/>
                  <a:ea typeface="Arvo"/>
                  <a:cs typeface="Arvo"/>
                  <a:sym typeface="Arvo"/>
                </a:endParaRPr>
              </a:p>
              <a:p>
                <a:pPr indent="0" lvl="0" marL="0" rtl="0" algn="r">
                  <a:spcBef>
                    <a:spcPts val="0"/>
                  </a:spcBef>
                  <a:spcAft>
                    <a:spcPts val="0"/>
                  </a:spcAft>
                  <a:buNone/>
                </a:pPr>
                <a:r>
                  <a:t/>
                </a:r>
                <a:endParaRPr i="1" sz="400">
                  <a:solidFill>
                    <a:srgbClr val="666666"/>
                  </a:solidFill>
                  <a:latin typeface="Arvo"/>
                  <a:ea typeface="Arvo"/>
                  <a:cs typeface="Arvo"/>
                  <a:sym typeface="Arvo"/>
                </a:endParaRPr>
              </a:p>
            </p:txBody>
          </p:sp>
        </p:grpSp>
        <p:grpSp>
          <p:nvGrpSpPr>
            <p:cNvPr id="2468" name="Google Shape;2468;p43"/>
            <p:cNvGrpSpPr/>
            <p:nvPr/>
          </p:nvGrpSpPr>
          <p:grpSpPr>
            <a:xfrm>
              <a:off x="5161463" y="1816813"/>
              <a:ext cx="2376625" cy="200100"/>
              <a:chOff x="624700" y="1498750"/>
              <a:chExt cx="2376625" cy="200100"/>
            </a:xfrm>
          </p:grpSpPr>
          <p:sp>
            <p:nvSpPr>
              <p:cNvPr id="2469" name="Google Shape;2469;p43"/>
              <p:cNvSpPr txBox="1"/>
              <p:nvPr/>
            </p:nvSpPr>
            <p:spPr>
              <a:xfrm>
                <a:off x="747725" y="1498750"/>
                <a:ext cx="2253600" cy="200100"/>
              </a:xfrm>
              <a:prstGeom prst="rect">
                <a:avLst/>
              </a:prstGeom>
              <a:solidFill>
                <a:srgbClr val="F3F3F3"/>
              </a:solidFill>
              <a:ln>
                <a:noFill/>
              </a:ln>
            </p:spPr>
            <p:txBody>
              <a:bodyPr anchorCtr="0" anchor="ctr" bIns="18000" lIns="18000" spcFirstLastPara="1" rIns="18000" wrap="square" tIns="18000">
                <a:noAutofit/>
              </a:bodyPr>
              <a:lstStyle/>
              <a:p>
                <a:pPr indent="0" lvl="0" marL="0" rtl="0" algn="l">
                  <a:spcBef>
                    <a:spcPts val="0"/>
                  </a:spcBef>
                  <a:spcAft>
                    <a:spcPts val="0"/>
                  </a:spcAft>
                  <a:buNone/>
                </a:pPr>
                <a:r>
                  <a:t/>
                </a:r>
                <a:endParaRPr sz="800">
                  <a:solidFill>
                    <a:srgbClr val="434343"/>
                  </a:solidFill>
                </a:endParaRPr>
              </a:p>
            </p:txBody>
          </p:sp>
          <p:sp>
            <p:nvSpPr>
              <p:cNvPr id="2470" name="Google Shape;2470;p43"/>
              <p:cNvSpPr txBox="1"/>
              <p:nvPr/>
            </p:nvSpPr>
            <p:spPr>
              <a:xfrm>
                <a:off x="624700" y="1514200"/>
                <a:ext cx="86100" cy="169200"/>
              </a:xfrm>
              <a:prstGeom prst="rect">
                <a:avLst/>
              </a:prstGeom>
              <a:noFill/>
              <a:ln>
                <a:noFill/>
              </a:ln>
            </p:spPr>
            <p:txBody>
              <a:bodyPr anchorCtr="0" anchor="ctr" bIns="0" lIns="0" spcFirstLastPara="1" rIns="0" wrap="square" tIns="0">
                <a:spAutoFit/>
              </a:bodyPr>
              <a:lstStyle/>
              <a:p>
                <a:pPr indent="0" lvl="0" marL="0" rtl="0" algn="r">
                  <a:spcBef>
                    <a:spcPts val="0"/>
                  </a:spcBef>
                  <a:spcAft>
                    <a:spcPts val="0"/>
                  </a:spcAft>
                  <a:buNone/>
                </a:pPr>
                <a:r>
                  <a:rPr lang="es-419" sz="700">
                    <a:latin typeface="Arvo"/>
                    <a:ea typeface="Arvo"/>
                    <a:cs typeface="Arvo"/>
                    <a:sym typeface="Arvo"/>
                  </a:rPr>
                  <a:t>2.</a:t>
                </a:r>
                <a:endParaRPr sz="700">
                  <a:latin typeface="Arvo"/>
                  <a:ea typeface="Arvo"/>
                  <a:cs typeface="Arvo"/>
                  <a:sym typeface="Arvo"/>
                </a:endParaRPr>
              </a:p>
              <a:p>
                <a:pPr indent="0" lvl="0" marL="0" rtl="0" algn="r">
                  <a:spcBef>
                    <a:spcPts val="0"/>
                  </a:spcBef>
                  <a:spcAft>
                    <a:spcPts val="0"/>
                  </a:spcAft>
                  <a:buNone/>
                </a:pPr>
                <a:r>
                  <a:t/>
                </a:r>
                <a:endParaRPr i="1" sz="400">
                  <a:solidFill>
                    <a:srgbClr val="666666"/>
                  </a:solidFill>
                  <a:latin typeface="Arvo"/>
                  <a:ea typeface="Arvo"/>
                  <a:cs typeface="Arvo"/>
                  <a:sym typeface="Arvo"/>
                </a:endParaRPr>
              </a:p>
            </p:txBody>
          </p:sp>
        </p:grpSp>
        <p:grpSp>
          <p:nvGrpSpPr>
            <p:cNvPr id="2471" name="Google Shape;2471;p43"/>
            <p:cNvGrpSpPr/>
            <p:nvPr/>
          </p:nvGrpSpPr>
          <p:grpSpPr>
            <a:xfrm>
              <a:off x="5161463" y="2039375"/>
              <a:ext cx="2376625" cy="200100"/>
              <a:chOff x="624700" y="1498750"/>
              <a:chExt cx="2376625" cy="200100"/>
            </a:xfrm>
          </p:grpSpPr>
          <p:sp>
            <p:nvSpPr>
              <p:cNvPr id="2472" name="Google Shape;2472;p43"/>
              <p:cNvSpPr txBox="1"/>
              <p:nvPr/>
            </p:nvSpPr>
            <p:spPr>
              <a:xfrm>
                <a:off x="747725" y="1498750"/>
                <a:ext cx="2253600" cy="200100"/>
              </a:xfrm>
              <a:prstGeom prst="rect">
                <a:avLst/>
              </a:prstGeom>
              <a:solidFill>
                <a:srgbClr val="F3F3F3"/>
              </a:solidFill>
              <a:ln>
                <a:noFill/>
              </a:ln>
            </p:spPr>
            <p:txBody>
              <a:bodyPr anchorCtr="0" anchor="ctr" bIns="18000" lIns="18000" spcFirstLastPara="1" rIns="18000" wrap="square" tIns="18000">
                <a:noAutofit/>
              </a:bodyPr>
              <a:lstStyle/>
              <a:p>
                <a:pPr indent="0" lvl="0" marL="0" rtl="0" algn="l">
                  <a:spcBef>
                    <a:spcPts val="0"/>
                  </a:spcBef>
                  <a:spcAft>
                    <a:spcPts val="0"/>
                  </a:spcAft>
                  <a:buNone/>
                </a:pPr>
                <a:r>
                  <a:t/>
                </a:r>
                <a:endParaRPr sz="800">
                  <a:solidFill>
                    <a:srgbClr val="434343"/>
                  </a:solidFill>
                </a:endParaRPr>
              </a:p>
            </p:txBody>
          </p:sp>
          <p:sp>
            <p:nvSpPr>
              <p:cNvPr id="2473" name="Google Shape;2473;p43"/>
              <p:cNvSpPr txBox="1"/>
              <p:nvPr/>
            </p:nvSpPr>
            <p:spPr>
              <a:xfrm>
                <a:off x="624700" y="1514200"/>
                <a:ext cx="86100" cy="169200"/>
              </a:xfrm>
              <a:prstGeom prst="rect">
                <a:avLst/>
              </a:prstGeom>
              <a:noFill/>
              <a:ln>
                <a:noFill/>
              </a:ln>
            </p:spPr>
            <p:txBody>
              <a:bodyPr anchorCtr="0" anchor="ctr" bIns="0" lIns="0" spcFirstLastPara="1" rIns="0" wrap="square" tIns="0">
                <a:spAutoFit/>
              </a:bodyPr>
              <a:lstStyle/>
              <a:p>
                <a:pPr indent="0" lvl="0" marL="0" rtl="0" algn="r">
                  <a:spcBef>
                    <a:spcPts val="0"/>
                  </a:spcBef>
                  <a:spcAft>
                    <a:spcPts val="0"/>
                  </a:spcAft>
                  <a:buNone/>
                </a:pPr>
                <a:r>
                  <a:rPr lang="es-419" sz="700">
                    <a:latin typeface="Arvo"/>
                    <a:ea typeface="Arvo"/>
                    <a:cs typeface="Arvo"/>
                    <a:sym typeface="Arvo"/>
                  </a:rPr>
                  <a:t>3.</a:t>
                </a:r>
                <a:endParaRPr sz="700">
                  <a:latin typeface="Arvo"/>
                  <a:ea typeface="Arvo"/>
                  <a:cs typeface="Arvo"/>
                  <a:sym typeface="Arvo"/>
                </a:endParaRPr>
              </a:p>
              <a:p>
                <a:pPr indent="0" lvl="0" marL="0" rtl="0" algn="r">
                  <a:spcBef>
                    <a:spcPts val="0"/>
                  </a:spcBef>
                  <a:spcAft>
                    <a:spcPts val="0"/>
                  </a:spcAft>
                  <a:buNone/>
                </a:pPr>
                <a:r>
                  <a:t/>
                </a:r>
                <a:endParaRPr i="1" sz="400">
                  <a:solidFill>
                    <a:srgbClr val="666666"/>
                  </a:solidFill>
                  <a:latin typeface="Arvo"/>
                  <a:ea typeface="Arvo"/>
                  <a:cs typeface="Arvo"/>
                  <a:sym typeface="Arvo"/>
                </a:endParaRPr>
              </a:p>
            </p:txBody>
          </p:sp>
        </p:grpSp>
        <p:grpSp>
          <p:nvGrpSpPr>
            <p:cNvPr id="2474" name="Google Shape;2474;p43"/>
            <p:cNvGrpSpPr/>
            <p:nvPr/>
          </p:nvGrpSpPr>
          <p:grpSpPr>
            <a:xfrm>
              <a:off x="5161463" y="2261913"/>
              <a:ext cx="2376625" cy="200100"/>
              <a:chOff x="624700" y="1498750"/>
              <a:chExt cx="2376625" cy="200100"/>
            </a:xfrm>
          </p:grpSpPr>
          <p:sp>
            <p:nvSpPr>
              <p:cNvPr id="2475" name="Google Shape;2475;p43"/>
              <p:cNvSpPr txBox="1"/>
              <p:nvPr/>
            </p:nvSpPr>
            <p:spPr>
              <a:xfrm>
                <a:off x="747725" y="1498750"/>
                <a:ext cx="2253600" cy="200100"/>
              </a:xfrm>
              <a:prstGeom prst="rect">
                <a:avLst/>
              </a:prstGeom>
              <a:solidFill>
                <a:srgbClr val="F3F3F3"/>
              </a:solidFill>
              <a:ln>
                <a:noFill/>
              </a:ln>
            </p:spPr>
            <p:txBody>
              <a:bodyPr anchorCtr="0" anchor="ctr" bIns="18000" lIns="18000" spcFirstLastPara="1" rIns="18000" wrap="square" tIns="18000">
                <a:noAutofit/>
              </a:bodyPr>
              <a:lstStyle/>
              <a:p>
                <a:pPr indent="0" lvl="0" marL="0" rtl="0" algn="l">
                  <a:spcBef>
                    <a:spcPts val="0"/>
                  </a:spcBef>
                  <a:spcAft>
                    <a:spcPts val="0"/>
                  </a:spcAft>
                  <a:buNone/>
                </a:pPr>
                <a:r>
                  <a:t/>
                </a:r>
                <a:endParaRPr sz="800">
                  <a:solidFill>
                    <a:srgbClr val="434343"/>
                  </a:solidFill>
                </a:endParaRPr>
              </a:p>
            </p:txBody>
          </p:sp>
          <p:sp>
            <p:nvSpPr>
              <p:cNvPr id="2476" name="Google Shape;2476;p43"/>
              <p:cNvSpPr txBox="1"/>
              <p:nvPr/>
            </p:nvSpPr>
            <p:spPr>
              <a:xfrm>
                <a:off x="624700" y="1514200"/>
                <a:ext cx="86100" cy="169200"/>
              </a:xfrm>
              <a:prstGeom prst="rect">
                <a:avLst/>
              </a:prstGeom>
              <a:noFill/>
              <a:ln>
                <a:noFill/>
              </a:ln>
            </p:spPr>
            <p:txBody>
              <a:bodyPr anchorCtr="0" anchor="ctr" bIns="0" lIns="0" spcFirstLastPara="1" rIns="0" wrap="square" tIns="0">
                <a:spAutoFit/>
              </a:bodyPr>
              <a:lstStyle/>
              <a:p>
                <a:pPr indent="0" lvl="0" marL="0" rtl="0" algn="r">
                  <a:spcBef>
                    <a:spcPts val="0"/>
                  </a:spcBef>
                  <a:spcAft>
                    <a:spcPts val="0"/>
                  </a:spcAft>
                  <a:buNone/>
                </a:pPr>
                <a:r>
                  <a:rPr lang="es-419" sz="700">
                    <a:latin typeface="Arvo"/>
                    <a:ea typeface="Arvo"/>
                    <a:cs typeface="Arvo"/>
                    <a:sym typeface="Arvo"/>
                  </a:rPr>
                  <a:t>4.</a:t>
                </a:r>
                <a:endParaRPr sz="700">
                  <a:latin typeface="Arvo"/>
                  <a:ea typeface="Arvo"/>
                  <a:cs typeface="Arvo"/>
                  <a:sym typeface="Arvo"/>
                </a:endParaRPr>
              </a:p>
              <a:p>
                <a:pPr indent="0" lvl="0" marL="0" rtl="0" algn="r">
                  <a:spcBef>
                    <a:spcPts val="0"/>
                  </a:spcBef>
                  <a:spcAft>
                    <a:spcPts val="0"/>
                  </a:spcAft>
                  <a:buNone/>
                </a:pPr>
                <a:r>
                  <a:t/>
                </a:r>
                <a:endParaRPr i="1" sz="400">
                  <a:solidFill>
                    <a:srgbClr val="666666"/>
                  </a:solidFill>
                  <a:latin typeface="Arvo"/>
                  <a:ea typeface="Arvo"/>
                  <a:cs typeface="Arvo"/>
                  <a:sym typeface="Arvo"/>
                </a:endParaRPr>
              </a:p>
            </p:txBody>
          </p:sp>
        </p:grpSp>
        <p:grpSp>
          <p:nvGrpSpPr>
            <p:cNvPr id="2477" name="Google Shape;2477;p43"/>
            <p:cNvGrpSpPr/>
            <p:nvPr/>
          </p:nvGrpSpPr>
          <p:grpSpPr>
            <a:xfrm>
              <a:off x="5161463" y="2490338"/>
              <a:ext cx="2376625" cy="200100"/>
              <a:chOff x="624700" y="1498750"/>
              <a:chExt cx="2376625" cy="200100"/>
            </a:xfrm>
          </p:grpSpPr>
          <p:sp>
            <p:nvSpPr>
              <p:cNvPr id="2478" name="Google Shape;2478;p43"/>
              <p:cNvSpPr txBox="1"/>
              <p:nvPr/>
            </p:nvSpPr>
            <p:spPr>
              <a:xfrm>
                <a:off x="747725" y="1498750"/>
                <a:ext cx="2253600" cy="200100"/>
              </a:xfrm>
              <a:prstGeom prst="rect">
                <a:avLst/>
              </a:prstGeom>
              <a:solidFill>
                <a:srgbClr val="F3F3F3"/>
              </a:solidFill>
              <a:ln>
                <a:noFill/>
              </a:ln>
            </p:spPr>
            <p:txBody>
              <a:bodyPr anchorCtr="0" anchor="ctr" bIns="18000" lIns="18000" spcFirstLastPara="1" rIns="18000" wrap="square" tIns="18000">
                <a:noAutofit/>
              </a:bodyPr>
              <a:lstStyle/>
              <a:p>
                <a:pPr indent="0" lvl="0" marL="0" rtl="0" algn="l">
                  <a:spcBef>
                    <a:spcPts val="0"/>
                  </a:spcBef>
                  <a:spcAft>
                    <a:spcPts val="0"/>
                  </a:spcAft>
                  <a:buNone/>
                </a:pPr>
                <a:r>
                  <a:t/>
                </a:r>
                <a:endParaRPr sz="800">
                  <a:solidFill>
                    <a:srgbClr val="434343"/>
                  </a:solidFill>
                </a:endParaRPr>
              </a:p>
            </p:txBody>
          </p:sp>
          <p:sp>
            <p:nvSpPr>
              <p:cNvPr id="2479" name="Google Shape;2479;p43"/>
              <p:cNvSpPr txBox="1"/>
              <p:nvPr/>
            </p:nvSpPr>
            <p:spPr>
              <a:xfrm>
                <a:off x="624700" y="1514200"/>
                <a:ext cx="86100" cy="169200"/>
              </a:xfrm>
              <a:prstGeom prst="rect">
                <a:avLst/>
              </a:prstGeom>
              <a:noFill/>
              <a:ln>
                <a:noFill/>
              </a:ln>
            </p:spPr>
            <p:txBody>
              <a:bodyPr anchorCtr="0" anchor="ctr" bIns="0" lIns="0" spcFirstLastPara="1" rIns="0" wrap="square" tIns="0">
                <a:spAutoFit/>
              </a:bodyPr>
              <a:lstStyle/>
              <a:p>
                <a:pPr indent="0" lvl="0" marL="0" rtl="0" algn="r">
                  <a:spcBef>
                    <a:spcPts val="0"/>
                  </a:spcBef>
                  <a:spcAft>
                    <a:spcPts val="0"/>
                  </a:spcAft>
                  <a:buNone/>
                </a:pPr>
                <a:r>
                  <a:rPr lang="es-419" sz="700">
                    <a:latin typeface="Arvo"/>
                    <a:ea typeface="Arvo"/>
                    <a:cs typeface="Arvo"/>
                    <a:sym typeface="Arvo"/>
                  </a:rPr>
                  <a:t>5.</a:t>
                </a:r>
                <a:endParaRPr sz="700">
                  <a:latin typeface="Arvo"/>
                  <a:ea typeface="Arvo"/>
                  <a:cs typeface="Arvo"/>
                  <a:sym typeface="Arvo"/>
                </a:endParaRPr>
              </a:p>
              <a:p>
                <a:pPr indent="0" lvl="0" marL="0" rtl="0" algn="r">
                  <a:spcBef>
                    <a:spcPts val="0"/>
                  </a:spcBef>
                  <a:spcAft>
                    <a:spcPts val="0"/>
                  </a:spcAft>
                  <a:buNone/>
                </a:pPr>
                <a:r>
                  <a:t/>
                </a:r>
                <a:endParaRPr i="1" sz="400">
                  <a:solidFill>
                    <a:srgbClr val="666666"/>
                  </a:solidFill>
                  <a:latin typeface="Arvo"/>
                  <a:ea typeface="Arvo"/>
                  <a:cs typeface="Arvo"/>
                  <a:sym typeface="Arvo"/>
                </a:endParaRPr>
              </a:p>
            </p:txBody>
          </p:sp>
        </p:grpSp>
      </p:grpSp>
      <p:grpSp>
        <p:nvGrpSpPr>
          <p:cNvPr id="2480" name="Google Shape;2480;p43"/>
          <p:cNvGrpSpPr/>
          <p:nvPr/>
        </p:nvGrpSpPr>
        <p:grpSpPr>
          <a:xfrm>
            <a:off x="3031238" y="1002325"/>
            <a:ext cx="2562300" cy="1786500"/>
            <a:chOff x="4624325" y="4703025"/>
            <a:chExt cx="2562300" cy="1786500"/>
          </a:xfrm>
        </p:grpSpPr>
        <p:sp>
          <p:nvSpPr>
            <p:cNvPr id="2481" name="Google Shape;2481;p43"/>
            <p:cNvSpPr/>
            <p:nvPr/>
          </p:nvSpPr>
          <p:spPr>
            <a:xfrm>
              <a:off x="4624325" y="4703025"/>
              <a:ext cx="2562300" cy="1786500"/>
            </a:xfrm>
            <a:prstGeom prst="roundRect">
              <a:avLst>
                <a:gd fmla="val 3233" name="adj"/>
              </a:avLst>
            </a:prstGeom>
            <a:solidFill>
              <a:srgbClr val="FFFFFF"/>
            </a:solidFill>
            <a:ln cap="flat" cmpd="sng" w="9525">
              <a:solidFill>
                <a:srgbClr val="EFEFEF"/>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t" bIns="18000" lIns="18000" spcFirstLastPara="1" rIns="18000" wrap="square" tIns="18000">
              <a:noAutofit/>
            </a:bodyPr>
            <a:lstStyle/>
            <a:p>
              <a:pPr indent="0" lvl="0" marL="0" rtl="0" algn="l">
                <a:spcBef>
                  <a:spcPts val="0"/>
                </a:spcBef>
                <a:spcAft>
                  <a:spcPts val="0"/>
                </a:spcAft>
                <a:buNone/>
              </a:pPr>
              <a:r>
                <a:t/>
              </a:r>
              <a:endParaRPr b="1" i="1" sz="900">
                <a:solidFill>
                  <a:srgbClr val="434343"/>
                </a:solidFill>
              </a:endParaRPr>
            </a:p>
          </p:txBody>
        </p:sp>
        <p:sp>
          <p:nvSpPr>
            <p:cNvPr id="2482" name="Google Shape;2482;p43"/>
            <p:cNvSpPr txBox="1"/>
            <p:nvPr/>
          </p:nvSpPr>
          <p:spPr>
            <a:xfrm>
              <a:off x="5596488" y="4754775"/>
              <a:ext cx="1527600" cy="133800"/>
            </a:xfrm>
            <a:prstGeom prst="rect">
              <a:avLst/>
            </a:prstGeom>
            <a:solidFill>
              <a:srgbClr val="F3F3F3"/>
            </a:solidFill>
            <a:ln>
              <a:noFill/>
            </a:ln>
          </p:spPr>
          <p:txBody>
            <a:bodyPr anchorCtr="0" anchor="ctr" bIns="18000" lIns="18000" spcFirstLastPara="1" rIns="18000" wrap="square" tIns="18000">
              <a:noAutofit/>
            </a:bodyPr>
            <a:lstStyle/>
            <a:p>
              <a:pPr indent="0" lvl="0" marL="0" rtl="0" algn="l">
                <a:spcBef>
                  <a:spcPts val="0"/>
                </a:spcBef>
                <a:spcAft>
                  <a:spcPts val="0"/>
                </a:spcAft>
                <a:buNone/>
              </a:pPr>
              <a:r>
                <a:t/>
              </a:r>
              <a:endParaRPr sz="800">
                <a:solidFill>
                  <a:srgbClr val="434343"/>
                </a:solidFill>
              </a:endParaRPr>
            </a:p>
          </p:txBody>
        </p:sp>
        <p:sp>
          <p:nvSpPr>
            <p:cNvPr id="2483" name="Google Shape;2483;p43"/>
            <p:cNvSpPr txBox="1"/>
            <p:nvPr/>
          </p:nvSpPr>
          <p:spPr>
            <a:xfrm>
              <a:off x="4671950" y="4727550"/>
              <a:ext cx="902400" cy="169200"/>
            </a:xfrm>
            <a:prstGeom prst="rect">
              <a:avLst/>
            </a:prstGeom>
            <a:noFill/>
            <a:ln>
              <a:noFill/>
            </a:ln>
          </p:spPr>
          <p:txBody>
            <a:bodyPr anchorCtr="0" anchor="ctr" bIns="0" lIns="0" spcFirstLastPara="1" rIns="0" wrap="square" tIns="0">
              <a:noAutofit/>
            </a:bodyPr>
            <a:lstStyle/>
            <a:p>
              <a:pPr indent="0" lvl="0" marL="0" rtl="0" algn="r">
                <a:spcBef>
                  <a:spcPts val="0"/>
                </a:spcBef>
                <a:spcAft>
                  <a:spcPts val="0"/>
                </a:spcAft>
                <a:buNone/>
              </a:pPr>
              <a:r>
                <a:rPr b="1" i="1" lang="es-419" sz="800">
                  <a:solidFill>
                    <a:srgbClr val="434343"/>
                  </a:solidFill>
                </a:rPr>
                <a:t>Flujo Alterno 1:</a:t>
              </a:r>
              <a:endParaRPr i="1" sz="500">
                <a:solidFill>
                  <a:srgbClr val="666666"/>
                </a:solidFill>
                <a:latin typeface="Arvo"/>
                <a:ea typeface="Arvo"/>
                <a:cs typeface="Arvo"/>
                <a:sym typeface="Arvo"/>
              </a:endParaRPr>
            </a:p>
          </p:txBody>
        </p:sp>
        <p:sp>
          <p:nvSpPr>
            <p:cNvPr id="2484" name="Google Shape;2484;p43"/>
            <p:cNvSpPr txBox="1"/>
            <p:nvPr/>
          </p:nvSpPr>
          <p:spPr>
            <a:xfrm>
              <a:off x="5594263" y="4945275"/>
              <a:ext cx="1527600" cy="133800"/>
            </a:xfrm>
            <a:prstGeom prst="rect">
              <a:avLst/>
            </a:prstGeom>
            <a:solidFill>
              <a:srgbClr val="F3F3F3"/>
            </a:solidFill>
            <a:ln>
              <a:noFill/>
            </a:ln>
          </p:spPr>
          <p:txBody>
            <a:bodyPr anchorCtr="0" anchor="ctr" bIns="18000" lIns="18000" spcFirstLastPara="1" rIns="18000" wrap="square" tIns="18000">
              <a:noAutofit/>
            </a:bodyPr>
            <a:lstStyle/>
            <a:p>
              <a:pPr indent="0" lvl="0" marL="0" rtl="0" algn="l">
                <a:spcBef>
                  <a:spcPts val="0"/>
                </a:spcBef>
                <a:spcAft>
                  <a:spcPts val="0"/>
                </a:spcAft>
                <a:buNone/>
              </a:pPr>
              <a:r>
                <a:t/>
              </a:r>
              <a:endParaRPr sz="800">
                <a:solidFill>
                  <a:srgbClr val="434343"/>
                </a:solidFill>
              </a:endParaRPr>
            </a:p>
          </p:txBody>
        </p:sp>
        <p:sp>
          <p:nvSpPr>
            <p:cNvPr id="2485" name="Google Shape;2485;p43"/>
            <p:cNvSpPr txBox="1"/>
            <p:nvPr/>
          </p:nvSpPr>
          <p:spPr>
            <a:xfrm>
              <a:off x="4665138" y="4918050"/>
              <a:ext cx="902400" cy="169200"/>
            </a:xfrm>
            <a:prstGeom prst="rect">
              <a:avLst/>
            </a:prstGeom>
            <a:noFill/>
            <a:ln>
              <a:noFill/>
            </a:ln>
          </p:spPr>
          <p:txBody>
            <a:bodyPr anchorCtr="0" anchor="ctr" bIns="0" lIns="0" spcFirstLastPara="1" rIns="0" wrap="square" tIns="0">
              <a:noAutofit/>
            </a:bodyPr>
            <a:lstStyle/>
            <a:p>
              <a:pPr indent="0" lvl="0" marL="0" rtl="0" algn="r">
                <a:spcBef>
                  <a:spcPts val="0"/>
                </a:spcBef>
                <a:spcAft>
                  <a:spcPts val="0"/>
                </a:spcAft>
                <a:buNone/>
              </a:pPr>
              <a:r>
                <a:rPr i="1" lang="es-419" sz="700">
                  <a:solidFill>
                    <a:srgbClr val="434343"/>
                  </a:solidFill>
                </a:rPr>
                <a:t>Paso del flujo básico:</a:t>
              </a:r>
              <a:endParaRPr i="1" sz="400">
                <a:solidFill>
                  <a:srgbClr val="666666"/>
                </a:solidFill>
                <a:latin typeface="Arvo"/>
                <a:ea typeface="Arvo"/>
                <a:cs typeface="Arvo"/>
                <a:sym typeface="Arvo"/>
              </a:endParaRPr>
            </a:p>
          </p:txBody>
        </p:sp>
        <p:sp>
          <p:nvSpPr>
            <p:cNvPr id="2486" name="Google Shape;2486;p43"/>
            <p:cNvSpPr txBox="1"/>
            <p:nvPr/>
          </p:nvSpPr>
          <p:spPr>
            <a:xfrm>
              <a:off x="4671938" y="5108550"/>
              <a:ext cx="902400" cy="169200"/>
            </a:xfrm>
            <a:prstGeom prst="rect">
              <a:avLst/>
            </a:prstGeom>
            <a:noFill/>
            <a:ln>
              <a:noFill/>
            </a:ln>
          </p:spPr>
          <p:txBody>
            <a:bodyPr anchorCtr="0" anchor="ctr" bIns="0" lIns="0" spcFirstLastPara="1" rIns="0" wrap="square" tIns="0">
              <a:noAutofit/>
            </a:bodyPr>
            <a:lstStyle/>
            <a:p>
              <a:pPr indent="0" lvl="0" marL="0" rtl="0" algn="r">
                <a:spcBef>
                  <a:spcPts val="0"/>
                </a:spcBef>
                <a:spcAft>
                  <a:spcPts val="0"/>
                </a:spcAft>
                <a:buNone/>
              </a:pPr>
              <a:r>
                <a:rPr i="1" lang="es-419" sz="700">
                  <a:solidFill>
                    <a:srgbClr val="434343"/>
                  </a:solidFill>
                </a:rPr>
                <a:t>Pasos del flujo alterno:</a:t>
              </a:r>
              <a:endParaRPr i="1" sz="400">
                <a:solidFill>
                  <a:srgbClr val="666666"/>
                </a:solidFill>
                <a:latin typeface="Arvo"/>
                <a:ea typeface="Arvo"/>
                <a:cs typeface="Arvo"/>
                <a:sym typeface="Arvo"/>
              </a:endParaRPr>
            </a:p>
          </p:txBody>
        </p:sp>
        <p:grpSp>
          <p:nvGrpSpPr>
            <p:cNvPr id="2487" name="Google Shape;2487;p43"/>
            <p:cNvGrpSpPr/>
            <p:nvPr/>
          </p:nvGrpSpPr>
          <p:grpSpPr>
            <a:xfrm>
              <a:off x="4717163" y="5299050"/>
              <a:ext cx="2376625" cy="200100"/>
              <a:chOff x="624700" y="1498750"/>
              <a:chExt cx="2376625" cy="200100"/>
            </a:xfrm>
          </p:grpSpPr>
          <p:sp>
            <p:nvSpPr>
              <p:cNvPr id="2488" name="Google Shape;2488;p43"/>
              <p:cNvSpPr txBox="1"/>
              <p:nvPr/>
            </p:nvSpPr>
            <p:spPr>
              <a:xfrm>
                <a:off x="747725" y="1498750"/>
                <a:ext cx="2253600" cy="200100"/>
              </a:xfrm>
              <a:prstGeom prst="rect">
                <a:avLst/>
              </a:prstGeom>
              <a:solidFill>
                <a:srgbClr val="F3F3F3"/>
              </a:solidFill>
              <a:ln>
                <a:noFill/>
              </a:ln>
            </p:spPr>
            <p:txBody>
              <a:bodyPr anchorCtr="0" anchor="ctr" bIns="18000" lIns="18000" spcFirstLastPara="1" rIns="18000" wrap="square" tIns="18000">
                <a:noAutofit/>
              </a:bodyPr>
              <a:lstStyle/>
              <a:p>
                <a:pPr indent="0" lvl="0" marL="0" rtl="0" algn="l">
                  <a:spcBef>
                    <a:spcPts val="0"/>
                  </a:spcBef>
                  <a:spcAft>
                    <a:spcPts val="0"/>
                  </a:spcAft>
                  <a:buNone/>
                </a:pPr>
                <a:r>
                  <a:t/>
                </a:r>
                <a:endParaRPr sz="800">
                  <a:solidFill>
                    <a:srgbClr val="434343"/>
                  </a:solidFill>
                </a:endParaRPr>
              </a:p>
            </p:txBody>
          </p:sp>
          <p:sp>
            <p:nvSpPr>
              <p:cNvPr id="2489" name="Google Shape;2489;p43"/>
              <p:cNvSpPr txBox="1"/>
              <p:nvPr/>
            </p:nvSpPr>
            <p:spPr>
              <a:xfrm>
                <a:off x="624700" y="1514200"/>
                <a:ext cx="86100" cy="169200"/>
              </a:xfrm>
              <a:prstGeom prst="rect">
                <a:avLst/>
              </a:prstGeom>
              <a:noFill/>
              <a:ln>
                <a:noFill/>
              </a:ln>
            </p:spPr>
            <p:txBody>
              <a:bodyPr anchorCtr="0" anchor="ctr" bIns="0" lIns="0" spcFirstLastPara="1" rIns="0" wrap="square" tIns="0">
                <a:spAutoFit/>
              </a:bodyPr>
              <a:lstStyle/>
              <a:p>
                <a:pPr indent="0" lvl="0" marL="0" rtl="0" algn="r">
                  <a:spcBef>
                    <a:spcPts val="0"/>
                  </a:spcBef>
                  <a:spcAft>
                    <a:spcPts val="0"/>
                  </a:spcAft>
                  <a:buNone/>
                </a:pPr>
                <a:r>
                  <a:rPr lang="es-419" sz="700">
                    <a:latin typeface="Arvo"/>
                    <a:ea typeface="Arvo"/>
                    <a:cs typeface="Arvo"/>
                    <a:sym typeface="Arvo"/>
                  </a:rPr>
                  <a:t>1.</a:t>
                </a:r>
                <a:endParaRPr sz="700">
                  <a:latin typeface="Arvo"/>
                  <a:ea typeface="Arvo"/>
                  <a:cs typeface="Arvo"/>
                  <a:sym typeface="Arvo"/>
                </a:endParaRPr>
              </a:p>
              <a:p>
                <a:pPr indent="0" lvl="0" marL="0" rtl="0" algn="r">
                  <a:spcBef>
                    <a:spcPts val="0"/>
                  </a:spcBef>
                  <a:spcAft>
                    <a:spcPts val="0"/>
                  </a:spcAft>
                  <a:buNone/>
                </a:pPr>
                <a:r>
                  <a:t/>
                </a:r>
                <a:endParaRPr i="1" sz="400">
                  <a:solidFill>
                    <a:srgbClr val="666666"/>
                  </a:solidFill>
                  <a:latin typeface="Arvo"/>
                  <a:ea typeface="Arvo"/>
                  <a:cs typeface="Arvo"/>
                  <a:sym typeface="Arvo"/>
                </a:endParaRPr>
              </a:p>
            </p:txBody>
          </p:sp>
        </p:grpSp>
        <p:grpSp>
          <p:nvGrpSpPr>
            <p:cNvPr id="2490" name="Google Shape;2490;p43"/>
            <p:cNvGrpSpPr/>
            <p:nvPr/>
          </p:nvGrpSpPr>
          <p:grpSpPr>
            <a:xfrm>
              <a:off x="4717163" y="5521588"/>
              <a:ext cx="2376625" cy="200100"/>
              <a:chOff x="624700" y="1498750"/>
              <a:chExt cx="2376625" cy="200100"/>
            </a:xfrm>
          </p:grpSpPr>
          <p:sp>
            <p:nvSpPr>
              <p:cNvPr id="2491" name="Google Shape;2491;p43"/>
              <p:cNvSpPr txBox="1"/>
              <p:nvPr/>
            </p:nvSpPr>
            <p:spPr>
              <a:xfrm>
                <a:off x="747725" y="1498750"/>
                <a:ext cx="2253600" cy="200100"/>
              </a:xfrm>
              <a:prstGeom prst="rect">
                <a:avLst/>
              </a:prstGeom>
              <a:solidFill>
                <a:srgbClr val="F3F3F3"/>
              </a:solidFill>
              <a:ln>
                <a:noFill/>
              </a:ln>
            </p:spPr>
            <p:txBody>
              <a:bodyPr anchorCtr="0" anchor="ctr" bIns="18000" lIns="18000" spcFirstLastPara="1" rIns="18000" wrap="square" tIns="18000">
                <a:noAutofit/>
              </a:bodyPr>
              <a:lstStyle/>
              <a:p>
                <a:pPr indent="0" lvl="0" marL="0" rtl="0" algn="l">
                  <a:spcBef>
                    <a:spcPts val="0"/>
                  </a:spcBef>
                  <a:spcAft>
                    <a:spcPts val="0"/>
                  </a:spcAft>
                  <a:buNone/>
                </a:pPr>
                <a:r>
                  <a:t/>
                </a:r>
                <a:endParaRPr sz="800">
                  <a:solidFill>
                    <a:srgbClr val="434343"/>
                  </a:solidFill>
                </a:endParaRPr>
              </a:p>
            </p:txBody>
          </p:sp>
          <p:sp>
            <p:nvSpPr>
              <p:cNvPr id="2492" name="Google Shape;2492;p43"/>
              <p:cNvSpPr txBox="1"/>
              <p:nvPr/>
            </p:nvSpPr>
            <p:spPr>
              <a:xfrm>
                <a:off x="624700" y="1514200"/>
                <a:ext cx="86100" cy="169200"/>
              </a:xfrm>
              <a:prstGeom prst="rect">
                <a:avLst/>
              </a:prstGeom>
              <a:noFill/>
              <a:ln>
                <a:noFill/>
              </a:ln>
            </p:spPr>
            <p:txBody>
              <a:bodyPr anchorCtr="0" anchor="ctr" bIns="0" lIns="0" spcFirstLastPara="1" rIns="0" wrap="square" tIns="0">
                <a:spAutoFit/>
              </a:bodyPr>
              <a:lstStyle/>
              <a:p>
                <a:pPr indent="0" lvl="0" marL="0" rtl="0" algn="r">
                  <a:spcBef>
                    <a:spcPts val="0"/>
                  </a:spcBef>
                  <a:spcAft>
                    <a:spcPts val="0"/>
                  </a:spcAft>
                  <a:buNone/>
                </a:pPr>
                <a:r>
                  <a:rPr lang="es-419" sz="700">
                    <a:latin typeface="Arvo"/>
                    <a:ea typeface="Arvo"/>
                    <a:cs typeface="Arvo"/>
                    <a:sym typeface="Arvo"/>
                  </a:rPr>
                  <a:t>2.</a:t>
                </a:r>
                <a:endParaRPr sz="700">
                  <a:latin typeface="Arvo"/>
                  <a:ea typeface="Arvo"/>
                  <a:cs typeface="Arvo"/>
                  <a:sym typeface="Arvo"/>
                </a:endParaRPr>
              </a:p>
              <a:p>
                <a:pPr indent="0" lvl="0" marL="0" rtl="0" algn="r">
                  <a:spcBef>
                    <a:spcPts val="0"/>
                  </a:spcBef>
                  <a:spcAft>
                    <a:spcPts val="0"/>
                  </a:spcAft>
                  <a:buNone/>
                </a:pPr>
                <a:r>
                  <a:t/>
                </a:r>
                <a:endParaRPr i="1" sz="400">
                  <a:solidFill>
                    <a:srgbClr val="666666"/>
                  </a:solidFill>
                  <a:latin typeface="Arvo"/>
                  <a:ea typeface="Arvo"/>
                  <a:cs typeface="Arvo"/>
                  <a:sym typeface="Arvo"/>
                </a:endParaRPr>
              </a:p>
            </p:txBody>
          </p:sp>
        </p:grpSp>
        <p:grpSp>
          <p:nvGrpSpPr>
            <p:cNvPr id="2493" name="Google Shape;2493;p43"/>
            <p:cNvGrpSpPr/>
            <p:nvPr/>
          </p:nvGrpSpPr>
          <p:grpSpPr>
            <a:xfrm>
              <a:off x="4717163" y="5744150"/>
              <a:ext cx="2376625" cy="200100"/>
              <a:chOff x="624700" y="1498750"/>
              <a:chExt cx="2376625" cy="200100"/>
            </a:xfrm>
          </p:grpSpPr>
          <p:sp>
            <p:nvSpPr>
              <p:cNvPr id="2494" name="Google Shape;2494;p43"/>
              <p:cNvSpPr txBox="1"/>
              <p:nvPr/>
            </p:nvSpPr>
            <p:spPr>
              <a:xfrm>
                <a:off x="747725" y="1498750"/>
                <a:ext cx="2253600" cy="200100"/>
              </a:xfrm>
              <a:prstGeom prst="rect">
                <a:avLst/>
              </a:prstGeom>
              <a:solidFill>
                <a:srgbClr val="F3F3F3"/>
              </a:solidFill>
              <a:ln>
                <a:noFill/>
              </a:ln>
            </p:spPr>
            <p:txBody>
              <a:bodyPr anchorCtr="0" anchor="ctr" bIns="18000" lIns="18000" spcFirstLastPara="1" rIns="18000" wrap="square" tIns="18000">
                <a:noAutofit/>
              </a:bodyPr>
              <a:lstStyle/>
              <a:p>
                <a:pPr indent="0" lvl="0" marL="0" rtl="0" algn="l">
                  <a:spcBef>
                    <a:spcPts val="0"/>
                  </a:spcBef>
                  <a:spcAft>
                    <a:spcPts val="0"/>
                  </a:spcAft>
                  <a:buNone/>
                </a:pPr>
                <a:r>
                  <a:t/>
                </a:r>
                <a:endParaRPr sz="800">
                  <a:solidFill>
                    <a:srgbClr val="434343"/>
                  </a:solidFill>
                </a:endParaRPr>
              </a:p>
            </p:txBody>
          </p:sp>
          <p:sp>
            <p:nvSpPr>
              <p:cNvPr id="2495" name="Google Shape;2495;p43"/>
              <p:cNvSpPr txBox="1"/>
              <p:nvPr/>
            </p:nvSpPr>
            <p:spPr>
              <a:xfrm>
                <a:off x="624700" y="1514200"/>
                <a:ext cx="86100" cy="169200"/>
              </a:xfrm>
              <a:prstGeom prst="rect">
                <a:avLst/>
              </a:prstGeom>
              <a:noFill/>
              <a:ln>
                <a:noFill/>
              </a:ln>
            </p:spPr>
            <p:txBody>
              <a:bodyPr anchorCtr="0" anchor="ctr" bIns="0" lIns="0" spcFirstLastPara="1" rIns="0" wrap="square" tIns="0">
                <a:spAutoFit/>
              </a:bodyPr>
              <a:lstStyle/>
              <a:p>
                <a:pPr indent="0" lvl="0" marL="0" rtl="0" algn="r">
                  <a:spcBef>
                    <a:spcPts val="0"/>
                  </a:spcBef>
                  <a:spcAft>
                    <a:spcPts val="0"/>
                  </a:spcAft>
                  <a:buNone/>
                </a:pPr>
                <a:r>
                  <a:rPr lang="es-419" sz="700">
                    <a:latin typeface="Arvo"/>
                    <a:ea typeface="Arvo"/>
                    <a:cs typeface="Arvo"/>
                    <a:sym typeface="Arvo"/>
                  </a:rPr>
                  <a:t>3.</a:t>
                </a:r>
                <a:endParaRPr sz="700">
                  <a:latin typeface="Arvo"/>
                  <a:ea typeface="Arvo"/>
                  <a:cs typeface="Arvo"/>
                  <a:sym typeface="Arvo"/>
                </a:endParaRPr>
              </a:p>
              <a:p>
                <a:pPr indent="0" lvl="0" marL="0" rtl="0" algn="r">
                  <a:spcBef>
                    <a:spcPts val="0"/>
                  </a:spcBef>
                  <a:spcAft>
                    <a:spcPts val="0"/>
                  </a:spcAft>
                  <a:buNone/>
                </a:pPr>
                <a:r>
                  <a:t/>
                </a:r>
                <a:endParaRPr i="1" sz="400">
                  <a:solidFill>
                    <a:srgbClr val="666666"/>
                  </a:solidFill>
                  <a:latin typeface="Arvo"/>
                  <a:ea typeface="Arvo"/>
                  <a:cs typeface="Arvo"/>
                  <a:sym typeface="Arvo"/>
                </a:endParaRPr>
              </a:p>
            </p:txBody>
          </p:sp>
        </p:grpSp>
        <p:grpSp>
          <p:nvGrpSpPr>
            <p:cNvPr id="2496" name="Google Shape;2496;p43"/>
            <p:cNvGrpSpPr/>
            <p:nvPr/>
          </p:nvGrpSpPr>
          <p:grpSpPr>
            <a:xfrm>
              <a:off x="4717163" y="5966688"/>
              <a:ext cx="2376625" cy="200100"/>
              <a:chOff x="624700" y="1498750"/>
              <a:chExt cx="2376625" cy="200100"/>
            </a:xfrm>
          </p:grpSpPr>
          <p:sp>
            <p:nvSpPr>
              <p:cNvPr id="2497" name="Google Shape;2497;p43"/>
              <p:cNvSpPr txBox="1"/>
              <p:nvPr/>
            </p:nvSpPr>
            <p:spPr>
              <a:xfrm>
                <a:off x="747725" y="1498750"/>
                <a:ext cx="2253600" cy="200100"/>
              </a:xfrm>
              <a:prstGeom prst="rect">
                <a:avLst/>
              </a:prstGeom>
              <a:solidFill>
                <a:srgbClr val="F3F3F3"/>
              </a:solidFill>
              <a:ln>
                <a:noFill/>
              </a:ln>
            </p:spPr>
            <p:txBody>
              <a:bodyPr anchorCtr="0" anchor="ctr" bIns="18000" lIns="18000" spcFirstLastPara="1" rIns="18000" wrap="square" tIns="18000">
                <a:noAutofit/>
              </a:bodyPr>
              <a:lstStyle/>
              <a:p>
                <a:pPr indent="0" lvl="0" marL="0" rtl="0" algn="l">
                  <a:spcBef>
                    <a:spcPts val="0"/>
                  </a:spcBef>
                  <a:spcAft>
                    <a:spcPts val="0"/>
                  </a:spcAft>
                  <a:buNone/>
                </a:pPr>
                <a:r>
                  <a:t/>
                </a:r>
                <a:endParaRPr sz="800">
                  <a:solidFill>
                    <a:srgbClr val="434343"/>
                  </a:solidFill>
                </a:endParaRPr>
              </a:p>
            </p:txBody>
          </p:sp>
          <p:sp>
            <p:nvSpPr>
              <p:cNvPr id="2498" name="Google Shape;2498;p43"/>
              <p:cNvSpPr txBox="1"/>
              <p:nvPr/>
            </p:nvSpPr>
            <p:spPr>
              <a:xfrm>
                <a:off x="624700" y="1514200"/>
                <a:ext cx="86100" cy="169200"/>
              </a:xfrm>
              <a:prstGeom prst="rect">
                <a:avLst/>
              </a:prstGeom>
              <a:noFill/>
              <a:ln>
                <a:noFill/>
              </a:ln>
            </p:spPr>
            <p:txBody>
              <a:bodyPr anchorCtr="0" anchor="ctr" bIns="0" lIns="0" spcFirstLastPara="1" rIns="0" wrap="square" tIns="0">
                <a:spAutoFit/>
              </a:bodyPr>
              <a:lstStyle/>
              <a:p>
                <a:pPr indent="0" lvl="0" marL="0" rtl="0" algn="r">
                  <a:spcBef>
                    <a:spcPts val="0"/>
                  </a:spcBef>
                  <a:spcAft>
                    <a:spcPts val="0"/>
                  </a:spcAft>
                  <a:buNone/>
                </a:pPr>
                <a:r>
                  <a:rPr lang="es-419" sz="700">
                    <a:latin typeface="Arvo"/>
                    <a:ea typeface="Arvo"/>
                    <a:cs typeface="Arvo"/>
                    <a:sym typeface="Arvo"/>
                  </a:rPr>
                  <a:t>4.</a:t>
                </a:r>
                <a:endParaRPr sz="700">
                  <a:latin typeface="Arvo"/>
                  <a:ea typeface="Arvo"/>
                  <a:cs typeface="Arvo"/>
                  <a:sym typeface="Arvo"/>
                </a:endParaRPr>
              </a:p>
              <a:p>
                <a:pPr indent="0" lvl="0" marL="0" rtl="0" algn="r">
                  <a:spcBef>
                    <a:spcPts val="0"/>
                  </a:spcBef>
                  <a:spcAft>
                    <a:spcPts val="0"/>
                  </a:spcAft>
                  <a:buNone/>
                </a:pPr>
                <a:r>
                  <a:t/>
                </a:r>
                <a:endParaRPr i="1" sz="400">
                  <a:solidFill>
                    <a:srgbClr val="666666"/>
                  </a:solidFill>
                  <a:latin typeface="Arvo"/>
                  <a:ea typeface="Arvo"/>
                  <a:cs typeface="Arvo"/>
                  <a:sym typeface="Arvo"/>
                </a:endParaRPr>
              </a:p>
            </p:txBody>
          </p:sp>
        </p:grpSp>
        <p:grpSp>
          <p:nvGrpSpPr>
            <p:cNvPr id="2499" name="Google Shape;2499;p43"/>
            <p:cNvGrpSpPr/>
            <p:nvPr/>
          </p:nvGrpSpPr>
          <p:grpSpPr>
            <a:xfrm>
              <a:off x="4717163" y="6195113"/>
              <a:ext cx="2376625" cy="200100"/>
              <a:chOff x="624700" y="1498750"/>
              <a:chExt cx="2376625" cy="200100"/>
            </a:xfrm>
          </p:grpSpPr>
          <p:sp>
            <p:nvSpPr>
              <p:cNvPr id="2500" name="Google Shape;2500;p43"/>
              <p:cNvSpPr txBox="1"/>
              <p:nvPr/>
            </p:nvSpPr>
            <p:spPr>
              <a:xfrm>
                <a:off x="747725" y="1498750"/>
                <a:ext cx="2253600" cy="200100"/>
              </a:xfrm>
              <a:prstGeom prst="rect">
                <a:avLst/>
              </a:prstGeom>
              <a:solidFill>
                <a:srgbClr val="F3F3F3"/>
              </a:solidFill>
              <a:ln>
                <a:noFill/>
              </a:ln>
            </p:spPr>
            <p:txBody>
              <a:bodyPr anchorCtr="0" anchor="ctr" bIns="18000" lIns="18000" spcFirstLastPara="1" rIns="18000" wrap="square" tIns="18000">
                <a:noAutofit/>
              </a:bodyPr>
              <a:lstStyle/>
              <a:p>
                <a:pPr indent="0" lvl="0" marL="0" rtl="0" algn="l">
                  <a:spcBef>
                    <a:spcPts val="0"/>
                  </a:spcBef>
                  <a:spcAft>
                    <a:spcPts val="0"/>
                  </a:spcAft>
                  <a:buNone/>
                </a:pPr>
                <a:r>
                  <a:t/>
                </a:r>
                <a:endParaRPr sz="800">
                  <a:solidFill>
                    <a:srgbClr val="434343"/>
                  </a:solidFill>
                </a:endParaRPr>
              </a:p>
            </p:txBody>
          </p:sp>
          <p:sp>
            <p:nvSpPr>
              <p:cNvPr id="2501" name="Google Shape;2501;p43"/>
              <p:cNvSpPr txBox="1"/>
              <p:nvPr/>
            </p:nvSpPr>
            <p:spPr>
              <a:xfrm>
                <a:off x="624700" y="1514200"/>
                <a:ext cx="86100" cy="169200"/>
              </a:xfrm>
              <a:prstGeom prst="rect">
                <a:avLst/>
              </a:prstGeom>
              <a:noFill/>
              <a:ln>
                <a:noFill/>
              </a:ln>
            </p:spPr>
            <p:txBody>
              <a:bodyPr anchorCtr="0" anchor="ctr" bIns="0" lIns="0" spcFirstLastPara="1" rIns="0" wrap="square" tIns="0">
                <a:spAutoFit/>
              </a:bodyPr>
              <a:lstStyle/>
              <a:p>
                <a:pPr indent="0" lvl="0" marL="0" rtl="0" algn="r">
                  <a:spcBef>
                    <a:spcPts val="0"/>
                  </a:spcBef>
                  <a:spcAft>
                    <a:spcPts val="0"/>
                  </a:spcAft>
                  <a:buNone/>
                </a:pPr>
                <a:r>
                  <a:rPr lang="es-419" sz="700">
                    <a:latin typeface="Arvo"/>
                    <a:ea typeface="Arvo"/>
                    <a:cs typeface="Arvo"/>
                    <a:sym typeface="Arvo"/>
                  </a:rPr>
                  <a:t>5.</a:t>
                </a:r>
                <a:endParaRPr sz="700">
                  <a:latin typeface="Arvo"/>
                  <a:ea typeface="Arvo"/>
                  <a:cs typeface="Arvo"/>
                  <a:sym typeface="Arvo"/>
                </a:endParaRPr>
              </a:p>
              <a:p>
                <a:pPr indent="0" lvl="0" marL="0" rtl="0" algn="r">
                  <a:spcBef>
                    <a:spcPts val="0"/>
                  </a:spcBef>
                  <a:spcAft>
                    <a:spcPts val="0"/>
                  </a:spcAft>
                  <a:buNone/>
                </a:pPr>
                <a:r>
                  <a:t/>
                </a:r>
                <a:endParaRPr i="1" sz="400">
                  <a:solidFill>
                    <a:srgbClr val="666666"/>
                  </a:solidFill>
                  <a:latin typeface="Arvo"/>
                  <a:ea typeface="Arvo"/>
                  <a:cs typeface="Arvo"/>
                  <a:sym typeface="Arvo"/>
                </a:endParaRPr>
              </a:p>
            </p:txBody>
          </p:sp>
        </p:grpSp>
      </p:grpSp>
      <p:cxnSp>
        <p:nvCxnSpPr>
          <p:cNvPr id="2502" name="Google Shape;2502;p43"/>
          <p:cNvCxnSpPr/>
          <p:nvPr/>
        </p:nvCxnSpPr>
        <p:spPr>
          <a:xfrm flipH="1" rot="10800000">
            <a:off x="3031250" y="3171713"/>
            <a:ext cx="642300" cy="345000"/>
          </a:xfrm>
          <a:prstGeom prst="bentConnector3">
            <a:avLst>
              <a:gd fmla="val 50000" name="adj1"/>
            </a:avLst>
          </a:prstGeom>
          <a:noFill/>
          <a:ln cap="flat" cmpd="sng" w="9525">
            <a:solidFill>
              <a:srgbClr val="595959"/>
            </a:solidFill>
            <a:prstDash val="dash"/>
            <a:round/>
            <a:headEnd len="med" w="med" type="none"/>
            <a:tailEnd len="med" w="med" type="stealth"/>
          </a:ln>
        </p:spPr>
      </p:cxnSp>
      <p:sp>
        <p:nvSpPr>
          <p:cNvPr id="2503" name="Google Shape;2503;p43"/>
          <p:cNvSpPr/>
          <p:nvPr/>
        </p:nvSpPr>
        <p:spPr>
          <a:xfrm>
            <a:off x="6267913" y="208450"/>
            <a:ext cx="3319800" cy="421200"/>
          </a:xfrm>
          <a:prstGeom prst="roundRect">
            <a:avLst>
              <a:gd fmla="val 17492" name="adj"/>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s-419" sz="1200">
                <a:solidFill>
                  <a:srgbClr val="FFFFFF"/>
                </a:solidFill>
              </a:rPr>
              <a:t>Estructura de Funcionalidades</a:t>
            </a:r>
            <a:endParaRPr b="1" sz="1100">
              <a:solidFill>
                <a:srgbClr val="FFFFFF"/>
              </a:solidFill>
            </a:endParaRPr>
          </a:p>
        </p:txBody>
      </p:sp>
      <p:sp>
        <p:nvSpPr>
          <p:cNvPr id="2504" name="Google Shape;2504;p43"/>
          <p:cNvSpPr/>
          <p:nvPr/>
        </p:nvSpPr>
        <p:spPr>
          <a:xfrm>
            <a:off x="6267900" y="767475"/>
            <a:ext cx="3319800" cy="4765500"/>
          </a:xfrm>
          <a:prstGeom prst="roundRect">
            <a:avLst>
              <a:gd fmla="val 4230" name="adj"/>
            </a:avLst>
          </a:prstGeom>
          <a:solidFill>
            <a:srgbClr val="F3F3F3"/>
          </a:solidFill>
          <a:ln cap="flat" cmpd="sng" w="9525">
            <a:solidFill>
              <a:srgbClr val="F3F3F3"/>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 name="Google Shape;2505;p43"/>
          <p:cNvSpPr/>
          <p:nvPr/>
        </p:nvSpPr>
        <p:spPr>
          <a:xfrm>
            <a:off x="6922664" y="941549"/>
            <a:ext cx="687600" cy="366900"/>
          </a:xfrm>
          <a:prstGeom prst="foldedCorner">
            <a:avLst>
              <a:gd fmla="val 16667" name="adj"/>
            </a:avLst>
          </a:prstGeom>
          <a:solidFill>
            <a:srgbClr val="F3F3F3"/>
          </a:solidFill>
          <a:ln cap="flat" cmpd="sng" w="9525">
            <a:solidFill>
              <a:srgbClr val="999999"/>
            </a:solidFill>
            <a:prstDash val="solid"/>
            <a:round/>
            <a:headEnd len="sm" w="sm" type="none"/>
            <a:tailEnd len="sm" w="sm" type="none"/>
          </a:ln>
          <a:effectLst>
            <a:outerShdw blurRad="57150" rotWithShape="0" algn="bl" dir="1920000" dist="19050">
              <a:srgbClr val="000000">
                <a:alpha val="22000"/>
              </a:srgbClr>
            </a:outerShdw>
          </a:effectLst>
        </p:spPr>
        <p:txBody>
          <a:bodyPr anchorCtr="0" anchor="t" bIns="18000" lIns="18000" spcFirstLastPara="1" rIns="18000" wrap="square" tIns="18000">
            <a:noAutofit/>
          </a:bodyPr>
          <a:lstStyle/>
          <a:p>
            <a:pPr indent="0" lvl="0" marL="0" rtl="0" algn="ctr">
              <a:spcBef>
                <a:spcPts val="0"/>
              </a:spcBef>
              <a:spcAft>
                <a:spcPts val="0"/>
              </a:spcAft>
              <a:buNone/>
            </a:pPr>
            <a:r>
              <a:rPr b="1" lang="es-419" sz="800"/>
              <a:t>&lt;...&gt;</a:t>
            </a:r>
            <a:endParaRPr b="1" sz="800"/>
          </a:p>
          <a:p>
            <a:pPr indent="0" lvl="0" marL="0" rtl="0" algn="ctr">
              <a:spcBef>
                <a:spcPts val="0"/>
              </a:spcBef>
              <a:spcAft>
                <a:spcPts val="0"/>
              </a:spcAft>
              <a:buNone/>
            </a:pPr>
            <a:r>
              <a:rPr lang="es-419" sz="800"/>
              <a:t>&lt;...&gt;</a:t>
            </a:r>
            <a:endParaRPr sz="800"/>
          </a:p>
        </p:txBody>
      </p:sp>
      <p:grpSp>
        <p:nvGrpSpPr>
          <p:cNvPr id="2506" name="Google Shape;2506;p43"/>
          <p:cNvGrpSpPr/>
          <p:nvPr/>
        </p:nvGrpSpPr>
        <p:grpSpPr>
          <a:xfrm>
            <a:off x="8373018" y="1624384"/>
            <a:ext cx="801000" cy="434150"/>
            <a:chOff x="6170025" y="1408150"/>
            <a:chExt cx="801000" cy="434150"/>
          </a:xfrm>
        </p:grpSpPr>
        <p:cxnSp>
          <p:nvCxnSpPr>
            <p:cNvPr id="2507" name="Google Shape;2507;p43"/>
            <p:cNvCxnSpPr/>
            <p:nvPr/>
          </p:nvCxnSpPr>
          <p:spPr>
            <a:xfrm>
              <a:off x="6170025" y="1555500"/>
              <a:ext cx="801000" cy="286800"/>
            </a:xfrm>
            <a:prstGeom prst="bentConnector3">
              <a:avLst>
                <a:gd fmla="val 50000" name="adj1"/>
              </a:avLst>
            </a:prstGeom>
            <a:noFill/>
            <a:ln cap="flat" cmpd="sng" w="19050">
              <a:solidFill>
                <a:srgbClr val="274E13"/>
              </a:solidFill>
              <a:prstDash val="lgDash"/>
              <a:round/>
              <a:headEnd len="med" w="med" type="none"/>
              <a:tailEnd len="med" w="med" type="stealth"/>
            </a:ln>
          </p:spPr>
        </p:cxnSp>
        <p:sp>
          <p:nvSpPr>
            <p:cNvPr id="2508" name="Google Shape;2508;p43"/>
            <p:cNvSpPr txBox="1"/>
            <p:nvPr/>
          </p:nvSpPr>
          <p:spPr>
            <a:xfrm>
              <a:off x="6255333" y="1408150"/>
              <a:ext cx="623400" cy="123000"/>
            </a:xfrm>
            <a:prstGeom prst="rect">
              <a:avLst/>
            </a:prstGeom>
            <a:noFill/>
            <a:ln>
              <a:noFill/>
            </a:ln>
          </p:spPr>
          <p:txBody>
            <a:bodyPr anchorCtr="0" anchor="t" bIns="0" lIns="0" spcFirstLastPara="1" rIns="0" wrap="square" tIns="0">
              <a:spAutoFit/>
            </a:bodyPr>
            <a:lstStyle/>
            <a:p>
              <a:pPr indent="0" lvl="0" marL="0" rtl="0" algn="ctr">
                <a:spcBef>
                  <a:spcPts val="0"/>
                </a:spcBef>
                <a:spcAft>
                  <a:spcPts val="0"/>
                </a:spcAft>
                <a:buNone/>
              </a:pPr>
              <a:r>
                <a:rPr b="1" i="1" lang="es-419" sz="800">
                  <a:solidFill>
                    <a:srgbClr val="274E13"/>
                  </a:solidFill>
                </a:rPr>
                <a:t>includes</a:t>
              </a:r>
              <a:endParaRPr b="1" i="1" sz="800">
                <a:solidFill>
                  <a:srgbClr val="274E13"/>
                </a:solidFill>
              </a:endParaRPr>
            </a:p>
          </p:txBody>
        </p:sp>
      </p:grpSp>
      <p:grpSp>
        <p:nvGrpSpPr>
          <p:cNvPr id="2509" name="Google Shape;2509;p43"/>
          <p:cNvGrpSpPr/>
          <p:nvPr/>
        </p:nvGrpSpPr>
        <p:grpSpPr>
          <a:xfrm>
            <a:off x="7407943" y="1548172"/>
            <a:ext cx="801000" cy="434150"/>
            <a:chOff x="6170025" y="1408150"/>
            <a:chExt cx="801000" cy="434150"/>
          </a:xfrm>
        </p:grpSpPr>
        <p:cxnSp>
          <p:nvCxnSpPr>
            <p:cNvPr id="2510" name="Google Shape;2510;p43"/>
            <p:cNvCxnSpPr/>
            <p:nvPr/>
          </p:nvCxnSpPr>
          <p:spPr>
            <a:xfrm>
              <a:off x="6170025" y="1555500"/>
              <a:ext cx="801000" cy="286800"/>
            </a:xfrm>
            <a:prstGeom prst="bentConnector3">
              <a:avLst>
                <a:gd fmla="val 50000" name="adj1"/>
              </a:avLst>
            </a:prstGeom>
            <a:noFill/>
            <a:ln cap="flat" cmpd="sng" w="19050">
              <a:solidFill>
                <a:srgbClr val="990000"/>
              </a:solidFill>
              <a:prstDash val="lgDash"/>
              <a:round/>
              <a:headEnd len="med" w="med" type="none"/>
              <a:tailEnd len="med" w="med" type="stealth"/>
            </a:ln>
          </p:spPr>
        </p:cxnSp>
        <p:sp>
          <p:nvSpPr>
            <p:cNvPr id="2511" name="Google Shape;2511;p43"/>
            <p:cNvSpPr txBox="1"/>
            <p:nvPr/>
          </p:nvSpPr>
          <p:spPr>
            <a:xfrm>
              <a:off x="6255333" y="1408150"/>
              <a:ext cx="623400" cy="123000"/>
            </a:xfrm>
            <a:prstGeom prst="rect">
              <a:avLst/>
            </a:prstGeom>
            <a:noFill/>
            <a:ln>
              <a:noFill/>
            </a:ln>
          </p:spPr>
          <p:txBody>
            <a:bodyPr anchorCtr="0" anchor="t" bIns="0" lIns="0" spcFirstLastPara="1" rIns="0" wrap="square" tIns="0">
              <a:spAutoFit/>
            </a:bodyPr>
            <a:lstStyle/>
            <a:p>
              <a:pPr indent="0" lvl="0" marL="0" rtl="0" algn="ctr">
                <a:spcBef>
                  <a:spcPts val="0"/>
                </a:spcBef>
                <a:spcAft>
                  <a:spcPts val="0"/>
                </a:spcAft>
                <a:buNone/>
              </a:pPr>
              <a:r>
                <a:rPr b="1" i="1" lang="es-419" sz="800">
                  <a:solidFill>
                    <a:srgbClr val="990000"/>
                  </a:solidFill>
                </a:rPr>
                <a:t>extends</a:t>
              </a:r>
              <a:endParaRPr b="1" i="1" sz="800">
                <a:solidFill>
                  <a:srgbClr val="990000"/>
                </a:solidFill>
              </a:endParaRPr>
            </a:p>
          </p:txBody>
        </p:sp>
      </p:grpSp>
      <p:cxnSp>
        <p:nvCxnSpPr>
          <p:cNvPr id="2512" name="Google Shape;2512;p43"/>
          <p:cNvCxnSpPr/>
          <p:nvPr/>
        </p:nvCxnSpPr>
        <p:spPr>
          <a:xfrm>
            <a:off x="6546368" y="1620358"/>
            <a:ext cx="773700" cy="442200"/>
          </a:xfrm>
          <a:prstGeom prst="bentConnector3">
            <a:avLst>
              <a:gd fmla="val 50000" name="adj1"/>
            </a:avLst>
          </a:prstGeom>
          <a:noFill/>
          <a:ln cap="flat" cmpd="sng" w="19050">
            <a:solidFill>
              <a:schemeClr val="dk2"/>
            </a:solidFill>
            <a:prstDash val="dash"/>
            <a:round/>
            <a:headEnd len="med" w="med" type="none"/>
            <a:tailEnd len="med" w="med" type="stealth"/>
          </a:ln>
        </p:spPr>
      </p:cxnSp>
      <p:sp>
        <p:nvSpPr>
          <p:cNvPr id="2513" name="Google Shape;2513;p43"/>
          <p:cNvSpPr/>
          <p:nvPr/>
        </p:nvSpPr>
        <p:spPr>
          <a:xfrm>
            <a:off x="8067506" y="973113"/>
            <a:ext cx="691500" cy="307800"/>
          </a:xfrm>
          <a:prstGeom prst="roundRect">
            <a:avLst>
              <a:gd fmla="val 5590" name="adj"/>
            </a:avLst>
          </a:prstGeom>
          <a:solidFill>
            <a:srgbClr val="D9EAD3"/>
          </a:solidFill>
          <a:ln cap="flat" cmpd="sng" w="9525">
            <a:solidFill>
              <a:srgbClr val="EFEFEF"/>
            </a:solidFill>
            <a:prstDash val="solid"/>
            <a:round/>
            <a:headEnd len="sm" w="sm" type="none"/>
            <a:tailEnd len="sm" w="sm" type="none"/>
          </a:ln>
          <a:effectLst>
            <a:outerShdw rotWithShape="0" algn="bl" dir="2820000" dist="9525">
              <a:srgbClr val="660000">
                <a:alpha val="50000"/>
              </a:srgbClr>
            </a:outerShdw>
          </a:effectLst>
        </p:spPr>
        <p:txBody>
          <a:bodyPr anchorCtr="0" anchor="ctr" bIns="18000" lIns="18000" spcFirstLastPara="1" rIns="18000" wrap="square" tIns="18000">
            <a:noAutofit/>
          </a:bodyPr>
          <a:lstStyle/>
          <a:p>
            <a:pPr indent="0" lvl="0" marL="0" rtl="0" algn="ctr">
              <a:spcBef>
                <a:spcPts val="0"/>
              </a:spcBef>
              <a:spcAft>
                <a:spcPts val="0"/>
              </a:spcAft>
              <a:buNone/>
            </a:pPr>
            <a:r>
              <a:rPr b="1" lang="es-419" sz="800"/>
              <a:t>&lt;..&gt;</a:t>
            </a:r>
            <a:endParaRPr b="1" sz="800">
              <a:latin typeface="Roboto"/>
              <a:ea typeface="Roboto"/>
              <a:cs typeface="Roboto"/>
              <a:sym typeface="Roboto"/>
            </a:endParaRPr>
          </a:p>
        </p:txBody>
      </p:sp>
      <p:grpSp>
        <p:nvGrpSpPr>
          <p:cNvPr id="2514" name="Google Shape;2514;p43"/>
          <p:cNvGrpSpPr/>
          <p:nvPr/>
        </p:nvGrpSpPr>
        <p:grpSpPr>
          <a:xfrm>
            <a:off x="6527875" y="4006850"/>
            <a:ext cx="2799900" cy="1366800"/>
            <a:chOff x="454975" y="4155250"/>
            <a:chExt cx="2799900" cy="1366800"/>
          </a:xfrm>
        </p:grpSpPr>
        <p:sp>
          <p:nvSpPr>
            <p:cNvPr id="2515" name="Google Shape;2515;p43"/>
            <p:cNvSpPr/>
            <p:nvPr/>
          </p:nvSpPr>
          <p:spPr>
            <a:xfrm>
              <a:off x="454975" y="4155250"/>
              <a:ext cx="2799900" cy="1366800"/>
            </a:xfrm>
            <a:prstGeom prst="roundRect">
              <a:avLst>
                <a:gd fmla="val 3233" name="adj"/>
              </a:avLst>
            </a:prstGeom>
            <a:solidFill>
              <a:srgbClr val="FFFFFF"/>
            </a:solidFill>
            <a:ln cap="flat" cmpd="sng" w="9525">
              <a:solidFill>
                <a:srgbClr val="EFEFEF"/>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t" bIns="18000" lIns="18000" spcFirstLastPara="1" rIns="18000" wrap="square" tIns="18000">
              <a:noAutofit/>
            </a:bodyPr>
            <a:lstStyle/>
            <a:p>
              <a:pPr indent="0" lvl="0" marL="0" rtl="0" algn="ctr">
                <a:spcBef>
                  <a:spcPts val="0"/>
                </a:spcBef>
                <a:spcAft>
                  <a:spcPts val="0"/>
                </a:spcAft>
                <a:buNone/>
              </a:pPr>
              <a:r>
                <a:rPr b="1" i="1" lang="es-419" sz="900">
                  <a:solidFill>
                    <a:srgbClr val="434343"/>
                  </a:solidFill>
                </a:rPr>
                <a:t>Objetivos de la Funcionalidad</a:t>
              </a:r>
              <a:endParaRPr b="1" i="1" sz="900">
                <a:solidFill>
                  <a:srgbClr val="434343"/>
                </a:solidFill>
              </a:endParaRPr>
            </a:p>
          </p:txBody>
        </p:sp>
        <p:sp>
          <p:nvSpPr>
            <p:cNvPr id="2516" name="Google Shape;2516;p43"/>
            <p:cNvSpPr txBox="1"/>
            <p:nvPr/>
          </p:nvSpPr>
          <p:spPr>
            <a:xfrm>
              <a:off x="1764892" y="4415677"/>
              <a:ext cx="1069200" cy="2166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t/>
              </a:r>
              <a:endParaRPr b="1" sz="600"/>
            </a:p>
          </p:txBody>
        </p:sp>
        <p:sp>
          <p:nvSpPr>
            <p:cNvPr id="2517" name="Google Shape;2517;p43"/>
            <p:cNvSpPr txBox="1"/>
            <p:nvPr/>
          </p:nvSpPr>
          <p:spPr>
            <a:xfrm>
              <a:off x="661500" y="4423900"/>
              <a:ext cx="801000" cy="232500"/>
            </a:xfrm>
            <a:prstGeom prst="rect">
              <a:avLst/>
            </a:prstGeom>
            <a:noFill/>
            <a:ln>
              <a:noFill/>
            </a:ln>
          </p:spPr>
          <p:txBody>
            <a:bodyPr anchorCtr="0" anchor="ctr" bIns="0" lIns="0" spcFirstLastPara="1" rIns="0" wrap="square" tIns="0">
              <a:noAutofit/>
            </a:bodyPr>
            <a:lstStyle/>
            <a:p>
              <a:pPr indent="0" lvl="0" marL="0" rtl="0" algn="r">
                <a:spcBef>
                  <a:spcPts val="0"/>
                </a:spcBef>
                <a:spcAft>
                  <a:spcPts val="0"/>
                </a:spcAft>
                <a:buNone/>
              </a:pPr>
              <a:r>
                <a:rPr lang="es-419" sz="700">
                  <a:latin typeface="Arvo"/>
                  <a:ea typeface="Arvo"/>
                  <a:cs typeface="Arvo"/>
                  <a:sym typeface="Arvo"/>
                </a:rPr>
                <a:t>Nombre de la Funcionalidad:</a:t>
              </a:r>
              <a:endParaRPr sz="700">
                <a:latin typeface="Arvo"/>
                <a:ea typeface="Arvo"/>
                <a:cs typeface="Arvo"/>
                <a:sym typeface="Arvo"/>
              </a:endParaRPr>
            </a:p>
            <a:p>
              <a:pPr indent="0" lvl="0" marL="0" rtl="0" algn="r">
                <a:spcBef>
                  <a:spcPts val="0"/>
                </a:spcBef>
                <a:spcAft>
                  <a:spcPts val="0"/>
                </a:spcAft>
                <a:buNone/>
              </a:pPr>
              <a:r>
                <a:rPr i="1" lang="es-419" sz="600">
                  <a:solidFill>
                    <a:srgbClr val="666666"/>
                  </a:solidFill>
                  <a:latin typeface="Arvo"/>
                  <a:ea typeface="Arvo"/>
                  <a:cs typeface="Arvo"/>
                  <a:sym typeface="Arvo"/>
                </a:rPr>
                <a:t>ej: Reserva de citas médicas</a:t>
              </a:r>
              <a:endParaRPr i="1" sz="600">
                <a:solidFill>
                  <a:srgbClr val="666666"/>
                </a:solidFill>
                <a:latin typeface="Arvo"/>
                <a:ea typeface="Arvo"/>
                <a:cs typeface="Arvo"/>
                <a:sym typeface="Arvo"/>
              </a:endParaRPr>
            </a:p>
          </p:txBody>
        </p:sp>
        <p:sp>
          <p:nvSpPr>
            <p:cNvPr id="2518" name="Google Shape;2518;p43"/>
            <p:cNvSpPr txBox="1"/>
            <p:nvPr/>
          </p:nvSpPr>
          <p:spPr>
            <a:xfrm>
              <a:off x="536975" y="5190725"/>
              <a:ext cx="925500" cy="248700"/>
            </a:xfrm>
            <a:prstGeom prst="rect">
              <a:avLst/>
            </a:prstGeom>
            <a:noFill/>
            <a:ln>
              <a:noFill/>
            </a:ln>
          </p:spPr>
          <p:txBody>
            <a:bodyPr anchorCtr="0" anchor="ctr" bIns="0" lIns="0" spcFirstLastPara="1" rIns="0" wrap="square" tIns="0">
              <a:spAutoFit/>
            </a:bodyPr>
            <a:lstStyle/>
            <a:p>
              <a:pPr indent="0" lvl="0" marL="0" marR="0" rtl="0" algn="r">
                <a:lnSpc>
                  <a:spcPct val="85000"/>
                </a:lnSpc>
                <a:spcBef>
                  <a:spcPts val="0"/>
                </a:spcBef>
                <a:spcAft>
                  <a:spcPts val="0"/>
                </a:spcAft>
                <a:buNone/>
              </a:pPr>
              <a:r>
                <a:rPr lang="es-419" sz="700">
                  <a:latin typeface="Arvo"/>
                  <a:ea typeface="Arvo"/>
                  <a:cs typeface="Arvo"/>
                  <a:sym typeface="Arvo"/>
                </a:rPr>
                <a:t>Meta Empresa:</a:t>
              </a:r>
              <a:endParaRPr sz="700">
                <a:latin typeface="Arvo"/>
                <a:ea typeface="Arvo"/>
                <a:cs typeface="Arvo"/>
                <a:sym typeface="Arvo"/>
              </a:endParaRPr>
            </a:p>
            <a:p>
              <a:pPr indent="0" lvl="0" marL="0" marR="0" rtl="0" algn="r">
                <a:lnSpc>
                  <a:spcPct val="85000"/>
                </a:lnSpc>
                <a:spcBef>
                  <a:spcPts val="0"/>
                </a:spcBef>
                <a:spcAft>
                  <a:spcPts val="0"/>
                </a:spcAft>
                <a:buNone/>
              </a:pPr>
              <a:r>
                <a:rPr lang="es-419" sz="500">
                  <a:latin typeface="Arvo"/>
                  <a:ea typeface="Arvo"/>
                  <a:cs typeface="Arvo"/>
                  <a:sym typeface="Arvo"/>
                </a:rPr>
                <a:t>&lt;sustantivo&gt;&lt;adjetivo&gt;</a:t>
              </a:r>
              <a:r>
                <a:rPr lang="es-419" sz="600">
                  <a:solidFill>
                    <a:srgbClr val="000000"/>
                  </a:solidFill>
                </a:rPr>
                <a:t> </a:t>
              </a:r>
              <a:endParaRPr sz="600">
                <a:solidFill>
                  <a:srgbClr val="000000"/>
                </a:solidFill>
              </a:endParaRPr>
            </a:p>
            <a:p>
              <a:pPr indent="0" lvl="0" marL="0" marR="0" rtl="0" algn="r">
                <a:lnSpc>
                  <a:spcPct val="85000"/>
                </a:lnSpc>
                <a:spcBef>
                  <a:spcPts val="0"/>
                </a:spcBef>
                <a:spcAft>
                  <a:spcPts val="0"/>
                </a:spcAft>
                <a:buNone/>
              </a:pPr>
              <a:r>
                <a:rPr i="1" lang="es-419" sz="600">
                  <a:solidFill>
                    <a:srgbClr val="666666"/>
                  </a:solidFill>
                  <a:latin typeface="Arvo"/>
                  <a:ea typeface="Arvo"/>
                  <a:cs typeface="Arvo"/>
                  <a:sym typeface="Arvo"/>
                </a:rPr>
                <a:t>ej: agenda actualizada</a:t>
              </a:r>
              <a:endParaRPr i="1" sz="600">
                <a:latin typeface="Arvo"/>
                <a:ea typeface="Arvo"/>
                <a:cs typeface="Arvo"/>
                <a:sym typeface="Arvo"/>
              </a:endParaRPr>
            </a:p>
          </p:txBody>
        </p:sp>
        <p:sp>
          <p:nvSpPr>
            <p:cNvPr id="2519" name="Google Shape;2519;p43"/>
            <p:cNvSpPr txBox="1"/>
            <p:nvPr/>
          </p:nvSpPr>
          <p:spPr>
            <a:xfrm>
              <a:off x="537000" y="4868925"/>
              <a:ext cx="925500" cy="232500"/>
            </a:xfrm>
            <a:prstGeom prst="rect">
              <a:avLst/>
            </a:prstGeom>
            <a:noFill/>
            <a:ln>
              <a:noFill/>
            </a:ln>
          </p:spPr>
          <p:txBody>
            <a:bodyPr anchorCtr="0" anchor="ctr" bIns="0" lIns="0" spcFirstLastPara="1" rIns="0" wrap="square" tIns="0">
              <a:noAutofit/>
            </a:bodyPr>
            <a:lstStyle/>
            <a:p>
              <a:pPr indent="0" lvl="0" marL="0" rtl="0" algn="r">
                <a:spcBef>
                  <a:spcPts val="0"/>
                </a:spcBef>
                <a:spcAft>
                  <a:spcPts val="0"/>
                </a:spcAft>
                <a:buNone/>
              </a:pPr>
              <a:r>
                <a:rPr lang="es-419" sz="700">
                  <a:latin typeface="Arvo"/>
                  <a:ea typeface="Arvo"/>
                  <a:cs typeface="Arvo"/>
                  <a:sym typeface="Arvo"/>
                </a:rPr>
                <a:t>Poscondición:</a:t>
              </a:r>
              <a:endParaRPr sz="700">
                <a:latin typeface="Arvo"/>
                <a:ea typeface="Arvo"/>
                <a:cs typeface="Arvo"/>
                <a:sym typeface="Arvo"/>
              </a:endParaRPr>
            </a:p>
            <a:p>
              <a:pPr indent="0" lvl="0" marL="0" rtl="0" algn="r">
                <a:lnSpc>
                  <a:spcPct val="85000"/>
                </a:lnSpc>
                <a:spcBef>
                  <a:spcPts val="0"/>
                </a:spcBef>
                <a:spcAft>
                  <a:spcPts val="0"/>
                </a:spcAft>
                <a:buClr>
                  <a:srgbClr val="000000"/>
                </a:buClr>
                <a:buSzPts val="1100"/>
                <a:buFont typeface="Arial"/>
                <a:buNone/>
              </a:pPr>
              <a:r>
                <a:rPr lang="es-419" sz="500">
                  <a:solidFill>
                    <a:srgbClr val="000000"/>
                  </a:solidFill>
                  <a:latin typeface="Arvo"/>
                  <a:ea typeface="Arvo"/>
                  <a:cs typeface="Arvo"/>
                  <a:sym typeface="Arvo"/>
                </a:rPr>
                <a:t>&lt;sustantivo&gt;&lt;adjetivo&gt;</a:t>
              </a:r>
              <a:endParaRPr sz="600">
                <a:latin typeface="Arvo"/>
                <a:ea typeface="Arvo"/>
                <a:cs typeface="Arvo"/>
                <a:sym typeface="Arvo"/>
              </a:endParaRPr>
            </a:p>
            <a:p>
              <a:pPr indent="0" lvl="0" marL="0" rtl="0" algn="r">
                <a:spcBef>
                  <a:spcPts val="0"/>
                </a:spcBef>
                <a:spcAft>
                  <a:spcPts val="0"/>
                </a:spcAft>
                <a:buNone/>
              </a:pPr>
              <a:r>
                <a:rPr i="1" lang="es-419" sz="600">
                  <a:solidFill>
                    <a:srgbClr val="666666"/>
                  </a:solidFill>
                  <a:latin typeface="Arvo"/>
                  <a:ea typeface="Arvo"/>
                  <a:cs typeface="Arvo"/>
                  <a:sym typeface="Arvo"/>
                </a:rPr>
                <a:t>ej: pago  realizado</a:t>
              </a:r>
              <a:endParaRPr i="1" sz="600">
                <a:solidFill>
                  <a:srgbClr val="666666"/>
                </a:solidFill>
                <a:latin typeface="Arvo"/>
                <a:ea typeface="Arvo"/>
                <a:cs typeface="Arvo"/>
                <a:sym typeface="Arvo"/>
              </a:endParaRPr>
            </a:p>
          </p:txBody>
        </p:sp>
        <p:sp>
          <p:nvSpPr>
            <p:cNvPr id="2520" name="Google Shape;2520;p43"/>
            <p:cNvSpPr/>
            <p:nvPr/>
          </p:nvSpPr>
          <p:spPr>
            <a:xfrm>
              <a:off x="1567450" y="4861754"/>
              <a:ext cx="1551300" cy="2166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600">
                <a:latin typeface="Roboto"/>
                <a:ea typeface="Roboto"/>
                <a:cs typeface="Roboto"/>
                <a:sym typeface="Roboto"/>
              </a:endParaRPr>
            </a:p>
          </p:txBody>
        </p:sp>
        <p:sp>
          <p:nvSpPr>
            <p:cNvPr id="2521" name="Google Shape;2521;p43"/>
            <p:cNvSpPr/>
            <p:nvPr/>
          </p:nvSpPr>
          <p:spPr>
            <a:xfrm>
              <a:off x="1567450" y="5207124"/>
              <a:ext cx="1551300" cy="2166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600">
                <a:latin typeface="Roboto"/>
                <a:ea typeface="Roboto"/>
                <a:cs typeface="Roboto"/>
                <a:sym typeface="Roboto"/>
              </a:endParaRPr>
            </a:p>
          </p:txBody>
        </p:sp>
        <p:sp>
          <p:nvSpPr>
            <p:cNvPr id="2522" name="Google Shape;2522;p43"/>
            <p:cNvSpPr txBox="1"/>
            <p:nvPr/>
          </p:nvSpPr>
          <p:spPr>
            <a:xfrm>
              <a:off x="1591275" y="4866157"/>
              <a:ext cx="1527600" cy="203100"/>
            </a:xfrm>
            <a:prstGeom prst="rect">
              <a:avLst/>
            </a:prstGeom>
            <a:solidFill>
              <a:srgbClr val="F3F3F3"/>
            </a:solidFill>
            <a:ln>
              <a:noFill/>
            </a:ln>
          </p:spPr>
          <p:txBody>
            <a:bodyPr anchorCtr="0" anchor="ctr" bIns="18000" lIns="18000" spcFirstLastPara="1" rIns="18000" wrap="square" tIns="18000">
              <a:noAutofit/>
            </a:bodyPr>
            <a:lstStyle/>
            <a:p>
              <a:pPr indent="0" lvl="0" marL="0" rtl="0" algn="l">
                <a:spcBef>
                  <a:spcPts val="0"/>
                </a:spcBef>
                <a:spcAft>
                  <a:spcPts val="0"/>
                </a:spcAft>
                <a:buNone/>
              </a:pPr>
              <a:r>
                <a:t/>
              </a:r>
              <a:endParaRPr b="1" i="1" sz="800">
                <a:solidFill>
                  <a:srgbClr val="434343"/>
                </a:solidFill>
              </a:endParaRPr>
            </a:p>
          </p:txBody>
        </p:sp>
        <p:sp>
          <p:nvSpPr>
            <p:cNvPr id="2523" name="Google Shape;2523;p43"/>
            <p:cNvSpPr txBox="1"/>
            <p:nvPr/>
          </p:nvSpPr>
          <p:spPr>
            <a:xfrm>
              <a:off x="1591275" y="5199725"/>
              <a:ext cx="1527600" cy="203100"/>
            </a:xfrm>
            <a:prstGeom prst="rect">
              <a:avLst/>
            </a:prstGeom>
            <a:solidFill>
              <a:srgbClr val="F3F3F3"/>
            </a:solidFill>
            <a:ln>
              <a:noFill/>
            </a:ln>
          </p:spPr>
          <p:txBody>
            <a:bodyPr anchorCtr="0" anchor="ctr" bIns="18000" lIns="18000" spcFirstLastPara="1" rIns="18000" wrap="square" tIns="18000">
              <a:noAutofit/>
            </a:bodyPr>
            <a:lstStyle/>
            <a:p>
              <a:pPr indent="0" lvl="0" marL="0" rtl="0" algn="l">
                <a:spcBef>
                  <a:spcPts val="0"/>
                </a:spcBef>
                <a:spcAft>
                  <a:spcPts val="0"/>
                </a:spcAft>
                <a:buNone/>
              </a:pPr>
              <a:r>
                <a:t/>
              </a:r>
              <a:endParaRPr b="1" i="1" sz="800">
                <a:solidFill>
                  <a:srgbClr val="434343"/>
                </a:solidFill>
              </a:endParaRPr>
            </a:p>
          </p:txBody>
        </p:sp>
        <p:sp>
          <p:nvSpPr>
            <p:cNvPr id="2524" name="Google Shape;2524;p43"/>
            <p:cNvSpPr txBox="1"/>
            <p:nvPr/>
          </p:nvSpPr>
          <p:spPr>
            <a:xfrm>
              <a:off x="1776867" y="4425173"/>
              <a:ext cx="1069200" cy="2166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t/>
              </a:r>
              <a:endParaRPr b="1" sz="600"/>
            </a:p>
          </p:txBody>
        </p:sp>
        <p:sp>
          <p:nvSpPr>
            <p:cNvPr id="2525" name="Google Shape;2525;p43"/>
            <p:cNvSpPr/>
            <p:nvPr/>
          </p:nvSpPr>
          <p:spPr>
            <a:xfrm>
              <a:off x="1579425" y="4367690"/>
              <a:ext cx="15513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600">
                <a:latin typeface="Roboto"/>
                <a:ea typeface="Roboto"/>
                <a:cs typeface="Roboto"/>
                <a:sym typeface="Roboto"/>
              </a:endParaRPr>
            </a:p>
          </p:txBody>
        </p:sp>
        <p:sp>
          <p:nvSpPr>
            <p:cNvPr id="2526" name="Google Shape;2526;p43"/>
            <p:cNvSpPr txBox="1"/>
            <p:nvPr/>
          </p:nvSpPr>
          <p:spPr>
            <a:xfrm>
              <a:off x="1591275" y="4350201"/>
              <a:ext cx="1527600" cy="351900"/>
            </a:xfrm>
            <a:prstGeom prst="rect">
              <a:avLst/>
            </a:prstGeom>
            <a:noFill/>
            <a:ln>
              <a:noFill/>
            </a:ln>
          </p:spPr>
          <p:txBody>
            <a:bodyPr anchorCtr="0" anchor="ctr" bIns="18000" lIns="18000" spcFirstLastPara="1" rIns="18000" wrap="square" tIns="18000">
              <a:noAutofit/>
            </a:bodyPr>
            <a:lstStyle/>
            <a:p>
              <a:pPr indent="0" lvl="0" marL="0" rtl="0" algn="ctr">
                <a:spcBef>
                  <a:spcPts val="0"/>
                </a:spcBef>
                <a:spcAft>
                  <a:spcPts val="0"/>
                </a:spcAft>
                <a:buNone/>
              </a:pPr>
              <a:r>
                <a:t/>
              </a:r>
              <a:endParaRPr b="1" i="1" sz="1100">
                <a:solidFill>
                  <a:srgbClr val="434343"/>
                </a:solidFill>
              </a:endParaRPr>
            </a:p>
          </p:txBody>
        </p:sp>
      </p:grpSp>
      <p:grpSp>
        <p:nvGrpSpPr>
          <p:cNvPr id="2527" name="Google Shape;2527;p43"/>
          <p:cNvGrpSpPr/>
          <p:nvPr/>
        </p:nvGrpSpPr>
        <p:grpSpPr>
          <a:xfrm>
            <a:off x="6602750" y="2334950"/>
            <a:ext cx="2620800" cy="1493100"/>
            <a:chOff x="6602750" y="2334950"/>
            <a:chExt cx="2620800" cy="1493100"/>
          </a:xfrm>
        </p:grpSpPr>
        <p:sp>
          <p:nvSpPr>
            <p:cNvPr id="2528" name="Google Shape;2528;p43"/>
            <p:cNvSpPr/>
            <p:nvPr/>
          </p:nvSpPr>
          <p:spPr>
            <a:xfrm>
              <a:off x="6602750" y="2334950"/>
              <a:ext cx="2620800" cy="1493100"/>
            </a:xfrm>
            <a:prstGeom prst="roundRect">
              <a:avLst>
                <a:gd fmla="val 3146" name="adj"/>
              </a:avLst>
            </a:prstGeom>
            <a:solidFill>
              <a:srgbClr val="FFFFFF"/>
            </a:solidFill>
            <a:ln cap="flat" cmpd="sng" w="9525">
              <a:solidFill>
                <a:srgbClr val="EFEFEF"/>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t" bIns="18000" lIns="18000" spcFirstLastPara="1" rIns="18000" wrap="square" tIns="18000">
              <a:noAutofit/>
            </a:bodyPr>
            <a:lstStyle/>
            <a:p>
              <a:pPr indent="0" lvl="0" marL="0" rtl="0" algn="r">
                <a:spcBef>
                  <a:spcPts val="0"/>
                </a:spcBef>
                <a:spcAft>
                  <a:spcPts val="0"/>
                </a:spcAft>
                <a:buNone/>
              </a:pPr>
              <a:r>
                <a:t/>
              </a:r>
              <a:endParaRPr b="1" i="1" sz="900">
                <a:solidFill>
                  <a:srgbClr val="434343"/>
                </a:solidFill>
              </a:endParaRPr>
            </a:p>
          </p:txBody>
        </p:sp>
        <p:sp>
          <p:nvSpPr>
            <p:cNvPr id="2529" name="Google Shape;2529;p43"/>
            <p:cNvSpPr txBox="1"/>
            <p:nvPr/>
          </p:nvSpPr>
          <p:spPr>
            <a:xfrm>
              <a:off x="6628575" y="2374450"/>
              <a:ext cx="691500" cy="2658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lang="es-419" sz="700">
                  <a:latin typeface="Arvo"/>
                  <a:ea typeface="Arvo"/>
                  <a:cs typeface="Arvo"/>
                  <a:sym typeface="Arvo"/>
                </a:rPr>
                <a:t>Funcionalidad:</a:t>
              </a:r>
              <a:endParaRPr i="1" sz="600">
                <a:solidFill>
                  <a:srgbClr val="666666"/>
                </a:solidFill>
                <a:latin typeface="Arvo"/>
                <a:ea typeface="Arvo"/>
                <a:cs typeface="Arvo"/>
                <a:sym typeface="Arvo"/>
              </a:endParaRPr>
            </a:p>
          </p:txBody>
        </p:sp>
        <p:sp>
          <p:nvSpPr>
            <p:cNvPr id="2530" name="Google Shape;2530;p43"/>
            <p:cNvSpPr/>
            <p:nvPr/>
          </p:nvSpPr>
          <p:spPr>
            <a:xfrm>
              <a:off x="7333000" y="2430625"/>
              <a:ext cx="1783200" cy="160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600">
                <a:latin typeface="Roboto"/>
                <a:ea typeface="Roboto"/>
                <a:cs typeface="Roboto"/>
                <a:sym typeface="Roboto"/>
              </a:endParaRPr>
            </a:p>
          </p:txBody>
        </p:sp>
        <p:sp>
          <p:nvSpPr>
            <p:cNvPr id="2531" name="Google Shape;2531;p43"/>
            <p:cNvSpPr txBox="1"/>
            <p:nvPr/>
          </p:nvSpPr>
          <p:spPr>
            <a:xfrm>
              <a:off x="7333000" y="2426425"/>
              <a:ext cx="1783200" cy="169200"/>
            </a:xfrm>
            <a:prstGeom prst="rect">
              <a:avLst/>
            </a:prstGeom>
            <a:noFill/>
            <a:ln>
              <a:noFill/>
            </a:ln>
          </p:spPr>
          <p:txBody>
            <a:bodyPr anchorCtr="0" anchor="ctr" bIns="18000" lIns="18000" spcFirstLastPara="1" rIns="18000" wrap="square" tIns="18000">
              <a:noAutofit/>
            </a:bodyPr>
            <a:lstStyle/>
            <a:p>
              <a:pPr indent="0" lvl="0" marL="0" rtl="0" algn="ctr">
                <a:spcBef>
                  <a:spcPts val="0"/>
                </a:spcBef>
                <a:spcAft>
                  <a:spcPts val="0"/>
                </a:spcAft>
                <a:buNone/>
              </a:pPr>
              <a:r>
                <a:rPr b="1" i="1" lang="es-419" sz="800">
                  <a:solidFill>
                    <a:srgbClr val="434343"/>
                  </a:solidFill>
                </a:rPr>
                <a:t>&lt;...&gt;</a:t>
              </a:r>
              <a:endParaRPr b="1" i="1" sz="800">
                <a:solidFill>
                  <a:srgbClr val="434343"/>
                </a:solidFill>
              </a:endParaRPr>
            </a:p>
          </p:txBody>
        </p:sp>
        <p:grpSp>
          <p:nvGrpSpPr>
            <p:cNvPr id="2532" name="Google Shape;2532;p43"/>
            <p:cNvGrpSpPr/>
            <p:nvPr/>
          </p:nvGrpSpPr>
          <p:grpSpPr>
            <a:xfrm>
              <a:off x="6739488" y="2659847"/>
              <a:ext cx="2376625" cy="200100"/>
              <a:chOff x="624700" y="1498750"/>
              <a:chExt cx="2376625" cy="200100"/>
            </a:xfrm>
          </p:grpSpPr>
          <p:sp>
            <p:nvSpPr>
              <p:cNvPr id="2533" name="Google Shape;2533;p43"/>
              <p:cNvSpPr txBox="1"/>
              <p:nvPr/>
            </p:nvSpPr>
            <p:spPr>
              <a:xfrm>
                <a:off x="747725" y="1498750"/>
                <a:ext cx="2253600" cy="200100"/>
              </a:xfrm>
              <a:prstGeom prst="rect">
                <a:avLst/>
              </a:prstGeom>
              <a:solidFill>
                <a:srgbClr val="F3F3F3"/>
              </a:solidFill>
              <a:ln>
                <a:noFill/>
              </a:ln>
            </p:spPr>
            <p:txBody>
              <a:bodyPr anchorCtr="0" anchor="ctr" bIns="18000" lIns="18000" spcFirstLastPara="1" rIns="18000" wrap="square" tIns="18000">
                <a:noAutofit/>
              </a:bodyPr>
              <a:lstStyle/>
              <a:p>
                <a:pPr indent="0" lvl="0" marL="0" rtl="0" algn="l">
                  <a:spcBef>
                    <a:spcPts val="0"/>
                  </a:spcBef>
                  <a:spcAft>
                    <a:spcPts val="0"/>
                  </a:spcAft>
                  <a:buNone/>
                </a:pPr>
                <a:r>
                  <a:t/>
                </a:r>
                <a:endParaRPr sz="800">
                  <a:solidFill>
                    <a:srgbClr val="434343"/>
                  </a:solidFill>
                </a:endParaRPr>
              </a:p>
            </p:txBody>
          </p:sp>
          <p:sp>
            <p:nvSpPr>
              <p:cNvPr id="2534" name="Google Shape;2534;p43"/>
              <p:cNvSpPr txBox="1"/>
              <p:nvPr/>
            </p:nvSpPr>
            <p:spPr>
              <a:xfrm>
                <a:off x="624700" y="1514200"/>
                <a:ext cx="86100" cy="169200"/>
              </a:xfrm>
              <a:prstGeom prst="rect">
                <a:avLst/>
              </a:prstGeom>
              <a:noFill/>
              <a:ln>
                <a:noFill/>
              </a:ln>
            </p:spPr>
            <p:txBody>
              <a:bodyPr anchorCtr="0" anchor="ctr" bIns="0" lIns="0" spcFirstLastPara="1" rIns="0" wrap="square" tIns="0">
                <a:spAutoFit/>
              </a:bodyPr>
              <a:lstStyle/>
              <a:p>
                <a:pPr indent="0" lvl="0" marL="0" rtl="0" algn="r">
                  <a:spcBef>
                    <a:spcPts val="0"/>
                  </a:spcBef>
                  <a:spcAft>
                    <a:spcPts val="0"/>
                  </a:spcAft>
                  <a:buNone/>
                </a:pPr>
                <a:r>
                  <a:rPr lang="es-419" sz="700">
                    <a:latin typeface="Arvo"/>
                    <a:ea typeface="Arvo"/>
                    <a:cs typeface="Arvo"/>
                    <a:sym typeface="Arvo"/>
                  </a:rPr>
                  <a:t>1.</a:t>
                </a:r>
                <a:endParaRPr sz="700">
                  <a:latin typeface="Arvo"/>
                  <a:ea typeface="Arvo"/>
                  <a:cs typeface="Arvo"/>
                  <a:sym typeface="Arvo"/>
                </a:endParaRPr>
              </a:p>
              <a:p>
                <a:pPr indent="0" lvl="0" marL="0" rtl="0" algn="r">
                  <a:spcBef>
                    <a:spcPts val="0"/>
                  </a:spcBef>
                  <a:spcAft>
                    <a:spcPts val="0"/>
                  </a:spcAft>
                  <a:buNone/>
                </a:pPr>
                <a:r>
                  <a:t/>
                </a:r>
                <a:endParaRPr i="1" sz="400">
                  <a:solidFill>
                    <a:srgbClr val="666666"/>
                  </a:solidFill>
                  <a:latin typeface="Arvo"/>
                  <a:ea typeface="Arvo"/>
                  <a:cs typeface="Arvo"/>
                  <a:sym typeface="Arvo"/>
                </a:endParaRPr>
              </a:p>
            </p:txBody>
          </p:sp>
        </p:grpSp>
        <p:grpSp>
          <p:nvGrpSpPr>
            <p:cNvPr id="2535" name="Google Shape;2535;p43"/>
            <p:cNvGrpSpPr/>
            <p:nvPr/>
          </p:nvGrpSpPr>
          <p:grpSpPr>
            <a:xfrm>
              <a:off x="6739488" y="2882384"/>
              <a:ext cx="2376625" cy="200100"/>
              <a:chOff x="624700" y="1498750"/>
              <a:chExt cx="2376625" cy="200100"/>
            </a:xfrm>
          </p:grpSpPr>
          <p:sp>
            <p:nvSpPr>
              <p:cNvPr id="2536" name="Google Shape;2536;p43"/>
              <p:cNvSpPr txBox="1"/>
              <p:nvPr/>
            </p:nvSpPr>
            <p:spPr>
              <a:xfrm>
                <a:off x="747725" y="1498750"/>
                <a:ext cx="2253600" cy="200100"/>
              </a:xfrm>
              <a:prstGeom prst="rect">
                <a:avLst/>
              </a:prstGeom>
              <a:solidFill>
                <a:srgbClr val="F3F3F3"/>
              </a:solidFill>
              <a:ln>
                <a:noFill/>
              </a:ln>
            </p:spPr>
            <p:txBody>
              <a:bodyPr anchorCtr="0" anchor="ctr" bIns="18000" lIns="18000" spcFirstLastPara="1" rIns="18000" wrap="square" tIns="18000">
                <a:noAutofit/>
              </a:bodyPr>
              <a:lstStyle/>
              <a:p>
                <a:pPr indent="0" lvl="0" marL="0" rtl="0" algn="l">
                  <a:spcBef>
                    <a:spcPts val="0"/>
                  </a:spcBef>
                  <a:spcAft>
                    <a:spcPts val="0"/>
                  </a:spcAft>
                  <a:buNone/>
                </a:pPr>
                <a:r>
                  <a:t/>
                </a:r>
                <a:endParaRPr sz="800">
                  <a:solidFill>
                    <a:srgbClr val="434343"/>
                  </a:solidFill>
                </a:endParaRPr>
              </a:p>
            </p:txBody>
          </p:sp>
          <p:sp>
            <p:nvSpPr>
              <p:cNvPr id="2537" name="Google Shape;2537;p43"/>
              <p:cNvSpPr txBox="1"/>
              <p:nvPr/>
            </p:nvSpPr>
            <p:spPr>
              <a:xfrm>
                <a:off x="624700" y="1514200"/>
                <a:ext cx="86100" cy="169200"/>
              </a:xfrm>
              <a:prstGeom prst="rect">
                <a:avLst/>
              </a:prstGeom>
              <a:noFill/>
              <a:ln>
                <a:noFill/>
              </a:ln>
            </p:spPr>
            <p:txBody>
              <a:bodyPr anchorCtr="0" anchor="ctr" bIns="0" lIns="0" spcFirstLastPara="1" rIns="0" wrap="square" tIns="0">
                <a:spAutoFit/>
              </a:bodyPr>
              <a:lstStyle/>
              <a:p>
                <a:pPr indent="0" lvl="0" marL="0" rtl="0" algn="r">
                  <a:spcBef>
                    <a:spcPts val="0"/>
                  </a:spcBef>
                  <a:spcAft>
                    <a:spcPts val="0"/>
                  </a:spcAft>
                  <a:buNone/>
                </a:pPr>
                <a:r>
                  <a:rPr lang="es-419" sz="700">
                    <a:latin typeface="Arvo"/>
                    <a:ea typeface="Arvo"/>
                    <a:cs typeface="Arvo"/>
                    <a:sym typeface="Arvo"/>
                  </a:rPr>
                  <a:t>2.</a:t>
                </a:r>
                <a:endParaRPr sz="700">
                  <a:latin typeface="Arvo"/>
                  <a:ea typeface="Arvo"/>
                  <a:cs typeface="Arvo"/>
                  <a:sym typeface="Arvo"/>
                </a:endParaRPr>
              </a:p>
              <a:p>
                <a:pPr indent="0" lvl="0" marL="0" rtl="0" algn="r">
                  <a:spcBef>
                    <a:spcPts val="0"/>
                  </a:spcBef>
                  <a:spcAft>
                    <a:spcPts val="0"/>
                  </a:spcAft>
                  <a:buNone/>
                </a:pPr>
                <a:r>
                  <a:t/>
                </a:r>
                <a:endParaRPr i="1" sz="400">
                  <a:solidFill>
                    <a:srgbClr val="666666"/>
                  </a:solidFill>
                  <a:latin typeface="Arvo"/>
                  <a:ea typeface="Arvo"/>
                  <a:cs typeface="Arvo"/>
                  <a:sym typeface="Arvo"/>
                </a:endParaRPr>
              </a:p>
            </p:txBody>
          </p:sp>
        </p:grpSp>
        <p:grpSp>
          <p:nvGrpSpPr>
            <p:cNvPr id="2538" name="Google Shape;2538;p43"/>
            <p:cNvGrpSpPr/>
            <p:nvPr/>
          </p:nvGrpSpPr>
          <p:grpSpPr>
            <a:xfrm>
              <a:off x="6739488" y="3104947"/>
              <a:ext cx="2376625" cy="200100"/>
              <a:chOff x="624700" y="1498750"/>
              <a:chExt cx="2376625" cy="200100"/>
            </a:xfrm>
          </p:grpSpPr>
          <p:sp>
            <p:nvSpPr>
              <p:cNvPr id="2539" name="Google Shape;2539;p43"/>
              <p:cNvSpPr txBox="1"/>
              <p:nvPr/>
            </p:nvSpPr>
            <p:spPr>
              <a:xfrm>
                <a:off x="747725" y="1498750"/>
                <a:ext cx="2253600" cy="200100"/>
              </a:xfrm>
              <a:prstGeom prst="rect">
                <a:avLst/>
              </a:prstGeom>
              <a:solidFill>
                <a:srgbClr val="F3F3F3"/>
              </a:solidFill>
              <a:ln>
                <a:noFill/>
              </a:ln>
            </p:spPr>
            <p:txBody>
              <a:bodyPr anchorCtr="0" anchor="ctr" bIns="18000" lIns="18000" spcFirstLastPara="1" rIns="18000" wrap="square" tIns="18000">
                <a:noAutofit/>
              </a:bodyPr>
              <a:lstStyle/>
              <a:p>
                <a:pPr indent="0" lvl="0" marL="0" rtl="0" algn="l">
                  <a:spcBef>
                    <a:spcPts val="0"/>
                  </a:spcBef>
                  <a:spcAft>
                    <a:spcPts val="0"/>
                  </a:spcAft>
                  <a:buNone/>
                </a:pPr>
                <a:r>
                  <a:t/>
                </a:r>
                <a:endParaRPr sz="800">
                  <a:solidFill>
                    <a:srgbClr val="434343"/>
                  </a:solidFill>
                </a:endParaRPr>
              </a:p>
            </p:txBody>
          </p:sp>
          <p:sp>
            <p:nvSpPr>
              <p:cNvPr id="2540" name="Google Shape;2540;p43"/>
              <p:cNvSpPr txBox="1"/>
              <p:nvPr/>
            </p:nvSpPr>
            <p:spPr>
              <a:xfrm>
                <a:off x="624700" y="1514200"/>
                <a:ext cx="86100" cy="169200"/>
              </a:xfrm>
              <a:prstGeom prst="rect">
                <a:avLst/>
              </a:prstGeom>
              <a:noFill/>
              <a:ln>
                <a:noFill/>
              </a:ln>
            </p:spPr>
            <p:txBody>
              <a:bodyPr anchorCtr="0" anchor="ctr" bIns="0" lIns="0" spcFirstLastPara="1" rIns="0" wrap="square" tIns="0">
                <a:spAutoFit/>
              </a:bodyPr>
              <a:lstStyle/>
              <a:p>
                <a:pPr indent="0" lvl="0" marL="0" rtl="0" algn="r">
                  <a:spcBef>
                    <a:spcPts val="0"/>
                  </a:spcBef>
                  <a:spcAft>
                    <a:spcPts val="0"/>
                  </a:spcAft>
                  <a:buNone/>
                </a:pPr>
                <a:r>
                  <a:rPr lang="es-419" sz="700">
                    <a:latin typeface="Arvo"/>
                    <a:ea typeface="Arvo"/>
                    <a:cs typeface="Arvo"/>
                    <a:sym typeface="Arvo"/>
                  </a:rPr>
                  <a:t>3.</a:t>
                </a:r>
                <a:endParaRPr sz="700">
                  <a:latin typeface="Arvo"/>
                  <a:ea typeface="Arvo"/>
                  <a:cs typeface="Arvo"/>
                  <a:sym typeface="Arvo"/>
                </a:endParaRPr>
              </a:p>
              <a:p>
                <a:pPr indent="0" lvl="0" marL="0" rtl="0" algn="r">
                  <a:spcBef>
                    <a:spcPts val="0"/>
                  </a:spcBef>
                  <a:spcAft>
                    <a:spcPts val="0"/>
                  </a:spcAft>
                  <a:buNone/>
                </a:pPr>
                <a:r>
                  <a:t/>
                </a:r>
                <a:endParaRPr i="1" sz="400">
                  <a:solidFill>
                    <a:srgbClr val="666666"/>
                  </a:solidFill>
                  <a:latin typeface="Arvo"/>
                  <a:ea typeface="Arvo"/>
                  <a:cs typeface="Arvo"/>
                  <a:sym typeface="Arvo"/>
                </a:endParaRPr>
              </a:p>
            </p:txBody>
          </p:sp>
        </p:grpSp>
        <p:grpSp>
          <p:nvGrpSpPr>
            <p:cNvPr id="2541" name="Google Shape;2541;p43"/>
            <p:cNvGrpSpPr/>
            <p:nvPr/>
          </p:nvGrpSpPr>
          <p:grpSpPr>
            <a:xfrm>
              <a:off x="6739488" y="3327484"/>
              <a:ext cx="2376625" cy="200100"/>
              <a:chOff x="624700" y="1498750"/>
              <a:chExt cx="2376625" cy="200100"/>
            </a:xfrm>
          </p:grpSpPr>
          <p:sp>
            <p:nvSpPr>
              <p:cNvPr id="2542" name="Google Shape;2542;p43"/>
              <p:cNvSpPr txBox="1"/>
              <p:nvPr/>
            </p:nvSpPr>
            <p:spPr>
              <a:xfrm>
                <a:off x="747725" y="1498750"/>
                <a:ext cx="2253600" cy="200100"/>
              </a:xfrm>
              <a:prstGeom prst="rect">
                <a:avLst/>
              </a:prstGeom>
              <a:solidFill>
                <a:srgbClr val="F3F3F3"/>
              </a:solidFill>
              <a:ln>
                <a:noFill/>
              </a:ln>
            </p:spPr>
            <p:txBody>
              <a:bodyPr anchorCtr="0" anchor="ctr" bIns="18000" lIns="18000" spcFirstLastPara="1" rIns="18000" wrap="square" tIns="18000">
                <a:noAutofit/>
              </a:bodyPr>
              <a:lstStyle/>
              <a:p>
                <a:pPr indent="0" lvl="0" marL="0" rtl="0" algn="l">
                  <a:spcBef>
                    <a:spcPts val="0"/>
                  </a:spcBef>
                  <a:spcAft>
                    <a:spcPts val="0"/>
                  </a:spcAft>
                  <a:buNone/>
                </a:pPr>
                <a:r>
                  <a:t/>
                </a:r>
                <a:endParaRPr sz="800">
                  <a:solidFill>
                    <a:srgbClr val="434343"/>
                  </a:solidFill>
                </a:endParaRPr>
              </a:p>
            </p:txBody>
          </p:sp>
          <p:sp>
            <p:nvSpPr>
              <p:cNvPr id="2543" name="Google Shape;2543;p43"/>
              <p:cNvSpPr txBox="1"/>
              <p:nvPr/>
            </p:nvSpPr>
            <p:spPr>
              <a:xfrm>
                <a:off x="624700" y="1514200"/>
                <a:ext cx="86100" cy="169200"/>
              </a:xfrm>
              <a:prstGeom prst="rect">
                <a:avLst/>
              </a:prstGeom>
              <a:noFill/>
              <a:ln>
                <a:noFill/>
              </a:ln>
            </p:spPr>
            <p:txBody>
              <a:bodyPr anchorCtr="0" anchor="ctr" bIns="0" lIns="0" spcFirstLastPara="1" rIns="0" wrap="square" tIns="0">
                <a:spAutoFit/>
              </a:bodyPr>
              <a:lstStyle/>
              <a:p>
                <a:pPr indent="0" lvl="0" marL="0" rtl="0" algn="r">
                  <a:spcBef>
                    <a:spcPts val="0"/>
                  </a:spcBef>
                  <a:spcAft>
                    <a:spcPts val="0"/>
                  </a:spcAft>
                  <a:buNone/>
                </a:pPr>
                <a:r>
                  <a:rPr lang="es-419" sz="700">
                    <a:latin typeface="Arvo"/>
                    <a:ea typeface="Arvo"/>
                    <a:cs typeface="Arvo"/>
                    <a:sym typeface="Arvo"/>
                  </a:rPr>
                  <a:t>4.</a:t>
                </a:r>
                <a:endParaRPr sz="700">
                  <a:latin typeface="Arvo"/>
                  <a:ea typeface="Arvo"/>
                  <a:cs typeface="Arvo"/>
                  <a:sym typeface="Arvo"/>
                </a:endParaRPr>
              </a:p>
              <a:p>
                <a:pPr indent="0" lvl="0" marL="0" rtl="0" algn="r">
                  <a:spcBef>
                    <a:spcPts val="0"/>
                  </a:spcBef>
                  <a:spcAft>
                    <a:spcPts val="0"/>
                  </a:spcAft>
                  <a:buNone/>
                </a:pPr>
                <a:r>
                  <a:t/>
                </a:r>
                <a:endParaRPr i="1" sz="400">
                  <a:solidFill>
                    <a:srgbClr val="666666"/>
                  </a:solidFill>
                  <a:latin typeface="Arvo"/>
                  <a:ea typeface="Arvo"/>
                  <a:cs typeface="Arvo"/>
                  <a:sym typeface="Arvo"/>
                </a:endParaRPr>
              </a:p>
            </p:txBody>
          </p:sp>
        </p:grpSp>
        <p:grpSp>
          <p:nvGrpSpPr>
            <p:cNvPr id="2544" name="Google Shape;2544;p43"/>
            <p:cNvGrpSpPr/>
            <p:nvPr/>
          </p:nvGrpSpPr>
          <p:grpSpPr>
            <a:xfrm>
              <a:off x="6739488" y="3555909"/>
              <a:ext cx="2376625" cy="200100"/>
              <a:chOff x="624700" y="1498750"/>
              <a:chExt cx="2376625" cy="200100"/>
            </a:xfrm>
          </p:grpSpPr>
          <p:sp>
            <p:nvSpPr>
              <p:cNvPr id="2545" name="Google Shape;2545;p43"/>
              <p:cNvSpPr txBox="1"/>
              <p:nvPr/>
            </p:nvSpPr>
            <p:spPr>
              <a:xfrm>
                <a:off x="747725" y="1498750"/>
                <a:ext cx="2253600" cy="200100"/>
              </a:xfrm>
              <a:prstGeom prst="rect">
                <a:avLst/>
              </a:prstGeom>
              <a:solidFill>
                <a:srgbClr val="F3F3F3"/>
              </a:solidFill>
              <a:ln>
                <a:noFill/>
              </a:ln>
            </p:spPr>
            <p:txBody>
              <a:bodyPr anchorCtr="0" anchor="ctr" bIns="18000" lIns="18000" spcFirstLastPara="1" rIns="18000" wrap="square" tIns="18000">
                <a:noAutofit/>
              </a:bodyPr>
              <a:lstStyle/>
              <a:p>
                <a:pPr indent="0" lvl="0" marL="0" rtl="0" algn="l">
                  <a:spcBef>
                    <a:spcPts val="0"/>
                  </a:spcBef>
                  <a:spcAft>
                    <a:spcPts val="0"/>
                  </a:spcAft>
                  <a:buNone/>
                </a:pPr>
                <a:r>
                  <a:t/>
                </a:r>
                <a:endParaRPr sz="800">
                  <a:solidFill>
                    <a:srgbClr val="434343"/>
                  </a:solidFill>
                </a:endParaRPr>
              </a:p>
            </p:txBody>
          </p:sp>
          <p:sp>
            <p:nvSpPr>
              <p:cNvPr id="2546" name="Google Shape;2546;p43"/>
              <p:cNvSpPr txBox="1"/>
              <p:nvPr/>
            </p:nvSpPr>
            <p:spPr>
              <a:xfrm>
                <a:off x="624700" y="1514200"/>
                <a:ext cx="86100" cy="169200"/>
              </a:xfrm>
              <a:prstGeom prst="rect">
                <a:avLst/>
              </a:prstGeom>
              <a:noFill/>
              <a:ln>
                <a:noFill/>
              </a:ln>
            </p:spPr>
            <p:txBody>
              <a:bodyPr anchorCtr="0" anchor="ctr" bIns="0" lIns="0" spcFirstLastPara="1" rIns="0" wrap="square" tIns="0">
                <a:spAutoFit/>
              </a:bodyPr>
              <a:lstStyle/>
              <a:p>
                <a:pPr indent="0" lvl="0" marL="0" rtl="0" algn="r">
                  <a:spcBef>
                    <a:spcPts val="0"/>
                  </a:spcBef>
                  <a:spcAft>
                    <a:spcPts val="0"/>
                  </a:spcAft>
                  <a:buNone/>
                </a:pPr>
                <a:r>
                  <a:rPr lang="es-419" sz="700">
                    <a:latin typeface="Arvo"/>
                    <a:ea typeface="Arvo"/>
                    <a:cs typeface="Arvo"/>
                    <a:sym typeface="Arvo"/>
                  </a:rPr>
                  <a:t>5.</a:t>
                </a:r>
                <a:endParaRPr sz="700">
                  <a:latin typeface="Arvo"/>
                  <a:ea typeface="Arvo"/>
                  <a:cs typeface="Arvo"/>
                  <a:sym typeface="Arvo"/>
                </a:endParaRPr>
              </a:p>
              <a:p>
                <a:pPr indent="0" lvl="0" marL="0" rtl="0" algn="r">
                  <a:spcBef>
                    <a:spcPts val="0"/>
                  </a:spcBef>
                  <a:spcAft>
                    <a:spcPts val="0"/>
                  </a:spcAft>
                  <a:buNone/>
                </a:pPr>
                <a:r>
                  <a:t/>
                </a:r>
                <a:endParaRPr i="1" sz="400">
                  <a:solidFill>
                    <a:srgbClr val="666666"/>
                  </a:solidFill>
                  <a:latin typeface="Arvo"/>
                  <a:ea typeface="Arvo"/>
                  <a:cs typeface="Arvo"/>
                  <a:sym typeface="Arvo"/>
                </a:endParaRPr>
              </a:p>
            </p:txBody>
          </p:sp>
        </p:grpSp>
      </p:grpSp>
    </p:spTree>
  </p:cSld>
  <p:clrMapOvr>
    <a:masterClrMapping/>
  </p:clrMapOvr>
</p:sldLayout>
</file>

<file path=ppt/slideLayouts/slideLayout4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4.5 Diagrama de Actividad 1">
  <p:cSld name="TITLE_3_6_1_1_1_1_1_1_1_1_1_1_1_1_1_1_1_1_1_1_2">
    <p:spTree>
      <p:nvGrpSpPr>
        <p:cNvPr id="2547" name="Shape 2547"/>
        <p:cNvGrpSpPr/>
        <p:nvPr/>
      </p:nvGrpSpPr>
      <p:grpSpPr>
        <a:xfrm>
          <a:off x="0" y="0"/>
          <a:ext cx="0" cy="0"/>
          <a:chOff x="0" y="0"/>
          <a:chExt cx="0" cy="0"/>
        </a:xfrm>
      </p:grpSpPr>
      <p:sp>
        <p:nvSpPr>
          <p:cNvPr id="2548" name="Google Shape;2548;p44"/>
          <p:cNvSpPr/>
          <p:nvPr/>
        </p:nvSpPr>
        <p:spPr>
          <a:xfrm>
            <a:off x="-863150" y="760700"/>
            <a:ext cx="748200" cy="6079200"/>
          </a:xfrm>
          <a:prstGeom prst="roundRect">
            <a:avLst>
              <a:gd fmla="val 11877" name="adj"/>
            </a:avLst>
          </a:prstGeom>
          <a:solidFill>
            <a:srgbClr val="F3F3F3"/>
          </a:solidFill>
          <a:ln cap="flat" cmpd="sng" w="9525">
            <a:solidFill>
              <a:srgbClr val="F3F3F3"/>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t" bIns="54000" lIns="72000" spcFirstLastPara="1" rIns="72000" wrap="square" tIns="54000">
            <a:noAutofit/>
          </a:bodyPr>
          <a:lstStyle/>
          <a:p>
            <a:pPr indent="0" lvl="0" marL="0" rtl="0" algn="ctr">
              <a:spcBef>
                <a:spcPts val="0"/>
              </a:spcBef>
              <a:spcAft>
                <a:spcPts val="0"/>
              </a:spcAft>
              <a:buNone/>
            </a:pPr>
            <a:r>
              <a:rPr i="1" lang="es-419"/>
              <a:t>Paleta</a:t>
            </a:r>
            <a:endParaRPr i="1"/>
          </a:p>
        </p:txBody>
      </p:sp>
      <p:sp>
        <p:nvSpPr>
          <p:cNvPr id="2549" name="Google Shape;2549;p44"/>
          <p:cNvSpPr txBox="1"/>
          <p:nvPr/>
        </p:nvSpPr>
        <p:spPr>
          <a:xfrm>
            <a:off x="2896942" y="1046542"/>
            <a:ext cx="1069200" cy="2166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t/>
            </a:r>
            <a:endParaRPr b="1" sz="600"/>
          </a:p>
        </p:txBody>
      </p:sp>
      <p:sp>
        <p:nvSpPr>
          <p:cNvPr id="2550" name="Google Shape;2550;p44"/>
          <p:cNvSpPr txBox="1"/>
          <p:nvPr/>
        </p:nvSpPr>
        <p:spPr>
          <a:xfrm>
            <a:off x="4101686" y="1046542"/>
            <a:ext cx="1163700" cy="2166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t/>
            </a:r>
            <a:endParaRPr b="1" sz="600"/>
          </a:p>
        </p:txBody>
      </p:sp>
      <p:sp>
        <p:nvSpPr>
          <p:cNvPr id="2551" name="Google Shape;2551;p44"/>
          <p:cNvSpPr txBox="1"/>
          <p:nvPr/>
        </p:nvSpPr>
        <p:spPr>
          <a:xfrm>
            <a:off x="6603322" y="1046542"/>
            <a:ext cx="1163700" cy="2166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t/>
            </a:r>
            <a:endParaRPr b="1" sz="600"/>
          </a:p>
        </p:txBody>
      </p:sp>
      <p:sp>
        <p:nvSpPr>
          <p:cNvPr id="2552" name="Google Shape;2552;p44"/>
          <p:cNvSpPr txBox="1"/>
          <p:nvPr/>
        </p:nvSpPr>
        <p:spPr>
          <a:xfrm>
            <a:off x="5400218" y="1046542"/>
            <a:ext cx="1203000" cy="2166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t/>
            </a:r>
            <a:endParaRPr b="1" sz="600"/>
          </a:p>
        </p:txBody>
      </p:sp>
      <p:sp>
        <p:nvSpPr>
          <p:cNvPr id="2553" name="Google Shape;2553;p44"/>
          <p:cNvSpPr/>
          <p:nvPr/>
        </p:nvSpPr>
        <p:spPr>
          <a:xfrm>
            <a:off x="97888" y="377012"/>
            <a:ext cx="9893400" cy="296700"/>
          </a:xfrm>
          <a:prstGeom prst="roundRect">
            <a:avLst>
              <a:gd fmla="val 22902" name="adj"/>
            </a:avLst>
          </a:prstGeom>
          <a:solidFill>
            <a:srgbClr val="F3F3F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2554" name="Google Shape;2554;p44"/>
          <p:cNvSpPr/>
          <p:nvPr/>
        </p:nvSpPr>
        <p:spPr>
          <a:xfrm>
            <a:off x="77688" y="358938"/>
            <a:ext cx="9935700" cy="6438000"/>
          </a:xfrm>
          <a:prstGeom prst="roundRect">
            <a:avLst>
              <a:gd fmla="val 2618" name="adj"/>
            </a:avLst>
          </a:prstGeom>
          <a:solidFill>
            <a:srgbClr val="FFFFFF"/>
          </a:solidFill>
          <a:ln cap="flat" cmpd="sng" w="38100">
            <a:solidFill>
              <a:srgbClr val="000000"/>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555" name="Google Shape;2555;p44"/>
          <p:cNvCxnSpPr/>
          <p:nvPr/>
        </p:nvCxnSpPr>
        <p:spPr>
          <a:xfrm>
            <a:off x="77688" y="772614"/>
            <a:ext cx="9935700" cy="0"/>
          </a:xfrm>
          <a:prstGeom prst="straightConnector1">
            <a:avLst/>
          </a:prstGeom>
          <a:noFill/>
          <a:ln cap="flat" cmpd="sng" w="19050">
            <a:solidFill>
              <a:srgbClr val="000000"/>
            </a:solidFill>
            <a:prstDash val="solid"/>
            <a:round/>
            <a:headEnd len="med" w="med" type="none"/>
            <a:tailEnd len="med" w="med" type="none"/>
          </a:ln>
        </p:spPr>
      </p:cxnSp>
      <p:cxnSp>
        <p:nvCxnSpPr>
          <p:cNvPr id="2556" name="Google Shape;2556;p44"/>
          <p:cNvCxnSpPr/>
          <p:nvPr/>
        </p:nvCxnSpPr>
        <p:spPr>
          <a:xfrm rot="10800000">
            <a:off x="2439038" y="368188"/>
            <a:ext cx="0" cy="402300"/>
          </a:xfrm>
          <a:prstGeom prst="straightConnector1">
            <a:avLst/>
          </a:prstGeom>
          <a:noFill/>
          <a:ln cap="flat" cmpd="sng" w="19050">
            <a:solidFill>
              <a:srgbClr val="000000"/>
            </a:solidFill>
            <a:prstDash val="solid"/>
            <a:round/>
            <a:headEnd len="med" w="med" type="none"/>
            <a:tailEnd len="med" w="med" type="none"/>
          </a:ln>
        </p:spPr>
      </p:cxnSp>
      <p:sp>
        <p:nvSpPr>
          <p:cNvPr id="2557" name="Google Shape;2557;p44"/>
          <p:cNvSpPr txBox="1"/>
          <p:nvPr/>
        </p:nvSpPr>
        <p:spPr>
          <a:xfrm>
            <a:off x="2896947" y="1353252"/>
            <a:ext cx="1069200" cy="2043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t/>
            </a:r>
            <a:endParaRPr b="1" sz="600"/>
          </a:p>
        </p:txBody>
      </p:sp>
      <p:sp>
        <p:nvSpPr>
          <p:cNvPr id="2558" name="Google Shape;2558;p44"/>
          <p:cNvSpPr txBox="1"/>
          <p:nvPr/>
        </p:nvSpPr>
        <p:spPr>
          <a:xfrm>
            <a:off x="4101689" y="1353252"/>
            <a:ext cx="1163700" cy="2043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t/>
            </a:r>
            <a:endParaRPr b="1" sz="600"/>
          </a:p>
        </p:txBody>
      </p:sp>
      <p:sp>
        <p:nvSpPr>
          <p:cNvPr id="2559" name="Google Shape;2559;p44"/>
          <p:cNvSpPr txBox="1"/>
          <p:nvPr/>
        </p:nvSpPr>
        <p:spPr>
          <a:xfrm>
            <a:off x="6603320" y="1353252"/>
            <a:ext cx="1163700" cy="2043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t/>
            </a:r>
            <a:endParaRPr b="1" sz="600"/>
          </a:p>
        </p:txBody>
      </p:sp>
      <p:sp>
        <p:nvSpPr>
          <p:cNvPr id="2560" name="Google Shape;2560;p44"/>
          <p:cNvSpPr txBox="1"/>
          <p:nvPr/>
        </p:nvSpPr>
        <p:spPr>
          <a:xfrm>
            <a:off x="7901849" y="1353252"/>
            <a:ext cx="1163700" cy="2043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t/>
            </a:r>
            <a:endParaRPr b="1" sz="600"/>
          </a:p>
        </p:txBody>
      </p:sp>
      <p:sp>
        <p:nvSpPr>
          <p:cNvPr id="2561" name="Google Shape;2561;p44"/>
          <p:cNvSpPr txBox="1"/>
          <p:nvPr/>
        </p:nvSpPr>
        <p:spPr>
          <a:xfrm>
            <a:off x="5400218" y="1353252"/>
            <a:ext cx="1203000" cy="2043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t/>
            </a:r>
            <a:endParaRPr b="1" sz="600"/>
          </a:p>
        </p:txBody>
      </p:sp>
      <p:sp>
        <p:nvSpPr>
          <p:cNvPr id="2562" name="Google Shape;2562;p44"/>
          <p:cNvSpPr txBox="1"/>
          <p:nvPr/>
        </p:nvSpPr>
        <p:spPr>
          <a:xfrm>
            <a:off x="77688" y="43369"/>
            <a:ext cx="4993200" cy="2658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b="1">
              <a:solidFill>
                <a:srgbClr val="FFFFFF"/>
              </a:solidFill>
            </a:endParaRPr>
          </a:p>
        </p:txBody>
      </p:sp>
      <p:sp>
        <p:nvSpPr>
          <p:cNvPr id="2563" name="Google Shape;2563;p44"/>
          <p:cNvSpPr txBox="1"/>
          <p:nvPr>
            <p:ph type="title"/>
          </p:nvPr>
        </p:nvSpPr>
        <p:spPr>
          <a:xfrm flipH="1">
            <a:off x="60988" y="43338"/>
            <a:ext cx="4993200" cy="265800"/>
          </a:xfrm>
          <a:prstGeom prst="rect">
            <a:avLst/>
          </a:prstGeom>
          <a:noFill/>
          <a:ln>
            <a:noFill/>
          </a:ln>
        </p:spPr>
        <p:txBody>
          <a:bodyPr anchorCtr="0" anchor="ctr" bIns="91425" lIns="91425" spcFirstLastPara="1" rIns="91425" wrap="square" tIns="91425">
            <a:noAutofit/>
          </a:bodyPr>
          <a:lstStyle>
            <a:lvl1pPr lvl="0" algn="ctr">
              <a:spcBef>
                <a:spcPts val="0"/>
              </a:spcBef>
              <a:spcAft>
                <a:spcPts val="0"/>
              </a:spcAft>
              <a:buClr>
                <a:srgbClr val="FFFFFF"/>
              </a:buClr>
              <a:buSzPts val="1400"/>
              <a:buNone/>
              <a:defRPr b="1" sz="1400">
                <a:solidFill>
                  <a:srgbClr val="FFFFFF"/>
                </a:solidFill>
              </a:defRPr>
            </a:lvl1pPr>
            <a:lvl2pPr lvl="1">
              <a:spcBef>
                <a:spcPts val="0"/>
              </a:spcBef>
              <a:spcAft>
                <a:spcPts val="0"/>
              </a:spcAft>
              <a:buSzPts val="1400"/>
              <a:buNone/>
              <a:defRPr b="1" sz="1400"/>
            </a:lvl2pPr>
            <a:lvl3pPr lvl="2">
              <a:spcBef>
                <a:spcPts val="0"/>
              </a:spcBef>
              <a:spcAft>
                <a:spcPts val="0"/>
              </a:spcAft>
              <a:buSzPts val="1400"/>
              <a:buNone/>
              <a:defRPr b="1" sz="1400"/>
            </a:lvl3pPr>
            <a:lvl4pPr lvl="3">
              <a:spcBef>
                <a:spcPts val="0"/>
              </a:spcBef>
              <a:spcAft>
                <a:spcPts val="0"/>
              </a:spcAft>
              <a:buSzPts val="1400"/>
              <a:buNone/>
              <a:defRPr b="1" sz="1400"/>
            </a:lvl4pPr>
            <a:lvl5pPr lvl="4">
              <a:spcBef>
                <a:spcPts val="0"/>
              </a:spcBef>
              <a:spcAft>
                <a:spcPts val="0"/>
              </a:spcAft>
              <a:buSzPts val="1400"/>
              <a:buNone/>
              <a:defRPr b="1" sz="1400"/>
            </a:lvl5pPr>
            <a:lvl6pPr lvl="5">
              <a:spcBef>
                <a:spcPts val="0"/>
              </a:spcBef>
              <a:spcAft>
                <a:spcPts val="0"/>
              </a:spcAft>
              <a:buSzPts val="1400"/>
              <a:buNone/>
              <a:defRPr b="1" sz="1400"/>
            </a:lvl6pPr>
            <a:lvl7pPr lvl="6">
              <a:spcBef>
                <a:spcPts val="0"/>
              </a:spcBef>
              <a:spcAft>
                <a:spcPts val="0"/>
              </a:spcAft>
              <a:buSzPts val="1400"/>
              <a:buNone/>
              <a:defRPr b="1" sz="1400"/>
            </a:lvl7pPr>
            <a:lvl8pPr lvl="7">
              <a:spcBef>
                <a:spcPts val="0"/>
              </a:spcBef>
              <a:spcAft>
                <a:spcPts val="0"/>
              </a:spcAft>
              <a:buSzPts val="1400"/>
              <a:buNone/>
              <a:defRPr b="1" sz="1400"/>
            </a:lvl8pPr>
            <a:lvl9pPr lvl="8">
              <a:spcBef>
                <a:spcPts val="0"/>
              </a:spcBef>
              <a:spcAft>
                <a:spcPts val="0"/>
              </a:spcAft>
              <a:buSzPts val="1400"/>
              <a:buNone/>
              <a:defRPr b="1" sz="1400"/>
            </a:lvl9pPr>
          </a:lstStyle>
          <a:p/>
        </p:txBody>
      </p:sp>
      <p:sp>
        <p:nvSpPr>
          <p:cNvPr id="2564" name="Google Shape;2564;p44"/>
          <p:cNvSpPr txBox="1"/>
          <p:nvPr>
            <p:ph idx="2" type="title"/>
          </p:nvPr>
        </p:nvSpPr>
        <p:spPr>
          <a:xfrm flipH="1">
            <a:off x="3219174" y="437575"/>
            <a:ext cx="1731300" cy="2658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200"/>
              <a:buNone/>
              <a:defRPr sz="1200">
                <a:solidFill>
                  <a:srgbClr val="000000"/>
                </a:solidFill>
              </a:defRPr>
            </a:lvl1pPr>
            <a:lvl2pPr lvl="1">
              <a:spcBef>
                <a:spcPts val="0"/>
              </a:spcBef>
              <a:spcAft>
                <a:spcPts val="0"/>
              </a:spcAft>
              <a:buClr>
                <a:srgbClr val="000000"/>
              </a:buClr>
              <a:buSzPts val="1100"/>
              <a:buNone/>
              <a:defRPr sz="1100">
                <a:solidFill>
                  <a:srgbClr val="000000"/>
                </a:solidFill>
              </a:defRPr>
            </a:lvl2pPr>
            <a:lvl3pPr lvl="2">
              <a:spcBef>
                <a:spcPts val="0"/>
              </a:spcBef>
              <a:spcAft>
                <a:spcPts val="0"/>
              </a:spcAft>
              <a:buClr>
                <a:srgbClr val="000000"/>
              </a:buClr>
              <a:buSzPts val="1100"/>
              <a:buNone/>
              <a:defRPr sz="1100">
                <a:solidFill>
                  <a:srgbClr val="000000"/>
                </a:solidFill>
              </a:defRPr>
            </a:lvl3pPr>
            <a:lvl4pPr lvl="3">
              <a:spcBef>
                <a:spcPts val="0"/>
              </a:spcBef>
              <a:spcAft>
                <a:spcPts val="0"/>
              </a:spcAft>
              <a:buClr>
                <a:srgbClr val="000000"/>
              </a:buClr>
              <a:buSzPts val="1100"/>
              <a:buNone/>
              <a:defRPr sz="1100">
                <a:solidFill>
                  <a:srgbClr val="000000"/>
                </a:solidFill>
              </a:defRPr>
            </a:lvl4pPr>
            <a:lvl5pPr lvl="4">
              <a:spcBef>
                <a:spcPts val="0"/>
              </a:spcBef>
              <a:spcAft>
                <a:spcPts val="0"/>
              </a:spcAft>
              <a:buClr>
                <a:srgbClr val="000000"/>
              </a:buClr>
              <a:buSzPts val="1100"/>
              <a:buNone/>
              <a:defRPr sz="1100">
                <a:solidFill>
                  <a:srgbClr val="000000"/>
                </a:solidFill>
              </a:defRPr>
            </a:lvl5pPr>
            <a:lvl6pPr lvl="5">
              <a:spcBef>
                <a:spcPts val="0"/>
              </a:spcBef>
              <a:spcAft>
                <a:spcPts val="0"/>
              </a:spcAft>
              <a:buClr>
                <a:srgbClr val="000000"/>
              </a:buClr>
              <a:buSzPts val="1100"/>
              <a:buNone/>
              <a:defRPr sz="1100">
                <a:solidFill>
                  <a:srgbClr val="000000"/>
                </a:solidFill>
              </a:defRPr>
            </a:lvl6pPr>
            <a:lvl7pPr lvl="6">
              <a:spcBef>
                <a:spcPts val="0"/>
              </a:spcBef>
              <a:spcAft>
                <a:spcPts val="0"/>
              </a:spcAft>
              <a:buClr>
                <a:srgbClr val="000000"/>
              </a:buClr>
              <a:buSzPts val="1100"/>
              <a:buNone/>
              <a:defRPr sz="1100">
                <a:solidFill>
                  <a:srgbClr val="000000"/>
                </a:solidFill>
              </a:defRPr>
            </a:lvl7pPr>
            <a:lvl8pPr lvl="7">
              <a:spcBef>
                <a:spcPts val="0"/>
              </a:spcBef>
              <a:spcAft>
                <a:spcPts val="0"/>
              </a:spcAft>
              <a:buClr>
                <a:srgbClr val="000000"/>
              </a:buClr>
              <a:buSzPts val="1100"/>
              <a:buNone/>
              <a:defRPr sz="1100">
                <a:solidFill>
                  <a:srgbClr val="000000"/>
                </a:solidFill>
              </a:defRPr>
            </a:lvl8pPr>
            <a:lvl9pPr lvl="8">
              <a:spcBef>
                <a:spcPts val="0"/>
              </a:spcBef>
              <a:spcAft>
                <a:spcPts val="0"/>
              </a:spcAft>
              <a:buClr>
                <a:srgbClr val="000000"/>
              </a:buClr>
              <a:buSzPts val="1100"/>
              <a:buNone/>
              <a:defRPr sz="1100">
                <a:solidFill>
                  <a:srgbClr val="000000"/>
                </a:solidFill>
              </a:defRPr>
            </a:lvl9pPr>
          </a:lstStyle>
          <a:p/>
        </p:txBody>
      </p:sp>
      <p:sp>
        <p:nvSpPr>
          <p:cNvPr id="2565" name="Google Shape;2565;p44"/>
          <p:cNvSpPr txBox="1"/>
          <p:nvPr/>
        </p:nvSpPr>
        <p:spPr>
          <a:xfrm>
            <a:off x="2513487" y="437267"/>
            <a:ext cx="679500" cy="2664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b="1" lang="es-419" sz="1100"/>
              <a:t>Proceso:</a:t>
            </a:r>
            <a:endParaRPr b="1" sz="1100"/>
          </a:p>
        </p:txBody>
      </p:sp>
      <p:cxnSp>
        <p:nvCxnSpPr>
          <p:cNvPr id="2566" name="Google Shape;2566;p44"/>
          <p:cNvCxnSpPr/>
          <p:nvPr/>
        </p:nvCxnSpPr>
        <p:spPr>
          <a:xfrm rot="10800000">
            <a:off x="5070754" y="368188"/>
            <a:ext cx="0" cy="402300"/>
          </a:xfrm>
          <a:prstGeom prst="straightConnector1">
            <a:avLst/>
          </a:prstGeom>
          <a:noFill/>
          <a:ln cap="flat" cmpd="sng" w="19050">
            <a:solidFill>
              <a:srgbClr val="000000"/>
            </a:solidFill>
            <a:prstDash val="solid"/>
            <a:round/>
            <a:headEnd len="med" w="med" type="none"/>
            <a:tailEnd len="med" w="med" type="none"/>
          </a:ln>
        </p:spPr>
      </p:cxnSp>
      <p:sp>
        <p:nvSpPr>
          <p:cNvPr id="2567" name="Google Shape;2567;p44"/>
          <p:cNvSpPr txBox="1"/>
          <p:nvPr/>
        </p:nvSpPr>
        <p:spPr>
          <a:xfrm>
            <a:off x="5191013" y="387663"/>
            <a:ext cx="13026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Finalidad empresa:</a:t>
            </a:r>
            <a:endParaRPr b="1" sz="1100"/>
          </a:p>
        </p:txBody>
      </p:sp>
      <p:sp>
        <p:nvSpPr>
          <p:cNvPr id="2568" name="Google Shape;2568;p44"/>
          <p:cNvSpPr txBox="1"/>
          <p:nvPr/>
        </p:nvSpPr>
        <p:spPr>
          <a:xfrm>
            <a:off x="5191013" y="579538"/>
            <a:ext cx="11637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Finalidad cliente:</a:t>
            </a:r>
            <a:endParaRPr b="1" sz="1100"/>
          </a:p>
        </p:txBody>
      </p:sp>
      <p:sp>
        <p:nvSpPr>
          <p:cNvPr id="2569" name="Google Shape;2569;p44"/>
          <p:cNvSpPr/>
          <p:nvPr/>
        </p:nvSpPr>
        <p:spPr>
          <a:xfrm>
            <a:off x="77688" y="349338"/>
            <a:ext cx="2361300" cy="421200"/>
          </a:xfrm>
          <a:prstGeom prst="roundRect">
            <a:avLst>
              <a:gd fmla="val 50000" name="adj"/>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s-419" sz="1200">
                <a:solidFill>
                  <a:srgbClr val="FFFFFF"/>
                </a:solidFill>
              </a:rPr>
              <a:t>Diagrama de Actividad</a:t>
            </a:r>
            <a:endParaRPr b="1" sz="1200">
              <a:solidFill>
                <a:srgbClr val="FFFFFF"/>
              </a:solidFill>
            </a:endParaRPr>
          </a:p>
          <a:p>
            <a:pPr indent="0" lvl="0" marL="0" rtl="0" algn="ctr">
              <a:spcBef>
                <a:spcPts val="0"/>
              </a:spcBef>
              <a:spcAft>
                <a:spcPts val="0"/>
              </a:spcAft>
              <a:buNone/>
            </a:pPr>
            <a:r>
              <a:t/>
            </a:r>
            <a:endParaRPr b="1" sz="1200">
              <a:solidFill>
                <a:srgbClr val="FFFFFF"/>
              </a:solidFill>
            </a:endParaRPr>
          </a:p>
        </p:txBody>
      </p:sp>
      <p:sp>
        <p:nvSpPr>
          <p:cNvPr id="2570" name="Google Shape;2570;p44"/>
          <p:cNvSpPr/>
          <p:nvPr/>
        </p:nvSpPr>
        <p:spPr>
          <a:xfrm>
            <a:off x="83988" y="595504"/>
            <a:ext cx="190200" cy="1692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 name="Google Shape;2571;p44"/>
          <p:cNvSpPr/>
          <p:nvPr/>
        </p:nvSpPr>
        <p:spPr>
          <a:xfrm>
            <a:off x="2292338" y="358938"/>
            <a:ext cx="146700" cy="4023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 name="Google Shape;2572;p44"/>
          <p:cNvSpPr/>
          <p:nvPr/>
        </p:nvSpPr>
        <p:spPr>
          <a:xfrm>
            <a:off x="5076213" y="43063"/>
            <a:ext cx="4942800" cy="266400"/>
          </a:xfrm>
          <a:prstGeom prst="rect">
            <a:avLst/>
          </a:prstGeom>
          <a:no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 name="Google Shape;2573;p44"/>
          <p:cNvSpPr txBox="1"/>
          <p:nvPr>
            <p:ph idx="3" type="title"/>
          </p:nvPr>
        </p:nvSpPr>
        <p:spPr>
          <a:xfrm flipH="1">
            <a:off x="5062163" y="43338"/>
            <a:ext cx="4942500" cy="265800"/>
          </a:xfrm>
          <a:prstGeom prst="rect">
            <a:avLst/>
          </a:prstGeom>
          <a:noFill/>
          <a:ln>
            <a:noFill/>
          </a:ln>
        </p:spPr>
        <p:txBody>
          <a:bodyPr anchorCtr="0" anchor="ctr" bIns="91425" lIns="91425" spcFirstLastPara="1" rIns="91425" wrap="square" tIns="91425">
            <a:noAutofit/>
          </a:bodyPr>
          <a:lstStyle>
            <a:lvl1pPr lvl="0" algn="ctr">
              <a:spcBef>
                <a:spcPts val="0"/>
              </a:spcBef>
              <a:spcAft>
                <a:spcPts val="0"/>
              </a:spcAft>
              <a:buClr>
                <a:srgbClr val="000000"/>
              </a:buClr>
              <a:buSzPts val="1400"/>
              <a:buNone/>
              <a:defRPr b="1" sz="1400">
                <a:solidFill>
                  <a:srgbClr val="000000"/>
                </a:solidFill>
              </a:defRPr>
            </a:lvl1pPr>
            <a:lvl2pPr lvl="1">
              <a:spcBef>
                <a:spcPts val="0"/>
              </a:spcBef>
              <a:spcAft>
                <a:spcPts val="0"/>
              </a:spcAft>
              <a:buClr>
                <a:srgbClr val="000000"/>
              </a:buClr>
              <a:buSzPts val="1400"/>
              <a:buNone/>
              <a:defRPr b="1" sz="1400">
                <a:solidFill>
                  <a:srgbClr val="000000"/>
                </a:solidFill>
              </a:defRPr>
            </a:lvl2pPr>
            <a:lvl3pPr lvl="2">
              <a:spcBef>
                <a:spcPts val="0"/>
              </a:spcBef>
              <a:spcAft>
                <a:spcPts val="0"/>
              </a:spcAft>
              <a:buClr>
                <a:srgbClr val="000000"/>
              </a:buClr>
              <a:buSzPts val="1400"/>
              <a:buNone/>
              <a:defRPr b="1" sz="1400">
                <a:solidFill>
                  <a:srgbClr val="000000"/>
                </a:solidFill>
              </a:defRPr>
            </a:lvl3pPr>
            <a:lvl4pPr lvl="3">
              <a:spcBef>
                <a:spcPts val="0"/>
              </a:spcBef>
              <a:spcAft>
                <a:spcPts val="0"/>
              </a:spcAft>
              <a:buClr>
                <a:srgbClr val="000000"/>
              </a:buClr>
              <a:buSzPts val="1400"/>
              <a:buNone/>
              <a:defRPr b="1" sz="1400">
                <a:solidFill>
                  <a:srgbClr val="000000"/>
                </a:solidFill>
              </a:defRPr>
            </a:lvl4pPr>
            <a:lvl5pPr lvl="4">
              <a:spcBef>
                <a:spcPts val="0"/>
              </a:spcBef>
              <a:spcAft>
                <a:spcPts val="0"/>
              </a:spcAft>
              <a:buClr>
                <a:srgbClr val="000000"/>
              </a:buClr>
              <a:buSzPts val="1400"/>
              <a:buNone/>
              <a:defRPr b="1" sz="1400">
                <a:solidFill>
                  <a:srgbClr val="000000"/>
                </a:solidFill>
              </a:defRPr>
            </a:lvl5pPr>
            <a:lvl6pPr lvl="5">
              <a:spcBef>
                <a:spcPts val="0"/>
              </a:spcBef>
              <a:spcAft>
                <a:spcPts val="0"/>
              </a:spcAft>
              <a:buClr>
                <a:srgbClr val="000000"/>
              </a:buClr>
              <a:buSzPts val="1400"/>
              <a:buNone/>
              <a:defRPr b="1" sz="1400">
                <a:solidFill>
                  <a:srgbClr val="000000"/>
                </a:solidFill>
              </a:defRPr>
            </a:lvl6pPr>
            <a:lvl7pPr lvl="6">
              <a:spcBef>
                <a:spcPts val="0"/>
              </a:spcBef>
              <a:spcAft>
                <a:spcPts val="0"/>
              </a:spcAft>
              <a:buClr>
                <a:srgbClr val="000000"/>
              </a:buClr>
              <a:buSzPts val="1400"/>
              <a:buNone/>
              <a:defRPr b="1" sz="1400">
                <a:solidFill>
                  <a:srgbClr val="000000"/>
                </a:solidFill>
              </a:defRPr>
            </a:lvl7pPr>
            <a:lvl8pPr lvl="7">
              <a:spcBef>
                <a:spcPts val="0"/>
              </a:spcBef>
              <a:spcAft>
                <a:spcPts val="0"/>
              </a:spcAft>
              <a:buClr>
                <a:srgbClr val="000000"/>
              </a:buClr>
              <a:buSzPts val="1400"/>
              <a:buNone/>
              <a:defRPr b="1" sz="1400">
                <a:solidFill>
                  <a:srgbClr val="000000"/>
                </a:solidFill>
              </a:defRPr>
            </a:lvl8pPr>
            <a:lvl9pPr lvl="8">
              <a:spcBef>
                <a:spcPts val="0"/>
              </a:spcBef>
              <a:spcAft>
                <a:spcPts val="0"/>
              </a:spcAft>
              <a:buClr>
                <a:srgbClr val="000000"/>
              </a:buClr>
              <a:buSzPts val="1400"/>
              <a:buNone/>
              <a:defRPr b="1" sz="1400">
                <a:solidFill>
                  <a:srgbClr val="000000"/>
                </a:solidFill>
              </a:defRPr>
            </a:lvl9pPr>
          </a:lstStyle>
          <a:p/>
        </p:txBody>
      </p:sp>
      <p:sp>
        <p:nvSpPr>
          <p:cNvPr id="2574" name="Google Shape;2574;p44"/>
          <p:cNvSpPr txBox="1"/>
          <p:nvPr>
            <p:ph idx="4" type="title"/>
          </p:nvPr>
        </p:nvSpPr>
        <p:spPr>
          <a:xfrm flipH="1">
            <a:off x="6546263" y="387663"/>
            <a:ext cx="3350100" cy="1692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000"/>
              <a:buNone/>
              <a:defRPr sz="1000">
                <a:solidFill>
                  <a:srgbClr val="000000"/>
                </a:solidFill>
              </a:defRPr>
            </a:lvl1pPr>
            <a:lvl2pPr lvl="1">
              <a:spcBef>
                <a:spcPts val="0"/>
              </a:spcBef>
              <a:spcAft>
                <a:spcPts val="0"/>
              </a:spcAft>
              <a:buClr>
                <a:srgbClr val="000000"/>
              </a:buClr>
              <a:buSzPts val="1000"/>
              <a:buNone/>
              <a:defRPr sz="1000">
                <a:solidFill>
                  <a:srgbClr val="000000"/>
                </a:solidFill>
              </a:defRPr>
            </a:lvl2pPr>
            <a:lvl3pPr lvl="2">
              <a:spcBef>
                <a:spcPts val="0"/>
              </a:spcBef>
              <a:spcAft>
                <a:spcPts val="0"/>
              </a:spcAft>
              <a:buClr>
                <a:srgbClr val="000000"/>
              </a:buClr>
              <a:buSzPts val="1000"/>
              <a:buNone/>
              <a:defRPr sz="1000">
                <a:solidFill>
                  <a:srgbClr val="000000"/>
                </a:solidFill>
              </a:defRPr>
            </a:lvl3pPr>
            <a:lvl4pPr lvl="3">
              <a:spcBef>
                <a:spcPts val="0"/>
              </a:spcBef>
              <a:spcAft>
                <a:spcPts val="0"/>
              </a:spcAft>
              <a:buClr>
                <a:srgbClr val="000000"/>
              </a:buClr>
              <a:buSzPts val="1000"/>
              <a:buNone/>
              <a:defRPr sz="1000">
                <a:solidFill>
                  <a:srgbClr val="000000"/>
                </a:solidFill>
              </a:defRPr>
            </a:lvl4pPr>
            <a:lvl5pPr lvl="4">
              <a:spcBef>
                <a:spcPts val="0"/>
              </a:spcBef>
              <a:spcAft>
                <a:spcPts val="0"/>
              </a:spcAft>
              <a:buClr>
                <a:srgbClr val="000000"/>
              </a:buClr>
              <a:buSzPts val="1000"/>
              <a:buNone/>
              <a:defRPr sz="1000">
                <a:solidFill>
                  <a:srgbClr val="000000"/>
                </a:solidFill>
              </a:defRPr>
            </a:lvl5pPr>
            <a:lvl6pPr lvl="5">
              <a:spcBef>
                <a:spcPts val="0"/>
              </a:spcBef>
              <a:spcAft>
                <a:spcPts val="0"/>
              </a:spcAft>
              <a:buClr>
                <a:srgbClr val="000000"/>
              </a:buClr>
              <a:buSzPts val="1000"/>
              <a:buNone/>
              <a:defRPr sz="1000">
                <a:solidFill>
                  <a:srgbClr val="000000"/>
                </a:solidFill>
              </a:defRPr>
            </a:lvl6pPr>
            <a:lvl7pPr lvl="6">
              <a:spcBef>
                <a:spcPts val="0"/>
              </a:spcBef>
              <a:spcAft>
                <a:spcPts val="0"/>
              </a:spcAft>
              <a:buClr>
                <a:srgbClr val="000000"/>
              </a:buClr>
              <a:buSzPts val="1000"/>
              <a:buNone/>
              <a:defRPr sz="1000">
                <a:solidFill>
                  <a:srgbClr val="000000"/>
                </a:solidFill>
              </a:defRPr>
            </a:lvl7pPr>
            <a:lvl8pPr lvl="7">
              <a:spcBef>
                <a:spcPts val="0"/>
              </a:spcBef>
              <a:spcAft>
                <a:spcPts val="0"/>
              </a:spcAft>
              <a:buClr>
                <a:srgbClr val="000000"/>
              </a:buClr>
              <a:buSzPts val="1000"/>
              <a:buNone/>
              <a:defRPr sz="1000">
                <a:solidFill>
                  <a:srgbClr val="000000"/>
                </a:solidFill>
              </a:defRPr>
            </a:lvl8pPr>
            <a:lvl9pPr lvl="8">
              <a:spcBef>
                <a:spcPts val="0"/>
              </a:spcBef>
              <a:spcAft>
                <a:spcPts val="0"/>
              </a:spcAft>
              <a:buClr>
                <a:srgbClr val="000000"/>
              </a:buClr>
              <a:buSzPts val="1000"/>
              <a:buNone/>
              <a:defRPr sz="1000">
                <a:solidFill>
                  <a:srgbClr val="000000"/>
                </a:solidFill>
              </a:defRPr>
            </a:lvl9pPr>
          </a:lstStyle>
          <a:p/>
        </p:txBody>
      </p:sp>
      <p:sp>
        <p:nvSpPr>
          <p:cNvPr id="2575" name="Google Shape;2575;p44"/>
          <p:cNvSpPr txBox="1"/>
          <p:nvPr>
            <p:ph idx="5" type="title"/>
          </p:nvPr>
        </p:nvSpPr>
        <p:spPr>
          <a:xfrm flipH="1">
            <a:off x="6546263" y="579538"/>
            <a:ext cx="3350100" cy="1692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000"/>
              <a:buNone/>
              <a:defRPr sz="1000">
                <a:solidFill>
                  <a:srgbClr val="000000"/>
                </a:solidFill>
              </a:defRPr>
            </a:lvl1pPr>
            <a:lvl2pPr lvl="1">
              <a:spcBef>
                <a:spcPts val="0"/>
              </a:spcBef>
              <a:spcAft>
                <a:spcPts val="0"/>
              </a:spcAft>
              <a:buClr>
                <a:srgbClr val="000000"/>
              </a:buClr>
              <a:buSzPts val="1000"/>
              <a:buNone/>
              <a:defRPr sz="1000">
                <a:solidFill>
                  <a:srgbClr val="000000"/>
                </a:solidFill>
              </a:defRPr>
            </a:lvl2pPr>
            <a:lvl3pPr lvl="2">
              <a:spcBef>
                <a:spcPts val="0"/>
              </a:spcBef>
              <a:spcAft>
                <a:spcPts val="0"/>
              </a:spcAft>
              <a:buClr>
                <a:srgbClr val="000000"/>
              </a:buClr>
              <a:buSzPts val="1000"/>
              <a:buNone/>
              <a:defRPr sz="1000">
                <a:solidFill>
                  <a:srgbClr val="000000"/>
                </a:solidFill>
              </a:defRPr>
            </a:lvl3pPr>
            <a:lvl4pPr lvl="3">
              <a:spcBef>
                <a:spcPts val="0"/>
              </a:spcBef>
              <a:spcAft>
                <a:spcPts val="0"/>
              </a:spcAft>
              <a:buClr>
                <a:srgbClr val="000000"/>
              </a:buClr>
              <a:buSzPts val="1000"/>
              <a:buNone/>
              <a:defRPr sz="1000">
                <a:solidFill>
                  <a:srgbClr val="000000"/>
                </a:solidFill>
              </a:defRPr>
            </a:lvl4pPr>
            <a:lvl5pPr lvl="4">
              <a:spcBef>
                <a:spcPts val="0"/>
              </a:spcBef>
              <a:spcAft>
                <a:spcPts val="0"/>
              </a:spcAft>
              <a:buClr>
                <a:srgbClr val="000000"/>
              </a:buClr>
              <a:buSzPts val="1000"/>
              <a:buNone/>
              <a:defRPr sz="1000">
                <a:solidFill>
                  <a:srgbClr val="000000"/>
                </a:solidFill>
              </a:defRPr>
            </a:lvl5pPr>
            <a:lvl6pPr lvl="5">
              <a:spcBef>
                <a:spcPts val="0"/>
              </a:spcBef>
              <a:spcAft>
                <a:spcPts val="0"/>
              </a:spcAft>
              <a:buClr>
                <a:srgbClr val="000000"/>
              </a:buClr>
              <a:buSzPts val="1000"/>
              <a:buNone/>
              <a:defRPr sz="1000">
                <a:solidFill>
                  <a:srgbClr val="000000"/>
                </a:solidFill>
              </a:defRPr>
            </a:lvl6pPr>
            <a:lvl7pPr lvl="6">
              <a:spcBef>
                <a:spcPts val="0"/>
              </a:spcBef>
              <a:spcAft>
                <a:spcPts val="0"/>
              </a:spcAft>
              <a:buClr>
                <a:srgbClr val="000000"/>
              </a:buClr>
              <a:buSzPts val="1000"/>
              <a:buNone/>
              <a:defRPr sz="1000">
                <a:solidFill>
                  <a:srgbClr val="000000"/>
                </a:solidFill>
              </a:defRPr>
            </a:lvl7pPr>
            <a:lvl8pPr lvl="7">
              <a:spcBef>
                <a:spcPts val="0"/>
              </a:spcBef>
              <a:spcAft>
                <a:spcPts val="0"/>
              </a:spcAft>
              <a:buClr>
                <a:srgbClr val="000000"/>
              </a:buClr>
              <a:buSzPts val="1000"/>
              <a:buNone/>
              <a:defRPr sz="1000">
                <a:solidFill>
                  <a:srgbClr val="000000"/>
                </a:solidFill>
              </a:defRPr>
            </a:lvl8pPr>
            <a:lvl9pPr lvl="8">
              <a:spcBef>
                <a:spcPts val="0"/>
              </a:spcBef>
              <a:spcAft>
                <a:spcPts val="0"/>
              </a:spcAft>
              <a:buClr>
                <a:srgbClr val="000000"/>
              </a:buClr>
              <a:buSzPts val="1000"/>
              <a:buNone/>
              <a:defRPr sz="1000">
                <a:solidFill>
                  <a:srgbClr val="000000"/>
                </a:solidFill>
              </a:defRPr>
            </a:lvl9pPr>
          </a:lstStyle>
          <a:p/>
        </p:txBody>
      </p:sp>
      <p:sp>
        <p:nvSpPr>
          <p:cNvPr id="2576" name="Google Shape;2576;p44"/>
          <p:cNvSpPr/>
          <p:nvPr/>
        </p:nvSpPr>
        <p:spPr>
          <a:xfrm>
            <a:off x="221113" y="928363"/>
            <a:ext cx="1932000" cy="5724000"/>
          </a:xfrm>
          <a:prstGeom prst="rect">
            <a:avLst/>
          </a:prstGeom>
          <a:noFill/>
          <a:ln cap="flat" cmpd="sng" w="9525">
            <a:solidFill>
              <a:srgbClr val="E991AE"/>
            </a:solidFill>
            <a:prstDash val="solid"/>
            <a:round/>
            <a:headEnd len="sm" w="sm" type="none"/>
            <a:tailEnd len="sm" w="sm" type="none"/>
          </a:ln>
        </p:spPr>
        <p:txBody>
          <a:bodyPr anchorCtr="0" anchor="t" bIns="91425" lIns="91425" spcFirstLastPara="1" rIns="91425" wrap="square" tIns="91425">
            <a:noAutofit/>
          </a:bodyPr>
          <a:lstStyle/>
          <a:p>
            <a:pPr indent="0" lvl="0" marL="0" marR="0" rtl="0" algn="l">
              <a:lnSpc>
                <a:spcPct val="100000"/>
              </a:lnSpc>
              <a:spcBef>
                <a:spcPts val="0"/>
              </a:spcBef>
              <a:spcAft>
                <a:spcPts val="0"/>
              </a:spcAft>
              <a:buNone/>
            </a:pPr>
            <a:r>
              <a:t/>
            </a:r>
            <a:endParaRPr/>
          </a:p>
        </p:txBody>
      </p:sp>
      <p:sp>
        <p:nvSpPr>
          <p:cNvPr id="2577" name="Google Shape;2577;p44"/>
          <p:cNvSpPr/>
          <p:nvPr/>
        </p:nvSpPr>
        <p:spPr>
          <a:xfrm>
            <a:off x="2153413" y="928363"/>
            <a:ext cx="1932000" cy="5724000"/>
          </a:xfrm>
          <a:prstGeom prst="rect">
            <a:avLst/>
          </a:prstGeom>
          <a:noFill/>
          <a:ln cap="flat" cmpd="sng" w="9525">
            <a:solidFill>
              <a:srgbClr val="E991AE"/>
            </a:solidFill>
            <a:prstDash val="solid"/>
            <a:round/>
            <a:headEnd len="sm" w="sm" type="none"/>
            <a:tailEnd len="sm" w="sm" type="none"/>
          </a:ln>
        </p:spPr>
        <p:txBody>
          <a:bodyPr anchorCtr="0" anchor="t" bIns="91425" lIns="91425" spcFirstLastPara="1" rIns="91425" wrap="square" tIns="91425">
            <a:noAutofit/>
          </a:bodyPr>
          <a:lstStyle/>
          <a:p>
            <a:pPr indent="0" lvl="0" marL="0" marR="0" rtl="0" algn="l">
              <a:lnSpc>
                <a:spcPct val="100000"/>
              </a:lnSpc>
              <a:spcBef>
                <a:spcPts val="0"/>
              </a:spcBef>
              <a:spcAft>
                <a:spcPts val="0"/>
              </a:spcAft>
              <a:buNone/>
            </a:pPr>
            <a:r>
              <a:t/>
            </a:r>
            <a:endParaRPr/>
          </a:p>
        </p:txBody>
      </p:sp>
      <p:sp>
        <p:nvSpPr>
          <p:cNvPr id="2578" name="Google Shape;2578;p44"/>
          <p:cNvSpPr/>
          <p:nvPr/>
        </p:nvSpPr>
        <p:spPr>
          <a:xfrm>
            <a:off x="4085413" y="928363"/>
            <a:ext cx="1932000" cy="5724000"/>
          </a:xfrm>
          <a:prstGeom prst="rect">
            <a:avLst/>
          </a:prstGeom>
          <a:noFill/>
          <a:ln cap="flat" cmpd="sng" w="9525">
            <a:solidFill>
              <a:srgbClr val="E991AE"/>
            </a:solidFill>
            <a:prstDash val="solid"/>
            <a:round/>
            <a:headEnd len="sm" w="sm" type="none"/>
            <a:tailEnd len="sm" w="sm" type="none"/>
          </a:ln>
        </p:spPr>
        <p:txBody>
          <a:bodyPr anchorCtr="0" anchor="t" bIns="91425" lIns="91425" spcFirstLastPara="1" rIns="91425" wrap="square" tIns="91425">
            <a:noAutofit/>
          </a:bodyPr>
          <a:lstStyle/>
          <a:p>
            <a:pPr indent="0" lvl="0" marL="0" marR="0" rtl="0" algn="l">
              <a:lnSpc>
                <a:spcPct val="100000"/>
              </a:lnSpc>
              <a:spcBef>
                <a:spcPts val="0"/>
              </a:spcBef>
              <a:spcAft>
                <a:spcPts val="0"/>
              </a:spcAft>
              <a:buNone/>
            </a:pPr>
            <a:r>
              <a:t/>
            </a:r>
            <a:endParaRPr/>
          </a:p>
        </p:txBody>
      </p:sp>
      <p:sp>
        <p:nvSpPr>
          <p:cNvPr id="2579" name="Google Shape;2579;p44"/>
          <p:cNvSpPr/>
          <p:nvPr/>
        </p:nvSpPr>
        <p:spPr>
          <a:xfrm>
            <a:off x="6017713" y="928363"/>
            <a:ext cx="1932000" cy="5724000"/>
          </a:xfrm>
          <a:prstGeom prst="rect">
            <a:avLst/>
          </a:prstGeom>
          <a:noFill/>
          <a:ln cap="flat" cmpd="sng" w="9525">
            <a:solidFill>
              <a:srgbClr val="E991AE"/>
            </a:solidFill>
            <a:prstDash val="solid"/>
            <a:round/>
            <a:headEnd len="sm" w="sm" type="none"/>
            <a:tailEnd len="sm" w="sm" type="none"/>
          </a:ln>
        </p:spPr>
        <p:txBody>
          <a:bodyPr anchorCtr="0" anchor="t" bIns="91425" lIns="91425" spcFirstLastPara="1" rIns="91425" wrap="square" tIns="91425">
            <a:noAutofit/>
          </a:bodyPr>
          <a:lstStyle/>
          <a:p>
            <a:pPr indent="0" lvl="0" marL="0" marR="0" rtl="0" algn="l">
              <a:lnSpc>
                <a:spcPct val="100000"/>
              </a:lnSpc>
              <a:spcBef>
                <a:spcPts val="0"/>
              </a:spcBef>
              <a:spcAft>
                <a:spcPts val="0"/>
              </a:spcAft>
              <a:buNone/>
            </a:pPr>
            <a:r>
              <a:t/>
            </a:r>
            <a:endParaRPr/>
          </a:p>
        </p:txBody>
      </p:sp>
      <p:sp>
        <p:nvSpPr>
          <p:cNvPr id="2580" name="Google Shape;2580;p44"/>
          <p:cNvSpPr/>
          <p:nvPr/>
        </p:nvSpPr>
        <p:spPr>
          <a:xfrm>
            <a:off x="7949713" y="928363"/>
            <a:ext cx="1932000" cy="5724000"/>
          </a:xfrm>
          <a:prstGeom prst="rect">
            <a:avLst/>
          </a:prstGeom>
          <a:noFill/>
          <a:ln cap="flat" cmpd="sng" w="9525">
            <a:solidFill>
              <a:srgbClr val="E991AE"/>
            </a:solidFill>
            <a:prstDash val="solid"/>
            <a:round/>
            <a:headEnd len="sm" w="sm" type="none"/>
            <a:tailEnd len="sm" w="sm" type="none"/>
          </a:ln>
        </p:spPr>
        <p:txBody>
          <a:bodyPr anchorCtr="0" anchor="t" bIns="91425" lIns="91425" spcFirstLastPara="1" rIns="91425" wrap="square" tIns="91425">
            <a:noAutofit/>
          </a:bodyPr>
          <a:lstStyle/>
          <a:p>
            <a:pPr indent="0" lvl="0" marL="0" marR="0" rtl="0" algn="l">
              <a:lnSpc>
                <a:spcPct val="100000"/>
              </a:lnSpc>
              <a:spcBef>
                <a:spcPts val="0"/>
              </a:spcBef>
              <a:spcAft>
                <a:spcPts val="0"/>
              </a:spcAft>
              <a:buNone/>
            </a:pPr>
            <a:r>
              <a:t/>
            </a:r>
            <a:endParaRPr/>
          </a:p>
        </p:txBody>
      </p:sp>
      <p:sp>
        <p:nvSpPr>
          <p:cNvPr id="2581" name="Google Shape;2581;p44"/>
          <p:cNvSpPr/>
          <p:nvPr/>
        </p:nvSpPr>
        <p:spPr>
          <a:xfrm>
            <a:off x="221113" y="928363"/>
            <a:ext cx="9660600" cy="296700"/>
          </a:xfrm>
          <a:prstGeom prst="rect">
            <a:avLst/>
          </a:prstGeom>
          <a:noFill/>
          <a:ln cap="flat" cmpd="sng" w="9525">
            <a:solidFill>
              <a:srgbClr val="E991AE"/>
            </a:solidFill>
            <a:prstDash val="solid"/>
            <a:round/>
            <a:headEnd len="sm" w="sm" type="none"/>
            <a:tailEnd len="sm" w="sm" type="none"/>
          </a:ln>
        </p:spPr>
        <p:txBody>
          <a:bodyPr anchorCtr="0" anchor="t" bIns="91425" lIns="91425" spcFirstLastPara="1" rIns="91425" wrap="square" tIns="91425">
            <a:noAutofit/>
          </a:bodyPr>
          <a:lstStyle/>
          <a:p>
            <a:pPr indent="0" lvl="0" marL="0" marR="0" rtl="0" algn="l">
              <a:lnSpc>
                <a:spcPct val="100000"/>
              </a:lnSpc>
              <a:spcBef>
                <a:spcPts val="0"/>
              </a:spcBef>
              <a:spcAft>
                <a:spcPts val="0"/>
              </a:spcAft>
              <a:buNone/>
            </a:pPr>
            <a:r>
              <a:t/>
            </a:r>
            <a:endParaRPr/>
          </a:p>
        </p:txBody>
      </p:sp>
      <p:sp>
        <p:nvSpPr>
          <p:cNvPr id="2582" name="Google Shape;2582;p44"/>
          <p:cNvSpPr txBox="1"/>
          <p:nvPr>
            <p:ph idx="1" type="subTitle"/>
          </p:nvPr>
        </p:nvSpPr>
        <p:spPr>
          <a:xfrm>
            <a:off x="221113" y="928363"/>
            <a:ext cx="1932000" cy="296700"/>
          </a:xfrm>
          <a:prstGeom prst="rect">
            <a:avLst/>
          </a:prstGeom>
          <a:noFill/>
          <a:ln>
            <a:noFill/>
          </a:ln>
        </p:spPr>
        <p:txBody>
          <a:bodyPr anchorCtr="0" anchor="t" bIns="36000" lIns="36000" spcFirstLastPara="1" rIns="36000" wrap="square" tIns="36000">
            <a:noAutofit/>
          </a:bodyPr>
          <a:lstStyle>
            <a:lvl1pPr lvl="0" algn="ctr">
              <a:spcBef>
                <a:spcPts val="0"/>
              </a:spcBef>
              <a:spcAft>
                <a:spcPts val="0"/>
              </a:spcAft>
              <a:buClr>
                <a:srgbClr val="000000"/>
              </a:buClr>
              <a:buSzPts val="1200"/>
              <a:buNone/>
              <a:defRPr sz="1200">
                <a:solidFill>
                  <a:srgbClr val="000000"/>
                </a:solidFill>
              </a:defRPr>
            </a:lvl1pPr>
            <a:lvl2pPr lvl="1" algn="ctr">
              <a:spcBef>
                <a:spcPts val="0"/>
              </a:spcBef>
              <a:spcAft>
                <a:spcPts val="0"/>
              </a:spcAft>
              <a:buSzPts val="1200"/>
              <a:buNone/>
              <a:defRPr sz="1200"/>
            </a:lvl2pPr>
            <a:lvl3pPr lvl="2" algn="ctr">
              <a:spcBef>
                <a:spcPts val="0"/>
              </a:spcBef>
              <a:spcAft>
                <a:spcPts val="0"/>
              </a:spcAft>
              <a:buSzPts val="1200"/>
              <a:buNone/>
              <a:defRPr sz="1200"/>
            </a:lvl3pPr>
            <a:lvl4pPr lvl="3" algn="ctr">
              <a:spcBef>
                <a:spcPts val="0"/>
              </a:spcBef>
              <a:spcAft>
                <a:spcPts val="0"/>
              </a:spcAft>
              <a:buSzPts val="1200"/>
              <a:buNone/>
              <a:defRPr sz="1200"/>
            </a:lvl4pPr>
            <a:lvl5pPr lvl="4" algn="ctr">
              <a:spcBef>
                <a:spcPts val="0"/>
              </a:spcBef>
              <a:spcAft>
                <a:spcPts val="0"/>
              </a:spcAft>
              <a:buSzPts val="1200"/>
              <a:buNone/>
              <a:defRPr sz="1200"/>
            </a:lvl5pPr>
            <a:lvl6pPr lvl="5" algn="ctr">
              <a:spcBef>
                <a:spcPts val="0"/>
              </a:spcBef>
              <a:spcAft>
                <a:spcPts val="0"/>
              </a:spcAft>
              <a:buSzPts val="1200"/>
              <a:buNone/>
              <a:defRPr sz="1200"/>
            </a:lvl6pPr>
            <a:lvl7pPr lvl="6" algn="ctr">
              <a:spcBef>
                <a:spcPts val="0"/>
              </a:spcBef>
              <a:spcAft>
                <a:spcPts val="0"/>
              </a:spcAft>
              <a:buSzPts val="1200"/>
              <a:buNone/>
              <a:defRPr sz="1200"/>
            </a:lvl7pPr>
            <a:lvl8pPr lvl="7" algn="ctr">
              <a:spcBef>
                <a:spcPts val="0"/>
              </a:spcBef>
              <a:spcAft>
                <a:spcPts val="0"/>
              </a:spcAft>
              <a:buSzPts val="1200"/>
              <a:buNone/>
              <a:defRPr sz="1200"/>
            </a:lvl8pPr>
            <a:lvl9pPr lvl="8" algn="ctr">
              <a:spcBef>
                <a:spcPts val="0"/>
              </a:spcBef>
              <a:spcAft>
                <a:spcPts val="0"/>
              </a:spcAft>
              <a:buSzPts val="1200"/>
              <a:buNone/>
              <a:defRPr sz="1200"/>
            </a:lvl9pPr>
          </a:lstStyle>
          <a:p/>
        </p:txBody>
      </p:sp>
      <p:sp>
        <p:nvSpPr>
          <p:cNvPr id="2583" name="Google Shape;2583;p44"/>
          <p:cNvSpPr txBox="1"/>
          <p:nvPr>
            <p:ph idx="6" type="subTitle"/>
          </p:nvPr>
        </p:nvSpPr>
        <p:spPr>
          <a:xfrm>
            <a:off x="2153413" y="928363"/>
            <a:ext cx="1932000" cy="296700"/>
          </a:xfrm>
          <a:prstGeom prst="rect">
            <a:avLst/>
          </a:prstGeom>
          <a:noFill/>
          <a:ln>
            <a:noFill/>
          </a:ln>
        </p:spPr>
        <p:txBody>
          <a:bodyPr anchorCtr="0" anchor="t" bIns="36000" lIns="36000" spcFirstLastPara="1" rIns="36000" wrap="square" tIns="36000">
            <a:noAutofit/>
          </a:bodyPr>
          <a:lstStyle>
            <a:lvl1pPr lvl="0" algn="ctr">
              <a:spcBef>
                <a:spcPts val="0"/>
              </a:spcBef>
              <a:spcAft>
                <a:spcPts val="0"/>
              </a:spcAft>
              <a:buClr>
                <a:srgbClr val="000000"/>
              </a:buClr>
              <a:buSzPts val="1200"/>
              <a:buNone/>
              <a:defRPr sz="1200">
                <a:solidFill>
                  <a:srgbClr val="000000"/>
                </a:solidFill>
              </a:defRPr>
            </a:lvl1pPr>
            <a:lvl2pPr lvl="1" algn="ctr">
              <a:spcBef>
                <a:spcPts val="0"/>
              </a:spcBef>
              <a:spcAft>
                <a:spcPts val="0"/>
              </a:spcAft>
              <a:buSzPts val="1200"/>
              <a:buNone/>
              <a:defRPr sz="1200"/>
            </a:lvl2pPr>
            <a:lvl3pPr lvl="2" algn="ctr">
              <a:spcBef>
                <a:spcPts val="0"/>
              </a:spcBef>
              <a:spcAft>
                <a:spcPts val="0"/>
              </a:spcAft>
              <a:buSzPts val="1200"/>
              <a:buNone/>
              <a:defRPr sz="1200"/>
            </a:lvl3pPr>
            <a:lvl4pPr lvl="3" algn="ctr">
              <a:spcBef>
                <a:spcPts val="0"/>
              </a:spcBef>
              <a:spcAft>
                <a:spcPts val="0"/>
              </a:spcAft>
              <a:buSzPts val="1200"/>
              <a:buNone/>
              <a:defRPr sz="1200"/>
            </a:lvl4pPr>
            <a:lvl5pPr lvl="4" algn="ctr">
              <a:spcBef>
                <a:spcPts val="0"/>
              </a:spcBef>
              <a:spcAft>
                <a:spcPts val="0"/>
              </a:spcAft>
              <a:buSzPts val="1200"/>
              <a:buNone/>
              <a:defRPr sz="1200"/>
            </a:lvl5pPr>
            <a:lvl6pPr lvl="5" algn="ctr">
              <a:spcBef>
                <a:spcPts val="0"/>
              </a:spcBef>
              <a:spcAft>
                <a:spcPts val="0"/>
              </a:spcAft>
              <a:buSzPts val="1200"/>
              <a:buNone/>
              <a:defRPr sz="1200"/>
            </a:lvl6pPr>
            <a:lvl7pPr lvl="6" algn="ctr">
              <a:spcBef>
                <a:spcPts val="0"/>
              </a:spcBef>
              <a:spcAft>
                <a:spcPts val="0"/>
              </a:spcAft>
              <a:buSzPts val="1200"/>
              <a:buNone/>
              <a:defRPr sz="1200"/>
            </a:lvl7pPr>
            <a:lvl8pPr lvl="7" algn="ctr">
              <a:spcBef>
                <a:spcPts val="0"/>
              </a:spcBef>
              <a:spcAft>
                <a:spcPts val="0"/>
              </a:spcAft>
              <a:buSzPts val="1200"/>
              <a:buNone/>
              <a:defRPr sz="1200"/>
            </a:lvl8pPr>
            <a:lvl9pPr lvl="8" algn="ctr">
              <a:spcBef>
                <a:spcPts val="0"/>
              </a:spcBef>
              <a:spcAft>
                <a:spcPts val="0"/>
              </a:spcAft>
              <a:buSzPts val="1200"/>
              <a:buNone/>
              <a:defRPr sz="1200"/>
            </a:lvl9pPr>
          </a:lstStyle>
          <a:p/>
        </p:txBody>
      </p:sp>
      <p:sp>
        <p:nvSpPr>
          <p:cNvPr id="2584" name="Google Shape;2584;p44"/>
          <p:cNvSpPr txBox="1"/>
          <p:nvPr>
            <p:ph idx="7" type="subTitle"/>
          </p:nvPr>
        </p:nvSpPr>
        <p:spPr>
          <a:xfrm>
            <a:off x="4085413" y="928363"/>
            <a:ext cx="1932000" cy="296700"/>
          </a:xfrm>
          <a:prstGeom prst="rect">
            <a:avLst/>
          </a:prstGeom>
          <a:noFill/>
          <a:ln>
            <a:noFill/>
          </a:ln>
        </p:spPr>
        <p:txBody>
          <a:bodyPr anchorCtr="0" anchor="t" bIns="36000" lIns="36000" spcFirstLastPara="1" rIns="36000" wrap="square" tIns="36000">
            <a:noAutofit/>
          </a:bodyPr>
          <a:lstStyle>
            <a:lvl1pPr lvl="0" algn="ctr">
              <a:spcBef>
                <a:spcPts val="0"/>
              </a:spcBef>
              <a:spcAft>
                <a:spcPts val="0"/>
              </a:spcAft>
              <a:buClr>
                <a:srgbClr val="000000"/>
              </a:buClr>
              <a:buSzPts val="1200"/>
              <a:buNone/>
              <a:defRPr sz="1200">
                <a:solidFill>
                  <a:srgbClr val="000000"/>
                </a:solidFill>
              </a:defRPr>
            </a:lvl1pPr>
            <a:lvl2pPr lvl="1" algn="ctr">
              <a:spcBef>
                <a:spcPts val="0"/>
              </a:spcBef>
              <a:spcAft>
                <a:spcPts val="0"/>
              </a:spcAft>
              <a:buSzPts val="1200"/>
              <a:buNone/>
              <a:defRPr sz="1200"/>
            </a:lvl2pPr>
            <a:lvl3pPr lvl="2" algn="ctr">
              <a:spcBef>
                <a:spcPts val="0"/>
              </a:spcBef>
              <a:spcAft>
                <a:spcPts val="0"/>
              </a:spcAft>
              <a:buSzPts val="1200"/>
              <a:buNone/>
              <a:defRPr sz="1200"/>
            </a:lvl3pPr>
            <a:lvl4pPr lvl="3" algn="ctr">
              <a:spcBef>
                <a:spcPts val="0"/>
              </a:spcBef>
              <a:spcAft>
                <a:spcPts val="0"/>
              </a:spcAft>
              <a:buSzPts val="1200"/>
              <a:buNone/>
              <a:defRPr sz="1200"/>
            </a:lvl4pPr>
            <a:lvl5pPr lvl="4" algn="ctr">
              <a:spcBef>
                <a:spcPts val="0"/>
              </a:spcBef>
              <a:spcAft>
                <a:spcPts val="0"/>
              </a:spcAft>
              <a:buSzPts val="1200"/>
              <a:buNone/>
              <a:defRPr sz="1200"/>
            </a:lvl5pPr>
            <a:lvl6pPr lvl="5" algn="ctr">
              <a:spcBef>
                <a:spcPts val="0"/>
              </a:spcBef>
              <a:spcAft>
                <a:spcPts val="0"/>
              </a:spcAft>
              <a:buSzPts val="1200"/>
              <a:buNone/>
              <a:defRPr sz="1200"/>
            </a:lvl6pPr>
            <a:lvl7pPr lvl="6" algn="ctr">
              <a:spcBef>
                <a:spcPts val="0"/>
              </a:spcBef>
              <a:spcAft>
                <a:spcPts val="0"/>
              </a:spcAft>
              <a:buSzPts val="1200"/>
              <a:buNone/>
              <a:defRPr sz="1200"/>
            </a:lvl7pPr>
            <a:lvl8pPr lvl="7" algn="ctr">
              <a:spcBef>
                <a:spcPts val="0"/>
              </a:spcBef>
              <a:spcAft>
                <a:spcPts val="0"/>
              </a:spcAft>
              <a:buSzPts val="1200"/>
              <a:buNone/>
              <a:defRPr sz="1200"/>
            </a:lvl8pPr>
            <a:lvl9pPr lvl="8" algn="ctr">
              <a:spcBef>
                <a:spcPts val="0"/>
              </a:spcBef>
              <a:spcAft>
                <a:spcPts val="0"/>
              </a:spcAft>
              <a:buSzPts val="1200"/>
              <a:buNone/>
              <a:defRPr sz="1200"/>
            </a:lvl9pPr>
          </a:lstStyle>
          <a:p/>
        </p:txBody>
      </p:sp>
      <p:sp>
        <p:nvSpPr>
          <p:cNvPr id="2585" name="Google Shape;2585;p44"/>
          <p:cNvSpPr txBox="1"/>
          <p:nvPr>
            <p:ph idx="8" type="subTitle"/>
          </p:nvPr>
        </p:nvSpPr>
        <p:spPr>
          <a:xfrm>
            <a:off x="6017713" y="928363"/>
            <a:ext cx="1932000" cy="296700"/>
          </a:xfrm>
          <a:prstGeom prst="rect">
            <a:avLst/>
          </a:prstGeom>
          <a:noFill/>
          <a:ln>
            <a:noFill/>
          </a:ln>
        </p:spPr>
        <p:txBody>
          <a:bodyPr anchorCtr="0" anchor="t" bIns="36000" lIns="36000" spcFirstLastPara="1" rIns="36000" wrap="square" tIns="36000">
            <a:noAutofit/>
          </a:bodyPr>
          <a:lstStyle>
            <a:lvl1pPr lvl="0" algn="ctr">
              <a:spcBef>
                <a:spcPts val="0"/>
              </a:spcBef>
              <a:spcAft>
                <a:spcPts val="0"/>
              </a:spcAft>
              <a:buClr>
                <a:srgbClr val="000000"/>
              </a:buClr>
              <a:buSzPts val="1200"/>
              <a:buNone/>
              <a:defRPr sz="1200">
                <a:solidFill>
                  <a:srgbClr val="000000"/>
                </a:solidFill>
              </a:defRPr>
            </a:lvl1pPr>
            <a:lvl2pPr lvl="1" algn="ctr">
              <a:spcBef>
                <a:spcPts val="0"/>
              </a:spcBef>
              <a:spcAft>
                <a:spcPts val="0"/>
              </a:spcAft>
              <a:buSzPts val="1200"/>
              <a:buNone/>
              <a:defRPr sz="1200"/>
            </a:lvl2pPr>
            <a:lvl3pPr lvl="2" algn="ctr">
              <a:spcBef>
                <a:spcPts val="0"/>
              </a:spcBef>
              <a:spcAft>
                <a:spcPts val="0"/>
              </a:spcAft>
              <a:buSzPts val="1200"/>
              <a:buNone/>
              <a:defRPr sz="1200"/>
            </a:lvl3pPr>
            <a:lvl4pPr lvl="3" algn="ctr">
              <a:spcBef>
                <a:spcPts val="0"/>
              </a:spcBef>
              <a:spcAft>
                <a:spcPts val="0"/>
              </a:spcAft>
              <a:buSzPts val="1200"/>
              <a:buNone/>
              <a:defRPr sz="1200"/>
            </a:lvl4pPr>
            <a:lvl5pPr lvl="4" algn="ctr">
              <a:spcBef>
                <a:spcPts val="0"/>
              </a:spcBef>
              <a:spcAft>
                <a:spcPts val="0"/>
              </a:spcAft>
              <a:buSzPts val="1200"/>
              <a:buNone/>
              <a:defRPr sz="1200"/>
            </a:lvl5pPr>
            <a:lvl6pPr lvl="5" algn="ctr">
              <a:spcBef>
                <a:spcPts val="0"/>
              </a:spcBef>
              <a:spcAft>
                <a:spcPts val="0"/>
              </a:spcAft>
              <a:buSzPts val="1200"/>
              <a:buNone/>
              <a:defRPr sz="1200"/>
            </a:lvl6pPr>
            <a:lvl7pPr lvl="6" algn="ctr">
              <a:spcBef>
                <a:spcPts val="0"/>
              </a:spcBef>
              <a:spcAft>
                <a:spcPts val="0"/>
              </a:spcAft>
              <a:buSzPts val="1200"/>
              <a:buNone/>
              <a:defRPr sz="1200"/>
            </a:lvl7pPr>
            <a:lvl8pPr lvl="7" algn="ctr">
              <a:spcBef>
                <a:spcPts val="0"/>
              </a:spcBef>
              <a:spcAft>
                <a:spcPts val="0"/>
              </a:spcAft>
              <a:buSzPts val="1200"/>
              <a:buNone/>
              <a:defRPr sz="1200"/>
            </a:lvl8pPr>
            <a:lvl9pPr lvl="8" algn="ctr">
              <a:spcBef>
                <a:spcPts val="0"/>
              </a:spcBef>
              <a:spcAft>
                <a:spcPts val="0"/>
              </a:spcAft>
              <a:buSzPts val="1200"/>
              <a:buNone/>
              <a:defRPr sz="1200"/>
            </a:lvl9pPr>
          </a:lstStyle>
          <a:p/>
        </p:txBody>
      </p:sp>
      <p:sp>
        <p:nvSpPr>
          <p:cNvPr id="2586" name="Google Shape;2586;p44"/>
          <p:cNvSpPr txBox="1"/>
          <p:nvPr>
            <p:ph idx="9" type="subTitle"/>
          </p:nvPr>
        </p:nvSpPr>
        <p:spPr>
          <a:xfrm>
            <a:off x="7949713" y="928363"/>
            <a:ext cx="1932000" cy="296700"/>
          </a:xfrm>
          <a:prstGeom prst="rect">
            <a:avLst/>
          </a:prstGeom>
          <a:noFill/>
          <a:ln>
            <a:noFill/>
          </a:ln>
        </p:spPr>
        <p:txBody>
          <a:bodyPr anchorCtr="0" anchor="t" bIns="36000" lIns="36000" spcFirstLastPara="1" rIns="36000" wrap="square" tIns="36000">
            <a:noAutofit/>
          </a:bodyPr>
          <a:lstStyle>
            <a:lvl1pPr lvl="0" algn="ctr">
              <a:spcBef>
                <a:spcPts val="0"/>
              </a:spcBef>
              <a:spcAft>
                <a:spcPts val="0"/>
              </a:spcAft>
              <a:buClr>
                <a:srgbClr val="000000"/>
              </a:buClr>
              <a:buSzPts val="1200"/>
              <a:buNone/>
              <a:defRPr sz="1200">
                <a:solidFill>
                  <a:srgbClr val="000000"/>
                </a:solidFill>
              </a:defRPr>
            </a:lvl1pPr>
            <a:lvl2pPr lvl="1" algn="ctr">
              <a:spcBef>
                <a:spcPts val="0"/>
              </a:spcBef>
              <a:spcAft>
                <a:spcPts val="0"/>
              </a:spcAft>
              <a:buSzPts val="1200"/>
              <a:buNone/>
              <a:defRPr sz="1200"/>
            </a:lvl2pPr>
            <a:lvl3pPr lvl="2" algn="ctr">
              <a:spcBef>
                <a:spcPts val="0"/>
              </a:spcBef>
              <a:spcAft>
                <a:spcPts val="0"/>
              </a:spcAft>
              <a:buSzPts val="1200"/>
              <a:buNone/>
              <a:defRPr sz="1200"/>
            </a:lvl3pPr>
            <a:lvl4pPr lvl="3" algn="ctr">
              <a:spcBef>
                <a:spcPts val="0"/>
              </a:spcBef>
              <a:spcAft>
                <a:spcPts val="0"/>
              </a:spcAft>
              <a:buSzPts val="1200"/>
              <a:buNone/>
              <a:defRPr sz="1200"/>
            </a:lvl4pPr>
            <a:lvl5pPr lvl="4" algn="ctr">
              <a:spcBef>
                <a:spcPts val="0"/>
              </a:spcBef>
              <a:spcAft>
                <a:spcPts val="0"/>
              </a:spcAft>
              <a:buSzPts val="1200"/>
              <a:buNone/>
              <a:defRPr sz="1200"/>
            </a:lvl5pPr>
            <a:lvl6pPr lvl="5" algn="ctr">
              <a:spcBef>
                <a:spcPts val="0"/>
              </a:spcBef>
              <a:spcAft>
                <a:spcPts val="0"/>
              </a:spcAft>
              <a:buSzPts val="1200"/>
              <a:buNone/>
              <a:defRPr sz="1200"/>
            </a:lvl6pPr>
            <a:lvl7pPr lvl="6" algn="ctr">
              <a:spcBef>
                <a:spcPts val="0"/>
              </a:spcBef>
              <a:spcAft>
                <a:spcPts val="0"/>
              </a:spcAft>
              <a:buSzPts val="1200"/>
              <a:buNone/>
              <a:defRPr sz="1200"/>
            </a:lvl7pPr>
            <a:lvl8pPr lvl="7" algn="ctr">
              <a:spcBef>
                <a:spcPts val="0"/>
              </a:spcBef>
              <a:spcAft>
                <a:spcPts val="0"/>
              </a:spcAft>
              <a:buSzPts val="1200"/>
              <a:buNone/>
              <a:defRPr sz="1200"/>
            </a:lvl8pPr>
            <a:lvl9pPr lvl="8" algn="ctr">
              <a:spcBef>
                <a:spcPts val="0"/>
              </a:spcBef>
              <a:spcAft>
                <a:spcPts val="0"/>
              </a:spcAft>
              <a:buSzPts val="1200"/>
              <a:buNone/>
              <a:defRPr sz="1200"/>
            </a:lvl9pPr>
          </a:lstStyle>
          <a:p/>
        </p:txBody>
      </p:sp>
      <p:sp>
        <p:nvSpPr>
          <p:cNvPr id="2587" name="Google Shape;2587;p44"/>
          <p:cNvSpPr txBox="1"/>
          <p:nvPr>
            <p:ph idx="13" type="body"/>
          </p:nvPr>
        </p:nvSpPr>
        <p:spPr>
          <a:xfrm>
            <a:off x="221125" y="576026"/>
            <a:ext cx="2102700" cy="160500"/>
          </a:xfrm>
          <a:prstGeom prst="rect">
            <a:avLst/>
          </a:prstGeom>
          <a:noFill/>
          <a:ln>
            <a:noFill/>
          </a:ln>
        </p:spPr>
        <p:txBody>
          <a:bodyPr anchorCtr="0" anchor="t" bIns="0" lIns="0" spcFirstLastPara="1" rIns="0" wrap="square" tIns="0">
            <a:noAutofit/>
          </a:bodyPr>
          <a:lstStyle>
            <a:lvl1pPr indent="-292100" lvl="0" marL="457200" algn="ctr">
              <a:spcBef>
                <a:spcPts val="0"/>
              </a:spcBef>
              <a:spcAft>
                <a:spcPts val="0"/>
              </a:spcAft>
              <a:buClr>
                <a:srgbClr val="FFFFFF"/>
              </a:buClr>
              <a:buSzPts val="1000"/>
              <a:buChar char="●"/>
              <a:defRPr sz="1000">
                <a:solidFill>
                  <a:srgbClr val="FFFFFF"/>
                </a:solidFill>
              </a:defRPr>
            </a:lvl1pPr>
            <a:lvl2pPr indent="-292100" lvl="1" marL="914400" algn="ctr">
              <a:spcBef>
                <a:spcPts val="0"/>
              </a:spcBef>
              <a:spcAft>
                <a:spcPts val="0"/>
              </a:spcAft>
              <a:buClr>
                <a:srgbClr val="FFFFFF"/>
              </a:buClr>
              <a:buSzPts val="1000"/>
              <a:buChar char="○"/>
              <a:defRPr sz="1000">
                <a:solidFill>
                  <a:srgbClr val="FFFFFF"/>
                </a:solidFill>
              </a:defRPr>
            </a:lvl2pPr>
            <a:lvl3pPr indent="-292100" lvl="2" marL="1371600" algn="ctr">
              <a:spcBef>
                <a:spcPts val="0"/>
              </a:spcBef>
              <a:spcAft>
                <a:spcPts val="0"/>
              </a:spcAft>
              <a:buClr>
                <a:srgbClr val="FFFFFF"/>
              </a:buClr>
              <a:buSzPts val="1000"/>
              <a:buChar char="■"/>
              <a:defRPr sz="1000">
                <a:solidFill>
                  <a:srgbClr val="FFFFFF"/>
                </a:solidFill>
              </a:defRPr>
            </a:lvl3pPr>
            <a:lvl4pPr indent="-292100" lvl="3" marL="1828800" algn="ctr">
              <a:spcBef>
                <a:spcPts val="0"/>
              </a:spcBef>
              <a:spcAft>
                <a:spcPts val="0"/>
              </a:spcAft>
              <a:buClr>
                <a:srgbClr val="FFFFFF"/>
              </a:buClr>
              <a:buSzPts val="1000"/>
              <a:buChar char="●"/>
              <a:defRPr sz="1000">
                <a:solidFill>
                  <a:srgbClr val="FFFFFF"/>
                </a:solidFill>
              </a:defRPr>
            </a:lvl4pPr>
            <a:lvl5pPr indent="-292100" lvl="4" marL="2286000" algn="ctr">
              <a:spcBef>
                <a:spcPts val="0"/>
              </a:spcBef>
              <a:spcAft>
                <a:spcPts val="0"/>
              </a:spcAft>
              <a:buClr>
                <a:srgbClr val="FFFFFF"/>
              </a:buClr>
              <a:buSzPts val="1000"/>
              <a:buChar char="○"/>
              <a:defRPr sz="1000">
                <a:solidFill>
                  <a:srgbClr val="FFFFFF"/>
                </a:solidFill>
              </a:defRPr>
            </a:lvl5pPr>
            <a:lvl6pPr indent="-292100" lvl="5" marL="2743200" algn="ctr">
              <a:spcBef>
                <a:spcPts val="0"/>
              </a:spcBef>
              <a:spcAft>
                <a:spcPts val="0"/>
              </a:spcAft>
              <a:buClr>
                <a:srgbClr val="FFFFFF"/>
              </a:buClr>
              <a:buSzPts val="1000"/>
              <a:buChar char="■"/>
              <a:defRPr sz="1000">
                <a:solidFill>
                  <a:srgbClr val="FFFFFF"/>
                </a:solidFill>
              </a:defRPr>
            </a:lvl6pPr>
            <a:lvl7pPr indent="-292100" lvl="6" marL="3200400" algn="ctr">
              <a:spcBef>
                <a:spcPts val="0"/>
              </a:spcBef>
              <a:spcAft>
                <a:spcPts val="0"/>
              </a:spcAft>
              <a:buClr>
                <a:srgbClr val="FFFFFF"/>
              </a:buClr>
              <a:buSzPts val="1000"/>
              <a:buChar char="●"/>
              <a:defRPr sz="1000">
                <a:solidFill>
                  <a:srgbClr val="FFFFFF"/>
                </a:solidFill>
              </a:defRPr>
            </a:lvl7pPr>
            <a:lvl8pPr indent="-292100" lvl="7" marL="3657600" algn="ctr">
              <a:spcBef>
                <a:spcPts val="0"/>
              </a:spcBef>
              <a:spcAft>
                <a:spcPts val="0"/>
              </a:spcAft>
              <a:buClr>
                <a:srgbClr val="FFFFFF"/>
              </a:buClr>
              <a:buSzPts val="1000"/>
              <a:buChar char="○"/>
              <a:defRPr sz="1000">
                <a:solidFill>
                  <a:srgbClr val="FFFFFF"/>
                </a:solidFill>
              </a:defRPr>
            </a:lvl8pPr>
            <a:lvl9pPr indent="-292100" lvl="8" marL="4114800" algn="ctr">
              <a:spcBef>
                <a:spcPts val="0"/>
              </a:spcBef>
              <a:spcAft>
                <a:spcPts val="0"/>
              </a:spcAft>
              <a:buClr>
                <a:srgbClr val="FFFFFF"/>
              </a:buClr>
              <a:buSzPts val="1000"/>
              <a:buChar char="■"/>
              <a:defRPr sz="1000">
                <a:solidFill>
                  <a:srgbClr val="FFFFFF"/>
                </a:solidFill>
              </a:defRPr>
            </a:lvl9pPr>
          </a:lstStyle>
          <a:p/>
        </p:txBody>
      </p:sp>
    </p:spTree>
  </p:cSld>
  <p:clrMapOvr>
    <a:masterClrMapping/>
  </p:clrMapOvr>
</p:sldLayout>
</file>

<file path=ppt/slideLayouts/slideLayout4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0.1 Plantilla de Proceso">
  <p:cSld name="TITLE_3">
    <p:spTree>
      <p:nvGrpSpPr>
        <p:cNvPr id="2592" name="Shape 2592"/>
        <p:cNvGrpSpPr/>
        <p:nvPr/>
      </p:nvGrpSpPr>
      <p:grpSpPr>
        <a:xfrm>
          <a:off x="0" y="0"/>
          <a:ext cx="0" cy="0"/>
          <a:chOff x="0" y="0"/>
          <a:chExt cx="0" cy="0"/>
        </a:xfrm>
      </p:grpSpPr>
      <p:sp>
        <p:nvSpPr>
          <p:cNvPr id="2593" name="Google Shape;2593;p46"/>
          <p:cNvSpPr/>
          <p:nvPr/>
        </p:nvSpPr>
        <p:spPr>
          <a:xfrm>
            <a:off x="97888" y="377012"/>
            <a:ext cx="9893400" cy="296700"/>
          </a:xfrm>
          <a:prstGeom prst="roundRect">
            <a:avLst>
              <a:gd fmla="val 22902" name="adj"/>
            </a:avLst>
          </a:prstGeom>
          <a:solidFill>
            <a:srgbClr val="F3F3F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2594" name="Google Shape;2594;p46"/>
          <p:cNvSpPr/>
          <p:nvPr/>
        </p:nvSpPr>
        <p:spPr>
          <a:xfrm>
            <a:off x="77688" y="358938"/>
            <a:ext cx="9935700" cy="6438000"/>
          </a:xfrm>
          <a:prstGeom prst="roundRect">
            <a:avLst>
              <a:gd fmla="val 2618" name="adj"/>
            </a:avLst>
          </a:prstGeom>
          <a:solidFill>
            <a:srgbClr val="FFFFFF"/>
          </a:solidFill>
          <a:ln cap="flat" cmpd="sng" w="38100">
            <a:solidFill>
              <a:srgbClr val="000000"/>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595" name="Google Shape;2595;p46"/>
          <p:cNvCxnSpPr/>
          <p:nvPr/>
        </p:nvCxnSpPr>
        <p:spPr>
          <a:xfrm>
            <a:off x="77688" y="772614"/>
            <a:ext cx="9935700" cy="0"/>
          </a:xfrm>
          <a:prstGeom prst="straightConnector1">
            <a:avLst/>
          </a:prstGeom>
          <a:noFill/>
          <a:ln cap="flat" cmpd="sng" w="19050">
            <a:solidFill>
              <a:srgbClr val="000000"/>
            </a:solidFill>
            <a:prstDash val="solid"/>
            <a:round/>
            <a:headEnd len="med" w="med" type="none"/>
            <a:tailEnd len="med" w="med" type="none"/>
          </a:ln>
        </p:spPr>
      </p:cxnSp>
      <p:cxnSp>
        <p:nvCxnSpPr>
          <p:cNvPr id="2596" name="Google Shape;2596;p46"/>
          <p:cNvCxnSpPr/>
          <p:nvPr/>
        </p:nvCxnSpPr>
        <p:spPr>
          <a:xfrm rot="10800000">
            <a:off x="2439038" y="368188"/>
            <a:ext cx="0" cy="402300"/>
          </a:xfrm>
          <a:prstGeom prst="straightConnector1">
            <a:avLst/>
          </a:prstGeom>
          <a:noFill/>
          <a:ln cap="flat" cmpd="sng" w="19050">
            <a:solidFill>
              <a:srgbClr val="000000"/>
            </a:solidFill>
            <a:prstDash val="solid"/>
            <a:round/>
            <a:headEnd len="med" w="med" type="none"/>
            <a:tailEnd len="med" w="med" type="none"/>
          </a:ln>
        </p:spPr>
      </p:cxnSp>
      <p:sp>
        <p:nvSpPr>
          <p:cNvPr id="2597" name="Google Shape;2597;p46"/>
          <p:cNvSpPr txBox="1"/>
          <p:nvPr>
            <p:ph type="title"/>
          </p:nvPr>
        </p:nvSpPr>
        <p:spPr>
          <a:xfrm flipH="1">
            <a:off x="3219174" y="437575"/>
            <a:ext cx="1731300" cy="2658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200"/>
              <a:buNone/>
              <a:defRPr sz="1200">
                <a:solidFill>
                  <a:srgbClr val="000000"/>
                </a:solidFill>
              </a:defRPr>
            </a:lvl1pPr>
            <a:lvl2pPr lvl="1">
              <a:spcBef>
                <a:spcPts val="0"/>
              </a:spcBef>
              <a:spcAft>
                <a:spcPts val="0"/>
              </a:spcAft>
              <a:buClr>
                <a:srgbClr val="000000"/>
              </a:buClr>
              <a:buSzPts val="1100"/>
              <a:buNone/>
              <a:defRPr sz="1100">
                <a:solidFill>
                  <a:srgbClr val="000000"/>
                </a:solidFill>
              </a:defRPr>
            </a:lvl2pPr>
            <a:lvl3pPr lvl="2">
              <a:spcBef>
                <a:spcPts val="0"/>
              </a:spcBef>
              <a:spcAft>
                <a:spcPts val="0"/>
              </a:spcAft>
              <a:buClr>
                <a:srgbClr val="000000"/>
              </a:buClr>
              <a:buSzPts val="1100"/>
              <a:buNone/>
              <a:defRPr sz="1100">
                <a:solidFill>
                  <a:srgbClr val="000000"/>
                </a:solidFill>
              </a:defRPr>
            </a:lvl3pPr>
            <a:lvl4pPr lvl="3">
              <a:spcBef>
                <a:spcPts val="0"/>
              </a:spcBef>
              <a:spcAft>
                <a:spcPts val="0"/>
              </a:spcAft>
              <a:buClr>
                <a:srgbClr val="000000"/>
              </a:buClr>
              <a:buSzPts val="1100"/>
              <a:buNone/>
              <a:defRPr sz="1100">
                <a:solidFill>
                  <a:srgbClr val="000000"/>
                </a:solidFill>
              </a:defRPr>
            </a:lvl4pPr>
            <a:lvl5pPr lvl="4">
              <a:spcBef>
                <a:spcPts val="0"/>
              </a:spcBef>
              <a:spcAft>
                <a:spcPts val="0"/>
              </a:spcAft>
              <a:buClr>
                <a:srgbClr val="000000"/>
              </a:buClr>
              <a:buSzPts val="1100"/>
              <a:buNone/>
              <a:defRPr sz="1100">
                <a:solidFill>
                  <a:srgbClr val="000000"/>
                </a:solidFill>
              </a:defRPr>
            </a:lvl5pPr>
            <a:lvl6pPr lvl="5">
              <a:spcBef>
                <a:spcPts val="0"/>
              </a:spcBef>
              <a:spcAft>
                <a:spcPts val="0"/>
              </a:spcAft>
              <a:buClr>
                <a:srgbClr val="000000"/>
              </a:buClr>
              <a:buSzPts val="1100"/>
              <a:buNone/>
              <a:defRPr sz="1100">
                <a:solidFill>
                  <a:srgbClr val="000000"/>
                </a:solidFill>
              </a:defRPr>
            </a:lvl6pPr>
            <a:lvl7pPr lvl="6">
              <a:spcBef>
                <a:spcPts val="0"/>
              </a:spcBef>
              <a:spcAft>
                <a:spcPts val="0"/>
              </a:spcAft>
              <a:buClr>
                <a:srgbClr val="000000"/>
              </a:buClr>
              <a:buSzPts val="1100"/>
              <a:buNone/>
              <a:defRPr sz="1100">
                <a:solidFill>
                  <a:srgbClr val="000000"/>
                </a:solidFill>
              </a:defRPr>
            </a:lvl7pPr>
            <a:lvl8pPr lvl="7">
              <a:spcBef>
                <a:spcPts val="0"/>
              </a:spcBef>
              <a:spcAft>
                <a:spcPts val="0"/>
              </a:spcAft>
              <a:buClr>
                <a:srgbClr val="000000"/>
              </a:buClr>
              <a:buSzPts val="1100"/>
              <a:buNone/>
              <a:defRPr sz="1100">
                <a:solidFill>
                  <a:srgbClr val="000000"/>
                </a:solidFill>
              </a:defRPr>
            </a:lvl8pPr>
            <a:lvl9pPr lvl="8">
              <a:spcBef>
                <a:spcPts val="0"/>
              </a:spcBef>
              <a:spcAft>
                <a:spcPts val="0"/>
              </a:spcAft>
              <a:buClr>
                <a:srgbClr val="000000"/>
              </a:buClr>
              <a:buSzPts val="1100"/>
              <a:buNone/>
              <a:defRPr sz="1100">
                <a:solidFill>
                  <a:srgbClr val="000000"/>
                </a:solidFill>
              </a:defRPr>
            </a:lvl9pPr>
          </a:lstStyle>
          <a:p/>
        </p:txBody>
      </p:sp>
      <p:sp>
        <p:nvSpPr>
          <p:cNvPr id="2598" name="Google Shape;2598;p46"/>
          <p:cNvSpPr txBox="1"/>
          <p:nvPr/>
        </p:nvSpPr>
        <p:spPr>
          <a:xfrm>
            <a:off x="2513487" y="437267"/>
            <a:ext cx="679500" cy="2664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b="1" lang="es-419" sz="1100"/>
              <a:t>Proceso:</a:t>
            </a:r>
            <a:endParaRPr b="1" sz="1100"/>
          </a:p>
        </p:txBody>
      </p:sp>
      <p:cxnSp>
        <p:nvCxnSpPr>
          <p:cNvPr id="2599" name="Google Shape;2599;p46"/>
          <p:cNvCxnSpPr/>
          <p:nvPr/>
        </p:nvCxnSpPr>
        <p:spPr>
          <a:xfrm rot="10800000">
            <a:off x="5070754" y="368188"/>
            <a:ext cx="0" cy="402300"/>
          </a:xfrm>
          <a:prstGeom prst="straightConnector1">
            <a:avLst/>
          </a:prstGeom>
          <a:noFill/>
          <a:ln cap="flat" cmpd="sng" w="19050">
            <a:solidFill>
              <a:srgbClr val="000000"/>
            </a:solidFill>
            <a:prstDash val="solid"/>
            <a:round/>
            <a:headEnd len="med" w="med" type="none"/>
            <a:tailEnd len="med" w="med" type="none"/>
          </a:ln>
        </p:spPr>
      </p:cxnSp>
      <p:sp>
        <p:nvSpPr>
          <p:cNvPr id="2600" name="Google Shape;2600;p46"/>
          <p:cNvSpPr/>
          <p:nvPr/>
        </p:nvSpPr>
        <p:spPr>
          <a:xfrm>
            <a:off x="77688" y="349338"/>
            <a:ext cx="2361300" cy="421200"/>
          </a:xfrm>
          <a:prstGeom prst="roundRect">
            <a:avLst>
              <a:gd fmla="val 50000" name="adj"/>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s-419" sz="1200">
                <a:solidFill>
                  <a:srgbClr val="FFFFFF"/>
                </a:solidFill>
              </a:rPr>
              <a:t>Plantilla de proceso</a:t>
            </a:r>
            <a:endParaRPr b="1" sz="1200">
              <a:solidFill>
                <a:srgbClr val="FFFFFF"/>
              </a:solidFill>
            </a:endParaRPr>
          </a:p>
          <a:p>
            <a:pPr indent="0" lvl="0" marL="0" rtl="0" algn="ctr">
              <a:spcBef>
                <a:spcPts val="0"/>
              </a:spcBef>
              <a:spcAft>
                <a:spcPts val="0"/>
              </a:spcAft>
              <a:buNone/>
            </a:pPr>
            <a:r>
              <a:t/>
            </a:r>
            <a:endParaRPr b="1" sz="1200">
              <a:solidFill>
                <a:srgbClr val="FFFFFF"/>
              </a:solidFill>
            </a:endParaRPr>
          </a:p>
        </p:txBody>
      </p:sp>
      <p:sp>
        <p:nvSpPr>
          <p:cNvPr id="2601" name="Google Shape;2601;p46"/>
          <p:cNvSpPr/>
          <p:nvPr/>
        </p:nvSpPr>
        <p:spPr>
          <a:xfrm>
            <a:off x="83988" y="595504"/>
            <a:ext cx="190200" cy="1692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 name="Google Shape;2602;p46"/>
          <p:cNvSpPr/>
          <p:nvPr/>
        </p:nvSpPr>
        <p:spPr>
          <a:xfrm>
            <a:off x="2292338" y="358938"/>
            <a:ext cx="146700" cy="4023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 name="Google Shape;2603;p46"/>
          <p:cNvSpPr txBox="1"/>
          <p:nvPr>
            <p:ph idx="1" type="body"/>
          </p:nvPr>
        </p:nvSpPr>
        <p:spPr>
          <a:xfrm>
            <a:off x="641150" y="612125"/>
            <a:ext cx="1770300" cy="160500"/>
          </a:xfrm>
          <a:prstGeom prst="rect">
            <a:avLst/>
          </a:prstGeom>
          <a:noFill/>
          <a:ln>
            <a:noFill/>
          </a:ln>
        </p:spPr>
        <p:txBody>
          <a:bodyPr anchorCtr="0" anchor="t" bIns="0" lIns="0" spcFirstLastPara="1" rIns="0" wrap="square" tIns="0">
            <a:noAutofit/>
          </a:bodyPr>
          <a:lstStyle>
            <a:lvl1pPr indent="-292100" lvl="0" marL="457200" algn="ctr">
              <a:spcBef>
                <a:spcPts val="0"/>
              </a:spcBef>
              <a:spcAft>
                <a:spcPts val="0"/>
              </a:spcAft>
              <a:buClr>
                <a:srgbClr val="FFFFFF"/>
              </a:buClr>
              <a:buSzPts val="1000"/>
              <a:buChar char="●"/>
              <a:defRPr sz="1000">
                <a:solidFill>
                  <a:srgbClr val="FFFFFF"/>
                </a:solidFill>
              </a:defRPr>
            </a:lvl1pPr>
            <a:lvl2pPr indent="-292100" lvl="1" marL="914400" algn="ctr">
              <a:spcBef>
                <a:spcPts val="0"/>
              </a:spcBef>
              <a:spcAft>
                <a:spcPts val="0"/>
              </a:spcAft>
              <a:buClr>
                <a:srgbClr val="FFFFFF"/>
              </a:buClr>
              <a:buSzPts val="1000"/>
              <a:buChar char="○"/>
              <a:defRPr sz="1000">
                <a:solidFill>
                  <a:srgbClr val="FFFFFF"/>
                </a:solidFill>
              </a:defRPr>
            </a:lvl2pPr>
            <a:lvl3pPr indent="-292100" lvl="2" marL="1371600" algn="ctr">
              <a:spcBef>
                <a:spcPts val="0"/>
              </a:spcBef>
              <a:spcAft>
                <a:spcPts val="0"/>
              </a:spcAft>
              <a:buClr>
                <a:srgbClr val="FFFFFF"/>
              </a:buClr>
              <a:buSzPts val="1000"/>
              <a:buChar char="■"/>
              <a:defRPr sz="1000">
                <a:solidFill>
                  <a:srgbClr val="FFFFFF"/>
                </a:solidFill>
              </a:defRPr>
            </a:lvl3pPr>
            <a:lvl4pPr indent="-292100" lvl="3" marL="1828800" algn="ctr">
              <a:spcBef>
                <a:spcPts val="0"/>
              </a:spcBef>
              <a:spcAft>
                <a:spcPts val="0"/>
              </a:spcAft>
              <a:buClr>
                <a:srgbClr val="FFFFFF"/>
              </a:buClr>
              <a:buSzPts val="1000"/>
              <a:buChar char="●"/>
              <a:defRPr sz="1000">
                <a:solidFill>
                  <a:srgbClr val="FFFFFF"/>
                </a:solidFill>
              </a:defRPr>
            </a:lvl4pPr>
            <a:lvl5pPr indent="-292100" lvl="4" marL="2286000" algn="ctr">
              <a:spcBef>
                <a:spcPts val="0"/>
              </a:spcBef>
              <a:spcAft>
                <a:spcPts val="0"/>
              </a:spcAft>
              <a:buClr>
                <a:srgbClr val="FFFFFF"/>
              </a:buClr>
              <a:buSzPts val="1000"/>
              <a:buChar char="○"/>
              <a:defRPr sz="1000">
                <a:solidFill>
                  <a:srgbClr val="FFFFFF"/>
                </a:solidFill>
              </a:defRPr>
            </a:lvl5pPr>
            <a:lvl6pPr indent="-292100" lvl="5" marL="2743200" algn="ctr">
              <a:spcBef>
                <a:spcPts val="0"/>
              </a:spcBef>
              <a:spcAft>
                <a:spcPts val="0"/>
              </a:spcAft>
              <a:buClr>
                <a:srgbClr val="FFFFFF"/>
              </a:buClr>
              <a:buSzPts val="1000"/>
              <a:buChar char="■"/>
              <a:defRPr sz="1000">
                <a:solidFill>
                  <a:srgbClr val="FFFFFF"/>
                </a:solidFill>
              </a:defRPr>
            </a:lvl6pPr>
            <a:lvl7pPr indent="-292100" lvl="6" marL="3200400" algn="ctr">
              <a:spcBef>
                <a:spcPts val="0"/>
              </a:spcBef>
              <a:spcAft>
                <a:spcPts val="0"/>
              </a:spcAft>
              <a:buClr>
                <a:srgbClr val="FFFFFF"/>
              </a:buClr>
              <a:buSzPts val="1000"/>
              <a:buChar char="●"/>
              <a:defRPr sz="1000">
                <a:solidFill>
                  <a:srgbClr val="FFFFFF"/>
                </a:solidFill>
              </a:defRPr>
            </a:lvl7pPr>
            <a:lvl8pPr indent="-292100" lvl="7" marL="3657600" algn="ctr">
              <a:spcBef>
                <a:spcPts val="0"/>
              </a:spcBef>
              <a:spcAft>
                <a:spcPts val="0"/>
              </a:spcAft>
              <a:buClr>
                <a:srgbClr val="FFFFFF"/>
              </a:buClr>
              <a:buSzPts val="1000"/>
              <a:buChar char="○"/>
              <a:defRPr sz="1000">
                <a:solidFill>
                  <a:srgbClr val="FFFFFF"/>
                </a:solidFill>
              </a:defRPr>
            </a:lvl8pPr>
            <a:lvl9pPr indent="-292100" lvl="8" marL="4114800" algn="ctr">
              <a:spcBef>
                <a:spcPts val="0"/>
              </a:spcBef>
              <a:spcAft>
                <a:spcPts val="0"/>
              </a:spcAft>
              <a:buClr>
                <a:srgbClr val="FFFFFF"/>
              </a:buClr>
              <a:buSzPts val="1000"/>
              <a:buChar char="■"/>
              <a:defRPr sz="1000">
                <a:solidFill>
                  <a:srgbClr val="FFFFFF"/>
                </a:solidFill>
              </a:defRPr>
            </a:lvl9pPr>
          </a:lstStyle>
          <a:p/>
        </p:txBody>
      </p:sp>
      <p:sp>
        <p:nvSpPr>
          <p:cNvPr id="2604" name="Google Shape;2604;p46"/>
          <p:cNvSpPr txBox="1"/>
          <p:nvPr/>
        </p:nvSpPr>
        <p:spPr>
          <a:xfrm>
            <a:off x="278183" y="2523036"/>
            <a:ext cx="509100" cy="878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b="1">
              <a:latin typeface="Arvo"/>
              <a:ea typeface="Arvo"/>
              <a:cs typeface="Arvo"/>
              <a:sym typeface="Arvo"/>
            </a:endParaRPr>
          </a:p>
        </p:txBody>
      </p:sp>
      <p:sp>
        <p:nvSpPr>
          <p:cNvPr id="2605" name="Google Shape;2605;p46"/>
          <p:cNvSpPr txBox="1"/>
          <p:nvPr/>
        </p:nvSpPr>
        <p:spPr>
          <a:xfrm>
            <a:off x="278183" y="3536053"/>
            <a:ext cx="509100" cy="878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b="1">
              <a:latin typeface="Arvo"/>
              <a:ea typeface="Arvo"/>
              <a:cs typeface="Arvo"/>
              <a:sym typeface="Arvo"/>
            </a:endParaRPr>
          </a:p>
        </p:txBody>
      </p:sp>
      <p:sp>
        <p:nvSpPr>
          <p:cNvPr id="2606" name="Google Shape;2606;p46"/>
          <p:cNvSpPr txBox="1"/>
          <p:nvPr/>
        </p:nvSpPr>
        <p:spPr>
          <a:xfrm>
            <a:off x="278183" y="4553002"/>
            <a:ext cx="509100" cy="878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b="1">
              <a:latin typeface="Arvo"/>
              <a:ea typeface="Arvo"/>
              <a:cs typeface="Arvo"/>
              <a:sym typeface="Arvo"/>
            </a:endParaRPr>
          </a:p>
        </p:txBody>
      </p:sp>
      <p:sp>
        <p:nvSpPr>
          <p:cNvPr id="2607" name="Google Shape;2607;p46"/>
          <p:cNvSpPr txBox="1"/>
          <p:nvPr/>
        </p:nvSpPr>
        <p:spPr>
          <a:xfrm>
            <a:off x="5191013" y="387663"/>
            <a:ext cx="13026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Finalidad empresa</a:t>
            </a:r>
            <a:endParaRPr b="1" sz="1100"/>
          </a:p>
        </p:txBody>
      </p:sp>
      <p:sp>
        <p:nvSpPr>
          <p:cNvPr id="2608" name="Google Shape;2608;p46"/>
          <p:cNvSpPr txBox="1"/>
          <p:nvPr/>
        </p:nvSpPr>
        <p:spPr>
          <a:xfrm>
            <a:off x="5191013" y="579538"/>
            <a:ext cx="11637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Finalidad cliente</a:t>
            </a:r>
            <a:endParaRPr b="1" sz="1100"/>
          </a:p>
        </p:txBody>
      </p:sp>
      <p:sp>
        <p:nvSpPr>
          <p:cNvPr id="2609" name="Google Shape;2609;p46"/>
          <p:cNvSpPr txBox="1"/>
          <p:nvPr>
            <p:ph idx="2" type="title"/>
          </p:nvPr>
        </p:nvSpPr>
        <p:spPr>
          <a:xfrm flipH="1">
            <a:off x="6546263" y="387663"/>
            <a:ext cx="3350100" cy="1692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000"/>
              <a:buNone/>
              <a:defRPr sz="1000">
                <a:solidFill>
                  <a:srgbClr val="000000"/>
                </a:solidFill>
              </a:defRPr>
            </a:lvl1pPr>
            <a:lvl2pPr lvl="1">
              <a:spcBef>
                <a:spcPts val="0"/>
              </a:spcBef>
              <a:spcAft>
                <a:spcPts val="0"/>
              </a:spcAft>
              <a:buClr>
                <a:srgbClr val="000000"/>
              </a:buClr>
              <a:buSzPts val="1000"/>
              <a:buNone/>
              <a:defRPr sz="1000">
                <a:solidFill>
                  <a:srgbClr val="000000"/>
                </a:solidFill>
              </a:defRPr>
            </a:lvl2pPr>
            <a:lvl3pPr lvl="2">
              <a:spcBef>
                <a:spcPts val="0"/>
              </a:spcBef>
              <a:spcAft>
                <a:spcPts val="0"/>
              </a:spcAft>
              <a:buClr>
                <a:srgbClr val="000000"/>
              </a:buClr>
              <a:buSzPts val="1000"/>
              <a:buNone/>
              <a:defRPr sz="1000">
                <a:solidFill>
                  <a:srgbClr val="000000"/>
                </a:solidFill>
              </a:defRPr>
            </a:lvl3pPr>
            <a:lvl4pPr lvl="3">
              <a:spcBef>
                <a:spcPts val="0"/>
              </a:spcBef>
              <a:spcAft>
                <a:spcPts val="0"/>
              </a:spcAft>
              <a:buClr>
                <a:srgbClr val="000000"/>
              </a:buClr>
              <a:buSzPts val="1000"/>
              <a:buNone/>
              <a:defRPr sz="1000">
                <a:solidFill>
                  <a:srgbClr val="000000"/>
                </a:solidFill>
              </a:defRPr>
            </a:lvl4pPr>
            <a:lvl5pPr lvl="4">
              <a:spcBef>
                <a:spcPts val="0"/>
              </a:spcBef>
              <a:spcAft>
                <a:spcPts val="0"/>
              </a:spcAft>
              <a:buClr>
                <a:srgbClr val="000000"/>
              </a:buClr>
              <a:buSzPts val="1000"/>
              <a:buNone/>
              <a:defRPr sz="1000">
                <a:solidFill>
                  <a:srgbClr val="000000"/>
                </a:solidFill>
              </a:defRPr>
            </a:lvl5pPr>
            <a:lvl6pPr lvl="5">
              <a:spcBef>
                <a:spcPts val="0"/>
              </a:spcBef>
              <a:spcAft>
                <a:spcPts val="0"/>
              </a:spcAft>
              <a:buClr>
                <a:srgbClr val="000000"/>
              </a:buClr>
              <a:buSzPts val="1000"/>
              <a:buNone/>
              <a:defRPr sz="1000">
                <a:solidFill>
                  <a:srgbClr val="000000"/>
                </a:solidFill>
              </a:defRPr>
            </a:lvl6pPr>
            <a:lvl7pPr lvl="6">
              <a:spcBef>
                <a:spcPts val="0"/>
              </a:spcBef>
              <a:spcAft>
                <a:spcPts val="0"/>
              </a:spcAft>
              <a:buClr>
                <a:srgbClr val="000000"/>
              </a:buClr>
              <a:buSzPts val="1000"/>
              <a:buNone/>
              <a:defRPr sz="1000">
                <a:solidFill>
                  <a:srgbClr val="000000"/>
                </a:solidFill>
              </a:defRPr>
            </a:lvl7pPr>
            <a:lvl8pPr lvl="7">
              <a:spcBef>
                <a:spcPts val="0"/>
              </a:spcBef>
              <a:spcAft>
                <a:spcPts val="0"/>
              </a:spcAft>
              <a:buClr>
                <a:srgbClr val="000000"/>
              </a:buClr>
              <a:buSzPts val="1000"/>
              <a:buNone/>
              <a:defRPr sz="1000">
                <a:solidFill>
                  <a:srgbClr val="000000"/>
                </a:solidFill>
              </a:defRPr>
            </a:lvl8pPr>
            <a:lvl9pPr lvl="8">
              <a:spcBef>
                <a:spcPts val="0"/>
              </a:spcBef>
              <a:spcAft>
                <a:spcPts val="0"/>
              </a:spcAft>
              <a:buClr>
                <a:srgbClr val="000000"/>
              </a:buClr>
              <a:buSzPts val="1000"/>
              <a:buNone/>
              <a:defRPr sz="1000">
                <a:solidFill>
                  <a:srgbClr val="000000"/>
                </a:solidFill>
              </a:defRPr>
            </a:lvl9pPr>
          </a:lstStyle>
          <a:p/>
        </p:txBody>
      </p:sp>
      <p:sp>
        <p:nvSpPr>
          <p:cNvPr id="2610" name="Google Shape;2610;p46"/>
          <p:cNvSpPr txBox="1"/>
          <p:nvPr>
            <p:ph idx="3" type="title"/>
          </p:nvPr>
        </p:nvSpPr>
        <p:spPr>
          <a:xfrm flipH="1">
            <a:off x="6546263" y="579538"/>
            <a:ext cx="3350100" cy="1692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000"/>
              <a:buNone/>
              <a:defRPr sz="1000">
                <a:solidFill>
                  <a:srgbClr val="000000"/>
                </a:solidFill>
              </a:defRPr>
            </a:lvl1pPr>
            <a:lvl2pPr lvl="1">
              <a:spcBef>
                <a:spcPts val="0"/>
              </a:spcBef>
              <a:spcAft>
                <a:spcPts val="0"/>
              </a:spcAft>
              <a:buClr>
                <a:srgbClr val="000000"/>
              </a:buClr>
              <a:buSzPts val="1000"/>
              <a:buNone/>
              <a:defRPr sz="1000">
                <a:solidFill>
                  <a:srgbClr val="000000"/>
                </a:solidFill>
              </a:defRPr>
            </a:lvl2pPr>
            <a:lvl3pPr lvl="2">
              <a:spcBef>
                <a:spcPts val="0"/>
              </a:spcBef>
              <a:spcAft>
                <a:spcPts val="0"/>
              </a:spcAft>
              <a:buClr>
                <a:srgbClr val="000000"/>
              </a:buClr>
              <a:buSzPts val="1000"/>
              <a:buNone/>
              <a:defRPr sz="1000">
                <a:solidFill>
                  <a:srgbClr val="000000"/>
                </a:solidFill>
              </a:defRPr>
            </a:lvl3pPr>
            <a:lvl4pPr lvl="3">
              <a:spcBef>
                <a:spcPts val="0"/>
              </a:spcBef>
              <a:spcAft>
                <a:spcPts val="0"/>
              </a:spcAft>
              <a:buClr>
                <a:srgbClr val="000000"/>
              </a:buClr>
              <a:buSzPts val="1000"/>
              <a:buNone/>
              <a:defRPr sz="1000">
                <a:solidFill>
                  <a:srgbClr val="000000"/>
                </a:solidFill>
              </a:defRPr>
            </a:lvl4pPr>
            <a:lvl5pPr lvl="4">
              <a:spcBef>
                <a:spcPts val="0"/>
              </a:spcBef>
              <a:spcAft>
                <a:spcPts val="0"/>
              </a:spcAft>
              <a:buClr>
                <a:srgbClr val="000000"/>
              </a:buClr>
              <a:buSzPts val="1000"/>
              <a:buNone/>
              <a:defRPr sz="1000">
                <a:solidFill>
                  <a:srgbClr val="000000"/>
                </a:solidFill>
              </a:defRPr>
            </a:lvl5pPr>
            <a:lvl6pPr lvl="5">
              <a:spcBef>
                <a:spcPts val="0"/>
              </a:spcBef>
              <a:spcAft>
                <a:spcPts val="0"/>
              </a:spcAft>
              <a:buClr>
                <a:srgbClr val="000000"/>
              </a:buClr>
              <a:buSzPts val="1000"/>
              <a:buNone/>
              <a:defRPr sz="1000">
                <a:solidFill>
                  <a:srgbClr val="000000"/>
                </a:solidFill>
              </a:defRPr>
            </a:lvl6pPr>
            <a:lvl7pPr lvl="6">
              <a:spcBef>
                <a:spcPts val="0"/>
              </a:spcBef>
              <a:spcAft>
                <a:spcPts val="0"/>
              </a:spcAft>
              <a:buClr>
                <a:srgbClr val="000000"/>
              </a:buClr>
              <a:buSzPts val="1000"/>
              <a:buNone/>
              <a:defRPr sz="1000">
                <a:solidFill>
                  <a:srgbClr val="000000"/>
                </a:solidFill>
              </a:defRPr>
            </a:lvl7pPr>
            <a:lvl8pPr lvl="7">
              <a:spcBef>
                <a:spcPts val="0"/>
              </a:spcBef>
              <a:spcAft>
                <a:spcPts val="0"/>
              </a:spcAft>
              <a:buClr>
                <a:srgbClr val="000000"/>
              </a:buClr>
              <a:buSzPts val="1000"/>
              <a:buNone/>
              <a:defRPr sz="1000">
                <a:solidFill>
                  <a:srgbClr val="000000"/>
                </a:solidFill>
              </a:defRPr>
            </a:lvl8pPr>
            <a:lvl9pPr lvl="8">
              <a:spcBef>
                <a:spcPts val="0"/>
              </a:spcBef>
              <a:spcAft>
                <a:spcPts val="0"/>
              </a:spcAft>
              <a:buClr>
                <a:srgbClr val="000000"/>
              </a:buClr>
              <a:buSzPts val="1000"/>
              <a:buNone/>
              <a:defRPr sz="1000">
                <a:solidFill>
                  <a:srgbClr val="000000"/>
                </a:solidFill>
              </a:defRPr>
            </a:lvl9pPr>
          </a:lstStyle>
          <a:p/>
        </p:txBody>
      </p:sp>
      <p:sp>
        <p:nvSpPr>
          <p:cNvPr id="2611" name="Google Shape;2611;p46"/>
          <p:cNvSpPr/>
          <p:nvPr/>
        </p:nvSpPr>
        <p:spPr>
          <a:xfrm>
            <a:off x="263400" y="1781844"/>
            <a:ext cx="7965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sp>
        <p:nvSpPr>
          <p:cNvPr id="2612" name="Google Shape;2612;p46"/>
          <p:cNvSpPr/>
          <p:nvPr/>
        </p:nvSpPr>
        <p:spPr>
          <a:xfrm>
            <a:off x="1179085" y="1781844"/>
            <a:ext cx="16236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cxnSp>
        <p:nvCxnSpPr>
          <p:cNvPr id="2613" name="Google Shape;2613;p46"/>
          <p:cNvCxnSpPr/>
          <p:nvPr/>
        </p:nvCxnSpPr>
        <p:spPr>
          <a:xfrm>
            <a:off x="1971290" y="1777312"/>
            <a:ext cx="2700" cy="446700"/>
          </a:xfrm>
          <a:prstGeom prst="straightConnector1">
            <a:avLst/>
          </a:prstGeom>
          <a:noFill/>
          <a:ln cap="flat" cmpd="sng" w="28575">
            <a:solidFill>
              <a:srgbClr val="D9D9D9"/>
            </a:solidFill>
            <a:prstDash val="solid"/>
            <a:round/>
            <a:headEnd len="sm" w="sm" type="none"/>
            <a:tailEnd len="sm" w="sm" type="none"/>
          </a:ln>
        </p:spPr>
      </p:cxnSp>
      <p:sp>
        <p:nvSpPr>
          <p:cNvPr id="2614" name="Google Shape;2614;p46"/>
          <p:cNvSpPr/>
          <p:nvPr/>
        </p:nvSpPr>
        <p:spPr>
          <a:xfrm>
            <a:off x="2921957" y="1781844"/>
            <a:ext cx="16236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cxnSp>
        <p:nvCxnSpPr>
          <p:cNvPr id="2615" name="Google Shape;2615;p46"/>
          <p:cNvCxnSpPr/>
          <p:nvPr/>
        </p:nvCxnSpPr>
        <p:spPr>
          <a:xfrm>
            <a:off x="3717505" y="1777459"/>
            <a:ext cx="2700" cy="446700"/>
          </a:xfrm>
          <a:prstGeom prst="straightConnector1">
            <a:avLst/>
          </a:prstGeom>
          <a:noFill/>
          <a:ln cap="flat" cmpd="sng" w="28575">
            <a:solidFill>
              <a:srgbClr val="D9D9D9"/>
            </a:solidFill>
            <a:prstDash val="solid"/>
            <a:round/>
            <a:headEnd len="sm" w="sm" type="none"/>
            <a:tailEnd len="sm" w="sm" type="none"/>
          </a:ln>
        </p:spPr>
      </p:cxnSp>
      <p:sp>
        <p:nvSpPr>
          <p:cNvPr id="2616" name="Google Shape;2616;p46"/>
          <p:cNvSpPr/>
          <p:nvPr/>
        </p:nvSpPr>
        <p:spPr>
          <a:xfrm>
            <a:off x="4664829" y="1781844"/>
            <a:ext cx="16236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cxnSp>
        <p:nvCxnSpPr>
          <p:cNvPr id="2617" name="Google Shape;2617;p46"/>
          <p:cNvCxnSpPr/>
          <p:nvPr/>
        </p:nvCxnSpPr>
        <p:spPr>
          <a:xfrm>
            <a:off x="5459249" y="1777300"/>
            <a:ext cx="2700" cy="446700"/>
          </a:xfrm>
          <a:prstGeom prst="straightConnector1">
            <a:avLst/>
          </a:prstGeom>
          <a:noFill/>
          <a:ln cap="flat" cmpd="sng" w="28575">
            <a:solidFill>
              <a:srgbClr val="D9D9D9"/>
            </a:solidFill>
            <a:prstDash val="solid"/>
            <a:round/>
            <a:headEnd len="sm" w="sm" type="none"/>
            <a:tailEnd len="sm" w="sm" type="none"/>
          </a:ln>
        </p:spPr>
      </p:cxnSp>
      <p:sp>
        <p:nvSpPr>
          <p:cNvPr id="2618" name="Google Shape;2618;p46"/>
          <p:cNvSpPr/>
          <p:nvPr/>
        </p:nvSpPr>
        <p:spPr>
          <a:xfrm>
            <a:off x="6418185" y="1781844"/>
            <a:ext cx="7965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sp>
        <p:nvSpPr>
          <p:cNvPr id="2619" name="Google Shape;2619;p46"/>
          <p:cNvSpPr/>
          <p:nvPr/>
        </p:nvSpPr>
        <p:spPr>
          <a:xfrm>
            <a:off x="7344354" y="1781844"/>
            <a:ext cx="24660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cxnSp>
        <p:nvCxnSpPr>
          <p:cNvPr id="2620" name="Google Shape;2620;p46"/>
          <p:cNvCxnSpPr/>
          <p:nvPr/>
        </p:nvCxnSpPr>
        <p:spPr>
          <a:xfrm>
            <a:off x="8159743" y="1777300"/>
            <a:ext cx="2700" cy="446700"/>
          </a:xfrm>
          <a:prstGeom prst="straightConnector1">
            <a:avLst/>
          </a:prstGeom>
          <a:noFill/>
          <a:ln cap="flat" cmpd="sng" w="28575">
            <a:solidFill>
              <a:srgbClr val="D9D9D9"/>
            </a:solidFill>
            <a:prstDash val="solid"/>
            <a:round/>
            <a:headEnd len="sm" w="sm" type="none"/>
            <a:tailEnd len="sm" w="sm" type="none"/>
          </a:ln>
        </p:spPr>
      </p:cxnSp>
      <p:cxnSp>
        <p:nvCxnSpPr>
          <p:cNvPr id="2621" name="Google Shape;2621;p46"/>
          <p:cNvCxnSpPr/>
          <p:nvPr/>
        </p:nvCxnSpPr>
        <p:spPr>
          <a:xfrm>
            <a:off x="8989875" y="1777337"/>
            <a:ext cx="2700" cy="446700"/>
          </a:xfrm>
          <a:prstGeom prst="straightConnector1">
            <a:avLst/>
          </a:prstGeom>
          <a:noFill/>
          <a:ln cap="flat" cmpd="sng" w="28575">
            <a:solidFill>
              <a:srgbClr val="D9D9D9"/>
            </a:solidFill>
            <a:prstDash val="solid"/>
            <a:round/>
            <a:headEnd len="sm" w="sm" type="none"/>
            <a:tailEnd len="sm" w="sm" type="none"/>
          </a:ln>
        </p:spPr>
      </p:cxnSp>
      <p:sp>
        <p:nvSpPr>
          <p:cNvPr id="2622" name="Google Shape;2622;p46"/>
          <p:cNvSpPr/>
          <p:nvPr/>
        </p:nvSpPr>
        <p:spPr>
          <a:xfrm>
            <a:off x="267899" y="2267276"/>
            <a:ext cx="7965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sp>
        <p:nvSpPr>
          <p:cNvPr id="2623" name="Google Shape;2623;p46"/>
          <p:cNvSpPr/>
          <p:nvPr/>
        </p:nvSpPr>
        <p:spPr>
          <a:xfrm>
            <a:off x="1183584" y="2267276"/>
            <a:ext cx="16236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cxnSp>
        <p:nvCxnSpPr>
          <p:cNvPr id="2624" name="Google Shape;2624;p46"/>
          <p:cNvCxnSpPr/>
          <p:nvPr/>
        </p:nvCxnSpPr>
        <p:spPr>
          <a:xfrm>
            <a:off x="1975789" y="2262744"/>
            <a:ext cx="2700" cy="446700"/>
          </a:xfrm>
          <a:prstGeom prst="straightConnector1">
            <a:avLst/>
          </a:prstGeom>
          <a:noFill/>
          <a:ln cap="flat" cmpd="sng" w="28575">
            <a:solidFill>
              <a:srgbClr val="D9D9D9"/>
            </a:solidFill>
            <a:prstDash val="solid"/>
            <a:round/>
            <a:headEnd len="sm" w="sm" type="none"/>
            <a:tailEnd len="sm" w="sm" type="none"/>
          </a:ln>
        </p:spPr>
      </p:cxnSp>
      <p:sp>
        <p:nvSpPr>
          <p:cNvPr id="2625" name="Google Shape;2625;p46"/>
          <p:cNvSpPr/>
          <p:nvPr/>
        </p:nvSpPr>
        <p:spPr>
          <a:xfrm>
            <a:off x="2926456" y="2267276"/>
            <a:ext cx="16236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cxnSp>
        <p:nvCxnSpPr>
          <p:cNvPr id="2626" name="Google Shape;2626;p46"/>
          <p:cNvCxnSpPr/>
          <p:nvPr/>
        </p:nvCxnSpPr>
        <p:spPr>
          <a:xfrm>
            <a:off x="3722005" y="2262891"/>
            <a:ext cx="2700" cy="446700"/>
          </a:xfrm>
          <a:prstGeom prst="straightConnector1">
            <a:avLst/>
          </a:prstGeom>
          <a:noFill/>
          <a:ln cap="flat" cmpd="sng" w="28575">
            <a:solidFill>
              <a:srgbClr val="D9D9D9"/>
            </a:solidFill>
            <a:prstDash val="solid"/>
            <a:round/>
            <a:headEnd len="sm" w="sm" type="none"/>
            <a:tailEnd len="sm" w="sm" type="none"/>
          </a:ln>
        </p:spPr>
      </p:cxnSp>
      <p:sp>
        <p:nvSpPr>
          <p:cNvPr id="2627" name="Google Shape;2627;p46"/>
          <p:cNvSpPr/>
          <p:nvPr/>
        </p:nvSpPr>
        <p:spPr>
          <a:xfrm>
            <a:off x="4669328" y="2267276"/>
            <a:ext cx="16236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cxnSp>
        <p:nvCxnSpPr>
          <p:cNvPr id="2628" name="Google Shape;2628;p46"/>
          <p:cNvCxnSpPr/>
          <p:nvPr/>
        </p:nvCxnSpPr>
        <p:spPr>
          <a:xfrm>
            <a:off x="5463748" y="2262732"/>
            <a:ext cx="2700" cy="446700"/>
          </a:xfrm>
          <a:prstGeom prst="straightConnector1">
            <a:avLst/>
          </a:prstGeom>
          <a:noFill/>
          <a:ln cap="flat" cmpd="sng" w="28575">
            <a:solidFill>
              <a:srgbClr val="D9D9D9"/>
            </a:solidFill>
            <a:prstDash val="solid"/>
            <a:round/>
            <a:headEnd len="sm" w="sm" type="none"/>
            <a:tailEnd len="sm" w="sm" type="none"/>
          </a:ln>
        </p:spPr>
      </p:cxnSp>
      <p:sp>
        <p:nvSpPr>
          <p:cNvPr id="2629" name="Google Shape;2629;p46"/>
          <p:cNvSpPr/>
          <p:nvPr/>
        </p:nvSpPr>
        <p:spPr>
          <a:xfrm>
            <a:off x="6422684" y="2267276"/>
            <a:ext cx="7965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sp>
        <p:nvSpPr>
          <p:cNvPr id="2630" name="Google Shape;2630;p46"/>
          <p:cNvSpPr/>
          <p:nvPr/>
        </p:nvSpPr>
        <p:spPr>
          <a:xfrm>
            <a:off x="7348853" y="2267276"/>
            <a:ext cx="24660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cxnSp>
        <p:nvCxnSpPr>
          <p:cNvPr id="2631" name="Google Shape;2631;p46"/>
          <p:cNvCxnSpPr/>
          <p:nvPr/>
        </p:nvCxnSpPr>
        <p:spPr>
          <a:xfrm>
            <a:off x="8164242" y="2262732"/>
            <a:ext cx="2700" cy="446700"/>
          </a:xfrm>
          <a:prstGeom prst="straightConnector1">
            <a:avLst/>
          </a:prstGeom>
          <a:noFill/>
          <a:ln cap="flat" cmpd="sng" w="28575">
            <a:solidFill>
              <a:srgbClr val="D9D9D9"/>
            </a:solidFill>
            <a:prstDash val="solid"/>
            <a:round/>
            <a:headEnd len="sm" w="sm" type="none"/>
            <a:tailEnd len="sm" w="sm" type="none"/>
          </a:ln>
        </p:spPr>
      </p:cxnSp>
      <p:cxnSp>
        <p:nvCxnSpPr>
          <p:cNvPr id="2632" name="Google Shape;2632;p46"/>
          <p:cNvCxnSpPr/>
          <p:nvPr/>
        </p:nvCxnSpPr>
        <p:spPr>
          <a:xfrm>
            <a:off x="8994374" y="2262769"/>
            <a:ext cx="2700" cy="446700"/>
          </a:xfrm>
          <a:prstGeom prst="straightConnector1">
            <a:avLst/>
          </a:prstGeom>
          <a:noFill/>
          <a:ln cap="flat" cmpd="sng" w="28575">
            <a:solidFill>
              <a:srgbClr val="D9D9D9"/>
            </a:solidFill>
            <a:prstDash val="solid"/>
            <a:round/>
            <a:headEnd len="sm" w="sm" type="none"/>
            <a:tailEnd len="sm" w="sm" type="none"/>
          </a:ln>
        </p:spPr>
      </p:cxnSp>
      <p:sp>
        <p:nvSpPr>
          <p:cNvPr id="2633" name="Google Shape;2633;p46"/>
          <p:cNvSpPr/>
          <p:nvPr/>
        </p:nvSpPr>
        <p:spPr>
          <a:xfrm>
            <a:off x="265150" y="2781289"/>
            <a:ext cx="7965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sp>
        <p:nvSpPr>
          <p:cNvPr id="2634" name="Google Shape;2634;p46"/>
          <p:cNvSpPr/>
          <p:nvPr/>
        </p:nvSpPr>
        <p:spPr>
          <a:xfrm>
            <a:off x="1180835" y="2781289"/>
            <a:ext cx="16236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cxnSp>
        <p:nvCxnSpPr>
          <p:cNvPr id="2635" name="Google Shape;2635;p46"/>
          <p:cNvCxnSpPr/>
          <p:nvPr/>
        </p:nvCxnSpPr>
        <p:spPr>
          <a:xfrm>
            <a:off x="1973040" y="2776758"/>
            <a:ext cx="2700" cy="446700"/>
          </a:xfrm>
          <a:prstGeom prst="straightConnector1">
            <a:avLst/>
          </a:prstGeom>
          <a:noFill/>
          <a:ln cap="flat" cmpd="sng" w="28575">
            <a:solidFill>
              <a:srgbClr val="D9D9D9"/>
            </a:solidFill>
            <a:prstDash val="solid"/>
            <a:round/>
            <a:headEnd len="sm" w="sm" type="none"/>
            <a:tailEnd len="sm" w="sm" type="none"/>
          </a:ln>
        </p:spPr>
      </p:cxnSp>
      <p:sp>
        <p:nvSpPr>
          <p:cNvPr id="2636" name="Google Shape;2636;p46"/>
          <p:cNvSpPr/>
          <p:nvPr/>
        </p:nvSpPr>
        <p:spPr>
          <a:xfrm>
            <a:off x="2923707" y="2781289"/>
            <a:ext cx="16236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cxnSp>
        <p:nvCxnSpPr>
          <p:cNvPr id="2637" name="Google Shape;2637;p46"/>
          <p:cNvCxnSpPr/>
          <p:nvPr/>
        </p:nvCxnSpPr>
        <p:spPr>
          <a:xfrm>
            <a:off x="3719255" y="2776904"/>
            <a:ext cx="2700" cy="446700"/>
          </a:xfrm>
          <a:prstGeom prst="straightConnector1">
            <a:avLst/>
          </a:prstGeom>
          <a:noFill/>
          <a:ln cap="flat" cmpd="sng" w="28575">
            <a:solidFill>
              <a:srgbClr val="D9D9D9"/>
            </a:solidFill>
            <a:prstDash val="solid"/>
            <a:round/>
            <a:headEnd len="sm" w="sm" type="none"/>
            <a:tailEnd len="sm" w="sm" type="none"/>
          </a:ln>
        </p:spPr>
      </p:cxnSp>
      <p:sp>
        <p:nvSpPr>
          <p:cNvPr id="2638" name="Google Shape;2638;p46"/>
          <p:cNvSpPr/>
          <p:nvPr/>
        </p:nvSpPr>
        <p:spPr>
          <a:xfrm>
            <a:off x="4666579" y="2781289"/>
            <a:ext cx="16236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cxnSp>
        <p:nvCxnSpPr>
          <p:cNvPr id="2639" name="Google Shape;2639;p46"/>
          <p:cNvCxnSpPr/>
          <p:nvPr/>
        </p:nvCxnSpPr>
        <p:spPr>
          <a:xfrm>
            <a:off x="5460999" y="2776745"/>
            <a:ext cx="2700" cy="446700"/>
          </a:xfrm>
          <a:prstGeom prst="straightConnector1">
            <a:avLst/>
          </a:prstGeom>
          <a:noFill/>
          <a:ln cap="flat" cmpd="sng" w="28575">
            <a:solidFill>
              <a:srgbClr val="D9D9D9"/>
            </a:solidFill>
            <a:prstDash val="solid"/>
            <a:round/>
            <a:headEnd len="sm" w="sm" type="none"/>
            <a:tailEnd len="sm" w="sm" type="none"/>
          </a:ln>
        </p:spPr>
      </p:cxnSp>
      <p:sp>
        <p:nvSpPr>
          <p:cNvPr id="2640" name="Google Shape;2640;p46"/>
          <p:cNvSpPr/>
          <p:nvPr/>
        </p:nvSpPr>
        <p:spPr>
          <a:xfrm>
            <a:off x="6419935" y="2781289"/>
            <a:ext cx="7965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sp>
        <p:nvSpPr>
          <p:cNvPr id="2641" name="Google Shape;2641;p46"/>
          <p:cNvSpPr/>
          <p:nvPr/>
        </p:nvSpPr>
        <p:spPr>
          <a:xfrm>
            <a:off x="7346104" y="2781289"/>
            <a:ext cx="24660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cxnSp>
        <p:nvCxnSpPr>
          <p:cNvPr id="2642" name="Google Shape;2642;p46"/>
          <p:cNvCxnSpPr/>
          <p:nvPr/>
        </p:nvCxnSpPr>
        <p:spPr>
          <a:xfrm>
            <a:off x="8161493" y="2776745"/>
            <a:ext cx="2700" cy="446700"/>
          </a:xfrm>
          <a:prstGeom prst="straightConnector1">
            <a:avLst/>
          </a:prstGeom>
          <a:noFill/>
          <a:ln cap="flat" cmpd="sng" w="28575">
            <a:solidFill>
              <a:srgbClr val="D9D9D9"/>
            </a:solidFill>
            <a:prstDash val="solid"/>
            <a:round/>
            <a:headEnd len="sm" w="sm" type="none"/>
            <a:tailEnd len="sm" w="sm" type="none"/>
          </a:ln>
        </p:spPr>
      </p:cxnSp>
      <p:cxnSp>
        <p:nvCxnSpPr>
          <p:cNvPr id="2643" name="Google Shape;2643;p46"/>
          <p:cNvCxnSpPr/>
          <p:nvPr/>
        </p:nvCxnSpPr>
        <p:spPr>
          <a:xfrm>
            <a:off x="8991625" y="2776782"/>
            <a:ext cx="2700" cy="446700"/>
          </a:xfrm>
          <a:prstGeom prst="straightConnector1">
            <a:avLst/>
          </a:prstGeom>
          <a:noFill/>
          <a:ln cap="flat" cmpd="sng" w="28575">
            <a:solidFill>
              <a:srgbClr val="D9D9D9"/>
            </a:solidFill>
            <a:prstDash val="solid"/>
            <a:round/>
            <a:headEnd len="sm" w="sm" type="none"/>
            <a:tailEnd len="sm" w="sm" type="none"/>
          </a:ln>
        </p:spPr>
      </p:cxnSp>
      <p:sp>
        <p:nvSpPr>
          <p:cNvPr id="2644" name="Google Shape;2644;p46"/>
          <p:cNvSpPr/>
          <p:nvPr/>
        </p:nvSpPr>
        <p:spPr>
          <a:xfrm>
            <a:off x="269649" y="3266721"/>
            <a:ext cx="7965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sp>
        <p:nvSpPr>
          <p:cNvPr id="2645" name="Google Shape;2645;p46"/>
          <p:cNvSpPr/>
          <p:nvPr/>
        </p:nvSpPr>
        <p:spPr>
          <a:xfrm>
            <a:off x="1185334" y="3266721"/>
            <a:ext cx="16236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cxnSp>
        <p:nvCxnSpPr>
          <p:cNvPr id="2646" name="Google Shape;2646;p46"/>
          <p:cNvCxnSpPr/>
          <p:nvPr/>
        </p:nvCxnSpPr>
        <p:spPr>
          <a:xfrm>
            <a:off x="1977539" y="3262190"/>
            <a:ext cx="2700" cy="446700"/>
          </a:xfrm>
          <a:prstGeom prst="straightConnector1">
            <a:avLst/>
          </a:prstGeom>
          <a:noFill/>
          <a:ln cap="flat" cmpd="sng" w="28575">
            <a:solidFill>
              <a:srgbClr val="D9D9D9"/>
            </a:solidFill>
            <a:prstDash val="solid"/>
            <a:round/>
            <a:headEnd len="sm" w="sm" type="none"/>
            <a:tailEnd len="sm" w="sm" type="none"/>
          </a:ln>
        </p:spPr>
      </p:cxnSp>
      <p:sp>
        <p:nvSpPr>
          <p:cNvPr id="2647" name="Google Shape;2647;p46"/>
          <p:cNvSpPr/>
          <p:nvPr/>
        </p:nvSpPr>
        <p:spPr>
          <a:xfrm>
            <a:off x="2928206" y="3266721"/>
            <a:ext cx="16236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cxnSp>
        <p:nvCxnSpPr>
          <p:cNvPr id="2648" name="Google Shape;2648;p46"/>
          <p:cNvCxnSpPr/>
          <p:nvPr/>
        </p:nvCxnSpPr>
        <p:spPr>
          <a:xfrm>
            <a:off x="3723755" y="3262336"/>
            <a:ext cx="2700" cy="446700"/>
          </a:xfrm>
          <a:prstGeom prst="straightConnector1">
            <a:avLst/>
          </a:prstGeom>
          <a:noFill/>
          <a:ln cap="flat" cmpd="sng" w="28575">
            <a:solidFill>
              <a:srgbClr val="D9D9D9"/>
            </a:solidFill>
            <a:prstDash val="solid"/>
            <a:round/>
            <a:headEnd len="sm" w="sm" type="none"/>
            <a:tailEnd len="sm" w="sm" type="none"/>
          </a:ln>
        </p:spPr>
      </p:cxnSp>
      <p:sp>
        <p:nvSpPr>
          <p:cNvPr id="2649" name="Google Shape;2649;p46"/>
          <p:cNvSpPr/>
          <p:nvPr/>
        </p:nvSpPr>
        <p:spPr>
          <a:xfrm>
            <a:off x="4671078" y="3266721"/>
            <a:ext cx="16236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cxnSp>
        <p:nvCxnSpPr>
          <p:cNvPr id="2650" name="Google Shape;2650;p46"/>
          <p:cNvCxnSpPr/>
          <p:nvPr/>
        </p:nvCxnSpPr>
        <p:spPr>
          <a:xfrm>
            <a:off x="5465498" y="3262178"/>
            <a:ext cx="2700" cy="446700"/>
          </a:xfrm>
          <a:prstGeom prst="straightConnector1">
            <a:avLst/>
          </a:prstGeom>
          <a:noFill/>
          <a:ln cap="flat" cmpd="sng" w="28575">
            <a:solidFill>
              <a:srgbClr val="D9D9D9"/>
            </a:solidFill>
            <a:prstDash val="solid"/>
            <a:round/>
            <a:headEnd len="sm" w="sm" type="none"/>
            <a:tailEnd len="sm" w="sm" type="none"/>
          </a:ln>
        </p:spPr>
      </p:cxnSp>
      <p:sp>
        <p:nvSpPr>
          <p:cNvPr id="2651" name="Google Shape;2651;p46"/>
          <p:cNvSpPr/>
          <p:nvPr/>
        </p:nvSpPr>
        <p:spPr>
          <a:xfrm>
            <a:off x="6424434" y="3266721"/>
            <a:ext cx="7965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sp>
        <p:nvSpPr>
          <p:cNvPr id="2652" name="Google Shape;2652;p46"/>
          <p:cNvSpPr/>
          <p:nvPr/>
        </p:nvSpPr>
        <p:spPr>
          <a:xfrm>
            <a:off x="7350603" y="3266721"/>
            <a:ext cx="24660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cxnSp>
        <p:nvCxnSpPr>
          <p:cNvPr id="2653" name="Google Shape;2653;p46"/>
          <p:cNvCxnSpPr/>
          <p:nvPr/>
        </p:nvCxnSpPr>
        <p:spPr>
          <a:xfrm>
            <a:off x="8165992" y="3262178"/>
            <a:ext cx="2700" cy="446700"/>
          </a:xfrm>
          <a:prstGeom prst="straightConnector1">
            <a:avLst/>
          </a:prstGeom>
          <a:noFill/>
          <a:ln cap="flat" cmpd="sng" w="28575">
            <a:solidFill>
              <a:srgbClr val="D9D9D9"/>
            </a:solidFill>
            <a:prstDash val="solid"/>
            <a:round/>
            <a:headEnd len="sm" w="sm" type="none"/>
            <a:tailEnd len="sm" w="sm" type="none"/>
          </a:ln>
        </p:spPr>
      </p:cxnSp>
      <p:cxnSp>
        <p:nvCxnSpPr>
          <p:cNvPr id="2654" name="Google Shape;2654;p46"/>
          <p:cNvCxnSpPr/>
          <p:nvPr/>
        </p:nvCxnSpPr>
        <p:spPr>
          <a:xfrm>
            <a:off x="8996124" y="3262214"/>
            <a:ext cx="2700" cy="446700"/>
          </a:xfrm>
          <a:prstGeom prst="straightConnector1">
            <a:avLst/>
          </a:prstGeom>
          <a:noFill/>
          <a:ln cap="flat" cmpd="sng" w="28575">
            <a:solidFill>
              <a:srgbClr val="D9D9D9"/>
            </a:solidFill>
            <a:prstDash val="solid"/>
            <a:round/>
            <a:headEnd len="sm" w="sm" type="none"/>
            <a:tailEnd len="sm" w="sm" type="none"/>
          </a:ln>
        </p:spPr>
      </p:cxnSp>
      <p:sp>
        <p:nvSpPr>
          <p:cNvPr id="2655" name="Google Shape;2655;p46"/>
          <p:cNvSpPr/>
          <p:nvPr/>
        </p:nvSpPr>
        <p:spPr>
          <a:xfrm>
            <a:off x="267345" y="3763862"/>
            <a:ext cx="7965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sp>
        <p:nvSpPr>
          <p:cNvPr id="2656" name="Google Shape;2656;p46"/>
          <p:cNvSpPr/>
          <p:nvPr/>
        </p:nvSpPr>
        <p:spPr>
          <a:xfrm>
            <a:off x="1183030" y="3763862"/>
            <a:ext cx="16236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cxnSp>
        <p:nvCxnSpPr>
          <p:cNvPr id="2657" name="Google Shape;2657;p46"/>
          <p:cNvCxnSpPr/>
          <p:nvPr/>
        </p:nvCxnSpPr>
        <p:spPr>
          <a:xfrm>
            <a:off x="1975235" y="3759330"/>
            <a:ext cx="2700" cy="446700"/>
          </a:xfrm>
          <a:prstGeom prst="straightConnector1">
            <a:avLst/>
          </a:prstGeom>
          <a:noFill/>
          <a:ln cap="flat" cmpd="sng" w="28575">
            <a:solidFill>
              <a:srgbClr val="D9D9D9"/>
            </a:solidFill>
            <a:prstDash val="solid"/>
            <a:round/>
            <a:headEnd len="sm" w="sm" type="none"/>
            <a:tailEnd len="sm" w="sm" type="none"/>
          </a:ln>
        </p:spPr>
      </p:cxnSp>
      <p:sp>
        <p:nvSpPr>
          <p:cNvPr id="2658" name="Google Shape;2658;p46"/>
          <p:cNvSpPr/>
          <p:nvPr/>
        </p:nvSpPr>
        <p:spPr>
          <a:xfrm>
            <a:off x="2925902" y="3763862"/>
            <a:ext cx="16236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cxnSp>
        <p:nvCxnSpPr>
          <p:cNvPr id="2659" name="Google Shape;2659;p46"/>
          <p:cNvCxnSpPr/>
          <p:nvPr/>
        </p:nvCxnSpPr>
        <p:spPr>
          <a:xfrm>
            <a:off x="3721450" y="3759477"/>
            <a:ext cx="2700" cy="446700"/>
          </a:xfrm>
          <a:prstGeom prst="straightConnector1">
            <a:avLst/>
          </a:prstGeom>
          <a:noFill/>
          <a:ln cap="flat" cmpd="sng" w="28575">
            <a:solidFill>
              <a:srgbClr val="D9D9D9"/>
            </a:solidFill>
            <a:prstDash val="solid"/>
            <a:round/>
            <a:headEnd len="sm" w="sm" type="none"/>
            <a:tailEnd len="sm" w="sm" type="none"/>
          </a:ln>
        </p:spPr>
      </p:cxnSp>
      <p:sp>
        <p:nvSpPr>
          <p:cNvPr id="2660" name="Google Shape;2660;p46"/>
          <p:cNvSpPr/>
          <p:nvPr/>
        </p:nvSpPr>
        <p:spPr>
          <a:xfrm>
            <a:off x="4668774" y="3763862"/>
            <a:ext cx="16236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cxnSp>
        <p:nvCxnSpPr>
          <p:cNvPr id="2661" name="Google Shape;2661;p46"/>
          <p:cNvCxnSpPr/>
          <p:nvPr/>
        </p:nvCxnSpPr>
        <p:spPr>
          <a:xfrm>
            <a:off x="5463194" y="3759318"/>
            <a:ext cx="2700" cy="446700"/>
          </a:xfrm>
          <a:prstGeom prst="straightConnector1">
            <a:avLst/>
          </a:prstGeom>
          <a:noFill/>
          <a:ln cap="flat" cmpd="sng" w="28575">
            <a:solidFill>
              <a:srgbClr val="D9D9D9"/>
            </a:solidFill>
            <a:prstDash val="solid"/>
            <a:round/>
            <a:headEnd len="sm" w="sm" type="none"/>
            <a:tailEnd len="sm" w="sm" type="none"/>
          </a:ln>
        </p:spPr>
      </p:cxnSp>
      <p:sp>
        <p:nvSpPr>
          <p:cNvPr id="2662" name="Google Shape;2662;p46"/>
          <p:cNvSpPr/>
          <p:nvPr/>
        </p:nvSpPr>
        <p:spPr>
          <a:xfrm>
            <a:off x="6422130" y="3763862"/>
            <a:ext cx="7965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sp>
        <p:nvSpPr>
          <p:cNvPr id="2663" name="Google Shape;2663;p46"/>
          <p:cNvSpPr/>
          <p:nvPr/>
        </p:nvSpPr>
        <p:spPr>
          <a:xfrm>
            <a:off x="7348299" y="3763862"/>
            <a:ext cx="24660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cxnSp>
        <p:nvCxnSpPr>
          <p:cNvPr id="2664" name="Google Shape;2664;p46"/>
          <p:cNvCxnSpPr/>
          <p:nvPr/>
        </p:nvCxnSpPr>
        <p:spPr>
          <a:xfrm>
            <a:off x="8163688" y="3759318"/>
            <a:ext cx="2700" cy="446700"/>
          </a:xfrm>
          <a:prstGeom prst="straightConnector1">
            <a:avLst/>
          </a:prstGeom>
          <a:noFill/>
          <a:ln cap="flat" cmpd="sng" w="28575">
            <a:solidFill>
              <a:srgbClr val="D9D9D9"/>
            </a:solidFill>
            <a:prstDash val="solid"/>
            <a:round/>
            <a:headEnd len="sm" w="sm" type="none"/>
            <a:tailEnd len="sm" w="sm" type="none"/>
          </a:ln>
        </p:spPr>
      </p:cxnSp>
      <p:cxnSp>
        <p:nvCxnSpPr>
          <p:cNvPr id="2665" name="Google Shape;2665;p46"/>
          <p:cNvCxnSpPr/>
          <p:nvPr/>
        </p:nvCxnSpPr>
        <p:spPr>
          <a:xfrm>
            <a:off x="8993820" y="3759355"/>
            <a:ext cx="2700" cy="446700"/>
          </a:xfrm>
          <a:prstGeom prst="straightConnector1">
            <a:avLst/>
          </a:prstGeom>
          <a:noFill/>
          <a:ln cap="flat" cmpd="sng" w="28575">
            <a:solidFill>
              <a:srgbClr val="D9D9D9"/>
            </a:solidFill>
            <a:prstDash val="solid"/>
            <a:round/>
            <a:headEnd len="sm" w="sm" type="none"/>
            <a:tailEnd len="sm" w="sm" type="none"/>
          </a:ln>
        </p:spPr>
      </p:cxnSp>
      <p:sp>
        <p:nvSpPr>
          <p:cNvPr id="2666" name="Google Shape;2666;p46"/>
          <p:cNvSpPr/>
          <p:nvPr/>
        </p:nvSpPr>
        <p:spPr>
          <a:xfrm>
            <a:off x="264596" y="4277875"/>
            <a:ext cx="7965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sp>
        <p:nvSpPr>
          <p:cNvPr id="2667" name="Google Shape;2667;p46"/>
          <p:cNvSpPr/>
          <p:nvPr/>
        </p:nvSpPr>
        <p:spPr>
          <a:xfrm>
            <a:off x="1180280" y="4277875"/>
            <a:ext cx="16236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cxnSp>
        <p:nvCxnSpPr>
          <p:cNvPr id="2668" name="Google Shape;2668;p46"/>
          <p:cNvCxnSpPr/>
          <p:nvPr/>
        </p:nvCxnSpPr>
        <p:spPr>
          <a:xfrm>
            <a:off x="1972486" y="4273343"/>
            <a:ext cx="2700" cy="446700"/>
          </a:xfrm>
          <a:prstGeom prst="straightConnector1">
            <a:avLst/>
          </a:prstGeom>
          <a:noFill/>
          <a:ln cap="flat" cmpd="sng" w="28575">
            <a:solidFill>
              <a:srgbClr val="D9D9D9"/>
            </a:solidFill>
            <a:prstDash val="solid"/>
            <a:round/>
            <a:headEnd len="sm" w="sm" type="none"/>
            <a:tailEnd len="sm" w="sm" type="none"/>
          </a:ln>
        </p:spPr>
      </p:cxnSp>
      <p:sp>
        <p:nvSpPr>
          <p:cNvPr id="2669" name="Google Shape;2669;p46"/>
          <p:cNvSpPr/>
          <p:nvPr/>
        </p:nvSpPr>
        <p:spPr>
          <a:xfrm>
            <a:off x="2923152" y="4277875"/>
            <a:ext cx="16236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cxnSp>
        <p:nvCxnSpPr>
          <p:cNvPr id="2670" name="Google Shape;2670;p46"/>
          <p:cNvCxnSpPr/>
          <p:nvPr/>
        </p:nvCxnSpPr>
        <p:spPr>
          <a:xfrm>
            <a:off x="3718701" y="4273490"/>
            <a:ext cx="2700" cy="446700"/>
          </a:xfrm>
          <a:prstGeom prst="straightConnector1">
            <a:avLst/>
          </a:prstGeom>
          <a:noFill/>
          <a:ln cap="flat" cmpd="sng" w="28575">
            <a:solidFill>
              <a:srgbClr val="D9D9D9"/>
            </a:solidFill>
            <a:prstDash val="solid"/>
            <a:round/>
            <a:headEnd len="sm" w="sm" type="none"/>
            <a:tailEnd len="sm" w="sm" type="none"/>
          </a:ln>
        </p:spPr>
      </p:cxnSp>
      <p:sp>
        <p:nvSpPr>
          <p:cNvPr id="2671" name="Google Shape;2671;p46"/>
          <p:cNvSpPr/>
          <p:nvPr/>
        </p:nvSpPr>
        <p:spPr>
          <a:xfrm>
            <a:off x="4666024" y="4277875"/>
            <a:ext cx="16236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cxnSp>
        <p:nvCxnSpPr>
          <p:cNvPr id="2672" name="Google Shape;2672;p46"/>
          <p:cNvCxnSpPr/>
          <p:nvPr/>
        </p:nvCxnSpPr>
        <p:spPr>
          <a:xfrm>
            <a:off x="5460445" y="4273331"/>
            <a:ext cx="2700" cy="446700"/>
          </a:xfrm>
          <a:prstGeom prst="straightConnector1">
            <a:avLst/>
          </a:prstGeom>
          <a:noFill/>
          <a:ln cap="flat" cmpd="sng" w="28575">
            <a:solidFill>
              <a:srgbClr val="D9D9D9"/>
            </a:solidFill>
            <a:prstDash val="solid"/>
            <a:round/>
            <a:headEnd len="sm" w="sm" type="none"/>
            <a:tailEnd len="sm" w="sm" type="none"/>
          </a:ln>
        </p:spPr>
      </p:cxnSp>
      <p:sp>
        <p:nvSpPr>
          <p:cNvPr id="2673" name="Google Shape;2673;p46"/>
          <p:cNvSpPr/>
          <p:nvPr/>
        </p:nvSpPr>
        <p:spPr>
          <a:xfrm>
            <a:off x="6419381" y="4277875"/>
            <a:ext cx="7965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sp>
        <p:nvSpPr>
          <p:cNvPr id="2674" name="Google Shape;2674;p46"/>
          <p:cNvSpPr/>
          <p:nvPr/>
        </p:nvSpPr>
        <p:spPr>
          <a:xfrm>
            <a:off x="7345550" y="4277875"/>
            <a:ext cx="24660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cxnSp>
        <p:nvCxnSpPr>
          <p:cNvPr id="2675" name="Google Shape;2675;p46"/>
          <p:cNvCxnSpPr/>
          <p:nvPr/>
        </p:nvCxnSpPr>
        <p:spPr>
          <a:xfrm>
            <a:off x="8160939" y="4273331"/>
            <a:ext cx="2700" cy="446700"/>
          </a:xfrm>
          <a:prstGeom prst="straightConnector1">
            <a:avLst/>
          </a:prstGeom>
          <a:noFill/>
          <a:ln cap="flat" cmpd="sng" w="28575">
            <a:solidFill>
              <a:srgbClr val="D9D9D9"/>
            </a:solidFill>
            <a:prstDash val="solid"/>
            <a:round/>
            <a:headEnd len="sm" w="sm" type="none"/>
            <a:tailEnd len="sm" w="sm" type="none"/>
          </a:ln>
        </p:spPr>
      </p:cxnSp>
      <p:cxnSp>
        <p:nvCxnSpPr>
          <p:cNvPr id="2676" name="Google Shape;2676;p46"/>
          <p:cNvCxnSpPr/>
          <p:nvPr/>
        </p:nvCxnSpPr>
        <p:spPr>
          <a:xfrm>
            <a:off x="8991070" y="4273368"/>
            <a:ext cx="2700" cy="446700"/>
          </a:xfrm>
          <a:prstGeom prst="straightConnector1">
            <a:avLst/>
          </a:prstGeom>
          <a:noFill/>
          <a:ln cap="flat" cmpd="sng" w="28575">
            <a:solidFill>
              <a:srgbClr val="D9D9D9"/>
            </a:solidFill>
            <a:prstDash val="solid"/>
            <a:round/>
            <a:headEnd len="sm" w="sm" type="none"/>
            <a:tailEnd len="sm" w="sm" type="none"/>
          </a:ln>
        </p:spPr>
      </p:cxnSp>
      <p:sp>
        <p:nvSpPr>
          <p:cNvPr id="2677" name="Google Shape;2677;p46"/>
          <p:cNvSpPr/>
          <p:nvPr/>
        </p:nvSpPr>
        <p:spPr>
          <a:xfrm>
            <a:off x="269095" y="4763307"/>
            <a:ext cx="7965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sp>
        <p:nvSpPr>
          <p:cNvPr id="2678" name="Google Shape;2678;p46"/>
          <p:cNvSpPr/>
          <p:nvPr/>
        </p:nvSpPr>
        <p:spPr>
          <a:xfrm>
            <a:off x="1184780" y="4763307"/>
            <a:ext cx="16236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cxnSp>
        <p:nvCxnSpPr>
          <p:cNvPr id="2679" name="Google Shape;2679;p46"/>
          <p:cNvCxnSpPr/>
          <p:nvPr/>
        </p:nvCxnSpPr>
        <p:spPr>
          <a:xfrm>
            <a:off x="1976985" y="4758776"/>
            <a:ext cx="2700" cy="446700"/>
          </a:xfrm>
          <a:prstGeom prst="straightConnector1">
            <a:avLst/>
          </a:prstGeom>
          <a:noFill/>
          <a:ln cap="flat" cmpd="sng" w="28575">
            <a:solidFill>
              <a:srgbClr val="D9D9D9"/>
            </a:solidFill>
            <a:prstDash val="solid"/>
            <a:round/>
            <a:headEnd len="sm" w="sm" type="none"/>
            <a:tailEnd len="sm" w="sm" type="none"/>
          </a:ln>
        </p:spPr>
      </p:cxnSp>
      <p:sp>
        <p:nvSpPr>
          <p:cNvPr id="2680" name="Google Shape;2680;p46"/>
          <p:cNvSpPr/>
          <p:nvPr/>
        </p:nvSpPr>
        <p:spPr>
          <a:xfrm>
            <a:off x="2927652" y="4763307"/>
            <a:ext cx="16236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cxnSp>
        <p:nvCxnSpPr>
          <p:cNvPr id="2681" name="Google Shape;2681;p46"/>
          <p:cNvCxnSpPr/>
          <p:nvPr/>
        </p:nvCxnSpPr>
        <p:spPr>
          <a:xfrm>
            <a:off x="3723200" y="4758922"/>
            <a:ext cx="2700" cy="446700"/>
          </a:xfrm>
          <a:prstGeom prst="straightConnector1">
            <a:avLst/>
          </a:prstGeom>
          <a:noFill/>
          <a:ln cap="flat" cmpd="sng" w="28575">
            <a:solidFill>
              <a:srgbClr val="D9D9D9"/>
            </a:solidFill>
            <a:prstDash val="solid"/>
            <a:round/>
            <a:headEnd len="sm" w="sm" type="none"/>
            <a:tailEnd len="sm" w="sm" type="none"/>
          </a:ln>
        </p:spPr>
      </p:cxnSp>
      <p:sp>
        <p:nvSpPr>
          <p:cNvPr id="2682" name="Google Shape;2682;p46"/>
          <p:cNvSpPr/>
          <p:nvPr/>
        </p:nvSpPr>
        <p:spPr>
          <a:xfrm>
            <a:off x="4670524" y="4763307"/>
            <a:ext cx="16236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cxnSp>
        <p:nvCxnSpPr>
          <p:cNvPr id="2683" name="Google Shape;2683;p46"/>
          <p:cNvCxnSpPr/>
          <p:nvPr/>
        </p:nvCxnSpPr>
        <p:spPr>
          <a:xfrm>
            <a:off x="5464944" y="4758764"/>
            <a:ext cx="2700" cy="446700"/>
          </a:xfrm>
          <a:prstGeom prst="straightConnector1">
            <a:avLst/>
          </a:prstGeom>
          <a:noFill/>
          <a:ln cap="flat" cmpd="sng" w="28575">
            <a:solidFill>
              <a:srgbClr val="D9D9D9"/>
            </a:solidFill>
            <a:prstDash val="solid"/>
            <a:round/>
            <a:headEnd len="sm" w="sm" type="none"/>
            <a:tailEnd len="sm" w="sm" type="none"/>
          </a:ln>
        </p:spPr>
      </p:cxnSp>
      <p:sp>
        <p:nvSpPr>
          <p:cNvPr id="2684" name="Google Shape;2684;p46"/>
          <p:cNvSpPr/>
          <p:nvPr/>
        </p:nvSpPr>
        <p:spPr>
          <a:xfrm>
            <a:off x="6423880" y="4763307"/>
            <a:ext cx="7965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sp>
        <p:nvSpPr>
          <p:cNvPr id="2685" name="Google Shape;2685;p46"/>
          <p:cNvSpPr/>
          <p:nvPr/>
        </p:nvSpPr>
        <p:spPr>
          <a:xfrm>
            <a:off x="7350049" y="4763307"/>
            <a:ext cx="24660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cxnSp>
        <p:nvCxnSpPr>
          <p:cNvPr id="2686" name="Google Shape;2686;p46"/>
          <p:cNvCxnSpPr/>
          <p:nvPr/>
        </p:nvCxnSpPr>
        <p:spPr>
          <a:xfrm>
            <a:off x="8165438" y="4758764"/>
            <a:ext cx="2700" cy="446700"/>
          </a:xfrm>
          <a:prstGeom prst="straightConnector1">
            <a:avLst/>
          </a:prstGeom>
          <a:noFill/>
          <a:ln cap="flat" cmpd="sng" w="28575">
            <a:solidFill>
              <a:srgbClr val="D9D9D9"/>
            </a:solidFill>
            <a:prstDash val="solid"/>
            <a:round/>
            <a:headEnd len="sm" w="sm" type="none"/>
            <a:tailEnd len="sm" w="sm" type="none"/>
          </a:ln>
        </p:spPr>
      </p:cxnSp>
      <p:cxnSp>
        <p:nvCxnSpPr>
          <p:cNvPr id="2687" name="Google Shape;2687;p46"/>
          <p:cNvCxnSpPr/>
          <p:nvPr/>
        </p:nvCxnSpPr>
        <p:spPr>
          <a:xfrm>
            <a:off x="8995570" y="4758800"/>
            <a:ext cx="2700" cy="446700"/>
          </a:xfrm>
          <a:prstGeom prst="straightConnector1">
            <a:avLst/>
          </a:prstGeom>
          <a:noFill/>
          <a:ln cap="flat" cmpd="sng" w="28575">
            <a:solidFill>
              <a:srgbClr val="D9D9D9"/>
            </a:solidFill>
            <a:prstDash val="solid"/>
            <a:round/>
            <a:headEnd len="sm" w="sm" type="none"/>
            <a:tailEnd len="sm" w="sm" type="none"/>
          </a:ln>
        </p:spPr>
      </p:cxnSp>
      <p:sp>
        <p:nvSpPr>
          <p:cNvPr id="2688" name="Google Shape;2688;p46"/>
          <p:cNvSpPr/>
          <p:nvPr/>
        </p:nvSpPr>
        <p:spPr>
          <a:xfrm>
            <a:off x="267899" y="5253569"/>
            <a:ext cx="7965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sp>
        <p:nvSpPr>
          <p:cNvPr id="2689" name="Google Shape;2689;p46"/>
          <p:cNvSpPr/>
          <p:nvPr/>
        </p:nvSpPr>
        <p:spPr>
          <a:xfrm>
            <a:off x="1183584" y="5253569"/>
            <a:ext cx="16236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cxnSp>
        <p:nvCxnSpPr>
          <p:cNvPr id="2690" name="Google Shape;2690;p46"/>
          <p:cNvCxnSpPr/>
          <p:nvPr/>
        </p:nvCxnSpPr>
        <p:spPr>
          <a:xfrm>
            <a:off x="1975789" y="5249038"/>
            <a:ext cx="2700" cy="446700"/>
          </a:xfrm>
          <a:prstGeom prst="straightConnector1">
            <a:avLst/>
          </a:prstGeom>
          <a:noFill/>
          <a:ln cap="flat" cmpd="sng" w="28575">
            <a:solidFill>
              <a:srgbClr val="D9D9D9"/>
            </a:solidFill>
            <a:prstDash val="solid"/>
            <a:round/>
            <a:headEnd len="sm" w="sm" type="none"/>
            <a:tailEnd len="sm" w="sm" type="none"/>
          </a:ln>
        </p:spPr>
      </p:cxnSp>
      <p:sp>
        <p:nvSpPr>
          <p:cNvPr id="2691" name="Google Shape;2691;p46"/>
          <p:cNvSpPr/>
          <p:nvPr/>
        </p:nvSpPr>
        <p:spPr>
          <a:xfrm>
            <a:off x="2926456" y="5253569"/>
            <a:ext cx="16236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cxnSp>
        <p:nvCxnSpPr>
          <p:cNvPr id="2692" name="Google Shape;2692;p46"/>
          <p:cNvCxnSpPr/>
          <p:nvPr/>
        </p:nvCxnSpPr>
        <p:spPr>
          <a:xfrm>
            <a:off x="3722005" y="5249184"/>
            <a:ext cx="2700" cy="446700"/>
          </a:xfrm>
          <a:prstGeom prst="straightConnector1">
            <a:avLst/>
          </a:prstGeom>
          <a:noFill/>
          <a:ln cap="flat" cmpd="sng" w="28575">
            <a:solidFill>
              <a:srgbClr val="D9D9D9"/>
            </a:solidFill>
            <a:prstDash val="solid"/>
            <a:round/>
            <a:headEnd len="sm" w="sm" type="none"/>
            <a:tailEnd len="sm" w="sm" type="none"/>
          </a:ln>
        </p:spPr>
      </p:cxnSp>
      <p:sp>
        <p:nvSpPr>
          <p:cNvPr id="2693" name="Google Shape;2693;p46"/>
          <p:cNvSpPr/>
          <p:nvPr/>
        </p:nvSpPr>
        <p:spPr>
          <a:xfrm>
            <a:off x="4669328" y="5253569"/>
            <a:ext cx="16236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cxnSp>
        <p:nvCxnSpPr>
          <p:cNvPr id="2694" name="Google Shape;2694;p46"/>
          <p:cNvCxnSpPr/>
          <p:nvPr/>
        </p:nvCxnSpPr>
        <p:spPr>
          <a:xfrm>
            <a:off x="5463748" y="5249025"/>
            <a:ext cx="2700" cy="446700"/>
          </a:xfrm>
          <a:prstGeom prst="straightConnector1">
            <a:avLst/>
          </a:prstGeom>
          <a:noFill/>
          <a:ln cap="flat" cmpd="sng" w="28575">
            <a:solidFill>
              <a:srgbClr val="D9D9D9"/>
            </a:solidFill>
            <a:prstDash val="solid"/>
            <a:round/>
            <a:headEnd len="sm" w="sm" type="none"/>
            <a:tailEnd len="sm" w="sm" type="none"/>
          </a:ln>
        </p:spPr>
      </p:cxnSp>
      <p:sp>
        <p:nvSpPr>
          <p:cNvPr id="2695" name="Google Shape;2695;p46"/>
          <p:cNvSpPr/>
          <p:nvPr/>
        </p:nvSpPr>
        <p:spPr>
          <a:xfrm>
            <a:off x="6422684" y="5253569"/>
            <a:ext cx="7965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sp>
        <p:nvSpPr>
          <p:cNvPr id="2696" name="Google Shape;2696;p46"/>
          <p:cNvSpPr/>
          <p:nvPr/>
        </p:nvSpPr>
        <p:spPr>
          <a:xfrm>
            <a:off x="7348853" y="5253569"/>
            <a:ext cx="24660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cxnSp>
        <p:nvCxnSpPr>
          <p:cNvPr id="2697" name="Google Shape;2697;p46"/>
          <p:cNvCxnSpPr/>
          <p:nvPr/>
        </p:nvCxnSpPr>
        <p:spPr>
          <a:xfrm>
            <a:off x="8164242" y="5249025"/>
            <a:ext cx="2700" cy="446700"/>
          </a:xfrm>
          <a:prstGeom prst="straightConnector1">
            <a:avLst/>
          </a:prstGeom>
          <a:noFill/>
          <a:ln cap="flat" cmpd="sng" w="28575">
            <a:solidFill>
              <a:srgbClr val="D9D9D9"/>
            </a:solidFill>
            <a:prstDash val="solid"/>
            <a:round/>
            <a:headEnd len="sm" w="sm" type="none"/>
            <a:tailEnd len="sm" w="sm" type="none"/>
          </a:ln>
        </p:spPr>
      </p:cxnSp>
      <p:cxnSp>
        <p:nvCxnSpPr>
          <p:cNvPr id="2698" name="Google Shape;2698;p46"/>
          <p:cNvCxnSpPr/>
          <p:nvPr/>
        </p:nvCxnSpPr>
        <p:spPr>
          <a:xfrm>
            <a:off x="8994374" y="5249062"/>
            <a:ext cx="2700" cy="446700"/>
          </a:xfrm>
          <a:prstGeom prst="straightConnector1">
            <a:avLst/>
          </a:prstGeom>
          <a:noFill/>
          <a:ln cap="flat" cmpd="sng" w="28575">
            <a:solidFill>
              <a:srgbClr val="D9D9D9"/>
            </a:solidFill>
            <a:prstDash val="solid"/>
            <a:round/>
            <a:headEnd len="sm" w="sm" type="none"/>
            <a:tailEnd len="sm" w="sm" type="none"/>
          </a:ln>
        </p:spPr>
      </p:cxnSp>
      <p:sp>
        <p:nvSpPr>
          <p:cNvPr id="2699" name="Google Shape;2699;p46"/>
          <p:cNvSpPr/>
          <p:nvPr/>
        </p:nvSpPr>
        <p:spPr>
          <a:xfrm>
            <a:off x="265150" y="5767582"/>
            <a:ext cx="7965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sp>
        <p:nvSpPr>
          <p:cNvPr id="2700" name="Google Shape;2700;p46"/>
          <p:cNvSpPr/>
          <p:nvPr/>
        </p:nvSpPr>
        <p:spPr>
          <a:xfrm>
            <a:off x="1180835" y="5767582"/>
            <a:ext cx="16236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cxnSp>
        <p:nvCxnSpPr>
          <p:cNvPr id="2701" name="Google Shape;2701;p46"/>
          <p:cNvCxnSpPr/>
          <p:nvPr/>
        </p:nvCxnSpPr>
        <p:spPr>
          <a:xfrm>
            <a:off x="1973040" y="5763051"/>
            <a:ext cx="2700" cy="446700"/>
          </a:xfrm>
          <a:prstGeom prst="straightConnector1">
            <a:avLst/>
          </a:prstGeom>
          <a:noFill/>
          <a:ln cap="flat" cmpd="sng" w="28575">
            <a:solidFill>
              <a:srgbClr val="D9D9D9"/>
            </a:solidFill>
            <a:prstDash val="solid"/>
            <a:round/>
            <a:headEnd len="sm" w="sm" type="none"/>
            <a:tailEnd len="sm" w="sm" type="none"/>
          </a:ln>
        </p:spPr>
      </p:cxnSp>
      <p:sp>
        <p:nvSpPr>
          <p:cNvPr id="2702" name="Google Shape;2702;p46"/>
          <p:cNvSpPr/>
          <p:nvPr/>
        </p:nvSpPr>
        <p:spPr>
          <a:xfrm>
            <a:off x="2923707" y="5767582"/>
            <a:ext cx="16236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cxnSp>
        <p:nvCxnSpPr>
          <p:cNvPr id="2703" name="Google Shape;2703;p46"/>
          <p:cNvCxnSpPr/>
          <p:nvPr/>
        </p:nvCxnSpPr>
        <p:spPr>
          <a:xfrm>
            <a:off x="3719255" y="5763197"/>
            <a:ext cx="2700" cy="446700"/>
          </a:xfrm>
          <a:prstGeom prst="straightConnector1">
            <a:avLst/>
          </a:prstGeom>
          <a:noFill/>
          <a:ln cap="flat" cmpd="sng" w="28575">
            <a:solidFill>
              <a:srgbClr val="D9D9D9"/>
            </a:solidFill>
            <a:prstDash val="solid"/>
            <a:round/>
            <a:headEnd len="sm" w="sm" type="none"/>
            <a:tailEnd len="sm" w="sm" type="none"/>
          </a:ln>
        </p:spPr>
      </p:cxnSp>
      <p:sp>
        <p:nvSpPr>
          <p:cNvPr id="2704" name="Google Shape;2704;p46"/>
          <p:cNvSpPr/>
          <p:nvPr/>
        </p:nvSpPr>
        <p:spPr>
          <a:xfrm>
            <a:off x="4666579" y="5767582"/>
            <a:ext cx="16236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cxnSp>
        <p:nvCxnSpPr>
          <p:cNvPr id="2705" name="Google Shape;2705;p46"/>
          <p:cNvCxnSpPr/>
          <p:nvPr/>
        </p:nvCxnSpPr>
        <p:spPr>
          <a:xfrm>
            <a:off x="5460999" y="5763038"/>
            <a:ext cx="2700" cy="446700"/>
          </a:xfrm>
          <a:prstGeom prst="straightConnector1">
            <a:avLst/>
          </a:prstGeom>
          <a:noFill/>
          <a:ln cap="flat" cmpd="sng" w="28575">
            <a:solidFill>
              <a:srgbClr val="D9D9D9"/>
            </a:solidFill>
            <a:prstDash val="solid"/>
            <a:round/>
            <a:headEnd len="sm" w="sm" type="none"/>
            <a:tailEnd len="sm" w="sm" type="none"/>
          </a:ln>
        </p:spPr>
      </p:cxnSp>
      <p:sp>
        <p:nvSpPr>
          <p:cNvPr id="2706" name="Google Shape;2706;p46"/>
          <p:cNvSpPr/>
          <p:nvPr/>
        </p:nvSpPr>
        <p:spPr>
          <a:xfrm>
            <a:off x="6419935" y="5767582"/>
            <a:ext cx="7965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sp>
        <p:nvSpPr>
          <p:cNvPr id="2707" name="Google Shape;2707;p46"/>
          <p:cNvSpPr/>
          <p:nvPr/>
        </p:nvSpPr>
        <p:spPr>
          <a:xfrm>
            <a:off x="7346104" y="5767582"/>
            <a:ext cx="24660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cxnSp>
        <p:nvCxnSpPr>
          <p:cNvPr id="2708" name="Google Shape;2708;p46"/>
          <p:cNvCxnSpPr/>
          <p:nvPr/>
        </p:nvCxnSpPr>
        <p:spPr>
          <a:xfrm>
            <a:off x="8161493" y="5763038"/>
            <a:ext cx="2700" cy="446700"/>
          </a:xfrm>
          <a:prstGeom prst="straightConnector1">
            <a:avLst/>
          </a:prstGeom>
          <a:noFill/>
          <a:ln cap="flat" cmpd="sng" w="28575">
            <a:solidFill>
              <a:srgbClr val="D9D9D9"/>
            </a:solidFill>
            <a:prstDash val="solid"/>
            <a:round/>
            <a:headEnd len="sm" w="sm" type="none"/>
            <a:tailEnd len="sm" w="sm" type="none"/>
          </a:ln>
        </p:spPr>
      </p:cxnSp>
      <p:cxnSp>
        <p:nvCxnSpPr>
          <p:cNvPr id="2709" name="Google Shape;2709;p46"/>
          <p:cNvCxnSpPr/>
          <p:nvPr/>
        </p:nvCxnSpPr>
        <p:spPr>
          <a:xfrm>
            <a:off x="8991625" y="5763075"/>
            <a:ext cx="2700" cy="446700"/>
          </a:xfrm>
          <a:prstGeom prst="straightConnector1">
            <a:avLst/>
          </a:prstGeom>
          <a:noFill/>
          <a:ln cap="flat" cmpd="sng" w="28575">
            <a:solidFill>
              <a:srgbClr val="D9D9D9"/>
            </a:solidFill>
            <a:prstDash val="solid"/>
            <a:round/>
            <a:headEnd len="sm" w="sm" type="none"/>
            <a:tailEnd len="sm" w="sm" type="none"/>
          </a:ln>
        </p:spPr>
      </p:cxnSp>
      <p:sp>
        <p:nvSpPr>
          <p:cNvPr id="2710" name="Google Shape;2710;p46"/>
          <p:cNvSpPr txBox="1"/>
          <p:nvPr>
            <p:ph idx="4" type="subTitle"/>
          </p:nvPr>
        </p:nvSpPr>
        <p:spPr>
          <a:xfrm>
            <a:off x="263406" y="1782608"/>
            <a:ext cx="7965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2711" name="Google Shape;2711;p46"/>
          <p:cNvSpPr txBox="1"/>
          <p:nvPr>
            <p:ph idx="5" type="subTitle"/>
          </p:nvPr>
        </p:nvSpPr>
        <p:spPr>
          <a:xfrm>
            <a:off x="1177829" y="1782608"/>
            <a:ext cx="7779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2712" name="Google Shape;2712;p46"/>
          <p:cNvSpPr txBox="1"/>
          <p:nvPr>
            <p:ph idx="6" type="subTitle"/>
          </p:nvPr>
        </p:nvSpPr>
        <p:spPr>
          <a:xfrm>
            <a:off x="1988728" y="1782608"/>
            <a:ext cx="8151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2713" name="Google Shape;2713;p46"/>
          <p:cNvSpPr txBox="1"/>
          <p:nvPr>
            <p:ph idx="7" type="subTitle"/>
          </p:nvPr>
        </p:nvSpPr>
        <p:spPr>
          <a:xfrm>
            <a:off x="2923907" y="1782608"/>
            <a:ext cx="7779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2714" name="Google Shape;2714;p46"/>
          <p:cNvSpPr txBox="1"/>
          <p:nvPr>
            <p:ph idx="8" type="subTitle"/>
          </p:nvPr>
        </p:nvSpPr>
        <p:spPr>
          <a:xfrm>
            <a:off x="3734801" y="1782608"/>
            <a:ext cx="8151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2715" name="Google Shape;2715;p46"/>
          <p:cNvSpPr txBox="1"/>
          <p:nvPr>
            <p:ph idx="9" type="subTitle"/>
          </p:nvPr>
        </p:nvSpPr>
        <p:spPr>
          <a:xfrm>
            <a:off x="4669984" y="1782608"/>
            <a:ext cx="7779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2716" name="Google Shape;2716;p46"/>
          <p:cNvSpPr txBox="1"/>
          <p:nvPr>
            <p:ph idx="13" type="subTitle"/>
          </p:nvPr>
        </p:nvSpPr>
        <p:spPr>
          <a:xfrm>
            <a:off x="5480878" y="1782608"/>
            <a:ext cx="8151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2717" name="Google Shape;2717;p46"/>
          <p:cNvSpPr txBox="1"/>
          <p:nvPr>
            <p:ph idx="14" type="subTitle"/>
          </p:nvPr>
        </p:nvSpPr>
        <p:spPr>
          <a:xfrm>
            <a:off x="6410573" y="1782608"/>
            <a:ext cx="8136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2718" name="Google Shape;2718;p46"/>
          <p:cNvSpPr txBox="1"/>
          <p:nvPr>
            <p:ph idx="15" type="subTitle"/>
          </p:nvPr>
        </p:nvSpPr>
        <p:spPr>
          <a:xfrm>
            <a:off x="7344346" y="1782608"/>
            <a:ext cx="7965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2719" name="Google Shape;2719;p46"/>
          <p:cNvSpPr txBox="1"/>
          <p:nvPr>
            <p:ph idx="16" type="subTitle"/>
          </p:nvPr>
        </p:nvSpPr>
        <p:spPr>
          <a:xfrm>
            <a:off x="8181345" y="1782608"/>
            <a:ext cx="7965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2720" name="Google Shape;2720;p46"/>
          <p:cNvSpPr txBox="1"/>
          <p:nvPr>
            <p:ph idx="17" type="subTitle"/>
          </p:nvPr>
        </p:nvSpPr>
        <p:spPr>
          <a:xfrm>
            <a:off x="8998819" y="1782608"/>
            <a:ext cx="8151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2721" name="Google Shape;2721;p46"/>
          <p:cNvSpPr txBox="1"/>
          <p:nvPr>
            <p:ph idx="18" type="subTitle"/>
          </p:nvPr>
        </p:nvSpPr>
        <p:spPr>
          <a:xfrm>
            <a:off x="263406" y="2268846"/>
            <a:ext cx="7965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2722" name="Google Shape;2722;p46"/>
          <p:cNvSpPr txBox="1"/>
          <p:nvPr>
            <p:ph idx="19" type="subTitle"/>
          </p:nvPr>
        </p:nvSpPr>
        <p:spPr>
          <a:xfrm>
            <a:off x="1177829" y="2268846"/>
            <a:ext cx="7779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2723" name="Google Shape;2723;p46"/>
          <p:cNvSpPr txBox="1"/>
          <p:nvPr>
            <p:ph idx="20" type="subTitle"/>
          </p:nvPr>
        </p:nvSpPr>
        <p:spPr>
          <a:xfrm>
            <a:off x="1988728" y="2268846"/>
            <a:ext cx="8151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2724" name="Google Shape;2724;p46"/>
          <p:cNvSpPr txBox="1"/>
          <p:nvPr>
            <p:ph idx="21" type="subTitle"/>
          </p:nvPr>
        </p:nvSpPr>
        <p:spPr>
          <a:xfrm>
            <a:off x="2923907" y="2268846"/>
            <a:ext cx="7779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2725" name="Google Shape;2725;p46"/>
          <p:cNvSpPr txBox="1"/>
          <p:nvPr>
            <p:ph idx="22" type="subTitle"/>
          </p:nvPr>
        </p:nvSpPr>
        <p:spPr>
          <a:xfrm>
            <a:off x="3734801" y="2268846"/>
            <a:ext cx="8151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2726" name="Google Shape;2726;p46"/>
          <p:cNvSpPr txBox="1"/>
          <p:nvPr>
            <p:ph idx="23" type="subTitle"/>
          </p:nvPr>
        </p:nvSpPr>
        <p:spPr>
          <a:xfrm>
            <a:off x="4669984" y="2268846"/>
            <a:ext cx="7779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2727" name="Google Shape;2727;p46"/>
          <p:cNvSpPr txBox="1"/>
          <p:nvPr>
            <p:ph idx="24" type="subTitle"/>
          </p:nvPr>
        </p:nvSpPr>
        <p:spPr>
          <a:xfrm>
            <a:off x="5480878" y="2268846"/>
            <a:ext cx="8151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2728" name="Google Shape;2728;p46"/>
          <p:cNvSpPr txBox="1"/>
          <p:nvPr>
            <p:ph idx="25" type="subTitle"/>
          </p:nvPr>
        </p:nvSpPr>
        <p:spPr>
          <a:xfrm>
            <a:off x="6410573" y="2268846"/>
            <a:ext cx="8136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2729" name="Google Shape;2729;p46"/>
          <p:cNvSpPr txBox="1"/>
          <p:nvPr>
            <p:ph idx="26" type="subTitle"/>
          </p:nvPr>
        </p:nvSpPr>
        <p:spPr>
          <a:xfrm>
            <a:off x="7344346" y="2268846"/>
            <a:ext cx="7965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2730" name="Google Shape;2730;p46"/>
          <p:cNvSpPr txBox="1"/>
          <p:nvPr>
            <p:ph idx="27" type="subTitle"/>
          </p:nvPr>
        </p:nvSpPr>
        <p:spPr>
          <a:xfrm>
            <a:off x="8181345" y="2268846"/>
            <a:ext cx="7965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2731" name="Google Shape;2731;p46"/>
          <p:cNvSpPr txBox="1"/>
          <p:nvPr>
            <p:ph idx="28" type="subTitle"/>
          </p:nvPr>
        </p:nvSpPr>
        <p:spPr>
          <a:xfrm>
            <a:off x="8998819" y="2268846"/>
            <a:ext cx="8151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2732" name="Google Shape;2732;p46"/>
          <p:cNvSpPr txBox="1"/>
          <p:nvPr>
            <p:ph idx="29" type="subTitle"/>
          </p:nvPr>
        </p:nvSpPr>
        <p:spPr>
          <a:xfrm>
            <a:off x="263406" y="2782511"/>
            <a:ext cx="7965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2733" name="Google Shape;2733;p46"/>
          <p:cNvSpPr txBox="1"/>
          <p:nvPr>
            <p:ph idx="30" type="subTitle"/>
          </p:nvPr>
        </p:nvSpPr>
        <p:spPr>
          <a:xfrm>
            <a:off x="1177829" y="2782511"/>
            <a:ext cx="7779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2734" name="Google Shape;2734;p46"/>
          <p:cNvSpPr txBox="1"/>
          <p:nvPr>
            <p:ph idx="31" type="subTitle"/>
          </p:nvPr>
        </p:nvSpPr>
        <p:spPr>
          <a:xfrm>
            <a:off x="1988728" y="2782511"/>
            <a:ext cx="8151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2735" name="Google Shape;2735;p46"/>
          <p:cNvSpPr txBox="1"/>
          <p:nvPr>
            <p:ph idx="32" type="subTitle"/>
          </p:nvPr>
        </p:nvSpPr>
        <p:spPr>
          <a:xfrm>
            <a:off x="2923907" y="2782511"/>
            <a:ext cx="7779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2736" name="Google Shape;2736;p46"/>
          <p:cNvSpPr txBox="1"/>
          <p:nvPr>
            <p:ph idx="33" type="subTitle"/>
          </p:nvPr>
        </p:nvSpPr>
        <p:spPr>
          <a:xfrm>
            <a:off x="3734801" y="2782511"/>
            <a:ext cx="8151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2737" name="Google Shape;2737;p46"/>
          <p:cNvSpPr txBox="1"/>
          <p:nvPr>
            <p:ph idx="34" type="subTitle"/>
          </p:nvPr>
        </p:nvSpPr>
        <p:spPr>
          <a:xfrm>
            <a:off x="4669984" y="2782511"/>
            <a:ext cx="7779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2738" name="Google Shape;2738;p46"/>
          <p:cNvSpPr txBox="1"/>
          <p:nvPr>
            <p:ph idx="35" type="subTitle"/>
          </p:nvPr>
        </p:nvSpPr>
        <p:spPr>
          <a:xfrm>
            <a:off x="5480878" y="2782511"/>
            <a:ext cx="8151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2739" name="Google Shape;2739;p46"/>
          <p:cNvSpPr txBox="1"/>
          <p:nvPr>
            <p:ph idx="36" type="subTitle"/>
          </p:nvPr>
        </p:nvSpPr>
        <p:spPr>
          <a:xfrm>
            <a:off x="6410573" y="2782510"/>
            <a:ext cx="8136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2740" name="Google Shape;2740;p46"/>
          <p:cNvSpPr txBox="1"/>
          <p:nvPr>
            <p:ph idx="37" type="subTitle"/>
          </p:nvPr>
        </p:nvSpPr>
        <p:spPr>
          <a:xfrm>
            <a:off x="7344346" y="2782511"/>
            <a:ext cx="7965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2741" name="Google Shape;2741;p46"/>
          <p:cNvSpPr txBox="1"/>
          <p:nvPr>
            <p:ph idx="38" type="subTitle"/>
          </p:nvPr>
        </p:nvSpPr>
        <p:spPr>
          <a:xfrm>
            <a:off x="8181345" y="2782511"/>
            <a:ext cx="7965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2742" name="Google Shape;2742;p46"/>
          <p:cNvSpPr txBox="1"/>
          <p:nvPr>
            <p:ph idx="39" type="subTitle"/>
          </p:nvPr>
        </p:nvSpPr>
        <p:spPr>
          <a:xfrm>
            <a:off x="8998819" y="2782511"/>
            <a:ext cx="8151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2743" name="Google Shape;2743;p46"/>
          <p:cNvSpPr txBox="1"/>
          <p:nvPr>
            <p:ph idx="40" type="subTitle"/>
          </p:nvPr>
        </p:nvSpPr>
        <p:spPr>
          <a:xfrm>
            <a:off x="263406" y="3269058"/>
            <a:ext cx="7965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2744" name="Google Shape;2744;p46"/>
          <p:cNvSpPr txBox="1"/>
          <p:nvPr>
            <p:ph idx="41" type="subTitle"/>
          </p:nvPr>
        </p:nvSpPr>
        <p:spPr>
          <a:xfrm>
            <a:off x="1177829" y="3269058"/>
            <a:ext cx="7779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2745" name="Google Shape;2745;p46"/>
          <p:cNvSpPr txBox="1"/>
          <p:nvPr>
            <p:ph idx="42" type="subTitle"/>
          </p:nvPr>
        </p:nvSpPr>
        <p:spPr>
          <a:xfrm>
            <a:off x="1988728" y="3269058"/>
            <a:ext cx="8151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2746" name="Google Shape;2746;p46"/>
          <p:cNvSpPr txBox="1"/>
          <p:nvPr>
            <p:ph idx="43" type="subTitle"/>
          </p:nvPr>
        </p:nvSpPr>
        <p:spPr>
          <a:xfrm>
            <a:off x="2923907" y="3269058"/>
            <a:ext cx="7779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2747" name="Google Shape;2747;p46"/>
          <p:cNvSpPr txBox="1"/>
          <p:nvPr>
            <p:ph idx="44" type="subTitle"/>
          </p:nvPr>
        </p:nvSpPr>
        <p:spPr>
          <a:xfrm>
            <a:off x="3734801" y="3269058"/>
            <a:ext cx="8151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2748" name="Google Shape;2748;p46"/>
          <p:cNvSpPr txBox="1"/>
          <p:nvPr>
            <p:ph idx="45" type="subTitle"/>
          </p:nvPr>
        </p:nvSpPr>
        <p:spPr>
          <a:xfrm>
            <a:off x="4669984" y="3269058"/>
            <a:ext cx="7779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2749" name="Google Shape;2749;p46"/>
          <p:cNvSpPr txBox="1"/>
          <p:nvPr>
            <p:ph idx="46" type="subTitle"/>
          </p:nvPr>
        </p:nvSpPr>
        <p:spPr>
          <a:xfrm>
            <a:off x="5480878" y="3269058"/>
            <a:ext cx="8151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2750" name="Google Shape;2750;p46"/>
          <p:cNvSpPr txBox="1"/>
          <p:nvPr>
            <p:ph idx="47" type="subTitle"/>
          </p:nvPr>
        </p:nvSpPr>
        <p:spPr>
          <a:xfrm>
            <a:off x="6410573" y="3269056"/>
            <a:ext cx="8136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2751" name="Google Shape;2751;p46"/>
          <p:cNvSpPr txBox="1"/>
          <p:nvPr>
            <p:ph idx="48" type="subTitle"/>
          </p:nvPr>
        </p:nvSpPr>
        <p:spPr>
          <a:xfrm>
            <a:off x="7344346" y="3269058"/>
            <a:ext cx="7965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2752" name="Google Shape;2752;p46"/>
          <p:cNvSpPr txBox="1"/>
          <p:nvPr>
            <p:ph idx="49" type="subTitle"/>
          </p:nvPr>
        </p:nvSpPr>
        <p:spPr>
          <a:xfrm>
            <a:off x="8181345" y="3269058"/>
            <a:ext cx="7965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2753" name="Google Shape;2753;p46"/>
          <p:cNvSpPr txBox="1"/>
          <p:nvPr>
            <p:ph idx="50" type="subTitle"/>
          </p:nvPr>
        </p:nvSpPr>
        <p:spPr>
          <a:xfrm>
            <a:off x="8998819" y="3269058"/>
            <a:ext cx="8151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2754" name="Google Shape;2754;p46"/>
          <p:cNvSpPr txBox="1"/>
          <p:nvPr>
            <p:ph idx="51" type="subTitle"/>
          </p:nvPr>
        </p:nvSpPr>
        <p:spPr>
          <a:xfrm>
            <a:off x="263406" y="3763699"/>
            <a:ext cx="7965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2755" name="Google Shape;2755;p46"/>
          <p:cNvSpPr txBox="1"/>
          <p:nvPr>
            <p:ph idx="52" type="subTitle"/>
          </p:nvPr>
        </p:nvSpPr>
        <p:spPr>
          <a:xfrm>
            <a:off x="1177829" y="3763699"/>
            <a:ext cx="7779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2756" name="Google Shape;2756;p46"/>
          <p:cNvSpPr txBox="1"/>
          <p:nvPr>
            <p:ph idx="53" type="subTitle"/>
          </p:nvPr>
        </p:nvSpPr>
        <p:spPr>
          <a:xfrm>
            <a:off x="1988728" y="3763699"/>
            <a:ext cx="8151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2757" name="Google Shape;2757;p46"/>
          <p:cNvSpPr txBox="1"/>
          <p:nvPr>
            <p:ph idx="54" type="subTitle"/>
          </p:nvPr>
        </p:nvSpPr>
        <p:spPr>
          <a:xfrm>
            <a:off x="2923907" y="3763699"/>
            <a:ext cx="7779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2758" name="Google Shape;2758;p46"/>
          <p:cNvSpPr txBox="1"/>
          <p:nvPr>
            <p:ph idx="55" type="subTitle"/>
          </p:nvPr>
        </p:nvSpPr>
        <p:spPr>
          <a:xfrm>
            <a:off x="3734801" y="3763699"/>
            <a:ext cx="8151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2759" name="Google Shape;2759;p46"/>
          <p:cNvSpPr txBox="1"/>
          <p:nvPr>
            <p:ph idx="56" type="subTitle"/>
          </p:nvPr>
        </p:nvSpPr>
        <p:spPr>
          <a:xfrm>
            <a:off x="4669984" y="3763699"/>
            <a:ext cx="7779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2760" name="Google Shape;2760;p46"/>
          <p:cNvSpPr txBox="1"/>
          <p:nvPr>
            <p:ph idx="57" type="subTitle"/>
          </p:nvPr>
        </p:nvSpPr>
        <p:spPr>
          <a:xfrm>
            <a:off x="5480878" y="3763699"/>
            <a:ext cx="8151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2761" name="Google Shape;2761;p46"/>
          <p:cNvSpPr txBox="1"/>
          <p:nvPr>
            <p:ph idx="58" type="subTitle"/>
          </p:nvPr>
        </p:nvSpPr>
        <p:spPr>
          <a:xfrm>
            <a:off x="6410573" y="3763697"/>
            <a:ext cx="8136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2762" name="Google Shape;2762;p46"/>
          <p:cNvSpPr txBox="1"/>
          <p:nvPr>
            <p:ph idx="59" type="subTitle"/>
          </p:nvPr>
        </p:nvSpPr>
        <p:spPr>
          <a:xfrm>
            <a:off x="7344346" y="3763699"/>
            <a:ext cx="7965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2763" name="Google Shape;2763;p46"/>
          <p:cNvSpPr txBox="1"/>
          <p:nvPr>
            <p:ph idx="60" type="subTitle"/>
          </p:nvPr>
        </p:nvSpPr>
        <p:spPr>
          <a:xfrm>
            <a:off x="8181345" y="3763699"/>
            <a:ext cx="7965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2764" name="Google Shape;2764;p46"/>
          <p:cNvSpPr txBox="1"/>
          <p:nvPr>
            <p:ph idx="61" type="subTitle"/>
          </p:nvPr>
        </p:nvSpPr>
        <p:spPr>
          <a:xfrm>
            <a:off x="8998819" y="3763699"/>
            <a:ext cx="8151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2765" name="Google Shape;2765;p46"/>
          <p:cNvSpPr txBox="1"/>
          <p:nvPr>
            <p:ph idx="62" type="subTitle"/>
          </p:nvPr>
        </p:nvSpPr>
        <p:spPr>
          <a:xfrm>
            <a:off x="263406" y="4278991"/>
            <a:ext cx="7965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2766" name="Google Shape;2766;p46"/>
          <p:cNvSpPr txBox="1"/>
          <p:nvPr>
            <p:ph idx="63" type="subTitle"/>
          </p:nvPr>
        </p:nvSpPr>
        <p:spPr>
          <a:xfrm>
            <a:off x="1177829" y="4278991"/>
            <a:ext cx="7779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2767" name="Google Shape;2767;p46"/>
          <p:cNvSpPr txBox="1"/>
          <p:nvPr>
            <p:ph idx="64" type="subTitle"/>
          </p:nvPr>
        </p:nvSpPr>
        <p:spPr>
          <a:xfrm>
            <a:off x="1988728" y="4278991"/>
            <a:ext cx="8151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2768" name="Google Shape;2768;p46"/>
          <p:cNvSpPr txBox="1"/>
          <p:nvPr>
            <p:ph idx="65" type="subTitle"/>
          </p:nvPr>
        </p:nvSpPr>
        <p:spPr>
          <a:xfrm>
            <a:off x="2923907" y="4278991"/>
            <a:ext cx="7779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2769" name="Google Shape;2769;p46"/>
          <p:cNvSpPr txBox="1"/>
          <p:nvPr>
            <p:ph idx="66" type="subTitle"/>
          </p:nvPr>
        </p:nvSpPr>
        <p:spPr>
          <a:xfrm>
            <a:off x="3734801" y="4278991"/>
            <a:ext cx="8151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2770" name="Google Shape;2770;p46"/>
          <p:cNvSpPr txBox="1"/>
          <p:nvPr>
            <p:ph idx="67" type="subTitle"/>
          </p:nvPr>
        </p:nvSpPr>
        <p:spPr>
          <a:xfrm>
            <a:off x="4669984" y="4278991"/>
            <a:ext cx="7779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2771" name="Google Shape;2771;p46"/>
          <p:cNvSpPr txBox="1"/>
          <p:nvPr>
            <p:ph idx="68" type="subTitle"/>
          </p:nvPr>
        </p:nvSpPr>
        <p:spPr>
          <a:xfrm>
            <a:off x="5480878" y="4278991"/>
            <a:ext cx="8151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2772" name="Google Shape;2772;p46"/>
          <p:cNvSpPr txBox="1"/>
          <p:nvPr>
            <p:ph idx="69" type="subTitle"/>
          </p:nvPr>
        </p:nvSpPr>
        <p:spPr>
          <a:xfrm>
            <a:off x="6410573" y="4278988"/>
            <a:ext cx="8136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2773" name="Google Shape;2773;p46"/>
          <p:cNvSpPr txBox="1"/>
          <p:nvPr>
            <p:ph idx="70" type="subTitle"/>
          </p:nvPr>
        </p:nvSpPr>
        <p:spPr>
          <a:xfrm>
            <a:off x="7344346" y="4278991"/>
            <a:ext cx="7965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2774" name="Google Shape;2774;p46"/>
          <p:cNvSpPr txBox="1"/>
          <p:nvPr>
            <p:ph idx="71" type="subTitle"/>
          </p:nvPr>
        </p:nvSpPr>
        <p:spPr>
          <a:xfrm>
            <a:off x="8181345" y="4278991"/>
            <a:ext cx="7965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2775" name="Google Shape;2775;p46"/>
          <p:cNvSpPr txBox="1"/>
          <p:nvPr>
            <p:ph idx="72" type="subTitle"/>
          </p:nvPr>
        </p:nvSpPr>
        <p:spPr>
          <a:xfrm>
            <a:off x="8998819" y="4278991"/>
            <a:ext cx="8151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2776" name="Google Shape;2776;p46"/>
          <p:cNvSpPr txBox="1"/>
          <p:nvPr>
            <p:ph idx="73" type="subTitle"/>
          </p:nvPr>
        </p:nvSpPr>
        <p:spPr>
          <a:xfrm>
            <a:off x="264731" y="4765316"/>
            <a:ext cx="7965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2777" name="Google Shape;2777;p46"/>
          <p:cNvSpPr txBox="1"/>
          <p:nvPr>
            <p:ph idx="74" type="subTitle"/>
          </p:nvPr>
        </p:nvSpPr>
        <p:spPr>
          <a:xfrm>
            <a:off x="1179154" y="4765316"/>
            <a:ext cx="7779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2778" name="Google Shape;2778;p46"/>
          <p:cNvSpPr txBox="1"/>
          <p:nvPr>
            <p:ph idx="75" type="subTitle"/>
          </p:nvPr>
        </p:nvSpPr>
        <p:spPr>
          <a:xfrm>
            <a:off x="1990053" y="4765316"/>
            <a:ext cx="8151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2779" name="Google Shape;2779;p46"/>
          <p:cNvSpPr txBox="1"/>
          <p:nvPr>
            <p:ph idx="76" type="subTitle"/>
          </p:nvPr>
        </p:nvSpPr>
        <p:spPr>
          <a:xfrm>
            <a:off x="2925232" y="4765316"/>
            <a:ext cx="7779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2780" name="Google Shape;2780;p46"/>
          <p:cNvSpPr txBox="1"/>
          <p:nvPr>
            <p:ph idx="77" type="subTitle"/>
          </p:nvPr>
        </p:nvSpPr>
        <p:spPr>
          <a:xfrm>
            <a:off x="3736126" y="4765316"/>
            <a:ext cx="8151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2781" name="Google Shape;2781;p46"/>
          <p:cNvSpPr txBox="1"/>
          <p:nvPr>
            <p:ph idx="78" type="subTitle"/>
          </p:nvPr>
        </p:nvSpPr>
        <p:spPr>
          <a:xfrm>
            <a:off x="4671309" y="4765316"/>
            <a:ext cx="7779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2782" name="Google Shape;2782;p46"/>
          <p:cNvSpPr txBox="1"/>
          <p:nvPr>
            <p:ph idx="79" type="subTitle"/>
          </p:nvPr>
        </p:nvSpPr>
        <p:spPr>
          <a:xfrm>
            <a:off x="5482203" y="4765316"/>
            <a:ext cx="8151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2783" name="Google Shape;2783;p46"/>
          <p:cNvSpPr txBox="1"/>
          <p:nvPr>
            <p:ph idx="80" type="subTitle"/>
          </p:nvPr>
        </p:nvSpPr>
        <p:spPr>
          <a:xfrm>
            <a:off x="6411959" y="4765313"/>
            <a:ext cx="8136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2784" name="Google Shape;2784;p46"/>
          <p:cNvSpPr txBox="1"/>
          <p:nvPr>
            <p:ph idx="81" type="subTitle"/>
          </p:nvPr>
        </p:nvSpPr>
        <p:spPr>
          <a:xfrm>
            <a:off x="7345671" y="4765316"/>
            <a:ext cx="7965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2785" name="Google Shape;2785;p46"/>
          <p:cNvSpPr txBox="1"/>
          <p:nvPr>
            <p:ph idx="82" type="subTitle"/>
          </p:nvPr>
        </p:nvSpPr>
        <p:spPr>
          <a:xfrm>
            <a:off x="8182670" y="4765316"/>
            <a:ext cx="7965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2786" name="Google Shape;2786;p46"/>
          <p:cNvSpPr txBox="1"/>
          <p:nvPr>
            <p:ph idx="83" type="subTitle"/>
          </p:nvPr>
        </p:nvSpPr>
        <p:spPr>
          <a:xfrm>
            <a:off x="9000144" y="4765316"/>
            <a:ext cx="8151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2787" name="Google Shape;2787;p46"/>
          <p:cNvSpPr txBox="1"/>
          <p:nvPr>
            <p:ph idx="84" type="subTitle"/>
          </p:nvPr>
        </p:nvSpPr>
        <p:spPr>
          <a:xfrm>
            <a:off x="264731" y="5255657"/>
            <a:ext cx="7965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2788" name="Google Shape;2788;p46"/>
          <p:cNvSpPr txBox="1"/>
          <p:nvPr>
            <p:ph idx="85" type="subTitle"/>
          </p:nvPr>
        </p:nvSpPr>
        <p:spPr>
          <a:xfrm>
            <a:off x="1179154" y="5255657"/>
            <a:ext cx="7779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2789" name="Google Shape;2789;p46"/>
          <p:cNvSpPr txBox="1"/>
          <p:nvPr>
            <p:ph idx="86" type="subTitle"/>
          </p:nvPr>
        </p:nvSpPr>
        <p:spPr>
          <a:xfrm>
            <a:off x="1990053" y="5255657"/>
            <a:ext cx="8151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2790" name="Google Shape;2790;p46"/>
          <p:cNvSpPr txBox="1"/>
          <p:nvPr>
            <p:ph idx="87" type="subTitle"/>
          </p:nvPr>
        </p:nvSpPr>
        <p:spPr>
          <a:xfrm>
            <a:off x="2925232" y="5255657"/>
            <a:ext cx="7779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2791" name="Google Shape;2791;p46"/>
          <p:cNvSpPr txBox="1"/>
          <p:nvPr>
            <p:ph idx="88" type="subTitle"/>
          </p:nvPr>
        </p:nvSpPr>
        <p:spPr>
          <a:xfrm>
            <a:off x="3736126" y="5255657"/>
            <a:ext cx="8151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2792" name="Google Shape;2792;p46"/>
          <p:cNvSpPr txBox="1"/>
          <p:nvPr>
            <p:ph idx="89" type="subTitle"/>
          </p:nvPr>
        </p:nvSpPr>
        <p:spPr>
          <a:xfrm>
            <a:off x="4671309" y="5255657"/>
            <a:ext cx="7779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2793" name="Google Shape;2793;p46"/>
          <p:cNvSpPr txBox="1"/>
          <p:nvPr>
            <p:ph idx="90" type="subTitle"/>
          </p:nvPr>
        </p:nvSpPr>
        <p:spPr>
          <a:xfrm>
            <a:off x="5482203" y="5255657"/>
            <a:ext cx="8151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2794" name="Google Shape;2794;p46"/>
          <p:cNvSpPr txBox="1"/>
          <p:nvPr>
            <p:ph idx="91" type="subTitle"/>
          </p:nvPr>
        </p:nvSpPr>
        <p:spPr>
          <a:xfrm>
            <a:off x="6411959" y="5255653"/>
            <a:ext cx="8136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2795" name="Google Shape;2795;p46"/>
          <p:cNvSpPr txBox="1"/>
          <p:nvPr>
            <p:ph idx="92" type="subTitle"/>
          </p:nvPr>
        </p:nvSpPr>
        <p:spPr>
          <a:xfrm>
            <a:off x="7345671" y="5255657"/>
            <a:ext cx="7965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2796" name="Google Shape;2796;p46"/>
          <p:cNvSpPr txBox="1"/>
          <p:nvPr>
            <p:ph idx="93" type="subTitle"/>
          </p:nvPr>
        </p:nvSpPr>
        <p:spPr>
          <a:xfrm>
            <a:off x="8182670" y="5255657"/>
            <a:ext cx="7965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2797" name="Google Shape;2797;p46"/>
          <p:cNvSpPr txBox="1"/>
          <p:nvPr>
            <p:ph idx="94" type="subTitle"/>
          </p:nvPr>
        </p:nvSpPr>
        <p:spPr>
          <a:xfrm>
            <a:off x="9000144" y="5255657"/>
            <a:ext cx="8151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2798" name="Google Shape;2798;p46"/>
          <p:cNvSpPr txBox="1"/>
          <p:nvPr>
            <p:ph idx="95" type="subTitle"/>
          </p:nvPr>
        </p:nvSpPr>
        <p:spPr>
          <a:xfrm>
            <a:off x="264731" y="5769224"/>
            <a:ext cx="7965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2799" name="Google Shape;2799;p46"/>
          <p:cNvSpPr txBox="1"/>
          <p:nvPr>
            <p:ph idx="96" type="subTitle"/>
          </p:nvPr>
        </p:nvSpPr>
        <p:spPr>
          <a:xfrm>
            <a:off x="1179154" y="5769224"/>
            <a:ext cx="7779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2800" name="Google Shape;2800;p46"/>
          <p:cNvSpPr txBox="1"/>
          <p:nvPr>
            <p:ph idx="97" type="subTitle"/>
          </p:nvPr>
        </p:nvSpPr>
        <p:spPr>
          <a:xfrm>
            <a:off x="1990053" y="5769224"/>
            <a:ext cx="8151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2801" name="Google Shape;2801;p46"/>
          <p:cNvSpPr txBox="1"/>
          <p:nvPr>
            <p:ph idx="98" type="subTitle"/>
          </p:nvPr>
        </p:nvSpPr>
        <p:spPr>
          <a:xfrm>
            <a:off x="2925232" y="5769224"/>
            <a:ext cx="7779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2802" name="Google Shape;2802;p46"/>
          <p:cNvSpPr txBox="1"/>
          <p:nvPr>
            <p:ph idx="99" type="subTitle"/>
          </p:nvPr>
        </p:nvSpPr>
        <p:spPr>
          <a:xfrm>
            <a:off x="3736126" y="5769224"/>
            <a:ext cx="8151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2803" name="Google Shape;2803;p46"/>
          <p:cNvSpPr txBox="1"/>
          <p:nvPr>
            <p:ph idx="100" type="subTitle"/>
          </p:nvPr>
        </p:nvSpPr>
        <p:spPr>
          <a:xfrm>
            <a:off x="4671309" y="5769224"/>
            <a:ext cx="7779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2804" name="Google Shape;2804;p46"/>
          <p:cNvSpPr txBox="1"/>
          <p:nvPr>
            <p:ph idx="101" type="subTitle"/>
          </p:nvPr>
        </p:nvSpPr>
        <p:spPr>
          <a:xfrm>
            <a:off x="5482203" y="5769224"/>
            <a:ext cx="8151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2805" name="Google Shape;2805;p46"/>
          <p:cNvSpPr txBox="1"/>
          <p:nvPr>
            <p:ph idx="102" type="subTitle"/>
          </p:nvPr>
        </p:nvSpPr>
        <p:spPr>
          <a:xfrm>
            <a:off x="6411959" y="5769219"/>
            <a:ext cx="8136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2806" name="Google Shape;2806;p46"/>
          <p:cNvSpPr txBox="1"/>
          <p:nvPr>
            <p:ph idx="103" type="subTitle"/>
          </p:nvPr>
        </p:nvSpPr>
        <p:spPr>
          <a:xfrm>
            <a:off x="7345671" y="5769224"/>
            <a:ext cx="7965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2807" name="Google Shape;2807;p46"/>
          <p:cNvSpPr txBox="1"/>
          <p:nvPr>
            <p:ph idx="104" type="subTitle"/>
          </p:nvPr>
        </p:nvSpPr>
        <p:spPr>
          <a:xfrm>
            <a:off x="8182670" y="5769224"/>
            <a:ext cx="7965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2808" name="Google Shape;2808;p46"/>
          <p:cNvSpPr txBox="1"/>
          <p:nvPr>
            <p:ph idx="105" type="subTitle"/>
          </p:nvPr>
        </p:nvSpPr>
        <p:spPr>
          <a:xfrm>
            <a:off x="9000144" y="5769224"/>
            <a:ext cx="8151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2809" name="Google Shape;2809;p46"/>
          <p:cNvSpPr/>
          <p:nvPr/>
        </p:nvSpPr>
        <p:spPr>
          <a:xfrm>
            <a:off x="2937798" y="843909"/>
            <a:ext cx="1592700" cy="408600"/>
          </a:xfrm>
          <a:prstGeom prst="roundRect">
            <a:avLst>
              <a:gd fmla="val 16667" name="adj"/>
            </a:avLst>
          </a:prstGeom>
          <a:solidFill>
            <a:srgbClr val="D9EAD3"/>
          </a:solidFill>
          <a:ln>
            <a:noFill/>
          </a:ln>
          <a:effectLst>
            <a:outerShdw blurRad="57150" rotWithShape="0" algn="bl" dir="5400000" dist="19050">
              <a:srgbClr val="000000">
                <a:alpha val="49800"/>
              </a:srgbClr>
            </a:outerShdw>
          </a:effectLst>
        </p:spPr>
        <p:txBody>
          <a:bodyPr anchorCtr="0" anchor="ctr" bIns="18000" lIns="18000" spcFirstLastPara="1" rIns="18000" wrap="square" tIns="18000">
            <a:noAutofit/>
          </a:bodyPr>
          <a:lstStyle/>
          <a:p>
            <a:pPr indent="0" lvl="0" marL="0" marR="0" rtl="0" algn="ctr">
              <a:lnSpc>
                <a:spcPct val="100000"/>
              </a:lnSpc>
              <a:spcBef>
                <a:spcPts val="0"/>
              </a:spcBef>
              <a:spcAft>
                <a:spcPts val="0"/>
              </a:spcAft>
              <a:buClr>
                <a:srgbClr val="000000"/>
              </a:buClr>
              <a:buSzPts val="900"/>
              <a:buFont typeface="Arial"/>
              <a:buNone/>
            </a:pPr>
            <a:r>
              <a:rPr b="1" lang="es-419" sz="900">
                <a:latin typeface="Arvo"/>
                <a:ea typeface="Arvo"/>
                <a:cs typeface="Arvo"/>
                <a:sym typeface="Arvo"/>
              </a:rPr>
              <a:t>¿Qué?</a:t>
            </a:r>
            <a:endParaRPr b="1" i="0" sz="900" u="none" cap="none" strike="noStrike">
              <a:solidFill>
                <a:srgbClr val="000000"/>
              </a:solidFill>
              <a:latin typeface="Arvo"/>
              <a:ea typeface="Arvo"/>
              <a:cs typeface="Arvo"/>
              <a:sym typeface="Arvo"/>
            </a:endParaRPr>
          </a:p>
        </p:txBody>
      </p:sp>
      <p:sp>
        <p:nvSpPr>
          <p:cNvPr id="2810" name="Google Shape;2810;p46"/>
          <p:cNvSpPr/>
          <p:nvPr/>
        </p:nvSpPr>
        <p:spPr>
          <a:xfrm>
            <a:off x="6437250" y="843897"/>
            <a:ext cx="781500" cy="408900"/>
          </a:xfrm>
          <a:prstGeom prst="roundRect">
            <a:avLst>
              <a:gd fmla="val 16667" name="adj"/>
            </a:avLst>
          </a:prstGeom>
          <a:solidFill>
            <a:srgbClr val="FFF2CC"/>
          </a:solidFill>
          <a:ln>
            <a:noFill/>
          </a:ln>
          <a:effectLst>
            <a:outerShdw blurRad="57150" rotWithShape="0" algn="bl" dir="5400000" dist="19050">
              <a:srgbClr val="000000">
                <a:alpha val="49800"/>
              </a:srgbClr>
            </a:outerShdw>
          </a:effectLst>
        </p:spPr>
        <p:txBody>
          <a:bodyPr anchorCtr="0" anchor="ctr" bIns="18000" lIns="18000" spcFirstLastPara="1" rIns="18000" wrap="square" tIns="18000">
            <a:noAutofit/>
          </a:bodyPr>
          <a:lstStyle/>
          <a:p>
            <a:pPr indent="0" lvl="0" marL="0" marR="0" rtl="0" algn="ctr">
              <a:lnSpc>
                <a:spcPct val="100000"/>
              </a:lnSpc>
              <a:spcBef>
                <a:spcPts val="0"/>
              </a:spcBef>
              <a:spcAft>
                <a:spcPts val="0"/>
              </a:spcAft>
              <a:buClr>
                <a:srgbClr val="000000"/>
              </a:buClr>
              <a:buSzPts val="900"/>
              <a:buFont typeface="Arial"/>
              <a:buNone/>
            </a:pPr>
            <a:r>
              <a:rPr b="1" lang="es-419" sz="900">
                <a:latin typeface="Arvo"/>
                <a:ea typeface="Arvo"/>
                <a:cs typeface="Arvo"/>
                <a:sym typeface="Arvo"/>
              </a:rPr>
              <a:t>¿Cuándo?</a:t>
            </a:r>
            <a:endParaRPr b="1" i="0" sz="900" u="none" cap="none" strike="noStrike">
              <a:solidFill>
                <a:srgbClr val="000000"/>
              </a:solidFill>
              <a:latin typeface="Arvo"/>
              <a:ea typeface="Arvo"/>
              <a:cs typeface="Arvo"/>
              <a:sym typeface="Arvo"/>
            </a:endParaRPr>
          </a:p>
        </p:txBody>
      </p:sp>
      <p:sp>
        <p:nvSpPr>
          <p:cNvPr id="2811" name="Google Shape;2811;p46"/>
          <p:cNvSpPr/>
          <p:nvPr/>
        </p:nvSpPr>
        <p:spPr>
          <a:xfrm>
            <a:off x="4687703" y="843897"/>
            <a:ext cx="1592700" cy="408600"/>
          </a:xfrm>
          <a:prstGeom prst="roundRect">
            <a:avLst>
              <a:gd fmla="val 16667" name="adj"/>
            </a:avLst>
          </a:prstGeom>
          <a:solidFill>
            <a:srgbClr val="F4CCCC"/>
          </a:solidFill>
          <a:ln>
            <a:noFill/>
          </a:ln>
          <a:effectLst>
            <a:outerShdw blurRad="57150" rotWithShape="0" algn="bl" dir="5400000" dist="19050">
              <a:srgbClr val="000000">
                <a:alpha val="49800"/>
              </a:srgbClr>
            </a:outerShdw>
          </a:effectLst>
        </p:spPr>
        <p:txBody>
          <a:bodyPr anchorCtr="0" anchor="ctr" bIns="18000" lIns="18000" spcFirstLastPara="1" rIns="18000" wrap="square" tIns="18000">
            <a:noAutofit/>
          </a:bodyPr>
          <a:lstStyle/>
          <a:p>
            <a:pPr indent="0" lvl="0" marL="0" marR="0" rtl="0" algn="ctr">
              <a:lnSpc>
                <a:spcPct val="100000"/>
              </a:lnSpc>
              <a:spcBef>
                <a:spcPts val="0"/>
              </a:spcBef>
              <a:spcAft>
                <a:spcPts val="0"/>
              </a:spcAft>
              <a:buClr>
                <a:srgbClr val="000000"/>
              </a:buClr>
              <a:buSzPts val="900"/>
              <a:buFont typeface="Arial"/>
              <a:buNone/>
            </a:pPr>
            <a:r>
              <a:rPr b="1" lang="es-419" sz="900">
                <a:latin typeface="Arvo"/>
                <a:ea typeface="Arvo"/>
                <a:cs typeface="Arvo"/>
                <a:sym typeface="Arvo"/>
              </a:rPr>
              <a:t>¿Dónde?</a:t>
            </a:r>
            <a:endParaRPr b="1" i="0" sz="900" u="none" cap="none" strike="noStrike">
              <a:solidFill>
                <a:srgbClr val="000000"/>
              </a:solidFill>
              <a:latin typeface="Arvo"/>
              <a:ea typeface="Arvo"/>
              <a:cs typeface="Arvo"/>
              <a:sym typeface="Arvo"/>
            </a:endParaRPr>
          </a:p>
        </p:txBody>
      </p:sp>
      <p:sp>
        <p:nvSpPr>
          <p:cNvPr id="2812" name="Google Shape;2812;p46"/>
          <p:cNvSpPr/>
          <p:nvPr/>
        </p:nvSpPr>
        <p:spPr>
          <a:xfrm>
            <a:off x="1169479" y="843909"/>
            <a:ext cx="1631400" cy="448500"/>
          </a:xfrm>
          <a:prstGeom prst="roundRect">
            <a:avLst>
              <a:gd fmla="val 16667" name="adj"/>
            </a:avLst>
          </a:prstGeom>
          <a:solidFill>
            <a:srgbClr val="FFF2CC"/>
          </a:solidFill>
          <a:ln>
            <a:noFill/>
          </a:ln>
          <a:effectLst>
            <a:outerShdw blurRad="57150" rotWithShape="0" algn="bl" dir="5400000" dist="19050">
              <a:srgbClr val="000000">
                <a:alpha val="49800"/>
              </a:srgbClr>
            </a:outerShdw>
          </a:effectLst>
        </p:spPr>
        <p:txBody>
          <a:bodyPr anchorCtr="0" anchor="ctr" bIns="18000" lIns="18000" spcFirstLastPara="1" rIns="18000" wrap="square" tIns="18000">
            <a:noAutofit/>
          </a:bodyPr>
          <a:lstStyle/>
          <a:p>
            <a:pPr indent="0" lvl="0" marL="0" rtl="0" algn="ctr">
              <a:spcBef>
                <a:spcPts val="0"/>
              </a:spcBef>
              <a:spcAft>
                <a:spcPts val="0"/>
              </a:spcAft>
              <a:buClr>
                <a:srgbClr val="000000"/>
              </a:buClr>
              <a:buSzPts val="1100"/>
              <a:buFont typeface="Arial"/>
              <a:buNone/>
            </a:pPr>
            <a:r>
              <a:rPr b="1" lang="es-419" sz="900">
                <a:solidFill>
                  <a:srgbClr val="000000"/>
                </a:solidFill>
              </a:rPr>
              <a:t>¿Quién? </a:t>
            </a:r>
            <a:endParaRPr b="1" sz="900">
              <a:solidFill>
                <a:srgbClr val="000000"/>
              </a:solidFill>
            </a:endParaRPr>
          </a:p>
          <a:p>
            <a:pPr indent="0" lvl="0" marL="0" rtl="0" algn="ctr">
              <a:spcBef>
                <a:spcPts val="0"/>
              </a:spcBef>
              <a:spcAft>
                <a:spcPts val="0"/>
              </a:spcAft>
              <a:buClr>
                <a:srgbClr val="000000"/>
              </a:buClr>
              <a:buSzPts val="1100"/>
              <a:buFont typeface="Arial"/>
              <a:buNone/>
            </a:pPr>
            <a:r>
              <a:rPr b="1" lang="es-419" sz="600">
                <a:solidFill>
                  <a:srgbClr val="000000"/>
                </a:solidFill>
              </a:rPr>
              <a:t>R = responsable. A = Aprobador. C = Consultado. I = Informado. </a:t>
            </a:r>
            <a:endParaRPr b="1" sz="600">
              <a:latin typeface="Arvo"/>
              <a:ea typeface="Arvo"/>
              <a:cs typeface="Arvo"/>
              <a:sym typeface="Arvo"/>
            </a:endParaRPr>
          </a:p>
        </p:txBody>
      </p:sp>
      <p:sp>
        <p:nvSpPr>
          <p:cNvPr id="2813" name="Google Shape;2813;p46"/>
          <p:cNvSpPr/>
          <p:nvPr/>
        </p:nvSpPr>
        <p:spPr>
          <a:xfrm>
            <a:off x="250802" y="843897"/>
            <a:ext cx="781500" cy="448500"/>
          </a:xfrm>
          <a:prstGeom prst="roundRect">
            <a:avLst>
              <a:gd fmla="val 16667" name="adj"/>
            </a:avLst>
          </a:prstGeom>
          <a:solidFill>
            <a:srgbClr val="F3F3F3"/>
          </a:solidFill>
          <a:ln>
            <a:noFill/>
          </a:ln>
          <a:effectLst>
            <a:outerShdw blurRad="57150" rotWithShape="0" algn="bl" dir="5400000" dist="19050">
              <a:srgbClr val="000000">
                <a:alpha val="49800"/>
              </a:srgbClr>
            </a:outerShdw>
          </a:effectLst>
        </p:spPr>
        <p:txBody>
          <a:bodyPr anchorCtr="0" anchor="ctr" bIns="18000" lIns="18000" spcFirstLastPara="1" rIns="18000" wrap="square" tIns="18000">
            <a:noAutofit/>
          </a:bodyPr>
          <a:lstStyle/>
          <a:p>
            <a:pPr indent="0" lvl="0" marL="0" marR="0" rtl="0" algn="ctr">
              <a:lnSpc>
                <a:spcPct val="100000"/>
              </a:lnSpc>
              <a:spcBef>
                <a:spcPts val="0"/>
              </a:spcBef>
              <a:spcAft>
                <a:spcPts val="0"/>
              </a:spcAft>
              <a:buClr>
                <a:srgbClr val="000000"/>
              </a:buClr>
              <a:buSzPts val="900"/>
              <a:buFont typeface="Arial"/>
              <a:buNone/>
            </a:pPr>
            <a:r>
              <a:rPr b="1" lang="es-419" sz="900">
                <a:latin typeface="Arvo"/>
                <a:ea typeface="Arvo"/>
                <a:cs typeface="Arvo"/>
                <a:sym typeface="Arvo"/>
              </a:rPr>
              <a:t>¿Cómo?</a:t>
            </a:r>
            <a:endParaRPr b="1" i="0" sz="900" u="none" cap="none" strike="noStrike">
              <a:solidFill>
                <a:srgbClr val="000000"/>
              </a:solidFill>
              <a:latin typeface="Arvo"/>
              <a:ea typeface="Arvo"/>
              <a:cs typeface="Arvo"/>
              <a:sym typeface="Arvo"/>
            </a:endParaRPr>
          </a:p>
        </p:txBody>
      </p:sp>
      <p:sp>
        <p:nvSpPr>
          <p:cNvPr id="2814" name="Google Shape;2814;p46"/>
          <p:cNvSpPr/>
          <p:nvPr/>
        </p:nvSpPr>
        <p:spPr>
          <a:xfrm>
            <a:off x="7375550" y="843897"/>
            <a:ext cx="2434800" cy="408900"/>
          </a:xfrm>
          <a:prstGeom prst="roundRect">
            <a:avLst>
              <a:gd fmla="val 16667" name="adj"/>
            </a:avLst>
          </a:prstGeom>
          <a:solidFill>
            <a:srgbClr val="B4A7D6"/>
          </a:solidFill>
          <a:ln>
            <a:noFill/>
          </a:ln>
          <a:effectLst>
            <a:outerShdw blurRad="57150" rotWithShape="0" algn="bl" dir="5400000" dist="19050">
              <a:srgbClr val="000000">
                <a:alpha val="49800"/>
              </a:srgbClr>
            </a:outerShdw>
          </a:effectLst>
        </p:spPr>
        <p:txBody>
          <a:bodyPr anchorCtr="0" anchor="ctr" bIns="18000" lIns="18000" spcFirstLastPara="1" rIns="18000" wrap="square" tIns="18000">
            <a:noAutofit/>
          </a:bodyPr>
          <a:lstStyle/>
          <a:p>
            <a:pPr indent="0" lvl="0" marL="0" marR="0" rtl="0" algn="ctr">
              <a:lnSpc>
                <a:spcPct val="100000"/>
              </a:lnSpc>
              <a:spcBef>
                <a:spcPts val="0"/>
              </a:spcBef>
              <a:spcAft>
                <a:spcPts val="0"/>
              </a:spcAft>
              <a:buClr>
                <a:srgbClr val="000000"/>
              </a:buClr>
              <a:buSzPts val="900"/>
              <a:buFont typeface="Arial"/>
              <a:buNone/>
            </a:pPr>
            <a:r>
              <a:rPr b="1" lang="es-419" sz="900">
                <a:latin typeface="Arvo"/>
                <a:ea typeface="Arvo"/>
                <a:cs typeface="Arvo"/>
                <a:sym typeface="Arvo"/>
              </a:rPr>
              <a:t>¿Por qué?</a:t>
            </a:r>
            <a:endParaRPr b="1" sz="900">
              <a:latin typeface="Arvo"/>
              <a:ea typeface="Arvo"/>
              <a:cs typeface="Arvo"/>
              <a:sym typeface="Arvo"/>
            </a:endParaRPr>
          </a:p>
        </p:txBody>
      </p:sp>
      <p:sp>
        <p:nvSpPr>
          <p:cNvPr id="2815" name="Google Shape;2815;p46"/>
          <p:cNvSpPr txBox="1"/>
          <p:nvPr/>
        </p:nvSpPr>
        <p:spPr>
          <a:xfrm>
            <a:off x="9027247" y="1335932"/>
            <a:ext cx="781500" cy="370800"/>
          </a:xfrm>
          <a:prstGeom prst="rect">
            <a:avLst/>
          </a:prstGeom>
          <a:solidFill>
            <a:srgbClr val="B4A7D6"/>
          </a:solidFill>
          <a:ln>
            <a:noFill/>
          </a:ln>
          <a:effectLst>
            <a:outerShdw blurRad="57150" rotWithShape="0" algn="bl" dir="2160000" dist="19050">
              <a:srgbClr val="000000">
                <a:alpha val="78000"/>
              </a:srgbClr>
            </a:outerShdw>
          </a:effectLst>
        </p:spPr>
        <p:txBody>
          <a:bodyPr anchorCtr="0" anchor="ctr" bIns="18000" lIns="18000" spcFirstLastPara="1" rIns="18000" wrap="square" tIns="18000">
            <a:noAutofit/>
          </a:bodyPr>
          <a:lstStyle/>
          <a:p>
            <a:pPr indent="0" lvl="0" marL="0" rtl="0" algn="ctr">
              <a:spcBef>
                <a:spcPts val="0"/>
              </a:spcBef>
              <a:spcAft>
                <a:spcPts val="0"/>
              </a:spcAft>
              <a:buNone/>
            </a:pPr>
            <a:r>
              <a:rPr b="1" lang="es-419" sz="600">
                <a:latin typeface="Arvo"/>
                <a:ea typeface="Arvo"/>
                <a:cs typeface="Arvo"/>
                <a:sym typeface="Arvo"/>
              </a:rPr>
              <a:t>Punto de control / regla de negocio</a:t>
            </a:r>
            <a:endParaRPr b="1" sz="600">
              <a:latin typeface="Arvo"/>
              <a:ea typeface="Arvo"/>
              <a:cs typeface="Arvo"/>
              <a:sym typeface="Arvo"/>
            </a:endParaRPr>
          </a:p>
        </p:txBody>
      </p:sp>
      <p:sp>
        <p:nvSpPr>
          <p:cNvPr id="2816" name="Google Shape;2816;p46"/>
          <p:cNvSpPr txBox="1"/>
          <p:nvPr/>
        </p:nvSpPr>
        <p:spPr>
          <a:xfrm>
            <a:off x="8202044" y="1335932"/>
            <a:ext cx="781500" cy="370800"/>
          </a:xfrm>
          <a:prstGeom prst="rect">
            <a:avLst/>
          </a:prstGeom>
          <a:solidFill>
            <a:srgbClr val="B4A7D6"/>
          </a:solidFill>
          <a:ln>
            <a:noFill/>
          </a:ln>
          <a:effectLst>
            <a:outerShdw blurRad="57150" rotWithShape="0" algn="bl" dir="2160000" dist="19050">
              <a:srgbClr val="000000">
                <a:alpha val="78000"/>
              </a:srgbClr>
            </a:outerShdw>
          </a:effectLst>
        </p:spPr>
        <p:txBody>
          <a:bodyPr anchorCtr="0" anchor="ctr" bIns="18000" lIns="18000" spcFirstLastPara="1" rIns="18000" wrap="square" tIns="18000">
            <a:noAutofit/>
          </a:bodyPr>
          <a:lstStyle/>
          <a:p>
            <a:pPr indent="0" lvl="0" marL="0" rtl="0" algn="ctr">
              <a:spcBef>
                <a:spcPts val="0"/>
              </a:spcBef>
              <a:spcAft>
                <a:spcPts val="0"/>
              </a:spcAft>
              <a:buNone/>
            </a:pPr>
            <a:r>
              <a:rPr b="1" lang="es-419" sz="600">
                <a:latin typeface="Arvo"/>
                <a:ea typeface="Arvo"/>
                <a:cs typeface="Arvo"/>
                <a:sym typeface="Arvo"/>
              </a:rPr>
              <a:t>¿Por qué lo hace?</a:t>
            </a:r>
            <a:endParaRPr b="1" sz="600">
              <a:latin typeface="Arvo"/>
              <a:ea typeface="Arvo"/>
              <a:cs typeface="Arvo"/>
              <a:sym typeface="Arvo"/>
            </a:endParaRPr>
          </a:p>
        </p:txBody>
      </p:sp>
      <p:sp>
        <p:nvSpPr>
          <p:cNvPr id="2817" name="Google Shape;2817;p46"/>
          <p:cNvSpPr txBox="1"/>
          <p:nvPr/>
        </p:nvSpPr>
        <p:spPr>
          <a:xfrm>
            <a:off x="7376842" y="1335932"/>
            <a:ext cx="781500" cy="370800"/>
          </a:xfrm>
          <a:prstGeom prst="rect">
            <a:avLst/>
          </a:prstGeom>
          <a:solidFill>
            <a:srgbClr val="B4A7D6"/>
          </a:solidFill>
          <a:ln>
            <a:noFill/>
          </a:ln>
          <a:effectLst>
            <a:outerShdw blurRad="57150" rotWithShape="0" algn="bl" dir="2160000" dist="19050">
              <a:srgbClr val="000000">
                <a:alpha val="78000"/>
              </a:srgbClr>
            </a:outerShdw>
          </a:effectLst>
        </p:spPr>
        <p:txBody>
          <a:bodyPr anchorCtr="0" anchor="ctr" bIns="18000" lIns="18000" spcFirstLastPara="1" rIns="18000" wrap="square" tIns="18000">
            <a:noAutofit/>
          </a:bodyPr>
          <a:lstStyle/>
          <a:p>
            <a:pPr indent="0" lvl="0" marL="0" rtl="0" algn="ctr">
              <a:spcBef>
                <a:spcPts val="0"/>
              </a:spcBef>
              <a:spcAft>
                <a:spcPts val="0"/>
              </a:spcAft>
              <a:buNone/>
            </a:pPr>
            <a:r>
              <a:rPr b="1" lang="es-419" sz="600">
                <a:latin typeface="Arvo"/>
                <a:ea typeface="Arvo"/>
                <a:cs typeface="Arvo"/>
                <a:sym typeface="Arvo"/>
              </a:rPr>
              <a:t>¿Qué necesita para iniciar?</a:t>
            </a:r>
            <a:endParaRPr b="1" sz="600">
              <a:latin typeface="Arvo"/>
              <a:ea typeface="Arvo"/>
              <a:cs typeface="Arvo"/>
              <a:sym typeface="Arvo"/>
            </a:endParaRPr>
          </a:p>
        </p:txBody>
      </p:sp>
      <p:sp>
        <p:nvSpPr>
          <p:cNvPr id="2818" name="Google Shape;2818;p46"/>
          <p:cNvSpPr txBox="1"/>
          <p:nvPr/>
        </p:nvSpPr>
        <p:spPr>
          <a:xfrm>
            <a:off x="6438453" y="1335932"/>
            <a:ext cx="781500" cy="370800"/>
          </a:xfrm>
          <a:prstGeom prst="rect">
            <a:avLst/>
          </a:prstGeom>
          <a:solidFill>
            <a:srgbClr val="FFF2CC"/>
          </a:solidFill>
          <a:ln>
            <a:noFill/>
          </a:ln>
          <a:effectLst>
            <a:outerShdw blurRad="57150" rotWithShape="0" algn="bl" dir="2160000" dist="19050">
              <a:srgbClr val="000000">
                <a:alpha val="78000"/>
              </a:srgbClr>
            </a:outerShdw>
          </a:effectLst>
        </p:spPr>
        <p:txBody>
          <a:bodyPr anchorCtr="0" anchor="ctr" bIns="18000" lIns="18000" spcFirstLastPara="1" rIns="18000" wrap="square" tIns="18000">
            <a:noAutofit/>
          </a:bodyPr>
          <a:lstStyle/>
          <a:p>
            <a:pPr indent="0" lvl="0" marL="0" rtl="0" algn="ctr">
              <a:spcBef>
                <a:spcPts val="0"/>
              </a:spcBef>
              <a:spcAft>
                <a:spcPts val="0"/>
              </a:spcAft>
              <a:buNone/>
            </a:pPr>
            <a:r>
              <a:rPr b="1" lang="es-419" sz="600">
                <a:latin typeface="Arvo"/>
                <a:ea typeface="Arvo"/>
                <a:cs typeface="Arvo"/>
                <a:sym typeface="Arvo"/>
              </a:rPr>
              <a:t>¿Cuándo lo hace?</a:t>
            </a:r>
            <a:endParaRPr b="1" sz="600">
              <a:latin typeface="Arvo"/>
              <a:ea typeface="Arvo"/>
              <a:cs typeface="Arvo"/>
              <a:sym typeface="Arvo"/>
            </a:endParaRPr>
          </a:p>
        </p:txBody>
      </p:sp>
      <p:sp>
        <p:nvSpPr>
          <p:cNvPr id="2819" name="Google Shape;2819;p46"/>
          <p:cNvSpPr txBox="1"/>
          <p:nvPr/>
        </p:nvSpPr>
        <p:spPr>
          <a:xfrm>
            <a:off x="5504571" y="1335932"/>
            <a:ext cx="781500" cy="370800"/>
          </a:xfrm>
          <a:prstGeom prst="rect">
            <a:avLst/>
          </a:prstGeom>
          <a:solidFill>
            <a:srgbClr val="F4CCCC"/>
          </a:solidFill>
          <a:ln>
            <a:noFill/>
          </a:ln>
          <a:effectLst>
            <a:outerShdw blurRad="57150" rotWithShape="0" algn="bl" dir="2160000" dist="19050">
              <a:srgbClr val="000000">
                <a:alpha val="78000"/>
              </a:srgbClr>
            </a:outerShdw>
          </a:effectLst>
        </p:spPr>
        <p:txBody>
          <a:bodyPr anchorCtr="0" anchor="ctr" bIns="18000" lIns="18000" spcFirstLastPara="1" rIns="18000" wrap="square" tIns="18000">
            <a:noAutofit/>
          </a:bodyPr>
          <a:lstStyle/>
          <a:p>
            <a:pPr indent="0" lvl="0" marL="0" rtl="0" algn="ctr">
              <a:spcBef>
                <a:spcPts val="0"/>
              </a:spcBef>
              <a:spcAft>
                <a:spcPts val="0"/>
              </a:spcAft>
              <a:buNone/>
            </a:pPr>
            <a:r>
              <a:rPr b="1" lang="es-419" sz="600">
                <a:latin typeface="Arvo"/>
                <a:ea typeface="Arvo"/>
                <a:cs typeface="Arvo"/>
                <a:sym typeface="Arvo"/>
              </a:rPr>
              <a:t>¿Dónde lo hace?</a:t>
            </a:r>
            <a:endParaRPr b="1" sz="600">
              <a:latin typeface="Arvo"/>
              <a:ea typeface="Arvo"/>
              <a:cs typeface="Arvo"/>
              <a:sym typeface="Arvo"/>
            </a:endParaRPr>
          </a:p>
        </p:txBody>
      </p:sp>
      <p:sp>
        <p:nvSpPr>
          <p:cNvPr id="2820" name="Google Shape;2820;p46"/>
          <p:cNvSpPr txBox="1"/>
          <p:nvPr/>
        </p:nvSpPr>
        <p:spPr>
          <a:xfrm>
            <a:off x="4679368" y="1335932"/>
            <a:ext cx="781500" cy="370800"/>
          </a:xfrm>
          <a:prstGeom prst="rect">
            <a:avLst/>
          </a:prstGeom>
          <a:solidFill>
            <a:srgbClr val="F4CCCC"/>
          </a:solidFill>
          <a:ln>
            <a:noFill/>
          </a:ln>
          <a:effectLst>
            <a:outerShdw blurRad="57150" rotWithShape="0" algn="bl" dir="2160000" dist="19050">
              <a:srgbClr val="000000">
                <a:alpha val="78000"/>
              </a:srgbClr>
            </a:outerShdw>
          </a:effectLst>
        </p:spPr>
        <p:txBody>
          <a:bodyPr anchorCtr="0" anchor="ctr" bIns="18000" lIns="18000" spcFirstLastPara="1" rIns="18000" wrap="square" tIns="18000">
            <a:noAutofit/>
          </a:bodyPr>
          <a:lstStyle/>
          <a:p>
            <a:pPr indent="0" lvl="0" marL="0" rtl="0" algn="ctr">
              <a:spcBef>
                <a:spcPts val="0"/>
              </a:spcBef>
              <a:spcAft>
                <a:spcPts val="0"/>
              </a:spcAft>
              <a:buNone/>
            </a:pPr>
            <a:r>
              <a:rPr b="1" lang="es-419" sz="600">
                <a:latin typeface="Arvo"/>
                <a:ea typeface="Arvo"/>
                <a:cs typeface="Arvo"/>
                <a:sym typeface="Arvo"/>
              </a:rPr>
              <a:t>¿Recursos con que lo hace?</a:t>
            </a:r>
            <a:endParaRPr b="1" sz="600">
              <a:latin typeface="Arvo"/>
              <a:ea typeface="Arvo"/>
              <a:cs typeface="Arvo"/>
              <a:sym typeface="Arvo"/>
            </a:endParaRPr>
          </a:p>
        </p:txBody>
      </p:sp>
      <p:sp>
        <p:nvSpPr>
          <p:cNvPr id="2821" name="Google Shape;2821;p46"/>
          <p:cNvSpPr txBox="1"/>
          <p:nvPr/>
        </p:nvSpPr>
        <p:spPr>
          <a:xfrm>
            <a:off x="249876" y="1335932"/>
            <a:ext cx="781500" cy="370800"/>
          </a:xfrm>
          <a:prstGeom prst="rect">
            <a:avLst/>
          </a:prstGeom>
          <a:solidFill>
            <a:srgbClr val="F3F3F3"/>
          </a:solidFill>
          <a:ln>
            <a:noFill/>
          </a:ln>
          <a:effectLst>
            <a:outerShdw blurRad="57150" rotWithShape="0" algn="bl" dir="2160000" dist="19050">
              <a:srgbClr val="000000">
                <a:alpha val="78000"/>
              </a:srgbClr>
            </a:outerShdw>
          </a:effectLst>
        </p:spPr>
        <p:txBody>
          <a:bodyPr anchorCtr="0" anchor="ctr" bIns="18000" lIns="18000" spcFirstLastPara="1" rIns="18000" wrap="square" tIns="18000">
            <a:noAutofit/>
          </a:bodyPr>
          <a:lstStyle/>
          <a:p>
            <a:pPr indent="0" lvl="0" marL="0" rtl="0" algn="ctr">
              <a:spcBef>
                <a:spcPts val="0"/>
              </a:spcBef>
              <a:spcAft>
                <a:spcPts val="0"/>
              </a:spcAft>
              <a:buNone/>
            </a:pPr>
            <a:r>
              <a:rPr b="1" lang="es-419" sz="600">
                <a:latin typeface="Arvo"/>
                <a:ea typeface="Arvo"/>
                <a:cs typeface="Arvo"/>
                <a:sym typeface="Arvo"/>
              </a:rPr>
              <a:t>¿Actividad?</a:t>
            </a:r>
            <a:endParaRPr b="1" sz="600">
              <a:latin typeface="Arvo"/>
              <a:ea typeface="Arvo"/>
              <a:cs typeface="Arvo"/>
              <a:sym typeface="Arvo"/>
            </a:endParaRPr>
          </a:p>
        </p:txBody>
      </p:sp>
      <p:sp>
        <p:nvSpPr>
          <p:cNvPr id="2822" name="Google Shape;2822;p46"/>
          <p:cNvSpPr txBox="1"/>
          <p:nvPr/>
        </p:nvSpPr>
        <p:spPr>
          <a:xfrm>
            <a:off x="1995967" y="1335932"/>
            <a:ext cx="781500" cy="370800"/>
          </a:xfrm>
          <a:prstGeom prst="rect">
            <a:avLst/>
          </a:prstGeom>
          <a:solidFill>
            <a:srgbClr val="FFF2CC"/>
          </a:solidFill>
          <a:ln>
            <a:noFill/>
          </a:ln>
          <a:effectLst>
            <a:outerShdw blurRad="57150" rotWithShape="0" algn="bl" dir="2160000" dist="19050">
              <a:srgbClr val="000000">
                <a:alpha val="78000"/>
              </a:srgbClr>
            </a:outerShdw>
          </a:effectLst>
        </p:spPr>
        <p:txBody>
          <a:bodyPr anchorCtr="0" anchor="ctr" bIns="18000" lIns="18000" spcFirstLastPara="1" rIns="18000" wrap="square" tIns="18000">
            <a:noAutofit/>
          </a:bodyPr>
          <a:lstStyle/>
          <a:p>
            <a:pPr indent="0" lvl="0" marL="0" rtl="0" algn="ctr">
              <a:spcBef>
                <a:spcPts val="0"/>
              </a:spcBef>
              <a:spcAft>
                <a:spcPts val="0"/>
              </a:spcAft>
              <a:buNone/>
            </a:pPr>
            <a:r>
              <a:rPr b="1" lang="es-419" sz="600">
                <a:latin typeface="Arvo"/>
                <a:ea typeface="Arvo"/>
                <a:cs typeface="Arvo"/>
                <a:sym typeface="Arvo"/>
              </a:rPr>
              <a:t>¿Roles externos?</a:t>
            </a:r>
            <a:endParaRPr b="1" sz="600">
              <a:latin typeface="Arvo"/>
              <a:ea typeface="Arvo"/>
              <a:cs typeface="Arvo"/>
              <a:sym typeface="Arvo"/>
            </a:endParaRPr>
          </a:p>
        </p:txBody>
      </p:sp>
      <p:sp>
        <p:nvSpPr>
          <p:cNvPr id="2823" name="Google Shape;2823;p46"/>
          <p:cNvSpPr txBox="1"/>
          <p:nvPr/>
        </p:nvSpPr>
        <p:spPr>
          <a:xfrm>
            <a:off x="1170765" y="1335932"/>
            <a:ext cx="781500" cy="370800"/>
          </a:xfrm>
          <a:prstGeom prst="rect">
            <a:avLst/>
          </a:prstGeom>
          <a:solidFill>
            <a:srgbClr val="FFF2CC"/>
          </a:solidFill>
          <a:ln>
            <a:noFill/>
          </a:ln>
          <a:effectLst>
            <a:outerShdw blurRad="57150" rotWithShape="0" algn="bl" dir="2160000" dist="19050">
              <a:srgbClr val="000000">
                <a:alpha val="78000"/>
              </a:srgbClr>
            </a:outerShdw>
          </a:effectLst>
        </p:spPr>
        <p:txBody>
          <a:bodyPr anchorCtr="0" anchor="ctr" bIns="18000" lIns="18000" spcFirstLastPara="1" rIns="18000" wrap="square" tIns="18000">
            <a:noAutofit/>
          </a:bodyPr>
          <a:lstStyle/>
          <a:p>
            <a:pPr indent="0" lvl="0" marL="0" rtl="0" algn="ctr">
              <a:spcBef>
                <a:spcPts val="0"/>
              </a:spcBef>
              <a:spcAft>
                <a:spcPts val="0"/>
              </a:spcAft>
              <a:buNone/>
            </a:pPr>
            <a:r>
              <a:rPr b="1" lang="es-419" sz="600">
                <a:latin typeface="Arvo"/>
                <a:ea typeface="Arvo"/>
                <a:cs typeface="Arvo"/>
                <a:sym typeface="Arvo"/>
              </a:rPr>
              <a:t>¿Roles internos?</a:t>
            </a:r>
            <a:endParaRPr b="1" sz="600">
              <a:latin typeface="Arvo"/>
              <a:ea typeface="Arvo"/>
              <a:cs typeface="Arvo"/>
              <a:sym typeface="Arvo"/>
            </a:endParaRPr>
          </a:p>
        </p:txBody>
      </p:sp>
      <p:sp>
        <p:nvSpPr>
          <p:cNvPr id="2824" name="Google Shape;2824;p46"/>
          <p:cNvSpPr/>
          <p:nvPr/>
        </p:nvSpPr>
        <p:spPr>
          <a:xfrm>
            <a:off x="265150" y="6300982"/>
            <a:ext cx="7965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sp>
        <p:nvSpPr>
          <p:cNvPr id="2825" name="Google Shape;2825;p46"/>
          <p:cNvSpPr/>
          <p:nvPr/>
        </p:nvSpPr>
        <p:spPr>
          <a:xfrm>
            <a:off x="1180835" y="6300982"/>
            <a:ext cx="16236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cxnSp>
        <p:nvCxnSpPr>
          <p:cNvPr id="2826" name="Google Shape;2826;p46"/>
          <p:cNvCxnSpPr/>
          <p:nvPr/>
        </p:nvCxnSpPr>
        <p:spPr>
          <a:xfrm>
            <a:off x="1973040" y="6296451"/>
            <a:ext cx="2700" cy="446700"/>
          </a:xfrm>
          <a:prstGeom prst="straightConnector1">
            <a:avLst/>
          </a:prstGeom>
          <a:noFill/>
          <a:ln cap="flat" cmpd="sng" w="28575">
            <a:solidFill>
              <a:srgbClr val="D9D9D9"/>
            </a:solidFill>
            <a:prstDash val="solid"/>
            <a:round/>
            <a:headEnd len="sm" w="sm" type="none"/>
            <a:tailEnd len="sm" w="sm" type="none"/>
          </a:ln>
        </p:spPr>
      </p:cxnSp>
      <p:sp>
        <p:nvSpPr>
          <p:cNvPr id="2827" name="Google Shape;2827;p46"/>
          <p:cNvSpPr/>
          <p:nvPr/>
        </p:nvSpPr>
        <p:spPr>
          <a:xfrm>
            <a:off x="2923707" y="6300982"/>
            <a:ext cx="16236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cxnSp>
        <p:nvCxnSpPr>
          <p:cNvPr id="2828" name="Google Shape;2828;p46"/>
          <p:cNvCxnSpPr/>
          <p:nvPr/>
        </p:nvCxnSpPr>
        <p:spPr>
          <a:xfrm>
            <a:off x="3719255" y="6296597"/>
            <a:ext cx="2700" cy="446700"/>
          </a:xfrm>
          <a:prstGeom prst="straightConnector1">
            <a:avLst/>
          </a:prstGeom>
          <a:noFill/>
          <a:ln cap="flat" cmpd="sng" w="28575">
            <a:solidFill>
              <a:srgbClr val="D9D9D9"/>
            </a:solidFill>
            <a:prstDash val="solid"/>
            <a:round/>
            <a:headEnd len="sm" w="sm" type="none"/>
            <a:tailEnd len="sm" w="sm" type="none"/>
          </a:ln>
        </p:spPr>
      </p:cxnSp>
      <p:sp>
        <p:nvSpPr>
          <p:cNvPr id="2829" name="Google Shape;2829;p46"/>
          <p:cNvSpPr/>
          <p:nvPr/>
        </p:nvSpPr>
        <p:spPr>
          <a:xfrm>
            <a:off x="4666579" y="6300982"/>
            <a:ext cx="16236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cxnSp>
        <p:nvCxnSpPr>
          <p:cNvPr id="2830" name="Google Shape;2830;p46"/>
          <p:cNvCxnSpPr/>
          <p:nvPr/>
        </p:nvCxnSpPr>
        <p:spPr>
          <a:xfrm>
            <a:off x="5460999" y="6296438"/>
            <a:ext cx="2700" cy="446700"/>
          </a:xfrm>
          <a:prstGeom prst="straightConnector1">
            <a:avLst/>
          </a:prstGeom>
          <a:noFill/>
          <a:ln cap="flat" cmpd="sng" w="28575">
            <a:solidFill>
              <a:srgbClr val="D9D9D9"/>
            </a:solidFill>
            <a:prstDash val="solid"/>
            <a:round/>
            <a:headEnd len="sm" w="sm" type="none"/>
            <a:tailEnd len="sm" w="sm" type="none"/>
          </a:ln>
        </p:spPr>
      </p:cxnSp>
      <p:sp>
        <p:nvSpPr>
          <p:cNvPr id="2831" name="Google Shape;2831;p46"/>
          <p:cNvSpPr/>
          <p:nvPr/>
        </p:nvSpPr>
        <p:spPr>
          <a:xfrm>
            <a:off x="6419935" y="6300982"/>
            <a:ext cx="7965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sp>
        <p:nvSpPr>
          <p:cNvPr id="2832" name="Google Shape;2832;p46"/>
          <p:cNvSpPr/>
          <p:nvPr/>
        </p:nvSpPr>
        <p:spPr>
          <a:xfrm>
            <a:off x="7346104" y="6300982"/>
            <a:ext cx="24660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cxnSp>
        <p:nvCxnSpPr>
          <p:cNvPr id="2833" name="Google Shape;2833;p46"/>
          <p:cNvCxnSpPr/>
          <p:nvPr/>
        </p:nvCxnSpPr>
        <p:spPr>
          <a:xfrm>
            <a:off x="8161493" y="6296438"/>
            <a:ext cx="2700" cy="446700"/>
          </a:xfrm>
          <a:prstGeom prst="straightConnector1">
            <a:avLst/>
          </a:prstGeom>
          <a:noFill/>
          <a:ln cap="flat" cmpd="sng" w="28575">
            <a:solidFill>
              <a:srgbClr val="D9D9D9"/>
            </a:solidFill>
            <a:prstDash val="solid"/>
            <a:round/>
            <a:headEnd len="sm" w="sm" type="none"/>
            <a:tailEnd len="sm" w="sm" type="none"/>
          </a:ln>
        </p:spPr>
      </p:cxnSp>
      <p:cxnSp>
        <p:nvCxnSpPr>
          <p:cNvPr id="2834" name="Google Shape;2834;p46"/>
          <p:cNvCxnSpPr/>
          <p:nvPr/>
        </p:nvCxnSpPr>
        <p:spPr>
          <a:xfrm>
            <a:off x="8991625" y="6296475"/>
            <a:ext cx="2700" cy="446700"/>
          </a:xfrm>
          <a:prstGeom prst="straightConnector1">
            <a:avLst/>
          </a:prstGeom>
          <a:noFill/>
          <a:ln cap="flat" cmpd="sng" w="28575">
            <a:solidFill>
              <a:srgbClr val="D9D9D9"/>
            </a:solidFill>
            <a:prstDash val="solid"/>
            <a:round/>
            <a:headEnd len="sm" w="sm" type="none"/>
            <a:tailEnd len="sm" w="sm" type="none"/>
          </a:ln>
        </p:spPr>
      </p:cxnSp>
      <p:sp>
        <p:nvSpPr>
          <p:cNvPr id="2835" name="Google Shape;2835;p46"/>
          <p:cNvSpPr txBox="1"/>
          <p:nvPr>
            <p:ph idx="106" type="subTitle"/>
          </p:nvPr>
        </p:nvSpPr>
        <p:spPr>
          <a:xfrm>
            <a:off x="264731" y="6302624"/>
            <a:ext cx="7965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2836" name="Google Shape;2836;p46"/>
          <p:cNvSpPr txBox="1"/>
          <p:nvPr>
            <p:ph idx="107" type="subTitle"/>
          </p:nvPr>
        </p:nvSpPr>
        <p:spPr>
          <a:xfrm>
            <a:off x="1179154" y="6302624"/>
            <a:ext cx="7779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2837" name="Google Shape;2837;p46"/>
          <p:cNvSpPr txBox="1"/>
          <p:nvPr>
            <p:ph idx="108" type="subTitle"/>
          </p:nvPr>
        </p:nvSpPr>
        <p:spPr>
          <a:xfrm>
            <a:off x="1990053" y="6302624"/>
            <a:ext cx="8151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2838" name="Google Shape;2838;p46"/>
          <p:cNvSpPr txBox="1"/>
          <p:nvPr>
            <p:ph idx="109" type="subTitle"/>
          </p:nvPr>
        </p:nvSpPr>
        <p:spPr>
          <a:xfrm>
            <a:off x="2925232" y="6302624"/>
            <a:ext cx="7779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2839" name="Google Shape;2839;p46"/>
          <p:cNvSpPr txBox="1"/>
          <p:nvPr>
            <p:ph idx="110" type="subTitle"/>
          </p:nvPr>
        </p:nvSpPr>
        <p:spPr>
          <a:xfrm>
            <a:off x="3736126" y="6302624"/>
            <a:ext cx="8151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2840" name="Google Shape;2840;p46"/>
          <p:cNvSpPr txBox="1"/>
          <p:nvPr>
            <p:ph idx="111" type="subTitle"/>
          </p:nvPr>
        </p:nvSpPr>
        <p:spPr>
          <a:xfrm>
            <a:off x="4671309" y="6302624"/>
            <a:ext cx="7779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2841" name="Google Shape;2841;p46"/>
          <p:cNvSpPr txBox="1"/>
          <p:nvPr>
            <p:ph idx="112" type="subTitle"/>
          </p:nvPr>
        </p:nvSpPr>
        <p:spPr>
          <a:xfrm>
            <a:off x="5482203" y="6302624"/>
            <a:ext cx="8151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2842" name="Google Shape;2842;p46"/>
          <p:cNvSpPr txBox="1"/>
          <p:nvPr>
            <p:ph idx="113" type="subTitle"/>
          </p:nvPr>
        </p:nvSpPr>
        <p:spPr>
          <a:xfrm>
            <a:off x="6411959" y="6302619"/>
            <a:ext cx="8136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2843" name="Google Shape;2843;p46"/>
          <p:cNvSpPr txBox="1"/>
          <p:nvPr>
            <p:ph idx="114" type="subTitle"/>
          </p:nvPr>
        </p:nvSpPr>
        <p:spPr>
          <a:xfrm>
            <a:off x="7345671" y="6302624"/>
            <a:ext cx="7965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2844" name="Google Shape;2844;p46"/>
          <p:cNvSpPr txBox="1"/>
          <p:nvPr>
            <p:ph idx="115" type="subTitle"/>
          </p:nvPr>
        </p:nvSpPr>
        <p:spPr>
          <a:xfrm>
            <a:off x="8182670" y="6302624"/>
            <a:ext cx="7965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2845" name="Google Shape;2845;p46"/>
          <p:cNvSpPr txBox="1"/>
          <p:nvPr>
            <p:ph idx="116" type="subTitle"/>
          </p:nvPr>
        </p:nvSpPr>
        <p:spPr>
          <a:xfrm>
            <a:off x="9000144" y="6302624"/>
            <a:ext cx="8151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2846" name="Google Shape;2846;p46"/>
          <p:cNvSpPr txBox="1"/>
          <p:nvPr/>
        </p:nvSpPr>
        <p:spPr>
          <a:xfrm>
            <a:off x="84825" y="598125"/>
            <a:ext cx="595500" cy="205800"/>
          </a:xfrm>
          <a:prstGeom prst="rect">
            <a:avLst/>
          </a:prstGeom>
          <a:noFill/>
          <a:ln>
            <a:noFill/>
          </a:ln>
        </p:spPr>
        <p:txBody>
          <a:bodyPr anchorCtr="0" anchor="t" bIns="18000" lIns="18000" spcFirstLastPara="1" rIns="18000" wrap="square" tIns="18000">
            <a:spAutoFit/>
          </a:bodyPr>
          <a:lstStyle/>
          <a:p>
            <a:pPr indent="0" lvl="0" marL="0" rtl="0" algn="l">
              <a:spcBef>
                <a:spcPts val="0"/>
              </a:spcBef>
              <a:spcAft>
                <a:spcPts val="0"/>
              </a:spcAft>
              <a:buNone/>
            </a:pPr>
            <a:r>
              <a:rPr lang="es-419" sz="1100">
                <a:solidFill>
                  <a:srgbClr val="FFFFFF"/>
                </a:solidFill>
              </a:rPr>
              <a:t>Nombre:</a:t>
            </a:r>
            <a:endParaRPr sz="1100">
              <a:solidFill>
                <a:srgbClr val="FFFFFF"/>
              </a:solidFill>
            </a:endParaRPr>
          </a:p>
        </p:txBody>
      </p:sp>
      <p:sp>
        <p:nvSpPr>
          <p:cNvPr id="2847" name="Google Shape;2847;p46"/>
          <p:cNvSpPr txBox="1"/>
          <p:nvPr/>
        </p:nvSpPr>
        <p:spPr>
          <a:xfrm>
            <a:off x="3750158" y="1335932"/>
            <a:ext cx="781500" cy="370800"/>
          </a:xfrm>
          <a:prstGeom prst="rect">
            <a:avLst/>
          </a:prstGeom>
          <a:solidFill>
            <a:srgbClr val="D9EAD3"/>
          </a:solidFill>
          <a:ln>
            <a:noFill/>
          </a:ln>
          <a:effectLst>
            <a:outerShdw blurRad="57150" rotWithShape="0" algn="bl" dir="2160000" dist="19050">
              <a:srgbClr val="000000">
                <a:alpha val="78000"/>
              </a:srgbClr>
            </a:outerShdw>
          </a:effectLst>
        </p:spPr>
        <p:txBody>
          <a:bodyPr anchorCtr="0" anchor="ctr" bIns="18000" lIns="18000" spcFirstLastPara="1" rIns="18000" wrap="square" tIns="18000">
            <a:noAutofit/>
          </a:bodyPr>
          <a:lstStyle/>
          <a:p>
            <a:pPr indent="0" lvl="0" marL="0" rtl="0" algn="ctr">
              <a:spcBef>
                <a:spcPts val="0"/>
              </a:spcBef>
              <a:spcAft>
                <a:spcPts val="0"/>
              </a:spcAft>
              <a:buNone/>
            </a:pPr>
            <a:r>
              <a:rPr b="1" lang="es-419" sz="600">
                <a:latin typeface="Arvo"/>
                <a:ea typeface="Arvo"/>
                <a:cs typeface="Arvo"/>
                <a:sym typeface="Arvo"/>
              </a:rPr>
              <a:t>¿Información adicional del cliente o empresa?</a:t>
            </a:r>
            <a:endParaRPr b="1" sz="600">
              <a:latin typeface="Arvo"/>
              <a:ea typeface="Arvo"/>
              <a:cs typeface="Arvo"/>
              <a:sym typeface="Arvo"/>
            </a:endParaRPr>
          </a:p>
        </p:txBody>
      </p:sp>
      <p:sp>
        <p:nvSpPr>
          <p:cNvPr id="2848" name="Google Shape;2848;p46"/>
          <p:cNvSpPr txBox="1"/>
          <p:nvPr/>
        </p:nvSpPr>
        <p:spPr>
          <a:xfrm>
            <a:off x="2924956" y="1335932"/>
            <a:ext cx="781500" cy="370800"/>
          </a:xfrm>
          <a:prstGeom prst="rect">
            <a:avLst/>
          </a:prstGeom>
          <a:solidFill>
            <a:srgbClr val="D9EAD3"/>
          </a:solidFill>
          <a:ln>
            <a:noFill/>
          </a:ln>
          <a:effectLst>
            <a:outerShdw blurRad="57150" rotWithShape="0" algn="bl" dir="2160000" dist="19050">
              <a:srgbClr val="000000">
                <a:alpha val="78000"/>
              </a:srgbClr>
            </a:outerShdw>
          </a:effectLst>
        </p:spPr>
        <p:txBody>
          <a:bodyPr anchorCtr="0" anchor="ctr" bIns="18000" lIns="18000" spcFirstLastPara="1" rIns="18000" wrap="square" tIns="18000">
            <a:noAutofit/>
          </a:bodyPr>
          <a:lstStyle/>
          <a:p>
            <a:pPr indent="0" lvl="0" marL="0" rtl="0" algn="ctr">
              <a:spcBef>
                <a:spcPts val="0"/>
              </a:spcBef>
              <a:spcAft>
                <a:spcPts val="0"/>
              </a:spcAft>
              <a:buNone/>
            </a:pPr>
            <a:r>
              <a:rPr b="1" lang="es-419" sz="600">
                <a:latin typeface="Arvo"/>
                <a:ea typeface="Arvo"/>
                <a:cs typeface="Arvo"/>
                <a:sym typeface="Arvo"/>
              </a:rPr>
              <a:t>¿Información relevante o core?</a:t>
            </a:r>
            <a:endParaRPr b="1" sz="600">
              <a:latin typeface="Arvo"/>
              <a:ea typeface="Arvo"/>
              <a:cs typeface="Arvo"/>
              <a:sym typeface="Arvo"/>
            </a:endParaRPr>
          </a:p>
        </p:txBody>
      </p:sp>
    </p:spTree>
  </p:cSld>
  <p:clrMapOvr>
    <a:masterClrMapping/>
  </p:clrMapOvr>
</p:sldLayout>
</file>

<file path=ppt/slideLayouts/slideLayout4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0.2 Relaciones Estructurales del Dominio">
  <p:cSld name="TITLE_3_6_2">
    <p:spTree>
      <p:nvGrpSpPr>
        <p:cNvPr id="2849" name="Shape 2849"/>
        <p:cNvGrpSpPr/>
        <p:nvPr/>
      </p:nvGrpSpPr>
      <p:grpSpPr>
        <a:xfrm>
          <a:off x="0" y="0"/>
          <a:ext cx="0" cy="0"/>
          <a:chOff x="0" y="0"/>
          <a:chExt cx="0" cy="0"/>
        </a:xfrm>
      </p:grpSpPr>
      <p:sp>
        <p:nvSpPr>
          <p:cNvPr id="2850" name="Google Shape;2850;p47"/>
          <p:cNvSpPr/>
          <p:nvPr/>
        </p:nvSpPr>
        <p:spPr>
          <a:xfrm>
            <a:off x="77688" y="358938"/>
            <a:ext cx="9935700" cy="6438000"/>
          </a:xfrm>
          <a:prstGeom prst="roundRect">
            <a:avLst>
              <a:gd fmla="val 2618" name="adj"/>
            </a:avLst>
          </a:prstGeom>
          <a:solidFill>
            <a:srgbClr val="FFFFFF"/>
          </a:solidFill>
          <a:ln cap="flat" cmpd="sng" w="38100">
            <a:solidFill>
              <a:srgbClr val="000000"/>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851" name="Google Shape;2851;p47"/>
          <p:cNvCxnSpPr/>
          <p:nvPr/>
        </p:nvCxnSpPr>
        <p:spPr>
          <a:xfrm>
            <a:off x="77688" y="772614"/>
            <a:ext cx="9935700" cy="0"/>
          </a:xfrm>
          <a:prstGeom prst="straightConnector1">
            <a:avLst/>
          </a:prstGeom>
          <a:noFill/>
          <a:ln cap="flat" cmpd="sng" w="19050">
            <a:solidFill>
              <a:srgbClr val="000000"/>
            </a:solidFill>
            <a:prstDash val="solid"/>
            <a:round/>
            <a:headEnd len="med" w="med" type="none"/>
            <a:tailEnd len="med" w="med" type="none"/>
          </a:ln>
        </p:spPr>
      </p:cxnSp>
      <p:cxnSp>
        <p:nvCxnSpPr>
          <p:cNvPr id="2852" name="Google Shape;2852;p47"/>
          <p:cNvCxnSpPr/>
          <p:nvPr/>
        </p:nvCxnSpPr>
        <p:spPr>
          <a:xfrm rot="10800000">
            <a:off x="2439038" y="368188"/>
            <a:ext cx="0" cy="402300"/>
          </a:xfrm>
          <a:prstGeom prst="straightConnector1">
            <a:avLst/>
          </a:prstGeom>
          <a:noFill/>
          <a:ln cap="flat" cmpd="sng" w="19050">
            <a:solidFill>
              <a:srgbClr val="000000"/>
            </a:solidFill>
            <a:prstDash val="solid"/>
            <a:round/>
            <a:headEnd len="med" w="med" type="none"/>
            <a:tailEnd len="med" w="med" type="none"/>
          </a:ln>
        </p:spPr>
      </p:cxnSp>
      <p:sp>
        <p:nvSpPr>
          <p:cNvPr id="2853" name="Google Shape;2853;p47"/>
          <p:cNvSpPr/>
          <p:nvPr/>
        </p:nvSpPr>
        <p:spPr>
          <a:xfrm>
            <a:off x="77688" y="349338"/>
            <a:ext cx="2361300" cy="421200"/>
          </a:xfrm>
          <a:prstGeom prst="roundRect">
            <a:avLst>
              <a:gd fmla="val 50000" name="adj"/>
            </a:avLst>
          </a:prstGeom>
          <a:solidFill>
            <a:srgbClr val="000000"/>
          </a:solidFill>
          <a:ln cap="flat" cmpd="sng" w="9525">
            <a:solidFill>
              <a:srgbClr val="000000"/>
            </a:solidFill>
            <a:prstDash val="solid"/>
            <a:round/>
            <a:headEnd len="sm" w="sm" type="none"/>
            <a:tailEnd len="sm" w="sm" type="none"/>
          </a:ln>
        </p:spPr>
        <p:txBody>
          <a:bodyPr anchorCtr="0" anchor="ctr" bIns="91425" lIns="0" spcFirstLastPara="1" rIns="0" wrap="square" tIns="91425">
            <a:noAutofit/>
          </a:bodyPr>
          <a:lstStyle/>
          <a:p>
            <a:pPr indent="0" lvl="0" marL="0" rtl="0" algn="ctr">
              <a:spcBef>
                <a:spcPts val="0"/>
              </a:spcBef>
              <a:spcAft>
                <a:spcPts val="0"/>
              </a:spcAft>
              <a:buNone/>
            </a:pPr>
            <a:r>
              <a:rPr b="1" lang="es-419" sz="1100">
                <a:solidFill>
                  <a:srgbClr val="FFFFFF"/>
                </a:solidFill>
              </a:rPr>
              <a:t>Relaciones Estructurales</a:t>
            </a:r>
            <a:endParaRPr b="1" sz="1100">
              <a:solidFill>
                <a:srgbClr val="FFFFFF"/>
              </a:solidFill>
            </a:endParaRPr>
          </a:p>
          <a:p>
            <a:pPr indent="0" lvl="0" marL="0" rtl="0" algn="ctr">
              <a:spcBef>
                <a:spcPts val="0"/>
              </a:spcBef>
              <a:spcAft>
                <a:spcPts val="0"/>
              </a:spcAft>
              <a:buNone/>
            </a:pPr>
            <a:r>
              <a:t/>
            </a:r>
            <a:endParaRPr b="1" sz="1200">
              <a:solidFill>
                <a:srgbClr val="FFFFFF"/>
              </a:solidFill>
            </a:endParaRPr>
          </a:p>
        </p:txBody>
      </p:sp>
      <p:sp>
        <p:nvSpPr>
          <p:cNvPr id="2854" name="Google Shape;2854;p47"/>
          <p:cNvSpPr/>
          <p:nvPr/>
        </p:nvSpPr>
        <p:spPr>
          <a:xfrm>
            <a:off x="83988" y="595504"/>
            <a:ext cx="190200" cy="1692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5" name="Google Shape;2855;p47"/>
          <p:cNvSpPr/>
          <p:nvPr/>
        </p:nvSpPr>
        <p:spPr>
          <a:xfrm>
            <a:off x="2350598" y="358950"/>
            <a:ext cx="88500" cy="4023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6" name="Google Shape;2856;p47"/>
          <p:cNvSpPr/>
          <p:nvPr/>
        </p:nvSpPr>
        <p:spPr>
          <a:xfrm>
            <a:off x="2277739" y="663750"/>
            <a:ext cx="88500" cy="1089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7" name="Google Shape;2857;p47"/>
          <p:cNvSpPr/>
          <p:nvPr/>
        </p:nvSpPr>
        <p:spPr>
          <a:xfrm>
            <a:off x="1195662" y="1008122"/>
            <a:ext cx="2361300" cy="383700"/>
          </a:xfrm>
          <a:prstGeom prst="roundRect">
            <a:avLst>
              <a:gd fmla="val 16667" name="adj"/>
            </a:avLst>
          </a:prstGeom>
          <a:solidFill>
            <a:srgbClr val="FFF2CC"/>
          </a:solidFill>
          <a:ln cap="flat" cmpd="sng" w="9525">
            <a:solidFill>
              <a:srgbClr val="FFF2CC"/>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36000" lIns="0" spcFirstLastPara="1" rIns="0" wrap="square" tIns="36000">
            <a:noAutofit/>
          </a:bodyPr>
          <a:lstStyle/>
          <a:p>
            <a:pPr indent="0" lvl="0" marL="0" marR="0" rtl="0" algn="ctr">
              <a:lnSpc>
                <a:spcPct val="100000"/>
              </a:lnSpc>
              <a:spcBef>
                <a:spcPts val="0"/>
              </a:spcBef>
              <a:spcAft>
                <a:spcPts val="0"/>
              </a:spcAft>
              <a:buClr>
                <a:srgbClr val="000000"/>
              </a:buClr>
              <a:buSzPts val="1100"/>
              <a:buFont typeface="Arial"/>
              <a:buNone/>
            </a:pPr>
            <a:r>
              <a:rPr b="1" lang="es-419" sz="1100">
                <a:latin typeface="Arvo"/>
                <a:ea typeface="Arvo"/>
                <a:cs typeface="Arvo"/>
                <a:sym typeface="Arvo"/>
              </a:rPr>
              <a:t>Concepto 1</a:t>
            </a:r>
            <a:endParaRPr b="1" sz="1100">
              <a:latin typeface="Arvo"/>
              <a:ea typeface="Arvo"/>
              <a:cs typeface="Arvo"/>
              <a:sym typeface="Arvo"/>
            </a:endParaRPr>
          </a:p>
          <a:p>
            <a:pPr indent="0" lvl="0" marL="0" rtl="0" algn="ctr">
              <a:spcBef>
                <a:spcPts val="300"/>
              </a:spcBef>
              <a:spcAft>
                <a:spcPts val="0"/>
              </a:spcAft>
              <a:buClr>
                <a:schemeClr val="dk1"/>
              </a:buClr>
              <a:buSzPts val="1100"/>
              <a:buFont typeface="Arial"/>
              <a:buNone/>
            </a:pPr>
            <a:r>
              <a:rPr lang="es-419" sz="600">
                <a:solidFill>
                  <a:schemeClr val="dk1"/>
                </a:solidFill>
                <a:latin typeface="Arvo"/>
                <a:ea typeface="Arvo"/>
                <a:cs typeface="Arvo"/>
                <a:sym typeface="Arvo"/>
              </a:rPr>
              <a:t>Un(a) &lt;conductor&gt;</a:t>
            </a:r>
            <a:endParaRPr b="1" sz="1100">
              <a:latin typeface="Arvo"/>
              <a:ea typeface="Arvo"/>
              <a:cs typeface="Arvo"/>
              <a:sym typeface="Arvo"/>
            </a:endParaRPr>
          </a:p>
        </p:txBody>
      </p:sp>
      <p:sp>
        <p:nvSpPr>
          <p:cNvPr id="2858" name="Google Shape;2858;p47"/>
          <p:cNvSpPr/>
          <p:nvPr/>
        </p:nvSpPr>
        <p:spPr>
          <a:xfrm>
            <a:off x="5594950" y="1007972"/>
            <a:ext cx="1650900" cy="384000"/>
          </a:xfrm>
          <a:prstGeom prst="roundRect">
            <a:avLst>
              <a:gd fmla="val 16667" name="adj"/>
            </a:avLst>
          </a:prstGeom>
          <a:solidFill>
            <a:srgbClr val="F3F3F3"/>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36000" lIns="0" spcFirstLastPara="1" rIns="0" wrap="square" tIns="36000">
            <a:noAutofit/>
          </a:bodyPr>
          <a:lstStyle/>
          <a:p>
            <a:pPr indent="0" lvl="0" marL="0" marR="0" rtl="0" algn="ctr">
              <a:lnSpc>
                <a:spcPct val="100000"/>
              </a:lnSpc>
              <a:spcBef>
                <a:spcPts val="0"/>
              </a:spcBef>
              <a:spcAft>
                <a:spcPts val="0"/>
              </a:spcAft>
              <a:buClr>
                <a:srgbClr val="000000"/>
              </a:buClr>
              <a:buSzPts val="1100"/>
              <a:buFont typeface="Arial"/>
              <a:buNone/>
            </a:pPr>
            <a:r>
              <a:rPr b="1" lang="es-419" sz="1100">
                <a:latin typeface="Arvo"/>
                <a:ea typeface="Arvo"/>
                <a:cs typeface="Arvo"/>
                <a:sym typeface="Arvo"/>
              </a:rPr>
              <a:t>Multiplicidad</a:t>
            </a:r>
            <a:endParaRPr b="1" sz="1100">
              <a:latin typeface="Arvo"/>
              <a:ea typeface="Arvo"/>
              <a:cs typeface="Arvo"/>
              <a:sym typeface="Arvo"/>
            </a:endParaRPr>
          </a:p>
          <a:p>
            <a:pPr indent="0" lvl="0" marL="0" marR="0" rtl="0" algn="ctr">
              <a:lnSpc>
                <a:spcPct val="100000"/>
              </a:lnSpc>
              <a:spcBef>
                <a:spcPts val="300"/>
              </a:spcBef>
              <a:spcAft>
                <a:spcPts val="0"/>
              </a:spcAft>
              <a:buClr>
                <a:srgbClr val="000000"/>
              </a:buClr>
              <a:buSzPts val="1100"/>
              <a:buFont typeface="Arial"/>
              <a:buNone/>
            </a:pPr>
            <a:r>
              <a:rPr lang="es-419" sz="600">
                <a:latin typeface="Arvo"/>
                <a:ea typeface="Arvo"/>
                <a:cs typeface="Arvo"/>
                <a:sym typeface="Arvo"/>
              </a:rPr>
              <a:t>[Un(a)] - [Un(a) o Varias] - [Cero o Varias]</a:t>
            </a:r>
            <a:endParaRPr sz="600">
              <a:latin typeface="Arvo"/>
              <a:ea typeface="Arvo"/>
              <a:cs typeface="Arvo"/>
              <a:sym typeface="Arvo"/>
            </a:endParaRPr>
          </a:p>
        </p:txBody>
      </p:sp>
      <p:sp>
        <p:nvSpPr>
          <p:cNvPr id="2859" name="Google Shape;2859;p47"/>
          <p:cNvSpPr/>
          <p:nvPr/>
        </p:nvSpPr>
        <p:spPr>
          <a:xfrm>
            <a:off x="3659414" y="1008122"/>
            <a:ext cx="1841700" cy="383700"/>
          </a:xfrm>
          <a:prstGeom prst="roundRect">
            <a:avLst>
              <a:gd fmla="val 16667" name="adj"/>
            </a:avLst>
          </a:prstGeom>
          <a:solidFill>
            <a:srgbClr val="F3F3F3"/>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36000" lIns="0" spcFirstLastPara="1" rIns="0" wrap="square" tIns="36000">
            <a:noAutofit/>
          </a:bodyPr>
          <a:lstStyle/>
          <a:p>
            <a:pPr indent="0" lvl="0" marL="0" marR="0" rtl="0" algn="ctr">
              <a:lnSpc>
                <a:spcPct val="100000"/>
              </a:lnSpc>
              <a:spcBef>
                <a:spcPts val="0"/>
              </a:spcBef>
              <a:spcAft>
                <a:spcPts val="0"/>
              </a:spcAft>
              <a:buClr>
                <a:srgbClr val="000000"/>
              </a:buClr>
              <a:buSzPts val="1100"/>
              <a:buFont typeface="Arial"/>
              <a:buNone/>
            </a:pPr>
            <a:r>
              <a:rPr b="1" lang="es-419" sz="1100">
                <a:latin typeface="Arvo"/>
                <a:ea typeface="Arvo"/>
                <a:cs typeface="Arvo"/>
                <a:sym typeface="Arvo"/>
              </a:rPr>
              <a:t>Texto de la relación</a:t>
            </a:r>
            <a:endParaRPr b="1" sz="1100">
              <a:latin typeface="Arvo"/>
              <a:ea typeface="Arvo"/>
              <a:cs typeface="Arvo"/>
              <a:sym typeface="Arvo"/>
            </a:endParaRPr>
          </a:p>
          <a:p>
            <a:pPr indent="0" lvl="0" marL="0" rtl="0" algn="ctr">
              <a:spcBef>
                <a:spcPts val="300"/>
              </a:spcBef>
              <a:spcAft>
                <a:spcPts val="0"/>
              </a:spcAft>
              <a:buClr>
                <a:schemeClr val="dk1"/>
              </a:buClr>
              <a:buSzPts val="1100"/>
              <a:buFont typeface="Arial"/>
              <a:buNone/>
            </a:pPr>
            <a:r>
              <a:rPr lang="es-419" sz="600">
                <a:solidFill>
                  <a:schemeClr val="dk1"/>
                </a:solidFill>
                <a:latin typeface="Arvo"/>
                <a:ea typeface="Arvo"/>
                <a:cs typeface="Arvo"/>
                <a:sym typeface="Arvo"/>
              </a:rPr>
              <a:t>&lt;conduce&gt;</a:t>
            </a:r>
            <a:endParaRPr b="1" sz="1100">
              <a:latin typeface="Arvo"/>
              <a:ea typeface="Arvo"/>
              <a:cs typeface="Arvo"/>
              <a:sym typeface="Arvo"/>
            </a:endParaRPr>
          </a:p>
        </p:txBody>
      </p:sp>
      <p:sp>
        <p:nvSpPr>
          <p:cNvPr id="2860" name="Google Shape;2860;p47"/>
          <p:cNvSpPr/>
          <p:nvPr/>
        </p:nvSpPr>
        <p:spPr>
          <a:xfrm>
            <a:off x="7339674" y="1007972"/>
            <a:ext cx="2361600" cy="384000"/>
          </a:xfrm>
          <a:prstGeom prst="roundRect">
            <a:avLst>
              <a:gd fmla="val 16667" name="adj"/>
            </a:avLst>
          </a:prstGeom>
          <a:solidFill>
            <a:srgbClr val="FFF2CC"/>
          </a:solidFill>
          <a:ln cap="flat" cmpd="sng" w="9525">
            <a:solidFill>
              <a:srgbClr val="FFF2CC"/>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36000" lIns="0" spcFirstLastPara="1" rIns="0" wrap="square" tIns="36000">
            <a:noAutofit/>
          </a:bodyPr>
          <a:lstStyle/>
          <a:p>
            <a:pPr indent="0" lvl="0" marL="0" marR="0" rtl="0" algn="ctr">
              <a:lnSpc>
                <a:spcPct val="100000"/>
              </a:lnSpc>
              <a:spcBef>
                <a:spcPts val="0"/>
              </a:spcBef>
              <a:spcAft>
                <a:spcPts val="0"/>
              </a:spcAft>
              <a:buClr>
                <a:srgbClr val="000000"/>
              </a:buClr>
              <a:buSzPts val="1100"/>
              <a:buFont typeface="Arial"/>
              <a:buNone/>
            </a:pPr>
            <a:r>
              <a:rPr b="1" lang="es-419" sz="1100">
                <a:latin typeface="Arvo"/>
                <a:ea typeface="Arvo"/>
                <a:cs typeface="Arvo"/>
                <a:sym typeface="Arvo"/>
              </a:rPr>
              <a:t>Concepto 2</a:t>
            </a:r>
            <a:endParaRPr b="1" sz="1100">
              <a:latin typeface="Arvo"/>
              <a:ea typeface="Arvo"/>
              <a:cs typeface="Arvo"/>
              <a:sym typeface="Arvo"/>
            </a:endParaRPr>
          </a:p>
          <a:p>
            <a:pPr indent="0" lvl="0" marL="0" rtl="0" algn="ctr">
              <a:spcBef>
                <a:spcPts val="300"/>
              </a:spcBef>
              <a:spcAft>
                <a:spcPts val="0"/>
              </a:spcAft>
              <a:buClr>
                <a:schemeClr val="dk1"/>
              </a:buClr>
              <a:buSzPts val="1100"/>
              <a:buFont typeface="Arial"/>
              <a:buNone/>
            </a:pPr>
            <a:r>
              <a:rPr lang="es-419" sz="600">
                <a:solidFill>
                  <a:schemeClr val="dk1"/>
                </a:solidFill>
                <a:latin typeface="Arvo"/>
                <a:ea typeface="Arvo"/>
                <a:cs typeface="Arvo"/>
                <a:sym typeface="Arvo"/>
              </a:rPr>
              <a:t>&lt;busetas&gt;</a:t>
            </a:r>
            <a:endParaRPr b="1" sz="1100">
              <a:latin typeface="Arvo"/>
              <a:ea typeface="Arvo"/>
              <a:cs typeface="Arvo"/>
              <a:sym typeface="Arvo"/>
            </a:endParaRPr>
          </a:p>
        </p:txBody>
      </p:sp>
      <p:sp>
        <p:nvSpPr>
          <p:cNvPr id="2861" name="Google Shape;2861;p47"/>
          <p:cNvSpPr/>
          <p:nvPr/>
        </p:nvSpPr>
        <p:spPr>
          <a:xfrm>
            <a:off x="378600" y="1533949"/>
            <a:ext cx="9322800" cy="266400"/>
          </a:xfrm>
          <a:prstGeom prst="roundRect">
            <a:avLst>
              <a:gd fmla="val 12113" name="adj"/>
            </a:avLst>
          </a:prstGeom>
          <a:solidFill>
            <a:srgbClr val="FFFFFF"/>
          </a:solidFill>
          <a:ln cap="flat" cmpd="sng" w="9525">
            <a:solidFill>
              <a:srgbClr val="EFEFEF"/>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6000" spcFirstLastPara="1" rIns="0" wrap="square" tIns="0">
            <a:noAutofit/>
          </a:bodyPr>
          <a:lstStyle/>
          <a:p>
            <a:pPr indent="0" lvl="0" marL="0" rtl="0" algn="l">
              <a:lnSpc>
                <a:spcPct val="120000"/>
              </a:lnSpc>
              <a:spcBef>
                <a:spcPts val="0"/>
              </a:spcBef>
              <a:spcAft>
                <a:spcPts val="0"/>
              </a:spcAft>
              <a:buClr>
                <a:schemeClr val="dk1"/>
              </a:buClr>
              <a:buSzPts val="1100"/>
              <a:buFont typeface="Arial"/>
              <a:buNone/>
            </a:pPr>
            <a:r>
              <a:rPr b="1" lang="es-419" sz="800">
                <a:solidFill>
                  <a:schemeClr val="dk1"/>
                </a:solidFill>
                <a:latin typeface="Arvo"/>
                <a:ea typeface="Arvo"/>
                <a:cs typeface="Arvo"/>
                <a:sym typeface="Arvo"/>
              </a:rPr>
              <a:t>          Un(a)</a:t>
            </a:r>
            <a:endParaRPr b="1" sz="800">
              <a:latin typeface="Arvo"/>
              <a:ea typeface="Arvo"/>
              <a:cs typeface="Arvo"/>
              <a:sym typeface="Arvo"/>
            </a:endParaRPr>
          </a:p>
        </p:txBody>
      </p:sp>
      <p:sp>
        <p:nvSpPr>
          <p:cNvPr id="2862" name="Google Shape;2862;p47"/>
          <p:cNvSpPr txBox="1"/>
          <p:nvPr>
            <p:ph idx="1" type="subTitle"/>
          </p:nvPr>
        </p:nvSpPr>
        <p:spPr>
          <a:xfrm>
            <a:off x="1195650" y="1537620"/>
            <a:ext cx="2361300" cy="2658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cxnSp>
        <p:nvCxnSpPr>
          <p:cNvPr id="2863" name="Google Shape;2863;p47"/>
          <p:cNvCxnSpPr/>
          <p:nvPr/>
        </p:nvCxnSpPr>
        <p:spPr>
          <a:xfrm flipH="1">
            <a:off x="3614691" y="1542000"/>
            <a:ext cx="600" cy="258300"/>
          </a:xfrm>
          <a:prstGeom prst="straightConnector1">
            <a:avLst/>
          </a:prstGeom>
          <a:noFill/>
          <a:ln cap="flat" cmpd="sng" w="28575">
            <a:solidFill>
              <a:srgbClr val="D9D9D9"/>
            </a:solidFill>
            <a:prstDash val="solid"/>
            <a:round/>
            <a:headEnd len="sm" w="sm" type="none"/>
            <a:tailEnd len="sm" w="sm" type="none"/>
          </a:ln>
        </p:spPr>
      </p:cxnSp>
      <p:sp>
        <p:nvSpPr>
          <p:cNvPr id="2864" name="Google Shape;2864;p47"/>
          <p:cNvSpPr txBox="1"/>
          <p:nvPr>
            <p:ph idx="2" type="subTitle"/>
          </p:nvPr>
        </p:nvSpPr>
        <p:spPr>
          <a:xfrm>
            <a:off x="7340100" y="1537624"/>
            <a:ext cx="2361300" cy="2664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sp>
        <p:nvSpPr>
          <p:cNvPr id="2865" name="Google Shape;2865;p47"/>
          <p:cNvSpPr txBox="1"/>
          <p:nvPr>
            <p:ph idx="3" type="subTitle"/>
          </p:nvPr>
        </p:nvSpPr>
        <p:spPr>
          <a:xfrm>
            <a:off x="3673650" y="1537620"/>
            <a:ext cx="1827600" cy="2658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sp>
        <p:nvSpPr>
          <p:cNvPr id="2866" name="Google Shape;2866;p47"/>
          <p:cNvSpPr txBox="1"/>
          <p:nvPr>
            <p:ph idx="4" type="subTitle"/>
          </p:nvPr>
        </p:nvSpPr>
        <p:spPr>
          <a:xfrm>
            <a:off x="5631975" y="1537625"/>
            <a:ext cx="1584600" cy="2664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cxnSp>
        <p:nvCxnSpPr>
          <p:cNvPr id="2867" name="Google Shape;2867;p47"/>
          <p:cNvCxnSpPr/>
          <p:nvPr/>
        </p:nvCxnSpPr>
        <p:spPr>
          <a:xfrm flipH="1">
            <a:off x="5566304" y="1538000"/>
            <a:ext cx="600" cy="258300"/>
          </a:xfrm>
          <a:prstGeom prst="straightConnector1">
            <a:avLst/>
          </a:prstGeom>
          <a:noFill/>
          <a:ln cap="flat" cmpd="sng" w="28575">
            <a:solidFill>
              <a:srgbClr val="D9D9D9"/>
            </a:solidFill>
            <a:prstDash val="solid"/>
            <a:round/>
            <a:headEnd len="sm" w="sm" type="none"/>
            <a:tailEnd len="sm" w="sm" type="none"/>
          </a:ln>
        </p:spPr>
      </p:cxnSp>
      <p:cxnSp>
        <p:nvCxnSpPr>
          <p:cNvPr id="2868" name="Google Shape;2868;p47"/>
          <p:cNvCxnSpPr/>
          <p:nvPr/>
        </p:nvCxnSpPr>
        <p:spPr>
          <a:xfrm flipH="1">
            <a:off x="7292829" y="1537625"/>
            <a:ext cx="600" cy="258300"/>
          </a:xfrm>
          <a:prstGeom prst="straightConnector1">
            <a:avLst/>
          </a:prstGeom>
          <a:noFill/>
          <a:ln cap="flat" cmpd="sng" w="28575">
            <a:solidFill>
              <a:srgbClr val="D9D9D9"/>
            </a:solidFill>
            <a:prstDash val="solid"/>
            <a:round/>
            <a:headEnd len="sm" w="sm" type="none"/>
            <a:tailEnd len="sm" w="sm" type="none"/>
          </a:ln>
        </p:spPr>
      </p:cxnSp>
      <p:cxnSp>
        <p:nvCxnSpPr>
          <p:cNvPr id="2869" name="Google Shape;2869;p47"/>
          <p:cNvCxnSpPr/>
          <p:nvPr/>
        </p:nvCxnSpPr>
        <p:spPr>
          <a:xfrm flipH="1">
            <a:off x="1137291" y="1537625"/>
            <a:ext cx="600" cy="258300"/>
          </a:xfrm>
          <a:prstGeom prst="straightConnector1">
            <a:avLst/>
          </a:prstGeom>
          <a:noFill/>
          <a:ln cap="flat" cmpd="sng" w="28575">
            <a:solidFill>
              <a:srgbClr val="D9D9D9"/>
            </a:solidFill>
            <a:prstDash val="solid"/>
            <a:round/>
            <a:headEnd len="sm" w="sm" type="none"/>
            <a:tailEnd len="sm" w="sm" type="none"/>
          </a:ln>
        </p:spPr>
      </p:cxnSp>
      <p:sp>
        <p:nvSpPr>
          <p:cNvPr id="2870" name="Google Shape;2870;p47"/>
          <p:cNvSpPr/>
          <p:nvPr/>
        </p:nvSpPr>
        <p:spPr>
          <a:xfrm>
            <a:off x="378600" y="1838911"/>
            <a:ext cx="9322800" cy="266400"/>
          </a:xfrm>
          <a:prstGeom prst="roundRect">
            <a:avLst>
              <a:gd fmla="val 12113" name="adj"/>
            </a:avLst>
          </a:prstGeom>
          <a:solidFill>
            <a:srgbClr val="FFFFFF"/>
          </a:solidFill>
          <a:ln cap="flat" cmpd="sng" w="9525">
            <a:solidFill>
              <a:srgbClr val="EFEFEF"/>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6000" spcFirstLastPara="1" rIns="0" wrap="square" tIns="0">
            <a:noAutofit/>
          </a:bodyPr>
          <a:lstStyle/>
          <a:p>
            <a:pPr indent="0" lvl="0" marL="0" rtl="0" algn="l">
              <a:lnSpc>
                <a:spcPct val="120000"/>
              </a:lnSpc>
              <a:spcBef>
                <a:spcPts val="0"/>
              </a:spcBef>
              <a:spcAft>
                <a:spcPts val="0"/>
              </a:spcAft>
              <a:buClr>
                <a:schemeClr val="dk1"/>
              </a:buClr>
              <a:buSzPts val="1100"/>
              <a:buFont typeface="Arial"/>
              <a:buNone/>
            </a:pPr>
            <a:r>
              <a:rPr b="1" lang="es-419" sz="800">
                <a:solidFill>
                  <a:schemeClr val="dk1"/>
                </a:solidFill>
                <a:latin typeface="Arvo"/>
                <a:ea typeface="Arvo"/>
                <a:cs typeface="Arvo"/>
                <a:sym typeface="Arvo"/>
              </a:rPr>
              <a:t>          Un(a)</a:t>
            </a:r>
            <a:endParaRPr b="1" sz="800">
              <a:latin typeface="Arvo"/>
              <a:ea typeface="Arvo"/>
              <a:cs typeface="Arvo"/>
              <a:sym typeface="Arvo"/>
            </a:endParaRPr>
          </a:p>
        </p:txBody>
      </p:sp>
      <p:sp>
        <p:nvSpPr>
          <p:cNvPr id="2871" name="Google Shape;2871;p47"/>
          <p:cNvSpPr txBox="1"/>
          <p:nvPr>
            <p:ph idx="5" type="subTitle"/>
          </p:nvPr>
        </p:nvSpPr>
        <p:spPr>
          <a:xfrm>
            <a:off x="1195650" y="1842582"/>
            <a:ext cx="2361300" cy="2658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cxnSp>
        <p:nvCxnSpPr>
          <p:cNvPr id="2872" name="Google Shape;2872;p47"/>
          <p:cNvCxnSpPr/>
          <p:nvPr/>
        </p:nvCxnSpPr>
        <p:spPr>
          <a:xfrm flipH="1">
            <a:off x="3614691" y="1846962"/>
            <a:ext cx="600" cy="258300"/>
          </a:xfrm>
          <a:prstGeom prst="straightConnector1">
            <a:avLst/>
          </a:prstGeom>
          <a:noFill/>
          <a:ln cap="flat" cmpd="sng" w="28575">
            <a:solidFill>
              <a:srgbClr val="D9D9D9"/>
            </a:solidFill>
            <a:prstDash val="solid"/>
            <a:round/>
            <a:headEnd len="sm" w="sm" type="none"/>
            <a:tailEnd len="sm" w="sm" type="none"/>
          </a:ln>
        </p:spPr>
      </p:cxnSp>
      <p:sp>
        <p:nvSpPr>
          <p:cNvPr id="2873" name="Google Shape;2873;p47"/>
          <p:cNvSpPr txBox="1"/>
          <p:nvPr>
            <p:ph idx="6" type="subTitle"/>
          </p:nvPr>
        </p:nvSpPr>
        <p:spPr>
          <a:xfrm>
            <a:off x="7340100" y="1842586"/>
            <a:ext cx="2361300" cy="2664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sp>
        <p:nvSpPr>
          <p:cNvPr id="2874" name="Google Shape;2874;p47"/>
          <p:cNvSpPr txBox="1"/>
          <p:nvPr>
            <p:ph idx="7" type="subTitle"/>
          </p:nvPr>
        </p:nvSpPr>
        <p:spPr>
          <a:xfrm>
            <a:off x="3673650" y="1842583"/>
            <a:ext cx="1827600" cy="2658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sp>
        <p:nvSpPr>
          <p:cNvPr id="2875" name="Google Shape;2875;p47"/>
          <p:cNvSpPr txBox="1"/>
          <p:nvPr>
            <p:ph idx="8" type="subTitle"/>
          </p:nvPr>
        </p:nvSpPr>
        <p:spPr>
          <a:xfrm>
            <a:off x="5631975" y="1842588"/>
            <a:ext cx="1584600" cy="2664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cxnSp>
        <p:nvCxnSpPr>
          <p:cNvPr id="2876" name="Google Shape;2876;p47"/>
          <p:cNvCxnSpPr/>
          <p:nvPr/>
        </p:nvCxnSpPr>
        <p:spPr>
          <a:xfrm flipH="1">
            <a:off x="5566304" y="1842962"/>
            <a:ext cx="600" cy="258300"/>
          </a:xfrm>
          <a:prstGeom prst="straightConnector1">
            <a:avLst/>
          </a:prstGeom>
          <a:noFill/>
          <a:ln cap="flat" cmpd="sng" w="28575">
            <a:solidFill>
              <a:srgbClr val="D9D9D9"/>
            </a:solidFill>
            <a:prstDash val="solid"/>
            <a:round/>
            <a:headEnd len="sm" w="sm" type="none"/>
            <a:tailEnd len="sm" w="sm" type="none"/>
          </a:ln>
        </p:spPr>
      </p:cxnSp>
      <p:cxnSp>
        <p:nvCxnSpPr>
          <p:cNvPr id="2877" name="Google Shape;2877;p47"/>
          <p:cNvCxnSpPr/>
          <p:nvPr/>
        </p:nvCxnSpPr>
        <p:spPr>
          <a:xfrm flipH="1">
            <a:off x="7292829" y="1842587"/>
            <a:ext cx="600" cy="258300"/>
          </a:xfrm>
          <a:prstGeom prst="straightConnector1">
            <a:avLst/>
          </a:prstGeom>
          <a:noFill/>
          <a:ln cap="flat" cmpd="sng" w="28575">
            <a:solidFill>
              <a:srgbClr val="D9D9D9"/>
            </a:solidFill>
            <a:prstDash val="solid"/>
            <a:round/>
            <a:headEnd len="sm" w="sm" type="none"/>
            <a:tailEnd len="sm" w="sm" type="none"/>
          </a:ln>
        </p:spPr>
      </p:cxnSp>
      <p:cxnSp>
        <p:nvCxnSpPr>
          <p:cNvPr id="2878" name="Google Shape;2878;p47"/>
          <p:cNvCxnSpPr/>
          <p:nvPr/>
        </p:nvCxnSpPr>
        <p:spPr>
          <a:xfrm flipH="1">
            <a:off x="1137291" y="1842587"/>
            <a:ext cx="600" cy="258300"/>
          </a:xfrm>
          <a:prstGeom prst="straightConnector1">
            <a:avLst/>
          </a:prstGeom>
          <a:noFill/>
          <a:ln cap="flat" cmpd="sng" w="28575">
            <a:solidFill>
              <a:srgbClr val="D9D9D9"/>
            </a:solidFill>
            <a:prstDash val="solid"/>
            <a:round/>
            <a:headEnd len="sm" w="sm" type="none"/>
            <a:tailEnd len="sm" w="sm" type="none"/>
          </a:ln>
        </p:spPr>
      </p:cxnSp>
      <p:sp>
        <p:nvSpPr>
          <p:cNvPr id="2879" name="Google Shape;2879;p47"/>
          <p:cNvSpPr/>
          <p:nvPr/>
        </p:nvSpPr>
        <p:spPr>
          <a:xfrm>
            <a:off x="379388" y="2125324"/>
            <a:ext cx="9322800" cy="266400"/>
          </a:xfrm>
          <a:prstGeom prst="roundRect">
            <a:avLst>
              <a:gd fmla="val 12113" name="adj"/>
            </a:avLst>
          </a:prstGeom>
          <a:solidFill>
            <a:srgbClr val="FFFFFF"/>
          </a:solidFill>
          <a:ln cap="flat" cmpd="sng" w="9525">
            <a:solidFill>
              <a:srgbClr val="EFEFEF"/>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6000" spcFirstLastPara="1" rIns="0" wrap="square" tIns="0">
            <a:noAutofit/>
          </a:bodyPr>
          <a:lstStyle/>
          <a:p>
            <a:pPr indent="0" lvl="0" marL="0" rtl="0" algn="l">
              <a:lnSpc>
                <a:spcPct val="120000"/>
              </a:lnSpc>
              <a:spcBef>
                <a:spcPts val="0"/>
              </a:spcBef>
              <a:spcAft>
                <a:spcPts val="0"/>
              </a:spcAft>
              <a:buClr>
                <a:schemeClr val="dk1"/>
              </a:buClr>
              <a:buSzPts val="1100"/>
              <a:buFont typeface="Arial"/>
              <a:buNone/>
            </a:pPr>
            <a:r>
              <a:rPr b="1" lang="es-419" sz="800">
                <a:solidFill>
                  <a:schemeClr val="dk1"/>
                </a:solidFill>
                <a:latin typeface="Arvo"/>
                <a:ea typeface="Arvo"/>
                <a:cs typeface="Arvo"/>
                <a:sym typeface="Arvo"/>
              </a:rPr>
              <a:t>          Un(a)</a:t>
            </a:r>
            <a:endParaRPr b="1" sz="800">
              <a:latin typeface="Arvo"/>
              <a:ea typeface="Arvo"/>
              <a:cs typeface="Arvo"/>
              <a:sym typeface="Arvo"/>
            </a:endParaRPr>
          </a:p>
        </p:txBody>
      </p:sp>
      <p:sp>
        <p:nvSpPr>
          <p:cNvPr id="2880" name="Google Shape;2880;p47"/>
          <p:cNvSpPr txBox="1"/>
          <p:nvPr>
            <p:ph idx="9" type="subTitle"/>
          </p:nvPr>
        </p:nvSpPr>
        <p:spPr>
          <a:xfrm>
            <a:off x="1196438" y="2128995"/>
            <a:ext cx="2361300" cy="2658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cxnSp>
        <p:nvCxnSpPr>
          <p:cNvPr id="2881" name="Google Shape;2881;p47"/>
          <p:cNvCxnSpPr/>
          <p:nvPr/>
        </p:nvCxnSpPr>
        <p:spPr>
          <a:xfrm flipH="1">
            <a:off x="3615479" y="2133375"/>
            <a:ext cx="600" cy="258300"/>
          </a:xfrm>
          <a:prstGeom prst="straightConnector1">
            <a:avLst/>
          </a:prstGeom>
          <a:noFill/>
          <a:ln cap="flat" cmpd="sng" w="28575">
            <a:solidFill>
              <a:srgbClr val="D9D9D9"/>
            </a:solidFill>
            <a:prstDash val="solid"/>
            <a:round/>
            <a:headEnd len="sm" w="sm" type="none"/>
            <a:tailEnd len="sm" w="sm" type="none"/>
          </a:ln>
        </p:spPr>
      </p:cxnSp>
      <p:sp>
        <p:nvSpPr>
          <p:cNvPr id="2882" name="Google Shape;2882;p47"/>
          <p:cNvSpPr txBox="1"/>
          <p:nvPr>
            <p:ph idx="13" type="subTitle"/>
          </p:nvPr>
        </p:nvSpPr>
        <p:spPr>
          <a:xfrm>
            <a:off x="7340888" y="2128999"/>
            <a:ext cx="2361300" cy="2664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sp>
        <p:nvSpPr>
          <p:cNvPr id="2883" name="Google Shape;2883;p47"/>
          <p:cNvSpPr txBox="1"/>
          <p:nvPr>
            <p:ph idx="14" type="subTitle"/>
          </p:nvPr>
        </p:nvSpPr>
        <p:spPr>
          <a:xfrm>
            <a:off x="3674438" y="2128995"/>
            <a:ext cx="1827600" cy="2658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sp>
        <p:nvSpPr>
          <p:cNvPr id="2884" name="Google Shape;2884;p47"/>
          <p:cNvSpPr txBox="1"/>
          <p:nvPr>
            <p:ph idx="15" type="subTitle"/>
          </p:nvPr>
        </p:nvSpPr>
        <p:spPr>
          <a:xfrm>
            <a:off x="5632763" y="2129000"/>
            <a:ext cx="1584600" cy="2664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cxnSp>
        <p:nvCxnSpPr>
          <p:cNvPr id="2885" name="Google Shape;2885;p47"/>
          <p:cNvCxnSpPr/>
          <p:nvPr/>
        </p:nvCxnSpPr>
        <p:spPr>
          <a:xfrm flipH="1">
            <a:off x="5567091" y="2129375"/>
            <a:ext cx="600" cy="258300"/>
          </a:xfrm>
          <a:prstGeom prst="straightConnector1">
            <a:avLst/>
          </a:prstGeom>
          <a:noFill/>
          <a:ln cap="flat" cmpd="sng" w="28575">
            <a:solidFill>
              <a:srgbClr val="D9D9D9"/>
            </a:solidFill>
            <a:prstDash val="solid"/>
            <a:round/>
            <a:headEnd len="sm" w="sm" type="none"/>
            <a:tailEnd len="sm" w="sm" type="none"/>
          </a:ln>
        </p:spPr>
      </p:cxnSp>
      <p:cxnSp>
        <p:nvCxnSpPr>
          <p:cNvPr id="2886" name="Google Shape;2886;p47"/>
          <p:cNvCxnSpPr/>
          <p:nvPr/>
        </p:nvCxnSpPr>
        <p:spPr>
          <a:xfrm flipH="1">
            <a:off x="7293616" y="2129000"/>
            <a:ext cx="600" cy="258300"/>
          </a:xfrm>
          <a:prstGeom prst="straightConnector1">
            <a:avLst/>
          </a:prstGeom>
          <a:noFill/>
          <a:ln cap="flat" cmpd="sng" w="28575">
            <a:solidFill>
              <a:srgbClr val="D9D9D9"/>
            </a:solidFill>
            <a:prstDash val="solid"/>
            <a:round/>
            <a:headEnd len="sm" w="sm" type="none"/>
            <a:tailEnd len="sm" w="sm" type="none"/>
          </a:ln>
        </p:spPr>
      </p:cxnSp>
      <p:cxnSp>
        <p:nvCxnSpPr>
          <p:cNvPr id="2887" name="Google Shape;2887;p47"/>
          <p:cNvCxnSpPr/>
          <p:nvPr/>
        </p:nvCxnSpPr>
        <p:spPr>
          <a:xfrm flipH="1">
            <a:off x="1138079" y="2129000"/>
            <a:ext cx="600" cy="258300"/>
          </a:xfrm>
          <a:prstGeom prst="straightConnector1">
            <a:avLst/>
          </a:prstGeom>
          <a:noFill/>
          <a:ln cap="flat" cmpd="sng" w="28575">
            <a:solidFill>
              <a:srgbClr val="D9D9D9"/>
            </a:solidFill>
            <a:prstDash val="solid"/>
            <a:round/>
            <a:headEnd len="sm" w="sm" type="none"/>
            <a:tailEnd len="sm" w="sm" type="none"/>
          </a:ln>
        </p:spPr>
      </p:cxnSp>
      <p:sp>
        <p:nvSpPr>
          <p:cNvPr id="2888" name="Google Shape;2888;p47"/>
          <p:cNvSpPr/>
          <p:nvPr/>
        </p:nvSpPr>
        <p:spPr>
          <a:xfrm>
            <a:off x="379388" y="2430286"/>
            <a:ext cx="9322800" cy="266400"/>
          </a:xfrm>
          <a:prstGeom prst="roundRect">
            <a:avLst>
              <a:gd fmla="val 12113" name="adj"/>
            </a:avLst>
          </a:prstGeom>
          <a:solidFill>
            <a:srgbClr val="FFFFFF"/>
          </a:solidFill>
          <a:ln cap="flat" cmpd="sng" w="9525">
            <a:solidFill>
              <a:srgbClr val="EFEFEF"/>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6000" spcFirstLastPara="1" rIns="0" wrap="square" tIns="0">
            <a:noAutofit/>
          </a:bodyPr>
          <a:lstStyle/>
          <a:p>
            <a:pPr indent="0" lvl="0" marL="0" rtl="0" algn="l">
              <a:lnSpc>
                <a:spcPct val="120000"/>
              </a:lnSpc>
              <a:spcBef>
                <a:spcPts val="0"/>
              </a:spcBef>
              <a:spcAft>
                <a:spcPts val="0"/>
              </a:spcAft>
              <a:buClr>
                <a:schemeClr val="dk1"/>
              </a:buClr>
              <a:buSzPts val="1100"/>
              <a:buFont typeface="Arial"/>
              <a:buNone/>
            </a:pPr>
            <a:r>
              <a:rPr b="1" lang="es-419" sz="800">
                <a:solidFill>
                  <a:schemeClr val="dk1"/>
                </a:solidFill>
                <a:latin typeface="Arvo"/>
                <a:ea typeface="Arvo"/>
                <a:cs typeface="Arvo"/>
                <a:sym typeface="Arvo"/>
              </a:rPr>
              <a:t>          Un(a)</a:t>
            </a:r>
            <a:endParaRPr b="1" sz="800">
              <a:latin typeface="Arvo"/>
              <a:ea typeface="Arvo"/>
              <a:cs typeface="Arvo"/>
              <a:sym typeface="Arvo"/>
            </a:endParaRPr>
          </a:p>
        </p:txBody>
      </p:sp>
      <p:sp>
        <p:nvSpPr>
          <p:cNvPr id="2889" name="Google Shape;2889;p47"/>
          <p:cNvSpPr txBox="1"/>
          <p:nvPr>
            <p:ph idx="16" type="subTitle"/>
          </p:nvPr>
        </p:nvSpPr>
        <p:spPr>
          <a:xfrm>
            <a:off x="1196438" y="2433957"/>
            <a:ext cx="2361300" cy="2658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cxnSp>
        <p:nvCxnSpPr>
          <p:cNvPr id="2890" name="Google Shape;2890;p47"/>
          <p:cNvCxnSpPr/>
          <p:nvPr/>
        </p:nvCxnSpPr>
        <p:spPr>
          <a:xfrm flipH="1">
            <a:off x="3615479" y="2438337"/>
            <a:ext cx="600" cy="258300"/>
          </a:xfrm>
          <a:prstGeom prst="straightConnector1">
            <a:avLst/>
          </a:prstGeom>
          <a:noFill/>
          <a:ln cap="flat" cmpd="sng" w="28575">
            <a:solidFill>
              <a:srgbClr val="D9D9D9"/>
            </a:solidFill>
            <a:prstDash val="solid"/>
            <a:round/>
            <a:headEnd len="sm" w="sm" type="none"/>
            <a:tailEnd len="sm" w="sm" type="none"/>
          </a:ln>
        </p:spPr>
      </p:cxnSp>
      <p:sp>
        <p:nvSpPr>
          <p:cNvPr id="2891" name="Google Shape;2891;p47"/>
          <p:cNvSpPr txBox="1"/>
          <p:nvPr>
            <p:ph idx="17" type="subTitle"/>
          </p:nvPr>
        </p:nvSpPr>
        <p:spPr>
          <a:xfrm>
            <a:off x="7340888" y="2433961"/>
            <a:ext cx="2361300" cy="2664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sp>
        <p:nvSpPr>
          <p:cNvPr id="2892" name="Google Shape;2892;p47"/>
          <p:cNvSpPr txBox="1"/>
          <p:nvPr>
            <p:ph idx="18" type="subTitle"/>
          </p:nvPr>
        </p:nvSpPr>
        <p:spPr>
          <a:xfrm>
            <a:off x="3674438" y="2433958"/>
            <a:ext cx="1827600" cy="2658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sp>
        <p:nvSpPr>
          <p:cNvPr id="2893" name="Google Shape;2893;p47"/>
          <p:cNvSpPr txBox="1"/>
          <p:nvPr>
            <p:ph idx="19" type="subTitle"/>
          </p:nvPr>
        </p:nvSpPr>
        <p:spPr>
          <a:xfrm>
            <a:off x="5632763" y="2433963"/>
            <a:ext cx="1584600" cy="2664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cxnSp>
        <p:nvCxnSpPr>
          <p:cNvPr id="2894" name="Google Shape;2894;p47"/>
          <p:cNvCxnSpPr/>
          <p:nvPr/>
        </p:nvCxnSpPr>
        <p:spPr>
          <a:xfrm flipH="1">
            <a:off x="5567091" y="2434337"/>
            <a:ext cx="600" cy="258300"/>
          </a:xfrm>
          <a:prstGeom prst="straightConnector1">
            <a:avLst/>
          </a:prstGeom>
          <a:noFill/>
          <a:ln cap="flat" cmpd="sng" w="28575">
            <a:solidFill>
              <a:srgbClr val="D9D9D9"/>
            </a:solidFill>
            <a:prstDash val="solid"/>
            <a:round/>
            <a:headEnd len="sm" w="sm" type="none"/>
            <a:tailEnd len="sm" w="sm" type="none"/>
          </a:ln>
        </p:spPr>
      </p:cxnSp>
      <p:cxnSp>
        <p:nvCxnSpPr>
          <p:cNvPr id="2895" name="Google Shape;2895;p47"/>
          <p:cNvCxnSpPr/>
          <p:nvPr/>
        </p:nvCxnSpPr>
        <p:spPr>
          <a:xfrm flipH="1">
            <a:off x="7293616" y="2433962"/>
            <a:ext cx="600" cy="258300"/>
          </a:xfrm>
          <a:prstGeom prst="straightConnector1">
            <a:avLst/>
          </a:prstGeom>
          <a:noFill/>
          <a:ln cap="flat" cmpd="sng" w="28575">
            <a:solidFill>
              <a:srgbClr val="D9D9D9"/>
            </a:solidFill>
            <a:prstDash val="solid"/>
            <a:round/>
            <a:headEnd len="sm" w="sm" type="none"/>
            <a:tailEnd len="sm" w="sm" type="none"/>
          </a:ln>
        </p:spPr>
      </p:cxnSp>
      <p:cxnSp>
        <p:nvCxnSpPr>
          <p:cNvPr id="2896" name="Google Shape;2896;p47"/>
          <p:cNvCxnSpPr/>
          <p:nvPr/>
        </p:nvCxnSpPr>
        <p:spPr>
          <a:xfrm flipH="1">
            <a:off x="1138079" y="2433962"/>
            <a:ext cx="600" cy="258300"/>
          </a:xfrm>
          <a:prstGeom prst="straightConnector1">
            <a:avLst/>
          </a:prstGeom>
          <a:noFill/>
          <a:ln cap="flat" cmpd="sng" w="28575">
            <a:solidFill>
              <a:srgbClr val="D9D9D9"/>
            </a:solidFill>
            <a:prstDash val="solid"/>
            <a:round/>
            <a:headEnd len="sm" w="sm" type="none"/>
            <a:tailEnd len="sm" w="sm" type="none"/>
          </a:ln>
        </p:spPr>
      </p:cxnSp>
      <p:sp>
        <p:nvSpPr>
          <p:cNvPr id="2897" name="Google Shape;2897;p47"/>
          <p:cNvSpPr/>
          <p:nvPr/>
        </p:nvSpPr>
        <p:spPr>
          <a:xfrm>
            <a:off x="378600" y="2727911"/>
            <a:ext cx="9322800" cy="266400"/>
          </a:xfrm>
          <a:prstGeom prst="roundRect">
            <a:avLst>
              <a:gd fmla="val 12113" name="adj"/>
            </a:avLst>
          </a:prstGeom>
          <a:solidFill>
            <a:srgbClr val="FFFFFF"/>
          </a:solidFill>
          <a:ln cap="flat" cmpd="sng" w="9525">
            <a:solidFill>
              <a:srgbClr val="EFEFEF"/>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6000" spcFirstLastPara="1" rIns="0" wrap="square" tIns="0">
            <a:noAutofit/>
          </a:bodyPr>
          <a:lstStyle/>
          <a:p>
            <a:pPr indent="0" lvl="0" marL="0" rtl="0" algn="l">
              <a:lnSpc>
                <a:spcPct val="120000"/>
              </a:lnSpc>
              <a:spcBef>
                <a:spcPts val="0"/>
              </a:spcBef>
              <a:spcAft>
                <a:spcPts val="0"/>
              </a:spcAft>
              <a:buClr>
                <a:schemeClr val="dk1"/>
              </a:buClr>
              <a:buSzPts val="1100"/>
              <a:buFont typeface="Arial"/>
              <a:buNone/>
            </a:pPr>
            <a:r>
              <a:rPr b="1" lang="es-419" sz="800">
                <a:solidFill>
                  <a:schemeClr val="dk1"/>
                </a:solidFill>
                <a:latin typeface="Arvo"/>
                <a:ea typeface="Arvo"/>
                <a:cs typeface="Arvo"/>
                <a:sym typeface="Arvo"/>
              </a:rPr>
              <a:t>          Un(a)</a:t>
            </a:r>
            <a:endParaRPr b="1" sz="800">
              <a:latin typeface="Arvo"/>
              <a:ea typeface="Arvo"/>
              <a:cs typeface="Arvo"/>
              <a:sym typeface="Arvo"/>
            </a:endParaRPr>
          </a:p>
        </p:txBody>
      </p:sp>
      <p:sp>
        <p:nvSpPr>
          <p:cNvPr id="2898" name="Google Shape;2898;p47"/>
          <p:cNvSpPr txBox="1"/>
          <p:nvPr>
            <p:ph idx="20" type="subTitle"/>
          </p:nvPr>
        </p:nvSpPr>
        <p:spPr>
          <a:xfrm>
            <a:off x="1195650" y="2731582"/>
            <a:ext cx="2361300" cy="2658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cxnSp>
        <p:nvCxnSpPr>
          <p:cNvPr id="2899" name="Google Shape;2899;p47"/>
          <p:cNvCxnSpPr/>
          <p:nvPr/>
        </p:nvCxnSpPr>
        <p:spPr>
          <a:xfrm flipH="1">
            <a:off x="3614691" y="2735962"/>
            <a:ext cx="600" cy="258300"/>
          </a:xfrm>
          <a:prstGeom prst="straightConnector1">
            <a:avLst/>
          </a:prstGeom>
          <a:noFill/>
          <a:ln cap="flat" cmpd="sng" w="28575">
            <a:solidFill>
              <a:srgbClr val="D9D9D9"/>
            </a:solidFill>
            <a:prstDash val="solid"/>
            <a:round/>
            <a:headEnd len="sm" w="sm" type="none"/>
            <a:tailEnd len="sm" w="sm" type="none"/>
          </a:ln>
        </p:spPr>
      </p:cxnSp>
      <p:sp>
        <p:nvSpPr>
          <p:cNvPr id="2900" name="Google Shape;2900;p47"/>
          <p:cNvSpPr txBox="1"/>
          <p:nvPr>
            <p:ph idx="21" type="subTitle"/>
          </p:nvPr>
        </p:nvSpPr>
        <p:spPr>
          <a:xfrm>
            <a:off x="7340100" y="2731586"/>
            <a:ext cx="2361300" cy="2664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sp>
        <p:nvSpPr>
          <p:cNvPr id="2901" name="Google Shape;2901;p47"/>
          <p:cNvSpPr txBox="1"/>
          <p:nvPr>
            <p:ph idx="22" type="subTitle"/>
          </p:nvPr>
        </p:nvSpPr>
        <p:spPr>
          <a:xfrm>
            <a:off x="3673650" y="2731583"/>
            <a:ext cx="1827600" cy="2658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sp>
        <p:nvSpPr>
          <p:cNvPr id="2902" name="Google Shape;2902;p47"/>
          <p:cNvSpPr txBox="1"/>
          <p:nvPr>
            <p:ph idx="23" type="subTitle"/>
          </p:nvPr>
        </p:nvSpPr>
        <p:spPr>
          <a:xfrm>
            <a:off x="5631975" y="2731588"/>
            <a:ext cx="1584600" cy="2664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cxnSp>
        <p:nvCxnSpPr>
          <p:cNvPr id="2903" name="Google Shape;2903;p47"/>
          <p:cNvCxnSpPr/>
          <p:nvPr/>
        </p:nvCxnSpPr>
        <p:spPr>
          <a:xfrm flipH="1">
            <a:off x="5566304" y="2731962"/>
            <a:ext cx="600" cy="258300"/>
          </a:xfrm>
          <a:prstGeom prst="straightConnector1">
            <a:avLst/>
          </a:prstGeom>
          <a:noFill/>
          <a:ln cap="flat" cmpd="sng" w="28575">
            <a:solidFill>
              <a:srgbClr val="D9D9D9"/>
            </a:solidFill>
            <a:prstDash val="solid"/>
            <a:round/>
            <a:headEnd len="sm" w="sm" type="none"/>
            <a:tailEnd len="sm" w="sm" type="none"/>
          </a:ln>
        </p:spPr>
      </p:cxnSp>
      <p:cxnSp>
        <p:nvCxnSpPr>
          <p:cNvPr id="2904" name="Google Shape;2904;p47"/>
          <p:cNvCxnSpPr/>
          <p:nvPr/>
        </p:nvCxnSpPr>
        <p:spPr>
          <a:xfrm flipH="1">
            <a:off x="7292829" y="2731587"/>
            <a:ext cx="600" cy="258300"/>
          </a:xfrm>
          <a:prstGeom prst="straightConnector1">
            <a:avLst/>
          </a:prstGeom>
          <a:noFill/>
          <a:ln cap="flat" cmpd="sng" w="28575">
            <a:solidFill>
              <a:srgbClr val="D9D9D9"/>
            </a:solidFill>
            <a:prstDash val="solid"/>
            <a:round/>
            <a:headEnd len="sm" w="sm" type="none"/>
            <a:tailEnd len="sm" w="sm" type="none"/>
          </a:ln>
        </p:spPr>
      </p:cxnSp>
      <p:cxnSp>
        <p:nvCxnSpPr>
          <p:cNvPr id="2905" name="Google Shape;2905;p47"/>
          <p:cNvCxnSpPr/>
          <p:nvPr/>
        </p:nvCxnSpPr>
        <p:spPr>
          <a:xfrm flipH="1">
            <a:off x="1137291" y="2731587"/>
            <a:ext cx="600" cy="258300"/>
          </a:xfrm>
          <a:prstGeom prst="straightConnector1">
            <a:avLst/>
          </a:prstGeom>
          <a:noFill/>
          <a:ln cap="flat" cmpd="sng" w="28575">
            <a:solidFill>
              <a:srgbClr val="D9D9D9"/>
            </a:solidFill>
            <a:prstDash val="solid"/>
            <a:round/>
            <a:headEnd len="sm" w="sm" type="none"/>
            <a:tailEnd len="sm" w="sm" type="none"/>
          </a:ln>
        </p:spPr>
      </p:cxnSp>
      <p:sp>
        <p:nvSpPr>
          <p:cNvPr id="2906" name="Google Shape;2906;p47"/>
          <p:cNvSpPr/>
          <p:nvPr/>
        </p:nvSpPr>
        <p:spPr>
          <a:xfrm>
            <a:off x="378600" y="3032874"/>
            <a:ext cx="9322800" cy="266400"/>
          </a:xfrm>
          <a:prstGeom prst="roundRect">
            <a:avLst>
              <a:gd fmla="val 12113" name="adj"/>
            </a:avLst>
          </a:prstGeom>
          <a:solidFill>
            <a:srgbClr val="FFFFFF"/>
          </a:solidFill>
          <a:ln cap="flat" cmpd="sng" w="9525">
            <a:solidFill>
              <a:srgbClr val="EFEFEF"/>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6000" spcFirstLastPara="1" rIns="0" wrap="square" tIns="0">
            <a:noAutofit/>
          </a:bodyPr>
          <a:lstStyle/>
          <a:p>
            <a:pPr indent="0" lvl="0" marL="0" rtl="0" algn="l">
              <a:lnSpc>
                <a:spcPct val="120000"/>
              </a:lnSpc>
              <a:spcBef>
                <a:spcPts val="0"/>
              </a:spcBef>
              <a:spcAft>
                <a:spcPts val="0"/>
              </a:spcAft>
              <a:buClr>
                <a:schemeClr val="dk1"/>
              </a:buClr>
              <a:buSzPts val="1100"/>
              <a:buFont typeface="Arial"/>
              <a:buNone/>
            </a:pPr>
            <a:r>
              <a:rPr b="1" lang="es-419" sz="800">
                <a:solidFill>
                  <a:schemeClr val="dk1"/>
                </a:solidFill>
                <a:latin typeface="Arvo"/>
                <a:ea typeface="Arvo"/>
                <a:cs typeface="Arvo"/>
                <a:sym typeface="Arvo"/>
              </a:rPr>
              <a:t>          Un(a)</a:t>
            </a:r>
            <a:endParaRPr b="1" sz="800">
              <a:latin typeface="Arvo"/>
              <a:ea typeface="Arvo"/>
              <a:cs typeface="Arvo"/>
              <a:sym typeface="Arvo"/>
            </a:endParaRPr>
          </a:p>
        </p:txBody>
      </p:sp>
      <p:sp>
        <p:nvSpPr>
          <p:cNvPr id="2907" name="Google Shape;2907;p47"/>
          <p:cNvSpPr txBox="1"/>
          <p:nvPr>
            <p:ph idx="24" type="subTitle"/>
          </p:nvPr>
        </p:nvSpPr>
        <p:spPr>
          <a:xfrm>
            <a:off x="1195650" y="3036545"/>
            <a:ext cx="2361300" cy="2658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cxnSp>
        <p:nvCxnSpPr>
          <p:cNvPr id="2908" name="Google Shape;2908;p47"/>
          <p:cNvCxnSpPr/>
          <p:nvPr/>
        </p:nvCxnSpPr>
        <p:spPr>
          <a:xfrm flipH="1">
            <a:off x="3614691" y="3040925"/>
            <a:ext cx="600" cy="258300"/>
          </a:xfrm>
          <a:prstGeom prst="straightConnector1">
            <a:avLst/>
          </a:prstGeom>
          <a:noFill/>
          <a:ln cap="flat" cmpd="sng" w="28575">
            <a:solidFill>
              <a:srgbClr val="D9D9D9"/>
            </a:solidFill>
            <a:prstDash val="solid"/>
            <a:round/>
            <a:headEnd len="sm" w="sm" type="none"/>
            <a:tailEnd len="sm" w="sm" type="none"/>
          </a:ln>
        </p:spPr>
      </p:cxnSp>
      <p:sp>
        <p:nvSpPr>
          <p:cNvPr id="2909" name="Google Shape;2909;p47"/>
          <p:cNvSpPr txBox="1"/>
          <p:nvPr>
            <p:ph idx="25" type="subTitle"/>
          </p:nvPr>
        </p:nvSpPr>
        <p:spPr>
          <a:xfrm>
            <a:off x="7340100" y="3036549"/>
            <a:ext cx="2361300" cy="2664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sp>
        <p:nvSpPr>
          <p:cNvPr id="2910" name="Google Shape;2910;p47"/>
          <p:cNvSpPr txBox="1"/>
          <p:nvPr>
            <p:ph idx="26" type="subTitle"/>
          </p:nvPr>
        </p:nvSpPr>
        <p:spPr>
          <a:xfrm>
            <a:off x="3673650" y="3036545"/>
            <a:ext cx="1827600" cy="2658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sp>
        <p:nvSpPr>
          <p:cNvPr id="2911" name="Google Shape;2911;p47"/>
          <p:cNvSpPr txBox="1"/>
          <p:nvPr>
            <p:ph idx="27" type="subTitle"/>
          </p:nvPr>
        </p:nvSpPr>
        <p:spPr>
          <a:xfrm>
            <a:off x="5631975" y="3036550"/>
            <a:ext cx="1584600" cy="2664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cxnSp>
        <p:nvCxnSpPr>
          <p:cNvPr id="2912" name="Google Shape;2912;p47"/>
          <p:cNvCxnSpPr/>
          <p:nvPr/>
        </p:nvCxnSpPr>
        <p:spPr>
          <a:xfrm flipH="1">
            <a:off x="5566304" y="3036925"/>
            <a:ext cx="600" cy="258300"/>
          </a:xfrm>
          <a:prstGeom prst="straightConnector1">
            <a:avLst/>
          </a:prstGeom>
          <a:noFill/>
          <a:ln cap="flat" cmpd="sng" w="28575">
            <a:solidFill>
              <a:srgbClr val="D9D9D9"/>
            </a:solidFill>
            <a:prstDash val="solid"/>
            <a:round/>
            <a:headEnd len="sm" w="sm" type="none"/>
            <a:tailEnd len="sm" w="sm" type="none"/>
          </a:ln>
        </p:spPr>
      </p:cxnSp>
      <p:cxnSp>
        <p:nvCxnSpPr>
          <p:cNvPr id="2913" name="Google Shape;2913;p47"/>
          <p:cNvCxnSpPr/>
          <p:nvPr/>
        </p:nvCxnSpPr>
        <p:spPr>
          <a:xfrm flipH="1">
            <a:off x="7292829" y="3036550"/>
            <a:ext cx="600" cy="258300"/>
          </a:xfrm>
          <a:prstGeom prst="straightConnector1">
            <a:avLst/>
          </a:prstGeom>
          <a:noFill/>
          <a:ln cap="flat" cmpd="sng" w="28575">
            <a:solidFill>
              <a:srgbClr val="D9D9D9"/>
            </a:solidFill>
            <a:prstDash val="solid"/>
            <a:round/>
            <a:headEnd len="sm" w="sm" type="none"/>
            <a:tailEnd len="sm" w="sm" type="none"/>
          </a:ln>
        </p:spPr>
      </p:cxnSp>
      <p:cxnSp>
        <p:nvCxnSpPr>
          <p:cNvPr id="2914" name="Google Shape;2914;p47"/>
          <p:cNvCxnSpPr/>
          <p:nvPr/>
        </p:nvCxnSpPr>
        <p:spPr>
          <a:xfrm flipH="1">
            <a:off x="1137291" y="3036550"/>
            <a:ext cx="600" cy="258300"/>
          </a:xfrm>
          <a:prstGeom prst="straightConnector1">
            <a:avLst/>
          </a:prstGeom>
          <a:noFill/>
          <a:ln cap="flat" cmpd="sng" w="28575">
            <a:solidFill>
              <a:srgbClr val="D9D9D9"/>
            </a:solidFill>
            <a:prstDash val="solid"/>
            <a:round/>
            <a:headEnd len="sm" w="sm" type="none"/>
            <a:tailEnd len="sm" w="sm" type="none"/>
          </a:ln>
        </p:spPr>
      </p:cxnSp>
      <p:sp>
        <p:nvSpPr>
          <p:cNvPr id="2915" name="Google Shape;2915;p47"/>
          <p:cNvSpPr/>
          <p:nvPr/>
        </p:nvSpPr>
        <p:spPr>
          <a:xfrm>
            <a:off x="378600" y="3332511"/>
            <a:ext cx="9322800" cy="266400"/>
          </a:xfrm>
          <a:prstGeom prst="roundRect">
            <a:avLst>
              <a:gd fmla="val 12113" name="adj"/>
            </a:avLst>
          </a:prstGeom>
          <a:solidFill>
            <a:srgbClr val="FFFFFF"/>
          </a:solidFill>
          <a:ln cap="flat" cmpd="sng" w="9525">
            <a:solidFill>
              <a:srgbClr val="EFEFEF"/>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6000" spcFirstLastPara="1" rIns="0" wrap="square" tIns="0">
            <a:noAutofit/>
          </a:bodyPr>
          <a:lstStyle/>
          <a:p>
            <a:pPr indent="0" lvl="0" marL="0" rtl="0" algn="l">
              <a:lnSpc>
                <a:spcPct val="120000"/>
              </a:lnSpc>
              <a:spcBef>
                <a:spcPts val="0"/>
              </a:spcBef>
              <a:spcAft>
                <a:spcPts val="0"/>
              </a:spcAft>
              <a:buClr>
                <a:schemeClr val="dk1"/>
              </a:buClr>
              <a:buSzPts val="1100"/>
              <a:buFont typeface="Arial"/>
              <a:buNone/>
            </a:pPr>
            <a:r>
              <a:rPr b="1" lang="es-419" sz="800">
                <a:solidFill>
                  <a:schemeClr val="dk1"/>
                </a:solidFill>
                <a:latin typeface="Arvo"/>
                <a:ea typeface="Arvo"/>
                <a:cs typeface="Arvo"/>
                <a:sym typeface="Arvo"/>
              </a:rPr>
              <a:t>          Un(a)</a:t>
            </a:r>
            <a:endParaRPr b="1" sz="800">
              <a:latin typeface="Arvo"/>
              <a:ea typeface="Arvo"/>
              <a:cs typeface="Arvo"/>
              <a:sym typeface="Arvo"/>
            </a:endParaRPr>
          </a:p>
        </p:txBody>
      </p:sp>
      <p:sp>
        <p:nvSpPr>
          <p:cNvPr id="2916" name="Google Shape;2916;p47"/>
          <p:cNvSpPr txBox="1"/>
          <p:nvPr>
            <p:ph idx="28" type="subTitle"/>
          </p:nvPr>
        </p:nvSpPr>
        <p:spPr>
          <a:xfrm>
            <a:off x="1195650" y="3336182"/>
            <a:ext cx="2361300" cy="2658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cxnSp>
        <p:nvCxnSpPr>
          <p:cNvPr id="2917" name="Google Shape;2917;p47"/>
          <p:cNvCxnSpPr/>
          <p:nvPr/>
        </p:nvCxnSpPr>
        <p:spPr>
          <a:xfrm flipH="1">
            <a:off x="3614691" y="3340562"/>
            <a:ext cx="600" cy="258300"/>
          </a:xfrm>
          <a:prstGeom prst="straightConnector1">
            <a:avLst/>
          </a:prstGeom>
          <a:noFill/>
          <a:ln cap="flat" cmpd="sng" w="28575">
            <a:solidFill>
              <a:srgbClr val="D9D9D9"/>
            </a:solidFill>
            <a:prstDash val="solid"/>
            <a:round/>
            <a:headEnd len="sm" w="sm" type="none"/>
            <a:tailEnd len="sm" w="sm" type="none"/>
          </a:ln>
        </p:spPr>
      </p:cxnSp>
      <p:sp>
        <p:nvSpPr>
          <p:cNvPr id="2918" name="Google Shape;2918;p47"/>
          <p:cNvSpPr txBox="1"/>
          <p:nvPr>
            <p:ph idx="29" type="subTitle"/>
          </p:nvPr>
        </p:nvSpPr>
        <p:spPr>
          <a:xfrm>
            <a:off x="7340100" y="3336186"/>
            <a:ext cx="2361300" cy="2664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sp>
        <p:nvSpPr>
          <p:cNvPr id="2919" name="Google Shape;2919;p47"/>
          <p:cNvSpPr txBox="1"/>
          <p:nvPr>
            <p:ph idx="30" type="subTitle"/>
          </p:nvPr>
        </p:nvSpPr>
        <p:spPr>
          <a:xfrm>
            <a:off x="3673650" y="3336183"/>
            <a:ext cx="1827600" cy="2658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sp>
        <p:nvSpPr>
          <p:cNvPr id="2920" name="Google Shape;2920;p47"/>
          <p:cNvSpPr txBox="1"/>
          <p:nvPr>
            <p:ph idx="31" type="subTitle"/>
          </p:nvPr>
        </p:nvSpPr>
        <p:spPr>
          <a:xfrm>
            <a:off x="5631975" y="3336188"/>
            <a:ext cx="1584600" cy="2664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cxnSp>
        <p:nvCxnSpPr>
          <p:cNvPr id="2921" name="Google Shape;2921;p47"/>
          <p:cNvCxnSpPr/>
          <p:nvPr/>
        </p:nvCxnSpPr>
        <p:spPr>
          <a:xfrm flipH="1">
            <a:off x="5566304" y="3336562"/>
            <a:ext cx="600" cy="258300"/>
          </a:xfrm>
          <a:prstGeom prst="straightConnector1">
            <a:avLst/>
          </a:prstGeom>
          <a:noFill/>
          <a:ln cap="flat" cmpd="sng" w="28575">
            <a:solidFill>
              <a:srgbClr val="D9D9D9"/>
            </a:solidFill>
            <a:prstDash val="solid"/>
            <a:round/>
            <a:headEnd len="sm" w="sm" type="none"/>
            <a:tailEnd len="sm" w="sm" type="none"/>
          </a:ln>
        </p:spPr>
      </p:cxnSp>
      <p:cxnSp>
        <p:nvCxnSpPr>
          <p:cNvPr id="2922" name="Google Shape;2922;p47"/>
          <p:cNvCxnSpPr/>
          <p:nvPr/>
        </p:nvCxnSpPr>
        <p:spPr>
          <a:xfrm flipH="1">
            <a:off x="7292829" y="3336187"/>
            <a:ext cx="600" cy="258300"/>
          </a:xfrm>
          <a:prstGeom prst="straightConnector1">
            <a:avLst/>
          </a:prstGeom>
          <a:noFill/>
          <a:ln cap="flat" cmpd="sng" w="28575">
            <a:solidFill>
              <a:srgbClr val="D9D9D9"/>
            </a:solidFill>
            <a:prstDash val="solid"/>
            <a:round/>
            <a:headEnd len="sm" w="sm" type="none"/>
            <a:tailEnd len="sm" w="sm" type="none"/>
          </a:ln>
        </p:spPr>
      </p:cxnSp>
      <p:cxnSp>
        <p:nvCxnSpPr>
          <p:cNvPr id="2923" name="Google Shape;2923;p47"/>
          <p:cNvCxnSpPr/>
          <p:nvPr/>
        </p:nvCxnSpPr>
        <p:spPr>
          <a:xfrm flipH="1">
            <a:off x="1137291" y="3336187"/>
            <a:ext cx="600" cy="258300"/>
          </a:xfrm>
          <a:prstGeom prst="straightConnector1">
            <a:avLst/>
          </a:prstGeom>
          <a:noFill/>
          <a:ln cap="flat" cmpd="sng" w="28575">
            <a:solidFill>
              <a:srgbClr val="D9D9D9"/>
            </a:solidFill>
            <a:prstDash val="solid"/>
            <a:round/>
            <a:headEnd len="sm" w="sm" type="none"/>
            <a:tailEnd len="sm" w="sm" type="none"/>
          </a:ln>
        </p:spPr>
      </p:cxnSp>
      <p:sp>
        <p:nvSpPr>
          <p:cNvPr id="2924" name="Google Shape;2924;p47"/>
          <p:cNvSpPr/>
          <p:nvPr/>
        </p:nvSpPr>
        <p:spPr>
          <a:xfrm>
            <a:off x="378600" y="3637474"/>
            <a:ext cx="9322800" cy="266400"/>
          </a:xfrm>
          <a:prstGeom prst="roundRect">
            <a:avLst>
              <a:gd fmla="val 12113" name="adj"/>
            </a:avLst>
          </a:prstGeom>
          <a:solidFill>
            <a:srgbClr val="FFFFFF"/>
          </a:solidFill>
          <a:ln cap="flat" cmpd="sng" w="9525">
            <a:solidFill>
              <a:srgbClr val="EFEFEF"/>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6000" spcFirstLastPara="1" rIns="0" wrap="square" tIns="0">
            <a:noAutofit/>
          </a:bodyPr>
          <a:lstStyle/>
          <a:p>
            <a:pPr indent="0" lvl="0" marL="0" rtl="0" algn="l">
              <a:lnSpc>
                <a:spcPct val="120000"/>
              </a:lnSpc>
              <a:spcBef>
                <a:spcPts val="0"/>
              </a:spcBef>
              <a:spcAft>
                <a:spcPts val="0"/>
              </a:spcAft>
              <a:buClr>
                <a:schemeClr val="dk1"/>
              </a:buClr>
              <a:buSzPts val="1100"/>
              <a:buFont typeface="Arial"/>
              <a:buNone/>
            </a:pPr>
            <a:r>
              <a:rPr b="1" lang="es-419" sz="800">
                <a:solidFill>
                  <a:schemeClr val="dk1"/>
                </a:solidFill>
                <a:latin typeface="Arvo"/>
                <a:ea typeface="Arvo"/>
                <a:cs typeface="Arvo"/>
                <a:sym typeface="Arvo"/>
              </a:rPr>
              <a:t>          Un(a)</a:t>
            </a:r>
            <a:endParaRPr b="1" sz="800">
              <a:latin typeface="Arvo"/>
              <a:ea typeface="Arvo"/>
              <a:cs typeface="Arvo"/>
              <a:sym typeface="Arvo"/>
            </a:endParaRPr>
          </a:p>
        </p:txBody>
      </p:sp>
      <p:sp>
        <p:nvSpPr>
          <p:cNvPr id="2925" name="Google Shape;2925;p47"/>
          <p:cNvSpPr txBox="1"/>
          <p:nvPr>
            <p:ph idx="32" type="subTitle"/>
          </p:nvPr>
        </p:nvSpPr>
        <p:spPr>
          <a:xfrm>
            <a:off x="1195650" y="3641145"/>
            <a:ext cx="2361300" cy="2658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cxnSp>
        <p:nvCxnSpPr>
          <p:cNvPr id="2926" name="Google Shape;2926;p47"/>
          <p:cNvCxnSpPr/>
          <p:nvPr/>
        </p:nvCxnSpPr>
        <p:spPr>
          <a:xfrm flipH="1">
            <a:off x="3614691" y="3645525"/>
            <a:ext cx="600" cy="258300"/>
          </a:xfrm>
          <a:prstGeom prst="straightConnector1">
            <a:avLst/>
          </a:prstGeom>
          <a:noFill/>
          <a:ln cap="flat" cmpd="sng" w="28575">
            <a:solidFill>
              <a:srgbClr val="D9D9D9"/>
            </a:solidFill>
            <a:prstDash val="solid"/>
            <a:round/>
            <a:headEnd len="sm" w="sm" type="none"/>
            <a:tailEnd len="sm" w="sm" type="none"/>
          </a:ln>
        </p:spPr>
      </p:cxnSp>
      <p:sp>
        <p:nvSpPr>
          <p:cNvPr id="2927" name="Google Shape;2927;p47"/>
          <p:cNvSpPr txBox="1"/>
          <p:nvPr>
            <p:ph idx="33" type="subTitle"/>
          </p:nvPr>
        </p:nvSpPr>
        <p:spPr>
          <a:xfrm>
            <a:off x="7340100" y="3641149"/>
            <a:ext cx="2361300" cy="2664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sp>
        <p:nvSpPr>
          <p:cNvPr id="2928" name="Google Shape;2928;p47"/>
          <p:cNvSpPr txBox="1"/>
          <p:nvPr>
            <p:ph idx="34" type="subTitle"/>
          </p:nvPr>
        </p:nvSpPr>
        <p:spPr>
          <a:xfrm>
            <a:off x="3673650" y="3641145"/>
            <a:ext cx="1827600" cy="2658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sp>
        <p:nvSpPr>
          <p:cNvPr id="2929" name="Google Shape;2929;p47"/>
          <p:cNvSpPr txBox="1"/>
          <p:nvPr>
            <p:ph idx="35" type="subTitle"/>
          </p:nvPr>
        </p:nvSpPr>
        <p:spPr>
          <a:xfrm>
            <a:off x="5631975" y="3641150"/>
            <a:ext cx="1584600" cy="2664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cxnSp>
        <p:nvCxnSpPr>
          <p:cNvPr id="2930" name="Google Shape;2930;p47"/>
          <p:cNvCxnSpPr/>
          <p:nvPr/>
        </p:nvCxnSpPr>
        <p:spPr>
          <a:xfrm flipH="1">
            <a:off x="5566304" y="3641525"/>
            <a:ext cx="600" cy="258300"/>
          </a:xfrm>
          <a:prstGeom prst="straightConnector1">
            <a:avLst/>
          </a:prstGeom>
          <a:noFill/>
          <a:ln cap="flat" cmpd="sng" w="28575">
            <a:solidFill>
              <a:srgbClr val="D9D9D9"/>
            </a:solidFill>
            <a:prstDash val="solid"/>
            <a:round/>
            <a:headEnd len="sm" w="sm" type="none"/>
            <a:tailEnd len="sm" w="sm" type="none"/>
          </a:ln>
        </p:spPr>
      </p:cxnSp>
      <p:cxnSp>
        <p:nvCxnSpPr>
          <p:cNvPr id="2931" name="Google Shape;2931;p47"/>
          <p:cNvCxnSpPr/>
          <p:nvPr/>
        </p:nvCxnSpPr>
        <p:spPr>
          <a:xfrm flipH="1">
            <a:off x="7292829" y="3641150"/>
            <a:ext cx="600" cy="258300"/>
          </a:xfrm>
          <a:prstGeom prst="straightConnector1">
            <a:avLst/>
          </a:prstGeom>
          <a:noFill/>
          <a:ln cap="flat" cmpd="sng" w="28575">
            <a:solidFill>
              <a:srgbClr val="D9D9D9"/>
            </a:solidFill>
            <a:prstDash val="solid"/>
            <a:round/>
            <a:headEnd len="sm" w="sm" type="none"/>
            <a:tailEnd len="sm" w="sm" type="none"/>
          </a:ln>
        </p:spPr>
      </p:cxnSp>
      <p:cxnSp>
        <p:nvCxnSpPr>
          <p:cNvPr id="2932" name="Google Shape;2932;p47"/>
          <p:cNvCxnSpPr/>
          <p:nvPr/>
        </p:nvCxnSpPr>
        <p:spPr>
          <a:xfrm flipH="1">
            <a:off x="1137291" y="3641150"/>
            <a:ext cx="600" cy="258300"/>
          </a:xfrm>
          <a:prstGeom prst="straightConnector1">
            <a:avLst/>
          </a:prstGeom>
          <a:noFill/>
          <a:ln cap="flat" cmpd="sng" w="28575">
            <a:solidFill>
              <a:srgbClr val="D9D9D9"/>
            </a:solidFill>
            <a:prstDash val="solid"/>
            <a:round/>
            <a:headEnd len="sm" w="sm" type="none"/>
            <a:tailEnd len="sm" w="sm" type="none"/>
          </a:ln>
        </p:spPr>
      </p:cxnSp>
      <p:sp>
        <p:nvSpPr>
          <p:cNvPr id="2933" name="Google Shape;2933;p47"/>
          <p:cNvSpPr/>
          <p:nvPr/>
        </p:nvSpPr>
        <p:spPr>
          <a:xfrm>
            <a:off x="379263" y="3936611"/>
            <a:ext cx="9322800" cy="266400"/>
          </a:xfrm>
          <a:prstGeom prst="roundRect">
            <a:avLst>
              <a:gd fmla="val 12113" name="adj"/>
            </a:avLst>
          </a:prstGeom>
          <a:solidFill>
            <a:srgbClr val="FFFFFF"/>
          </a:solidFill>
          <a:ln cap="flat" cmpd="sng" w="9525">
            <a:solidFill>
              <a:srgbClr val="EFEFEF"/>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6000" spcFirstLastPara="1" rIns="0" wrap="square" tIns="0">
            <a:noAutofit/>
          </a:bodyPr>
          <a:lstStyle/>
          <a:p>
            <a:pPr indent="0" lvl="0" marL="0" rtl="0" algn="l">
              <a:lnSpc>
                <a:spcPct val="120000"/>
              </a:lnSpc>
              <a:spcBef>
                <a:spcPts val="0"/>
              </a:spcBef>
              <a:spcAft>
                <a:spcPts val="0"/>
              </a:spcAft>
              <a:buClr>
                <a:schemeClr val="dk1"/>
              </a:buClr>
              <a:buSzPts val="1100"/>
              <a:buFont typeface="Arial"/>
              <a:buNone/>
            </a:pPr>
            <a:r>
              <a:rPr b="1" lang="es-419" sz="800">
                <a:solidFill>
                  <a:schemeClr val="dk1"/>
                </a:solidFill>
                <a:latin typeface="Arvo"/>
                <a:ea typeface="Arvo"/>
                <a:cs typeface="Arvo"/>
                <a:sym typeface="Arvo"/>
              </a:rPr>
              <a:t>          Un(a)</a:t>
            </a:r>
            <a:endParaRPr b="1" sz="800">
              <a:latin typeface="Arvo"/>
              <a:ea typeface="Arvo"/>
              <a:cs typeface="Arvo"/>
              <a:sym typeface="Arvo"/>
            </a:endParaRPr>
          </a:p>
        </p:txBody>
      </p:sp>
      <p:sp>
        <p:nvSpPr>
          <p:cNvPr id="2934" name="Google Shape;2934;p47"/>
          <p:cNvSpPr txBox="1"/>
          <p:nvPr>
            <p:ph idx="36" type="subTitle"/>
          </p:nvPr>
        </p:nvSpPr>
        <p:spPr>
          <a:xfrm>
            <a:off x="1196313" y="3940282"/>
            <a:ext cx="2361300" cy="2658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cxnSp>
        <p:nvCxnSpPr>
          <p:cNvPr id="2935" name="Google Shape;2935;p47"/>
          <p:cNvCxnSpPr/>
          <p:nvPr/>
        </p:nvCxnSpPr>
        <p:spPr>
          <a:xfrm flipH="1">
            <a:off x="3615354" y="3944662"/>
            <a:ext cx="600" cy="258300"/>
          </a:xfrm>
          <a:prstGeom prst="straightConnector1">
            <a:avLst/>
          </a:prstGeom>
          <a:noFill/>
          <a:ln cap="flat" cmpd="sng" w="28575">
            <a:solidFill>
              <a:srgbClr val="D9D9D9"/>
            </a:solidFill>
            <a:prstDash val="solid"/>
            <a:round/>
            <a:headEnd len="sm" w="sm" type="none"/>
            <a:tailEnd len="sm" w="sm" type="none"/>
          </a:ln>
        </p:spPr>
      </p:cxnSp>
      <p:sp>
        <p:nvSpPr>
          <p:cNvPr id="2936" name="Google Shape;2936;p47"/>
          <p:cNvSpPr txBox="1"/>
          <p:nvPr>
            <p:ph idx="37" type="subTitle"/>
          </p:nvPr>
        </p:nvSpPr>
        <p:spPr>
          <a:xfrm>
            <a:off x="7340763" y="3940286"/>
            <a:ext cx="2361300" cy="2664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sp>
        <p:nvSpPr>
          <p:cNvPr id="2937" name="Google Shape;2937;p47"/>
          <p:cNvSpPr txBox="1"/>
          <p:nvPr>
            <p:ph idx="38" type="subTitle"/>
          </p:nvPr>
        </p:nvSpPr>
        <p:spPr>
          <a:xfrm>
            <a:off x="3674313" y="3940283"/>
            <a:ext cx="1827600" cy="2658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sp>
        <p:nvSpPr>
          <p:cNvPr id="2938" name="Google Shape;2938;p47"/>
          <p:cNvSpPr txBox="1"/>
          <p:nvPr>
            <p:ph idx="39" type="subTitle"/>
          </p:nvPr>
        </p:nvSpPr>
        <p:spPr>
          <a:xfrm>
            <a:off x="5632638" y="3940288"/>
            <a:ext cx="1584600" cy="2664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cxnSp>
        <p:nvCxnSpPr>
          <p:cNvPr id="2939" name="Google Shape;2939;p47"/>
          <p:cNvCxnSpPr/>
          <p:nvPr/>
        </p:nvCxnSpPr>
        <p:spPr>
          <a:xfrm flipH="1">
            <a:off x="5566966" y="3940662"/>
            <a:ext cx="600" cy="258300"/>
          </a:xfrm>
          <a:prstGeom prst="straightConnector1">
            <a:avLst/>
          </a:prstGeom>
          <a:noFill/>
          <a:ln cap="flat" cmpd="sng" w="28575">
            <a:solidFill>
              <a:srgbClr val="D9D9D9"/>
            </a:solidFill>
            <a:prstDash val="solid"/>
            <a:round/>
            <a:headEnd len="sm" w="sm" type="none"/>
            <a:tailEnd len="sm" w="sm" type="none"/>
          </a:ln>
        </p:spPr>
      </p:cxnSp>
      <p:cxnSp>
        <p:nvCxnSpPr>
          <p:cNvPr id="2940" name="Google Shape;2940;p47"/>
          <p:cNvCxnSpPr/>
          <p:nvPr/>
        </p:nvCxnSpPr>
        <p:spPr>
          <a:xfrm flipH="1">
            <a:off x="7293491" y="3940287"/>
            <a:ext cx="600" cy="258300"/>
          </a:xfrm>
          <a:prstGeom prst="straightConnector1">
            <a:avLst/>
          </a:prstGeom>
          <a:noFill/>
          <a:ln cap="flat" cmpd="sng" w="28575">
            <a:solidFill>
              <a:srgbClr val="D9D9D9"/>
            </a:solidFill>
            <a:prstDash val="solid"/>
            <a:round/>
            <a:headEnd len="sm" w="sm" type="none"/>
            <a:tailEnd len="sm" w="sm" type="none"/>
          </a:ln>
        </p:spPr>
      </p:cxnSp>
      <p:cxnSp>
        <p:nvCxnSpPr>
          <p:cNvPr id="2941" name="Google Shape;2941;p47"/>
          <p:cNvCxnSpPr/>
          <p:nvPr/>
        </p:nvCxnSpPr>
        <p:spPr>
          <a:xfrm flipH="1">
            <a:off x="1137954" y="3940287"/>
            <a:ext cx="600" cy="258300"/>
          </a:xfrm>
          <a:prstGeom prst="straightConnector1">
            <a:avLst/>
          </a:prstGeom>
          <a:noFill/>
          <a:ln cap="flat" cmpd="sng" w="28575">
            <a:solidFill>
              <a:srgbClr val="D9D9D9"/>
            </a:solidFill>
            <a:prstDash val="solid"/>
            <a:round/>
            <a:headEnd len="sm" w="sm" type="none"/>
            <a:tailEnd len="sm" w="sm" type="none"/>
          </a:ln>
        </p:spPr>
      </p:cxnSp>
      <p:sp>
        <p:nvSpPr>
          <p:cNvPr id="2942" name="Google Shape;2942;p47"/>
          <p:cNvSpPr/>
          <p:nvPr/>
        </p:nvSpPr>
        <p:spPr>
          <a:xfrm>
            <a:off x="379263" y="4241574"/>
            <a:ext cx="9322800" cy="266400"/>
          </a:xfrm>
          <a:prstGeom prst="roundRect">
            <a:avLst>
              <a:gd fmla="val 12113" name="adj"/>
            </a:avLst>
          </a:prstGeom>
          <a:solidFill>
            <a:srgbClr val="FFFFFF"/>
          </a:solidFill>
          <a:ln cap="flat" cmpd="sng" w="9525">
            <a:solidFill>
              <a:srgbClr val="EFEFEF"/>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6000" spcFirstLastPara="1" rIns="0" wrap="square" tIns="0">
            <a:noAutofit/>
          </a:bodyPr>
          <a:lstStyle/>
          <a:p>
            <a:pPr indent="0" lvl="0" marL="0" rtl="0" algn="l">
              <a:lnSpc>
                <a:spcPct val="120000"/>
              </a:lnSpc>
              <a:spcBef>
                <a:spcPts val="0"/>
              </a:spcBef>
              <a:spcAft>
                <a:spcPts val="0"/>
              </a:spcAft>
              <a:buClr>
                <a:schemeClr val="dk1"/>
              </a:buClr>
              <a:buSzPts val="1100"/>
              <a:buFont typeface="Arial"/>
              <a:buNone/>
            </a:pPr>
            <a:r>
              <a:rPr b="1" lang="es-419" sz="800">
                <a:solidFill>
                  <a:schemeClr val="dk1"/>
                </a:solidFill>
                <a:latin typeface="Arvo"/>
                <a:ea typeface="Arvo"/>
                <a:cs typeface="Arvo"/>
                <a:sym typeface="Arvo"/>
              </a:rPr>
              <a:t>          Un(a)</a:t>
            </a:r>
            <a:endParaRPr b="1" sz="800">
              <a:latin typeface="Arvo"/>
              <a:ea typeface="Arvo"/>
              <a:cs typeface="Arvo"/>
              <a:sym typeface="Arvo"/>
            </a:endParaRPr>
          </a:p>
        </p:txBody>
      </p:sp>
      <p:sp>
        <p:nvSpPr>
          <p:cNvPr id="2943" name="Google Shape;2943;p47"/>
          <p:cNvSpPr txBox="1"/>
          <p:nvPr>
            <p:ph idx="40" type="subTitle"/>
          </p:nvPr>
        </p:nvSpPr>
        <p:spPr>
          <a:xfrm>
            <a:off x="1196313" y="4245245"/>
            <a:ext cx="2361300" cy="2658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cxnSp>
        <p:nvCxnSpPr>
          <p:cNvPr id="2944" name="Google Shape;2944;p47"/>
          <p:cNvCxnSpPr/>
          <p:nvPr/>
        </p:nvCxnSpPr>
        <p:spPr>
          <a:xfrm flipH="1">
            <a:off x="3615354" y="4249625"/>
            <a:ext cx="600" cy="258300"/>
          </a:xfrm>
          <a:prstGeom prst="straightConnector1">
            <a:avLst/>
          </a:prstGeom>
          <a:noFill/>
          <a:ln cap="flat" cmpd="sng" w="28575">
            <a:solidFill>
              <a:srgbClr val="D9D9D9"/>
            </a:solidFill>
            <a:prstDash val="solid"/>
            <a:round/>
            <a:headEnd len="sm" w="sm" type="none"/>
            <a:tailEnd len="sm" w="sm" type="none"/>
          </a:ln>
        </p:spPr>
      </p:cxnSp>
      <p:sp>
        <p:nvSpPr>
          <p:cNvPr id="2945" name="Google Shape;2945;p47"/>
          <p:cNvSpPr txBox="1"/>
          <p:nvPr>
            <p:ph idx="41" type="subTitle"/>
          </p:nvPr>
        </p:nvSpPr>
        <p:spPr>
          <a:xfrm>
            <a:off x="7340763" y="4245249"/>
            <a:ext cx="2361300" cy="2664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sp>
        <p:nvSpPr>
          <p:cNvPr id="2946" name="Google Shape;2946;p47"/>
          <p:cNvSpPr txBox="1"/>
          <p:nvPr>
            <p:ph idx="42" type="subTitle"/>
          </p:nvPr>
        </p:nvSpPr>
        <p:spPr>
          <a:xfrm>
            <a:off x="3674313" y="4245245"/>
            <a:ext cx="1827600" cy="2658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sp>
        <p:nvSpPr>
          <p:cNvPr id="2947" name="Google Shape;2947;p47"/>
          <p:cNvSpPr txBox="1"/>
          <p:nvPr>
            <p:ph idx="43" type="subTitle"/>
          </p:nvPr>
        </p:nvSpPr>
        <p:spPr>
          <a:xfrm>
            <a:off x="5632638" y="4245250"/>
            <a:ext cx="1584600" cy="2664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cxnSp>
        <p:nvCxnSpPr>
          <p:cNvPr id="2948" name="Google Shape;2948;p47"/>
          <p:cNvCxnSpPr/>
          <p:nvPr/>
        </p:nvCxnSpPr>
        <p:spPr>
          <a:xfrm flipH="1">
            <a:off x="5566966" y="4245625"/>
            <a:ext cx="600" cy="258300"/>
          </a:xfrm>
          <a:prstGeom prst="straightConnector1">
            <a:avLst/>
          </a:prstGeom>
          <a:noFill/>
          <a:ln cap="flat" cmpd="sng" w="28575">
            <a:solidFill>
              <a:srgbClr val="D9D9D9"/>
            </a:solidFill>
            <a:prstDash val="solid"/>
            <a:round/>
            <a:headEnd len="sm" w="sm" type="none"/>
            <a:tailEnd len="sm" w="sm" type="none"/>
          </a:ln>
        </p:spPr>
      </p:cxnSp>
      <p:cxnSp>
        <p:nvCxnSpPr>
          <p:cNvPr id="2949" name="Google Shape;2949;p47"/>
          <p:cNvCxnSpPr/>
          <p:nvPr/>
        </p:nvCxnSpPr>
        <p:spPr>
          <a:xfrm flipH="1">
            <a:off x="7293491" y="4245250"/>
            <a:ext cx="600" cy="258300"/>
          </a:xfrm>
          <a:prstGeom prst="straightConnector1">
            <a:avLst/>
          </a:prstGeom>
          <a:noFill/>
          <a:ln cap="flat" cmpd="sng" w="28575">
            <a:solidFill>
              <a:srgbClr val="D9D9D9"/>
            </a:solidFill>
            <a:prstDash val="solid"/>
            <a:round/>
            <a:headEnd len="sm" w="sm" type="none"/>
            <a:tailEnd len="sm" w="sm" type="none"/>
          </a:ln>
        </p:spPr>
      </p:cxnSp>
      <p:cxnSp>
        <p:nvCxnSpPr>
          <p:cNvPr id="2950" name="Google Shape;2950;p47"/>
          <p:cNvCxnSpPr/>
          <p:nvPr/>
        </p:nvCxnSpPr>
        <p:spPr>
          <a:xfrm flipH="1">
            <a:off x="1137954" y="4245250"/>
            <a:ext cx="600" cy="258300"/>
          </a:xfrm>
          <a:prstGeom prst="straightConnector1">
            <a:avLst/>
          </a:prstGeom>
          <a:noFill/>
          <a:ln cap="flat" cmpd="sng" w="28575">
            <a:solidFill>
              <a:srgbClr val="D9D9D9"/>
            </a:solidFill>
            <a:prstDash val="solid"/>
            <a:round/>
            <a:headEnd len="sm" w="sm" type="none"/>
            <a:tailEnd len="sm" w="sm" type="none"/>
          </a:ln>
        </p:spPr>
      </p:cxnSp>
      <p:sp>
        <p:nvSpPr>
          <p:cNvPr id="2951" name="Google Shape;2951;p47"/>
          <p:cNvSpPr/>
          <p:nvPr/>
        </p:nvSpPr>
        <p:spPr>
          <a:xfrm>
            <a:off x="379388" y="4535949"/>
            <a:ext cx="9322800" cy="266400"/>
          </a:xfrm>
          <a:prstGeom prst="roundRect">
            <a:avLst>
              <a:gd fmla="val 12113" name="adj"/>
            </a:avLst>
          </a:prstGeom>
          <a:solidFill>
            <a:srgbClr val="FFFFFF"/>
          </a:solidFill>
          <a:ln cap="flat" cmpd="sng" w="9525">
            <a:solidFill>
              <a:srgbClr val="EFEFEF"/>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6000" spcFirstLastPara="1" rIns="0" wrap="square" tIns="0">
            <a:noAutofit/>
          </a:bodyPr>
          <a:lstStyle/>
          <a:p>
            <a:pPr indent="0" lvl="0" marL="0" rtl="0" algn="l">
              <a:lnSpc>
                <a:spcPct val="120000"/>
              </a:lnSpc>
              <a:spcBef>
                <a:spcPts val="0"/>
              </a:spcBef>
              <a:spcAft>
                <a:spcPts val="0"/>
              </a:spcAft>
              <a:buClr>
                <a:schemeClr val="dk1"/>
              </a:buClr>
              <a:buSzPts val="1100"/>
              <a:buFont typeface="Arial"/>
              <a:buNone/>
            </a:pPr>
            <a:r>
              <a:rPr b="1" lang="es-419" sz="800">
                <a:solidFill>
                  <a:schemeClr val="dk1"/>
                </a:solidFill>
                <a:latin typeface="Arvo"/>
                <a:ea typeface="Arvo"/>
                <a:cs typeface="Arvo"/>
                <a:sym typeface="Arvo"/>
              </a:rPr>
              <a:t>          Un(a)</a:t>
            </a:r>
            <a:endParaRPr b="1" sz="800">
              <a:latin typeface="Arvo"/>
              <a:ea typeface="Arvo"/>
              <a:cs typeface="Arvo"/>
              <a:sym typeface="Arvo"/>
            </a:endParaRPr>
          </a:p>
        </p:txBody>
      </p:sp>
      <p:sp>
        <p:nvSpPr>
          <p:cNvPr id="2952" name="Google Shape;2952;p47"/>
          <p:cNvSpPr txBox="1"/>
          <p:nvPr>
            <p:ph idx="44" type="subTitle"/>
          </p:nvPr>
        </p:nvSpPr>
        <p:spPr>
          <a:xfrm>
            <a:off x="1196438" y="4539620"/>
            <a:ext cx="2361300" cy="2658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cxnSp>
        <p:nvCxnSpPr>
          <p:cNvPr id="2953" name="Google Shape;2953;p47"/>
          <p:cNvCxnSpPr/>
          <p:nvPr/>
        </p:nvCxnSpPr>
        <p:spPr>
          <a:xfrm flipH="1">
            <a:off x="3615479" y="4544000"/>
            <a:ext cx="600" cy="258300"/>
          </a:xfrm>
          <a:prstGeom prst="straightConnector1">
            <a:avLst/>
          </a:prstGeom>
          <a:noFill/>
          <a:ln cap="flat" cmpd="sng" w="28575">
            <a:solidFill>
              <a:srgbClr val="D9D9D9"/>
            </a:solidFill>
            <a:prstDash val="solid"/>
            <a:round/>
            <a:headEnd len="sm" w="sm" type="none"/>
            <a:tailEnd len="sm" w="sm" type="none"/>
          </a:ln>
        </p:spPr>
      </p:cxnSp>
      <p:sp>
        <p:nvSpPr>
          <p:cNvPr id="2954" name="Google Shape;2954;p47"/>
          <p:cNvSpPr txBox="1"/>
          <p:nvPr>
            <p:ph idx="45" type="subTitle"/>
          </p:nvPr>
        </p:nvSpPr>
        <p:spPr>
          <a:xfrm>
            <a:off x="7340888" y="4539624"/>
            <a:ext cx="2361300" cy="2664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sp>
        <p:nvSpPr>
          <p:cNvPr id="2955" name="Google Shape;2955;p47"/>
          <p:cNvSpPr txBox="1"/>
          <p:nvPr>
            <p:ph idx="46" type="subTitle"/>
          </p:nvPr>
        </p:nvSpPr>
        <p:spPr>
          <a:xfrm>
            <a:off x="3674438" y="4539620"/>
            <a:ext cx="1827600" cy="2658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sp>
        <p:nvSpPr>
          <p:cNvPr id="2956" name="Google Shape;2956;p47"/>
          <p:cNvSpPr txBox="1"/>
          <p:nvPr>
            <p:ph idx="47" type="subTitle"/>
          </p:nvPr>
        </p:nvSpPr>
        <p:spPr>
          <a:xfrm>
            <a:off x="5632763" y="4539625"/>
            <a:ext cx="1584600" cy="2664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cxnSp>
        <p:nvCxnSpPr>
          <p:cNvPr id="2957" name="Google Shape;2957;p47"/>
          <p:cNvCxnSpPr/>
          <p:nvPr/>
        </p:nvCxnSpPr>
        <p:spPr>
          <a:xfrm flipH="1">
            <a:off x="5567091" y="4540000"/>
            <a:ext cx="600" cy="258300"/>
          </a:xfrm>
          <a:prstGeom prst="straightConnector1">
            <a:avLst/>
          </a:prstGeom>
          <a:noFill/>
          <a:ln cap="flat" cmpd="sng" w="28575">
            <a:solidFill>
              <a:srgbClr val="D9D9D9"/>
            </a:solidFill>
            <a:prstDash val="solid"/>
            <a:round/>
            <a:headEnd len="sm" w="sm" type="none"/>
            <a:tailEnd len="sm" w="sm" type="none"/>
          </a:ln>
        </p:spPr>
      </p:cxnSp>
      <p:cxnSp>
        <p:nvCxnSpPr>
          <p:cNvPr id="2958" name="Google Shape;2958;p47"/>
          <p:cNvCxnSpPr/>
          <p:nvPr/>
        </p:nvCxnSpPr>
        <p:spPr>
          <a:xfrm flipH="1">
            <a:off x="7293616" y="4539625"/>
            <a:ext cx="600" cy="258300"/>
          </a:xfrm>
          <a:prstGeom prst="straightConnector1">
            <a:avLst/>
          </a:prstGeom>
          <a:noFill/>
          <a:ln cap="flat" cmpd="sng" w="28575">
            <a:solidFill>
              <a:srgbClr val="D9D9D9"/>
            </a:solidFill>
            <a:prstDash val="solid"/>
            <a:round/>
            <a:headEnd len="sm" w="sm" type="none"/>
            <a:tailEnd len="sm" w="sm" type="none"/>
          </a:ln>
        </p:spPr>
      </p:cxnSp>
      <p:cxnSp>
        <p:nvCxnSpPr>
          <p:cNvPr id="2959" name="Google Shape;2959;p47"/>
          <p:cNvCxnSpPr/>
          <p:nvPr/>
        </p:nvCxnSpPr>
        <p:spPr>
          <a:xfrm flipH="1">
            <a:off x="1138079" y="4539625"/>
            <a:ext cx="600" cy="258300"/>
          </a:xfrm>
          <a:prstGeom prst="straightConnector1">
            <a:avLst/>
          </a:prstGeom>
          <a:noFill/>
          <a:ln cap="flat" cmpd="sng" w="28575">
            <a:solidFill>
              <a:srgbClr val="D9D9D9"/>
            </a:solidFill>
            <a:prstDash val="solid"/>
            <a:round/>
            <a:headEnd len="sm" w="sm" type="none"/>
            <a:tailEnd len="sm" w="sm" type="none"/>
          </a:ln>
        </p:spPr>
      </p:cxnSp>
      <p:sp>
        <p:nvSpPr>
          <p:cNvPr id="2960" name="Google Shape;2960;p47"/>
          <p:cNvSpPr/>
          <p:nvPr/>
        </p:nvSpPr>
        <p:spPr>
          <a:xfrm>
            <a:off x="379388" y="4840911"/>
            <a:ext cx="9322800" cy="266400"/>
          </a:xfrm>
          <a:prstGeom prst="roundRect">
            <a:avLst>
              <a:gd fmla="val 12113" name="adj"/>
            </a:avLst>
          </a:prstGeom>
          <a:solidFill>
            <a:srgbClr val="FFFFFF"/>
          </a:solidFill>
          <a:ln cap="flat" cmpd="sng" w="9525">
            <a:solidFill>
              <a:srgbClr val="EFEFEF"/>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6000" spcFirstLastPara="1" rIns="0" wrap="square" tIns="0">
            <a:noAutofit/>
          </a:bodyPr>
          <a:lstStyle/>
          <a:p>
            <a:pPr indent="0" lvl="0" marL="0" rtl="0" algn="l">
              <a:lnSpc>
                <a:spcPct val="120000"/>
              </a:lnSpc>
              <a:spcBef>
                <a:spcPts val="0"/>
              </a:spcBef>
              <a:spcAft>
                <a:spcPts val="0"/>
              </a:spcAft>
              <a:buClr>
                <a:schemeClr val="dk1"/>
              </a:buClr>
              <a:buSzPts val="1100"/>
              <a:buFont typeface="Arial"/>
              <a:buNone/>
            </a:pPr>
            <a:r>
              <a:rPr b="1" lang="es-419" sz="800">
                <a:solidFill>
                  <a:schemeClr val="dk1"/>
                </a:solidFill>
                <a:latin typeface="Arvo"/>
                <a:ea typeface="Arvo"/>
                <a:cs typeface="Arvo"/>
                <a:sym typeface="Arvo"/>
              </a:rPr>
              <a:t>          Un(a)</a:t>
            </a:r>
            <a:endParaRPr b="1" sz="800">
              <a:latin typeface="Arvo"/>
              <a:ea typeface="Arvo"/>
              <a:cs typeface="Arvo"/>
              <a:sym typeface="Arvo"/>
            </a:endParaRPr>
          </a:p>
        </p:txBody>
      </p:sp>
      <p:sp>
        <p:nvSpPr>
          <p:cNvPr id="2961" name="Google Shape;2961;p47"/>
          <p:cNvSpPr txBox="1"/>
          <p:nvPr>
            <p:ph idx="48" type="subTitle"/>
          </p:nvPr>
        </p:nvSpPr>
        <p:spPr>
          <a:xfrm>
            <a:off x="1196438" y="4844582"/>
            <a:ext cx="2361300" cy="2658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cxnSp>
        <p:nvCxnSpPr>
          <p:cNvPr id="2962" name="Google Shape;2962;p47"/>
          <p:cNvCxnSpPr/>
          <p:nvPr/>
        </p:nvCxnSpPr>
        <p:spPr>
          <a:xfrm flipH="1">
            <a:off x="3615479" y="4848962"/>
            <a:ext cx="600" cy="258300"/>
          </a:xfrm>
          <a:prstGeom prst="straightConnector1">
            <a:avLst/>
          </a:prstGeom>
          <a:noFill/>
          <a:ln cap="flat" cmpd="sng" w="28575">
            <a:solidFill>
              <a:srgbClr val="D9D9D9"/>
            </a:solidFill>
            <a:prstDash val="solid"/>
            <a:round/>
            <a:headEnd len="sm" w="sm" type="none"/>
            <a:tailEnd len="sm" w="sm" type="none"/>
          </a:ln>
        </p:spPr>
      </p:cxnSp>
      <p:sp>
        <p:nvSpPr>
          <p:cNvPr id="2963" name="Google Shape;2963;p47"/>
          <p:cNvSpPr txBox="1"/>
          <p:nvPr>
            <p:ph idx="49" type="subTitle"/>
          </p:nvPr>
        </p:nvSpPr>
        <p:spPr>
          <a:xfrm>
            <a:off x="7340888" y="4844586"/>
            <a:ext cx="2361300" cy="2664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sp>
        <p:nvSpPr>
          <p:cNvPr id="2964" name="Google Shape;2964;p47"/>
          <p:cNvSpPr txBox="1"/>
          <p:nvPr>
            <p:ph idx="50" type="subTitle"/>
          </p:nvPr>
        </p:nvSpPr>
        <p:spPr>
          <a:xfrm>
            <a:off x="3674438" y="4844583"/>
            <a:ext cx="1827600" cy="2658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sp>
        <p:nvSpPr>
          <p:cNvPr id="2965" name="Google Shape;2965;p47"/>
          <p:cNvSpPr txBox="1"/>
          <p:nvPr>
            <p:ph idx="51" type="subTitle"/>
          </p:nvPr>
        </p:nvSpPr>
        <p:spPr>
          <a:xfrm>
            <a:off x="5632763" y="4844588"/>
            <a:ext cx="1584600" cy="2664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cxnSp>
        <p:nvCxnSpPr>
          <p:cNvPr id="2966" name="Google Shape;2966;p47"/>
          <p:cNvCxnSpPr/>
          <p:nvPr/>
        </p:nvCxnSpPr>
        <p:spPr>
          <a:xfrm flipH="1">
            <a:off x="5567091" y="4844962"/>
            <a:ext cx="600" cy="258300"/>
          </a:xfrm>
          <a:prstGeom prst="straightConnector1">
            <a:avLst/>
          </a:prstGeom>
          <a:noFill/>
          <a:ln cap="flat" cmpd="sng" w="28575">
            <a:solidFill>
              <a:srgbClr val="D9D9D9"/>
            </a:solidFill>
            <a:prstDash val="solid"/>
            <a:round/>
            <a:headEnd len="sm" w="sm" type="none"/>
            <a:tailEnd len="sm" w="sm" type="none"/>
          </a:ln>
        </p:spPr>
      </p:cxnSp>
      <p:cxnSp>
        <p:nvCxnSpPr>
          <p:cNvPr id="2967" name="Google Shape;2967;p47"/>
          <p:cNvCxnSpPr/>
          <p:nvPr/>
        </p:nvCxnSpPr>
        <p:spPr>
          <a:xfrm flipH="1">
            <a:off x="7293616" y="4844587"/>
            <a:ext cx="600" cy="258300"/>
          </a:xfrm>
          <a:prstGeom prst="straightConnector1">
            <a:avLst/>
          </a:prstGeom>
          <a:noFill/>
          <a:ln cap="flat" cmpd="sng" w="28575">
            <a:solidFill>
              <a:srgbClr val="D9D9D9"/>
            </a:solidFill>
            <a:prstDash val="solid"/>
            <a:round/>
            <a:headEnd len="sm" w="sm" type="none"/>
            <a:tailEnd len="sm" w="sm" type="none"/>
          </a:ln>
        </p:spPr>
      </p:cxnSp>
      <p:cxnSp>
        <p:nvCxnSpPr>
          <p:cNvPr id="2968" name="Google Shape;2968;p47"/>
          <p:cNvCxnSpPr/>
          <p:nvPr/>
        </p:nvCxnSpPr>
        <p:spPr>
          <a:xfrm flipH="1">
            <a:off x="1138079" y="4844587"/>
            <a:ext cx="600" cy="258300"/>
          </a:xfrm>
          <a:prstGeom prst="straightConnector1">
            <a:avLst/>
          </a:prstGeom>
          <a:noFill/>
          <a:ln cap="flat" cmpd="sng" w="28575">
            <a:solidFill>
              <a:srgbClr val="D9D9D9"/>
            </a:solidFill>
            <a:prstDash val="solid"/>
            <a:round/>
            <a:headEnd len="sm" w="sm" type="none"/>
            <a:tailEnd len="sm" w="sm" type="none"/>
          </a:ln>
        </p:spPr>
      </p:cxnSp>
      <p:sp>
        <p:nvSpPr>
          <p:cNvPr id="2969" name="Google Shape;2969;p47"/>
          <p:cNvSpPr/>
          <p:nvPr/>
        </p:nvSpPr>
        <p:spPr>
          <a:xfrm>
            <a:off x="379388" y="5135286"/>
            <a:ext cx="9322800" cy="266400"/>
          </a:xfrm>
          <a:prstGeom prst="roundRect">
            <a:avLst>
              <a:gd fmla="val 12113" name="adj"/>
            </a:avLst>
          </a:prstGeom>
          <a:solidFill>
            <a:srgbClr val="FFFFFF"/>
          </a:solidFill>
          <a:ln cap="flat" cmpd="sng" w="9525">
            <a:solidFill>
              <a:srgbClr val="EFEFEF"/>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6000" spcFirstLastPara="1" rIns="0" wrap="square" tIns="0">
            <a:noAutofit/>
          </a:bodyPr>
          <a:lstStyle/>
          <a:p>
            <a:pPr indent="0" lvl="0" marL="0" rtl="0" algn="l">
              <a:lnSpc>
                <a:spcPct val="120000"/>
              </a:lnSpc>
              <a:spcBef>
                <a:spcPts val="0"/>
              </a:spcBef>
              <a:spcAft>
                <a:spcPts val="0"/>
              </a:spcAft>
              <a:buClr>
                <a:schemeClr val="dk1"/>
              </a:buClr>
              <a:buSzPts val="1100"/>
              <a:buFont typeface="Arial"/>
              <a:buNone/>
            </a:pPr>
            <a:r>
              <a:rPr b="1" lang="es-419" sz="800">
                <a:solidFill>
                  <a:schemeClr val="dk1"/>
                </a:solidFill>
                <a:latin typeface="Arvo"/>
                <a:ea typeface="Arvo"/>
                <a:cs typeface="Arvo"/>
                <a:sym typeface="Arvo"/>
              </a:rPr>
              <a:t>          Un(a)</a:t>
            </a:r>
            <a:endParaRPr b="1" sz="800">
              <a:latin typeface="Arvo"/>
              <a:ea typeface="Arvo"/>
              <a:cs typeface="Arvo"/>
              <a:sym typeface="Arvo"/>
            </a:endParaRPr>
          </a:p>
        </p:txBody>
      </p:sp>
      <p:sp>
        <p:nvSpPr>
          <p:cNvPr id="2970" name="Google Shape;2970;p47"/>
          <p:cNvSpPr txBox="1"/>
          <p:nvPr>
            <p:ph idx="52" type="subTitle"/>
          </p:nvPr>
        </p:nvSpPr>
        <p:spPr>
          <a:xfrm>
            <a:off x="1196438" y="5138957"/>
            <a:ext cx="2361300" cy="2658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cxnSp>
        <p:nvCxnSpPr>
          <p:cNvPr id="2971" name="Google Shape;2971;p47"/>
          <p:cNvCxnSpPr/>
          <p:nvPr/>
        </p:nvCxnSpPr>
        <p:spPr>
          <a:xfrm flipH="1">
            <a:off x="3615479" y="5143337"/>
            <a:ext cx="600" cy="258300"/>
          </a:xfrm>
          <a:prstGeom prst="straightConnector1">
            <a:avLst/>
          </a:prstGeom>
          <a:noFill/>
          <a:ln cap="flat" cmpd="sng" w="28575">
            <a:solidFill>
              <a:srgbClr val="D9D9D9"/>
            </a:solidFill>
            <a:prstDash val="solid"/>
            <a:round/>
            <a:headEnd len="sm" w="sm" type="none"/>
            <a:tailEnd len="sm" w="sm" type="none"/>
          </a:ln>
        </p:spPr>
      </p:cxnSp>
      <p:sp>
        <p:nvSpPr>
          <p:cNvPr id="2972" name="Google Shape;2972;p47"/>
          <p:cNvSpPr txBox="1"/>
          <p:nvPr>
            <p:ph idx="53" type="subTitle"/>
          </p:nvPr>
        </p:nvSpPr>
        <p:spPr>
          <a:xfrm>
            <a:off x="7340888" y="5138961"/>
            <a:ext cx="2361300" cy="2664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sp>
        <p:nvSpPr>
          <p:cNvPr id="2973" name="Google Shape;2973;p47"/>
          <p:cNvSpPr txBox="1"/>
          <p:nvPr>
            <p:ph idx="54" type="subTitle"/>
          </p:nvPr>
        </p:nvSpPr>
        <p:spPr>
          <a:xfrm>
            <a:off x="3674438" y="5138958"/>
            <a:ext cx="1827600" cy="2658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sp>
        <p:nvSpPr>
          <p:cNvPr id="2974" name="Google Shape;2974;p47"/>
          <p:cNvSpPr txBox="1"/>
          <p:nvPr>
            <p:ph idx="55" type="subTitle"/>
          </p:nvPr>
        </p:nvSpPr>
        <p:spPr>
          <a:xfrm>
            <a:off x="5632763" y="5138963"/>
            <a:ext cx="1584600" cy="2664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cxnSp>
        <p:nvCxnSpPr>
          <p:cNvPr id="2975" name="Google Shape;2975;p47"/>
          <p:cNvCxnSpPr/>
          <p:nvPr/>
        </p:nvCxnSpPr>
        <p:spPr>
          <a:xfrm flipH="1">
            <a:off x="5567091" y="5139337"/>
            <a:ext cx="600" cy="258300"/>
          </a:xfrm>
          <a:prstGeom prst="straightConnector1">
            <a:avLst/>
          </a:prstGeom>
          <a:noFill/>
          <a:ln cap="flat" cmpd="sng" w="28575">
            <a:solidFill>
              <a:srgbClr val="D9D9D9"/>
            </a:solidFill>
            <a:prstDash val="solid"/>
            <a:round/>
            <a:headEnd len="sm" w="sm" type="none"/>
            <a:tailEnd len="sm" w="sm" type="none"/>
          </a:ln>
        </p:spPr>
      </p:cxnSp>
      <p:cxnSp>
        <p:nvCxnSpPr>
          <p:cNvPr id="2976" name="Google Shape;2976;p47"/>
          <p:cNvCxnSpPr/>
          <p:nvPr/>
        </p:nvCxnSpPr>
        <p:spPr>
          <a:xfrm flipH="1">
            <a:off x="7293616" y="5138962"/>
            <a:ext cx="600" cy="258300"/>
          </a:xfrm>
          <a:prstGeom prst="straightConnector1">
            <a:avLst/>
          </a:prstGeom>
          <a:noFill/>
          <a:ln cap="flat" cmpd="sng" w="28575">
            <a:solidFill>
              <a:srgbClr val="D9D9D9"/>
            </a:solidFill>
            <a:prstDash val="solid"/>
            <a:round/>
            <a:headEnd len="sm" w="sm" type="none"/>
            <a:tailEnd len="sm" w="sm" type="none"/>
          </a:ln>
        </p:spPr>
      </p:cxnSp>
      <p:cxnSp>
        <p:nvCxnSpPr>
          <p:cNvPr id="2977" name="Google Shape;2977;p47"/>
          <p:cNvCxnSpPr/>
          <p:nvPr/>
        </p:nvCxnSpPr>
        <p:spPr>
          <a:xfrm flipH="1">
            <a:off x="1138079" y="5138962"/>
            <a:ext cx="600" cy="258300"/>
          </a:xfrm>
          <a:prstGeom prst="straightConnector1">
            <a:avLst/>
          </a:prstGeom>
          <a:noFill/>
          <a:ln cap="flat" cmpd="sng" w="28575">
            <a:solidFill>
              <a:srgbClr val="D9D9D9"/>
            </a:solidFill>
            <a:prstDash val="solid"/>
            <a:round/>
            <a:headEnd len="sm" w="sm" type="none"/>
            <a:tailEnd len="sm" w="sm" type="none"/>
          </a:ln>
        </p:spPr>
      </p:cxnSp>
      <p:sp>
        <p:nvSpPr>
          <p:cNvPr id="2978" name="Google Shape;2978;p47"/>
          <p:cNvSpPr/>
          <p:nvPr/>
        </p:nvSpPr>
        <p:spPr>
          <a:xfrm>
            <a:off x="379388" y="5440249"/>
            <a:ext cx="9322800" cy="266400"/>
          </a:xfrm>
          <a:prstGeom prst="roundRect">
            <a:avLst>
              <a:gd fmla="val 12113" name="adj"/>
            </a:avLst>
          </a:prstGeom>
          <a:solidFill>
            <a:srgbClr val="FFFFFF"/>
          </a:solidFill>
          <a:ln cap="flat" cmpd="sng" w="9525">
            <a:solidFill>
              <a:srgbClr val="EFEFEF"/>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6000" spcFirstLastPara="1" rIns="0" wrap="square" tIns="0">
            <a:noAutofit/>
          </a:bodyPr>
          <a:lstStyle/>
          <a:p>
            <a:pPr indent="0" lvl="0" marL="0" rtl="0" algn="l">
              <a:lnSpc>
                <a:spcPct val="120000"/>
              </a:lnSpc>
              <a:spcBef>
                <a:spcPts val="0"/>
              </a:spcBef>
              <a:spcAft>
                <a:spcPts val="0"/>
              </a:spcAft>
              <a:buClr>
                <a:schemeClr val="dk1"/>
              </a:buClr>
              <a:buSzPts val="1100"/>
              <a:buFont typeface="Arial"/>
              <a:buNone/>
            </a:pPr>
            <a:r>
              <a:rPr b="1" lang="es-419" sz="800">
                <a:solidFill>
                  <a:schemeClr val="dk1"/>
                </a:solidFill>
                <a:latin typeface="Arvo"/>
                <a:ea typeface="Arvo"/>
                <a:cs typeface="Arvo"/>
                <a:sym typeface="Arvo"/>
              </a:rPr>
              <a:t>          Un(a)</a:t>
            </a:r>
            <a:endParaRPr b="1" sz="800">
              <a:latin typeface="Arvo"/>
              <a:ea typeface="Arvo"/>
              <a:cs typeface="Arvo"/>
              <a:sym typeface="Arvo"/>
            </a:endParaRPr>
          </a:p>
        </p:txBody>
      </p:sp>
      <p:sp>
        <p:nvSpPr>
          <p:cNvPr id="2979" name="Google Shape;2979;p47"/>
          <p:cNvSpPr txBox="1"/>
          <p:nvPr>
            <p:ph idx="56" type="subTitle"/>
          </p:nvPr>
        </p:nvSpPr>
        <p:spPr>
          <a:xfrm>
            <a:off x="1196438" y="5443920"/>
            <a:ext cx="2361300" cy="2658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cxnSp>
        <p:nvCxnSpPr>
          <p:cNvPr id="2980" name="Google Shape;2980;p47"/>
          <p:cNvCxnSpPr/>
          <p:nvPr/>
        </p:nvCxnSpPr>
        <p:spPr>
          <a:xfrm flipH="1">
            <a:off x="3615479" y="5448300"/>
            <a:ext cx="600" cy="258300"/>
          </a:xfrm>
          <a:prstGeom prst="straightConnector1">
            <a:avLst/>
          </a:prstGeom>
          <a:noFill/>
          <a:ln cap="flat" cmpd="sng" w="28575">
            <a:solidFill>
              <a:srgbClr val="D9D9D9"/>
            </a:solidFill>
            <a:prstDash val="solid"/>
            <a:round/>
            <a:headEnd len="sm" w="sm" type="none"/>
            <a:tailEnd len="sm" w="sm" type="none"/>
          </a:ln>
        </p:spPr>
      </p:cxnSp>
      <p:sp>
        <p:nvSpPr>
          <p:cNvPr id="2981" name="Google Shape;2981;p47"/>
          <p:cNvSpPr txBox="1"/>
          <p:nvPr>
            <p:ph idx="57" type="subTitle"/>
          </p:nvPr>
        </p:nvSpPr>
        <p:spPr>
          <a:xfrm>
            <a:off x="7340888" y="5443924"/>
            <a:ext cx="2361300" cy="2664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sp>
        <p:nvSpPr>
          <p:cNvPr id="2982" name="Google Shape;2982;p47"/>
          <p:cNvSpPr txBox="1"/>
          <p:nvPr>
            <p:ph idx="58" type="subTitle"/>
          </p:nvPr>
        </p:nvSpPr>
        <p:spPr>
          <a:xfrm>
            <a:off x="3674438" y="5443920"/>
            <a:ext cx="1827600" cy="2658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sp>
        <p:nvSpPr>
          <p:cNvPr id="2983" name="Google Shape;2983;p47"/>
          <p:cNvSpPr txBox="1"/>
          <p:nvPr>
            <p:ph idx="59" type="subTitle"/>
          </p:nvPr>
        </p:nvSpPr>
        <p:spPr>
          <a:xfrm>
            <a:off x="5632763" y="5443925"/>
            <a:ext cx="1584600" cy="2664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cxnSp>
        <p:nvCxnSpPr>
          <p:cNvPr id="2984" name="Google Shape;2984;p47"/>
          <p:cNvCxnSpPr/>
          <p:nvPr/>
        </p:nvCxnSpPr>
        <p:spPr>
          <a:xfrm flipH="1">
            <a:off x="5567091" y="5444300"/>
            <a:ext cx="600" cy="258300"/>
          </a:xfrm>
          <a:prstGeom prst="straightConnector1">
            <a:avLst/>
          </a:prstGeom>
          <a:noFill/>
          <a:ln cap="flat" cmpd="sng" w="28575">
            <a:solidFill>
              <a:srgbClr val="D9D9D9"/>
            </a:solidFill>
            <a:prstDash val="solid"/>
            <a:round/>
            <a:headEnd len="sm" w="sm" type="none"/>
            <a:tailEnd len="sm" w="sm" type="none"/>
          </a:ln>
        </p:spPr>
      </p:cxnSp>
      <p:cxnSp>
        <p:nvCxnSpPr>
          <p:cNvPr id="2985" name="Google Shape;2985;p47"/>
          <p:cNvCxnSpPr/>
          <p:nvPr/>
        </p:nvCxnSpPr>
        <p:spPr>
          <a:xfrm flipH="1">
            <a:off x="7293616" y="5443925"/>
            <a:ext cx="600" cy="258300"/>
          </a:xfrm>
          <a:prstGeom prst="straightConnector1">
            <a:avLst/>
          </a:prstGeom>
          <a:noFill/>
          <a:ln cap="flat" cmpd="sng" w="28575">
            <a:solidFill>
              <a:srgbClr val="D9D9D9"/>
            </a:solidFill>
            <a:prstDash val="solid"/>
            <a:round/>
            <a:headEnd len="sm" w="sm" type="none"/>
            <a:tailEnd len="sm" w="sm" type="none"/>
          </a:ln>
        </p:spPr>
      </p:cxnSp>
      <p:cxnSp>
        <p:nvCxnSpPr>
          <p:cNvPr id="2986" name="Google Shape;2986;p47"/>
          <p:cNvCxnSpPr/>
          <p:nvPr/>
        </p:nvCxnSpPr>
        <p:spPr>
          <a:xfrm flipH="1">
            <a:off x="1138079" y="5443925"/>
            <a:ext cx="600" cy="258300"/>
          </a:xfrm>
          <a:prstGeom prst="straightConnector1">
            <a:avLst/>
          </a:prstGeom>
          <a:noFill/>
          <a:ln cap="flat" cmpd="sng" w="28575">
            <a:solidFill>
              <a:srgbClr val="D9D9D9"/>
            </a:solidFill>
            <a:prstDash val="solid"/>
            <a:round/>
            <a:headEnd len="sm" w="sm" type="none"/>
            <a:tailEnd len="sm" w="sm" type="none"/>
          </a:ln>
        </p:spPr>
      </p:cxnSp>
      <p:sp>
        <p:nvSpPr>
          <p:cNvPr id="2987" name="Google Shape;2987;p47"/>
          <p:cNvSpPr/>
          <p:nvPr/>
        </p:nvSpPr>
        <p:spPr>
          <a:xfrm>
            <a:off x="379388" y="5745211"/>
            <a:ext cx="9322800" cy="266400"/>
          </a:xfrm>
          <a:prstGeom prst="roundRect">
            <a:avLst>
              <a:gd fmla="val 12113" name="adj"/>
            </a:avLst>
          </a:prstGeom>
          <a:solidFill>
            <a:srgbClr val="FFFFFF"/>
          </a:solidFill>
          <a:ln cap="flat" cmpd="sng" w="9525">
            <a:solidFill>
              <a:srgbClr val="EFEFEF"/>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6000" spcFirstLastPara="1" rIns="0" wrap="square" tIns="0">
            <a:noAutofit/>
          </a:bodyPr>
          <a:lstStyle/>
          <a:p>
            <a:pPr indent="0" lvl="0" marL="0" rtl="0" algn="l">
              <a:lnSpc>
                <a:spcPct val="120000"/>
              </a:lnSpc>
              <a:spcBef>
                <a:spcPts val="0"/>
              </a:spcBef>
              <a:spcAft>
                <a:spcPts val="0"/>
              </a:spcAft>
              <a:buClr>
                <a:schemeClr val="dk1"/>
              </a:buClr>
              <a:buSzPts val="1100"/>
              <a:buFont typeface="Arial"/>
              <a:buNone/>
            </a:pPr>
            <a:r>
              <a:rPr b="1" lang="es-419" sz="800">
                <a:solidFill>
                  <a:schemeClr val="dk1"/>
                </a:solidFill>
                <a:latin typeface="Arvo"/>
                <a:ea typeface="Arvo"/>
                <a:cs typeface="Arvo"/>
                <a:sym typeface="Arvo"/>
              </a:rPr>
              <a:t>          Un(a)</a:t>
            </a:r>
            <a:endParaRPr b="1" sz="800">
              <a:latin typeface="Arvo"/>
              <a:ea typeface="Arvo"/>
              <a:cs typeface="Arvo"/>
              <a:sym typeface="Arvo"/>
            </a:endParaRPr>
          </a:p>
        </p:txBody>
      </p:sp>
      <p:sp>
        <p:nvSpPr>
          <p:cNvPr id="2988" name="Google Shape;2988;p47"/>
          <p:cNvSpPr txBox="1"/>
          <p:nvPr>
            <p:ph idx="60" type="subTitle"/>
          </p:nvPr>
        </p:nvSpPr>
        <p:spPr>
          <a:xfrm>
            <a:off x="1196438" y="5748882"/>
            <a:ext cx="2361300" cy="2658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cxnSp>
        <p:nvCxnSpPr>
          <p:cNvPr id="2989" name="Google Shape;2989;p47"/>
          <p:cNvCxnSpPr/>
          <p:nvPr/>
        </p:nvCxnSpPr>
        <p:spPr>
          <a:xfrm flipH="1">
            <a:off x="3615479" y="5753262"/>
            <a:ext cx="600" cy="258300"/>
          </a:xfrm>
          <a:prstGeom prst="straightConnector1">
            <a:avLst/>
          </a:prstGeom>
          <a:noFill/>
          <a:ln cap="flat" cmpd="sng" w="28575">
            <a:solidFill>
              <a:srgbClr val="D9D9D9"/>
            </a:solidFill>
            <a:prstDash val="solid"/>
            <a:round/>
            <a:headEnd len="sm" w="sm" type="none"/>
            <a:tailEnd len="sm" w="sm" type="none"/>
          </a:ln>
        </p:spPr>
      </p:cxnSp>
      <p:sp>
        <p:nvSpPr>
          <p:cNvPr id="2990" name="Google Shape;2990;p47"/>
          <p:cNvSpPr txBox="1"/>
          <p:nvPr>
            <p:ph idx="61" type="subTitle"/>
          </p:nvPr>
        </p:nvSpPr>
        <p:spPr>
          <a:xfrm>
            <a:off x="7340888" y="5748886"/>
            <a:ext cx="2361300" cy="2664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sp>
        <p:nvSpPr>
          <p:cNvPr id="2991" name="Google Shape;2991;p47"/>
          <p:cNvSpPr txBox="1"/>
          <p:nvPr>
            <p:ph idx="62" type="subTitle"/>
          </p:nvPr>
        </p:nvSpPr>
        <p:spPr>
          <a:xfrm>
            <a:off x="3674438" y="5748883"/>
            <a:ext cx="1827600" cy="2658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sp>
        <p:nvSpPr>
          <p:cNvPr id="2992" name="Google Shape;2992;p47"/>
          <p:cNvSpPr txBox="1"/>
          <p:nvPr>
            <p:ph idx="63" type="subTitle"/>
          </p:nvPr>
        </p:nvSpPr>
        <p:spPr>
          <a:xfrm>
            <a:off x="5632763" y="5748888"/>
            <a:ext cx="1584600" cy="2664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cxnSp>
        <p:nvCxnSpPr>
          <p:cNvPr id="2993" name="Google Shape;2993;p47"/>
          <p:cNvCxnSpPr/>
          <p:nvPr/>
        </p:nvCxnSpPr>
        <p:spPr>
          <a:xfrm flipH="1">
            <a:off x="5567091" y="5749262"/>
            <a:ext cx="600" cy="258300"/>
          </a:xfrm>
          <a:prstGeom prst="straightConnector1">
            <a:avLst/>
          </a:prstGeom>
          <a:noFill/>
          <a:ln cap="flat" cmpd="sng" w="28575">
            <a:solidFill>
              <a:srgbClr val="D9D9D9"/>
            </a:solidFill>
            <a:prstDash val="solid"/>
            <a:round/>
            <a:headEnd len="sm" w="sm" type="none"/>
            <a:tailEnd len="sm" w="sm" type="none"/>
          </a:ln>
        </p:spPr>
      </p:cxnSp>
      <p:cxnSp>
        <p:nvCxnSpPr>
          <p:cNvPr id="2994" name="Google Shape;2994;p47"/>
          <p:cNvCxnSpPr/>
          <p:nvPr/>
        </p:nvCxnSpPr>
        <p:spPr>
          <a:xfrm flipH="1">
            <a:off x="7293616" y="5748887"/>
            <a:ext cx="600" cy="258300"/>
          </a:xfrm>
          <a:prstGeom prst="straightConnector1">
            <a:avLst/>
          </a:prstGeom>
          <a:noFill/>
          <a:ln cap="flat" cmpd="sng" w="28575">
            <a:solidFill>
              <a:srgbClr val="D9D9D9"/>
            </a:solidFill>
            <a:prstDash val="solid"/>
            <a:round/>
            <a:headEnd len="sm" w="sm" type="none"/>
            <a:tailEnd len="sm" w="sm" type="none"/>
          </a:ln>
        </p:spPr>
      </p:cxnSp>
      <p:cxnSp>
        <p:nvCxnSpPr>
          <p:cNvPr id="2995" name="Google Shape;2995;p47"/>
          <p:cNvCxnSpPr/>
          <p:nvPr/>
        </p:nvCxnSpPr>
        <p:spPr>
          <a:xfrm flipH="1">
            <a:off x="1138079" y="5748887"/>
            <a:ext cx="600" cy="258300"/>
          </a:xfrm>
          <a:prstGeom prst="straightConnector1">
            <a:avLst/>
          </a:prstGeom>
          <a:noFill/>
          <a:ln cap="flat" cmpd="sng" w="28575">
            <a:solidFill>
              <a:srgbClr val="D9D9D9"/>
            </a:solidFill>
            <a:prstDash val="solid"/>
            <a:round/>
            <a:headEnd len="sm" w="sm" type="none"/>
            <a:tailEnd len="sm" w="sm" type="none"/>
          </a:ln>
        </p:spPr>
      </p:cxnSp>
      <p:sp>
        <p:nvSpPr>
          <p:cNvPr id="2996" name="Google Shape;2996;p47"/>
          <p:cNvSpPr/>
          <p:nvPr/>
        </p:nvSpPr>
        <p:spPr>
          <a:xfrm>
            <a:off x="379388" y="6050174"/>
            <a:ext cx="9322800" cy="266400"/>
          </a:xfrm>
          <a:prstGeom prst="roundRect">
            <a:avLst>
              <a:gd fmla="val 12113" name="adj"/>
            </a:avLst>
          </a:prstGeom>
          <a:solidFill>
            <a:srgbClr val="FFFFFF"/>
          </a:solidFill>
          <a:ln cap="flat" cmpd="sng" w="9525">
            <a:solidFill>
              <a:srgbClr val="EFEFEF"/>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6000" spcFirstLastPara="1" rIns="0" wrap="square" tIns="0">
            <a:noAutofit/>
          </a:bodyPr>
          <a:lstStyle/>
          <a:p>
            <a:pPr indent="0" lvl="0" marL="0" rtl="0" algn="l">
              <a:lnSpc>
                <a:spcPct val="120000"/>
              </a:lnSpc>
              <a:spcBef>
                <a:spcPts val="0"/>
              </a:spcBef>
              <a:spcAft>
                <a:spcPts val="0"/>
              </a:spcAft>
              <a:buClr>
                <a:schemeClr val="dk1"/>
              </a:buClr>
              <a:buSzPts val="1100"/>
              <a:buFont typeface="Arial"/>
              <a:buNone/>
            </a:pPr>
            <a:r>
              <a:rPr b="1" lang="es-419" sz="800">
                <a:solidFill>
                  <a:schemeClr val="dk1"/>
                </a:solidFill>
                <a:latin typeface="Arvo"/>
                <a:ea typeface="Arvo"/>
                <a:cs typeface="Arvo"/>
                <a:sym typeface="Arvo"/>
              </a:rPr>
              <a:t>          Un(a)</a:t>
            </a:r>
            <a:endParaRPr b="1" sz="800">
              <a:latin typeface="Arvo"/>
              <a:ea typeface="Arvo"/>
              <a:cs typeface="Arvo"/>
              <a:sym typeface="Arvo"/>
            </a:endParaRPr>
          </a:p>
        </p:txBody>
      </p:sp>
      <p:sp>
        <p:nvSpPr>
          <p:cNvPr id="2997" name="Google Shape;2997;p47"/>
          <p:cNvSpPr txBox="1"/>
          <p:nvPr>
            <p:ph idx="64" type="subTitle"/>
          </p:nvPr>
        </p:nvSpPr>
        <p:spPr>
          <a:xfrm>
            <a:off x="1196438" y="6053845"/>
            <a:ext cx="2361300" cy="2658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cxnSp>
        <p:nvCxnSpPr>
          <p:cNvPr id="2998" name="Google Shape;2998;p47"/>
          <p:cNvCxnSpPr/>
          <p:nvPr/>
        </p:nvCxnSpPr>
        <p:spPr>
          <a:xfrm flipH="1">
            <a:off x="3615479" y="6058225"/>
            <a:ext cx="600" cy="258300"/>
          </a:xfrm>
          <a:prstGeom prst="straightConnector1">
            <a:avLst/>
          </a:prstGeom>
          <a:noFill/>
          <a:ln cap="flat" cmpd="sng" w="28575">
            <a:solidFill>
              <a:srgbClr val="D9D9D9"/>
            </a:solidFill>
            <a:prstDash val="solid"/>
            <a:round/>
            <a:headEnd len="sm" w="sm" type="none"/>
            <a:tailEnd len="sm" w="sm" type="none"/>
          </a:ln>
        </p:spPr>
      </p:cxnSp>
      <p:sp>
        <p:nvSpPr>
          <p:cNvPr id="2999" name="Google Shape;2999;p47"/>
          <p:cNvSpPr txBox="1"/>
          <p:nvPr>
            <p:ph idx="65" type="subTitle"/>
          </p:nvPr>
        </p:nvSpPr>
        <p:spPr>
          <a:xfrm>
            <a:off x="7340888" y="6053849"/>
            <a:ext cx="2361300" cy="2664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sp>
        <p:nvSpPr>
          <p:cNvPr id="3000" name="Google Shape;3000;p47"/>
          <p:cNvSpPr txBox="1"/>
          <p:nvPr>
            <p:ph idx="66" type="subTitle"/>
          </p:nvPr>
        </p:nvSpPr>
        <p:spPr>
          <a:xfrm>
            <a:off x="3674438" y="6053845"/>
            <a:ext cx="1827600" cy="2658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sp>
        <p:nvSpPr>
          <p:cNvPr id="3001" name="Google Shape;3001;p47"/>
          <p:cNvSpPr txBox="1"/>
          <p:nvPr>
            <p:ph idx="67" type="subTitle"/>
          </p:nvPr>
        </p:nvSpPr>
        <p:spPr>
          <a:xfrm>
            <a:off x="5632763" y="6053850"/>
            <a:ext cx="1584600" cy="2664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cxnSp>
        <p:nvCxnSpPr>
          <p:cNvPr id="3002" name="Google Shape;3002;p47"/>
          <p:cNvCxnSpPr/>
          <p:nvPr/>
        </p:nvCxnSpPr>
        <p:spPr>
          <a:xfrm flipH="1">
            <a:off x="5567091" y="6054225"/>
            <a:ext cx="600" cy="258300"/>
          </a:xfrm>
          <a:prstGeom prst="straightConnector1">
            <a:avLst/>
          </a:prstGeom>
          <a:noFill/>
          <a:ln cap="flat" cmpd="sng" w="28575">
            <a:solidFill>
              <a:srgbClr val="D9D9D9"/>
            </a:solidFill>
            <a:prstDash val="solid"/>
            <a:round/>
            <a:headEnd len="sm" w="sm" type="none"/>
            <a:tailEnd len="sm" w="sm" type="none"/>
          </a:ln>
        </p:spPr>
      </p:cxnSp>
      <p:cxnSp>
        <p:nvCxnSpPr>
          <p:cNvPr id="3003" name="Google Shape;3003;p47"/>
          <p:cNvCxnSpPr/>
          <p:nvPr/>
        </p:nvCxnSpPr>
        <p:spPr>
          <a:xfrm flipH="1">
            <a:off x="7293616" y="6053850"/>
            <a:ext cx="600" cy="258300"/>
          </a:xfrm>
          <a:prstGeom prst="straightConnector1">
            <a:avLst/>
          </a:prstGeom>
          <a:noFill/>
          <a:ln cap="flat" cmpd="sng" w="28575">
            <a:solidFill>
              <a:srgbClr val="D9D9D9"/>
            </a:solidFill>
            <a:prstDash val="solid"/>
            <a:round/>
            <a:headEnd len="sm" w="sm" type="none"/>
            <a:tailEnd len="sm" w="sm" type="none"/>
          </a:ln>
        </p:spPr>
      </p:cxnSp>
      <p:cxnSp>
        <p:nvCxnSpPr>
          <p:cNvPr id="3004" name="Google Shape;3004;p47"/>
          <p:cNvCxnSpPr/>
          <p:nvPr/>
        </p:nvCxnSpPr>
        <p:spPr>
          <a:xfrm flipH="1">
            <a:off x="1138079" y="6053850"/>
            <a:ext cx="600" cy="258300"/>
          </a:xfrm>
          <a:prstGeom prst="straightConnector1">
            <a:avLst/>
          </a:prstGeom>
          <a:noFill/>
          <a:ln cap="flat" cmpd="sng" w="28575">
            <a:solidFill>
              <a:srgbClr val="D9D9D9"/>
            </a:solidFill>
            <a:prstDash val="solid"/>
            <a:round/>
            <a:headEnd len="sm" w="sm" type="none"/>
            <a:tailEnd len="sm" w="sm" type="none"/>
          </a:ln>
        </p:spPr>
      </p:cxnSp>
      <p:sp>
        <p:nvSpPr>
          <p:cNvPr id="3005" name="Google Shape;3005;p47"/>
          <p:cNvSpPr/>
          <p:nvPr/>
        </p:nvSpPr>
        <p:spPr>
          <a:xfrm>
            <a:off x="378575" y="6354074"/>
            <a:ext cx="9322800" cy="266400"/>
          </a:xfrm>
          <a:prstGeom prst="roundRect">
            <a:avLst>
              <a:gd fmla="val 12113" name="adj"/>
            </a:avLst>
          </a:prstGeom>
          <a:solidFill>
            <a:srgbClr val="FFFFFF"/>
          </a:solidFill>
          <a:ln cap="flat" cmpd="sng" w="9525">
            <a:solidFill>
              <a:srgbClr val="EFEFEF"/>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6000" spcFirstLastPara="1" rIns="0" wrap="square" tIns="0">
            <a:noAutofit/>
          </a:bodyPr>
          <a:lstStyle/>
          <a:p>
            <a:pPr indent="0" lvl="0" marL="0" rtl="0" algn="l">
              <a:lnSpc>
                <a:spcPct val="120000"/>
              </a:lnSpc>
              <a:spcBef>
                <a:spcPts val="0"/>
              </a:spcBef>
              <a:spcAft>
                <a:spcPts val="0"/>
              </a:spcAft>
              <a:buClr>
                <a:schemeClr val="dk1"/>
              </a:buClr>
              <a:buSzPts val="1100"/>
              <a:buFont typeface="Arial"/>
              <a:buNone/>
            </a:pPr>
            <a:r>
              <a:rPr b="1" lang="es-419" sz="800">
                <a:solidFill>
                  <a:schemeClr val="dk1"/>
                </a:solidFill>
                <a:latin typeface="Arvo"/>
                <a:ea typeface="Arvo"/>
                <a:cs typeface="Arvo"/>
                <a:sym typeface="Arvo"/>
              </a:rPr>
              <a:t>          Un(a)</a:t>
            </a:r>
            <a:endParaRPr b="1" sz="800">
              <a:latin typeface="Arvo"/>
              <a:ea typeface="Arvo"/>
              <a:cs typeface="Arvo"/>
              <a:sym typeface="Arvo"/>
            </a:endParaRPr>
          </a:p>
        </p:txBody>
      </p:sp>
      <p:sp>
        <p:nvSpPr>
          <p:cNvPr id="3006" name="Google Shape;3006;p47"/>
          <p:cNvSpPr txBox="1"/>
          <p:nvPr>
            <p:ph idx="68" type="subTitle"/>
          </p:nvPr>
        </p:nvSpPr>
        <p:spPr>
          <a:xfrm>
            <a:off x="1195625" y="6357745"/>
            <a:ext cx="2361300" cy="2658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cxnSp>
        <p:nvCxnSpPr>
          <p:cNvPr id="3007" name="Google Shape;3007;p47"/>
          <p:cNvCxnSpPr/>
          <p:nvPr/>
        </p:nvCxnSpPr>
        <p:spPr>
          <a:xfrm flipH="1">
            <a:off x="3614666" y="6362125"/>
            <a:ext cx="600" cy="258300"/>
          </a:xfrm>
          <a:prstGeom prst="straightConnector1">
            <a:avLst/>
          </a:prstGeom>
          <a:noFill/>
          <a:ln cap="flat" cmpd="sng" w="28575">
            <a:solidFill>
              <a:srgbClr val="D9D9D9"/>
            </a:solidFill>
            <a:prstDash val="solid"/>
            <a:round/>
            <a:headEnd len="sm" w="sm" type="none"/>
            <a:tailEnd len="sm" w="sm" type="none"/>
          </a:ln>
        </p:spPr>
      </p:cxnSp>
      <p:sp>
        <p:nvSpPr>
          <p:cNvPr id="3008" name="Google Shape;3008;p47"/>
          <p:cNvSpPr txBox="1"/>
          <p:nvPr>
            <p:ph idx="69" type="subTitle"/>
          </p:nvPr>
        </p:nvSpPr>
        <p:spPr>
          <a:xfrm>
            <a:off x="7340075" y="6357749"/>
            <a:ext cx="2361300" cy="2664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sp>
        <p:nvSpPr>
          <p:cNvPr id="3009" name="Google Shape;3009;p47"/>
          <p:cNvSpPr txBox="1"/>
          <p:nvPr>
            <p:ph idx="70" type="subTitle"/>
          </p:nvPr>
        </p:nvSpPr>
        <p:spPr>
          <a:xfrm>
            <a:off x="3673625" y="6357745"/>
            <a:ext cx="1827600" cy="2658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sp>
        <p:nvSpPr>
          <p:cNvPr id="3010" name="Google Shape;3010;p47"/>
          <p:cNvSpPr txBox="1"/>
          <p:nvPr>
            <p:ph idx="71" type="subTitle"/>
          </p:nvPr>
        </p:nvSpPr>
        <p:spPr>
          <a:xfrm>
            <a:off x="5631950" y="6357750"/>
            <a:ext cx="1584600" cy="2664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cxnSp>
        <p:nvCxnSpPr>
          <p:cNvPr id="3011" name="Google Shape;3011;p47"/>
          <p:cNvCxnSpPr/>
          <p:nvPr/>
        </p:nvCxnSpPr>
        <p:spPr>
          <a:xfrm flipH="1">
            <a:off x="5566279" y="6358125"/>
            <a:ext cx="600" cy="258300"/>
          </a:xfrm>
          <a:prstGeom prst="straightConnector1">
            <a:avLst/>
          </a:prstGeom>
          <a:noFill/>
          <a:ln cap="flat" cmpd="sng" w="28575">
            <a:solidFill>
              <a:srgbClr val="D9D9D9"/>
            </a:solidFill>
            <a:prstDash val="solid"/>
            <a:round/>
            <a:headEnd len="sm" w="sm" type="none"/>
            <a:tailEnd len="sm" w="sm" type="none"/>
          </a:ln>
        </p:spPr>
      </p:cxnSp>
      <p:cxnSp>
        <p:nvCxnSpPr>
          <p:cNvPr id="3012" name="Google Shape;3012;p47"/>
          <p:cNvCxnSpPr/>
          <p:nvPr/>
        </p:nvCxnSpPr>
        <p:spPr>
          <a:xfrm flipH="1">
            <a:off x="7292804" y="6357750"/>
            <a:ext cx="600" cy="258300"/>
          </a:xfrm>
          <a:prstGeom prst="straightConnector1">
            <a:avLst/>
          </a:prstGeom>
          <a:noFill/>
          <a:ln cap="flat" cmpd="sng" w="28575">
            <a:solidFill>
              <a:srgbClr val="D9D9D9"/>
            </a:solidFill>
            <a:prstDash val="solid"/>
            <a:round/>
            <a:headEnd len="sm" w="sm" type="none"/>
            <a:tailEnd len="sm" w="sm" type="none"/>
          </a:ln>
        </p:spPr>
      </p:cxnSp>
      <p:cxnSp>
        <p:nvCxnSpPr>
          <p:cNvPr id="3013" name="Google Shape;3013;p47"/>
          <p:cNvCxnSpPr/>
          <p:nvPr/>
        </p:nvCxnSpPr>
        <p:spPr>
          <a:xfrm flipH="1">
            <a:off x="1137266" y="6357750"/>
            <a:ext cx="600" cy="258300"/>
          </a:xfrm>
          <a:prstGeom prst="straightConnector1">
            <a:avLst/>
          </a:prstGeom>
          <a:noFill/>
          <a:ln cap="flat" cmpd="sng" w="28575">
            <a:solidFill>
              <a:srgbClr val="D9D9D9"/>
            </a:solidFill>
            <a:prstDash val="solid"/>
            <a:round/>
            <a:headEnd len="sm" w="sm" type="none"/>
            <a:tailEnd len="sm" w="sm" type="none"/>
          </a:ln>
        </p:spPr>
      </p:cxnSp>
      <p:sp>
        <p:nvSpPr>
          <p:cNvPr id="3014" name="Google Shape;3014;p47"/>
          <p:cNvSpPr txBox="1"/>
          <p:nvPr/>
        </p:nvSpPr>
        <p:spPr>
          <a:xfrm>
            <a:off x="2524025" y="387675"/>
            <a:ext cx="15012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Unid. Organizacional:</a:t>
            </a:r>
            <a:endParaRPr b="1" sz="1100"/>
          </a:p>
        </p:txBody>
      </p:sp>
      <p:sp>
        <p:nvSpPr>
          <p:cNvPr id="3015" name="Google Shape;3015;p47"/>
          <p:cNvSpPr txBox="1"/>
          <p:nvPr/>
        </p:nvSpPr>
        <p:spPr>
          <a:xfrm>
            <a:off x="2524020" y="579550"/>
            <a:ext cx="6846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Alcance:</a:t>
            </a:r>
            <a:endParaRPr b="1" sz="1100"/>
          </a:p>
        </p:txBody>
      </p:sp>
      <p:sp>
        <p:nvSpPr>
          <p:cNvPr id="3016" name="Google Shape;3016;p47"/>
          <p:cNvSpPr txBox="1"/>
          <p:nvPr>
            <p:ph type="title"/>
          </p:nvPr>
        </p:nvSpPr>
        <p:spPr>
          <a:xfrm flipH="1">
            <a:off x="4025374" y="387675"/>
            <a:ext cx="5863200" cy="1692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000"/>
              <a:buNone/>
              <a:defRPr sz="1000">
                <a:solidFill>
                  <a:srgbClr val="000000"/>
                </a:solidFill>
              </a:defRPr>
            </a:lvl1pPr>
            <a:lvl2pPr lvl="1">
              <a:spcBef>
                <a:spcPts val="0"/>
              </a:spcBef>
              <a:spcAft>
                <a:spcPts val="0"/>
              </a:spcAft>
              <a:buClr>
                <a:srgbClr val="000000"/>
              </a:buClr>
              <a:buSzPts val="1000"/>
              <a:buNone/>
              <a:defRPr sz="1000">
                <a:solidFill>
                  <a:srgbClr val="000000"/>
                </a:solidFill>
              </a:defRPr>
            </a:lvl2pPr>
            <a:lvl3pPr lvl="2">
              <a:spcBef>
                <a:spcPts val="0"/>
              </a:spcBef>
              <a:spcAft>
                <a:spcPts val="0"/>
              </a:spcAft>
              <a:buClr>
                <a:srgbClr val="000000"/>
              </a:buClr>
              <a:buSzPts val="1000"/>
              <a:buNone/>
              <a:defRPr sz="1000">
                <a:solidFill>
                  <a:srgbClr val="000000"/>
                </a:solidFill>
              </a:defRPr>
            </a:lvl3pPr>
            <a:lvl4pPr lvl="3">
              <a:spcBef>
                <a:spcPts val="0"/>
              </a:spcBef>
              <a:spcAft>
                <a:spcPts val="0"/>
              </a:spcAft>
              <a:buClr>
                <a:srgbClr val="000000"/>
              </a:buClr>
              <a:buSzPts val="1000"/>
              <a:buNone/>
              <a:defRPr sz="1000">
                <a:solidFill>
                  <a:srgbClr val="000000"/>
                </a:solidFill>
              </a:defRPr>
            </a:lvl4pPr>
            <a:lvl5pPr lvl="4">
              <a:spcBef>
                <a:spcPts val="0"/>
              </a:spcBef>
              <a:spcAft>
                <a:spcPts val="0"/>
              </a:spcAft>
              <a:buClr>
                <a:srgbClr val="000000"/>
              </a:buClr>
              <a:buSzPts val="1000"/>
              <a:buNone/>
              <a:defRPr sz="1000">
                <a:solidFill>
                  <a:srgbClr val="000000"/>
                </a:solidFill>
              </a:defRPr>
            </a:lvl5pPr>
            <a:lvl6pPr lvl="5">
              <a:spcBef>
                <a:spcPts val="0"/>
              </a:spcBef>
              <a:spcAft>
                <a:spcPts val="0"/>
              </a:spcAft>
              <a:buClr>
                <a:srgbClr val="000000"/>
              </a:buClr>
              <a:buSzPts val="1000"/>
              <a:buNone/>
              <a:defRPr sz="1000">
                <a:solidFill>
                  <a:srgbClr val="000000"/>
                </a:solidFill>
              </a:defRPr>
            </a:lvl6pPr>
            <a:lvl7pPr lvl="6">
              <a:spcBef>
                <a:spcPts val="0"/>
              </a:spcBef>
              <a:spcAft>
                <a:spcPts val="0"/>
              </a:spcAft>
              <a:buClr>
                <a:srgbClr val="000000"/>
              </a:buClr>
              <a:buSzPts val="1000"/>
              <a:buNone/>
              <a:defRPr sz="1000">
                <a:solidFill>
                  <a:srgbClr val="000000"/>
                </a:solidFill>
              </a:defRPr>
            </a:lvl7pPr>
            <a:lvl8pPr lvl="7">
              <a:spcBef>
                <a:spcPts val="0"/>
              </a:spcBef>
              <a:spcAft>
                <a:spcPts val="0"/>
              </a:spcAft>
              <a:buClr>
                <a:srgbClr val="000000"/>
              </a:buClr>
              <a:buSzPts val="1000"/>
              <a:buNone/>
              <a:defRPr sz="1000">
                <a:solidFill>
                  <a:srgbClr val="000000"/>
                </a:solidFill>
              </a:defRPr>
            </a:lvl8pPr>
            <a:lvl9pPr lvl="8">
              <a:spcBef>
                <a:spcPts val="0"/>
              </a:spcBef>
              <a:spcAft>
                <a:spcPts val="0"/>
              </a:spcAft>
              <a:buClr>
                <a:srgbClr val="000000"/>
              </a:buClr>
              <a:buSzPts val="1000"/>
              <a:buNone/>
              <a:defRPr sz="1000">
                <a:solidFill>
                  <a:srgbClr val="000000"/>
                </a:solidFill>
              </a:defRPr>
            </a:lvl9pPr>
          </a:lstStyle>
          <a:p/>
        </p:txBody>
      </p:sp>
      <p:sp>
        <p:nvSpPr>
          <p:cNvPr id="3017" name="Google Shape;3017;p47"/>
          <p:cNvSpPr txBox="1"/>
          <p:nvPr>
            <p:ph idx="72" type="title"/>
          </p:nvPr>
        </p:nvSpPr>
        <p:spPr>
          <a:xfrm flipH="1">
            <a:off x="3208773" y="579550"/>
            <a:ext cx="6679800" cy="1692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000"/>
              <a:buNone/>
              <a:defRPr sz="1000">
                <a:solidFill>
                  <a:srgbClr val="000000"/>
                </a:solidFill>
              </a:defRPr>
            </a:lvl1pPr>
            <a:lvl2pPr lvl="1">
              <a:spcBef>
                <a:spcPts val="0"/>
              </a:spcBef>
              <a:spcAft>
                <a:spcPts val="0"/>
              </a:spcAft>
              <a:buClr>
                <a:srgbClr val="000000"/>
              </a:buClr>
              <a:buSzPts val="1000"/>
              <a:buNone/>
              <a:defRPr sz="1000">
                <a:solidFill>
                  <a:srgbClr val="000000"/>
                </a:solidFill>
              </a:defRPr>
            </a:lvl2pPr>
            <a:lvl3pPr lvl="2">
              <a:spcBef>
                <a:spcPts val="0"/>
              </a:spcBef>
              <a:spcAft>
                <a:spcPts val="0"/>
              </a:spcAft>
              <a:buClr>
                <a:srgbClr val="000000"/>
              </a:buClr>
              <a:buSzPts val="1000"/>
              <a:buNone/>
              <a:defRPr sz="1000">
                <a:solidFill>
                  <a:srgbClr val="000000"/>
                </a:solidFill>
              </a:defRPr>
            </a:lvl3pPr>
            <a:lvl4pPr lvl="3">
              <a:spcBef>
                <a:spcPts val="0"/>
              </a:spcBef>
              <a:spcAft>
                <a:spcPts val="0"/>
              </a:spcAft>
              <a:buClr>
                <a:srgbClr val="000000"/>
              </a:buClr>
              <a:buSzPts val="1000"/>
              <a:buNone/>
              <a:defRPr sz="1000">
                <a:solidFill>
                  <a:srgbClr val="000000"/>
                </a:solidFill>
              </a:defRPr>
            </a:lvl4pPr>
            <a:lvl5pPr lvl="4">
              <a:spcBef>
                <a:spcPts val="0"/>
              </a:spcBef>
              <a:spcAft>
                <a:spcPts val="0"/>
              </a:spcAft>
              <a:buClr>
                <a:srgbClr val="000000"/>
              </a:buClr>
              <a:buSzPts val="1000"/>
              <a:buNone/>
              <a:defRPr sz="1000">
                <a:solidFill>
                  <a:srgbClr val="000000"/>
                </a:solidFill>
              </a:defRPr>
            </a:lvl5pPr>
            <a:lvl6pPr lvl="5">
              <a:spcBef>
                <a:spcPts val="0"/>
              </a:spcBef>
              <a:spcAft>
                <a:spcPts val="0"/>
              </a:spcAft>
              <a:buClr>
                <a:srgbClr val="000000"/>
              </a:buClr>
              <a:buSzPts val="1000"/>
              <a:buNone/>
              <a:defRPr sz="1000">
                <a:solidFill>
                  <a:srgbClr val="000000"/>
                </a:solidFill>
              </a:defRPr>
            </a:lvl6pPr>
            <a:lvl7pPr lvl="6">
              <a:spcBef>
                <a:spcPts val="0"/>
              </a:spcBef>
              <a:spcAft>
                <a:spcPts val="0"/>
              </a:spcAft>
              <a:buClr>
                <a:srgbClr val="000000"/>
              </a:buClr>
              <a:buSzPts val="1000"/>
              <a:buNone/>
              <a:defRPr sz="1000">
                <a:solidFill>
                  <a:srgbClr val="000000"/>
                </a:solidFill>
              </a:defRPr>
            </a:lvl7pPr>
            <a:lvl8pPr lvl="7">
              <a:spcBef>
                <a:spcPts val="0"/>
              </a:spcBef>
              <a:spcAft>
                <a:spcPts val="0"/>
              </a:spcAft>
              <a:buClr>
                <a:srgbClr val="000000"/>
              </a:buClr>
              <a:buSzPts val="1000"/>
              <a:buNone/>
              <a:defRPr sz="1000">
                <a:solidFill>
                  <a:srgbClr val="000000"/>
                </a:solidFill>
              </a:defRPr>
            </a:lvl8pPr>
            <a:lvl9pPr lvl="8">
              <a:spcBef>
                <a:spcPts val="0"/>
              </a:spcBef>
              <a:spcAft>
                <a:spcPts val="0"/>
              </a:spcAft>
              <a:buClr>
                <a:srgbClr val="000000"/>
              </a:buClr>
              <a:buSzPts val="1000"/>
              <a:buNone/>
              <a:defRPr sz="1000">
                <a:solidFill>
                  <a:srgbClr val="000000"/>
                </a:solidFill>
              </a:defRPr>
            </a:lvl9pPr>
          </a:lstStyle>
          <a:p/>
        </p:txBody>
      </p:sp>
      <p:sp>
        <p:nvSpPr>
          <p:cNvPr id="3018" name="Google Shape;3018;p47"/>
          <p:cNvSpPr txBox="1"/>
          <p:nvPr>
            <p:ph idx="73" type="body"/>
          </p:nvPr>
        </p:nvSpPr>
        <p:spPr>
          <a:xfrm>
            <a:off x="641150" y="612125"/>
            <a:ext cx="1770300" cy="160500"/>
          </a:xfrm>
          <a:prstGeom prst="rect">
            <a:avLst/>
          </a:prstGeom>
          <a:noFill/>
          <a:ln>
            <a:noFill/>
          </a:ln>
        </p:spPr>
        <p:txBody>
          <a:bodyPr anchorCtr="0" anchor="t" bIns="0" lIns="0" spcFirstLastPara="1" rIns="0" wrap="square" tIns="0">
            <a:noAutofit/>
          </a:bodyPr>
          <a:lstStyle>
            <a:lvl1pPr indent="-292100" lvl="0" marL="457200" algn="ctr">
              <a:spcBef>
                <a:spcPts val="0"/>
              </a:spcBef>
              <a:spcAft>
                <a:spcPts val="0"/>
              </a:spcAft>
              <a:buClr>
                <a:srgbClr val="FFFFFF"/>
              </a:buClr>
              <a:buSzPts val="1000"/>
              <a:buChar char="●"/>
              <a:defRPr sz="1000">
                <a:solidFill>
                  <a:srgbClr val="FFFFFF"/>
                </a:solidFill>
              </a:defRPr>
            </a:lvl1pPr>
            <a:lvl2pPr indent="-292100" lvl="1" marL="914400" algn="ctr">
              <a:spcBef>
                <a:spcPts val="0"/>
              </a:spcBef>
              <a:spcAft>
                <a:spcPts val="0"/>
              </a:spcAft>
              <a:buClr>
                <a:srgbClr val="FFFFFF"/>
              </a:buClr>
              <a:buSzPts val="1000"/>
              <a:buChar char="○"/>
              <a:defRPr sz="1000">
                <a:solidFill>
                  <a:srgbClr val="FFFFFF"/>
                </a:solidFill>
              </a:defRPr>
            </a:lvl2pPr>
            <a:lvl3pPr indent="-292100" lvl="2" marL="1371600" algn="ctr">
              <a:spcBef>
                <a:spcPts val="0"/>
              </a:spcBef>
              <a:spcAft>
                <a:spcPts val="0"/>
              </a:spcAft>
              <a:buClr>
                <a:srgbClr val="FFFFFF"/>
              </a:buClr>
              <a:buSzPts val="1000"/>
              <a:buChar char="■"/>
              <a:defRPr sz="1000">
                <a:solidFill>
                  <a:srgbClr val="FFFFFF"/>
                </a:solidFill>
              </a:defRPr>
            </a:lvl3pPr>
            <a:lvl4pPr indent="-292100" lvl="3" marL="1828800" algn="ctr">
              <a:spcBef>
                <a:spcPts val="0"/>
              </a:spcBef>
              <a:spcAft>
                <a:spcPts val="0"/>
              </a:spcAft>
              <a:buClr>
                <a:srgbClr val="FFFFFF"/>
              </a:buClr>
              <a:buSzPts val="1000"/>
              <a:buChar char="●"/>
              <a:defRPr sz="1000">
                <a:solidFill>
                  <a:srgbClr val="FFFFFF"/>
                </a:solidFill>
              </a:defRPr>
            </a:lvl4pPr>
            <a:lvl5pPr indent="-292100" lvl="4" marL="2286000" algn="ctr">
              <a:spcBef>
                <a:spcPts val="0"/>
              </a:spcBef>
              <a:spcAft>
                <a:spcPts val="0"/>
              </a:spcAft>
              <a:buClr>
                <a:srgbClr val="FFFFFF"/>
              </a:buClr>
              <a:buSzPts val="1000"/>
              <a:buChar char="○"/>
              <a:defRPr sz="1000">
                <a:solidFill>
                  <a:srgbClr val="FFFFFF"/>
                </a:solidFill>
              </a:defRPr>
            </a:lvl5pPr>
            <a:lvl6pPr indent="-292100" lvl="5" marL="2743200" algn="ctr">
              <a:spcBef>
                <a:spcPts val="0"/>
              </a:spcBef>
              <a:spcAft>
                <a:spcPts val="0"/>
              </a:spcAft>
              <a:buClr>
                <a:srgbClr val="FFFFFF"/>
              </a:buClr>
              <a:buSzPts val="1000"/>
              <a:buChar char="■"/>
              <a:defRPr sz="1000">
                <a:solidFill>
                  <a:srgbClr val="FFFFFF"/>
                </a:solidFill>
              </a:defRPr>
            </a:lvl6pPr>
            <a:lvl7pPr indent="-292100" lvl="6" marL="3200400" algn="ctr">
              <a:spcBef>
                <a:spcPts val="0"/>
              </a:spcBef>
              <a:spcAft>
                <a:spcPts val="0"/>
              </a:spcAft>
              <a:buClr>
                <a:srgbClr val="FFFFFF"/>
              </a:buClr>
              <a:buSzPts val="1000"/>
              <a:buChar char="●"/>
              <a:defRPr sz="1000">
                <a:solidFill>
                  <a:srgbClr val="FFFFFF"/>
                </a:solidFill>
              </a:defRPr>
            </a:lvl7pPr>
            <a:lvl8pPr indent="-292100" lvl="7" marL="3657600" algn="ctr">
              <a:spcBef>
                <a:spcPts val="0"/>
              </a:spcBef>
              <a:spcAft>
                <a:spcPts val="0"/>
              </a:spcAft>
              <a:buClr>
                <a:srgbClr val="FFFFFF"/>
              </a:buClr>
              <a:buSzPts val="1000"/>
              <a:buChar char="○"/>
              <a:defRPr sz="1000">
                <a:solidFill>
                  <a:srgbClr val="FFFFFF"/>
                </a:solidFill>
              </a:defRPr>
            </a:lvl8pPr>
            <a:lvl9pPr indent="-292100" lvl="8" marL="4114800" algn="ctr">
              <a:spcBef>
                <a:spcPts val="0"/>
              </a:spcBef>
              <a:spcAft>
                <a:spcPts val="0"/>
              </a:spcAft>
              <a:buClr>
                <a:srgbClr val="FFFFFF"/>
              </a:buClr>
              <a:buSzPts val="1000"/>
              <a:buChar char="■"/>
              <a:defRPr sz="1000">
                <a:solidFill>
                  <a:srgbClr val="FFFFFF"/>
                </a:solidFill>
              </a:defRPr>
            </a:lvl9pPr>
          </a:lstStyle>
          <a:p/>
        </p:txBody>
      </p:sp>
      <p:sp>
        <p:nvSpPr>
          <p:cNvPr id="3019" name="Google Shape;3019;p47"/>
          <p:cNvSpPr txBox="1"/>
          <p:nvPr/>
        </p:nvSpPr>
        <p:spPr>
          <a:xfrm>
            <a:off x="84825" y="598125"/>
            <a:ext cx="595500" cy="205800"/>
          </a:xfrm>
          <a:prstGeom prst="rect">
            <a:avLst/>
          </a:prstGeom>
          <a:noFill/>
          <a:ln>
            <a:noFill/>
          </a:ln>
        </p:spPr>
        <p:txBody>
          <a:bodyPr anchorCtr="0" anchor="t" bIns="18000" lIns="18000" spcFirstLastPara="1" rIns="18000" wrap="square" tIns="18000">
            <a:spAutoFit/>
          </a:bodyPr>
          <a:lstStyle/>
          <a:p>
            <a:pPr indent="0" lvl="0" marL="0" rtl="0" algn="l">
              <a:spcBef>
                <a:spcPts val="0"/>
              </a:spcBef>
              <a:spcAft>
                <a:spcPts val="0"/>
              </a:spcAft>
              <a:buNone/>
            </a:pPr>
            <a:r>
              <a:rPr lang="es-419" sz="1100">
                <a:solidFill>
                  <a:srgbClr val="FFFFFF"/>
                </a:solidFill>
              </a:rPr>
              <a:t>Nombre:</a:t>
            </a:r>
            <a:endParaRPr sz="1100">
              <a:solidFill>
                <a:srgbClr val="FFFFFF"/>
              </a:solidFill>
            </a:endParaRPr>
          </a:p>
        </p:txBody>
      </p:sp>
    </p:spTree>
  </p:cSld>
  <p:clrMapOvr>
    <a:masterClrMapping/>
  </p:clrMapOvr>
</p:sldLayout>
</file>

<file path=ppt/slideLayouts/slideLayout4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0.3 Regla de Negocio">
  <p:cSld name="TITLE_3_6_1_2">
    <p:spTree>
      <p:nvGrpSpPr>
        <p:cNvPr id="3020" name="Shape 3020"/>
        <p:cNvGrpSpPr/>
        <p:nvPr/>
      </p:nvGrpSpPr>
      <p:grpSpPr>
        <a:xfrm>
          <a:off x="0" y="0"/>
          <a:ext cx="0" cy="0"/>
          <a:chOff x="0" y="0"/>
          <a:chExt cx="0" cy="0"/>
        </a:xfrm>
      </p:grpSpPr>
      <p:sp>
        <p:nvSpPr>
          <p:cNvPr id="3021" name="Google Shape;3021;p48"/>
          <p:cNvSpPr/>
          <p:nvPr/>
        </p:nvSpPr>
        <p:spPr>
          <a:xfrm>
            <a:off x="77688" y="358938"/>
            <a:ext cx="9935700" cy="6438000"/>
          </a:xfrm>
          <a:prstGeom prst="roundRect">
            <a:avLst>
              <a:gd fmla="val 2618" name="adj"/>
            </a:avLst>
          </a:prstGeom>
          <a:solidFill>
            <a:srgbClr val="FFFFFF"/>
          </a:solidFill>
          <a:ln cap="flat" cmpd="sng" w="38100">
            <a:solidFill>
              <a:srgbClr val="000000"/>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022" name="Google Shape;3022;p48"/>
          <p:cNvCxnSpPr/>
          <p:nvPr/>
        </p:nvCxnSpPr>
        <p:spPr>
          <a:xfrm>
            <a:off x="77688" y="772614"/>
            <a:ext cx="9935700" cy="0"/>
          </a:xfrm>
          <a:prstGeom prst="straightConnector1">
            <a:avLst/>
          </a:prstGeom>
          <a:noFill/>
          <a:ln cap="flat" cmpd="sng" w="19050">
            <a:solidFill>
              <a:srgbClr val="000000"/>
            </a:solidFill>
            <a:prstDash val="solid"/>
            <a:round/>
            <a:headEnd len="med" w="med" type="none"/>
            <a:tailEnd len="med" w="med" type="none"/>
          </a:ln>
        </p:spPr>
      </p:cxnSp>
      <p:cxnSp>
        <p:nvCxnSpPr>
          <p:cNvPr id="3023" name="Google Shape;3023;p48"/>
          <p:cNvCxnSpPr/>
          <p:nvPr/>
        </p:nvCxnSpPr>
        <p:spPr>
          <a:xfrm rot="10800000">
            <a:off x="2439038" y="368188"/>
            <a:ext cx="0" cy="402300"/>
          </a:xfrm>
          <a:prstGeom prst="straightConnector1">
            <a:avLst/>
          </a:prstGeom>
          <a:noFill/>
          <a:ln cap="flat" cmpd="sng" w="19050">
            <a:solidFill>
              <a:srgbClr val="000000"/>
            </a:solidFill>
            <a:prstDash val="solid"/>
            <a:round/>
            <a:headEnd len="med" w="med" type="none"/>
            <a:tailEnd len="med" w="med" type="none"/>
          </a:ln>
        </p:spPr>
      </p:cxnSp>
      <p:sp>
        <p:nvSpPr>
          <p:cNvPr id="3024" name="Google Shape;3024;p48"/>
          <p:cNvSpPr txBox="1"/>
          <p:nvPr>
            <p:ph type="title"/>
          </p:nvPr>
        </p:nvSpPr>
        <p:spPr>
          <a:xfrm flipH="1">
            <a:off x="4228300" y="437575"/>
            <a:ext cx="5577600" cy="2658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200"/>
              <a:buNone/>
              <a:defRPr sz="1200">
                <a:solidFill>
                  <a:srgbClr val="000000"/>
                </a:solidFill>
              </a:defRPr>
            </a:lvl1pPr>
            <a:lvl2pPr lvl="1">
              <a:spcBef>
                <a:spcPts val="0"/>
              </a:spcBef>
              <a:spcAft>
                <a:spcPts val="0"/>
              </a:spcAft>
              <a:buClr>
                <a:srgbClr val="000000"/>
              </a:buClr>
              <a:buSzPts val="1100"/>
              <a:buNone/>
              <a:defRPr sz="1100">
                <a:solidFill>
                  <a:srgbClr val="000000"/>
                </a:solidFill>
              </a:defRPr>
            </a:lvl2pPr>
            <a:lvl3pPr lvl="2">
              <a:spcBef>
                <a:spcPts val="0"/>
              </a:spcBef>
              <a:spcAft>
                <a:spcPts val="0"/>
              </a:spcAft>
              <a:buClr>
                <a:srgbClr val="000000"/>
              </a:buClr>
              <a:buSzPts val="1100"/>
              <a:buNone/>
              <a:defRPr sz="1100">
                <a:solidFill>
                  <a:srgbClr val="000000"/>
                </a:solidFill>
              </a:defRPr>
            </a:lvl3pPr>
            <a:lvl4pPr lvl="3">
              <a:spcBef>
                <a:spcPts val="0"/>
              </a:spcBef>
              <a:spcAft>
                <a:spcPts val="0"/>
              </a:spcAft>
              <a:buClr>
                <a:srgbClr val="000000"/>
              </a:buClr>
              <a:buSzPts val="1100"/>
              <a:buNone/>
              <a:defRPr sz="1100">
                <a:solidFill>
                  <a:srgbClr val="000000"/>
                </a:solidFill>
              </a:defRPr>
            </a:lvl4pPr>
            <a:lvl5pPr lvl="4">
              <a:spcBef>
                <a:spcPts val="0"/>
              </a:spcBef>
              <a:spcAft>
                <a:spcPts val="0"/>
              </a:spcAft>
              <a:buClr>
                <a:srgbClr val="000000"/>
              </a:buClr>
              <a:buSzPts val="1100"/>
              <a:buNone/>
              <a:defRPr sz="1100">
                <a:solidFill>
                  <a:srgbClr val="000000"/>
                </a:solidFill>
              </a:defRPr>
            </a:lvl5pPr>
            <a:lvl6pPr lvl="5">
              <a:spcBef>
                <a:spcPts val="0"/>
              </a:spcBef>
              <a:spcAft>
                <a:spcPts val="0"/>
              </a:spcAft>
              <a:buClr>
                <a:srgbClr val="000000"/>
              </a:buClr>
              <a:buSzPts val="1100"/>
              <a:buNone/>
              <a:defRPr sz="1100">
                <a:solidFill>
                  <a:srgbClr val="000000"/>
                </a:solidFill>
              </a:defRPr>
            </a:lvl6pPr>
            <a:lvl7pPr lvl="6">
              <a:spcBef>
                <a:spcPts val="0"/>
              </a:spcBef>
              <a:spcAft>
                <a:spcPts val="0"/>
              </a:spcAft>
              <a:buClr>
                <a:srgbClr val="000000"/>
              </a:buClr>
              <a:buSzPts val="1100"/>
              <a:buNone/>
              <a:defRPr sz="1100">
                <a:solidFill>
                  <a:srgbClr val="000000"/>
                </a:solidFill>
              </a:defRPr>
            </a:lvl7pPr>
            <a:lvl8pPr lvl="7">
              <a:spcBef>
                <a:spcPts val="0"/>
              </a:spcBef>
              <a:spcAft>
                <a:spcPts val="0"/>
              </a:spcAft>
              <a:buClr>
                <a:srgbClr val="000000"/>
              </a:buClr>
              <a:buSzPts val="1100"/>
              <a:buNone/>
              <a:defRPr sz="1100">
                <a:solidFill>
                  <a:srgbClr val="000000"/>
                </a:solidFill>
              </a:defRPr>
            </a:lvl8pPr>
            <a:lvl9pPr lvl="8">
              <a:spcBef>
                <a:spcPts val="0"/>
              </a:spcBef>
              <a:spcAft>
                <a:spcPts val="0"/>
              </a:spcAft>
              <a:buClr>
                <a:srgbClr val="000000"/>
              </a:buClr>
              <a:buSzPts val="1100"/>
              <a:buNone/>
              <a:defRPr sz="1100">
                <a:solidFill>
                  <a:srgbClr val="000000"/>
                </a:solidFill>
              </a:defRPr>
            </a:lvl9pPr>
          </a:lstStyle>
          <a:p/>
        </p:txBody>
      </p:sp>
      <p:sp>
        <p:nvSpPr>
          <p:cNvPr id="3025" name="Google Shape;3025;p48"/>
          <p:cNvSpPr txBox="1"/>
          <p:nvPr/>
        </p:nvSpPr>
        <p:spPr>
          <a:xfrm>
            <a:off x="2513450" y="437275"/>
            <a:ext cx="1641000" cy="2664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b="1" lang="es-419" sz="1100"/>
              <a:t>Procesos involucrados en la regla:</a:t>
            </a:r>
            <a:endParaRPr b="1" sz="1100"/>
          </a:p>
        </p:txBody>
      </p:sp>
      <p:sp>
        <p:nvSpPr>
          <p:cNvPr id="3026" name="Google Shape;3026;p48"/>
          <p:cNvSpPr/>
          <p:nvPr/>
        </p:nvSpPr>
        <p:spPr>
          <a:xfrm>
            <a:off x="77688" y="349338"/>
            <a:ext cx="2361300" cy="421200"/>
          </a:xfrm>
          <a:prstGeom prst="roundRect">
            <a:avLst>
              <a:gd fmla="val 50000" name="adj"/>
            </a:avLst>
          </a:prstGeom>
          <a:solidFill>
            <a:srgbClr val="000000"/>
          </a:solidFill>
          <a:ln cap="flat" cmpd="sng" w="9525">
            <a:solidFill>
              <a:srgbClr val="000000"/>
            </a:solidFill>
            <a:prstDash val="solid"/>
            <a:round/>
            <a:headEnd len="sm" w="sm" type="none"/>
            <a:tailEnd len="sm" w="sm" type="none"/>
          </a:ln>
        </p:spPr>
        <p:txBody>
          <a:bodyPr anchorCtr="0" anchor="ctr" bIns="91425" lIns="0" spcFirstLastPara="1" rIns="0" wrap="square" tIns="91425">
            <a:noAutofit/>
          </a:bodyPr>
          <a:lstStyle/>
          <a:p>
            <a:pPr indent="0" lvl="0" marL="0" rtl="0" algn="ctr">
              <a:spcBef>
                <a:spcPts val="0"/>
              </a:spcBef>
              <a:spcAft>
                <a:spcPts val="0"/>
              </a:spcAft>
              <a:buNone/>
            </a:pPr>
            <a:r>
              <a:rPr b="1" lang="es-419" sz="1100">
                <a:solidFill>
                  <a:srgbClr val="FFFFFF"/>
                </a:solidFill>
              </a:rPr>
              <a:t>Regla de Negocio</a:t>
            </a:r>
            <a:endParaRPr b="1" sz="1100">
              <a:solidFill>
                <a:srgbClr val="FFFFFF"/>
              </a:solidFill>
            </a:endParaRPr>
          </a:p>
          <a:p>
            <a:pPr indent="0" lvl="0" marL="0" rtl="0" algn="ctr">
              <a:spcBef>
                <a:spcPts val="0"/>
              </a:spcBef>
              <a:spcAft>
                <a:spcPts val="0"/>
              </a:spcAft>
              <a:buNone/>
            </a:pPr>
            <a:r>
              <a:t/>
            </a:r>
            <a:endParaRPr b="1" sz="1200">
              <a:solidFill>
                <a:srgbClr val="FFFFFF"/>
              </a:solidFill>
            </a:endParaRPr>
          </a:p>
        </p:txBody>
      </p:sp>
      <p:sp>
        <p:nvSpPr>
          <p:cNvPr id="3027" name="Google Shape;3027;p48"/>
          <p:cNvSpPr/>
          <p:nvPr/>
        </p:nvSpPr>
        <p:spPr>
          <a:xfrm>
            <a:off x="83988" y="595504"/>
            <a:ext cx="190200" cy="1692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8" name="Google Shape;3028;p48"/>
          <p:cNvSpPr/>
          <p:nvPr/>
        </p:nvSpPr>
        <p:spPr>
          <a:xfrm>
            <a:off x="2350598" y="358950"/>
            <a:ext cx="88500" cy="4023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9" name="Google Shape;3029;p48"/>
          <p:cNvSpPr/>
          <p:nvPr/>
        </p:nvSpPr>
        <p:spPr>
          <a:xfrm>
            <a:off x="2277739" y="663750"/>
            <a:ext cx="88500" cy="1089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0" name="Google Shape;3030;p48"/>
          <p:cNvSpPr/>
          <p:nvPr/>
        </p:nvSpPr>
        <p:spPr>
          <a:xfrm>
            <a:off x="1635175" y="2219875"/>
            <a:ext cx="8206800" cy="1399500"/>
          </a:xfrm>
          <a:prstGeom prst="roundRect">
            <a:avLst>
              <a:gd fmla="val 3700"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1" name="Google Shape;3031;p48"/>
          <p:cNvSpPr txBox="1"/>
          <p:nvPr/>
        </p:nvSpPr>
        <p:spPr>
          <a:xfrm>
            <a:off x="121082" y="2118354"/>
            <a:ext cx="1514100" cy="1328100"/>
          </a:xfrm>
          <a:prstGeom prst="rect">
            <a:avLst/>
          </a:prstGeom>
          <a:noFill/>
          <a:ln>
            <a:noFill/>
          </a:ln>
        </p:spPr>
        <p:txBody>
          <a:bodyPr anchorCtr="0" anchor="t" bIns="91425" lIns="91425" spcFirstLastPara="1" rIns="91425" wrap="square" tIns="91425">
            <a:noAutofit/>
          </a:bodyPr>
          <a:lstStyle/>
          <a:p>
            <a:pPr indent="0" lvl="0" marL="45720" rtl="0" algn="r">
              <a:spcBef>
                <a:spcPts val="0"/>
              </a:spcBef>
              <a:spcAft>
                <a:spcPts val="0"/>
              </a:spcAft>
              <a:buNone/>
            </a:pPr>
            <a:r>
              <a:rPr b="1" lang="es-419" sz="1000">
                <a:solidFill>
                  <a:srgbClr val="202124"/>
                </a:solidFill>
                <a:latin typeface="Arvo"/>
                <a:ea typeface="Arvo"/>
                <a:cs typeface="Arvo"/>
                <a:sym typeface="Arvo"/>
              </a:rPr>
              <a:t>El problema que resuelve: </a:t>
            </a:r>
            <a:endParaRPr b="1" sz="1000">
              <a:solidFill>
                <a:srgbClr val="202124"/>
              </a:solidFill>
              <a:latin typeface="Arvo"/>
              <a:ea typeface="Arvo"/>
              <a:cs typeface="Arvo"/>
              <a:sym typeface="Arvo"/>
            </a:endParaRPr>
          </a:p>
          <a:p>
            <a:pPr indent="0" lvl="0" marL="45720" rtl="0" algn="r">
              <a:spcBef>
                <a:spcPts val="0"/>
              </a:spcBef>
              <a:spcAft>
                <a:spcPts val="0"/>
              </a:spcAft>
              <a:buNone/>
            </a:pPr>
            <a:r>
              <a:rPr b="1" lang="es-419" sz="1000">
                <a:solidFill>
                  <a:schemeClr val="dk1"/>
                </a:solidFill>
                <a:latin typeface="Arvo"/>
                <a:ea typeface="Arvo"/>
                <a:cs typeface="Arvo"/>
                <a:sym typeface="Arvo"/>
              </a:rPr>
              <a:t>  </a:t>
            </a:r>
            <a:r>
              <a:rPr i="1" lang="es-419" sz="600">
                <a:solidFill>
                  <a:schemeClr val="dk1"/>
                </a:solidFill>
                <a:latin typeface="Arvo"/>
                <a:ea typeface="Arvo"/>
                <a:cs typeface="Arvo"/>
                <a:sym typeface="Arvo"/>
              </a:rPr>
              <a:t>&lt;e</a:t>
            </a:r>
            <a:r>
              <a:rPr b="1" i="1" lang="es-419" sz="600">
                <a:solidFill>
                  <a:schemeClr val="dk1"/>
                </a:solidFill>
                <a:latin typeface="Arvo"/>
                <a:ea typeface="Arvo"/>
                <a:cs typeface="Arvo"/>
                <a:sym typeface="Arvo"/>
              </a:rPr>
              <a:t>j: </a:t>
            </a:r>
            <a:r>
              <a:rPr i="1" lang="es-419" sz="600">
                <a:solidFill>
                  <a:schemeClr val="dk1"/>
                </a:solidFill>
                <a:latin typeface="Arvo"/>
                <a:ea typeface="Arvo"/>
                <a:cs typeface="Arvo"/>
                <a:sym typeface="Arvo"/>
              </a:rPr>
              <a:t>Un registro escolar debe ser concedido solamente a estudiantes que no estén registrados en la actualidad para este periodo activo. Un estudiante podría registrarse en un solo colegio (para no quedarse sin cupo) mientras busca un colegio que ofrezca mejores condiciones para él&gt;</a:t>
            </a:r>
            <a:endParaRPr i="1" sz="600">
              <a:solidFill>
                <a:schemeClr val="hlink"/>
              </a:solidFill>
              <a:latin typeface="Arvo"/>
              <a:ea typeface="Arvo"/>
              <a:cs typeface="Arvo"/>
              <a:sym typeface="Arvo"/>
            </a:endParaRPr>
          </a:p>
        </p:txBody>
      </p:sp>
      <p:sp>
        <p:nvSpPr>
          <p:cNvPr id="3032" name="Google Shape;3032;p48"/>
          <p:cNvSpPr/>
          <p:nvPr/>
        </p:nvSpPr>
        <p:spPr>
          <a:xfrm>
            <a:off x="1635685" y="3831247"/>
            <a:ext cx="1838700" cy="646500"/>
          </a:xfrm>
          <a:prstGeom prst="roundRect">
            <a:avLst>
              <a:gd fmla="val 6541"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3" name="Google Shape;3033;p48"/>
          <p:cNvSpPr txBox="1"/>
          <p:nvPr/>
        </p:nvSpPr>
        <p:spPr>
          <a:xfrm>
            <a:off x="121075" y="3831250"/>
            <a:ext cx="1454400" cy="6465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0"/>
              </a:spcAft>
              <a:buNone/>
            </a:pPr>
            <a:r>
              <a:rPr b="1" lang="es-419" sz="1000">
                <a:solidFill>
                  <a:schemeClr val="dk1"/>
                </a:solidFill>
                <a:latin typeface="Arvo"/>
                <a:ea typeface="Arvo"/>
                <a:cs typeface="Arvo"/>
                <a:sym typeface="Arvo"/>
              </a:rPr>
              <a:t>Entidad a proteger con la regla:</a:t>
            </a:r>
            <a:endParaRPr b="1" sz="1000">
              <a:solidFill>
                <a:schemeClr val="dk1"/>
              </a:solidFill>
              <a:latin typeface="Arvo"/>
              <a:ea typeface="Arvo"/>
              <a:cs typeface="Arvo"/>
              <a:sym typeface="Arvo"/>
            </a:endParaRPr>
          </a:p>
          <a:p>
            <a:pPr indent="0" lvl="0" marL="0" rtl="0" algn="r">
              <a:lnSpc>
                <a:spcPct val="115000"/>
              </a:lnSpc>
              <a:spcBef>
                <a:spcPts val="0"/>
              </a:spcBef>
              <a:spcAft>
                <a:spcPts val="0"/>
              </a:spcAft>
              <a:buNone/>
            </a:pPr>
            <a:r>
              <a:rPr i="1" lang="es-419" sz="600">
                <a:solidFill>
                  <a:schemeClr val="dk1"/>
                </a:solidFill>
                <a:latin typeface="Arvo"/>
                <a:ea typeface="Arvo"/>
                <a:cs typeface="Arvo"/>
                <a:sym typeface="Arvo"/>
              </a:rPr>
              <a:t>&lt;ej:Registro estudiantil&gt;</a:t>
            </a:r>
            <a:endParaRPr i="1" sz="600">
              <a:solidFill>
                <a:schemeClr val="hlink"/>
              </a:solidFill>
              <a:latin typeface="Arvo"/>
              <a:ea typeface="Arvo"/>
              <a:cs typeface="Arvo"/>
              <a:sym typeface="Arvo"/>
            </a:endParaRPr>
          </a:p>
        </p:txBody>
      </p:sp>
      <p:sp>
        <p:nvSpPr>
          <p:cNvPr id="3034" name="Google Shape;3034;p48"/>
          <p:cNvSpPr/>
          <p:nvPr/>
        </p:nvSpPr>
        <p:spPr>
          <a:xfrm>
            <a:off x="1621925" y="1416400"/>
            <a:ext cx="8206800" cy="711600"/>
          </a:xfrm>
          <a:prstGeom prst="roundRect">
            <a:avLst>
              <a:gd fmla="val 11434"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5" name="Google Shape;3035;p48"/>
          <p:cNvSpPr txBox="1"/>
          <p:nvPr/>
        </p:nvSpPr>
        <p:spPr>
          <a:xfrm>
            <a:off x="6722450" y="3831250"/>
            <a:ext cx="1223100" cy="780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0"/>
              </a:spcAft>
              <a:buNone/>
            </a:pPr>
            <a:r>
              <a:rPr b="1" lang="es-419" sz="1000">
                <a:solidFill>
                  <a:schemeClr val="dk1"/>
                </a:solidFill>
                <a:latin typeface="Arvo"/>
                <a:ea typeface="Arvo"/>
                <a:cs typeface="Arvo"/>
                <a:sym typeface="Arvo"/>
              </a:rPr>
              <a:t>Estado Final de la Entidad si se aprueba la regla:</a:t>
            </a:r>
            <a:endParaRPr b="1" sz="1000">
              <a:solidFill>
                <a:schemeClr val="dk1"/>
              </a:solidFill>
              <a:latin typeface="Arvo"/>
              <a:ea typeface="Arvo"/>
              <a:cs typeface="Arvo"/>
              <a:sym typeface="Arvo"/>
            </a:endParaRPr>
          </a:p>
          <a:p>
            <a:pPr indent="0" lvl="0" marL="0" rtl="0" algn="r">
              <a:lnSpc>
                <a:spcPct val="115000"/>
              </a:lnSpc>
              <a:spcBef>
                <a:spcPts val="0"/>
              </a:spcBef>
              <a:spcAft>
                <a:spcPts val="0"/>
              </a:spcAft>
              <a:buNone/>
            </a:pPr>
            <a:r>
              <a:rPr i="1" lang="es-419" sz="600">
                <a:solidFill>
                  <a:schemeClr val="dk1"/>
                </a:solidFill>
                <a:latin typeface="Arvo"/>
                <a:ea typeface="Arvo"/>
                <a:cs typeface="Arvo"/>
                <a:sym typeface="Arvo"/>
              </a:rPr>
              <a:t>&lt;ej: aprobado&gt;</a:t>
            </a:r>
            <a:endParaRPr i="1" sz="1000">
              <a:solidFill>
                <a:schemeClr val="dk1"/>
              </a:solidFill>
              <a:latin typeface="Arvo"/>
              <a:ea typeface="Arvo"/>
              <a:cs typeface="Arvo"/>
              <a:sym typeface="Arvo"/>
            </a:endParaRPr>
          </a:p>
          <a:p>
            <a:pPr indent="0" lvl="0" marL="45720" rtl="0" algn="r">
              <a:spcBef>
                <a:spcPts val="0"/>
              </a:spcBef>
              <a:spcAft>
                <a:spcPts val="600"/>
              </a:spcAft>
              <a:buNone/>
            </a:pPr>
            <a:r>
              <a:t/>
            </a:r>
            <a:endParaRPr b="1" sz="1200">
              <a:solidFill>
                <a:schemeClr val="dk1"/>
              </a:solidFill>
              <a:latin typeface="Arvo"/>
              <a:ea typeface="Arvo"/>
              <a:cs typeface="Arvo"/>
              <a:sym typeface="Arvo"/>
            </a:endParaRPr>
          </a:p>
        </p:txBody>
      </p:sp>
      <p:sp>
        <p:nvSpPr>
          <p:cNvPr id="3036" name="Google Shape;3036;p48"/>
          <p:cNvSpPr/>
          <p:nvPr/>
        </p:nvSpPr>
        <p:spPr>
          <a:xfrm>
            <a:off x="4734976" y="3831247"/>
            <a:ext cx="1838700" cy="646500"/>
          </a:xfrm>
          <a:prstGeom prst="roundRect">
            <a:avLst>
              <a:gd fmla="val 6541"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7" name="Google Shape;3037;p48"/>
          <p:cNvSpPr/>
          <p:nvPr/>
        </p:nvSpPr>
        <p:spPr>
          <a:xfrm>
            <a:off x="7989981" y="3831265"/>
            <a:ext cx="1851900" cy="646500"/>
          </a:xfrm>
          <a:prstGeom prst="roundRect">
            <a:avLst>
              <a:gd fmla="val 6541"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8" name="Google Shape;3038;p48"/>
          <p:cNvSpPr txBox="1"/>
          <p:nvPr/>
        </p:nvSpPr>
        <p:spPr>
          <a:xfrm>
            <a:off x="3534832" y="3831240"/>
            <a:ext cx="1163700" cy="645000"/>
          </a:xfrm>
          <a:prstGeom prst="rect">
            <a:avLst/>
          </a:prstGeom>
          <a:noFill/>
          <a:ln>
            <a:noFill/>
          </a:ln>
        </p:spPr>
        <p:txBody>
          <a:bodyPr anchorCtr="0" anchor="t" bIns="0" lIns="0" spcFirstLastPara="1" rIns="0" wrap="square" tIns="0">
            <a:spAutoFit/>
          </a:bodyPr>
          <a:lstStyle/>
          <a:p>
            <a:pPr indent="0" lvl="0" marL="0" rtl="0" algn="r">
              <a:lnSpc>
                <a:spcPct val="115000"/>
              </a:lnSpc>
              <a:spcBef>
                <a:spcPts val="0"/>
              </a:spcBef>
              <a:spcAft>
                <a:spcPts val="0"/>
              </a:spcAft>
              <a:buNone/>
            </a:pPr>
            <a:r>
              <a:rPr b="1" lang="es-419" sz="1000">
                <a:solidFill>
                  <a:schemeClr val="dk1"/>
                </a:solidFill>
                <a:latin typeface="Arvo"/>
                <a:ea typeface="Arvo"/>
                <a:cs typeface="Arvo"/>
                <a:sym typeface="Arvo"/>
              </a:rPr>
              <a:t>Estado Inicial de la Entidad:</a:t>
            </a:r>
            <a:endParaRPr b="1" sz="1000">
              <a:solidFill>
                <a:schemeClr val="dk1"/>
              </a:solidFill>
              <a:latin typeface="Arvo"/>
              <a:ea typeface="Arvo"/>
              <a:cs typeface="Arvo"/>
              <a:sym typeface="Arvo"/>
            </a:endParaRPr>
          </a:p>
          <a:p>
            <a:pPr indent="0" lvl="0" marL="0" rtl="0" algn="r">
              <a:lnSpc>
                <a:spcPct val="115000"/>
              </a:lnSpc>
              <a:spcBef>
                <a:spcPts val="0"/>
              </a:spcBef>
              <a:spcAft>
                <a:spcPts val="0"/>
              </a:spcAft>
              <a:buNone/>
            </a:pPr>
            <a:r>
              <a:rPr i="1" lang="es-419" sz="600">
                <a:solidFill>
                  <a:schemeClr val="dk1"/>
                </a:solidFill>
                <a:latin typeface="Arvo"/>
                <a:ea typeface="Arvo"/>
                <a:cs typeface="Arvo"/>
                <a:sym typeface="Arvo"/>
              </a:rPr>
              <a:t>&lt;ej: no aprobado&gt;</a:t>
            </a:r>
            <a:endParaRPr i="1" sz="1000">
              <a:solidFill>
                <a:schemeClr val="dk1"/>
              </a:solidFill>
              <a:latin typeface="Arvo"/>
              <a:ea typeface="Arvo"/>
              <a:cs typeface="Arvo"/>
              <a:sym typeface="Arvo"/>
            </a:endParaRPr>
          </a:p>
          <a:p>
            <a:pPr indent="0" lvl="0" marL="45720" rtl="0" algn="r">
              <a:spcBef>
                <a:spcPts val="0"/>
              </a:spcBef>
              <a:spcAft>
                <a:spcPts val="600"/>
              </a:spcAft>
              <a:buNone/>
            </a:pPr>
            <a:r>
              <a:t/>
            </a:r>
            <a:endParaRPr b="1" sz="1200">
              <a:solidFill>
                <a:schemeClr val="dk1"/>
              </a:solidFill>
              <a:latin typeface="Arvo"/>
              <a:ea typeface="Arvo"/>
              <a:cs typeface="Arvo"/>
              <a:sym typeface="Arvo"/>
            </a:endParaRPr>
          </a:p>
        </p:txBody>
      </p:sp>
      <p:sp>
        <p:nvSpPr>
          <p:cNvPr id="3039" name="Google Shape;3039;p48"/>
          <p:cNvSpPr txBox="1"/>
          <p:nvPr>
            <p:ph idx="1" type="subTitle"/>
          </p:nvPr>
        </p:nvSpPr>
        <p:spPr>
          <a:xfrm>
            <a:off x="1635275" y="2227250"/>
            <a:ext cx="8206800" cy="1399500"/>
          </a:xfrm>
          <a:prstGeom prst="rect">
            <a:avLst/>
          </a:prstGeom>
          <a:noFill/>
          <a:ln>
            <a:noFill/>
          </a:ln>
        </p:spPr>
        <p:txBody>
          <a:bodyPr anchorCtr="0" anchor="t" bIns="36000" lIns="36000" spcFirstLastPara="1" rIns="36000" wrap="square" tIns="36000">
            <a:noAutofit/>
          </a:bodyPr>
          <a:lstStyle>
            <a:lvl1pPr lvl="0">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3040" name="Google Shape;3040;p48"/>
          <p:cNvSpPr txBox="1"/>
          <p:nvPr>
            <p:ph idx="2" type="subTitle"/>
          </p:nvPr>
        </p:nvSpPr>
        <p:spPr>
          <a:xfrm>
            <a:off x="1648125" y="3855575"/>
            <a:ext cx="1831200" cy="646500"/>
          </a:xfrm>
          <a:prstGeom prst="rect">
            <a:avLst/>
          </a:prstGeom>
          <a:noFill/>
          <a:ln>
            <a:noFill/>
          </a:ln>
        </p:spPr>
        <p:txBody>
          <a:bodyPr anchorCtr="0" anchor="t" bIns="36000" lIns="36000" spcFirstLastPara="1" rIns="36000" wrap="square" tIns="36000">
            <a:noAutofit/>
          </a:bodyPr>
          <a:lstStyle>
            <a:lvl1pPr lvl="0">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100000"/>
              </a:lnSpc>
              <a:spcBef>
                <a:spcPts val="0"/>
              </a:spcBef>
              <a:spcAft>
                <a:spcPts val="0"/>
              </a:spcAft>
              <a:buClr>
                <a:srgbClr val="000000"/>
              </a:buClr>
              <a:buSzPts val="800"/>
              <a:buNone/>
              <a:defRPr sz="800">
                <a:solidFill>
                  <a:srgbClr val="000000"/>
                </a:solidFill>
              </a:defRPr>
            </a:lvl2pPr>
            <a:lvl3pPr lvl="2">
              <a:lnSpc>
                <a:spcPct val="100000"/>
              </a:lnSpc>
              <a:spcBef>
                <a:spcPts val="0"/>
              </a:spcBef>
              <a:spcAft>
                <a:spcPts val="0"/>
              </a:spcAft>
              <a:buClr>
                <a:srgbClr val="000000"/>
              </a:buClr>
              <a:buSzPts val="800"/>
              <a:buNone/>
              <a:defRPr sz="800">
                <a:solidFill>
                  <a:srgbClr val="000000"/>
                </a:solidFill>
              </a:defRPr>
            </a:lvl3pPr>
            <a:lvl4pPr lvl="3">
              <a:lnSpc>
                <a:spcPct val="100000"/>
              </a:lnSpc>
              <a:spcBef>
                <a:spcPts val="0"/>
              </a:spcBef>
              <a:spcAft>
                <a:spcPts val="0"/>
              </a:spcAft>
              <a:buClr>
                <a:srgbClr val="000000"/>
              </a:buClr>
              <a:buSzPts val="800"/>
              <a:buNone/>
              <a:defRPr sz="800">
                <a:solidFill>
                  <a:srgbClr val="000000"/>
                </a:solidFill>
              </a:defRPr>
            </a:lvl4pPr>
            <a:lvl5pPr lvl="4">
              <a:lnSpc>
                <a:spcPct val="100000"/>
              </a:lnSpc>
              <a:spcBef>
                <a:spcPts val="0"/>
              </a:spcBef>
              <a:spcAft>
                <a:spcPts val="0"/>
              </a:spcAft>
              <a:buClr>
                <a:srgbClr val="000000"/>
              </a:buClr>
              <a:buSzPts val="800"/>
              <a:buNone/>
              <a:defRPr sz="800">
                <a:solidFill>
                  <a:srgbClr val="000000"/>
                </a:solidFill>
              </a:defRPr>
            </a:lvl5pPr>
            <a:lvl6pPr lvl="5">
              <a:lnSpc>
                <a:spcPct val="100000"/>
              </a:lnSpc>
              <a:spcBef>
                <a:spcPts val="0"/>
              </a:spcBef>
              <a:spcAft>
                <a:spcPts val="0"/>
              </a:spcAft>
              <a:buClr>
                <a:srgbClr val="000000"/>
              </a:buClr>
              <a:buSzPts val="800"/>
              <a:buNone/>
              <a:defRPr sz="800">
                <a:solidFill>
                  <a:srgbClr val="000000"/>
                </a:solidFill>
              </a:defRPr>
            </a:lvl6pPr>
            <a:lvl7pPr lvl="6">
              <a:lnSpc>
                <a:spcPct val="100000"/>
              </a:lnSpc>
              <a:spcBef>
                <a:spcPts val="0"/>
              </a:spcBef>
              <a:spcAft>
                <a:spcPts val="0"/>
              </a:spcAft>
              <a:buClr>
                <a:srgbClr val="000000"/>
              </a:buClr>
              <a:buSzPts val="800"/>
              <a:buNone/>
              <a:defRPr sz="800">
                <a:solidFill>
                  <a:srgbClr val="000000"/>
                </a:solidFill>
              </a:defRPr>
            </a:lvl7pPr>
            <a:lvl8pPr lvl="7">
              <a:lnSpc>
                <a:spcPct val="100000"/>
              </a:lnSpc>
              <a:spcBef>
                <a:spcPts val="0"/>
              </a:spcBef>
              <a:spcAft>
                <a:spcPts val="0"/>
              </a:spcAft>
              <a:buClr>
                <a:srgbClr val="000000"/>
              </a:buClr>
              <a:buSzPts val="800"/>
              <a:buNone/>
              <a:defRPr sz="800">
                <a:solidFill>
                  <a:srgbClr val="000000"/>
                </a:solidFill>
              </a:defRPr>
            </a:lvl8pPr>
            <a:lvl9pPr lvl="8">
              <a:lnSpc>
                <a:spcPct val="100000"/>
              </a:lnSpc>
              <a:spcBef>
                <a:spcPts val="0"/>
              </a:spcBef>
              <a:spcAft>
                <a:spcPts val="0"/>
              </a:spcAft>
              <a:buClr>
                <a:srgbClr val="000000"/>
              </a:buClr>
              <a:buSzPts val="800"/>
              <a:buNone/>
              <a:defRPr sz="800">
                <a:solidFill>
                  <a:srgbClr val="000000"/>
                </a:solidFill>
              </a:defRPr>
            </a:lvl9pPr>
          </a:lstStyle>
          <a:p/>
        </p:txBody>
      </p:sp>
      <p:sp>
        <p:nvSpPr>
          <p:cNvPr id="3041" name="Google Shape;3041;p48"/>
          <p:cNvSpPr/>
          <p:nvPr/>
        </p:nvSpPr>
        <p:spPr>
          <a:xfrm>
            <a:off x="286150" y="4766163"/>
            <a:ext cx="1311300" cy="607500"/>
          </a:xfrm>
          <a:prstGeom prst="roundRect">
            <a:avLst>
              <a:gd fmla="val 9450" name="adj"/>
            </a:avLst>
          </a:prstGeom>
          <a:noFill/>
          <a:ln>
            <a:noFill/>
          </a:ln>
        </p:spPr>
        <p:txBody>
          <a:bodyPr anchorCtr="0" anchor="t" bIns="0" lIns="36000" spcFirstLastPara="1" rIns="0" wrap="square" tIns="0">
            <a:noAutofit/>
          </a:bodyPr>
          <a:lstStyle/>
          <a:p>
            <a:pPr indent="0" lvl="0" marL="0" rtl="0" algn="r">
              <a:lnSpc>
                <a:spcPct val="115000"/>
              </a:lnSpc>
              <a:spcBef>
                <a:spcPts val="0"/>
              </a:spcBef>
              <a:spcAft>
                <a:spcPts val="0"/>
              </a:spcAft>
              <a:buClr>
                <a:schemeClr val="dk1"/>
              </a:buClr>
              <a:buSzPts val="1100"/>
              <a:buFont typeface="Arial"/>
              <a:buNone/>
            </a:pPr>
            <a:r>
              <a:rPr b="1" lang="es-419" sz="1000">
                <a:solidFill>
                  <a:schemeClr val="dk1"/>
                </a:solidFill>
                <a:latin typeface="Arvo"/>
                <a:ea typeface="Arvo"/>
                <a:cs typeface="Arvo"/>
                <a:sym typeface="Arvo"/>
              </a:rPr>
              <a:t>Entidades Participantes:</a:t>
            </a:r>
            <a:endParaRPr sz="1000"/>
          </a:p>
        </p:txBody>
      </p:sp>
      <p:grpSp>
        <p:nvGrpSpPr>
          <p:cNvPr id="3042" name="Google Shape;3042;p48"/>
          <p:cNvGrpSpPr/>
          <p:nvPr/>
        </p:nvGrpSpPr>
        <p:grpSpPr>
          <a:xfrm>
            <a:off x="1670204" y="4672426"/>
            <a:ext cx="3238409" cy="893400"/>
            <a:chOff x="2627447" y="1670375"/>
            <a:chExt cx="3587073" cy="893400"/>
          </a:xfrm>
        </p:grpSpPr>
        <p:sp>
          <p:nvSpPr>
            <p:cNvPr id="3043" name="Google Shape;3043;p48"/>
            <p:cNvSpPr/>
            <p:nvPr/>
          </p:nvSpPr>
          <p:spPr>
            <a:xfrm>
              <a:off x="2627447" y="1670375"/>
              <a:ext cx="1782000" cy="893400"/>
            </a:xfrm>
            <a:prstGeom prst="rect">
              <a:avLst/>
            </a:prstGeom>
            <a:solidFill>
              <a:srgbClr val="FFF2CC"/>
            </a:solidFill>
            <a:ln cap="flat" cmpd="sng" w="9525">
              <a:solidFill>
                <a:srgbClr val="D9EA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4" name="Google Shape;3044;p48"/>
            <p:cNvSpPr/>
            <p:nvPr/>
          </p:nvSpPr>
          <p:spPr>
            <a:xfrm>
              <a:off x="4450520" y="1670375"/>
              <a:ext cx="1764000" cy="893400"/>
            </a:xfrm>
            <a:prstGeom prst="rect">
              <a:avLst/>
            </a:prstGeom>
            <a:solidFill>
              <a:srgbClr val="FFF2CC"/>
            </a:solidFill>
            <a:ln cap="flat" cmpd="sng" w="9525">
              <a:solidFill>
                <a:srgbClr val="F4CCC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cxnSp>
        <p:nvCxnSpPr>
          <p:cNvPr id="3045" name="Google Shape;3045;p48"/>
          <p:cNvCxnSpPr/>
          <p:nvPr/>
        </p:nvCxnSpPr>
        <p:spPr>
          <a:xfrm>
            <a:off x="6548821" y="4666600"/>
            <a:ext cx="0" cy="899700"/>
          </a:xfrm>
          <a:prstGeom prst="straightConnector1">
            <a:avLst/>
          </a:prstGeom>
          <a:noFill/>
          <a:ln cap="flat" cmpd="sng" w="28575">
            <a:solidFill>
              <a:srgbClr val="D9D9D9"/>
            </a:solidFill>
            <a:prstDash val="solid"/>
            <a:round/>
            <a:headEnd len="sm" w="sm" type="none"/>
            <a:tailEnd len="sm" w="sm" type="none"/>
          </a:ln>
        </p:spPr>
      </p:cxnSp>
      <p:grpSp>
        <p:nvGrpSpPr>
          <p:cNvPr id="3046" name="Google Shape;3046;p48"/>
          <p:cNvGrpSpPr/>
          <p:nvPr/>
        </p:nvGrpSpPr>
        <p:grpSpPr>
          <a:xfrm>
            <a:off x="4949628" y="4672426"/>
            <a:ext cx="3238409" cy="893400"/>
            <a:chOff x="2627447" y="1670375"/>
            <a:chExt cx="3587073" cy="893400"/>
          </a:xfrm>
        </p:grpSpPr>
        <p:sp>
          <p:nvSpPr>
            <p:cNvPr id="3047" name="Google Shape;3047;p48"/>
            <p:cNvSpPr/>
            <p:nvPr/>
          </p:nvSpPr>
          <p:spPr>
            <a:xfrm>
              <a:off x="2627447" y="1670375"/>
              <a:ext cx="1782000" cy="893400"/>
            </a:xfrm>
            <a:prstGeom prst="rect">
              <a:avLst/>
            </a:prstGeom>
            <a:solidFill>
              <a:srgbClr val="FFF2CC"/>
            </a:solidFill>
            <a:ln cap="flat" cmpd="sng" w="9525">
              <a:solidFill>
                <a:srgbClr val="D9EA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8" name="Google Shape;3048;p48"/>
            <p:cNvSpPr/>
            <p:nvPr/>
          </p:nvSpPr>
          <p:spPr>
            <a:xfrm>
              <a:off x="4450520" y="1670375"/>
              <a:ext cx="1764000" cy="893400"/>
            </a:xfrm>
            <a:prstGeom prst="rect">
              <a:avLst/>
            </a:prstGeom>
            <a:solidFill>
              <a:srgbClr val="FFF2CC"/>
            </a:solidFill>
            <a:ln cap="flat" cmpd="sng" w="9525">
              <a:solidFill>
                <a:srgbClr val="F4CCC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049" name="Google Shape;3049;p48"/>
          <p:cNvSpPr txBox="1"/>
          <p:nvPr>
            <p:ph idx="3" type="subTitle"/>
          </p:nvPr>
        </p:nvSpPr>
        <p:spPr>
          <a:xfrm>
            <a:off x="4740190" y="3829375"/>
            <a:ext cx="1831200" cy="646500"/>
          </a:xfrm>
          <a:prstGeom prst="rect">
            <a:avLst/>
          </a:prstGeom>
          <a:noFill/>
          <a:ln>
            <a:noFill/>
          </a:ln>
        </p:spPr>
        <p:txBody>
          <a:bodyPr anchorCtr="0" anchor="t" bIns="36000" lIns="36000" spcFirstLastPara="1" rIns="36000" wrap="square" tIns="36000">
            <a:noAutofit/>
          </a:bodyPr>
          <a:lstStyle>
            <a:lvl1pPr lvl="0">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100000"/>
              </a:lnSpc>
              <a:spcBef>
                <a:spcPts val="0"/>
              </a:spcBef>
              <a:spcAft>
                <a:spcPts val="0"/>
              </a:spcAft>
              <a:buClr>
                <a:srgbClr val="000000"/>
              </a:buClr>
              <a:buSzPts val="800"/>
              <a:buNone/>
              <a:defRPr sz="800">
                <a:solidFill>
                  <a:srgbClr val="000000"/>
                </a:solidFill>
              </a:defRPr>
            </a:lvl2pPr>
            <a:lvl3pPr lvl="2">
              <a:lnSpc>
                <a:spcPct val="100000"/>
              </a:lnSpc>
              <a:spcBef>
                <a:spcPts val="0"/>
              </a:spcBef>
              <a:spcAft>
                <a:spcPts val="0"/>
              </a:spcAft>
              <a:buClr>
                <a:srgbClr val="000000"/>
              </a:buClr>
              <a:buSzPts val="800"/>
              <a:buNone/>
              <a:defRPr sz="800">
                <a:solidFill>
                  <a:srgbClr val="000000"/>
                </a:solidFill>
              </a:defRPr>
            </a:lvl3pPr>
            <a:lvl4pPr lvl="3">
              <a:lnSpc>
                <a:spcPct val="100000"/>
              </a:lnSpc>
              <a:spcBef>
                <a:spcPts val="0"/>
              </a:spcBef>
              <a:spcAft>
                <a:spcPts val="0"/>
              </a:spcAft>
              <a:buClr>
                <a:srgbClr val="000000"/>
              </a:buClr>
              <a:buSzPts val="800"/>
              <a:buNone/>
              <a:defRPr sz="800">
                <a:solidFill>
                  <a:srgbClr val="000000"/>
                </a:solidFill>
              </a:defRPr>
            </a:lvl4pPr>
            <a:lvl5pPr lvl="4">
              <a:lnSpc>
                <a:spcPct val="100000"/>
              </a:lnSpc>
              <a:spcBef>
                <a:spcPts val="0"/>
              </a:spcBef>
              <a:spcAft>
                <a:spcPts val="0"/>
              </a:spcAft>
              <a:buClr>
                <a:srgbClr val="000000"/>
              </a:buClr>
              <a:buSzPts val="800"/>
              <a:buNone/>
              <a:defRPr sz="800">
                <a:solidFill>
                  <a:srgbClr val="000000"/>
                </a:solidFill>
              </a:defRPr>
            </a:lvl5pPr>
            <a:lvl6pPr lvl="5">
              <a:lnSpc>
                <a:spcPct val="100000"/>
              </a:lnSpc>
              <a:spcBef>
                <a:spcPts val="0"/>
              </a:spcBef>
              <a:spcAft>
                <a:spcPts val="0"/>
              </a:spcAft>
              <a:buClr>
                <a:srgbClr val="000000"/>
              </a:buClr>
              <a:buSzPts val="800"/>
              <a:buNone/>
              <a:defRPr sz="800">
                <a:solidFill>
                  <a:srgbClr val="000000"/>
                </a:solidFill>
              </a:defRPr>
            </a:lvl6pPr>
            <a:lvl7pPr lvl="6">
              <a:lnSpc>
                <a:spcPct val="100000"/>
              </a:lnSpc>
              <a:spcBef>
                <a:spcPts val="0"/>
              </a:spcBef>
              <a:spcAft>
                <a:spcPts val="0"/>
              </a:spcAft>
              <a:buClr>
                <a:srgbClr val="000000"/>
              </a:buClr>
              <a:buSzPts val="800"/>
              <a:buNone/>
              <a:defRPr sz="800">
                <a:solidFill>
                  <a:srgbClr val="000000"/>
                </a:solidFill>
              </a:defRPr>
            </a:lvl7pPr>
            <a:lvl8pPr lvl="7">
              <a:lnSpc>
                <a:spcPct val="100000"/>
              </a:lnSpc>
              <a:spcBef>
                <a:spcPts val="0"/>
              </a:spcBef>
              <a:spcAft>
                <a:spcPts val="0"/>
              </a:spcAft>
              <a:buClr>
                <a:srgbClr val="000000"/>
              </a:buClr>
              <a:buSzPts val="800"/>
              <a:buNone/>
              <a:defRPr sz="800">
                <a:solidFill>
                  <a:srgbClr val="000000"/>
                </a:solidFill>
              </a:defRPr>
            </a:lvl8pPr>
            <a:lvl9pPr lvl="8">
              <a:lnSpc>
                <a:spcPct val="100000"/>
              </a:lnSpc>
              <a:spcBef>
                <a:spcPts val="0"/>
              </a:spcBef>
              <a:spcAft>
                <a:spcPts val="0"/>
              </a:spcAft>
              <a:buClr>
                <a:srgbClr val="000000"/>
              </a:buClr>
              <a:buSzPts val="800"/>
              <a:buNone/>
              <a:defRPr sz="800">
                <a:solidFill>
                  <a:srgbClr val="000000"/>
                </a:solidFill>
              </a:defRPr>
            </a:lvl9pPr>
          </a:lstStyle>
          <a:p/>
        </p:txBody>
      </p:sp>
      <p:sp>
        <p:nvSpPr>
          <p:cNvPr id="3050" name="Google Shape;3050;p48"/>
          <p:cNvSpPr txBox="1"/>
          <p:nvPr>
            <p:ph idx="4" type="subTitle"/>
          </p:nvPr>
        </p:nvSpPr>
        <p:spPr>
          <a:xfrm>
            <a:off x="7998604" y="3829375"/>
            <a:ext cx="1831200" cy="646500"/>
          </a:xfrm>
          <a:prstGeom prst="rect">
            <a:avLst/>
          </a:prstGeom>
          <a:noFill/>
          <a:ln>
            <a:noFill/>
          </a:ln>
        </p:spPr>
        <p:txBody>
          <a:bodyPr anchorCtr="0" anchor="t" bIns="36000" lIns="36000" spcFirstLastPara="1" rIns="36000" wrap="square" tIns="36000">
            <a:noAutofit/>
          </a:bodyPr>
          <a:lstStyle>
            <a:lvl1pPr lvl="0">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100000"/>
              </a:lnSpc>
              <a:spcBef>
                <a:spcPts val="0"/>
              </a:spcBef>
              <a:spcAft>
                <a:spcPts val="0"/>
              </a:spcAft>
              <a:buClr>
                <a:srgbClr val="000000"/>
              </a:buClr>
              <a:buSzPts val="800"/>
              <a:buNone/>
              <a:defRPr sz="800">
                <a:solidFill>
                  <a:srgbClr val="000000"/>
                </a:solidFill>
              </a:defRPr>
            </a:lvl2pPr>
            <a:lvl3pPr lvl="2">
              <a:lnSpc>
                <a:spcPct val="100000"/>
              </a:lnSpc>
              <a:spcBef>
                <a:spcPts val="0"/>
              </a:spcBef>
              <a:spcAft>
                <a:spcPts val="0"/>
              </a:spcAft>
              <a:buClr>
                <a:srgbClr val="000000"/>
              </a:buClr>
              <a:buSzPts val="800"/>
              <a:buNone/>
              <a:defRPr sz="800">
                <a:solidFill>
                  <a:srgbClr val="000000"/>
                </a:solidFill>
              </a:defRPr>
            </a:lvl3pPr>
            <a:lvl4pPr lvl="3">
              <a:lnSpc>
                <a:spcPct val="100000"/>
              </a:lnSpc>
              <a:spcBef>
                <a:spcPts val="0"/>
              </a:spcBef>
              <a:spcAft>
                <a:spcPts val="0"/>
              </a:spcAft>
              <a:buClr>
                <a:srgbClr val="000000"/>
              </a:buClr>
              <a:buSzPts val="800"/>
              <a:buNone/>
              <a:defRPr sz="800">
                <a:solidFill>
                  <a:srgbClr val="000000"/>
                </a:solidFill>
              </a:defRPr>
            </a:lvl4pPr>
            <a:lvl5pPr lvl="4">
              <a:lnSpc>
                <a:spcPct val="100000"/>
              </a:lnSpc>
              <a:spcBef>
                <a:spcPts val="0"/>
              </a:spcBef>
              <a:spcAft>
                <a:spcPts val="0"/>
              </a:spcAft>
              <a:buClr>
                <a:srgbClr val="000000"/>
              </a:buClr>
              <a:buSzPts val="800"/>
              <a:buNone/>
              <a:defRPr sz="800">
                <a:solidFill>
                  <a:srgbClr val="000000"/>
                </a:solidFill>
              </a:defRPr>
            </a:lvl5pPr>
            <a:lvl6pPr lvl="5">
              <a:lnSpc>
                <a:spcPct val="100000"/>
              </a:lnSpc>
              <a:spcBef>
                <a:spcPts val="0"/>
              </a:spcBef>
              <a:spcAft>
                <a:spcPts val="0"/>
              </a:spcAft>
              <a:buClr>
                <a:srgbClr val="000000"/>
              </a:buClr>
              <a:buSzPts val="800"/>
              <a:buNone/>
              <a:defRPr sz="800">
                <a:solidFill>
                  <a:srgbClr val="000000"/>
                </a:solidFill>
              </a:defRPr>
            </a:lvl6pPr>
            <a:lvl7pPr lvl="6">
              <a:lnSpc>
                <a:spcPct val="100000"/>
              </a:lnSpc>
              <a:spcBef>
                <a:spcPts val="0"/>
              </a:spcBef>
              <a:spcAft>
                <a:spcPts val="0"/>
              </a:spcAft>
              <a:buClr>
                <a:srgbClr val="000000"/>
              </a:buClr>
              <a:buSzPts val="800"/>
              <a:buNone/>
              <a:defRPr sz="800">
                <a:solidFill>
                  <a:srgbClr val="000000"/>
                </a:solidFill>
              </a:defRPr>
            </a:lvl7pPr>
            <a:lvl8pPr lvl="7">
              <a:lnSpc>
                <a:spcPct val="100000"/>
              </a:lnSpc>
              <a:spcBef>
                <a:spcPts val="0"/>
              </a:spcBef>
              <a:spcAft>
                <a:spcPts val="0"/>
              </a:spcAft>
              <a:buClr>
                <a:srgbClr val="000000"/>
              </a:buClr>
              <a:buSzPts val="800"/>
              <a:buNone/>
              <a:defRPr sz="800">
                <a:solidFill>
                  <a:srgbClr val="000000"/>
                </a:solidFill>
              </a:defRPr>
            </a:lvl8pPr>
            <a:lvl9pPr lvl="8">
              <a:lnSpc>
                <a:spcPct val="100000"/>
              </a:lnSpc>
              <a:spcBef>
                <a:spcPts val="0"/>
              </a:spcBef>
              <a:spcAft>
                <a:spcPts val="0"/>
              </a:spcAft>
              <a:buClr>
                <a:srgbClr val="000000"/>
              </a:buClr>
              <a:buSzPts val="800"/>
              <a:buNone/>
              <a:defRPr sz="800">
                <a:solidFill>
                  <a:srgbClr val="000000"/>
                </a:solidFill>
              </a:defRPr>
            </a:lvl9pPr>
          </a:lstStyle>
          <a:p/>
        </p:txBody>
      </p:sp>
      <p:sp>
        <p:nvSpPr>
          <p:cNvPr id="3051" name="Google Shape;3051;p48"/>
          <p:cNvSpPr/>
          <p:nvPr/>
        </p:nvSpPr>
        <p:spPr>
          <a:xfrm>
            <a:off x="1669750" y="4680019"/>
            <a:ext cx="1608900" cy="287400"/>
          </a:xfrm>
          <a:prstGeom prst="rect">
            <a:avLst/>
          </a:prstGeom>
          <a:solidFill>
            <a:srgbClr val="FFF2CC"/>
          </a:solidFill>
          <a:ln cap="flat" cmpd="sng" w="9525">
            <a:solidFill>
              <a:srgbClr val="D9EAD3"/>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s-419" sz="1000">
                <a:solidFill>
                  <a:srgbClr val="666666"/>
                </a:solidFill>
                <a:latin typeface="Arvo"/>
                <a:ea typeface="Arvo"/>
                <a:cs typeface="Arvo"/>
                <a:sym typeface="Arvo"/>
              </a:rPr>
              <a:t>Entidad 1 </a:t>
            </a:r>
            <a:r>
              <a:rPr i="1" lang="es-419" sz="600">
                <a:solidFill>
                  <a:schemeClr val="dk1"/>
                </a:solidFill>
                <a:latin typeface="Arvo"/>
                <a:ea typeface="Arvo"/>
                <a:cs typeface="Arvo"/>
                <a:sym typeface="Arvo"/>
              </a:rPr>
              <a:t>&lt;ej: Estudiante&gt;</a:t>
            </a:r>
            <a:endParaRPr b="1" sz="1000">
              <a:solidFill>
                <a:srgbClr val="666666"/>
              </a:solidFill>
              <a:latin typeface="Arvo"/>
              <a:ea typeface="Arvo"/>
              <a:cs typeface="Arvo"/>
              <a:sym typeface="Arvo"/>
            </a:endParaRPr>
          </a:p>
        </p:txBody>
      </p:sp>
      <p:sp>
        <p:nvSpPr>
          <p:cNvPr id="3052" name="Google Shape;3052;p48"/>
          <p:cNvSpPr/>
          <p:nvPr/>
        </p:nvSpPr>
        <p:spPr>
          <a:xfrm>
            <a:off x="4944270" y="4680020"/>
            <a:ext cx="1608900" cy="287400"/>
          </a:xfrm>
          <a:prstGeom prst="rect">
            <a:avLst/>
          </a:prstGeom>
          <a:solidFill>
            <a:srgbClr val="FFF2CC"/>
          </a:solidFill>
          <a:ln cap="flat" cmpd="sng" w="9525">
            <a:solidFill>
              <a:srgbClr val="D9EAD3"/>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s-419" sz="1000">
                <a:solidFill>
                  <a:srgbClr val="666666"/>
                </a:solidFill>
                <a:latin typeface="Arvo"/>
                <a:ea typeface="Arvo"/>
                <a:cs typeface="Arvo"/>
                <a:sym typeface="Arvo"/>
              </a:rPr>
              <a:t>Entidad 3 </a:t>
            </a:r>
            <a:r>
              <a:rPr i="1" lang="es-419" sz="600">
                <a:solidFill>
                  <a:schemeClr val="dk1"/>
                </a:solidFill>
                <a:latin typeface="Arvo"/>
                <a:ea typeface="Arvo"/>
                <a:cs typeface="Arvo"/>
                <a:sym typeface="Arvo"/>
              </a:rPr>
              <a:t>&lt;ej: Curso&gt;</a:t>
            </a:r>
            <a:endParaRPr b="1" sz="1000">
              <a:solidFill>
                <a:srgbClr val="666666"/>
              </a:solidFill>
              <a:latin typeface="Arvo"/>
              <a:ea typeface="Arvo"/>
              <a:cs typeface="Arvo"/>
              <a:sym typeface="Arvo"/>
            </a:endParaRPr>
          </a:p>
        </p:txBody>
      </p:sp>
      <p:sp>
        <p:nvSpPr>
          <p:cNvPr id="3053" name="Google Shape;3053;p48"/>
          <p:cNvSpPr/>
          <p:nvPr/>
        </p:nvSpPr>
        <p:spPr>
          <a:xfrm>
            <a:off x="6590435" y="4672420"/>
            <a:ext cx="1597800" cy="294900"/>
          </a:xfrm>
          <a:prstGeom prst="rect">
            <a:avLst/>
          </a:prstGeom>
          <a:solidFill>
            <a:srgbClr val="FFF2CC"/>
          </a:solidFill>
          <a:ln cap="flat" cmpd="sng" w="9525">
            <a:solidFill>
              <a:srgbClr val="D9EAD3"/>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s-419" sz="1000">
                <a:solidFill>
                  <a:srgbClr val="666666"/>
                </a:solidFill>
                <a:latin typeface="Arvo"/>
                <a:ea typeface="Arvo"/>
                <a:cs typeface="Arvo"/>
                <a:sym typeface="Arvo"/>
              </a:rPr>
              <a:t>Entidad 4 </a:t>
            </a:r>
            <a:r>
              <a:rPr i="1" lang="es-419" sz="600">
                <a:solidFill>
                  <a:schemeClr val="dk1"/>
                </a:solidFill>
                <a:latin typeface="Arvo"/>
                <a:ea typeface="Arvo"/>
                <a:cs typeface="Arvo"/>
                <a:sym typeface="Arvo"/>
              </a:rPr>
              <a:t>&lt;ej: Periodo&gt;</a:t>
            </a:r>
            <a:endParaRPr b="1" sz="1000">
              <a:solidFill>
                <a:srgbClr val="666666"/>
              </a:solidFill>
              <a:latin typeface="Arvo"/>
              <a:ea typeface="Arvo"/>
              <a:cs typeface="Arvo"/>
              <a:sym typeface="Arvo"/>
            </a:endParaRPr>
          </a:p>
        </p:txBody>
      </p:sp>
      <p:grpSp>
        <p:nvGrpSpPr>
          <p:cNvPr id="3054" name="Google Shape;3054;p48"/>
          <p:cNvGrpSpPr/>
          <p:nvPr/>
        </p:nvGrpSpPr>
        <p:grpSpPr>
          <a:xfrm>
            <a:off x="1670204" y="5595956"/>
            <a:ext cx="3238409" cy="893400"/>
            <a:chOff x="2627447" y="1670375"/>
            <a:chExt cx="3587073" cy="893400"/>
          </a:xfrm>
        </p:grpSpPr>
        <p:sp>
          <p:nvSpPr>
            <p:cNvPr id="3055" name="Google Shape;3055;p48"/>
            <p:cNvSpPr/>
            <p:nvPr/>
          </p:nvSpPr>
          <p:spPr>
            <a:xfrm>
              <a:off x="2627447" y="1670375"/>
              <a:ext cx="1782000" cy="893400"/>
            </a:xfrm>
            <a:prstGeom prst="rect">
              <a:avLst/>
            </a:prstGeom>
            <a:solidFill>
              <a:srgbClr val="F4CCCC"/>
            </a:solidFill>
            <a:ln cap="flat" cmpd="sng" w="9525">
              <a:solidFill>
                <a:srgbClr val="D9EA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6" name="Google Shape;3056;p48"/>
            <p:cNvSpPr/>
            <p:nvPr/>
          </p:nvSpPr>
          <p:spPr>
            <a:xfrm>
              <a:off x="4450520" y="1670375"/>
              <a:ext cx="1764000" cy="893400"/>
            </a:xfrm>
            <a:prstGeom prst="rect">
              <a:avLst/>
            </a:prstGeom>
            <a:solidFill>
              <a:srgbClr val="F4CCCC"/>
            </a:solidFill>
            <a:ln cap="flat" cmpd="sng" w="9525">
              <a:solidFill>
                <a:srgbClr val="F4CCC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cxnSp>
        <p:nvCxnSpPr>
          <p:cNvPr id="3057" name="Google Shape;3057;p48"/>
          <p:cNvCxnSpPr/>
          <p:nvPr/>
        </p:nvCxnSpPr>
        <p:spPr>
          <a:xfrm>
            <a:off x="6548821" y="5590130"/>
            <a:ext cx="0" cy="899700"/>
          </a:xfrm>
          <a:prstGeom prst="straightConnector1">
            <a:avLst/>
          </a:prstGeom>
          <a:noFill/>
          <a:ln cap="flat" cmpd="sng" w="28575">
            <a:solidFill>
              <a:srgbClr val="D9D9D9"/>
            </a:solidFill>
            <a:prstDash val="solid"/>
            <a:round/>
            <a:headEnd len="sm" w="sm" type="none"/>
            <a:tailEnd len="sm" w="sm" type="none"/>
          </a:ln>
        </p:spPr>
      </p:cxnSp>
      <p:grpSp>
        <p:nvGrpSpPr>
          <p:cNvPr id="3058" name="Google Shape;3058;p48"/>
          <p:cNvGrpSpPr/>
          <p:nvPr/>
        </p:nvGrpSpPr>
        <p:grpSpPr>
          <a:xfrm>
            <a:off x="4949628" y="5595956"/>
            <a:ext cx="3238409" cy="893400"/>
            <a:chOff x="2627447" y="1670375"/>
            <a:chExt cx="3587073" cy="893400"/>
          </a:xfrm>
        </p:grpSpPr>
        <p:sp>
          <p:nvSpPr>
            <p:cNvPr id="3059" name="Google Shape;3059;p48"/>
            <p:cNvSpPr/>
            <p:nvPr/>
          </p:nvSpPr>
          <p:spPr>
            <a:xfrm>
              <a:off x="2627447" y="1670375"/>
              <a:ext cx="1782000" cy="893400"/>
            </a:xfrm>
            <a:prstGeom prst="rect">
              <a:avLst/>
            </a:prstGeom>
            <a:solidFill>
              <a:srgbClr val="F4CCCC"/>
            </a:solidFill>
            <a:ln cap="flat" cmpd="sng" w="9525">
              <a:solidFill>
                <a:srgbClr val="D9EA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0" name="Google Shape;3060;p48"/>
            <p:cNvSpPr/>
            <p:nvPr/>
          </p:nvSpPr>
          <p:spPr>
            <a:xfrm>
              <a:off x="4450520" y="1670375"/>
              <a:ext cx="1764000" cy="893400"/>
            </a:xfrm>
            <a:prstGeom prst="rect">
              <a:avLst/>
            </a:prstGeom>
            <a:solidFill>
              <a:srgbClr val="F4CCCC"/>
            </a:solidFill>
            <a:ln cap="flat" cmpd="sng" w="9525">
              <a:solidFill>
                <a:srgbClr val="F4CCC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061" name="Google Shape;3061;p48"/>
          <p:cNvSpPr/>
          <p:nvPr/>
        </p:nvSpPr>
        <p:spPr>
          <a:xfrm>
            <a:off x="1671578" y="5596051"/>
            <a:ext cx="1608900" cy="294900"/>
          </a:xfrm>
          <a:prstGeom prst="rect">
            <a:avLst/>
          </a:prstGeom>
          <a:solidFill>
            <a:srgbClr val="F4CCCC"/>
          </a:solidFill>
          <a:ln cap="flat" cmpd="sng" w="9525">
            <a:solidFill>
              <a:srgbClr val="D9EAD3"/>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s-419" sz="1000">
                <a:solidFill>
                  <a:srgbClr val="666666"/>
                </a:solidFill>
                <a:latin typeface="Arvo"/>
                <a:ea typeface="Arvo"/>
                <a:cs typeface="Arvo"/>
                <a:sym typeface="Arvo"/>
              </a:rPr>
              <a:t>Estado 1 </a:t>
            </a:r>
            <a:r>
              <a:rPr i="1" lang="es-419" sz="600">
                <a:solidFill>
                  <a:schemeClr val="dk1"/>
                </a:solidFill>
                <a:latin typeface="Arvo"/>
                <a:ea typeface="Arvo"/>
                <a:cs typeface="Arvo"/>
                <a:sym typeface="Arvo"/>
              </a:rPr>
              <a:t>&lt;ej:  Activo y no registrado&gt;</a:t>
            </a:r>
            <a:endParaRPr b="1" sz="1000">
              <a:solidFill>
                <a:srgbClr val="666666"/>
              </a:solidFill>
              <a:latin typeface="Arvo"/>
              <a:ea typeface="Arvo"/>
              <a:cs typeface="Arvo"/>
              <a:sym typeface="Arvo"/>
            </a:endParaRPr>
          </a:p>
        </p:txBody>
      </p:sp>
      <p:sp>
        <p:nvSpPr>
          <p:cNvPr id="3062" name="Google Shape;3062;p48"/>
          <p:cNvSpPr/>
          <p:nvPr/>
        </p:nvSpPr>
        <p:spPr>
          <a:xfrm>
            <a:off x="3313635" y="5596051"/>
            <a:ext cx="1597800" cy="294900"/>
          </a:xfrm>
          <a:prstGeom prst="rect">
            <a:avLst/>
          </a:prstGeom>
          <a:solidFill>
            <a:srgbClr val="F4CCCC"/>
          </a:solidFill>
          <a:ln cap="flat" cmpd="sng" w="9525">
            <a:solidFill>
              <a:srgbClr val="D9EAD3"/>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s-419" sz="1000">
                <a:solidFill>
                  <a:srgbClr val="666666"/>
                </a:solidFill>
                <a:latin typeface="Arvo"/>
                <a:ea typeface="Arvo"/>
                <a:cs typeface="Arvo"/>
                <a:sym typeface="Arvo"/>
              </a:rPr>
              <a:t>Estado 2 </a:t>
            </a:r>
            <a:r>
              <a:rPr i="1" lang="es-419" sz="600">
                <a:solidFill>
                  <a:schemeClr val="dk1"/>
                </a:solidFill>
                <a:latin typeface="Arvo"/>
                <a:ea typeface="Arvo"/>
                <a:cs typeface="Arvo"/>
                <a:sym typeface="Arvo"/>
              </a:rPr>
              <a:t>&lt;ej: en Funcionamiento&gt;</a:t>
            </a:r>
            <a:endParaRPr b="1" sz="1000">
              <a:solidFill>
                <a:srgbClr val="666666"/>
              </a:solidFill>
              <a:latin typeface="Arvo"/>
              <a:ea typeface="Arvo"/>
              <a:cs typeface="Arvo"/>
              <a:sym typeface="Arvo"/>
            </a:endParaRPr>
          </a:p>
        </p:txBody>
      </p:sp>
      <p:sp>
        <p:nvSpPr>
          <p:cNvPr id="3063" name="Google Shape;3063;p48"/>
          <p:cNvSpPr/>
          <p:nvPr/>
        </p:nvSpPr>
        <p:spPr>
          <a:xfrm>
            <a:off x="4951479" y="5603550"/>
            <a:ext cx="1608900" cy="287400"/>
          </a:xfrm>
          <a:prstGeom prst="rect">
            <a:avLst/>
          </a:prstGeom>
          <a:solidFill>
            <a:srgbClr val="F4CCCC"/>
          </a:solidFill>
          <a:ln cap="flat" cmpd="sng" w="9525">
            <a:solidFill>
              <a:srgbClr val="D9EAD3"/>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s-419" sz="1000">
                <a:solidFill>
                  <a:srgbClr val="666666"/>
                </a:solidFill>
                <a:latin typeface="Arvo"/>
                <a:ea typeface="Arvo"/>
                <a:cs typeface="Arvo"/>
                <a:sym typeface="Arvo"/>
              </a:rPr>
              <a:t>Estado 3 </a:t>
            </a:r>
            <a:r>
              <a:rPr i="1" lang="es-419" sz="600">
                <a:solidFill>
                  <a:schemeClr val="dk1"/>
                </a:solidFill>
                <a:latin typeface="Arvo"/>
                <a:ea typeface="Arvo"/>
                <a:cs typeface="Arvo"/>
                <a:sym typeface="Arvo"/>
              </a:rPr>
              <a:t>&lt;ej: Con Cupo&gt;</a:t>
            </a:r>
            <a:endParaRPr b="1" sz="1000">
              <a:solidFill>
                <a:srgbClr val="666666"/>
              </a:solidFill>
              <a:latin typeface="Arvo"/>
              <a:ea typeface="Arvo"/>
              <a:cs typeface="Arvo"/>
              <a:sym typeface="Arvo"/>
            </a:endParaRPr>
          </a:p>
        </p:txBody>
      </p:sp>
      <p:sp>
        <p:nvSpPr>
          <p:cNvPr id="3064" name="Google Shape;3064;p48"/>
          <p:cNvSpPr/>
          <p:nvPr/>
        </p:nvSpPr>
        <p:spPr>
          <a:xfrm>
            <a:off x="6593211" y="5596126"/>
            <a:ext cx="1595100" cy="294900"/>
          </a:xfrm>
          <a:prstGeom prst="rect">
            <a:avLst/>
          </a:prstGeom>
          <a:solidFill>
            <a:srgbClr val="F4CCCC"/>
          </a:solidFill>
          <a:ln cap="flat" cmpd="sng" w="9525">
            <a:solidFill>
              <a:srgbClr val="D9EAD3"/>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s-419" sz="1000">
                <a:solidFill>
                  <a:srgbClr val="666666"/>
                </a:solidFill>
                <a:latin typeface="Arvo"/>
                <a:ea typeface="Arvo"/>
                <a:cs typeface="Arvo"/>
                <a:sym typeface="Arvo"/>
              </a:rPr>
              <a:t>Estado 4 </a:t>
            </a:r>
            <a:r>
              <a:rPr i="1" lang="es-419" sz="600">
                <a:solidFill>
                  <a:schemeClr val="dk1"/>
                </a:solidFill>
                <a:latin typeface="Arvo"/>
                <a:ea typeface="Arvo"/>
                <a:cs typeface="Arvo"/>
                <a:sym typeface="Arvo"/>
              </a:rPr>
              <a:t>&lt;ej: Registrado&gt;</a:t>
            </a:r>
            <a:endParaRPr b="1" sz="1000">
              <a:solidFill>
                <a:srgbClr val="666666"/>
              </a:solidFill>
              <a:latin typeface="Arvo"/>
              <a:ea typeface="Arvo"/>
              <a:cs typeface="Arvo"/>
              <a:sym typeface="Arvo"/>
            </a:endParaRPr>
          </a:p>
        </p:txBody>
      </p:sp>
      <p:sp>
        <p:nvSpPr>
          <p:cNvPr id="3065" name="Google Shape;3065;p48"/>
          <p:cNvSpPr/>
          <p:nvPr/>
        </p:nvSpPr>
        <p:spPr>
          <a:xfrm>
            <a:off x="3313635" y="4680020"/>
            <a:ext cx="1595100" cy="287400"/>
          </a:xfrm>
          <a:prstGeom prst="rect">
            <a:avLst/>
          </a:prstGeom>
          <a:solidFill>
            <a:srgbClr val="FFF2CC"/>
          </a:solidFill>
          <a:ln cap="flat" cmpd="sng" w="9525">
            <a:solidFill>
              <a:srgbClr val="D9EAD3"/>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s-419" sz="1000">
                <a:solidFill>
                  <a:srgbClr val="666666"/>
                </a:solidFill>
                <a:latin typeface="Arvo"/>
                <a:ea typeface="Arvo"/>
                <a:cs typeface="Arvo"/>
                <a:sym typeface="Arvo"/>
              </a:rPr>
              <a:t>Entidad 2 </a:t>
            </a:r>
            <a:r>
              <a:rPr i="1" lang="es-419" sz="600">
                <a:solidFill>
                  <a:schemeClr val="dk1"/>
                </a:solidFill>
                <a:latin typeface="Arvo"/>
                <a:ea typeface="Arvo"/>
                <a:cs typeface="Arvo"/>
                <a:sym typeface="Arvo"/>
              </a:rPr>
              <a:t>&lt;ej: Colegio&gt;</a:t>
            </a:r>
            <a:endParaRPr b="1" sz="1000">
              <a:solidFill>
                <a:srgbClr val="666666"/>
              </a:solidFill>
              <a:latin typeface="Arvo"/>
              <a:ea typeface="Arvo"/>
              <a:cs typeface="Arvo"/>
              <a:sym typeface="Arvo"/>
            </a:endParaRPr>
          </a:p>
        </p:txBody>
      </p:sp>
      <p:sp>
        <p:nvSpPr>
          <p:cNvPr id="3066" name="Google Shape;3066;p48"/>
          <p:cNvSpPr txBox="1"/>
          <p:nvPr/>
        </p:nvSpPr>
        <p:spPr>
          <a:xfrm>
            <a:off x="121075" y="1356352"/>
            <a:ext cx="1514100" cy="711600"/>
          </a:xfrm>
          <a:prstGeom prst="rect">
            <a:avLst/>
          </a:prstGeom>
          <a:noFill/>
          <a:ln>
            <a:noFill/>
          </a:ln>
        </p:spPr>
        <p:txBody>
          <a:bodyPr anchorCtr="0" anchor="t" bIns="91425" lIns="91425" spcFirstLastPara="1" rIns="91425" wrap="square" tIns="91425">
            <a:noAutofit/>
          </a:bodyPr>
          <a:lstStyle/>
          <a:p>
            <a:pPr indent="0" lvl="0" marL="45720" rtl="0" algn="r">
              <a:spcBef>
                <a:spcPts val="0"/>
              </a:spcBef>
              <a:spcAft>
                <a:spcPts val="0"/>
              </a:spcAft>
              <a:buNone/>
            </a:pPr>
            <a:r>
              <a:rPr b="1" lang="es-419" sz="1000">
                <a:solidFill>
                  <a:srgbClr val="202124"/>
                </a:solidFill>
                <a:latin typeface="Arvo"/>
                <a:ea typeface="Arvo"/>
                <a:cs typeface="Arvo"/>
                <a:sym typeface="Arvo"/>
              </a:rPr>
              <a:t>Descripción de la regla: </a:t>
            </a:r>
            <a:endParaRPr b="1" sz="1000">
              <a:solidFill>
                <a:srgbClr val="202124"/>
              </a:solidFill>
              <a:latin typeface="Arvo"/>
              <a:ea typeface="Arvo"/>
              <a:cs typeface="Arvo"/>
              <a:sym typeface="Arvo"/>
            </a:endParaRPr>
          </a:p>
          <a:p>
            <a:pPr indent="0" lvl="0" marL="45720" rtl="0" algn="r">
              <a:spcBef>
                <a:spcPts val="0"/>
              </a:spcBef>
              <a:spcAft>
                <a:spcPts val="0"/>
              </a:spcAft>
              <a:buNone/>
            </a:pPr>
            <a:r>
              <a:rPr b="1" lang="es-419" sz="1000">
                <a:solidFill>
                  <a:schemeClr val="dk1"/>
                </a:solidFill>
                <a:latin typeface="Arvo"/>
                <a:ea typeface="Arvo"/>
                <a:cs typeface="Arvo"/>
                <a:sym typeface="Arvo"/>
              </a:rPr>
              <a:t>  </a:t>
            </a:r>
            <a:r>
              <a:rPr i="1" lang="es-419" sz="600">
                <a:solidFill>
                  <a:schemeClr val="dk1"/>
                </a:solidFill>
                <a:latin typeface="Arvo"/>
                <a:ea typeface="Arvo"/>
                <a:cs typeface="Arvo"/>
                <a:sym typeface="Arvo"/>
              </a:rPr>
              <a:t>&lt;e</a:t>
            </a:r>
            <a:r>
              <a:rPr b="1" i="1" lang="es-419" sz="600">
                <a:solidFill>
                  <a:schemeClr val="dk1"/>
                </a:solidFill>
                <a:latin typeface="Arvo"/>
                <a:ea typeface="Arvo"/>
                <a:cs typeface="Arvo"/>
                <a:sym typeface="Arvo"/>
              </a:rPr>
              <a:t>j: </a:t>
            </a:r>
            <a:r>
              <a:rPr i="1" lang="es-419" sz="600">
                <a:solidFill>
                  <a:schemeClr val="dk1"/>
                </a:solidFill>
                <a:latin typeface="Arvo"/>
                <a:ea typeface="Arvo"/>
                <a:cs typeface="Arvo"/>
                <a:sym typeface="Arvo"/>
              </a:rPr>
              <a:t>La regla garantiza la optimización de los recursos del estado&gt;</a:t>
            </a:r>
            <a:endParaRPr i="1" sz="600">
              <a:solidFill>
                <a:schemeClr val="hlink"/>
              </a:solidFill>
              <a:latin typeface="Arvo"/>
              <a:ea typeface="Arvo"/>
              <a:cs typeface="Arvo"/>
              <a:sym typeface="Arvo"/>
            </a:endParaRPr>
          </a:p>
        </p:txBody>
      </p:sp>
      <p:sp>
        <p:nvSpPr>
          <p:cNvPr id="3067" name="Google Shape;3067;p48"/>
          <p:cNvSpPr/>
          <p:nvPr/>
        </p:nvSpPr>
        <p:spPr>
          <a:xfrm>
            <a:off x="1621925" y="883000"/>
            <a:ext cx="8206800" cy="473400"/>
          </a:xfrm>
          <a:prstGeom prst="roundRect">
            <a:avLst>
              <a:gd fmla="val 11434"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8" name="Google Shape;3068;p48"/>
          <p:cNvSpPr txBox="1"/>
          <p:nvPr>
            <p:ph idx="5" type="subTitle"/>
          </p:nvPr>
        </p:nvSpPr>
        <p:spPr>
          <a:xfrm>
            <a:off x="1635275" y="916205"/>
            <a:ext cx="8206800" cy="402300"/>
          </a:xfrm>
          <a:prstGeom prst="rect">
            <a:avLst/>
          </a:prstGeom>
          <a:noFill/>
          <a:ln>
            <a:noFill/>
          </a:ln>
        </p:spPr>
        <p:txBody>
          <a:bodyPr anchorCtr="0" anchor="t" bIns="36000" lIns="36000" spcFirstLastPara="1" rIns="36000" wrap="square" tIns="36000">
            <a:noAutofit/>
          </a:bodyPr>
          <a:lstStyle>
            <a:lvl1pPr lvl="0">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3069" name="Google Shape;3069;p48"/>
          <p:cNvSpPr txBox="1"/>
          <p:nvPr/>
        </p:nvSpPr>
        <p:spPr>
          <a:xfrm>
            <a:off x="121075" y="822952"/>
            <a:ext cx="1514100" cy="711600"/>
          </a:xfrm>
          <a:prstGeom prst="rect">
            <a:avLst/>
          </a:prstGeom>
          <a:noFill/>
          <a:ln>
            <a:noFill/>
          </a:ln>
        </p:spPr>
        <p:txBody>
          <a:bodyPr anchorCtr="0" anchor="t" bIns="91425" lIns="91425" spcFirstLastPara="1" rIns="91425" wrap="square" tIns="91425">
            <a:noAutofit/>
          </a:bodyPr>
          <a:lstStyle/>
          <a:p>
            <a:pPr indent="0" lvl="0" marL="45720" rtl="0" algn="r">
              <a:spcBef>
                <a:spcPts val="0"/>
              </a:spcBef>
              <a:spcAft>
                <a:spcPts val="0"/>
              </a:spcAft>
              <a:buNone/>
            </a:pPr>
            <a:r>
              <a:rPr b="1" lang="es-419" sz="1000">
                <a:solidFill>
                  <a:srgbClr val="202124"/>
                </a:solidFill>
                <a:latin typeface="Arvo"/>
                <a:ea typeface="Arvo"/>
                <a:cs typeface="Arvo"/>
                <a:sym typeface="Arvo"/>
              </a:rPr>
              <a:t>Código y Nombre de la regla: </a:t>
            </a:r>
            <a:endParaRPr b="1" sz="1000">
              <a:solidFill>
                <a:srgbClr val="202124"/>
              </a:solidFill>
              <a:latin typeface="Arvo"/>
              <a:ea typeface="Arvo"/>
              <a:cs typeface="Arvo"/>
              <a:sym typeface="Arvo"/>
            </a:endParaRPr>
          </a:p>
          <a:p>
            <a:pPr indent="0" lvl="0" marL="45720" rtl="0" algn="r">
              <a:spcBef>
                <a:spcPts val="0"/>
              </a:spcBef>
              <a:spcAft>
                <a:spcPts val="0"/>
              </a:spcAft>
              <a:buNone/>
            </a:pPr>
            <a:r>
              <a:rPr b="1" lang="es-419" sz="1000">
                <a:solidFill>
                  <a:schemeClr val="dk1"/>
                </a:solidFill>
                <a:latin typeface="Arvo"/>
                <a:ea typeface="Arvo"/>
                <a:cs typeface="Arvo"/>
                <a:sym typeface="Arvo"/>
              </a:rPr>
              <a:t>  </a:t>
            </a:r>
            <a:r>
              <a:rPr i="1" lang="es-419" sz="600">
                <a:solidFill>
                  <a:schemeClr val="dk1"/>
                </a:solidFill>
                <a:latin typeface="Arvo"/>
                <a:ea typeface="Arvo"/>
                <a:cs typeface="Arvo"/>
                <a:sym typeface="Arvo"/>
              </a:rPr>
              <a:t>&lt;e</a:t>
            </a:r>
            <a:r>
              <a:rPr b="1" i="1" lang="es-419" sz="600">
                <a:solidFill>
                  <a:schemeClr val="dk1"/>
                </a:solidFill>
                <a:latin typeface="Arvo"/>
                <a:ea typeface="Arvo"/>
                <a:cs typeface="Arvo"/>
                <a:sym typeface="Arvo"/>
              </a:rPr>
              <a:t>j: </a:t>
            </a:r>
            <a:r>
              <a:rPr i="1" lang="es-419" sz="600">
                <a:solidFill>
                  <a:schemeClr val="dk1"/>
                </a:solidFill>
                <a:latin typeface="Arvo"/>
                <a:ea typeface="Arvo"/>
                <a:cs typeface="Arvo"/>
                <a:sym typeface="Arvo"/>
              </a:rPr>
              <a:t>Regla 01&gt;</a:t>
            </a:r>
            <a:endParaRPr i="1" sz="600">
              <a:solidFill>
                <a:schemeClr val="hlink"/>
              </a:solidFill>
              <a:latin typeface="Arvo"/>
              <a:ea typeface="Arvo"/>
              <a:cs typeface="Arvo"/>
              <a:sym typeface="Arvo"/>
            </a:endParaRPr>
          </a:p>
        </p:txBody>
      </p:sp>
      <p:sp>
        <p:nvSpPr>
          <p:cNvPr id="3070" name="Google Shape;3070;p48"/>
          <p:cNvSpPr txBox="1"/>
          <p:nvPr>
            <p:ph idx="6" type="subTitle"/>
          </p:nvPr>
        </p:nvSpPr>
        <p:spPr>
          <a:xfrm>
            <a:off x="1635175" y="1466748"/>
            <a:ext cx="8206800" cy="607500"/>
          </a:xfrm>
          <a:prstGeom prst="rect">
            <a:avLst/>
          </a:prstGeom>
          <a:noFill/>
          <a:ln>
            <a:noFill/>
          </a:ln>
        </p:spPr>
        <p:txBody>
          <a:bodyPr anchorCtr="0" anchor="t" bIns="36000" lIns="36000" spcFirstLastPara="1" rIns="36000" wrap="square" tIns="36000">
            <a:noAutofit/>
          </a:bodyPr>
          <a:lstStyle>
            <a:lvl1pPr lvl="0">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3071" name="Google Shape;3071;p48"/>
          <p:cNvSpPr/>
          <p:nvPr/>
        </p:nvSpPr>
        <p:spPr>
          <a:xfrm>
            <a:off x="8231895" y="4671575"/>
            <a:ext cx="1592700" cy="893400"/>
          </a:xfrm>
          <a:prstGeom prst="rect">
            <a:avLst/>
          </a:prstGeom>
          <a:solidFill>
            <a:srgbClr val="FFF2CC"/>
          </a:solidFill>
          <a:ln cap="flat" cmpd="sng" w="9525">
            <a:solidFill>
              <a:srgbClr val="F4CCC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2" name="Google Shape;3072;p48"/>
          <p:cNvSpPr/>
          <p:nvPr/>
        </p:nvSpPr>
        <p:spPr>
          <a:xfrm>
            <a:off x="8226833" y="4671570"/>
            <a:ext cx="1597800" cy="294900"/>
          </a:xfrm>
          <a:prstGeom prst="rect">
            <a:avLst/>
          </a:prstGeom>
          <a:solidFill>
            <a:srgbClr val="FFF2CC"/>
          </a:solidFill>
          <a:ln cap="flat" cmpd="sng" w="9525">
            <a:solidFill>
              <a:srgbClr val="D9EAD3"/>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s-419" sz="1000">
                <a:solidFill>
                  <a:srgbClr val="666666"/>
                </a:solidFill>
                <a:latin typeface="Arvo"/>
                <a:ea typeface="Arvo"/>
                <a:cs typeface="Arvo"/>
                <a:sym typeface="Arvo"/>
              </a:rPr>
              <a:t>Entidad 5 </a:t>
            </a:r>
            <a:r>
              <a:rPr i="1" lang="es-419" sz="600">
                <a:solidFill>
                  <a:schemeClr val="dk1"/>
                </a:solidFill>
                <a:latin typeface="Arvo"/>
                <a:ea typeface="Arvo"/>
                <a:cs typeface="Arvo"/>
                <a:sym typeface="Arvo"/>
              </a:rPr>
              <a:t>&lt;ej: Periodo&gt;</a:t>
            </a:r>
            <a:endParaRPr b="1" sz="1000">
              <a:solidFill>
                <a:srgbClr val="666666"/>
              </a:solidFill>
              <a:latin typeface="Arvo"/>
              <a:ea typeface="Arvo"/>
              <a:cs typeface="Arvo"/>
              <a:sym typeface="Arvo"/>
            </a:endParaRPr>
          </a:p>
        </p:txBody>
      </p:sp>
      <p:sp>
        <p:nvSpPr>
          <p:cNvPr id="3073" name="Google Shape;3073;p48"/>
          <p:cNvSpPr/>
          <p:nvPr/>
        </p:nvSpPr>
        <p:spPr>
          <a:xfrm>
            <a:off x="8231895" y="5595105"/>
            <a:ext cx="1592700" cy="893400"/>
          </a:xfrm>
          <a:prstGeom prst="rect">
            <a:avLst/>
          </a:prstGeom>
          <a:solidFill>
            <a:srgbClr val="F4CCCC"/>
          </a:solidFill>
          <a:ln cap="flat" cmpd="sng" w="9525">
            <a:solidFill>
              <a:srgbClr val="F4CCC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4" name="Google Shape;3074;p48"/>
          <p:cNvSpPr/>
          <p:nvPr/>
        </p:nvSpPr>
        <p:spPr>
          <a:xfrm>
            <a:off x="8229609" y="5595276"/>
            <a:ext cx="1595100" cy="294900"/>
          </a:xfrm>
          <a:prstGeom prst="rect">
            <a:avLst/>
          </a:prstGeom>
          <a:solidFill>
            <a:srgbClr val="F4CCCC"/>
          </a:solidFill>
          <a:ln cap="flat" cmpd="sng" w="9525">
            <a:solidFill>
              <a:srgbClr val="D9EAD3"/>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s-419" sz="1000">
                <a:solidFill>
                  <a:srgbClr val="666666"/>
                </a:solidFill>
                <a:latin typeface="Arvo"/>
                <a:ea typeface="Arvo"/>
                <a:cs typeface="Arvo"/>
                <a:sym typeface="Arvo"/>
              </a:rPr>
              <a:t>Estado 5 </a:t>
            </a:r>
            <a:r>
              <a:rPr i="1" lang="es-419" sz="600">
                <a:solidFill>
                  <a:schemeClr val="dk1"/>
                </a:solidFill>
                <a:latin typeface="Arvo"/>
                <a:ea typeface="Arvo"/>
                <a:cs typeface="Arvo"/>
                <a:sym typeface="Arvo"/>
              </a:rPr>
              <a:t>&lt;ej: Registrado&gt;</a:t>
            </a:r>
            <a:endParaRPr b="1" sz="1000">
              <a:solidFill>
                <a:srgbClr val="666666"/>
              </a:solidFill>
              <a:latin typeface="Arvo"/>
              <a:ea typeface="Arvo"/>
              <a:cs typeface="Arvo"/>
              <a:sym typeface="Arvo"/>
            </a:endParaRPr>
          </a:p>
        </p:txBody>
      </p:sp>
      <p:sp>
        <p:nvSpPr>
          <p:cNvPr id="3075" name="Google Shape;3075;p48"/>
          <p:cNvSpPr txBox="1"/>
          <p:nvPr>
            <p:ph idx="7" type="subTitle"/>
          </p:nvPr>
        </p:nvSpPr>
        <p:spPr>
          <a:xfrm>
            <a:off x="8258625" y="5890100"/>
            <a:ext cx="1547400" cy="572700"/>
          </a:xfrm>
          <a:prstGeom prst="rect">
            <a:avLst/>
          </a:prstGeom>
          <a:noFill/>
          <a:ln>
            <a:noFill/>
          </a:ln>
        </p:spPr>
        <p:txBody>
          <a:bodyPr anchorCtr="0" anchor="t" bIns="36000" lIns="36000" spcFirstLastPara="1" rIns="36000" wrap="square" tIns="36000">
            <a:noAutofit/>
          </a:bodyPr>
          <a:lstStyle>
            <a:lvl1pPr lvl="0">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3076" name="Google Shape;3076;p48"/>
          <p:cNvSpPr/>
          <p:nvPr/>
        </p:nvSpPr>
        <p:spPr>
          <a:xfrm>
            <a:off x="286150" y="5662100"/>
            <a:ext cx="1311300" cy="711600"/>
          </a:xfrm>
          <a:prstGeom prst="roundRect">
            <a:avLst>
              <a:gd fmla="val 9450" name="adj"/>
            </a:avLst>
          </a:prstGeom>
          <a:noFill/>
          <a:ln>
            <a:noFill/>
          </a:ln>
        </p:spPr>
        <p:txBody>
          <a:bodyPr anchorCtr="0" anchor="t" bIns="0" lIns="36000" spcFirstLastPara="1" rIns="0" wrap="square" tIns="0">
            <a:noAutofit/>
          </a:bodyPr>
          <a:lstStyle/>
          <a:p>
            <a:pPr indent="0" lvl="0" marL="0" rtl="0" algn="r">
              <a:lnSpc>
                <a:spcPct val="115000"/>
              </a:lnSpc>
              <a:spcBef>
                <a:spcPts val="0"/>
              </a:spcBef>
              <a:spcAft>
                <a:spcPts val="0"/>
              </a:spcAft>
              <a:buClr>
                <a:schemeClr val="dk1"/>
              </a:buClr>
              <a:buSzPts val="1100"/>
              <a:buFont typeface="Arial"/>
              <a:buNone/>
            </a:pPr>
            <a:r>
              <a:rPr b="1" lang="es-419" sz="1000">
                <a:solidFill>
                  <a:schemeClr val="dk1"/>
                </a:solidFill>
                <a:latin typeface="Arvo"/>
                <a:ea typeface="Arvo"/>
                <a:cs typeface="Arvo"/>
                <a:sym typeface="Arvo"/>
              </a:rPr>
              <a:t>Estado Entidades Participantes:</a:t>
            </a:r>
            <a:endParaRPr b="1" sz="1000">
              <a:solidFill>
                <a:schemeClr val="dk1"/>
              </a:solidFill>
              <a:latin typeface="Arvo"/>
              <a:ea typeface="Arvo"/>
              <a:cs typeface="Arvo"/>
              <a:sym typeface="Arvo"/>
            </a:endParaRPr>
          </a:p>
          <a:p>
            <a:pPr indent="0" lvl="0" marL="0" rtl="0" algn="r">
              <a:lnSpc>
                <a:spcPct val="115000"/>
              </a:lnSpc>
              <a:spcBef>
                <a:spcPts val="0"/>
              </a:spcBef>
              <a:spcAft>
                <a:spcPts val="0"/>
              </a:spcAft>
              <a:buClr>
                <a:schemeClr val="dk1"/>
              </a:buClr>
              <a:buSzPts val="1100"/>
              <a:buFont typeface="Arial"/>
              <a:buNone/>
            </a:pPr>
            <a:r>
              <a:rPr i="1" lang="es-419" sz="600">
                <a:solidFill>
                  <a:schemeClr val="dk1"/>
                </a:solidFill>
                <a:latin typeface="Arvo"/>
                <a:ea typeface="Arvo"/>
                <a:cs typeface="Arvo"/>
                <a:sym typeface="Arvo"/>
              </a:rPr>
              <a:t>&lt;ej:Es el estado que deben tener las entidades para que la regla se apruebe&gt;</a:t>
            </a:r>
            <a:endParaRPr b="1" sz="1000">
              <a:solidFill>
                <a:schemeClr val="dk1"/>
              </a:solidFill>
              <a:latin typeface="Arvo"/>
              <a:ea typeface="Arvo"/>
              <a:cs typeface="Arvo"/>
              <a:sym typeface="Arvo"/>
            </a:endParaRPr>
          </a:p>
        </p:txBody>
      </p:sp>
      <p:sp>
        <p:nvSpPr>
          <p:cNvPr id="3077" name="Google Shape;3077;p48"/>
          <p:cNvSpPr txBox="1"/>
          <p:nvPr>
            <p:ph idx="8" type="subTitle"/>
          </p:nvPr>
        </p:nvSpPr>
        <p:spPr>
          <a:xfrm>
            <a:off x="8250538" y="4976000"/>
            <a:ext cx="1547400" cy="572700"/>
          </a:xfrm>
          <a:prstGeom prst="rect">
            <a:avLst/>
          </a:prstGeom>
          <a:noFill/>
          <a:ln>
            <a:noFill/>
          </a:ln>
        </p:spPr>
        <p:txBody>
          <a:bodyPr anchorCtr="0" anchor="t" bIns="36000" lIns="36000" spcFirstLastPara="1" rIns="36000" wrap="square" tIns="36000">
            <a:noAutofit/>
          </a:bodyPr>
          <a:lstStyle>
            <a:lvl1pPr lvl="0">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3078" name="Google Shape;3078;p48"/>
          <p:cNvSpPr txBox="1"/>
          <p:nvPr>
            <p:ph idx="9" type="subTitle"/>
          </p:nvPr>
        </p:nvSpPr>
        <p:spPr>
          <a:xfrm>
            <a:off x="6623600" y="5890100"/>
            <a:ext cx="1547400" cy="572700"/>
          </a:xfrm>
          <a:prstGeom prst="rect">
            <a:avLst/>
          </a:prstGeom>
          <a:noFill/>
          <a:ln>
            <a:noFill/>
          </a:ln>
        </p:spPr>
        <p:txBody>
          <a:bodyPr anchorCtr="0" anchor="t" bIns="36000" lIns="36000" spcFirstLastPara="1" rIns="36000" wrap="square" tIns="36000">
            <a:noAutofit/>
          </a:bodyPr>
          <a:lstStyle>
            <a:lvl1pPr lvl="0">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3079" name="Google Shape;3079;p48"/>
          <p:cNvSpPr txBox="1"/>
          <p:nvPr>
            <p:ph idx="13" type="subTitle"/>
          </p:nvPr>
        </p:nvSpPr>
        <p:spPr>
          <a:xfrm>
            <a:off x="6615513" y="4976000"/>
            <a:ext cx="1547400" cy="572700"/>
          </a:xfrm>
          <a:prstGeom prst="rect">
            <a:avLst/>
          </a:prstGeom>
          <a:noFill/>
          <a:ln>
            <a:noFill/>
          </a:ln>
        </p:spPr>
        <p:txBody>
          <a:bodyPr anchorCtr="0" anchor="t" bIns="36000" lIns="36000" spcFirstLastPara="1" rIns="36000" wrap="square" tIns="36000">
            <a:noAutofit/>
          </a:bodyPr>
          <a:lstStyle>
            <a:lvl1pPr lvl="0">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3080" name="Google Shape;3080;p48"/>
          <p:cNvSpPr txBox="1"/>
          <p:nvPr>
            <p:ph idx="14" type="subTitle"/>
          </p:nvPr>
        </p:nvSpPr>
        <p:spPr>
          <a:xfrm>
            <a:off x="4982225" y="5899625"/>
            <a:ext cx="1547400" cy="572700"/>
          </a:xfrm>
          <a:prstGeom prst="rect">
            <a:avLst/>
          </a:prstGeom>
          <a:noFill/>
          <a:ln>
            <a:noFill/>
          </a:ln>
        </p:spPr>
        <p:txBody>
          <a:bodyPr anchorCtr="0" anchor="t" bIns="36000" lIns="36000" spcFirstLastPara="1" rIns="36000" wrap="square" tIns="36000">
            <a:noAutofit/>
          </a:bodyPr>
          <a:lstStyle>
            <a:lvl1pPr lvl="0">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3081" name="Google Shape;3081;p48"/>
          <p:cNvSpPr txBox="1"/>
          <p:nvPr>
            <p:ph idx="15" type="subTitle"/>
          </p:nvPr>
        </p:nvSpPr>
        <p:spPr>
          <a:xfrm>
            <a:off x="4974138" y="4985525"/>
            <a:ext cx="1547400" cy="572700"/>
          </a:xfrm>
          <a:prstGeom prst="rect">
            <a:avLst/>
          </a:prstGeom>
          <a:noFill/>
          <a:ln>
            <a:noFill/>
          </a:ln>
        </p:spPr>
        <p:txBody>
          <a:bodyPr anchorCtr="0" anchor="t" bIns="36000" lIns="36000" spcFirstLastPara="1" rIns="36000" wrap="square" tIns="36000">
            <a:noAutofit/>
          </a:bodyPr>
          <a:lstStyle>
            <a:lvl1pPr lvl="0">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3082" name="Google Shape;3082;p48"/>
          <p:cNvSpPr txBox="1"/>
          <p:nvPr>
            <p:ph idx="16" type="subTitle"/>
          </p:nvPr>
        </p:nvSpPr>
        <p:spPr>
          <a:xfrm>
            <a:off x="3337275" y="5899625"/>
            <a:ext cx="1547400" cy="572700"/>
          </a:xfrm>
          <a:prstGeom prst="rect">
            <a:avLst/>
          </a:prstGeom>
          <a:noFill/>
          <a:ln>
            <a:noFill/>
          </a:ln>
        </p:spPr>
        <p:txBody>
          <a:bodyPr anchorCtr="0" anchor="t" bIns="36000" lIns="36000" spcFirstLastPara="1" rIns="36000" wrap="square" tIns="36000">
            <a:noAutofit/>
          </a:bodyPr>
          <a:lstStyle>
            <a:lvl1pPr lvl="0">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3083" name="Google Shape;3083;p48"/>
          <p:cNvSpPr txBox="1"/>
          <p:nvPr>
            <p:ph idx="17" type="subTitle"/>
          </p:nvPr>
        </p:nvSpPr>
        <p:spPr>
          <a:xfrm>
            <a:off x="3329188" y="4985525"/>
            <a:ext cx="1547400" cy="572700"/>
          </a:xfrm>
          <a:prstGeom prst="rect">
            <a:avLst/>
          </a:prstGeom>
          <a:noFill/>
          <a:ln>
            <a:noFill/>
          </a:ln>
        </p:spPr>
        <p:txBody>
          <a:bodyPr anchorCtr="0" anchor="t" bIns="36000" lIns="36000" spcFirstLastPara="1" rIns="36000" wrap="square" tIns="36000">
            <a:noAutofit/>
          </a:bodyPr>
          <a:lstStyle>
            <a:lvl1pPr lvl="0">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3084" name="Google Shape;3084;p48"/>
          <p:cNvSpPr txBox="1"/>
          <p:nvPr>
            <p:ph idx="18" type="subTitle"/>
          </p:nvPr>
        </p:nvSpPr>
        <p:spPr>
          <a:xfrm>
            <a:off x="1709688" y="5899625"/>
            <a:ext cx="1547400" cy="572700"/>
          </a:xfrm>
          <a:prstGeom prst="rect">
            <a:avLst/>
          </a:prstGeom>
          <a:noFill/>
          <a:ln>
            <a:noFill/>
          </a:ln>
        </p:spPr>
        <p:txBody>
          <a:bodyPr anchorCtr="0" anchor="t" bIns="36000" lIns="36000" spcFirstLastPara="1" rIns="36000" wrap="square" tIns="36000">
            <a:noAutofit/>
          </a:bodyPr>
          <a:lstStyle>
            <a:lvl1pPr lvl="0">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3085" name="Google Shape;3085;p48"/>
          <p:cNvSpPr txBox="1"/>
          <p:nvPr>
            <p:ph idx="19" type="subTitle"/>
          </p:nvPr>
        </p:nvSpPr>
        <p:spPr>
          <a:xfrm>
            <a:off x="1701600" y="4985525"/>
            <a:ext cx="1547400" cy="572700"/>
          </a:xfrm>
          <a:prstGeom prst="rect">
            <a:avLst/>
          </a:prstGeom>
          <a:noFill/>
          <a:ln>
            <a:noFill/>
          </a:ln>
        </p:spPr>
        <p:txBody>
          <a:bodyPr anchorCtr="0" anchor="t" bIns="36000" lIns="36000" spcFirstLastPara="1" rIns="36000" wrap="square" tIns="36000">
            <a:noAutofit/>
          </a:bodyPr>
          <a:lstStyle>
            <a:lvl1pPr lvl="0">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cxnSp>
        <p:nvCxnSpPr>
          <p:cNvPr id="3086" name="Google Shape;3086;p48"/>
          <p:cNvCxnSpPr/>
          <p:nvPr/>
        </p:nvCxnSpPr>
        <p:spPr>
          <a:xfrm flipH="1">
            <a:off x="3295713" y="4675275"/>
            <a:ext cx="4200" cy="1810800"/>
          </a:xfrm>
          <a:prstGeom prst="straightConnector1">
            <a:avLst/>
          </a:prstGeom>
          <a:noFill/>
          <a:ln cap="flat" cmpd="sng" w="28575">
            <a:solidFill>
              <a:srgbClr val="B7B7B7"/>
            </a:solidFill>
            <a:prstDash val="solid"/>
            <a:round/>
            <a:headEnd len="sm" w="sm" type="none"/>
            <a:tailEnd len="sm" w="sm" type="none"/>
          </a:ln>
        </p:spPr>
      </p:cxnSp>
      <p:cxnSp>
        <p:nvCxnSpPr>
          <p:cNvPr id="3087" name="Google Shape;3087;p48"/>
          <p:cNvCxnSpPr/>
          <p:nvPr/>
        </p:nvCxnSpPr>
        <p:spPr>
          <a:xfrm flipH="1">
            <a:off x="4928413" y="4673763"/>
            <a:ext cx="4200" cy="1810800"/>
          </a:xfrm>
          <a:prstGeom prst="straightConnector1">
            <a:avLst/>
          </a:prstGeom>
          <a:noFill/>
          <a:ln cap="flat" cmpd="sng" w="28575">
            <a:solidFill>
              <a:srgbClr val="B7B7B7"/>
            </a:solidFill>
            <a:prstDash val="solid"/>
            <a:round/>
            <a:headEnd len="sm" w="sm" type="none"/>
            <a:tailEnd len="sm" w="sm" type="none"/>
          </a:ln>
        </p:spPr>
      </p:cxnSp>
      <p:cxnSp>
        <p:nvCxnSpPr>
          <p:cNvPr id="3088" name="Google Shape;3088;p48"/>
          <p:cNvCxnSpPr/>
          <p:nvPr/>
        </p:nvCxnSpPr>
        <p:spPr>
          <a:xfrm flipH="1">
            <a:off x="6574676" y="4675263"/>
            <a:ext cx="4200" cy="1810800"/>
          </a:xfrm>
          <a:prstGeom prst="straightConnector1">
            <a:avLst/>
          </a:prstGeom>
          <a:noFill/>
          <a:ln cap="flat" cmpd="sng" w="28575">
            <a:solidFill>
              <a:srgbClr val="B7B7B7"/>
            </a:solidFill>
            <a:prstDash val="solid"/>
            <a:round/>
            <a:headEnd len="sm" w="sm" type="none"/>
            <a:tailEnd len="sm" w="sm" type="none"/>
          </a:ln>
        </p:spPr>
      </p:cxnSp>
      <p:cxnSp>
        <p:nvCxnSpPr>
          <p:cNvPr id="3089" name="Google Shape;3089;p48"/>
          <p:cNvCxnSpPr/>
          <p:nvPr/>
        </p:nvCxnSpPr>
        <p:spPr>
          <a:xfrm flipH="1">
            <a:off x="8210076" y="4677525"/>
            <a:ext cx="4200" cy="1810800"/>
          </a:xfrm>
          <a:prstGeom prst="straightConnector1">
            <a:avLst/>
          </a:prstGeom>
          <a:noFill/>
          <a:ln cap="flat" cmpd="sng" w="28575">
            <a:solidFill>
              <a:srgbClr val="B7B7B7"/>
            </a:solidFill>
            <a:prstDash val="solid"/>
            <a:round/>
            <a:headEnd len="sm" w="sm" type="none"/>
            <a:tailEnd len="sm" w="sm" type="none"/>
          </a:ln>
        </p:spPr>
      </p:cxnSp>
      <p:sp>
        <p:nvSpPr>
          <p:cNvPr id="3090" name="Google Shape;3090;p48"/>
          <p:cNvSpPr txBox="1"/>
          <p:nvPr>
            <p:ph idx="20" type="body"/>
          </p:nvPr>
        </p:nvSpPr>
        <p:spPr>
          <a:xfrm>
            <a:off x="641150" y="612125"/>
            <a:ext cx="1770300" cy="160500"/>
          </a:xfrm>
          <a:prstGeom prst="rect">
            <a:avLst/>
          </a:prstGeom>
          <a:noFill/>
          <a:ln>
            <a:noFill/>
          </a:ln>
        </p:spPr>
        <p:txBody>
          <a:bodyPr anchorCtr="0" anchor="t" bIns="0" lIns="0" spcFirstLastPara="1" rIns="0" wrap="square" tIns="0">
            <a:noAutofit/>
          </a:bodyPr>
          <a:lstStyle>
            <a:lvl1pPr indent="-292100" lvl="0" marL="457200" algn="ctr">
              <a:spcBef>
                <a:spcPts val="0"/>
              </a:spcBef>
              <a:spcAft>
                <a:spcPts val="0"/>
              </a:spcAft>
              <a:buClr>
                <a:srgbClr val="FFFFFF"/>
              </a:buClr>
              <a:buSzPts val="1000"/>
              <a:buChar char="●"/>
              <a:defRPr sz="1000">
                <a:solidFill>
                  <a:srgbClr val="FFFFFF"/>
                </a:solidFill>
              </a:defRPr>
            </a:lvl1pPr>
            <a:lvl2pPr indent="-292100" lvl="1" marL="914400" algn="ctr">
              <a:spcBef>
                <a:spcPts val="0"/>
              </a:spcBef>
              <a:spcAft>
                <a:spcPts val="0"/>
              </a:spcAft>
              <a:buClr>
                <a:srgbClr val="FFFFFF"/>
              </a:buClr>
              <a:buSzPts val="1000"/>
              <a:buChar char="○"/>
              <a:defRPr sz="1000">
                <a:solidFill>
                  <a:srgbClr val="FFFFFF"/>
                </a:solidFill>
              </a:defRPr>
            </a:lvl2pPr>
            <a:lvl3pPr indent="-292100" lvl="2" marL="1371600" algn="ctr">
              <a:spcBef>
                <a:spcPts val="0"/>
              </a:spcBef>
              <a:spcAft>
                <a:spcPts val="0"/>
              </a:spcAft>
              <a:buClr>
                <a:srgbClr val="FFFFFF"/>
              </a:buClr>
              <a:buSzPts val="1000"/>
              <a:buChar char="■"/>
              <a:defRPr sz="1000">
                <a:solidFill>
                  <a:srgbClr val="FFFFFF"/>
                </a:solidFill>
              </a:defRPr>
            </a:lvl3pPr>
            <a:lvl4pPr indent="-292100" lvl="3" marL="1828800" algn="ctr">
              <a:spcBef>
                <a:spcPts val="0"/>
              </a:spcBef>
              <a:spcAft>
                <a:spcPts val="0"/>
              </a:spcAft>
              <a:buClr>
                <a:srgbClr val="FFFFFF"/>
              </a:buClr>
              <a:buSzPts val="1000"/>
              <a:buChar char="●"/>
              <a:defRPr sz="1000">
                <a:solidFill>
                  <a:srgbClr val="FFFFFF"/>
                </a:solidFill>
              </a:defRPr>
            </a:lvl4pPr>
            <a:lvl5pPr indent="-292100" lvl="4" marL="2286000" algn="ctr">
              <a:spcBef>
                <a:spcPts val="0"/>
              </a:spcBef>
              <a:spcAft>
                <a:spcPts val="0"/>
              </a:spcAft>
              <a:buClr>
                <a:srgbClr val="FFFFFF"/>
              </a:buClr>
              <a:buSzPts val="1000"/>
              <a:buChar char="○"/>
              <a:defRPr sz="1000">
                <a:solidFill>
                  <a:srgbClr val="FFFFFF"/>
                </a:solidFill>
              </a:defRPr>
            </a:lvl5pPr>
            <a:lvl6pPr indent="-292100" lvl="5" marL="2743200" algn="ctr">
              <a:spcBef>
                <a:spcPts val="0"/>
              </a:spcBef>
              <a:spcAft>
                <a:spcPts val="0"/>
              </a:spcAft>
              <a:buClr>
                <a:srgbClr val="FFFFFF"/>
              </a:buClr>
              <a:buSzPts val="1000"/>
              <a:buChar char="■"/>
              <a:defRPr sz="1000">
                <a:solidFill>
                  <a:srgbClr val="FFFFFF"/>
                </a:solidFill>
              </a:defRPr>
            </a:lvl6pPr>
            <a:lvl7pPr indent="-292100" lvl="6" marL="3200400" algn="ctr">
              <a:spcBef>
                <a:spcPts val="0"/>
              </a:spcBef>
              <a:spcAft>
                <a:spcPts val="0"/>
              </a:spcAft>
              <a:buClr>
                <a:srgbClr val="FFFFFF"/>
              </a:buClr>
              <a:buSzPts val="1000"/>
              <a:buChar char="●"/>
              <a:defRPr sz="1000">
                <a:solidFill>
                  <a:srgbClr val="FFFFFF"/>
                </a:solidFill>
              </a:defRPr>
            </a:lvl7pPr>
            <a:lvl8pPr indent="-292100" lvl="7" marL="3657600" algn="ctr">
              <a:spcBef>
                <a:spcPts val="0"/>
              </a:spcBef>
              <a:spcAft>
                <a:spcPts val="0"/>
              </a:spcAft>
              <a:buClr>
                <a:srgbClr val="FFFFFF"/>
              </a:buClr>
              <a:buSzPts val="1000"/>
              <a:buChar char="○"/>
              <a:defRPr sz="1000">
                <a:solidFill>
                  <a:srgbClr val="FFFFFF"/>
                </a:solidFill>
              </a:defRPr>
            </a:lvl8pPr>
            <a:lvl9pPr indent="-292100" lvl="8" marL="4114800" algn="ctr">
              <a:spcBef>
                <a:spcPts val="0"/>
              </a:spcBef>
              <a:spcAft>
                <a:spcPts val="0"/>
              </a:spcAft>
              <a:buClr>
                <a:srgbClr val="FFFFFF"/>
              </a:buClr>
              <a:buSzPts val="1000"/>
              <a:buChar char="■"/>
              <a:defRPr sz="1000">
                <a:solidFill>
                  <a:srgbClr val="FFFFFF"/>
                </a:solidFill>
              </a:defRPr>
            </a:lvl9pPr>
          </a:lstStyle>
          <a:p/>
        </p:txBody>
      </p:sp>
      <p:sp>
        <p:nvSpPr>
          <p:cNvPr id="3091" name="Google Shape;3091;p48"/>
          <p:cNvSpPr txBox="1"/>
          <p:nvPr/>
        </p:nvSpPr>
        <p:spPr>
          <a:xfrm>
            <a:off x="84825" y="598125"/>
            <a:ext cx="595500" cy="205800"/>
          </a:xfrm>
          <a:prstGeom prst="rect">
            <a:avLst/>
          </a:prstGeom>
          <a:noFill/>
          <a:ln>
            <a:noFill/>
          </a:ln>
        </p:spPr>
        <p:txBody>
          <a:bodyPr anchorCtr="0" anchor="t" bIns="18000" lIns="18000" spcFirstLastPara="1" rIns="18000" wrap="square" tIns="18000">
            <a:spAutoFit/>
          </a:bodyPr>
          <a:lstStyle/>
          <a:p>
            <a:pPr indent="0" lvl="0" marL="0" rtl="0" algn="l">
              <a:spcBef>
                <a:spcPts val="0"/>
              </a:spcBef>
              <a:spcAft>
                <a:spcPts val="0"/>
              </a:spcAft>
              <a:buNone/>
            </a:pPr>
            <a:r>
              <a:rPr lang="es-419" sz="1100">
                <a:solidFill>
                  <a:srgbClr val="FFFFFF"/>
                </a:solidFill>
              </a:rPr>
              <a:t>Nombre:</a:t>
            </a:r>
            <a:endParaRPr sz="1100">
              <a:solidFill>
                <a:srgbClr val="FFFFFF"/>
              </a:solidFill>
            </a:endParaRPr>
          </a:p>
        </p:txBody>
      </p:sp>
    </p:spTree>
  </p:cSld>
  <p:clrMapOvr>
    <a:masterClrMapping/>
  </p:clrMapOvr>
</p:sldLayout>
</file>

<file path=ppt/slideLayouts/slideLayout4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0.4 Estructura de Proceso">
  <p:cSld name="TITLE_3_6_1_1">
    <p:spTree>
      <p:nvGrpSpPr>
        <p:cNvPr id="3092" name="Shape 3092"/>
        <p:cNvGrpSpPr/>
        <p:nvPr/>
      </p:nvGrpSpPr>
      <p:grpSpPr>
        <a:xfrm>
          <a:off x="0" y="0"/>
          <a:ext cx="0" cy="0"/>
          <a:chOff x="0" y="0"/>
          <a:chExt cx="0" cy="0"/>
        </a:xfrm>
      </p:grpSpPr>
      <p:sp>
        <p:nvSpPr>
          <p:cNvPr id="3093" name="Google Shape;3093;p49"/>
          <p:cNvSpPr/>
          <p:nvPr/>
        </p:nvSpPr>
        <p:spPr>
          <a:xfrm>
            <a:off x="77688" y="358938"/>
            <a:ext cx="9935700" cy="6438000"/>
          </a:xfrm>
          <a:prstGeom prst="roundRect">
            <a:avLst>
              <a:gd fmla="val 2618" name="adj"/>
            </a:avLst>
          </a:prstGeom>
          <a:solidFill>
            <a:srgbClr val="FFFFFF"/>
          </a:solidFill>
          <a:ln cap="flat" cmpd="sng" w="38100">
            <a:solidFill>
              <a:srgbClr val="000000"/>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094" name="Google Shape;3094;p49"/>
          <p:cNvCxnSpPr/>
          <p:nvPr/>
        </p:nvCxnSpPr>
        <p:spPr>
          <a:xfrm>
            <a:off x="77688" y="772614"/>
            <a:ext cx="9935700" cy="0"/>
          </a:xfrm>
          <a:prstGeom prst="straightConnector1">
            <a:avLst/>
          </a:prstGeom>
          <a:noFill/>
          <a:ln cap="flat" cmpd="sng" w="19050">
            <a:solidFill>
              <a:srgbClr val="000000"/>
            </a:solidFill>
            <a:prstDash val="solid"/>
            <a:round/>
            <a:headEnd len="med" w="med" type="none"/>
            <a:tailEnd len="med" w="med" type="none"/>
          </a:ln>
        </p:spPr>
      </p:cxnSp>
      <p:cxnSp>
        <p:nvCxnSpPr>
          <p:cNvPr id="3095" name="Google Shape;3095;p49"/>
          <p:cNvCxnSpPr/>
          <p:nvPr/>
        </p:nvCxnSpPr>
        <p:spPr>
          <a:xfrm rot="10800000">
            <a:off x="2439038" y="368188"/>
            <a:ext cx="0" cy="402300"/>
          </a:xfrm>
          <a:prstGeom prst="straightConnector1">
            <a:avLst/>
          </a:prstGeom>
          <a:noFill/>
          <a:ln cap="flat" cmpd="sng" w="19050">
            <a:solidFill>
              <a:srgbClr val="000000"/>
            </a:solidFill>
            <a:prstDash val="solid"/>
            <a:round/>
            <a:headEnd len="med" w="med" type="none"/>
            <a:tailEnd len="med" w="med" type="none"/>
          </a:ln>
        </p:spPr>
      </p:cxnSp>
      <p:sp>
        <p:nvSpPr>
          <p:cNvPr id="3096" name="Google Shape;3096;p49"/>
          <p:cNvSpPr/>
          <p:nvPr/>
        </p:nvSpPr>
        <p:spPr>
          <a:xfrm>
            <a:off x="77688" y="349338"/>
            <a:ext cx="2361300" cy="421200"/>
          </a:xfrm>
          <a:prstGeom prst="roundRect">
            <a:avLst>
              <a:gd fmla="val 50000" name="adj"/>
            </a:avLst>
          </a:prstGeom>
          <a:solidFill>
            <a:srgbClr val="000000"/>
          </a:solidFill>
          <a:ln cap="flat" cmpd="sng" w="9525">
            <a:solidFill>
              <a:srgbClr val="000000"/>
            </a:solidFill>
            <a:prstDash val="solid"/>
            <a:round/>
            <a:headEnd len="sm" w="sm" type="none"/>
            <a:tailEnd len="sm" w="sm" type="none"/>
          </a:ln>
        </p:spPr>
        <p:txBody>
          <a:bodyPr anchorCtr="0" anchor="ctr" bIns="91425" lIns="0" spcFirstLastPara="1" rIns="0" wrap="square" tIns="91425">
            <a:noAutofit/>
          </a:bodyPr>
          <a:lstStyle/>
          <a:p>
            <a:pPr indent="0" lvl="0" marL="0" rtl="0" algn="ctr">
              <a:spcBef>
                <a:spcPts val="0"/>
              </a:spcBef>
              <a:spcAft>
                <a:spcPts val="0"/>
              </a:spcAft>
              <a:buNone/>
            </a:pPr>
            <a:r>
              <a:rPr b="1" lang="es-419" sz="1100">
                <a:solidFill>
                  <a:srgbClr val="FFFFFF"/>
                </a:solidFill>
              </a:rPr>
              <a:t>Estructura de Procesos</a:t>
            </a:r>
            <a:endParaRPr b="1" sz="1100">
              <a:solidFill>
                <a:srgbClr val="FFFFFF"/>
              </a:solidFill>
            </a:endParaRPr>
          </a:p>
          <a:p>
            <a:pPr indent="0" lvl="0" marL="0" rtl="0" algn="ctr">
              <a:spcBef>
                <a:spcPts val="0"/>
              </a:spcBef>
              <a:spcAft>
                <a:spcPts val="0"/>
              </a:spcAft>
              <a:buNone/>
            </a:pPr>
            <a:r>
              <a:t/>
            </a:r>
            <a:endParaRPr b="1" sz="1200">
              <a:solidFill>
                <a:srgbClr val="FFFFFF"/>
              </a:solidFill>
            </a:endParaRPr>
          </a:p>
        </p:txBody>
      </p:sp>
      <p:sp>
        <p:nvSpPr>
          <p:cNvPr id="3097" name="Google Shape;3097;p49"/>
          <p:cNvSpPr/>
          <p:nvPr/>
        </p:nvSpPr>
        <p:spPr>
          <a:xfrm>
            <a:off x="83988" y="595504"/>
            <a:ext cx="190200" cy="1692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8" name="Google Shape;3098;p49"/>
          <p:cNvSpPr/>
          <p:nvPr/>
        </p:nvSpPr>
        <p:spPr>
          <a:xfrm>
            <a:off x="2350598" y="358950"/>
            <a:ext cx="88500" cy="4023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9" name="Google Shape;3099;p49"/>
          <p:cNvSpPr/>
          <p:nvPr/>
        </p:nvSpPr>
        <p:spPr>
          <a:xfrm>
            <a:off x="2277739" y="663750"/>
            <a:ext cx="88500" cy="1089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0" name="Google Shape;3100;p49"/>
          <p:cNvSpPr txBox="1"/>
          <p:nvPr/>
        </p:nvSpPr>
        <p:spPr>
          <a:xfrm>
            <a:off x="2524025" y="387675"/>
            <a:ext cx="15012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Unid. Organizacional:</a:t>
            </a:r>
            <a:endParaRPr b="1" sz="1100"/>
          </a:p>
        </p:txBody>
      </p:sp>
      <p:sp>
        <p:nvSpPr>
          <p:cNvPr id="3101" name="Google Shape;3101;p49"/>
          <p:cNvSpPr txBox="1"/>
          <p:nvPr/>
        </p:nvSpPr>
        <p:spPr>
          <a:xfrm>
            <a:off x="2524020" y="579550"/>
            <a:ext cx="6846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Alcance:</a:t>
            </a:r>
            <a:endParaRPr b="1" sz="1100"/>
          </a:p>
        </p:txBody>
      </p:sp>
      <p:sp>
        <p:nvSpPr>
          <p:cNvPr id="3102" name="Google Shape;3102;p49"/>
          <p:cNvSpPr txBox="1"/>
          <p:nvPr>
            <p:ph type="title"/>
          </p:nvPr>
        </p:nvSpPr>
        <p:spPr>
          <a:xfrm flipH="1">
            <a:off x="4025374" y="387675"/>
            <a:ext cx="5863200" cy="1692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000"/>
              <a:buNone/>
              <a:defRPr sz="1000">
                <a:solidFill>
                  <a:srgbClr val="000000"/>
                </a:solidFill>
              </a:defRPr>
            </a:lvl1pPr>
            <a:lvl2pPr lvl="1">
              <a:spcBef>
                <a:spcPts val="0"/>
              </a:spcBef>
              <a:spcAft>
                <a:spcPts val="0"/>
              </a:spcAft>
              <a:buClr>
                <a:srgbClr val="000000"/>
              </a:buClr>
              <a:buSzPts val="1000"/>
              <a:buNone/>
              <a:defRPr sz="1000">
                <a:solidFill>
                  <a:srgbClr val="000000"/>
                </a:solidFill>
              </a:defRPr>
            </a:lvl2pPr>
            <a:lvl3pPr lvl="2">
              <a:spcBef>
                <a:spcPts val="0"/>
              </a:spcBef>
              <a:spcAft>
                <a:spcPts val="0"/>
              </a:spcAft>
              <a:buClr>
                <a:srgbClr val="000000"/>
              </a:buClr>
              <a:buSzPts val="1000"/>
              <a:buNone/>
              <a:defRPr sz="1000">
                <a:solidFill>
                  <a:srgbClr val="000000"/>
                </a:solidFill>
              </a:defRPr>
            </a:lvl3pPr>
            <a:lvl4pPr lvl="3">
              <a:spcBef>
                <a:spcPts val="0"/>
              </a:spcBef>
              <a:spcAft>
                <a:spcPts val="0"/>
              </a:spcAft>
              <a:buClr>
                <a:srgbClr val="000000"/>
              </a:buClr>
              <a:buSzPts val="1000"/>
              <a:buNone/>
              <a:defRPr sz="1000">
                <a:solidFill>
                  <a:srgbClr val="000000"/>
                </a:solidFill>
              </a:defRPr>
            </a:lvl4pPr>
            <a:lvl5pPr lvl="4">
              <a:spcBef>
                <a:spcPts val="0"/>
              </a:spcBef>
              <a:spcAft>
                <a:spcPts val="0"/>
              </a:spcAft>
              <a:buClr>
                <a:srgbClr val="000000"/>
              </a:buClr>
              <a:buSzPts val="1000"/>
              <a:buNone/>
              <a:defRPr sz="1000">
                <a:solidFill>
                  <a:srgbClr val="000000"/>
                </a:solidFill>
              </a:defRPr>
            </a:lvl5pPr>
            <a:lvl6pPr lvl="5">
              <a:spcBef>
                <a:spcPts val="0"/>
              </a:spcBef>
              <a:spcAft>
                <a:spcPts val="0"/>
              </a:spcAft>
              <a:buClr>
                <a:srgbClr val="000000"/>
              </a:buClr>
              <a:buSzPts val="1000"/>
              <a:buNone/>
              <a:defRPr sz="1000">
                <a:solidFill>
                  <a:srgbClr val="000000"/>
                </a:solidFill>
              </a:defRPr>
            </a:lvl6pPr>
            <a:lvl7pPr lvl="6">
              <a:spcBef>
                <a:spcPts val="0"/>
              </a:spcBef>
              <a:spcAft>
                <a:spcPts val="0"/>
              </a:spcAft>
              <a:buClr>
                <a:srgbClr val="000000"/>
              </a:buClr>
              <a:buSzPts val="1000"/>
              <a:buNone/>
              <a:defRPr sz="1000">
                <a:solidFill>
                  <a:srgbClr val="000000"/>
                </a:solidFill>
              </a:defRPr>
            </a:lvl7pPr>
            <a:lvl8pPr lvl="7">
              <a:spcBef>
                <a:spcPts val="0"/>
              </a:spcBef>
              <a:spcAft>
                <a:spcPts val="0"/>
              </a:spcAft>
              <a:buClr>
                <a:srgbClr val="000000"/>
              </a:buClr>
              <a:buSzPts val="1000"/>
              <a:buNone/>
              <a:defRPr sz="1000">
                <a:solidFill>
                  <a:srgbClr val="000000"/>
                </a:solidFill>
              </a:defRPr>
            </a:lvl8pPr>
            <a:lvl9pPr lvl="8">
              <a:spcBef>
                <a:spcPts val="0"/>
              </a:spcBef>
              <a:spcAft>
                <a:spcPts val="0"/>
              </a:spcAft>
              <a:buClr>
                <a:srgbClr val="000000"/>
              </a:buClr>
              <a:buSzPts val="1000"/>
              <a:buNone/>
              <a:defRPr sz="1000">
                <a:solidFill>
                  <a:srgbClr val="000000"/>
                </a:solidFill>
              </a:defRPr>
            </a:lvl9pPr>
          </a:lstStyle>
          <a:p/>
        </p:txBody>
      </p:sp>
      <p:sp>
        <p:nvSpPr>
          <p:cNvPr id="3103" name="Google Shape;3103;p49"/>
          <p:cNvSpPr txBox="1"/>
          <p:nvPr>
            <p:ph idx="2" type="title"/>
          </p:nvPr>
        </p:nvSpPr>
        <p:spPr>
          <a:xfrm flipH="1">
            <a:off x="3208773" y="579550"/>
            <a:ext cx="6679800" cy="1692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000"/>
              <a:buNone/>
              <a:defRPr sz="1000">
                <a:solidFill>
                  <a:srgbClr val="000000"/>
                </a:solidFill>
              </a:defRPr>
            </a:lvl1pPr>
            <a:lvl2pPr lvl="1">
              <a:spcBef>
                <a:spcPts val="0"/>
              </a:spcBef>
              <a:spcAft>
                <a:spcPts val="0"/>
              </a:spcAft>
              <a:buClr>
                <a:srgbClr val="000000"/>
              </a:buClr>
              <a:buSzPts val="1000"/>
              <a:buNone/>
              <a:defRPr sz="1000">
                <a:solidFill>
                  <a:srgbClr val="000000"/>
                </a:solidFill>
              </a:defRPr>
            </a:lvl2pPr>
            <a:lvl3pPr lvl="2">
              <a:spcBef>
                <a:spcPts val="0"/>
              </a:spcBef>
              <a:spcAft>
                <a:spcPts val="0"/>
              </a:spcAft>
              <a:buClr>
                <a:srgbClr val="000000"/>
              </a:buClr>
              <a:buSzPts val="1000"/>
              <a:buNone/>
              <a:defRPr sz="1000">
                <a:solidFill>
                  <a:srgbClr val="000000"/>
                </a:solidFill>
              </a:defRPr>
            </a:lvl3pPr>
            <a:lvl4pPr lvl="3">
              <a:spcBef>
                <a:spcPts val="0"/>
              </a:spcBef>
              <a:spcAft>
                <a:spcPts val="0"/>
              </a:spcAft>
              <a:buClr>
                <a:srgbClr val="000000"/>
              </a:buClr>
              <a:buSzPts val="1000"/>
              <a:buNone/>
              <a:defRPr sz="1000">
                <a:solidFill>
                  <a:srgbClr val="000000"/>
                </a:solidFill>
              </a:defRPr>
            </a:lvl4pPr>
            <a:lvl5pPr lvl="4">
              <a:spcBef>
                <a:spcPts val="0"/>
              </a:spcBef>
              <a:spcAft>
                <a:spcPts val="0"/>
              </a:spcAft>
              <a:buClr>
                <a:srgbClr val="000000"/>
              </a:buClr>
              <a:buSzPts val="1000"/>
              <a:buNone/>
              <a:defRPr sz="1000">
                <a:solidFill>
                  <a:srgbClr val="000000"/>
                </a:solidFill>
              </a:defRPr>
            </a:lvl5pPr>
            <a:lvl6pPr lvl="5">
              <a:spcBef>
                <a:spcPts val="0"/>
              </a:spcBef>
              <a:spcAft>
                <a:spcPts val="0"/>
              </a:spcAft>
              <a:buClr>
                <a:srgbClr val="000000"/>
              </a:buClr>
              <a:buSzPts val="1000"/>
              <a:buNone/>
              <a:defRPr sz="1000">
                <a:solidFill>
                  <a:srgbClr val="000000"/>
                </a:solidFill>
              </a:defRPr>
            </a:lvl6pPr>
            <a:lvl7pPr lvl="6">
              <a:spcBef>
                <a:spcPts val="0"/>
              </a:spcBef>
              <a:spcAft>
                <a:spcPts val="0"/>
              </a:spcAft>
              <a:buClr>
                <a:srgbClr val="000000"/>
              </a:buClr>
              <a:buSzPts val="1000"/>
              <a:buNone/>
              <a:defRPr sz="1000">
                <a:solidFill>
                  <a:srgbClr val="000000"/>
                </a:solidFill>
              </a:defRPr>
            </a:lvl7pPr>
            <a:lvl8pPr lvl="7">
              <a:spcBef>
                <a:spcPts val="0"/>
              </a:spcBef>
              <a:spcAft>
                <a:spcPts val="0"/>
              </a:spcAft>
              <a:buClr>
                <a:srgbClr val="000000"/>
              </a:buClr>
              <a:buSzPts val="1000"/>
              <a:buNone/>
              <a:defRPr sz="1000">
                <a:solidFill>
                  <a:srgbClr val="000000"/>
                </a:solidFill>
              </a:defRPr>
            </a:lvl8pPr>
            <a:lvl9pPr lvl="8">
              <a:spcBef>
                <a:spcPts val="0"/>
              </a:spcBef>
              <a:spcAft>
                <a:spcPts val="0"/>
              </a:spcAft>
              <a:buClr>
                <a:srgbClr val="000000"/>
              </a:buClr>
              <a:buSzPts val="1000"/>
              <a:buNone/>
              <a:defRPr sz="1000">
                <a:solidFill>
                  <a:srgbClr val="000000"/>
                </a:solidFill>
              </a:defRPr>
            </a:lvl9pPr>
          </a:lstStyle>
          <a:p/>
        </p:txBody>
      </p:sp>
      <p:sp>
        <p:nvSpPr>
          <p:cNvPr id="3104" name="Google Shape;3104;p49"/>
          <p:cNvSpPr txBox="1"/>
          <p:nvPr>
            <p:ph idx="1" type="body"/>
          </p:nvPr>
        </p:nvSpPr>
        <p:spPr>
          <a:xfrm>
            <a:off x="641150" y="612125"/>
            <a:ext cx="1770300" cy="160500"/>
          </a:xfrm>
          <a:prstGeom prst="rect">
            <a:avLst/>
          </a:prstGeom>
          <a:noFill/>
          <a:ln>
            <a:noFill/>
          </a:ln>
        </p:spPr>
        <p:txBody>
          <a:bodyPr anchorCtr="0" anchor="t" bIns="0" lIns="0" spcFirstLastPara="1" rIns="0" wrap="square" tIns="0">
            <a:noAutofit/>
          </a:bodyPr>
          <a:lstStyle>
            <a:lvl1pPr indent="-292100" lvl="0" marL="457200" algn="ctr">
              <a:spcBef>
                <a:spcPts val="0"/>
              </a:spcBef>
              <a:spcAft>
                <a:spcPts val="0"/>
              </a:spcAft>
              <a:buClr>
                <a:srgbClr val="FFFFFF"/>
              </a:buClr>
              <a:buSzPts val="1000"/>
              <a:buChar char="●"/>
              <a:defRPr sz="1000">
                <a:solidFill>
                  <a:srgbClr val="FFFFFF"/>
                </a:solidFill>
              </a:defRPr>
            </a:lvl1pPr>
            <a:lvl2pPr indent="-292100" lvl="1" marL="914400" algn="ctr">
              <a:spcBef>
                <a:spcPts val="0"/>
              </a:spcBef>
              <a:spcAft>
                <a:spcPts val="0"/>
              </a:spcAft>
              <a:buClr>
                <a:srgbClr val="FFFFFF"/>
              </a:buClr>
              <a:buSzPts val="1000"/>
              <a:buChar char="○"/>
              <a:defRPr sz="1000">
                <a:solidFill>
                  <a:srgbClr val="FFFFFF"/>
                </a:solidFill>
              </a:defRPr>
            </a:lvl2pPr>
            <a:lvl3pPr indent="-292100" lvl="2" marL="1371600" algn="ctr">
              <a:spcBef>
                <a:spcPts val="0"/>
              </a:spcBef>
              <a:spcAft>
                <a:spcPts val="0"/>
              </a:spcAft>
              <a:buClr>
                <a:srgbClr val="FFFFFF"/>
              </a:buClr>
              <a:buSzPts val="1000"/>
              <a:buChar char="■"/>
              <a:defRPr sz="1000">
                <a:solidFill>
                  <a:srgbClr val="FFFFFF"/>
                </a:solidFill>
              </a:defRPr>
            </a:lvl3pPr>
            <a:lvl4pPr indent="-292100" lvl="3" marL="1828800" algn="ctr">
              <a:spcBef>
                <a:spcPts val="0"/>
              </a:spcBef>
              <a:spcAft>
                <a:spcPts val="0"/>
              </a:spcAft>
              <a:buClr>
                <a:srgbClr val="FFFFFF"/>
              </a:buClr>
              <a:buSzPts val="1000"/>
              <a:buChar char="●"/>
              <a:defRPr sz="1000">
                <a:solidFill>
                  <a:srgbClr val="FFFFFF"/>
                </a:solidFill>
              </a:defRPr>
            </a:lvl4pPr>
            <a:lvl5pPr indent="-292100" lvl="4" marL="2286000" algn="ctr">
              <a:spcBef>
                <a:spcPts val="0"/>
              </a:spcBef>
              <a:spcAft>
                <a:spcPts val="0"/>
              </a:spcAft>
              <a:buClr>
                <a:srgbClr val="FFFFFF"/>
              </a:buClr>
              <a:buSzPts val="1000"/>
              <a:buChar char="○"/>
              <a:defRPr sz="1000">
                <a:solidFill>
                  <a:srgbClr val="FFFFFF"/>
                </a:solidFill>
              </a:defRPr>
            </a:lvl5pPr>
            <a:lvl6pPr indent="-292100" lvl="5" marL="2743200" algn="ctr">
              <a:spcBef>
                <a:spcPts val="0"/>
              </a:spcBef>
              <a:spcAft>
                <a:spcPts val="0"/>
              </a:spcAft>
              <a:buClr>
                <a:srgbClr val="FFFFFF"/>
              </a:buClr>
              <a:buSzPts val="1000"/>
              <a:buChar char="■"/>
              <a:defRPr sz="1000">
                <a:solidFill>
                  <a:srgbClr val="FFFFFF"/>
                </a:solidFill>
              </a:defRPr>
            </a:lvl6pPr>
            <a:lvl7pPr indent="-292100" lvl="6" marL="3200400" algn="ctr">
              <a:spcBef>
                <a:spcPts val="0"/>
              </a:spcBef>
              <a:spcAft>
                <a:spcPts val="0"/>
              </a:spcAft>
              <a:buClr>
                <a:srgbClr val="FFFFFF"/>
              </a:buClr>
              <a:buSzPts val="1000"/>
              <a:buChar char="●"/>
              <a:defRPr sz="1000">
                <a:solidFill>
                  <a:srgbClr val="FFFFFF"/>
                </a:solidFill>
              </a:defRPr>
            </a:lvl7pPr>
            <a:lvl8pPr indent="-292100" lvl="7" marL="3657600" algn="ctr">
              <a:spcBef>
                <a:spcPts val="0"/>
              </a:spcBef>
              <a:spcAft>
                <a:spcPts val="0"/>
              </a:spcAft>
              <a:buClr>
                <a:srgbClr val="FFFFFF"/>
              </a:buClr>
              <a:buSzPts val="1000"/>
              <a:buChar char="○"/>
              <a:defRPr sz="1000">
                <a:solidFill>
                  <a:srgbClr val="FFFFFF"/>
                </a:solidFill>
              </a:defRPr>
            </a:lvl8pPr>
            <a:lvl9pPr indent="-292100" lvl="8" marL="4114800" algn="ctr">
              <a:spcBef>
                <a:spcPts val="0"/>
              </a:spcBef>
              <a:spcAft>
                <a:spcPts val="0"/>
              </a:spcAft>
              <a:buClr>
                <a:srgbClr val="FFFFFF"/>
              </a:buClr>
              <a:buSzPts val="1000"/>
              <a:buChar char="■"/>
              <a:defRPr sz="1000">
                <a:solidFill>
                  <a:srgbClr val="FFFFFF"/>
                </a:solidFill>
              </a:defRPr>
            </a:lvl9pPr>
          </a:lstStyle>
          <a:p/>
        </p:txBody>
      </p:sp>
      <p:sp>
        <p:nvSpPr>
          <p:cNvPr id="3105" name="Google Shape;3105;p49"/>
          <p:cNvSpPr txBox="1"/>
          <p:nvPr/>
        </p:nvSpPr>
        <p:spPr>
          <a:xfrm>
            <a:off x="84825" y="598125"/>
            <a:ext cx="595500" cy="205800"/>
          </a:xfrm>
          <a:prstGeom prst="rect">
            <a:avLst/>
          </a:prstGeom>
          <a:noFill/>
          <a:ln>
            <a:noFill/>
          </a:ln>
        </p:spPr>
        <p:txBody>
          <a:bodyPr anchorCtr="0" anchor="t" bIns="18000" lIns="18000" spcFirstLastPara="1" rIns="18000" wrap="square" tIns="18000">
            <a:spAutoFit/>
          </a:bodyPr>
          <a:lstStyle/>
          <a:p>
            <a:pPr indent="0" lvl="0" marL="0" rtl="0" algn="l">
              <a:spcBef>
                <a:spcPts val="0"/>
              </a:spcBef>
              <a:spcAft>
                <a:spcPts val="0"/>
              </a:spcAft>
              <a:buNone/>
            </a:pPr>
            <a:r>
              <a:rPr lang="es-419" sz="1100">
                <a:solidFill>
                  <a:srgbClr val="FFFFFF"/>
                </a:solidFill>
              </a:rPr>
              <a:t>Nombre:</a:t>
            </a:r>
            <a:endParaRPr sz="1100">
              <a:solidFill>
                <a:srgbClr val="FFFFFF"/>
              </a:solidFill>
            </a:endParaRPr>
          </a:p>
        </p:txBody>
      </p:sp>
      <p:sp>
        <p:nvSpPr>
          <p:cNvPr id="3106" name="Google Shape;3106;p49"/>
          <p:cNvSpPr/>
          <p:nvPr/>
        </p:nvSpPr>
        <p:spPr>
          <a:xfrm>
            <a:off x="-4273050" y="-78277"/>
            <a:ext cx="3615600" cy="6902700"/>
          </a:xfrm>
          <a:prstGeom prst="roundRect">
            <a:avLst>
              <a:gd fmla="val 4230" name="adj"/>
            </a:avLst>
          </a:prstGeom>
          <a:solidFill>
            <a:srgbClr val="F3F3F3"/>
          </a:solidFill>
          <a:ln cap="flat" cmpd="sng" w="9525">
            <a:solidFill>
              <a:srgbClr val="F3F3F3"/>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t" bIns="91425" lIns="91425" spcFirstLastPara="1" rIns="91425" wrap="square" tIns="91425">
            <a:noAutofit/>
          </a:bodyPr>
          <a:lstStyle/>
          <a:p>
            <a:pPr indent="0" lvl="0" marL="0" rtl="0" algn="ctr">
              <a:spcBef>
                <a:spcPts val="0"/>
              </a:spcBef>
              <a:spcAft>
                <a:spcPts val="0"/>
              </a:spcAft>
              <a:buNone/>
            </a:pPr>
            <a:r>
              <a:rPr i="1" lang="es-419"/>
              <a:t>Paleta</a:t>
            </a:r>
            <a:endParaRPr i="1"/>
          </a:p>
        </p:txBody>
      </p:sp>
    </p:spTree>
  </p:cSld>
  <p:clrMapOvr>
    <a:masterClrMapping/>
  </p:clrMapOvr>
</p:sldLayout>
</file>

<file path=ppt/slideLayouts/slideLayout4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0.5 Situaciones Problemáticas">
  <p:cSld name="CUSTOM_4">
    <p:spTree>
      <p:nvGrpSpPr>
        <p:cNvPr id="3107" name="Shape 3107"/>
        <p:cNvGrpSpPr/>
        <p:nvPr/>
      </p:nvGrpSpPr>
      <p:grpSpPr>
        <a:xfrm>
          <a:off x="0" y="0"/>
          <a:ext cx="0" cy="0"/>
          <a:chOff x="0" y="0"/>
          <a:chExt cx="0" cy="0"/>
        </a:xfrm>
      </p:grpSpPr>
      <p:sp>
        <p:nvSpPr>
          <p:cNvPr id="3108" name="Google Shape;3108;p50"/>
          <p:cNvSpPr/>
          <p:nvPr/>
        </p:nvSpPr>
        <p:spPr>
          <a:xfrm>
            <a:off x="77688" y="358938"/>
            <a:ext cx="9935700" cy="6438000"/>
          </a:xfrm>
          <a:prstGeom prst="roundRect">
            <a:avLst>
              <a:gd fmla="val 2618" name="adj"/>
            </a:avLst>
          </a:prstGeom>
          <a:solidFill>
            <a:srgbClr val="FFFFFF"/>
          </a:solidFill>
          <a:ln cap="flat" cmpd="sng" w="38100">
            <a:solidFill>
              <a:srgbClr val="000000"/>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9" name="Google Shape;3109;p50"/>
          <p:cNvSpPr txBox="1"/>
          <p:nvPr/>
        </p:nvSpPr>
        <p:spPr>
          <a:xfrm>
            <a:off x="223709" y="849702"/>
            <a:ext cx="9669600" cy="390000"/>
          </a:xfrm>
          <a:prstGeom prst="rect">
            <a:avLst/>
          </a:prstGeom>
          <a:solidFill>
            <a:srgbClr val="EB7C35"/>
          </a:solidFill>
          <a:ln cap="flat" cmpd="sng" w="38100">
            <a:solidFill>
              <a:srgbClr val="EB7C35"/>
            </a:solidFill>
            <a:prstDash val="solid"/>
            <a:round/>
            <a:headEnd len="sm" w="sm" type="none"/>
            <a:tailEnd len="sm" w="sm" type="none"/>
          </a:ln>
          <a:effectLst>
            <a:outerShdw blurRad="63500" dir="8100000" dist="38100">
              <a:srgbClr val="000000">
                <a:alpha val="39610"/>
              </a:srgbClr>
            </a:outerShdw>
          </a:effectLst>
        </p:spPr>
        <p:txBody>
          <a:bodyPr anchorCtr="0" anchor="t" bIns="41050" lIns="82100" spcFirstLastPara="1" rIns="82100" wrap="square" tIns="41050">
            <a:noAutofit/>
          </a:bodyPr>
          <a:lstStyle/>
          <a:p>
            <a:pPr indent="0" lvl="0" marL="0" marR="0" rtl="0" algn="l">
              <a:lnSpc>
                <a:spcPct val="100000"/>
              </a:lnSpc>
              <a:spcBef>
                <a:spcPts val="0"/>
              </a:spcBef>
              <a:spcAft>
                <a:spcPts val="0"/>
              </a:spcAft>
              <a:buNone/>
            </a:pPr>
            <a:r>
              <a:t/>
            </a:r>
            <a:endParaRPr b="0" i="0" sz="1600" u="none">
              <a:solidFill>
                <a:schemeClr val="dk1"/>
              </a:solidFill>
              <a:latin typeface="Arial"/>
              <a:ea typeface="Arial"/>
              <a:cs typeface="Arial"/>
              <a:sym typeface="Arial"/>
            </a:endParaRPr>
          </a:p>
        </p:txBody>
      </p:sp>
      <p:sp>
        <p:nvSpPr>
          <p:cNvPr id="3110" name="Google Shape;3110;p50"/>
          <p:cNvSpPr txBox="1"/>
          <p:nvPr/>
        </p:nvSpPr>
        <p:spPr>
          <a:xfrm>
            <a:off x="223709" y="849702"/>
            <a:ext cx="9669600" cy="5851800"/>
          </a:xfrm>
          <a:prstGeom prst="rect">
            <a:avLst/>
          </a:prstGeom>
          <a:noFill/>
          <a:ln cap="flat" cmpd="sng" w="28575">
            <a:solidFill>
              <a:srgbClr val="EB7C35"/>
            </a:solidFill>
            <a:prstDash val="solid"/>
            <a:round/>
            <a:headEnd len="sm" w="sm" type="none"/>
            <a:tailEnd len="sm" w="sm" type="none"/>
          </a:ln>
        </p:spPr>
        <p:txBody>
          <a:bodyPr anchorCtr="0" anchor="t" bIns="41050" lIns="82100" spcFirstLastPara="1" rIns="82100" wrap="square" tIns="41050">
            <a:noAutofit/>
          </a:bodyPr>
          <a:lstStyle/>
          <a:p>
            <a:pPr indent="0" lvl="0" marL="0" marR="0" rtl="0" algn="l">
              <a:lnSpc>
                <a:spcPct val="100000"/>
              </a:lnSpc>
              <a:spcBef>
                <a:spcPts val="0"/>
              </a:spcBef>
              <a:spcAft>
                <a:spcPts val="0"/>
              </a:spcAft>
              <a:buNone/>
            </a:pPr>
            <a:r>
              <a:t/>
            </a:r>
            <a:endParaRPr b="0" i="0" sz="1600" u="none">
              <a:solidFill>
                <a:schemeClr val="dk1"/>
              </a:solidFill>
              <a:latin typeface="Arial"/>
              <a:ea typeface="Arial"/>
              <a:cs typeface="Arial"/>
              <a:sym typeface="Arial"/>
            </a:endParaRPr>
          </a:p>
        </p:txBody>
      </p:sp>
      <p:sp>
        <p:nvSpPr>
          <p:cNvPr id="3111" name="Google Shape;3111;p50"/>
          <p:cNvSpPr txBox="1"/>
          <p:nvPr/>
        </p:nvSpPr>
        <p:spPr>
          <a:xfrm>
            <a:off x="-3508600" y="843725"/>
            <a:ext cx="2892000" cy="5671200"/>
          </a:xfrm>
          <a:prstGeom prst="rect">
            <a:avLst/>
          </a:prstGeom>
          <a:solidFill>
            <a:schemeClr val="lt1"/>
          </a:solidFill>
          <a:ln cap="flat" cmpd="sng" w="28575">
            <a:solidFill>
              <a:srgbClr val="BFBFBF"/>
            </a:solidFill>
            <a:prstDash val="solid"/>
            <a:round/>
            <a:headEnd len="sm" w="sm" type="none"/>
            <a:tailEnd len="sm" w="sm" type="none"/>
          </a:ln>
        </p:spPr>
        <p:txBody>
          <a:bodyPr anchorCtr="0" anchor="t" bIns="41050" lIns="82100" spcFirstLastPara="1" rIns="82100" wrap="square" tIns="41050">
            <a:noAutofit/>
          </a:bodyPr>
          <a:lstStyle/>
          <a:p>
            <a:pPr indent="0" lvl="0" marL="0" marR="0" rtl="0" algn="l">
              <a:lnSpc>
                <a:spcPct val="100000"/>
              </a:lnSpc>
              <a:spcBef>
                <a:spcPts val="0"/>
              </a:spcBef>
              <a:spcAft>
                <a:spcPts val="0"/>
              </a:spcAft>
              <a:buNone/>
            </a:pPr>
            <a:r>
              <a:t/>
            </a:r>
            <a:endParaRPr b="0" i="0" sz="1600" u="none">
              <a:solidFill>
                <a:schemeClr val="dk1"/>
              </a:solidFill>
              <a:latin typeface="Arial"/>
              <a:ea typeface="Arial"/>
              <a:cs typeface="Arial"/>
              <a:sym typeface="Arial"/>
            </a:endParaRPr>
          </a:p>
        </p:txBody>
      </p:sp>
      <p:sp>
        <p:nvSpPr>
          <p:cNvPr id="3112" name="Google Shape;3112;p50"/>
          <p:cNvSpPr txBox="1"/>
          <p:nvPr/>
        </p:nvSpPr>
        <p:spPr>
          <a:xfrm>
            <a:off x="-3508600" y="843725"/>
            <a:ext cx="2892000" cy="408300"/>
          </a:xfrm>
          <a:prstGeom prst="rect">
            <a:avLst/>
          </a:prstGeom>
          <a:solidFill>
            <a:srgbClr val="EEEEEE"/>
          </a:solidFill>
          <a:ln cap="flat" cmpd="sng" w="19050">
            <a:solidFill>
              <a:srgbClr val="BFBFBF"/>
            </a:solidFill>
            <a:prstDash val="solid"/>
            <a:round/>
            <a:headEnd len="sm" w="sm" type="none"/>
            <a:tailEnd len="sm" w="sm" type="none"/>
          </a:ln>
        </p:spPr>
        <p:txBody>
          <a:bodyPr anchorCtr="0" anchor="t" bIns="41050" lIns="82100" spcFirstLastPara="1" rIns="82100" wrap="square" tIns="41050">
            <a:noAutofit/>
          </a:bodyPr>
          <a:lstStyle/>
          <a:p>
            <a:pPr indent="0" lvl="0" marL="0" marR="0" rtl="0" algn="ctr">
              <a:lnSpc>
                <a:spcPct val="100000"/>
              </a:lnSpc>
              <a:spcBef>
                <a:spcPts val="0"/>
              </a:spcBef>
              <a:spcAft>
                <a:spcPts val="0"/>
              </a:spcAft>
              <a:buClr>
                <a:schemeClr val="dk1"/>
              </a:buClr>
              <a:buSzPts val="1600"/>
              <a:buFont typeface="Arial"/>
              <a:buNone/>
            </a:pPr>
            <a:r>
              <a:rPr b="1" i="0" lang="es-419" sz="1600" u="none">
                <a:solidFill>
                  <a:schemeClr val="dk1"/>
                </a:solidFill>
                <a:latin typeface="Arvo"/>
                <a:ea typeface="Arvo"/>
                <a:cs typeface="Arvo"/>
                <a:sym typeface="Arvo"/>
              </a:rPr>
              <a:t>Brain Storming</a:t>
            </a:r>
            <a:endParaRPr sz="1300">
              <a:latin typeface="Arvo"/>
              <a:ea typeface="Arvo"/>
              <a:cs typeface="Arvo"/>
              <a:sym typeface="Arvo"/>
            </a:endParaRPr>
          </a:p>
        </p:txBody>
      </p:sp>
      <p:sp>
        <p:nvSpPr>
          <p:cNvPr id="3113" name="Google Shape;3113;p50"/>
          <p:cNvSpPr txBox="1"/>
          <p:nvPr/>
        </p:nvSpPr>
        <p:spPr>
          <a:xfrm>
            <a:off x="221124" y="841575"/>
            <a:ext cx="9669600" cy="408000"/>
          </a:xfrm>
          <a:prstGeom prst="rect">
            <a:avLst/>
          </a:prstGeom>
          <a:noFill/>
          <a:ln>
            <a:noFill/>
          </a:ln>
        </p:spPr>
        <p:txBody>
          <a:bodyPr anchorCtr="0" anchor="ctr" bIns="41050" lIns="82100" spcFirstLastPara="1" rIns="82100" wrap="square" tIns="41050">
            <a:noAutofit/>
          </a:bodyPr>
          <a:lstStyle/>
          <a:p>
            <a:pPr indent="0" lvl="0" marL="0" marR="0" rtl="0" algn="ctr">
              <a:lnSpc>
                <a:spcPct val="100000"/>
              </a:lnSpc>
              <a:spcBef>
                <a:spcPts val="0"/>
              </a:spcBef>
              <a:spcAft>
                <a:spcPts val="0"/>
              </a:spcAft>
              <a:buClr>
                <a:schemeClr val="lt1"/>
              </a:buClr>
              <a:buSzPts val="2200"/>
              <a:buFont typeface="Open Sans"/>
              <a:buNone/>
            </a:pPr>
            <a:r>
              <a:rPr b="1" lang="es-419">
                <a:solidFill>
                  <a:schemeClr val="lt1"/>
                </a:solidFill>
                <a:latin typeface="Arvo"/>
                <a:ea typeface="Arvo"/>
                <a:cs typeface="Arvo"/>
                <a:sym typeface="Arvo"/>
              </a:rPr>
              <a:t>Cardsorting</a:t>
            </a:r>
            <a:endParaRPr>
              <a:latin typeface="Arvo"/>
              <a:ea typeface="Arvo"/>
              <a:cs typeface="Arvo"/>
              <a:sym typeface="Arvo"/>
            </a:endParaRPr>
          </a:p>
        </p:txBody>
      </p:sp>
      <p:sp>
        <p:nvSpPr>
          <p:cNvPr id="3114" name="Google Shape;3114;p50"/>
          <p:cNvSpPr txBox="1"/>
          <p:nvPr/>
        </p:nvSpPr>
        <p:spPr>
          <a:xfrm>
            <a:off x="306397" y="1373931"/>
            <a:ext cx="4694100" cy="1689000"/>
          </a:xfrm>
          <a:prstGeom prst="rect">
            <a:avLst/>
          </a:prstGeom>
          <a:solidFill>
            <a:schemeClr val="lt1"/>
          </a:solidFill>
          <a:ln cap="flat" cmpd="sng" w="28575">
            <a:solidFill>
              <a:srgbClr val="BFBFBF"/>
            </a:solidFill>
            <a:prstDash val="solid"/>
            <a:round/>
            <a:headEnd len="sm" w="sm" type="none"/>
            <a:tailEnd len="sm" w="sm" type="none"/>
          </a:ln>
        </p:spPr>
        <p:txBody>
          <a:bodyPr anchorCtr="0" anchor="t" bIns="41050" lIns="82100" spcFirstLastPara="1" rIns="82100" wrap="square" tIns="41050">
            <a:noAutofit/>
          </a:bodyPr>
          <a:lstStyle/>
          <a:p>
            <a:pPr indent="0" lvl="0" marL="0" marR="0" rtl="0" algn="l">
              <a:lnSpc>
                <a:spcPct val="100000"/>
              </a:lnSpc>
              <a:spcBef>
                <a:spcPts val="0"/>
              </a:spcBef>
              <a:spcAft>
                <a:spcPts val="0"/>
              </a:spcAft>
              <a:buNone/>
            </a:pPr>
            <a:r>
              <a:t/>
            </a:r>
            <a:endParaRPr b="0" i="0" sz="1600" u="none">
              <a:solidFill>
                <a:schemeClr val="dk1"/>
              </a:solidFill>
              <a:latin typeface="Arial"/>
              <a:ea typeface="Arial"/>
              <a:cs typeface="Arial"/>
              <a:sym typeface="Arial"/>
            </a:endParaRPr>
          </a:p>
        </p:txBody>
      </p:sp>
      <p:sp>
        <p:nvSpPr>
          <p:cNvPr id="3115" name="Google Shape;3115;p50"/>
          <p:cNvSpPr txBox="1"/>
          <p:nvPr/>
        </p:nvSpPr>
        <p:spPr>
          <a:xfrm>
            <a:off x="306397" y="1373931"/>
            <a:ext cx="4694100" cy="282000"/>
          </a:xfrm>
          <a:prstGeom prst="rect">
            <a:avLst/>
          </a:prstGeom>
          <a:solidFill>
            <a:srgbClr val="FED86F"/>
          </a:solidFill>
          <a:ln cap="flat" cmpd="sng" w="19050">
            <a:solidFill>
              <a:srgbClr val="BFBFBF"/>
            </a:solidFill>
            <a:prstDash val="solid"/>
            <a:round/>
            <a:headEnd len="sm" w="sm" type="none"/>
            <a:tailEnd len="sm" w="sm" type="none"/>
          </a:ln>
        </p:spPr>
        <p:txBody>
          <a:bodyPr anchorCtr="0" anchor="t" bIns="41050" lIns="82100" spcFirstLastPara="1" rIns="82100" wrap="square" tIns="41050">
            <a:noAutofit/>
          </a:bodyPr>
          <a:lstStyle/>
          <a:p>
            <a:pPr indent="0" lvl="0" marL="0" marR="0" rtl="0" algn="l">
              <a:lnSpc>
                <a:spcPct val="100000"/>
              </a:lnSpc>
              <a:spcBef>
                <a:spcPts val="0"/>
              </a:spcBef>
              <a:spcAft>
                <a:spcPts val="0"/>
              </a:spcAft>
              <a:buClr>
                <a:schemeClr val="dk1"/>
              </a:buClr>
              <a:buSzPts val="1400"/>
              <a:buFont typeface="Arial"/>
              <a:buNone/>
            </a:pPr>
            <a:r>
              <a:rPr b="1" lang="es-419" sz="1200">
                <a:solidFill>
                  <a:schemeClr val="dk1"/>
                </a:solidFill>
                <a:latin typeface="Arvo"/>
                <a:ea typeface="Arvo"/>
                <a:cs typeface="Arvo"/>
                <a:sym typeface="Arvo"/>
              </a:rPr>
              <a:t>Variable Identificada </a:t>
            </a:r>
            <a:r>
              <a:rPr b="1" i="0" lang="es-419" sz="1200" u="none">
                <a:solidFill>
                  <a:schemeClr val="dk1"/>
                </a:solidFill>
                <a:latin typeface="Arvo"/>
                <a:ea typeface="Arvo"/>
                <a:cs typeface="Arvo"/>
                <a:sym typeface="Arvo"/>
              </a:rPr>
              <a:t>1: </a:t>
            </a:r>
            <a:endParaRPr sz="1200">
              <a:latin typeface="Arvo"/>
              <a:ea typeface="Arvo"/>
              <a:cs typeface="Arvo"/>
              <a:sym typeface="Arvo"/>
            </a:endParaRPr>
          </a:p>
        </p:txBody>
      </p:sp>
      <p:sp>
        <p:nvSpPr>
          <p:cNvPr id="3116" name="Google Shape;3116;p50"/>
          <p:cNvSpPr txBox="1"/>
          <p:nvPr/>
        </p:nvSpPr>
        <p:spPr>
          <a:xfrm>
            <a:off x="314150" y="3149807"/>
            <a:ext cx="4694100" cy="1691100"/>
          </a:xfrm>
          <a:prstGeom prst="rect">
            <a:avLst/>
          </a:prstGeom>
          <a:solidFill>
            <a:schemeClr val="lt1"/>
          </a:solidFill>
          <a:ln cap="flat" cmpd="sng" w="28575">
            <a:solidFill>
              <a:srgbClr val="BFBFBF"/>
            </a:solidFill>
            <a:prstDash val="solid"/>
            <a:round/>
            <a:headEnd len="sm" w="sm" type="none"/>
            <a:tailEnd len="sm" w="sm" type="none"/>
          </a:ln>
        </p:spPr>
        <p:txBody>
          <a:bodyPr anchorCtr="0" anchor="t" bIns="41050" lIns="82100" spcFirstLastPara="1" rIns="82100" wrap="square" tIns="41050">
            <a:noAutofit/>
          </a:bodyPr>
          <a:lstStyle/>
          <a:p>
            <a:pPr indent="0" lvl="0" marL="0" marR="0" rtl="0" algn="l">
              <a:lnSpc>
                <a:spcPct val="100000"/>
              </a:lnSpc>
              <a:spcBef>
                <a:spcPts val="0"/>
              </a:spcBef>
              <a:spcAft>
                <a:spcPts val="0"/>
              </a:spcAft>
              <a:buNone/>
            </a:pPr>
            <a:r>
              <a:t/>
            </a:r>
            <a:endParaRPr b="0" i="0" sz="1600" u="none">
              <a:solidFill>
                <a:schemeClr val="dk1"/>
              </a:solidFill>
              <a:latin typeface="Arial"/>
              <a:ea typeface="Arial"/>
              <a:cs typeface="Arial"/>
              <a:sym typeface="Arial"/>
            </a:endParaRPr>
          </a:p>
        </p:txBody>
      </p:sp>
      <p:sp>
        <p:nvSpPr>
          <p:cNvPr id="3117" name="Google Shape;3117;p50"/>
          <p:cNvSpPr txBox="1"/>
          <p:nvPr/>
        </p:nvSpPr>
        <p:spPr>
          <a:xfrm>
            <a:off x="314150" y="3149807"/>
            <a:ext cx="4694100" cy="282000"/>
          </a:xfrm>
          <a:prstGeom prst="rect">
            <a:avLst/>
          </a:prstGeom>
          <a:solidFill>
            <a:srgbClr val="FED86F"/>
          </a:solidFill>
          <a:ln cap="flat" cmpd="sng" w="19050">
            <a:solidFill>
              <a:srgbClr val="BFBFBF"/>
            </a:solidFill>
            <a:prstDash val="solid"/>
            <a:round/>
            <a:headEnd len="sm" w="sm" type="none"/>
            <a:tailEnd len="sm" w="sm" type="none"/>
          </a:ln>
        </p:spPr>
        <p:txBody>
          <a:bodyPr anchorCtr="0" anchor="t" bIns="41050" lIns="82100" spcFirstLastPara="1" rIns="82100" wrap="square" tIns="41050">
            <a:noAutofit/>
          </a:bodyPr>
          <a:lstStyle/>
          <a:p>
            <a:pPr indent="0" lvl="0" marL="0" marR="0" rtl="0" algn="l">
              <a:lnSpc>
                <a:spcPct val="100000"/>
              </a:lnSpc>
              <a:spcBef>
                <a:spcPts val="0"/>
              </a:spcBef>
              <a:spcAft>
                <a:spcPts val="0"/>
              </a:spcAft>
              <a:buClr>
                <a:schemeClr val="dk1"/>
              </a:buClr>
              <a:buSzPts val="1400"/>
              <a:buFont typeface="Arial"/>
              <a:buNone/>
            </a:pPr>
            <a:r>
              <a:rPr b="1" lang="es-419" sz="1200">
                <a:solidFill>
                  <a:schemeClr val="dk1"/>
                </a:solidFill>
                <a:latin typeface="Arvo"/>
                <a:ea typeface="Arvo"/>
                <a:cs typeface="Arvo"/>
                <a:sym typeface="Arvo"/>
              </a:rPr>
              <a:t>Variable Identificada </a:t>
            </a:r>
            <a:r>
              <a:rPr b="1" i="0" lang="es-419" sz="1200" u="none">
                <a:solidFill>
                  <a:schemeClr val="dk1"/>
                </a:solidFill>
                <a:latin typeface="Arvo"/>
                <a:ea typeface="Arvo"/>
                <a:cs typeface="Arvo"/>
                <a:sym typeface="Arvo"/>
              </a:rPr>
              <a:t>2: </a:t>
            </a:r>
            <a:endParaRPr sz="1200">
              <a:latin typeface="Arvo"/>
              <a:ea typeface="Arvo"/>
              <a:cs typeface="Arvo"/>
              <a:sym typeface="Arvo"/>
            </a:endParaRPr>
          </a:p>
        </p:txBody>
      </p:sp>
      <p:sp>
        <p:nvSpPr>
          <p:cNvPr id="3118" name="Google Shape;3118;p50"/>
          <p:cNvSpPr txBox="1"/>
          <p:nvPr/>
        </p:nvSpPr>
        <p:spPr>
          <a:xfrm>
            <a:off x="306397" y="4933811"/>
            <a:ext cx="4694100" cy="1689000"/>
          </a:xfrm>
          <a:prstGeom prst="rect">
            <a:avLst/>
          </a:prstGeom>
          <a:solidFill>
            <a:schemeClr val="lt1"/>
          </a:solidFill>
          <a:ln cap="flat" cmpd="sng" w="28575">
            <a:solidFill>
              <a:srgbClr val="BFBFBF"/>
            </a:solidFill>
            <a:prstDash val="solid"/>
            <a:round/>
            <a:headEnd len="sm" w="sm" type="none"/>
            <a:tailEnd len="sm" w="sm" type="none"/>
          </a:ln>
        </p:spPr>
        <p:txBody>
          <a:bodyPr anchorCtr="0" anchor="t" bIns="41050" lIns="82100" spcFirstLastPara="1" rIns="82100" wrap="square" tIns="41050">
            <a:noAutofit/>
          </a:bodyPr>
          <a:lstStyle/>
          <a:p>
            <a:pPr indent="0" lvl="0" marL="0" marR="0" rtl="0" algn="l">
              <a:lnSpc>
                <a:spcPct val="100000"/>
              </a:lnSpc>
              <a:spcBef>
                <a:spcPts val="0"/>
              </a:spcBef>
              <a:spcAft>
                <a:spcPts val="0"/>
              </a:spcAft>
              <a:buNone/>
            </a:pPr>
            <a:r>
              <a:t/>
            </a:r>
            <a:endParaRPr b="0" i="0" sz="1600" u="none">
              <a:solidFill>
                <a:schemeClr val="dk1"/>
              </a:solidFill>
              <a:latin typeface="Arial"/>
              <a:ea typeface="Arial"/>
              <a:cs typeface="Arial"/>
              <a:sym typeface="Arial"/>
            </a:endParaRPr>
          </a:p>
        </p:txBody>
      </p:sp>
      <p:sp>
        <p:nvSpPr>
          <p:cNvPr id="3119" name="Google Shape;3119;p50"/>
          <p:cNvSpPr txBox="1"/>
          <p:nvPr/>
        </p:nvSpPr>
        <p:spPr>
          <a:xfrm>
            <a:off x="306397" y="4933811"/>
            <a:ext cx="4694100" cy="282000"/>
          </a:xfrm>
          <a:prstGeom prst="rect">
            <a:avLst/>
          </a:prstGeom>
          <a:solidFill>
            <a:srgbClr val="FED86F"/>
          </a:solidFill>
          <a:ln cap="flat" cmpd="sng" w="19050">
            <a:solidFill>
              <a:srgbClr val="BFBFBF"/>
            </a:solidFill>
            <a:prstDash val="solid"/>
            <a:round/>
            <a:headEnd len="sm" w="sm" type="none"/>
            <a:tailEnd len="sm" w="sm" type="none"/>
          </a:ln>
        </p:spPr>
        <p:txBody>
          <a:bodyPr anchorCtr="0" anchor="t" bIns="41050" lIns="82100" spcFirstLastPara="1" rIns="82100" wrap="square" tIns="41050">
            <a:noAutofit/>
          </a:bodyPr>
          <a:lstStyle/>
          <a:p>
            <a:pPr indent="0" lvl="0" marL="0" marR="0" rtl="0" algn="l">
              <a:lnSpc>
                <a:spcPct val="100000"/>
              </a:lnSpc>
              <a:spcBef>
                <a:spcPts val="0"/>
              </a:spcBef>
              <a:spcAft>
                <a:spcPts val="0"/>
              </a:spcAft>
              <a:buClr>
                <a:schemeClr val="dk1"/>
              </a:buClr>
              <a:buSzPts val="1400"/>
              <a:buFont typeface="Arial"/>
              <a:buNone/>
            </a:pPr>
            <a:r>
              <a:rPr b="1" lang="es-419" sz="1200">
                <a:solidFill>
                  <a:schemeClr val="dk1"/>
                </a:solidFill>
                <a:latin typeface="Arvo"/>
                <a:ea typeface="Arvo"/>
                <a:cs typeface="Arvo"/>
                <a:sym typeface="Arvo"/>
              </a:rPr>
              <a:t>Variable Identificada </a:t>
            </a:r>
            <a:r>
              <a:rPr b="1" i="0" lang="es-419" sz="1200" u="none">
                <a:solidFill>
                  <a:schemeClr val="dk1"/>
                </a:solidFill>
                <a:latin typeface="Arvo"/>
                <a:ea typeface="Arvo"/>
                <a:cs typeface="Arvo"/>
                <a:sym typeface="Arvo"/>
              </a:rPr>
              <a:t>3: </a:t>
            </a:r>
            <a:endParaRPr sz="1200">
              <a:latin typeface="Arvo"/>
              <a:ea typeface="Arvo"/>
              <a:cs typeface="Arvo"/>
              <a:sym typeface="Arvo"/>
            </a:endParaRPr>
          </a:p>
        </p:txBody>
      </p:sp>
      <p:sp>
        <p:nvSpPr>
          <p:cNvPr id="3120" name="Google Shape;3120;p50"/>
          <p:cNvSpPr txBox="1"/>
          <p:nvPr/>
        </p:nvSpPr>
        <p:spPr>
          <a:xfrm>
            <a:off x="-3408589" y="1350965"/>
            <a:ext cx="819300" cy="736200"/>
          </a:xfrm>
          <a:prstGeom prst="rect">
            <a:avLst/>
          </a:prstGeom>
          <a:solidFill>
            <a:srgbClr val="FDEEA5"/>
          </a:solidFill>
          <a:ln cap="flat" cmpd="sng" w="9525">
            <a:solidFill>
              <a:srgbClr val="FCE46F"/>
            </a:solidFill>
            <a:prstDash val="solid"/>
            <a:round/>
            <a:headEnd len="sm" w="sm" type="none"/>
            <a:tailEnd len="sm" w="sm" type="none"/>
          </a:ln>
          <a:effectLst>
            <a:outerShdw blurRad="63500" dir="8100000" dist="38100">
              <a:srgbClr val="000000">
                <a:alpha val="39610"/>
              </a:srgbClr>
            </a:outerShdw>
          </a:effectLst>
        </p:spPr>
        <p:txBody>
          <a:bodyPr anchorCtr="0" anchor="t" bIns="41050" lIns="82100" spcFirstLastPara="1" rIns="82100" wrap="square" tIns="41050">
            <a:noAutofit/>
          </a:bodyPr>
          <a:lstStyle/>
          <a:p>
            <a:pPr indent="0" lvl="0" marL="0" marR="0" rtl="0" algn="l">
              <a:lnSpc>
                <a:spcPct val="100000"/>
              </a:lnSpc>
              <a:spcBef>
                <a:spcPts val="0"/>
              </a:spcBef>
              <a:spcAft>
                <a:spcPts val="0"/>
              </a:spcAft>
              <a:buNone/>
            </a:pPr>
            <a:r>
              <a:t/>
            </a:r>
            <a:endParaRPr b="0" i="0" sz="1600" u="none">
              <a:solidFill>
                <a:schemeClr val="dk1"/>
              </a:solidFill>
              <a:latin typeface="Arial"/>
              <a:ea typeface="Arial"/>
              <a:cs typeface="Arial"/>
              <a:sym typeface="Arial"/>
            </a:endParaRPr>
          </a:p>
        </p:txBody>
      </p:sp>
      <p:sp>
        <p:nvSpPr>
          <p:cNvPr id="3121" name="Google Shape;3121;p50"/>
          <p:cNvSpPr txBox="1"/>
          <p:nvPr/>
        </p:nvSpPr>
        <p:spPr>
          <a:xfrm>
            <a:off x="-2474754" y="1350965"/>
            <a:ext cx="821100" cy="736200"/>
          </a:xfrm>
          <a:prstGeom prst="rect">
            <a:avLst/>
          </a:prstGeom>
          <a:solidFill>
            <a:srgbClr val="FDEEA5"/>
          </a:solidFill>
          <a:ln cap="flat" cmpd="sng" w="9525">
            <a:solidFill>
              <a:srgbClr val="FCE46F"/>
            </a:solidFill>
            <a:prstDash val="solid"/>
            <a:round/>
            <a:headEnd len="sm" w="sm" type="none"/>
            <a:tailEnd len="sm" w="sm" type="none"/>
          </a:ln>
          <a:effectLst>
            <a:outerShdw blurRad="63500" dir="8100000" dist="38100">
              <a:srgbClr val="000000">
                <a:alpha val="39610"/>
              </a:srgbClr>
            </a:outerShdw>
          </a:effectLst>
        </p:spPr>
        <p:txBody>
          <a:bodyPr anchorCtr="0" anchor="t" bIns="41050" lIns="82100" spcFirstLastPara="1" rIns="82100" wrap="square" tIns="41050">
            <a:noAutofit/>
          </a:bodyPr>
          <a:lstStyle/>
          <a:p>
            <a:pPr indent="0" lvl="0" marL="0" marR="0" rtl="0" algn="l">
              <a:lnSpc>
                <a:spcPct val="100000"/>
              </a:lnSpc>
              <a:spcBef>
                <a:spcPts val="0"/>
              </a:spcBef>
              <a:spcAft>
                <a:spcPts val="0"/>
              </a:spcAft>
              <a:buNone/>
            </a:pPr>
            <a:r>
              <a:t/>
            </a:r>
            <a:endParaRPr b="0" i="0" sz="1600" u="none">
              <a:solidFill>
                <a:schemeClr val="dk1"/>
              </a:solidFill>
              <a:latin typeface="Arial"/>
              <a:ea typeface="Arial"/>
              <a:cs typeface="Arial"/>
              <a:sym typeface="Arial"/>
            </a:endParaRPr>
          </a:p>
        </p:txBody>
      </p:sp>
      <p:sp>
        <p:nvSpPr>
          <p:cNvPr id="3122" name="Google Shape;3122;p50"/>
          <p:cNvSpPr txBox="1"/>
          <p:nvPr/>
        </p:nvSpPr>
        <p:spPr>
          <a:xfrm>
            <a:off x="-1536099" y="1350965"/>
            <a:ext cx="821100" cy="736200"/>
          </a:xfrm>
          <a:prstGeom prst="rect">
            <a:avLst/>
          </a:prstGeom>
          <a:solidFill>
            <a:srgbClr val="FDEEA5"/>
          </a:solidFill>
          <a:ln cap="flat" cmpd="sng" w="9525">
            <a:solidFill>
              <a:srgbClr val="FCE46F"/>
            </a:solidFill>
            <a:prstDash val="solid"/>
            <a:round/>
            <a:headEnd len="sm" w="sm" type="none"/>
            <a:tailEnd len="sm" w="sm" type="none"/>
          </a:ln>
          <a:effectLst>
            <a:outerShdw blurRad="63500" dir="8100000" dist="38100">
              <a:srgbClr val="000000">
                <a:alpha val="39610"/>
              </a:srgbClr>
            </a:outerShdw>
          </a:effectLst>
        </p:spPr>
        <p:txBody>
          <a:bodyPr anchorCtr="0" anchor="t" bIns="41050" lIns="82100" spcFirstLastPara="1" rIns="82100" wrap="square" tIns="41050">
            <a:noAutofit/>
          </a:bodyPr>
          <a:lstStyle/>
          <a:p>
            <a:pPr indent="0" lvl="0" marL="0" marR="0" rtl="0" algn="l">
              <a:lnSpc>
                <a:spcPct val="100000"/>
              </a:lnSpc>
              <a:spcBef>
                <a:spcPts val="0"/>
              </a:spcBef>
              <a:spcAft>
                <a:spcPts val="0"/>
              </a:spcAft>
              <a:buNone/>
            </a:pPr>
            <a:r>
              <a:t/>
            </a:r>
            <a:endParaRPr b="0" i="0" sz="1600" u="none">
              <a:solidFill>
                <a:schemeClr val="dk1"/>
              </a:solidFill>
              <a:latin typeface="Arial"/>
              <a:ea typeface="Arial"/>
              <a:cs typeface="Arial"/>
              <a:sym typeface="Arial"/>
            </a:endParaRPr>
          </a:p>
        </p:txBody>
      </p:sp>
      <p:sp>
        <p:nvSpPr>
          <p:cNvPr id="3123" name="Google Shape;3123;p50"/>
          <p:cNvSpPr txBox="1"/>
          <p:nvPr/>
        </p:nvSpPr>
        <p:spPr>
          <a:xfrm>
            <a:off x="-3408589" y="2204372"/>
            <a:ext cx="819300" cy="736200"/>
          </a:xfrm>
          <a:prstGeom prst="rect">
            <a:avLst/>
          </a:prstGeom>
          <a:solidFill>
            <a:srgbClr val="FDEEA5"/>
          </a:solidFill>
          <a:ln cap="flat" cmpd="sng" w="9525">
            <a:solidFill>
              <a:srgbClr val="FCE46F"/>
            </a:solidFill>
            <a:prstDash val="solid"/>
            <a:round/>
            <a:headEnd len="sm" w="sm" type="none"/>
            <a:tailEnd len="sm" w="sm" type="none"/>
          </a:ln>
          <a:effectLst>
            <a:outerShdw blurRad="63500" dir="8100000" dist="38100">
              <a:srgbClr val="000000">
                <a:alpha val="39610"/>
              </a:srgbClr>
            </a:outerShdw>
          </a:effectLst>
        </p:spPr>
        <p:txBody>
          <a:bodyPr anchorCtr="0" anchor="t" bIns="41050" lIns="82100" spcFirstLastPara="1" rIns="82100" wrap="square" tIns="41050">
            <a:noAutofit/>
          </a:bodyPr>
          <a:lstStyle/>
          <a:p>
            <a:pPr indent="0" lvl="0" marL="0" marR="0" rtl="0" algn="l">
              <a:lnSpc>
                <a:spcPct val="100000"/>
              </a:lnSpc>
              <a:spcBef>
                <a:spcPts val="0"/>
              </a:spcBef>
              <a:spcAft>
                <a:spcPts val="0"/>
              </a:spcAft>
              <a:buNone/>
            </a:pPr>
            <a:r>
              <a:t/>
            </a:r>
            <a:endParaRPr b="0" i="0" sz="1600" u="none">
              <a:solidFill>
                <a:schemeClr val="dk1"/>
              </a:solidFill>
              <a:latin typeface="Arial"/>
              <a:ea typeface="Arial"/>
              <a:cs typeface="Arial"/>
              <a:sym typeface="Arial"/>
            </a:endParaRPr>
          </a:p>
        </p:txBody>
      </p:sp>
      <p:sp>
        <p:nvSpPr>
          <p:cNvPr id="3124" name="Google Shape;3124;p50"/>
          <p:cNvSpPr txBox="1"/>
          <p:nvPr/>
        </p:nvSpPr>
        <p:spPr>
          <a:xfrm>
            <a:off x="-2474754" y="2204372"/>
            <a:ext cx="821100" cy="736200"/>
          </a:xfrm>
          <a:prstGeom prst="rect">
            <a:avLst/>
          </a:prstGeom>
          <a:solidFill>
            <a:srgbClr val="FDEEA5"/>
          </a:solidFill>
          <a:ln cap="flat" cmpd="sng" w="9525">
            <a:solidFill>
              <a:srgbClr val="FCE46F"/>
            </a:solidFill>
            <a:prstDash val="solid"/>
            <a:round/>
            <a:headEnd len="sm" w="sm" type="none"/>
            <a:tailEnd len="sm" w="sm" type="none"/>
          </a:ln>
          <a:effectLst>
            <a:outerShdw blurRad="63500" dir="8100000" dist="38100">
              <a:srgbClr val="000000">
                <a:alpha val="39610"/>
              </a:srgbClr>
            </a:outerShdw>
          </a:effectLst>
        </p:spPr>
        <p:txBody>
          <a:bodyPr anchorCtr="0" anchor="t" bIns="41050" lIns="82100" spcFirstLastPara="1" rIns="82100" wrap="square" tIns="41050">
            <a:noAutofit/>
          </a:bodyPr>
          <a:lstStyle/>
          <a:p>
            <a:pPr indent="0" lvl="0" marL="0" marR="0" rtl="0" algn="l">
              <a:lnSpc>
                <a:spcPct val="100000"/>
              </a:lnSpc>
              <a:spcBef>
                <a:spcPts val="0"/>
              </a:spcBef>
              <a:spcAft>
                <a:spcPts val="0"/>
              </a:spcAft>
              <a:buNone/>
            </a:pPr>
            <a:r>
              <a:t/>
            </a:r>
            <a:endParaRPr b="0" i="0" sz="1600" u="none">
              <a:solidFill>
                <a:schemeClr val="dk1"/>
              </a:solidFill>
              <a:latin typeface="Arial"/>
              <a:ea typeface="Arial"/>
              <a:cs typeface="Arial"/>
              <a:sym typeface="Arial"/>
            </a:endParaRPr>
          </a:p>
        </p:txBody>
      </p:sp>
      <p:sp>
        <p:nvSpPr>
          <p:cNvPr id="3125" name="Google Shape;3125;p50"/>
          <p:cNvSpPr txBox="1"/>
          <p:nvPr/>
        </p:nvSpPr>
        <p:spPr>
          <a:xfrm>
            <a:off x="-1536099" y="2204372"/>
            <a:ext cx="821100" cy="736200"/>
          </a:xfrm>
          <a:prstGeom prst="rect">
            <a:avLst/>
          </a:prstGeom>
          <a:solidFill>
            <a:srgbClr val="FDEEA5"/>
          </a:solidFill>
          <a:ln cap="flat" cmpd="sng" w="9525">
            <a:solidFill>
              <a:srgbClr val="FCE46F"/>
            </a:solidFill>
            <a:prstDash val="solid"/>
            <a:round/>
            <a:headEnd len="sm" w="sm" type="none"/>
            <a:tailEnd len="sm" w="sm" type="none"/>
          </a:ln>
          <a:effectLst>
            <a:outerShdw blurRad="63500" dir="8100000" dist="38100">
              <a:srgbClr val="000000">
                <a:alpha val="39610"/>
              </a:srgbClr>
            </a:outerShdw>
          </a:effectLst>
        </p:spPr>
        <p:txBody>
          <a:bodyPr anchorCtr="0" anchor="t" bIns="41050" lIns="82100" spcFirstLastPara="1" rIns="82100" wrap="square" tIns="41050">
            <a:noAutofit/>
          </a:bodyPr>
          <a:lstStyle/>
          <a:p>
            <a:pPr indent="0" lvl="0" marL="0" marR="0" rtl="0" algn="l">
              <a:lnSpc>
                <a:spcPct val="100000"/>
              </a:lnSpc>
              <a:spcBef>
                <a:spcPts val="0"/>
              </a:spcBef>
              <a:spcAft>
                <a:spcPts val="0"/>
              </a:spcAft>
              <a:buNone/>
            </a:pPr>
            <a:r>
              <a:t/>
            </a:r>
            <a:endParaRPr b="0" i="0" sz="1600" u="none">
              <a:solidFill>
                <a:schemeClr val="dk1"/>
              </a:solidFill>
              <a:latin typeface="Arial"/>
              <a:ea typeface="Arial"/>
              <a:cs typeface="Arial"/>
              <a:sym typeface="Arial"/>
            </a:endParaRPr>
          </a:p>
        </p:txBody>
      </p:sp>
      <p:sp>
        <p:nvSpPr>
          <p:cNvPr id="3126" name="Google Shape;3126;p50"/>
          <p:cNvSpPr txBox="1"/>
          <p:nvPr/>
        </p:nvSpPr>
        <p:spPr>
          <a:xfrm>
            <a:off x="-3408589" y="3078973"/>
            <a:ext cx="819300" cy="736200"/>
          </a:xfrm>
          <a:prstGeom prst="rect">
            <a:avLst/>
          </a:prstGeom>
          <a:solidFill>
            <a:srgbClr val="FDEEA5"/>
          </a:solidFill>
          <a:ln cap="flat" cmpd="sng" w="9525">
            <a:solidFill>
              <a:srgbClr val="FCE46F"/>
            </a:solidFill>
            <a:prstDash val="solid"/>
            <a:round/>
            <a:headEnd len="sm" w="sm" type="none"/>
            <a:tailEnd len="sm" w="sm" type="none"/>
          </a:ln>
          <a:effectLst>
            <a:outerShdw blurRad="63500" dir="8100000" dist="38100">
              <a:srgbClr val="000000">
                <a:alpha val="39610"/>
              </a:srgbClr>
            </a:outerShdw>
          </a:effectLst>
        </p:spPr>
        <p:txBody>
          <a:bodyPr anchorCtr="0" anchor="t" bIns="41050" lIns="82100" spcFirstLastPara="1" rIns="82100" wrap="square" tIns="41050">
            <a:noAutofit/>
          </a:bodyPr>
          <a:lstStyle/>
          <a:p>
            <a:pPr indent="0" lvl="0" marL="0" marR="0" rtl="0" algn="l">
              <a:lnSpc>
                <a:spcPct val="100000"/>
              </a:lnSpc>
              <a:spcBef>
                <a:spcPts val="0"/>
              </a:spcBef>
              <a:spcAft>
                <a:spcPts val="0"/>
              </a:spcAft>
              <a:buNone/>
            </a:pPr>
            <a:r>
              <a:t/>
            </a:r>
            <a:endParaRPr b="0" i="0" sz="1600" u="none">
              <a:solidFill>
                <a:schemeClr val="dk1"/>
              </a:solidFill>
              <a:latin typeface="Arial"/>
              <a:ea typeface="Arial"/>
              <a:cs typeface="Arial"/>
              <a:sym typeface="Arial"/>
            </a:endParaRPr>
          </a:p>
        </p:txBody>
      </p:sp>
      <p:sp>
        <p:nvSpPr>
          <p:cNvPr id="3127" name="Google Shape;3127;p50"/>
          <p:cNvSpPr txBox="1"/>
          <p:nvPr/>
        </p:nvSpPr>
        <p:spPr>
          <a:xfrm>
            <a:off x="-2474754" y="3078973"/>
            <a:ext cx="821100" cy="736200"/>
          </a:xfrm>
          <a:prstGeom prst="rect">
            <a:avLst/>
          </a:prstGeom>
          <a:solidFill>
            <a:srgbClr val="FDEEA5"/>
          </a:solidFill>
          <a:ln cap="flat" cmpd="sng" w="9525">
            <a:solidFill>
              <a:srgbClr val="FCE46F"/>
            </a:solidFill>
            <a:prstDash val="solid"/>
            <a:round/>
            <a:headEnd len="sm" w="sm" type="none"/>
            <a:tailEnd len="sm" w="sm" type="none"/>
          </a:ln>
          <a:effectLst>
            <a:outerShdw blurRad="63500" dir="8100000" dist="38100">
              <a:srgbClr val="000000">
                <a:alpha val="39610"/>
              </a:srgbClr>
            </a:outerShdw>
          </a:effectLst>
        </p:spPr>
        <p:txBody>
          <a:bodyPr anchorCtr="0" anchor="t" bIns="41050" lIns="82100" spcFirstLastPara="1" rIns="82100" wrap="square" tIns="41050">
            <a:noAutofit/>
          </a:bodyPr>
          <a:lstStyle/>
          <a:p>
            <a:pPr indent="0" lvl="0" marL="0" marR="0" rtl="0" algn="l">
              <a:lnSpc>
                <a:spcPct val="100000"/>
              </a:lnSpc>
              <a:spcBef>
                <a:spcPts val="0"/>
              </a:spcBef>
              <a:spcAft>
                <a:spcPts val="0"/>
              </a:spcAft>
              <a:buNone/>
            </a:pPr>
            <a:r>
              <a:t/>
            </a:r>
            <a:endParaRPr b="0" i="0" sz="1600" u="none">
              <a:solidFill>
                <a:schemeClr val="dk1"/>
              </a:solidFill>
              <a:latin typeface="Arial"/>
              <a:ea typeface="Arial"/>
              <a:cs typeface="Arial"/>
              <a:sym typeface="Arial"/>
            </a:endParaRPr>
          </a:p>
        </p:txBody>
      </p:sp>
      <p:sp>
        <p:nvSpPr>
          <p:cNvPr id="3128" name="Google Shape;3128;p50"/>
          <p:cNvSpPr txBox="1"/>
          <p:nvPr/>
        </p:nvSpPr>
        <p:spPr>
          <a:xfrm>
            <a:off x="-1536099" y="3078973"/>
            <a:ext cx="821100" cy="736200"/>
          </a:xfrm>
          <a:prstGeom prst="rect">
            <a:avLst/>
          </a:prstGeom>
          <a:solidFill>
            <a:srgbClr val="FDEEA5"/>
          </a:solidFill>
          <a:ln cap="flat" cmpd="sng" w="9525">
            <a:solidFill>
              <a:srgbClr val="FCE46F"/>
            </a:solidFill>
            <a:prstDash val="solid"/>
            <a:round/>
            <a:headEnd len="sm" w="sm" type="none"/>
            <a:tailEnd len="sm" w="sm" type="none"/>
          </a:ln>
          <a:effectLst>
            <a:outerShdw blurRad="63500" dir="8100000" dist="38100">
              <a:srgbClr val="000000">
                <a:alpha val="39610"/>
              </a:srgbClr>
            </a:outerShdw>
          </a:effectLst>
        </p:spPr>
        <p:txBody>
          <a:bodyPr anchorCtr="0" anchor="t" bIns="41050" lIns="82100" spcFirstLastPara="1" rIns="82100" wrap="square" tIns="41050">
            <a:noAutofit/>
          </a:bodyPr>
          <a:lstStyle/>
          <a:p>
            <a:pPr indent="0" lvl="0" marL="0" marR="0" rtl="0" algn="l">
              <a:lnSpc>
                <a:spcPct val="100000"/>
              </a:lnSpc>
              <a:spcBef>
                <a:spcPts val="0"/>
              </a:spcBef>
              <a:spcAft>
                <a:spcPts val="0"/>
              </a:spcAft>
              <a:buNone/>
            </a:pPr>
            <a:r>
              <a:t/>
            </a:r>
            <a:endParaRPr b="0" i="0" sz="1600" u="none">
              <a:solidFill>
                <a:schemeClr val="dk1"/>
              </a:solidFill>
              <a:latin typeface="Arial"/>
              <a:ea typeface="Arial"/>
              <a:cs typeface="Arial"/>
              <a:sym typeface="Arial"/>
            </a:endParaRPr>
          </a:p>
        </p:txBody>
      </p:sp>
      <p:sp>
        <p:nvSpPr>
          <p:cNvPr id="3129" name="Google Shape;3129;p50"/>
          <p:cNvSpPr txBox="1"/>
          <p:nvPr/>
        </p:nvSpPr>
        <p:spPr>
          <a:xfrm>
            <a:off x="-3408589" y="3930967"/>
            <a:ext cx="819300" cy="736200"/>
          </a:xfrm>
          <a:prstGeom prst="rect">
            <a:avLst/>
          </a:prstGeom>
          <a:solidFill>
            <a:srgbClr val="FDEEA5"/>
          </a:solidFill>
          <a:ln cap="flat" cmpd="sng" w="9525">
            <a:solidFill>
              <a:srgbClr val="FCE46F"/>
            </a:solidFill>
            <a:prstDash val="solid"/>
            <a:round/>
            <a:headEnd len="sm" w="sm" type="none"/>
            <a:tailEnd len="sm" w="sm" type="none"/>
          </a:ln>
          <a:effectLst>
            <a:outerShdw blurRad="63500" dir="8100000" dist="38100">
              <a:srgbClr val="000000">
                <a:alpha val="39610"/>
              </a:srgbClr>
            </a:outerShdw>
          </a:effectLst>
        </p:spPr>
        <p:txBody>
          <a:bodyPr anchorCtr="0" anchor="t" bIns="41050" lIns="82100" spcFirstLastPara="1" rIns="82100" wrap="square" tIns="41050">
            <a:noAutofit/>
          </a:bodyPr>
          <a:lstStyle/>
          <a:p>
            <a:pPr indent="0" lvl="0" marL="0" marR="0" rtl="0" algn="l">
              <a:lnSpc>
                <a:spcPct val="100000"/>
              </a:lnSpc>
              <a:spcBef>
                <a:spcPts val="0"/>
              </a:spcBef>
              <a:spcAft>
                <a:spcPts val="0"/>
              </a:spcAft>
              <a:buNone/>
            </a:pPr>
            <a:r>
              <a:t/>
            </a:r>
            <a:endParaRPr b="0" i="0" sz="1600" u="none">
              <a:solidFill>
                <a:schemeClr val="dk1"/>
              </a:solidFill>
              <a:latin typeface="Arial"/>
              <a:ea typeface="Arial"/>
              <a:cs typeface="Arial"/>
              <a:sym typeface="Arial"/>
            </a:endParaRPr>
          </a:p>
        </p:txBody>
      </p:sp>
      <p:sp>
        <p:nvSpPr>
          <p:cNvPr id="3130" name="Google Shape;3130;p50"/>
          <p:cNvSpPr txBox="1"/>
          <p:nvPr/>
        </p:nvSpPr>
        <p:spPr>
          <a:xfrm>
            <a:off x="-2474754" y="3930967"/>
            <a:ext cx="821100" cy="736200"/>
          </a:xfrm>
          <a:prstGeom prst="rect">
            <a:avLst/>
          </a:prstGeom>
          <a:solidFill>
            <a:srgbClr val="FDEEA5"/>
          </a:solidFill>
          <a:ln cap="flat" cmpd="sng" w="9525">
            <a:solidFill>
              <a:srgbClr val="FCE46F"/>
            </a:solidFill>
            <a:prstDash val="solid"/>
            <a:round/>
            <a:headEnd len="sm" w="sm" type="none"/>
            <a:tailEnd len="sm" w="sm" type="none"/>
          </a:ln>
          <a:effectLst>
            <a:outerShdw blurRad="63500" dir="8100000" dist="38100">
              <a:srgbClr val="000000">
                <a:alpha val="39610"/>
              </a:srgbClr>
            </a:outerShdw>
          </a:effectLst>
        </p:spPr>
        <p:txBody>
          <a:bodyPr anchorCtr="0" anchor="t" bIns="41050" lIns="82100" spcFirstLastPara="1" rIns="82100" wrap="square" tIns="41050">
            <a:noAutofit/>
          </a:bodyPr>
          <a:lstStyle/>
          <a:p>
            <a:pPr indent="0" lvl="0" marL="0" marR="0" rtl="0" algn="l">
              <a:lnSpc>
                <a:spcPct val="100000"/>
              </a:lnSpc>
              <a:spcBef>
                <a:spcPts val="0"/>
              </a:spcBef>
              <a:spcAft>
                <a:spcPts val="0"/>
              </a:spcAft>
              <a:buNone/>
            </a:pPr>
            <a:r>
              <a:t/>
            </a:r>
            <a:endParaRPr b="0" i="0" sz="1600" u="none">
              <a:solidFill>
                <a:schemeClr val="dk1"/>
              </a:solidFill>
              <a:latin typeface="Arial"/>
              <a:ea typeface="Arial"/>
              <a:cs typeface="Arial"/>
              <a:sym typeface="Arial"/>
            </a:endParaRPr>
          </a:p>
        </p:txBody>
      </p:sp>
      <p:sp>
        <p:nvSpPr>
          <p:cNvPr id="3131" name="Google Shape;3131;p50"/>
          <p:cNvSpPr txBox="1"/>
          <p:nvPr/>
        </p:nvSpPr>
        <p:spPr>
          <a:xfrm>
            <a:off x="-1536099" y="3930967"/>
            <a:ext cx="821100" cy="736200"/>
          </a:xfrm>
          <a:prstGeom prst="rect">
            <a:avLst/>
          </a:prstGeom>
          <a:solidFill>
            <a:srgbClr val="FDEEA5"/>
          </a:solidFill>
          <a:ln cap="flat" cmpd="sng" w="9525">
            <a:solidFill>
              <a:srgbClr val="FCE46F"/>
            </a:solidFill>
            <a:prstDash val="solid"/>
            <a:round/>
            <a:headEnd len="sm" w="sm" type="none"/>
            <a:tailEnd len="sm" w="sm" type="none"/>
          </a:ln>
          <a:effectLst>
            <a:outerShdw blurRad="63500" dir="8100000" dist="38100">
              <a:srgbClr val="000000">
                <a:alpha val="39610"/>
              </a:srgbClr>
            </a:outerShdw>
          </a:effectLst>
        </p:spPr>
        <p:txBody>
          <a:bodyPr anchorCtr="0" anchor="t" bIns="41050" lIns="82100" spcFirstLastPara="1" rIns="82100" wrap="square" tIns="41050">
            <a:noAutofit/>
          </a:bodyPr>
          <a:lstStyle/>
          <a:p>
            <a:pPr indent="0" lvl="0" marL="0" marR="0" rtl="0" algn="l">
              <a:lnSpc>
                <a:spcPct val="100000"/>
              </a:lnSpc>
              <a:spcBef>
                <a:spcPts val="0"/>
              </a:spcBef>
              <a:spcAft>
                <a:spcPts val="0"/>
              </a:spcAft>
              <a:buNone/>
            </a:pPr>
            <a:r>
              <a:t/>
            </a:r>
            <a:endParaRPr b="0" i="0" sz="1600" u="none">
              <a:solidFill>
                <a:schemeClr val="dk1"/>
              </a:solidFill>
              <a:latin typeface="Arial"/>
              <a:ea typeface="Arial"/>
              <a:cs typeface="Arial"/>
              <a:sym typeface="Arial"/>
            </a:endParaRPr>
          </a:p>
        </p:txBody>
      </p:sp>
      <p:sp>
        <p:nvSpPr>
          <p:cNvPr id="3132" name="Google Shape;3132;p50"/>
          <p:cNvSpPr txBox="1"/>
          <p:nvPr/>
        </p:nvSpPr>
        <p:spPr>
          <a:xfrm>
            <a:off x="-3408589" y="4787200"/>
            <a:ext cx="819300" cy="736200"/>
          </a:xfrm>
          <a:prstGeom prst="rect">
            <a:avLst/>
          </a:prstGeom>
          <a:solidFill>
            <a:srgbClr val="FDEEA5"/>
          </a:solidFill>
          <a:ln cap="flat" cmpd="sng" w="9525">
            <a:solidFill>
              <a:srgbClr val="FCE46F"/>
            </a:solidFill>
            <a:prstDash val="solid"/>
            <a:round/>
            <a:headEnd len="sm" w="sm" type="none"/>
            <a:tailEnd len="sm" w="sm" type="none"/>
          </a:ln>
          <a:effectLst>
            <a:outerShdw blurRad="63500" dir="8100000" dist="38100">
              <a:srgbClr val="000000">
                <a:alpha val="39610"/>
              </a:srgbClr>
            </a:outerShdw>
          </a:effectLst>
        </p:spPr>
        <p:txBody>
          <a:bodyPr anchorCtr="0" anchor="t" bIns="41050" lIns="82100" spcFirstLastPara="1" rIns="82100" wrap="square" tIns="41050">
            <a:noAutofit/>
          </a:bodyPr>
          <a:lstStyle/>
          <a:p>
            <a:pPr indent="0" lvl="0" marL="0" marR="0" rtl="0" algn="l">
              <a:lnSpc>
                <a:spcPct val="100000"/>
              </a:lnSpc>
              <a:spcBef>
                <a:spcPts val="0"/>
              </a:spcBef>
              <a:spcAft>
                <a:spcPts val="0"/>
              </a:spcAft>
              <a:buNone/>
            </a:pPr>
            <a:r>
              <a:t/>
            </a:r>
            <a:endParaRPr b="0" i="0" sz="1600" u="none">
              <a:solidFill>
                <a:schemeClr val="dk1"/>
              </a:solidFill>
              <a:latin typeface="Arial"/>
              <a:ea typeface="Arial"/>
              <a:cs typeface="Arial"/>
              <a:sym typeface="Arial"/>
            </a:endParaRPr>
          </a:p>
        </p:txBody>
      </p:sp>
      <p:sp>
        <p:nvSpPr>
          <p:cNvPr id="3133" name="Google Shape;3133;p50"/>
          <p:cNvSpPr txBox="1"/>
          <p:nvPr/>
        </p:nvSpPr>
        <p:spPr>
          <a:xfrm>
            <a:off x="-2474754" y="4787200"/>
            <a:ext cx="821100" cy="736200"/>
          </a:xfrm>
          <a:prstGeom prst="rect">
            <a:avLst/>
          </a:prstGeom>
          <a:solidFill>
            <a:srgbClr val="FDEEA5"/>
          </a:solidFill>
          <a:ln cap="flat" cmpd="sng" w="9525">
            <a:solidFill>
              <a:srgbClr val="FCE46F"/>
            </a:solidFill>
            <a:prstDash val="solid"/>
            <a:round/>
            <a:headEnd len="sm" w="sm" type="none"/>
            <a:tailEnd len="sm" w="sm" type="none"/>
          </a:ln>
          <a:effectLst>
            <a:outerShdw blurRad="63500" dir="8100000" dist="38100">
              <a:srgbClr val="000000">
                <a:alpha val="39610"/>
              </a:srgbClr>
            </a:outerShdw>
          </a:effectLst>
        </p:spPr>
        <p:txBody>
          <a:bodyPr anchorCtr="0" anchor="t" bIns="41050" lIns="82100" spcFirstLastPara="1" rIns="82100" wrap="square" tIns="41050">
            <a:noAutofit/>
          </a:bodyPr>
          <a:lstStyle/>
          <a:p>
            <a:pPr indent="0" lvl="0" marL="0" marR="0" rtl="0" algn="l">
              <a:lnSpc>
                <a:spcPct val="100000"/>
              </a:lnSpc>
              <a:spcBef>
                <a:spcPts val="0"/>
              </a:spcBef>
              <a:spcAft>
                <a:spcPts val="0"/>
              </a:spcAft>
              <a:buNone/>
            </a:pPr>
            <a:r>
              <a:t/>
            </a:r>
            <a:endParaRPr b="0" i="0" sz="1600" u="none">
              <a:solidFill>
                <a:schemeClr val="dk1"/>
              </a:solidFill>
              <a:latin typeface="Arial"/>
              <a:ea typeface="Arial"/>
              <a:cs typeface="Arial"/>
              <a:sym typeface="Arial"/>
            </a:endParaRPr>
          </a:p>
        </p:txBody>
      </p:sp>
      <p:sp>
        <p:nvSpPr>
          <p:cNvPr id="3134" name="Google Shape;3134;p50"/>
          <p:cNvSpPr txBox="1"/>
          <p:nvPr/>
        </p:nvSpPr>
        <p:spPr>
          <a:xfrm>
            <a:off x="-1536099" y="4787200"/>
            <a:ext cx="821100" cy="736200"/>
          </a:xfrm>
          <a:prstGeom prst="rect">
            <a:avLst/>
          </a:prstGeom>
          <a:solidFill>
            <a:srgbClr val="FDEEA5"/>
          </a:solidFill>
          <a:ln cap="flat" cmpd="sng" w="9525">
            <a:solidFill>
              <a:srgbClr val="FCE46F"/>
            </a:solidFill>
            <a:prstDash val="solid"/>
            <a:round/>
            <a:headEnd len="sm" w="sm" type="none"/>
            <a:tailEnd len="sm" w="sm" type="none"/>
          </a:ln>
          <a:effectLst>
            <a:outerShdw blurRad="63500" dir="8100000" dist="38100">
              <a:srgbClr val="000000">
                <a:alpha val="39610"/>
              </a:srgbClr>
            </a:outerShdw>
          </a:effectLst>
        </p:spPr>
        <p:txBody>
          <a:bodyPr anchorCtr="0" anchor="t" bIns="41050" lIns="82100" spcFirstLastPara="1" rIns="82100" wrap="square" tIns="41050">
            <a:noAutofit/>
          </a:bodyPr>
          <a:lstStyle/>
          <a:p>
            <a:pPr indent="0" lvl="0" marL="0" marR="0" rtl="0" algn="l">
              <a:lnSpc>
                <a:spcPct val="100000"/>
              </a:lnSpc>
              <a:spcBef>
                <a:spcPts val="0"/>
              </a:spcBef>
              <a:spcAft>
                <a:spcPts val="0"/>
              </a:spcAft>
              <a:buNone/>
            </a:pPr>
            <a:r>
              <a:t/>
            </a:r>
            <a:endParaRPr b="0" i="0" sz="1600" u="none">
              <a:solidFill>
                <a:schemeClr val="dk1"/>
              </a:solidFill>
              <a:latin typeface="Arial"/>
              <a:ea typeface="Arial"/>
              <a:cs typeface="Arial"/>
              <a:sym typeface="Arial"/>
            </a:endParaRPr>
          </a:p>
        </p:txBody>
      </p:sp>
      <p:sp>
        <p:nvSpPr>
          <p:cNvPr id="3135" name="Google Shape;3135;p50"/>
          <p:cNvSpPr txBox="1"/>
          <p:nvPr/>
        </p:nvSpPr>
        <p:spPr>
          <a:xfrm>
            <a:off x="-3408589" y="5640607"/>
            <a:ext cx="819300" cy="736200"/>
          </a:xfrm>
          <a:prstGeom prst="rect">
            <a:avLst/>
          </a:prstGeom>
          <a:solidFill>
            <a:srgbClr val="FDEEA5"/>
          </a:solidFill>
          <a:ln cap="flat" cmpd="sng" w="9525">
            <a:solidFill>
              <a:srgbClr val="FCE46F"/>
            </a:solidFill>
            <a:prstDash val="solid"/>
            <a:round/>
            <a:headEnd len="sm" w="sm" type="none"/>
            <a:tailEnd len="sm" w="sm" type="none"/>
          </a:ln>
          <a:effectLst>
            <a:outerShdw blurRad="63500" dir="8100000" dist="38100">
              <a:srgbClr val="000000">
                <a:alpha val="39610"/>
              </a:srgbClr>
            </a:outerShdw>
          </a:effectLst>
        </p:spPr>
        <p:txBody>
          <a:bodyPr anchorCtr="0" anchor="t" bIns="41050" lIns="82100" spcFirstLastPara="1" rIns="82100" wrap="square" tIns="41050">
            <a:noAutofit/>
          </a:bodyPr>
          <a:lstStyle/>
          <a:p>
            <a:pPr indent="0" lvl="0" marL="0" marR="0" rtl="0" algn="l">
              <a:lnSpc>
                <a:spcPct val="100000"/>
              </a:lnSpc>
              <a:spcBef>
                <a:spcPts val="0"/>
              </a:spcBef>
              <a:spcAft>
                <a:spcPts val="0"/>
              </a:spcAft>
              <a:buNone/>
            </a:pPr>
            <a:r>
              <a:t/>
            </a:r>
            <a:endParaRPr b="0" i="0" sz="1600" u="none">
              <a:solidFill>
                <a:schemeClr val="dk1"/>
              </a:solidFill>
              <a:latin typeface="Arial"/>
              <a:ea typeface="Arial"/>
              <a:cs typeface="Arial"/>
              <a:sym typeface="Arial"/>
            </a:endParaRPr>
          </a:p>
        </p:txBody>
      </p:sp>
      <p:sp>
        <p:nvSpPr>
          <p:cNvPr id="3136" name="Google Shape;3136;p50"/>
          <p:cNvSpPr txBox="1"/>
          <p:nvPr/>
        </p:nvSpPr>
        <p:spPr>
          <a:xfrm>
            <a:off x="-2474754" y="5640607"/>
            <a:ext cx="821100" cy="736200"/>
          </a:xfrm>
          <a:prstGeom prst="rect">
            <a:avLst/>
          </a:prstGeom>
          <a:solidFill>
            <a:srgbClr val="FDEEA5"/>
          </a:solidFill>
          <a:ln cap="flat" cmpd="sng" w="9525">
            <a:solidFill>
              <a:srgbClr val="FCE46F"/>
            </a:solidFill>
            <a:prstDash val="solid"/>
            <a:round/>
            <a:headEnd len="sm" w="sm" type="none"/>
            <a:tailEnd len="sm" w="sm" type="none"/>
          </a:ln>
          <a:effectLst>
            <a:outerShdw blurRad="63500" dir="8100000" dist="38100">
              <a:srgbClr val="000000">
                <a:alpha val="39610"/>
              </a:srgbClr>
            </a:outerShdw>
          </a:effectLst>
        </p:spPr>
        <p:txBody>
          <a:bodyPr anchorCtr="0" anchor="t" bIns="41050" lIns="82100" spcFirstLastPara="1" rIns="82100" wrap="square" tIns="41050">
            <a:noAutofit/>
          </a:bodyPr>
          <a:lstStyle/>
          <a:p>
            <a:pPr indent="0" lvl="0" marL="0" marR="0" rtl="0" algn="l">
              <a:lnSpc>
                <a:spcPct val="100000"/>
              </a:lnSpc>
              <a:spcBef>
                <a:spcPts val="0"/>
              </a:spcBef>
              <a:spcAft>
                <a:spcPts val="0"/>
              </a:spcAft>
              <a:buNone/>
            </a:pPr>
            <a:r>
              <a:t/>
            </a:r>
            <a:endParaRPr b="0" i="0" sz="1600" u="none">
              <a:solidFill>
                <a:schemeClr val="dk1"/>
              </a:solidFill>
              <a:latin typeface="Arial"/>
              <a:ea typeface="Arial"/>
              <a:cs typeface="Arial"/>
              <a:sym typeface="Arial"/>
            </a:endParaRPr>
          </a:p>
        </p:txBody>
      </p:sp>
      <p:sp>
        <p:nvSpPr>
          <p:cNvPr id="3137" name="Google Shape;3137;p50"/>
          <p:cNvSpPr txBox="1"/>
          <p:nvPr/>
        </p:nvSpPr>
        <p:spPr>
          <a:xfrm>
            <a:off x="-1536099" y="5640607"/>
            <a:ext cx="821100" cy="736200"/>
          </a:xfrm>
          <a:prstGeom prst="rect">
            <a:avLst/>
          </a:prstGeom>
          <a:solidFill>
            <a:srgbClr val="FDEEA5"/>
          </a:solidFill>
          <a:ln cap="flat" cmpd="sng" w="9525">
            <a:solidFill>
              <a:srgbClr val="FCE46F"/>
            </a:solidFill>
            <a:prstDash val="solid"/>
            <a:round/>
            <a:headEnd len="sm" w="sm" type="none"/>
            <a:tailEnd len="sm" w="sm" type="none"/>
          </a:ln>
          <a:effectLst>
            <a:outerShdw blurRad="63500" dir="8100000" dist="38100">
              <a:srgbClr val="000000">
                <a:alpha val="39610"/>
              </a:srgbClr>
            </a:outerShdw>
          </a:effectLst>
        </p:spPr>
        <p:txBody>
          <a:bodyPr anchorCtr="0" anchor="t" bIns="41050" lIns="82100" spcFirstLastPara="1" rIns="82100" wrap="square" tIns="41050">
            <a:noAutofit/>
          </a:bodyPr>
          <a:lstStyle/>
          <a:p>
            <a:pPr indent="0" lvl="0" marL="0" marR="0" rtl="0" algn="l">
              <a:lnSpc>
                <a:spcPct val="100000"/>
              </a:lnSpc>
              <a:spcBef>
                <a:spcPts val="0"/>
              </a:spcBef>
              <a:spcAft>
                <a:spcPts val="0"/>
              </a:spcAft>
              <a:buNone/>
            </a:pPr>
            <a:r>
              <a:t/>
            </a:r>
            <a:endParaRPr b="0" i="0" sz="1600" u="none">
              <a:solidFill>
                <a:schemeClr val="dk1"/>
              </a:solidFill>
              <a:latin typeface="Arial"/>
              <a:ea typeface="Arial"/>
              <a:cs typeface="Arial"/>
              <a:sym typeface="Arial"/>
            </a:endParaRPr>
          </a:p>
        </p:txBody>
      </p:sp>
      <p:sp>
        <p:nvSpPr>
          <p:cNvPr id="3138" name="Google Shape;3138;p50"/>
          <p:cNvSpPr txBox="1"/>
          <p:nvPr/>
        </p:nvSpPr>
        <p:spPr>
          <a:xfrm>
            <a:off x="430431" y="1754573"/>
            <a:ext cx="1364700" cy="1207200"/>
          </a:xfrm>
          <a:prstGeom prst="rect">
            <a:avLst/>
          </a:prstGeom>
          <a:solidFill>
            <a:srgbClr val="FDEEA5"/>
          </a:solidFill>
          <a:ln cap="flat" cmpd="sng" w="9525">
            <a:solidFill>
              <a:srgbClr val="FCE46F"/>
            </a:solidFill>
            <a:prstDash val="solid"/>
            <a:round/>
            <a:headEnd len="sm" w="sm" type="none"/>
            <a:tailEnd len="sm" w="sm" type="none"/>
          </a:ln>
          <a:effectLst>
            <a:outerShdw blurRad="63500" dir="8100000" dist="38100">
              <a:srgbClr val="000000">
                <a:alpha val="39610"/>
              </a:srgbClr>
            </a:outerShdw>
          </a:effectLst>
        </p:spPr>
        <p:txBody>
          <a:bodyPr anchorCtr="0" anchor="t" bIns="41050" lIns="82100" spcFirstLastPara="1" rIns="82100" wrap="square" tIns="41050">
            <a:noAutofit/>
          </a:bodyPr>
          <a:lstStyle/>
          <a:p>
            <a:pPr indent="0" lvl="0" marL="0" marR="0" rtl="0" algn="l">
              <a:lnSpc>
                <a:spcPct val="100000"/>
              </a:lnSpc>
              <a:spcBef>
                <a:spcPts val="0"/>
              </a:spcBef>
              <a:spcAft>
                <a:spcPts val="0"/>
              </a:spcAft>
              <a:buNone/>
            </a:pPr>
            <a:r>
              <a:t/>
            </a:r>
            <a:endParaRPr b="0" i="0" sz="1600" u="none">
              <a:solidFill>
                <a:schemeClr val="dk1"/>
              </a:solidFill>
              <a:latin typeface="Arial"/>
              <a:ea typeface="Arial"/>
              <a:cs typeface="Arial"/>
              <a:sym typeface="Arial"/>
            </a:endParaRPr>
          </a:p>
        </p:txBody>
      </p:sp>
      <p:sp>
        <p:nvSpPr>
          <p:cNvPr id="3139" name="Google Shape;3139;p50"/>
          <p:cNvSpPr txBox="1"/>
          <p:nvPr/>
        </p:nvSpPr>
        <p:spPr>
          <a:xfrm>
            <a:off x="1984719" y="1750509"/>
            <a:ext cx="1364700" cy="1208100"/>
          </a:xfrm>
          <a:prstGeom prst="rect">
            <a:avLst/>
          </a:prstGeom>
          <a:solidFill>
            <a:srgbClr val="FDEEA5"/>
          </a:solidFill>
          <a:ln cap="flat" cmpd="sng" w="9525">
            <a:solidFill>
              <a:srgbClr val="FCE46F"/>
            </a:solidFill>
            <a:prstDash val="solid"/>
            <a:round/>
            <a:headEnd len="sm" w="sm" type="none"/>
            <a:tailEnd len="sm" w="sm" type="none"/>
          </a:ln>
          <a:effectLst>
            <a:outerShdw blurRad="63500" dir="8100000" dist="38100">
              <a:srgbClr val="000000">
                <a:alpha val="39610"/>
              </a:srgbClr>
            </a:outerShdw>
          </a:effectLst>
        </p:spPr>
        <p:txBody>
          <a:bodyPr anchorCtr="0" anchor="t" bIns="41050" lIns="82100" spcFirstLastPara="1" rIns="82100" wrap="square" tIns="41050">
            <a:noAutofit/>
          </a:bodyPr>
          <a:lstStyle/>
          <a:p>
            <a:pPr indent="0" lvl="0" marL="0" marR="0" rtl="0" algn="l">
              <a:lnSpc>
                <a:spcPct val="100000"/>
              </a:lnSpc>
              <a:spcBef>
                <a:spcPts val="0"/>
              </a:spcBef>
              <a:spcAft>
                <a:spcPts val="0"/>
              </a:spcAft>
              <a:buNone/>
            </a:pPr>
            <a:r>
              <a:t/>
            </a:r>
            <a:endParaRPr b="0" i="0" sz="1600" u="none">
              <a:solidFill>
                <a:schemeClr val="dk1"/>
              </a:solidFill>
              <a:latin typeface="Arial"/>
              <a:ea typeface="Arial"/>
              <a:cs typeface="Arial"/>
              <a:sym typeface="Arial"/>
            </a:endParaRPr>
          </a:p>
        </p:txBody>
      </p:sp>
      <p:sp>
        <p:nvSpPr>
          <p:cNvPr id="3140" name="Google Shape;3140;p50"/>
          <p:cNvSpPr txBox="1"/>
          <p:nvPr/>
        </p:nvSpPr>
        <p:spPr>
          <a:xfrm>
            <a:off x="3522212" y="1750509"/>
            <a:ext cx="1364700" cy="1208100"/>
          </a:xfrm>
          <a:prstGeom prst="rect">
            <a:avLst/>
          </a:prstGeom>
          <a:solidFill>
            <a:srgbClr val="FDEEA5"/>
          </a:solidFill>
          <a:ln cap="flat" cmpd="sng" w="9525">
            <a:solidFill>
              <a:srgbClr val="FCE46F"/>
            </a:solidFill>
            <a:prstDash val="solid"/>
            <a:round/>
            <a:headEnd len="sm" w="sm" type="none"/>
            <a:tailEnd len="sm" w="sm" type="none"/>
          </a:ln>
          <a:effectLst>
            <a:outerShdw blurRad="63500" dir="8100000" dist="38100">
              <a:srgbClr val="000000">
                <a:alpha val="39610"/>
              </a:srgbClr>
            </a:outerShdw>
          </a:effectLst>
        </p:spPr>
        <p:txBody>
          <a:bodyPr anchorCtr="0" anchor="t" bIns="41050" lIns="82100" spcFirstLastPara="1" rIns="82100" wrap="square" tIns="41050">
            <a:noAutofit/>
          </a:bodyPr>
          <a:lstStyle/>
          <a:p>
            <a:pPr indent="0" lvl="0" marL="0" marR="0" rtl="0" algn="l">
              <a:lnSpc>
                <a:spcPct val="100000"/>
              </a:lnSpc>
              <a:spcBef>
                <a:spcPts val="0"/>
              </a:spcBef>
              <a:spcAft>
                <a:spcPts val="0"/>
              </a:spcAft>
              <a:buNone/>
            </a:pPr>
            <a:r>
              <a:t/>
            </a:r>
            <a:endParaRPr b="0" i="0" sz="1600" u="none">
              <a:solidFill>
                <a:schemeClr val="dk1"/>
              </a:solidFill>
              <a:latin typeface="Arial"/>
              <a:ea typeface="Arial"/>
              <a:cs typeface="Arial"/>
              <a:sym typeface="Arial"/>
            </a:endParaRPr>
          </a:p>
        </p:txBody>
      </p:sp>
      <p:sp>
        <p:nvSpPr>
          <p:cNvPr id="3141" name="Google Shape;3141;p50"/>
          <p:cNvSpPr txBox="1"/>
          <p:nvPr/>
        </p:nvSpPr>
        <p:spPr>
          <a:xfrm>
            <a:off x="439474" y="3520967"/>
            <a:ext cx="1364700" cy="1208100"/>
          </a:xfrm>
          <a:prstGeom prst="rect">
            <a:avLst/>
          </a:prstGeom>
          <a:solidFill>
            <a:srgbClr val="FDEEA5"/>
          </a:solidFill>
          <a:ln cap="flat" cmpd="sng" w="9525">
            <a:solidFill>
              <a:srgbClr val="FCE46F"/>
            </a:solidFill>
            <a:prstDash val="solid"/>
            <a:round/>
            <a:headEnd len="sm" w="sm" type="none"/>
            <a:tailEnd len="sm" w="sm" type="none"/>
          </a:ln>
          <a:effectLst>
            <a:outerShdw blurRad="63500" dir="8100000" dist="38100">
              <a:srgbClr val="000000">
                <a:alpha val="39610"/>
              </a:srgbClr>
            </a:outerShdw>
          </a:effectLst>
        </p:spPr>
        <p:txBody>
          <a:bodyPr anchorCtr="0" anchor="t" bIns="41050" lIns="82100" spcFirstLastPara="1" rIns="82100" wrap="square" tIns="41050">
            <a:noAutofit/>
          </a:bodyPr>
          <a:lstStyle/>
          <a:p>
            <a:pPr indent="0" lvl="0" marL="0" marR="0" rtl="0" algn="l">
              <a:lnSpc>
                <a:spcPct val="100000"/>
              </a:lnSpc>
              <a:spcBef>
                <a:spcPts val="0"/>
              </a:spcBef>
              <a:spcAft>
                <a:spcPts val="0"/>
              </a:spcAft>
              <a:buNone/>
            </a:pPr>
            <a:r>
              <a:t/>
            </a:r>
            <a:endParaRPr b="0" i="0" sz="1600" u="none">
              <a:solidFill>
                <a:schemeClr val="dk1"/>
              </a:solidFill>
              <a:latin typeface="Arial"/>
              <a:ea typeface="Arial"/>
              <a:cs typeface="Arial"/>
              <a:sym typeface="Arial"/>
            </a:endParaRPr>
          </a:p>
        </p:txBody>
      </p:sp>
      <p:sp>
        <p:nvSpPr>
          <p:cNvPr id="3142" name="Google Shape;3142;p50"/>
          <p:cNvSpPr txBox="1"/>
          <p:nvPr/>
        </p:nvSpPr>
        <p:spPr>
          <a:xfrm>
            <a:off x="1992471" y="3518258"/>
            <a:ext cx="1364700" cy="1207200"/>
          </a:xfrm>
          <a:prstGeom prst="rect">
            <a:avLst/>
          </a:prstGeom>
          <a:solidFill>
            <a:srgbClr val="FDEEA5"/>
          </a:solidFill>
          <a:ln cap="flat" cmpd="sng" w="9525">
            <a:solidFill>
              <a:srgbClr val="FCE46F"/>
            </a:solidFill>
            <a:prstDash val="solid"/>
            <a:round/>
            <a:headEnd len="sm" w="sm" type="none"/>
            <a:tailEnd len="sm" w="sm" type="none"/>
          </a:ln>
          <a:effectLst>
            <a:outerShdw blurRad="63500" dir="8100000" dist="38100">
              <a:srgbClr val="000000">
                <a:alpha val="39610"/>
              </a:srgbClr>
            </a:outerShdw>
          </a:effectLst>
        </p:spPr>
        <p:txBody>
          <a:bodyPr anchorCtr="0" anchor="t" bIns="41050" lIns="82100" spcFirstLastPara="1" rIns="82100" wrap="square" tIns="41050">
            <a:noAutofit/>
          </a:bodyPr>
          <a:lstStyle/>
          <a:p>
            <a:pPr indent="0" lvl="0" marL="0" marR="0" rtl="0" algn="l">
              <a:lnSpc>
                <a:spcPct val="100000"/>
              </a:lnSpc>
              <a:spcBef>
                <a:spcPts val="0"/>
              </a:spcBef>
              <a:spcAft>
                <a:spcPts val="0"/>
              </a:spcAft>
              <a:buNone/>
            </a:pPr>
            <a:r>
              <a:t/>
            </a:r>
            <a:endParaRPr b="0" i="0" sz="1600" u="none">
              <a:solidFill>
                <a:schemeClr val="dk1"/>
              </a:solidFill>
              <a:latin typeface="Arial"/>
              <a:ea typeface="Arial"/>
              <a:cs typeface="Arial"/>
              <a:sym typeface="Arial"/>
            </a:endParaRPr>
          </a:p>
        </p:txBody>
      </p:sp>
      <p:sp>
        <p:nvSpPr>
          <p:cNvPr id="3143" name="Google Shape;3143;p50"/>
          <p:cNvSpPr txBox="1"/>
          <p:nvPr/>
        </p:nvSpPr>
        <p:spPr>
          <a:xfrm>
            <a:off x="3531256" y="3518258"/>
            <a:ext cx="1364700" cy="1207200"/>
          </a:xfrm>
          <a:prstGeom prst="rect">
            <a:avLst/>
          </a:prstGeom>
          <a:solidFill>
            <a:srgbClr val="FDEEA5"/>
          </a:solidFill>
          <a:ln cap="flat" cmpd="sng" w="9525">
            <a:solidFill>
              <a:srgbClr val="FCE46F"/>
            </a:solidFill>
            <a:prstDash val="solid"/>
            <a:round/>
            <a:headEnd len="sm" w="sm" type="none"/>
            <a:tailEnd len="sm" w="sm" type="none"/>
          </a:ln>
          <a:effectLst>
            <a:outerShdw blurRad="63500" dir="8100000" dist="38100">
              <a:srgbClr val="000000">
                <a:alpha val="39610"/>
              </a:srgbClr>
            </a:outerShdw>
          </a:effectLst>
        </p:spPr>
        <p:txBody>
          <a:bodyPr anchorCtr="0" anchor="t" bIns="41050" lIns="82100" spcFirstLastPara="1" rIns="82100" wrap="square" tIns="41050">
            <a:noAutofit/>
          </a:bodyPr>
          <a:lstStyle/>
          <a:p>
            <a:pPr indent="0" lvl="0" marL="0" marR="0" rtl="0" algn="l">
              <a:lnSpc>
                <a:spcPct val="100000"/>
              </a:lnSpc>
              <a:spcBef>
                <a:spcPts val="0"/>
              </a:spcBef>
              <a:spcAft>
                <a:spcPts val="0"/>
              </a:spcAft>
              <a:buNone/>
            </a:pPr>
            <a:r>
              <a:t/>
            </a:r>
            <a:endParaRPr b="0" i="0" sz="1600" u="none">
              <a:solidFill>
                <a:schemeClr val="dk1"/>
              </a:solidFill>
              <a:latin typeface="Arial"/>
              <a:ea typeface="Arial"/>
              <a:cs typeface="Arial"/>
              <a:sym typeface="Arial"/>
            </a:endParaRPr>
          </a:p>
        </p:txBody>
      </p:sp>
      <p:sp>
        <p:nvSpPr>
          <p:cNvPr id="3144" name="Google Shape;3144;p50"/>
          <p:cNvSpPr txBox="1"/>
          <p:nvPr/>
        </p:nvSpPr>
        <p:spPr>
          <a:xfrm>
            <a:off x="430431" y="5311744"/>
            <a:ext cx="1364700" cy="1207200"/>
          </a:xfrm>
          <a:prstGeom prst="rect">
            <a:avLst/>
          </a:prstGeom>
          <a:solidFill>
            <a:srgbClr val="FDEEA5"/>
          </a:solidFill>
          <a:ln cap="flat" cmpd="sng" w="9525">
            <a:solidFill>
              <a:srgbClr val="FCE46F"/>
            </a:solidFill>
            <a:prstDash val="solid"/>
            <a:round/>
            <a:headEnd len="sm" w="sm" type="none"/>
            <a:tailEnd len="sm" w="sm" type="none"/>
          </a:ln>
          <a:effectLst>
            <a:outerShdw blurRad="63500" dir="8100000" dist="38100">
              <a:srgbClr val="000000">
                <a:alpha val="39610"/>
              </a:srgbClr>
            </a:outerShdw>
          </a:effectLst>
        </p:spPr>
        <p:txBody>
          <a:bodyPr anchorCtr="0" anchor="t" bIns="41050" lIns="82100" spcFirstLastPara="1" rIns="82100" wrap="square" tIns="41050">
            <a:noAutofit/>
          </a:bodyPr>
          <a:lstStyle/>
          <a:p>
            <a:pPr indent="0" lvl="0" marL="0" marR="0" rtl="0" algn="l">
              <a:lnSpc>
                <a:spcPct val="100000"/>
              </a:lnSpc>
              <a:spcBef>
                <a:spcPts val="0"/>
              </a:spcBef>
              <a:spcAft>
                <a:spcPts val="0"/>
              </a:spcAft>
              <a:buNone/>
            </a:pPr>
            <a:r>
              <a:t/>
            </a:r>
            <a:endParaRPr b="0" i="0" sz="1600" u="none">
              <a:solidFill>
                <a:schemeClr val="dk1"/>
              </a:solidFill>
              <a:latin typeface="Arial"/>
              <a:ea typeface="Arial"/>
              <a:cs typeface="Arial"/>
              <a:sym typeface="Arial"/>
            </a:endParaRPr>
          </a:p>
        </p:txBody>
      </p:sp>
      <p:sp>
        <p:nvSpPr>
          <p:cNvPr id="3145" name="Google Shape;3145;p50"/>
          <p:cNvSpPr txBox="1"/>
          <p:nvPr/>
        </p:nvSpPr>
        <p:spPr>
          <a:xfrm>
            <a:off x="1984719" y="5307680"/>
            <a:ext cx="1364700" cy="1207200"/>
          </a:xfrm>
          <a:prstGeom prst="rect">
            <a:avLst/>
          </a:prstGeom>
          <a:solidFill>
            <a:srgbClr val="FDEEA5"/>
          </a:solidFill>
          <a:ln cap="flat" cmpd="sng" w="9525">
            <a:solidFill>
              <a:srgbClr val="FCE46F"/>
            </a:solidFill>
            <a:prstDash val="solid"/>
            <a:round/>
            <a:headEnd len="sm" w="sm" type="none"/>
            <a:tailEnd len="sm" w="sm" type="none"/>
          </a:ln>
          <a:effectLst>
            <a:outerShdw blurRad="63500" dir="8100000" dist="38100">
              <a:srgbClr val="000000">
                <a:alpha val="39610"/>
              </a:srgbClr>
            </a:outerShdw>
          </a:effectLst>
        </p:spPr>
        <p:txBody>
          <a:bodyPr anchorCtr="0" anchor="t" bIns="41050" lIns="82100" spcFirstLastPara="1" rIns="82100" wrap="square" tIns="41050">
            <a:noAutofit/>
          </a:bodyPr>
          <a:lstStyle/>
          <a:p>
            <a:pPr indent="0" lvl="0" marL="0" marR="0" rtl="0" algn="l">
              <a:lnSpc>
                <a:spcPct val="100000"/>
              </a:lnSpc>
              <a:spcBef>
                <a:spcPts val="0"/>
              </a:spcBef>
              <a:spcAft>
                <a:spcPts val="0"/>
              </a:spcAft>
              <a:buNone/>
            </a:pPr>
            <a:r>
              <a:t/>
            </a:r>
            <a:endParaRPr b="0" i="0" sz="1600" u="none">
              <a:solidFill>
                <a:schemeClr val="dk1"/>
              </a:solidFill>
              <a:latin typeface="Arial"/>
              <a:ea typeface="Arial"/>
              <a:cs typeface="Arial"/>
              <a:sym typeface="Arial"/>
            </a:endParaRPr>
          </a:p>
        </p:txBody>
      </p:sp>
      <p:sp>
        <p:nvSpPr>
          <p:cNvPr id="3146" name="Google Shape;3146;p50"/>
          <p:cNvSpPr txBox="1"/>
          <p:nvPr/>
        </p:nvSpPr>
        <p:spPr>
          <a:xfrm>
            <a:off x="3522212" y="5307680"/>
            <a:ext cx="1364700" cy="1207200"/>
          </a:xfrm>
          <a:prstGeom prst="rect">
            <a:avLst/>
          </a:prstGeom>
          <a:solidFill>
            <a:srgbClr val="FDEEA5"/>
          </a:solidFill>
          <a:ln cap="flat" cmpd="sng" w="9525">
            <a:solidFill>
              <a:srgbClr val="FCE46F"/>
            </a:solidFill>
            <a:prstDash val="solid"/>
            <a:round/>
            <a:headEnd len="sm" w="sm" type="none"/>
            <a:tailEnd len="sm" w="sm" type="none"/>
          </a:ln>
          <a:effectLst>
            <a:outerShdw blurRad="63500" dir="8100000" dist="38100">
              <a:srgbClr val="000000">
                <a:alpha val="39610"/>
              </a:srgbClr>
            </a:outerShdw>
          </a:effectLst>
        </p:spPr>
        <p:txBody>
          <a:bodyPr anchorCtr="0" anchor="t" bIns="41050" lIns="82100" spcFirstLastPara="1" rIns="82100" wrap="square" tIns="41050">
            <a:noAutofit/>
          </a:bodyPr>
          <a:lstStyle/>
          <a:p>
            <a:pPr indent="0" lvl="0" marL="0" marR="0" rtl="0" algn="l">
              <a:lnSpc>
                <a:spcPct val="100000"/>
              </a:lnSpc>
              <a:spcBef>
                <a:spcPts val="0"/>
              </a:spcBef>
              <a:spcAft>
                <a:spcPts val="0"/>
              </a:spcAft>
              <a:buNone/>
            </a:pPr>
            <a:r>
              <a:t/>
            </a:r>
            <a:endParaRPr b="0" i="0" sz="1600" u="none">
              <a:solidFill>
                <a:schemeClr val="dk1"/>
              </a:solidFill>
              <a:latin typeface="Arial"/>
              <a:ea typeface="Arial"/>
              <a:cs typeface="Arial"/>
              <a:sym typeface="Arial"/>
            </a:endParaRPr>
          </a:p>
        </p:txBody>
      </p:sp>
      <p:grpSp>
        <p:nvGrpSpPr>
          <p:cNvPr id="3147" name="Google Shape;3147;p50"/>
          <p:cNvGrpSpPr/>
          <p:nvPr/>
        </p:nvGrpSpPr>
        <p:grpSpPr>
          <a:xfrm>
            <a:off x="5134631" y="1373921"/>
            <a:ext cx="4686912" cy="5248958"/>
            <a:chOff x="111125" y="561600"/>
            <a:chExt cx="5760000" cy="6192000"/>
          </a:xfrm>
        </p:grpSpPr>
        <p:sp>
          <p:nvSpPr>
            <p:cNvPr id="3148" name="Google Shape;3148;p50"/>
            <p:cNvSpPr txBox="1"/>
            <p:nvPr/>
          </p:nvSpPr>
          <p:spPr>
            <a:xfrm>
              <a:off x="111125" y="561600"/>
              <a:ext cx="5760000" cy="6192000"/>
            </a:xfrm>
            <a:prstGeom prst="rect">
              <a:avLst/>
            </a:prstGeom>
            <a:solidFill>
              <a:schemeClr val="lt1"/>
            </a:solidFill>
            <a:ln cap="flat" cmpd="sng" w="38100">
              <a:solidFill>
                <a:srgbClr val="0DC3C3"/>
              </a:solidFill>
              <a:prstDash val="solid"/>
              <a:round/>
              <a:headEnd len="sm" w="sm" type="none"/>
              <a:tailEnd len="sm" w="sm" type="none"/>
            </a:ln>
            <a:effectLst>
              <a:outerShdw blurRad="63500" dir="10800000" dist="38100">
                <a:srgbClr val="000000">
                  <a:alpha val="39610"/>
                </a:srgbClr>
              </a:outerShdw>
            </a:effectLst>
          </p:spPr>
          <p:txBody>
            <a:bodyPr anchorCtr="0" anchor="t" bIns="41050" lIns="82100" spcFirstLastPara="1" rIns="82100" wrap="square" tIns="41050">
              <a:noAutofit/>
            </a:bodyPr>
            <a:lstStyle/>
            <a:p>
              <a:pPr indent="0" lvl="0" marL="0" marR="0" rtl="0" algn="l">
                <a:lnSpc>
                  <a:spcPct val="100000"/>
                </a:lnSpc>
                <a:spcBef>
                  <a:spcPts val="0"/>
                </a:spcBef>
                <a:spcAft>
                  <a:spcPts val="0"/>
                </a:spcAft>
                <a:buNone/>
              </a:pPr>
              <a:r>
                <a:t/>
              </a:r>
              <a:endParaRPr b="0" i="0" sz="1600" u="none">
                <a:solidFill>
                  <a:schemeClr val="dk1"/>
                </a:solidFill>
                <a:latin typeface="Arial"/>
                <a:ea typeface="Arial"/>
                <a:cs typeface="Arial"/>
                <a:sym typeface="Arial"/>
              </a:endParaRPr>
            </a:p>
          </p:txBody>
        </p:sp>
        <p:sp>
          <p:nvSpPr>
            <p:cNvPr id="3149" name="Google Shape;3149;p50"/>
            <p:cNvSpPr txBox="1"/>
            <p:nvPr/>
          </p:nvSpPr>
          <p:spPr>
            <a:xfrm>
              <a:off x="111125" y="561600"/>
              <a:ext cx="5760000" cy="353100"/>
            </a:xfrm>
            <a:prstGeom prst="rect">
              <a:avLst/>
            </a:prstGeom>
            <a:solidFill>
              <a:srgbClr val="0DC3C3"/>
            </a:solidFill>
            <a:ln>
              <a:noFill/>
            </a:ln>
          </p:spPr>
          <p:txBody>
            <a:bodyPr anchorCtr="0" anchor="t" bIns="41050" lIns="82100" spcFirstLastPara="1" rIns="82100" wrap="square" tIns="41050">
              <a:noAutofit/>
            </a:bodyPr>
            <a:lstStyle/>
            <a:p>
              <a:pPr indent="0" lvl="0" marL="0" marR="0" rtl="0" algn="l">
                <a:lnSpc>
                  <a:spcPct val="100000"/>
                </a:lnSpc>
                <a:spcBef>
                  <a:spcPts val="0"/>
                </a:spcBef>
                <a:spcAft>
                  <a:spcPts val="0"/>
                </a:spcAft>
                <a:buNone/>
              </a:pPr>
              <a:r>
                <a:t/>
              </a:r>
              <a:endParaRPr b="0" i="0" sz="1600" u="none">
                <a:solidFill>
                  <a:schemeClr val="dk1"/>
                </a:solidFill>
                <a:latin typeface="Arial"/>
                <a:ea typeface="Arial"/>
                <a:cs typeface="Arial"/>
                <a:sym typeface="Arial"/>
              </a:endParaRPr>
            </a:p>
          </p:txBody>
        </p:sp>
      </p:grpSp>
      <p:sp>
        <p:nvSpPr>
          <p:cNvPr id="3150" name="Google Shape;3150;p50"/>
          <p:cNvSpPr txBox="1"/>
          <p:nvPr/>
        </p:nvSpPr>
        <p:spPr>
          <a:xfrm>
            <a:off x="5126889" y="1326520"/>
            <a:ext cx="4694700" cy="340800"/>
          </a:xfrm>
          <a:prstGeom prst="rect">
            <a:avLst/>
          </a:prstGeom>
          <a:noFill/>
          <a:ln>
            <a:noFill/>
          </a:ln>
        </p:spPr>
        <p:txBody>
          <a:bodyPr anchorCtr="0" anchor="ctr" bIns="41050" lIns="82100" spcFirstLastPara="1" rIns="82100" wrap="square" tIns="41050">
            <a:noAutofit/>
          </a:bodyPr>
          <a:lstStyle/>
          <a:p>
            <a:pPr indent="0" lvl="0" marL="0" marR="0" rtl="0" algn="ctr">
              <a:lnSpc>
                <a:spcPct val="100000"/>
              </a:lnSpc>
              <a:spcBef>
                <a:spcPts val="0"/>
              </a:spcBef>
              <a:spcAft>
                <a:spcPts val="0"/>
              </a:spcAft>
              <a:buClr>
                <a:schemeClr val="lt1"/>
              </a:buClr>
              <a:buSzPts val="1800"/>
              <a:buFont typeface="Arial"/>
              <a:buNone/>
            </a:pPr>
            <a:r>
              <a:rPr b="1" lang="es-419" sz="1200">
                <a:solidFill>
                  <a:schemeClr val="lt1"/>
                </a:solidFill>
                <a:latin typeface="Arvo"/>
                <a:ea typeface="Arvo"/>
                <a:cs typeface="Arvo"/>
                <a:sym typeface="Arvo"/>
              </a:rPr>
              <a:t>Situaciones Problemáticas</a:t>
            </a:r>
            <a:endParaRPr sz="1200">
              <a:latin typeface="Arvo"/>
              <a:ea typeface="Arvo"/>
              <a:cs typeface="Arvo"/>
              <a:sym typeface="Arvo"/>
            </a:endParaRPr>
          </a:p>
        </p:txBody>
      </p:sp>
      <p:sp>
        <p:nvSpPr>
          <p:cNvPr id="3151" name="Google Shape;3151;p50"/>
          <p:cNvSpPr txBox="1"/>
          <p:nvPr/>
        </p:nvSpPr>
        <p:spPr>
          <a:xfrm>
            <a:off x="5278055" y="1886981"/>
            <a:ext cx="4446900" cy="1414200"/>
          </a:xfrm>
          <a:prstGeom prst="rect">
            <a:avLst/>
          </a:prstGeom>
          <a:solidFill>
            <a:srgbClr val="FED86F"/>
          </a:solidFill>
          <a:ln cap="flat" cmpd="sng" w="9525">
            <a:solidFill>
              <a:srgbClr val="FCE46F"/>
            </a:solidFill>
            <a:prstDash val="solid"/>
            <a:round/>
            <a:headEnd len="sm" w="sm" type="none"/>
            <a:tailEnd len="sm" w="sm" type="none"/>
          </a:ln>
          <a:effectLst>
            <a:outerShdw blurRad="63500" dir="8100000" dist="38100">
              <a:srgbClr val="000000">
                <a:alpha val="39610"/>
              </a:srgbClr>
            </a:outerShdw>
          </a:effectLst>
        </p:spPr>
        <p:txBody>
          <a:bodyPr anchorCtr="0" anchor="t" bIns="41050" lIns="82100" spcFirstLastPara="1" rIns="82100" wrap="square" tIns="41050">
            <a:noAutofit/>
          </a:bodyPr>
          <a:lstStyle/>
          <a:p>
            <a:pPr indent="0" lvl="0" marL="0" marR="0" rtl="0" algn="l">
              <a:lnSpc>
                <a:spcPct val="100000"/>
              </a:lnSpc>
              <a:spcBef>
                <a:spcPts val="0"/>
              </a:spcBef>
              <a:spcAft>
                <a:spcPts val="0"/>
              </a:spcAft>
              <a:buClr>
                <a:schemeClr val="dk1"/>
              </a:buClr>
              <a:buSzPts val="1300"/>
              <a:buFont typeface="Arial"/>
              <a:buNone/>
            </a:pPr>
            <a:r>
              <a:rPr b="1" lang="es-419" sz="1200">
                <a:solidFill>
                  <a:schemeClr val="dk1"/>
                </a:solidFill>
                <a:latin typeface="Arvo"/>
                <a:ea typeface="Arvo"/>
                <a:cs typeface="Arvo"/>
                <a:sym typeface="Arvo"/>
              </a:rPr>
              <a:t>Situación Problemática </a:t>
            </a:r>
            <a:r>
              <a:rPr b="1" i="0" lang="es-419" sz="1200" u="none">
                <a:solidFill>
                  <a:schemeClr val="dk1"/>
                </a:solidFill>
                <a:latin typeface="Arvo"/>
                <a:ea typeface="Arvo"/>
                <a:cs typeface="Arvo"/>
                <a:sym typeface="Arvo"/>
              </a:rPr>
              <a:t>1:</a:t>
            </a:r>
            <a:endParaRPr b="1" i="0" sz="1200" u="none">
              <a:solidFill>
                <a:schemeClr val="dk1"/>
              </a:solidFill>
              <a:latin typeface="Arvo"/>
              <a:ea typeface="Arvo"/>
              <a:cs typeface="Arvo"/>
              <a:sym typeface="Arvo"/>
            </a:endParaRPr>
          </a:p>
          <a:p>
            <a:pPr indent="0" lvl="0" marL="0" marR="0" rtl="0" algn="l">
              <a:lnSpc>
                <a:spcPct val="100000"/>
              </a:lnSpc>
              <a:spcBef>
                <a:spcPts val="0"/>
              </a:spcBef>
              <a:spcAft>
                <a:spcPts val="0"/>
              </a:spcAft>
              <a:buClr>
                <a:schemeClr val="dk1"/>
              </a:buClr>
              <a:buSzPts val="1300"/>
              <a:buFont typeface="Arial"/>
              <a:buNone/>
            </a:pPr>
            <a:r>
              <a:t/>
            </a:r>
            <a:endParaRPr b="1" sz="1300">
              <a:solidFill>
                <a:schemeClr val="dk1"/>
              </a:solidFill>
            </a:endParaRPr>
          </a:p>
          <a:p>
            <a:pPr indent="0" lvl="0" marL="0" marR="0" rtl="0" algn="l">
              <a:lnSpc>
                <a:spcPct val="100000"/>
              </a:lnSpc>
              <a:spcBef>
                <a:spcPts val="0"/>
              </a:spcBef>
              <a:spcAft>
                <a:spcPts val="0"/>
              </a:spcAft>
              <a:buClr>
                <a:schemeClr val="dk1"/>
              </a:buClr>
              <a:buSzPts val="1300"/>
              <a:buFont typeface="Arial"/>
              <a:buNone/>
            </a:pPr>
            <a:r>
              <a:t/>
            </a:r>
            <a:endParaRPr b="1" sz="1800">
              <a:solidFill>
                <a:schemeClr val="dk1"/>
              </a:solidFill>
            </a:endParaRPr>
          </a:p>
          <a:p>
            <a:pPr indent="0" lvl="0" marL="0" rtl="0" algn="l">
              <a:spcBef>
                <a:spcPts val="0"/>
              </a:spcBef>
              <a:spcAft>
                <a:spcPts val="0"/>
              </a:spcAft>
              <a:buClr>
                <a:schemeClr val="dk1"/>
              </a:buClr>
              <a:buSzPts val="1300"/>
              <a:buFont typeface="Arial"/>
              <a:buNone/>
            </a:pPr>
            <a:r>
              <a:rPr b="1" lang="es-419" sz="1200">
                <a:solidFill>
                  <a:schemeClr val="dk1"/>
                </a:solidFill>
                <a:latin typeface="Arvo"/>
                <a:ea typeface="Arvo"/>
                <a:cs typeface="Arvo"/>
                <a:sym typeface="Arvo"/>
              </a:rPr>
              <a:t>Situaciones Deseada 1: </a:t>
            </a:r>
            <a:endParaRPr b="1" sz="1200">
              <a:solidFill>
                <a:schemeClr val="dk1"/>
              </a:solidFill>
              <a:latin typeface="Arvo"/>
              <a:ea typeface="Arvo"/>
              <a:cs typeface="Arvo"/>
              <a:sym typeface="Arvo"/>
            </a:endParaRPr>
          </a:p>
        </p:txBody>
      </p:sp>
      <p:sp>
        <p:nvSpPr>
          <p:cNvPr id="3152" name="Google Shape;3152;p50"/>
          <p:cNvSpPr txBox="1"/>
          <p:nvPr/>
        </p:nvSpPr>
        <p:spPr>
          <a:xfrm>
            <a:off x="5278055" y="3436639"/>
            <a:ext cx="4446900" cy="1413000"/>
          </a:xfrm>
          <a:prstGeom prst="rect">
            <a:avLst/>
          </a:prstGeom>
          <a:solidFill>
            <a:srgbClr val="FED86F"/>
          </a:solidFill>
          <a:ln cap="flat" cmpd="sng" w="9525">
            <a:solidFill>
              <a:srgbClr val="FCE46F"/>
            </a:solidFill>
            <a:prstDash val="solid"/>
            <a:round/>
            <a:headEnd len="sm" w="sm" type="none"/>
            <a:tailEnd len="sm" w="sm" type="none"/>
          </a:ln>
          <a:effectLst>
            <a:outerShdw blurRad="63500" dir="8100000" dist="38100">
              <a:srgbClr val="000000">
                <a:alpha val="39610"/>
              </a:srgbClr>
            </a:outerShdw>
          </a:effectLst>
        </p:spPr>
        <p:txBody>
          <a:bodyPr anchorCtr="0" anchor="t" bIns="41050" lIns="82100" spcFirstLastPara="1" rIns="82100" wrap="square" tIns="41050">
            <a:noAutofit/>
          </a:bodyPr>
          <a:lstStyle/>
          <a:p>
            <a:pPr indent="0" lvl="0" marL="0" marR="0" rtl="0" algn="l">
              <a:lnSpc>
                <a:spcPct val="100000"/>
              </a:lnSpc>
              <a:spcBef>
                <a:spcPts val="0"/>
              </a:spcBef>
              <a:spcAft>
                <a:spcPts val="0"/>
              </a:spcAft>
              <a:buClr>
                <a:schemeClr val="dk1"/>
              </a:buClr>
              <a:buSzPts val="1300"/>
              <a:buFont typeface="Arial"/>
              <a:buNone/>
            </a:pPr>
            <a:r>
              <a:rPr b="1" lang="es-419" sz="1200">
                <a:solidFill>
                  <a:schemeClr val="dk1"/>
                </a:solidFill>
                <a:latin typeface="Arvo"/>
                <a:ea typeface="Arvo"/>
                <a:cs typeface="Arvo"/>
                <a:sym typeface="Arvo"/>
              </a:rPr>
              <a:t>Situación Problemática </a:t>
            </a:r>
            <a:r>
              <a:rPr b="1" i="0" lang="es-419" sz="1200" u="none">
                <a:solidFill>
                  <a:schemeClr val="dk1"/>
                </a:solidFill>
                <a:latin typeface="Arvo"/>
                <a:ea typeface="Arvo"/>
                <a:cs typeface="Arvo"/>
                <a:sym typeface="Arvo"/>
              </a:rPr>
              <a:t>2:</a:t>
            </a:r>
            <a:endParaRPr b="1" i="0" sz="1200" u="none">
              <a:solidFill>
                <a:schemeClr val="dk1"/>
              </a:solidFill>
              <a:latin typeface="Arvo"/>
              <a:ea typeface="Arvo"/>
              <a:cs typeface="Arvo"/>
              <a:sym typeface="Arvo"/>
            </a:endParaRPr>
          </a:p>
          <a:p>
            <a:pPr indent="0" lvl="0" marL="0" marR="0" rtl="0" algn="l">
              <a:lnSpc>
                <a:spcPct val="100000"/>
              </a:lnSpc>
              <a:spcBef>
                <a:spcPts val="0"/>
              </a:spcBef>
              <a:spcAft>
                <a:spcPts val="0"/>
              </a:spcAft>
              <a:buClr>
                <a:schemeClr val="dk1"/>
              </a:buClr>
              <a:buSzPts val="1300"/>
              <a:buFont typeface="Arial"/>
              <a:buNone/>
            </a:pPr>
            <a:r>
              <a:t/>
            </a:r>
            <a:endParaRPr b="1" sz="1300">
              <a:solidFill>
                <a:schemeClr val="dk1"/>
              </a:solidFill>
            </a:endParaRPr>
          </a:p>
          <a:p>
            <a:pPr indent="0" lvl="0" marL="0" marR="0" rtl="0" algn="l">
              <a:lnSpc>
                <a:spcPct val="100000"/>
              </a:lnSpc>
              <a:spcBef>
                <a:spcPts val="0"/>
              </a:spcBef>
              <a:spcAft>
                <a:spcPts val="0"/>
              </a:spcAft>
              <a:buClr>
                <a:schemeClr val="dk1"/>
              </a:buClr>
              <a:buSzPts val="1300"/>
              <a:buFont typeface="Arial"/>
              <a:buNone/>
            </a:pPr>
            <a:r>
              <a:t/>
            </a:r>
            <a:endParaRPr b="1" sz="1300">
              <a:solidFill>
                <a:schemeClr val="dk1"/>
              </a:solidFill>
            </a:endParaRPr>
          </a:p>
          <a:p>
            <a:pPr indent="0" lvl="0" marL="0" rtl="0" algn="l">
              <a:spcBef>
                <a:spcPts val="0"/>
              </a:spcBef>
              <a:spcAft>
                <a:spcPts val="0"/>
              </a:spcAft>
              <a:buClr>
                <a:schemeClr val="dk1"/>
              </a:buClr>
              <a:buSzPts val="1300"/>
              <a:buFont typeface="Arial"/>
              <a:buNone/>
            </a:pPr>
            <a:r>
              <a:rPr b="1" lang="es-419" sz="1300">
                <a:solidFill>
                  <a:schemeClr val="dk1"/>
                </a:solidFill>
              </a:rPr>
              <a:t>Situaciones Deseada 2: </a:t>
            </a:r>
            <a:endParaRPr b="1" sz="1300">
              <a:solidFill>
                <a:schemeClr val="dk1"/>
              </a:solidFill>
            </a:endParaRPr>
          </a:p>
        </p:txBody>
      </p:sp>
      <p:sp>
        <p:nvSpPr>
          <p:cNvPr id="3153" name="Google Shape;3153;p50"/>
          <p:cNvSpPr txBox="1"/>
          <p:nvPr/>
        </p:nvSpPr>
        <p:spPr>
          <a:xfrm>
            <a:off x="5278055" y="4990361"/>
            <a:ext cx="4446900" cy="1414200"/>
          </a:xfrm>
          <a:prstGeom prst="rect">
            <a:avLst/>
          </a:prstGeom>
          <a:solidFill>
            <a:srgbClr val="FED86F"/>
          </a:solidFill>
          <a:ln cap="flat" cmpd="sng" w="9525">
            <a:solidFill>
              <a:srgbClr val="FCE46F"/>
            </a:solidFill>
            <a:prstDash val="solid"/>
            <a:round/>
            <a:headEnd len="sm" w="sm" type="none"/>
            <a:tailEnd len="sm" w="sm" type="none"/>
          </a:ln>
          <a:effectLst>
            <a:outerShdw blurRad="63500" dir="8100000" dist="38100">
              <a:srgbClr val="000000">
                <a:alpha val="39610"/>
              </a:srgbClr>
            </a:outerShdw>
          </a:effectLst>
        </p:spPr>
        <p:txBody>
          <a:bodyPr anchorCtr="0" anchor="t" bIns="41050" lIns="82100" spcFirstLastPara="1" rIns="82100" wrap="square" tIns="41050">
            <a:noAutofit/>
          </a:bodyPr>
          <a:lstStyle/>
          <a:p>
            <a:pPr indent="0" lvl="0" marL="0" marR="0" rtl="0" algn="l">
              <a:lnSpc>
                <a:spcPct val="100000"/>
              </a:lnSpc>
              <a:spcBef>
                <a:spcPts val="0"/>
              </a:spcBef>
              <a:spcAft>
                <a:spcPts val="0"/>
              </a:spcAft>
              <a:buClr>
                <a:schemeClr val="dk1"/>
              </a:buClr>
              <a:buSzPts val="1300"/>
              <a:buFont typeface="Arial"/>
              <a:buNone/>
            </a:pPr>
            <a:r>
              <a:rPr b="1" lang="es-419" sz="1200">
                <a:solidFill>
                  <a:schemeClr val="dk1"/>
                </a:solidFill>
                <a:latin typeface="Arvo"/>
                <a:ea typeface="Arvo"/>
                <a:cs typeface="Arvo"/>
                <a:sym typeface="Arvo"/>
              </a:rPr>
              <a:t>Situación Problemática </a:t>
            </a:r>
            <a:r>
              <a:rPr b="1" i="0" lang="es-419" sz="1200" u="none">
                <a:solidFill>
                  <a:schemeClr val="dk1"/>
                </a:solidFill>
                <a:latin typeface="Arvo"/>
                <a:ea typeface="Arvo"/>
                <a:cs typeface="Arvo"/>
                <a:sym typeface="Arvo"/>
              </a:rPr>
              <a:t>3:</a:t>
            </a:r>
            <a:endParaRPr b="1" i="0" sz="1200" u="none">
              <a:solidFill>
                <a:schemeClr val="dk1"/>
              </a:solidFill>
              <a:latin typeface="Arvo"/>
              <a:ea typeface="Arvo"/>
              <a:cs typeface="Arvo"/>
              <a:sym typeface="Arvo"/>
            </a:endParaRPr>
          </a:p>
          <a:p>
            <a:pPr indent="0" lvl="0" marL="0" marR="0" rtl="0" algn="l">
              <a:lnSpc>
                <a:spcPct val="100000"/>
              </a:lnSpc>
              <a:spcBef>
                <a:spcPts val="0"/>
              </a:spcBef>
              <a:spcAft>
                <a:spcPts val="0"/>
              </a:spcAft>
              <a:buClr>
                <a:schemeClr val="dk1"/>
              </a:buClr>
              <a:buSzPts val="1300"/>
              <a:buFont typeface="Arial"/>
              <a:buNone/>
            </a:pPr>
            <a:r>
              <a:t/>
            </a:r>
            <a:endParaRPr b="1" sz="1300">
              <a:solidFill>
                <a:schemeClr val="dk1"/>
              </a:solidFill>
            </a:endParaRPr>
          </a:p>
          <a:p>
            <a:pPr indent="0" lvl="0" marL="0" marR="0" rtl="0" algn="l">
              <a:lnSpc>
                <a:spcPct val="100000"/>
              </a:lnSpc>
              <a:spcBef>
                <a:spcPts val="0"/>
              </a:spcBef>
              <a:spcAft>
                <a:spcPts val="0"/>
              </a:spcAft>
              <a:buClr>
                <a:schemeClr val="dk1"/>
              </a:buClr>
              <a:buSzPts val="1300"/>
              <a:buFont typeface="Arial"/>
              <a:buNone/>
            </a:pPr>
            <a:r>
              <a:t/>
            </a:r>
            <a:endParaRPr b="1" sz="1300">
              <a:solidFill>
                <a:schemeClr val="dk1"/>
              </a:solidFill>
            </a:endParaRPr>
          </a:p>
          <a:p>
            <a:pPr indent="0" lvl="0" marL="0" rtl="0" algn="l">
              <a:spcBef>
                <a:spcPts val="0"/>
              </a:spcBef>
              <a:spcAft>
                <a:spcPts val="0"/>
              </a:spcAft>
              <a:buClr>
                <a:schemeClr val="dk1"/>
              </a:buClr>
              <a:buSzPts val="1300"/>
              <a:buFont typeface="Arial"/>
              <a:buNone/>
            </a:pPr>
            <a:r>
              <a:rPr b="1" lang="es-419" sz="1200">
                <a:solidFill>
                  <a:schemeClr val="dk1"/>
                </a:solidFill>
                <a:latin typeface="Arvo"/>
                <a:ea typeface="Arvo"/>
                <a:cs typeface="Arvo"/>
                <a:sym typeface="Arvo"/>
              </a:rPr>
              <a:t>Situaciones Deseada 3: </a:t>
            </a:r>
            <a:endParaRPr b="1" sz="1200">
              <a:solidFill>
                <a:schemeClr val="dk1"/>
              </a:solidFill>
              <a:latin typeface="Arvo"/>
              <a:ea typeface="Arvo"/>
              <a:cs typeface="Arvo"/>
              <a:sym typeface="Arvo"/>
            </a:endParaRPr>
          </a:p>
        </p:txBody>
      </p:sp>
      <p:cxnSp>
        <p:nvCxnSpPr>
          <p:cNvPr id="3154" name="Google Shape;3154;p50"/>
          <p:cNvCxnSpPr/>
          <p:nvPr/>
        </p:nvCxnSpPr>
        <p:spPr>
          <a:xfrm>
            <a:off x="77688" y="772614"/>
            <a:ext cx="9935700" cy="0"/>
          </a:xfrm>
          <a:prstGeom prst="straightConnector1">
            <a:avLst/>
          </a:prstGeom>
          <a:noFill/>
          <a:ln cap="flat" cmpd="sng" w="19050">
            <a:solidFill>
              <a:srgbClr val="000000"/>
            </a:solidFill>
            <a:prstDash val="solid"/>
            <a:round/>
            <a:headEnd len="med" w="med" type="none"/>
            <a:tailEnd len="med" w="med" type="none"/>
          </a:ln>
        </p:spPr>
      </p:cxnSp>
      <p:cxnSp>
        <p:nvCxnSpPr>
          <p:cNvPr id="3155" name="Google Shape;3155;p50"/>
          <p:cNvCxnSpPr/>
          <p:nvPr/>
        </p:nvCxnSpPr>
        <p:spPr>
          <a:xfrm rot="10800000">
            <a:off x="2439038" y="368188"/>
            <a:ext cx="0" cy="402300"/>
          </a:xfrm>
          <a:prstGeom prst="straightConnector1">
            <a:avLst/>
          </a:prstGeom>
          <a:noFill/>
          <a:ln cap="flat" cmpd="sng" w="19050">
            <a:solidFill>
              <a:srgbClr val="000000"/>
            </a:solidFill>
            <a:prstDash val="solid"/>
            <a:round/>
            <a:headEnd len="med" w="med" type="none"/>
            <a:tailEnd len="med" w="med" type="none"/>
          </a:ln>
        </p:spPr>
      </p:cxnSp>
      <p:sp>
        <p:nvSpPr>
          <p:cNvPr id="3156" name="Google Shape;3156;p50"/>
          <p:cNvSpPr/>
          <p:nvPr/>
        </p:nvSpPr>
        <p:spPr>
          <a:xfrm>
            <a:off x="77688" y="349338"/>
            <a:ext cx="2361300" cy="421200"/>
          </a:xfrm>
          <a:prstGeom prst="roundRect">
            <a:avLst>
              <a:gd fmla="val 50000" name="adj"/>
            </a:avLst>
          </a:prstGeom>
          <a:solidFill>
            <a:srgbClr val="000000"/>
          </a:solidFill>
          <a:ln cap="flat" cmpd="sng" w="9525">
            <a:solidFill>
              <a:srgbClr val="000000"/>
            </a:solidFill>
            <a:prstDash val="solid"/>
            <a:round/>
            <a:headEnd len="sm" w="sm" type="none"/>
            <a:tailEnd len="sm" w="sm" type="none"/>
          </a:ln>
        </p:spPr>
        <p:txBody>
          <a:bodyPr anchorCtr="0" anchor="t" bIns="54000" lIns="0" spcFirstLastPara="1" rIns="0" wrap="square" tIns="18000">
            <a:noAutofit/>
          </a:bodyPr>
          <a:lstStyle/>
          <a:p>
            <a:pPr indent="0" lvl="0" marL="0" rtl="0" algn="ctr">
              <a:spcBef>
                <a:spcPts val="0"/>
              </a:spcBef>
              <a:spcAft>
                <a:spcPts val="0"/>
              </a:spcAft>
              <a:buNone/>
            </a:pPr>
            <a:r>
              <a:rPr b="1" lang="es-419" sz="1100">
                <a:solidFill>
                  <a:srgbClr val="FFFFFF"/>
                </a:solidFill>
              </a:rPr>
              <a:t>Situaciones Problemáticas</a:t>
            </a:r>
            <a:endParaRPr b="1" sz="1200">
              <a:solidFill>
                <a:srgbClr val="FFFFFF"/>
              </a:solidFill>
            </a:endParaRPr>
          </a:p>
        </p:txBody>
      </p:sp>
      <p:sp>
        <p:nvSpPr>
          <p:cNvPr id="3157" name="Google Shape;3157;p50"/>
          <p:cNvSpPr/>
          <p:nvPr/>
        </p:nvSpPr>
        <p:spPr>
          <a:xfrm>
            <a:off x="83988" y="595504"/>
            <a:ext cx="190200" cy="1692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8" name="Google Shape;3158;p50"/>
          <p:cNvSpPr/>
          <p:nvPr/>
        </p:nvSpPr>
        <p:spPr>
          <a:xfrm>
            <a:off x="2350598" y="358950"/>
            <a:ext cx="88500" cy="4023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9" name="Google Shape;3159;p50"/>
          <p:cNvSpPr/>
          <p:nvPr/>
        </p:nvSpPr>
        <p:spPr>
          <a:xfrm>
            <a:off x="2277739" y="663750"/>
            <a:ext cx="88500" cy="1089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0" name="Google Shape;3160;p50"/>
          <p:cNvSpPr txBox="1"/>
          <p:nvPr>
            <p:ph idx="1" type="subTitle"/>
          </p:nvPr>
        </p:nvSpPr>
        <p:spPr>
          <a:xfrm>
            <a:off x="482600" y="1820725"/>
            <a:ext cx="1251900" cy="1091700"/>
          </a:xfrm>
          <a:prstGeom prst="rect">
            <a:avLst/>
          </a:prstGeom>
          <a:noFill/>
          <a:ln>
            <a:noFill/>
          </a:ln>
        </p:spPr>
        <p:txBody>
          <a:bodyPr anchorCtr="0" anchor="ctr" bIns="18000" lIns="18000" spcFirstLastPara="1" rIns="18000" wrap="square" tIns="18000">
            <a:noAutofit/>
          </a:bodyPr>
          <a:lstStyle>
            <a:lvl1pPr lvl="0" algn="ctr">
              <a:spcBef>
                <a:spcPts val="0"/>
              </a:spcBef>
              <a:spcAft>
                <a:spcPts val="0"/>
              </a:spcAft>
              <a:buSzPts val="900"/>
              <a:buNone/>
              <a:defRPr sz="900"/>
            </a:lvl1pPr>
            <a:lvl2pPr lvl="1" algn="ctr">
              <a:spcBef>
                <a:spcPts val="200"/>
              </a:spcBef>
              <a:spcAft>
                <a:spcPts val="0"/>
              </a:spcAft>
              <a:buSzPts val="1400"/>
              <a:buNone/>
              <a:defRPr/>
            </a:lvl2pPr>
            <a:lvl3pPr lvl="2" algn="ctr">
              <a:spcBef>
                <a:spcPts val="0"/>
              </a:spcBef>
              <a:spcAft>
                <a:spcPts val="0"/>
              </a:spcAft>
              <a:buSzPts val="1400"/>
              <a:buNone/>
              <a:defRPr/>
            </a:lvl3pPr>
            <a:lvl4pPr lvl="3" algn="ctr">
              <a:spcBef>
                <a:spcPts val="0"/>
              </a:spcBef>
              <a:spcAft>
                <a:spcPts val="0"/>
              </a:spcAft>
              <a:buSzPts val="1400"/>
              <a:buNone/>
              <a:defRPr/>
            </a:lvl4pPr>
            <a:lvl5pPr lvl="4" algn="ctr">
              <a:spcBef>
                <a:spcPts val="0"/>
              </a:spcBef>
              <a:spcAft>
                <a:spcPts val="0"/>
              </a:spcAft>
              <a:buSzPts val="1400"/>
              <a:buNone/>
              <a:defRPr/>
            </a:lvl5pPr>
            <a:lvl6pPr lvl="5" algn="ctr">
              <a:spcBef>
                <a:spcPts val="0"/>
              </a:spcBef>
              <a:spcAft>
                <a:spcPts val="0"/>
              </a:spcAft>
              <a:buSzPts val="1400"/>
              <a:buNone/>
              <a:defRPr/>
            </a:lvl6pPr>
            <a:lvl7pPr lvl="6" algn="ctr">
              <a:spcBef>
                <a:spcPts val="0"/>
              </a:spcBef>
              <a:spcAft>
                <a:spcPts val="0"/>
              </a:spcAft>
              <a:buSzPts val="1400"/>
              <a:buNone/>
              <a:defRPr/>
            </a:lvl7pPr>
            <a:lvl8pPr lvl="7" algn="ctr">
              <a:spcBef>
                <a:spcPts val="0"/>
              </a:spcBef>
              <a:spcAft>
                <a:spcPts val="0"/>
              </a:spcAft>
              <a:buSzPts val="1400"/>
              <a:buNone/>
              <a:defRPr/>
            </a:lvl8pPr>
            <a:lvl9pPr lvl="8" algn="ctr">
              <a:spcBef>
                <a:spcPts val="0"/>
              </a:spcBef>
              <a:spcAft>
                <a:spcPts val="0"/>
              </a:spcAft>
              <a:buSzPts val="1400"/>
              <a:buNone/>
              <a:defRPr/>
            </a:lvl9pPr>
          </a:lstStyle>
          <a:p/>
        </p:txBody>
      </p:sp>
      <p:sp>
        <p:nvSpPr>
          <p:cNvPr id="3161" name="Google Shape;3161;p50"/>
          <p:cNvSpPr txBox="1"/>
          <p:nvPr>
            <p:ph idx="2" type="subTitle"/>
          </p:nvPr>
        </p:nvSpPr>
        <p:spPr>
          <a:xfrm>
            <a:off x="2026369" y="1820725"/>
            <a:ext cx="1251900" cy="1091700"/>
          </a:xfrm>
          <a:prstGeom prst="rect">
            <a:avLst/>
          </a:prstGeom>
          <a:noFill/>
          <a:ln>
            <a:noFill/>
          </a:ln>
        </p:spPr>
        <p:txBody>
          <a:bodyPr anchorCtr="0" anchor="ctr" bIns="18000" lIns="18000" spcFirstLastPara="1" rIns="18000" wrap="square" tIns="18000">
            <a:noAutofit/>
          </a:bodyPr>
          <a:lstStyle>
            <a:lvl1pPr lvl="0" algn="ctr">
              <a:spcBef>
                <a:spcPts val="0"/>
              </a:spcBef>
              <a:spcAft>
                <a:spcPts val="0"/>
              </a:spcAft>
              <a:buSzPts val="900"/>
              <a:buNone/>
              <a:defRPr sz="900"/>
            </a:lvl1pPr>
            <a:lvl2pPr lvl="1" algn="ctr">
              <a:spcBef>
                <a:spcPts val="200"/>
              </a:spcBef>
              <a:spcAft>
                <a:spcPts val="0"/>
              </a:spcAft>
              <a:buSzPts val="1400"/>
              <a:buNone/>
              <a:defRPr/>
            </a:lvl2pPr>
            <a:lvl3pPr lvl="2" algn="ctr">
              <a:spcBef>
                <a:spcPts val="0"/>
              </a:spcBef>
              <a:spcAft>
                <a:spcPts val="0"/>
              </a:spcAft>
              <a:buSzPts val="1400"/>
              <a:buNone/>
              <a:defRPr/>
            </a:lvl3pPr>
            <a:lvl4pPr lvl="3" algn="ctr">
              <a:spcBef>
                <a:spcPts val="0"/>
              </a:spcBef>
              <a:spcAft>
                <a:spcPts val="0"/>
              </a:spcAft>
              <a:buSzPts val="1400"/>
              <a:buNone/>
              <a:defRPr/>
            </a:lvl4pPr>
            <a:lvl5pPr lvl="4" algn="ctr">
              <a:spcBef>
                <a:spcPts val="0"/>
              </a:spcBef>
              <a:spcAft>
                <a:spcPts val="0"/>
              </a:spcAft>
              <a:buSzPts val="1400"/>
              <a:buNone/>
              <a:defRPr/>
            </a:lvl5pPr>
            <a:lvl6pPr lvl="5" algn="ctr">
              <a:spcBef>
                <a:spcPts val="0"/>
              </a:spcBef>
              <a:spcAft>
                <a:spcPts val="0"/>
              </a:spcAft>
              <a:buSzPts val="1400"/>
              <a:buNone/>
              <a:defRPr/>
            </a:lvl6pPr>
            <a:lvl7pPr lvl="6" algn="ctr">
              <a:spcBef>
                <a:spcPts val="0"/>
              </a:spcBef>
              <a:spcAft>
                <a:spcPts val="0"/>
              </a:spcAft>
              <a:buSzPts val="1400"/>
              <a:buNone/>
              <a:defRPr/>
            </a:lvl7pPr>
            <a:lvl8pPr lvl="7" algn="ctr">
              <a:spcBef>
                <a:spcPts val="0"/>
              </a:spcBef>
              <a:spcAft>
                <a:spcPts val="0"/>
              </a:spcAft>
              <a:buSzPts val="1400"/>
              <a:buNone/>
              <a:defRPr/>
            </a:lvl8pPr>
            <a:lvl9pPr lvl="8" algn="ctr">
              <a:spcBef>
                <a:spcPts val="0"/>
              </a:spcBef>
              <a:spcAft>
                <a:spcPts val="0"/>
              </a:spcAft>
              <a:buSzPts val="1400"/>
              <a:buNone/>
              <a:defRPr/>
            </a:lvl9pPr>
          </a:lstStyle>
          <a:p/>
        </p:txBody>
      </p:sp>
      <p:sp>
        <p:nvSpPr>
          <p:cNvPr id="3162" name="Google Shape;3162;p50"/>
          <p:cNvSpPr txBox="1"/>
          <p:nvPr>
            <p:ph idx="3" type="subTitle"/>
          </p:nvPr>
        </p:nvSpPr>
        <p:spPr>
          <a:xfrm>
            <a:off x="3570138" y="1820725"/>
            <a:ext cx="1251900" cy="1091700"/>
          </a:xfrm>
          <a:prstGeom prst="rect">
            <a:avLst/>
          </a:prstGeom>
          <a:noFill/>
          <a:ln>
            <a:noFill/>
          </a:ln>
        </p:spPr>
        <p:txBody>
          <a:bodyPr anchorCtr="0" anchor="ctr" bIns="18000" lIns="18000" spcFirstLastPara="1" rIns="18000" wrap="square" tIns="18000">
            <a:noAutofit/>
          </a:bodyPr>
          <a:lstStyle>
            <a:lvl1pPr lvl="0" algn="ctr">
              <a:spcBef>
                <a:spcPts val="0"/>
              </a:spcBef>
              <a:spcAft>
                <a:spcPts val="0"/>
              </a:spcAft>
              <a:buSzPts val="900"/>
              <a:buNone/>
              <a:defRPr sz="900"/>
            </a:lvl1pPr>
            <a:lvl2pPr lvl="1" algn="ctr">
              <a:spcBef>
                <a:spcPts val="200"/>
              </a:spcBef>
              <a:spcAft>
                <a:spcPts val="0"/>
              </a:spcAft>
              <a:buSzPts val="1400"/>
              <a:buNone/>
              <a:defRPr/>
            </a:lvl2pPr>
            <a:lvl3pPr lvl="2" algn="ctr">
              <a:spcBef>
                <a:spcPts val="0"/>
              </a:spcBef>
              <a:spcAft>
                <a:spcPts val="0"/>
              </a:spcAft>
              <a:buSzPts val="1400"/>
              <a:buNone/>
              <a:defRPr/>
            </a:lvl3pPr>
            <a:lvl4pPr lvl="3" algn="ctr">
              <a:spcBef>
                <a:spcPts val="0"/>
              </a:spcBef>
              <a:spcAft>
                <a:spcPts val="0"/>
              </a:spcAft>
              <a:buSzPts val="1400"/>
              <a:buNone/>
              <a:defRPr/>
            </a:lvl4pPr>
            <a:lvl5pPr lvl="4" algn="ctr">
              <a:spcBef>
                <a:spcPts val="0"/>
              </a:spcBef>
              <a:spcAft>
                <a:spcPts val="0"/>
              </a:spcAft>
              <a:buSzPts val="1400"/>
              <a:buNone/>
              <a:defRPr/>
            </a:lvl5pPr>
            <a:lvl6pPr lvl="5" algn="ctr">
              <a:spcBef>
                <a:spcPts val="0"/>
              </a:spcBef>
              <a:spcAft>
                <a:spcPts val="0"/>
              </a:spcAft>
              <a:buSzPts val="1400"/>
              <a:buNone/>
              <a:defRPr/>
            </a:lvl6pPr>
            <a:lvl7pPr lvl="6" algn="ctr">
              <a:spcBef>
                <a:spcPts val="0"/>
              </a:spcBef>
              <a:spcAft>
                <a:spcPts val="0"/>
              </a:spcAft>
              <a:buSzPts val="1400"/>
              <a:buNone/>
              <a:defRPr/>
            </a:lvl7pPr>
            <a:lvl8pPr lvl="7" algn="ctr">
              <a:spcBef>
                <a:spcPts val="0"/>
              </a:spcBef>
              <a:spcAft>
                <a:spcPts val="0"/>
              </a:spcAft>
              <a:buSzPts val="1400"/>
              <a:buNone/>
              <a:defRPr/>
            </a:lvl8pPr>
            <a:lvl9pPr lvl="8" algn="ctr">
              <a:spcBef>
                <a:spcPts val="0"/>
              </a:spcBef>
              <a:spcAft>
                <a:spcPts val="0"/>
              </a:spcAft>
              <a:buSzPts val="1400"/>
              <a:buNone/>
              <a:defRPr/>
            </a:lvl9pPr>
          </a:lstStyle>
          <a:p/>
        </p:txBody>
      </p:sp>
      <p:sp>
        <p:nvSpPr>
          <p:cNvPr id="3163" name="Google Shape;3163;p50"/>
          <p:cNvSpPr txBox="1"/>
          <p:nvPr>
            <p:ph idx="4" type="subTitle"/>
          </p:nvPr>
        </p:nvSpPr>
        <p:spPr>
          <a:xfrm>
            <a:off x="482600" y="3573325"/>
            <a:ext cx="1251900" cy="1091700"/>
          </a:xfrm>
          <a:prstGeom prst="rect">
            <a:avLst/>
          </a:prstGeom>
          <a:noFill/>
          <a:ln>
            <a:noFill/>
          </a:ln>
        </p:spPr>
        <p:txBody>
          <a:bodyPr anchorCtr="0" anchor="ctr" bIns="18000" lIns="18000" spcFirstLastPara="1" rIns="18000" wrap="square" tIns="18000">
            <a:noAutofit/>
          </a:bodyPr>
          <a:lstStyle>
            <a:lvl1pPr lvl="0" algn="ctr">
              <a:spcBef>
                <a:spcPts val="0"/>
              </a:spcBef>
              <a:spcAft>
                <a:spcPts val="0"/>
              </a:spcAft>
              <a:buSzPts val="900"/>
              <a:buNone/>
              <a:defRPr sz="900"/>
            </a:lvl1pPr>
            <a:lvl2pPr lvl="1" algn="ctr">
              <a:spcBef>
                <a:spcPts val="200"/>
              </a:spcBef>
              <a:spcAft>
                <a:spcPts val="0"/>
              </a:spcAft>
              <a:buSzPts val="1400"/>
              <a:buNone/>
              <a:defRPr/>
            </a:lvl2pPr>
            <a:lvl3pPr lvl="2" algn="ctr">
              <a:spcBef>
                <a:spcPts val="0"/>
              </a:spcBef>
              <a:spcAft>
                <a:spcPts val="0"/>
              </a:spcAft>
              <a:buSzPts val="1400"/>
              <a:buNone/>
              <a:defRPr/>
            </a:lvl3pPr>
            <a:lvl4pPr lvl="3" algn="ctr">
              <a:spcBef>
                <a:spcPts val="0"/>
              </a:spcBef>
              <a:spcAft>
                <a:spcPts val="0"/>
              </a:spcAft>
              <a:buSzPts val="1400"/>
              <a:buNone/>
              <a:defRPr/>
            </a:lvl4pPr>
            <a:lvl5pPr lvl="4" algn="ctr">
              <a:spcBef>
                <a:spcPts val="0"/>
              </a:spcBef>
              <a:spcAft>
                <a:spcPts val="0"/>
              </a:spcAft>
              <a:buSzPts val="1400"/>
              <a:buNone/>
              <a:defRPr/>
            </a:lvl5pPr>
            <a:lvl6pPr lvl="5" algn="ctr">
              <a:spcBef>
                <a:spcPts val="0"/>
              </a:spcBef>
              <a:spcAft>
                <a:spcPts val="0"/>
              </a:spcAft>
              <a:buSzPts val="1400"/>
              <a:buNone/>
              <a:defRPr/>
            </a:lvl6pPr>
            <a:lvl7pPr lvl="6" algn="ctr">
              <a:spcBef>
                <a:spcPts val="0"/>
              </a:spcBef>
              <a:spcAft>
                <a:spcPts val="0"/>
              </a:spcAft>
              <a:buSzPts val="1400"/>
              <a:buNone/>
              <a:defRPr/>
            </a:lvl7pPr>
            <a:lvl8pPr lvl="7" algn="ctr">
              <a:spcBef>
                <a:spcPts val="0"/>
              </a:spcBef>
              <a:spcAft>
                <a:spcPts val="0"/>
              </a:spcAft>
              <a:buSzPts val="1400"/>
              <a:buNone/>
              <a:defRPr/>
            </a:lvl8pPr>
            <a:lvl9pPr lvl="8" algn="ctr">
              <a:spcBef>
                <a:spcPts val="0"/>
              </a:spcBef>
              <a:spcAft>
                <a:spcPts val="0"/>
              </a:spcAft>
              <a:buSzPts val="1400"/>
              <a:buNone/>
              <a:defRPr/>
            </a:lvl9pPr>
          </a:lstStyle>
          <a:p/>
        </p:txBody>
      </p:sp>
      <p:sp>
        <p:nvSpPr>
          <p:cNvPr id="3164" name="Google Shape;3164;p50"/>
          <p:cNvSpPr txBox="1"/>
          <p:nvPr>
            <p:ph idx="5" type="subTitle"/>
          </p:nvPr>
        </p:nvSpPr>
        <p:spPr>
          <a:xfrm>
            <a:off x="2026369" y="3573325"/>
            <a:ext cx="1251900" cy="1091700"/>
          </a:xfrm>
          <a:prstGeom prst="rect">
            <a:avLst/>
          </a:prstGeom>
          <a:noFill/>
          <a:ln>
            <a:noFill/>
          </a:ln>
        </p:spPr>
        <p:txBody>
          <a:bodyPr anchorCtr="0" anchor="ctr" bIns="18000" lIns="18000" spcFirstLastPara="1" rIns="18000" wrap="square" tIns="18000">
            <a:noAutofit/>
          </a:bodyPr>
          <a:lstStyle>
            <a:lvl1pPr lvl="0" algn="ctr">
              <a:spcBef>
                <a:spcPts val="0"/>
              </a:spcBef>
              <a:spcAft>
                <a:spcPts val="0"/>
              </a:spcAft>
              <a:buSzPts val="900"/>
              <a:buNone/>
              <a:defRPr sz="900"/>
            </a:lvl1pPr>
            <a:lvl2pPr lvl="1" algn="ctr">
              <a:spcBef>
                <a:spcPts val="200"/>
              </a:spcBef>
              <a:spcAft>
                <a:spcPts val="0"/>
              </a:spcAft>
              <a:buSzPts val="1400"/>
              <a:buNone/>
              <a:defRPr/>
            </a:lvl2pPr>
            <a:lvl3pPr lvl="2" algn="ctr">
              <a:spcBef>
                <a:spcPts val="0"/>
              </a:spcBef>
              <a:spcAft>
                <a:spcPts val="0"/>
              </a:spcAft>
              <a:buSzPts val="1400"/>
              <a:buNone/>
              <a:defRPr/>
            </a:lvl3pPr>
            <a:lvl4pPr lvl="3" algn="ctr">
              <a:spcBef>
                <a:spcPts val="0"/>
              </a:spcBef>
              <a:spcAft>
                <a:spcPts val="0"/>
              </a:spcAft>
              <a:buSzPts val="1400"/>
              <a:buNone/>
              <a:defRPr/>
            </a:lvl4pPr>
            <a:lvl5pPr lvl="4" algn="ctr">
              <a:spcBef>
                <a:spcPts val="0"/>
              </a:spcBef>
              <a:spcAft>
                <a:spcPts val="0"/>
              </a:spcAft>
              <a:buSzPts val="1400"/>
              <a:buNone/>
              <a:defRPr/>
            </a:lvl5pPr>
            <a:lvl6pPr lvl="5" algn="ctr">
              <a:spcBef>
                <a:spcPts val="0"/>
              </a:spcBef>
              <a:spcAft>
                <a:spcPts val="0"/>
              </a:spcAft>
              <a:buSzPts val="1400"/>
              <a:buNone/>
              <a:defRPr/>
            </a:lvl6pPr>
            <a:lvl7pPr lvl="6" algn="ctr">
              <a:spcBef>
                <a:spcPts val="0"/>
              </a:spcBef>
              <a:spcAft>
                <a:spcPts val="0"/>
              </a:spcAft>
              <a:buSzPts val="1400"/>
              <a:buNone/>
              <a:defRPr/>
            </a:lvl7pPr>
            <a:lvl8pPr lvl="7" algn="ctr">
              <a:spcBef>
                <a:spcPts val="0"/>
              </a:spcBef>
              <a:spcAft>
                <a:spcPts val="0"/>
              </a:spcAft>
              <a:buSzPts val="1400"/>
              <a:buNone/>
              <a:defRPr/>
            </a:lvl8pPr>
            <a:lvl9pPr lvl="8" algn="ctr">
              <a:spcBef>
                <a:spcPts val="0"/>
              </a:spcBef>
              <a:spcAft>
                <a:spcPts val="0"/>
              </a:spcAft>
              <a:buSzPts val="1400"/>
              <a:buNone/>
              <a:defRPr/>
            </a:lvl9pPr>
          </a:lstStyle>
          <a:p/>
        </p:txBody>
      </p:sp>
      <p:sp>
        <p:nvSpPr>
          <p:cNvPr id="3165" name="Google Shape;3165;p50"/>
          <p:cNvSpPr txBox="1"/>
          <p:nvPr>
            <p:ph idx="6" type="subTitle"/>
          </p:nvPr>
        </p:nvSpPr>
        <p:spPr>
          <a:xfrm>
            <a:off x="3570138" y="3573325"/>
            <a:ext cx="1251900" cy="1091700"/>
          </a:xfrm>
          <a:prstGeom prst="rect">
            <a:avLst/>
          </a:prstGeom>
          <a:noFill/>
          <a:ln>
            <a:noFill/>
          </a:ln>
        </p:spPr>
        <p:txBody>
          <a:bodyPr anchorCtr="0" anchor="ctr" bIns="18000" lIns="18000" spcFirstLastPara="1" rIns="18000" wrap="square" tIns="18000">
            <a:noAutofit/>
          </a:bodyPr>
          <a:lstStyle>
            <a:lvl1pPr lvl="0" algn="ctr">
              <a:spcBef>
                <a:spcPts val="0"/>
              </a:spcBef>
              <a:spcAft>
                <a:spcPts val="0"/>
              </a:spcAft>
              <a:buSzPts val="900"/>
              <a:buNone/>
              <a:defRPr sz="900"/>
            </a:lvl1pPr>
            <a:lvl2pPr lvl="1" algn="ctr">
              <a:spcBef>
                <a:spcPts val="200"/>
              </a:spcBef>
              <a:spcAft>
                <a:spcPts val="0"/>
              </a:spcAft>
              <a:buSzPts val="1400"/>
              <a:buNone/>
              <a:defRPr/>
            </a:lvl2pPr>
            <a:lvl3pPr lvl="2" algn="ctr">
              <a:spcBef>
                <a:spcPts val="0"/>
              </a:spcBef>
              <a:spcAft>
                <a:spcPts val="0"/>
              </a:spcAft>
              <a:buSzPts val="1400"/>
              <a:buNone/>
              <a:defRPr/>
            </a:lvl3pPr>
            <a:lvl4pPr lvl="3" algn="ctr">
              <a:spcBef>
                <a:spcPts val="0"/>
              </a:spcBef>
              <a:spcAft>
                <a:spcPts val="0"/>
              </a:spcAft>
              <a:buSzPts val="1400"/>
              <a:buNone/>
              <a:defRPr/>
            </a:lvl4pPr>
            <a:lvl5pPr lvl="4" algn="ctr">
              <a:spcBef>
                <a:spcPts val="0"/>
              </a:spcBef>
              <a:spcAft>
                <a:spcPts val="0"/>
              </a:spcAft>
              <a:buSzPts val="1400"/>
              <a:buNone/>
              <a:defRPr/>
            </a:lvl5pPr>
            <a:lvl6pPr lvl="5" algn="ctr">
              <a:spcBef>
                <a:spcPts val="0"/>
              </a:spcBef>
              <a:spcAft>
                <a:spcPts val="0"/>
              </a:spcAft>
              <a:buSzPts val="1400"/>
              <a:buNone/>
              <a:defRPr/>
            </a:lvl6pPr>
            <a:lvl7pPr lvl="6" algn="ctr">
              <a:spcBef>
                <a:spcPts val="0"/>
              </a:spcBef>
              <a:spcAft>
                <a:spcPts val="0"/>
              </a:spcAft>
              <a:buSzPts val="1400"/>
              <a:buNone/>
              <a:defRPr/>
            </a:lvl7pPr>
            <a:lvl8pPr lvl="7" algn="ctr">
              <a:spcBef>
                <a:spcPts val="0"/>
              </a:spcBef>
              <a:spcAft>
                <a:spcPts val="0"/>
              </a:spcAft>
              <a:buSzPts val="1400"/>
              <a:buNone/>
              <a:defRPr/>
            </a:lvl8pPr>
            <a:lvl9pPr lvl="8" algn="ctr">
              <a:spcBef>
                <a:spcPts val="0"/>
              </a:spcBef>
              <a:spcAft>
                <a:spcPts val="0"/>
              </a:spcAft>
              <a:buSzPts val="1400"/>
              <a:buNone/>
              <a:defRPr/>
            </a:lvl9pPr>
          </a:lstStyle>
          <a:p/>
        </p:txBody>
      </p:sp>
      <p:sp>
        <p:nvSpPr>
          <p:cNvPr id="3166" name="Google Shape;3166;p50"/>
          <p:cNvSpPr txBox="1"/>
          <p:nvPr>
            <p:ph idx="7" type="subTitle"/>
          </p:nvPr>
        </p:nvSpPr>
        <p:spPr>
          <a:xfrm>
            <a:off x="482600" y="5382356"/>
            <a:ext cx="1251900" cy="1091700"/>
          </a:xfrm>
          <a:prstGeom prst="rect">
            <a:avLst/>
          </a:prstGeom>
          <a:noFill/>
          <a:ln>
            <a:noFill/>
          </a:ln>
        </p:spPr>
        <p:txBody>
          <a:bodyPr anchorCtr="0" anchor="ctr" bIns="18000" lIns="18000" spcFirstLastPara="1" rIns="18000" wrap="square" tIns="18000">
            <a:noAutofit/>
          </a:bodyPr>
          <a:lstStyle>
            <a:lvl1pPr lvl="0" algn="ctr">
              <a:spcBef>
                <a:spcPts val="0"/>
              </a:spcBef>
              <a:spcAft>
                <a:spcPts val="0"/>
              </a:spcAft>
              <a:buSzPts val="900"/>
              <a:buNone/>
              <a:defRPr sz="900"/>
            </a:lvl1pPr>
            <a:lvl2pPr lvl="1" algn="ctr">
              <a:spcBef>
                <a:spcPts val="200"/>
              </a:spcBef>
              <a:spcAft>
                <a:spcPts val="0"/>
              </a:spcAft>
              <a:buSzPts val="1400"/>
              <a:buNone/>
              <a:defRPr/>
            </a:lvl2pPr>
            <a:lvl3pPr lvl="2" algn="ctr">
              <a:spcBef>
                <a:spcPts val="0"/>
              </a:spcBef>
              <a:spcAft>
                <a:spcPts val="0"/>
              </a:spcAft>
              <a:buSzPts val="1400"/>
              <a:buNone/>
              <a:defRPr/>
            </a:lvl3pPr>
            <a:lvl4pPr lvl="3" algn="ctr">
              <a:spcBef>
                <a:spcPts val="0"/>
              </a:spcBef>
              <a:spcAft>
                <a:spcPts val="0"/>
              </a:spcAft>
              <a:buSzPts val="1400"/>
              <a:buNone/>
              <a:defRPr/>
            </a:lvl4pPr>
            <a:lvl5pPr lvl="4" algn="ctr">
              <a:spcBef>
                <a:spcPts val="0"/>
              </a:spcBef>
              <a:spcAft>
                <a:spcPts val="0"/>
              </a:spcAft>
              <a:buSzPts val="1400"/>
              <a:buNone/>
              <a:defRPr/>
            </a:lvl5pPr>
            <a:lvl6pPr lvl="5" algn="ctr">
              <a:spcBef>
                <a:spcPts val="0"/>
              </a:spcBef>
              <a:spcAft>
                <a:spcPts val="0"/>
              </a:spcAft>
              <a:buSzPts val="1400"/>
              <a:buNone/>
              <a:defRPr/>
            </a:lvl6pPr>
            <a:lvl7pPr lvl="6" algn="ctr">
              <a:spcBef>
                <a:spcPts val="0"/>
              </a:spcBef>
              <a:spcAft>
                <a:spcPts val="0"/>
              </a:spcAft>
              <a:buSzPts val="1400"/>
              <a:buNone/>
              <a:defRPr/>
            </a:lvl7pPr>
            <a:lvl8pPr lvl="7" algn="ctr">
              <a:spcBef>
                <a:spcPts val="0"/>
              </a:spcBef>
              <a:spcAft>
                <a:spcPts val="0"/>
              </a:spcAft>
              <a:buSzPts val="1400"/>
              <a:buNone/>
              <a:defRPr/>
            </a:lvl8pPr>
            <a:lvl9pPr lvl="8" algn="ctr">
              <a:spcBef>
                <a:spcPts val="0"/>
              </a:spcBef>
              <a:spcAft>
                <a:spcPts val="0"/>
              </a:spcAft>
              <a:buSzPts val="1400"/>
              <a:buNone/>
              <a:defRPr/>
            </a:lvl9pPr>
          </a:lstStyle>
          <a:p/>
        </p:txBody>
      </p:sp>
      <p:sp>
        <p:nvSpPr>
          <p:cNvPr id="3167" name="Google Shape;3167;p50"/>
          <p:cNvSpPr txBox="1"/>
          <p:nvPr>
            <p:ph idx="8" type="subTitle"/>
          </p:nvPr>
        </p:nvSpPr>
        <p:spPr>
          <a:xfrm>
            <a:off x="2026369" y="5382356"/>
            <a:ext cx="1251900" cy="1091700"/>
          </a:xfrm>
          <a:prstGeom prst="rect">
            <a:avLst/>
          </a:prstGeom>
          <a:noFill/>
          <a:ln>
            <a:noFill/>
          </a:ln>
        </p:spPr>
        <p:txBody>
          <a:bodyPr anchorCtr="0" anchor="ctr" bIns="18000" lIns="18000" spcFirstLastPara="1" rIns="18000" wrap="square" tIns="18000">
            <a:noAutofit/>
          </a:bodyPr>
          <a:lstStyle>
            <a:lvl1pPr lvl="0" algn="ctr">
              <a:spcBef>
                <a:spcPts val="0"/>
              </a:spcBef>
              <a:spcAft>
                <a:spcPts val="0"/>
              </a:spcAft>
              <a:buSzPts val="900"/>
              <a:buNone/>
              <a:defRPr sz="900"/>
            </a:lvl1pPr>
            <a:lvl2pPr lvl="1" algn="ctr">
              <a:spcBef>
                <a:spcPts val="200"/>
              </a:spcBef>
              <a:spcAft>
                <a:spcPts val="0"/>
              </a:spcAft>
              <a:buSzPts val="1400"/>
              <a:buNone/>
              <a:defRPr/>
            </a:lvl2pPr>
            <a:lvl3pPr lvl="2" algn="ctr">
              <a:spcBef>
                <a:spcPts val="0"/>
              </a:spcBef>
              <a:spcAft>
                <a:spcPts val="0"/>
              </a:spcAft>
              <a:buSzPts val="1400"/>
              <a:buNone/>
              <a:defRPr/>
            </a:lvl3pPr>
            <a:lvl4pPr lvl="3" algn="ctr">
              <a:spcBef>
                <a:spcPts val="0"/>
              </a:spcBef>
              <a:spcAft>
                <a:spcPts val="0"/>
              </a:spcAft>
              <a:buSzPts val="1400"/>
              <a:buNone/>
              <a:defRPr/>
            </a:lvl4pPr>
            <a:lvl5pPr lvl="4" algn="ctr">
              <a:spcBef>
                <a:spcPts val="0"/>
              </a:spcBef>
              <a:spcAft>
                <a:spcPts val="0"/>
              </a:spcAft>
              <a:buSzPts val="1400"/>
              <a:buNone/>
              <a:defRPr/>
            </a:lvl5pPr>
            <a:lvl6pPr lvl="5" algn="ctr">
              <a:spcBef>
                <a:spcPts val="0"/>
              </a:spcBef>
              <a:spcAft>
                <a:spcPts val="0"/>
              </a:spcAft>
              <a:buSzPts val="1400"/>
              <a:buNone/>
              <a:defRPr/>
            </a:lvl6pPr>
            <a:lvl7pPr lvl="6" algn="ctr">
              <a:spcBef>
                <a:spcPts val="0"/>
              </a:spcBef>
              <a:spcAft>
                <a:spcPts val="0"/>
              </a:spcAft>
              <a:buSzPts val="1400"/>
              <a:buNone/>
              <a:defRPr/>
            </a:lvl7pPr>
            <a:lvl8pPr lvl="7" algn="ctr">
              <a:spcBef>
                <a:spcPts val="0"/>
              </a:spcBef>
              <a:spcAft>
                <a:spcPts val="0"/>
              </a:spcAft>
              <a:buSzPts val="1400"/>
              <a:buNone/>
              <a:defRPr/>
            </a:lvl8pPr>
            <a:lvl9pPr lvl="8" algn="ctr">
              <a:spcBef>
                <a:spcPts val="0"/>
              </a:spcBef>
              <a:spcAft>
                <a:spcPts val="0"/>
              </a:spcAft>
              <a:buSzPts val="1400"/>
              <a:buNone/>
              <a:defRPr/>
            </a:lvl9pPr>
          </a:lstStyle>
          <a:p/>
        </p:txBody>
      </p:sp>
      <p:sp>
        <p:nvSpPr>
          <p:cNvPr id="3168" name="Google Shape;3168;p50"/>
          <p:cNvSpPr txBox="1"/>
          <p:nvPr>
            <p:ph idx="9" type="subTitle"/>
          </p:nvPr>
        </p:nvSpPr>
        <p:spPr>
          <a:xfrm>
            <a:off x="3570138" y="5382356"/>
            <a:ext cx="1251900" cy="1091700"/>
          </a:xfrm>
          <a:prstGeom prst="rect">
            <a:avLst/>
          </a:prstGeom>
          <a:noFill/>
          <a:ln>
            <a:noFill/>
          </a:ln>
        </p:spPr>
        <p:txBody>
          <a:bodyPr anchorCtr="0" anchor="ctr" bIns="18000" lIns="18000" spcFirstLastPara="1" rIns="18000" wrap="square" tIns="18000">
            <a:noAutofit/>
          </a:bodyPr>
          <a:lstStyle>
            <a:lvl1pPr lvl="0" algn="ctr">
              <a:spcBef>
                <a:spcPts val="0"/>
              </a:spcBef>
              <a:spcAft>
                <a:spcPts val="0"/>
              </a:spcAft>
              <a:buSzPts val="900"/>
              <a:buNone/>
              <a:defRPr sz="900"/>
            </a:lvl1pPr>
            <a:lvl2pPr lvl="1" algn="ctr">
              <a:spcBef>
                <a:spcPts val="200"/>
              </a:spcBef>
              <a:spcAft>
                <a:spcPts val="0"/>
              </a:spcAft>
              <a:buSzPts val="1400"/>
              <a:buNone/>
              <a:defRPr/>
            </a:lvl2pPr>
            <a:lvl3pPr lvl="2" algn="ctr">
              <a:spcBef>
                <a:spcPts val="0"/>
              </a:spcBef>
              <a:spcAft>
                <a:spcPts val="0"/>
              </a:spcAft>
              <a:buSzPts val="1400"/>
              <a:buNone/>
              <a:defRPr/>
            </a:lvl3pPr>
            <a:lvl4pPr lvl="3" algn="ctr">
              <a:spcBef>
                <a:spcPts val="0"/>
              </a:spcBef>
              <a:spcAft>
                <a:spcPts val="0"/>
              </a:spcAft>
              <a:buSzPts val="1400"/>
              <a:buNone/>
              <a:defRPr/>
            </a:lvl4pPr>
            <a:lvl5pPr lvl="4" algn="ctr">
              <a:spcBef>
                <a:spcPts val="0"/>
              </a:spcBef>
              <a:spcAft>
                <a:spcPts val="0"/>
              </a:spcAft>
              <a:buSzPts val="1400"/>
              <a:buNone/>
              <a:defRPr/>
            </a:lvl5pPr>
            <a:lvl6pPr lvl="5" algn="ctr">
              <a:spcBef>
                <a:spcPts val="0"/>
              </a:spcBef>
              <a:spcAft>
                <a:spcPts val="0"/>
              </a:spcAft>
              <a:buSzPts val="1400"/>
              <a:buNone/>
              <a:defRPr/>
            </a:lvl6pPr>
            <a:lvl7pPr lvl="6" algn="ctr">
              <a:spcBef>
                <a:spcPts val="0"/>
              </a:spcBef>
              <a:spcAft>
                <a:spcPts val="0"/>
              </a:spcAft>
              <a:buSzPts val="1400"/>
              <a:buNone/>
              <a:defRPr/>
            </a:lvl7pPr>
            <a:lvl8pPr lvl="7" algn="ctr">
              <a:spcBef>
                <a:spcPts val="0"/>
              </a:spcBef>
              <a:spcAft>
                <a:spcPts val="0"/>
              </a:spcAft>
              <a:buSzPts val="1400"/>
              <a:buNone/>
              <a:defRPr/>
            </a:lvl8pPr>
            <a:lvl9pPr lvl="8" algn="ctr">
              <a:spcBef>
                <a:spcPts val="0"/>
              </a:spcBef>
              <a:spcAft>
                <a:spcPts val="0"/>
              </a:spcAft>
              <a:buSzPts val="1400"/>
              <a:buNone/>
              <a:defRPr/>
            </a:lvl9pPr>
          </a:lstStyle>
          <a:p/>
        </p:txBody>
      </p:sp>
      <p:sp>
        <p:nvSpPr>
          <p:cNvPr id="3169" name="Google Shape;3169;p50"/>
          <p:cNvSpPr txBox="1"/>
          <p:nvPr>
            <p:ph idx="13" type="subTitle"/>
          </p:nvPr>
        </p:nvSpPr>
        <p:spPr>
          <a:xfrm>
            <a:off x="5337575" y="2135025"/>
            <a:ext cx="4319400" cy="390000"/>
          </a:xfrm>
          <a:prstGeom prst="rect">
            <a:avLst/>
          </a:prstGeom>
          <a:noFill/>
          <a:ln>
            <a:noFill/>
          </a:ln>
        </p:spPr>
        <p:txBody>
          <a:bodyPr anchorCtr="0" anchor="ctr" bIns="18000" lIns="18000" spcFirstLastPara="1" rIns="18000" wrap="square" tIns="18000">
            <a:noAutofit/>
          </a:bodyPr>
          <a:lstStyle>
            <a:lvl1pPr lvl="0" algn="ctr">
              <a:spcBef>
                <a:spcPts val="0"/>
              </a:spcBef>
              <a:spcAft>
                <a:spcPts val="0"/>
              </a:spcAft>
              <a:buSzPts val="900"/>
              <a:buFont typeface="Arvo"/>
              <a:buNone/>
              <a:defRPr sz="900">
                <a:latin typeface="Arvo"/>
                <a:ea typeface="Arvo"/>
                <a:cs typeface="Arvo"/>
                <a:sym typeface="Arvo"/>
              </a:defRPr>
            </a:lvl1pPr>
            <a:lvl2pPr lvl="1" algn="ctr">
              <a:spcBef>
                <a:spcPts val="200"/>
              </a:spcBef>
              <a:spcAft>
                <a:spcPts val="0"/>
              </a:spcAft>
              <a:buSzPts val="1400"/>
              <a:buNone/>
              <a:defRPr/>
            </a:lvl2pPr>
            <a:lvl3pPr lvl="2" algn="ctr">
              <a:spcBef>
                <a:spcPts val="0"/>
              </a:spcBef>
              <a:spcAft>
                <a:spcPts val="0"/>
              </a:spcAft>
              <a:buSzPts val="1400"/>
              <a:buNone/>
              <a:defRPr/>
            </a:lvl3pPr>
            <a:lvl4pPr lvl="3" algn="ctr">
              <a:spcBef>
                <a:spcPts val="0"/>
              </a:spcBef>
              <a:spcAft>
                <a:spcPts val="0"/>
              </a:spcAft>
              <a:buSzPts val="1400"/>
              <a:buNone/>
              <a:defRPr/>
            </a:lvl4pPr>
            <a:lvl5pPr lvl="4" algn="ctr">
              <a:spcBef>
                <a:spcPts val="0"/>
              </a:spcBef>
              <a:spcAft>
                <a:spcPts val="0"/>
              </a:spcAft>
              <a:buSzPts val="1400"/>
              <a:buNone/>
              <a:defRPr/>
            </a:lvl5pPr>
            <a:lvl6pPr lvl="5" algn="ctr">
              <a:spcBef>
                <a:spcPts val="0"/>
              </a:spcBef>
              <a:spcAft>
                <a:spcPts val="0"/>
              </a:spcAft>
              <a:buSzPts val="1400"/>
              <a:buNone/>
              <a:defRPr/>
            </a:lvl6pPr>
            <a:lvl7pPr lvl="6" algn="ctr">
              <a:spcBef>
                <a:spcPts val="0"/>
              </a:spcBef>
              <a:spcAft>
                <a:spcPts val="0"/>
              </a:spcAft>
              <a:buSzPts val="1400"/>
              <a:buNone/>
              <a:defRPr/>
            </a:lvl7pPr>
            <a:lvl8pPr lvl="7" algn="ctr">
              <a:spcBef>
                <a:spcPts val="0"/>
              </a:spcBef>
              <a:spcAft>
                <a:spcPts val="0"/>
              </a:spcAft>
              <a:buSzPts val="1400"/>
              <a:buNone/>
              <a:defRPr/>
            </a:lvl8pPr>
            <a:lvl9pPr lvl="8" algn="ctr">
              <a:spcBef>
                <a:spcPts val="0"/>
              </a:spcBef>
              <a:spcAft>
                <a:spcPts val="0"/>
              </a:spcAft>
              <a:buSzPts val="1400"/>
              <a:buNone/>
              <a:defRPr/>
            </a:lvl9pPr>
          </a:lstStyle>
          <a:p/>
        </p:txBody>
      </p:sp>
      <p:sp>
        <p:nvSpPr>
          <p:cNvPr id="3170" name="Google Shape;3170;p50"/>
          <p:cNvSpPr txBox="1"/>
          <p:nvPr>
            <p:ph idx="14" type="subTitle"/>
          </p:nvPr>
        </p:nvSpPr>
        <p:spPr>
          <a:xfrm>
            <a:off x="5337575" y="3678794"/>
            <a:ext cx="4319400" cy="390000"/>
          </a:xfrm>
          <a:prstGeom prst="rect">
            <a:avLst/>
          </a:prstGeom>
          <a:noFill/>
          <a:ln>
            <a:noFill/>
          </a:ln>
        </p:spPr>
        <p:txBody>
          <a:bodyPr anchorCtr="0" anchor="ctr" bIns="18000" lIns="18000" spcFirstLastPara="1" rIns="18000" wrap="square" tIns="18000">
            <a:noAutofit/>
          </a:bodyPr>
          <a:lstStyle>
            <a:lvl1pPr lvl="0" algn="ctr">
              <a:spcBef>
                <a:spcPts val="0"/>
              </a:spcBef>
              <a:spcAft>
                <a:spcPts val="0"/>
              </a:spcAft>
              <a:buSzPts val="900"/>
              <a:buFont typeface="Arvo"/>
              <a:buNone/>
              <a:defRPr sz="900">
                <a:latin typeface="Arvo"/>
                <a:ea typeface="Arvo"/>
                <a:cs typeface="Arvo"/>
                <a:sym typeface="Arvo"/>
              </a:defRPr>
            </a:lvl1pPr>
            <a:lvl2pPr lvl="1" algn="ctr">
              <a:spcBef>
                <a:spcPts val="200"/>
              </a:spcBef>
              <a:spcAft>
                <a:spcPts val="0"/>
              </a:spcAft>
              <a:buSzPts val="1400"/>
              <a:buFont typeface="Arvo"/>
              <a:buNone/>
              <a:defRPr>
                <a:latin typeface="Arvo"/>
                <a:ea typeface="Arvo"/>
                <a:cs typeface="Arvo"/>
                <a:sym typeface="Arvo"/>
              </a:defRPr>
            </a:lvl2pPr>
            <a:lvl3pPr lvl="2" algn="ctr">
              <a:spcBef>
                <a:spcPts val="0"/>
              </a:spcBef>
              <a:spcAft>
                <a:spcPts val="0"/>
              </a:spcAft>
              <a:buSzPts val="1400"/>
              <a:buFont typeface="Arvo"/>
              <a:buNone/>
              <a:defRPr>
                <a:latin typeface="Arvo"/>
                <a:ea typeface="Arvo"/>
                <a:cs typeface="Arvo"/>
                <a:sym typeface="Arvo"/>
              </a:defRPr>
            </a:lvl3pPr>
            <a:lvl4pPr lvl="3" algn="ctr">
              <a:spcBef>
                <a:spcPts val="0"/>
              </a:spcBef>
              <a:spcAft>
                <a:spcPts val="0"/>
              </a:spcAft>
              <a:buSzPts val="1400"/>
              <a:buFont typeface="Arvo"/>
              <a:buNone/>
              <a:defRPr>
                <a:latin typeface="Arvo"/>
                <a:ea typeface="Arvo"/>
                <a:cs typeface="Arvo"/>
                <a:sym typeface="Arvo"/>
              </a:defRPr>
            </a:lvl4pPr>
            <a:lvl5pPr lvl="4" algn="ctr">
              <a:spcBef>
                <a:spcPts val="0"/>
              </a:spcBef>
              <a:spcAft>
                <a:spcPts val="0"/>
              </a:spcAft>
              <a:buSzPts val="1400"/>
              <a:buFont typeface="Arvo"/>
              <a:buNone/>
              <a:defRPr>
                <a:latin typeface="Arvo"/>
                <a:ea typeface="Arvo"/>
                <a:cs typeface="Arvo"/>
                <a:sym typeface="Arvo"/>
              </a:defRPr>
            </a:lvl5pPr>
            <a:lvl6pPr lvl="5" algn="ctr">
              <a:spcBef>
                <a:spcPts val="0"/>
              </a:spcBef>
              <a:spcAft>
                <a:spcPts val="0"/>
              </a:spcAft>
              <a:buSzPts val="1400"/>
              <a:buFont typeface="Arvo"/>
              <a:buNone/>
              <a:defRPr>
                <a:latin typeface="Arvo"/>
                <a:ea typeface="Arvo"/>
                <a:cs typeface="Arvo"/>
                <a:sym typeface="Arvo"/>
              </a:defRPr>
            </a:lvl6pPr>
            <a:lvl7pPr lvl="6" algn="ctr">
              <a:spcBef>
                <a:spcPts val="0"/>
              </a:spcBef>
              <a:spcAft>
                <a:spcPts val="0"/>
              </a:spcAft>
              <a:buSzPts val="1400"/>
              <a:buFont typeface="Arvo"/>
              <a:buNone/>
              <a:defRPr>
                <a:latin typeface="Arvo"/>
                <a:ea typeface="Arvo"/>
                <a:cs typeface="Arvo"/>
                <a:sym typeface="Arvo"/>
              </a:defRPr>
            </a:lvl7pPr>
            <a:lvl8pPr lvl="7" algn="ctr">
              <a:spcBef>
                <a:spcPts val="0"/>
              </a:spcBef>
              <a:spcAft>
                <a:spcPts val="0"/>
              </a:spcAft>
              <a:buSzPts val="1400"/>
              <a:buFont typeface="Arvo"/>
              <a:buNone/>
              <a:defRPr>
                <a:latin typeface="Arvo"/>
                <a:ea typeface="Arvo"/>
                <a:cs typeface="Arvo"/>
                <a:sym typeface="Arvo"/>
              </a:defRPr>
            </a:lvl8pPr>
            <a:lvl9pPr lvl="8" algn="ctr">
              <a:spcBef>
                <a:spcPts val="0"/>
              </a:spcBef>
              <a:spcAft>
                <a:spcPts val="0"/>
              </a:spcAft>
              <a:buSzPts val="1400"/>
              <a:buFont typeface="Arvo"/>
              <a:buNone/>
              <a:defRPr>
                <a:latin typeface="Arvo"/>
                <a:ea typeface="Arvo"/>
                <a:cs typeface="Arvo"/>
                <a:sym typeface="Arvo"/>
              </a:defRPr>
            </a:lvl9pPr>
          </a:lstStyle>
          <a:p/>
        </p:txBody>
      </p:sp>
      <p:sp>
        <p:nvSpPr>
          <p:cNvPr id="3171" name="Google Shape;3171;p50"/>
          <p:cNvSpPr txBox="1"/>
          <p:nvPr>
            <p:ph idx="15" type="subTitle"/>
          </p:nvPr>
        </p:nvSpPr>
        <p:spPr>
          <a:xfrm>
            <a:off x="5337575" y="5242331"/>
            <a:ext cx="4319400" cy="390000"/>
          </a:xfrm>
          <a:prstGeom prst="rect">
            <a:avLst/>
          </a:prstGeom>
          <a:noFill/>
          <a:ln>
            <a:noFill/>
          </a:ln>
        </p:spPr>
        <p:txBody>
          <a:bodyPr anchorCtr="0" anchor="ctr" bIns="18000" lIns="18000" spcFirstLastPara="1" rIns="18000" wrap="square" tIns="18000">
            <a:noAutofit/>
          </a:bodyPr>
          <a:lstStyle>
            <a:lvl1pPr lvl="0" algn="ctr">
              <a:spcBef>
                <a:spcPts val="0"/>
              </a:spcBef>
              <a:spcAft>
                <a:spcPts val="0"/>
              </a:spcAft>
              <a:buSzPts val="900"/>
              <a:buFont typeface="Arvo"/>
              <a:buNone/>
              <a:defRPr sz="900">
                <a:latin typeface="Arvo"/>
                <a:ea typeface="Arvo"/>
                <a:cs typeface="Arvo"/>
                <a:sym typeface="Arvo"/>
              </a:defRPr>
            </a:lvl1pPr>
            <a:lvl2pPr lvl="1" algn="ctr">
              <a:spcBef>
                <a:spcPts val="200"/>
              </a:spcBef>
              <a:spcAft>
                <a:spcPts val="0"/>
              </a:spcAft>
              <a:buSzPts val="1400"/>
              <a:buNone/>
              <a:defRPr/>
            </a:lvl2pPr>
            <a:lvl3pPr lvl="2" algn="ctr">
              <a:spcBef>
                <a:spcPts val="0"/>
              </a:spcBef>
              <a:spcAft>
                <a:spcPts val="0"/>
              </a:spcAft>
              <a:buSzPts val="1400"/>
              <a:buNone/>
              <a:defRPr/>
            </a:lvl3pPr>
            <a:lvl4pPr lvl="3" algn="ctr">
              <a:spcBef>
                <a:spcPts val="0"/>
              </a:spcBef>
              <a:spcAft>
                <a:spcPts val="0"/>
              </a:spcAft>
              <a:buSzPts val="1400"/>
              <a:buNone/>
              <a:defRPr/>
            </a:lvl4pPr>
            <a:lvl5pPr lvl="4" algn="ctr">
              <a:spcBef>
                <a:spcPts val="0"/>
              </a:spcBef>
              <a:spcAft>
                <a:spcPts val="0"/>
              </a:spcAft>
              <a:buSzPts val="1400"/>
              <a:buNone/>
              <a:defRPr/>
            </a:lvl5pPr>
            <a:lvl6pPr lvl="5" algn="ctr">
              <a:spcBef>
                <a:spcPts val="0"/>
              </a:spcBef>
              <a:spcAft>
                <a:spcPts val="0"/>
              </a:spcAft>
              <a:buSzPts val="1400"/>
              <a:buNone/>
              <a:defRPr/>
            </a:lvl6pPr>
            <a:lvl7pPr lvl="6" algn="ctr">
              <a:spcBef>
                <a:spcPts val="0"/>
              </a:spcBef>
              <a:spcAft>
                <a:spcPts val="0"/>
              </a:spcAft>
              <a:buSzPts val="1400"/>
              <a:buNone/>
              <a:defRPr/>
            </a:lvl7pPr>
            <a:lvl8pPr lvl="7" algn="ctr">
              <a:spcBef>
                <a:spcPts val="0"/>
              </a:spcBef>
              <a:spcAft>
                <a:spcPts val="0"/>
              </a:spcAft>
              <a:buSzPts val="1400"/>
              <a:buNone/>
              <a:defRPr/>
            </a:lvl8pPr>
            <a:lvl9pPr lvl="8" algn="ctr">
              <a:spcBef>
                <a:spcPts val="0"/>
              </a:spcBef>
              <a:spcAft>
                <a:spcPts val="0"/>
              </a:spcAft>
              <a:buSzPts val="1400"/>
              <a:buNone/>
              <a:defRPr/>
            </a:lvl9pPr>
          </a:lstStyle>
          <a:p/>
        </p:txBody>
      </p:sp>
      <p:sp>
        <p:nvSpPr>
          <p:cNvPr id="3172" name="Google Shape;3172;p50"/>
          <p:cNvSpPr txBox="1"/>
          <p:nvPr>
            <p:ph idx="16" type="subTitle"/>
          </p:nvPr>
        </p:nvSpPr>
        <p:spPr>
          <a:xfrm>
            <a:off x="-3411750" y="1350875"/>
            <a:ext cx="821100" cy="736200"/>
          </a:xfrm>
          <a:prstGeom prst="rect">
            <a:avLst/>
          </a:prstGeom>
          <a:noFill/>
          <a:ln>
            <a:noFill/>
          </a:ln>
        </p:spPr>
        <p:txBody>
          <a:bodyPr anchorCtr="0" anchor="ctr" bIns="36000" lIns="36000" spcFirstLastPara="1" rIns="36000" wrap="square" tIns="36000">
            <a:noAutofit/>
          </a:bodyPr>
          <a:lstStyle>
            <a:lvl1pPr lvl="0" algn="ctr">
              <a:spcBef>
                <a:spcPts val="0"/>
              </a:spcBef>
              <a:spcAft>
                <a:spcPts val="0"/>
              </a:spcAft>
              <a:buSzPts val="800"/>
              <a:buFont typeface="Arvo"/>
              <a:buNone/>
              <a:defRPr sz="800">
                <a:latin typeface="Arvo"/>
                <a:ea typeface="Arvo"/>
                <a:cs typeface="Arvo"/>
                <a:sym typeface="Arvo"/>
              </a:defRPr>
            </a:lvl1pPr>
            <a:lvl2pPr lvl="1" algn="ctr">
              <a:spcBef>
                <a:spcPts val="200"/>
              </a:spcBef>
              <a:spcAft>
                <a:spcPts val="0"/>
              </a:spcAft>
              <a:buSzPts val="800"/>
              <a:buFont typeface="Arvo"/>
              <a:buNone/>
              <a:defRPr sz="800">
                <a:latin typeface="Arvo"/>
                <a:ea typeface="Arvo"/>
                <a:cs typeface="Arvo"/>
                <a:sym typeface="Arvo"/>
              </a:defRPr>
            </a:lvl2pPr>
            <a:lvl3pPr lvl="2" algn="ctr">
              <a:spcBef>
                <a:spcPts val="0"/>
              </a:spcBef>
              <a:spcAft>
                <a:spcPts val="0"/>
              </a:spcAft>
              <a:buSzPts val="800"/>
              <a:buFont typeface="Arvo"/>
              <a:buNone/>
              <a:defRPr sz="800">
                <a:latin typeface="Arvo"/>
                <a:ea typeface="Arvo"/>
                <a:cs typeface="Arvo"/>
                <a:sym typeface="Arvo"/>
              </a:defRPr>
            </a:lvl3pPr>
            <a:lvl4pPr lvl="3" algn="ctr">
              <a:spcBef>
                <a:spcPts val="0"/>
              </a:spcBef>
              <a:spcAft>
                <a:spcPts val="0"/>
              </a:spcAft>
              <a:buSzPts val="800"/>
              <a:buFont typeface="Arvo"/>
              <a:buNone/>
              <a:defRPr sz="800">
                <a:latin typeface="Arvo"/>
                <a:ea typeface="Arvo"/>
                <a:cs typeface="Arvo"/>
                <a:sym typeface="Arvo"/>
              </a:defRPr>
            </a:lvl4pPr>
            <a:lvl5pPr lvl="4" algn="ctr">
              <a:spcBef>
                <a:spcPts val="0"/>
              </a:spcBef>
              <a:spcAft>
                <a:spcPts val="0"/>
              </a:spcAft>
              <a:buSzPts val="800"/>
              <a:buFont typeface="Arvo"/>
              <a:buNone/>
              <a:defRPr sz="800">
                <a:latin typeface="Arvo"/>
                <a:ea typeface="Arvo"/>
                <a:cs typeface="Arvo"/>
                <a:sym typeface="Arvo"/>
              </a:defRPr>
            </a:lvl5pPr>
            <a:lvl6pPr lvl="5" algn="ctr">
              <a:spcBef>
                <a:spcPts val="0"/>
              </a:spcBef>
              <a:spcAft>
                <a:spcPts val="0"/>
              </a:spcAft>
              <a:buSzPts val="800"/>
              <a:buFont typeface="Arvo"/>
              <a:buNone/>
              <a:defRPr sz="800">
                <a:latin typeface="Arvo"/>
                <a:ea typeface="Arvo"/>
                <a:cs typeface="Arvo"/>
                <a:sym typeface="Arvo"/>
              </a:defRPr>
            </a:lvl6pPr>
            <a:lvl7pPr lvl="6" algn="ctr">
              <a:spcBef>
                <a:spcPts val="0"/>
              </a:spcBef>
              <a:spcAft>
                <a:spcPts val="0"/>
              </a:spcAft>
              <a:buSzPts val="800"/>
              <a:buFont typeface="Arvo"/>
              <a:buNone/>
              <a:defRPr sz="800">
                <a:latin typeface="Arvo"/>
                <a:ea typeface="Arvo"/>
                <a:cs typeface="Arvo"/>
                <a:sym typeface="Arvo"/>
              </a:defRPr>
            </a:lvl7pPr>
            <a:lvl8pPr lvl="7" algn="ctr">
              <a:spcBef>
                <a:spcPts val="0"/>
              </a:spcBef>
              <a:spcAft>
                <a:spcPts val="0"/>
              </a:spcAft>
              <a:buSzPts val="800"/>
              <a:buFont typeface="Arvo"/>
              <a:buNone/>
              <a:defRPr sz="800">
                <a:latin typeface="Arvo"/>
                <a:ea typeface="Arvo"/>
                <a:cs typeface="Arvo"/>
                <a:sym typeface="Arvo"/>
              </a:defRPr>
            </a:lvl8pPr>
            <a:lvl9pPr lvl="8" algn="ctr">
              <a:spcBef>
                <a:spcPts val="0"/>
              </a:spcBef>
              <a:spcAft>
                <a:spcPts val="0"/>
              </a:spcAft>
              <a:buSzPts val="800"/>
              <a:buFont typeface="Arvo"/>
              <a:buNone/>
              <a:defRPr sz="800">
                <a:latin typeface="Arvo"/>
                <a:ea typeface="Arvo"/>
                <a:cs typeface="Arvo"/>
                <a:sym typeface="Arvo"/>
              </a:defRPr>
            </a:lvl9pPr>
          </a:lstStyle>
          <a:p/>
        </p:txBody>
      </p:sp>
      <p:sp>
        <p:nvSpPr>
          <p:cNvPr id="3173" name="Google Shape;3173;p50"/>
          <p:cNvSpPr txBox="1"/>
          <p:nvPr>
            <p:ph idx="17" type="subTitle"/>
          </p:nvPr>
        </p:nvSpPr>
        <p:spPr>
          <a:xfrm>
            <a:off x="-2475750" y="1350875"/>
            <a:ext cx="821100" cy="736200"/>
          </a:xfrm>
          <a:prstGeom prst="rect">
            <a:avLst/>
          </a:prstGeom>
          <a:noFill/>
          <a:ln>
            <a:noFill/>
          </a:ln>
        </p:spPr>
        <p:txBody>
          <a:bodyPr anchorCtr="0" anchor="ctr" bIns="36000" lIns="36000" spcFirstLastPara="1" rIns="36000" wrap="square" tIns="36000">
            <a:noAutofit/>
          </a:bodyPr>
          <a:lstStyle>
            <a:lvl1pPr lvl="0" algn="ctr">
              <a:spcBef>
                <a:spcPts val="0"/>
              </a:spcBef>
              <a:spcAft>
                <a:spcPts val="0"/>
              </a:spcAft>
              <a:buSzPts val="800"/>
              <a:buFont typeface="Arvo"/>
              <a:buNone/>
              <a:defRPr sz="800">
                <a:latin typeface="Arvo"/>
                <a:ea typeface="Arvo"/>
                <a:cs typeface="Arvo"/>
                <a:sym typeface="Arvo"/>
              </a:defRPr>
            </a:lvl1pPr>
            <a:lvl2pPr lvl="1" algn="ctr">
              <a:spcBef>
                <a:spcPts val="200"/>
              </a:spcBef>
              <a:spcAft>
                <a:spcPts val="0"/>
              </a:spcAft>
              <a:buSzPts val="800"/>
              <a:buFont typeface="Arvo"/>
              <a:buNone/>
              <a:defRPr sz="800">
                <a:latin typeface="Arvo"/>
                <a:ea typeface="Arvo"/>
                <a:cs typeface="Arvo"/>
                <a:sym typeface="Arvo"/>
              </a:defRPr>
            </a:lvl2pPr>
            <a:lvl3pPr lvl="2" algn="ctr">
              <a:spcBef>
                <a:spcPts val="0"/>
              </a:spcBef>
              <a:spcAft>
                <a:spcPts val="0"/>
              </a:spcAft>
              <a:buSzPts val="800"/>
              <a:buFont typeface="Arvo"/>
              <a:buNone/>
              <a:defRPr sz="800">
                <a:latin typeface="Arvo"/>
                <a:ea typeface="Arvo"/>
                <a:cs typeface="Arvo"/>
                <a:sym typeface="Arvo"/>
              </a:defRPr>
            </a:lvl3pPr>
            <a:lvl4pPr lvl="3" algn="ctr">
              <a:spcBef>
                <a:spcPts val="0"/>
              </a:spcBef>
              <a:spcAft>
                <a:spcPts val="0"/>
              </a:spcAft>
              <a:buSzPts val="800"/>
              <a:buFont typeface="Arvo"/>
              <a:buNone/>
              <a:defRPr sz="800">
                <a:latin typeface="Arvo"/>
                <a:ea typeface="Arvo"/>
                <a:cs typeface="Arvo"/>
                <a:sym typeface="Arvo"/>
              </a:defRPr>
            </a:lvl4pPr>
            <a:lvl5pPr lvl="4" algn="ctr">
              <a:spcBef>
                <a:spcPts val="0"/>
              </a:spcBef>
              <a:spcAft>
                <a:spcPts val="0"/>
              </a:spcAft>
              <a:buSzPts val="800"/>
              <a:buFont typeface="Arvo"/>
              <a:buNone/>
              <a:defRPr sz="800">
                <a:latin typeface="Arvo"/>
                <a:ea typeface="Arvo"/>
                <a:cs typeface="Arvo"/>
                <a:sym typeface="Arvo"/>
              </a:defRPr>
            </a:lvl5pPr>
            <a:lvl6pPr lvl="5" algn="ctr">
              <a:spcBef>
                <a:spcPts val="0"/>
              </a:spcBef>
              <a:spcAft>
                <a:spcPts val="0"/>
              </a:spcAft>
              <a:buSzPts val="800"/>
              <a:buFont typeface="Arvo"/>
              <a:buNone/>
              <a:defRPr sz="800">
                <a:latin typeface="Arvo"/>
                <a:ea typeface="Arvo"/>
                <a:cs typeface="Arvo"/>
                <a:sym typeface="Arvo"/>
              </a:defRPr>
            </a:lvl6pPr>
            <a:lvl7pPr lvl="6" algn="ctr">
              <a:spcBef>
                <a:spcPts val="0"/>
              </a:spcBef>
              <a:spcAft>
                <a:spcPts val="0"/>
              </a:spcAft>
              <a:buSzPts val="800"/>
              <a:buFont typeface="Arvo"/>
              <a:buNone/>
              <a:defRPr sz="800">
                <a:latin typeface="Arvo"/>
                <a:ea typeface="Arvo"/>
                <a:cs typeface="Arvo"/>
                <a:sym typeface="Arvo"/>
              </a:defRPr>
            </a:lvl7pPr>
            <a:lvl8pPr lvl="7" algn="ctr">
              <a:spcBef>
                <a:spcPts val="0"/>
              </a:spcBef>
              <a:spcAft>
                <a:spcPts val="0"/>
              </a:spcAft>
              <a:buSzPts val="800"/>
              <a:buFont typeface="Arvo"/>
              <a:buNone/>
              <a:defRPr sz="800">
                <a:latin typeface="Arvo"/>
                <a:ea typeface="Arvo"/>
                <a:cs typeface="Arvo"/>
                <a:sym typeface="Arvo"/>
              </a:defRPr>
            </a:lvl8pPr>
            <a:lvl9pPr lvl="8" algn="ctr">
              <a:spcBef>
                <a:spcPts val="0"/>
              </a:spcBef>
              <a:spcAft>
                <a:spcPts val="0"/>
              </a:spcAft>
              <a:buSzPts val="800"/>
              <a:buFont typeface="Arvo"/>
              <a:buNone/>
              <a:defRPr sz="800">
                <a:latin typeface="Arvo"/>
                <a:ea typeface="Arvo"/>
                <a:cs typeface="Arvo"/>
                <a:sym typeface="Arvo"/>
              </a:defRPr>
            </a:lvl9pPr>
          </a:lstStyle>
          <a:p/>
        </p:txBody>
      </p:sp>
      <p:sp>
        <p:nvSpPr>
          <p:cNvPr id="3174" name="Google Shape;3174;p50"/>
          <p:cNvSpPr txBox="1"/>
          <p:nvPr>
            <p:ph idx="18" type="subTitle"/>
          </p:nvPr>
        </p:nvSpPr>
        <p:spPr>
          <a:xfrm>
            <a:off x="-1536150" y="1350975"/>
            <a:ext cx="821100" cy="736200"/>
          </a:xfrm>
          <a:prstGeom prst="rect">
            <a:avLst/>
          </a:prstGeom>
          <a:noFill/>
          <a:ln>
            <a:noFill/>
          </a:ln>
        </p:spPr>
        <p:txBody>
          <a:bodyPr anchorCtr="0" anchor="ctr" bIns="36000" lIns="36000" spcFirstLastPara="1" rIns="36000" wrap="square" tIns="36000">
            <a:noAutofit/>
          </a:bodyPr>
          <a:lstStyle>
            <a:lvl1pPr lvl="0" algn="ctr">
              <a:spcBef>
                <a:spcPts val="0"/>
              </a:spcBef>
              <a:spcAft>
                <a:spcPts val="0"/>
              </a:spcAft>
              <a:buSzPts val="800"/>
              <a:buFont typeface="Arvo"/>
              <a:buNone/>
              <a:defRPr sz="800">
                <a:latin typeface="Arvo"/>
                <a:ea typeface="Arvo"/>
                <a:cs typeface="Arvo"/>
                <a:sym typeface="Arvo"/>
              </a:defRPr>
            </a:lvl1pPr>
            <a:lvl2pPr lvl="1" algn="ctr">
              <a:spcBef>
                <a:spcPts val="200"/>
              </a:spcBef>
              <a:spcAft>
                <a:spcPts val="0"/>
              </a:spcAft>
              <a:buSzPts val="800"/>
              <a:buFont typeface="Arvo"/>
              <a:buNone/>
              <a:defRPr sz="800">
                <a:latin typeface="Arvo"/>
                <a:ea typeface="Arvo"/>
                <a:cs typeface="Arvo"/>
                <a:sym typeface="Arvo"/>
              </a:defRPr>
            </a:lvl2pPr>
            <a:lvl3pPr lvl="2" algn="ctr">
              <a:spcBef>
                <a:spcPts val="0"/>
              </a:spcBef>
              <a:spcAft>
                <a:spcPts val="0"/>
              </a:spcAft>
              <a:buSzPts val="800"/>
              <a:buFont typeface="Arvo"/>
              <a:buNone/>
              <a:defRPr sz="800">
                <a:latin typeface="Arvo"/>
                <a:ea typeface="Arvo"/>
                <a:cs typeface="Arvo"/>
                <a:sym typeface="Arvo"/>
              </a:defRPr>
            </a:lvl3pPr>
            <a:lvl4pPr lvl="3" algn="ctr">
              <a:spcBef>
                <a:spcPts val="0"/>
              </a:spcBef>
              <a:spcAft>
                <a:spcPts val="0"/>
              </a:spcAft>
              <a:buSzPts val="800"/>
              <a:buFont typeface="Arvo"/>
              <a:buNone/>
              <a:defRPr sz="800">
                <a:latin typeface="Arvo"/>
                <a:ea typeface="Arvo"/>
                <a:cs typeface="Arvo"/>
                <a:sym typeface="Arvo"/>
              </a:defRPr>
            </a:lvl4pPr>
            <a:lvl5pPr lvl="4" algn="ctr">
              <a:spcBef>
                <a:spcPts val="0"/>
              </a:spcBef>
              <a:spcAft>
                <a:spcPts val="0"/>
              </a:spcAft>
              <a:buSzPts val="800"/>
              <a:buFont typeface="Arvo"/>
              <a:buNone/>
              <a:defRPr sz="800">
                <a:latin typeface="Arvo"/>
                <a:ea typeface="Arvo"/>
                <a:cs typeface="Arvo"/>
                <a:sym typeface="Arvo"/>
              </a:defRPr>
            </a:lvl5pPr>
            <a:lvl6pPr lvl="5" algn="ctr">
              <a:spcBef>
                <a:spcPts val="0"/>
              </a:spcBef>
              <a:spcAft>
                <a:spcPts val="0"/>
              </a:spcAft>
              <a:buSzPts val="800"/>
              <a:buFont typeface="Arvo"/>
              <a:buNone/>
              <a:defRPr sz="800">
                <a:latin typeface="Arvo"/>
                <a:ea typeface="Arvo"/>
                <a:cs typeface="Arvo"/>
                <a:sym typeface="Arvo"/>
              </a:defRPr>
            </a:lvl6pPr>
            <a:lvl7pPr lvl="6" algn="ctr">
              <a:spcBef>
                <a:spcPts val="0"/>
              </a:spcBef>
              <a:spcAft>
                <a:spcPts val="0"/>
              </a:spcAft>
              <a:buSzPts val="800"/>
              <a:buFont typeface="Arvo"/>
              <a:buNone/>
              <a:defRPr sz="800">
                <a:latin typeface="Arvo"/>
                <a:ea typeface="Arvo"/>
                <a:cs typeface="Arvo"/>
                <a:sym typeface="Arvo"/>
              </a:defRPr>
            </a:lvl7pPr>
            <a:lvl8pPr lvl="7" algn="ctr">
              <a:spcBef>
                <a:spcPts val="0"/>
              </a:spcBef>
              <a:spcAft>
                <a:spcPts val="0"/>
              </a:spcAft>
              <a:buSzPts val="800"/>
              <a:buFont typeface="Arvo"/>
              <a:buNone/>
              <a:defRPr sz="800">
                <a:latin typeface="Arvo"/>
                <a:ea typeface="Arvo"/>
                <a:cs typeface="Arvo"/>
                <a:sym typeface="Arvo"/>
              </a:defRPr>
            </a:lvl8pPr>
            <a:lvl9pPr lvl="8" algn="ctr">
              <a:spcBef>
                <a:spcPts val="0"/>
              </a:spcBef>
              <a:spcAft>
                <a:spcPts val="0"/>
              </a:spcAft>
              <a:buSzPts val="800"/>
              <a:buFont typeface="Arvo"/>
              <a:buNone/>
              <a:defRPr sz="800">
                <a:latin typeface="Arvo"/>
                <a:ea typeface="Arvo"/>
                <a:cs typeface="Arvo"/>
                <a:sym typeface="Arvo"/>
              </a:defRPr>
            </a:lvl9pPr>
          </a:lstStyle>
          <a:p/>
        </p:txBody>
      </p:sp>
      <p:sp>
        <p:nvSpPr>
          <p:cNvPr id="3175" name="Google Shape;3175;p50"/>
          <p:cNvSpPr txBox="1"/>
          <p:nvPr>
            <p:ph idx="19" type="subTitle"/>
          </p:nvPr>
        </p:nvSpPr>
        <p:spPr>
          <a:xfrm>
            <a:off x="-3411750" y="2204525"/>
            <a:ext cx="821100" cy="736200"/>
          </a:xfrm>
          <a:prstGeom prst="rect">
            <a:avLst/>
          </a:prstGeom>
          <a:noFill/>
          <a:ln>
            <a:noFill/>
          </a:ln>
        </p:spPr>
        <p:txBody>
          <a:bodyPr anchorCtr="0" anchor="ctr" bIns="36000" lIns="36000" spcFirstLastPara="1" rIns="36000" wrap="square" tIns="36000">
            <a:noAutofit/>
          </a:bodyPr>
          <a:lstStyle>
            <a:lvl1pPr lvl="0" algn="ctr">
              <a:spcBef>
                <a:spcPts val="0"/>
              </a:spcBef>
              <a:spcAft>
                <a:spcPts val="0"/>
              </a:spcAft>
              <a:buSzPts val="800"/>
              <a:buFont typeface="Arvo"/>
              <a:buNone/>
              <a:defRPr sz="800">
                <a:latin typeface="Arvo"/>
                <a:ea typeface="Arvo"/>
                <a:cs typeface="Arvo"/>
                <a:sym typeface="Arvo"/>
              </a:defRPr>
            </a:lvl1pPr>
            <a:lvl2pPr lvl="1" algn="ctr">
              <a:spcBef>
                <a:spcPts val="200"/>
              </a:spcBef>
              <a:spcAft>
                <a:spcPts val="0"/>
              </a:spcAft>
              <a:buSzPts val="800"/>
              <a:buFont typeface="Arvo"/>
              <a:buNone/>
              <a:defRPr sz="800">
                <a:latin typeface="Arvo"/>
                <a:ea typeface="Arvo"/>
                <a:cs typeface="Arvo"/>
                <a:sym typeface="Arvo"/>
              </a:defRPr>
            </a:lvl2pPr>
            <a:lvl3pPr lvl="2" algn="ctr">
              <a:spcBef>
                <a:spcPts val="0"/>
              </a:spcBef>
              <a:spcAft>
                <a:spcPts val="0"/>
              </a:spcAft>
              <a:buSzPts val="800"/>
              <a:buFont typeface="Arvo"/>
              <a:buNone/>
              <a:defRPr sz="800">
                <a:latin typeface="Arvo"/>
                <a:ea typeface="Arvo"/>
                <a:cs typeface="Arvo"/>
                <a:sym typeface="Arvo"/>
              </a:defRPr>
            </a:lvl3pPr>
            <a:lvl4pPr lvl="3" algn="ctr">
              <a:spcBef>
                <a:spcPts val="0"/>
              </a:spcBef>
              <a:spcAft>
                <a:spcPts val="0"/>
              </a:spcAft>
              <a:buSzPts val="800"/>
              <a:buFont typeface="Arvo"/>
              <a:buNone/>
              <a:defRPr sz="800">
                <a:latin typeface="Arvo"/>
                <a:ea typeface="Arvo"/>
                <a:cs typeface="Arvo"/>
                <a:sym typeface="Arvo"/>
              </a:defRPr>
            </a:lvl4pPr>
            <a:lvl5pPr lvl="4" algn="ctr">
              <a:spcBef>
                <a:spcPts val="0"/>
              </a:spcBef>
              <a:spcAft>
                <a:spcPts val="0"/>
              </a:spcAft>
              <a:buSzPts val="800"/>
              <a:buFont typeface="Arvo"/>
              <a:buNone/>
              <a:defRPr sz="800">
                <a:latin typeface="Arvo"/>
                <a:ea typeface="Arvo"/>
                <a:cs typeface="Arvo"/>
                <a:sym typeface="Arvo"/>
              </a:defRPr>
            </a:lvl5pPr>
            <a:lvl6pPr lvl="5" algn="ctr">
              <a:spcBef>
                <a:spcPts val="0"/>
              </a:spcBef>
              <a:spcAft>
                <a:spcPts val="0"/>
              </a:spcAft>
              <a:buSzPts val="800"/>
              <a:buFont typeface="Arvo"/>
              <a:buNone/>
              <a:defRPr sz="800">
                <a:latin typeface="Arvo"/>
                <a:ea typeface="Arvo"/>
                <a:cs typeface="Arvo"/>
                <a:sym typeface="Arvo"/>
              </a:defRPr>
            </a:lvl6pPr>
            <a:lvl7pPr lvl="6" algn="ctr">
              <a:spcBef>
                <a:spcPts val="0"/>
              </a:spcBef>
              <a:spcAft>
                <a:spcPts val="0"/>
              </a:spcAft>
              <a:buSzPts val="800"/>
              <a:buFont typeface="Arvo"/>
              <a:buNone/>
              <a:defRPr sz="800">
                <a:latin typeface="Arvo"/>
                <a:ea typeface="Arvo"/>
                <a:cs typeface="Arvo"/>
                <a:sym typeface="Arvo"/>
              </a:defRPr>
            </a:lvl7pPr>
            <a:lvl8pPr lvl="7" algn="ctr">
              <a:spcBef>
                <a:spcPts val="0"/>
              </a:spcBef>
              <a:spcAft>
                <a:spcPts val="0"/>
              </a:spcAft>
              <a:buSzPts val="800"/>
              <a:buFont typeface="Arvo"/>
              <a:buNone/>
              <a:defRPr sz="800">
                <a:latin typeface="Arvo"/>
                <a:ea typeface="Arvo"/>
                <a:cs typeface="Arvo"/>
                <a:sym typeface="Arvo"/>
              </a:defRPr>
            </a:lvl8pPr>
            <a:lvl9pPr lvl="8" algn="ctr">
              <a:spcBef>
                <a:spcPts val="0"/>
              </a:spcBef>
              <a:spcAft>
                <a:spcPts val="0"/>
              </a:spcAft>
              <a:buSzPts val="800"/>
              <a:buFont typeface="Arvo"/>
              <a:buNone/>
              <a:defRPr sz="800">
                <a:latin typeface="Arvo"/>
                <a:ea typeface="Arvo"/>
                <a:cs typeface="Arvo"/>
                <a:sym typeface="Arvo"/>
              </a:defRPr>
            </a:lvl9pPr>
          </a:lstStyle>
          <a:p/>
        </p:txBody>
      </p:sp>
      <p:sp>
        <p:nvSpPr>
          <p:cNvPr id="3176" name="Google Shape;3176;p50"/>
          <p:cNvSpPr txBox="1"/>
          <p:nvPr>
            <p:ph idx="20" type="subTitle"/>
          </p:nvPr>
        </p:nvSpPr>
        <p:spPr>
          <a:xfrm>
            <a:off x="-2475750" y="2204525"/>
            <a:ext cx="821100" cy="736200"/>
          </a:xfrm>
          <a:prstGeom prst="rect">
            <a:avLst/>
          </a:prstGeom>
          <a:noFill/>
          <a:ln>
            <a:noFill/>
          </a:ln>
        </p:spPr>
        <p:txBody>
          <a:bodyPr anchorCtr="0" anchor="ctr" bIns="36000" lIns="36000" spcFirstLastPara="1" rIns="36000" wrap="square" tIns="36000">
            <a:noAutofit/>
          </a:bodyPr>
          <a:lstStyle>
            <a:lvl1pPr lvl="0" algn="ctr">
              <a:spcBef>
                <a:spcPts val="0"/>
              </a:spcBef>
              <a:spcAft>
                <a:spcPts val="0"/>
              </a:spcAft>
              <a:buSzPts val="800"/>
              <a:buFont typeface="Arvo"/>
              <a:buNone/>
              <a:defRPr sz="800">
                <a:latin typeface="Arvo"/>
                <a:ea typeface="Arvo"/>
                <a:cs typeface="Arvo"/>
                <a:sym typeface="Arvo"/>
              </a:defRPr>
            </a:lvl1pPr>
            <a:lvl2pPr lvl="1" algn="ctr">
              <a:spcBef>
                <a:spcPts val="200"/>
              </a:spcBef>
              <a:spcAft>
                <a:spcPts val="0"/>
              </a:spcAft>
              <a:buSzPts val="800"/>
              <a:buFont typeface="Arvo"/>
              <a:buNone/>
              <a:defRPr sz="800">
                <a:latin typeface="Arvo"/>
                <a:ea typeface="Arvo"/>
                <a:cs typeface="Arvo"/>
                <a:sym typeface="Arvo"/>
              </a:defRPr>
            </a:lvl2pPr>
            <a:lvl3pPr lvl="2" algn="ctr">
              <a:spcBef>
                <a:spcPts val="0"/>
              </a:spcBef>
              <a:spcAft>
                <a:spcPts val="0"/>
              </a:spcAft>
              <a:buSzPts val="800"/>
              <a:buFont typeface="Arvo"/>
              <a:buNone/>
              <a:defRPr sz="800">
                <a:latin typeface="Arvo"/>
                <a:ea typeface="Arvo"/>
                <a:cs typeface="Arvo"/>
                <a:sym typeface="Arvo"/>
              </a:defRPr>
            </a:lvl3pPr>
            <a:lvl4pPr lvl="3" algn="ctr">
              <a:spcBef>
                <a:spcPts val="0"/>
              </a:spcBef>
              <a:spcAft>
                <a:spcPts val="0"/>
              </a:spcAft>
              <a:buSzPts val="800"/>
              <a:buFont typeface="Arvo"/>
              <a:buNone/>
              <a:defRPr sz="800">
                <a:latin typeface="Arvo"/>
                <a:ea typeface="Arvo"/>
                <a:cs typeface="Arvo"/>
                <a:sym typeface="Arvo"/>
              </a:defRPr>
            </a:lvl4pPr>
            <a:lvl5pPr lvl="4" algn="ctr">
              <a:spcBef>
                <a:spcPts val="0"/>
              </a:spcBef>
              <a:spcAft>
                <a:spcPts val="0"/>
              </a:spcAft>
              <a:buSzPts val="800"/>
              <a:buFont typeface="Arvo"/>
              <a:buNone/>
              <a:defRPr sz="800">
                <a:latin typeface="Arvo"/>
                <a:ea typeface="Arvo"/>
                <a:cs typeface="Arvo"/>
                <a:sym typeface="Arvo"/>
              </a:defRPr>
            </a:lvl5pPr>
            <a:lvl6pPr lvl="5" algn="ctr">
              <a:spcBef>
                <a:spcPts val="0"/>
              </a:spcBef>
              <a:spcAft>
                <a:spcPts val="0"/>
              </a:spcAft>
              <a:buSzPts val="800"/>
              <a:buFont typeface="Arvo"/>
              <a:buNone/>
              <a:defRPr sz="800">
                <a:latin typeface="Arvo"/>
                <a:ea typeface="Arvo"/>
                <a:cs typeface="Arvo"/>
                <a:sym typeface="Arvo"/>
              </a:defRPr>
            </a:lvl6pPr>
            <a:lvl7pPr lvl="6" algn="ctr">
              <a:spcBef>
                <a:spcPts val="0"/>
              </a:spcBef>
              <a:spcAft>
                <a:spcPts val="0"/>
              </a:spcAft>
              <a:buSzPts val="800"/>
              <a:buFont typeface="Arvo"/>
              <a:buNone/>
              <a:defRPr sz="800">
                <a:latin typeface="Arvo"/>
                <a:ea typeface="Arvo"/>
                <a:cs typeface="Arvo"/>
                <a:sym typeface="Arvo"/>
              </a:defRPr>
            </a:lvl7pPr>
            <a:lvl8pPr lvl="7" algn="ctr">
              <a:spcBef>
                <a:spcPts val="0"/>
              </a:spcBef>
              <a:spcAft>
                <a:spcPts val="0"/>
              </a:spcAft>
              <a:buSzPts val="800"/>
              <a:buFont typeface="Arvo"/>
              <a:buNone/>
              <a:defRPr sz="800">
                <a:latin typeface="Arvo"/>
                <a:ea typeface="Arvo"/>
                <a:cs typeface="Arvo"/>
                <a:sym typeface="Arvo"/>
              </a:defRPr>
            </a:lvl8pPr>
            <a:lvl9pPr lvl="8" algn="ctr">
              <a:spcBef>
                <a:spcPts val="0"/>
              </a:spcBef>
              <a:spcAft>
                <a:spcPts val="0"/>
              </a:spcAft>
              <a:buSzPts val="800"/>
              <a:buFont typeface="Arvo"/>
              <a:buNone/>
              <a:defRPr sz="800">
                <a:latin typeface="Arvo"/>
                <a:ea typeface="Arvo"/>
                <a:cs typeface="Arvo"/>
                <a:sym typeface="Arvo"/>
              </a:defRPr>
            </a:lvl9pPr>
          </a:lstStyle>
          <a:p/>
        </p:txBody>
      </p:sp>
      <p:sp>
        <p:nvSpPr>
          <p:cNvPr id="3177" name="Google Shape;3177;p50"/>
          <p:cNvSpPr txBox="1"/>
          <p:nvPr>
            <p:ph idx="21" type="subTitle"/>
          </p:nvPr>
        </p:nvSpPr>
        <p:spPr>
          <a:xfrm>
            <a:off x="-1536150" y="2204375"/>
            <a:ext cx="821100" cy="736200"/>
          </a:xfrm>
          <a:prstGeom prst="rect">
            <a:avLst/>
          </a:prstGeom>
          <a:noFill/>
          <a:ln>
            <a:noFill/>
          </a:ln>
        </p:spPr>
        <p:txBody>
          <a:bodyPr anchorCtr="0" anchor="ctr" bIns="36000" lIns="36000" spcFirstLastPara="1" rIns="36000" wrap="square" tIns="36000">
            <a:noAutofit/>
          </a:bodyPr>
          <a:lstStyle>
            <a:lvl1pPr lvl="0" algn="ctr">
              <a:spcBef>
                <a:spcPts val="0"/>
              </a:spcBef>
              <a:spcAft>
                <a:spcPts val="0"/>
              </a:spcAft>
              <a:buSzPts val="800"/>
              <a:buFont typeface="Arvo"/>
              <a:buNone/>
              <a:defRPr sz="800">
                <a:latin typeface="Arvo"/>
                <a:ea typeface="Arvo"/>
                <a:cs typeface="Arvo"/>
                <a:sym typeface="Arvo"/>
              </a:defRPr>
            </a:lvl1pPr>
            <a:lvl2pPr lvl="1" algn="ctr">
              <a:spcBef>
                <a:spcPts val="200"/>
              </a:spcBef>
              <a:spcAft>
                <a:spcPts val="0"/>
              </a:spcAft>
              <a:buSzPts val="800"/>
              <a:buFont typeface="Arvo"/>
              <a:buNone/>
              <a:defRPr sz="800">
                <a:latin typeface="Arvo"/>
                <a:ea typeface="Arvo"/>
                <a:cs typeface="Arvo"/>
                <a:sym typeface="Arvo"/>
              </a:defRPr>
            </a:lvl2pPr>
            <a:lvl3pPr lvl="2" algn="ctr">
              <a:spcBef>
                <a:spcPts val="0"/>
              </a:spcBef>
              <a:spcAft>
                <a:spcPts val="0"/>
              </a:spcAft>
              <a:buSzPts val="800"/>
              <a:buFont typeface="Arvo"/>
              <a:buNone/>
              <a:defRPr sz="800">
                <a:latin typeface="Arvo"/>
                <a:ea typeface="Arvo"/>
                <a:cs typeface="Arvo"/>
                <a:sym typeface="Arvo"/>
              </a:defRPr>
            </a:lvl3pPr>
            <a:lvl4pPr lvl="3" algn="ctr">
              <a:spcBef>
                <a:spcPts val="0"/>
              </a:spcBef>
              <a:spcAft>
                <a:spcPts val="0"/>
              </a:spcAft>
              <a:buSzPts val="800"/>
              <a:buFont typeface="Arvo"/>
              <a:buNone/>
              <a:defRPr sz="800">
                <a:latin typeface="Arvo"/>
                <a:ea typeface="Arvo"/>
                <a:cs typeface="Arvo"/>
                <a:sym typeface="Arvo"/>
              </a:defRPr>
            </a:lvl4pPr>
            <a:lvl5pPr lvl="4" algn="ctr">
              <a:spcBef>
                <a:spcPts val="0"/>
              </a:spcBef>
              <a:spcAft>
                <a:spcPts val="0"/>
              </a:spcAft>
              <a:buSzPts val="800"/>
              <a:buFont typeface="Arvo"/>
              <a:buNone/>
              <a:defRPr sz="800">
                <a:latin typeface="Arvo"/>
                <a:ea typeface="Arvo"/>
                <a:cs typeface="Arvo"/>
                <a:sym typeface="Arvo"/>
              </a:defRPr>
            </a:lvl5pPr>
            <a:lvl6pPr lvl="5" algn="ctr">
              <a:spcBef>
                <a:spcPts val="0"/>
              </a:spcBef>
              <a:spcAft>
                <a:spcPts val="0"/>
              </a:spcAft>
              <a:buSzPts val="800"/>
              <a:buFont typeface="Arvo"/>
              <a:buNone/>
              <a:defRPr sz="800">
                <a:latin typeface="Arvo"/>
                <a:ea typeface="Arvo"/>
                <a:cs typeface="Arvo"/>
                <a:sym typeface="Arvo"/>
              </a:defRPr>
            </a:lvl6pPr>
            <a:lvl7pPr lvl="6" algn="ctr">
              <a:spcBef>
                <a:spcPts val="0"/>
              </a:spcBef>
              <a:spcAft>
                <a:spcPts val="0"/>
              </a:spcAft>
              <a:buSzPts val="800"/>
              <a:buFont typeface="Arvo"/>
              <a:buNone/>
              <a:defRPr sz="800">
                <a:latin typeface="Arvo"/>
                <a:ea typeface="Arvo"/>
                <a:cs typeface="Arvo"/>
                <a:sym typeface="Arvo"/>
              </a:defRPr>
            </a:lvl7pPr>
            <a:lvl8pPr lvl="7" algn="ctr">
              <a:spcBef>
                <a:spcPts val="0"/>
              </a:spcBef>
              <a:spcAft>
                <a:spcPts val="0"/>
              </a:spcAft>
              <a:buSzPts val="800"/>
              <a:buFont typeface="Arvo"/>
              <a:buNone/>
              <a:defRPr sz="800">
                <a:latin typeface="Arvo"/>
                <a:ea typeface="Arvo"/>
                <a:cs typeface="Arvo"/>
                <a:sym typeface="Arvo"/>
              </a:defRPr>
            </a:lvl8pPr>
            <a:lvl9pPr lvl="8" algn="ctr">
              <a:spcBef>
                <a:spcPts val="0"/>
              </a:spcBef>
              <a:spcAft>
                <a:spcPts val="0"/>
              </a:spcAft>
              <a:buSzPts val="800"/>
              <a:buFont typeface="Arvo"/>
              <a:buNone/>
              <a:defRPr sz="800">
                <a:latin typeface="Arvo"/>
                <a:ea typeface="Arvo"/>
                <a:cs typeface="Arvo"/>
                <a:sym typeface="Arvo"/>
              </a:defRPr>
            </a:lvl9pPr>
          </a:lstStyle>
          <a:p/>
        </p:txBody>
      </p:sp>
      <p:sp>
        <p:nvSpPr>
          <p:cNvPr id="3178" name="Google Shape;3178;p50"/>
          <p:cNvSpPr txBox="1"/>
          <p:nvPr>
            <p:ph idx="22" type="subTitle"/>
          </p:nvPr>
        </p:nvSpPr>
        <p:spPr>
          <a:xfrm>
            <a:off x="-3411750" y="3078975"/>
            <a:ext cx="821100" cy="736200"/>
          </a:xfrm>
          <a:prstGeom prst="rect">
            <a:avLst/>
          </a:prstGeom>
          <a:noFill/>
          <a:ln>
            <a:noFill/>
          </a:ln>
        </p:spPr>
        <p:txBody>
          <a:bodyPr anchorCtr="0" anchor="ctr" bIns="36000" lIns="36000" spcFirstLastPara="1" rIns="36000" wrap="square" tIns="36000">
            <a:noAutofit/>
          </a:bodyPr>
          <a:lstStyle>
            <a:lvl1pPr lvl="0" algn="ctr">
              <a:spcBef>
                <a:spcPts val="0"/>
              </a:spcBef>
              <a:spcAft>
                <a:spcPts val="0"/>
              </a:spcAft>
              <a:buSzPts val="800"/>
              <a:buFont typeface="Arvo"/>
              <a:buNone/>
              <a:defRPr sz="800">
                <a:latin typeface="Arvo"/>
                <a:ea typeface="Arvo"/>
                <a:cs typeface="Arvo"/>
                <a:sym typeface="Arvo"/>
              </a:defRPr>
            </a:lvl1pPr>
            <a:lvl2pPr lvl="1" algn="ctr">
              <a:spcBef>
                <a:spcPts val="200"/>
              </a:spcBef>
              <a:spcAft>
                <a:spcPts val="0"/>
              </a:spcAft>
              <a:buSzPts val="800"/>
              <a:buFont typeface="Arvo"/>
              <a:buNone/>
              <a:defRPr sz="800">
                <a:latin typeface="Arvo"/>
                <a:ea typeface="Arvo"/>
                <a:cs typeface="Arvo"/>
                <a:sym typeface="Arvo"/>
              </a:defRPr>
            </a:lvl2pPr>
            <a:lvl3pPr lvl="2" algn="ctr">
              <a:spcBef>
                <a:spcPts val="0"/>
              </a:spcBef>
              <a:spcAft>
                <a:spcPts val="0"/>
              </a:spcAft>
              <a:buSzPts val="800"/>
              <a:buFont typeface="Arvo"/>
              <a:buNone/>
              <a:defRPr sz="800">
                <a:latin typeface="Arvo"/>
                <a:ea typeface="Arvo"/>
                <a:cs typeface="Arvo"/>
                <a:sym typeface="Arvo"/>
              </a:defRPr>
            </a:lvl3pPr>
            <a:lvl4pPr lvl="3" algn="ctr">
              <a:spcBef>
                <a:spcPts val="0"/>
              </a:spcBef>
              <a:spcAft>
                <a:spcPts val="0"/>
              </a:spcAft>
              <a:buSzPts val="800"/>
              <a:buFont typeface="Arvo"/>
              <a:buNone/>
              <a:defRPr sz="800">
                <a:latin typeface="Arvo"/>
                <a:ea typeface="Arvo"/>
                <a:cs typeface="Arvo"/>
                <a:sym typeface="Arvo"/>
              </a:defRPr>
            </a:lvl4pPr>
            <a:lvl5pPr lvl="4" algn="ctr">
              <a:spcBef>
                <a:spcPts val="0"/>
              </a:spcBef>
              <a:spcAft>
                <a:spcPts val="0"/>
              </a:spcAft>
              <a:buSzPts val="800"/>
              <a:buFont typeface="Arvo"/>
              <a:buNone/>
              <a:defRPr sz="800">
                <a:latin typeface="Arvo"/>
                <a:ea typeface="Arvo"/>
                <a:cs typeface="Arvo"/>
                <a:sym typeface="Arvo"/>
              </a:defRPr>
            </a:lvl5pPr>
            <a:lvl6pPr lvl="5" algn="ctr">
              <a:spcBef>
                <a:spcPts val="0"/>
              </a:spcBef>
              <a:spcAft>
                <a:spcPts val="0"/>
              </a:spcAft>
              <a:buSzPts val="800"/>
              <a:buFont typeface="Arvo"/>
              <a:buNone/>
              <a:defRPr sz="800">
                <a:latin typeface="Arvo"/>
                <a:ea typeface="Arvo"/>
                <a:cs typeface="Arvo"/>
                <a:sym typeface="Arvo"/>
              </a:defRPr>
            </a:lvl6pPr>
            <a:lvl7pPr lvl="6" algn="ctr">
              <a:spcBef>
                <a:spcPts val="0"/>
              </a:spcBef>
              <a:spcAft>
                <a:spcPts val="0"/>
              </a:spcAft>
              <a:buSzPts val="800"/>
              <a:buFont typeface="Arvo"/>
              <a:buNone/>
              <a:defRPr sz="800">
                <a:latin typeface="Arvo"/>
                <a:ea typeface="Arvo"/>
                <a:cs typeface="Arvo"/>
                <a:sym typeface="Arvo"/>
              </a:defRPr>
            </a:lvl7pPr>
            <a:lvl8pPr lvl="7" algn="ctr">
              <a:spcBef>
                <a:spcPts val="0"/>
              </a:spcBef>
              <a:spcAft>
                <a:spcPts val="0"/>
              </a:spcAft>
              <a:buSzPts val="800"/>
              <a:buFont typeface="Arvo"/>
              <a:buNone/>
              <a:defRPr sz="800">
                <a:latin typeface="Arvo"/>
                <a:ea typeface="Arvo"/>
                <a:cs typeface="Arvo"/>
                <a:sym typeface="Arvo"/>
              </a:defRPr>
            </a:lvl8pPr>
            <a:lvl9pPr lvl="8" algn="ctr">
              <a:spcBef>
                <a:spcPts val="0"/>
              </a:spcBef>
              <a:spcAft>
                <a:spcPts val="0"/>
              </a:spcAft>
              <a:buSzPts val="800"/>
              <a:buFont typeface="Arvo"/>
              <a:buNone/>
              <a:defRPr sz="800">
                <a:latin typeface="Arvo"/>
                <a:ea typeface="Arvo"/>
                <a:cs typeface="Arvo"/>
                <a:sym typeface="Arvo"/>
              </a:defRPr>
            </a:lvl9pPr>
          </a:lstStyle>
          <a:p/>
        </p:txBody>
      </p:sp>
      <p:sp>
        <p:nvSpPr>
          <p:cNvPr id="3179" name="Google Shape;3179;p50"/>
          <p:cNvSpPr txBox="1"/>
          <p:nvPr>
            <p:ph idx="23" type="subTitle"/>
          </p:nvPr>
        </p:nvSpPr>
        <p:spPr>
          <a:xfrm>
            <a:off x="-2475750" y="3078975"/>
            <a:ext cx="821100" cy="736200"/>
          </a:xfrm>
          <a:prstGeom prst="rect">
            <a:avLst/>
          </a:prstGeom>
          <a:noFill/>
          <a:ln>
            <a:noFill/>
          </a:ln>
        </p:spPr>
        <p:txBody>
          <a:bodyPr anchorCtr="0" anchor="ctr" bIns="36000" lIns="36000" spcFirstLastPara="1" rIns="36000" wrap="square" tIns="36000">
            <a:noAutofit/>
          </a:bodyPr>
          <a:lstStyle>
            <a:lvl1pPr lvl="0" algn="ctr">
              <a:spcBef>
                <a:spcPts val="0"/>
              </a:spcBef>
              <a:spcAft>
                <a:spcPts val="0"/>
              </a:spcAft>
              <a:buSzPts val="800"/>
              <a:buFont typeface="Arvo"/>
              <a:buNone/>
              <a:defRPr sz="800">
                <a:latin typeface="Arvo"/>
                <a:ea typeface="Arvo"/>
                <a:cs typeface="Arvo"/>
                <a:sym typeface="Arvo"/>
              </a:defRPr>
            </a:lvl1pPr>
            <a:lvl2pPr lvl="1" algn="ctr">
              <a:spcBef>
                <a:spcPts val="200"/>
              </a:spcBef>
              <a:spcAft>
                <a:spcPts val="0"/>
              </a:spcAft>
              <a:buSzPts val="800"/>
              <a:buFont typeface="Arvo"/>
              <a:buNone/>
              <a:defRPr sz="800">
                <a:latin typeface="Arvo"/>
                <a:ea typeface="Arvo"/>
                <a:cs typeface="Arvo"/>
                <a:sym typeface="Arvo"/>
              </a:defRPr>
            </a:lvl2pPr>
            <a:lvl3pPr lvl="2" algn="ctr">
              <a:spcBef>
                <a:spcPts val="0"/>
              </a:spcBef>
              <a:spcAft>
                <a:spcPts val="0"/>
              </a:spcAft>
              <a:buSzPts val="800"/>
              <a:buFont typeface="Arvo"/>
              <a:buNone/>
              <a:defRPr sz="800">
                <a:latin typeface="Arvo"/>
                <a:ea typeface="Arvo"/>
                <a:cs typeface="Arvo"/>
                <a:sym typeface="Arvo"/>
              </a:defRPr>
            </a:lvl3pPr>
            <a:lvl4pPr lvl="3" algn="ctr">
              <a:spcBef>
                <a:spcPts val="0"/>
              </a:spcBef>
              <a:spcAft>
                <a:spcPts val="0"/>
              </a:spcAft>
              <a:buSzPts val="800"/>
              <a:buFont typeface="Arvo"/>
              <a:buNone/>
              <a:defRPr sz="800">
                <a:latin typeface="Arvo"/>
                <a:ea typeface="Arvo"/>
                <a:cs typeface="Arvo"/>
                <a:sym typeface="Arvo"/>
              </a:defRPr>
            </a:lvl4pPr>
            <a:lvl5pPr lvl="4" algn="ctr">
              <a:spcBef>
                <a:spcPts val="0"/>
              </a:spcBef>
              <a:spcAft>
                <a:spcPts val="0"/>
              </a:spcAft>
              <a:buSzPts val="800"/>
              <a:buFont typeface="Arvo"/>
              <a:buNone/>
              <a:defRPr sz="800">
                <a:latin typeface="Arvo"/>
                <a:ea typeface="Arvo"/>
                <a:cs typeface="Arvo"/>
                <a:sym typeface="Arvo"/>
              </a:defRPr>
            </a:lvl5pPr>
            <a:lvl6pPr lvl="5" algn="ctr">
              <a:spcBef>
                <a:spcPts val="0"/>
              </a:spcBef>
              <a:spcAft>
                <a:spcPts val="0"/>
              </a:spcAft>
              <a:buSzPts val="800"/>
              <a:buFont typeface="Arvo"/>
              <a:buNone/>
              <a:defRPr sz="800">
                <a:latin typeface="Arvo"/>
                <a:ea typeface="Arvo"/>
                <a:cs typeface="Arvo"/>
                <a:sym typeface="Arvo"/>
              </a:defRPr>
            </a:lvl6pPr>
            <a:lvl7pPr lvl="6" algn="ctr">
              <a:spcBef>
                <a:spcPts val="0"/>
              </a:spcBef>
              <a:spcAft>
                <a:spcPts val="0"/>
              </a:spcAft>
              <a:buSzPts val="800"/>
              <a:buFont typeface="Arvo"/>
              <a:buNone/>
              <a:defRPr sz="800">
                <a:latin typeface="Arvo"/>
                <a:ea typeface="Arvo"/>
                <a:cs typeface="Arvo"/>
                <a:sym typeface="Arvo"/>
              </a:defRPr>
            </a:lvl7pPr>
            <a:lvl8pPr lvl="7" algn="ctr">
              <a:spcBef>
                <a:spcPts val="0"/>
              </a:spcBef>
              <a:spcAft>
                <a:spcPts val="0"/>
              </a:spcAft>
              <a:buSzPts val="800"/>
              <a:buFont typeface="Arvo"/>
              <a:buNone/>
              <a:defRPr sz="800">
                <a:latin typeface="Arvo"/>
                <a:ea typeface="Arvo"/>
                <a:cs typeface="Arvo"/>
                <a:sym typeface="Arvo"/>
              </a:defRPr>
            </a:lvl8pPr>
            <a:lvl9pPr lvl="8" algn="ctr">
              <a:spcBef>
                <a:spcPts val="0"/>
              </a:spcBef>
              <a:spcAft>
                <a:spcPts val="0"/>
              </a:spcAft>
              <a:buSzPts val="800"/>
              <a:buFont typeface="Arvo"/>
              <a:buNone/>
              <a:defRPr sz="800">
                <a:latin typeface="Arvo"/>
                <a:ea typeface="Arvo"/>
                <a:cs typeface="Arvo"/>
                <a:sym typeface="Arvo"/>
              </a:defRPr>
            </a:lvl9pPr>
          </a:lstStyle>
          <a:p/>
        </p:txBody>
      </p:sp>
      <p:sp>
        <p:nvSpPr>
          <p:cNvPr id="3180" name="Google Shape;3180;p50"/>
          <p:cNvSpPr txBox="1"/>
          <p:nvPr>
            <p:ph idx="24" type="subTitle"/>
          </p:nvPr>
        </p:nvSpPr>
        <p:spPr>
          <a:xfrm>
            <a:off x="-1536150" y="3078975"/>
            <a:ext cx="821100" cy="736200"/>
          </a:xfrm>
          <a:prstGeom prst="rect">
            <a:avLst/>
          </a:prstGeom>
          <a:noFill/>
          <a:ln>
            <a:noFill/>
          </a:ln>
        </p:spPr>
        <p:txBody>
          <a:bodyPr anchorCtr="0" anchor="ctr" bIns="36000" lIns="36000" spcFirstLastPara="1" rIns="36000" wrap="square" tIns="36000">
            <a:noAutofit/>
          </a:bodyPr>
          <a:lstStyle>
            <a:lvl1pPr lvl="0" algn="ctr">
              <a:spcBef>
                <a:spcPts val="0"/>
              </a:spcBef>
              <a:spcAft>
                <a:spcPts val="0"/>
              </a:spcAft>
              <a:buSzPts val="800"/>
              <a:buFont typeface="Arvo"/>
              <a:buNone/>
              <a:defRPr sz="800">
                <a:latin typeface="Arvo"/>
                <a:ea typeface="Arvo"/>
                <a:cs typeface="Arvo"/>
                <a:sym typeface="Arvo"/>
              </a:defRPr>
            </a:lvl1pPr>
            <a:lvl2pPr lvl="1" algn="ctr">
              <a:spcBef>
                <a:spcPts val="200"/>
              </a:spcBef>
              <a:spcAft>
                <a:spcPts val="0"/>
              </a:spcAft>
              <a:buSzPts val="800"/>
              <a:buFont typeface="Arvo"/>
              <a:buNone/>
              <a:defRPr sz="800">
                <a:latin typeface="Arvo"/>
                <a:ea typeface="Arvo"/>
                <a:cs typeface="Arvo"/>
                <a:sym typeface="Arvo"/>
              </a:defRPr>
            </a:lvl2pPr>
            <a:lvl3pPr lvl="2" algn="ctr">
              <a:spcBef>
                <a:spcPts val="0"/>
              </a:spcBef>
              <a:spcAft>
                <a:spcPts val="0"/>
              </a:spcAft>
              <a:buSzPts val="800"/>
              <a:buFont typeface="Arvo"/>
              <a:buNone/>
              <a:defRPr sz="800">
                <a:latin typeface="Arvo"/>
                <a:ea typeface="Arvo"/>
                <a:cs typeface="Arvo"/>
                <a:sym typeface="Arvo"/>
              </a:defRPr>
            </a:lvl3pPr>
            <a:lvl4pPr lvl="3" algn="ctr">
              <a:spcBef>
                <a:spcPts val="0"/>
              </a:spcBef>
              <a:spcAft>
                <a:spcPts val="0"/>
              </a:spcAft>
              <a:buSzPts val="800"/>
              <a:buFont typeface="Arvo"/>
              <a:buNone/>
              <a:defRPr sz="800">
                <a:latin typeface="Arvo"/>
                <a:ea typeface="Arvo"/>
                <a:cs typeface="Arvo"/>
                <a:sym typeface="Arvo"/>
              </a:defRPr>
            </a:lvl4pPr>
            <a:lvl5pPr lvl="4" algn="ctr">
              <a:spcBef>
                <a:spcPts val="0"/>
              </a:spcBef>
              <a:spcAft>
                <a:spcPts val="0"/>
              </a:spcAft>
              <a:buSzPts val="800"/>
              <a:buFont typeface="Arvo"/>
              <a:buNone/>
              <a:defRPr sz="800">
                <a:latin typeface="Arvo"/>
                <a:ea typeface="Arvo"/>
                <a:cs typeface="Arvo"/>
                <a:sym typeface="Arvo"/>
              </a:defRPr>
            </a:lvl5pPr>
            <a:lvl6pPr lvl="5" algn="ctr">
              <a:spcBef>
                <a:spcPts val="0"/>
              </a:spcBef>
              <a:spcAft>
                <a:spcPts val="0"/>
              </a:spcAft>
              <a:buSzPts val="800"/>
              <a:buFont typeface="Arvo"/>
              <a:buNone/>
              <a:defRPr sz="800">
                <a:latin typeface="Arvo"/>
                <a:ea typeface="Arvo"/>
                <a:cs typeface="Arvo"/>
                <a:sym typeface="Arvo"/>
              </a:defRPr>
            </a:lvl6pPr>
            <a:lvl7pPr lvl="6" algn="ctr">
              <a:spcBef>
                <a:spcPts val="0"/>
              </a:spcBef>
              <a:spcAft>
                <a:spcPts val="0"/>
              </a:spcAft>
              <a:buSzPts val="800"/>
              <a:buFont typeface="Arvo"/>
              <a:buNone/>
              <a:defRPr sz="800">
                <a:latin typeface="Arvo"/>
                <a:ea typeface="Arvo"/>
                <a:cs typeface="Arvo"/>
                <a:sym typeface="Arvo"/>
              </a:defRPr>
            </a:lvl7pPr>
            <a:lvl8pPr lvl="7" algn="ctr">
              <a:spcBef>
                <a:spcPts val="0"/>
              </a:spcBef>
              <a:spcAft>
                <a:spcPts val="0"/>
              </a:spcAft>
              <a:buSzPts val="800"/>
              <a:buFont typeface="Arvo"/>
              <a:buNone/>
              <a:defRPr sz="800">
                <a:latin typeface="Arvo"/>
                <a:ea typeface="Arvo"/>
                <a:cs typeface="Arvo"/>
                <a:sym typeface="Arvo"/>
              </a:defRPr>
            </a:lvl8pPr>
            <a:lvl9pPr lvl="8" algn="ctr">
              <a:spcBef>
                <a:spcPts val="0"/>
              </a:spcBef>
              <a:spcAft>
                <a:spcPts val="0"/>
              </a:spcAft>
              <a:buSzPts val="800"/>
              <a:buFont typeface="Arvo"/>
              <a:buNone/>
              <a:defRPr sz="800">
                <a:latin typeface="Arvo"/>
                <a:ea typeface="Arvo"/>
                <a:cs typeface="Arvo"/>
                <a:sym typeface="Arvo"/>
              </a:defRPr>
            </a:lvl9pPr>
          </a:lstStyle>
          <a:p/>
        </p:txBody>
      </p:sp>
      <p:sp>
        <p:nvSpPr>
          <p:cNvPr id="3181" name="Google Shape;3181;p50"/>
          <p:cNvSpPr txBox="1"/>
          <p:nvPr>
            <p:ph idx="25" type="subTitle"/>
          </p:nvPr>
        </p:nvSpPr>
        <p:spPr>
          <a:xfrm>
            <a:off x="-3411750" y="3934675"/>
            <a:ext cx="819300" cy="736200"/>
          </a:xfrm>
          <a:prstGeom prst="rect">
            <a:avLst/>
          </a:prstGeom>
          <a:noFill/>
          <a:ln>
            <a:noFill/>
          </a:ln>
        </p:spPr>
        <p:txBody>
          <a:bodyPr anchorCtr="0" anchor="ctr" bIns="36000" lIns="36000" spcFirstLastPara="1" rIns="36000" wrap="square" tIns="36000">
            <a:noAutofit/>
          </a:bodyPr>
          <a:lstStyle>
            <a:lvl1pPr lvl="0" algn="ctr">
              <a:spcBef>
                <a:spcPts val="0"/>
              </a:spcBef>
              <a:spcAft>
                <a:spcPts val="0"/>
              </a:spcAft>
              <a:buSzPts val="800"/>
              <a:buFont typeface="Arvo"/>
              <a:buNone/>
              <a:defRPr sz="800">
                <a:latin typeface="Arvo"/>
                <a:ea typeface="Arvo"/>
                <a:cs typeface="Arvo"/>
                <a:sym typeface="Arvo"/>
              </a:defRPr>
            </a:lvl1pPr>
            <a:lvl2pPr lvl="1" algn="ctr">
              <a:spcBef>
                <a:spcPts val="200"/>
              </a:spcBef>
              <a:spcAft>
                <a:spcPts val="0"/>
              </a:spcAft>
              <a:buSzPts val="800"/>
              <a:buFont typeface="Arvo"/>
              <a:buNone/>
              <a:defRPr sz="800">
                <a:latin typeface="Arvo"/>
                <a:ea typeface="Arvo"/>
                <a:cs typeface="Arvo"/>
                <a:sym typeface="Arvo"/>
              </a:defRPr>
            </a:lvl2pPr>
            <a:lvl3pPr lvl="2" algn="ctr">
              <a:spcBef>
                <a:spcPts val="0"/>
              </a:spcBef>
              <a:spcAft>
                <a:spcPts val="0"/>
              </a:spcAft>
              <a:buSzPts val="800"/>
              <a:buFont typeface="Arvo"/>
              <a:buNone/>
              <a:defRPr sz="800">
                <a:latin typeface="Arvo"/>
                <a:ea typeface="Arvo"/>
                <a:cs typeface="Arvo"/>
                <a:sym typeface="Arvo"/>
              </a:defRPr>
            </a:lvl3pPr>
            <a:lvl4pPr lvl="3" algn="ctr">
              <a:spcBef>
                <a:spcPts val="0"/>
              </a:spcBef>
              <a:spcAft>
                <a:spcPts val="0"/>
              </a:spcAft>
              <a:buSzPts val="800"/>
              <a:buFont typeface="Arvo"/>
              <a:buNone/>
              <a:defRPr sz="800">
                <a:latin typeface="Arvo"/>
                <a:ea typeface="Arvo"/>
                <a:cs typeface="Arvo"/>
                <a:sym typeface="Arvo"/>
              </a:defRPr>
            </a:lvl4pPr>
            <a:lvl5pPr lvl="4" algn="ctr">
              <a:spcBef>
                <a:spcPts val="0"/>
              </a:spcBef>
              <a:spcAft>
                <a:spcPts val="0"/>
              </a:spcAft>
              <a:buSzPts val="800"/>
              <a:buFont typeface="Arvo"/>
              <a:buNone/>
              <a:defRPr sz="800">
                <a:latin typeface="Arvo"/>
                <a:ea typeface="Arvo"/>
                <a:cs typeface="Arvo"/>
                <a:sym typeface="Arvo"/>
              </a:defRPr>
            </a:lvl5pPr>
            <a:lvl6pPr lvl="5" algn="ctr">
              <a:spcBef>
                <a:spcPts val="0"/>
              </a:spcBef>
              <a:spcAft>
                <a:spcPts val="0"/>
              </a:spcAft>
              <a:buSzPts val="800"/>
              <a:buFont typeface="Arvo"/>
              <a:buNone/>
              <a:defRPr sz="800">
                <a:latin typeface="Arvo"/>
                <a:ea typeface="Arvo"/>
                <a:cs typeface="Arvo"/>
                <a:sym typeface="Arvo"/>
              </a:defRPr>
            </a:lvl6pPr>
            <a:lvl7pPr lvl="6" algn="ctr">
              <a:spcBef>
                <a:spcPts val="0"/>
              </a:spcBef>
              <a:spcAft>
                <a:spcPts val="0"/>
              </a:spcAft>
              <a:buSzPts val="800"/>
              <a:buFont typeface="Arvo"/>
              <a:buNone/>
              <a:defRPr sz="800">
                <a:latin typeface="Arvo"/>
                <a:ea typeface="Arvo"/>
                <a:cs typeface="Arvo"/>
                <a:sym typeface="Arvo"/>
              </a:defRPr>
            </a:lvl7pPr>
            <a:lvl8pPr lvl="7" algn="ctr">
              <a:spcBef>
                <a:spcPts val="0"/>
              </a:spcBef>
              <a:spcAft>
                <a:spcPts val="0"/>
              </a:spcAft>
              <a:buSzPts val="800"/>
              <a:buFont typeface="Arvo"/>
              <a:buNone/>
              <a:defRPr sz="800">
                <a:latin typeface="Arvo"/>
                <a:ea typeface="Arvo"/>
                <a:cs typeface="Arvo"/>
                <a:sym typeface="Arvo"/>
              </a:defRPr>
            </a:lvl8pPr>
            <a:lvl9pPr lvl="8" algn="ctr">
              <a:spcBef>
                <a:spcPts val="0"/>
              </a:spcBef>
              <a:spcAft>
                <a:spcPts val="0"/>
              </a:spcAft>
              <a:buSzPts val="800"/>
              <a:buFont typeface="Arvo"/>
              <a:buNone/>
              <a:defRPr sz="800">
                <a:latin typeface="Arvo"/>
                <a:ea typeface="Arvo"/>
                <a:cs typeface="Arvo"/>
                <a:sym typeface="Arvo"/>
              </a:defRPr>
            </a:lvl9pPr>
          </a:lstStyle>
          <a:p/>
        </p:txBody>
      </p:sp>
      <p:sp>
        <p:nvSpPr>
          <p:cNvPr id="3182" name="Google Shape;3182;p50"/>
          <p:cNvSpPr txBox="1"/>
          <p:nvPr>
            <p:ph idx="26" type="subTitle"/>
          </p:nvPr>
        </p:nvSpPr>
        <p:spPr>
          <a:xfrm>
            <a:off x="-2475750" y="3934675"/>
            <a:ext cx="819300" cy="736200"/>
          </a:xfrm>
          <a:prstGeom prst="rect">
            <a:avLst/>
          </a:prstGeom>
          <a:noFill/>
          <a:ln>
            <a:noFill/>
          </a:ln>
        </p:spPr>
        <p:txBody>
          <a:bodyPr anchorCtr="0" anchor="ctr" bIns="36000" lIns="36000" spcFirstLastPara="1" rIns="36000" wrap="square" tIns="36000">
            <a:noAutofit/>
          </a:bodyPr>
          <a:lstStyle>
            <a:lvl1pPr lvl="0" algn="ctr">
              <a:spcBef>
                <a:spcPts val="0"/>
              </a:spcBef>
              <a:spcAft>
                <a:spcPts val="0"/>
              </a:spcAft>
              <a:buSzPts val="800"/>
              <a:buFont typeface="Arvo"/>
              <a:buNone/>
              <a:defRPr sz="800">
                <a:latin typeface="Arvo"/>
                <a:ea typeface="Arvo"/>
                <a:cs typeface="Arvo"/>
                <a:sym typeface="Arvo"/>
              </a:defRPr>
            </a:lvl1pPr>
            <a:lvl2pPr lvl="1" algn="ctr">
              <a:spcBef>
                <a:spcPts val="200"/>
              </a:spcBef>
              <a:spcAft>
                <a:spcPts val="0"/>
              </a:spcAft>
              <a:buSzPts val="800"/>
              <a:buFont typeface="Arvo"/>
              <a:buNone/>
              <a:defRPr sz="800">
                <a:latin typeface="Arvo"/>
                <a:ea typeface="Arvo"/>
                <a:cs typeface="Arvo"/>
                <a:sym typeface="Arvo"/>
              </a:defRPr>
            </a:lvl2pPr>
            <a:lvl3pPr lvl="2" algn="ctr">
              <a:spcBef>
                <a:spcPts val="0"/>
              </a:spcBef>
              <a:spcAft>
                <a:spcPts val="0"/>
              </a:spcAft>
              <a:buSzPts val="800"/>
              <a:buFont typeface="Arvo"/>
              <a:buNone/>
              <a:defRPr sz="800">
                <a:latin typeface="Arvo"/>
                <a:ea typeface="Arvo"/>
                <a:cs typeface="Arvo"/>
                <a:sym typeface="Arvo"/>
              </a:defRPr>
            </a:lvl3pPr>
            <a:lvl4pPr lvl="3" algn="ctr">
              <a:spcBef>
                <a:spcPts val="0"/>
              </a:spcBef>
              <a:spcAft>
                <a:spcPts val="0"/>
              </a:spcAft>
              <a:buSzPts val="800"/>
              <a:buFont typeface="Arvo"/>
              <a:buNone/>
              <a:defRPr sz="800">
                <a:latin typeface="Arvo"/>
                <a:ea typeface="Arvo"/>
                <a:cs typeface="Arvo"/>
                <a:sym typeface="Arvo"/>
              </a:defRPr>
            </a:lvl4pPr>
            <a:lvl5pPr lvl="4" algn="ctr">
              <a:spcBef>
                <a:spcPts val="0"/>
              </a:spcBef>
              <a:spcAft>
                <a:spcPts val="0"/>
              </a:spcAft>
              <a:buSzPts val="800"/>
              <a:buFont typeface="Arvo"/>
              <a:buNone/>
              <a:defRPr sz="800">
                <a:latin typeface="Arvo"/>
                <a:ea typeface="Arvo"/>
                <a:cs typeface="Arvo"/>
                <a:sym typeface="Arvo"/>
              </a:defRPr>
            </a:lvl5pPr>
            <a:lvl6pPr lvl="5" algn="ctr">
              <a:spcBef>
                <a:spcPts val="0"/>
              </a:spcBef>
              <a:spcAft>
                <a:spcPts val="0"/>
              </a:spcAft>
              <a:buSzPts val="800"/>
              <a:buFont typeface="Arvo"/>
              <a:buNone/>
              <a:defRPr sz="800">
                <a:latin typeface="Arvo"/>
                <a:ea typeface="Arvo"/>
                <a:cs typeface="Arvo"/>
                <a:sym typeface="Arvo"/>
              </a:defRPr>
            </a:lvl6pPr>
            <a:lvl7pPr lvl="6" algn="ctr">
              <a:spcBef>
                <a:spcPts val="0"/>
              </a:spcBef>
              <a:spcAft>
                <a:spcPts val="0"/>
              </a:spcAft>
              <a:buSzPts val="800"/>
              <a:buFont typeface="Arvo"/>
              <a:buNone/>
              <a:defRPr sz="800">
                <a:latin typeface="Arvo"/>
                <a:ea typeface="Arvo"/>
                <a:cs typeface="Arvo"/>
                <a:sym typeface="Arvo"/>
              </a:defRPr>
            </a:lvl7pPr>
            <a:lvl8pPr lvl="7" algn="ctr">
              <a:spcBef>
                <a:spcPts val="0"/>
              </a:spcBef>
              <a:spcAft>
                <a:spcPts val="0"/>
              </a:spcAft>
              <a:buSzPts val="800"/>
              <a:buFont typeface="Arvo"/>
              <a:buNone/>
              <a:defRPr sz="800">
                <a:latin typeface="Arvo"/>
                <a:ea typeface="Arvo"/>
                <a:cs typeface="Arvo"/>
                <a:sym typeface="Arvo"/>
              </a:defRPr>
            </a:lvl8pPr>
            <a:lvl9pPr lvl="8" algn="ctr">
              <a:spcBef>
                <a:spcPts val="0"/>
              </a:spcBef>
              <a:spcAft>
                <a:spcPts val="0"/>
              </a:spcAft>
              <a:buSzPts val="800"/>
              <a:buFont typeface="Arvo"/>
              <a:buNone/>
              <a:defRPr sz="800">
                <a:latin typeface="Arvo"/>
                <a:ea typeface="Arvo"/>
                <a:cs typeface="Arvo"/>
                <a:sym typeface="Arvo"/>
              </a:defRPr>
            </a:lvl9pPr>
          </a:lstStyle>
          <a:p/>
        </p:txBody>
      </p:sp>
      <p:sp>
        <p:nvSpPr>
          <p:cNvPr id="3183" name="Google Shape;3183;p50"/>
          <p:cNvSpPr txBox="1"/>
          <p:nvPr>
            <p:ph idx="27" type="subTitle"/>
          </p:nvPr>
        </p:nvSpPr>
        <p:spPr>
          <a:xfrm>
            <a:off x="-1536150" y="3930975"/>
            <a:ext cx="821100" cy="736200"/>
          </a:xfrm>
          <a:prstGeom prst="rect">
            <a:avLst/>
          </a:prstGeom>
          <a:noFill/>
          <a:ln>
            <a:noFill/>
          </a:ln>
        </p:spPr>
        <p:txBody>
          <a:bodyPr anchorCtr="0" anchor="ctr" bIns="36000" lIns="36000" spcFirstLastPara="1" rIns="36000" wrap="square" tIns="36000">
            <a:noAutofit/>
          </a:bodyPr>
          <a:lstStyle>
            <a:lvl1pPr lvl="0" algn="ctr">
              <a:spcBef>
                <a:spcPts val="0"/>
              </a:spcBef>
              <a:spcAft>
                <a:spcPts val="0"/>
              </a:spcAft>
              <a:buSzPts val="800"/>
              <a:buFont typeface="Arvo"/>
              <a:buNone/>
              <a:defRPr sz="800">
                <a:latin typeface="Arvo"/>
                <a:ea typeface="Arvo"/>
                <a:cs typeface="Arvo"/>
                <a:sym typeface="Arvo"/>
              </a:defRPr>
            </a:lvl1pPr>
            <a:lvl2pPr lvl="1" algn="ctr">
              <a:spcBef>
                <a:spcPts val="200"/>
              </a:spcBef>
              <a:spcAft>
                <a:spcPts val="0"/>
              </a:spcAft>
              <a:buSzPts val="800"/>
              <a:buFont typeface="Arvo"/>
              <a:buNone/>
              <a:defRPr sz="800">
                <a:latin typeface="Arvo"/>
                <a:ea typeface="Arvo"/>
                <a:cs typeface="Arvo"/>
                <a:sym typeface="Arvo"/>
              </a:defRPr>
            </a:lvl2pPr>
            <a:lvl3pPr lvl="2" algn="ctr">
              <a:spcBef>
                <a:spcPts val="0"/>
              </a:spcBef>
              <a:spcAft>
                <a:spcPts val="0"/>
              </a:spcAft>
              <a:buSzPts val="800"/>
              <a:buFont typeface="Arvo"/>
              <a:buNone/>
              <a:defRPr sz="800">
                <a:latin typeface="Arvo"/>
                <a:ea typeface="Arvo"/>
                <a:cs typeface="Arvo"/>
                <a:sym typeface="Arvo"/>
              </a:defRPr>
            </a:lvl3pPr>
            <a:lvl4pPr lvl="3" algn="ctr">
              <a:spcBef>
                <a:spcPts val="0"/>
              </a:spcBef>
              <a:spcAft>
                <a:spcPts val="0"/>
              </a:spcAft>
              <a:buSzPts val="800"/>
              <a:buFont typeface="Arvo"/>
              <a:buNone/>
              <a:defRPr sz="800">
                <a:latin typeface="Arvo"/>
                <a:ea typeface="Arvo"/>
                <a:cs typeface="Arvo"/>
                <a:sym typeface="Arvo"/>
              </a:defRPr>
            </a:lvl4pPr>
            <a:lvl5pPr lvl="4" algn="ctr">
              <a:spcBef>
                <a:spcPts val="0"/>
              </a:spcBef>
              <a:spcAft>
                <a:spcPts val="0"/>
              </a:spcAft>
              <a:buSzPts val="800"/>
              <a:buFont typeface="Arvo"/>
              <a:buNone/>
              <a:defRPr sz="800">
                <a:latin typeface="Arvo"/>
                <a:ea typeface="Arvo"/>
                <a:cs typeface="Arvo"/>
                <a:sym typeface="Arvo"/>
              </a:defRPr>
            </a:lvl5pPr>
            <a:lvl6pPr lvl="5" algn="ctr">
              <a:spcBef>
                <a:spcPts val="0"/>
              </a:spcBef>
              <a:spcAft>
                <a:spcPts val="0"/>
              </a:spcAft>
              <a:buSzPts val="800"/>
              <a:buFont typeface="Arvo"/>
              <a:buNone/>
              <a:defRPr sz="800">
                <a:latin typeface="Arvo"/>
                <a:ea typeface="Arvo"/>
                <a:cs typeface="Arvo"/>
                <a:sym typeface="Arvo"/>
              </a:defRPr>
            </a:lvl6pPr>
            <a:lvl7pPr lvl="6" algn="ctr">
              <a:spcBef>
                <a:spcPts val="0"/>
              </a:spcBef>
              <a:spcAft>
                <a:spcPts val="0"/>
              </a:spcAft>
              <a:buSzPts val="800"/>
              <a:buFont typeface="Arvo"/>
              <a:buNone/>
              <a:defRPr sz="800">
                <a:latin typeface="Arvo"/>
                <a:ea typeface="Arvo"/>
                <a:cs typeface="Arvo"/>
                <a:sym typeface="Arvo"/>
              </a:defRPr>
            </a:lvl7pPr>
            <a:lvl8pPr lvl="7" algn="ctr">
              <a:spcBef>
                <a:spcPts val="0"/>
              </a:spcBef>
              <a:spcAft>
                <a:spcPts val="0"/>
              </a:spcAft>
              <a:buSzPts val="800"/>
              <a:buFont typeface="Arvo"/>
              <a:buNone/>
              <a:defRPr sz="800">
                <a:latin typeface="Arvo"/>
                <a:ea typeface="Arvo"/>
                <a:cs typeface="Arvo"/>
                <a:sym typeface="Arvo"/>
              </a:defRPr>
            </a:lvl8pPr>
            <a:lvl9pPr lvl="8" algn="ctr">
              <a:spcBef>
                <a:spcPts val="0"/>
              </a:spcBef>
              <a:spcAft>
                <a:spcPts val="0"/>
              </a:spcAft>
              <a:buSzPts val="800"/>
              <a:buFont typeface="Arvo"/>
              <a:buNone/>
              <a:defRPr sz="800">
                <a:latin typeface="Arvo"/>
                <a:ea typeface="Arvo"/>
                <a:cs typeface="Arvo"/>
                <a:sym typeface="Arvo"/>
              </a:defRPr>
            </a:lvl9pPr>
          </a:lstStyle>
          <a:p/>
        </p:txBody>
      </p:sp>
      <p:sp>
        <p:nvSpPr>
          <p:cNvPr id="3184" name="Google Shape;3184;p50"/>
          <p:cNvSpPr txBox="1"/>
          <p:nvPr>
            <p:ph idx="28" type="subTitle"/>
          </p:nvPr>
        </p:nvSpPr>
        <p:spPr>
          <a:xfrm>
            <a:off x="-3401850" y="4787200"/>
            <a:ext cx="819300" cy="736200"/>
          </a:xfrm>
          <a:prstGeom prst="rect">
            <a:avLst/>
          </a:prstGeom>
          <a:noFill/>
          <a:ln>
            <a:noFill/>
          </a:ln>
        </p:spPr>
        <p:txBody>
          <a:bodyPr anchorCtr="0" anchor="ctr" bIns="36000" lIns="36000" spcFirstLastPara="1" rIns="36000" wrap="square" tIns="36000">
            <a:noAutofit/>
          </a:bodyPr>
          <a:lstStyle>
            <a:lvl1pPr lvl="0" algn="ctr">
              <a:spcBef>
                <a:spcPts val="0"/>
              </a:spcBef>
              <a:spcAft>
                <a:spcPts val="0"/>
              </a:spcAft>
              <a:buSzPts val="800"/>
              <a:buFont typeface="Arvo"/>
              <a:buNone/>
              <a:defRPr sz="800">
                <a:latin typeface="Arvo"/>
                <a:ea typeface="Arvo"/>
                <a:cs typeface="Arvo"/>
                <a:sym typeface="Arvo"/>
              </a:defRPr>
            </a:lvl1pPr>
            <a:lvl2pPr lvl="1" algn="ctr">
              <a:spcBef>
                <a:spcPts val="200"/>
              </a:spcBef>
              <a:spcAft>
                <a:spcPts val="0"/>
              </a:spcAft>
              <a:buSzPts val="800"/>
              <a:buFont typeface="Arvo"/>
              <a:buNone/>
              <a:defRPr sz="800">
                <a:latin typeface="Arvo"/>
                <a:ea typeface="Arvo"/>
                <a:cs typeface="Arvo"/>
                <a:sym typeface="Arvo"/>
              </a:defRPr>
            </a:lvl2pPr>
            <a:lvl3pPr lvl="2" algn="ctr">
              <a:spcBef>
                <a:spcPts val="0"/>
              </a:spcBef>
              <a:spcAft>
                <a:spcPts val="0"/>
              </a:spcAft>
              <a:buSzPts val="800"/>
              <a:buFont typeface="Arvo"/>
              <a:buNone/>
              <a:defRPr sz="800">
                <a:latin typeface="Arvo"/>
                <a:ea typeface="Arvo"/>
                <a:cs typeface="Arvo"/>
                <a:sym typeface="Arvo"/>
              </a:defRPr>
            </a:lvl3pPr>
            <a:lvl4pPr lvl="3" algn="ctr">
              <a:spcBef>
                <a:spcPts val="0"/>
              </a:spcBef>
              <a:spcAft>
                <a:spcPts val="0"/>
              </a:spcAft>
              <a:buSzPts val="800"/>
              <a:buFont typeface="Arvo"/>
              <a:buNone/>
              <a:defRPr sz="800">
                <a:latin typeface="Arvo"/>
                <a:ea typeface="Arvo"/>
                <a:cs typeface="Arvo"/>
                <a:sym typeface="Arvo"/>
              </a:defRPr>
            </a:lvl4pPr>
            <a:lvl5pPr lvl="4" algn="ctr">
              <a:spcBef>
                <a:spcPts val="0"/>
              </a:spcBef>
              <a:spcAft>
                <a:spcPts val="0"/>
              </a:spcAft>
              <a:buSzPts val="800"/>
              <a:buFont typeface="Arvo"/>
              <a:buNone/>
              <a:defRPr sz="800">
                <a:latin typeface="Arvo"/>
                <a:ea typeface="Arvo"/>
                <a:cs typeface="Arvo"/>
                <a:sym typeface="Arvo"/>
              </a:defRPr>
            </a:lvl5pPr>
            <a:lvl6pPr lvl="5" algn="ctr">
              <a:spcBef>
                <a:spcPts val="0"/>
              </a:spcBef>
              <a:spcAft>
                <a:spcPts val="0"/>
              </a:spcAft>
              <a:buSzPts val="800"/>
              <a:buFont typeface="Arvo"/>
              <a:buNone/>
              <a:defRPr sz="800">
                <a:latin typeface="Arvo"/>
                <a:ea typeface="Arvo"/>
                <a:cs typeface="Arvo"/>
                <a:sym typeface="Arvo"/>
              </a:defRPr>
            </a:lvl6pPr>
            <a:lvl7pPr lvl="6" algn="ctr">
              <a:spcBef>
                <a:spcPts val="0"/>
              </a:spcBef>
              <a:spcAft>
                <a:spcPts val="0"/>
              </a:spcAft>
              <a:buSzPts val="800"/>
              <a:buFont typeface="Arvo"/>
              <a:buNone/>
              <a:defRPr sz="800">
                <a:latin typeface="Arvo"/>
                <a:ea typeface="Arvo"/>
                <a:cs typeface="Arvo"/>
                <a:sym typeface="Arvo"/>
              </a:defRPr>
            </a:lvl7pPr>
            <a:lvl8pPr lvl="7" algn="ctr">
              <a:spcBef>
                <a:spcPts val="0"/>
              </a:spcBef>
              <a:spcAft>
                <a:spcPts val="0"/>
              </a:spcAft>
              <a:buSzPts val="800"/>
              <a:buFont typeface="Arvo"/>
              <a:buNone/>
              <a:defRPr sz="800">
                <a:latin typeface="Arvo"/>
                <a:ea typeface="Arvo"/>
                <a:cs typeface="Arvo"/>
                <a:sym typeface="Arvo"/>
              </a:defRPr>
            </a:lvl8pPr>
            <a:lvl9pPr lvl="8" algn="ctr">
              <a:spcBef>
                <a:spcPts val="0"/>
              </a:spcBef>
              <a:spcAft>
                <a:spcPts val="0"/>
              </a:spcAft>
              <a:buSzPts val="800"/>
              <a:buFont typeface="Arvo"/>
              <a:buNone/>
              <a:defRPr sz="800">
                <a:latin typeface="Arvo"/>
                <a:ea typeface="Arvo"/>
                <a:cs typeface="Arvo"/>
                <a:sym typeface="Arvo"/>
              </a:defRPr>
            </a:lvl9pPr>
          </a:lstStyle>
          <a:p/>
        </p:txBody>
      </p:sp>
      <p:sp>
        <p:nvSpPr>
          <p:cNvPr id="3185" name="Google Shape;3185;p50"/>
          <p:cNvSpPr txBox="1"/>
          <p:nvPr>
            <p:ph idx="29" type="subTitle"/>
          </p:nvPr>
        </p:nvSpPr>
        <p:spPr>
          <a:xfrm>
            <a:off x="-2475750" y="4787200"/>
            <a:ext cx="829200" cy="736200"/>
          </a:xfrm>
          <a:prstGeom prst="rect">
            <a:avLst/>
          </a:prstGeom>
          <a:noFill/>
          <a:ln>
            <a:noFill/>
          </a:ln>
        </p:spPr>
        <p:txBody>
          <a:bodyPr anchorCtr="0" anchor="ctr" bIns="36000" lIns="36000" spcFirstLastPara="1" rIns="36000" wrap="square" tIns="36000">
            <a:noAutofit/>
          </a:bodyPr>
          <a:lstStyle>
            <a:lvl1pPr lvl="0" algn="ctr">
              <a:spcBef>
                <a:spcPts val="0"/>
              </a:spcBef>
              <a:spcAft>
                <a:spcPts val="0"/>
              </a:spcAft>
              <a:buSzPts val="800"/>
              <a:buFont typeface="Arvo"/>
              <a:buNone/>
              <a:defRPr sz="800">
                <a:latin typeface="Arvo"/>
                <a:ea typeface="Arvo"/>
                <a:cs typeface="Arvo"/>
                <a:sym typeface="Arvo"/>
              </a:defRPr>
            </a:lvl1pPr>
            <a:lvl2pPr lvl="1" algn="ctr">
              <a:spcBef>
                <a:spcPts val="200"/>
              </a:spcBef>
              <a:spcAft>
                <a:spcPts val="0"/>
              </a:spcAft>
              <a:buSzPts val="800"/>
              <a:buFont typeface="Arvo"/>
              <a:buNone/>
              <a:defRPr sz="800">
                <a:latin typeface="Arvo"/>
                <a:ea typeface="Arvo"/>
                <a:cs typeface="Arvo"/>
                <a:sym typeface="Arvo"/>
              </a:defRPr>
            </a:lvl2pPr>
            <a:lvl3pPr lvl="2" algn="ctr">
              <a:spcBef>
                <a:spcPts val="0"/>
              </a:spcBef>
              <a:spcAft>
                <a:spcPts val="0"/>
              </a:spcAft>
              <a:buSzPts val="800"/>
              <a:buFont typeface="Arvo"/>
              <a:buNone/>
              <a:defRPr sz="800">
                <a:latin typeface="Arvo"/>
                <a:ea typeface="Arvo"/>
                <a:cs typeface="Arvo"/>
                <a:sym typeface="Arvo"/>
              </a:defRPr>
            </a:lvl3pPr>
            <a:lvl4pPr lvl="3" algn="ctr">
              <a:spcBef>
                <a:spcPts val="0"/>
              </a:spcBef>
              <a:spcAft>
                <a:spcPts val="0"/>
              </a:spcAft>
              <a:buSzPts val="800"/>
              <a:buFont typeface="Arvo"/>
              <a:buNone/>
              <a:defRPr sz="800">
                <a:latin typeface="Arvo"/>
                <a:ea typeface="Arvo"/>
                <a:cs typeface="Arvo"/>
                <a:sym typeface="Arvo"/>
              </a:defRPr>
            </a:lvl4pPr>
            <a:lvl5pPr lvl="4" algn="ctr">
              <a:spcBef>
                <a:spcPts val="0"/>
              </a:spcBef>
              <a:spcAft>
                <a:spcPts val="0"/>
              </a:spcAft>
              <a:buSzPts val="800"/>
              <a:buFont typeface="Arvo"/>
              <a:buNone/>
              <a:defRPr sz="800">
                <a:latin typeface="Arvo"/>
                <a:ea typeface="Arvo"/>
                <a:cs typeface="Arvo"/>
                <a:sym typeface="Arvo"/>
              </a:defRPr>
            </a:lvl5pPr>
            <a:lvl6pPr lvl="5" algn="ctr">
              <a:spcBef>
                <a:spcPts val="0"/>
              </a:spcBef>
              <a:spcAft>
                <a:spcPts val="0"/>
              </a:spcAft>
              <a:buSzPts val="800"/>
              <a:buFont typeface="Arvo"/>
              <a:buNone/>
              <a:defRPr sz="800">
                <a:latin typeface="Arvo"/>
                <a:ea typeface="Arvo"/>
                <a:cs typeface="Arvo"/>
                <a:sym typeface="Arvo"/>
              </a:defRPr>
            </a:lvl6pPr>
            <a:lvl7pPr lvl="6" algn="ctr">
              <a:spcBef>
                <a:spcPts val="0"/>
              </a:spcBef>
              <a:spcAft>
                <a:spcPts val="0"/>
              </a:spcAft>
              <a:buSzPts val="800"/>
              <a:buFont typeface="Arvo"/>
              <a:buNone/>
              <a:defRPr sz="800">
                <a:latin typeface="Arvo"/>
                <a:ea typeface="Arvo"/>
                <a:cs typeface="Arvo"/>
                <a:sym typeface="Arvo"/>
              </a:defRPr>
            </a:lvl7pPr>
            <a:lvl8pPr lvl="7" algn="ctr">
              <a:spcBef>
                <a:spcPts val="0"/>
              </a:spcBef>
              <a:spcAft>
                <a:spcPts val="0"/>
              </a:spcAft>
              <a:buSzPts val="800"/>
              <a:buFont typeface="Arvo"/>
              <a:buNone/>
              <a:defRPr sz="800">
                <a:latin typeface="Arvo"/>
                <a:ea typeface="Arvo"/>
                <a:cs typeface="Arvo"/>
                <a:sym typeface="Arvo"/>
              </a:defRPr>
            </a:lvl8pPr>
            <a:lvl9pPr lvl="8" algn="ctr">
              <a:spcBef>
                <a:spcPts val="0"/>
              </a:spcBef>
              <a:spcAft>
                <a:spcPts val="0"/>
              </a:spcAft>
              <a:buSzPts val="800"/>
              <a:buFont typeface="Arvo"/>
              <a:buNone/>
              <a:defRPr sz="800">
                <a:latin typeface="Arvo"/>
                <a:ea typeface="Arvo"/>
                <a:cs typeface="Arvo"/>
                <a:sym typeface="Arvo"/>
              </a:defRPr>
            </a:lvl9pPr>
          </a:lstStyle>
          <a:p/>
        </p:txBody>
      </p:sp>
      <p:sp>
        <p:nvSpPr>
          <p:cNvPr id="3186" name="Google Shape;3186;p50"/>
          <p:cNvSpPr txBox="1"/>
          <p:nvPr>
            <p:ph idx="30" type="subTitle"/>
          </p:nvPr>
        </p:nvSpPr>
        <p:spPr>
          <a:xfrm>
            <a:off x="-1536150" y="4787200"/>
            <a:ext cx="819300" cy="736200"/>
          </a:xfrm>
          <a:prstGeom prst="rect">
            <a:avLst/>
          </a:prstGeom>
          <a:noFill/>
          <a:ln>
            <a:noFill/>
          </a:ln>
        </p:spPr>
        <p:txBody>
          <a:bodyPr anchorCtr="0" anchor="ctr" bIns="36000" lIns="36000" spcFirstLastPara="1" rIns="36000" wrap="square" tIns="36000">
            <a:noAutofit/>
          </a:bodyPr>
          <a:lstStyle>
            <a:lvl1pPr lvl="0" algn="ctr">
              <a:spcBef>
                <a:spcPts val="0"/>
              </a:spcBef>
              <a:spcAft>
                <a:spcPts val="0"/>
              </a:spcAft>
              <a:buSzPts val="800"/>
              <a:buFont typeface="Arvo"/>
              <a:buNone/>
              <a:defRPr sz="800">
                <a:latin typeface="Arvo"/>
                <a:ea typeface="Arvo"/>
                <a:cs typeface="Arvo"/>
                <a:sym typeface="Arvo"/>
              </a:defRPr>
            </a:lvl1pPr>
            <a:lvl2pPr lvl="1" algn="ctr">
              <a:spcBef>
                <a:spcPts val="200"/>
              </a:spcBef>
              <a:spcAft>
                <a:spcPts val="0"/>
              </a:spcAft>
              <a:buSzPts val="800"/>
              <a:buFont typeface="Arvo"/>
              <a:buNone/>
              <a:defRPr sz="800">
                <a:latin typeface="Arvo"/>
                <a:ea typeface="Arvo"/>
                <a:cs typeface="Arvo"/>
                <a:sym typeface="Arvo"/>
              </a:defRPr>
            </a:lvl2pPr>
            <a:lvl3pPr lvl="2" algn="ctr">
              <a:spcBef>
                <a:spcPts val="0"/>
              </a:spcBef>
              <a:spcAft>
                <a:spcPts val="0"/>
              </a:spcAft>
              <a:buSzPts val="800"/>
              <a:buFont typeface="Arvo"/>
              <a:buNone/>
              <a:defRPr sz="800">
                <a:latin typeface="Arvo"/>
                <a:ea typeface="Arvo"/>
                <a:cs typeface="Arvo"/>
                <a:sym typeface="Arvo"/>
              </a:defRPr>
            </a:lvl3pPr>
            <a:lvl4pPr lvl="3" algn="ctr">
              <a:spcBef>
                <a:spcPts val="0"/>
              </a:spcBef>
              <a:spcAft>
                <a:spcPts val="0"/>
              </a:spcAft>
              <a:buSzPts val="800"/>
              <a:buFont typeface="Arvo"/>
              <a:buNone/>
              <a:defRPr sz="800">
                <a:latin typeface="Arvo"/>
                <a:ea typeface="Arvo"/>
                <a:cs typeface="Arvo"/>
                <a:sym typeface="Arvo"/>
              </a:defRPr>
            </a:lvl4pPr>
            <a:lvl5pPr lvl="4" algn="ctr">
              <a:spcBef>
                <a:spcPts val="0"/>
              </a:spcBef>
              <a:spcAft>
                <a:spcPts val="0"/>
              </a:spcAft>
              <a:buSzPts val="800"/>
              <a:buFont typeface="Arvo"/>
              <a:buNone/>
              <a:defRPr sz="800">
                <a:latin typeface="Arvo"/>
                <a:ea typeface="Arvo"/>
                <a:cs typeface="Arvo"/>
                <a:sym typeface="Arvo"/>
              </a:defRPr>
            </a:lvl5pPr>
            <a:lvl6pPr lvl="5" algn="ctr">
              <a:spcBef>
                <a:spcPts val="0"/>
              </a:spcBef>
              <a:spcAft>
                <a:spcPts val="0"/>
              </a:spcAft>
              <a:buSzPts val="800"/>
              <a:buFont typeface="Arvo"/>
              <a:buNone/>
              <a:defRPr sz="800">
                <a:latin typeface="Arvo"/>
                <a:ea typeface="Arvo"/>
                <a:cs typeface="Arvo"/>
                <a:sym typeface="Arvo"/>
              </a:defRPr>
            </a:lvl6pPr>
            <a:lvl7pPr lvl="6" algn="ctr">
              <a:spcBef>
                <a:spcPts val="0"/>
              </a:spcBef>
              <a:spcAft>
                <a:spcPts val="0"/>
              </a:spcAft>
              <a:buSzPts val="800"/>
              <a:buFont typeface="Arvo"/>
              <a:buNone/>
              <a:defRPr sz="800">
                <a:latin typeface="Arvo"/>
                <a:ea typeface="Arvo"/>
                <a:cs typeface="Arvo"/>
                <a:sym typeface="Arvo"/>
              </a:defRPr>
            </a:lvl7pPr>
            <a:lvl8pPr lvl="7" algn="ctr">
              <a:spcBef>
                <a:spcPts val="0"/>
              </a:spcBef>
              <a:spcAft>
                <a:spcPts val="0"/>
              </a:spcAft>
              <a:buSzPts val="800"/>
              <a:buFont typeface="Arvo"/>
              <a:buNone/>
              <a:defRPr sz="800">
                <a:latin typeface="Arvo"/>
                <a:ea typeface="Arvo"/>
                <a:cs typeface="Arvo"/>
                <a:sym typeface="Arvo"/>
              </a:defRPr>
            </a:lvl8pPr>
            <a:lvl9pPr lvl="8" algn="ctr">
              <a:spcBef>
                <a:spcPts val="0"/>
              </a:spcBef>
              <a:spcAft>
                <a:spcPts val="0"/>
              </a:spcAft>
              <a:buSzPts val="800"/>
              <a:buFont typeface="Arvo"/>
              <a:buNone/>
              <a:defRPr sz="800">
                <a:latin typeface="Arvo"/>
                <a:ea typeface="Arvo"/>
                <a:cs typeface="Arvo"/>
                <a:sym typeface="Arvo"/>
              </a:defRPr>
            </a:lvl9pPr>
          </a:lstStyle>
          <a:p/>
        </p:txBody>
      </p:sp>
      <p:sp>
        <p:nvSpPr>
          <p:cNvPr id="3187" name="Google Shape;3187;p50"/>
          <p:cNvSpPr txBox="1"/>
          <p:nvPr>
            <p:ph idx="31" type="subTitle"/>
          </p:nvPr>
        </p:nvSpPr>
        <p:spPr>
          <a:xfrm>
            <a:off x="-3411750" y="5640725"/>
            <a:ext cx="829200" cy="736200"/>
          </a:xfrm>
          <a:prstGeom prst="rect">
            <a:avLst/>
          </a:prstGeom>
          <a:noFill/>
          <a:ln>
            <a:noFill/>
          </a:ln>
        </p:spPr>
        <p:txBody>
          <a:bodyPr anchorCtr="0" anchor="ctr" bIns="36000" lIns="36000" spcFirstLastPara="1" rIns="36000" wrap="square" tIns="36000">
            <a:noAutofit/>
          </a:bodyPr>
          <a:lstStyle>
            <a:lvl1pPr lvl="0" algn="ctr">
              <a:spcBef>
                <a:spcPts val="0"/>
              </a:spcBef>
              <a:spcAft>
                <a:spcPts val="0"/>
              </a:spcAft>
              <a:buSzPts val="800"/>
              <a:buFont typeface="Arvo"/>
              <a:buNone/>
              <a:defRPr sz="800">
                <a:latin typeface="Arvo"/>
                <a:ea typeface="Arvo"/>
                <a:cs typeface="Arvo"/>
                <a:sym typeface="Arvo"/>
              </a:defRPr>
            </a:lvl1pPr>
            <a:lvl2pPr lvl="1" algn="ctr">
              <a:spcBef>
                <a:spcPts val="200"/>
              </a:spcBef>
              <a:spcAft>
                <a:spcPts val="0"/>
              </a:spcAft>
              <a:buSzPts val="800"/>
              <a:buFont typeface="Arvo"/>
              <a:buNone/>
              <a:defRPr sz="800">
                <a:latin typeface="Arvo"/>
                <a:ea typeface="Arvo"/>
                <a:cs typeface="Arvo"/>
                <a:sym typeface="Arvo"/>
              </a:defRPr>
            </a:lvl2pPr>
            <a:lvl3pPr lvl="2" algn="ctr">
              <a:spcBef>
                <a:spcPts val="0"/>
              </a:spcBef>
              <a:spcAft>
                <a:spcPts val="0"/>
              </a:spcAft>
              <a:buSzPts val="800"/>
              <a:buFont typeface="Arvo"/>
              <a:buNone/>
              <a:defRPr sz="800">
                <a:latin typeface="Arvo"/>
                <a:ea typeface="Arvo"/>
                <a:cs typeface="Arvo"/>
                <a:sym typeface="Arvo"/>
              </a:defRPr>
            </a:lvl3pPr>
            <a:lvl4pPr lvl="3" algn="ctr">
              <a:spcBef>
                <a:spcPts val="0"/>
              </a:spcBef>
              <a:spcAft>
                <a:spcPts val="0"/>
              </a:spcAft>
              <a:buSzPts val="800"/>
              <a:buFont typeface="Arvo"/>
              <a:buNone/>
              <a:defRPr sz="800">
                <a:latin typeface="Arvo"/>
                <a:ea typeface="Arvo"/>
                <a:cs typeface="Arvo"/>
                <a:sym typeface="Arvo"/>
              </a:defRPr>
            </a:lvl4pPr>
            <a:lvl5pPr lvl="4" algn="ctr">
              <a:spcBef>
                <a:spcPts val="0"/>
              </a:spcBef>
              <a:spcAft>
                <a:spcPts val="0"/>
              </a:spcAft>
              <a:buSzPts val="800"/>
              <a:buFont typeface="Arvo"/>
              <a:buNone/>
              <a:defRPr sz="800">
                <a:latin typeface="Arvo"/>
                <a:ea typeface="Arvo"/>
                <a:cs typeface="Arvo"/>
                <a:sym typeface="Arvo"/>
              </a:defRPr>
            </a:lvl5pPr>
            <a:lvl6pPr lvl="5" algn="ctr">
              <a:spcBef>
                <a:spcPts val="0"/>
              </a:spcBef>
              <a:spcAft>
                <a:spcPts val="0"/>
              </a:spcAft>
              <a:buSzPts val="800"/>
              <a:buFont typeface="Arvo"/>
              <a:buNone/>
              <a:defRPr sz="800">
                <a:latin typeface="Arvo"/>
                <a:ea typeface="Arvo"/>
                <a:cs typeface="Arvo"/>
                <a:sym typeface="Arvo"/>
              </a:defRPr>
            </a:lvl6pPr>
            <a:lvl7pPr lvl="6" algn="ctr">
              <a:spcBef>
                <a:spcPts val="0"/>
              </a:spcBef>
              <a:spcAft>
                <a:spcPts val="0"/>
              </a:spcAft>
              <a:buSzPts val="800"/>
              <a:buFont typeface="Arvo"/>
              <a:buNone/>
              <a:defRPr sz="800">
                <a:latin typeface="Arvo"/>
                <a:ea typeface="Arvo"/>
                <a:cs typeface="Arvo"/>
                <a:sym typeface="Arvo"/>
              </a:defRPr>
            </a:lvl7pPr>
            <a:lvl8pPr lvl="7" algn="ctr">
              <a:spcBef>
                <a:spcPts val="0"/>
              </a:spcBef>
              <a:spcAft>
                <a:spcPts val="0"/>
              </a:spcAft>
              <a:buSzPts val="800"/>
              <a:buFont typeface="Arvo"/>
              <a:buNone/>
              <a:defRPr sz="800">
                <a:latin typeface="Arvo"/>
                <a:ea typeface="Arvo"/>
                <a:cs typeface="Arvo"/>
                <a:sym typeface="Arvo"/>
              </a:defRPr>
            </a:lvl8pPr>
            <a:lvl9pPr lvl="8" algn="ctr">
              <a:spcBef>
                <a:spcPts val="0"/>
              </a:spcBef>
              <a:spcAft>
                <a:spcPts val="0"/>
              </a:spcAft>
              <a:buSzPts val="800"/>
              <a:buFont typeface="Arvo"/>
              <a:buNone/>
              <a:defRPr sz="800">
                <a:latin typeface="Arvo"/>
                <a:ea typeface="Arvo"/>
                <a:cs typeface="Arvo"/>
                <a:sym typeface="Arvo"/>
              </a:defRPr>
            </a:lvl9pPr>
          </a:lstStyle>
          <a:p/>
        </p:txBody>
      </p:sp>
      <p:sp>
        <p:nvSpPr>
          <p:cNvPr id="3188" name="Google Shape;3188;p50"/>
          <p:cNvSpPr txBox="1"/>
          <p:nvPr>
            <p:ph idx="32" type="subTitle"/>
          </p:nvPr>
        </p:nvSpPr>
        <p:spPr>
          <a:xfrm>
            <a:off x="-2477575" y="5640725"/>
            <a:ext cx="819300" cy="736200"/>
          </a:xfrm>
          <a:prstGeom prst="rect">
            <a:avLst/>
          </a:prstGeom>
          <a:noFill/>
          <a:ln>
            <a:noFill/>
          </a:ln>
        </p:spPr>
        <p:txBody>
          <a:bodyPr anchorCtr="0" anchor="ctr" bIns="36000" lIns="36000" spcFirstLastPara="1" rIns="36000" wrap="square" tIns="36000">
            <a:noAutofit/>
          </a:bodyPr>
          <a:lstStyle>
            <a:lvl1pPr lvl="0" algn="ctr">
              <a:spcBef>
                <a:spcPts val="0"/>
              </a:spcBef>
              <a:spcAft>
                <a:spcPts val="0"/>
              </a:spcAft>
              <a:buSzPts val="800"/>
              <a:buFont typeface="Arvo"/>
              <a:buNone/>
              <a:defRPr sz="800">
                <a:latin typeface="Arvo"/>
                <a:ea typeface="Arvo"/>
                <a:cs typeface="Arvo"/>
                <a:sym typeface="Arvo"/>
              </a:defRPr>
            </a:lvl1pPr>
            <a:lvl2pPr lvl="1" algn="ctr">
              <a:spcBef>
                <a:spcPts val="200"/>
              </a:spcBef>
              <a:spcAft>
                <a:spcPts val="0"/>
              </a:spcAft>
              <a:buSzPts val="800"/>
              <a:buFont typeface="Arvo"/>
              <a:buNone/>
              <a:defRPr sz="800">
                <a:latin typeface="Arvo"/>
                <a:ea typeface="Arvo"/>
                <a:cs typeface="Arvo"/>
                <a:sym typeface="Arvo"/>
              </a:defRPr>
            </a:lvl2pPr>
            <a:lvl3pPr lvl="2" algn="ctr">
              <a:spcBef>
                <a:spcPts val="0"/>
              </a:spcBef>
              <a:spcAft>
                <a:spcPts val="0"/>
              </a:spcAft>
              <a:buSzPts val="800"/>
              <a:buFont typeface="Arvo"/>
              <a:buNone/>
              <a:defRPr sz="800">
                <a:latin typeface="Arvo"/>
                <a:ea typeface="Arvo"/>
                <a:cs typeface="Arvo"/>
                <a:sym typeface="Arvo"/>
              </a:defRPr>
            </a:lvl3pPr>
            <a:lvl4pPr lvl="3" algn="ctr">
              <a:spcBef>
                <a:spcPts val="0"/>
              </a:spcBef>
              <a:spcAft>
                <a:spcPts val="0"/>
              </a:spcAft>
              <a:buSzPts val="800"/>
              <a:buFont typeface="Arvo"/>
              <a:buNone/>
              <a:defRPr sz="800">
                <a:latin typeface="Arvo"/>
                <a:ea typeface="Arvo"/>
                <a:cs typeface="Arvo"/>
                <a:sym typeface="Arvo"/>
              </a:defRPr>
            </a:lvl4pPr>
            <a:lvl5pPr lvl="4" algn="ctr">
              <a:spcBef>
                <a:spcPts val="0"/>
              </a:spcBef>
              <a:spcAft>
                <a:spcPts val="0"/>
              </a:spcAft>
              <a:buSzPts val="800"/>
              <a:buFont typeface="Arvo"/>
              <a:buNone/>
              <a:defRPr sz="800">
                <a:latin typeface="Arvo"/>
                <a:ea typeface="Arvo"/>
                <a:cs typeface="Arvo"/>
                <a:sym typeface="Arvo"/>
              </a:defRPr>
            </a:lvl5pPr>
            <a:lvl6pPr lvl="5" algn="ctr">
              <a:spcBef>
                <a:spcPts val="0"/>
              </a:spcBef>
              <a:spcAft>
                <a:spcPts val="0"/>
              </a:spcAft>
              <a:buSzPts val="800"/>
              <a:buFont typeface="Arvo"/>
              <a:buNone/>
              <a:defRPr sz="800">
                <a:latin typeface="Arvo"/>
                <a:ea typeface="Arvo"/>
                <a:cs typeface="Arvo"/>
                <a:sym typeface="Arvo"/>
              </a:defRPr>
            </a:lvl6pPr>
            <a:lvl7pPr lvl="6" algn="ctr">
              <a:spcBef>
                <a:spcPts val="0"/>
              </a:spcBef>
              <a:spcAft>
                <a:spcPts val="0"/>
              </a:spcAft>
              <a:buSzPts val="800"/>
              <a:buFont typeface="Arvo"/>
              <a:buNone/>
              <a:defRPr sz="800">
                <a:latin typeface="Arvo"/>
                <a:ea typeface="Arvo"/>
                <a:cs typeface="Arvo"/>
                <a:sym typeface="Arvo"/>
              </a:defRPr>
            </a:lvl7pPr>
            <a:lvl8pPr lvl="7" algn="ctr">
              <a:spcBef>
                <a:spcPts val="0"/>
              </a:spcBef>
              <a:spcAft>
                <a:spcPts val="0"/>
              </a:spcAft>
              <a:buSzPts val="800"/>
              <a:buFont typeface="Arvo"/>
              <a:buNone/>
              <a:defRPr sz="800">
                <a:latin typeface="Arvo"/>
                <a:ea typeface="Arvo"/>
                <a:cs typeface="Arvo"/>
                <a:sym typeface="Arvo"/>
              </a:defRPr>
            </a:lvl8pPr>
            <a:lvl9pPr lvl="8" algn="ctr">
              <a:spcBef>
                <a:spcPts val="0"/>
              </a:spcBef>
              <a:spcAft>
                <a:spcPts val="0"/>
              </a:spcAft>
              <a:buSzPts val="800"/>
              <a:buFont typeface="Arvo"/>
              <a:buNone/>
              <a:defRPr sz="800">
                <a:latin typeface="Arvo"/>
                <a:ea typeface="Arvo"/>
                <a:cs typeface="Arvo"/>
                <a:sym typeface="Arvo"/>
              </a:defRPr>
            </a:lvl9pPr>
          </a:lstStyle>
          <a:p/>
        </p:txBody>
      </p:sp>
      <p:sp>
        <p:nvSpPr>
          <p:cNvPr id="3189" name="Google Shape;3189;p50"/>
          <p:cNvSpPr txBox="1"/>
          <p:nvPr>
            <p:ph idx="33" type="subTitle"/>
          </p:nvPr>
        </p:nvSpPr>
        <p:spPr>
          <a:xfrm>
            <a:off x="-1541575" y="5640600"/>
            <a:ext cx="829200" cy="736200"/>
          </a:xfrm>
          <a:prstGeom prst="rect">
            <a:avLst/>
          </a:prstGeom>
          <a:noFill/>
          <a:ln>
            <a:noFill/>
          </a:ln>
        </p:spPr>
        <p:txBody>
          <a:bodyPr anchorCtr="0" anchor="ctr" bIns="36000" lIns="36000" spcFirstLastPara="1" rIns="36000" wrap="square" tIns="36000">
            <a:noAutofit/>
          </a:bodyPr>
          <a:lstStyle>
            <a:lvl1pPr lvl="0" algn="ctr">
              <a:spcBef>
                <a:spcPts val="0"/>
              </a:spcBef>
              <a:spcAft>
                <a:spcPts val="0"/>
              </a:spcAft>
              <a:buSzPts val="800"/>
              <a:buFont typeface="Arvo"/>
              <a:buNone/>
              <a:defRPr sz="800">
                <a:latin typeface="Arvo"/>
                <a:ea typeface="Arvo"/>
                <a:cs typeface="Arvo"/>
                <a:sym typeface="Arvo"/>
              </a:defRPr>
            </a:lvl1pPr>
            <a:lvl2pPr lvl="1" algn="ctr">
              <a:spcBef>
                <a:spcPts val="200"/>
              </a:spcBef>
              <a:spcAft>
                <a:spcPts val="0"/>
              </a:spcAft>
              <a:buSzPts val="800"/>
              <a:buFont typeface="Arvo"/>
              <a:buNone/>
              <a:defRPr sz="800">
                <a:latin typeface="Arvo"/>
                <a:ea typeface="Arvo"/>
                <a:cs typeface="Arvo"/>
                <a:sym typeface="Arvo"/>
              </a:defRPr>
            </a:lvl2pPr>
            <a:lvl3pPr lvl="2" algn="ctr">
              <a:spcBef>
                <a:spcPts val="0"/>
              </a:spcBef>
              <a:spcAft>
                <a:spcPts val="0"/>
              </a:spcAft>
              <a:buSzPts val="800"/>
              <a:buFont typeface="Arvo"/>
              <a:buNone/>
              <a:defRPr sz="800">
                <a:latin typeface="Arvo"/>
                <a:ea typeface="Arvo"/>
                <a:cs typeface="Arvo"/>
                <a:sym typeface="Arvo"/>
              </a:defRPr>
            </a:lvl3pPr>
            <a:lvl4pPr lvl="3" algn="ctr">
              <a:spcBef>
                <a:spcPts val="0"/>
              </a:spcBef>
              <a:spcAft>
                <a:spcPts val="0"/>
              </a:spcAft>
              <a:buSzPts val="800"/>
              <a:buFont typeface="Arvo"/>
              <a:buNone/>
              <a:defRPr sz="800">
                <a:latin typeface="Arvo"/>
                <a:ea typeface="Arvo"/>
                <a:cs typeface="Arvo"/>
                <a:sym typeface="Arvo"/>
              </a:defRPr>
            </a:lvl4pPr>
            <a:lvl5pPr lvl="4" algn="ctr">
              <a:spcBef>
                <a:spcPts val="0"/>
              </a:spcBef>
              <a:spcAft>
                <a:spcPts val="0"/>
              </a:spcAft>
              <a:buSzPts val="800"/>
              <a:buFont typeface="Arvo"/>
              <a:buNone/>
              <a:defRPr sz="800">
                <a:latin typeface="Arvo"/>
                <a:ea typeface="Arvo"/>
                <a:cs typeface="Arvo"/>
                <a:sym typeface="Arvo"/>
              </a:defRPr>
            </a:lvl5pPr>
            <a:lvl6pPr lvl="5" algn="ctr">
              <a:spcBef>
                <a:spcPts val="0"/>
              </a:spcBef>
              <a:spcAft>
                <a:spcPts val="0"/>
              </a:spcAft>
              <a:buSzPts val="800"/>
              <a:buFont typeface="Arvo"/>
              <a:buNone/>
              <a:defRPr sz="800">
                <a:latin typeface="Arvo"/>
                <a:ea typeface="Arvo"/>
                <a:cs typeface="Arvo"/>
                <a:sym typeface="Arvo"/>
              </a:defRPr>
            </a:lvl6pPr>
            <a:lvl7pPr lvl="6" algn="ctr">
              <a:spcBef>
                <a:spcPts val="0"/>
              </a:spcBef>
              <a:spcAft>
                <a:spcPts val="0"/>
              </a:spcAft>
              <a:buSzPts val="800"/>
              <a:buFont typeface="Arvo"/>
              <a:buNone/>
              <a:defRPr sz="800">
                <a:latin typeface="Arvo"/>
                <a:ea typeface="Arvo"/>
                <a:cs typeface="Arvo"/>
                <a:sym typeface="Arvo"/>
              </a:defRPr>
            </a:lvl7pPr>
            <a:lvl8pPr lvl="7" algn="ctr">
              <a:spcBef>
                <a:spcPts val="0"/>
              </a:spcBef>
              <a:spcAft>
                <a:spcPts val="0"/>
              </a:spcAft>
              <a:buSzPts val="800"/>
              <a:buFont typeface="Arvo"/>
              <a:buNone/>
              <a:defRPr sz="800">
                <a:latin typeface="Arvo"/>
                <a:ea typeface="Arvo"/>
                <a:cs typeface="Arvo"/>
                <a:sym typeface="Arvo"/>
              </a:defRPr>
            </a:lvl8pPr>
            <a:lvl9pPr lvl="8" algn="ctr">
              <a:spcBef>
                <a:spcPts val="0"/>
              </a:spcBef>
              <a:spcAft>
                <a:spcPts val="0"/>
              </a:spcAft>
              <a:buSzPts val="800"/>
              <a:buFont typeface="Arvo"/>
              <a:buNone/>
              <a:defRPr sz="800">
                <a:latin typeface="Arvo"/>
                <a:ea typeface="Arvo"/>
                <a:cs typeface="Arvo"/>
                <a:sym typeface="Arvo"/>
              </a:defRPr>
            </a:lvl9pPr>
          </a:lstStyle>
          <a:p/>
        </p:txBody>
      </p:sp>
      <p:sp>
        <p:nvSpPr>
          <p:cNvPr id="3190" name="Google Shape;3190;p50"/>
          <p:cNvSpPr txBox="1"/>
          <p:nvPr>
            <p:ph idx="34" type="subTitle"/>
          </p:nvPr>
        </p:nvSpPr>
        <p:spPr>
          <a:xfrm>
            <a:off x="5337575" y="4331637"/>
            <a:ext cx="4319400" cy="390000"/>
          </a:xfrm>
          <a:prstGeom prst="rect">
            <a:avLst/>
          </a:prstGeom>
          <a:noFill/>
          <a:ln>
            <a:noFill/>
          </a:ln>
        </p:spPr>
        <p:txBody>
          <a:bodyPr anchorCtr="0" anchor="ctr" bIns="18000" lIns="18000" spcFirstLastPara="1" rIns="18000" wrap="square" tIns="18000">
            <a:noAutofit/>
          </a:bodyPr>
          <a:lstStyle>
            <a:lvl1pPr lvl="0" algn="ctr">
              <a:spcBef>
                <a:spcPts val="0"/>
              </a:spcBef>
              <a:spcAft>
                <a:spcPts val="0"/>
              </a:spcAft>
              <a:buSzPts val="900"/>
              <a:buFont typeface="Arvo"/>
              <a:buNone/>
              <a:defRPr sz="900">
                <a:latin typeface="Arvo"/>
                <a:ea typeface="Arvo"/>
                <a:cs typeface="Arvo"/>
                <a:sym typeface="Arvo"/>
              </a:defRPr>
            </a:lvl1pPr>
            <a:lvl2pPr lvl="1" algn="ctr">
              <a:spcBef>
                <a:spcPts val="200"/>
              </a:spcBef>
              <a:spcAft>
                <a:spcPts val="0"/>
              </a:spcAft>
              <a:buSzPts val="1400"/>
              <a:buNone/>
              <a:defRPr/>
            </a:lvl2pPr>
            <a:lvl3pPr lvl="2" algn="ctr">
              <a:spcBef>
                <a:spcPts val="0"/>
              </a:spcBef>
              <a:spcAft>
                <a:spcPts val="0"/>
              </a:spcAft>
              <a:buSzPts val="1400"/>
              <a:buNone/>
              <a:defRPr/>
            </a:lvl3pPr>
            <a:lvl4pPr lvl="3" algn="ctr">
              <a:spcBef>
                <a:spcPts val="0"/>
              </a:spcBef>
              <a:spcAft>
                <a:spcPts val="0"/>
              </a:spcAft>
              <a:buSzPts val="1400"/>
              <a:buNone/>
              <a:defRPr/>
            </a:lvl4pPr>
            <a:lvl5pPr lvl="4" algn="ctr">
              <a:spcBef>
                <a:spcPts val="0"/>
              </a:spcBef>
              <a:spcAft>
                <a:spcPts val="0"/>
              </a:spcAft>
              <a:buSzPts val="1400"/>
              <a:buNone/>
              <a:defRPr/>
            </a:lvl5pPr>
            <a:lvl6pPr lvl="5" algn="ctr">
              <a:spcBef>
                <a:spcPts val="0"/>
              </a:spcBef>
              <a:spcAft>
                <a:spcPts val="0"/>
              </a:spcAft>
              <a:buSzPts val="1400"/>
              <a:buNone/>
              <a:defRPr/>
            </a:lvl6pPr>
            <a:lvl7pPr lvl="6" algn="ctr">
              <a:spcBef>
                <a:spcPts val="0"/>
              </a:spcBef>
              <a:spcAft>
                <a:spcPts val="0"/>
              </a:spcAft>
              <a:buSzPts val="1400"/>
              <a:buNone/>
              <a:defRPr/>
            </a:lvl7pPr>
            <a:lvl8pPr lvl="7" algn="ctr">
              <a:spcBef>
                <a:spcPts val="0"/>
              </a:spcBef>
              <a:spcAft>
                <a:spcPts val="0"/>
              </a:spcAft>
              <a:buSzPts val="1400"/>
              <a:buNone/>
              <a:defRPr/>
            </a:lvl8pPr>
            <a:lvl9pPr lvl="8" algn="ctr">
              <a:spcBef>
                <a:spcPts val="0"/>
              </a:spcBef>
              <a:spcAft>
                <a:spcPts val="0"/>
              </a:spcAft>
              <a:buSzPts val="1400"/>
              <a:buNone/>
              <a:defRPr/>
            </a:lvl9pPr>
          </a:lstStyle>
          <a:p/>
        </p:txBody>
      </p:sp>
      <p:sp>
        <p:nvSpPr>
          <p:cNvPr id="3191" name="Google Shape;3191;p50"/>
          <p:cNvSpPr txBox="1"/>
          <p:nvPr>
            <p:ph idx="35" type="subTitle"/>
          </p:nvPr>
        </p:nvSpPr>
        <p:spPr>
          <a:xfrm>
            <a:off x="5337575" y="5888594"/>
            <a:ext cx="4319400" cy="390000"/>
          </a:xfrm>
          <a:prstGeom prst="rect">
            <a:avLst/>
          </a:prstGeom>
          <a:noFill/>
          <a:ln>
            <a:noFill/>
          </a:ln>
        </p:spPr>
        <p:txBody>
          <a:bodyPr anchorCtr="0" anchor="ctr" bIns="18000" lIns="18000" spcFirstLastPara="1" rIns="18000" wrap="square" tIns="18000">
            <a:noAutofit/>
          </a:bodyPr>
          <a:lstStyle>
            <a:lvl1pPr lvl="0" algn="ctr">
              <a:spcBef>
                <a:spcPts val="0"/>
              </a:spcBef>
              <a:spcAft>
                <a:spcPts val="0"/>
              </a:spcAft>
              <a:buSzPts val="900"/>
              <a:buFont typeface="Arvo"/>
              <a:buNone/>
              <a:defRPr sz="900">
                <a:latin typeface="Arvo"/>
                <a:ea typeface="Arvo"/>
                <a:cs typeface="Arvo"/>
                <a:sym typeface="Arvo"/>
              </a:defRPr>
            </a:lvl1pPr>
            <a:lvl2pPr lvl="1" algn="ctr">
              <a:spcBef>
                <a:spcPts val="200"/>
              </a:spcBef>
              <a:spcAft>
                <a:spcPts val="0"/>
              </a:spcAft>
              <a:buSzPts val="1400"/>
              <a:buFont typeface="Arvo"/>
              <a:buNone/>
              <a:defRPr>
                <a:latin typeface="Arvo"/>
                <a:ea typeface="Arvo"/>
                <a:cs typeface="Arvo"/>
                <a:sym typeface="Arvo"/>
              </a:defRPr>
            </a:lvl2pPr>
            <a:lvl3pPr lvl="2" algn="ctr">
              <a:spcBef>
                <a:spcPts val="0"/>
              </a:spcBef>
              <a:spcAft>
                <a:spcPts val="0"/>
              </a:spcAft>
              <a:buSzPts val="1400"/>
              <a:buFont typeface="Arvo"/>
              <a:buNone/>
              <a:defRPr>
                <a:latin typeface="Arvo"/>
                <a:ea typeface="Arvo"/>
                <a:cs typeface="Arvo"/>
                <a:sym typeface="Arvo"/>
              </a:defRPr>
            </a:lvl3pPr>
            <a:lvl4pPr lvl="3" algn="ctr">
              <a:spcBef>
                <a:spcPts val="0"/>
              </a:spcBef>
              <a:spcAft>
                <a:spcPts val="0"/>
              </a:spcAft>
              <a:buSzPts val="1400"/>
              <a:buFont typeface="Arvo"/>
              <a:buNone/>
              <a:defRPr>
                <a:latin typeface="Arvo"/>
                <a:ea typeface="Arvo"/>
                <a:cs typeface="Arvo"/>
                <a:sym typeface="Arvo"/>
              </a:defRPr>
            </a:lvl4pPr>
            <a:lvl5pPr lvl="4" algn="ctr">
              <a:spcBef>
                <a:spcPts val="0"/>
              </a:spcBef>
              <a:spcAft>
                <a:spcPts val="0"/>
              </a:spcAft>
              <a:buSzPts val="1400"/>
              <a:buFont typeface="Arvo"/>
              <a:buNone/>
              <a:defRPr>
                <a:latin typeface="Arvo"/>
                <a:ea typeface="Arvo"/>
                <a:cs typeface="Arvo"/>
                <a:sym typeface="Arvo"/>
              </a:defRPr>
            </a:lvl5pPr>
            <a:lvl6pPr lvl="5" algn="ctr">
              <a:spcBef>
                <a:spcPts val="0"/>
              </a:spcBef>
              <a:spcAft>
                <a:spcPts val="0"/>
              </a:spcAft>
              <a:buSzPts val="1400"/>
              <a:buFont typeface="Arvo"/>
              <a:buNone/>
              <a:defRPr>
                <a:latin typeface="Arvo"/>
                <a:ea typeface="Arvo"/>
                <a:cs typeface="Arvo"/>
                <a:sym typeface="Arvo"/>
              </a:defRPr>
            </a:lvl6pPr>
            <a:lvl7pPr lvl="6" algn="ctr">
              <a:spcBef>
                <a:spcPts val="0"/>
              </a:spcBef>
              <a:spcAft>
                <a:spcPts val="0"/>
              </a:spcAft>
              <a:buSzPts val="1400"/>
              <a:buFont typeface="Arvo"/>
              <a:buNone/>
              <a:defRPr>
                <a:latin typeface="Arvo"/>
                <a:ea typeface="Arvo"/>
                <a:cs typeface="Arvo"/>
                <a:sym typeface="Arvo"/>
              </a:defRPr>
            </a:lvl7pPr>
            <a:lvl8pPr lvl="7" algn="ctr">
              <a:spcBef>
                <a:spcPts val="0"/>
              </a:spcBef>
              <a:spcAft>
                <a:spcPts val="0"/>
              </a:spcAft>
              <a:buSzPts val="1400"/>
              <a:buFont typeface="Arvo"/>
              <a:buNone/>
              <a:defRPr>
                <a:latin typeface="Arvo"/>
                <a:ea typeface="Arvo"/>
                <a:cs typeface="Arvo"/>
                <a:sym typeface="Arvo"/>
              </a:defRPr>
            </a:lvl8pPr>
            <a:lvl9pPr lvl="8" algn="ctr">
              <a:spcBef>
                <a:spcPts val="0"/>
              </a:spcBef>
              <a:spcAft>
                <a:spcPts val="0"/>
              </a:spcAft>
              <a:buSzPts val="1400"/>
              <a:buFont typeface="Arvo"/>
              <a:buNone/>
              <a:defRPr>
                <a:latin typeface="Arvo"/>
                <a:ea typeface="Arvo"/>
                <a:cs typeface="Arvo"/>
                <a:sym typeface="Arvo"/>
              </a:defRPr>
            </a:lvl9pPr>
          </a:lstStyle>
          <a:p/>
        </p:txBody>
      </p:sp>
      <p:sp>
        <p:nvSpPr>
          <p:cNvPr id="3192" name="Google Shape;3192;p50"/>
          <p:cNvSpPr txBox="1"/>
          <p:nvPr>
            <p:ph idx="36" type="subTitle"/>
          </p:nvPr>
        </p:nvSpPr>
        <p:spPr>
          <a:xfrm>
            <a:off x="5337575" y="2820825"/>
            <a:ext cx="4319400" cy="390000"/>
          </a:xfrm>
          <a:prstGeom prst="rect">
            <a:avLst/>
          </a:prstGeom>
          <a:noFill/>
          <a:ln>
            <a:noFill/>
          </a:ln>
        </p:spPr>
        <p:txBody>
          <a:bodyPr anchorCtr="0" anchor="ctr" bIns="18000" lIns="18000" spcFirstLastPara="1" rIns="18000" wrap="square" tIns="18000">
            <a:noAutofit/>
          </a:bodyPr>
          <a:lstStyle>
            <a:lvl1pPr lvl="0" algn="ctr">
              <a:spcBef>
                <a:spcPts val="0"/>
              </a:spcBef>
              <a:spcAft>
                <a:spcPts val="0"/>
              </a:spcAft>
              <a:buSzPts val="900"/>
              <a:buFont typeface="Arvo"/>
              <a:buNone/>
              <a:defRPr sz="900">
                <a:latin typeface="Arvo"/>
                <a:ea typeface="Arvo"/>
                <a:cs typeface="Arvo"/>
                <a:sym typeface="Arvo"/>
              </a:defRPr>
            </a:lvl1pPr>
            <a:lvl2pPr lvl="1" algn="ctr">
              <a:spcBef>
                <a:spcPts val="200"/>
              </a:spcBef>
              <a:spcAft>
                <a:spcPts val="0"/>
              </a:spcAft>
              <a:buSzPts val="1400"/>
              <a:buNone/>
              <a:defRPr/>
            </a:lvl2pPr>
            <a:lvl3pPr lvl="2" algn="ctr">
              <a:spcBef>
                <a:spcPts val="0"/>
              </a:spcBef>
              <a:spcAft>
                <a:spcPts val="0"/>
              </a:spcAft>
              <a:buSzPts val="1400"/>
              <a:buNone/>
              <a:defRPr/>
            </a:lvl3pPr>
            <a:lvl4pPr lvl="3" algn="ctr">
              <a:spcBef>
                <a:spcPts val="0"/>
              </a:spcBef>
              <a:spcAft>
                <a:spcPts val="0"/>
              </a:spcAft>
              <a:buSzPts val="1400"/>
              <a:buNone/>
              <a:defRPr/>
            </a:lvl4pPr>
            <a:lvl5pPr lvl="4" algn="ctr">
              <a:spcBef>
                <a:spcPts val="0"/>
              </a:spcBef>
              <a:spcAft>
                <a:spcPts val="0"/>
              </a:spcAft>
              <a:buSzPts val="1400"/>
              <a:buNone/>
              <a:defRPr/>
            </a:lvl5pPr>
            <a:lvl6pPr lvl="5" algn="ctr">
              <a:spcBef>
                <a:spcPts val="0"/>
              </a:spcBef>
              <a:spcAft>
                <a:spcPts val="0"/>
              </a:spcAft>
              <a:buSzPts val="1400"/>
              <a:buNone/>
              <a:defRPr/>
            </a:lvl6pPr>
            <a:lvl7pPr lvl="6" algn="ctr">
              <a:spcBef>
                <a:spcPts val="0"/>
              </a:spcBef>
              <a:spcAft>
                <a:spcPts val="0"/>
              </a:spcAft>
              <a:buSzPts val="1400"/>
              <a:buNone/>
              <a:defRPr/>
            </a:lvl7pPr>
            <a:lvl8pPr lvl="7" algn="ctr">
              <a:spcBef>
                <a:spcPts val="0"/>
              </a:spcBef>
              <a:spcAft>
                <a:spcPts val="0"/>
              </a:spcAft>
              <a:buSzPts val="1400"/>
              <a:buNone/>
              <a:defRPr/>
            </a:lvl8pPr>
            <a:lvl9pPr lvl="8" algn="ctr">
              <a:spcBef>
                <a:spcPts val="0"/>
              </a:spcBef>
              <a:spcAft>
                <a:spcPts val="0"/>
              </a:spcAft>
              <a:buSzPts val="1400"/>
              <a:buNone/>
              <a:defRPr/>
            </a:lvl9pPr>
          </a:lstStyle>
          <a:p/>
        </p:txBody>
      </p:sp>
      <p:sp>
        <p:nvSpPr>
          <p:cNvPr id="3193" name="Google Shape;3193;p50"/>
          <p:cNvSpPr txBox="1"/>
          <p:nvPr/>
        </p:nvSpPr>
        <p:spPr>
          <a:xfrm>
            <a:off x="2524025" y="387675"/>
            <a:ext cx="15012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Unid. Organizacional:</a:t>
            </a:r>
            <a:endParaRPr b="1" sz="1100"/>
          </a:p>
        </p:txBody>
      </p:sp>
      <p:sp>
        <p:nvSpPr>
          <p:cNvPr id="3194" name="Google Shape;3194;p50"/>
          <p:cNvSpPr txBox="1"/>
          <p:nvPr/>
        </p:nvSpPr>
        <p:spPr>
          <a:xfrm>
            <a:off x="2524020" y="579550"/>
            <a:ext cx="6846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Alcance:</a:t>
            </a:r>
            <a:endParaRPr b="1" sz="1100"/>
          </a:p>
        </p:txBody>
      </p:sp>
      <p:sp>
        <p:nvSpPr>
          <p:cNvPr id="3195" name="Google Shape;3195;p50"/>
          <p:cNvSpPr txBox="1"/>
          <p:nvPr>
            <p:ph type="title"/>
          </p:nvPr>
        </p:nvSpPr>
        <p:spPr>
          <a:xfrm flipH="1">
            <a:off x="4025374" y="387675"/>
            <a:ext cx="5863200" cy="1692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000"/>
              <a:buNone/>
              <a:defRPr sz="1000">
                <a:solidFill>
                  <a:srgbClr val="000000"/>
                </a:solidFill>
              </a:defRPr>
            </a:lvl1pPr>
            <a:lvl2pPr lvl="1">
              <a:spcBef>
                <a:spcPts val="0"/>
              </a:spcBef>
              <a:spcAft>
                <a:spcPts val="0"/>
              </a:spcAft>
              <a:buClr>
                <a:srgbClr val="000000"/>
              </a:buClr>
              <a:buSzPts val="1000"/>
              <a:buNone/>
              <a:defRPr sz="1000">
                <a:solidFill>
                  <a:srgbClr val="000000"/>
                </a:solidFill>
              </a:defRPr>
            </a:lvl2pPr>
            <a:lvl3pPr lvl="2">
              <a:spcBef>
                <a:spcPts val="0"/>
              </a:spcBef>
              <a:spcAft>
                <a:spcPts val="0"/>
              </a:spcAft>
              <a:buClr>
                <a:srgbClr val="000000"/>
              </a:buClr>
              <a:buSzPts val="1000"/>
              <a:buNone/>
              <a:defRPr sz="1000">
                <a:solidFill>
                  <a:srgbClr val="000000"/>
                </a:solidFill>
              </a:defRPr>
            </a:lvl3pPr>
            <a:lvl4pPr lvl="3">
              <a:spcBef>
                <a:spcPts val="0"/>
              </a:spcBef>
              <a:spcAft>
                <a:spcPts val="0"/>
              </a:spcAft>
              <a:buClr>
                <a:srgbClr val="000000"/>
              </a:buClr>
              <a:buSzPts val="1000"/>
              <a:buNone/>
              <a:defRPr sz="1000">
                <a:solidFill>
                  <a:srgbClr val="000000"/>
                </a:solidFill>
              </a:defRPr>
            </a:lvl4pPr>
            <a:lvl5pPr lvl="4">
              <a:spcBef>
                <a:spcPts val="0"/>
              </a:spcBef>
              <a:spcAft>
                <a:spcPts val="0"/>
              </a:spcAft>
              <a:buClr>
                <a:srgbClr val="000000"/>
              </a:buClr>
              <a:buSzPts val="1000"/>
              <a:buNone/>
              <a:defRPr sz="1000">
                <a:solidFill>
                  <a:srgbClr val="000000"/>
                </a:solidFill>
              </a:defRPr>
            </a:lvl5pPr>
            <a:lvl6pPr lvl="5">
              <a:spcBef>
                <a:spcPts val="0"/>
              </a:spcBef>
              <a:spcAft>
                <a:spcPts val="0"/>
              </a:spcAft>
              <a:buClr>
                <a:srgbClr val="000000"/>
              </a:buClr>
              <a:buSzPts val="1000"/>
              <a:buNone/>
              <a:defRPr sz="1000">
                <a:solidFill>
                  <a:srgbClr val="000000"/>
                </a:solidFill>
              </a:defRPr>
            </a:lvl6pPr>
            <a:lvl7pPr lvl="6">
              <a:spcBef>
                <a:spcPts val="0"/>
              </a:spcBef>
              <a:spcAft>
                <a:spcPts val="0"/>
              </a:spcAft>
              <a:buClr>
                <a:srgbClr val="000000"/>
              </a:buClr>
              <a:buSzPts val="1000"/>
              <a:buNone/>
              <a:defRPr sz="1000">
                <a:solidFill>
                  <a:srgbClr val="000000"/>
                </a:solidFill>
              </a:defRPr>
            </a:lvl7pPr>
            <a:lvl8pPr lvl="7">
              <a:spcBef>
                <a:spcPts val="0"/>
              </a:spcBef>
              <a:spcAft>
                <a:spcPts val="0"/>
              </a:spcAft>
              <a:buClr>
                <a:srgbClr val="000000"/>
              </a:buClr>
              <a:buSzPts val="1000"/>
              <a:buNone/>
              <a:defRPr sz="1000">
                <a:solidFill>
                  <a:srgbClr val="000000"/>
                </a:solidFill>
              </a:defRPr>
            </a:lvl8pPr>
            <a:lvl9pPr lvl="8">
              <a:spcBef>
                <a:spcPts val="0"/>
              </a:spcBef>
              <a:spcAft>
                <a:spcPts val="0"/>
              </a:spcAft>
              <a:buClr>
                <a:srgbClr val="000000"/>
              </a:buClr>
              <a:buSzPts val="1000"/>
              <a:buNone/>
              <a:defRPr sz="1000">
                <a:solidFill>
                  <a:srgbClr val="000000"/>
                </a:solidFill>
              </a:defRPr>
            </a:lvl9pPr>
          </a:lstStyle>
          <a:p/>
        </p:txBody>
      </p:sp>
      <p:sp>
        <p:nvSpPr>
          <p:cNvPr id="3196" name="Google Shape;3196;p50"/>
          <p:cNvSpPr txBox="1"/>
          <p:nvPr>
            <p:ph idx="37" type="title"/>
          </p:nvPr>
        </p:nvSpPr>
        <p:spPr>
          <a:xfrm flipH="1">
            <a:off x="3208773" y="579550"/>
            <a:ext cx="6679800" cy="1692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000"/>
              <a:buNone/>
              <a:defRPr sz="1000">
                <a:solidFill>
                  <a:srgbClr val="000000"/>
                </a:solidFill>
              </a:defRPr>
            </a:lvl1pPr>
            <a:lvl2pPr lvl="1">
              <a:spcBef>
                <a:spcPts val="0"/>
              </a:spcBef>
              <a:spcAft>
                <a:spcPts val="0"/>
              </a:spcAft>
              <a:buClr>
                <a:srgbClr val="000000"/>
              </a:buClr>
              <a:buSzPts val="1000"/>
              <a:buNone/>
              <a:defRPr sz="1000">
                <a:solidFill>
                  <a:srgbClr val="000000"/>
                </a:solidFill>
              </a:defRPr>
            </a:lvl2pPr>
            <a:lvl3pPr lvl="2">
              <a:spcBef>
                <a:spcPts val="0"/>
              </a:spcBef>
              <a:spcAft>
                <a:spcPts val="0"/>
              </a:spcAft>
              <a:buClr>
                <a:srgbClr val="000000"/>
              </a:buClr>
              <a:buSzPts val="1000"/>
              <a:buNone/>
              <a:defRPr sz="1000">
                <a:solidFill>
                  <a:srgbClr val="000000"/>
                </a:solidFill>
              </a:defRPr>
            </a:lvl3pPr>
            <a:lvl4pPr lvl="3">
              <a:spcBef>
                <a:spcPts val="0"/>
              </a:spcBef>
              <a:spcAft>
                <a:spcPts val="0"/>
              </a:spcAft>
              <a:buClr>
                <a:srgbClr val="000000"/>
              </a:buClr>
              <a:buSzPts val="1000"/>
              <a:buNone/>
              <a:defRPr sz="1000">
                <a:solidFill>
                  <a:srgbClr val="000000"/>
                </a:solidFill>
              </a:defRPr>
            </a:lvl4pPr>
            <a:lvl5pPr lvl="4">
              <a:spcBef>
                <a:spcPts val="0"/>
              </a:spcBef>
              <a:spcAft>
                <a:spcPts val="0"/>
              </a:spcAft>
              <a:buClr>
                <a:srgbClr val="000000"/>
              </a:buClr>
              <a:buSzPts val="1000"/>
              <a:buNone/>
              <a:defRPr sz="1000">
                <a:solidFill>
                  <a:srgbClr val="000000"/>
                </a:solidFill>
              </a:defRPr>
            </a:lvl5pPr>
            <a:lvl6pPr lvl="5">
              <a:spcBef>
                <a:spcPts val="0"/>
              </a:spcBef>
              <a:spcAft>
                <a:spcPts val="0"/>
              </a:spcAft>
              <a:buClr>
                <a:srgbClr val="000000"/>
              </a:buClr>
              <a:buSzPts val="1000"/>
              <a:buNone/>
              <a:defRPr sz="1000">
                <a:solidFill>
                  <a:srgbClr val="000000"/>
                </a:solidFill>
              </a:defRPr>
            </a:lvl6pPr>
            <a:lvl7pPr lvl="6">
              <a:spcBef>
                <a:spcPts val="0"/>
              </a:spcBef>
              <a:spcAft>
                <a:spcPts val="0"/>
              </a:spcAft>
              <a:buClr>
                <a:srgbClr val="000000"/>
              </a:buClr>
              <a:buSzPts val="1000"/>
              <a:buNone/>
              <a:defRPr sz="1000">
                <a:solidFill>
                  <a:srgbClr val="000000"/>
                </a:solidFill>
              </a:defRPr>
            </a:lvl7pPr>
            <a:lvl8pPr lvl="7">
              <a:spcBef>
                <a:spcPts val="0"/>
              </a:spcBef>
              <a:spcAft>
                <a:spcPts val="0"/>
              </a:spcAft>
              <a:buClr>
                <a:srgbClr val="000000"/>
              </a:buClr>
              <a:buSzPts val="1000"/>
              <a:buNone/>
              <a:defRPr sz="1000">
                <a:solidFill>
                  <a:srgbClr val="000000"/>
                </a:solidFill>
              </a:defRPr>
            </a:lvl8pPr>
            <a:lvl9pPr lvl="8">
              <a:spcBef>
                <a:spcPts val="0"/>
              </a:spcBef>
              <a:spcAft>
                <a:spcPts val="0"/>
              </a:spcAft>
              <a:buClr>
                <a:srgbClr val="000000"/>
              </a:buClr>
              <a:buSzPts val="1000"/>
              <a:buNone/>
              <a:defRPr sz="1000">
                <a:solidFill>
                  <a:srgbClr val="000000"/>
                </a:solidFill>
              </a:defRPr>
            </a:lvl9pPr>
          </a:lstStyle>
          <a:p/>
        </p:txBody>
      </p:sp>
      <p:sp>
        <p:nvSpPr>
          <p:cNvPr id="3197" name="Google Shape;3197;p50"/>
          <p:cNvSpPr txBox="1"/>
          <p:nvPr>
            <p:ph idx="38" type="body"/>
          </p:nvPr>
        </p:nvSpPr>
        <p:spPr>
          <a:xfrm>
            <a:off x="641150" y="612125"/>
            <a:ext cx="1770300" cy="160500"/>
          </a:xfrm>
          <a:prstGeom prst="rect">
            <a:avLst/>
          </a:prstGeom>
          <a:noFill/>
          <a:ln>
            <a:noFill/>
          </a:ln>
        </p:spPr>
        <p:txBody>
          <a:bodyPr anchorCtr="0" anchor="t" bIns="0" lIns="0" spcFirstLastPara="1" rIns="0" wrap="square" tIns="0">
            <a:noAutofit/>
          </a:bodyPr>
          <a:lstStyle>
            <a:lvl1pPr indent="-292100" lvl="0" marL="457200" algn="ctr">
              <a:spcBef>
                <a:spcPts val="0"/>
              </a:spcBef>
              <a:spcAft>
                <a:spcPts val="0"/>
              </a:spcAft>
              <a:buClr>
                <a:srgbClr val="FFFFFF"/>
              </a:buClr>
              <a:buSzPts val="1000"/>
              <a:buChar char="●"/>
              <a:defRPr sz="1000">
                <a:solidFill>
                  <a:srgbClr val="FFFFFF"/>
                </a:solidFill>
              </a:defRPr>
            </a:lvl1pPr>
            <a:lvl2pPr indent="-292100" lvl="1" marL="914400" algn="ctr">
              <a:spcBef>
                <a:spcPts val="0"/>
              </a:spcBef>
              <a:spcAft>
                <a:spcPts val="0"/>
              </a:spcAft>
              <a:buClr>
                <a:srgbClr val="FFFFFF"/>
              </a:buClr>
              <a:buSzPts val="1000"/>
              <a:buChar char="○"/>
              <a:defRPr sz="1000">
                <a:solidFill>
                  <a:srgbClr val="FFFFFF"/>
                </a:solidFill>
              </a:defRPr>
            </a:lvl2pPr>
            <a:lvl3pPr indent="-292100" lvl="2" marL="1371600" algn="ctr">
              <a:spcBef>
                <a:spcPts val="0"/>
              </a:spcBef>
              <a:spcAft>
                <a:spcPts val="0"/>
              </a:spcAft>
              <a:buClr>
                <a:srgbClr val="FFFFFF"/>
              </a:buClr>
              <a:buSzPts val="1000"/>
              <a:buChar char="■"/>
              <a:defRPr sz="1000">
                <a:solidFill>
                  <a:srgbClr val="FFFFFF"/>
                </a:solidFill>
              </a:defRPr>
            </a:lvl3pPr>
            <a:lvl4pPr indent="-292100" lvl="3" marL="1828800" algn="ctr">
              <a:spcBef>
                <a:spcPts val="0"/>
              </a:spcBef>
              <a:spcAft>
                <a:spcPts val="0"/>
              </a:spcAft>
              <a:buClr>
                <a:srgbClr val="FFFFFF"/>
              </a:buClr>
              <a:buSzPts val="1000"/>
              <a:buChar char="●"/>
              <a:defRPr sz="1000">
                <a:solidFill>
                  <a:srgbClr val="FFFFFF"/>
                </a:solidFill>
              </a:defRPr>
            </a:lvl4pPr>
            <a:lvl5pPr indent="-292100" lvl="4" marL="2286000" algn="ctr">
              <a:spcBef>
                <a:spcPts val="0"/>
              </a:spcBef>
              <a:spcAft>
                <a:spcPts val="0"/>
              </a:spcAft>
              <a:buClr>
                <a:srgbClr val="FFFFFF"/>
              </a:buClr>
              <a:buSzPts val="1000"/>
              <a:buChar char="○"/>
              <a:defRPr sz="1000">
                <a:solidFill>
                  <a:srgbClr val="FFFFFF"/>
                </a:solidFill>
              </a:defRPr>
            </a:lvl5pPr>
            <a:lvl6pPr indent="-292100" lvl="5" marL="2743200" algn="ctr">
              <a:spcBef>
                <a:spcPts val="0"/>
              </a:spcBef>
              <a:spcAft>
                <a:spcPts val="0"/>
              </a:spcAft>
              <a:buClr>
                <a:srgbClr val="FFFFFF"/>
              </a:buClr>
              <a:buSzPts val="1000"/>
              <a:buChar char="■"/>
              <a:defRPr sz="1000">
                <a:solidFill>
                  <a:srgbClr val="FFFFFF"/>
                </a:solidFill>
              </a:defRPr>
            </a:lvl6pPr>
            <a:lvl7pPr indent="-292100" lvl="6" marL="3200400" algn="ctr">
              <a:spcBef>
                <a:spcPts val="0"/>
              </a:spcBef>
              <a:spcAft>
                <a:spcPts val="0"/>
              </a:spcAft>
              <a:buClr>
                <a:srgbClr val="FFFFFF"/>
              </a:buClr>
              <a:buSzPts val="1000"/>
              <a:buChar char="●"/>
              <a:defRPr sz="1000">
                <a:solidFill>
                  <a:srgbClr val="FFFFFF"/>
                </a:solidFill>
              </a:defRPr>
            </a:lvl7pPr>
            <a:lvl8pPr indent="-292100" lvl="7" marL="3657600" algn="ctr">
              <a:spcBef>
                <a:spcPts val="0"/>
              </a:spcBef>
              <a:spcAft>
                <a:spcPts val="0"/>
              </a:spcAft>
              <a:buClr>
                <a:srgbClr val="FFFFFF"/>
              </a:buClr>
              <a:buSzPts val="1000"/>
              <a:buChar char="○"/>
              <a:defRPr sz="1000">
                <a:solidFill>
                  <a:srgbClr val="FFFFFF"/>
                </a:solidFill>
              </a:defRPr>
            </a:lvl8pPr>
            <a:lvl9pPr indent="-292100" lvl="8" marL="4114800" algn="ctr">
              <a:spcBef>
                <a:spcPts val="0"/>
              </a:spcBef>
              <a:spcAft>
                <a:spcPts val="0"/>
              </a:spcAft>
              <a:buClr>
                <a:srgbClr val="FFFFFF"/>
              </a:buClr>
              <a:buSzPts val="1000"/>
              <a:buChar char="■"/>
              <a:defRPr sz="1000">
                <a:solidFill>
                  <a:srgbClr val="FFFFFF"/>
                </a:solidFill>
              </a:defRPr>
            </a:lvl9pPr>
          </a:lstStyle>
          <a:p/>
        </p:txBody>
      </p:sp>
      <p:sp>
        <p:nvSpPr>
          <p:cNvPr id="3198" name="Google Shape;3198;p50"/>
          <p:cNvSpPr txBox="1"/>
          <p:nvPr/>
        </p:nvSpPr>
        <p:spPr>
          <a:xfrm>
            <a:off x="84825" y="598125"/>
            <a:ext cx="595500" cy="205800"/>
          </a:xfrm>
          <a:prstGeom prst="rect">
            <a:avLst/>
          </a:prstGeom>
          <a:noFill/>
          <a:ln>
            <a:noFill/>
          </a:ln>
        </p:spPr>
        <p:txBody>
          <a:bodyPr anchorCtr="0" anchor="t" bIns="18000" lIns="18000" spcFirstLastPara="1" rIns="18000" wrap="square" tIns="18000">
            <a:spAutoFit/>
          </a:bodyPr>
          <a:lstStyle/>
          <a:p>
            <a:pPr indent="0" lvl="0" marL="0" rtl="0" algn="l">
              <a:spcBef>
                <a:spcPts val="0"/>
              </a:spcBef>
              <a:spcAft>
                <a:spcPts val="0"/>
              </a:spcAft>
              <a:buNone/>
            </a:pPr>
            <a:r>
              <a:rPr lang="es-419" sz="1100">
                <a:solidFill>
                  <a:srgbClr val="FFFFFF"/>
                </a:solidFill>
              </a:rPr>
              <a:t>Nombre:</a:t>
            </a:r>
            <a:endParaRPr sz="1100">
              <a:solidFill>
                <a:srgbClr val="FFFFFF"/>
              </a:solidFill>
            </a:endParaRPr>
          </a:p>
        </p:txBody>
      </p:sp>
    </p:spTree>
  </p:cSld>
  <p:clrMapOvr>
    <a:masterClrMapping/>
  </p:clrMapOvr>
</p:sldLayout>
</file>

<file path=ppt/slideLayouts/slideLayout4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4 Problemas a Resolver">
  <p:cSld name="TITLE_3_6_1_1_1_1">
    <p:spTree>
      <p:nvGrpSpPr>
        <p:cNvPr id="3199" name="Shape 3199"/>
        <p:cNvGrpSpPr/>
        <p:nvPr/>
      </p:nvGrpSpPr>
      <p:grpSpPr>
        <a:xfrm>
          <a:off x="0" y="0"/>
          <a:ext cx="0" cy="0"/>
          <a:chOff x="0" y="0"/>
          <a:chExt cx="0" cy="0"/>
        </a:xfrm>
      </p:grpSpPr>
      <p:sp>
        <p:nvSpPr>
          <p:cNvPr id="3200" name="Google Shape;3200;p51"/>
          <p:cNvSpPr/>
          <p:nvPr/>
        </p:nvSpPr>
        <p:spPr>
          <a:xfrm>
            <a:off x="97888" y="377012"/>
            <a:ext cx="9893400" cy="296700"/>
          </a:xfrm>
          <a:prstGeom prst="roundRect">
            <a:avLst>
              <a:gd fmla="val 22902" name="adj"/>
            </a:avLst>
          </a:prstGeom>
          <a:solidFill>
            <a:srgbClr val="F3F3F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3201" name="Google Shape;3201;p51"/>
          <p:cNvSpPr/>
          <p:nvPr/>
        </p:nvSpPr>
        <p:spPr>
          <a:xfrm>
            <a:off x="77688" y="358938"/>
            <a:ext cx="9935700" cy="6438000"/>
          </a:xfrm>
          <a:prstGeom prst="roundRect">
            <a:avLst>
              <a:gd fmla="val 2618" name="adj"/>
            </a:avLst>
          </a:prstGeom>
          <a:solidFill>
            <a:srgbClr val="FFFFFF"/>
          </a:solidFill>
          <a:ln cap="flat" cmpd="sng" w="38100">
            <a:solidFill>
              <a:srgbClr val="000000"/>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202" name="Google Shape;3202;p51"/>
          <p:cNvCxnSpPr/>
          <p:nvPr/>
        </p:nvCxnSpPr>
        <p:spPr>
          <a:xfrm>
            <a:off x="77688" y="772614"/>
            <a:ext cx="9935700" cy="0"/>
          </a:xfrm>
          <a:prstGeom prst="straightConnector1">
            <a:avLst/>
          </a:prstGeom>
          <a:noFill/>
          <a:ln cap="flat" cmpd="sng" w="19050">
            <a:solidFill>
              <a:srgbClr val="000000"/>
            </a:solidFill>
            <a:prstDash val="solid"/>
            <a:round/>
            <a:headEnd len="med" w="med" type="none"/>
            <a:tailEnd len="med" w="med" type="none"/>
          </a:ln>
        </p:spPr>
      </p:cxnSp>
      <p:cxnSp>
        <p:nvCxnSpPr>
          <p:cNvPr id="3203" name="Google Shape;3203;p51"/>
          <p:cNvCxnSpPr/>
          <p:nvPr/>
        </p:nvCxnSpPr>
        <p:spPr>
          <a:xfrm rot="10800000">
            <a:off x="2439038" y="368188"/>
            <a:ext cx="0" cy="402300"/>
          </a:xfrm>
          <a:prstGeom prst="straightConnector1">
            <a:avLst/>
          </a:prstGeom>
          <a:noFill/>
          <a:ln cap="flat" cmpd="sng" w="19050">
            <a:solidFill>
              <a:srgbClr val="000000"/>
            </a:solidFill>
            <a:prstDash val="solid"/>
            <a:round/>
            <a:headEnd len="med" w="med" type="none"/>
            <a:tailEnd len="med" w="med" type="none"/>
          </a:ln>
        </p:spPr>
      </p:cxnSp>
      <p:sp>
        <p:nvSpPr>
          <p:cNvPr id="3204" name="Google Shape;3204;p51"/>
          <p:cNvSpPr/>
          <p:nvPr/>
        </p:nvSpPr>
        <p:spPr>
          <a:xfrm>
            <a:off x="77688" y="349338"/>
            <a:ext cx="2361300" cy="421200"/>
          </a:xfrm>
          <a:prstGeom prst="roundRect">
            <a:avLst>
              <a:gd fmla="val 50000" name="adj"/>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s-419" sz="1200">
                <a:solidFill>
                  <a:srgbClr val="FFFFFF"/>
                </a:solidFill>
              </a:rPr>
              <a:t>Problemas a Resolver</a:t>
            </a:r>
            <a:endParaRPr b="1" sz="1200">
              <a:solidFill>
                <a:srgbClr val="FFFFFF"/>
              </a:solidFill>
            </a:endParaRPr>
          </a:p>
          <a:p>
            <a:pPr indent="0" lvl="0" marL="0" rtl="0" algn="ctr">
              <a:spcBef>
                <a:spcPts val="0"/>
              </a:spcBef>
              <a:spcAft>
                <a:spcPts val="0"/>
              </a:spcAft>
              <a:buNone/>
            </a:pPr>
            <a:r>
              <a:t/>
            </a:r>
            <a:endParaRPr b="1" sz="1200">
              <a:solidFill>
                <a:srgbClr val="FFFFFF"/>
              </a:solidFill>
            </a:endParaRPr>
          </a:p>
        </p:txBody>
      </p:sp>
      <p:sp>
        <p:nvSpPr>
          <p:cNvPr id="3205" name="Google Shape;3205;p51"/>
          <p:cNvSpPr/>
          <p:nvPr/>
        </p:nvSpPr>
        <p:spPr>
          <a:xfrm>
            <a:off x="83988" y="595504"/>
            <a:ext cx="190200" cy="1692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6" name="Google Shape;3206;p51"/>
          <p:cNvSpPr/>
          <p:nvPr/>
        </p:nvSpPr>
        <p:spPr>
          <a:xfrm>
            <a:off x="2292338" y="358938"/>
            <a:ext cx="146700" cy="4023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207" name="Google Shape;3207;p51"/>
          <p:cNvGrpSpPr/>
          <p:nvPr/>
        </p:nvGrpSpPr>
        <p:grpSpPr>
          <a:xfrm>
            <a:off x="276364" y="879032"/>
            <a:ext cx="9529364" cy="605153"/>
            <a:chOff x="276364" y="879032"/>
            <a:chExt cx="9529364" cy="605153"/>
          </a:xfrm>
        </p:grpSpPr>
        <p:sp>
          <p:nvSpPr>
            <p:cNvPr id="3208" name="Google Shape;3208;p51"/>
            <p:cNvSpPr/>
            <p:nvPr/>
          </p:nvSpPr>
          <p:spPr>
            <a:xfrm>
              <a:off x="2657880" y="879032"/>
              <a:ext cx="3546300" cy="266400"/>
            </a:xfrm>
            <a:prstGeom prst="roundRect">
              <a:avLst>
                <a:gd fmla="val 16667" name="adj"/>
              </a:avLst>
            </a:prstGeom>
            <a:solidFill>
              <a:srgbClr val="F9CB9C"/>
            </a:solidFill>
            <a:ln>
              <a:noFill/>
            </a:ln>
            <a:effectLst>
              <a:outerShdw blurRad="57150" rotWithShape="0" algn="bl" dir="5400000" dist="19050">
                <a:srgbClr val="000000">
                  <a:alpha val="49800"/>
                </a:srgbClr>
              </a:outerShdw>
            </a:effectLst>
          </p:spPr>
          <p:txBody>
            <a:bodyPr anchorCtr="0" anchor="ctr" bIns="36000" lIns="0" spcFirstLastPara="1" rIns="0" wrap="square" tIns="36000">
              <a:noAutofit/>
            </a:bodyPr>
            <a:lstStyle/>
            <a:p>
              <a:pPr indent="0" lvl="0" marL="0" marR="0" rtl="0" algn="ctr">
                <a:lnSpc>
                  <a:spcPct val="100000"/>
                </a:lnSpc>
                <a:spcBef>
                  <a:spcPts val="0"/>
                </a:spcBef>
                <a:spcAft>
                  <a:spcPts val="0"/>
                </a:spcAft>
                <a:buClr>
                  <a:srgbClr val="000000"/>
                </a:buClr>
                <a:buSzPts val="1100"/>
                <a:buFont typeface="Arial"/>
                <a:buNone/>
              </a:pPr>
              <a:r>
                <a:rPr b="1" lang="es-419" sz="1200">
                  <a:latin typeface="Arvo"/>
                  <a:ea typeface="Arvo"/>
                  <a:cs typeface="Arvo"/>
                  <a:sym typeface="Arvo"/>
                </a:rPr>
                <a:t>Situación</a:t>
              </a:r>
              <a:endParaRPr b="1" i="0" sz="1200" u="none" cap="none" strike="noStrike">
                <a:solidFill>
                  <a:srgbClr val="000000"/>
                </a:solidFill>
                <a:latin typeface="Arvo"/>
                <a:ea typeface="Arvo"/>
                <a:cs typeface="Arvo"/>
                <a:sym typeface="Arvo"/>
              </a:endParaRPr>
            </a:p>
          </p:txBody>
        </p:sp>
        <p:sp>
          <p:nvSpPr>
            <p:cNvPr id="3209" name="Google Shape;3209;p51"/>
            <p:cNvSpPr/>
            <p:nvPr/>
          </p:nvSpPr>
          <p:spPr>
            <a:xfrm>
              <a:off x="2657914" y="1209498"/>
              <a:ext cx="1731600" cy="265800"/>
            </a:xfrm>
            <a:prstGeom prst="roundRect">
              <a:avLst>
                <a:gd fmla="val 16667" name="adj"/>
              </a:avLst>
            </a:prstGeom>
            <a:solidFill>
              <a:srgbClr val="D9EAD3"/>
            </a:solidFill>
            <a:ln>
              <a:noFill/>
            </a:ln>
            <a:effectLst>
              <a:outerShdw blurRad="57150" rotWithShape="0" algn="bl" dir="5400000" dist="19050">
                <a:srgbClr val="000000">
                  <a:alpha val="49800"/>
                </a:srgbClr>
              </a:outerShdw>
            </a:effectLst>
          </p:spPr>
          <p:txBody>
            <a:bodyPr anchorCtr="0" anchor="ctr" bIns="36000" lIns="0" spcFirstLastPara="1" rIns="0" wrap="square" tIns="36000">
              <a:noAutofit/>
            </a:bodyPr>
            <a:lstStyle/>
            <a:p>
              <a:pPr indent="0" lvl="0" marL="0" marR="0" rtl="0" algn="ctr">
                <a:lnSpc>
                  <a:spcPct val="100000"/>
                </a:lnSpc>
                <a:spcBef>
                  <a:spcPts val="0"/>
                </a:spcBef>
                <a:spcAft>
                  <a:spcPts val="0"/>
                </a:spcAft>
                <a:buClr>
                  <a:srgbClr val="000000"/>
                </a:buClr>
                <a:buSzPts val="1100"/>
                <a:buFont typeface="Arial"/>
                <a:buNone/>
              </a:pPr>
              <a:r>
                <a:rPr b="1" lang="es-419" sz="1200">
                  <a:latin typeface="Arvo"/>
                  <a:ea typeface="Arvo"/>
                  <a:cs typeface="Arvo"/>
                  <a:sym typeface="Arvo"/>
                </a:rPr>
                <a:t>Aceptable</a:t>
              </a:r>
              <a:endParaRPr b="1" i="0" sz="1200" u="none" cap="none" strike="noStrike">
                <a:solidFill>
                  <a:srgbClr val="000000"/>
                </a:solidFill>
                <a:latin typeface="Arvo"/>
                <a:ea typeface="Arvo"/>
                <a:cs typeface="Arvo"/>
                <a:sym typeface="Arvo"/>
              </a:endParaRPr>
            </a:p>
          </p:txBody>
        </p:sp>
        <p:sp>
          <p:nvSpPr>
            <p:cNvPr id="3210" name="Google Shape;3210;p51"/>
            <p:cNvSpPr/>
            <p:nvPr/>
          </p:nvSpPr>
          <p:spPr>
            <a:xfrm>
              <a:off x="6273346" y="887785"/>
              <a:ext cx="1731600" cy="596400"/>
            </a:xfrm>
            <a:prstGeom prst="roundRect">
              <a:avLst>
                <a:gd fmla="val 16667" name="adj"/>
              </a:avLst>
            </a:prstGeom>
            <a:solidFill>
              <a:srgbClr val="EAD1DC"/>
            </a:solidFill>
            <a:ln>
              <a:noFill/>
            </a:ln>
            <a:effectLst>
              <a:outerShdw blurRad="57150" rotWithShape="0" algn="bl" dir="5400000" dist="19050">
                <a:srgbClr val="000000">
                  <a:alpha val="49800"/>
                </a:srgbClr>
              </a:outerShdw>
            </a:effectLst>
          </p:spPr>
          <p:txBody>
            <a:bodyPr anchorCtr="0" anchor="ctr" bIns="36000" lIns="0" spcFirstLastPara="1" rIns="0" wrap="square" tIns="36000">
              <a:noAutofit/>
            </a:bodyPr>
            <a:lstStyle/>
            <a:p>
              <a:pPr indent="0" lvl="0" marL="0" marR="0" rtl="0" algn="ctr">
                <a:lnSpc>
                  <a:spcPct val="100000"/>
                </a:lnSpc>
                <a:spcBef>
                  <a:spcPts val="0"/>
                </a:spcBef>
                <a:spcAft>
                  <a:spcPts val="0"/>
                </a:spcAft>
                <a:buClr>
                  <a:srgbClr val="000000"/>
                </a:buClr>
                <a:buSzPts val="1100"/>
                <a:buFont typeface="Arial"/>
                <a:buNone/>
              </a:pPr>
              <a:r>
                <a:rPr b="1" lang="es-419" sz="1200">
                  <a:latin typeface="Arvo"/>
                  <a:ea typeface="Arvo"/>
                  <a:cs typeface="Arvo"/>
                  <a:sym typeface="Arvo"/>
                </a:rPr>
                <a:t>Problema</a:t>
              </a:r>
              <a:endParaRPr b="1" i="0" sz="1200" u="none" cap="none" strike="noStrike">
                <a:solidFill>
                  <a:srgbClr val="000000"/>
                </a:solidFill>
                <a:latin typeface="Arvo"/>
                <a:ea typeface="Arvo"/>
                <a:cs typeface="Arvo"/>
                <a:sym typeface="Arvo"/>
              </a:endParaRPr>
            </a:p>
          </p:txBody>
        </p:sp>
        <p:sp>
          <p:nvSpPr>
            <p:cNvPr id="3211" name="Google Shape;3211;p51"/>
            <p:cNvSpPr/>
            <p:nvPr/>
          </p:nvSpPr>
          <p:spPr>
            <a:xfrm>
              <a:off x="4472538" y="1209498"/>
              <a:ext cx="1731600" cy="265800"/>
            </a:xfrm>
            <a:prstGeom prst="roundRect">
              <a:avLst>
                <a:gd fmla="val 16667" name="adj"/>
              </a:avLst>
            </a:prstGeom>
            <a:solidFill>
              <a:srgbClr val="F4CCCC"/>
            </a:solidFill>
            <a:ln>
              <a:noFill/>
            </a:ln>
            <a:effectLst>
              <a:outerShdw blurRad="57150" rotWithShape="0" algn="bl" dir="5400000" dist="19050">
                <a:srgbClr val="000000">
                  <a:alpha val="49800"/>
                </a:srgbClr>
              </a:outerShdw>
            </a:effectLst>
          </p:spPr>
          <p:txBody>
            <a:bodyPr anchorCtr="0" anchor="ctr" bIns="36000" lIns="0" spcFirstLastPara="1" rIns="0" wrap="square" tIns="36000">
              <a:noAutofit/>
            </a:bodyPr>
            <a:lstStyle/>
            <a:p>
              <a:pPr indent="0" lvl="0" marL="0" marR="0" rtl="0" algn="ctr">
                <a:lnSpc>
                  <a:spcPct val="100000"/>
                </a:lnSpc>
                <a:spcBef>
                  <a:spcPts val="0"/>
                </a:spcBef>
                <a:spcAft>
                  <a:spcPts val="0"/>
                </a:spcAft>
                <a:buClr>
                  <a:srgbClr val="000000"/>
                </a:buClr>
                <a:buSzPts val="1100"/>
                <a:buFont typeface="Arial"/>
                <a:buNone/>
              </a:pPr>
              <a:r>
                <a:rPr b="1" lang="es-419" sz="1200">
                  <a:latin typeface="Arvo"/>
                  <a:ea typeface="Arvo"/>
                  <a:cs typeface="Arvo"/>
                  <a:sym typeface="Arvo"/>
                </a:rPr>
                <a:t>Actual</a:t>
              </a:r>
              <a:endParaRPr b="1" i="0" sz="1200" u="none" cap="none" strike="noStrike">
                <a:solidFill>
                  <a:srgbClr val="000000"/>
                </a:solidFill>
                <a:latin typeface="Arvo"/>
                <a:ea typeface="Arvo"/>
                <a:cs typeface="Arvo"/>
                <a:sym typeface="Arvo"/>
              </a:endParaRPr>
            </a:p>
          </p:txBody>
        </p:sp>
        <p:sp>
          <p:nvSpPr>
            <p:cNvPr id="3212" name="Google Shape;3212;p51"/>
            <p:cNvSpPr/>
            <p:nvPr/>
          </p:nvSpPr>
          <p:spPr>
            <a:xfrm>
              <a:off x="843586" y="887785"/>
              <a:ext cx="1731300" cy="596400"/>
            </a:xfrm>
            <a:prstGeom prst="roundRect">
              <a:avLst>
                <a:gd fmla="val 16667" name="adj"/>
              </a:avLst>
            </a:prstGeom>
            <a:solidFill>
              <a:srgbClr val="FFF2CC"/>
            </a:solidFill>
            <a:ln>
              <a:noFill/>
            </a:ln>
            <a:effectLst>
              <a:outerShdw blurRad="57150" rotWithShape="0" algn="bl" dir="5400000" dist="19050">
                <a:srgbClr val="000000">
                  <a:alpha val="49800"/>
                </a:srgbClr>
              </a:outerShdw>
            </a:effectLst>
          </p:spPr>
          <p:txBody>
            <a:bodyPr anchorCtr="0" anchor="ctr" bIns="36000" lIns="0" spcFirstLastPara="1" rIns="0" wrap="square" tIns="36000">
              <a:noAutofit/>
            </a:bodyPr>
            <a:lstStyle/>
            <a:p>
              <a:pPr indent="0" lvl="0" marL="0" marR="0" rtl="0" algn="ctr">
                <a:lnSpc>
                  <a:spcPct val="100000"/>
                </a:lnSpc>
                <a:spcBef>
                  <a:spcPts val="0"/>
                </a:spcBef>
                <a:spcAft>
                  <a:spcPts val="0"/>
                </a:spcAft>
                <a:buClr>
                  <a:srgbClr val="000000"/>
                </a:buClr>
                <a:buSzPts val="1100"/>
                <a:buFont typeface="Arial"/>
                <a:buNone/>
              </a:pPr>
              <a:r>
                <a:rPr b="1" lang="es-419" sz="1200">
                  <a:latin typeface="Arvo"/>
                  <a:ea typeface="Arvo"/>
                  <a:cs typeface="Arvo"/>
                  <a:sym typeface="Arvo"/>
                </a:rPr>
                <a:t>Causa</a:t>
              </a:r>
              <a:endParaRPr b="1" sz="1200">
                <a:latin typeface="Arvo"/>
                <a:ea typeface="Arvo"/>
                <a:cs typeface="Arvo"/>
                <a:sym typeface="Arvo"/>
              </a:endParaRPr>
            </a:p>
          </p:txBody>
        </p:sp>
        <p:sp>
          <p:nvSpPr>
            <p:cNvPr id="3213" name="Google Shape;3213;p51"/>
            <p:cNvSpPr/>
            <p:nvPr/>
          </p:nvSpPr>
          <p:spPr>
            <a:xfrm>
              <a:off x="276364" y="887785"/>
              <a:ext cx="484200" cy="596400"/>
            </a:xfrm>
            <a:prstGeom prst="roundRect">
              <a:avLst>
                <a:gd fmla="val 16667" name="adj"/>
              </a:avLst>
            </a:prstGeom>
            <a:solidFill>
              <a:srgbClr val="F3F3F3"/>
            </a:solidFill>
            <a:ln>
              <a:noFill/>
            </a:ln>
            <a:effectLst>
              <a:outerShdw blurRad="57150" rotWithShape="0" algn="bl" dir="5400000" dist="19050">
                <a:srgbClr val="000000">
                  <a:alpha val="49800"/>
                </a:srgbClr>
              </a:outerShdw>
            </a:effectLst>
          </p:spPr>
          <p:txBody>
            <a:bodyPr anchorCtr="0" anchor="ctr" bIns="36000" lIns="0" spcFirstLastPara="1" rIns="0" wrap="square" tIns="36000">
              <a:noAutofit/>
            </a:bodyPr>
            <a:lstStyle/>
            <a:p>
              <a:pPr indent="0" lvl="0" marL="0" marR="0" rtl="0" algn="ctr">
                <a:lnSpc>
                  <a:spcPct val="100000"/>
                </a:lnSpc>
                <a:spcBef>
                  <a:spcPts val="0"/>
                </a:spcBef>
                <a:spcAft>
                  <a:spcPts val="0"/>
                </a:spcAft>
                <a:buClr>
                  <a:srgbClr val="000000"/>
                </a:buClr>
                <a:buSzPts val="1100"/>
                <a:buFont typeface="Arial"/>
                <a:buNone/>
              </a:pPr>
              <a:r>
                <a:rPr b="1" lang="es-419" sz="1200">
                  <a:latin typeface="Arvo"/>
                  <a:ea typeface="Arvo"/>
                  <a:cs typeface="Arvo"/>
                  <a:sym typeface="Arvo"/>
                </a:rPr>
                <a:t>#</a:t>
              </a:r>
              <a:endParaRPr b="1" i="0" sz="1200" u="none" cap="none" strike="noStrike">
                <a:solidFill>
                  <a:srgbClr val="000000"/>
                </a:solidFill>
                <a:latin typeface="Arvo"/>
                <a:ea typeface="Arvo"/>
                <a:cs typeface="Arvo"/>
                <a:sym typeface="Arvo"/>
              </a:endParaRPr>
            </a:p>
          </p:txBody>
        </p:sp>
        <p:sp>
          <p:nvSpPr>
            <p:cNvPr id="3214" name="Google Shape;3214;p51"/>
            <p:cNvSpPr/>
            <p:nvPr/>
          </p:nvSpPr>
          <p:spPr>
            <a:xfrm>
              <a:off x="8074128" y="887785"/>
              <a:ext cx="1731600" cy="596400"/>
            </a:xfrm>
            <a:prstGeom prst="roundRect">
              <a:avLst>
                <a:gd fmla="val 16667" name="adj"/>
              </a:avLst>
            </a:prstGeom>
            <a:solidFill>
              <a:srgbClr val="CFE2F3"/>
            </a:solidFill>
            <a:ln>
              <a:noFill/>
            </a:ln>
            <a:effectLst>
              <a:outerShdw blurRad="57150" rotWithShape="0" algn="bl" dir="5400000" dist="19050">
                <a:srgbClr val="000000">
                  <a:alpha val="49800"/>
                </a:srgbClr>
              </a:outerShdw>
            </a:effectLst>
          </p:spPr>
          <p:txBody>
            <a:bodyPr anchorCtr="0" anchor="ctr" bIns="36000" lIns="0" spcFirstLastPara="1" rIns="0" wrap="square" tIns="36000">
              <a:noAutofit/>
            </a:bodyPr>
            <a:lstStyle/>
            <a:p>
              <a:pPr indent="0" lvl="0" marL="0" marR="0" rtl="0" algn="ctr">
                <a:lnSpc>
                  <a:spcPct val="100000"/>
                </a:lnSpc>
                <a:spcBef>
                  <a:spcPts val="0"/>
                </a:spcBef>
                <a:spcAft>
                  <a:spcPts val="0"/>
                </a:spcAft>
                <a:buClr>
                  <a:srgbClr val="000000"/>
                </a:buClr>
                <a:buSzPts val="1100"/>
                <a:buFont typeface="Arial"/>
                <a:buNone/>
              </a:pPr>
              <a:r>
                <a:rPr b="1" lang="es-419" sz="1200">
                  <a:latin typeface="Arvo"/>
                  <a:ea typeface="Arvo"/>
                  <a:cs typeface="Arvo"/>
                  <a:sym typeface="Arvo"/>
                </a:rPr>
                <a:t>Efecto</a:t>
              </a:r>
              <a:endParaRPr b="1" sz="1200">
                <a:latin typeface="Arvo"/>
                <a:ea typeface="Arvo"/>
                <a:cs typeface="Arvo"/>
                <a:sym typeface="Arvo"/>
              </a:endParaRPr>
            </a:p>
          </p:txBody>
        </p:sp>
      </p:grpSp>
      <p:grpSp>
        <p:nvGrpSpPr>
          <p:cNvPr id="3215" name="Google Shape;3215;p51"/>
          <p:cNvGrpSpPr/>
          <p:nvPr/>
        </p:nvGrpSpPr>
        <p:grpSpPr>
          <a:xfrm>
            <a:off x="274200" y="1581909"/>
            <a:ext cx="9531600" cy="561583"/>
            <a:chOff x="274200" y="1663702"/>
            <a:chExt cx="9531600" cy="900550"/>
          </a:xfrm>
        </p:grpSpPr>
        <p:sp>
          <p:nvSpPr>
            <p:cNvPr id="3216" name="Google Shape;3216;p51"/>
            <p:cNvSpPr/>
            <p:nvPr/>
          </p:nvSpPr>
          <p:spPr>
            <a:xfrm>
              <a:off x="274200" y="1663702"/>
              <a:ext cx="9531600" cy="9000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600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t/>
              </a:r>
              <a:endParaRPr b="1" i="0" sz="1800" u="none" cap="none" strike="noStrike">
                <a:solidFill>
                  <a:srgbClr val="000000"/>
                </a:solidFill>
                <a:latin typeface="Roboto"/>
                <a:ea typeface="Roboto"/>
                <a:cs typeface="Roboto"/>
                <a:sym typeface="Roboto"/>
              </a:endParaRPr>
            </a:p>
          </p:txBody>
        </p:sp>
        <p:cxnSp>
          <p:nvCxnSpPr>
            <p:cNvPr id="3217" name="Google Shape;3217;p51"/>
            <p:cNvCxnSpPr/>
            <p:nvPr/>
          </p:nvCxnSpPr>
          <p:spPr>
            <a:xfrm>
              <a:off x="805925" y="1664552"/>
              <a:ext cx="0" cy="899700"/>
            </a:xfrm>
            <a:prstGeom prst="straightConnector1">
              <a:avLst/>
            </a:prstGeom>
            <a:noFill/>
            <a:ln cap="flat" cmpd="sng" w="28575">
              <a:solidFill>
                <a:srgbClr val="D9D9D9"/>
              </a:solidFill>
              <a:prstDash val="solid"/>
              <a:round/>
              <a:headEnd len="sm" w="sm" type="none"/>
              <a:tailEnd len="sm" w="sm" type="none"/>
            </a:ln>
          </p:spPr>
        </p:cxnSp>
        <p:cxnSp>
          <p:nvCxnSpPr>
            <p:cNvPr id="3218" name="Google Shape;3218;p51"/>
            <p:cNvCxnSpPr/>
            <p:nvPr/>
          </p:nvCxnSpPr>
          <p:spPr>
            <a:xfrm>
              <a:off x="2607089" y="1664552"/>
              <a:ext cx="0" cy="899700"/>
            </a:xfrm>
            <a:prstGeom prst="straightConnector1">
              <a:avLst/>
            </a:prstGeom>
            <a:noFill/>
            <a:ln cap="flat" cmpd="sng" w="28575">
              <a:solidFill>
                <a:srgbClr val="D9D9D9"/>
              </a:solidFill>
              <a:prstDash val="solid"/>
              <a:round/>
              <a:headEnd len="sm" w="sm" type="none"/>
              <a:tailEnd len="sm" w="sm" type="none"/>
            </a:ln>
          </p:spPr>
        </p:cxnSp>
        <p:cxnSp>
          <p:nvCxnSpPr>
            <p:cNvPr id="3219" name="Google Shape;3219;p51"/>
            <p:cNvCxnSpPr/>
            <p:nvPr/>
          </p:nvCxnSpPr>
          <p:spPr>
            <a:xfrm>
              <a:off x="4429180" y="1664552"/>
              <a:ext cx="0" cy="899700"/>
            </a:xfrm>
            <a:prstGeom prst="straightConnector1">
              <a:avLst/>
            </a:prstGeom>
            <a:noFill/>
            <a:ln cap="flat" cmpd="sng" w="28575">
              <a:solidFill>
                <a:srgbClr val="B7B7B7"/>
              </a:solidFill>
              <a:prstDash val="solid"/>
              <a:round/>
              <a:headEnd len="sm" w="sm" type="none"/>
              <a:tailEnd len="sm" w="sm" type="none"/>
            </a:ln>
          </p:spPr>
        </p:cxnSp>
        <p:cxnSp>
          <p:nvCxnSpPr>
            <p:cNvPr id="3220" name="Google Shape;3220;p51"/>
            <p:cNvCxnSpPr/>
            <p:nvPr/>
          </p:nvCxnSpPr>
          <p:spPr>
            <a:xfrm>
              <a:off x="6237052" y="1664552"/>
              <a:ext cx="0" cy="899700"/>
            </a:xfrm>
            <a:prstGeom prst="straightConnector1">
              <a:avLst/>
            </a:prstGeom>
            <a:noFill/>
            <a:ln cap="flat" cmpd="sng" w="28575">
              <a:solidFill>
                <a:srgbClr val="D9D9D9"/>
              </a:solidFill>
              <a:prstDash val="solid"/>
              <a:round/>
              <a:headEnd len="sm" w="sm" type="none"/>
              <a:tailEnd len="sm" w="sm" type="none"/>
            </a:ln>
          </p:spPr>
        </p:cxnSp>
        <p:cxnSp>
          <p:nvCxnSpPr>
            <p:cNvPr id="3221" name="Google Shape;3221;p51"/>
            <p:cNvCxnSpPr/>
            <p:nvPr/>
          </p:nvCxnSpPr>
          <p:spPr>
            <a:xfrm>
              <a:off x="8031107" y="1664552"/>
              <a:ext cx="0" cy="899700"/>
            </a:xfrm>
            <a:prstGeom prst="straightConnector1">
              <a:avLst/>
            </a:prstGeom>
            <a:noFill/>
            <a:ln cap="flat" cmpd="sng" w="28575">
              <a:solidFill>
                <a:srgbClr val="D9D9D9"/>
              </a:solidFill>
              <a:prstDash val="solid"/>
              <a:round/>
              <a:headEnd len="sm" w="sm" type="none"/>
              <a:tailEnd len="sm" w="sm" type="none"/>
            </a:ln>
          </p:spPr>
        </p:cxnSp>
        <p:sp>
          <p:nvSpPr>
            <p:cNvPr id="3222" name="Google Shape;3222;p51"/>
            <p:cNvSpPr/>
            <p:nvPr/>
          </p:nvSpPr>
          <p:spPr>
            <a:xfrm>
              <a:off x="2627447" y="1670375"/>
              <a:ext cx="1782000" cy="893400"/>
            </a:xfrm>
            <a:prstGeom prst="rect">
              <a:avLst/>
            </a:prstGeom>
            <a:solidFill>
              <a:srgbClr val="D9EAD3"/>
            </a:solidFill>
            <a:ln cap="flat" cmpd="sng" w="9525">
              <a:solidFill>
                <a:srgbClr val="D9EA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3" name="Google Shape;3223;p51"/>
            <p:cNvSpPr/>
            <p:nvPr/>
          </p:nvSpPr>
          <p:spPr>
            <a:xfrm>
              <a:off x="4450520" y="1670375"/>
              <a:ext cx="1764000" cy="893400"/>
            </a:xfrm>
            <a:prstGeom prst="rect">
              <a:avLst/>
            </a:prstGeom>
            <a:solidFill>
              <a:srgbClr val="F4CCCC"/>
            </a:solidFill>
            <a:ln cap="flat" cmpd="sng" w="9525">
              <a:solidFill>
                <a:srgbClr val="F4CCC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24" name="Google Shape;3224;p51"/>
          <p:cNvGrpSpPr/>
          <p:nvPr/>
        </p:nvGrpSpPr>
        <p:grpSpPr>
          <a:xfrm>
            <a:off x="274200" y="2878041"/>
            <a:ext cx="9531600" cy="561583"/>
            <a:chOff x="274200" y="1663702"/>
            <a:chExt cx="9531600" cy="900550"/>
          </a:xfrm>
        </p:grpSpPr>
        <p:sp>
          <p:nvSpPr>
            <p:cNvPr id="3225" name="Google Shape;3225;p51"/>
            <p:cNvSpPr/>
            <p:nvPr/>
          </p:nvSpPr>
          <p:spPr>
            <a:xfrm>
              <a:off x="274200" y="1663702"/>
              <a:ext cx="9531600" cy="9000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600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t/>
              </a:r>
              <a:endParaRPr b="1" i="0" sz="1800" u="none" cap="none" strike="noStrike">
                <a:solidFill>
                  <a:srgbClr val="000000"/>
                </a:solidFill>
                <a:latin typeface="Roboto"/>
                <a:ea typeface="Roboto"/>
                <a:cs typeface="Roboto"/>
                <a:sym typeface="Roboto"/>
              </a:endParaRPr>
            </a:p>
          </p:txBody>
        </p:sp>
        <p:cxnSp>
          <p:nvCxnSpPr>
            <p:cNvPr id="3226" name="Google Shape;3226;p51"/>
            <p:cNvCxnSpPr/>
            <p:nvPr/>
          </p:nvCxnSpPr>
          <p:spPr>
            <a:xfrm>
              <a:off x="805925" y="1664552"/>
              <a:ext cx="0" cy="899700"/>
            </a:xfrm>
            <a:prstGeom prst="straightConnector1">
              <a:avLst/>
            </a:prstGeom>
            <a:noFill/>
            <a:ln cap="flat" cmpd="sng" w="28575">
              <a:solidFill>
                <a:srgbClr val="D9D9D9"/>
              </a:solidFill>
              <a:prstDash val="solid"/>
              <a:round/>
              <a:headEnd len="sm" w="sm" type="none"/>
              <a:tailEnd len="sm" w="sm" type="none"/>
            </a:ln>
          </p:spPr>
        </p:cxnSp>
        <p:cxnSp>
          <p:nvCxnSpPr>
            <p:cNvPr id="3227" name="Google Shape;3227;p51"/>
            <p:cNvCxnSpPr/>
            <p:nvPr/>
          </p:nvCxnSpPr>
          <p:spPr>
            <a:xfrm>
              <a:off x="2607089" y="1664552"/>
              <a:ext cx="0" cy="899700"/>
            </a:xfrm>
            <a:prstGeom prst="straightConnector1">
              <a:avLst/>
            </a:prstGeom>
            <a:noFill/>
            <a:ln cap="flat" cmpd="sng" w="28575">
              <a:solidFill>
                <a:srgbClr val="D9D9D9"/>
              </a:solidFill>
              <a:prstDash val="solid"/>
              <a:round/>
              <a:headEnd len="sm" w="sm" type="none"/>
              <a:tailEnd len="sm" w="sm" type="none"/>
            </a:ln>
          </p:spPr>
        </p:cxnSp>
        <p:cxnSp>
          <p:nvCxnSpPr>
            <p:cNvPr id="3228" name="Google Shape;3228;p51"/>
            <p:cNvCxnSpPr/>
            <p:nvPr/>
          </p:nvCxnSpPr>
          <p:spPr>
            <a:xfrm>
              <a:off x="4429180" y="1664552"/>
              <a:ext cx="0" cy="899700"/>
            </a:xfrm>
            <a:prstGeom prst="straightConnector1">
              <a:avLst/>
            </a:prstGeom>
            <a:noFill/>
            <a:ln cap="flat" cmpd="sng" w="28575">
              <a:solidFill>
                <a:srgbClr val="B7B7B7"/>
              </a:solidFill>
              <a:prstDash val="solid"/>
              <a:round/>
              <a:headEnd len="sm" w="sm" type="none"/>
              <a:tailEnd len="sm" w="sm" type="none"/>
            </a:ln>
          </p:spPr>
        </p:cxnSp>
        <p:cxnSp>
          <p:nvCxnSpPr>
            <p:cNvPr id="3229" name="Google Shape;3229;p51"/>
            <p:cNvCxnSpPr/>
            <p:nvPr/>
          </p:nvCxnSpPr>
          <p:spPr>
            <a:xfrm>
              <a:off x="6237052" y="1664552"/>
              <a:ext cx="0" cy="899700"/>
            </a:xfrm>
            <a:prstGeom prst="straightConnector1">
              <a:avLst/>
            </a:prstGeom>
            <a:noFill/>
            <a:ln cap="flat" cmpd="sng" w="28575">
              <a:solidFill>
                <a:srgbClr val="D9D9D9"/>
              </a:solidFill>
              <a:prstDash val="solid"/>
              <a:round/>
              <a:headEnd len="sm" w="sm" type="none"/>
              <a:tailEnd len="sm" w="sm" type="none"/>
            </a:ln>
          </p:spPr>
        </p:cxnSp>
        <p:cxnSp>
          <p:nvCxnSpPr>
            <p:cNvPr id="3230" name="Google Shape;3230;p51"/>
            <p:cNvCxnSpPr/>
            <p:nvPr/>
          </p:nvCxnSpPr>
          <p:spPr>
            <a:xfrm>
              <a:off x="8031107" y="1664552"/>
              <a:ext cx="0" cy="899700"/>
            </a:xfrm>
            <a:prstGeom prst="straightConnector1">
              <a:avLst/>
            </a:prstGeom>
            <a:noFill/>
            <a:ln cap="flat" cmpd="sng" w="28575">
              <a:solidFill>
                <a:srgbClr val="D9D9D9"/>
              </a:solidFill>
              <a:prstDash val="solid"/>
              <a:round/>
              <a:headEnd len="sm" w="sm" type="none"/>
              <a:tailEnd len="sm" w="sm" type="none"/>
            </a:ln>
          </p:spPr>
        </p:cxnSp>
        <p:sp>
          <p:nvSpPr>
            <p:cNvPr id="3231" name="Google Shape;3231;p51"/>
            <p:cNvSpPr/>
            <p:nvPr/>
          </p:nvSpPr>
          <p:spPr>
            <a:xfrm>
              <a:off x="2627447" y="1670375"/>
              <a:ext cx="1782000" cy="893400"/>
            </a:xfrm>
            <a:prstGeom prst="rect">
              <a:avLst/>
            </a:prstGeom>
            <a:solidFill>
              <a:srgbClr val="D9EAD3"/>
            </a:solidFill>
            <a:ln cap="flat" cmpd="sng" w="9525">
              <a:solidFill>
                <a:srgbClr val="D9EA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2" name="Google Shape;3232;p51"/>
            <p:cNvSpPr/>
            <p:nvPr/>
          </p:nvSpPr>
          <p:spPr>
            <a:xfrm>
              <a:off x="4450520" y="1670375"/>
              <a:ext cx="1764000" cy="893400"/>
            </a:xfrm>
            <a:prstGeom prst="rect">
              <a:avLst/>
            </a:prstGeom>
            <a:solidFill>
              <a:srgbClr val="F4CCCC"/>
            </a:solidFill>
            <a:ln cap="flat" cmpd="sng" w="9525">
              <a:solidFill>
                <a:srgbClr val="F4CCC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33" name="Google Shape;3233;p51"/>
          <p:cNvGrpSpPr/>
          <p:nvPr/>
        </p:nvGrpSpPr>
        <p:grpSpPr>
          <a:xfrm>
            <a:off x="274200" y="3526110"/>
            <a:ext cx="9531600" cy="561583"/>
            <a:chOff x="274200" y="1663702"/>
            <a:chExt cx="9531600" cy="900550"/>
          </a:xfrm>
        </p:grpSpPr>
        <p:sp>
          <p:nvSpPr>
            <p:cNvPr id="3234" name="Google Shape;3234;p51"/>
            <p:cNvSpPr/>
            <p:nvPr/>
          </p:nvSpPr>
          <p:spPr>
            <a:xfrm>
              <a:off x="274200" y="1663702"/>
              <a:ext cx="9531600" cy="9000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600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t/>
              </a:r>
              <a:endParaRPr b="1" i="0" sz="1800" u="none" cap="none" strike="noStrike">
                <a:solidFill>
                  <a:srgbClr val="000000"/>
                </a:solidFill>
                <a:latin typeface="Roboto"/>
                <a:ea typeface="Roboto"/>
                <a:cs typeface="Roboto"/>
                <a:sym typeface="Roboto"/>
              </a:endParaRPr>
            </a:p>
          </p:txBody>
        </p:sp>
        <p:cxnSp>
          <p:nvCxnSpPr>
            <p:cNvPr id="3235" name="Google Shape;3235;p51"/>
            <p:cNvCxnSpPr/>
            <p:nvPr/>
          </p:nvCxnSpPr>
          <p:spPr>
            <a:xfrm>
              <a:off x="805925" y="1664552"/>
              <a:ext cx="0" cy="899700"/>
            </a:xfrm>
            <a:prstGeom prst="straightConnector1">
              <a:avLst/>
            </a:prstGeom>
            <a:noFill/>
            <a:ln cap="flat" cmpd="sng" w="28575">
              <a:solidFill>
                <a:srgbClr val="D9D9D9"/>
              </a:solidFill>
              <a:prstDash val="solid"/>
              <a:round/>
              <a:headEnd len="sm" w="sm" type="none"/>
              <a:tailEnd len="sm" w="sm" type="none"/>
            </a:ln>
          </p:spPr>
        </p:cxnSp>
        <p:cxnSp>
          <p:nvCxnSpPr>
            <p:cNvPr id="3236" name="Google Shape;3236;p51"/>
            <p:cNvCxnSpPr/>
            <p:nvPr/>
          </p:nvCxnSpPr>
          <p:spPr>
            <a:xfrm>
              <a:off x="2607089" y="1664552"/>
              <a:ext cx="0" cy="899700"/>
            </a:xfrm>
            <a:prstGeom prst="straightConnector1">
              <a:avLst/>
            </a:prstGeom>
            <a:noFill/>
            <a:ln cap="flat" cmpd="sng" w="28575">
              <a:solidFill>
                <a:srgbClr val="D9D9D9"/>
              </a:solidFill>
              <a:prstDash val="solid"/>
              <a:round/>
              <a:headEnd len="sm" w="sm" type="none"/>
              <a:tailEnd len="sm" w="sm" type="none"/>
            </a:ln>
          </p:spPr>
        </p:cxnSp>
        <p:cxnSp>
          <p:nvCxnSpPr>
            <p:cNvPr id="3237" name="Google Shape;3237;p51"/>
            <p:cNvCxnSpPr/>
            <p:nvPr/>
          </p:nvCxnSpPr>
          <p:spPr>
            <a:xfrm>
              <a:off x="4429180" y="1664552"/>
              <a:ext cx="0" cy="899700"/>
            </a:xfrm>
            <a:prstGeom prst="straightConnector1">
              <a:avLst/>
            </a:prstGeom>
            <a:noFill/>
            <a:ln cap="flat" cmpd="sng" w="28575">
              <a:solidFill>
                <a:srgbClr val="B7B7B7"/>
              </a:solidFill>
              <a:prstDash val="solid"/>
              <a:round/>
              <a:headEnd len="sm" w="sm" type="none"/>
              <a:tailEnd len="sm" w="sm" type="none"/>
            </a:ln>
          </p:spPr>
        </p:cxnSp>
        <p:cxnSp>
          <p:nvCxnSpPr>
            <p:cNvPr id="3238" name="Google Shape;3238;p51"/>
            <p:cNvCxnSpPr/>
            <p:nvPr/>
          </p:nvCxnSpPr>
          <p:spPr>
            <a:xfrm>
              <a:off x="6237052" y="1664552"/>
              <a:ext cx="0" cy="899700"/>
            </a:xfrm>
            <a:prstGeom prst="straightConnector1">
              <a:avLst/>
            </a:prstGeom>
            <a:noFill/>
            <a:ln cap="flat" cmpd="sng" w="28575">
              <a:solidFill>
                <a:srgbClr val="D9D9D9"/>
              </a:solidFill>
              <a:prstDash val="solid"/>
              <a:round/>
              <a:headEnd len="sm" w="sm" type="none"/>
              <a:tailEnd len="sm" w="sm" type="none"/>
            </a:ln>
          </p:spPr>
        </p:cxnSp>
        <p:cxnSp>
          <p:nvCxnSpPr>
            <p:cNvPr id="3239" name="Google Shape;3239;p51"/>
            <p:cNvCxnSpPr/>
            <p:nvPr/>
          </p:nvCxnSpPr>
          <p:spPr>
            <a:xfrm>
              <a:off x="8031107" y="1664552"/>
              <a:ext cx="0" cy="899700"/>
            </a:xfrm>
            <a:prstGeom prst="straightConnector1">
              <a:avLst/>
            </a:prstGeom>
            <a:noFill/>
            <a:ln cap="flat" cmpd="sng" w="28575">
              <a:solidFill>
                <a:srgbClr val="D9D9D9"/>
              </a:solidFill>
              <a:prstDash val="solid"/>
              <a:round/>
              <a:headEnd len="sm" w="sm" type="none"/>
              <a:tailEnd len="sm" w="sm" type="none"/>
            </a:ln>
          </p:spPr>
        </p:cxnSp>
        <p:sp>
          <p:nvSpPr>
            <p:cNvPr id="3240" name="Google Shape;3240;p51"/>
            <p:cNvSpPr/>
            <p:nvPr/>
          </p:nvSpPr>
          <p:spPr>
            <a:xfrm>
              <a:off x="2627447" y="1670375"/>
              <a:ext cx="1782000" cy="893400"/>
            </a:xfrm>
            <a:prstGeom prst="rect">
              <a:avLst/>
            </a:prstGeom>
            <a:solidFill>
              <a:srgbClr val="D9EAD3"/>
            </a:solidFill>
            <a:ln cap="flat" cmpd="sng" w="9525">
              <a:solidFill>
                <a:srgbClr val="D9EA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1" name="Google Shape;3241;p51"/>
            <p:cNvSpPr/>
            <p:nvPr/>
          </p:nvSpPr>
          <p:spPr>
            <a:xfrm>
              <a:off x="4450520" y="1670375"/>
              <a:ext cx="1764000" cy="893400"/>
            </a:xfrm>
            <a:prstGeom prst="rect">
              <a:avLst/>
            </a:prstGeom>
            <a:solidFill>
              <a:srgbClr val="F4CCCC"/>
            </a:solidFill>
            <a:ln cap="flat" cmpd="sng" w="9525">
              <a:solidFill>
                <a:srgbClr val="F4CCC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42" name="Google Shape;3242;p51"/>
          <p:cNvGrpSpPr/>
          <p:nvPr/>
        </p:nvGrpSpPr>
        <p:grpSpPr>
          <a:xfrm>
            <a:off x="274200" y="4174179"/>
            <a:ext cx="9531600" cy="561583"/>
            <a:chOff x="274200" y="1663702"/>
            <a:chExt cx="9531600" cy="900550"/>
          </a:xfrm>
        </p:grpSpPr>
        <p:sp>
          <p:nvSpPr>
            <p:cNvPr id="3243" name="Google Shape;3243;p51"/>
            <p:cNvSpPr/>
            <p:nvPr/>
          </p:nvSpPr>
          <p:spPr>
            <a:xfrm>
              <a:off x="274200" y="1663702"/>
              <a:ext cx="9531600" cy="9000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600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t/>
              </a:r>
              <a:endParaRPr b="1" i="0" sz="1800" u="none" cap="none" strike="noStrike">
                <a:solidFill>
                  <a:srgbClr val="000000"/>
                </a:solidFill>
                <a:latin typeface="Roboto"/>
                <a:ea typeface="Roboto"/>
                <a:cs typeface="Roboto"/>
                <a:sym typeface="Roboto"/>
              </a:endParaRPr>
            </a:p>
          </p:txBody>
        </p:sp>
        <p:cxnSp>
          <p:nvCxnSpPr>
            <p:cNvPr id="3244" name="Google Shape;3244;p51"/>
            <p:cNvCxnSpPr/>
            <p:nvPr/>
          </p:nvCxnSpPr>
          <p:spPr>
            <a:xfrm>
              <a:off x="805925" y="1664552"/>
              <a:ext cx="0" cy="899700"/>
            </a:xfrm>
            <a:prstGeom prst="straightConnector1">
              <a:avLst/>
            </a:prstGeom>
            <a:noFill/>
            <a:ln cap="flat" cmpd="sng" w="28575">
              <a:solidFill>
                <a:srgbClr val="D9D9D9"/>
              </a:solidFill>
              <a:prstDash val="solid"/>
              <a:round/>
              <a:headEnd len="sm" w="sm" type="none"/>
              <a:tailEnd len="sm" w="sm" type="none"/>
            </a:ln>
          </p:spPr>
        </p:cxnSp>
        <p:cxnSp>
          <p:nvCxnSpPr>
            <p:cNvPr id="3245" name="Google Shape;3245;p51"/>
            <p:cNvCxnSpPr/>
            <p:nvPr/>
          </p:nvCxnSpPr>
          <p:spPr>
            <a:xfrm>
              <a:off x="2607089" y="1664552"/>
              <a:ext cx="0" cy="899700"/>
            </a:xfrm>
            <a:prstGeom prst="straightConnector1">
              <a:avLst/>
            </a:prstGeom>
            <a:noFill/>
            <a:ln cap="flat" cmpd="sng" w="28575">
              <a:solidFill>
                <a:srgbClr val="D9D9D9"/>
              </a:solidFill>
              <a:prstDash val="solid"/>
              <a:round/>
              <a:headEnd len="sm" w="sm" type="none"/>
              <a:tailEnd len="sm" w="sm" type="none"/>
            </a:ln>
          </p:spPr>
        </p:cxnSp>
        <p:cxnSp>
          <p:nvCxnSpPr>
            <p:cNvPr id="3246" name="Google Shape;3246;p51"/>
            <p:cNvCxnSpPr/>
            <p:nvPr/>
          </p:nvCxnSpPr>
          <p:spPr>
            <a:xfrm>
              <a:off x="4429180" y="1664552"/>
              <a:ext cx="0" cy="899700"/>
            </a:xfrm>
            <a:prstGeom prst="straightConnector1">
              <a:avLst/>
            </a:prstGeom>
            <a:noFill/>
            <a:ln cap="flat" cmpd="sng" w="28575">
              <a:solidFill>
                <a:srgbClr val="B7B7B7"/>
              </a:solidFill>
              <a:prstDash val="solid"/>
              <a:round/>
              <a:headEnd len="sm" w="sm" type="none"/>
              <a:tailEnd len="sm" w="sm" type="none"/>
            </a:ln>
          </p:spPr>
        </p:cxnSp>
        <p:cxnSp>
          <p:nvCxnSpPr>
            <p:cNvPr id="3247" name="Google Shape;3247;p51"/>
            <p:cNvCxnSpPr/>
            <p:nvPr/>
          </p:nvCxnSpPr>
          <p:spPr>
            <a:xfrm>
              <a:off x="6237052" y="1664552"/>
              <a:ext cx="0" cy="899700"/>
            </a:xfrm>
            <a:prstGeom prst="straightConnector1">
              <a:avLst/>
            </a:prstGeom>
            <a:noFill/>
            <a:ln cap="flat" cmpd="sng" w="28575">
              <a:solidFill>
                <a:srgbClr val="D9D9D9"/>
              </a:solidFill>
              <a:prstDash val="solid"/>
              <a:round/>
              <a:headEnd len="sm" w="sm" type="none"/>
              <a:tailEnd len="sm" w="sm" type="none"/>
            </a:ln>
          </p:spPr>
        </p:cxnSp>
        <p:cxnSp>
          <p:nvCxnSpPr>
            <p:cNvPr id="3248" name="Google Shape;3248;p51"/>
            <p:cNvCxnSpPr/>
            <p:nvPr/>
          </p:nvCxnSpPr>
          <p:spPr>
            <a:xfrm>
              <a:off x="8031107" y="1664552"/>
              <a:ext cx="0" cy="899700"/>
            </a:xfrm>
            <a:prstGeom prst="straightConnector1">
              <a:avLst/>
            </a:prstGeom>
            <a:noFill/>
            <a:ln cap="flat" cmpd="sng" w="28575">
              <a:solidFill>
                <a:srgbClr val="D9D9D9"/>
              </a:solidFill>
              <a:prstDash val="solid"/>
              <a:round/>
              <a:headEnd len="sm" w="sm" type="none"/>
              <a:tailEnd len="sm" w="sm" type="none"/>
            </a:ln>
          </p:spPr>
        </p:cxnSp>
        <p:sp>
          <p:nvSpPr>
            <p:cNvPr id="3249" name="Google Shape;3249;p51"/>
            <p:cNvSpPr/>
            <p:nvPr/>
          </p:nvSpPr>
          <p:spPr>
            <a:xfrm>
              <a:off x="2627447" y="1670375"/>
              <a:ext cx="1782000" cy="893400"/>
            </a:xfrm>
            <a:prstGeom prst="rect">
              <a:avLst/>
            </a:prstGeom>
            <a:solidFill>
              <a:srgbClr val="D9EAD3"/>
            </a:solidFill>
            <a:ln cap="flat" cmpd="sng" w="9525">
              <a:solidFill>
                <a:srgbClr val="D9EA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0" name="Google Shape;3250;p51"/>
            <p:cNvSpPr/>
            <p:nvPr/>
          </p:nvSpPr>
          <p:spPr>
            <a:xfrm>
              <a:off x="4450520" y="1670375"/>
              <a:ext cx="1764000" cy="893400"/>
            </a:xfrm>
            <a:prstGeom prst="rect">
              <a:avLst/>
            </a:prstGeom>
            <a:solidFill>
              <a:srgbClr val="F4CCCC"/>
            </a:solidFill>
            <a:ln cap="flat" cmpd="sng" w="9525">
              <a:solidFill>
                <a:srgbClr val="F4CCC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251" name="Google Shape;3251;p51"/>
          <p:cNvSpPr txBox="1"/>
          <p:nvPr>
            <p:ph idx="1" type="subTitle"/>
          </p:nvPr>
        </p:nvSpPr>
        <p:spPr>
          <a:xfrm>
            <a:off x="832100" y="1581903"/>
            <a:ext cx="1750500" cy="5616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3252" name="Google Shape;3252;p51"/>
          <p:cNvSpPr txBox="1"/>
          <p:nvPr>
            <p:ph idx="2" type="subTitle"/>
          </p:nvPr>
        </p:nvSpPr>
        <p:spPr>
          <a:xfrm>
            <a:off x="2631411" y="1581903"/>
            <a:ext cx="1771500" cy="5616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3253" name="Google Shape;3253;p51"/>
          <p:cNvSpPr txBox="1"/>
          <p:nvPr>
            <p:ph idx="3" type="subTitle"/>
          </p:nvPr>
        </p:nvSpPr>
        <p:spPr>
          <a:xfrm>
            <a:off x="4460203" y="1581903"/>
            <a:ext cx="1750500" cy="5616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3254" name="Google Shape;3254;p51"/>
          <p:cNvSpPr txBox="1"/>
          <p:nvPr>
            <p:ph idx="4" type="subTitle"/>
          </p:nvPr>
        </p:nvSpPr>
        <p:spPr>
          <a:xfrm>
            <a:off x="6269339" y="1581903"/>
            <a:ext cx="1731300" cy="5616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3255" name="Google Shape;3255;p51"/>
          <p:cNvSpPr txBox="1"/>
          <p:nvPr>
            <p:ph idx="5" type="subTitle"/>
          </p:nvPr>
        </p:nvSpPr>
        <p:spPr>
          <a:xfrm>
            <a:off x="8053914" y="1581903"/>
            <a:ext cx="1731300" cy="5616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grpSp>
        <p:nvGrpSpPr>
          <p:cNvPr id="3256" name="Google Shape;3256;p51"/>
          <p:cNvGrpSpPr/>
          <p:nvPr/>
        </p:nvGrpSpPr>
        <p:grpSpPr>
          <a:xfrm>
            <a:off x="274200" y="2229971"/>
            <a:ext cx="9531600" cy="561583"/>
            <a:chOff x="274200" y="1663702"/>
            <a:chExt cx="9531600" cy="900550"/>
          </a:xfrm>
        </p:grpSpPr>
        <p:sp>
          <p:nvSpPr>
            <p:cNvPr id="3257" name="Google Shape;3257;p51"/>
            <p:cNvSpPr/>
            <p:nvPr/>
          </p:nvSpPr>
          <p:spPr>
            <a:xfrm>
              <a:off x="274200" y="1663702"/>
              <a:ext cx="9531600" cy="9000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600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t/>
              </a:r>
              <a:endParaRPr b="1" i="0" sz="1800" u="none" cap="none" strike="noStrike">
                <a:solidFill>
                  <a:srgbClr val="000000"/>
                </a:solidFill>
                <a:latin typeface="Roboto"/>
                <a:ea typeface="Roboto"/>
                <a:cs typeface="Roboto"/>
                <a:sym typeface="Roboto"/>
              </a:endParaRPr>
            </a:p>
          </p:txBody>
        </p:sp>
        <p:cxnSp>
          <p:nvCxnSpPr>
            <p:cNvPr id="3258" name="Google Shape;3258;p51"/>
            <p:cNvCxnSpPr/>
            <p:nvPr/>
          </p:nvCxnSpPr>
          <p:spPr>
            <a:xfrm>
              <a:off x="805925" y="1664552"/>
              <a:ext cx="0" cy="899700"/>
            </a:xfrm>
            <a:prstGeom prst="straightConnector1">
              <a:avLst/>
            </a:prstGeom>
            <a:noFill/>
            <a:ln cap="flat" cmpd="sng" w="28575">
              <a:solidFill>
                <a:srgbClr val="D9D9D9"/>
              </a:solidFill>
              <a:prstDash val="solid"/>
              <a:round/>
              <a:headEnd len="sm" w="sm" type="none"/>
              <a:tailEnd len="sm" w="sm" type="none"/>
            </a:ln>
          </p:spPr>
        </p:cxnSp>
        <p:cxnSp>
          <p:nvCxnSpPr>
            <p:cNvPr id="3259" name="Google Shape;3259;p51"/>
            <p:cNvCxnSpPr/>
            <p:nvPr/>
          </p:nvCxnSpPr>
          <p:spPr>
            <a:xfrm>
              <a:off x="2607089" y="1664552"/>
              <a:ext cx="0" cy="899700"/>
            </a:xfrm>
            <a:prstGeom prst="straightConnector1">
              <a:avLst/>
            </a:prstGeom>
            <a:noFill/>
            <a:ln cap="flat" cmpd="sng" w="28575">
              <a:solidFill>
                <a:srgbClr val="D9D9D9"/>
              </a:solidFill>
              <a:prstDash val="solid"/>
              <a:round/>
              <a:headEnd len="sm" w="sm" type="none"/>
              <a:tailEnd len="sm" w="sm" type="none"/>
            </a:ln>
          </p:spPr>
        </p:cxnSp>
        <p:cxnSp>
          <p:nvCxnSpPr>
            <p:cNvPr id="3260" name="Google Shape;3260;p51"/>
            <p:cNvCxnSpPr/>
            <p:nvPr/>
          </p:nvCxnSpPr>
          <p:spPr>
            <a:xfrm>
              <a:off x="4429180" y="1664552"/>
              <a:ext cx="0" cy="899700"/>
            </a:xfrm>
            <a:prstGeom prst="straightConnector1">
              <a:avLst/>
            </a:prstGeom>
            <a:noFill/>
            <a:ln cap="flat" cmpd="sng" w="28575">
              <a:solidFill>
                <a:srgbClr val="B7B7B7"/>
              </a:solidFill>
              <a:prstDash val="solid"/>
              <a:round/>
              <a:headEnd len="sm" w="sm" type="none"/>
              <a:tailEnd len="sm" w="sm" type="none"/>
            </a:ln>
          </p:spPr>
        </p:cxnSp>
        <p:cxnSp>
          <p:nvCxnSpPr>
            <p:cNvPr id="3261" name="Google Shape;3261;p51"/>
            <p:cNvCxnSpPr/>
            <p:nvPr/>
          </p:nvCxnSpPr>
          <p:spPr>
            <a:xfrm>
              <a:off x="6237052" y="1664552"/>
              <a:ext cx="0" cy="899700"/>
            </a:xfrm>
            <a:prstGeom prst="straightConnector1">
              <a:avLst/>
            </a:prstGeom>
            <a:noFill/>
            <a:ln cap="flat" cmpd="sng" w="28575">
              <a:solidFill>
                <a:srgbClr val="D9D9D9"/>
              </a:solidFill>
              <a:prstDash val="solid"/>
              <a:round/>
              <a:headEnd len="sm" w="sm" type="none"/>
              <a:tailEnd len="sm" w="sm" type="none"/>
            </a:ln>
          </p:spPr>
        </p:cxnSp>
        <p:cxnSp>
          <p:nvCxnSpPr>
            <p:cNvPr id="3262" name="Google Shape;3262;p51"/>
            <p:cNvCxnSpPr/>
            <p:nvPr/>
          </p:nvCxnSpPr>
          <p:spPr>
            <a:xfrm>
              <a:off x="8031107" y="1664552"/>
              <a:ext cx="0" cy="899700"/>
            </a:xfrm>
            <a:prstGeom prst="straightConnector1">
              <a:avLst/>
            </a:prstGeom>
            <a:noFill/>
            <a:ln cap="flat" cmpd="sng" w="28575">
              <a:solidFill>
                <a:srgbClr val="D9D9D9"/>
              </a:solidFill>
              <a:prstDash val="solid"/>
              <a:round/>
              <a:headEnd len="sm" w="sm" type="none"/>
              <a:tailEnd len="sm" w="sm" type="none"/>
            </a:ln>
          </p:spPr>
        </p:cxnSp>
        <p:sp>
          <p:nvSpPr>
            <p:cNvPr id="3263" name="Google Shape;3263;p51"/>
            <p:cNvSpPr/>
            <p:nvPr/>
          </p:nvSpPr>
          <p:spPr>
            <a:xfrm>
              <a:off x="2627447" y="1670375"/>
              <a:ext cx="1782000" cy="893400"/>
            </a:xfrm>
            <a:prstGeom prst="rect">
              <a:avLst/>
            </a:prstGeom>
            <a:solidFill>
              <a:srgbClr val="D9EAD3"/>
            </a:solidFill>
            <a:ln cap="flat" cmpd="sng" w="9525">
              <a:solidFill>
                <a:srgbClr val="D9EA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4" name="Google Shape;3264;p51"/>
            <p:cNvSpPr/>
            <p:nvPr/>
          </p:nvSpPr>
          <p:spPr>
            <a:xfrm>
              <a:off x="4450520" y="1670375"/>
              <a:ext cx="1764000" cy="893400"/>
            </a:xfrm>
            <a:prstGeom prst="rect">
              <a:avLst/>
            </a:prstGeom>
            <a:solidFill>
              <a:srgbClr val="F4CCCC"/>
            </a:solidFill>
            <a:ln cap="flat" cmpd="sng" w="9525">
              <a:solidFill>
                <a:srgbClr val="F4CCC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265" name="Google Shape;3265;p51"/>
          <p:cNvSpPr txBox="1"/>
          <p:nvPr/>
        </p:nvSpPr>
        <p:spPr>
          <a:xfrm>
            <a:off x="277302" y="1581966"/>
            <a:ext cx="509100" cy="5616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s-419">
                <a:latin typeface="Arvo"/>
                <a:ea typeface="Arvo"/>
                <a:cs typeface="Arvo"/>
                <a:sym typeface="Arvo"/>
              </a:rPr>
              <a:t>1</a:t>
            </a:r>
            <a:endParaRPr b="1">
              <a:latin typeface="Arvo"/>
              <a:ea typeface="Arvo"/>
              <a:cs typeface="Arvo"/>
              <a:sym typeface="Arvo"/>
            </a:endParaRPr>
          </a:p>
        </p:txBody>
      </p:sp>
      <p:sp>
        <p:nvSpPr>
          <p:cNvPr id="3266" name="Google Shape;3266;p51"/>
          <p:cNvSpPr txBox="1"/>
          <p:nvPr>
            <p:ph idx="6" type="subTitle"/>
          </p:nvPr>
        </p:nvSpPr>
        <p:spPr>
          <a:xfrm>
            <a:off x="832100" y="2878393"/>
            <a:ext cx="1750500" cy="5616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3267" name="Google Shape;3267;p51"/>
          <p:cNvSpPr txBox="1"/>
          <p:nvPr>
            <p:ph idx="7" type="subTitle"/>
          </p:nvPr>
        </p:nvSpPr>
        <p:spPr>
          <a:xfrm>
            <a:off x="2631411" y="2878393"/>
            <a:ext cx="1771500" cy="5616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3268" name="Google Shape;3268;p51"/>
          <p:cNvSpPr txBox="1"/>
          <p:nvPr>
            <p:ph idx="8" type="subTitle"/>
          </p:nvPr>
        </p:nvSpPr>
        <p:spPr>
          <a:xfrm>
            <a:off x="4460203" y="2878393"/>
            <a:ext cx="1750500" cy="5616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3269" name="Google Shape;3269;p51"/>
          <p:cNvSpPr txBox="1"/>
          <p:nvPr>
            <p:ph idx="9" type="subTitle"/>
          </p:nvPr>
        </p:nvSpPr>
        <p:spPr>
          <a:xfrm>
            <a:off x="6269339" y="2878393"/>
            <a:ext cx="1731300" cy="5616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3270" name="Google Shape;3270;p51"/>
          <p:cNvSpPr txBox="1"/>
          <p:nvPr>
            <p:ph idx="13" type="subTitle"/>
          </p:nvPr>
        </p:nvSpPr>
        <p:spPr>
          <a:xfrm>
            <a:off x="8053914" y="2878393"/>
            <a:ext cx="1731300" cy="5616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3271" name="Google Shape;3271;p51"/>
          <p:cNvSpPr txBox="1"/>
          <p:nvPr/>
        </p:nvSpPr>
        <p:spPr>
          <a:xfrm>
            <a:off x="277302" y="2878456"/>
            <a:ext cx="509100" cy="5616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s-419">
                <a:latin typeface="Arvo"/>
                <a:ea typeface="Arvo"/>
                <a:cs typeface="Arvo"/>
                <a:sym typeface="Arvo"/>
              </a:rPr>
              <a:t>3</a:t>
            </a:r>
            <a:endParaRPr b="1">
              <a:latin typeface="Arvo"/>
              <a:ea typeface="Arvo"/>
              <a:cs typeface="Arvo"/>
              <a:sym typeface="Arvo"/>
            </a:endParaRPr>
          </a:p>
        </p:txBody>
      </p:sp>
      <p:sp>
        <p:nvSpPr>
          <p:cNvPr id="3272" name="Google Shape;3272;p51"/>
          <p:cNvSpPr txBox="1"/>
          <p:nvPr>
            <p:ph idx="14" type="subTitle"/>
          </p:nvPr>
        </p:nvSpPr>
        <p:spPr>
          <a:xfrm>
            <a:off x="832100" y="3528393"/>
            <a:ext cx="1750500" cy="5616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3273" name="Google Shape;3273;p51"/>
          <p:cNvSpPr txBox="1"/>
          <p:nvPr>
            <p:ph idx="15" type="subTitle"/>
          </p:nvPr>
        </p:nvSpPr>
        <p:spPr>
          <a:xfrm>
            <a:off x="2631411" y="3528393"/>
            <a:ext cx="1771500" cy="5616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3274" name="Google Shape;3274;p51"/>
          <p:cNvSpPr txBox="1"/>
          <p:nvPr>
            <p:ph idx="16" type="subTitle"/>
          </p:nvPr>
        </p:nvSpPr>
        <p:spPr>
          <a:xfrm>
            <a:off x="832100" y="2230907"/>
            <a:ext cx="1750500" cy="5616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3275" name="Google Shape;3275;p51"/>
          <p:cNvSpPr txBox="1"/>
          <p:nvPr>
            <p:ph idx="17" type="subTitle"/>
          </p:nvPr>
        </p:nvSpPr>
        <p:spPr>
          <a:xfrm>
            <a:off x="2631411" y="2230907"/>
            <a:ext cx="1771500" cy="5616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3276" name="Google Shape;3276;p51"/>
          <p:cNvSpPr txBox="1"/>
          <p:nvPr>
            <p:ph idx="18" type="subTitle"/>
          </p:nvPr>
        </p:nvSpPr>
        <p:spPr>
          <a:xfrm>
            <a:off x="4460203" y="2230907"/>
            <a:ext cx="1750500" cy="5616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3277" name="Google Shape;3277;p51"/>
          <p:cNvSpPr txBox="1"/>
          <p:nvPr>
            <p:ph idx="19" type="subTitle"/>
          </p:nvPr>
        </p:nvSpPr>
        <p:spPr>
          <a:xfrm>
            <a:off x="6269339" y="2230907"/>
            <a:ext cx="1731300" cy="5616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3278" name="Google Shape;3278;p51"/>
          <p:cNvSpPr txBox="1"/>
          <p:nvPr>
            <p:ph idx="20" type="subTitle"/>
          </p:nvPr>
        </p:nvSpPr>
        <p:spPr>
          <a:xfrm>
            <a:off x="8053914" y="2230907"/>
            <a:ext cx="1731300" cy="5616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3279" name="Google Shape;3279;p51"/>
          <p:cNvSpPr txBox="1"/>
          <p:nvPr/>
        </p:nvSpPr>
        <p:spPr>
          <a:xfrm>
            <a:off x="277302" y="2230969"/>
            <a:ext cx="509100" cy="5616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s-419">
                <a:latin typeface="Arvo"/>
                <a:ea typeface="Arvo"/>
                <a:cs typeface="Arvo"/>
                <a:sym typeface="Arvo"/>
              </a:rPr>
              <a:t>2</a:t>
            </a:r>
            <a:endParaRPr b="1">
              <a:latin typeface="Arvo"/>
              <a:ea typeface="Arvo"/>
              <a:cs typeface="Arvo"/>
              <a:sym typeface="Arvo"/>
            </a:endParaRPr>
          </a:p>
        </p:txBody>
      </p:sp>
      <p:sp>
        <p:nvSpPr>
          <p:cNvPr id="3280" name="Google Shape;3280;p51"/>
          <p:cNvSpPr txBox="1"/>
          <p:nvPr>
            <p:ph idx="21" type="subTitle"/>
          </p:nvPr>
        </p:nvSpPr>
        <p:spPr>
          <a:xfrm>
            <a:off x="4460203" y="3528393"/>
            <a:ext cx="1750500" cy="5616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3281" name="Google Shape;3281;p51"/>
          <p:cNvSpPr txBox="1"/>
          <p:nvPr>
            <p:ph idx="22" type="subTitle"/>
          </p:nvPr>
        </p:nvSpPr>
        <p:spPr>
          <a:xfrm>
            <a:off x="6269339" y="3528393"/>
            <a:ext cx="1731300" cy="5616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3282" name="Google Shape;3282;p51"/>
          <p:cNvSpPr txBox="1"/>
          <p:nvPr>
            <p:ph idx="23" type="subTitle"/>
          </p:nvPr>
        </p:nvSpPr>
        <p:spPr>
          <a:xfrm>
            <a:off x="8053914" y="3528393"/>
            <a:ext cx="1731300" cy="5616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3283" name="Google Shape;3283;p51"/>
          <p:cNvSpPr txBox="1"/>
          <p:nvPr/>
        </p:nvSpPr>
        <p:spPr>
          <a:xfrm>
            <a:off x="277302" y="3528456"/>
            <a:ext cx="509100" cy="5616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s-419">
                <a:latin typeface="Arvo"/>
                <a:ea typeface="Arvo"/>
                <a:cs typeface="Arvo"/>
                <a:sym typeface="Arvo"/>
              </a:rPr>
              <a:t>4</a:t>
            </a:r>
            <a:endParaRPr b="1">
              <a:latin typeface="Arvo"/>
              <a:ea typeface="Arvo"/>
              <a:cs typeface="Arvo"/>
              <a:sym typeface="Arvo"/>
            </a:endParaRPr>
          </a:p>
        </p:txBody>
      </p:sp>
      <p:sp>
        <p:nvSpPr>
          <p:cNvPr id="3284" name="Google Shape;3284;p51"/>
          <p:cNvSpPr txBox="1"/>
          <p:nvPr>
            <p:ph idx="24" type="subTitle"/>
          </p:nvPr>
        </p:nvSpPr>
        <p:spPr>
          <a:xfrm>
            <a:off x="832100" y="4174052"/>
            <a:ext cx="1750500" cy="5616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3285" name="Google Shape;3285;p51"/>
          <p:cNvSpPr txBox="1"/>
          <p:nvPr>
            <p:ph idx="25" type="subTitle"/>
          </p:nvPr>
        </p:nvSpPr>
        <p:spPr>
          <a:xfrm>
            <a:off x="2631411" y="4174052"/>
            <a:ext cx="1771500" cy="5616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3286" name="Google Shape;3286;p51"/>
          <p:cNvSpPr txBox="1"/>
          <p:nvPr>
            <p:ph idx="26" type="subTitle"/>
          </p:nvPr>
        </p:nvSpPr>
        <p:spPr>
          <a:xfrm>
            <a:off x="4460203" y="4174052"/>
            <a:ext cx="1750500" cy="5616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3287" name="Google Shape;3287;p51"/>
          <p:cNvSpPr txBox="1"/>
          <p:nvPr>
            <p:ph idx="27" type="subTitle"/>
          </p:nvPr>
        </p:nvSpPr>
        <p:spPr>
          <a:xfrm>
            <a:off x="6269339" y="4174052"/>
            <a:ext cx="1731300" cy="5616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3288" name="Google Shape;3288;p51"/>
          <p:cNvSpPr txBox="1"/>
          <p:nvPr>
            <p:ph idx="28" type="subTitle"/>
          </p:nvPr>
        </p:nvSpPr>
        <p:spPr>
          <a:xfrm>
            <a:off x="8053914" y="4174052"/>
            <a:ext cx="1731300" cy="5616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3289" name="Google Shape;3289;p51"/>
          <p:cNvSpPr txBox="1"/>
          <p:nvPr/>
        </p:nvSpPr>
        <p:spPr>
          <a:xfrm>
            <a:off x="277302" y="4174114"/>
            <a:ext cx="509100" cy="5616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s-419">
                <a:latin typeface="Arvo"/>
                <a:ea typeface="Arvo"/>
                <a:cs typeface="Arvo"/>
                <a:sym typeface="Arvo"/>
              </a:rPr>
              <a:t>5</a:t>
            </a:r>
            <a:endParaRPr b="1">
              <a:latin typeface="Arvo"/>
              <a:ea typeface="Arvo"/>
              <a:cs typeface="Arvo"/>
              <a:sym typeface="Arvo"/>
            </a:endParaRPr>
          </a:p>
        </p:txBody>
      </p:sp>
      <p:grpSp>
        <p:nvGrpSpPr>
          <p:cNvPr id="3290" name="Google Shape;3290;p51"/>
          <p:cNvGrpSpPr/>
          <p:nvPr/>
        </p:nvGrpSpPr>
        <p:grpSpPr>
          <a:xfrm>
            <a:off x="274200" y="4826044"/>
            <a:ext cx="9531600" cy="561583"/>
            <a:chOff x="274200" y="1663702"/>
            <a:chExt cx="9531600" cy="900550"/>
          </a:xfrm>
        </p:grpSpPr>
        <p:sp>
          <p:nvSpPr>
            <p:cNvPr id="3291" name="Google Shape;3291;p51"/>
            <p:cNvSpPr/>
            <p:nvPr/>
          </p:nvSpPr>
          <p:spPr>
            <a:xfrm>
              <a:off x="274200" y="1663702"/>
              <a:ext cx="9531600" cy="9000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600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t/>
              </a:r>
              <a:endParaRPr b="1" i="0" sz="1800" u="none" cap="none" strike="noStrike">
                <a:solidFill>
                  <a:srgbClr val="000000"/>
                </a:solidFill>
                <a:latin typeface="Roboto"/>
                <a:ea typeface="Roboto"/>
                <a:cs typeface="Roboto"/>
                <a:sym typeface="Roboto"/>
              </a:endParaRPr>
            </a:p>
          </p:txBody>
        </p:sp>
        <p:cxnSp>
          <p:nvCxnSpPr>
            <p:cNvPr id="3292" name="Google Shape;3292;p51"/>
            <p:cNvCxnSpPr/>
            <p:nvPr/>
          </p:nvCxnSpPr>
          <p:spPr>
            <a:xfrm>
              <a:off x="805925" y="1664552"/>
              <a:ext cx="0" cy="899700"/>
            </a:xfrm>
            <a:prstGeom prst="straightConnector1">
              <a:avLst/>
            </a:prstGeom>
            <a:noFill/>
            <a:ln cap="flat" cmpd="sng" w="28575">
              <a:solidFill>
                <a:srgbClr val="D9D9D9"/>
              </a:solidFill>
              <a:prstDash val="solid"/>
              <a:round/>
              <a:headEnd len="sm" w="sm" type="none"/>
              <a:tailEnd len="sm" w="sm" type="none"/>
            </a:ln>
          </p:spPr>
        </p:cxnSp>
        <p:cxnSp>
          <p:nvCxnSpPr>
            <p:cNvPr id="3293" name="Google Shape;3293;p51"/>
            <p:cNvCxnSpPr/>
            <p:nvPr/>
          </p:nvCxnSpPr>
          <p:spPr>
            <a:xfrm>
              <a:off x="2607089" y="1664552"/>
              <a:ext cx="0" cy="899700"/>
            </a:xfrm>
            <a:prstGeom prst="straightConnector1">
              <a:avLst/>
            </a:prstGeom>
            <a:noFill/>
            <a:ln cap="flat" cmpd="sng" w="28575">
              <a:solidFill>
                <a:srgbClr val="D9D9D9"/>
              </a:solidFill>
              <a:prstDash val="solid"/>
              <a:round/>
              <a:headEnd len="sm" w="sm" type="none"/>
              <a:tailEnd len="sm" w="sm" type="none"/>
            </a:ln>
          </p:spPr>
        </p:cxnSp>
        <p:cxnSp>
          <p:nvCxnSpPr>
            <p:cNvPr id="3294" name="Google Shape;3294;p51"/>
            <p:cNvCxnSpPr/>
            <p:nvPr/>
          </p:nvCxnSpPr>
          <p:spPr>
            <a:xfrm>
              <a:off x="4429180" y="1664552"/>
              <a:ext cx="0" cy="899700"/>
            </a:xfrm>
            <a:prstGeom prst="straightConnector1">
              <a:avLst/>
            </a:prstGeom>
            <a:noFill/>
            <a:ln cap="flat" cmpd="sng" w="28575">
              <a:solidFill>
                <a:srgbClr val="B7B7B7"/>
              </a:solidFill>
              <a:prstDash val="solid"/>
              <a:round/>
              <a:headEnd len="sm" w="sm" type="none"/>
              <a:tailEnd len="sm" w="sm" type="none"/>
            </a:ln>
          </p:spPr>
        </p:cxnSp>
        <p:cxnSp>
          <p:nvCxnSpPr>
            <p:cNvPr id="3295" name="Google Shape;3295;p51"/>
            <p:cNvCxnSpPr/>
            <p:nvPr/>
          </p:nvCxnSpPr>
          <p:spPr>
            <a:xfrm>
              <a:off x="6237052" y="1664552"/>
              <a:ext cx="0" cy="899700"/>
            </a:xfrm>
            <a:prstGeom prst="straightConnector1">
              <a:avLst/>
            </a:prstGeom>
            <a:noFill/>
            <a:ln cap="flat" cmpd="sng" w="28575">
              <a:solidFill>
                <a:srgbClr val="D9D9D9"/>
              </a:solidFill>
              <a:prstDash val="solid"/>
              <a:round/>
              <a:headEnd len="sm" w="sm" type="none"/>
              <a:tailEnd len="sm" w="sm" type="none"/>
            </a:ln>
          </p:spPr>
        </p:cxnSp>
        <p:cxnSp>
          <p:nvCxnSpPr>
            <p:cNvPr id="3296" name="Google Shape;3296;p51"/>
            <p:cNvCxnSpPr/>
            <p:nvPr/>
          </p:nvCxnSpPr>
          <p:spPr>
            <a:xfrm>
              <a:off x="8031107" y="1664552"/>
              <a:ext cx="0" cy="899700"/>
            </a:xfrm>
            <a:prstGeom prst="straightConnector1">
              <a:avLst/>
            </a:prstGeom>
            <a:noFill/>
            <a:ln cap="flat" cmpd="sng" w="28575">
              <a:solidFill>
                <a:srgbClr val="D9D9D9"/>
              </a:solidFill>
              <a:prstDash val="solid"/>
              <a:round/>
              <a:headEnd len="sm" w="sm" type="none"/>
              <a:tailEnd len="sm" w="sm" type="none"/>
            </a:ln>
          </p:spPr>
        </p:cxnSp>
        <p:sp>
          <p:nvSpPr>
            <p:cNvPr id="3297" name="Google Shape;3297;p51"/>
            <p:cNvSpPr/>
            <p:nvPr/>
          </p:nvSpPr>
          <p:spPr>
            <a:xfrm>
              <a:off x="2627447" y="1670375"/>
              <a:ext cx="1782000" cy="893400"/>
            </a:xfrm>
            <a:prstGeom prst="rect">
              <a:avLst/>
            </a:prstGeom>
            <a:solidFill>
              <a:srgbClr val="D9EAD3"/>
            </a:solidFill>
            <a:ln cap="flat" cmpd="sng" w="9525">
              <a:solidFill>
                <a:srgbClr val="D9EA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8" name="Google Shape;3298;p51"/>
            <p:cNvSpPr/>
            <p:nvPr/>
          </p:nvSpPr>
          <p:spPr>
            <a:xfrm>
              <a:off x="4450520" y="1670375"/>
              <a:ext cx="1764000" cy="893400"/>
            </a:xfrm>
            <a:prstGeom prst="rect">
              <a:avLst/>
            </a:prstGeom>
            <a:solidFill>
              <a:srgbClr val="F4CCCC"/>
            </a:solidFill>
            <a:ln cap="flat" cmpd="sng" w="9525">
              <a:solidFill>
                <a:srgbClr val="F4CCC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99" name="Google Shape;3299;p51"/>
          <p:cNvGrpSpPr/>
          <p:nvPr/>
        </p:nvGrpSpPr>
        <p:grpSpPr>
          <a:xfrm>
            <a:off x="274200" y="5474113"/>
            <a:ext cx="9531600" cy="561583"/>
            <a:chOff x="274200" y="1663702"/>
            <a:chExt cx="9531600" cy="900550"/>
          </a:xfrm>
        </p:grpSpPr>
        <p:sp>
          <p:nvSpPr>
            <p:cNvPr id="3300" name="Google Shape;3300;p51"/>
            <p:cNvSpPr/>
            <p:nvPr/>
          </p:nvSpPr>
          <p:spPr>
            <a:xfrm>
              <a:off x="274200" y="1663702"/>
              <a:ext cx="9531600" cy="9000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600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t/>
              </a:r>
              <a:endParaRPr b="1" i="0" sz="1800" u="none" cap="none" strike="noStrike">
                <a:solidFill>
                  <a:srgbClr val="000000"/>
                </a:solidFill>
                <a:latin typeface="Roboto"/>
                <a:ea typeface="Roboto"/>
                <a:cs typeface="Roboto"/>
                <a:sym typeface="Roboto"/>
              </a:endParaRPr>
            </a:p>
          </p:txBody>
        </p:sp>
        <p:cxnSp>
          <p:nvCxnSpPr>
            <p:cNvPr id="3301" name="Google Shape;3301;p51"/>
            <p:cNvCxnSpPr/>
            <p:nvPr/>
          </p:nvCxnSpPr>
          <p:spPr>
            <a:xfrm>
              <a:off x="805925" y="1664552"/>
              <a:ext cx="0" cy="899700"/>
            </a:xfrm>
            <a:prstGeom prst="straightConnector1">
              <a:avLst/>
            </a:prstGeom>
            <a:noFill/>
            <a:ln cap="flat" cmpd="sng" w="28575">
              <a:solidFill>
                <a:srgbClr val="D9D9D9"/>
              </a:solidFill>
              <a:prstDash val="solid"/>
              <a:round/>
              <a:headEnd len="sm" w="sm" type="none"/>
              <a:tailEnd len="sm" w="sm" type="none"/>
            </a:ln>
          </p:spPr>
        </p:cxnSp>
        <p:cxnSp>
          <p:nvCxnSpPr>
            <p:cNvPr id="3302" name="Google Shape;3302;p51"/>
            <p:cNvCxnSpPr/>
            <p:nvPr/>
          </p:nvCxnSpPr>
          <p:spPr>
            <a:xfrm>
              <a:off x="2607089" y="1664552"/>
              <a:ext cx="0" cy="899700"/>
            </a:xfrm>
            <a:prstGeom prst="straightConnector1">
              <a:avLst/>
            </a:prstGeom>
            <a:noFill/>
            <a:ln cap="flat" cmpd="sng" w="28575">
              <a:solidFill>
                <a:srgbClr val="D9D9D9"/>
              </a:solidFill>
              <a:prstDash val="solid"/>
              <a:round/>
              <a:headEnd len="sm" w="sm" type="none"/>
              <a:tailEnd len="sm" w="sm" type="none"/>
            </a:ln>
          </p:spPr>
        </p:cxnSp>
        <p:cxnSp>
          <p:nvCxnSpPr>
            <p:cNvPr id="3303" name="Google Shape;3303;p51"/>
            <p:cNvCxnSpPr/>
            <p:nvPr/>
          </p:nvCxnSpPr>
          <p:spPr>
            <a:xfrm>
              <a:off x="4429180" y="1664552"/>
              <a:ext cx="0" cy="899700"/>
            </a:xfrm>
            <a:prstGeom prst="straightConnector1">
              <a:avLst/>
            </a:prstGeom>
            <a:noFill/>
            <a:ln cap="flat" cmpd="sng" w="28575">
              <a:solidFill>
                <a:srgbClr val="B7B7B7"/>
              </a:solidFill>
              <a:prstDash val="solid"/>
              <a:round/>
              <a:headEnd len="sm" w="sm" type="none"/>
              <a:tailEnd len="sm" w="sm" type="none"/>
            </a:ln>
          </p:spPr>
        </p:cxnSp>
        <p:cxnSp>
          <p:nvCxnSpPr>
            <p:cNvPr id="3304" name="Google Shape;3304;p51"/>
            <p:cNvCxnSpPr/>
            <p:nvPr/>
          </p:nvCxnSpPr>
          <p:spPr>
            <a:xfrm>
              <a:off x="6237052" y="1664552"/>
              <a:ext cx="0" cy="899700"/>
            </a:xfrm>
            <a:prstGeom prst="straightConnector1">
              <a:avLst/>
            </a:prstGeom>
            <a:noFill/>
            <a:ln cap="flat" cmpd="sng" w="28575">
              <a:solidFill>
                <a:srgbClr val="D9D9D9"/>
              </a:solidFill>
              <a:prstDash val="solid"/>
              <a:round/>
              <a:headEnd len="sm" w="sm" type="none"/>
              <a:tailEnd len="sm" w="sm" type="none"/>
            </a:ln>
          </p:spPr>
        </p:cxnSp>
        <p:cxnSp>
          <p:nvCxnSpPr>
            <p:cNvPr id="3305" name="Google Shape;3305;p51"/>
            <p:cNvCxnSpPr/>
            <p:nvPr/>
          </p:nvCxnSpPr>
          <p:spPr>
            <a:xfrm>
              <a:off x="8031107" y="1664552"/>
              <a:ext cx="0" cy="899700"/>
            </a:xfrm>
            <a:prstGeom prst="straightConnector1">
              <a:avLst/>
            </a:prstGeom>
            <a:noFill/>
            <a:ln cap="flat" cmpd="sng" w="28575">
              <a:solidFill>
                <a:srgbClr val="D9D9D9"/>
              </a:solidFill>
              <a:prstDash val="solid"/>
              <a:round/>
              <a:headEnd len="sm" w="sm" type="none"/>
              <a:tailEnd len="sm" w="sm" type="none"/>
            </a:ln>
          </p:spPr>
        </p:cxnSp>
        <p:sp>
          <p:nvSpPr>
            <p:cNvPr id="3306" name="Google Shape;3306;p51"/>
            <p:cNvSpPr/>
            <p:nvPr/>
          </p:nvSpPr>
          <p:spPr>
            <a:xfrm>
              <a:off x="2627447" y="1670375"/>
              <a:ext cx="1782000" cy="893400"/>
            </a:xfrm>
            <a:prstGeom prst="rect">
              <a:avLst/>
            </a:prstGeom>
            <a:solidFill>
              <a:srgbClr val="D9EAD3"/>
            </a:solidFill>
            <a:ln cap="flat" cmpd="sng" w="9525">
              <a:solidFill>
                <a:srgbClr val="D9EA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7" name="Google Shape;3307;p51"/>
            <p:cNvSpPr/>
            <p:nvPr/>
          </p:nvSpPr>
          <p:spPr>
            <a:xfrm>
              <a:off x="4450520" y="1670375"/>
              <a:ext cx="1764000" cy="893400"/>
            </a:xfrm>
            <a:prstGeom prst="rect">
              <a:avLst/>
            </a:prstGeom>
            <a:solidFill>
              <a:srgbClr val="F4CCCC"/>
            </a:solidFill>
            <a:ln cap="flat" cmpd="sng" w="9525">
              <a:solidFill>
                <a:srgbClr val="F4CCC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08" name="Google Shape;3308;p51"/>
          <p:cNvGrpSpPr/>
          <p:nvPr/>
        </p:nvGrpSpPr>
        <p:grpSpPr>
          <a:xfrm>
            <a:off x="274200" y="6122182"/>
            <a:ext cx="9531600" cy="561583"/>
            <a:chOff x="274200" y="1663702"/>
            <a:chExt cx="9531600" cy="900550"/>
          </a:xfrm>
        </p:grpSpPr>
        <p:sp>
          <p:nvSpPr>
            <p:cNvPr id="3309" name="Google Shape;3309;p51"/>
            <p:cNvSpPr/>
            <p:nvPr/>
          </p:nvSpPr>
          <p:spPr>
            <a:xfrm>
              <a:off x="274200" y="1663702"/>
              <a:ext cx="9531600" cy="9000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600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t/>
              </a:r>
              <a:endParaRPr b="1" i="0" sz="1800" u="none" cap="none" strike="noStrike">
                <a:solidFill>
                  <a:srgbClr val="000000"/>
                </a:solidFill>
                <a:latin typeface="Roboto"/>
                <a:ea typeface="Roboto"/>
                <a:cs typeface="Roboto"/>
                <a:sym typeface="Roboto"/>
              </a:endParaRPr>
            </a:p>
          </p:txBody>
        </p:sp>
        <p:cxnSp>
          <p:nvCxnSpPr>
            <p:cNvPr id="3310" name="Google Shape;3310;p51"/>
            <p:cNvCxnSpPr/>
            <p:nvPr/>
          </p:nvCxnSpPr>
          <p:spPr>
            <a:xfrm>
              <a:off x="805925" y="1664552"/>
              <a:ext cx="0" cy="899700"/>
            </a:xfrm>
            <a:prstGeom prst="straightConnector1">
              <a:avLst/>
            </a:prstGeom>
            <a:noFill/>
            <a:ln cap="flat" cmpd="sng" w="28575">
              <a:solidFill>
                <a:srgbClr val="D9D9D9"/>
              </a:solidFill>
              <a:prstDash val="solid"/>
              <a:round/>
              <a:headEnd len="sm" w="sm" type="none"/>
              <a:tailEnd len="sm" w="sm" type="none"/>
            </a:ln>
          </p:spPr>
        </p:cxnSp>
        <p:cxnSp>
          <p:nvCxnSpPr>
            <p:cNvPr id="3311" name="Google Shape;3311;p51"/>
            <p:cNvCxnSpPr/>
            <p:nvPr/>
          </p:nvCxnSpPr>
          <p:spPr>
            <a:xfrm>
              <a:off x="2607089" y="1664552"/>
              <a:ext cx="0" cy="899700"/>
            </a:xfrm>
            <a:prstGeom prst="straightConnector1">
              <a:avLst/>
            </a:prstGeom>
            <a:noFill/>
            <a:ln cap="flat" cmpd="sng" w="28575">
              <a:solidFill>
                <a:srgbClr val="D9D9D9"/>
              </a:solidFill>
              <a:prstDash val="solid"/>
              <a:round/>
              <a:headEnd len="sm" w="sm" type="none"/>
              <a:tailEnd len="sm" w="sm" type="none"/>
            </a:ln>
          </p:spPr>
        </p:cxnSp>
        <p:cxnSp>
          <p:nvCxnSpPr>
            <p:cNvPr id="3312" name="Google Shape;3312;p51"/>
            <p:cNvCxnSpPr/>
            <p:nvPr/>
          </p:nvCxnSpPr>
          <p:spPr>
            <a:xfrm>
              <a:off x="4429180" y="1664552"/>
              <a:ext cx="0" cy="899700"/>
            </a:xfrm>
            <a:prstGeom prst="straightConnector1">
              <a:avLst/>
            </a:prstGeom>
            <a:noFill/>
            <a:ln cap="flat" cmpd="sng" w="28575">
              <a:solidFill>
                <a:srgbClr val="B7B7B7"/>
              </a:solidFill>
              <a:prstDash val="solid"/>
              <a:round/>
              <a:headEnd len="sm" w="sm" type="none"/>
              <a:tailEnd len="sm" w="sm" type="none"/>
            </a:ln>
          </p:spPr>
        </p:cxnSp>
        <p:cxnSp>
          <p:nvCxnSpPr>
            <p:cNvPr id="3313" name="Google Shape;3313;p51"/>
            <p:cNvCxnSpPr/>
            <p:nvPr/>
          </p:nvCxnSpPr>
          <p:spPr>
            <a:xfrm>
              <a:off x="6237052" y="1664552"/>
              <a:ext cx="0" cy="899700"/>
            </a:xfrm>
            <a:prstGeom prst="straightConnector1">
              <a:avLst/>
            </a:prstGeom>
            <a:noFill/>
            <a:ln cap="flat" cmpd="sng" w="28575">
              <a:solidFill>
                <a:srgbClr val="D9D9D9"/>
              </a:solidFill>
              <a:prstDash val="solid"/>
              <a:round/>
              <a:headEnd len="sm" w="sm" type="none"/>
              <a:tailEnd len="sm" w="sm" type="none"/>
            </a:ln>
          </p:spPr>
        </p:cxnSp>
        <p:cxnSp>
          <p:nvCxnSpPr>
            <p:cNvPr id="3314" name="Google Shape;3314;p51"/>
            <p:cNvCxnSpPr/>
            <p:nvPr/>
          </p:nvCxnSpPr>
          <p:spPr>
            <a:xfrm>
              <a:off x="8031107" y="1664552"/>
              <a:ext cx="0" cy="899700"/>
            </a:xfrm>
            <a:prstGeom prst="straightConnector1">
              <a:avLst/>
            </a:prstGeom>
            <a:noFill/>
            <a:ln cap="flat" cmpd="sng" w="28575">
              <a:solidFill>
                <a:srgbClr val="D9D9D9"/>
              </a:solidFill>
              <a:prstDash val="solid"/>
              <a:round/>
              <a:headEnd len="sm" w="sm" type="none"/>
              <a:tailEnd len="sm" w="sm" type="none"/>
            </a:ln>
          </p:spPr>
        </p:cxnSp>
        <p:sp>
          <p:nvSpPr>
            <p:cNvPr id="3315" name="Google Shape;3315;p51"/>
            <p:cNvSpPr/>
            <p:nvPr/>
          </p:nvSpPr>
          <p:spPr>
            <a:xfrm>
              <a:off x="2627447" y="1670375"/>
              <a:ext cx="1782000" cy="893400"/>
            </a:xfrm>
            <a:prstGeom prst="rect">
              <a:avLst/>
            </a:prstGeom>
            <a:solidFill>
              <a:srgbClr val="D9EAD3"/>
            </a:solidFill>
            <a:ln cap="flat" cmpd="sng" w="9525">
              <a:solidFill>
                <a:srgbClr val="D9EA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6" name="Google Shape;3316;p51"/>
            <p:cNvSpPr/>
            <p:nvPr/>
          </p:nvSpPr>
          <p:spPr>
            <a:xfrm>
              <a:off x="4450520" y="1670375"/>
              <a:ext cx="1764000" cy="893400"/>
            </a:xfrm>
            <a:prstGeom prst="rect">
              <a:avLst/>
            </a:prstGeom>
            <a:solidFill>
              <a:srgbClr val="F4CCCC"/>
            </a:solidFill>
            <a:ln cap="flat" cmpd="sng" w="9525">
              <a:solidFill>
                <a:srgbClr val="F4CCC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317" name="Google Shape;3317;p51"/>
          <p:cNvSpPr txBox="1"/>
          <p:nvPr>
            <p:ph idx="29" type="subTitle"/>
          </p:nvPr>
        </p:nvSpPr>
        <p:spPr>
          <a:xfrm>
            <a:off x="832100" y="4826396"/>
            <a:ext cx="1750500" cy="5616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3318" name="Google Shape;3318;p51"/>
          <p:cNvSpPr txBox="1"/>
          <p:nvPr>
            <p:ph idx="30" type="subTitle"/>
          </p:nvPr>
        </p:nvSpPr>
        <p:spPr>
          <a:xfrm>
            <a:off x="2631411" y="4826396"/>
            <a:ext cx="1771500" cy="5616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3319" name="Google Shape;3319;p51"/>
          <p:cNvSpPr txBox="1"/>
          <p:nvPr>
            <p:ph idx="31" type="subTitle"/>
          </p:nvPr>
        </p:nvSpPr>
        <p:spPr>
          <a:xfrm>
            <a:off x="4460203" y="4826396"/>
            <a:ext cx="1750500" cy="5616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3320" name="Google Shape;3320;p51"/>
          <p:cNvSpPr txBox="1"/>
          <p:nvPr>
            <p:ph idx="32" type="subTitle"/>
          </p:nvPr>
        </p:nvSpPr>
        <p:spPr>
          <a:xfrm>
            <a:off x="6269339" y="4826396"/>
            <a:ext cx="1731300" cy="5616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3321" name="Google Shape;3321;p51"/>
          <p:cNvSpPr txBox="1"/>
          <p:nvPr>
            <p:ph idx="33" type="subTitle"/>
          </p:nvPr>
        </p:nvSpPr>
        <p:spPr>
          <a:xfrm>
            <a:off x="8053914" y="4826396"/>
            <a:ext cx="1731300" cy="5616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3322" name="Google Shape;3322;p51"/>
          <p:cNvSpPr txBox="1"/>
          <p:nvPr/>
        </p:nvSpPr>
        <p:spPr>
          <a:xfrm>
            <a:off x="277302" y="4826459"/>
            <a:ext cx="509100" cy="5616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s-419">
                <a:latin typeface="Arvo"/>
                <a:ea typeface="Arvo"/>
                <a:cs typeface="Arvo"/>
                <a:sym typeface="Arvo"/>
              </a:rPr>
              <a:t>6</a:t>
            </a:r>
            <a:endParaRPr b="1">
              <a:latin typeface="Arvo"/>
              <a:ea typeface="Arvo"/>
              <a:cs typeface="Arvo"/>
              <a:sym typeface="Arvo"/>
            </a:endParaRPr>
          </a:p>
        </p:txBody>
      </p:sp>
      <p:sp>
        <p:nvSpPr>
          <p:cNvPr id="3323" name="Google Shape;3323;p51"/>
          <p:cNvSpPr txBox="1"/>
          <p:nvPr>
            <p:ph idx="34" type="subTitle"/>
          </p:nvPr>
        </p:nvSpPr>
        <p:spPr>
          <a:xfrm>
            <a:off x="832100" y="5476396"/>
            <a:ext cx="1750500" cy="5616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3324" name="Google Shape;3324;p51"/>
          <p:cNvSpPr txBox="1"/>
          <p:nvPr>
            <p:ph idx="35" type="subTitle"/>
          </p:nvPr>
        </p:nvSpPr>
        <p:spPr>
          <a:xfrm>
            <a:off x="2631411" y="5476396"/>
            <a:ext cx="1771500" cy="5616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3325" name="Google Shape;3325;p51"/>
          <p:cNvSpPr txBox="1"/>
          <p:nvPr>
            <p:ph idx="36" type="subTitle"/>
          </p:nvPr>
        </p:nvSpPr>
        <p:spPr>
          <a:xfrm>
            <a:off x="4460203" y="5476396"/>
            <a:ext cx="1750500" cy="5616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3326" name="Google Shape;3326;p51"/>
          <p:cNvSpPr txBox="1"/>
          <p:nvPr>
            <p:ph idx="37" type="subTitle"/>
          </p:nvPr>
        </p:nvSpPr>
        <p:spPr>
          <a:xfrm>
            <a:off x="6269339" y="5476396"/>
            <a:ext cx="1731300" cy="5616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3327" name="Google Shape;3327;p51"/>
          <p:cNvSpPr txBox="1"/>
          <p:nvPr>
            <p:ph idx="38" type="subTitle"/>
          </p:nvPr>
        </p:nvSpPr>
        <p:spPr>
          <a:xfrm>
            <a:off x="8053914" y="5476396"/>
            <a:ext cx="1731300" cy="5616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3328" name="Google Shape;3328;p51"/>
          <p:cNvSpPr txBox="1"/>
          <p:nvPr/>
        </p:nvSpPr>
        <p:spPr>
          <a:xfrm>
            <a:off x="277302" y="5476459"/>
            <a:ext cx="509100" cy="5616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s-419">
                <a:latin typeface="Arvo"/>
                <a:ea typeface="Arvo"/>
                <a:cs typeface="Arvo"/>
                <a:sym typeface="Arvo"/>
              </a:rPr>
              <a:t>7</a:t>
            </a:r>
            <a:endParaRPr b="1">
              <a:latin typeface="Arvo"/>
              <a:ea typeface="Arvo"/>
              <a:cs typeface="Arvo"/>
              <a:sym typeface="Arvo"/>
            </a:endParaRPr>
          </a:p>
        </p:txBody>
      </p:sp>
      <p:sp>
        <p:nvSpPr>
          <p:cNvPr id="3329" name="Google Shape;3329;p51"/>
          <p:cNvSpPr txBox="1"/>
          <p:nvPr>
            <p:ph idx="39" type="subTitle"/>
          </p:nvPr>
        </p:nvSpPr>
        <p:spPr>
          <a:xfrm>
            <a:off x="832100" y="6122055"/>
            <a:ext cx="1750500" cy="5616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3330" name="Google Shape;3330;p51"/>
          <p:cNvSpPr txBox="1"/>
          <p:nvPr>
            <p:ph idx="40" type="subTitle"/>
          </p:nvPr>
        </p:nvSpPr>
        <p:spPr>
          <a:xfrm>
            <a:off x="2631411" y="6122055"/>
            <a:ext cx="1771500" cy="5616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3331" name="Google Shape;3331;p51"/>
          <p:cNvSpPr txBox="1"/>
          <p:nvPr>
            <p:ph idx="41" type="subTitle"/>
          </p:nvPr>
        </p:nvSpPr>
        <p:spPr>
          <a:xfrm>
            <a:off x="4460203" y="6122055"/>
            <a:ext cx="1750500" cy="5616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3332" name="Google Shape;3332;p51"/>
          <p:cNvSpPr txBox="1"/>
          <p:nvPr>
            <p:ph idx="42" type="subTitle"/>
          </p:nvPr>
        </p:nvSpPr>
        <p:spPr>
          <a:xfrm>
            <a:off x="6269339" y="6122055"/>
            <a:ext cx="1731300" cy="5616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3333" name="Google Shape;3333;p51"/>
          <p:cNvSpPr txBox="1"/>
          <p:nvPr>
            <p:ph idx="43" type="subTitle"/>
          </p:nvPr>
        </p:nvSpPr>
        <p:spPr>
          <a:xfrm>
            <a:off x="8053914" y="6122055"/>
            <a:ext cx="1731300" cy="5616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3334" name="Google Shape;3334;p51"/>
          <p:cNvSpPr txBox="1"/>
          <p:nvPr/>
        </p:nvSpPr>
        <p:spPr>
          <a:xfrm>
            <a:off x="277302" y="6122117"/>
            <a:ext cx="509100" cy="5616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s-419">
                <a:latin typeface="Arvo"/>
                <a:ea typeface="Arvo"/>
                <a:cs typeface="Arvo"/>
                <a:sym typeface="Arvo"/>
              </a:rPr>
              <a:t>8</a:t>
            </a:r>
            <a:endParaRPr b="1">
              <a:latin typeface="Arvo"/>
              <a:ea typeface="Arvo"/>
              <a:cs typeface="Arvo"/>
              <a:sym typeface="Arvo"/>
            </a:endParaRPr>
          </a:p>
        </p:txBody>
      </p:sp>
      <p:sp>
        <p:nvSpPr>
          <p:cNvPr id="3335" name="Google Shape;3335;p51"/>
          <p:cNvSpPr txBox="1"/>
          <p:nvPr/>
        </p:nvSpPr>
        <p:spPr>
          <a:xfrm>
            <a:off x="2524025" y="387675"/>
            <a:ext cx="15012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Unid. Organizacional:</a:t>
            </a:r>
            <a:endParaRPr b="1" sz="1100"/>
          </a:p>
        </p:txBody>
      </p:sp>
      <p:sp>
        <p:nvSpPr>
          <p:cNvPr id="3336" name="Google Shape;3336;p51"/>
          <p:cNvSpPr txBox="1"/>
          <p:nvPr/>
        </p:nvSpPr>
        <p:spPr>
          <a:xfrm>
            <a:off x="2524020" y="579550"/>
            <a:ext cx="6846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Alcance:</a:t>
            </a:r>
            <a:endParaRPr b="1" sz="1100"/>
          </a:p>
        </p:txBody>
      </p:sp>
      <p:sp>
        <p:nvSpPr>
          <p:cNvPr id="3337" name="Google Shape;3337;p51"/>
          <p:cNvSpPr txBox="1"/>
          <p:nvPr>
            <p:ph type="title"/>
          </p:nvPr>
        </p:nvSpPr>
        <p:spPr>
          <a:xfrm flipH="1">
            <a:off x="4025374" y="387675"/>
            <a:ext cx="5863200" cy="1692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000"/>
              <a:buNone/>
              <a:defRPr sz="1000">
                <a:solidFill>
                  <a:srgbClr val="000000"/>
                </a:solidFill>
              </a:defRPr>
            </a:lvl1pPr>
            <a:lvl2pPr lvl="1">
              <a:spcBef>
                <a:spcPts val="0"/>
              </a:spcBef>
              <a:spcAft>
                <a:spcPts val="0"/>
              </a:spcAft>
              <a:buClr>
                <a:srgbClr val="000000"/>
              </a:buClr>
              <a:buSzPts val="1000"/>
              <a:buNone/>
              <a:defRPr sz="1000">
                <a:solidFill>
                  <a:srgbClr val="000000"/>
                </a:solidFill>
              </a:defRPr>
            </a:lvl2pPr>
            <a:lvl3pPr lvl="2">
              <a:spcBef>
                <a:spcPts val="0"/>
              </a:spcBef>
              <a:spcAft>
                <a:spcPts val="0"/>
              </a:spcAft>
              <a:buClr>
                <a:srgbClr val="000000"/>
              </a:buClr>
              <a:buSzPts val="1000"/>
              <a:buNone/>
              <a:defRPr sz="1000">
                <a:solidFill>
                  <a:srgbClr val="000000"/>
                </a:solidFill>
              </a:defRPr>
            </a:lvl3pPr>
            <a:lvl4pPr lvl="3">
              <a:spcBef>
                <a:spcPts val="0"/>
              </a:spcBef>
              <a:spcAft>
                <a:spcPts val="0"/>
              </a:spcAft>
              <a:buClr>
                <a:srgbClr val="000000"/>
              </a:buClr>
              <a:buSzPts val="1000"/>
              <a:buNone/>
              <a:defRPr sz="1000">
                <a:solidFill>
                  <a:srgbClr val="000000"/>
                </a:solidFill>
              </a:defRPr>
            </a:lvl4pPr>
            <a:lvl5pPr lvl="4">
              <a:spcBef>
                <a:spcPts val="0"/>
              </a:spcBef>
              <a:spcAft>
                <a:spcPts val="0"/>
              </a:spcAft>
              <a:buClr>
                <a:srgbClr val="000000"/>
              </a:buClr>
              <a:buSzPts val="1000"/>
              <a:buNone/>
              <a:defRPr sz="1000">
                <a:solidFill>
                  <a:srgbClr val="000000"/>
                </a:solidFill>
              </a:defRPr>
            </a:lvl5pPr>
            <a:lvl6pPr lvl="5">
              <a:spcBef>
                <a:spcPts val="0"/>
              </a:spcBef>
              <a:spcAft>
                <a:spcPts val="0"/>
              </a:spcAft>
              <a:buClr>
                <a:srgbClr val="000000"/>
              </a:buClr>
              <a:buSzPts val="1000"/>
              <a:buNone/>
              <a:defRPr sz="1000">
                <a:solidFill>
                  <a:srgbClr val="000000"/>
                </a:solidFill>
              </a:defRPr>
            </a:lvl6pPr>
            <a:lvl7pPr lvl="6">
              <a:spcBef>
                <a:spcPts val="0"/>
              </a:spcBef>
              <a:spcAft>
                <a:spcPts val="0"/>
              </a:spcAft>
              <a:buClr>
                <a:srgbClr val="000000"/>
              </a:buClr>
              <a:buSzPts val="1000"/>
              <a:buNone/>
              <a:defRPr sz="1000">
                <a:solidFill>
                  <a:srgbClr val="000000"/>
                </a:solidFill>
              </a:defRPr>
            </a:lvl7pPr>
            <a:lvl8pPr lvl="7">
              <a:spcBef>
                <a:spcPts val="0"/>
              </a:spcBef>
              <a:spcAft>
                <a:spcPts val="0"/>
              </a:spcAft>
              <a:buClr>
                <a:srgbClr val="000000"/>
              </a:buClr>
              <a:buSzPts val="1000"/>
              <a:buNone/>
              <a:defRPr sz="1000">
                <a:solidFill>
                  <a:srgbClr val="000000"/>
                </a:solidFill>
              </a:defRPr>
            </a:lvl8pPr>
            <a:lvl9pPr lvl="8">
              <a:spcBef>
                <a:spcPts val="0"/>
              </a:spcBef>
              <a:spcAft>
                <a:spcPts val="0"/>
              </a:spcAft>
              <a:buClr>
                <a:srgbClr val="000000"/>
              </a:buClr>
              <a:buSzPts val="1000"/>
              <a:buNone/>
              <a:defRPr sz="1000">
                <a:solidFill>
                  <a:srgbClr val="000000"/>
                </a:solidFill>
              </a:defRPr>
            </a:lvl9pPr>
          </a:lstStyle>
          <a:p/>
        </p:txBody>
      </p:sp>
      <p:sp>
        <p:nvSpPr>
          <p:cNvPr id="3338" name="Google Shape;3338;p51"/>
          <p:cNvSpPr txBox="1"/>
          <p:nvPr>
            <p:ph idx="44" type="title"/>
          </p:nvPr>
        </p:nvSpPr>
        <p:spPr>
          <a:xfrm flipH="1">
            <a:off x="3208773" y="579550"/>
            <a:ext cx="6679800" cy="1692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000"/>
              <a:buNone/>
              <a:defRPr sz="1000">
                <a:solidFill>
                  <a:srgbClr val="000000"/>
                </a:solidFill>
              </a:defRPr>
            </a:lvl1pPr>
            <a:lvl2pPr lvl="1">
              <a:spcBef>
                <a:spcPts val="0"/>
              </a:spcBef>
              <a:spcAft>
                <a:spcPts val="0"/>
              </a:spcAft>
              <a:buClr>
                <a:srgbClr val="000000"/>
              </a:buClr>
              <a:buSzPts val="1000"/>
              <a:buNone/>
              <a:defRPr sz="1000">
                <a:solidFill>
                  <a:srgbClr val="000000"/>
                </a:solidFill>
              </a:defRPr>
            </a:lvl2pPr>
            <a:lvl3pPr lvl="2">
              <a:spcBef>
                <a:spcPts val="0"/>
              </a:spcBef>
              <a:spcAft>
                <a:spcPts val="0"/>
              </a:spcAft>
              <a:buClr>
                <a:srgbClr val="000000"/>
              </a:buClr>
              <a:buSzPts val="1000"/>
              <a:buNone/>
              <a:defRPr sz="1000">
                <a:solidFill>
                  <a:srgbClr val="000000"/>
                </a:solidFill>
              </a:defRPr>
            </a:lvl3pPr>
            <a:lvl4pPr lvl="3">
              <a:spcBef>
                <a:spcPts val="0"/>
              </a:spcBef>
              <a:spcAft>
                <a:spcPts val="0"/>
              </a:spcAft>
              <a:buClr>
                <a:srgbClr val="000000"/>
              </a:buClr>
              <a:buSzPts val="1000"/>
              <a:buNone/>
              <a:defRPr sz="1000">
                <a:solidFill>
                  <a:srgbClr val="000000"/>
                </a:solidFill>
              </a:defRPr>
            </a:lvl4pPr>
            <a:lvl5pPr lvl="4">
              <a:spcBef>
                <a:spcPts val="0"/>
              </a:spcBef>
              <a:spcAft>
                <a:spcPts val="0"/>
              </a:spcAft>
              <a:buClr>
                <a:srgbClr val="000000"/>
              </a:buClr>
              <a:buSzPts val="1000"/>
              <a:buNone/>
              <a:defRPr sz="1000">
                <a:solidFill>
                  <a:srgbClr val="000000"/>
                </a:solidFill>
              </a:defRPr>
            </a:lvl5pPr>
            <a:lvl6pPr lvl="5">
              <a:spcBef>
                <a:spcPts val="0"/>
              </a:spcBef>
              <a:spcAft>
                <a:spcPts val="0"/>
              </a:spcAft>
              <a:buClr>
                <a:srgbClr val="000000"/>
              </a:buClr>
              <a:buSzPts val="1000"/>
              <a:buNone/>
              <a:defRPr sz="1000">
                <a:solidFill>
                  <a:srgbClr val="000000"/>
                </a:solidFill>
              </a:defRPr>
            </a:lvl6pPr>
            <a:lvl7pPr lvl="6">
              <a:spcBef>
                <a:spcPts val="0"/>
              </a:spcBef>
              <a:spcAft>
                <a:spcPts val="0"/>
              </a:spcAft>
              <a:buClr>
                <a:srgbClr val="000000"/>
              </a:buClr>
              <a:buSzPts val="1000"/>
              <a:buNone/>
              <a:defRPr sz="1000">
                <a:solidFill>
                  <a:srgbClr val="000000"/>
                </a:solidFill>
              </a:defRPr>
            </a:lvl7pPr>
            <a:lvl8pPr lvl="7">
              <a:spcBef>
                <a:spcPts val="0"/>
              </a:spcBef>
              <a:spcAft>
                <a:spcPts val="0"/>
              </a:spcAft>
              <a:buClr>
                <a:srgbClr val="000000"/>
              </a:buClr>
              <a:buSzPts val="1000"/>
              <a:buNone/>
              <a:defRPr sz="1000">
                <a:solidFill>
                  <a:srgbClr val="000000"/>
                </a:solidFill>
              </a:defRPr>
            </a:lvl8pPr>
            <a:lvl9pPr lvl="8">
              <a:spcBef>
                <a:spcPts val="0"/>
              </a:spcBef>
              <a:spcAft>
                <a:spcPts val="0"/>
              </a:spcAft>
              <a:buClr>
                <a:srgbClr val="000000"/>
              </a:buClr>
              <a:buSzPts val="1000"/>
              <a:buNone/>
              <a:defRPr sz="1000">
                <a:solidFill>
                  <a:srgbClr val="000000"/>
                </a:solidFill>
              </a:defRPr>
            </a:lvl9pPr>
          </a:lstStyle>
          <a:p/>
        </p:txBody>
      </p:sp>
      <p:sp>
        <p:nvSpPr>
          <p:cNvPr id="3339" name="Google Shape;3339;p51"/>
          <p:cNvSpPr txBox="1"/>
          <p:nvPr>
            <p:ph idx="45" type="body"/>
          </p:nvPr>
        </p:nvSpPr>
        <p:spPr>
          <a:xfrm>
            <a:off x="641150" y="612125"/>
            <a:ext cx="1770300" cy="160500"/>
          </a:xfrm>
          <a:prstGeom prst="rect">
            <a:avLst/>
          </a:prstGeom>
          <a:noFill/>
          <a:ln>
            <a:noFill/>
          </a:ln>
        </p:spPr>
        <p:txBody>
          <a:bodyPr anchorCtr="0" anchor="t" bIns="0" lIns="0" spcFirstLastPara="1" rIns="0" wrap="square" tIns="0">
            <a:noAutofit/>
          </a:bodyPr>
          <a:lstStyle>
            <a:lvl1pPr indent="-292100" lvl="0" marL="457200" algn="ctr">
              <a:spcBef>
                <a:spcPts val="0"/>
              </a:spcBef>
              <a:spcAft>
                <a:spcPts val="0"/>
              </a:spcAft>
              <a:buClr>
                <a:srgbClr val="FFFFFF"/>
              </a:buClr>
              <a:buSzPts val="1000"/>
              <a:buChar char="●"/>
              <a:defRPr sz="1000">
                <a:solidFill>
                  <a:srgbClr val="FFFFFF"/>
                </a:solidFill>
              </a:defRPr>
            </a:lvl1pPr>
            <a:lvl2pPr indent="-292100" lvl="1" marL="914400" algn="ctr">
              <a:spcBef>
                <a:spcPts val="0"/>
              </a:spcBef>
              <a:spcAft>
                <a:spcPts val="0"/>
              </a:spcAft>
              <a:buClr>
                <a:srgbClr val="FFFFFF"/>
              </a:buClr>
              <a:buSzPts val="1000"/>
              <a:buChar char="○"/>
              <a:defRPr sz="1000">
                <a:solidFill>
                  <a:srgbClr val="FFFFFF"/>
                </a:solidFill>
              </a:defRPr>
            </a:lvl2pPr>
            <a:lvl3pPr indent="-292100" lvl="2" marL="1371600" algn="ctr">
              <a:spcBef>
                <a:spcPts val="0"/>
              </a:spcBef>
              <a:spcAft>
                <a:spcPts val="0"/>
              </a:spcAft>
              <a:buClr>
                <a:srgbClr val="FFFFFF"/>
              </a:buClr>
              <a:buSzPts val="1000"/>
              <a:buChar char="■"/>
              <a:defRPr sz="1000">
                <a:solidFill>
                  <a:srgbClr val="FFFFFF"/>
                </a:solidFill>
              </a:defRPr>
            </a:lvl3pPr>
            <a:lvl4pPr indent="-292100" lvl="3" marL="1828800" algn="ctr">
              <a:spcBef>
                <a:spcPts val="0"/>
              </a:spcBef>
              <a:spcAft>
                <a:spcPts val="0"/>
              </a:spcAft>
              <a:buClr>
                <a:srgbClr val="FFFFFF"/>
              </a:buClr>
              <a:buSzPts val="1000"/>
              <a:buChar char="●"/>
              <a:defRPr sz="1000">
                <a:solidFill>
                  <a:srgbClr val="FFFFFF"/>
                </a:solidFill>
              </a:defRPr>
            </a:lvl4pPr>
            <a:lvl5pPr indent="-292100" lvl="4" marL="2286000" algn="ctr">
              <a:spcBef>
                <a:spcPts val="0"/>
              </a:spcBef>
              <a:spcAft>
                <a:spcPts val="0"/>
              </a:spcAft>
              <a:buClr>
                <a:srgbClr val="FFFFFF"/>
              </a:buClr>
              <a:buSzPts val="1000"/>
              <a:buChar char="○"/>
              <a:defRPr sz="1000">
                <a:solidFill>
                  <a:srgbClr val="FFFFFF"/>
                </a:solidFill>
              </a:defRPr>
            </a:lvl5pPr>
            <a:lvl6pPr indent="-292100" lvl="5" marL="2743200" algn="ctr">
              <a:spcBef>
                <a:spcPts val="0"/>
              </a:spcBef>
              <a:spcAft>
                <a:spcPts val="0"/>
              </a:spcAft>
              <a:buClr>
                <a:srgbClr val="FFFFFF"/>
              </a:buClr>
              <a:buSzPts val="1000"/>
              <a:buChar char="■"/>
              <a:defRPr sz="1000">
                <a:solidFill>
                  <a:srgbClr val="FFFFFF"/>
                </a:solidFill>
              </a:defRPr>
            </a:lvl6pPr>
            <a:lvl7pPr indent="-292100" lvl="6" marL="3200400" algn="ctr">
              <a:spcBef>
                <a:spcPts val="0"/>
              </a:spcBef>
              <a:spcAft>
                <a:spcPts val="0"/>
              </a:spcAft>
              <a:buClr>
                <a:srgbClr val="FFFFFF"/>
              </a:buClr>
              <a:buSzPts val="1000"/>
              <a:buChar char="●"/>
              <a:defRPr sz="1000">
                <a:solidFill>
                  <a:srgbClr val="FFFFFF"/>
                </a:solidFill>
              </a:defRPr>
            </a:lvl7pPr>
            <a:lvl8pPr indent="-292100" lvl="7" marL="3657600" algn="ctr">
              <a:spcBef>
                <a:spcPts val="0"/>
              </a:spcBef>
              <a:spcAft>
                <a:spcPts val="0"/>
              </a:spcAft>
              <a:buClr>
                <a:srgbClr val="FFFFFF"/>
              </a:buClr>
              <a:buSzPts val="1000"/>
              <a:buChar char="○"/>
              <a:defRPr sz="1000">
                <a:solidFill>
                  <a:srgbClr val="FFFFFF"/>
                </a:solidFill>
              </a:defRPr>
            </a:lvl8pPr>
            <a:lvl9pPr indent="-292100" lvl="8" marL="4114800" algn="ctr">
              <a:spcBef>
                <a:spcPts val="0"/>
              </a:spcBef>
              <a:spcAft>
                <a:spcPts val="0"/>
              </a:spcAft>
              <a:buClr>
                <a:srgbClr val="FFFFFF"/>
              </a:buClr>
              <a:buSzPts val="1000"/>
              <a:buChar char="■"/>
              <a:defRPr sz="1000">
                <a:solidFill>
                  <a:srgbClr val="FFFFFF"/>
                </a:solidFill>
              </a:defRPr>
            </a:lvl9pPr>
          </a:lstStyle>
          <a:p/>
        </p:txBody>
      </p:sp>
      <p:sp>
        <p:nvSpPr>
          <p:cNvPr id="3340" name="Google Shape;3340;p51"/>
          <p:cNvSpPr txBox="1"/>
          <p:nvPr/>
        </p:nvSpPr>
        <p:spPr>
          <a:xfrm>
            <a:off x="84825" y="598125"/>
            <a:ext cx="595500" cy="205800"/>
          </a:xfrm>
          <a:prstGeom prst="rect">
            <a:avLst/>
          </a:prstGeom>
          <a:noFill/>
          <a:ln>
            <a:noFill/>
          </a:ln>
        </p:spPr>
        <p:txBody>
          <a:bodyPr anchorCtr="0" anchor="t" bIns="18000" lIns="18000" spcFirstLastPara="1" rIns="18000" wrap="square" tIns="18000">
            <a:spAutoFit/>
          </a:bodyPr>
          <a:lstStyle/>
          <a:p>
            <a:pPr indent="0" lvl="0" marL="0" rtl="0" algn="l">
              <a:spcBef>
                <a:spcPts val="0"/>
              </a:spcBef>
              <a:spcAft>
                <a:spcPts val="0"/>
              </a:spcAft>
              <a:buNone/>
            </a:pPr>
            <a:r>
              <a:rPr lang="es-419" sz="1100">
                <a:solidFill>
                  <a:srgbClr val="FFFFFF"/>
                </a:solidFill>
              </a:rPr>
              <a:t>Nombre:</a:t>
            </a:r>
            <a:endParaRPr sz="1100">
              <a:solidFill>
                <a:srgbClr val="FFFFFF"/>
              </a:solidFill>
            </a:endParaRPr>
          </a:p>
        </p:txBody>
      </p:sp>
    </p:spTree>
  </p:cSld>
  <p:clrMapOvr>
    <a:masterClrMapping/>
  </p:clrMapOvr>
</p:sldLayout>
</file>

<file path=ppt/slideLayouts/slideLayout5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0.6 Recorrido del Cliente">
  <p:cSld name="TITLE_3_6_1_1_1_1_1">
    <p:spTree>
      <p:nvGrpSpPr>
        <p:cNvPr id="3341" name="Shape 3341"/>
        <p:cNvGrpSpPr/>
        <p:nvPr/>
      </p:nvGrpSpPr>
      <p:grpSpPr>
        <a:xfrm>
          <a:off x="0" y="0"/>
          <a:ext cx="0" cy="0"/>
          <a:chOff x="0" y="0"/>
          <a:chExt cx="0" cy="0"/>
        </a:xfrm>
      </p:grpSpPr>
      <p:sp>
        <p:nvSpPr>
          <p:cNvPr id="3342" name="Google Shape;3342;p52"/>
          <p:cNvSpPr/>
          <p:nvPr/>
        </p:nvSpPr>
        <p:spPr>
          <a:xfrm>
            <a:off x="97888" y="377012"/>
            <a:ext cx="9893400" cy="296700"/>
          </a:xfrm>
          <a:prstGeom prst="roundRect">
            <a:avLst>
              <a:gd fmla="val 22902" name="adj"/>
            </a:avLst>
          </a:prstGeom>
          <a:solidFill>
            <a:srgbClr val="F3F3F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3343" name="Google Shape;3343;p52"/>
          <p:cNvSpPr/>
          <p:nvPr/>
        </p:nvSpPr>
        <p:spPr>
          <a:xfrm>
            <a:off x="77688" y="358938"/>
            <a:ext cx="9935700" cy="6438000"/>
          </a:xfrm>
          <a:prstGeom prst="roundRect">
            <a:avLst>
              <a:gd fmla="val 2618" name="adj"/>
            </a:avLst>
          </a:prstGeom>
          <a:solidFill>
            <a:srgbClr val="FFFFFF"/>
          </a:solidFill>
          <a:ln cap="flat" cmpd="sng" w="38100">
            <a:solidFill>
              <a:srgbClr val="000000"/>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344" name="Google Shape;3344;p52"/>
          <p:cNvCxnSpPr/>
          <p:nvPr/>
        </p:nvCxnSpPr>
        <p:spPr>
          <a:xfrm>
            <a:off x="77688" y="772614"/>
            <a:ext cx="9935700" cy="0"/>
          </a:xfrm>
          <a:prstGeom prst="straightConnector1">
            <a:avLst/>
          </a:prstGeom>
          <a:noFill/>
          <a:ln cap="flat" cmpd="sng" w="19050">
            <a:solidFill>
              <a:srgbClr val="000000"/>
            </a:solidFill>
            <a:prstDash val="solid"/>
            <a:round/>
            <a:headEnd len="med" w="med" type="none"/>
            <a:tailEnd len="med" w="med" type="none"/>
          </a:ln>
        </p:spPr>
      </p:cxnSp>
      <p:cxnSp>
        <p:nvCxnSpPr>
          <p:cNvPr id="3345" name="Google Shape;3345;p52"/>
          <p:cNvCxnSpPr/>
          <p:nvPr/>
        </p:nvCxnSpPr>
        <p:spPr>
          <a:xfrm rot="10800000">
            <a:off x="2439038" y="368188"/>
            <a:ext cx="0" cy="402300"/>
          </a:xfrm>
          <a:prstGeom prst="straightConnector1">
            <a:avLst/>
          </a:prstGeom>
          <a:noFill/>
          <a:ln cap="flat" cmpd="sng" w="19050">
            <a:solidFill>
              <a:srgbClr val="000000"/>
            </a:solidFill>
            <a:prstDash val="solid"/>
            <a:round/>
            <a:headEnd len="med" w="med" type="none"/>
            <a:tailEnd len="med" w="med" type="none"/>
          </a:ln>
        </p:spPr>
      </p:cxnSp>
      <p:sp>
        <p:nvSpPr>
          <p:cNvPr id="3346" name="Google Shape;3346;p52"/>
          <p:cNvSpPr txBox="1"/>
          <p:nvPr>
            <p:ph type="title"/>
          </p:nvPr>
        </p:nvSpPr>
        <p:spPr>
          <a:xfrm flipH="1">
            <a:off x="3219174" y="437575"/>
            <a:ext cx="1731300" cy="2658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200"/>
              <a:buNone/>
              <a:defRPr sz="1200">
                <a:solidFill>
                  <a:srgbClr val="000000"/>
                </a:solidFill>
              </a:defRPr>
            </a:lvl1pPr>
            <a:lvl2pPr lvl="1">
              <a:spcBef>
                <a:spcPts val="0"/>
              </a:spcBef>
              <a:spcAft>
                <a:spcPts val="0"/>
              </a:spcAft>
              <a:buClr>
                <a:srgbClr val="000000"/>
              </a:buClr>
              <a:buSzPts val="1100"/>
              <a:buNone/>
              <a:defRPr sz="1100">
                <a:solidFill>
                  <a:srgbClr val="000000"/>
                </a:solidFill>
              </a:defRPr>
            </a:lvl2pPr>
            <a:lvl3pPr lvl="2">
              <a:spcBef>
                <a:spcPts val="0"/>
              </a:spcBef>
              <a:spcAft>
                <a:spcPts val="0"/>
              </a:spcAft>
              <a:buClr>
                <a:srgbClr val="000000"/>
              </a:buClr>
              <a:buSzPts val="1100"/>
              <a:buNone/>
              <a:defRPr sz="1100">
                <a:solidFill>
                  <a:srgbClr val="000000"/>
                </a:solidFill>
              </a:defRPr>
            </a:lvl3pPr>
            <a:lvl4pPr lvl="3">
              <a:spcBef>
                <a:spcPts val="0"/>
              </a:spcBef>
              <a:spcAft>
                <a:spcPts val="0"/>
              </a:spcAft>
              <a:buClr>
                <a:srgbClr val="000000"/>
              </a:buClr>
              <a:buSzPts val="1100"/>
              <a:buNone/>
              <a:defRPr sz="1100">
                <a:solidFill>
                  <a:srgbClr val="000000"/>
                </a:solidFill>
              </a:defRPr>
            </a:lvl4pPr>
            <a:lvl5pPr lvl="4">
              <a:spcBef>
                <a:spcPts val="0"/>
              </a:spcBef>
              <a:spcAft>
                <a:spcPts val="0"/>
              </a:spcAft>
              <a:buClr>
                <a:srgbClr val="000000"/>
              </a:buClr>
              <a:buSzPts val="1100"/>
              <a:buNone/>
              <a:defRPr sz="1100">
                <a:solidFill>
                  <a:srgbClr val="000000"/>
                </a:solidFill>
              </a:defRPr>
            </a:lvl5pPr>
            <a:lvl6pPr lvl="5">
              <a:spcBef>
                <a:spcPts val="0"/>
              </a:spcBef>
              <a:spcAft>
                <a:spcPts val="0"/>
              </a:spcAft>
              <a:buClr>
                <a:srgbClr val="000000"/>
              </a:buClr>
              <a:buSzPts val="1100"/>
              <a:buNone/>
              <a:defRPr sz="1100">
                <a:solidFill>
                  <a:srgbClr val="000000"/>
                </a:solidFill>
              </a:defRPr>
            </a:lvl6pPr>
            <a:lvl7pPr lvl="6">
              <a:spcBef>
                <a:spcPts val="0"/>
              </a:spcBef>
              <a:spcAft>
                <a:spcPts val="0"/>
              </a:spcAft>
              <a:buClr>
                <a:srgbClr val="000000"/>
              </a:buClr>
              <a:buSzPts val="1100"/>
              <a:buNone/>
              <a:defRPr sz="1100">
                <a:solidFill>
                  <a:srgbClr val="000000"/>
                </a:solidFill>
              </a:defRPr>
            </a:lvl7pPr>
            <a:lvl8pPr lvl="7">
              <a:spcBef>
                <a:spcPts val="0"/>
              </a:spcBef>
              <a:spcAft>
                <a:spcPts val="0"/>
              </a:spcAft>
              <a:buClr>
                <a:srgbClr val="000000"/>
              </a:buClr>
              <a:buSzPts val="1100"/>
              <a:buNone/>
              <a:defRPr sz="1100">
                <a:solidFill>
                  <a:srgbClr val="000000"/>
                </a:solidFill>
              </a:defRPr>
            </a:lvl8pPr>
            <a:lvl9pPr lvl="8">
              <a:spcBef>
                <a:spcPts val="0"/>
              </a:spcBef>
              <a:spcAft>
                <a:spcPts val="0"/>
              </a:spcAft>
              <a:buClr>
                <a:srgbClr val="000000"/>
              </a:buClr>
              <a:buSzPts val="1100"/>
              <a:buNone/>
              <a:defRPr sz="1100">
                <a:solidFill>
                  <a:srgbClr val="000000"/>
                </a:solidFill>
              </a:defRPr>
            </a:lvl9pPr>
          </a:lstStyle>
          <a:p/>
        </p:txBody>
      </p:sp>
      <p:sp>
        <p:nvSpPr>
          <p:cNvPr id="3347" name="Google Shape;3347;p52"/>
          <p:cNvSpPr txBox="1"/>
          <p:nvPr/>
        </p:nvSpPr>
        <p:spPr>
          <a:xfrm>
            <a:off x="2513487" y="437267"/>
            <a:ext cx="679500" cy="2664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b="1" lang="es-419" sz="1100"/>
              <a:t>Proceso o Servicio:</a:t>
            </a:r>
            <a:endParaRPr b="1" sz="1100"/>
          </a:p>
        </p:txBody>
      </p:sp>
      <p:cxnSp>
        <p:nvCxnSpPr>
          <p:cNvPr id="3348" name="Google Shape;3348;p52"/>
          <p:cNvCxnSpPr/>
          <p:nvPr/>
        </p:nvCxnSpPr>
        <p:spPr>
          <a:xfrm rot="10800000">
            <a:off x="5070754" y="368188"/>
            <a:ext cx="0" cy="402300"/>
          </a:xfrm>
          <a:prstGeom prst="straightConnector1">
            <a:avLst/>
          </a:prstGeom>
          <a:noFill/>
          <a:ln cap="flat" cmpd="sng" w="19050">
            <a:solidFill>
              <a:srgbClr val="000000"/>
            </a:solidFill>
            <a:prstDash val="solid"/>
            <a:round/>
            <a:headEnd len="med" w="med" type="none"/>
            <a:tailEnd len="med" w="med" type="none"/>
          </a:ln>
        </p:spPr>
      </p:cxnSp>
      <p:sp>
        <p:nvSpPr>
          <p:cNvPr id="3349" name="Google Shape;3349;p52"/>
          <p:cNvSpPr txBox="1"/>
          <p:nvPr/>
        </p:nvSpPr>
        <p:spPr>
          <a:xfrm>
            <a:off x="5191013" y="387663"/>
            <a:ext cx="13026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Finalidad empresa:</a:t>
            </a:r>
            <a:endParaRPr b="1" sz="1100"/>
          </a:p>
        </p:txBody>
      </p:sp>
      <p:sp>
        <p:nvSpPr>
          <p:cNvPr id="3350" name="Google Shape;3350;p52"/>
          <p:cNvSpPr txBox="1"/>
          <p:nvPr/>
        </p:nvSpPr>
        <p:spPr>
          <a:xfrm>
            <a:off x="5191013" y="579538"/>
            <a:ext cx="11637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Finalidad cliente:</a:t>
            </a:r>
            <a:endParaRPr b="1" sz="1100"/>
          </a:p>
        </p:txBody>
      </p:sp>
      <p:sp>
        <p:nvSpPr>
          <p:cNvPr id="3351" name="Google Shape;3351;p52"/>
          <p:cNvSpPr/>
          <p:nvPr/>
        </p:nvSpPr>
        <p:spPr>
          <a:xfrm>
            <a:off x="77688" y="349338"/>
            <a:ext cx="2361300" cy="421200"/>
          </a:xfrm>
          <a:prstGeom prst="roundRect">
            <a:avLst>
              <a:gd fmla="val 50000" name="adj"/>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s-419" sz="1200">
                <a:solidFill>
                  <a:srgbClr val="FFFFFF"/>
                </a:solidFill>
              </a:rPr>
              <a:t>Recorrido del Cliente</a:t>
            </a:r>
            <a:endParaRPr b="1" sz="1200">
              <a:solidFill>
                <a:srgbClr val="FFFFFF"/>
              </a:solidFill>
            </a:endParaRPr>
          </a:p>
          <a:p>
            <a:pPr indent="0" lvl="0" marL="0" rtl="0" algn="ctr">
              <a:spcBef>
                <a:spcPts val="0"/>
              </a:spcBef>
              <a:spcAft>
                <a:spcPts val="0"/>
              </a:spcAft>
              <a:buNone/>
            </a:pPr>
            <a:r>
              <a:t/>
            </a:r>
            <a:endParaRPr b="1" sz="1200">
              <a:solidFill>
                <a:srgbClr val="FFFFFF"/>
              </a:solidFill>
            </a:endParaRPr>
          </a:p>
        </p:txBody>
      </p:sp>
      <p:sp>
        <p:nvSpPr>
          <p:cNvPr id="3352" name="Google Shape;3352;p52"/>
          <p:cNvSpPr/>
          <p:nvPr/>
        </p:nvSpPr>
        <p:spPr>
          <a:xfrm>
            <a:off x="83988" y="595504"/>
            <a:ext cx="190200" cy="1692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3" name="Google Shape;3353;p52"/>
          <p:cNvSpPr/>
          <p:nvPr/>
        </p:nvSpPr>
        <p:spPr>
          <a:xfrm>
            <a:off x="2292338" y="358938"/>
            <a:ext cx="146700" cy="4023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4" name="Google Shape;3354;p52"/>
          <p:cNvSpPr txBox="1"/>
          <p:nvPr>
            <p:ph idx="2" type="title"/>
          </p:nvPr>
        </p:nvSpPr>
        <p:spPr>
          <a:xfrm flipH="1">
            <a:off x="6546263" y="387663"/>
            <a:ext cx="3350100" cy="1692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000"/>
              <a:buNone/>
              <a:defRPr sz="1000">
                <a:solidFill>
                  <a:srgbClr val="000000"/>
                </a:solidFill>
              </a:defRPr>
            </a:lvl1pPr>
            <a:lvl2pPr lvl="1">
              <a:spcBef>
                <a:spcPts val="0"/>
              </a:spcBef>
              <a:spcAft>
                <a:spcPts val="0"/>
              </a:spcAft>
              <a:buClr>
                <a:srgbClr val="000000"/>
              </a:buClr>
              <a:buSzPts val="1000"/>
              <a:buNone/>
              <a:defRPr sz="1000">
                <a:solidFill>
                  <a:srgbClr val="000000"/>
                </a:solidFill>
              </a:defRPr>
            </a:lvl2pPr>
            <a:lvl3pPr lvl="2">
              <a:spcBef>
                <a:spcPts val="0"/>
              </a:spcBef>
              <a:spcAft>
                <a:spcPts val="0"/>
              </a:spcAft>
              <a:buClr>
                <a:srgbClr val="000000"/>
              </a:buClr>
              <a:buSzPts val="1000"/>
              <a:buNone/>
              <a:defRPr sz="1000">
                <a:solidFill>
                  <a:srgbClr val="000000"/>
                </a:solidFill>
              </a:defRPr>
            </a:lvl3pPr>
            <a:lvl4pPr lvl="3">
              <a:spcBef>
                <a:spcPts val="0"/>
              </a:spcBef>
              <a:spcAft>
                <a:spcPts val="0"/>
              </a:spcAft>
              <a:buClr>
                <a:srgbClr val="000000"/>
              </a:buClr>
              <a:buSzPts val="1000"/>
              <a:buNone/>
              <a:defRPr sz="1000">
                <a:solidFill>
                  <a:srgbClr val="000000"/>
                </a:solidFill>
              </a:defRPr>
            </a:lvl4pPr>
            <a:lvl5pPr lvl="4">
              <a:spcBef>
                <a:spcPts val="0"/>
              </a:spcBef>
              <a:spcAft>
                <a:spcPts val="0"/>
              </a:spcAft>
              <a:buClr>
                <a:srgbClr val="000000"/>
              </a:buClr>
              <a:buSzPts val="1000"/>
              <a:buNone/>
              <a:defRPr sz="1000">
                <a:solidFill>
                  <a:srgbClr val="000000"/>
                </a:solidFill>
              </a:defRPr>
            </a:lvl5pPr>
            <a:lvl6pPr lvl="5">
              <a:spcBef>
                <a:spcPts val="0"/>
              </a:spcBef>
              <a:spcAft>
                <a:spcPts val="0"/>
              </a:spcAft>
              <a:buClr>
                <a:srgbClr val="000000"/>
              </a:buClr>
              <a:buSzPts val="1000"/>
              <a:buNone/>
              <a:defRPr sz="1000">
                <a:solidFill>
                  <a:srgbClr val="000000"/>
                </a:solidFill>
              </a:defRPr>
            </a:lvl6pPr>
            <a:lvl7pPr lvl="6">
              <a:spcBef>
                <a:spcPts val="0"/>
              </a:spcBef>
              <a:spcAft>
                <a:spcPts val="0"/>
              </a:spcAft>
              <a:buClr>
                <a:srgbClr val="000000"/>
              </a:buClr>
              <a:buSzPts val="1000"/>
              <a:buNone/>
              <a:defRPr sz="1000">
                <a:solidFill>
                  <a:srgbClr val="000000"/>
                </a:solidFill>
              </a:defRPr>
            </a:lvl7pPr>
            <a:lvl8pPr lvl="7">
              <a:spcBef>
                <a:spcPts val="0"/>
              </a:spcBef>
              <a:spcAft>
                <a:spcPts val="0"/>
              </a:spcAft>
              <a:buClr>
                <a:srgbClr val="000000"/>
              </a:buClr>
              <a:buSzPts val="1000"/>
              <a:buNone/>
              <a:defRPr sz="1000">
                <a:solidFill>
                  <a:srgbClr val="000000"/>
                </a:solidFill>
              </a:defRPr>
            </a:lvl8pPr>
            <a:lvl9pPr lvl="8">
              <a:spcBef>
                <a:spcPts val="0"/>
              </a:spcBef>
              <a:spcAft>
                <a:spcPts val="0"/>
              </a:spcAft>
              <a:buClr>
                <a:srgbClr val="000000"/>
              </a:buClr>
              <a:buSzPts val="1000"/>
              <a:buNone/>
              <a:defRPr sz="1000">
                <a:solidFill>
                  <a:srgbClr val="000000"/>
                </a:solidFill>
              </a:defRPr>
            </a:lvl9pPr>
          </a:lstStyle>
          <a:p/>
        </p:txBody>
      </p:sp>
      <p:sp>
        <p:nvSpPr>
          <p:cNvPr id="3355" name="Google Shape;3355;p52"/>
          <p:cNvSpPr txBox="1"/>
          <p:nvPr>
            <p:ph idx="3" type="title"/>
          </p:nvPr>
        </p:nvSpPr>
        <p:spPr>
          <a:xfrm flipH="1">
            <a:off x="6546263" y="579538"/>
            <a:ext cx="3350100" cy="1692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000"/>
              <a:buNone/>
              <a:defRPr sz="1000">
                <a:solidFill>
                  <a:srgbClr val="000000"/>
                </a:solidFill>
              </a:defRPr>
            </a:lvl1pPr>
            <a:lvl2pPr lvl="1">
              <a:spcBef>
                <a:spcPts val="0"/>
              </a:spcBef>
              <a:spcAft>
                <a:spcPts val="0"/>
              </a:spcAft>
              <a:buClr>
                <a:srgbClr val="000000"/>
              </a:buClr>
              <a:buSzPts val="1000"/>
              <a:buNone/>
              <a:defRPr sz="1000">
                <a:solidFill>
                  <a:srgbClr val="000000"/>
                </a:solidFill>
              </a:defRPr>
            </a:lvl2pPr>
            <a:lvl3pPr lvl="2">
              <a:spcBef>
                <a:spcPts val="0"/>
              </a:spcBef>
              <a:spcAft>
                <a:spcPts val="0"/>
              </a:spcAft>
              <a:buClr>
                <a:srgbClr val="000000"/>
              </a:buClr>
              <a:buSzPts val="1000"/>
              <a:buNone/>
              <a:defRPr sz="1000">
                <a:solidFill>
                  <a:srgbClr val="000000"/>
                </a:solidFill>
              </a:defRPr>
            </a:lvl3pPr>
            <a:lvl4pPr lvl="3">
              <a:spcBef>
                <a:spcPts val="0"/>
              </a:spcBef>
              <a:spcAft>
                <a:spcPts val="0"/>
              </a:spcAft>
              <a:buClr>
                <a:srgbClr val="000000"/>
              </a:buClr>
              <a:buSzPts val="1000"/>
              <a:buNone/>
              <a:defRPr sz="1000">
                <a:solidFill>
                  <a:srgbClr val="000000"/>
                </a:solidFill>
              </a:defRPr>
            </a:lvl4pPr>
            <a:lvl5pPr lvl="4">
              <a:spcBef>
                <a:spcPts val="0"/>
              </a:spcBef>
              <a:spcAft>
                <a:spcPts val="0"/>
              </a:spcAft>
              <a:buClr>
                <a:srgbClr val="000000"/>
              </a:buClr>
              <a:buSzPts val="1000"/>
              <a:buNone/>
              <a:defRPr sz="1000">
                <a:solidFill>
                  <a:srgbClr val="000000"/>
                </a:solidFill>
              </a:defRPr>
            </a:lvl5pPr>
            <a:lvl6pPr lvl="5">
              <a:spcBef>
                <a:spcPts val="0"/>
              </a:spcBef>
              <a:spcAft>
                <a:spcPts val="0"/>
              </a:spcAft>
              <a:buClr>
                <a:srgbClr val="000000"/>
              </a:buClr>
              <a:buSzPts val="1000"/>
              <a:buNone/>
              <a:defRPr sz="1000">
                <a:solidFill>
                  <a:srgbClr val="000000"/>
                </a:solidFill>
              </a:defRPr>
            </a:lvl6pPr>
            <a:lvl7pPr lvl="6">
              <a:spcBef>
                <a:spcPts val="0"/>
              </a:spcBef>
              <a:spcAft>
                <a:spcPts val="0"/>
              </a:spcAft>
              <a:buClr>
                <a:srgbClr val="000000"/>
              </a:buClr>
              <a:buSzPts val="1000"/>
              <a:buNone/>
              <a:defRPr sz="1000">
                <a:solidFill>
                  <a:srgbClr val="000000"/>
                </a:solidFill>
              </a:defRPr>
            </a:lvl7pPr>
            <a:lvl8pPr lvl="7">
              <a:spcBef>
                <a:spcPts val="0"/>
              </a:spcBef>
              <a:spcAft>
                <a:spcPts val="0"/>
              </a:spcAft>
              <a:buClr>
                <a:srgbClr val="000000"/>
              </a:buClr>
              <a:buSzPts val="1000"/>
              <a:buNone/>
              <a:defRPr sz="1000">
                <a:solidFill>
                  <a:srgbClr val="000000"/>
                </a:solidFill>
              </a:defRPr>
            </a:lvl8pPr>
            <a:lvl9pPr lvl="8">
              <a:spcBef>
                <a:spcPts val="0"/>
              </a:spcBef>
              <a:spcAft>
                <a:spcPts val="0"/>
              </a:spcAft>
              <a:buClr>
                <a:srgbClr val="000000"/>
              </a:buClr>
              <a:buSzPts val="1000"/>
              <a:buNone/>
              <a:defRPr sz="1000">
                <a:solidFill>
                  <a:srgbClr val="000000"/>
                </a:solidFill>
              </a:defRPr>
            </a:lvl9pPr>
          </a:lstStyle>
          <a:p/>
        </p:txBody>
      </p:sp>
      <p:sp>
        <p:nvSpPr>
          <p:cNvPr id="3356" name="Google Shape;3356;p52"/>
          <p:cNvSpPr/>
          <p:nvPr/>
        </p:nvSpPr>
        <p:spPr>
          <a:xfrm>
            <a:off x="215766" y="5842775"/>
            <a:ext cx="9664500" cy="726900"/>
          </a:xfrm>
          <a:prstGeom prst="roundRect">
            <a:avLst>
              <a:gd fmla="val 14745" name="adj"/>
            </a:avLst>
          </a:prstGeom>
          <a:solidFill>
            <a:srgbClr val="F3F3F3"/>
          </a:solidFill>
          <a:ln cap="flat" cmpd="sng" w="9525">
            <a:solidFill>
              <a:srgbClr val="666666"/>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i="1" lang="es-419">
                <a:solidFill>
                  <a:srgbClr val="CCCCCC"/>
                </a:solidFill>
              </a:rPr>
              <a:t>Terceros         -         Terceros         -         Terceros         -         Terceros         -         Terceros</a:t>
            </a:r>
            <a:endParaRPr b="1" i="1">
              <a:solidFill>
                <a:srgbClr val="CCCCCC"/>
              </a:solidFill>
            </a:endParaRPr>
          </a:p>
        </p:txBody>
      </p:sp>
      <p:grpSp>
        <p:nvGrpSpPr>
          <p:cNvPr id="3357" name="Google Shape;3357;p52"/>
          <p:cNvGrpSpPr/>
          <p:nvPr/>
        </p:nvGrpSpPr>
        <p:grpSpPr>
          <a:xfrm>
            <a:off x="216411" y="1423705"/>
            <a:ext cx="9665547" cy="91376"/>
            <a:chOff x="184725" y="1341225"/>
            <a:chExt cx="9688800" cy="108600"/>
          </a:xfrm>
        </p:grpSpPr>
        <p:sp>
          <p:nvSpPr>
            <p:cNvPr id="3358" name="Google Shape;3358;p52"/>
            <p:cNvSpPr txBox="1"/>
            <p:nvPr/>
          </p:nvSpPr>
          <p:spPr>
            <a:xfrm>
              <a:off x="184725" y="1341225"/>
              <a:ext cx="9688800" cy="108600"/>
            </a:xfrm>
            <a:prstGeom prst="rect">
              <a:avLst/>
            </a:prstGeom>
            <a:solidFill>
              <a:srgbClr val="CCCCCC"/>
            </a:solidFill>
            <a:ln cap="flat" cmpd="sng" w="9525">
              <a:solidFill>
                <a:srgbClr val="B7B7B7"/>
              </a:solidFill>
              <a:prstDash val="solid"/>
              <a:round/>
              <a:headEnd len="sm" w="sm" type="none"/>
              <a:tailEnd len="sm" w="sm" type="none"/>
            </a:ln>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cxnSp>
          <p:nvCxnSpPr>
            <p:cNvPr id="3359" name="Google Shape;3359;p52"/>
            <p:cNvCxnSpPr>
              <a:stCxn id="3358" idx="1"/>
              <a:endCxn id="3358" idx="3"/>
            </p:cNvCxnSpPr>
            <p:nvPr/>
          </p:nvCxnSpPr>
          <p:spPr>
            <a:xfrm>
              <a:off x="184725" y="1395525"/>
              <a:ext cx="9688800" cy="0"/>
            </a:xfrm>
            <a:prstGeom prst="straightConnector1">
              <a:avLst/>
            </a:prstGeom>
            <a:noFill/>
            <a:ln cap="flat" cmpd="sng" w="9525">
              <a:solidFill>
                <a:srgbClr val="424242"/>
              </a:solidFill>
              <a:prstDash val="dash"/>
              <a:round/>
              <a:headEnd len="med" w="med" type="none"/>
              <a:tailEnd len="med" w="med" type="none"/>
            </a:ln>
          </p:spPr>
        </p:cxnSp>
        <p:cxnSp>
          <p:nvCxnSpPr>
            <p:cNvPr id="3360" name="Google Shape;3360;p52"/>
            <p:cNvCxnSpPr/>
            <p:nvPr/>
          </p:nvCxnSpPr>
          <p:spPr>
            <a:xfrm>
              <a:off x="609706" y="1396148"/>
              <a:ext cx="303300" cy="600"/>
            </a:xfrm>
            <a:prstGeom prst="straightConnector1">
              <a:avLst/>
            </a:prstGeom>
            <a:noFill/>
            <a:ln cap="flat" cmpd="sng" w="28575">
              <a:solidFill>
                <a:srgbClr val="999999"/>
              </a:solidFill>
              <a:prstDash val="solid"/>
              <a:round/>
              <a:headEnd len="med" w="med" type="none"/>
              <a:tailEnd len="med" w="med" type="stealth"/>
            </a:ln>
          </p:spPr>
        </p:cxnSp>
        <p:cxnSp>
          <p:nvCxnSpPr>
            <p:cNvPr id="3361" name="Google Shape;3361;p52"/>
            <p:cNvCxnSpPr/>
            <p:nvPr/>
          </p:nvCxnSpPr>
          <p:spPr>
            <a:xfrm>
              <a:off x="1371600" y="1394979"/>
              <a:ext cx="303300" cy="600"/>
            </a:xfrm>
            <a:prstGeom prst="straightConnector1">
              <a:avLst/>
            </a:prstGeom>
            <a:noFill/>
            <a:ln cap="flat" cmpd="sng" w="28575">
              <a:solidFill>
                <a:srgbClr val="999999"/>
              </a:solidFill>
              <a:prstDash val="solid"/>
              <a:round/>
              <a:headEnd len="med" w="med" type="none"/>
              <a:tailEnd len="med" w="med" type="stealth"/>
            </a:ln>
          </p:spPr>
        </p:cxnSp>
        <p:cxnSp>
          <p:nvCxnSpPr>
            <p:cNvPr id="3362" name="Google Shape;3362;p52"/>
            <p:cNvCxnSpPr/>
            <p:nvPr/>
          </p:nvCxnSpPr>
          <p:spPr>
            <a:xfrm>
              <a:off x="2224624" y="1396148"/>
              <a:ext cx="303300" cy="600"/>
            </a:xfrm>
            <a:prstGeom prst="straightConnector1">
              <a:avLst/>
            </a:prstGeom>
            <a:noFill/>
            <a:ln cap="flat" cmpd="sng" w="28575">
              <a:solidFill>
                <a:srgbClr val="999999"/>
              </a:solidFill>
              <a:prstDash val="solid"/>
              <a:round/>
              <a:headEnd len="med" w="med" type="none"/>
              <a:tailEnd len="med" w="med" type="stealth"/>
            </a:ln>
          </p:spPr>
        </p:cxnSp>
        <p:cxnSp>
          <p:nvCxnSpPr>
            <p:cNvPr id="3363" name="Google Shape;3363;p52"/>
            <p:cNvCxnSpPr/>
            <p:nvPr/>
          </p:nvCxnSpPr>
          <p:spPr>
            <a:xfrm>
              <a:off x="2986518" y="1394979"/>
              <a:ext cx="303300" cy="600"/>
            </a:xfrm>
            <a:prstGeom prst="straightConnector1">
              <a:avLst/>
            </a:prstGeom>
            <a:noFill/>
            <a:ln cap="flat" cmpd="sng" w="28575">
              <a:solidFill>
                <a:srgbClr val="999999"/>
              </a:solidFill>
              <a:prstDash val="solid"/>
              <a:round/>
              <a:headEnd len="med" w="med" type="none"/>
              <a:tailEnd len="med" w="med" type="stealth"/>
            </a:ln>
          </p:spPr>
        </p:cxnSp>
        <p:cxnSp>
          <p:nvCxnSpPr>
            <p:cNvPr id="3364" name="Google Shape;3364;p52"/>
            <p:cNvCxnSpPr/>
            <p:nvPr/>
          </p:nvCxnSpPr>
          <p:spPr>
            <a:xfrm>
              <a:off x="3758233" y="1396148"/>
              <a:ext cx="303300" cy="600"/>
            </a:xfrm>
            <a:prstGeom prst="straightConnector1">
              <a:avLst/>
            </a:prstGeom>
            <a:noFill/>
            <a:ln cap="flat" cmpd="sng" w="28575">
              <a:solidFill>
                <a:srgbClr val="999999"/>
              </a:solidFill>
              <a:prstDash val="solid"/>
              <a:round/>
              <a:headEnd len="med" w="med" type="none"/>
              <a:tailEnd len="med" w="med" type="stealth"/>
            </a:ln>
          </p:spPr>
        </p:cxnSp>
        <p:cxnSp>
          <p:nvCxnSpPr>
            <p:cNvPr id="3365" name="Google Shape;3365;p52"/>
            <p:cNvCxnSpPr/>
            <p:nvPr/>
          </p:nvCxnSpPr>
          <p:spPr>
            <a:xfrm>
              <a:off x="4520126" y="1394979"/>
              <a:ext cx="303300" cy="600"/>
            </a:xfrm>
            <a:prstGeom prst="straightConnector1">
              <a:avLst/>
            </a:prstGeom>
            <a:noFill/>
            <a:ln cap="flat" cmpd="sng" w="28575">
              <a:solidFill>
                <a:srgbClr val="999999"/>
              </a:solidFill>
              <a:prstDash val="solid"/>
              <a:round/>
              <a:headEnd len="med" w="med" type="none"/>
              <a:tailEnd len="med" w="med" type="stealth"/>
            </a:ln>
          </p:spPr>
        </p:cxnSp>
        <p:cxnSp>
          <p:nvCxnSpPr>
            <p:cNvPr id="3366" name="Google Shape;3366;p52"/>
            <p:cNvCxnSpPr/>
            <p:nvPr/>
          </p:nvCxnSpPr>
          <p:spPr>
            <a:xfrm>
              <a:off x="5373150" y="1396148"/>
              <a:ext cx="303300" cy="600"/>
            </a:xfrm>
            <a:prstGeom prst="straightConnector1">
              <a:avLst/>
            </a:prstGeom>
            <a:noFill/>
            <a:ln cap="flat" cmpd="sng" w="28575">
              <a:solidFill>
                <a:srgbClr val="999999"/>
              </a:solidFill>
              <a:prstDash val="solid"/>
              <a:round/>
              <a:headEnd len="med" w="med" type="none"/>
              <a:tailEnd len="med" w="med" type="stealth"/>
            </a:ln>
          </p:spPr>
        </p:cxnSp>
        <p:cxnSp>
          <p:nvCxnSpPr>
            <p:cNvPr id="3367" name="Google Shape;3367;p52"/>
            <p:cNvCxnSpPr/>
            <p:nvPr/>
          </p:nvCxnSpPr>
          <p:spPr>
            <a:xfrm>
              <a:off x="6135044" y="1394979"/>
              <a:ext cx="303300" cy="600"/>
            </a:xfrm>
            <a:prstGeom prst="straightConnector1">
              <a:avLst/>
            </a:prstGeom>
            <a:noFill/>
            <a:ln cap="flat" cmpd="sng" w="28575">
              <a:solidFill>
                <a:srgbClr val="999999"/>
              </a:solidFill>
              <a:prstDash val="solid"/>
              <a:round/>
              <a:headEnd len="med" w="med" type="none"/>
              <a:tailEnd len="med" w="med" type="stealth"/>
            </a:ln>
          </p:spPr>
        </p:cxnSp>
        <p:cxnSp>
          <p:nvCxnSpPr>
            <p:cNvPr id="3368" name="Google Shape;3368;p52"/>
            <p:cNvCxnSpPr/>
            <p:nvPr/>
          </p:nvCxnSpPr>
          <p:spPr>
            <a:xfrm>
              <a:off x="6934094" y="1394979"/>
              <a:ext cx="303300" cy="600"/>
            </a:xfrm>
            <a:prstGeom prst="straightConnector1">
              <a:avLst/>
            </a:prstGeom>
            <a:noFill/>
            <a:ln cap="flat" cmpd="sng" w="28575">
              <a:solidFill>
                <a:srgbClr val="999999"/>
              </a:solidFill>
              <a:prstDash val="solid"/>
              <a:round/>
              <a:headEnd len="med" w="med" type="none"/>
              <a:tailEnd len="med" w="med" type="stealth"/>
            </a:ln>
          </p:spPr>
        </p:cxnSp>
        <p:cxnSp>
          <p:nvCxnSpPr>
            <p:cNvPr id="3369" name="Google Shape;3369;p52"/>
            <p:cNvCxnSpPr/>
            <p:nvPr/>
          </p:nvCxnSpPr>
          <p:spPr>
            <a:xfrm>
              <a:off x="7705809" y="1396148"/>
              <a:ext cx="303300" cy="600"/>
            </a:xfrm>
            <a:prstGeom prst="straightConnector1">
              <a:avLst/>
            </a:prstGeom>
            <a:noFill/>
            <a:ln cap="flat" cmpd="sng" w="28575">
              <a:solidFill>
                <a:srgbClr val="999999"/>
              </a:solidFill>
              <a:prstDash val="solid"/>
              <a:round/>
              <a:headEnd len="med" w="med" type="none"/>
              <a:tailEnd len="med" w="med" type="stealth"/>
            </a:ln>
          </p:spPr>
        </p:cxnSp>
        <p:cxnSp>
          <p:nvCxnSpPr>
            <p:cNvPr id="3370" name="Google Shape;3370;p52"/>
            <p:cNvCxnSpPr/>
            <p:nvPr/>
          </p:nvCxnSpPr>
          <p:spPr>
            <a:xfrm>
              <a:off x="8467703" y="1394979"/>
              <a:ext cx="303300" cy="600"/>
            </a:xfrm>
            <a:prstGeom prst="straightConnector1">
              <a:avLst/>
            </a:prstGeom>
            <a:noFill/>
            <a:ln cap="flat" cmpd="sng" w="28575">
              <a:solidFill>
                <a:srgbClr val="999999"/>
              </a:solidFill>
              <a:prstDash val="solid"/>
              <a:round/>
              <a:headEnd len="med" w="med" type="none"/>
              <a:tailEnd len="med" w="med" type="stealth"/>
            </a:ln>
          </p:spPr>
        </p:cxnSp>
        <p:cxnSp>
          <p:nvCxnSpPr>
            <p:cNvPr id="3371" name="Google Shape;3371;p52"/>
            <p:cNvCxnSpPr/>
            <p:nvPr/>
          </p:nvCxnSpPr>
          <p:spPr>
            <a:xfrm>
              <a:off x="9320727" y="1396148"/>
              <a:ext cx="303300" cy="600"/>
            </a:xfrm>
            <a:prstGeom prst="straightConnector1">
              <a:avLst/>
            </a:prstGeom>
            <a:noFill/>
            <a:ln cap="flat" cmpd="sng" w="28575">
              <a:solidFill>
                <a:srgbClr val="999999"/>
              </a:solidFill>
              <a:prstDash val="solid"/>
              <a:round/>
              <a:headEnd len="med" w="med" type="none"/>
              <a:tailEnd len="med" w="med" type="stealth"/>
            </a:ln>
          </p:spPr>
        </p:cxnSp>
      </p:grpSp>
      <p:sp>
        <p:nvSpPr>
          <p:cNvPr id="3372" name="Google Shape;3372;p52"/>
          <p:cNvSpPr txBox="1"/>
          <p:nvPr>
            <p:ph idx="1" type="body"/>
          </p:nvPr>
        </p:nvSpPr>
        <p:spPr>
          <a:xfrm>
            <a:off x="641150" y="612125"/>
            <a:ext cx="1770300" cy="160500"/>
          </a:xfrm>
          <a:prstGeom prst="rect">
            <a:avLst/>
          </a:prstGeom>
          <a:noFill/>
          <a:ln>
            <a:noFill/>
          </a:ln>
        </p:spPr>
        <p:txBody>
          <a:bodyPr anchorCtr="0" anchor="t" bIns="0" lIns="0" spcFirstLastPara="1" rIns="0" wrap="square" tIns="0">
            <a:noAutofit/>
          </a:bodyPr>
          <a:lstStyle>
            <a:lvl1pPr indent="-292100" lvl="0" marL="457200" algn="ctr">
              <a:spcBef>
                <a:spcPts val="0"/>
              </a:spcBef>
              <a:spcAft>
                <a:spcPts val="0"/>
              </a:spcAft>
              <a:buClr>
                <a:srgbClr val="FFFFFF"/>
              </a:buClr>
              <a:buSzPts val="1000"/>
              <a:buChar char="●"/>
              <a:defRPr sz="1000">
                <a:solidFill>
                  <a:srgbClr val="FFFFFF"/>
                </a:solidFill>
              </a:defRPr>
            </a:lvl1pPr>
            <a:lvl2pPr indent="-292100" lvl="1" marL="914400" algn="ctr">
              <a:spcBef>
                <a:spcPts val="0"/>
              </a:spcBef>
              <a:spcAft>
                <a:spcPts val="0"/>
              </a:spcAft>
              <a:buClr>
                <a:srgbClr val="FFFFFF"/>
              </a:buClr>
              <a:buSzPts val="1000"/>
              <a:buChar char="○"/>
              <a:defRPr sz="1000">
                <a:solidFill>
                  <a:srgbClr val="FFFFFF"/>
                </a:solidFill>
              </a:defRPr>
            </a:lvl2pPr>
            <a:lvl3pPr indent="-292100" lvl="2" marL="1371600" algn="ctr">
              <a:spcBef>
                <a:spcPts val="0"/>
              </a:spcBef>
              <a:spcAft>
                <a:spcPts val="0"/>
              </a:spcAft>
              <a:buClr>
                <a:srgbClr val="FFFFFF"/>
              </a:buClr>
              <a:buSzPts val="1000"/>
              <a:buChar char="■"/>
              <a:defRPr sz="1000">
                <a:solidFill>
                  <a:srgbClr val="FFFFFF"/>
                </a:solidFill>
              </a:defRPr>
            </a:lvl3pPr>
            <a:lvl4pPr indent="-292100" lvl="3" marL="1828800" algn="ctr">
              <a:spcBef>
                <a:spcPts val="0"/>
              </a:spcBef>
              <a:spcAft>
                <a:spcPts val="0"/>
              </a:spcAft>
              <a:buClr>
                <a:srgbClr val="FFFFFF"/>
              </a:buClr>
              <a:buSzPts val="1000"/>
              <a:buChar char="●"/>
              <a:defRPr sz="1000">
                <a:solidFill>
                  <a:srgbClr val="FFFFFF"/>
                </a:solidFill>
              </a:defRPr>
            </a:lvl4pPr>
            <a:lvl5pPr indent="-292100" lvl="4" marL="2286000" algn="ctr">
              <a:spcBef>
                <a:spcPts val="0"/>
              </a:spcBef>
              <a:spcAft>
                <a:spcPts val="0"/>
              </a:spcAft>
              <a:buClr>
                <a:srgbClr val="FFFFFF"/>
              </a:buClr>
              <a:buSzPts val="1000"/>
              <a:buChar char="○"/>
              <a:defRPr sz="1000">
                <a:solidFill>
                  <a:srgbClr val="FFFFFF"/>
                </a:solidFill>
              </a:defRPr>
            </a:lvl5pPr>
            <a:lvl6pPr indent="-292100" lvl="5" marL="2743200" algn="ctr">
              <a:spcBef>
                <a:spcPts val="0"/>
              </a:spcBef>
              <a:spcAft>
                <a:spcPts val="0"/>
              </a:spcAft>
              <a:buClr>
                <a:srgbClr val="FFFFFF"/>
              </a:buClr>
              <a:buSzPts val="1000"/>
              <a:buChar char="■"/>
              <a:defRPr sz="1000">
                <a:solidFill>
                  <a:srgbClr val="FFFFFF"/>
                </a:solidFill>
              </a:defRPr>
            </a:lvl6pPr>
            <a:lvl7pPr indent="-292100" lvl="6" marL="3200400" algn="ctr">
              <a:spcBef>
                <a:spcPts val="0"/>
              </a:spcBef>
              <a:spcAft>
                <a:spcPts val="0"/>
              </a:spcAft>
              <a:buClr>
                <a:srgbClr val="FFFFFF"/>
              </a:buClr>
              <a:buSzPts val="1000"/>
              <a:buChar char="●"/>
              <a:defRPr sz="1000">
                <a:solidFill>
                  <a:srgbClr val="FFFFFF"/>
                </a:solidFill>
              </a:defRPr>
            </a:lvl7pPr>
            <a:lvl8pPr indent="-292100" lvl="7" marL="3657600" algn="ctr">
              <a:spcBef>
                <a:spcPts val="0"/>
              </a:spcBef>
              <a:spcAft>
                <a:spcPts val="0"/>
              </a:spcAft>
              <a:buClr>
                <a:srgbClr val="FFFFFF"/>
              </a:buClr>
              <a:buSzPts val="1000"/>
              <a:buChar char="○"/>
              <a:defRPr sz="1000">
                <a:solidFill>
                  <a:srgbClr val="FFFFFF"/>
                </a:solidFill>
              </a:defRPr>
            </a:lvl8pPr>
            <a:lvl9pPr indent="-292100" lvl="8" marL="4114800" algn="ctr">
              <a:spcBef>
                <a:spcPts val="0"/>
              </a:spcBef>
              <a:spcAft>
                <a:spcPts val="0"/>
              </a:spcAft>
              <a:buClr>
                <a:srgbClr val="FFFFFF"/>
              </a:buClr>
              <a:buSzPts val="1000"/>
              <a:buChar char="■"/>
              <a:defRPr sz="1000">
                <a:solidFill>
                  <a:srgbClr val="FFFFFF"/>
                </a:solidFill>
              </a:defRPr>
            </a:lvl9pPr>
          </a:lstStyle>
          <a:p/>
        </p:txBody>
      </p:sp>
      <p:sp>
        <p:nvSpPr>
          <p:cNvPr id="3373" name="Google Shape;3373;p52"/>
          <p:cNvSpPr txBox="1"/>
          <p:nvPr/>
        </p:nvSpPr>
        <p:spPr>
          <a:xfrm>
            <a:off x="84825" y="598125"/>
            <a:ext cx="595500" cy="205800"/>
          </a:xfrm>
          <a:prstGeom prst="rect">
            <a:avLst/>
          </a:prstGeom>
          <a:noFill/>
          <a:ln>
            <a:noFill/>
          </a:ln>
        </p:spPr>
        <p:txBody>
          <a:bodyPr anchorCtr="0" anchor="t" bIns="18000" lIns="18000" spcFirstLastPara="1" rIns="18000" wrap="square" tIns="18000">
            <a:spAutoFit/>
          </a:bodyPr>
          <a:lstStyle/>
          <a:p>
            <a:pPr indent="0" lvl="0" marL="0" rtl="0" algn="l">
              <a:spcBef>
                <a:spcPts val="0"/>
              </a:spcBef>
              <a:spcAft>
                <a:spcPts val="0"/>
              </a:spcAft>
              <a:buNone/>
            </a:pPr>
            <a:r>
              <a:rPr lang="es-419" sz="1100">
                <a:solidFill>
                  <a:srgbClr val="FFFFFF"/>
                </a:solidFill>
              </a:rPr>
              <a:t>Nombre:</a:t>
            </a:r>
            <a:endParaRPr sz="1100">
              <a:solidFill>
                <a:srgbClr val="FFFFFF"/>
              </a:solidFill>
            </a:endParaRPr>
          </a:p>
        </p:txBody>
      </p:sp>
      <p:sp>
        <p:nvSpPr>
          <p:cNvPr id="3374" name="Google Shape;3374;p52"/>
          <p:cNvSpPr/>
          <p:nvPr/>
        </p:nvSpPr>
        <p:spPr>
          <a:xfrm>
            <a:off x="-4273050" y="-78277"/>
            <a:ext cx="3615600" cy="6902700"/>
          </a:xfrm>
          <a:prstGeom prst="roundRect">
            <a:avLst>
              <a:gd fmla="val 4230" name="adj"/>
            </a:avLst>
          </a:prstGeom>
          <a:solidFill>
            <a:srgbClr val="F3F3F3"/>
          </a:solidFill>
          <a:ln cap="flat" cmpd="sng" w="9525">
            <a:solidFill>
              <a:srgbClr val="F3F3F3"/>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t" bIns="91425" lIns="91425" spcFirstLastPara="1" rIns="91425" wrap="square" tIns="91425">
            <a:noAutofit/>
          </a:bodyPr>
          <a:lstStyle/>
          <a:p>
            <a:pPr indent="0" lvl="0" marL="0" rtl="0" algn="ctr">
              <a:spcBef>
                <a:spcPts val="0"/>
              </a:spcBef>
              <a:spcAft>
                <a:spcPts val="0"/>
              </a:spcAft>
              <a:buNone/>
            </a:pPr>
            <a:r>
              <a:rPr i="1" lang="es-419"/>
              <a:t>Paleta</a:t>
            </a:r>
            <a:endParaRPr i="1"/>
          </a:p>
        </p:txBody>
      </p:sp>
    </p:spTree>
  </p:cSld>
  <p:clrMapOvr>
    <a:masterClrMapping/>
  </p:clrMapOvr>
</p:sldLayout>
</file>

<file path=ppt/slideLayouts/slideLayout5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0.7 Escenarios Vividos">
  <p:cSld name="TITLE_3_6_1_1_1_1_1_1">
    <p:spTree>
      <p:nvGrpSpPr>
        <p:cNvPr id="3375" name="Shape 3375"/>
        <p:cNvGrpSpPr/>
        <p:nvPr/>
      </p:nvGrpSpPr>
      <p:grpSpPr>
        <a:xfrm>
          <a:off x="0" y="0"/>
          <a:ext cx="0" cy="0"/>
          <a:chOff x="0" y="0"/>
          <a:chExt cx="0" cy="0"/>
        </a:xfrm>
      </p:grpSpPr>
      <p:sp>
        <p:nvSpPr>
          <p:cNvPr id="3376" name="Google Shape;3376;p53"/>
          <p:cNvSpPr/>
          <p:nvPr/>
        </p:nvSpPr>
        <p:spPr>
          <a:xfrm>
            <a:off x="97888" y="377012"/>
            <a:ext cx="9893400" cy="296700"/>
          </a:xfrm>
          <a:prstGeom prst="roundRect">
            <a:avLst>
              <a:gd fmla="val 22902" name="adj"/>
            </a:avLst>
          </a:prstGeom>
          <a:solidFill>
            <a:srgbClr val="F3F3F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3377" name="Google Shape;3377;p53"/>
          <p:cNvSpPr/>
          <p:nvPr/>
        </p:nvSpPr>
        <p:spPr>
          <a:xfrm>
            <a:off x="77688" y="358938"/>
            <a:ext cx="9935700" cy="6438000"/>
          </a:xfrm>
          <a:prstGeom prst="roundRect">
            <a:avLst>
              <a:gd fmla="val 2618" name="adj"/>
            </a:avLst>
          </a:prstGeom>
          <a:solidFill>
            <a:srgbClr val="FFFFFF"/>
          </a:solidFill>
          <a:ln cap="flat" cmpd="sng" w="38100">
            <a:solidFill>
              <a:srgbClr val="000000"/>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378" name="Google Shape;3378;p53"/>
          <p:cNvCxnSpPr/>
          <p:nvPr/>
        </p:nvCxnSpPr>
        <p:spPr>
          <a:xfrm>
            <a:off x="77688" y="772614"/>
            <a:ext cx="9935700" cy="0"/>
          </a:xfrm>
          <a:prstGeom prst="straightConnector1">
            <a:avLst/>
          </a:prstGeom>
          <a:noFill/>
          <a:ln cap="flat" cmpd="sng" w="19050">
            <a:solidFill>
              <a:srgbClr val="000000"/>
            </a:solidFill>
            <a:prstDash val="solid"/>
            <a:round/>
            <a:headEnd len="med" w="med" type="none"/>
            <a:tailEnd len="med" w="med" type="none"/>
          </a:ln>
        </p:spPr>
      </p:cxnSp>
      <p:cxnSp>
        <p:nvCxnSpPr>
          <p:cNvPr id="3379" name="Google Shape;3379;p53"/>
          <p:cNvCxnSpPr/>
          <p:nvPr/>
        </p:nvCxnSpPr>
        <p:spPr>
          <a:xfrm rot="10800000">
            <a:off x="2439038" y="368188"/>
            <a:ext cx="0" cy="402300"/>
          </a:xfrm>
          <a:prstGeom prst="straightConnector1">
            <a:avLst/>
          </a:prstGeom>
          <a:noFill/>
          <a:ln cap="flat" cmpd="sng" w="19050">
            <a:solidFill>
              <a:srgbClr val="000000"/>
            </a:solidFill>
            <a:prstDash val="solid"/>
            <a:round/>
            <a:headEnd len="med" w="med" type="none"/>
            <a:tailEnd len="med" w="med" type="none"/>
          </a:ln>
        </p:spPr>
      </p:cxnSp>
      <p:sp>
        <p:nvSpPr>
          <p:cNvPr id="3380" name="Google Shape;3380;p53"/>
          <p:cNvSpPr txBox="1"/>
          <p:nvPr>
            <p:ph type="title"/>
          </p:nvPr>
        </p:nvSpPr>
        <p:spPr>
          <a:xfrm flipH="1">
            <a:off x="3219174" y="437575"/>
            <a:ext cx="1731300" cy="2658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200"/>
              <a:buNone/>
              <a:defRPr sz="1200">
                <a:solidFill>
                  <a:srgbClr val="000000"/>
                </a:solidFill>
              </a:defRPr>
            </a:lvl1pPr>
            <a:lvl2pPr lvl="1">
              <a:spcBef>
                <a:spcPts val="0"/>
              </a:spcBef>
              <a:spcAft>
                <a:spcPts val="0"/>
              </a:spcAft>
              <a:buClr>
                <a:srgbClr val="000000"/>
              </a:buClr>
              <a:buSzPts val="1100"/>
              <a:buNone/>
              <a:defRPr sz="1100">
                <a:solidFill>
                  <a:srgbClr val="000000"/>
                </a:solidFill>
              </a:defRPr>
            </a:lvl2pPr>
            <a:lvl3pPr lvl="2">
              <a:spcBef>
                <a:spcPts val="0"/>
              </a:spcBef>
              <a:spcAft>
                <a:spcPts val="0"/>
              </a:spcAft>
              <a:buClr>
                <a:srgbClr val="000000"/>
              </a:buClr>
              <a:buSzPts val="1100"/>
              <a:buNone/>
              <a:defRPr sz="1100">
                <a:solidFill>
                  <a:srgbClr val="000000"/>
                </a:solidFill>
              </a:defRPr>
            </a:lvl3pPr>
            <a:lvl4pPr lvl="3">
              <a:spcBef>
                <a:spcPts val="0"/>
              </a:spcBef>
              <a:spcAft>
                <a:spcPts val="0"/>
              </a:spcAft>
              <a:buClr>
                <a:srgbClr val="000000"/>
              </a:buClr>
              <a:buSzPts val="1100"/>
              <a:buNone/>
              <a:defRPr sz="1100">
                <a:solidFill>
                  <a:srgbClr val="000000"/>
                </a:solidFill>
              </a:defRPr>
            </a:lvl4pPr>
            <a:lvl5pPr lvl="4">
              <a:spcBef>
                <a:spcPts val="0"/>
              </a:spcBef>
              <a:spcAft>
                <a:spcPts val="0"/>
              </a:spcAft>
              <a:buClr>
                <a:srgbClr val="000000"/>
              </a:buClr>
              <a:buSzPts val="1100"/>
              <a:buNone/>
              <a:defRPr sz="1100">
                <a:solidFill>
                  <a:srgbClr val="000000"/>
                </a:solidFill>
              </a:defRPr>
            </a:lvl5pPr>
            <a:lvl6pPr lvl="5">
              <a:spcBef>
                <a:spcPts val="0"/>
              </a:spcBef>
              <a:spcAft>
                <a:spcPts val="0"/>
              </a:spcAft>
              <a:buClr>
                <a:srgbClr val="000000"/>
              </a:buClr>
              <a:buSzPts val="1100"/>
              <a:buNone/>
              <a:defRPr sz="1100">
                <a:solidFill>
                  <a:srgbClr val="000000"/>
                </a:solidFill>
              </a:defRPr>
            </a:lvl6pPr>
            <a:lvl7pPr lvl="6">
              <a:spcBef>
                <a:spcPts val="0"/>
              </a:spcBef>
              <a:spcAft>
                <a:spcPts val="0"/>
              </a:spcAft>
              <a:buClr>
                <a:srgbClr val="000000"/>
              </a:buClr>
              <a:buSzPts val="1100"/>
              <a:buNone/>
              <a:defRPr sz="1100">
                <a:solidFill>
                  <a:srgbClr val="000000"/>
                </a:solidFill>
              </a:defRPr>
            </a:lvl7pPr>
            <a:lvl8pPr lvl="7">
              <a:spcBef>
                <a:spcPts val="0"/>
              </a:spcBef>
              <a:spcAft>
                <a:spcPts val="0"/>
              </a:spcAft>
              <a:buClr>
                <a:srgbClr val="000000"/>
              </a:buClr>
              <a:buSzPts val="1100"/>
              <a:buNone/>
              <a:defRPr sz="1100">
                <a:solidFill>
                  <a:srgbClr val="000000"/>
                </a:solidFill>
              </a:defRPr>
            </a:lvl8pPr>
            <a:lvl9pPr lvl="8">
              <a:spcBef>
                <a:spcPts val="0"/>
              </a:spcBef>
              <a:spcAft>
                <a:spcPts val="0"/>
              </a:spcAft>
              <a:buClr>
                <a:srgbClr val="000000"/>
              </a:buClr>
              <a:buSzPts val="1100"/>
              <a:buNone/>
              <a:defRPr sz="1100">
                <a:solidFill>
                  <a:srgbClr val="000000"/>
                </a:solidFill>
              </a:defRPr>
            </a:lvl9pPr>
          </a:lstStyle>
          <a:p/>
        </p:txBody>
      </p:sp>
      <p:sp>
        <p:nvSpPr>
          <p:cNvPr id="3381" name="Google Shape;3381;p53"/>
          <p:cNvSpPr txBox="1"/>
          <p:nvPr/>
        </p:nvSpPr>
        <p:spPr>
          <a:xfrm>
            <a:off x="2513487" y="437267"/>
            <a:ext cx="679500" cy="2664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b="1" lang="es-419" sz="1100"/>
              <a:t>Proceso o servicio:</a:t>
            </a:r>
            <a:endParaRPr b="1" sz="1100"/>
          </a:p>
        </p:txBody>
      </p:sp>
      <p:cxnSp>
        <p:nvCxnSpPr>
          <p:cNvPr id="3382" name="Google Shape;3382;p53"/>
          <p:cNvCxnSpPr/>
          <p:nvPr/>
        </p:nvCxnSpPr>
        <p:spPr>
          <a:xfrm rot="10800000">
            <a:off x="5070754" y="368188"/>
            <a:ext cx="0" cy="402300"/>
          </a:xfrm>
          <a:prstGeom prst="straightConnector1">
            <a:avLst/>
          </a:prstGeom>
          <a:noFill/>
          <a:ln cap="flat" cmpd="sng" w="19050">
            <a:solidFill>
              <a:srgbClr val="000000"/>
            </a:solidFill>
            <a:prstDash val="solid"/>
            <a:round/>
            <a:headEnd len="med" w="med" type="none"/>
            <a:tailEnd len="med" w="med" type="none"/>
          </a:ln>
        </p:spPr>
      </p:cxnSp>
      <p:sp>
        <p:nvSpPr>
          <p:cNvPr id="3383" name="Google Shape;3383;p53"/>
          <p:cNvSpPr txBox="1"/>
          <p:nvPr/>
        </p:nvSpPr>
        <p:spPr>
          <a:xfrm>
            <a:off x="5191013" y="387663"/>
            <a:ext cx="13026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Finalidad empresa:</a:t>
            </a:r>
            <a:endParaRPr b="1" sz="1100"/>
          </a:p>
        </p:txBody>
      </p:sp>
      <p:sp>
        <p:nvSpPr>
          <p:cNvPr id="3384" name="Google Shape;3384;p53"/>
          <p:cNvSpPr txBox="1"/>
          <p:nvPr/>
        </p:nvSpPr>
        <p:spPr>
          <a:xfrm>
            <a:off x="5191013" y="579538"/>
            <a:ext cx="11637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Finalidad cliente:</a:t>
            </a:r>
            <a:endParaRPr b="1" sz="1100"/>
          </a:p>
        </p:txBody>
      </p:sp>
      <p:sp>
        <p:nvSpPr>
          <p:cNvPr id="3385" name="Google Shape;3385;p53"/>
          <p:cNvSpPr/>
          <p:nvPr/>
        </p:nvSpPr>
        <p:spPr>
          <a:xfrm>
            <a:off x="77688" y="349338"/>
            <a:ext cx="2361300" cy="421200"/>
          </a:xfrm>
          <a:prstGeom prst="roundRect">
            <a:avLst>
              <a:gd fmla="val 50000" name="adj"/>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s-419" sz="1200">
                <a:solidFill>
                  <a:srgbClr val="FFFFFF"/>
                </a:solidFill>
              </a:rPr>
              <a:t>Escenario Vivido</a:t>
            </a:r>
            <a:endParaRPr b="1" sz="1200">
              <a:solidFill>
                <a:srgbClr val="FFFFFF"/>
              </a:solidFill>
            </a:endParaRPr>
          </a:p>
          <a:p>
            <a:pPr indent="0" lvl="0" marL="0" rtl="0" algn="ctr">
              <a:spcBef>
                <a:spcPts val="0"/>
              </a:spcBef>
              <a:spcAft>
                <a:spcPts val="0"/>
              </a:spcAft>
              <a:buNone/>
            </a:pPr>
            <a:r>
              <a:t/>
            </a:r>
            <a:endParaRPr b="1" sz="1200">
              <a:solidFill>
                <a:srgbClr val="FFFFFF"/>
              </a:solidFill>
            </a:endParaRPr>
          </a:p>
        </p:txBody>
      </p:sp>
      <p:sp>
        <p:nvSpPr>
          <p:cNvPr id="3386" name="Google Shape;3386;p53"/>
          <p:cNvSpPr/>
          <p:nvPr/>
        </p:nvSpPr>
        <p:spPr>
          <a:xfrm>
            <a:off x="83988" y="595504"/>
            <a:ext cx="190200" cy="1692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7" name="Google Shape;3387;p53"/>
          <p:cNvSpPr/>
          <p:nvPr/>
        </p:nvSpPr>
        <p:spPr>
          <a:xfrm>
            <a:off x="2292338" y="358938"/>
            <a:ext cx="146700" cy="4023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8" name="Google Shape;3388;p53"/>
          <p:cNvSpPr txBox="1"/>
          <p:nvPr>
            <p:ph idx="2" type="title"/>
          </p:nvPr>
        </p:nvSpPr>
        <p:spPr>
          <a:xfrm flipH="1">
            <a:off x="6546263" y="387663"/>
            <a:ext cx="3350100" cy="1692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000"/>
              <a:buNone/>
              <a:defRPr sz="1000">
                <a:solidFill>
                  <a:srgbClr val="000000"/>
                </a:solidFill>
              </a:defRPr>
            </a:lvl1pPr>
            <a:lvl2pPr lvl="1">
              <a:spcBef>
                <a:spcPts val="0"/>
              </a:spcBef>
              <a:spcAft>
                <a:spcPts val="0"/>
              </a:spcAft>
              <a:buClr>
                <a:srgbClr val="000000"/>
              </a:buClr>
              <a:buSzPts val="1000"/>
              <a:buNone/>
              <a:defRPr sz="1000">
                <a:solidFill>
                  <a:srgbClr val="000000"/>
                </a:solidFill>
              </a:defRPr>
            </a:lvl2pPr>
            <a:lvl3pPr lvl="2">
              <a:spcBef>
                <a:spcPts val="0"/>
              </a:spcBef>
              <a:spcAft>
                <a:spcPts val="0"/>
              </a:spcAft>
              <a:buClr>
                <a:srgbClr val="000000"/>
              </a:buClr>
              <a:buSzPts val="1000"/>
              <a:buNone/>
              <a:defRPr sz="1000">
                <a:solidFill>
                  <a:srgbClr val="000000"/>
                </a:solidFill>
              </a:defRPr>
            </a:lvl3pPr>
            <a:lvl4pPr lvl="3">
              <a:spcBef>
                <a:spcPts val="0"/>
              </a:spcBef>
              <a:spcAft>
                <a:spcPts val="0"/>
              </a:spcAft>
              <a:buClr>
                <a:srgbClr val="000000"/>
              </a:buClr>
              <a:buSzPts val="1000"/>
              <a:buNone/>
              <a:defRPr sz="1000">
                <a:solidFill>
                  <a:srgbClr val="000000"/>
                </a:solidFill>
              </a:defRPr>
            </a:lvl4pPr>
            <a:lvl5pPr lvl="4">
              <a:spcBef>
                <a:spcPts val="0"/>
              </a:spcBef>
              <a:spcAft>
                <a:spcPts val="0"/>
              </a:spcAft>
              <a:buClr>
                <a:srgbClr val="000000"/>
              </a:buClr>
              <a:buSzPts val="1000"/>
              <a:buNone/>
              <a:defRPr sz="1000">
                <a:solidFill>
                  <a:srgbClr val="000000"/>
                </a:solidFill>
              </a:defRPr>
            </a:lvl5pPr>
            <a:lvl6pPr lvl="5">
              <a:spcBef>
                <a:spcPts val="0"/>
              </a:spcBef>
              <a:spcAft>
                <a:spcPts val="0"/>
              </a:spcAft>
              <a:buClr>
                <a:srgbClr val="000000"/>
              </a:buClr>
              <a:buSzPts val="1000"/>
              <a:buNone/>
              <a:defRPr sz="1000">
                <a:solidFill>
                  <a:srgbClr val="000000"/>
                </a:solidFill>
              </a:defRPr>
            </a:lvl6pPr>
            <a:lvl7pPr lvl="6">
              <a:spcBef>
                <a:spcPts val="0"/>
              </a:spcBef>
              <a:spcAft>
                <a:spcPts val="0"/>
              </a:spcAft>
              <a:buClr>
                <a:srgbClr val="000000"/>
              </a:buClr>
              <a:buSzPts val="1000"/>
              <a:buNone/>
              <a:defRPr sz="1000">
                <a:solidFill>
                  <a:srgbClr val="000000"/>
                </a:solidFill>
              </a:defRPr>
            </a:lvl7pPr>
            <a:lvl8pPr lvl="7">
              <a:spcBef>
                <a:spcPts val="0"/>
              </a:spcBef>
              <a:spcAft>
                <a:spcPts val="0"/>
              </a:spcAft>
              <a:buClr>
                <a:srgbClr val="000000"/>
              </a:buClr>
              <a:buSzPts val="1000"/>
              <a:buNone/>
              <a:defRPr sz="1000">
                <a:solidFill>
                  <a:srgbClr val="000000"/>
                </a:solidFill>
              </a:defRPr>
            </a:lvl8pPr>
            <a:lvl9pPr lvl="8">
              <a:spcBef>
                <a:spcPts val="0"/>
              </a:spcBef>
              <a:spcAft>
                <a:spcPts val="0"/>
              </a:spcAft>
              <a:buClr>
                <a:srgbClr val="000000"/>
              </a:buClr>
              <a:buSzPts val="1000"/>
              <a:buNone/>
              <a:defRPr sz="1000">
                <a:solidFill>
                  <a:srgbClr val="000000"/>
                </a:solidFill>
              </a:defRPr>
            </a:lvl9pPr>
          </a:lstStyle>
          <a:p/>
        </p:txBody>
      </p:sp>
      <p:sp>
        <p:nvSpPr>
          <p:cNvPr id="3389" name="Google Shape;3389;p53"/>
          <p:cNvSpPr txBox="1"/>
          <p:nvPr>
            <p:ph idx="3" type="title"/>
          </p:nvPr>
        </p:nvSpPr>
        <p:spPr>
          <a:xfrm flipH="1">
            <a:off x="6546263" y="579538"/>
            <a:ext cx="3350100" cy="1692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000"/>
              <a:buNone/>
              <a:defRPr sz="1000">
                <a:solidFill>
                  <a:srgbClr val="000000"/>
                </a:solidFill>
              </a:defRPr>
            </a:lvl1pPr>
            <a:lvl2pPr lvl="1">
              <a:spcBef>
                <a:spcPts val="0"/>
              </a:spcBef>
              <a:spcAft>
                <a:spcPts val="0"/>
              </a:spcAft>
              <a:buClr>
                <a:srgbClr val="000000"/>
              </a:buClr>
              <a:buSzPts val="1000"/>
              <a:buNone/>
              <a:defRPr sz="1000">
                <a:solidFill>
                  <a:srgbClr val="000000"/>
                </a:solidFill>
              </a:defRPr>
            </a:lvl2pPr>
            <a:lvl3pPr lvl="2">
              <a:spcBef>
                <a:spcPts val="0"/>
              </a:spcBef>
              <a:spcAft>
                <a:spcPts val="0"/>
              </a:spcAft>
              <a:buClr>
                <a:srgbClr val="000000"/>
              </a:buClr>
              <a:buSzPts val="1000"/>
              <a:buNone/>
              <a:defRPr sz="1000">
                <a:solidFill>
                  <a:srgbClr val="000000"/>
                </a:solidFill>
              </a:defRPr>
            </a:lvl3pPr>
            <a:lvl4pPr lvl="3">
              <a:spcBef>
                <a:spcPts val="0"/>
              </a:spcBef>
              <a:spcAft>
                <a:spcPts val="0"/>
              </a:spcAft>
              <a:buClr>
                <a:srgbClr val="000000"/>
              </a:buClr>
              <a:buSzPts val="1000"/>
              <a:buNone/>
              <a:defRPr sz="1000">
                <a:solidFill>
                  <a:srgbClr val="000000"/>
                </a:solidFill>
              </a:defRPr>
            </a:lvl4pPr>
            <a:lvl5pPr lvl="4">
              <a:spcBef>
                <a:spcPts val="0"/>
              </a:spcBef>
              <a:spcAft>
                <a:spcPts val="0"/>
              </a:spcAft>
              <a:buClr>
                <a:srgbClr val="000000"/>
              </a:buClr>
              <a:buSzPts val="1000"/>
              <a:buNone/>
              <a:defRPr sz="1000">
                <a:solidFill>
                  <a:srgbClr val="000000"/>
                </a:solidFill>
              </a:defRPr>
            </a:lvl5pPr>
            <a:lvl6pPr lvl="5">
              <a:spcBef>
                <a:spcPts val="0"/>
              </a:spcBef>
              <a:spcAft>
                <a:spcPts val="0"/>
              </a:spcAft>
              <a:buClr>
                <a:srgbClr val="000000"/>
              </a:buClr>
              <a:buSzPts val="1000"/>
              <a:buNone/>
              <a:defRPr sz="1000">
                <a:solidFill>
                  <a:srgbClr val="000000"/>
                </a:solidFill>
              </a:defRPr>
            </a:lvl6pPr>
            <a:lvl7pPr lvl="6">
              <a:spcBef>
                <a:spcPts val="0"/>
              </a:spcBef>
              <a:spcAft>
                <a:spcPts val="0"/>
              </a:spcAft>
              <a:buClr>
                <a:srgbClr val="000000"/>
              </a:buClr>
              <a:buSzPts val="1000"/>
              <a:buNone/>
              <a:defRPr sz="1000">
                <a:solidFill>
                  <a:srgbClr val="000000"/>
                </a:solidFill>
              </a:defRPr>
            </a:lvl7pPr>
            <a:lvl8pPr lvl="7">
              <a:spcBef>
                <a:spcPts val="0"/>
              </a:spcBef>
              <a:spcAft>
                <a:spcPts val="0"/>
              </a:spcAft>
              <a:buClr>
                <a:srgbClr val="000000"/>
              </a:buClr>
              <a:buSzPts val="1000"/>
              <a:buNone/>
              <a:defRPr sz="1000">
                <a:solidFill>
                  <a:srgbClr val="000000"/>
                </a:solidFill>
              </a:defRPr>
            </a:lvl8pPr>
            <a:lvl9pPr lvl="8">
              <a:spcBef>
                <a:spcPts val="0"/>
              </a:spcBef>
              <a:spcAft>
                <a:spcPts val="0"/>
              </a:spcAft>
              <a:buClr>
                <a:srgbClr val="000000"/>
              </a:buClr>
              <a:buSzPts val="1000"/>
              <a:buNone/>
              <a:defRPr sz="1000">
                <a:solidFill>
                  <a:srgbClr val="000000"/>
                </a:solidFill>
              </a:defRPr>
            </a:lvl9pPr>
          </a:lstStyle>
          <a:p/>
        </p:txBody>
      </p:sp>
      <p:grpSp>
        <p:nvGrpSpPr>
          <p:cNvPr id="3390" name="Google Shape;3390;p53"/>
          <p:cNvGrpSpPr/>
          <p:nvPr/>
        </p:nvGrpSpPr>
        <p:grpSpPr>
          <a:xfrm>
            <a:off x="187550" y="875833"/>
            <a:ext cx="4396608" cy="5774659"/>
            <a:chOff x="111125" y="561600"/>
            <a:chExt cx="5760000" cy="6192000"/>
          </a:xfrm>
        </p:grpSpPr>
        <p:sp>
          <p:nvSpPr>
            <p:cNvPr id="3391" name="Google Shape;3391;p53"/>
            <p:cNvSpPr txBox="1"/>
            <p:nvPr/>
          </p:nvSpPr>
          <p:spPr>
            <a:xfrm>
              <a:off x="111125" y="561600"/>
              <a:ext cx="5760000" cy="6192000"/>
            </a:xfrm>
            <a:prstGeom prst="rect">
              <a:avLst/>
            </a:prstGeom>
            <a:solidFill>
              <a:srgbClr val="FFFFFF"/>
            </a:solidFill>
            <a:ln cap="flat" cmpd="sng" w="38100">
              <a:solidFill>
                <a:srgbClr val="0DC3C3"/>
              </a:solidFill>
              <a:prstDash val="solid"/>
              <a:round/>
              <a:headEnd len="sm" w="sm" type="none"/>
              <a:tailEnd len="sm" w="sm" type="none"/>
            </a:ln>
            <a:effectLst>
              <a:outerShdw blurRad="63500" dir="10800000" dist="38100">
                <a:srgbClr val="000000">
                  <a:alpha val="39220"/>
                </a:srgbClr>
              </a:outerShdw>
            </a:effectLst>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Arial"/>
                <a:ea typeface="Arial"/>
                <a:cs typeface="Arial"/>
                <a:sym typeface="Arial"/>
              </a:endParaRPr>
            </a:p>
          </p:txBody>
        </p:sp>
        <p:sp>
          <p:nvSpPr>
            <p:cNvPr id="3392" name="Google Shape;3392;p53"/>
            <p:cNvSpPr txBox="1"/>
            <p:nvPr/>
          </p:nvSpPr>
          <p:spPr>
            <a:xfrm>
              <a:off x="111125" y="561600"/>
              <a:ext cx="5760000" cy="352500"/>
            </a:xfrm>
            <a:prstGeom prst="rect">
              <a:avLst/>
            </a:prstGeom>
            <a:solidFill>
              <a:srgbClr val="0DC3C3"/>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FFFFFF"/>
                </a:buClr>
                <a:buSzPts val="1800"/>
                <a:buFont typeface="Arial"/>
                <a:buNone/>
              </a:pPr>
              <a:r>
                <a:rPr b="1" lang="es-419" sz="1300">
                  <a:solidFill>
                    <a:srgbClr val="FFFFFF"/>
                  </a:solidFill>
                  <a:latin typeface="Arvo"/>
                  <a:ea typeface="Arvo"/>
                  <a:cs typeface="Arvo"/>
                  <a:sym typeface="Arvo"/>
                </a:rPr>
                <a:t>Escenario</a:t>
              </a:r>
              <a:endParaRPr i="0" sz="1300" u="none" cap="none" strike="noStrike">
                <a:solidFill>
                  <a:srgbClr val="000000"/>
                </a:solidFill>
                <a:latin typeface="Arvo"/>
                <a:ea typeface="Arvo"/>
                <a:cs typeface="Arvo"/>
                <a:sym typeface="Arvo"/>
              </a:endParaRPr>
            </a:p>
          </p:txBody>
        </p:sp>
      </p:grpSp>
      <p:grpSp>
        <p:nvGrpSpPr>
          <p:cNvPr id="3393" name="Google Shape;3393;p53"/>
          <p:cNvGrpSpPr/>
          <p:nvPr/>
        </p:nvGrpSpPr>
        <p:grpSpPr>
          <a:xfrm>
            <a:off x="4728159" y="875834"/>
            <a:ext cx="5135352" cy="5774659"/>
            <a:chOff x="6025601" y="561600"/>
            <a:chExt cx="5773302" cy="6192000"/>
          </a:xfrm>
        </p:grpSpPr>
        <p:sp>
          <p:nvSpPr>
            <p:cNvPr id="3394" name="Google Shape;3394;p53"/>
            <p:cNvSpPr txBox="1"/>
            <p:nvPr/>
          </p:nvSpPr>
          <p:spPr>
            <a:xfrm>
              <a:off x="6025601" y="561600"/>
              <a:ext cx="5760600" cy="6192000"/>
            </a:xfrm>
            <a:prstGeom prst="rect">
              <a:avLst/>
            </a:prstGeom>
            <a:solidFill>
              <a:srgbClr val="FFFFFF"/>
            </a:solidFill>
            <a:ln cap="flat" cmpd="sng" w="38100">
              <a:solidFill>
                <a:srgbClr val="96479C"/>
              </a:solidFill>
              <a:prstDash val="solid"/>
              <a:round/>
              <a:headEnd len="sm" w="sm" type="none"/>
              <a:tailEnd len="sm" w="sm" type="none"/>
            </a:ln>
            <a:effectLst>
              <a:outerShdw blurRad="63500" dir="10800000" dist="38100">
                <a:srgbClr val="000000">
                  <a:alpha val="39220"/>
                </a:srgbClr>
              </a:outerShdw>
            </a:effectLst>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Arial"/>
                <a:ea typeface="Arial"/>
                <a:cs typeface="Arial"/>
                <a:sym typeface="Arial"/>
              </a:endParaRPr>
            </a:p>
          </p:txBody>
        </p:sp>
        <p:sp>
          <p:nvSpPr>
            <p:cNvPr id="3395" name="Google Shape;3395;p53"/>
            <p:cNvSpPr txBox="1"/>
            <p:nvPr/>
          </p:nvSpPr>
          <p:spPr>
            <a:xfrm>
              <a:off x="6038303" y="561600"/>
              <a:ext cx="5760600" cy="352500"/>
            </a:xfrm>
            <a:prstGeom prst="rect">
              <a:avLst/>
            </a:prstGeom>
            <a:solidFill>
              <a:srgbClr val="96479C"/>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FFFFFF"/>
                </a:buClr>
                <a:buSzPts val="1800"/>
                <a:buFont typeface="Arial"/>
                <a:buNone/>
              </a:pPr>
              <a:r>
                <a:rPr b="1" lang="es-419" sz="1200">
                  <a:solidFill>
                    <a:srgbClr val="FFFFFF"/>
                  </a:solidFill>
                  <a:latin typeface="Arvo"/>
                  <a:ea typeface="Arvo"/>
                  <a:cs typeface="Arvo"/>
                  <a:sym typeface="Arvo"/>
                </a:rPr>
                <a:t>Sistema de Información</a:t>
              </a:r>
              <a:endParaRPr i="0" sz="1200" u="none" cap="none" strike="noStrike">
                <a:solidFill>
                  <a:srgbClr val="000000"/>
                </a:solidFill>
                <a:latin typeface="Arvo"/>
                <a:ea typeface="Arvo"/>
                <a:cs typeface="Arvo"/>
                <a:sym typeface="Arvo"/>
              </a:endParaRPr>
            </a:p>
          </p:txBody>
        </p:sp>
      </p:grpSp>
      <p:grpSp>
        <p:nvGrpSpPr>
          <p:cNvPr id="3396" name="Google Shape;3396;p53"/>
          <p:cNvGrpSpPr/>
          <p:nvPr/>
        </p:nvGrpSpPr>
        <p:grpSpPr>
          <a:xfrm>
            <a:off x="4862100" y="1326042"/>
            <a:ext cx="2365102" cy="1823291"/>
            <a:chOff x="4977080" y="1509325"/>
            <a:chExt cx="2028911" cy="1321800"/>
          </a:xfrm>
        </p:grpSpPr>
        <p:sp>
          <p:nvSpPr>
            <p:cNvPr id="3397" name="Google Shape;3397;p53"/>
            <p:cNvSpPr txBox="1"/>
            <p:nvPr/>
          </p:nvSpPr>
          <p:spPr>
            <a:xfrm>
              <a:off x="4977092" y="1509325"/>
              <a:ext cx="2028900" cy="1321800"/>
            </a:xfrm>
            <a:prstGeom prst="rect">
              <a:avLst/>
            </a:prstGeom>
            <a:solidFill>
              <a:srgbClr val="FFFFFF"/>
            </a:solidFill>
            <a:ln cap="flat" cmpd="sng" w="38100">
              <a:solidFill>
                <a:srgbClr val="BFBFBF"/>
              </a:solidFill>
              <a:prstDash val="solid"/>
              <a:round/>
              <a:headEnd len="sm" w="sm" type="none"/>
              <a:tailEnd len="sm" w="sm" type="none"/>
            </a:ln>
            <a:effectLst>
              <a:outerShdw blurRad="63500" dir="2700000" dist="38100">
                <a:srgbClr val="000000">
                  <a:alpha val="39220"/>
                </a:srgbClr>
              </a:outerShdw>
            </a:effectLst>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Arial"/>
                <a:ea typeface="Arial"/>
                <a:cs typeface="Arial"/>
                <a:sym typeface="Arial"/>
              </a:endParaRPr>
            </a:p>
          </p:txBody>
        </p:sp>
        <p:sp>
          <p:nvSpPr>
            <p:cNvPr id="3398" name="Google Shape;3398;p53"/>
            <p:cNvSpPr txBox="1"/>
            <p:nvPr/>
          </p:nvSpPr>
          <p:spPr>
            <a:xfrm>
              <a:off x="4977080" y="1520404"/>
              <a:ext cx="2028900" cy="192600"/>
            </a:xfrm>
            <a:prstGeom prst="rect">
              <a:avLst/>
            </a:prstGeom>
            <a:solidFill>
              <a:srgbClr val="BFBFBF"/>
            </a:solidFill>
            <a:ln>
              <a:noFill/>
            </a:ln>
          </p:spPr>
          <p:txBody>
            <a:bodyPr anchorCtr="0" anchor="ctr" bIns="0" lIns="0" spcFirstLastPara="1" rIns="0" wrap="square" tIns="0">
              <a:noAutofit/>
            </a:bodyPr>
            <a:lstStyle/>
            <a:p>
              <a:pPr indent="0" lvl="0" marL="0" marR="0" rtl="0" algn="ctr">
                <a:lnSpc>
                  <a:spcPct val="100000"/>
                </a:lnSpc>
                <a:spcBef>
                  <a:spcPts val="0"/>
                </a:spcBef>
                <a:spcAft>
                  <a:spcPts val="0"/>
                </a:spcAft>
                <a:buClr>
                  <a:srgbClr val="000000"/>
                </a:buClr>
                <a:buSzPts val="1800"/>
                <a:buFont typeface="Arial"/>
                <a:buNone/>
              </a:pPr>
              <a:r>
                <a:rPr b="1" i="0" lang="es-419" sz="1000" u="none" cap="none" strike="noStrike">
                  <a:solidFill>
                    <a:srgbClr val="000000"/>
                  </a:solidFill>
                  <a:latin typeface="Arvo"/>
                  <a:ea typeface="Arvo"/>
                  <a:cs typeface="Arvo"/>
                  <a:sym typeface="Arvo"/>
                </a:rPr>
                <a:t>Formularios - P</a:t>
              </a:r>
              <a:r>
                <a:rPr b="1" lang="es-419" sz="1000">
                  <a:latin typeface="Arvo"/>
                  <a:ea typeface="Arvo"/>
                  <a:cs typeface="Arvo"/>
                  <a:sym typeface="Arvo"/>
                </a:rPr>
                <a:t>rocesos</a:t>
              </a:r>
              <a:endParaRPr i="0" sz="1000" u="none" cap="none" strike="noStrike">
                <a:solidFill>
                  <a:srgbClr val="000000"/>
                </a:solidFill>
                <a:latin typeface="Arvo"/>
                <a:ea typeface="Arvo"/>
                <a:cs typeface="Arvo"/>
                <a:sym typeface="Arvo"/>
              </a:endParaRPr>
            </a:p>
          </p:txBody>
        </p:sp>
      </p:grpSp>
      <p:grpSp>
        <p:nvGrpSpPr>
          <p:cNvPr id="3399" name="Google Shape;3399;p53"/>
          <p:cNvGrpSpPr/>
          <p:nvPr/>
        </p:nvGrpSpPr>
        <p:grpSpPr>
          <a:xfrm>
            <a:off x="4862112" y="3288193"/>
            <a:ext cx="2365090" cy="1583535"/>
            <a:chOff x="4977091" y="2931792"/>
            <a:chExt cx="2028901" cy="1147988"/>
          </a:xfrm>
        </p:grpSpPr>
        <p:sp>
          <p:nvSpPr>
            <p:cNvPr id="3400" name="Google Shape;3400;p53"/>
            <p:cNvSpPr txBox="1"/>
            <p:nvPr/>
          </p:nvSpPr>
          <p:spPr>
            <a:xfrm>
              <a:off x="4977092" y="2944881"/>
              <a:ext cx="2028900" cy="1134900"/>
            </a:xfrm>
            <a:prstGeom prst="rect">
              <a:avLst/>
            </a:prstGeom>
            <a:solidFill>
              <a:srgbClr val="FFFFFF"/>
            </a:solidFill>
            <a:ln cap="flat" cmpd="sng" w="38100">
              <a:solidFill>
                <a:srgbClr val="D9D9D9"/>
              </a:solidFill>
              <a:prstDash val="solid"/>
              <a:round/>
              <a:headEnd len="sm" w="sm" type="none"/>
              <a:tailEnd len="sm" w="sm" type="none"/>
            </a:ln>
            <a:effectLst>
              <a:outerShdw blurRad="63500" dir="2700000" dist="38100">
                <a:srgbClr val="000000">
                  <a:alpha val="39220"/>
                </a:srgbClr>
              </a:outerShdw>
            </a:effectLst>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Arial"/>
                <a:ea typeface="Arial"/>
                <a:cs typeface="Arial"/>
                <a:sym typeface="Arial"/>
              </a:endParaRPr>
            </a:p>
          </p:txBody>
        </p:sp>
        <p:sp>
          <p:nvSpPr>
            <p:cNvPr id="3401" name="Google Shape;3401;p53"/>
            <p:cNvSpPr txBox="1"/>
            <p:nvPr/>
          </p:nvSpPr>
          <p:spPr>
            <a:xfrm>
              <a:off x="4977091" y="2931792"/>
              <a:ext cx="2028900" cy="208500"/>
            </a:xfrm>
            <a:prstGeom prst="rect">
              <a:avLst/>
            </a:prstGeom>
            <a:solidFill>
              <a:srgbClr val="F2F2F2"/>
            </a:solidFill>
            <a:ln cap="flat" cmpd="sng" w="9525">
              <a:solidFill>
                <a:srgbClr val="D9D9D9"/>
              </a:solidFill>
              <a:prstDash val="solid"/>
              <a:miter lim="800000"/>
              <a:headEnd len="sm" w="sm" type="none"/>
              <a:tailEnd len="sm" w="sm" type="none"/>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rPr b="1" lang="es-419" sz="1000">
                  <a:latin typeface="Arvo"/>
                  <a:ea typeface="Arvo"/>
                  <a:cs typeface="Arvo"/>
                  <a:sym typeface="Arvo"/>
                </a:rPr>
                <a:t>Formulario </a:t>
              </a:r>
              <a:r>
                <a:rPr b="1" i="0" lang="es-419" sz="1000" u="none" cap="none" strike="noStrike">
                  <a:solidFill>
                    <a:srgbClr val="000000"/>
                  </a:solidFill>
                  <a:latin typeface="Arvo"/>
                  <a:ea typeface="Arvo"/>
                  <a:cs typeface="Arvo"/>
                  <a:sym typeface="Arvo"/>
                </a:rPr>
                <a:t>- </a:t>
              </a:r>
              <a:r>
                <a:rPr b="1" lang="es-419" sz="1000">
                  <a:latin typeface="Arvo"/>
                  <a:ea typeface="Arvo"/>
                  <a:cs typeface="Arvo"/>
                  <a:sym typeface="Arvo"/>
                </a:rPr>
                <a:t>Soporte</a:t>
              </a:r>
              <a:endParaRPr i="0" sz="1000" u="none" cap="none" strike="noStrike">
                <a:solidFill>
                  <a:srgbClr val="000000"/>
                </a:solidFill>
                <a:latin typeface="Arvo"/>
                <a:ea typeface="Arvo"/>
                <a:cs typeface="Arvo"/>
                <a:sym typeface="Arvo"/>
              </a:endParaRPr>
            </a:p>
          </p:txBody>
        </p:sp>
      </p:grpSp>
      <p:grpSp>
        <p:nvGrpSpPr>
          <p:cNvPr id="3402" name="Google Shape;3402;p53"/>
          <p:cNvGrpSpPr/>
          <p:nvPr/>
        </p:nvGrpSpPr>
        <p:grpSpPr>
          <a:xfrm>
            <a:off x="4862466" y="5042037"/>
            <a:ext cx="2365089" cy="1466001"/>
            <a:chOff x="4977394" y="4203246"/>
            <a:chExt cx="2028900" cy="1062781"/>
          </a:xfrm>
        </p:grpSpPr>
        <p:sp>
          <p:nvSpPr>
            <p:cNvPr id="3403" name="Google Shape;3403;p53"/>
            <p:cNvSpPr txBox="1"/>
            <p:nvPr/>
          </p:nvSpPr>
          <p:spPr>
            <a:xfrm>
              <a:off x="4977394" y="4216328"/>
              <a:ext cx="2028900" cy="1049700"/>
            </a:xfrm>
            <a:prstGeom prst="rect">
              <a:avLst/>
            </a:prstGeom>
            <a:solidFill>
              <a:srgbClr val="FFFFFF"/>
            </a:solidFill>
            <a:ln cap="flat" cmpd="sng" w="38100">
              <a:solidFill>
                <a:srgbClr val="72BFC5"/>
              </a:solidFill>
              <a:prstDash val="solid"/>
              <a:round/>
              <a:headEnd len="sm" w="sm" type="none"/>
              <a:tailEnd len="sm" w="sm" type="none"/>
            </a:ln>
            <a:effectLst>
              <a:outerShdw blurRad="63500" dir="2700000" dist="38100">
                <a:srgbClr val="000000">
                  <a:alpha val="39220"/>
                </a:srgbClr>
              </a:outerShdw>
            </a:effectLst>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Arial"/>
                <a:ea typeface="Arial"/>
                <a:cs typeface="Arial"/>
                <a:sym typeface="Arial"/>
              </a:endParaRPr>
            </a:p>
          </p:txBody>
        </p:sp>
        <p:sp>
          <p:nvSpPr>
            <p:cNvPr id="3404" name="Google Shape;3404;p53"/>
            <p:cNvSpPr txBox="1"/>
            <p:nvPr/>
          </p:nvSpPr>
          <p:spPr>
            <a:xfrm>
              <a:off x="4977394" y="4203246"/>
              <a:ext cx="2028900" cy="182100"/>
            </a:xfrm>
            <a:prstGeom prst="rect">
              <a:avLst/>
            </a:prstGeom>
            <a:solidFill>
              <a:srgbClr val="72BFC5"/>
            </a:solidFill>
            <a:ln cap="flat" cmpd="sng" w="38100">
              <a:solidFill>
                <a:srgbClr val="72BFC5"/>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rPr b="1" i="0" lang="es-419" sz="1000" u="none" cap="none" strike="noStrike">
                  <a:solidFill>
                    <a:srgbClr val="000000"/>
                  </a:solidFill>
                  <a:latin typeface="Arvo"/>
                  <a:ea typeface="Arvo"/>
                  <a:cs typeface="Arvo"/>
                  <a:sym typeface="Arvo"/>
                </a:rPr>
                <a:t>Formularios - D</a:t>
              </a:r>
              <a:r>
                <a:rPr b="1" lang="es-419" sz="1000">
                  <a:latin typeface="Arvo"/>
                  <a:ea typeface="Arvo"/>
                  <a:cs typeface="Arvo"/>
                  <a:sym typeface="Arvo"/>
                </a:rPr>
                <a:t>ialogo</a:t>
              </a:r>
              <a:endParaRPr i="0" sz="1000" u="none" cap="none" strike="noStrike">
                <a:solidFill>
                  <a:srgbClr val="000000"/>
                </a:solidFill>
                <a:latin typeface="Arvo"/>
                <a:ea typeface="Arvo"/>
                <a:cs typeface="Arvo"/>
                <a:sym typeface="Arvo"/>
              </a:endParaRPr>
            </a:p>
          </p:txBody>
        </p:sp>
      </p:grpSp>
      <p:grpSp>
        <p:nvGrpSpPr>
          <p:cNvPr id="3405" name="Google Shape;3405;p53"/>
          <p:cNvGrpSpPr/>
          <p:nvPr/>
        </p:nvGrpSpPr>
        <p:grpSpPr>
          <a:xfrm>
            <a:off x="7414088" y="1326038"/>
            <a:ext cx="2297245" cy="1823436"/>
            <a:chOff x="7166313" y="1509322"/>
            <a:chExt cx="1970700" cy="1321905"/>
          </a:xfrm>
        </p:grpSpPr>
        <p:sp>
          <p:nvSpPr>
            <p:cNvPr id="3406" name="Google Shape;3406;p53"/>
            <p:cNvSpPr txBox="1"/>
            <p:nvPr/>
          </p:nvSpPr>
          <p:spPr>
            <a:xfrm>
              <a:off x="7166313" y="1510328"/>
              <a:ext cx="1970700" cy="1320900"/>
            </a:xfrm>
            <a:prstGeom prst="rect">
              <a:avLst/>
            </a:prstGeom>
            <a:solidFill>
              <a:srgbClr val="FFFFFF"/>
            </a:solidFill>
            <a:ln cap="flat" cmpd="sng" w="38100">
              <a:solidFill>
                <a:srgbClr val="D9D9D9"/>
              </a:solidFill>
              <a:prstDash val="solid"/>
              <a:round/>
              <a:headEnd len="sm" w="sm" type="none"/>
              <a:tailEnd len="sm" w="sm" type="none"/>
            </a:ln>
            <a:effectLst>
              <a:outerShdw blurRad="63500" dir="2700000" dist="38100">
                <a:srgbClr val="000000">
                  <a:alpha val="39220"/>
                </a:srgbClr>
              </a:outerShdw>
            </a:effectLst>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Arial"/>
                <a:ea typeface="Arial"/>
                <a:cs typeface="Arial"/>
                <a:sym typeface="Arial"/>
              </a:endParaRPr>
            </a:p>
          </p:txBody>
        </p:sp>
        <p:sp>
          <p:nvSpPr>
            <p:cNvPr id="3407" name="Google Shape;3407;p53"/>
            <p:cNvSpPr txBox="1"/>
            <p:nvPr/>
          </p:nvSpPr>
          <p:spPr>
            <a:xfrm>
              <a:off x="7166313" y="1509322"/>
              <a:ext cx="1970700" cy="181800"/>
            </a:xfrm>
            <a:prstGeom prst="rect">
              <a:avLst/>
            </a:prstGeom>
            <a:solidFill>
              <a:srgbClr val="F2F2F2"/>
            </a:solidFill>
            <a:ln cap="flat" cmpd="sng" w="38100">
              <a:solidFill>
                <a:srgbClr val="D9D9D9"/>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rPr b="1" lang="es-419" sz="1000">
                  <a:latin typeface="Arvo"/>
                  <a:ea typeface="Arvo"/>
                  <a:cs typeface="Arvo"/>
                  <a:sym typeface="Arvo"/>
                </a:rPr>
                <a:t>Entidades </a:t>
              </a:r>
              <a:r>
                <a:rPr b="1" i="0" lang="es-419" sz="1000" u="none" cap="none" strike="noStrike">
                  <a:solidFill>
                    <a:srgbClr val="000000"/>
                  </a:solidFill>
                  <a:latin typeface="Arvo"/>
                  <a:ea typeface="Arvo"/>
                  <a:cs typeface="Arvo"/>
                  <a:sym typeface="Arvo"/>
                </a:rPr>
                <a:t>- </a:t>
              </a:r>
              <a:r>
                <a:rPr b="1" lang="es-419" sz="1000">
                  <a:latin typeface="Arvo"/>
                  <a:ea typeface="Arvo"/>
                  <a:cs typeface="Arvo"/>
                  <a:sym typeface="Arvo"/>
                </a:rPr>
                <a:t>Dominio</a:t>
              </a:r>
              <a:endParaRPr b="1" i="0" sz="1000" u="none" cap="none" strike="noStrike">
                <a:solidFill>
                  <a:srgbClr val="000000"/>
                </a:solidFill>
                <a:latin typeface="Arvo"/>
                <a:ea typeface="Arvo"/>
                <a:cs typeface="Arvo"/>
                <a:sym typeface="Arvo"/>
              </a:endParaRPr>
            </a:p>
          </p:txBody>
        </p:sp>
      </p:grpSp>
      <p:grpSp>
        <p:nvGrpSpPr>
          <p:cNvPr id="3408" name="Google Shape;3408;p53"/>
          <p:cNvGrpSpPr/>
          <p:nvPr/>
        </p:nvGrpSpPr>
        <p:grpSpPr>
          <a:xfrm>
            <a:off x="7413883" y="3312381"/>
            <a:ext cx="2297249" cy="3195411"/>
            <a:chOff x="7166309" y="2980271"/>
            <a:chExt cx="1970704" cy="2285701"/>
          </a:xfrm>
        </p:grpSpPr>
        <p:sp>
          <p:nvSpPr>
            <p:cNvPr id="3409" name="Google Shape;3409;p53"/>
            <p:cNvSpPr txBox="1"/>
            <p:nvPr/>
          </p:nvSpPr>
          <p:spPr>
            <a:xfrm>
              <a:off x="7166313" y="2980272"/>
              <a:ext cx="1970700" cy="2285700"/>
            </a:xfrm>
            <a:prstGeom prst="rect">
              <a:avLst/>
            </a:prstGeom>
            <a:solidFill>
              <a:srgbClr val="FFFFFF"/>
            </a:solidFill>
            <a:ln cap="flat" cmpd="sng" w="38100">
              <a:solidFill>
                <a:srgbClr val="C00000"/>
              </a:solidFill>
              <a:prstDash val="solid"/>
              <a:round/>
              <a:headEnd len="sm" w="sm" type="none"/>
              <a:tailEnd len="sm" w="sm" type="none"/>
            </a:ln>
            <a:effectLst>
              <a:outerShdw blurRad="63500" dir="2700000" dist="38100">
                <a:srgbClr val="000000">
                  <a:alpha val="39220"/>
                </a:srgbClr>
              </a:outerShdw>
            </a:effectLst>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Arial"/>
                <a:ea typeface="Arial"/>
                <a:cs typeface="Arial"/>
                <a:sym typeface="Arial"/>
              </a:endParaRPr>
            </a:p>
          </p:txBody>
        </p:sp>
        <p:sp>
          <p:nvSpPr>
            <p:cNvPr id="3410" name="Google Shape;3410;p53"/>
            <p:cNvSpPr txBox="1"/>
            <p:nvPr/>
          </p:nvSpPr>
          <p:spPr>
            <a:xfrm>
              <a:off x="7166309" y="2980271"/>
              <a:ext cx="1970700" cy="171300"/>
            </a:xfrm>
            <a:prstGeom prst="rect">
              <a:avLst/>
            </a:prstGeom>
            <a:solidFill>
              <a:srgbClr val="C00000"/>
            </a:solidFill>
            <a:ln cap="flat" cmpd="sng" w="38100">
              <a:solidFill>
                <a:srgbClr val="C00000"/>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FFFFFF"/>
                </a:buClr>
                <a:buSzPts val="1800"/>
                <a:buFont typeface="Arial"/>
                <a:buNone/>
              </a:pPr>
              <a:r>
                <a:rPr b="1" lang="es-419" sz="1000">
                  <a:solidFill>
                    <a:srgbClr val="FFFFFF"/>
                  </a:solidFill>
                  <a:latin typeface="Arvo"/>
                  <a:ea typeface="Arvo"/>
                  <a:cs typeface="Arvo"/>
                  <a:sym typeface="Arvo"/>
                </a:rPr>
                <a:t>Comunicación</a:t>
              </a:r>
              <a:endParaRPr i="0" sz="1000" u="none" cap="none" strike="noStrike">
                <a:solidFill>
                  <a:srgbClr val="000000"/>
                </a:solidFill>
                <a:latin typeface="Arvo"/>
                <a:ea typeface="Arvo"/>
                <a:cs typeface="Arvo"/>
                <a:sym typeface="Arvo"/>
              </a:endParaRPr>
            </a:p>
          </p:txBody>
        </p:sp>
      </p:grpSp>
      <p:sp>
        <p:nvSpPr>
          <p:cNvPr id="3411" name="Google Shape;3411;p53"/>
          <p:cNvSpPr txBox="1"/>
          <p:nvPr>
            <p:ph idx="1" type="body"/>
          </p:nvPr>
        </p:nvSpPr>
        <p:spPr>
          <a:xfrm>
            <a:off x="641150" y="612125"/>
            <a:ext cx="1770300" cy="160500"/>
          </a:xfrm>
          <a:prstGeom prst="rect">
            <a:avLst/>
          </a:prstGeom>
          <a:noFill/>
          <a:ln>
            <a:noFill/>
          </a:ln>
        </p:spPr>
        <p:txBody>
          <a:bodyPr anchorCtr="0" anchor="t" bIns="0" lIns="0" spcFirstLastPara="1" rIns="0" wrap="square" tIns="0">
            <a:noAutofit/>
          </a:bodyPr>
          <a:lstStyle>
            <a:lvl1pPr indent="-292100" lvl="0" marL="457200" algn="ctr">
              <a:spcBef>
                <a:spcPts val="0"/>
              </a:spcBef>
              <a:spcAft>
                <a:spcPts val="0"/>
              </a:spcAft>
              <a:buClr>
                <a:srgbClr val="FFFFFF"/>
              </a:buClr>
              <a:buSzPts val="1000"/>
              <a:buChar char="●"/>
              <a:defRPr sz="1000">
                <a:solidFill>
                  <a:srgbClr val="FFFFFF"/>
                </a:solidFill>
              </a:defRPr>
            </a:lvl1pPr>
            <a:lvl2pPr indent="-292100" lvl="1" marL="914400" algn="ctr">
              <a:spcBef>
                <a:spcPts val="0"/>
              </a:spcBef>
              <a:spcAft>
                <a:spcPts val="0"/>
              </a:spcAft>
              <a:buClr>
                <a:srgbClr val="FFFFFF"/>
              </a:buClr>
              <a:buSzPts val="1000"/>
              <a:buChar char="○"/>
              <a:defRPr sz="1000">
                <a:solidFill>
                  <a:srgbClr val="FFFFFF"/>
                </a:solidFill>
              </a:defRPr>
            </a:lvl2pPr>
            <a:lvl3pPr indent="-292100" lvl="2" marL="1371600" algn="ctr">
              <a:spcBef>
                <a:spcPts val="0"/>
              </a:spcBef>
              <a:spcAft>
                <a:spcPts val="0"/>
              </a:spcAft>
              <a:buClr>
                <a:srgbClr val="FFFFFF"/>
              </a:buClr>
              <a:buSzPts val="1000"/>
              <a:buChar char="■"/>
              <a:defRPr sz="1000">
                <a:solidFill>
                  <a:srgbClr val="FFFFFF"/>
                </a:solidFill>
              </a:defRPr>
            </a:lvl3pPr>
            <a:lvl4pPr indent="-292100" lvl="3" marL="1828800" algn="ctr">
              <a:spcBef>
                <a:spcPts val="0"/>
              </a:spcBef>
              <a:spcAft>
                <a:spcPts val="0"/>
              </a:spcAft>
              <a:buClr>
                <a:srgbClr val="FFFFFF"/>
              </a:buClr>
              <a:buSzPts val="1000"/>
              <a:buChar char="●"/>
              <a:defRPr sz="1000">
                <a:solidFill>
                  <a:srgbClr val="FFFFFF"/>
                </a:solidFill>
              </a:defRPr>
            </a:lvl4pPr>
            <a:lvl5pPr indent="-292100" lvl="4" marL="2286000" algn="ctr">
              <a:spcBef>
                <a:spcPts val="0"/>
              </a:spcBef>
              <a:spcAft>
                <a:spcPts val="0"/>
              </a:spcAft>
              <a:buClr>
                <a:srgbClr val="FFFFFF"/>
              </a:buClr>
              <a:buSzPts val="1000"/>
              <a:buChar char="○"/>
              <a:defRPr sz="1000">
                <a:solidFill>
                  <a:srgbClr val="FFFFFF"/>
                </a:solidFill>
              </a:defRPr>
            </a:lvl5pPr>
            <a:lvl6pPr indent="-292100" lvl="5" marL="2743200" algn="ctr">
              <a:spcBef>
                <a:spcPts val="0"/>
              </a:spcBef>
              <a:spcAft>
                <a:spcPts val="0"/>
              </a:spcAft>
              <a:buClr>
                <a:srgbClr val="FFFFFF"/>
              </a:buClr>
              <a:buSzPts val="1000"/>
              <a:buChar char="■"/>
              <a:defRPr sz="1000">
                <a:solidFill>
                  <a:srgbClr val="FFFFFF"/>
                </a:solidFill>
              </a:defRPr>
            </a:lvl6pPr>
            <a:lvl7pPr indent="-292100" lvl="6" marL="3200400" algn="ctr">
              <a:spcBef>
                <a:spcPts val="0"/>
              </a:spcBef>
              <a:spcAft>
                <a:spcPts val="0"/>
              </a:spcAft>
              <a:buClr>
                <a:srgbClr val="FFFFFF"/>
              </a:buClr>
              <a:buSzPts val="1000"/>
              <a:buChar char="●"/>
              <a:defRPr sz="1000">
                <a:solidFill>
                  <a:srgbClr val="FFFFFF"/>
                </a:solidFill>
              </a:defRPr>
            </a:lvl7pPr>
            <a:lvl8pPr indent="-292100" lvl="7" marL="3657600" algn="ctr">
              <a:spcBef>
                <a:spcPts val="0"/>
              </a:spcBef>
              <a:spcAft>
                <a:spcPts val="0"/>
              </a:spcAft>
              <a:buClr>
                <a:srgbClr val="FFFFFF"/>
              </a:buClr>
              <a:buSzPts val="1000"/>
              <a:buChar char="○"/>
              <a:defRPr sz="1000">
                <a:solidFill>
                  <a:srgbClr val="FFFFFF"/>
                </a:solidFill>
              </a:defRPr>
            </a:lvl8pPr>
            <a:lvl9pPr indent="-292100" lvl="8" marL="4114800" algn="ctr">
              <a:spcBef>
                <a:spcPts val="0"/>
              </a:spcBef>
              <a:spcAft>
                <a:spcPts val="0"/>
              </a:spcAft>
              <a:buClr>
                <a:srgbClr val="FFFFFF"/>
              </a:buClr>
              <a:buSzPts val="1000"/>
              <a:buChar char="■"/>
              <a:defRPr sz="1000">
                <a:solidFill>
                  <a:srgbClr val="FFFFFF"/>
                </a:solidFill>
              </a:defRPr>
            </a:lvl9pPr>
          </a:lstStyle>
          <a:p/>
        </p:txBody>
      </p:sp>
      <p:sp>
        <p:nvSpPr>
          <p:cNvPr id="3412" name="Google Shape;3412;p53"/>
          <p:cNvSpPr txBox="1"/>
          <p:nvPr/>
        </p:nvSpPr>
        <p:spPr>
          <a:xfrm>
            <a:off x="84825" y="598125"/>
            <a:ext cx="595500" cy="205800"/>
          </a:xfrm>
          <a:prstGeom prst="rect">
            <a:avLst/>
          </a:prstGeom>
          <a:noFill/>
          <a:ln>
            <a:noFill/>
          </a:ln>
        </p:spPr>
        <p:txBody>
          <a:bodyPr anchorCtr="0" anchor="t" bIns="18000" lIns="18000" spcFirstLastPara="1" rIns="18000" wrap="square" tIns="18000">
            <a:spAutoFit/>
          </a:bodyPr>
          <a:lstStyle/>
          <a:p>
            <a:pPr indent="0" lvl="0" marL="0" rtl="0" algn="l">
              <a:spcBef>
                <a:spcPts val="0"/>
              </a:spcBef>
              <a:spcAft>
                <a:spcPts val="0"/>
              </a:spcAft>
              <a:buNone/>
            </a:pPr>
            <a:r>
              <a:rPr lang="es-419" sz="1100">
                <a:solidFill>
                  <a:srgbClr val="FFFFFF"/>
                </a:solidFill>
              </a:rPr>
              <a:t>Nombre:</a:t>
            </a:r>
            <a:endParaRPr sz="1100">
              <a:solidFill>
                <a:srgbClr val="FFFFFF"/>
              </a:solidFill>
            </a:endParaRPr>
          </a:p>
        </p:txBody>
      </p:sp>
      <p:sp>
        <p:nvSpPr>
          <p:cNvPr id="3413" name="Google Shape;3413;p53"/>
          <p:cNvSpPr txBox="1"/>
          <p:nvPr/>
        </p:nvSpPr>
        <p:spPr>
          <a:xfrm>
            <a:off x="-5257800" y="838200"/>
            <a:ext cx="4648200" cy="6248400"/>
          </a:xfrm>
          <a:prstGeom prst="rect">
            <a:avLst/>
          </a:prstGeom>
          <a:solidFill>
            <a:srgbClr val="FFFFFF"/>
          </a:solidFill>
          <a:ln cap="flat" cmpd="sng" w="9525">
            <a:solidFill>
              <a:srgbClr val="00B0F0"/>
            </a:solidFill>
            <a:prstDash val="solid"/>
            <a:round/>
            <a:headEnd len="sm" w="sm" type="none"/>
            <a:tailEnd len="sm" w="sm" type="none"/>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A6A6A6"/>
              </a:buClr>
              <a:buSzPts val="1700"/>
              <a:buFont typeface="Tahoma"/>
              <a:buNone/>
            </a:pPr>
            <a:r>
              <a:rPr b="1" i="0" lang="es-419" sz="1700" u="none">
                <a:solidFill>
                  <a:srgbClr val="A6A6A6"/>
                </a:solidFill>
                <a:latin typeface="Tahoma"/>
                <a:ea typeface="Tahoma"/>
                <a:cs typeface="Tahoma"/>
                <a:sym typeface="Tahoma"/>
              </a:rPr>
              <a:t>                                                           Fichas</a:t>
            </a:r>
            <a:endParaRPr/>
          </a:p>
          <a:p>
            <a:pPr indent="0" lvl="0" marL="0" marR="0" rtl="0" algn="r">
              <a:lnSpc>
                <a:spcPct val="100000"/>
              </a:lnSpc>
              <a:spcBef>
                <a:spcPts val="0"/>
              </a:spcBef>
              <a:spcAft>
                <a:spcPts val="0"/>
              </a:spcAft>
              <a:buClr>
                <a:srgbClr val="A6A6A6"/>
              </a:buClr>
              <a:buSzPts val="1700"/>
              <a:buFont typeface="Tahoma"/>
              <a:buNone/>
            </a:pPr>
            <a:r>
              <a:rPr b="1" i="0" lang="es-419" sz="1700" u="none">
                <a:solidFill>
                  <a:srgbClr val="A6A6A6"/>
                </a:solidFill>
                <a:latin typeface="Tahoma"/>
                <a:ea typeface="Tahoma"/>
                <a:cs typeface="Tahoma"/>
                <a:sym typeface="Tahoma"/>
              </a:rPr>
              <a:t>Worker</a:t>
            </a:r>
            <a:endParaRPr/>
          </a:p>
        </p:txBody>
      </p:sp>
      <p:sp>
        <p:nvSpPr>
          <p:cNvPr id="3414" name="Google Shape;3414;p53"/>
          <p:cNvSpPr txBox="1"/>
          <p:nvPr/>
        </p:nvSpPr>
        <p:spPr>
          <a:xfrm>
            <a:off x="10283825" y="838200"/>
            <a:ext cx="4319700" cy="6248400"/>
          </a:xfrm>
          <a:prstGeom prst="rect">
            <a:avLst/>
          </a:prstGeom>
          <a:solidFill>
            <a:srgbClr val="FFFFFF"/>
          </a:solidFill>
          <a:ln cap="flat" cmpd="sng" w="9525">
            <a:solidFill>
              <a:srgbClr val="00B0F0"/>
            </a:solidFill>
            <a:prstDash val="solid"/>
            <a:round/>
            <a:headEnd len="sm" w="sm" type="none"/>
            <a:tailEnd len="sm" w="sm" type="none"/>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A6A6A6"/>
              </a:buClr>
              <a:buSzPts val="1800"/>
              <a:buFont typeface="Tahoma"/>
              <a:buNone/>
            </a:pPr>
            <a:r>
              <a:rPr b="1" i="0" lang="es-419" sz="1800" u="none">
                <a:solidFill>
                  <a:srgbClr val="A6A6A6"/>
                </a:solidFill>
                <a:latin typeface="Tahoma"/>
                <a:ea typeface="Tahoma"/>
                <a:cs typeface="Tahoma"/>
                <a:sym typeface="Tahoma"/>
              </a:rPr>
              <a:t>  </a:t>
            </a:r>
            <a:r>
              <a:rPr b="1" i="0" lang="es-419" sz="1700" u="none">
                <a:solidFill>
                  <a:srgbClr val="A6A6A6"/>
                </a:solidFill>
                <a:latin typeface="Tahoma"/>
                <a:ea typeface="Tahoma"/>
                <a:cs typeface="Tahoma"/>
                <a:sym typeface="Tahoma"/>
              </a:rPr>
              <a:t>Fichas</a:t>
            </a:r>
            <a:endParaRPr/>
          </a:p>
          <a:p>
            <a:pPr indent="0" lvl="0" marL="0" marR="0" rtl="0" algn="l">
              <a:lnSpc>
                <a:spcPct val="100000"/>
              </a:lnSpc>
              <a:spcBef>
                <a:spcPts val="0"/>
              </a:spcBef>
              <a:spcAft>
                <a:spcPts val="0"/>
              </a:spcAft>
              <a:buClr>
                <a:srgbClr val="A6A6A6"/>
              </a:buClr>
              <a:buSzPts val="1700"/>
              <a:buFont typeface="Tahoma"/>
              <a:buNone/>
            </a:pPr>
            <a:r>
              <a:rPr b="1" i="0" lang="es-419" sz="1700" u="none">
                <a:solidFill>
                  <a:srgbClr val="A6A6A6"/>
                </a:solidFill>
                <a:latin typeface="Tahoma"/>
                <a:ea typeface="Tahoma"/>
                <a:cs typeface="Tahoma"/>
                <a:sym typeface="Tahoma"/>
              </a:rPr>
              <a:t>Usuarios</a:t>
            </a:r>
            <a:endParaRPr/>
          </a:p>
        </p:txBody>
      </p:sp>
      <p:sp>
        <p:nvSpPr>
          <p:cNvPr id="3415" name="Google Shape;3415;p53"/>
          <p:cNvSpPr txBox="1"/>
          <p:nvPr/>
        </p:nvSpPr>
        <p:spPr>
          <a:xfrm>
            <a:off x="-5257800" y="7199312"/>
            <a:ext cx="7924800" cy="811200"/>
          </a:xfrm>
          <a:prstGeom prst="rect">
            <a:avLst/>
          </a:prstGeom>
          <a:solidFill>
            <a:srgbClr val="FFFFFF"/>
          </a:solidFill>
          <a:ln cap="flat" cmpd="sng" w="9525">
            <a:solidFill>
              <a:srgbClr val="00B0F0"/>
            </a:solidFill>
            <a:prstDash val="solid"/>
            <a:round/>
            <a:headEnd len="sm" w="sm" type="none"/>
            <a:tailEnd len="sm" w="sm" type="none"/>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A6A6A6"/>
              </a:buClr>
              <a:buSzPts val="1700"/>
              <a:buFont typeface="Tahoma"/>
              <a:buNone/>
            </a:pPr>
            <a:r>
              <a:rPr b="1" i="0" lang="es-419" sz="1700" u="none">
                <a:solidFill>
                  <a:srgbClr val="A6A6A6"/>
                </a:solidFill>
                <a:latin typeface="Tahoma"/>
                <a:ea typeface="Tahoma"/>
                <a:cs typeface="Tahoma"/>
                <a:sym typeface="Tahoma"/>
              </a:rPr>
              <a:t>Elementos</a:t>
            </a:r>
            <a:endParaRPr/>
          </a:p>
        </p:txBody>
      </p:sp>
      <p:sp>
        <p:nvSpPr>
          <p:cNvPr id="3416" name="Google Shape;3416;p53"/>
          <p:cNvSpPr txBox="1"/>
          <p:nvPr/>
        </p:nvSpPr>
        <p:spPr>
          <a:xfrm>
            <a:off x="2820976" y="7199300"/>
            <a:ext cx="11782500" cy="811200"/>
          </a:xfrm>
          <a:prstGeom prst="rect">
            <a:avLst/>
          </a:prstGeom>
          <a:solidFill>
            <a:srgbClr val="FFFFFF"/>
          </a:solidFill>
          <a:ln cap="flat" cmpd="sng" w="9525">
            <a:solidFill>
              <a:srgbClr val="00B0F0"/>
            </a:solidFill>
            <a:prstDash val="solid"/>
            <a:round/>
            <a:headEnd len="sm" w="sm" type="none"/>
            <a:tailEnd len="sm" w="sm" type="none"/>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A6A6A6"/>
              </a:buClr>
              <a:buSzPts val="1700"/>
              <a:buFont typeface="Tahoma"/>
              <a:buNone/>
            </a:pPr>
            <a:r>
              <a:rPr b="1" i="0" lang="es-419" sz="1700" u="none">
                <a:solidFill>
                  <a:srgbClr val="A6A6A6"/>
                </a:solidFill>
                <a:latin typeface="Tahoma"/>
                <a:ea typeface="Tahoma"/>
                <a:cs typeface="Tahoma"/>
                <a:sym typeface="Tahoma"/>
              </a:rPr>
              <a:t>Comunicación</a:t>
            </a:r>
            <a:endParaRPr/>
          </a:p>
        </p:txBody>
      </p:sp>
    </p:spTree>
  </p:cSld>
  <p:clrMapOvr>
    <a:masterClrMapping/>
  </p:clrMapOvr>
</p:sldLayout>
</file>

<file path=ppt/slideLayouts/slideLayout5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1 Problema y Posicionamiento">
  <p:cSld name="TITLE_3_6_1_1_1_1_1_1_1_2_1">
    <p:spTree>
      <p:nvGrpSpPr>
        <p:cNvPr id="3417" name="Shape 3417"/>
        <p:cNvGrpSpPr/>
        <p:nvPr/>
      </p:nvGrpSpPr>
      <p:grpSpPr>
        <a:xfrm>
          <a:off x="0" y="0"/>
          <a:ext cx="0" cy="0"/>
          <a:chOff x="0" y="0"/>
          <a:chExt cx="0" cy="0"/>
        </a:xfrm>
      </p:grpSpPr>
      <p:sp>
        <p:nvSpPr>
          <p:cNvPr id="3418" name="Google Shape;3418;p54"/>
          <p:cNvSpPr/>
          <p:nvPr/>
        </p:nvSpPr>
        <p:spPr>
          <a:xfrm>
            <a:off x="77688" y="358938"/>
            <a:ext cx="9935700" cy="6438000"/>
          </a:xfrm>
          <a:prstGeom prst="roundRect">
            <a:avLst>
              <a:gd fmla="val 2618" name="adj"/>
            </a:avLst>
          </a:prstGeom>
          <a:solidFill>
            <a:srgbClr val="FFFFFF"/>
          </a:solidFill>
          <a:ln cap="flat" cmpd="sng" w="38100">
            <a:solidFill>
              <a:srgbClr val="000000"/>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419" name="Google Shape;3419;p54"/>
          <p:cNvCxnSpPr/>
          <p:nvPr/>
        </p:nvCxnSpPr>
        <p:spPr>
          <a:xfrm>
            <a:off x="77688" y="772614"/>
            <a:ext cx="9935700" cy="0"/>
          </a:xfrm>
          <a:prstGeom prst="straightConnector1">
            <a:avLst/>
          </a:prstGeom>
          <a:noFill/>
          <a:ln cap="flat" cmpd="sng" w="19050">
            <a:solidFill>
              <a:srgbClr val="000000"/>
            </a:solidFill>
            <a:prstDash val="solid"/>
            <a:round/>
            <a:headEnd len="med" w="med" type="none"/>
            <a:tailEnd len="med" w="med" type="none"/>
          </a:ln>
        </p:spPr>
      </p:cxnSp>
      <p:cxnSp>
        <p:nvCxnSpPr>
          <p:cNvPr id="3420" name="Google Shape;3420;p54"/>
          <p:cNvCxnSpPr/>
          <p:nvPr/>
        </p:nvCxnSpPr>
        <p:spPr>
          <a:xfrm rot="10800000">
            <a:off x="2439038" y="368188"/>
            <a:ext cx="0" cy="402300"/>
          </a:xfrm>
          <a:prstGeom prst="straightConnector1">
            <a:avLst/>
          </a:prstGeom>
          <a:noFill/>
          <a:ln cap="flat" cmpd="sng" w="19050">
            <a:solidFill>
              <a:srgbClr val="000000"/>
            </a:solidFill>
            <a:prstDash val="solid"/>
            <a:round/>
            <a:headEnd len="med" w="med" type="none"/>
            <a:tailEnd len="med" w="med" type="none"/>
          </a:ln>
        </p:spPr>
      </p:cxnSp>
      <p:sp>
        <p:nvSpPr>
          <p:cNvPr id="3421" name="Google Shape;3421;p54"/>
          <p:cNvSpPr/>
          <p:nvPr/>
        </p:nvSpPr>
        <p:spPr>
          <a:xfrm>
            <a:off x="77688" y="349338"/>
            <a:ext cx="2361300" cy="421200"/>
          </a:xfrm>
          <a:prstGeom prst="roundRect">
            <a:avLst>
              <a:gd fmla="val 50000" name="adj"/>
            </a:avLst>
          </a:prstGeom>
          <a:solidFill>
            <a:srgbClr val="000000"/>
          </a:solidFill>
          <a:ln cap="flat" cmpd="sng" w="9525">
            <a:solidFill>
              <a:srgbClr val="000000"/>
            </a:solidFill>
            <a:prstDash val="solid"/>
            <a:round/>
            <a:headEnd len="sm" w="sm" type="none"/>
            <a:tailEnd len="sm" w="sm" type="none"/>
          </a:ln>
        </p:spPr>
        <p:txBody>
          <a:bodyPr anchorCtr="0" anchor="ctr" bIns="91425" lIns="0" spcFirstLastPara="1" rIns="0" wrap="square" tIns="91425">
            <a:noAutofit/>
          </a:bodyPr>
          <a:lstStyle/>
          <a:p>
            <a:pPr indent="0" lvl="0" marL="0" rtl="0" algn="ctr">
              <a:spcBef>
                <a:spcPts val="0"/>
              </a:spcBef>
              <a:spcAft>
                <a:spcPts val="0"/>
              </a:spcAft>
              <a:buNone/>
            </a:pPr>
            <a:r>
              <a:rPr b="1" lang="es-419" sz="1100">
                <a:solidFill>
                  <a:srgbClr val="FFFFFF"/>
                </a:solidFill>
              </a:rPr>
              <a:t>Problema y Posicionamiento</a:t>
            </a:r>
            <a:endParaRPr b="1" sz="1100">
              <a:solidFill>
                <a:srgbClr val="FFFFFF"/>
              </a:solidFill>
            </a:endParaRPr>
          </a:p>
          <a:p>
            <a:pPr indent="0" lvl="0" marL="0" rtl="0" algn="ctr">
              <a:spcBef>
                <a:spcPts val="0"/>
              </a:spcBef>
              <a:spcAft>
                <a:spcPts val="0"/>
              </a:spcAft>
              <a:buNone/>
            </a:pPr>
            <a:r>
              <a:t/>
            </a:r>
            <a:endParaRPr b="1" sz="1200">
              <a:solidFill>
                <a:srgbClr val="FFFFFF"/>
              </a:solidFill>
            </a:endParaRPr>
          </a:p>
        </p:txBody>
      </p:sp>
      <p:sp>
        <p:nvSpPr>
          <p:cNvPr id="3422" name="Google Shape;3422;p54"/>
          <p:cNvSpPr/>
          <p:nvPr/>
        </p:nvSpPr>
        <p:spPr>
          <a:xfrm>
            <a:off x="83988" y="595504"/>
            <a:ext cx="190200" cy="1692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3" name="Google Shape;3423;p54"/>
          <p:cNvSpPr/>
          <p:nvPr/>
        </p:nvSpPr>
        <p:spPr>
          <a:xfrm>
            <a:off x="2350598" y="358950"/>
            <a:ext cx="88500" cy="4023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4" name="Google Shape;3424;p54"/>
          <p:cNvSpPr/>
          <p:nvPr/>
        </p:nvSpPr>
        <p:spPr>
          <a:xfrm>
            <a:off x="2277739" y="663750"/>
            <a:ext cx="88500" cy="1089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5" name="Google Shape;3425;p54"/>
          <p:cNvSpPr txBox="1"/>
          <p:nvPr/>
        </p:nvSpPr>
        <p:spPr>
          <a:xfrm>
            <a:off x="391660" y="3997709"/>
            <a:ext cx="1594500" cy="246300"/>
          </a:xfrm>
          <a:prstGeom prst="rect">
            <a:avLst/>
          </a:prstGeom>
          <a:noFill/>
          <a:ln>
            <a:noFill/>
          </a:ln>
        </p:spPr>
        <p:txBody>
          <a:bodyPr anchorCtr="0" anchor="t" bIns="0" lIns="0" spcFirstLastPara="1" rIns="72000" wrap="square" tIns="0">
            <a:spAutoFit/>
          </a:bodyPr>
          <a:lstStyle/>
          <a:p>
            <a:pPr indent="0" lvl="0" marL="45720" rtl="0" algn="r">
              <a:spcBef>
                <a:spcPts val="0"/>
              </a:spcBef>
              <a:spcAft>
                <a:spcPts val="0"/>
              </a:spcAft>
              <a:buNone/>
            </a:pPr>
            <a:r>
              <a:rPr b="1" lang="es-419" sz="1000">
                <a:solidFill>
                  <a:srgbClr val="202124"/>
                </a:solidFill>
                <a:latin typeface="Arvo"/>
                <a:ea typeface="Arvo"/>
                <a:cs typeface="Arvo"/>
                <a:sym typeface="Arvo"/>
              </a:rPr>
              <a:t>Para:</a:t>
            </a:r>
            <a:r>
              <a:rPr b="1" lang="es-419" sz="1000">
                <a:solidFill>
                  <a:schemeClr val="dk1"/>
                </a:solidFill>
                <a:latin typeface="Arvo"/>
                <a:ea typeface="Arvo"/>
                <a:cs typeface="Arvo"/>
                <a:sym typeface="Arvo"/>
              </a:rPr>
              <a:t> </a:t>
            </a:r>
            <a:endParaRPr b="1" sz="1000">
              <a:solidFill>
                <a:schemeClr val="dk1"/>
              </a:solidFill>
              <a:latin typeface="Arvo"/>
              <a:ea typeface="Arvo"/>
              <a:cs typeface="Arvo"/>
              <a:sym typeface="Arvo"/>
            </a:endParaRPr>
          </a:p>
          <a:p>
            <a:pPr indent="0" lvl="0" marL="45720" rtl="0" algn="r">
              <a:spcBef>
                <a:spcPts val="0"/>
              </a:spcBef>
              <a:spcAft>
                <a:spcPts val="0"/>
              </a:spcAft>
              <a:buNone/>
            </a:pPr>
            <a:r>
              <a:rPr i="1" lang="es-419" sz="600">
                <a:solidFill>
                  <a:schemeClr val="dk1"/>
                </a:solidFill>
                <a:latin typeface="Arvo"/>
                <a:ea typeface="Arvo"/>
                <a:cs typeface="Arvo"/>
                <a:sym typeface="Arvo"/>
              </a:rPr>
              <a:t>&lt;[Cliente objetivo]&gt;</a:t>
            </a:r>
            <a:endParaRPr sz="600">
              <a:solidFill>
                <a:schemeClr val="hlink"/>
              </a:solidFill>
              <a:highlight>
                <a:srgbClr val="FFFF00"/>
              </a:highlight>
              <a:latin typeface="Arvo"/>
              <a:ea typeface="Arvo"/>
              <a:cs typeface="Arvo"/>
              <a:sym typeface="Arvo"/>
            </a:endParaRPr>
          </a:p>
        </p:txBody>
      </p:sp>
      <p:sp>
        <p:nvSpPr>
          <p:cNvPr id="3426" name="Google Shape;3426;p54"/>
          <p:cNvSpPr txBox="1"/>
          <p:nvPr/>
        </p:nvSpPr>
        <p:spPr>
          <a:xfrm>
            <a:off x="256507" y="4394654"/>
            <a:ext cx="1731300" cy="369300"/>
          </a:xfrm>
          <a:prstGeom prst="rect">
            <a:avLst/>
          </a:prstGeom>
          <a:noFill/>
          <a:ln>
            <a:noFill/>
          </a:ln>
        </p:spPr>
        <p:txBody>
          <a:bodyPr anchorCtr="0" anchor="t" bIns="0" lIns="0" spcFirstLastPara="1" rIns="72000" wrap="square" tIns="0">
            <a:spAutoFit/>
          </a:bodyPr>
          <a:lstStyle/>
          <a:p>
            <a:pPr indent="0" lvl="0" marL="45720" rtl="0" algn="r">
              <a:spcBef>
                <a:spcPts val="0"/>
              </a:spcBef>
              <a:spcAft>
                <a:spcPts val="0"/>
              </a:spcAft>
              <a:buNone/>
            </a:pPr>
            <a:r>
              <a:rPr b="1" lang="es-419" sz="1000">
                <a:solidFill>
                  <a:schemeClr val="dk1"/>
                </a:solidFill>
                <a:latin typeface="Arvo"/>
                <a:ea typeface="Arvo"/>
                <a:cs typeface="Arvo"/>
                <a:sym typeface="Arvo"/>
              </a:rPr>
              <a:t>Quién:                         </a:t>
            </a:r>
            <a:r>
              <a:rPr b="1" lang="es-419" sz="1200">
                <a:solidFill>
                  <a:schemeClr val="dk1"/>
                </a:solidFill>
                <a:latin typeface="Arvo"/>
                <a:ea typeface="Arvo"/>
                <a:cs typeface="Arvo"/>
                <a:sym typeface="Arvo"/>
              </a:rPr>
              <a:t> </a:t>
            </a:r>
            <a:r>
              <a:rPr i="1" lang="es-419" sz="600">
                <a:solidFill>
                  <a:schemeClr val="dk1"/>
                </a:solidFill>
                <a:latin typeface="Arvo"/>
                <a:ea typeface="Arvo"/>
                <a:cs typeface="Arvo"/>
                <a:sym typeface="Arvo"/>
              </a:rPr>
              <a:t>&lt;[Declaración de la necesidad u oportunidad]&gt;</a:t>
            </a:r>
            <a:endParaRPr sz="600">
              <a:solidFill>
                <a:schemeClr val="hlink"/>
              </a:solidFill>
              <a:highlight>
                <a:srgbClr val="FFFF00"/>
              </a:highlight>
              <a:latin typeface="Arvo"/>
              <a:ea typeface="Arvo"/>
              <a:cs typeface="Arvo"/>
              <a:sym typeface="Arvo"/>
            </a:endParaRPr>
          </a:p>
        </p:txBody>
      </p:sp>
      <p:sp>
        <p:nvSpPr>
          <p:cNvPr id="3427" name="Google Shape;3427;p54"/>
          <p:cNvSpPr txBox="1"/>
          <p:nvPr/>
        </p:nvSpPr>
        <p:spPr>
          <a:xfrm>
            <a:off x="403322" y="4858127"/>
            <a:ext cx="1594500" cy="277200"/>
          </a:xfrm>
          <a:prstGeom prst="rect">
            <a:avLst/>
          </a:prstGeom>
          <a:noFill/>
          <a:ln>
            <a:noFill/>
          </a:ln>
        </p:spPr>
        <p:txBody>
          <a:bodyPr anchorCtr="0" anchor="t" bIns="0" lIns="0" spcFirstLastPara="1" rIns="72000" wrap="square" tIns="0">
            <a:spAutoFit/>
          </a:bodyPr>
          <a:lstStyle/>
          <a:p>
            <a:pPr indent="0" lvl="0" marL="45720" rtl="0" algn="r">
              <a:spcBef>
                <a:spcPts val="0"/>
              </a:spcBef>
              <a:spcAft>
                <a:spcPts val="0"/>
              </a:spcAft>
              <a:buNone/>
            </a:pPr>
            <a:r>
              <a:rPr b="1" lang="es-419" sz="1000">
                <a:solidFill>
                  <a:schemeClr val="dk1"/>
                </a:solidFill>
                <a:latin typeface="Arvo"/>
                <a:ea typeface="Arvo"/>
                <a:cs typeface="Arvo"/>
                <a:sym typeface="Arvo"/>
              </a:rPr>
              <a:t>El </a:t>
            </a:r>
            <a:r>
              <a:rPr b="1" lang="es-419" sz="900">
                <a:solidFill>
                  <a:schemeClr val="dk1"/>
                </a:solidFill>
                <a:latin typeface="Arvo"/>
                <a:ea typeface="Arvo"/>
                <a:cs typeface="Arvo"/>
                <a:sym typeface="Arvo"/>
              </a:rPr>
              <a:t>(nombre comercial)</a:t>
            </a:r>
            <a:r>
              <a:rPr b="1" lang="es-419" sz="1000">
                <a:solidFill>
                  <a:schemeClr val="dk1"/>
                </a:solidFill>
                <a:latin typeface="Arvo"/>
                <a:ea typeface="Arvo"/>
                <a:cs typeface="Arvo"/>
                <a:sym typeface="Arvo"/>
              </a:rPr>
              <a:t>: </a:t>
            </a:r>
            <a:r>
              <a:rPr b="1" lang="es-419" sz="1200">
                <a:solidFill>
                  <a:schemeClr val="dk1"/>
                </a:solidFill>
                <a:latin typeface="Arvo"/>
                <a:ea typeface="Arvo"/>
                <a:cs typeface="Arvo"/>
                <a:sym typeface="Arvo"/>
              </a:rPr>
              <a:t> </a:t>
            </a:r>
            <a:r>
              <a:rPr i="1" lang="es-419" sz="600">
                <a:solidFill>
                  <a:schemeClr val="dk1"/>
                </a:solidFill>
                <a:latin typeface="Arvo"/>
                <a:ea typeface="Arvo"/>
                <a:cs typeface="Arvo"/>
                <a:sym typeface="Arvo"/>
              </a:rPr>
              <a:t>&lt;es una [categoría empresarial]&gt;</a:t>
            </a:r>
            <a:endParaRPr sz="600">
              <a:solidFill>
                <a:schemeClr val="hlink"/>
              </a:solidFill>
              <a:highlight>
                <a:srgbClr val="FFFF00"/>
              </a:highlight>
              <a:latin typeface="Arvo"/>
              <a:ea typeface="Arvo"/>
              <a:cs typeface="Arvo"/>
              <a:sym typeface="Arvo"/>
            </a:endParaRPr>
          </a:p>
        </p:txBody>
      </p:sp>
      <p:sp>
        <p:nvSpPr>
          <p:cNvPr id="3428" name="Google Shape;3428;p54"/>
          <p:cNvSpPr txBox="1"/>
          <p:nvPr/>
        </p:nvSpPr>
        <p:spPr>
          <a:xfrm>
            <a:off x="51719" y="5352392"/>
            <a:ext cx="1941000" cy="338700"/>
          </a:xfrm>
          <a:prstGeom prst="rect">
            <a:avLst/>
          </a:prstGeom>
          <a:noFill/>
          <a:ln>
            <a:noFill/>
          </a:ln>
        </p:spPr>
        <p:txBody>
          <a:bodyPr anchorCtr="0" anchor="t" bIns="0" lIns="0" spcFirstLastPara="1" rIns="72000" wrap="square" tIns="0">
            <a:spAutoFit/>
          </a:bodyPr>
          <a:lstStyle/>
          <a:p>
            <a:pPr indent="0" lvl="0" marL="45720" rtl="0" algn="r">
              <a:spcBef>
                <a:spcPts val="0"/>
              </a:spcBef>
              <a:spcAft>
                <a:spcPts val="0"/>
              </a:spcAft>
              <a:buNone/>
            </a:pPr>
            <a:r>
              <a:rPr b="1" lang="es-419" sz="1000">
                <a:solidFill>
                  <a:schemeClr val="dk1"/>
                </a:solidFill>
                <a:latin typeface="Arvo"/>
                <a:ea typeface="Arvo"/>
                <a:cs typeface="Arvo"/>
                <a:sym typeface="Arvo"/>
              </a:rPr>
              <a:t>Que:</a:t>
            </a:r>
            <a:endParaRPr b="1" sz="1000">
              <a:solidFill>
                <a:schemeClr val="dk1"/>
              </a:solidFill>
              <a:latin typeface="Arvo"/>
              <a:ea typeface="Arvo"/>
              <a:cs typeface="Arvo"/>
              <a:sym typeface="Arvo"/>
            </a:endParaRPr>
          </a:p>
          <a:p>
            <a:pPr indent="0" lvl="0" marL="45720" rtl="0" algn="r">
              <a:spcBef>
                <a:spcPts val="0"/>
              </a:spcBef>
              <a:spcAft>
                <a:spcPts val="0"/>
              </a:spcAft>
              <a:buNone/>
            </a:pPr>
            <a:r>
              <a:rPr i="1" lang="es-419" sz="600">
                <a:solidFill>
                  <a:schemeClr val="dk1"/>
                </a:solidFill>
                <a:latin typeface="Arvo"/>
                <a:ea typeface="Arvo"/>
                <a:cs typeface="Arvo"/>
                <a:sym typeface="Arvo"/>
              </a:rPr>
              <a:t>&lt;[</a:t>
            </a:r>
            <a:r>
              <a:rPr i="1" lang="es-419" sz="600">
                <a:solidFill>
                  <a:srgbClr val="202124"/>
                </a:solidFill>
                <a:latin typeface="Arvo"/>
                <a:ea typeface="Arvo"/>
                <a:cs typeface="Arvo"/>
                <a:sym typeface="Arvo"/>
              </a:rPr>
              <a:t>declaración de beneficio clave; es decir, cuál es la razón de peso para hacer negocios con]</a:t>
            </a:r>
            <a:r>
              <a:rPr i="1" lang="es-419" sz="600">
                <a:solidFill>
                  <a:schemeClr val="dk1"/>
                </a:solidFill>
                <a:latin typeface="Arvo"/>
                <a:ea typeface="Arvo"/>
                <a:cs typeface="Arvo"/>
                <a:sym typeface="Arvo"/>
              </a:rPr>
              <a:t>&gt;</a:t>
            </a:r>
            <a:endParaRPr sz="600">
              <a:solidFill>
                <a:schemeClr val="hlink"/>
              </a:solidFill>
              <a:highlight>
                <a:srgbClr val="FFFF00"/>
              </a:highlight>
              <a:latin typeface="Arvo"/>
              <a:ea typeface="Arvo"/>
              <a:cs typeface="Arvo"/>
              <a:sym typeface="Arvo"/>
            </a:endParaRPr>
          </a:p>
        </p:txBody>
      </p:sp>
      <p:sp>
        <p:nvSpPr>
          <p:cNvPr id="3429" name="Google Shape;3429;p54"/>
          <p:cNvSpPr txBox="1"/>
          <p:nvPr/>
        </p:nvSpPr>
        <p:spPr>
          <a:xfrm>
            <a:off x="355697" y="6305248"/>
            <a:ext cx="1670700" cy="338700"/>
          </a:xfrm>
          <a:prstGeom prst="rect">
            <a:avLst/>
          </a:prstGeom>
          <a:noFill/>
          <a:ln>
            <a:noFill/>
          </a:ln>
        </p:spPr>
        <p:txBody>
          <a:bodyPr anchorCtr="0" anchor="t" bIns="0" lIns="0" spcFirstLastPara="1" rIns="72000" wrap="square" tIns="0">
            <a:spAutoFit/>
          </a:bodyPr>
          <a:lstStyle/>
          <a:p>
            <a:pPr indent="0" lvl="0" marL="45720" rtl="0" algn="r">
              <a:spcBef>
                <a:spcPts val="0"/>
              </a:spcBef>
              <a:spcAft>
                <a:spcPts val="0"/>
              </a:spcAft>
              <a:buNone/>
            </a:pPr>
            <a:r>
              <a:rPr b="1" lang="es-419" sz="1000">
                <a:solidFill>
                  <a:schemeClr val="dk1"/>
                </a:solidFill>
                <a:latin typeface="Arvo"/>
                <a:ea typeface="Arvo"/>
                <a:cs typeface="Arvo"/>
                <a:sym typeface="Arvo"/>
              </a:rPr>
              <a:t>Este negocio:</a:t>
            </a:r>
            <a:endParaRPr b="1" sz="1000">
              <a:solidFill>
                <a:schemeClr val="dk1"/>
              </a:solidFill>
              <a:latin typeface="Arvo"/>
              <a:ea typeface="Arvo"/>
              <a:cs typeface="Arvo"/>
              <a:sym typeface="Arvo"/>
            </a:endParaRPr>
          </a:p>
          <a:p>
            <a:pPr indent="0" lvl="0" marL="45720" rtl="0" algn="r">
              <a:spcBef>
                <a:spcPts val="0"/>
              </a:spcBef>
              <a:spcAft>
                <a:spcPts val="0"/>
              </a:spcAft>
              <a:buNone/>
            </a:pPr>
            <a:r>
              <a:rPr i="1" lang="es-419" sz="600">
                <a:solidFill>
                  <a:schemeClr val="dk1"/>
                </a:solidFill>
                <a:latin typeface="Arvo"/>
                <a:ea typeface="Arvo"/>
                <a:cs typeface="Arvo"/>
                <a:sym typeface="Arvo"/>
              </a:rPr>
              <a:t>&lt;</a:t>
            </a:r>
            <a:r>
              <a:rPr i="1" lang="es-419" sz="600">
                <a:solidFill>
                  <a:srgbClr val="202124"/>
                </a:solidFill>
                <a:latin typeface="Arvo"/>
                <a:ea typeface="Arvo"/>
                <a:cs typeface="Arvo"/>
                <a:sym typeface="Arvo"/>
              </a:rPr>
              <a:t>[declaración de diferenciación primaria]</a:t>
            </a:r>
            <a:r>
              <a:rPr i="1" lang="es-419" sz="600">
                <a:solidFill>
                  <a:schemeClr val="dk1"/>
                </a:solidFill>
                <a:latin typeface="Arvo"/>
                <a:ea typeface="Arvo"/>
                <a:cs typeface="Arvo"/>
                <a:sym typeface="Arvo"/>
              </a:rPr>
              <a:t>&gt;</a:t>
            </a:r>
            <a:endParaRPr sz="600">
              <a:solidFill>
                <a:schemeClr val="hlink"/>
              </a:solidFill>
              <a:highlight>
                <a:srgbClr val="FFFF00"/>
              </a:highlight>
              <a:latin typeface="Arvo"/>
              <a:ea typeface="Arvo"/>
              <a:cs typeface="Arvo"/>
              <a:sym typeface="Arvo"/>
            </a:endParaRPr>
          </a:p>
        </p:txBody>
      </p:sp>
      <p:sp>
        <p:nvSpPr>
          <p:cNvPr id="3430" name="Google Shape;3430;p54"/>
          <p:cNvSpPr txBox="1"/>
          <p:nvPr/>
        </p:nvSpPr>
        <p:spPr>
          <a:xfrm>
            <a:off x="317597" y="5834060"/>
            <a:ext cx="1670700" cy="246300"/>
          </a:xfrm>
          <a:prstGeom prst="rect">
            <a:avLst/>
          </a:prstGeom>
          <a:noFill/>
          <a:ln>
            <a:noFill/>
          </a:ln>
        </p:spPr>
        <p:txBody>
          <a:bodyPr anchorCtr="0" anchor="t" bIns="0" lIns="0" spcFirstLastPara="1" rIns="72000" wrap="square" tIns="0">
            <a:spAutoFit/>
          </a:bodyPr>
          <a:lstStyle/>
          <a:p>
            <a:pPr indent="0" lvl="0" marL="45720" rtl="0" algn="r">
              <a:spcBef>
                <a:spcPts val="0"/>
              </a:spcBef>
              <a:spcAft>
                <a:spcPts val="0"/>
              </a:spcAft>
              <a:buNone/>
            </a:pPr>
            <a:r>
              <a:rPr b="1" lang="es-419" sz="1000">
                <a:solidFill>
                  <a:schemeClr val="dk1"/>
                </a:solidFill>
                <a:latin typeface="Arvo"/>
                <a:ea typeface="Arvo"/>
                <a:cs typeface="Arvo"/>
                <a:sym typeface="Arvo"/>
              </a:rPr>
              <a:t>A diferencia de:</a:t>
            </a:r>
            <a:endParaRPr b="1" sz="1000">
              <a:solidFill>
                <a:schemeClr val="dk1"/>
              </a:solidFill>
              <a:latin typeface="Arvo"/>
              <a:ea typeface="Arvo"/>
              <a:cs typeface="Arvo"/>
              <a:sym typeface="Arvo"/>
            </a:endParaRPr>
          </a:p>
          <a:p>
            <a:pPr indent="0" lvl="0" marL="45720" rtl="0" algn="r">
              <a:spcBef>
                <a:spcPts val="0"/>
              </a:spcBef>
              <a:spcAft>
                <a:spcPts val="0"/>
              </a:spcAft>
              <a:buNone/>
            </a:pPr>
            <a:r>
              <a:rPr i="1" lang="es-419" sz="600">
                <a:solidFill>
                  <a:schemeClr val="dk1"/>
                </a:solidFill>
                <a:latin typeface="Arvo"/>
                <a:ea typeface="Arvo"/>
                <a:cs typeface="Arvo"/>
                <a:sym typeface="Arvo"/>
              </a:rPr>
              <a:t>&lt;</a:t>
            </a:r>
            <a:r>
              <a:rPr i="1" lang="es-419" sz="600">
                <a:solidFill>
                  <a:srgbClr val="202124"/>
                </a:solidFill>
                <a:latin typeface="Arvo"/>
                <a:ea typeface="Arvo"/>
                <a:cs typeface="Arvo"/>
                <a:sym typeface="Arvo"/>
              </a:rPr>
              <a:t>[alternativa competitiva primaria]</a:t>
            </a:r>
            <a:r>
              <a:rPr i="1" lang="es-419" sz="600">
                <a:solidFill>
                  <a:schemeClr val="dk1"/>
                </a:solidFill>
                <a:latin typeface="Arvo"/>
                <a:ea typeface="Arvo"/>
                <a:cs typeface="Arvo"/>
                <a:sym typeface="Arvo"/>
              </a:rPr>
              <a:t>&gt;</a:t>
            </a:r>
            <a:endParaRPr sz="600">
              <a:solidFill>
                <a:schemeClr val="hlink"/>
              </a:solidFill>
              <a:highlight>
                <a:srgbClr val="FFFF00"/>
              </a:highlight>
              <a:latin typeface="Arvo"/>
              <a:ea typeface="Arvo"/>
              <a:cs typeface="Arvo"/>
              <a:sym typeface="Arvo"/>
            </a:endParaRPr>
          </a:p>
        </p:txBody>
      </p:sp>
      <p:sp>
        <p:nvSpPr>
          <p:cNvPr id="3431" name="Google Shape;3431;p54"/>
          <p:cNvSpPr/>
          <p:nvPr/>
        </p:nvSpPr>
        <p:spPr>
          <a:xfrm>
            <a:off x="1984125" y="3952697"/>
            <a:ext cx="7778400" cy="421200"/>
          </a:xfrm>
          <a:prstGeom prst="roundRect">
            <a:avLst>
              <a:gd fmla="val 6541"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432" name="Google Shape;3432;p54"/>
          <p:cNvCxnSpPr/>
          <p:nvPr/>
        </p:nvCxnSpPr>
        <p:spPr>
          <a:xfrm rot="10800000">
            <a:off x="328664" y="3302470"/>
            <a:ext cx="9430500" cy="600"/>
          </a:xfrm>
          <a:prstGeom prst="straightConnector1">
            <a:avLst/>
          </a:prstGeom>
          <a:noFill/>
          <a:ln cap="flat" cmpd="sng" w="19050">
            <a:solidFill>
              <a:srgbClr val="B7B7B7"/>
            </a:solidFill>
            <a:prstDash val="solid"/>
            <a:round/>
            <a:headEnd len="med" w="med" type="none"/>
            <a:tailEnd len="med" w="med" type="none"/>
          </a:ln>
        </p:spPr>
      </p:cxnSp>
      <p:sp>
        <p:nvSpPr>
          <p:cNvPr id="3433" name="Google Shape;3433;p54"/>
          <p:cNvSpPr/>
          <p:nvPr/>
        </p:nvSpPr>
        <p:spPr>
          <a:xfrm>
            <a:off x="422600" y="871377"/>
            <a:ext cx="9310800" cy="383700"/>
          </a:xfrm>
          <a:prstGeom prst="roundRect">
            <a:avLst>
              <a:gd fmla="val 16667" name="adj"/>
            </a:avLst>
          </a:prstGeom>
          <a:solidFill>
            <a:srgbClr val="D9D9D9"/>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36000" lIns="0" spcFirstLastPara="1" rIns="0" wrap="square" tIns="36000">
            <a:noAutofit/>
          </a:bodyPr>
          <a:lstStyle/>
          <a:p>
            <a:pPr indent="0" lvl="0" marL="0" marR="0" rtl="0" algn="ctr">
              <a:lnSpc>
                <a:spcPct val="100000"/>
              </a:lnSpc>
              <a:spcBef>
                <a:spcPts val="0"/>
              </a:spcBef>
              <a:spcAft>
                <a:spcPts val="0"/>
              </a:spcAft>
              <a:buClr>
                <a:srgbClr val="000000"/>
              </a:buClr>
              <a:buSzPts val="1100"/>
              <a:buFont typeface="Arial"/>
              <a:buNone/>
            </a:pPr>
            <a:r>
              <a:rPr b="1" lang="es-419" sz="1100">
                <a:latin typeface="Arvo"/>
                <a:ea typeface="Arvo"/>
                <a:cs typeface="Arvo"/>
                <a:sym typeface="Arvo"/>
              </a:rPr>
              <a:t>Definición del problema</a:t>
            </a:r>
            <a:endParaRPr b="1" i="0" sz="1100" u="none" cap="none" strike="noStrike">
              <a:solidFill>
                <a:srgbClr val="000000"/>
              </a:solidFill>
              <a:latin typeface="Arvo"/>
              <a:ea typeface="Arvo"/>
              <a:cs typeface="Arvo"/>
              <a:sym typeface="Arvo"/>
            </a:endParaRPr>
          </a:p>
        </p:txBody>
      </p:sp>
      <p:sp>
        <p:nvSpPr>
          <p:cNvPr id="3434" name="Google Shape;3434;p54"/>
          <p:cNvSpPr/>
          <p:nvPr/>
        </p:nvSpPr>
        <p:spPr>
          <a:xfrm>
            <a:off x="415350" y="3468366"/>
            <a:ext cx="9310800" cy="383700"/>
          </a:xfrm>
          <a:prstGeom prst="roundRect">
            <a:avLst>
              <a:gd fmla="val 16667" name="adj"/>
            </a:avLst>
          </a:prstGeom>
          <a:solidFill>
            <a:srgbClr val="D9D9D9"/>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36000" lIns="0" spcFirstLastPara="1" rIns="0" wrap="square" tIns="36000">
            <a:noAutofit/>
          </a:bodyPr>
          <a:lstStyle/>
          <a:p>
            <a:pPr indent="0" lvl="0" marL="0" marR="0" rtl="0" algn="ctr">
              <a:lnSpc>
                <a:spcPct val="100000"/>
              </a:lnSpc>
              <a:spcBef>
                <a:spcPts val="0"/>
              </a:spcBef>
              <a:spcAft>
                <a:spcPts val="0"/>
              </a:spcAft>
              <a:buClr>
                <a:srgbClr val="000000"/>
              </a:buClr>
              <a:buSzPts val="1100"/>
              <a:buFont typeface="Arial"/>
              <a:buNone/>
            </a:pPr>
            <a:r>
              <a:rPr b="1" lang="es-419" sz="1100">
                <a:latin typeface="Arvo"/>
                <a:ea typeface="Arvo"/>
                <a:cs typeface="Arvo"/>
                <a:sym typeface="Arvo"/>
              </a:rPr>
              <a:t>Declaración de la posición del negocio</a:t>
            </a:r>
            <a:endParaRPr b="1" i="0" sz="1100" u="none" cap="none" strike="noStrike">
              <a:solidFill>
                <a:srgbClr val="000000"/>
              </a:solidFill>
              <a:latin typeface="Arvo"/>
              <a:ea typeface="Arvo"/>
              <a:cs typeface="Arvo"/>
              <a:sym typeface="Arvo"/>
            </a:endParaRPr>
          </a:p>
        </p:txBody>
      </p:sp>
      <p:sp>
        <p:nvSpPr>
          <p:cNvPr id="3435" name="Google Shape;3435;p54"/>
          <p:cNvSpPr/>
          <p:nvPr/>
        </p:nvSpPr>
        <p:spPr>
          <a:xfrm>
            <a:off x="1984125" y="4419495"/>
            <a:ext cx="7778400" cy="421200"/>
          </a:xfrm>
          <a:prstGeom prst="roundRect">
            <a:avLst>
              <a:gd fmla="val 6541"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6" name="Google Shape;3436;p54"/>
          <p:cNvSpPr/>
          <p:nvPr/>
        </p:nvSpPr>
        <p:spPr>
          <a:xfrm>
            <a:off x="1984125" y="4886293"/>
            <a:ext cx="7778400" cy="421200"/>
          </a:xfrm>
          <a:prstGeom prst="roundRect">
            <a:avLst>
              <a:gd fmla="val 6541"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7" name="Google Shape;3437;p54"/>
          <p:cNvSpPr/>
          <p:nvPr/>
        </p:nvSpPr>
        <p:spPr>
          <a:xfrm>
            <a:off x="1984125" y="5353091"/>
            <a:ext cx="7778400" cy="421200"/>
          </a:xfrm>
          <a:prstGeom prst="roundRect">
            <a:avLst>
              <a:gd fmla="val 6541"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8" name="Google Shape;3438;p54"/>
          <p:cNvSpPr/>
          <p:nvPr/>
        </p:nvSpPr>
        <p:spPr>
          <a:xfrm>
            <a:off x="1984125" y="5819888"/>
            <a:ext cx="7778400" cy="421200"/>
          </a:xfrm>
          <a:prstGeom prst="roundRect">
            <a:avLst>
              <a:gd fmla="val 6541"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9" name="Google Shape;3439;p54"/>
          <p:cNvSpPr/>
          <p:nvPr/>
        </p:nvSpPr>
        <p:spPr>
          <a:xfrm>
            <a:off x="1984125" y="6286688"/>
            <a:ext cx="7778400" cy="421200"/>
          </a:xfrm>
          <a:prstGeom prst="roundRect">
            <a:avLst>
              <a:gd fmla="val 6541"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0" name="Google Shape;3440;p54"/>
          <p:cNvSpPr txBox="1"/>
          <p:nvPr>
            <p:ph idx="1" type="subTitle"/>
          </p:nvPr>
        </p:nvSpPr>
        <p:spPr>
          <a:xfrm>
            <a:off x="2001800" y="6305600"/>
            <a:ext cx="7742400" cy="383700"/>
          </a:xfrm>
          <a:prstGeom prst="rect">
            <a:avLst/>
          </a:prstGeom>
          <a:noFill/>
          <a:ln>
            <a:noFill/>
          </a:ln>
        </p:spPr>
        <p:txBody>
          <a:bodyPr anchorCtr="0" anchor="ctr" bIns="36000" lIns="36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3441" name="Google Shape;3441;p54"/>
          <p:cNvSpPr/>
          <p:nvPr/>
        </p:nvSpPr>
        <p:spPr>
          <a:xfrm>
            <a:off x="2001800" y="2762941"/>
            <a:ext cx="7778400" cy="421200"/>
          </a:xfrm>
          <a:prstGeom prst="roundRect">
            <a:avLst>
              <a:gd fmla="val 6541"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2" name="Google Shape;3442;p54"/>
          <p:cNvSpPr/>
          <p:nvPr/>
        </p:nvSpPr>
        <p:spPr>
          <a:xfrm>
            <a:off x="2001800" y="2300754"/>
            <a:ext cx="7778400" cy="421200"/>
          </a:xfrm>
          <a:prstGeom prst="roundRect">
            <a:avLst>
              <a:gd fmla="val 6541"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3" name="Google Shape;3443;p54"/>
          <p:cNvSpPr/>
          <p:nvPr/>
        </p:nvSpPr>
        <p:spPr>
          <a:xfrm>
            <a:off x="2001800" y="1839291"/>
            <a:ext cx="7778400" cy="421200"/>
          </a:xfrm>
          <a:prstGeom prst="roundRect">
            <a:avLst>
              <a:gd fmla="val 6541"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4" name="Google Shape;3444;p54"/>
          <p:cNvSpPr/>
          <p:nvPr/>
        </p:nvSpPr>
        <p:spPr>
          <a:xfrm>
            <a:off x="2001800" y="1371049"/>
            <a:ext cx="7778400" cy="421200"/>
          </a:xfrm>
          <a:prstGeom prst="roundRect">
            <a:avLst>
              <a:gd fmla="val 6541"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5" name="Google Shape;3445;p54"/>
          <p:cNvSpPr txBox="1"/>
          <p:nvPr/>
        </p:nvSpPr>
        <p:spPr>
          <a:xfrm>
            <a:off x="229201" y="1371050"/>
            <a:ext cx="1814100" cy="246300"/>
          </a:xfrm>
          <a:prstGeom prst="rect">
            <a:avLst/>
          </a:prstGeom>
          <a:noFill/>
          <a:ln>
            <a:noFill/>
          </a:ln>
        </p:spPr>
        <p:txBody>
          <a:bodyPr anchorCtr="0" anchor="t" bIns="0" lIns="0" spcFirstLastPara="1" rIns="72000" wrap="square" tIns="0">
            <a:spAutoFit/>
          </a:bodyPr>
          <a:lstStyle/>
          <a:p>
            <a:pPr indent="0" lvl="0" marL="45720" rtl="0" algn="r">
              <a:spcBef>
                <a:spcPts val="0"/>
              </a:spcBef>
              <a:spcAft>
                <a:spcPts val="0"/>
              </a:spcAft>
              <a:buNone/>
            </a:pPr>
            <a:r>
              <a:rPr b="1" lang="es-419" sz="1000">
                <a:solidFill>
                  <a:srgbClr val="202124"/>
                </a:solidFill>
                <a:latin typeface="Arvo"/>
                <a:ea typeface="Arvo"/>
                <a:cs typeface="Arvo"/>
                <a:sym typeface="Arvo"/>
              </a:rPr>
              <a:t>El problema de:</a:t>
            </a:r>
            <a:endParaRPr b="1" sz="1000">
              <a:solidFill>
                <a:schemeClr val="dk1"/>
              </a:solidFill>
              <a:latin typeface="Arvo"/>
              <a:ea typeface="Arvo"/>
              <a:cs typeface="Arvo"/>
              <a:sym typeface="Arvo"/>
            </a:endParaRPr>
          </a:p>
          <a:p>
            <a:pPr indent="0" lvl="0" marL="45720" rtl="0" algn="r">
              <a:spcBef>
                <a:spcPts val="0"/>
              </a:spcBef>
              <a:spcAft>
                <a:spcPts val="0"/>
              </a:spcAft>
              <a:buNone/>
            </a:pPr>
            <a:r>
              <a:rPr i="1" lang="es-419" sz="600">
                <a:solidFill>
                  <a:schemeClr val="dk1"/>
                </a:solidFill>
                <a:latin typeface="Arvo"/>
                <a:ea typeface="Arvo"/>
                <a:cs typeface="Arvo"/>
                <a:sym typeface="Arvo"/>
              </a:rPr>
              <a:t>&lt;[Describe el problema]&gt;</a:t>
            </a:r>
            <a:endParaRPr sz="600">
              <a:solidFill>
                <a:schemeClr val="hlink"/>
              </a:solidFill>
              <a:highlight>
                <a:srgbClr val="FFFF00"/>
              </a:highlight>
              <a:latin typeface="Arvo"/>
              <a:ea typeface="Arvo"/>
              <a:cs typeface="Arvo"/>
              <a:sym typeface="Arvo"/>
            </a:endParaRPr>
          </a:p>
        </p:txBody>
      </p:sp>
      <p:sp>
        <p:nvSpPr>
          <p:cNvPr id="3446" name="Google Shape;3446;p54"/>
          <p:cNvSpPr txBox="1"/>
          <p:nvPr/>
        </p:nvSpPr>
        <p:spPr>
          <a:xfrm>
            <a:off x="412846" y="1839296"/>
            <a:ext cx="1594500" cy="338700"/>
          </a:xfrm>
          <a:prstGeom prst="rect">
            <a:avLst/>
          </a:prstGeom>
          <a:noFill/>
          <a:ln>
            <a:noFill/>
          </a:ln>
        </p:spPr>
        <p:txBody>
          <a:bodyPr anchorCtr="0" anchor="t" bIns="0" lIns="0" spcFirstLastPara="1" rIns="72000" wrap="square" tIns="0">
            <a:spAutoFit/>
          </a:bodyPr>
          <a:lstStyle/>
          <a:p>
            <a:pPr indent="0" lvl="0" marL="45720" rtl="0" algn="r">
              <a:spcBef>
                <a:spcPts val="0"/>
              </a:spcBef>
              <a:spcAft>
                <a:spcPts val="0"/>
              </a:spcAft>
              <a:buNone/>
            </a:pPr>
            <a:r>
              <a:rPr b="1" lang="es-419" sz="1000">
                <a:solidFill>
                  <a:schemeClr val="dk1"/>
                </a:solidFill>
                <a:latin typeface="Arvo"/>
                <a:ea typeface="Arvo"/>
                <a:cs typeface="Arvo"/>
                <a:sym typeface="Arvo"/>
              </a:rPr>
              <a:t>Afecta:</a:t>
            </a:r>
            <a:endParaRPr b="1" sz="1000">
              <a:solidFill>
                <a:schemeClr val="dk1"/>
              </a:solidFill>
              <a:latin typeface="Arvo"/>
              <a:ea typeface="Arvo"/>
              <a:cs typeface="Arvo"/>
              <a:sym typeface="Arvo"/>
            </a:endParaRPr>
          </a:p>
          <a:p>
            <a:pPr indent="0" lvl="0" marL="45720" rtl="0" algn="r">
              <a:spcBef>
                <a:spcPts val="0"/>
              </a:spcBef>
              <a:spcAft>
                <a:spcPts val="0"/>
              </a:spcAft>
              <a:buNone/>
            </a:pPr>
            <a:r>
              <a:rPr i="1" lang="es-419" sz="600">
                <a:solidFill>
                  <a:schemeClr val="dk1"/>
                </a:solidFill>
                <a:latin typeface="Arvo"/>
                <a:ea typeface="Arvo"/>
                <a:cs typeface="Arvo"/>
                <a:sym typeface="Arvo"/>
              </a:rPr>
              <a:t>&lt;[quiénes son las partes interesadas afectadas por el problema]&gt;</a:t>
            </a:r>
            <a:endParaRPr sz="600">
              <a:solidFill>
                <a:schemeClr val="hlink"/>
              </a:solidFill>
              <a:highlight>
                <a:srgbClr val="FFFF00"/>
              </a:highlight>
              <a:latin typeface="Arvo"/>
              <a:ea typeface="Arvo"/>
              <a:cs typeface="Arvo"/>
              <a:sym typeface="Arvo"/>
            </a:endParaRPr>
          </a:p>
        </p:txBody>
      </p:sp>
      <p:sp>
        <p:nvSpPr>
          <p:cNvPr id="3447" name="Google Shape;3447;p54"/>
          <p:cNvSpPr txBox="1"/>
          <p:nvPr/>
        </p:nvSpPr>
        <p:spPr>
          <a:xfrm>
            <a:off x="229200" y="2321300"/>
            <a:ext cx="1786200" cy="277200"/>
          </a:xfrm>
          <a:prstGeom prst="rect">
            <a:avLst/>
          </a:prstGeom>
          <a:noFill/>
          <a:ln>
            <a:noFill/>
          </a:ln>
        </p:spPr>
        <p:txBody>
          <a:bodyPr anchorCtr="0" anchor="t" bIns="0" lIns="0" spcFirstLastPara="1" rIns="72000" wrap="square" tIns="0">
            <a:spAutoFit/>
          </a:bodyPr>
          <a:lstStyle/>
          <a:p>
            <a:pPr indent="0" lvl="0" marL="45720" rtl="0" algn="r">
              <a:spcBef>
                <a:spcPts val="0"/>
              </a:spcBef>
              <a:spcAft>
                <a:spcPts val="0"/>
              </a:spcAft>
              <a:buNone/>
            </a:pPr>
            <a:r>
              <a:rPr b="1" lang="es-419" sz="1000">
                <a:solidFill>
                  <a:schemeClr val="dk1"/>
                </a:solidFill>
                <a:latin typeface="Arvo"/>
                <a:ea typeface="Arvo"/>
                <a:cs typeface="Arvo"/>
                <a:sym typeface="Arvo"/>
              </a:rPr>
              <a:t>Cuyo impacto es:             </a:t>
            </a:r>
            <a:r>
              <a:rPr b="1" lang="es-419" sz="1200">
                <a:solidFill>
                  <a:schemeClr val="dk1"/>
                </a:solidFill>
                <a:latin typeface="Arvo"/>
                <a:ea typeface="Arvo"/>
                <a:cs typeface="Arvo"/>
                <a:sym typeface="Arvo"/>
              </a:rPr>
              <a:t> </a:t>
            </a:r>
            <a:r>
              <a:rPr i="1" lang="es-419" sz="600">
                <a:solidFill>
                  <a:schemeClr val="dk1"/>
                </a:solidFill>
                <a:latin typeface="Arvo"/>
                <a:ea typeface="Arvo"/>
                <a:cs typeface="Arvo"/>
                <a:sym typeface="Arvo"/>
              </a:rPr>
              <a:t>&lt;[cuál es el impacto del problema]&gt;</a:t>
            </a:r>
            <a:endParaRPr sz="600">
              <a:solidFill>
                <a:schemeClr val="hlink"/>
              </a:solidFill>
              <a:highlight>
                <a:srgbClr val="FFFF00"/>
              </a:highlight>
              <a:latin typeface="Arvo"/>
              <a:ea typeface="Arvo"/>
              <a:cs typeface="Arvo"/>
              <a:sym typeface="Arvo"/>
            </a:endParaRPr>
          </a:p>
        </p:txBody>
      </p:sp>
      <p:sp>
        <p:nvSpPr>
          <p:cNvPr id="3448" name="Google Shape;3448;p54"/>
          <p:cNvSpPr txBox="1"/>
          <p:nvPr/>
        </p:nvSpPr>
        <p:spPr>
          <a:xfrm>
            <a:off x="108875" y="2765850"/>
            <a:ext cx="1889400" cy="369300"/>
          </a:xfrm>
          <a:prstGeom prst="rect">
            <a:avLst/>
          </a:prstGeom>
          <a:noFill/>
          <a:ln>
            <a:noFill/>
          </a:ln>
        </p:spPr>
        <p:txBody>
          <a:bodyPr anchorCtr="0" anchor="t" bIns="0" lIns="0" spcFirstLastPara="1" rIns="72000" wrap="square" tIns="0">
            <a:spAutoFit/>
          </a:bodyPr>
          <a:lstStyle/>
          <a:p>
            <a:pPr indent="0" lvl="0" marL="45720" rtl="0" algn="r">
              <a:spcBef>
                <a:spcPts val="0"/>
              </a:spcBef>
              <a:spcAft>
                <a:spcPts val="0"/>
              </a:spcAft>
              <a:buNone/>
            </a:pPr>
            <a:r>
              <a:rPr b="1" lang="es-419" sz="1000">
                <a:solidFill>
                  <a:schemeClr val="dk1"/>
                </a:solidFill>
                <a:latin typeface="Arvo"/>
                <a:ea typeface="Arvo"/>
                <a:cs typeface="Arvo"/>
                <a:sym typeface="Arvo"/>
              </a:rPr>
              <a:t>Una solución exitosa sería:                          </a:t>
            </a:r>
            <a:r>
              <a:rPr b="1" lang="es-419" sz="1200">
                <a:solidFill>
                  <a:schemeClr val="dk1"/>
                </a:solidFill>
                <a:latin typeface="Arvo"/>
                <a:ea typeface="Arvo"/>
                <a:cs typeface="Arvo"/>
                <a:sym typeface="Arvo"/>
              </a:rPr>
              <a:t> </a:t>
            </a:r>
            <a:r>
              <a:rPr i="1" lang="es-419" sz="600">
                <a:solidFill>
                  <a:schemeClr val="dk1"/>
                </a:solidFill>
                <a:latin typeface="Arvo"/>
                <a:ea typeface="Arvo"/>
                <a:cs typeface="Arvo"/>
                <a:sym typeface="Arvo"/>
              </a:rPr>
              <a:t>&lt;[enumere algunos beneficios clave de una solución exitosa]&gt;</a:t>
            </a:r>
            <a:endParaRPr sz="600">
              <a:solidFill>
                <a:schemeClr val="hlink"/>
              </a:solidFill>
              <a:highlight>
                <a:srgbClr val="FFFF00"/>
              </a:highlight>
              <a:latin typeface="Arvo"/>
              <a:ea typeface="Arvo"/>
              <a:cs typeface="Arvo"/>
              <a:sym typeface="Arvo"/>
            </a:endParaRPr>
          </a:p>
        </p:txBody>
      </p:sp>
      <p:sp>
        <p:nvSpPr>
          <p:cNvPr id="3449" name="Google Shape;3449;p54"/>
          <p:cNvSpPr txBox="1"/>
          <p:nvPr>
            <p:ph idx="2" type="subTitle"/>
          </p:nvPr>
        </p:nvSpPr>
        <p:spPr>
          <a:xfrm>
            <a:off x="2019800" y="5838650"/>
            <a:ext cx="7742400" cy="383700"/>
          </a:xfrm>
          <a:prstGeom prst="rect">
            <a:avLst/>
          </a:prstGeom>
          <a:noFill/>
          <a:ln>
            <a:noFill/>
          </a:ln>
        </p:spPr>
        <p:txBody>
          <a:bodyPr anchorCtr="0" anchor="ctr" bIns="36000" lIns="36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3450" name="Google Shape;3450;p54"/>
          <p:cNvSpPr txBox="1"/>
          <p:nvPr>
            <p:ph idx="3" type="subTitle"/>
          </p:nvPr>
        </p:nvSpPr>
        <p:spPr>
          <a:xfrm>
            <a:off x="2002125" y="5371850"/>
            <a:ext cx="7742400" cy="383700"/>
          </a:xfrm>
          <a:prstGeom prst="rect">
            <a:avLst/>
          </a:prstGeom>
          <a:noFill/>
          <a:ln>
            <a:noFill/>
          </a:ln>
        </p:spPr>
        <p:txBody>
          <a:bodyPr anchorCtr="0" anchor="ctr" bIns="36000" lIns="36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3451" name="Google Shape;3451;p54"/>
          <p:cNvSpPr txBox="1"/>
          <p:nvPr>
            <p:ph idx="4" type="subTitle"/>
          </p:nvPr>
        </p:nvSpPr>
        <p:spPr>
          <a:xfrm>
            <a:off x="2002125" y="4905050"/>
            <a:ext cx="7742400" cy="383700"/>
          </a:xfrm>
          <a:prstGeom prst="rect">
            <a:avLst/>
          </a:prstGeom>
          <a:noFill/>
          <a:ln>
            <a:noFill/>
          </a:ln>
        </p:spPr>
        <p:txBody>
          <a:bodyPr anchorCtr="0" anchor="ctr" bIns="36000" lIns="36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3452" name="Google Shape;3452;p54"/>
          <p:cNvSpPr txBox="1"/>
          <p:nvPr>
            <p:ph idx="5" type="subTitle"/>
          </p:nvPr>
        </p:nvSpPr>
        <p:spPr>
          <a:xfrm>
            <a:off x="2001800" y="4424163"/>
            <a:ext cx="7742400" cy="383700"/>
          </a:xfrm>
          <a:prstGeom prst="rect">
            <a:avLst/>
          </a:prstGeom>
          <a:noFill/>
          <a:ln>
            <a:noFill/>
          </a:ln>
        </p:spPr>
        <p:txBody>
          <a:bodyPr anchorCtr="0" anchor="ctr" bIns="36000" lIns="36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3453" name="Google Shape;3453;p54"/>
          <p:cNvSpPr txBox="1"/>
          <p:nvPr>
            <p:ph idx="6" type="subTitle"/>
          </p:nvPr>
        </p:nvSpPr>
        <p:spPr>
          <a:xfrm>
            <a:off x="2001800" y="3946275"/>
            <a:ext cx="7742400" cy="383700"/>
          </a:xfrm>
          <a:prstGeom prst="rect">
            <a:avLst/>
          </a:prstGeom>
          <a:noFill/>
          <a:ln>
            <a:noFill/>
          </a:ln>
        </p:spPr>
        <p:txBody>
          <a:bodyPr anchorCtr="0" anchor="ctr" bIns="36000" lIns="36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3454" name="Google Shape;3454;p54"/>
          <p:cNvSpPr txBox="1"/>
          <p:nvPr>
            <p:ph idx="7" type="subTitle"/>
          </p:nvPr>
        </p:nvSpPr>
        <p:spPr>
          <a:xfrm>
            <a:off x="2019800" y="2763138"/>
            <a:ext cx="7742400" cy="383700"/>
          </a:xfrm>
          <a:prstGeom prst="rect">
            <a:avLst/>
          </a:prstGeom>
          <a:noFill/>
          <a:ln>
            <a:noFill/>
          </a:ln>
        </p:spPr>
        <p:txBody>
          <a:bodyPr anchorCtr="0" anchor="ctr" bIns="36000" lIns="36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3455" name="Google Shape;3455;p54"/>
          <p:cNvSpPr txBox="1"/>
          <p:nvPr>
            <p:ph idx="8" type="subTitle"/>
          </p:nvPr>
        </p:nvSpPr>
        <p:spPr>
          <a:xfrm>
            <a:off x="2019800" y="2319863"/>
            <a:ext cx="7742400" cy="383700"/>
          </a:xfrm>
          <a:prstGeom prst="rect">
            <a:avLst/>
          </a:prstGeom>
          <a:noFill/>
          <a:ln>
            <a:noFill/>
          </a:ln>
        </p:spPr>
        <p:txBody>
          <a:bodyPr anchorCtr="0" anchor="ctr" bIns="36000" lIns="36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3456" name="Google Shape;3456;p54"/>
          <p:cNvSpPr txBox="1"/>
          <p:nvPr>
            <p:ph idx="9" type="subTitle"/>
          </p:nvPr>
        </p:nvSpPr>
        <p:spPr>
          <a:xfrm>
            <a:off x="2019800" y="1854638"/>
            <a:ext cx="7742400" cy="383700"/>
          </a:xfrm>
          <a:prstGeom prst="rect">
            <a:avLst/>
          </a:prstGeom>
          <a:noFill/>
          <a:ln>
            <a:noFill/>
          </a:ln>
        </p:spPr>
        <p:txBody>
          <a:bodyPr anchorCtr="0" anchor="ctr" bIns="36000" lIns="36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3457" name="Google Shape;3457;p54"/>
          <p:cNvSpPr txBox="1"/>
          <p:nvPr>
            <p:ph idx="13" type="subTitle"/>
          </p:nvPr>
        </p:nvSpPr>
        <p:spPr>
          <a:xfrm>
            <a:off x="2019800" y="1422763"/>
            <a:ext cx="7742400" cy="383700"/>
          </a:xfrm>
          <a:prstGeom prst="rect">
            <a:avLst/>
          </a:prstGeom>
          <a:noFill/>
          <a:ln>
            <a:noFill/>
          </a:ln>
        </p:spPr>
        <p:txBody>
          <a:bodyPr anchorCtr="0" anchor="ctr" bIns="36000" lIns="36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3458" name="Google Shape;3458;p54"/>
          <p:cNvSpPr txBox="1"/>
          <p:nvPr/>
        </p:nvSpPr>
        <p:spPr>
          <a:xfrm>
            <a:off x="2524025" y="387675"/>
            <a:ext cx="15012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Unid. Organizacional:</a:t>
            </a:r>
            <a:endParaRPr b="1" sz="1100"/>
          </a:p>
        </p:txBody>
      </p:sp>
      <p:sp>
        <p:nvSpPr>
          <p:cNvPr id="3459" name="Google Shape;3459;p54"/>
          <p:cNvSpPr txBox="1"/>
          <p:nvPr/>
        </p:nvSpPr>
        <p:spPr>
          <a:xfrm>
            <a:off x="2524020" y="579550"/>
            <a:ext cx="6846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Alcance:</a:t>
            </a:r>
            <a:endParaRPr b="1" sz="1100"/>
          </a:p>
        </p:txBody>
      </p:sp>
      <p:sp>
        <p:nvSpPr>
          <p:cNvPr id="3460" name="Google Shape;3460;p54"/>
          <p:cNvSpPr txBox="1"/>
          <p:nvPr>
            <p:ph type="title"/>
          </p:nvPr>
        </p:nvSpPr>
        <p:spPr>
          <a:xfrm flipH="1">
            <a:off x="4025374" y="387675"/>
            <a:ext cx="5863200" cy="1692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000"/>
              <a:buNone/>
              <a:defRPr sz="1000">
                <a:solidFill>
                  <a:srgbClr val="000000"/>
                </a:solidFill>
              </a:defRPr>
            </a:lvl1pPr>
            <a:lvl2pPr lvl="1">
              <a:spcBef>
                <a:spcPts val="0"/>
              </a:spcBef>
              <a:spcAft>
                <a:spcPts val="0"/>
              </a:spcAft>
              <a:buClr>
                <a:srgbClr val="000000"/>
              </a:buClr>
              <a:buSzPts val="1000"/>
              <a:buNone/>
              <a:defRPr sz="1000">
                <a:solidFill>
                  <a:srgbClr val="000000"/>
                </a:solidFill>
              </a:defRPr>
            </a:lvl2pPr>
            <a:lvl3pPr lvl="2">
              <a:spcBef>
                <a:spcPts val="0"/>
              </a:spcBef>
              <a:spcAft>
                <a:spcPts val="0"/>
              </a:spcAft>
              <a:buClr>
                <a:srgbClr val="000000"/>
              </a:buClr>
              <a:buSzPts val="1000"/>
              <a:buNone/>
              <a:defRPr sz="1000">
                <a:solidFill>
                  <a:srgbClr val="000000"/>
                </a:solidFill>
              </a:defRPr>
            </a:lvl3pPr>
            <a:lvl4pPr lvl="3">
              <a:spcBef>
                <a:spcPts val="0"/>
              </a:spcBef>
              <a:spcAft>
                <a:spcPts val="0"/>
              </a:spcAft>
              <a:buClr>
                <a:srgbClr val="000000"/>
              </a:buClr>
              <a:buSzPts val="1000"/>
              <a:buNone/>
              <a:defRPr sz="1000">
                <a:solidFill>
                  <a:srgbClr val="000000"/>
                </a:solidFill>
              </a:defRPr>
            </a:lvl4pPr>
            <a:lvl5pPr lvl="4">
              <a:spcBef>
                <a:spcPts val="0"/>
              </a:spcBef>
              <a:spcAft>
                <a:spcPts val="0"/>
              </a:spcAft>
              <a:buClr>
                <a:srgbClr val="000000"/>
              </a:buClr>
              <a:buSzPts val="1000"/>
              <a:buNone/>
              <a:defRPr sz="1000">
                <a:solidFill>
                  <a:srgbClr val="000000"/>
                </a:solidFill>
              </a:defRPr>
            </a:lvl5pPr>
            <a:lvl6pPr lvl="5">
              <a:spcBef>
                <a:spcPts val="0"/>
              </a:spcBef>
              <a:spcAft>
                <a:spcPts val="0"/>
              </a:spcAft>
              <a:buClr>
                <a:srgbClr val="000000"/>
              </a:buClr>
              <a:buSzPts val="1000"/>
              <a:buNone/>
              <a:defRPr sz="1000">
                <a:solidFill>
                  <a:srgbClr val="000000"/>
                </a:solidFill>
              </a:defRPr>
            </a:lvl6pPr>
            <a:lvl7pPr lvl="6">
              <a:spcBef>
                <a:spcPts val="0"/>
              </a:spcBef>
              <a:spcAft>
                <a:spcPts val="0"/>
              </a:spcAft>
              <a:buClr>
                <a:srgbClr val="000000"/>
              </a:buClr>
              <a:buSzPts val="1000"/>
              <a:buNone/>
              <a:defRPr sz="1000">
                <a:solidFill>
                  <a:srgbClr val="000000"/>
                </a:solidFill>
              </a:defRPr>
            </a:lvl7pPr>
            <a:lvl8pPr lvl="7">
              <a:spcBef>
                <a:spcPts val="0"/>
              </a:spcBef>
              <a:spcAft>
                <a:spcPts val="0"/>
              </a:spcAft>
              <a:buClr>
                <a:srgbClr val="000000"/>
              </a:buClr>
              <a:buSzPts val="1000"/>
              <a:buNone/>
              <a:defRPr sz="1000">
                <a:solidFill>
                  <a:srgbClr val="000000"/>
                </a:solidFill>
              </a:defRPr>
            </a:lvl8pPr>
            <a:lvl9pPr lvl="8">
              <a:spcBef>
                <a:spcPts val="0"/>
              </a:spcBef>
              <a:spcAft>
                <a:spcPts val="0"/>
              </a:spcAft>
              <a:buClr>
                <a:srgbClr val="000000"/>
              </a:buClr>
              <a:buSzPts val="1000"/>
              <a:buNone/>
              <a:defRPr sz="1000">
                <a:solidFill>
                  <a:srgbClr val="000000"/>
                </a:solidFill>
              </a:defRPr>
            </a:lvl9pPr>
          </a:lstStyle>
          <a:p/>
        </p:txBody>
      </p:sp>
      <p:sp>
        <p:nvSpPr>
          <p:cNvPr id="3461" name="Google Shape;3461;p54"/>
          <p:cNvSpPr txBox="1"/>
          <p:nvPr>
            <p:ph idx="14" type="title"/>
          </p:nvPr>
        </p:nvSpPr>
        <p:spPr>
          <a:xfrm flipH="1">
            <a:off x="3208773" y="579550"/>
            <a:ext cx="6679800" cy="1692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000"/>
              <a:buNone/>
              <a:defRPr sz="1000">
                <a:solidFill>
                  <a:srgbClr val="000000"/>
                </a:solidFill>
              </a:defRPr>
            </a:lvl1pPr>
            <a:lvl2pPr lvl="1">
              <a:spcBef>
                <a:spcPts val="0"/>
              </a:spcBef>
              <a:spcAft>
                <a:spcPts val="0"/>
              </a:spcAft>
              <a:buClr>
                <a:srgbClr val="000000"/>
              </a:buClr>
              <a:buSzPts val="1000"/>
              <a:buNone/>
              <a:defRPr sz="1000">
                <a:solidFill>
                  <a:srgbClr val="000000"/>
                </a:solidFill>
              </a:defRPr>
            </a:lvl2pPr>
            <a:lvl3pPr lvl="2">
              <a:spcBef>
                <a:spcPts val="0"/>
              </a:spcBef>
              <a:spcAft>
                <a:spcPts val="0"/>
              </a:spcAft>
              <a:buClr>
                <a:srgbClr val="000000"/>
              </a:buClr>
              <a:buSzPts val="1000"/>
              <a:buNone/>
              <a:defRPr sz="1000">
                <a:solidFill>
                  <a:srgbClr val="000000"/>
                </a:solidFill>
              </a:defRPr>
            </a:lvl3pPr>
            <a:lvl4pPr lvl="3">
              <a:spcBef>
                <a:spcPts val="0"/>
              </a:spcBef>
              <a:spcAft>
                <a:spcPts val="0"/>
              </a:spcAft>
              <a:buClr>
                <a:srgbClr val="000000"/>
              </a:buClr>
              <a:buSzPts val="1000"/>
              <a:buNone/>
              <a:defRPr sz="1000">
                <a:solidFill>
                  <a:srgbClr val="000000"/>
                </a:solidFill>
              </a:defRPr>
            </a:lvl4pPr>
            <a:lvl5pPr lvl="4">
              <a:spcBef>
                <a:spcPts val="0"/>
              </a:spcBef>
              <a:spcAft>
                <a:spcPts val="0"/>
              </a:spcAft>
              <a:buClr>
                <a:srgbClr val="000000"/>
              </a:buClr>
              <a:buSzPts val="1000"/>
              <a:buNone/>
              <a:defRPr sz="1000">
                <a:solidFill>
                  <a:srgbClr val="000000"/>
                </a:solidFill>
              </a:defRPr>
            </a:lvl5pPr>
            <a:lvl6pPr lvl="5">
              <a:spcBef>
                <a:spcPts val="0"/>
              </a:spcBef>
              <a:spcAft>
                <a:spcPts val="0"/>
              </a:spcAft>
              <a:buClr>
                <a:srgbClr val="000000"/>
              </a:buClr>
              <a:buSzPts val="1000"/>
              <a:buNone/>
              <a:defRPr sz="1000">
                <a:solidFill>
                  <a:srgbClr val="000000"/>
                </a:solidFill>
              </a:defRPr>
            </a:lvl6pPr>
            <a:lvl7pPr lvl="6">
              <a:spcBef>
                <a:spcPts val="0"/>
              </a:spcBef>
              <a:spcAft>
                <a:spcPts val="0"/>
              </a:spcAft>
              <a:buClr>
                <a:srgbClr val="000000"/>
              </a:buClr>
              <a:buSzPts val="1000"/>
              <a:buNone/>
              <a:defRPr sz="1000">
                <a:solidFill>
                  <a:srgbClr val="000000"/>
                </a:solidFill>
              </a:defRPr>
            </a:lvl7pPr>
            <a:lvl8pPr lvl="7">
              <a:spcBef>
                <a:spcPts val="0"/>
              </a:spcBef>
              <a:spcAft>
                <a:spcPts val="0"/>
              </a:spcAft>
              <a:buClr>
                <a:srgbClr val="000000"/>
              </a:buClr>
              <a:buSzPts val="1000"/>
              <a:buNone/>
              <a:defRPr sz="1000">
                <a:solidFill>
                  <a:srgbClr val="000000"/>
                </a:solidFill>
              </a:defRPr>
            </a:lvl8pPr>
            <a:lvl9pPr lvl="8">
              <a:spcBef>
                <a:spcPts val="0"/>
              </a:spcBef>
              <a:spcAft>
                <a:spcPts val="0"/>
              </a:spcAft>
              <a:buClr>
                <a:srgbClr val="000000"/>
              </a:buClr>
              <a:buSzPts val="1000"/>
              <a:buNone/>
              <a:defRPr sz="1000">
                <a:solidFill>
                  <a:srgbClr val="000000"/>
                </a:solidFill>
              </a:defRPr>
            </a:lvl9pPr>
          </a:lstStyle>
          <a:p/>
        </p:txBody>
      </p:sp>
      <p:sp>
        <p:nvSpPr>
          <p:cNvPr id="3462" name="Google Shape;3462;p54"/>
          <p:cNvSpPr txBox="1"/>
          <p:nvPr>
            <p:ph idx="15" type="body"/>
          </p:nvPr>
        </p:nvSpPr>
        <p:spPr>
          <a:xfrm>
            <a:off x="641150" y="612125"/>
            <a:ext cx="1770300" cy="160500"/>
          </a:xfrm>
          <a:prstGeom prst="rect">
            <a:avLst/>
          </a:prstGeom>
          <a:noFill/>
          <a:ln>
            <a:noFill/>
          </a:ln>
        </p:spPr>
        <p:txBody>
          <a:bodyPr anchorCtr="0" anchor="t" bIns="0" lIns="0" spcFirstLastPara="1" rIns="0" wrap="square" tIns="0">
            <a:noAutofit/>
          </a:bodyPr>
          <a:lstStyle>
            <a:lvl1pPr indent="-292100" lvl="0" marL="457200" algn="ctr">
              <a:spcBef>
                <a:spcPts val="0"/>
              </a:spcBef>
              <a:spcAft>
                <a:spcPts val="0"/>
              </a:spcAft>
              <a:buClr>
                <a:srgbClr val="FFFFFF"/>
              </a:buClr>
              <a:buSzPts val="1000"/>
              <a:buChar char="●"/>
              <a:defRPr sz="1000">
                <a:solidFill>
                  <a:srgbClr val="FFFFFF"/>
                </a:solidFill>
              </a:defRPr>
            </a:lvl1pPr>
            <a:lvl2pPr indent="-292100" lvl="1" marL="914400" algn="ctr">
              <a:spcBef>
                <a:spcPts val="0"/>
              </a:spcBef>
              <a:spcAft>
                <a:spcPts val="0"/>
              </a:spcAft>
              <a:buClr>
                <a:srgbClr val="FFFFFF"/>
              </a:buClr>
              <a:buSzPts val="1000"/>
              <a:buChar char="○"/>
              <a:defRPr sz="1000">
                <a:solidFill>
                  <a:srgbClr val="FFFFFF"/>
                </a:solidFill>
              </a:defRPr>
            </a:lvl2pPr>
            <a:lvl3pPr indent="-292100" lvl="2" marL="1371600" algn="ctr">
              <a:spcBef>
                <a:spcPts val="0"/>
              </a:spcBef>
              <a:spcAft>
                <a:spcPts val="0"/>
              </a:spcAft>
              <a:buClr>
                <a:srgbClr val="FFFFFF"/>
              </a:buClr>
              <a:buSzPts val="1000"/>
              <a:buChar char="■"/>
              <a:defRPr sz="1000">
                <a:solidFill>
                  <a:srgbClr val="FFFFFF"/>
                </a:solidFill>
              </a:defRPr>
            </a:lvl3pPr>
            <a:lvl4pPr indent="-292100" lvl="3" marL="1828800" algn="ctr">
              <a:spcBef>
                <a:spcPts val="0"/>
              </a:spcBef>
              <a:spcAft>
                <a:spcPts val="0"/>
              </a:spcAft>
              <a:buClr>
                <a:srgbClr val="FFFFFF"/>
              </a:buClr>
              <a:buSzPts val="1000"/>
              <a:buChar char="●"/>
              <a:defRPr sz="1000">
                <a:solidFill>
                  <a:srgbClr val="FFFFFF"/>
                </a:solidFill>
              </a:defRPr>
            </a:lvl4pPr>
            <a:lvl5pPr indent="-292100" lvl="4" marL="2286000" algn="ctr">
              <a:spcBef>
                <a:spcPts val="0"/>
              </a:spcBef>
              <a:spcAft>
                <a:spcPts val="0"/>
              </a:spcAft>
              <a:buClr>
                <a:srgbClr val="FFFFFF"/>
              </a:buClr>
              <a:buSzPts val="1000"/>
              <a:buChar char="○"/>
              <a:defRPr sz="1000">
                <a:solidFill>
                  <a:srgbClr val="FFFFFF"/>
                </a:solidFill>
              </a:defRPr>
            </a:lvl5pPr>
            <a:lvl6pPr indent="-292100" lvl="5" marL="2743200" algn="ctr">
              <a:spcBef>
                <a:spcPts val="0"/>
              </a:spcBef>
              <a:spcAft>
                <a:spcPts val="0"/>
              </a:spcAft>
              <a:buClr>
                <a:srgbClr val="FFFFFF"/>
              </a:buClr>
              <a:buSzPts val="1000"/>
              <a:buChar char="■"/>
              <a:defRPr sz="1000">
                <a:solidFill>
                  <a:srgbClr val="FFFFFF"/>
                </a:solidFill>
              </a:defRPr>
            </a:lvl6pPr>
            <a:lvl7pPr indent="-292100" lvl="6" marL="3200400" algn="ctr">
              <a:spcBef>
                <a:spcPts val="0"/>
              </a:spcBef>
              <a:spcAft>
                <a:spcPts val="0"/>
              </a:spcAft>
              <a:buClr>
                <a:srgbClr val="FFFFFF"/>
              </a:buClr>
              <a:buSzPts val="1000"/>
              <a:buChar char="●"/>
              <a:defRPr sz="1000">
                <a:solidFill>
                  <a:srgbClr val="FFFFFF"/>
                </a:solidFill>
              </a:defRPr>
            </a:lvl7pPr>
            <a:lvl8pPr indent="-292100" lvl="7" marL="3657600" algn="ctr">
              <a:spcBef>
                <a:spcPts val="0"/>
              </a:spcBef>
              <a:spcAft>
                <a:spcPts val="0"/>
              </a:spcAft>
              <a:buClr>
                <a:srgbClr val="FFFFFF"/>
              </a:buClr>
              <a:buSzPts val="1000"/>
              <a:buChar char="○"/>
              <a:defRPr sz="1000">
                <a:solidFill>
                  <a:srgbClr val="FFFFFF"/>
                </a:solidFill>
              </a:defRPr>
            </a:lvl8pPr>
            <a:lvl9pPr indent="-292100" lvl="8" marL="4114800" algn="ctr">
              <a:spcBef>
                <a:spcPts val="0"/>
              </a:spcBef>
              <a:spcAft>
                <a:spcPts val="0"/>
              </a:spcAft>
              <a:buClr>
                <a:srgbClr val="FFFFFF"/>
              </a:buClr>
              <a:buSzPts val="1000"/>
              <a:buChar char="■"/>
              <a:defRPr sz="1000">
                <a:solidFill>
                  <a:srgbClr val="FFFFFF"/>
                </a:solidFill>
              </a:defRPr>
            </a:lvl9pPr>
          </a:lstStyle>
          <a:p/>
        </p:txBody>
      </p:sp>
      <p:sp>
        <p:nvSpPr>
          <p:cNvPr id="3463" name="Google Shape;3463;p54"/>
          <p:cNvSpPr txBox="1"/>
          <p:nvPr/>
        </p:nvSpPr>
        <p:spPr>
          <a:xfrm>
            <a:off x="84825" y="598125"/>
            <a:ext cx="595500" cy="205800"/>
          </a:xfrm>
          <a:prstGeom prst="rect">
            <a:avLst/>
          </a:prstGeom>
          <a:noFill/>
          <a:ln>
            <a:noFill/>
          </a:ln>
        </p:spPr>
        <p:txBody>
          <a:bodyPr anchorCtr="0" anchor="t" bIns="18000" lIns="18000" spcFirstLastPara="1" rIns="18000" wrap="square" tIns="18000">
            <a:spAutoFit/>
          </a:bodyPr>
          <a:lstStyle/>
          <a:p>
            <a:pPr indent="0" lvl="0" marL="0" rtl="0" algn="l">
              <a:spcBef>
                <a:spcPts val="0"/>
              </a:spcBef>
              <a:spcAft>
                <a:spcPts val="0"/>
              </a:spcAft>
              <a:buNone/>
            </a:pPr>
            <a:r>
              <a:rPr lang="es-419" sz="1100">
                <a:solidFill>
                  <a:srgbClr val="FFFFFF"/>
                </a:solidFill>
              </a:rPr>
              <a:t>Nombre:</a:t>
            </a:r>
            <a:endParaRPr sz="1100">
              <a:solidFill>
                <a:srgbClr val="FFFFFF"/>
              </a:solidFill>
            </a:endParaRPr>
          </a:p>
        </p:txBody>
      </p:sp>
    </p:spTree>
  </p:cSld>
  <p:clrMapOvr>
    <a:masterClrMapping/>
  </p:clrMapOvr>
</p:sldLayout>
</file>

<file path=ppt/slideLayouts/slideLayout5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2 Perfil Stakeholders">
  <p:cSld name="TITLE_3_6_1_1_1_1_1_1_1_1">
    <p:spTree>
      <p:nvGrpSpPr>
        <p:cNvPr id="3464" name="Shape 3464"/>
        <p:cNvGrpSpPr/>
        <p:nvPr/>
      </p:nvGrpSpPr>
      <p:grpSpPr>
        <a:xfrm>
          <a:off x="0" y="0"/>
          <a:ext cx="0" cy="0"/>
          <a:chOff x="0" y="0"/>
          <a:chExt cx="0" cy="0"/>
        </a:xfrm>
      </p:grpSpPr>
      <p:sp>
        <p:nvSpPr>
          <p:cNvPr id="3465" name="Google Shape;3465;p55"/>
          <p:cNvSpPr/>
          <p:nvPr/>
        </p:nvSpPr>
        <p:spPr>
          <a:xfrm>
            <a:off x="97888" y="377012"/>
            <a:ext cx="9893400" cy="296700"/>
          </a:xfrm>
          <a:prstGeom prst="roundRect">
            <a:avLst>
              <a:gd fmla="val 22902" name="adj"/>
            </a:avLst>
          </a:prstGeom>
          <a:solidFill>
            <a:srgbClr val="F3F3F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3466" name="Google Shape;3466;p55"/>
          <p:cNvSpPr/>
          <p:nvPr/>
        </p:nvSpPr>
        <p:spPr>
          <a:xfrm>
            <a:off x="77688" y="358938"/>
            <a:ext cx="9935700" cy="6438000"/>
          </a:xfrm>
          <a:prstGeom prst="roundRect">
            <a:avLst>
              <a:gd fmla="val 2618" name="adj"/>
            </a:avLst>
          </a:prstGeom>
          <a:solidFill>
            <a:srgbClr val="FFFFFF"/>
          </a:solidFill>
          <a:ln cap="flat" cmpd="sng" w="38100">
            <a:solidFill>
              <a:srgbClr val="000000"/>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467" name="Google Shape;3467;p55"/>
          <p:cNvCxnSpPr/>
          <p:nvPr/>
        </p:nvCxnSpPr>
        <p:spPr>
          <a:xfrm>
            <a:off x="77688" y="772614"/>
            <a:ext cx="9935700" cy="0"/>
          </a:xfrm>
          <a:prstGeom prst="straightConnector1">
            <a:avLst/>
          </a:prstGeom>
          <a:noFill/>
          <a:ln cap="flat" cmpd="sng" w="19050">
            <a:solidFill>
              <a:srgbClr val="000000"/>
            </a:solidFill>
            <a:prstDash val="solid"/>
            <a:round/>
            <a:headEnd len="med" w="med" type="none"/>
            <a:tailEnd len="med" w="med" type="none"/>
          </a:ln>
        </p:spPr>
      </p:cxnSp>
      <p:cxnSp>
        <p:nvCxnSpPr>
          <p:cNvPr id="3468" name="Google Shape;3468;p55"/>
          <p:cNvCxnSpPr/>
          <p:nvPr/>
        </p:nvCxnSpPr>
        <p:spPr>
          <a:xfrm rot="10800000">
            <a:off x="2439038" y="368188"/>
            <a:ext cx="0" cy="402300"/>
          </a:xfrm>
          <a:prstGeom prst="straightConnector1">
            <a:avLst/>
          </a:prstGeom>
          <a:noFill/>
          <a:ln cap="flat" cmpd="sng" w="19050">
            <a:solidFill>
              <a:srgbClr val="000000"/>
            </a:solidFill>
            <a:prstDash val="solid"/>
            <a:round/>
            <a:headEnd len="med" w="med" type="none"/>
            <a:tailEnd len="med" w="med" type="none"/>
          </a:ln>
        </p:spPr>
      </p:cxnSp>
      <p:sp>
        <p:nvSpPr>
          <p:cNvPr id="3469" name="Google Shape;3469;p55"/>
          <p:cNvSpPr/>
          <p:nvPr/>
        </p:nvSpPr>
        <p:spPr>
          <a:xfrm>
            <a:off x="77688" y="349338"/>
            <a:ext cx="2361300" cy="421200"/>
          </a:xfrm>
          <a:prstGeom prst="roundRect">
            <a:avLst>
              <a:gd fmla="val 50000" name="adj"/>
            </a:avLst>
          </a:prstGeom>
          <a:solidFill>
            <a:srgbClr val="000000"/>
          </a:solidFill>
          <a:ln cap="flat" cmpd="sng" w="9525">
            <a:solidFill>
              <a:srgbClr val="000000"/>
            </a:solidFill>
            <a:prstDash val="solid"/>
            <a:round/>
            <a:headEnd len="sm" w="sm" type="none"/>
            <a:tailEnd len="sm" w="sm" type="none"/>
          </a:ln>
        </p:spPr>
        <p:txBody>
          <a:bodyPr anchorCtr="0" anchor="ctr" bIns="91425" lIns="0" spcFirstLastPara="1" rIns="0" wrap="square" tIns="91425">
            <a:noAutofit/>
          </a:bodyPr>
          <a:lstStyle/>
          <a:p>
            <a:pPr indent="0" lvl="0" marL="0" rtl="0" algn="ctr">
              <a:spcBef>
                <a:spcPts val="0"/>
              </a:spcBef>
              <a:spcAft>
                <a:spcPts val="0"/>
              </a:spcAft>
              <a:buNone/>
            </a:pPr>
            <a:r>
              <a:rPr b="1" lang="es-419" sz="1100">
                <a:solidFill>
                  <a:srgbClr val="FFFFFF"/>
                </a:solidFill>
              </a:rPr>
              <a:t>Perfil Stakeholders</a:t>
            </a:r>
            <a:endParaRPr b="1" sz="1100">
              <a:solidFill>
                <a:srgbClr val="FFFFFF"/>
              </a:solidFill>
            </a:endParaRPr>
          </a:p>
          <a:p>
            <a:pPr indent="0" lvl="0" marL="0" rtl="0" algn="ctr">
              <a:spcBef>
                <a:spcPts val="0"/>
              </a:spcBef>
              <a:spcAft>
                <a:spcPts val="0"/>
              </a:spcAft>
              <a:buNone/>
            </a:pPr>
            <a:r>
              <a:t/>
            </a:r>
            <a:endParaRPr b="1" sz="1200">
              <a:solidFill>
                <a:srgbClr val="FFFFFF"/>
              </a:solidFill>
            </a:endParaRPr>
          </a:p>
        </p:txBody>
      </p:sp>
      <p:sp>
        <p:nvSpPr>
          <p:cNvPr id="3470" name="Google Shape;3470;p55"/>
          <p:cNvSpPr/>
          <p:nvPr/>
        </p:nvSpPr>
        <p:spPr>
          <a:xfrm>
            <a:off x="83988" y="595504"/>
            <a:ext cx="190200" cy="1692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1" name="Google Shape;3471;p55"/>
          <p:cNvSpPr/>
          <p:nvPr/>
        </p:nvSpPr>
        <p:spPr>
          <a:xfrm>
            <a:off x="2350598" y="358950"/>
            <a:ext cx="88500" cy="4023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2" name="Google Shape;3472;p55"/>
          <p:cNvSpPr/>
          <p:nvPr/>
        </p:nvSpPr>
        <p:spPr>
          <a:xfrm>
            <a:off x="2277739" y="663750"/>
            <a:ext cx="88500" cy="1089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3" name="Google Shape;3473;p55"/>
          <p:cNvSpPr/>
          <p:nvPr/>
        </p:nvSpPr>
        <p:spPr>
          <a:xfrm>
            <a:off x="3477925" y="1091465"/>
            <a:ext cx="6172500" cy="554100"/>
          </a:xfrm>
          <a:prstGeom prst="roundRect">
            <a:avLst>
              <a:gd fmla="val 6541"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4" name="Google Shape;3474;p55"/>
          <p:cNvSpPr txBox="1"/>
          <p:nvPr/>
        </p:nvSpPr>
        <p:spPr>
          <a:xfrm>
            <a:off x="454807" y="1057862"/>
            <a:ext cx="3000000" cy="540000"/>
          </a:xfrm>
          <a:prstGeom prst="rect">
            <a:avLst/>
          </a:prstGeom>
          <a:noFill/>
          <a:ln>
            <a:noFill/>
          </a:ln>
        </p:spPr>
        <p:txBody>
          <a:bodyPr anchorCtr="0" anchor="t" bIns="54000" lIns="54000" spcFirstLastPara="1" rIns="54000" wrap="square" tIns="54000">
            <a:spAutoFit/>
          </a:bodyPr>
          <a:lstStyle/>
          <a:p>
            <a:pPr indent="0" lvl="0" marL="0" rtl="0" algn="r">
              <a:spcBef>
                <a:spcPts val="0"/>
              </a:spcBef>
              <a:spcAft>
                <a:spcPts val="0"/>
              </a:spcAft>
              <a:buNone/>
            </a:pPr>
            <a:r>
              <a:rPr b="1" lang="es-419" sz="1000">
                <a:solidFill>
                  <a:schemeClr val="dk1"/>
                </a:solidFill>
                <a:latin typeface="Arvo"/>
                <a:ea typeface="Arvo"/>
                <a:cs typeface="Arvo"/>
                <a:sym typeface="Arvo"/>
              </a:rPr>
              <a:t>Representante </a:t>
            </a:r>
            <a:endParaRPr b="1" sz="1000">
              <a:solidFill>
                <a:schemeClr val="dk1"/>
              </a:solidFill>
              <a:latin typeface="Arvo"/>
              <a:ea typeface="Arvo"/>
              <a:cs typeface="Arvo"/>
              <a:sym typeface="Arvo"/>
            </a:endParaRPr>
          </a:p>
          <a:p>
            <a:pPr indent="0" lvl="0" marL="0" rtl="0" algn="r">
              <a:spcBef>
                <a:spcPts val="0"/>
              </a:spcBef>
              <a:spcAft>
                <a:spcPts val="0"/>
              </a:spcAft>
              <a:buNone/>
            </a:pPr>
            <a:r>
              <a:rPr i="1" lang="es-419" sz="600">
                <a:solidFill>
                  <a:schemeClr val="dk1"/>
                </a:solidFill>
                <a:latin typeface="Arvo"/>
                <a:ea typeface="Arvo"/>
                <a:cs typeface="Arvo"/>
                <a:sym typeface="Arvo"/>
              </a:rPr>
              <a:t>&lt;[Quién es el representante de las partes interesadas del proyecto?  (Esto es opcional, si está documentado en otro lugar.) Lo que queremos aquí son nombres.]&gt;</a:t>
            </a:r>
            <a:endParaRPr i="1" sz="600">
              <a:solidFill>
                <a:schemeClr val="dk1"/>
              </a:solidFill>
              <a:latin typeface="Arvo"/>
              <a:ea typeface="Arvo"/>
              <a:cs typeface="Arvo"/>
              <a:sym typeface="Arvo"/>
            </a:endParaRPr>
          </a:p>
        </p:txBody>
      </p:sp>
      <p:sp>
        <p:nvSpPr>
          <p:cNvPr id="3475" name="Google Shape;3475;p55"/>
          <p:cNvSpPr txBox="1"/>
          <p:nvPr/>
        </p:nvSpPr>
        <p:spPr>
          <a:xfrm>
            <a:off x="480000" y="1771845"/>
            <a:ext cx="3000000" cy="431100"/>
          </a:xfrm>
          <a:prstGeom prst="rect">
            <a:avLst/>
          </a:prstGeom>
          <a:noFill/>
          <a:ln>
            <a:noFill/>
          </a:ln>
        </p:spPr>
        <p:txBody>
          <a:bodyPr anchorCtr="0" anchor="t" bIns="91425" lIns="91425" spcFirstLastPara="1" rIns="91425" wrap="square" tIns="91425">
            <a:spAutoFit/>
          </a:bodyPr>
          <a:lstStyle/>
          <a:p>
            <a:pPr indent="0" lvl="0" marL="0" rtl="0" algn="r">
              <a:spcBef>
                <a:spcPts val="0"/>
              </a:spcBef>
              <a:spcAft>
                <a:spcPts val="0"/>
              </a:spcAft>
              <a:buNone/>
            </a:pPr>
            <a:r>
              <a:rPr b="1" lang="es-419" sz="1000">
                <a:solidFill>
                  <a:schemeClr val="dk1"/>
                </a:solidFill>
                <a:latin typeface="Arvo"/>
                <a:ea typeface="Arvo"/>
                <a:cs typeface="Arvo"/>
                <a:sym typeface="Arvo"/>
              </a:rPr>
              <a:t>Descripción</a:t>
            </a:r>
            <a:endParaRPr b="1" sz="1000">
              <a:solidFill>
                <a:schemeClr val="dk1"/>
              </a:solidFill>
              <a:latin typeface="Roboto"/>
              <a:ea typeface="Roboto"/>
              <a:cs typeface="Roboto"/>
              <a:sym typeface="Roboto"/>
            </a:endParaRPr>
          </a:p>
          <a:p>
            <a:pPr indent="0" lvl="0" marL="0" rtl="0" algn="r">
              <a:spcBef>
                <a:spcPts val="0"/>
              </a:spcBef>
              <a:spcAft>
                <a:spcPts val="0"/>
              </a:spcAft>
              <a:buNone/>
            </a:pPr>
            <a:r>
              <a:rPr i="1" lang="es-419" sz="600">
                <a:solidFill>
                  <a:schemeClr val="dk1"/>
                </a:solidFill>
                <a:latin typeface="Arvo"/>
                <a:ea typeface="Arvo"/>
                <a:cs typeface="Arvo"/>
                <a:sym typeface="Arvo"/>
              </a:rPr>
              <a:t>&lt;[Breve descripción del tipo de actor.]&gt;</a:t>
            </a:r>
            <a:endParaRPr i="1"/>
          </a:p>
        </p:txBody>
      </p:sp>
      <p:sp>
        <p:nvSpPr>
          <p:cNvPr id="3476" name="Google Shape;3476;p55"/>
          <p:cNvSpPr txBox="1"/>
          <p:nvPr/>
        </p:nvSpPr>
        <p:spPr>
          <a:xfrm>
            <a:off x="480000" y="2432750"/>
            <a:ext cx="3000000" cy="431100"/>
          </a:xfrm>
          <a:prstGeom prst="rect">
            <a:avLst/>
          </a:prstGeom>
          <a:noFill/>
          <a:ln>
            <a:noFill/>
          </a:ln>
        </p:spPr>
        <p:txBody>
          <a:bodyPr anchorCtr="0" anchor="t" bIns="91425" lIns="91425" spcFirstLastPara="1" rIns="91425" wrap="square" tIns="91425">
            <a:spAutoFit/>
          </a:bodyPr>
          <a:lstStyle/>
          <a:p>
            <a:pPr indent="0" lvl="0" marL="0" rtl="0" algn="r">
              <a:spcBef>
                <a:spcPts val="0"/>
              </a:spcBef>
              <a:spcAft>
                <a:spcPts val="0"/>
              </a:spcAft>
              <a:buNone/>
            </a:pPr>
            <a:r>
              <a:rPr b="1" lang="es-419" sz="1000">
                <a:solidFill>
                  <a:schemeClr val="dk1"/>
                </a:solidFill>
                <a:latin typeface="Arvo"/>
                <a:ea typeface="Arvo"/>
                <a:cs typeface="Arvo"/>
                <a:sym typeface="Arvo"/>
              </a:rPr>
              <a:t>Tipo</a:t>
            </a:r>
            <a:endParaRPr b="1" sz="1000">
              <a:solidFill>
                <a:schemeClr val="dk1"/>
              </a:solidFill>
              <a:latin typeface="Arvo"/>
              <a:ea typeface="Arvo"/>
              <a:cs typeface="Arvo"/>
              <a:sym typeface="Arvo"/>
            </a:endParaRPr>
          </a:p>
          <a:p>
            <a:pPr indent="0" lvl="0" marL="0" rtl="0" algn="r">
              <a:spcBef>
                <a:spcPts val="0"/>
              </a:spcBef>
              <a:spcAft>
                <a:spcPts val="0"/>
              </a:spcAft>
              <a:buNone/>
            </a:pPr>
            <a:r>
              <a:rPr i="1" lang="es-419" sz="600">
                <a:solidFill>
                  <a:schemeClr val="dk1"/>
                </a:solidFill>
                <a:latin typeface="Arvo"/>
                <a:ea typeface="Arvo"/>
                <a:cs typeface="Arvo"/>
                <a:sym typeface="Arvo"/>
              </a:rPr>
              <a:t>&lt;[Califique la experiencia y los antecedentes de las partes interesadas]&gt;</a:t>
            </a:r>
            <a:endParaRPr i="1"/>
          </a:p>
        </p:txBody>
      </p:sp>
      <p:sp>
        <p:nvSpPr>
          <p:cNvPr id="3477" name="Google Shape;3477;p55"/>
          <p:cNvSpPr txBox="1"/>
          <p:nvPr/>
        </p:nvSpPr>
        <p:spPr>
          <a:xfrm>
            <a:off x="480000" y="3063356"/>
            <a:ext cx="3000000" cy="615600"/>
          </a:xfrm>
          <a:prstGeom prst="rect">
            <a:avLst/>
          </a:prstGeom>
          <a:noFill/>
          <a:ln>
            <a:noFill/>
          </a:ln>
        </p:spPr>
        <p:txBody>
          <a:bodyPr anchorCtr="0" anchor="t" bIns="91425" lIns="91425" spcFirstLastPara="1" rIns="91425" wrap="square" tIns="91425">
            <a:spAutoFit/>
          </a:bodyPr>
          <a:lstStyle/>
          <a:p>
            <a:pPr indent="0" lvl="0" marL="0" rtl="0" algn="r">
              <a:spcBef>
                <a:spcPts val="0"/>
              </a:spcBef>
              <a:spcAft>
                <a:spcPts val="0"/>
              </a:spcAft>
              <a:buNone/>
            </a:pPr>
            <a:r>
              <a:rPr b="1" lang="es-419" sz="1000">
                <a:solidFill>
                  <a:schemeClr val="dk1"/>
                </a:solidFill>
                <a:latin typeface="Arvo"/>
                <a:ea typeface="Arvo"/>
                <a:cs typeface="Arvo"/>
                <a:sym typeface="Arvo"/>
              </a:rPr>
              <a:t>Responsabilidades </a:t>
            </a:r>
            <a:endParaRPr b="1" sz="1000">
              <a:solidFill>
                <a:schemeClr val="dk1"/>
              </a:solidFill>
              <a:latin typeface="Arvo"/>
              <a:ea typeface="Arvo"/>
              <a:cs typeface="Arvo"/>
              <a:sym typeface="Arvo"/>
            </a:endParaRPr>
          </a:p>
          <a:p>
            <a:pPr indent="0" lvl="0" marL="0" rtl="0" algn="r">
              <a:spcBef>
                <a:spcPts val="0"/>
              </a:spcBef>
              <a:spcAft>
                <a:spcPts val="0"/>
              </a:spcAft>
              <a:buNone/>
            </a:pPr>
            <a:r>
              <a:rPr i="1" lang="es-419" sz="600">
                <a:solidFill>
                  <a:schemeClr val="dk1"/>
                </a:solidFill>
                <a:latin typeface="Arvo"/>
                <a:ea typeface="Arvo"/>
                <a:cs typeface="Arvo"/>
                <a:sym typeface="Arvo"/>
              </a:rPr>
              <a:t>&lt;[Enumere las responsabilidades clave de la parte interesada con respecto a los cambios que se están realizando, es decir, su interes como parte interesada .]&gt;</a:t>
            </a:r>
            <a:endParaRPr i="1"/>
          </a:p>
        </p:txBody>
      </p:sp>
      <p:sp>
        <p:nvSpPr>
          <p:cNvPr id="3478" name="Google Shape;3478;p55"/>
          <p:cNvSpPr txBox="1"/>
          <p:nvPr/>
        </p:nvSpPr>
        <p:spPr>
          <a:xfrm>
            <a:off x="480000" y="3771590"/>
            <a:ext cx="3000000" cy="431100"/>
          </a:xfrm>
          <a:prstGeom prst="rect">
            <a:avLst/>
          </a:prstGeom>
          <a:noFill/>
          <a:ln>
            <a:noFill/>
          </a:ln>
        </p:spPr>
        <p:txBody>
          <a:bodyPr anchorCtr="0" anchor="t" bIns="91425" lIns="91425" spcFirstLastPara="1" rIns="91425" wrap="square" tIns="91425">
            <a:spAutoFit/>
          </a:bodyPr>
          <a:lstStyle/>
          <a:p>
            <a:pPr indent="0" lvl="0" marL="0" rtl="0" algn="r">
              <a:spcBef>
                <a:spcPts val="0"/>
              </a:spcBef>
              <a:spcAft>
                <a:spcPts val="0"/>
              </a:spcAft>
              <a:buNone/>
            </a:pPr>
            <a:r>
              <a:rPr b="1" lang="es-419" sz="1000">
                <a:solidFill>
                  <a:schemeClr val="dk1"/>
                </a:solidFill>
                <a:latin typeface="Arvo"/>
                <a:ea typeface="Arvo"/>
                <a:cs typeface="Arvo"/>
                <a:sym typeface="Arvo"/>
              </a:rPr>
              <a:t>Criterios de Éxito</a:t>
            </a:r>
            <a:endParaRPr b="1" sz="1000">
              <a:solidFill>
                <a:schemeClr val="dk1"/>
              </a:solidFill>
              <a:latin typeface="Arvo"/>
              <a:ea typeface="Arvo"/>
              <a:cs typeface="Arvo"/>
              <a:sym typeface="Arvo"/>
            </a:endParaRPr>
          </a:p>
          <a:p>
            <a:pPr indent="0" lvl="0" marL="0" rtl="0" algn="r">
              <a:spcBef>
                <a:spcPts val="0"/>
              </a:spcBef>
              <a:spcAft>
                <a:spcPts val="0"/>
              </a:spcAft>
              <a:buNone/>
            </a:pPr>
            <a:r>
              <a:rPr i="1" lang="es-419" sz="600">
                <a:solidFill>
                  <a:schemeClr val="dk1"/>
                </a:solidFill>
                <a:latin typeface="Arvo"/>
                <a:ea typeface="Arvo"/>
                <a:cs typeface="Arvo"/>
                <a:sym typeface="Arvo"/>
              </a:rPr>
              <a:t>&lt;[¿Cómo define el actor el éxito?¿Cómo se recompensa el interesado?]&gt;</a:t>
            </a:r>
            <a:endParaRPr i="1"/>
          </a:p>
        </p:txBody>
      </p:sp>
      <p:sp>
        <p:nvSpPr>
          <p:cNvPr id="3479" name="Google Shape;3479;p55"/>
          <p:cNvSpPr txBox="1"/>
          <p:nvPr/>
        </p:nvSpPr>
        <p:spPr>
          <a:xfrm>
            <a:off x="480000" y="4432197"/>
            <a:ext cx="3000000" cy="615600"/>
          </a:xfrm>
          <a:prstGeom prst="rect">
            <a:avLst/>
          </a:prstGeom>
          <a:noFill/>
          <a:ln>
            <a:noFill/>
          </a:ln>
        </p:spPr>
        <p:txBody>
          <a:bodyPr anchorCtr="0" anchor="t" bIns="91425" lIns="91425" spcFirstLastPara="1" rIns="91425" wrap="square" tIns="91425">
            <a:spAutoFit/>
          </a:bodyPr>
          <a:lstStyle/>
          <a:p>
            <a:pPr indent="0" lvl="0" marL="0" rtl="0" algn="r">
              <a:spcBef>
                <a:spcPts val="0"/>
              </a:spcBef>
              <a:spcAft>
                <a:spcPts val="0"/>
              </a:spcAft>
              <a:buNone/>
            </a:pPr>
            <a:r>
              <a:rPr b="1" lang="es-419" sz="1000">
                <a:solidFill>
                  <a:schemeClr val="dk1"/>
                </a:solidFill>
                <a:latin typeface="Arvo"/>
                <a:ea typeface="Arvo"/>
                <a:cs typeface="Arvo"/>
                <a:sym typeface="Arvo"/>
              </a:rPr>
              <a:t>Intervención</a:t>
            </a:r>
            <a:endParaRPr b="1" sz="1000">
              <a:solidFill>
                <a:schemeClr val="dk1"/>
              </a:solidFill>
              <a:latin typeface="Arvo"/>
              <a:ea typeface="Arvo"/>
              <a:cs typeface="Arvo"/>
              <a:sym typeface="Arvo"/>
            </a:endParaRPr>
          </a:p>
          <a:p>
            <a:pPr indent="0" lvl="0" marL="0" rtl="0" algn="r">
              <a:spcBef>
                <a:spcPts val="0"/>
              </a:spcBef>
              <a:spcAft>
                <a:spcPts val="0"/>
              </a:spcAft>
              <a:buNone/>
            </a:pPr>
            <a:r>
              <a:rPr i="1" lang="es-419" sz="600">
                <a:solidFill>
                  <a:schemeClr val="dk1"/>
                </a:solidFill>
                <a:latin typeface="Arvo"/>
                <a:ea typeface="Arvo"/>
                <a:cs typeface="Arvo"/>
                <a:sym typeface="Arvo"/>
              </a:rPr>
              <a:t> &lt;[</a:t>
            </a:r>
            <a:r>
              <a:rPr i="1" lang="es-419" sz="600">
                <a:solidFill>
                  <a:srgbClr val="202124"/>
                </a:solidFill>
                <a:latin typeface="Arvo"/>
                <a:ea typeface="Arvo"/>
                <a:cs typeface="Arvo"/>
                <a:sym typeface="Arvo"/>
              </a:rPr>
              <a:t>¿Cómo participa la parte interesada en el proyecto? Relacionarse, cuando sea posible, con los roles de Rational Unified Process, es decir, Revisor de modelos de casos de uso empresarial, etc.</a:t>
            </a:r>
            <a:r>
              <a:rPr i="1" lang="es-419" sz="600">
                <a:solidFill>
                  <a:schemeClr val="dk1"/>
                </a:solidFill>
                <a:latin typeface="Arvo"/>
                <a:ea typeface="Arvo"/>
                <a:cs typeface="Arvo"/>
                <a:sym typeface="Arvo"/>
              </a:rPr>
              <a:t>]&gt;</a:t>
            </a:r>
            <a:endParaRPr i="1"/>
          </a:p>
        </p:txBody>
      </p:sp>
      <p:sp>
        <p:nvSpPr>
          <p:cNvPr id="3480" name="Google Shape;3480;p55"/>
          <p:cNvSpPr txBox="1"/>
          <p:nvPr/>
        </p:nvSpPr>
        <p:spPr>
          <a:xfrm>
            <a:off x="480000" y="5105400"/>
            <a:ext cx="3000000" cy="646500"/>
          </a:xfrm>
          <a:prstGeom prst="rect">
            <a:avLst/>
          </a:prstGeom>
          <a:noFill/>
          <a:ln>
            <a:noFill/>
          </a:ln>
        </p:spPr>
        <p:txBody>
          <a:bodyPr anchorCtr="0" anchor="t" bIns="91425" lIns="91425" spcFirstLastPara="1" rIns="91425" wrap="square" tIns="91425">
            <a:spAutoFit/>
          </a:bodyPr>
          <a:lstStyle/>
          <a:p>
            <a:pPr indent="0" lvl="0" marL="0" rtl="0" algn="r">
              <a:spcBef>
                <a:spcPts val="0"/>
              </a:spcBef>
              <a:spcAft>
                <a:spcPts val="0"/>
              </a:spcAft>
              <a:buNone/>
            </a:pPr>
            <a:r>
              <a:rPr b="1" lang="es-419" sz="1000">
                <a:solidFill>
                  <a:schemeClr val="dk1"/>
                </a:solidFill>
                <a:latin typeface="Arvo"/>
                <a:ea typeface="Arvo"/>
                <a:cs typeface="Arvo"/>
                <a:sym typeface="Arvo"/>
              </a:rPr>
              <a:t>Entregables </a:t>
            </a:r>
            <a:r>
              <a:rPr b="1" lang="es-419" sz="1200">
                <a:solidFill>
                  <a:schemeClr val="dk1"/>
                </a:solidFill>
                <a:latin typeface="Arvo"/>
                <a:ea typeface="Arvo"/>
                <a:cs typeface="Arvo"/>
                <a:sym typeface="Arvo"/>
              </a:rPr>
              <a:t>                                                         </a:t>
            </a:r>
            <a:r>
              <a:rPr i="1" lang="es-419" sz="1200">
                <a:solidFill>
                  <a:schemeClr val="dk1"/>
                </a:solidFill>
                <a:latin typeface="Arvo"/>
                <a:ea typeface="Arvo"/>
                <a:cs typeface="Arvo"/>
                <a:sym typeface="Arvo"/>
              </a:rPr>
              <a:t> </a:t>
            </a:r>
            <a:r>
              <a:rPr i="1" lang="es-419" sz="600">
                <a:solidFill>
                  <a:schemeClr val="dk1"/>
                </a:solidFill>
                <a:latin typeface="Arvo"/>
                <a:ea typeface="Arvo"/>
                <a:cs typeface="Arvo"/>
                <a:sym typeface="Arvo"/>
              </a:rPr>
              <a:t>&lt;[</a:t>
            </a:r>
            <a:r>
              <a:rPr i="1" lang="es-419" sz="600">
                <a:solidFill>
                  <a:srgbClr val="202124"/>
                </a:solidFill>
                <a:latin typeface="Arvo"/>
                <a:ea typeface="Arvo"/>
                <a:cs typeface="Arvo"/>
                <a:sym typeface="Arvo"/>
              </a:rPr>
              <a:t>¿Hay entregables adicionales requeridos por las partes interesadas? Estos podrían ser entregables del proyecto o resultados del sistema en desarrollo.</a:t>
            </a:r>
            <a:r>
              <a:rPr i="1" lang="es-419" sz="600">
                <a:solidFill>
                  <a:schemeClr val="dk1"/>
                </a:solidFill>
                <a:latin typeface="Arvo"/>
                <a:ea typeface="Arvo"/>
                <a:cs typeface="Arvo"/>
                <a:sym typeface="Arvo"/>
              </a:rPr>
              <a:t>]&gt;</a:t>
            </a:r>
            <a:endParaRPr i="1"/>
          </a:p>
        </p:txBody>
      </p:sp>
      <p:sp>
        <p:nvSpPr>
          <p:cNvPr id="3481" name="Google Shape;3481;p55"/>
          <p:cNvSpPr txBox="1"/>
          <p:nvPr/>
        </p:nvSpPr>
        <p:spPr>
          <a:xfrm>
            <a:off x="480000" y="5863213"/>
            <a:ext cx="3000000" cy="523200"/>
          </a:xfrm>
          <a:prstGeom prst="rect">
            <a:avLst/>
          </a:prstGeom>
          <a:noFill/>
          <a:ln>
            <a:noFill/>
          </a:ln>
        </p:spPr>
        <p:txBody>
          <a:bodyPr anchorCtr="0" anchor="t" bIns="91425" lIns="91425" spcFirstLastPara="1" rIns="91425" wrap="square" tIns="91425">
            <a:spAutoFit/>
          </a:bodyPr>
          <a:lstStyle/>
          <a:p>
            <a:pPr indent="0" lvl="0" marL="0" rtl="0" algn="r">
              <a:spcBef>
                <a:spcPts val="0"/>
              </a:spcBef>
              <a:spcAft>
                <a:spcPts val="0"/>
              </a:spcAft>
              <a:buNone/>
            </a:pPr>
            <a:r>
              <a:rPr b="1" lang="es-419" sz="1000">
                <a:solidFill>
                  <a:schemeClr val="dk1"/>
                </a:solidFill>
                <a:latin typeface="Arvo"/>
                <a:ea typeface="Arvo"/>
                <a:cs typeface="Arvo"/>
                <a:sym typeface="Arvo"/>
              </a:rPr>
              <a:t>Comentarios y problemas</a:t>
            </a:r>
            <a:endParaRPr b="1" sz="1000">
              <a:solidFill>
                <a:schemeClr val="dk1"/>
              </a:solidFill>
              <a:latin typeface="Roboto"/>
              <a:ea typeface="Roboto"/>
              <a:cs typeface="Roboto"/>
              <a:sym typeface="Roboto"/>
            </a:endParaRPr>
          </a:p>
          <a:p>
            <a:pPr indent="0" lvl="0" marL="0" rtl="0" algn="r">
              <a:spcBef>
                <a:spcPts val="0"/>
              </a:spcBef>
              <a:spcAft>
                <a:spcPts val="0"/>
              </a:spcAft>
              <a:buNone/>
            </a:pPr>
            <a:r>
              <a:rPr i="1" lang="es-419" sz="600">
                <a:solidFill>
                  <a:schemeClr val="dk1"/>
                </a:solidFill>
                <a:latin typeface="Arvo"/>
                <a:ea typeface="Arvo"/>
                <a:cs typeface="Arvo"/>
                <a:sym typeface="Arvo"/>
              </a:rPr>
              <a:t>&lt;[</a:t>
            </a:r>
            <a:r>
              <a:rPr i="1" lang="es-419" sz="600">
                <a:solidFill>
                  <a:srgbClr val="202124"/>
                </a:solidFill>
                <a:latin typeface="Arvo"/>
                <a:ea typeface="Arvo"/>
                <a:cs typeface="Arvo"/>
                <a:sym typeface="Arvo"/>
              </a:rPr>
              <a:t>Los problemas que interfieren con el éxito y cualquier otra información relevante van aquí.</a:t>
            </a:r>
            <a:r>
              <a:rPr lang="es-419" sz="600">
                <a:solidFill>
                  <a:schemeClr val="dk1"/>
                </a:solidFill>
                <a:latin typeface="Arvo"/>
                <a:ea typeface="Arvo"/>
                <a:cs typeface="Arvo"/>
                <a:sym typeface="Arvo"/>
              </a:rPr>
              <a:t>.]&gt;</a:t>
            </a:r>
            <a:endParaRPr>
              <a:solidFill>
                <a:schemeClr val="dk1"/>
              </a:solidFill>
            </a:endParaRPr>
          </a:p>
        </p:txBody>
      </p:sp>
      <p:sp>
        <p:nvSpPr>
          <p:cNvPr id="3482" name="Google Shape;3482;p55"/>
          <p:cNvSpPr/>
          <p:nvPr/>
        </p:nvSpPr>
        <p:spPr>
          <a:xfrm>
            <a:off x="3477925" y="1797374"/>
            <a:ext cx="6172500" cy="554100"/>
          </a:xfrm>
          <a:prstGeom prst="roundRect">
            <a:avLst>
              <a:gd fmla="val 6541"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3" name="Google Shape;3483;p55"/>
          <p:cNvSpPr/>
          <p:nvPr/>
        </p:nvSpPr>
        <p:spPr>
          <a:xfrm>
            <a:off x="3477925" y="2478950"/>
            <a:ext cx="6172500" cy="461700"/>
          </a:xfrm>
          <a:prstGeom prst="roundRect">
            <a:avLst>
              <a:gd fmla="val 6541"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4" name="Google Shape;3484;p55"/>
          <p:cNvSpPr/>
          <p:nvPr/>
        </p:nvSpPr>
        <p:spPr>
          <a:xfrm>
            <a:off x="3477925" y="3075952"/>
            <a:ext cx="6172500" cy="554100"/>
          </a:xfrm>
          <a:prstGeom prst="roundRect">
            <a:avLst>
              <a:gd fmla="val 6541"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5" name="Google Shape;3485;p55"/>
          <p:cNvSpPr/>
          <p:nvPr/>
        </p:nvSpPr>
        <p:spPr>
          <a:xfrm>
            <a:off x="3477925" y="3780000"/>
            <a:ext cx="6172500" cy="554100"/>
          </a:xfrm>
          <a:prstGeom prst="roundRect">
            <a:avLst>
              <a:gd fmla="val 6541"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6" name="Google Shape;3486;p55"/>
          <p:cNvSpPr/>
          <p:nvPr/>
        </p:nvSpPr>
        <p:spPr>
          <a:xfrm>
            <a:off x="3477925" y="4486807"/>
            <a:ext cx="6172500" cy="554100"/>
          </a:xfrm>
          <a:prstGeom prst="roundRect">
            <a:avLst>
              <a:gd fmla="val 6541"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7" name="Google Shape;3487;p55"/>
          <p:cNvSpPr/>
          <p:nvPr/>
        </p:nvSpPr>
        <p:spPr>
          <a:xfrm>
            <a:off x="3477925" y="5197800"/>
            <a:ext cx="6172500" cy="554100"/>
          </a:xfrm>
          <a:prstGeom prst="roundRect">
            <a:avLst>
              <a:gd fmla="val 6541"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8" name="Google Shape;3488;p55"/>
          <p:cNvSpPr/>
          <p:nvPr/>
        </p:nvSpPr>
        <p:spPr>
          <a:xfrm>
            <a:off x="3477925" y="5913600"/>
            <a:ext cx="6172500" cy="554100"/>
          </a:xfrm>
          <a:prstGeom prst="roundRect">
            <a:avLst>
              <a:gd fmla="val 6541"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9" name="Google Shape;3489;p55"/>
          <p:cNvSpPr txBox="1"/>
          <p:nvPr>
            <p:ph idx="1" type="subTitle"/>
          </p:nvPr>
        </p:nvSpPr>
        <p:spPr>
          <a:xfrm>
            <a:off x="3470925" y="1085668"/>
            <a:ext cx="6172500" cy="570900"/>
          </a:xfrm>
          <a:prstGeom prst="rect">
            <a:avLst/>
          </a:prstGeom>
          <a:noFill/>
          <a:ln>
            <a:noFill/>
          </a:ln>
        </p:spPr>
        <p:txBody>
          <a:bodyPr anchorCtr="0" anchor="ctr" bIns="36000" lIns="36000" spcFirstLastPara="1" rIns="36000" wrap="square" tIns="36000">
            <a:noAutofit/>
          </a:bodyPr>
          <a:lstStyle>
            <a:lvl1pPr lvl="0">
              <a:lnSpc>
                <a:spcPct val="90000"/>
              </a:lnSpc>
              <a:spcBef>
                <a:spcPts val="0"/>
              </a:spcBef>
              <a:spcAft>
                <a:spcPts val="0"/>
              </a:spcAft>
              <a:buClr>
                <a:srgbClr val="000000"/>
              </a:buClr>
              <a:buSzPts val="1000"/>
              <a:buFont typeface="Arvo"/>
              <a:buNone/>
              <a:defRPr sz="10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1000"/>
              <a:buNone/>
              <a:defRPr sz="1000">
                <a:solidFill>
                  <a:srgbClr val="000000"/>
                </a:solidFill>
              </a:defRPr>
            </a:lvl2pPr>
            <a:lvl3pPr lvl="2">
              <a:lnSpc>
                <a:spcPct val="90000"/>
              </a:lnSpc>
              <a:spcBef>
                <a:spcPts val="0"/>
              </a:spcBef>
              <a:spcAft>
                <a:spcPts val="0"/>
              </a:spcAft>
              <a:buClr>
                <a:srgbClr val="000000"/>
              </a:buClr>
              <a:buSzPts val="1000"/>
              <a:buNone/>
              <a:defRPr sz="1000">
                <a:solidFill>
                  <a:srgbClr val="000000"/>
                </a:solidFill>
              </a:defRPr>
            </a:lvl3pPr>
            <a:lvl4pPr lvl="3">
              <a:lnSpc>
                <a:spcPct val="90000"/>
              </a:lnSpc>
              <a:spcBef>
                <a:spcPts val="0"/>
              </a:spcBef>
              <a:spcAft>
                <a:spcPts val="0"/>
              </a:spcAft>
              <a:buClr>
                <a:srgbClr val="000000"/>
              </a:buClr>
              <a:buSzPts val="1000"/>
              <a:buNone/>
              <a:defRPr sz="1000">
                <a:solidFill>
                  <a:srgbClr val="000000"/>
                </a:solidFill>
              </a:defRPr>
            </a:lvl4pPr>
            <a:lvl5pPr lvl="4">
              <a:lnSpc>
                <a:spcPct val="90000"/>
              </a:lnSpc>
              <a:spcBef>
                <a:spcPts val="0"/>
              </a:spcBef>
              <a:spcAft>
                <a:spcPts val="0"/>
              </a:spcAft>
              <a:buClr>
                <a:srgbClr val="000000"/>
              </a:buClr>
              <a:buSzPts val="1000"/>
              <a:buNone/>
              <a:defRPr sz="1000">
                <a:solidFill>
                  <a:srgbClr val="000000"/>
                </a:solidFill>
              </a:defRPr>
            </a:lvl5pPr>
            <a:lvl6pPr lvl="5">
              <a:lnSpc>
                <a:spcPct val="90000"/>
              </a:lnSpc>
              <a:spcBef>
                <a:spcPts val="0"/>
              </a:spcBef>
              <a:spcAft>
                <a:spcPts val="0"/>
              </a:spcAft>
              <a:buClr>
                <a:srgbClr val="000000"/>
              </a:buClr>
              <a:buSzPts val="1000"/>
              <a:buNone/>
              <a:defRPr sz="1000">
                <a:solidFill>
                  <a:srgbClr val="000000"/>
                </a:solidFill>
              </a:defRPr>
            </a:lvl6pPr>
            <a:lvl7pPr lvl="6">
              <a:lnSpc>
                <a:spcPct val="90000"/>
              </a:lnSpc>
              <a:spcBef>
                <a:spcPts val="0"/>
              </a:spcBef>
              <a:spcAft>
                <a:spcPts val="0"/>
              </a:spcAft>
              <a:buClr>
                <a:srgbClr val="000000"/>
              </a:buClr>
              <a:buSzPts val="1000"/>
              <a:buNone/>
              <a:defRPr sz="1000">
                <a:solidFill>
                  <a:srgbClr val="000000"/>
                </a:solidFill>
              </a:defRPr>
            </a:lvl7pPr>
            <a:lvl8pPr lvl="7">
              <a:lnSpc>
                <a:spcPct val="90000"/>
              </a:lnSpc>
              <a:spcBef>
                <a:spcPts val="0"/>
              </a:spcBef>
              <a:spcAft>
                <a:spcPts val="0"/>
              </a:spcAft>
              <a:buClr>
                <a:srgbClr val="000000"/>
              </a:buClr>
              <a:buSzPts val="1000"/>
              <a:buNone/>
              <a:defRPr sz="1000">
                <a:solidFill>
                  <a:srgbClr val="000000"/>
                </a:solidFill>
              </a:defRPr>
            </a:lvl8pPr>
            <a:lvl9pPr lvl="8">
              <a:lnSpc>
                <a:spcPct val="90000"/>
              </a:lnSpc>
              <a:spcBef>
                <a:spcPts val="0"/>
              </a:spcBef>
              <a:spcAft>
                <a:spcPts val="0"/>
              </a:spcAft>
              <a:buClr>
                <a:srgbClr val="000000"/>
              </a:buClr>
              <a:buSzPts val="1000"/>
              <a:buNone/>
              <a:defRPr sz="1000">
                <a:solidFill>
                  <a:srgbClr val="000000"/>
                </a:solidFill>
              </a:defRPr>
            </a:lvl9pPr>
          </a:lstStyle>
          <a:p/>
        </p:txBody>
      </p:sp>
      <p:sp>
        <p:nvSpPr>
          <p:cNvPr id="3490" name="Google Shape;3490;p55"/>
          <p:cNvSpPr txBox="1"/>
          <p:nvPr>
            <p:ph idx="2" type="subTitle"/>
          </p:nvPr>
        </p:nvSpPr>
        <p:spPr>
          <a:xfrm>
            <a:off x="3470925" y="1790790"/>
            <a:ext cx="6172500" cy="570900"/>
          </a:xfrm>
          <a:prstGeom prst="rect">
            <a:avLst/>
          </a:prstGeom>
          <a:noFill/>
          <a:ln>
            <a:noFill/>
          </a:ln>
        </p:spPr>
        <p:txBody>
          <a:bodyPr anchorCtr="0" anchor="ctr" bIns="36000" lIns="36000" spcFirstLastPara="1" rIns="36000" wrap="square" tIns="36000">
            <a:noAutofit/>
          </a:bodyPr>
          <a:lstStyle>
            <a:lvl1pPr lvl="0">
              <a:lnSpc>
                <a:spcPct val="90000"/>
              </a:lnSpc>
              <a:spcBef>
                <a:spcPts val="0"/>
              </a:spcBef>
              <a:spcAft>
                <a:spcPts val="0"/>
              </a:spcAft>
              <a:buClr>
                <a:srgbClr val="000000"/>
              </a:buClr>
              <a:buSzPts val="1000"/>
              <a:buFont typeface="Arvo"/>
              <a:buNone/>
              <a:defRPr sz="10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1000"/>
              <a:buNone/>
              <a:defRPr sz="1000">
                <a:solidFill>
                  <a:srgbClr val="000000"/>
                </a:solidFill>
              </a:defRPr>
            </a:lvl2pPr>
            <a:lvl3pPr lvl="2">
              <a:lnSpc>
                <a:spcPct val="90000"/>
              </a:lnSpc>
              <a:spcBef>
                <a:spcPts val="0"/>
              </a:spcBef>
              <a:spcAft>
                <a:spcPts val="0"/>
              </a:spcAft>
              <a:buClr>
                <a:srgbClr val="000000"/>
              </a:buClr>
              <a:buSzPts val="1000"/>
              <a:buNone/>
              <a:defRPr sz="1000">
                <a:solidFill>
                  <a:srgbClr val="000000"/>
                </a:solidFill>
              </a:defRPr>
            </a:lvl3pPr>
            <a:lvl4pPr lvl="3">
              <a:lnSpc>
                <a:spcPct val="90000"/>
              </a:lnSpc>
              <a:spcBef>
                <a:spcPts val="0"/>
              </a:spcBef>
              <a:spcAft>
                <a:spcPts val="0"/>
              </a:spcAft>
              <a:buClr>
                <a:srgbClr val="000000"/>
              </a:buClr>
              <a:buSzPts val="1000"/>
              <a:buNone/>
              <a:defRPr sz="1000">
                <a:solidFill>
                  <a:srgbClr val="000000"/>
                </a:solidFill>
              </a:defRPr>
            </a:lvl4pPr>
            <a:lvl5pPr lvl="4">
              <a:lnSpc>
                <a:spcPct val="90000"/>
              </a:lnSpc>
              <a:spcBef>
                <a:spcPts val="0"/>
              </a:spcBef>
              <a:spcAft>
                <a:spcPts val="0"/>
              </a:spcAft>
              <a:buClr>
                <a:srgbClr val="000000"/>
              </a:buClr>
              <a:buSzPts val="1000"/>
              <a:buNone/>
              <a:defRPr sz="1000">
                <a:solidFill>
                  <a:srgbClr val="000000"/>
                </a:solidFill>
              </a:defRPr>
            </a:lvl5pPr>
            <a:lvl6pPr lvl="5">
              <a:lnSpc>
                <a:spcPct val="90000"/>
              </a:lnSpc>
              <a:spcBef>
                <a:spcPts val="0"/>
              </a:spcBef>
              <a:spcAft>
                <a:spcPts val="0"/>
              </a:spcAft>
              <a:buClr>
                <a:srgbClr val="000000"/>
              </a:buClr>
              <a:buSzPts val="1000"/>
              <a:buNone/>
              <a:defRPr sz="1000">
                <a:solidFill>
                  <a:srgbClr val="000000"/>
                </a:solidFill>
              </a:defRPr>
            </a:lvl6pPr>
            <a:lvl7pPr lvl="6">
              <a:lnSpc>
                <a:spcPct val="90000"/>
              </a:lnSpc>
              <a:spcBef>
                <a:spcPts val="0"/>
              </a:spcBef>
              <a:spcAft>
                <a:spcPts val="0"/>
              </a:spcAft>
              <a:buClr>
                <a:srgbClr val="000000"/>
              </a:buClr>
              <a:buSzPts val="1000"/>
              <a:buNone/>
              <a:defRPr sz="1000">
                <a:solidFill>
                  <a:srgbClr val="000000"/>
                </a:solidFill>
              </a:defRPr>
            </a:lvl7pPr>
            <a:lvl8pPr lvl="7">
              <a:lnSpc>
                <a:spcPct val="90000"/>
              </a:lnSpc>
              <a:spcBef>
                <a:spcPts val="0"/>
              </a:spcBef>
              <a:spcAft>
                <a:spcPts val="0"/>
              </a:spcAft>
              <a:buClr>
                <a:srgbClr val="000000"/>
              </a:buClr>
              <a:buSzPts val="1000"/>
              <a:buNone/>
              <a:defRPr sz="1000">
                <a:solidFill>
                  <a:srgbClr val="000000"/>
                </a:solidFill>
              </a:defRPr>
            </a:lvl8pPr>
            <a:lvl9pPr lvl="8">
              <a:lnSpc>
                <a:spcPct val="90000"/>
              </a:lnSpc>
              <a:spcBef>
                <a:spcPts val="0"/>
              </a:spcBef>
              <a:spcAft>
                <a:spcPts val="0"/>
              </a:spcAft>
              <a:buClr>
                <a:srgbClr val="000000"/>
              </a:buClr>
              <a:buSzPts val="1000"/>
              <a:buNone/>
              <a:defRPr sz="1000">
                <a:solidFill>
                  <a:srgbClr val="000000"/>
                </a:solidFill>
              </a:defRPr>
            </a:lvl9pPr>
          </a:lstStyle>
          <a:p/>
        </p:txBody>
      </p:sp>
      <p:sp>
        <p:nvSpPr>
          <p:cNvPr id="3491" name="Google Shape;3491;p55"/>
          <p:cNvSpPr txBox="1"/>
          <p:nvPr>
            <p:ph idx="3" type="subTitle"/>
          </p:nvPr>
        </p:nvSpPr>
        <p:spPr>
          <a:xfrm>
            <a:off x="3470925" y="2476595"/>
            <a:ext cx="6172500" cy="461700"/>
          </a:xfrm>
          <a:prstGeom prst="rect">
            <a:avLst/>
          </a:prstGeom>
          <a:noFill/>
          <a:ln>
            <a:noFill/>
          </a:ln>
        </p:spPr>
        <p:txBody>
          <a:bodyPr anchorCtr="0" anchor="ctr" bIns="36000" lIns="36000" spcFirstLastPara="1" rIns="36000" wrap="square" tIns="36000">
            <a:noAutofit/>
          </a:bodyPr>
          <a:lstStyle>
            <a:lvl1pPr lvl="0">
              <a:lnSpc>
                <a:spcPct val="90000"/>
              </a:lnSpc>
              <a:spcBef>
                <a:spcPts val="0"/>
              </a:spcBef>
              <a:spcAft>
                <a:spcPts val="0"/>
              </a:spcAft>
              <a:buClr>
                <a:srgbClr val="000000"/>
              </a:buClr>
              <a:buSzPts val="1000"/>
              <a:buFont typeface="Arvo"/>
              <a:buNone/>
              <a:defRPr sz="10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1000"/>
              <a:buNone/>
              <a:defRPr sz="1000">
                <a:solidFill>
                  <a:srgbClr val="000000"/>
                </a:solidFill>
              </a:defRPr>
            </a:lvl2pPr>
            <a:lvl3pPr lvl="2">
              <a:lnSpc>
                <a:spcPct val="90000"/>
              </a:lnSpc>
              <a:spcBef>
                <a:spcPts val="0"/>
              </a:spcBef>
              <a:spcAft>
                <a:spcPts val="0"/>
              </a:spcAft>
              <a:buClr>
                <a:srgbClr val="000000"/>
              </a:buClr>
              <a:buSzPts val="1000"/>
              <a:buNone/>
              <a:defRPr sz="1000">
                <a:solidFill>
                  <a:srgbClr val="000000"/>
                </a:solidFill>
              </a:defRPr>
            </a:lvl3pPr>
            <a:lvl4pPr lvl="3">
              <a:lnSpc>
                <a:spcPct val="90000"/>
              </a:lnSpc>
              <a:spcBef>
                <a:spcPts val="0"/>
              </a:spcBef>
              <a:spcAft>
                <a:spcPts val="0"/>
              </a:spcAft>
              <a:buClr>
                <a:srgbClr val="000000"/>
              </a:buClr>
              <a:buSzPts val="1000"/>
              <a:buNone/>
              <a:defRPr sz="1000">
                <a:solidFill>
                  <a:srgbClr val="000000"/>
                </a:solidFill>
              </a:defRPr>
            </a:lvl4pPr>
            <a:lvl5pPr lvl="4">
              <a:lnSpc>
                <a:spcPct val="90000"/>
              </a:lnSpc>
              <a:spcBef>
                <a:spcPts val="0"/>
              </a:spcBef>
              <a:spcAft>
                <a:spcPts val="0"/>
              </a:spcAft>
              <a:buClr>
                <a:srgbClr val="000000"/>
              </a:buClr>
              <a:buSzPts val="1000"/>
              <a:buNone/>
              <a:defRPr sz="1000">
                <a:solidFill>
                  <a:srgbClr val="000000"/>
                </a:solidFill>
              </a:defRPr>
            </a:lvl5pPr>
            <a:lvl6pPr lvl="5">
              <a:lnSpc>
                <a:spcPct val="90000"/>
              </a:lnSpc>
              <a:spcBef>
                <a:spcPts val="0"/>
              </a:spcBef>
              <a:spcAft>
                <a:spcPts val="0"/>
              </a:spcAft>
              <a:buClr>
                <a:srgbClr val="000000"/>
              </a:buClr>
              <a:buSzPts val="1000"/>
              <a:buNone/>
              <a:defRPr sz="1000">
                <a:solidFill>
                  <a:srgbClr val="000000"/>
                </a:solidFill>
              </a:defRPr>
            </a:lvl6pPr>
            <a:lvl7pPr lvl="6">
              <a:lnSpc>
                <a:spcPct val="90000"/>
              </a:lnSpc>
              <a:spcBef>
                <a:spcPts val="0"/>
              </a:spcBef>
              <a:spcAft>
                <a:spcPts val="0"/>
              </a:spcAft>
              <a:buClr>
                <a:srgbClr val="000000"/>
              </a:buClr>
              <a:buSzPts val="1000"/>
              <a:buNone/>
              <a:defRPr sz="1000">
                <a:solidFill>
                  <a:srgbClr val="000000"/>
                </a:solidFill>
              </a:defRPr>
            </a:lvl7pPr>
            <a:lvl8pPr lvl="7">
              <a:lnSpc>
                <a:spcPct val="90000"/>
              </a:lnSpc>
              <a:spcBef>
                <a:spcPts val="0"/>
              </a:spcBef>
              <a:spcAft>
                <a:spcPts val="0"/>
              </a:spcAft>
              <a:buClr>
                <a:srgbClr val="000000"/>
              </a:buClr>
              <a:buSzPts val="1000"/>
              <a:buNone/>
              <a:defRPr sz="1000">
                <a:solidFill>
                  <a:srgbClr val="000000"/>
                </a:solidFill>
              </a:defRPr>
            </a:lvl8pPr>
            <a:lvl9pPr lvl="8">
              <a:lnSpc>
                <a:spcPct val="90000"/>
              </a:lnSpc>
              <a:spcBef>
                <a:spcPts val="0"/>
              </a:spcBef>
              <a:spcAft>
                <a:spcPts val="0"/>
              </a:spcAft>
              <a:buClr>
                <a:srgbClr val="000000"/>
              </a:buClr>
              <a:buSzPts val="1000"/>
              <a:buNone/>
              <a:defRPr sz="1000">
                <a:solidFill>
                  <a:srgbClr val="000000"/>
                </a:solidFill>
              </a:defRPr>
            </a:lvl9pPr>
          </a:lstStyle>
          <a:p/>
        </p:txBody>
      </p:sp>
      <p:sp>
        <p:nvSpPr>
          <p:cNvPr id="3492" name="Google Shape;3492;p55"/>
          <p:cNvSpPr txBox="1"/>
          <p:nvPr>
            <p:ph idx="4" type="subTitle"/>
          </p:nvPr>
        </p:nvSpPr>
        <p:spPr>
          <a:xfrm>
            <a:off x="3470925" y="3073604"/>
            <a:ext cx="6172500" cy="570900"/>
          </a:xfrm>
          <a:prstGeom prst="rect">
            <a:avLst/>
          </a:prstGeom>
          <a:noFill/>
          <a:ln>
            <a:noFill/>
          </a:ln>
        </p:spPr>
        <p:txBody>
          <a:bodyPr anchorCtr="0" anchor="ctr" bIns="36000" lIns="36000" spcFirstLastPara="1" rIns="36000" wrap="square" tIns="36000">
            <a:noAutofit/>
          </a:bodyPr>
          <a:lstStyle>
            <a:lvl1pPr lvl="0">
              <a:lnSpc>
                <a:spcPct val="90000"/>
              </a:lnSpc>
              <a:spcBef>
                <a:spcPts val="0"/>
              </a:spcBef>
              <a:spcAft>
                <a:spcPts val="0"/>
              </a:spcAft>
              <a:buClr>
                <a:srgbClr val="000000"/>
              </a:buClr>
              <a:buSzPts val="1000"/>
              <a:buFont typeface="Arvo"/>
              <a:buNone/>
              <a:defRPr sz="10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1000"/>
              <a:buNone/>
              <a:defRPr sz="1000">
                <a:solidFill>
                  <a:srgbClr val="000000"/>
                </a:solidFill>
              </a:defRPr>
            </a:lvl2pPr>
            <a:lvl3pPr lvl="2">
              <a:lnSpc>
                <a:spcPct val="90000"/>
              </a:lnSpc>
              <a:spcBef>
                <a:spcPts val="0"/>
              </a:spcBef>
              <a:spcAft>
                <a:spcPts val="0"/>
              </a:spcAft>
              <a:buClr>
                <a:srgbClr val="000000"/>
              </a:buClr>
              <a:buSzPts val="1000"/>
              <a:buNone/>
              <a:defRPr sz="1000">
                <a:solidFill>
                  <a:srgbClr val="000000"/>
                </a:solidFill>
              </a:defRPr>
            </a:lvl3pPr>
            <a:lvl4pPr lvl="3">
              <a:lnSpc>
                <a:spcPct val="90000"/>
              </a:lnSpc>
              <a:spcBef>
                <a:spcPts val="0"/>
              </a:spcBef>
              <a:spcAft>
                <a:spcPts val="0"/>
              </a:spcAft>
              <a:buClr>
                <a:srgbClr val="000000"/>
              </a:buClr>
              <a:buSzPts val="1000"/>
              <a:buNone/>
              <a:defRPr sz="1000">
                <a:solidFill>
                  <a:srgbClr val="000000"/>
                </a:solidFill>
              </a:defRPr>
            </a:lvl4pPr>
            <a:lvl5pPr lvl="4">
              <a:lnSpc>
                <a:spcPct val="90000"/>
              </a:lnSpc>
              <a:spcBef>
                <a:spcPts val="0"/>
              </a:spcBef>
              <a:spcAft>
                <a:spcPts val="0"/>
              </a:spcAft>
              <a:buClr>
                <a:srgbClr val="000000"/>
              </a:buClr>
              <a:buSzPts val="1000"/>
              <a:buNone/>
              <a:defRPr sz="1000">
                <a:solidFill>
                  <a:srgbClr val="000000"/>
                </a:solidFill>
              </a:defRPr>
            </a:lvl5pPr>
            <a:lvl6pPr lvl="5">
              <a:lnSpc>
                <a:spcPct val="90000"/>
              </a:lnSpc>
              <a:spcBef>
                <a:spcPts val="0"/>
              </a:spcBef>
              <a:spcAft>
                <a:spcPts val="0"/>
              </a:spcAft>
              <a:buClr>
                <a:srgbClr val="000000"/>
              </a:buClr>
              <a:buSzPts val="1000"/>
              <a:buNone/>
              <a:defRPr sz="1000">
                <a:solidFill>
                  <a:srgbClr val="000000"/>
                </a:solidFill>
              </a:defRPr>
            </a:lvl6pPr>
            <a:lvl7pPr lvl="6">
              <a:lnSpc>
                <a:spcPct val="90000"/>
              </a:lnSpc>
              <a:spcBef>
                <a:spcPts val="0"/>
              </a:spcBef>
              <a:spcAft>
                <a:spcPts val="0"/>
              </a:spcAft>
              <a:buClr>
                <a:srgbClr val="000000"/>
              </a:buClr>
              <a:buSzPts val="1000"/>
              <a:buNone/>
              <a:defRPr sz="1000">
                <a:solidFill>
                  <a:srgbClr val="000000"/>
                </a:solidFill>
              </a:defRPr>
            </a:lvl7pPr>
            <a:lvl8pPr lvl="7">
              <a:lnSpc>
                <a:spcPct val="90000"/>
              </a:lnSpc>
              <a:spcBef>
                <a:spcPts val="0"/>
              </a:spcBef>
              <a:spcAft>
                <a:spcPts val="0"/>
              </a:spcAft>
              <a:buClr>
                <a:srgbClr val="000000"/>
              </a:buClr>
              <a:buSzPts val="1000"/>
              <a:buNone/>
              <a:defRPr sz="1000">
                <a:solidFill>
                  <a:srgbClr val="000000"/>
                </a:solidFill>
              </a:defRPr>
            </a:lvl8pPr>
            <a:lvl9pPr lvl="8">
              <a:lnSpc>
                <a:spcPct val="90000"/>
              </a:lnSpc>
              <a:spcBef>
                <a:spcPts val="0"/>
              </a:spcBef>
              <a:spcAft>
                <a:spcPts val="0"/>
              </a:spcAft>
              <a:buClr>
                <a:srgbClr val="000000"/>
              </a:buClr>
              <a:buSzPts val="1000"/>
              <a:buNone/>
              <a:defRPr sz="1000">
                <a:solidFill>
                  <a:srgbClr val="000000"/>
                </a:solidFill>
              </a:defRPr>
            </a:lvl9pPr>
          </a:lstStyle>
          <a:p/>
        </p:txBody>
      </p:sp>
      <p:sp>
        <p:nvSpPr>
          <p:cNvPr id="3493" name="Google Shape;3493;p55"/>
          <p:cNvSpPr txBox="1"/>
          <p:nvPr>
            <p:ph idx="5" type="subTitle"/>
          </p:nvPr>
        </p:nvSpPr>
        <p:spPr>
          <a:xfrm>
            <a:off x="3470925" y="3772001"/>
            <a:ext cx="6172500" cy="570900"/>
          </a:xfrm>
          <a:prstGeom prst="rect">
            <a:avLst/>
          </a:prstGeom>
          <a:noFill/>
          <a:ln>
            <a:noFill/>
          </a:ln>
        </p:spPr>
        <p:txBody>
          <a:bodyPr anchorCtr="0" anchor="ctr" bIns="36000" lIns="36000" spcFirstLastPara="1" rIns="36000" wrap="square" tIns="36000">
            <a:noAutofit/>
          </a:bodyPr>
          <a:lstStyle>
            <a:lvl1pPr lvl="0">
              <a:lnSpc>
                <a:spcPct val="90000"/>
              </a:lnSpc>
              <a:spcBef>
                <a:spcPts val="0"/>
              </a:spcBef>
              <a:spcAft>
                <a:spcPts val="0"/>
              </a:spcAft>
              <a:buClr>
                <a:srgbClr val="000000"/>
              </a:buClr>
              <a:buSzPts val="1000"/>
              <a:buFont typeface="Arvo"/>
              <a:buNone/>
              <a:defRPr sz="10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1000"/>
              <a:buNone/>
              <a:defRPr sz="1000">
                <a:solidFill>
                  <a:srgbClr val="000000"/>
                </a:solidFill>
              </a:defRPr>
            </a:lvl2pPr>
            <a:lvl3pPr lvl="2">
              <a:lnSpc>
                <a:spcPct val="90000"/>
              </a:lnSpc>
              <a:spcBef>
                <a:spcPts val="0"/>
              </a:spcBef>
              <a:spcAft>
                <a:spcPts val="0"/>
              </a:spcAft>
              <a:buClr>
                <a:srgbClr val="000000"/>
              </a:buClr>
              <a:buSzPts val="1000"/>
              <a:buNone/>
              <a:defRPr sz="1000">
                <a:solidFill>
                  <a:srgbClr val="000000"/>
                </a:solidFill>
              </a:defRPr>
            </a:lvl3pPr>
            <a:lvl4pPr lvl="3">
              <a:lnSpc>
                <a:spcPct val="90000"/>
              </a:lnSpc>
              <a:spcBef>
                <a:spcPts val="0"/>
              </a:spcBef>
              <a:spcAft>
                <a:spcPts val="0"/>
              </a:spcAft>
              <a:buClr>
                <a:srgbClr val="000000"/>
              </a:buClr>
              <a:buSzPts val="1000"/>
              <a:buNone/>
              <a:defRPr sz="1000">
                <a:solidFill>
                  <a:srgbClr val="000000"/>
                </a:solidFill>
              </a:defRPr>
            </a:lvl4pPr>
            <a:lvl5pPr lvl="4">
              <a:lnSpc>
                <a:spcPct val="90000"/>
              </a:lnSpc>
              <a:spcBef>
                <a:spcPts val="0"/>
              </a:spcBef>
              <a:spcAft>
                <a:spcPts val="0"/>
              </a:spcAft>
              <a:buClr>
                <a:srgbClr val="000000"/>
              </a:buClr>
              <a:buSzPts val="1000"/>
              <a:buNone/>
              <a:defRPr sz="1000">
                <a:solidFill>
                  <a:srgbClr val="000000"/>
                </a:solidFill>
              </a:defRPr>
            </a:lvl5pPr>
            <a:lvl6pPr lvl="5">
              <a:lnSpc>
                <a:spcPct val="90000"/>
              </a:lnSpc>
              <a:spcBef>
                <a:spcPts val="0"/>
              </a:spcBef>
              <a:spcAft>
                <a:spcPts val="0"/>
              </a:spcAft>
              <a:buClr>
                <a:srgbClr val="000000"/>
              </a:buClr>
              <a:buSzPts val="1000"/>
              <a:buNone/>
              <a:defRPr sz="1000">
                <a:solidFill>
                  <a:srgbClr val="000000"/>
                </a:solidFill>
              </a:defRPr>
            </a:lvl6pPr>
            <a:lvl7pPr lvl="6">
              <a:lnSpc>
                <a:spcPct val="90000"/>
              </a:lnSpc>
              <a:spcBef>
                <a:spcPts val="0"/>
              </a:spcBef>
              <a:spcAft>
                <a:spcPts val="0"/>
              </a:spcAft>
              <a:buClr>
                <a:srgbClr val="000000"/>
              </a:buClr>
              <a:buSzPts val="1000"/>
              <a:buNone/>
              <a:defRPr sz="1000">
                <a:solidFill>
                  <a:srgbClr val="000000"/>
                </a:solidFill>
              </a:defRPr>
            </a:lvl7pPr>
            <a:lvl8pPr lvl="7">
              <a:lnSpc>
                <a:spcPct val="90000"/>
              </a:lnSpc>
              <a:spcBef>
                <a:spcPts val="0"/>
              </a:spcBef>
              <a:spcAft>
                <a:spcPts val="0"/>
              </a:spcAft>
              <a:buClr>
                <a:srgbClr val="000000"/>
              </a:buClr>
              <a:buSzPts val="1000"/>
              <a:buNone/>
              <a:defRPr sz="1000">
                <a:solidFill>
                  <a:srgbClr val="000000"/>
                </a:solidFill>
              </a:defRPr>
            </a:lvl8pPr>
            <a:lvl9pPr lvl="8">
              <a:lnSpc>
                <a:spcPct val="90000"/>
              </a:lnSpc>
              <a:spcBef>
                <a:spcPts val="0"/>
              </a:spcBef>
              <a:spcAft>
                <a:spcPts val="0"/>
              </a:spcAft>
              <a:buClr>
                <a:srgbClr val="000000"/>
              </a:buClr>
              <a:buSzPts val="1000"/>
              <a:buNone/>
              <a:defRPr sz="1000">
                <a:solidFill>
                  <a:srgbClr val="000000"/>
                </a:solidFill>
              </a:defRPr>
            </a:lvl9pPr>
          </a:lstStyle>
          <a:p/>
        </p:txBody>
      </p:sp>
      <p:sp>
        <p:nvSpPr>
          <p:cNvPr id="3494" name="Google Shape;3494;p55"/>
          <p:cNvSpPr txBox="1"/>
          <p:nvPr>
            <p:ph idx="6" type="subTitle"/>
          </p:nvPr>
        </p:nvSpPr>
        <p:spPr>
          <a:xfrm>
            <a:off x="3470925" y="4470397"/>
            <a:ext cx="6172500" cy="570900"/>
          </a:xfrm>
          <a:prstGeom prst="rect">
            <a:avLst/>
          </a:prstGeom>
          <a:noFill/>
          <a:ln>
            <a:noFill/>
          </a:ln>
        </p:spPr>
        <p:txBody>
          <a:bodyPr anchorCtr="0" anchor="ctr" bIns="36000" lIns="36000" spcFirstLastPara="1" rIns="36000" wrap="square" tIns="36000">
            <a:noAutofit/>
          </a:bodyPr>
          <a:lstStyle>
            <a:lvl1pPr lvl="0">
              <a:lnSpc>
                <a:spcPct val="90000"/>
              </a:lnSpc>
              <a:spcBef>
                <a:spcPts val="0"/>
              </a:spcBef>
              <a:spcAft>
                <a:spcPts val="0"/>
              </a:spcAft>
              <a:buClr>
                <a:srgbClr val="000000"/>
              </a:buClr>
              <a:buSzPts val="1000"/>
              <a:buFont typeface="Arvo"/>
              <a:buNone/>
              <a:defRPr sz="10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1000"/>
              <a:buNone/>
              <a:defRPr sz="1000">
                <a:solidFill>
                  <a:srgbClr val="000000"/>
                </a:solidFill>
              </a:defRPr>
            </a:lvl2pPr>
            <a:lvl3pPr lvl="2">
              <a:lnSpc>
                <a:spcPct val="90000"/>
              </a:lnSpc>
              <a:spcBef>
                <a:spcPts val="0"/>
              </a:spcBef>
              <a:spcAft>
                <a:spcPts val="0"/>
              </a:spcAft>
              <a:buClr>
                <a:srgbClr val="000000"/>
              </a:buClr>
              <a:buSzPts val="1000"/>
              <a:buNone/>
              <a:defRPr sz="1000">
                <a:solidFill>
                  <a:srgbClr val="000000"/>
                </a:solidFill>
              </a:defRPr>
            </a:lvl3pPr>
            <a:lvl4pPr lvl="3">
              <a:lnSpc>
                <a:spcPct val="90000"/>
              </a:lnSpc>
              <a:spcBef>
                <a:spcPts val="0"/>
              </a:spcBef>
              <a:spcAft>
                <a:spcPts val="0"/>
              </a:spcAft>
              <a:buClr>
                <a:srgbClr val="000000"/>
              </a:buClr>
              <a:buSzPts val="1000"/>
              <a:buNone/>
              <a:defRPr sz="1000">
                <a:solidFill>
                  <a:srgbClr val="000000"/>
                </a:solidFill>
              </a:defRPr>
            </a:lvl4pPr>
            <a:lvl5pPr lvl="4">
              <a:lnSpc>
                <a:spcPct val="90000"/>
              </a:lnSpc>
              <a:spcBef>
                <a:spcPts val="0"/>
              </a:spcBef>
              <a:spcAft>
                <a:spcPts val="0"/>
              </a:spcAft>
              <a:buClr>
                <a:srgbClr val="000000"/>
              </a:buClr>
              <a:buSzPts val="1000"/>
              <a:buNone/>
              <a:defRPr sz="1000">
                <a:solidFill>
                  <a:srgbClr val="000000"/>
                </a:solidFill>
              </a:defRPr>
            </a:lvl5pPr>
            <a:lvl6pPr lvl="5">
              <a:lnSpc>
                <a:spcPct val="90000"/>
              </a:lnSpc>
              <a:spcBef>
                <a:spcPts val="0"/>
              </a:spcBef>
              <a:spcAft>
                <a:spcPts val="0"/>
              </a:spcAft>
              <a:buClr>
                <a:srgbClr val="000000"/>
              </a:buClr>
              <a:buSzPts val="1000"/>
              <a:buNone/>
              <a:defRPr sz="1000">
                <a:solidFill>
                  <a:srgbClr val="000000"/>
                </a:solidFill>
              </a:defRPr>
            </a:lvl6pPr>
            <a:lvl7pPr lvl="6">
              <a:lnSpc>
                <a:spcPct val="90000"/>
              </a:lnSpc>
              <a:spcBef>
                <a:spcPts val="0"/>
              </a:spcBef>
              <a:spcAft>
                <a:spcPts val="0"/>
              </a:spcAft>
              <a:buClr>
                <a:srgbClr val="000000"/>
              </a:buClr>
              <a:buSzPts val="1000"/>
              <a:buNone/>
              <a:defRPr sz="1000">
                <a:solidFill>
                  <a:srgbClr val="000000"/>
                </a:solidFill>
              </a:defRPr>
            </a:lvl7pPr>
            <a:lvl8pPr lvl="7">
              <a:lnSpc>
                <a:spcPct val="90000"/>
              </a:lnSpc>
              <a:spcBef>
                <a:spcPts val="0"/>
              </a:spcBef>
              <a:spcAft>
                <a:spcPts val="0"/>
              </a:spcAft>
              <a:buClr>
                <a:srgbClr val="000000"/>
              </a:buClr>
              <a:buSzPts val="1000"/>
              <a:buNone/>
              <a:defRPr sz="1000">
                <a:solidFill>
                  <a:srgbClr val="000000"/>
                </a:solidFill>
              </a:defRPr>
            </a:lvl8pPr>
            <a:lvl9pPr lvl="8">
              <a:lnSpc>
                <a:spcPct val="90000"/>
              </a:lnSpc>
              <a:spcBef>
                <a:spcPts val="0"/>
              </a:spcBef>
              <a:spcAft>
                <a:spcPts val="0"/>
              </a:spcAft>
              <a:buClr>
                <a:srgbClr val="000000"/>
              </a:buClr>
              <a:buSzPts val="1000"/>
              <a:buNone/>
              <a:defRPr sz="1000">
                <a:solidFill>
                  <a:srgbClr val="000000"/>
                </a:solidFill>
              </a:defRPr>
            </a:lvl9pPr>
          </a:lstStyle>
          <a:p/>
        </p:txBody>
      </p:sp>
      <p:sp>
        <p:nvSpPr>
          <p:cNvPr id="3495" name="Google Shape;3495;p55"/>
          <p:cNvSpPr txBox="1"/>
          <p:nvPr>
            <p:ph idx="7" type="subTitle"/>
          </p:nvPr>
        </p:nvSpPr>
        <p:spPr>
          <a:xfrm>
            <a:off x="3470925" y="5194607"/>
            <a:ext cx="6172500" cy="570900"/>
          </a:xfrm>
          <a:prstGeom prst="rect">
            <a:avLst/>
          </a:prstGeom>
          <a:noFill/>
          <a:ln>
            <a:noFill/>
          </a:ln>
        </p:spPr>
        <p:txBody>
          <a:bodyPr anchorCtr="0" anchor="ctr" bIns="36000" lIns="36000" spcFirstLastPara="1" rIns="36000" wrap="square" tIns="36000">
            <a:noAutofit/>
          </a:bodyPr>
          <a:lstStyle>
            <a:lvl1pPr lvl="0">
              <a:lnSpc>
                <a:spcPct val="90000"/>
              </a:lnSpc>
              <a:spcBef>
                <a:spcPts val="0"/>
              </a:spcBef>
              <a:spcAft>
                <a:spcPts val="0"/>
              </a:spcAft>
              <a:buClr>
                <a:srgbClr val="000000"/>
              </a:buClr>
              <a:buSzPts val="1000"/>
              <a:buFont typeface="Arvo"/>
              <a:buNone/>
              <a:defRPr sz="10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1000"/>
              <a:buNone/>
              <a:defRPr sz="1000">
                <a:solidFill>
                  <a:srgbClr val="000000"/>
                </a:solidFill>
              </a:defRPr>
            </a:lvl2pPr>
            <a:lvl3pPr lvl="2">
              <a:lnSpc>
                <a:spcPct val="90000"/>
              </a:lnSpc>
              <a:spcBef>
                <a:spcPts val="0"/>
              </a:spcBef>
              <a:spcAft>
                <a:spcPts val="0"/>
              </a:spcAft>
              <a:buClr>
                <a:srgbClr val="000000"/>
              </a:buClr>
              <a:buSzPts val="1000"/>
              <a:buNone/>
              <a:defRPr sz="1000">
                <a:solidFill>
                  <a:srgbClr val="000000"/>
                </a:solidFill>
              </a:defRPr>
            </a:lvl3pPr>
            <a:lvl4pPr lvl="3">
              <a:lnSpc>
                <a:spcPct val="90000"/>
              </a:lnSpc>
              <a:spcBef>
                <a:spcPts val="0"/>
              </a:spcBef>
              <a:spcAft>
                <a:spcPts val="0"/>
              </a:spcAft>
              <a:buClr>
                <a:srgbClr val="000000"/>
              </a:buClr>
              <a:buSzPts val="1000"/>
              <a:buNone/>
              <a:defRPr sz="1000">
                <a:solidFill>
                  <a:srgbClr val="000000"/>
                </a:solidFill>
              </a:defRPr>
            </a:lvl4pPr>
            <a:lvl5pPr lvl="4">
              <a:lnSpc>
                <a:spcPct val="90000"/>
              </a:lnSpc>
              <a:spcBef>
                <a:spcPts val="0"/>
              </a:spcBef>
              <a:spcAft>
                <a:spcPts val="0"/>
              </a:spcAft>
              <a:buClr>
                <a:srgbClr val="000000"/>
              </a:buClr>
              <a:buSzPts val="1000"/>
              <a:buNone/>
              <a:defRPr sz="1000">
                <a:solidFill>
                  <a:srgbClr val="000000"/>
                </a:solidFill>
              </a:defRPr>
            </a:lvl5pPr>
            <a:lvl6pPr lvl="5">
              <a:lnSpc>
                <a:spcPct val="90000"/>
              </a:lnSpc>
              <a:spcBef>
                <a:spcPts val="0"/>
              </a:spcBef>
              <a:spcAft>
                <a:spcPts val="0"/>
              </a:spcAft>
              <a:buClr>
                <a:srgbClr val="000000"/>
              </a:buClr>
              <a:buSzPts val="1000"/>
              <a:buNone/>
              <a:defRPr sz="1000">
                <a:solidFill>
                  <a:srgbClr val="000000"/>
                </a:solidFill>
              </a:defRPr>
            </a:lvl6pPr>
            <a:lvl7pPr lvl="6">
              <a:lnSpc>
                <a:spcPct val="90000"/>
              </a:lnSpc>
              <a:spcBef>
                <a:spcPts val="0"/>
              </a:spcBef>
              <a:spcAft>
                <a:spcPts val="0"/>
              </a:spcAft>
              <a:buClr>
                <a:srgbClr val="000000"/>
              </a:buClr>
              <a:buSzPts val="1000"/>
              <a:buNone/>
              <a:defRPr sz="1000">
                <a:solidFill>
                  <a:srgbClr val="000000"/>
                </a:solidFill>
              </a:defRPr>
            </a:lvl7pPr>
            <a:lvl8pPr lvl="7">
              <a:lnSpc>
                <a:spcPct val="90000"/>
              </a:lnSpc>
              <a:spcBef>
                <a:spcPts val="0"/>
              </a:spcBef>
              <a:spcAft>
                <a:spcPts val="0"/>
              </a:spcAft>
              <a:buClr>
                <a:srgbClr val="000000"/>
              </a:buClr>
              <a:buSzPts val="1000"/>
              <a:buNone/>
              <a:defRPr sz="1000">
                <a:solidFill>
                  <a:srgbClr val="000000"/>
                </a:solidFill>
              </a:defRPr>
            </a:lvl8pPr>
            <a:lvl9pPr lvl="8">
              <a:lnSpc>
                <a:spcPct val="90000"/>
              </a:lnSpc>
              <a:spcBef>
                <a:spcPts val="0"/>
              </a:spcBef>
              <a:spcAft>
                <a:spcPts val="0"/>
              </a:spcAft>
              <a:buClr>
                <a:srgbClr val="000000"/>
              </a:buClr>
              <a:buSzPts val="1000"/>
              <a:buNone/>
              <a:defRPr sz="1000">
                <a:solidFill>
                  <a:srgbClr val="000000"/>
                </a:solidFill>
              </a:defRPr>
            </a:lvl9pPr>
          </a:lstStyle>
          <a:p/>
        </p:txBody>
      </p:sp>
      <p:sp>
        <p:nvSpPr>
          <p:cNvPr id="3496" name="Google Shape;3496;p55"/>
          <p:cNvSpPr txBox="1"/>
          <p:nvPr>
            <p:ph idx="8" type="subTitle"/>
          </p:nvPr>
        </p:nvSpPr>
        <p:spPr>
          <a:xfrm>
            <a:off x="3470925" y="5905600"/>
            <a:ext cx="6172500" cy="570900"/>
          </a:xfrm>
          <a:prstGeom prst="rect">
            <a:avLst/>
          </a:prstGeom>
          <a:noFill/>
          <a:ln>
            <a:noFill/>
          </a:ln>
        </p:spPr>
        <p:txBody>
          <a:bodyPr anchorCtr="0" anchor="ctr" bIns="36000" lIns="36000" spcFirstLastPara="1" rIns="36000" wrap="square" tIns="36000">
            <a:noAutofit/>
          </a:bodyPr>
          <a:lstStyle>
            <a:lvl1pPr lvl="0">
              <a:lnSpc>
                <a:spcPct val="90000"/>
              </a:lnSpc>
              <a:spcBef>
                <a:spcPts val="0"/>
              </a:spcBef>
              <a:spcAft>
                <a:spcPts val="0"/>
              </a:spcAft>
              <a:buClr>
                <a:srgbClr val="000000"/>
              </a:buClr>
              <a:buSzPts val="1000"/>
              <a:buFont typeface="Arvo"/>
              <a:buNone/>
              <a:defRPr sz="10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1000"/>
              <a:buNone/>
              <a:defRPr sz="1000">
                <a:solidFill>
                  <a:srgbClr val="000000"/>
                </a:solidFill>
              </a:defRPr>
            </a:lvl2pPr>
            <a:lvl3pPr lvl="2">
              <a:lnSpc>
                <a:spcPct val="90000"/>
              </a:lnSpc>
              <a:spcBef>
                <a:spcPts val="0"/>
              </a:spcBef>
              <a:spcAft>
                <a:spcPts val="0"/>
              </a:spcAft>
              <a:buClr>
                <a:srgbClr val="000000"/>
              </a:buClr>
              <a:buSzPts val="1000"/>
              <a:buNone/>
              <a:defRPr sz="1000">
                <a:solidFill>
                  <a:srgbClr val="000000"/>
                </a:solidFill>
              </a:defRPr>
            </a:lvl3pPr>
            <a:lvl4pPr lvl="3">
              <a:lnSpc>
                <a:spcPct val="90000"/>
              </a:lnSpc>
              <a:spcBef>
                <a:spcPts val="0"/>
              </a:spcBef>
              <a:spcAft>
                <a:spcPts val="0"/>
              </a:spcAft>
              <a:buClr>
                <a:srgbClr val="000000"/>
              </a:buClr>
              <a:buSzPts val="1000"/>
              <a:buNone/>
              <a:defRPr sz="1000">
                <a:solidFill>
                  <a:srgbClr val="000000"/>
                </a:solidFill>
              </a:defRPr>
            </a:lvl4pPr>
            <a:lvl5pPr lvl="4">
              <a:lnSpc>
                <a:spcPct val="90000"/>
              </a:lnSpc>
              <a:spcBef>
                <a:spcPts val="0"/>
              </a:spcBef>
              <a:spcAft>
                <a:spcPts val="0"/>
              </a:spcAft>
              <a:buClr>
                <a:srgbClr val="000000"/>
              </a:buClr>
              <a:buSzPts val="1000"/>
              <a:buNone/>
              <a:defRPr sz="1000">
                <a:solidFill>
                  <a:srgbClr val="000000"/>
                </a:solidFill>
              </a:defRPr>
            </a:lvl5pPr>
            <a:lvl6pPr lvl="5">
              <a:lnSpc>
                <a:spcPct val="90000"/>
              </a:lnSpc>
              <a:spcBef>
                <a:spcPts val="0"/>
              </a:spcBef>
              <a:spcAft>
                <a:spcPts val="0"/>
              </a:spcAft>
              <a:buClr>
                <a:srgbClr val="000000"/>
              </a:buClr>
              <a:buSzPts val="1000"/>
              <a:buNone/>
              <a:defRPr sz="1000">
                <a:solidFill>
                  <a:srgbClr val="000000"/>
                </a:solidFill>
              </a:defRPr>
            </a:lvl6pPr>
            <a:lvl7pPr lvl="6">
              <a:lnSpc>
                <a:spcPct val="90000"/>
              </a:lnSpc>
              <a:spcBef>
                <a:spcPts val="0"/>
              </a:spcBef>
              <a:spcAft>
                <a:spcPts val="0"/>
              </a:spcAft>
              <a:buClr>
                <a:srgbClr val="000000"/>
              </a:buClr>
              <a:buSzPts val="1000"/>
              <a:buNone/>
              <a:defRPr sz="1000">
                <a:solidFill>
                  <a:srgbClr val="000000"/>
                </a:solidFill>
              </a:defRPr>
            </a:lvl7pPr>
            <a:lvl8pPr lvl="7">
              <a:lnSpc>
                <a:spcPct val="90000"/>
              </a:lnSpc>
              <a:spcBef>
                <a:spcPts val="0"/>
              </a:spcBef>
              <a:spcAft>
                <a:spcPts val="0"/>
              </a:spcAft>
              <a:buClr>
                <a:srgbClr val="000000"/>
              </a:buClr>
              <a:buSzPts val="1000"/>
              <a:buNone/>
              <a:defRPr sz="1000">
                <a:solidFill>
                  <a:srgbClr val="000000"/>
                </a:solidFill>
              </a:defRPr>
            </a:lvl8pPr>
            <a:lvl9pPr lvl="8">
              <a:lnSpc>
                <a:spcPct val="90000"/>
              </a:lnSpc>
              <a:spcBef>
                <a:spcPts val="0"/>
              </a:spcBef>
              <a:spcAft>
                <a:spcPts val="0"/>
              </a:spcAft>
              <a:buClr>
                <a:srgbClr val="000000"/>
              </a:buClr>
              <a:buSzPts val="1000"/>
              <a:buNone/>
              <a:defRPr sz="1000">
                <a:solidFill>
                  <a:srgbClr val="000000"/>
                </a:solidFill>
              </a:defRPr>
            </a:lvl9pPr>
          </a:lstStyle>
          <a:p/>
        </p:txBody>
      </p:sp>
      <p:sp>
        <p:nvSpPr>
          <p:cNvPr id="3497" name="Google Shape;3497;p55"/>
          <p:cNvSpPr txBox="1"/>
          <p:nvPr/>
        </p:nvSpPr>
        <p:spPr>
          <a:xfrm>
            <a:off x="2524025" y="387675"/>
            <a:ext cx="15012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Unid. Organizacional:</a:t>
            </a:r>
            <a:endParaRPr b="1" sz="1100"/>
          </a:p>
        </p:txBody>
      </p:sp>
      <p:sp>
        <p:nvSpPr>
          <p:cNvPr id="3498" name="Google Shape;3498;p55"/>
          <p:cNvSpPr txBox="1"/>
          <p:nvPr/>
        </p:nvSpPr>
        <p:spPr>
          <a:xfrm>
            <a:off x="2524020" y="579550"/>
            <a:ext cx="6846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Alcance:</a:t>
            </a:r>
            <a:endParaRPr b="1" sz="1100"/>
          </a:p>
        </p:txBody>
      </p:sp>
      <p:sp>
        <p:nvSpPr>
          <p:cNvPr id="3499" name="Google Shape;3499;p55"/>
          <p:cNvSpPr txBox="1"/>
          <p:nvPr>
            <p:ph type="title"/>
          </p:nvPr>
        </p:nvSpPr>
        <p:spPr>
          <a:xfrm flipH="1">
            <a:off x="4025374" y="387675"/>
            <a:ext cx="5863200" cy="1692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000"/>
              <a:buNone/>
              <a:defRPr sz="1000">
                <a:solidFill>
                  <a:srgbClr val="000000"/>
                </a:solidFill>
              </a:defRPr>
            </a:lvl1pPr>
            <a:lvl2pPr lvl="1">
              <a:spcBef>
                <a:spcPts val="0"/>
              </a:spcBef>
              <a:spcAft>
                <a:spcPts val="0"/>
              </a:spcAft>
              <a:buClr>
                <a:srgbClr val="000000"/>
              </a:buClr>
              <a:buSzPts val="1000"/>
              <a:buNone/>
              <a:defRPr sz="1000">
                <a:solidFill>
                  <a:srgbClr val="000000"/>
                </a:solidFill>
              </a:defRPr>
            </a:lvl2pPr>
            <a:lvl3pPr lvl="2">
              <a:spcBef>
                <a:spcPts val="0"/>
              </a:spcBef>
              <a:spcAft>
                <a:spcPts val="0"/>
              </a:spcAft>
              <a:buClr>
                <a:srgbClr val="000000"/>
              </a:buClr>
              <a:buSzPts val="1000"/>
              <a:buNone/>
              <a:defRPr sz="1000">
                <a:solidFill>
                  <a:srgbClr val="000000"/>
                </a:solidFill>
              </a:defRPr>
            </a:lvl3pPr>
            <a:lvl4pPr lvl="3">
              <a:spcBef>
                <a:spcPts val="0"/>
              </a:spcBef>
              <a:spcAft>
                <a:spcPts val="0"/>
              </a:spcAft>
              <a:buClr>
                <a:srgbClr val="000000"/>
              </a:buClr>
              <a:buSzPts val="1000"/>
              <a:buNone/>
              <a:defRPr sz="1000">
                <a:solidFill>
                  <a:srgbClr val="000000"/>
                </a:solidFill>
              </a:defRPr>
            </a:lvl4pPr>
            <a:lvl5pPr lvl="4">
              <a:spcBef>
                <a:spcPts val="0"/>
              </a:spcBef>
              <a:spcAft>
                <a:spcPts val="0"/>
              </a:spcAft>
              <a:buClr>
                <a:srgbClr val="000000"/>
              </a:buClr>
              <a:buSzPts val="1000"/>
              <a:buNone/>
              <a:defRPr sz="1000">
                <a:solidFill>
                  <a:srgbClr val="000000"/>
                </a:solidFill>
              </a:defRPr>
            </a:lvl5pPr>
            <a:lvl6pPr lvl="5">
              <a:spcBef>
                <a:spcPts val="0"/>
              </a:spcBef>
              <a:spcAft>
                <a:spcPts val="0"/>
              </a:spcAft>
              <a:buClr>
                <a:srgbClr val="000000"/>
              </a:buClr>
              <a:buSzPts val="1000"/>
              <a:buNone/>
              <a:defRPr sz="1000">
                <a:solidFill>
                  <a:srgbClr val="000000"/>
                </a:solidFill>
              </a:defRPr>
            </a:lvl6pPr>
            <a:lvl7pPr lvl="6">
              <a:spcBef>
                <a:spcPts val="0"/>
              </a:spcBef>
              <a:spcAft>
                <a:spcPts val="0"/>
              </a:spcAft>
              <a:buClr>
                <a:srgbClr val="000000"/>
              </a:buClr>
              <a:buSzPts val="1000"/>
              <a:buNone/>
              <a:defRPr sz="1000">
                <a:solidFill>
                  <a:srgbClr val="000000"/>
                </a:solidFill>
              </a:defRPr>
            </a:lvl7pPr>
            <a:lvl8pPr lvl="7">
              <a:spcBef>
                <a:spcPts val="0"/>
              </a:spcBef>
              <a:spcAft>
                <a:spcPts val="0"/>
              </a:spcAft>
              <a:buClr>
                <a:srgbClr val="000000"/>
              </a:buClr>
              <a:buSzPts val="1000"/>
              <a:buNone/>
              <a:defRPr sz="1000">
                <a:solidFill>
                  <a:srgbClr val="000000"/>
                </a:solidFill>
              </a:defRPr>
            </a:lvl8pPr>
            <a:lvl9pPr lvl="8">
              <a:spcBef>
                <a:spcPts val="0"/>
              </a:spcBef>
              <a:spcAft>
                <a:spcPts val="0"/>
              </a:spcAft>
              <a:buClr>
                <a:srgbClr val="000000"/>
              </a:buClr>
              <a:buSzPts val="1000"/>
              <a:buNone/>
              <a:defRPr sz="1000">
                <a:solidFill>
                  <a:srgbClr val="000000"/>
                </a:solidFill>
              </a:defRPr>
            </a:lvl9pPr>
          </a:lstStyle>
          <a:p/>
        </p:txBody>
      </p:sp>
      <p:sp>
        <p:nvSpPr>
          <p:cNvPr id="3500" name="Google Shape;3500;p55"/>
          <p:cNvSpPr txBox="1"/>
          <p:nvPr>
            <p:ph idx="9" type="title"/>
          </p:nvPr>
        </p:nvSpPr>
        <p:spPr>
          <a:xfrm flipH="1">
            <a:off x="3208773" y="579550"/>
            <a:ext cx="6679800" cy="1692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000"/>
              <a:buNone/>
              <a:defRPr sz="1000">
                <a:solidFill>
                  <a:srgbClr val="000000"/>
                </a:solidFill>
              </a:defRPr>
            </a:lvl1pPr>
            <a:lvl2pPr lvl="1">
              <a:spcBef>
                <a:spcPts val="0"/>
              </a:spcBef>
              <a:spcAft>
                <a:spcPts val="0"/>
              </a:spcAft>
              <a:buClr>
                <a:srgbClr val="000000"/>
              </a:buClr>
              <a:buSzPts val="1000"/>
              <a:buNone/>
              <a:defRPr sz="1000">
                <a:solidFill>
                  <a:srgbClr val="000000"/>
                </a:solidFill>
              </a:defRPr>
            </a:lvl2pPr>
            <a:lvl3pPr lvl="2">
              <a:spcBef>
                <a:spcPts val="0"/>
              </a:spcBef>
              <a:spcAft>
                <a:spcPts val="0"/>
              </a:spcAft>
              <a:buClr>
                <a:srgbClr val="000000"/>
              </a:buClr>
              <a:buSzPts val="1000"/>
              <a:buNone/>
              <a:defRPr sz="1000">
                <a:solidFill>
                  <a:srgbClr val="000000"/>
                </a:solidFill>
              </a:defRPr>
            </a:lvl3pPr>
            <a:lvl4pPr lvl="3">
              <a:spcBef>
                <a:spcPts val="0"/>
              </a:spcBef>
              <a:spcAft>
                <a:spcPts val="0"/>
              </a:spcAft>
              <a:buClr>
                <a:srgbClr val="000000"/>
              </a:buClr>
              <a:buSzPts val="1000"/>
              <a:buNone/>
              <a:defRPr sz="1000">
                <a:solidFill>
                  <a:srgbClr val="000000"/>
                </a:solidFill>
              </a:defRPr>
            </a:lvl4pPr>
            <a:lvl5pPr lvl="4">
              <a:spcBef>
                <a:spcPts val="0"/>
              </a:spcBef>
              <a:spcAft>
                <a:spcPts val="0"/>
              </a:spcAft>
              <a:buClr>
                <a:srgbClr val="000000"/>
              </a:buClr>
              <a:buSzPts val="1000"/>
              <a:buNone/>
              <a:defRPr sz="1000">
                <a:solidFill>
                  <a:srgbClr val="000000"/>
                </a:solidFill>
              </a:defRPr>
            </a:lvl5pPr>
            <a:lvl6pPr lvl="5">
              <a:spcBef>
                <a:spcPts val="0"/>
              </a:spcBef>
              <a:spcAft>
                <a:spcPts val="0"/>
              </a:spcAft>
              <a:buClr>
                <a:srgbClr val="000000"/>
              </a:buClr>
              <a:buSzPts val="1000"/>
              <a:buNone/>
              <a:defRPr sz="1000">
                <a:solidFill>
                  <a:srgbClr val="000000"/>
                </a:solidFill>
              </a:defRPr>
            </a:lvl6pPr>
            <a:lvl7pPr lvl="6">
              <a:spcBef>
                <a:spcPts val="0"/>
              </a:spcBef>
              <a:spcAft>
                <a:spcPts val="0"/>
              </a:spcAft>
              <a:buClr>
                <a:srgbClr val="000000"/>
              </a:buClr>
              <a:buSzPts val="1000"/>
              <a:buNone/>
              <a:defRPr sz="1000">
                <a:solidFill>
                  <a:srgbClr val="000000"/>
                </a:solidFill>
              </a:defRPr>
            </a:lvl7pPr>
            <a:lvl8pPr lvl="7">
              <a:spcBef>
                <a:spcPts val="0"/>
              </a:spcBef>
              <a:spcAft>
                <a:spcPts val="0"/>
              </a:spcAft>
              <a:buClr>
                <a:srgbClr val="000000"/>
              </a:buClr>
              <a:buSzPts val="1000"/>
              <a:buNone/>
              <a:defRPr sz="1000">
                <a:solidFill>
                  <a:srgbClr val="000000"/>
                </a:solidFill>
              </a:defRPr>
            </a:lvl8pPr>
            <a:lvl9pPr lvl="8">
              <a:spcBef>
                <a:spcPts val="0"/>
              </a:spcBef>
              <a:spcAft>
                <a:spcPts val="0"/>
              </a:spcAft>
              <a:buClr>
                <a:srgbClr val="000000"/>
              </a:buClr>
              <a:buSzPts val="1000"/>
              <a:buNone/>
              <a:defRPr sz="1000">
                <a:solidFill>
                  <a:srgbClr val="000000"/>
                </a:solidFill>
              </a:defRPr>
            </a:lvl9pPr>
          </a:lstStyle>
          <a:p/>
        </p:txBody>
      </p:sp>
      <p:sp>
        <p:nvSpPr>
          <p:cNvPr id="3501" name="Google Shape;3501;p55"/>
          <p:cNvSpPr txBox="1"/>
          <p:nvPr>
            <p:ph idx="13" type="body"/>
          </p:nvPr>
        </p:nvSpPr>
        <p:spPr>
          <a:xfrm>
            <a:off x="641150" y="612125"/>
            <a:ext cx="1770300" cy="160500"/>
          </a:xfrm>
          <a:prstGeom prst="rect">
            <a:avLst/>
          </a:prstGeom>
          <a:noFill/>
          <a:ln>
            <a:noFill/>
          </a:ln>
        </p:spPr>
        <p:txBody>
          <a:bodyPr anchorCtr="0" anchor="t" bIns="0" lIns="0" spcFirstLastPara="1" rIns="0" wrap="square" tIns="0">
            <a:noAutofit/>
          </a:bodyPr>
          <a:lstStyle>
            <a:lvl1pPr indent="-292100" lvl="0" marL="457200" algn="ctr">
              <a:spcBef>
                <a:spcPts val="0"/>
              </a:spcBef>
              <a:spcAft>
                <a:spcPts val="0"/>
              </a:spcAft>
              <a:buClr>
                <a:srgbClr val="FFFFFF"/>
              </a:buClr>
              <a:buSzPts val="1000"/>
              <a:buChar char="●"/>
              <a:defRPr sz="1000">
                <a:solidFill>
                  <a:srgbClr val="FFFFFF"/>
                </a:solidFill>
              </a:defRPr>
            </a:lvl1pPr>
            <a:lvl2pPr indent="-292100" lvl="1" marL="914400" algn="ctr">
              <a:spcBef>
                <a:spcPts val="0"/>
              </a:spcBef>
              <a:spcAft>
                <a:spcPts val="0"/>
              </a:spcAft>
              <a:buClr>
                <a:srgbClr val="FFFFFF"/>
              </a:buClr>
              <a:buSzPts val="1000"/>
              <a:buChar char="○"/>
              <a:defRPr sz="1000">
                <a:solidFill>
                  <a:srgbClr val="FFFFFF"/>
                </a:solidFill>
              </a:defRPr>
            </a:lvl2pPr>
            <a:lvl3pPr indent="-292100" lvl="2" marL="1371600" algn="ctr">
              <a:spcBef>
                <a:spcPts val="0"/>
              </a:spcBef>
              <a:spcAft>
                <a:spcPts val="0"/>
              </a:spcAft>
              <a:buClr>
                <a:srgbClr val="FFFFFF"/>
              </a:buClr>
              <a:buSzPts val="1000"/>
              <a:buChar char="■"/>
              <a:defRPr sz="1000">
                <a:solidFill>
                  <a:srgbClr val="FFFFFF"/>
                </a:solidFill>
              </a:defRPr>
            </a:lvl3pPr>
            <a:lvl4pPr indent="-292100" lvl="3" marL="1828800" algn="ctr">
              <a:spcBef>
                <a:spcPts val="0"/>
              </a:spcBef>
              <a:spcAft>
                <a:spcPts val="0"/>
              </a:spcAft>
              <a:buClr>
                <a:srgbClr val="FFFFFF"/>
              </a:buClr>
              <a:buSzPts val="1000"/>
              <a:buChar char="●"/>
              <a:defRPr sz="1000">
                <a:solidFill>
                  <a:srgbClr val="FFFFFF"/>
                </a:solidFill>
              </a:defRPr>
            </a:lvl4pPr>
            <a:lvl5pPr indent="-292100" lvl="4" marL="2286000" algn="ctr">
              <a:spcBef>
                <a:spcPts val="0"/>
              </a:spcBef>
              <a:spcAft>
                <a:spcPts val="0"/>
              </a:spcAft>
              <a:buClr>
                <a:srgbClr val="FFFFFF"/>
              </a:buClr>
              <a:buSzPts val="1000"/>
              <a:buChar char="○"/>
              <a:defRPr sz="1000">
                <a:solidFill>
                  <a:srgbClr val="FFFFFF"/>
                </a:solidFill>
              </a:defRPr>
            </a:lvl5pPr>
            <a:lvl6pPr indent="-292100" lvl="5" marL="2743200" algn="ctr">
              <a:spcBef>
                <a:spcPts val="0"/>
              </a:spcBef>
              <a:spcAft>
                <a:spcPts val="0"/>
              </a:spcAft>
              <a:buClr>
                <a:srgbClr val="FFFFFF"/>
              </a:buClr>
              <a:buSzPts val="1000"/>
              <a:buChar char="■"/>
              <a:defRPr sz="1000">
                <a:solidFill>
                  <a:srgbClr val="FFFFFF"/>
                </a:solidFill>
              </a:defRPr>
            </a:lvl6pPr>
            <a:lvl7pPr indent="-292100" lvl="6" marL="3200400" algn="ctr">
              <a:spcBef>
                <a:spcPts val="0"/>
              </a:spcBef>
              <a:spcAft>
                <a:spcPts val="0"/>
              </a:spcAft>
              <a:buClr>
                <a:srgbClr val="FFFFFF"/>
              </a:buClr>
              <a:buSzPts val="1000"/>
              <a:buChar char="●"/>
              <a:defRPr sz="1000">
                <a:solidFill>
                  <a:srgbClr val="FFFFFF"/>
                </a:solidFill>
              </a:defRPr>
            </a:lvl7pPr>
            <a:lvl8pPr indent="-292100" lvl="7" marL="3657600" algn="ctr">
              <a:spcBef>
                <a:spcPts val="0"/>
              </a:spcBef>
              <a:spcAft>
                <a:spcPts val="0"/>
              </a:spcAft>
              <a:buClr>
                <a:srgbClr val="FFFFFF"/>
              </a:buClr>
              <a:buSzPts val="1000"/>
              <a:buChar char="○"/>
              <a:defRPr sz="1000">
                <a:solidFill>
                  <a:srgbClr val="FFFFFF"/>
                </a:solidFill>
              </a:defRPr>
            </a:lvl8pPr>
            <a:lvl9pPr indent="-292100" lvl="8" marL="4114800" algn="ctr">
              <a:spcBef>
                <a:spcPts val="0"/>
              </a:spcBef>
              <a:spcAft>
                <a:spcPts val="0"/>
              </a:spcAft>
              <a:buClr>
                <a:srgbClr val="FFFFFF"/>
              </a:buClr>
              <a:buSzPts val="1000"/>
              <a:buChar char="■"/>
              <a:defRPr sz="1000">
                <a:solidFill>
                  <a:srgbClr val="FFFFFF"/>
                </a:solidFill>
              </a:defRPr>
            </a:lvl9pPr>
          </a:lstStyle>
          <a:p/>
        </p:txBody>
      </p:sp>
      <p:sp>
        <p:nvSpPr>
          <p:cNvPr id="3502" name="Google Shape;3502;p55"/>
          <p:cNvSpPr txBox="1"/>
          <p:nvPr/>
        </p:nvSpPr>
        <p:spPr>
          <a:xfrm>
            <a:off x="84825" y="598125"/>
            <a:ext cx="595500" cy="205800"/>
          </a:xfrm>
          <a:prstGeom prst="rect">
            <a:avLst/>
          </a:prstGeom>
          <a:noFill/>
          <a:ln>
            <a:noFill/>
          </a:ln>
        </p:spPr>
        <p:txBody>
          <a:bodyPr anchorCtr="0" anchor="t" bIns="18000" lIns="18000" spcFirstLastPara="1" rIns="18000" wrap="square" tIns="18000">
            <a:spAutoFit/>
          </a:bodyPr>
          <a:lstStyle/>
          <a:p>
            <a:pPr indent="0" lvl="0" marL="0" rtl="0" algn="l">
              <a:spcBef>
                <a:spcPts val="0"/>
              </a:spcBef>
              <a:spcAft>
                <a:spcPts val="0"/>
              </a:spcAft>
              <a:buNone/>
            </a:pPr>
            <a:r>
              <a:rPr lang="es-419" sz="1100">
                <a:solidFill>
                  <a:srgbClr val="FFFFFF"/>
                </a:solidFill>
              </a:rPr>
              <a:t>Nombre:</a:t>
            </a:r>
            <a:endParaRPr sz="1100">
              <a:solidFill>
                <a:srgbClr val="FFFFFF"/>
              </a:solidFill>
            </a:endParaRPr>
          </a:p>
        </p:txBody>
      </p:sp>
    </p:spTree>
  </p:cSld>
  <p:clrMapOvr>
    <a:masterClrMapping/>
  </p:clrMapOvr>
</p:sldLayout>
</file>

<file path=ppt/slideLayouts/slideLayout5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3 Perfil Cliente">
  <p:cSld name="TITLE_3_6_1_1_1_1_1_1_1_1_1">
    <p:spTree>
      <p:nvGrpSpPr>
        <p:cNvPr id="3503" name="Shape 3503"/>
        <p:cNvGrpSpPr/>
        <p:nvPr/>
      </p:nvGrpSpPr>
      <p:grpSpPr>
        <a:xfrm>
          <a:off x="0" y="0"/>
          <a:ext cx="0" cy="0"/>
          <a:chOff x="0" y="0"/>
          <a:chExt cx="0" cy="0"/>
        </a:xfrm>
      </p:grpSpPr>
      <p:sp>
        <p:nvSpPr>
          <p:cNvPr id="3504" name="Google Shape;3504;p56"/>
          <p:cNvSpPr/>
          <p:nvPr/>
        </p:nvSpPr>
        <p:spPr>
          <a:xfrm>
            <a:off x="97888" y="377012"/>
            <a:ext cx="9893400" cy="296700"/>
          </a:xfrm>
          <a:prstGeom prst="roundRect">
            <a:avLst>
              <a:gd fmla="val 22902" name="adj"/>
            </a:avLst>
          </a:prstGeom>
          <a:solidFill>
            <a:srgbClr val="F3F3F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3505" name="Google Shape;3505;p56"/>
          <p:cNvSpPr/>
          <p:nvPr/>
        </p:nvSpPr>
        <p:spPr>
          <a:xfrm>
            <a:off x="77688" y="358938"/>
            <a:ext cx="9935700" cy="6438000"/>
          </a:xfrm>
          <a:prstGeom prst="roundRect">
            <a:avLst>
              <a:gd fmla="val 2618" name="adj"/>
            </a:avLst>
          </a:prstGeom>
          <a:solidFill>
            <a:srgbClr val="FFFFFF"/>
          </a:solidFill>
          <a:ln cap="flat" cmpd="sng" w="38100">
            <a:solidFill>
              <a:srgbClr val="000000"/>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506" name="Google Shape;3506;p56"/>
          <p:cNvCxnSpPr/>
          <p:nvPr/>
        </p:nvCxnSpPr>
        <p:spPr>
          <a:xfrm>
            <a:off x="77688" y="772614"/>
            <a:ext cx="9935700" cy="0"/>
          </a:xfrm>
          <a:prstGeom prst="straightConnector1">
            <a:avLst/>
          </a:prstGeom>
          <a:noFill/>
          <a:ln cap="flat" cmpd="sng" w="19050">
            <a:solidFill>
              <a:srgbClr val="000000"/>
            </a:solidFill>
            <a:prstDash val="solid"/>
            <a:round/>
            <a:headEnd len="med" w="med" type="none"/>
            <a:tailEnd len="med" w="med" type="none"/>
          </a:ln>
        </p:spPr>
      </p:cxnSp>
      <p:cxnSp>
        <p:nvCxnSpPr>
          <p:cNvPr id="3507" name="Google Shape;3507;p56"/>
          <p:cNvCxnSpPr/>
          <p:nvPr/>
        </p:nvCxnSpPr>
        <p:spPr>
          <a:xfrm rot="10800000">
            <a:off x="2439038" y="368188"/>
            <a:ext cx="0" cy="402300"/>
          </a:xfrm>
          <a:prstGeom prst="straightConnector1">
            <a:avLst/>
          </a:prstGeom>
          <a:noFill/>
          <a:ln cap="flat" cmpd="sng" w="19050">
            <a:solidFill>
              <a:srgbClr val="000000"/>
            </a:solidFill>
            <a:prstDash val="solid"/>
            <a:round/>
            <a:headEnd len="med" w="med" type="none"/>
            <a:tailEnd len="med" w="med" type="none"/>
          </a:ln>
        </p:spPr>
      </p:cxnSp>
      <p:sp>
        <p:nvSpPr>
          <p:cNvPr id="3508" name="Google Shape;3508;p56"/>
          <p:cNvSpPr/>
          <p:nvPr/>
        </p:nvSpPr>
        <p:spPr>
          <a:xfrm>
            <a:off x="77688" y="349338"/>
            <a:ext cx="2361300" cy="421200"/>
          </a:xfrm>
          <a:prstGeom prst="roundRect">
            <a:avLst>
              <a:gd fmla="val 50000" name="adj"/>
            </a:avLst>
          </a:prstGeom>
          <a:solidFill>
            <a:srgbClr val="000000"/>
          </a:solidFill>
          <a:ln cap="flat" cmpd="sng" w="9525">
            <a:solidFill>
              <a:srgbClr val="000000"/>
            </a:solidFill>
            <a:prstDash val="solid"/>
            <a:round/>
            <a:headEnd len="sm" w="sm" type="none"/>
            <a:tailEnd len="sm" w="sm" type="none"/>
          </a:ln>
        </p:spPr>
        <p:txBody>
          <a:bodyPr anchorCtr="0" anchor="ctr" bIns="91425" lIns="0" spcFirstLastPara="1" rIns="0" wrap="square" tIns="91425">
            <a:noAutofit/>
          </a:bodyPr>
          <a:lstStyle/>
          <a:p>
            <a:pPr indent="0" lvl="0" marL="0" rtl="0" algn="ctr">
              <a:spcBef>
                <a:spcPts val="0"/>
              </a:spcBef>
              <a:spcAft>
                <a:spcPts val="0"/>
              </a:spcAft>
              <a:buNone/>
            </a:pPr>
            <a:r>
              <a:rPr b="1" lang="es-419" sz="1100">
                <a:solidFill>
                  <a:srgbClr val="FFFFFF"/>
                </a:solidFill>
              </a:rPr>
              <a:t>Perfil Cliente</a:t>
            </a:r>
            <a:endParaRPr b="1" sz="1100">
              <a:solidFill>
                <a:srgbClr val="FFFFFF"/>
              </a:solidFill>
            </a:endParaRPr>
          </a:p>
          <a:p>
            <a:pPr indent="0" lvl="0" marL="0" rtl="0" algn="ctr">
              <a:spcBef>
                <a:spcPts val="0"/>
              </a:spcBef>
              <a:spcAft>
                <a:spcPts val="0"/>
              </a:spcAft>
              <a:buNone/>
            </a:pPr>
            <a:r>
              <a:t/>
            </a:r>
            <a:endParaRPr b="1" sz="1200">
              <a:solidFill>
                <a:srgbClr val="FFFFFF"/>
              </a:solidFill>
            </a:endParaRPr>
          </a:p>
        </p:txBody>
      </p:sp>
      <p:sp>
        <p:nvSpPr>
          <p:cNvPr id="3509" name="Google Shape;3509;p56"/>
          <p:cNvSpPr/>
          <p:nvPr/>
        </p:nvSpPr>
        <p:spPr>
          <a:xfrm>
            <a:off x="83988" y="595504"/>
            <a:ext cx="190200" cy="1692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0" name="Google Shape;3510;p56"/>
          <p:cNvSpPr/>
          <p:nvPr/>
        </p:nvSpPr>
        <p:spPr>
          <a:xfrm>
            <a:off x="2350598" y="358950"/>
            <a:ext cx="88500" cy="4023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1" name="Google Shape;3511;p56"/>
          <p:cNvSpPr/>
          <p:nvPr/>
        </p:nvSpPr>
        <p:spPr>
          <a:xfrm>
            <a:off x="2277739" y="663750"/>
            <a:ext cx="88500" cy="1089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2" name="Google Shape;3512;p56"/>
          <p:cNvSpPr/>
          <p:nvPr/>
        </p:nvSpPr>
        <p:spPr>
          <a:xfrm>
            <a:off x="3477925" y="1396265"/>
            <a:ext cx="6172500" cy="554100"/>
          </a:xfrm>
          <a:prstGeom prst="roundRect">
            <a:avLst>
              <a:gd fmla="val 6541"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3" name="Google Shape;3513;p56"/>
          <p:cNvSpPr txBox="1"/>
          <p:nvPr/>
        </p:nvSpPr>
        <p:spPr>
          <a:xfrm>
            <a:off x="454807" y="1362662"/>
            <a:ext cx="3000000" cy="540000"/>
          </a:xfrm>
          <a:prstGeom prst="rect">
            <a:avLst/>
          </a:prstGeom>
          <a:noFill/>
          <a:ln>
            <a:noFill/>
          </a:ln>
        </p:spPr>
        <p:txBody>
          <a:bodyPr anchorCtr="0" anchor="t" bIns="54000" lIns="54000" spcFirstLastPara="1" rIns="54000" wrap="square" tIns="54000">
            <a:spAutoFit/>
          </a:bodyPr>
          <a:lstStyle/>
          <a:p>
            <a:pPr indent="0" lvl="0" marL="0" rtl="0" algn="r">
              <a:spcBef>
                <a:spcPts val="0"/>
              </a:spcBef>
              <a:spcAft>
                <a:spcPts val="0"/>
              </a:spcAft>
              <a:buNone/>
            </a:pPr>
            <a:r>
              <a:rPr b="1" lang="es-419" sz="1000">
                <a:solidFill>
                  <a:schemeClr val="dk1"/>
                </a:solidFill>
                <a:latin typeface="Arvo"/>
                <a:ea typeface="Arvo"/>
                <a:cs typeface="Arvo"/>
                <a:sym typeface="Arvo"/>
              </a:rPr>
              <a:t>Representante </a:t>
            </a:r>
            <a:endParaRPr b="1" sz="1000">
              <a:solidFill>
                <a:schemeClr val="dk1"/>
              </a:solidFill>
              <a:latin typeface="Arvo"/>
              <a:ea typeface="Arvo"/>
              <a:cs typeface="Arvo"/>
              <a:sym typeface="Arvo"/>
            </a:endParaRPr>
          </a:p>
          <a:p>
            <a:pPr indent="0" lvl="0" marL="0" rtl="0" algn="r">
              <a:spcBef>
                <a:spcPts val="0"/>
              </a:spcBef>
              <a:spcAft>
                <a:spcPts val="0"/>
              </a:spcAft>
              <a:buNone/>
            </a:pPr>
            <a:r>
              <a:rPr i="1" lang="es-419" sz="600">
                <a:solidFill>
                  <a:schemeClr val="dk1"/>
                </a:solidFill>
                <a:latin typeface="Arvo"/>
                <a:ea typeface="Arvo"/>
                <a:cs typeface="Arvo"/>
                <a:sym typeface="Arvo"/>
              </a:rPr>
              <a:t>&lt;[Quién es el representante de las partes interesadas del proyecto?  (Esto es opcional, si está documentado en otro lugar.) Lo que queremos aquí son nombres.]&gt;</a:t>
            </a:r>
            <a:endParaRPr i="1" sz="600">
              <a:solidFill>
                <a:schemeClr val="dk1"/>
              </a:solidFill>
              <a:latin typeface="Arvo"/>
              <a:ea typeface="Arvo"/>
              <a:cs typeface="Arvo"/>
              <a:sym typeface="Arvo"/>
            </a:endParaRPr>
          </a:p>
        </p:txBody>
      </p:sp>
      <p:sp>
        <p:nvSpPr>
          <p:cNvPr id="3514" name="Google Shape;3514;p56"/>
          <p:cNvSpPr txBox="1"/>
          <p:nvPr/>
        </p:nvSpPr>
        <p:spPr>
          <a:xfrm>
            <a:off x="480000" y="2076645"/>
            <a:ext cx="3000000" cy="431100"/>
          </a:xfrm>
          <a:prstGeom prst="rect">
            <a:avLst/>
          </a:prstGeom>
          <a:noFill/>
          <a:ln>
            <a:noFill/>
          </a:ln>
        </p:spPr>
        <p:txBody>
          <a:bodyPr anchorCtr="0" anchor="t" bIns="91425" lIns="91425" spcFirstLastPara="1" rIns="91425" wrap="square" tIns="91425">
            <a:spAutoFit/>
          </a:bodyPr>
          <a:lstStyle/>
          <a:p>
            <a:pPr indent="0" lvl="0" marL="0" rtl="0" algn="r">
              <a:spcBef>
                <a:spcPts val="0"/>
              </a:spcBef>
              <a:spcAft>
                <a:spcPts val="0"/>
              </a:spcAft>
              <a:buNone/>
            </a:pPr>
            <a:r>
              <a:rPr b="1" lang="es-419" sz="1000">
                <a:solidFill>
                  <a:schemeClr val="dk1"/>
                </a:solidFill>
                <a:latin typeface="Arvo"/>
                <a:ea typeface="Arvo"/>
                <a:cs typeface="Arvo"/>
                <a:sym typeface="Arvo"/>
              </a:rPr>
              <a:t>Descripción</a:t>
            </a:r>
            <a:endParaRPr b="1" sz="1000">
              <a:solidFill>
                <a:schemeClr val="dk1"/>
              </a:solidFill>
              <a:latin typeface="Roboto"/>
              <a:ea typeface="Roboto"/>
              <a:cs typeface="Roboto"/>
              <a:sym typeface="Roboto"/>
            </a:endParaRPr>
          </a:p>
          <a:p>
            <a:pPr indent="0" lvl="0" marL="0" rtl="0" algn="r">
              <a:spcBef>
                <a:spcPts val="0"/>
              </a:spcBef>
              <a:spcAft>
                <a:spcPts val="0"/>
              </a:spcAft>
              <a:buNone/>
            </a:pPr>
            <a:r>
              <a:rPr i="1" lang="es-419" sz="600">
                <a:solidFill>
                  <a:schemeClr val="dk1"/>
                </a:solidFill>
                <a:latin typeface="Arvo"/>
                <a:ea typeface="Arvo"/>
                <a:cs typeface="Arvo"/>
                <a:sym typeface="Arvo"/>
              </a:rPr>
              <a:t>&lt;[Breve descripción del tipo de actor.]&gt;</a:t>
            </a:r>
            <a:endParaRPr i="1"/>
          </a:p>
        </p:txBody>
      </p:sp>
      <p:sp>
        <p:nvSpPr>
          <p:cNvPr id="3515" name="Google Shape;3515;p56"/>
          <p:cNvSpPr txBox="1"/>
          <p:nvPr/>
        </p:nvSpPr>
        <p:spPr>
          <a:xfrm>
            <a:off x="480000" y="2737550"/>
            <a:ext cx="3000000" cy="431100"/>
          </a:xfrm>
          <a:prstGeom prst="rect">
            <a:avLst/>
          </a:prstGeom>
          <a:noFill/>
          <a:ln>
            <a:noFill/>
          </a:ln>
        </p:spPr>
        <p:txBody>
          <a:bodyPr anchorCtr="0" anchor="t" bIns="91425" lIns="91425" spcFirstLastPara="1" rIns="91425" wrap="square" tIns="91425">
            <a:spAutoFit/>
          </a:bodyPr>
          <a:lstStyle/>
          <a:p>
            <a:pPr indent="0" lvl="0" marL="0" rtl="0" algn="r">
              <a:spcBef>
                <a:spcPts val="0"/>
              </a:spcBef>
              <a:spcAft>
                <a:spcPts val="0"/>
              </a:spcAft>
              <a:buNone/>
            </a:pPr>
            <a:r>
              <a:rPr b="1" lang="es-419" sz="1000">
                <a:solidFill>
                  <a:schemeClr val="dk1"/>
                </a:solidFill>
                <a:latin typeface="Arvo"/>
                <a:ea typeface="Arvo"/>
                <a:cs typeface="Arvo"/>
                <a:sym typeface="Arvo"/>
              </a:rPr>
              <a:t>Tipo</a:t>
            </a:r>
            <a:endParaRPr b="1" sz="1000">
              <a:solidFill>
                <a:schemeClr val="dk1"/>
              </a:solidFill>
              <a:latin typeface="Arvo"/>
              <a:ea typeface="Arvo"/>
              <a:cs typeface="Arvo"/>
              <a:sym typeface="Arvo"/>
            </a:endParaRPr>
          </a:p>
          <a:p>
            <a:pPr indent="0" lvl="0" marL="0" rtl="0" algn="r">
              <a:spcBef>
                <a:spcPts val="0"/>
              </a:spcBef>
              <a:spcAft>
                <a:spcPts val="0"/>
              </a:spcAft>
              <a:buNone/>
            </a:pPr>
            <a:r>
              <a:rPr i="1" lang="es-419" sz="600">
                <a:solidFill>
                  <a:schemeClr val="dk1"/>
                </a:solidFill>
                <a:latin typeface="Arvo"/>
                <a:ea typeface="Arvo"/>
                <a:cs typeface="Arvo"/>
                <a:sym typeface="Arvo"/>
              </a:rPr>
              <a:t>&lt;[Califique la experiencia y los antecedentes de las partes interesadas]&gt;</a:t>
            </a:r>
            <a:endParaRPr i="1"/>
          </a:p>
        </p:txBody>
      </p:sp>
      <p:sp>
        <p:nvSpPr>
          <p:cNvPr id="3516" name="Google Shape;3516;p56"/>
          <p:cNvSpPr txBox="1"/>
          <p:nvPr/>
        </p:nvSpPr>
        <p:spPr>
          <a:xfrm>
            <a:off x="480000" y="3352800"/>
            <a:ext cx="3000000" cy="431100"/>
          </a:xfrm>
          <a:prstGeom prst="rect">
            <a:avLst/>
          </a:prstGeom>
          <a:noFill/>
          <a:ln>
            <a:noFill/>
          </a:ln>
        </p:spPr>
        <p:txBody>
          <a:bodyPr anchorCtr="0" anchor="t" bIns="91425" lIns="91425" spcFirstLastPara="1" rIns="91425" wrap="square" tIns="91425">
            <a:spAutoFit/>
          </a:bodyPr>
          <a:lstStyle/>
          <a:p>
            <a:pPr indent="0" lvl="0" marL="0" rtl="0" algn="r">
              <a:spcBef>
                <a:spcPts val="0"/>
              </a:spcBef>
              <a:spcAft>
                <a:spcPts val="0"/>
              </a:spcAft>
              <a:buNone/>
            </a:pPr>
            <a:r>
              <a:rPr b="1" lang="es-419" sz="1000">
                <a:solidFill>
                  <a:schemeClr val="dk1"/>
                </a:solidFill>
                <a:latin typeface="Arvo"/>
                <a:ea typeface="Arvo"/>
                <a:cs typeface="Arvo"/>
                <a:sym typeface="Arvo"/>
              </a:rPr>
              <a:t>Criterios de Éxito</a:t>
            </a:r>
            <a:endParaRPr b="1" sz="1000">
              <a:solidFill>
                <a:schemeClr val="dk1"/>
              </a:solidFill>
              <a:latin typeface="Arvo"/>
              <a:ea typeface="Arvo"/>
              <a:cs typeface="Arvo"/>
              <a:sym typeface="Arvo"/>
            </a:endParaRPr>
          </a:p>
          <a:p>
            <a:pPr indent="0" lvl="0" marL="0" rtl="0" algn="r">
              <a:spcBef>
                <a:spcPts val="0"/>
              </a:spcBef>
              <a:spcAft>
                <a:spcPts val="0"/>
              </a:spcAft>
              <a:buNone/>
            </a:pPr>
            <a:r>
              <a:rPr i="1" lang="es-419" sz="600">
                <a:solidFill>
                  <a:schemeClr val="dk1"/>
                </a:solidFill>
                <a:latin typeface="Arvo"/>
                <a:ea typeface="Arvo"/>
                <a:cs typeface="Arvo"/>
                <a:sym typeface="Arvo"/>
              </a:rPr>
              <a:t>&lt;[¿Cómo define el el actor el éxito?¿Cómo se recompensa el interesado?]&gt;</a:t>
            </a:r>
            <a:endParaRPr i="1"/>
          </a:p>
        </p:txBody>
      </p:sp>
      <p:sp>
        <p:nvSpPr>
          <p:cNvPr id="3517" name="Google Shape;3517;p56"/>
          <p:cNvSpPr txBox="1"/>
          <p:nvPr/>
        </p:nvSpPr>
        <p:spPr>
          <a:xfrm>
            <a:off x="480000" y="4013407"/>
            <a:ext cx="3000000" cy="615600"/>
          </a:xfrm>
          <a:prstGeom prst="rect">
            <a:avLst/>
          </a:prstGeom>
          <a:noFill/>
          <a:ln>
            <a:noFill/>
          </a:ln>
        </p:spPr>
        <p:txBody>
          <a:bodyPr anchorCtr="0" anchor="t" bIns="91425" lIns="91425" spcFirstLastPara="1" rIns="91425" wrap="square" tIns="91425">
            <a:spAutoFit/>
          </a:bodyPr>
          <a:lstStyle/>
          <a:p>
            <a:pPr indent="0" lvl="0" marL="0" rtl="0" algn="r">
              <a:spcBef>
                <a:spcPts val="0"/>
              </a:spcBef>
              <a:spcAft>
                <a:spcPts val="0"/>
              </a:spcAft>
              <a:buNone/>
            </a:pPr>
            <a:r>
              <a:rPr b="1" lang="es-419" sz="1000">
                <a:solidFill>
                  <a:schemeClr val="dk1"/>
                </a:solidFill>
                <a:latin typeface="Arvo"/>
                <a:ea typeface="Arvo"/>
                <a:cs typeface="Arvo"/>
                <a:sym typeface="Arvo"/>
              </a:rPr>
              <a:t>Intervención</a:t>
            </a:r>
            <a:endParaRPr b="1" sz="1000">
              <a:solidFill>
                <a:schemeClr val="dk1"/>
              </a:solidFill>
              <a:latin typeface="Arvo"/>
              <a:ea typeface="Arvo"/>
              <a:cs typeface="Arvo"/>
              <a:sym typeface="Arvo"/>
            </a:endParaRPr>
          </a:p>
          <a:p>
            <a:pPr indent="0" lvl="0" marL="0" rtl="0" algn="r">
              <a:spcBef>
                <a:spcPts val="0"/>
              </a:spcBef>
              <a:spcAft>
                <a:spcPts val="0"/>
              </a:spcAft>
              <a:buNone/>
            </a:pPr>
            <a:r>
              <a:rPr i="1" lang="es-419" sz="600">
                <a:solidFill>
                  <a:schemeClr val="dk1"/>
                </a:solidFill>
                <a:latin typeface="Arvo"/>
                <a:ea typeface="Arvo"/>
                <a:cs typeface="Arvo"/>
                <a:sym typeface="Arvo"/>
              </a:rPr>
              <a:t> &lt;[</a:t>
            </a:r>
            <a:r>
              <a:rPr i="1" lang="es-419" sz="600">
                <a:solidFill>
                  <a:srgbClr val="202124"/>
                </a:solidFill>
                <a:latin typeface="Arvo"/>
                <a:ea typeface="Arvo"/>
                <a:cs typeface="Arvo"/>
                <a:sym typeface="Arvo"/>
              </a:rPr>
              <a:t>¿Cómo participa la parte interesada en el proyecto? Relacionarse, cuando sea posible, con los roles de Rational Unified Process, es decir, Revisor de modelos de casos de uso empresarial, etc.</a:t>
            </a:r>
            <a:r>
              <a:rPr i="1" lang="es-419" sz="600">
                <a:solidFill>
                  <a:schemeClr val="dk1"/>
                </a:solidFill>
                <a:latin typeface="Arvo"/>
                <a:ea typeface="Arvo"/>
                <a:cs typeface="Arvo"/>
                <a:sym typeface="Arvo"/>
              </a:rPr>
              <a:t>]&gt;</a:t>
            </a:r>
            <a:endParaRPr i="1"/>
          </a:p>
        </p:txBody>
      </p:sp>
      <p:sp>
        <p:nvSpPr>
          <p:cNvPr id="3518" name="Google Shape;3518;p56"/>
          <p:cNvSpPr txBox="1"/>
          <p:nvPr/>
        </p:nvSpPr>
        <p:spPr>
          <a:xfrm>
            <a:off x="480000" y="4686610"/>
            <a:ext cx="3000000" cy="646500"/>
          </a:xfrm>
          <a:prstGeom prst="rect">
            <a:avLst/>
          </a:prstGeom>
          <a:noFill/>
          <a:ln>
            <a:noFill/>
          </a:ln>
        </p:spPr>
        <p:txBody>
          <a:bodyPr anchorCtr="0" anchor="t" bIns="91425" lIns="91425" spcFirstLastPara="1" rIns="91425" wrap="square" tIns="91425">
            <a:spAutoFit/>
          </a:bodyPr>
          <a:lstStyle/>
          <a:p>
            <a:pPr indent="0" lvl="0" marL="0" rtl="0" algn="r">
              <a:spcBef>
                <a:spcPts val="0"/>
              </a:spcBef>
              <a:spcAft>
                <a:spcPts val="0"/>
              </a:spcAft>
              <a:buNone/>
            </a:pPr>
            <a:r>
              <a:rPr b="1" lang="es-419" sz="1000">
                <a:solidFill>
                  <a:schemeClr val="dk1"/>
                </a:solidFill>
                <a:latin typeface="Arvo"/>
                <a:ea typeface="Arvo"/>
                <a:cs typeface="Arvo"/>
                <a:sym typeface="Arvo"/>
              </a:rPr>
              <a:t>Entregables </a:t>
            </a:r>
            <a:r>
              <a:rPr b="1" lang="es-419" sz="1200">
                <a:solidFill>
                  <a:schemeClr val="dk1"/>
                </a:solidFill>
                <a:latin typeface="Arvo"/>
                <a:ea typeface="Arvo"/>
                <a:cs typeface="Arvo"/>
                <a:sym typeface="Arvo"/>
              </a:rPr>
              <a:t>                                                         </a:t>
            </a:r>
            <a:r>
              <a:rPr i="1" lang="es-419" sz="1200">
                <a:solidFill>
                  <a:schemeClr val="dk1"/>
                </a:solidFill>
                <a:latin typeface="Arvo"/>
                <a:ea typeface="Arvo"/>
                <a:cs typeface="Arvo"/>
                <a:sym typeface="Arvo"/>
              </a:rPr>
              <a:t> </a:t>
            </a:r>
            <a:r>
              <a:rPr i="1" lang="es-419" sz="600">
                <a:solidFill>
                  <a:schemeClr val="dk1"/>
                </a:solidFill>
                <a:latin typeface="Arvo"/>
                <a:ea typeface="Arvo"/>
                <a:cs typeface="Arvo"/>
                <a:sym typeface="Arvo"/>
              </a:rPr>
              <a:t>&lt;[</a:t>
            </a:r>
            <a:r>
              <a:rPr i="1" lang="es-419" sz="600">
                <a:solidFill>
                  <a:srgbClr val="202124"/>
                </a:solidFill>
                <a:latin typeface="Arvo"/>
                <a:ea typeface="Arvo"/>
                <a:cs typeface="Arvo"/>
                <a:sym typeface="Arvo"/>
              </a:rPr>
              <a:t>¿Hay entregables adicionales requeridos por las partes interesadas? Estos podrían ser entregables del proyecto o resultados del sistema en desarrollo.</a:t>
            </a:r>
            <a:r>
              <a:rPr i="1" lang="es-419" sz="600">
                <a:solidFill>
                  <a:schemeClr val="dk1"/>
                </a:solidFill>
                <a:latin typeface="Arvo"/>
                <a:ea typeface="Arvo"/>
                <a:cs typeface="Arvo"/>
                <a:sym typeface="Arvo"/>
              </a:rPr>
              <a:t>]&gt;</a:t>
            </a:r>
            <a:endParaRPr i="1"/>
          </a:p>
        </p:txBody>
      </p:sp>
      <p:sp>
        <p:nvSpPr>
          <p:cNvPr id="3519" name="Google Shape;3519;p56"/>
          <p:cNvSpPr txBox="1"/>
          <p:nvPr/>
        </p:nvSpPr>
        <p:spPr>
          <a:xfrm>
            <a:off x="480000" y="5444423"/>
            <a:ext cx="3000000" cy="523200"/>
          </a:xfrm>
          <a:prstGeom prst="rect">
            <a:avLst/>
          </a:prstGeom>
          <a:noFill/>
          <a:ln>
            <a:noFill/>
          </a:ln>
        </p:spPr>
        <p:txBody>
          <a:bodyPr anchorCtr="0" anchor="t" bIns="91425" lIns="91425" spcFirstLastPara="1" rIns="91425" wrap="square" tIns="91425">
            <a:spAutoFit/>
          </a:bodyPr>
          <a:lstStyle/>
          <a:p>
            <a:pPr indent="0" lvl="0" marL="0" rtl="0" algn="r">
              <a:spcBef>
                <a:spcPts val="0"/>
              </a:spcBef>
              <a:spcAft>
                <a:spcPts val="0"/>
              </a:spcAft>
              <a:buNone/>
            </a:pPr>
            <a:r>
              <a:rPr b="1" lang="es-419" sz="1000">
                <a:solidFill>
                  <a:schemeClr val="dk1"/>
                </a:solidFill>
                <a:latin typeface="Arvo"/>
                <a:ea typeface="Arvo"/>
                <a:cs typeface="Arvo"/>
                <a:sym typeface="Arvo"/>
              </a:rPr>
              <a:t>Comentarios y problemas</a:t>
            </a:r>
            <a:endParaRPr b="1" sz="1000">
              <a:solidFill>
                <a:schemeClr val="dk1"/>
              </a:solidFill>
              <a:latin typeface="Roboto"/>
              <a:ea typeface="Roboto"/>
              <a:cs typeface="Roboto"/>
              <a:sym typeface="Roboto"/>
            </a:endParaRPr>
          </a:p>
          <a:p>
            <a:pPr indent="0" lvl="0" marL="0" rtl="0" algn="r">
              <a:spcBef>
                <a:spcPts val="0"/>
              </a:spcBef>
              <a:spcAft>
                <a:spcPts val="0"/>
              </a:spcAft>
              <a:buNone/>
            </a:pPr>
            <a:r>
              <a:rPr i="1" lang="es-419" sz="600">
                <a:solidFill>
                  <a:schemeClr val="dk1"/>
                </a:solidFill>
                <a:latin typeface="Arvo"/>
                <a:ea typeface="Arvo"/>
                <a:cs typeface="Arvo"/>
                <a:sym typeface="Arvo"/>
              </a:rPr>
              <a:t>&lt;[</a:t>
            </a:r>
            <a:r>
              <a:rPr i="1" lang="es-419" sz="600">
                <a:solidFill>
                  <a:srgbClr val="202124"/>
                </a:solidFill>
                <a:latin typeface="Arvo"/>
                <a:ea typeface="Arvo"/>
                <a:cs typeface="Arvo"/>
                <a:sym typeface="Arvo"/>
              </a:rPr>
              <a:t>Los problemas que interfieren con el éxito y cualquier otra información relevante van aquí.</a:t>
            </a:r>
            <a:r>
              <a:rPr lang="es-419" sz="600">
                <a:solidFill>
                  <a:schemeClr val="dk1"/>
                </a:solidFill>
                <a:latin typeface="Arvo"/>
                <a:ea typeface="Arvo"/>
                <a:cs typeface="Arvo"/>
                <a:sym typeface="Arvo"/>
              </a:rPr>
              <a:t>.]&gt;</a:t>
            </a:r>
            <a:endParaRPr>
              <a:solidFill>
                <a:schemeClr val="dk1"/>
              </a:solidFill>
            </a:endParaRPr>
          </a:p>
        </p:txBody>
      </p:sp>
      <p:sp>
        <p:nvSpPr>
          <p:cNvPr id="3520" name="Google Shape;3520;p56"/>
          <p:cNvSpPr/>
          <p:nvPr/>
        </p:nvSpPr>
        <p:spPr>
          <a:xfrm>
            <a:off x="3477925" y="2102174"/>
            <a:ext cx="6172500" cy="554100"/>
          </a:xfrm>
          <a:prstGeom prst="roundRect">
            <a:avLst>
              <a:gd fmla="val 6541"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1" name="Google Shape;3521;p56"/>
          <p:cNvSpPr/>
          <p:nvPr/>
        </p:nvSpPr>
        <p:spPr>
          <a:xfrm>
            <a:off x="3477925" y="2783750"/>
            <a:ext cx="6172500" cy="461700"/>
          </a:xfrm>
          <a:prstGeom prst="roundRect">
            <a:avLst>
              <a:gd fmla="val 6541"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2" name="Google Shape;3522;p56"/>
          <p:cNvSpPr/>
          <p:nvPr/>
        </p:nvSpPr>
        <p:spPr>
          <a:xfrm>
            <a:off x="3477925" y="3361210"/>
            <a:ext cx="6172500" cy="554100"/>
          </a:xfrm>
          <a:prstGeom prst="roundRect">
            <a:avLst>
              <a:gd fmla="val 6541"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3" name="Google Shape;3523;p56"/>
          <p:cNvSpPr/>
          <p:nvPr/>
        </p:nvSpPr>
        <p:spPr>
          <a:xfrm>
            <a:off x="3477925" y="4068017"/>
            <a:ext cx="6172500" cy="554100"/>
          </a:xfrm>
          <a:prstGeom prst="roundRect">
            <a:avLst>
              <a:gd fmla="val 6541"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4" name="Google Shape;3524;p56"/>
          <p:cNvSpPr/>
          <p:nvPr/>
        </p:nvSpPr>
        <p:spPr>
          <a:xfrm>
            <a:off x="3477925" y="4779010"/>
            <a:ext cx="6172500" cy="554100"/>
          </a:xfrm>
          <a:prstGeom prst="roundRect">
            <a:avLst>
              <a:gd fmla="val 6541"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5" name="Google Shape;3525;p56"/>
          <p:cNvSpPr/>
          <p:nvPr/>
        </p:nvSpPr>
        <p:spPr>
          <a:xfrm>
            <a:off x="3477925" y="5494810"/>
            <a:ext cx="6172500" cy="554100"/>
          </a:xfrm>
          <a:prstGeom prst="roundRect">
            <a:avLst>
              <a:gd fmla="val 6541"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6" name="Google Shape;3526;p56"/>
          <p:cNvSpPr txBox="1"/>
          <p:nvPr>
            <p:ph idx="1" type="subTitle"/>
          </p:nvPr>
        </p:nvSpPr>
        <p:spPr>
          <a:xfrm>
            <a:off x="3470925" y="1390468"/>
            <a:ext cx="6172500" cy="570900"/>
          </a:xfrm>
          <a:prstGeom prst="rect">
            <a:avLst/>
          </a:prstGeom>
          <a:noFill/>
          <a:ln>
            <a:noFill/>
          </a:ln>
        </p:spPr>
        <p:txBody>
          <a:bodyPr anchorCtr="0" anchor="ctr" bIns="36000" lIns="36000" spcFirstLastPara="1" rIns="36000" wrap="square" tIns="36000">
            <a:noAutofit/>
          </a:bodyPr>
          <a:lstStyle>
            <a:lvl1pPr lvl="0">
              <a:lnSpc>
                <a:spcPct val="90000"/>
              </a:lnSpc>
              <a:spcBef>
                <a:spcPts val="0"/>
              </a:spcBef>
              <a:spcAft>
                <a:spcPts val="0"/>
              </a:spcAft>
              <a:buClr>
                <a:srgbClr val="000000"/>
              </a:buClr>
              <a:buSzPts val="1000"/>
              <a:buFont typeface="Arvo"/>
              <a:buNone/>
              <a:defRPr sz="10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1000"/>
              <a:buNone/>
              <a:defRPr sz="1000">
                <a:solidFill>
                  <a:srgbClr val="000000"/>
                </a:solidFill>
              </a:defRPr>
            </a:lvl2pPr>
            <a:lvl3pPr lvl="2">
              <a:lnSpc>
                <a:spcPct val="90000"/>
              </a:lnSpc>
              <a:spcBef>
                <a:spcPts val="0"/>
              </a:spcBef>
              <a:spcAft>
                <a:spcPts val="0"/>
              </a:spcAft>
              <a:buClr>
                <a:srgbClr val="000000"/>
              </a:buClr>
              <a:buSzPts val="1000"/>
              <a:buNone/>
              <a:defRPr sz="1000">
                <a:solidFill>
                  <a:srgbClr val="000000"/>
                </a:solidFill>
              </a:defRPr>
            </a:lvl3pPr>
            <a:lvl4pPr lvl="3">
              <a:lnSpc>
                <a:spcPct val="90000"/>
              </a:lnSpc>
              <a:spcBef>
                <a:spcPts val="0"/>
              </a:spcBef>
              <a:spcAft>
                <a:spcPts val="0"/>
              </a:spcAft>
              <a:buClr>
                <a:srgbClr val="000000"/>
              </a:buClr>
              <a:buSzPts val="1000"/>
              <a:buNone/>
              <a:defRPr sz="1000">
                <a:solidFill>
                  <a:srgbClr val="000000"/>
                </a:solidFill>
              </a:defRPr>
            </a:lvl4pPr>
            <a:lvl5pPr lvl="4">
              <a:lnSpc>
                <a:spcPct val="90000"/>
              </a:lnSpc>
              <a:spcBef>
                <a:spcPts val="0"/>
              </a:spcBef>
              <a:spcAft>
                <a:spcPts val="0"/>
              </a:spcAft>
              <a:buClr>
                <a:srgbClr val="000000"/>
              </a:buClr>
              <a:buSzPts val="1000"/>
              <a:buNone/>
              <a:defRPr sz="1000">
                <a:solidFill>
                  <a:srgbClr val="000000"/>
                </a:solidFill>
              </a:defRPr>
            </a:lvl5pPr>
            <a:lvl6pPr lvl="5">
              <a:lnSpc>
                <a:spcPct val="90000"/>
              </a:lnSpc>
              <a:spcBef>
                <a:spcPts val="0"/>
              </a:spcBef>
              <a:spcAft>
                <a:spcPts val="0"/>
              </a:spcAft>
              <a:buClr>
                <a:srgbClr val="000000"/>
              </a:buClr>
              <a:buSzPts val="1000"/>
              <a:buNone/>
              <a:defRPr sz="1000">
                <a:solidFill>
                  <a:srgbClr val="000000"/>
                </a:solidFill>
              </a:defRPr>
            </a:lvl6pPr>
            <a:lvl7pPr lvl="6">
              <a:lnSpc>
                <a:spcPct val="90000"/>
              </a:lnSpc>
              <a:spcBef>
                <a:spcPts val="0"/>
              </a:spcBef>
              <a:spcAft>
                <a:spcPts val="0"/>
              </a:spcAft>
              <a:buClr>
                <a:srgbClr val="000000"/>
              </a:buClr>
              <a:buSzPts val="1000"/>
              <a:buNone/>
              <a:defRPr sz="1000">
                <a:solidFill>
                  <a:srgbClr val="000000"/>
                </a:solidFill>
              </a:defRPr>
            </a:lvl7pPr>
            <a:lvl8pPr lvl="7">
              <a:lnSpc>
                <a:spcPct val="90000"/>
              </a:lnSpc>
              <a:spcBef>
                <a:spcPts val="0"/>
              </a:spcBef>
              <a:spcAft>
                <a:spcPts val="0"/>
              </a:spcAft>
              <a:buClr>
                <a:srgbClr val="000000"/>
              </a:buClr>
              <a:buSzPts val="1000"/>
              <a:buNone/>
              <a:defRPr sz="1000">
                <a:solidFill>
                  <a:srgbClr val="000000"/>
                </a:solidFill>
              </a:defRPr>
            </a:lvl8pPr>
            <a:lvl9pPr lvl="8">
              <a:lnSpc>
                <a:spcPct val="90000"/>
              </a:lnSpc>
              <a:spcBef>
                <a:spcPts val="0"/>
              </a:spcBef>
              <a:spcAft>
                <a:spcPts val="0"/>
              </a:spcAft>
              <a:buClr>
                <a:srgbClr val="000000"/>
              </a:buClr>
              <a:buSzPts val="1000"/>
              <a:buNone/>
              <a:defRPr sz="1000">
                <a:solidFill>
                  <a:srgbClr val="000000"/>
                </a:solidFill>
              </a:defRPr>
            </a:lvl9pPr>
          </a:lstStyle>
          <a:p/>
        </p:txBody>
      </p:sp>
      <p:sp>
        <p:nvSpPr>
          <p:cNvPr id="3527" name="Google Shape;3527;p56"/>
          <p:cNvSpPr txBox="1"/>
          <p:nvPr>
            <p:ph idx="2" type="subTitle"/>
          </p:nvPr>
        </p:nvSpPr>
        <p:spPr>
          <a:xfrm>
            <a:off x="3470925" y="2095590"/>
            <a:ext cx="6172500" cy="570900"/>
          </a:xfrm>
          <a:prstGeom prst="rect">
            <a:avLst/>
          </a:prstGeom>
          <a:noFill/>
          <a:ln>
            <a:noFill/>
          </a:ln>
        </p:spPr>
        <p:txBody>
          <a:bodyPr anchorCtr="0" anchor="ctr" bIns="36000" lIns="36000" spcFirstLastPara="1" rIns="36000" wrap="square" tIns="36000">
            <a:noAutofit/>
          </a:bodyPr>
          <a:lstStyle>
            <a:lvl1pPr lvl="0">
              <a:lnSpc>
                <a:spcPct val="90000"/>
              </a:lnSpc>
              <a:spcBef>
                <a:spcPts val="0"/>
              </a:spcBef>
              <a:spcAft>
                <a:spcPts val="0"/>
              </a:spcAft>
              <a:buClr>
                <a:srgbClr val="000000"/>
              </a:buClr>
              <a:buSzPts val="1000"/>
              <a:buFont typeface="Arvo"/>
              <a:buNone/>
              <a:defRPr sz="10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1000"/>
              <a:buNone/>
              <a:defRPr sz="1000">
                <a:solidFill>
                  <a:srgbClr val="000000"/>
                </a:solidFill>
              </a:defRPr>
            </a:lvl2pPr>
            <a:lvl3pPr lvl="2">
              <a:lnSpc>
                <a:spcPct val="90000"/>
              </a:lnSpc>
              <a:spcBef>
                <a:spcPts val="0"/>
              </a:spcBef>
              <a:spcAft>
                <a:spcPts val="0"/>
              </a:spcAft>
              <a:buClr>
                <a:srgbClr val="000000"/>
              </a:buClr>
              <a:buSzPts val="1000"/>
              <a:buNone/>
              <a:defRPr sz="1000">
                <a:solidFill>
                  <a:srgbClr val="000000"/>
                </a:solidFill>
              </a:defRPr>
            </a:lvl3pPr>
            <a:lvl4pPr lvl="3">
              <a:lnSpc>
                <a:spcPct val="90000"/>
              </a:lnSpc>
              <a:spcBef>
                <a:spcPts val="0"/>
              </a:spcBef>
              <a:spcAft>
                <a:spcPts val="0"/>
              </a:spcAft>
              <a:buClr>
                <a:srgbClr val="000000"/>
              </a:buClr>
              <a:buSzPts val="1000"/>
              <a:buNone/>
              <a:defRPr sz="1000">
                <a:solidFill>
                  <a:srgbClr val="000000"/>
                </a:solidFill>
              </a:defRPr>
            </a:lvl4pPr>
            <a:lvl5pPr lvl="4">
              <a:lnSpc>
                <a:spcPct val="90000"/>
              </a:lnSpc>
              <a:spcBef>
                <a:spcPts val="0"/>
              </a:spcBef>
              <a:spcAft>
                <a:spcPts val="0"/>
              </a:spcAft>
              <a:buClr>
                <a:srgbClr val="000000"/>
              </a:buClr>
              <a:buSzPts val="1000"/>
              <a:buNone/>
              <a:defRPr sz="1000">
                <a:solidFill>
                  <a:srgbClr val="000000"/>
                </a:solidFill>
              </a:defRPr>
            </a:lvl5pPr>
            <a:lvl6pPr lvl="5">
              <a:lnSpc>
                <a:spcPct val="90000"/>
              </a:lnSpc>
              <a:spcBef>
                <a:spcPts val="0"/>
              </a:spcBef>
              <a:spcAft>
                <a:spcPts val="0"/>
              </a:spcAft>
              <a:buClr>
                <a:srgbClr val="000000"/>
              </a:buClr>
              <a:buSzPts val="1000"/>
              <a:buNone/>
              <a:defRPr sz="1000">
                <a:solidFill>
                  <a:srgbClr val="000000"/>
                </a:solidFill>
              </a:defRPr>
            </a:lvl6pPr>
            <a:lvl7pPr lvl="6">
              <a:lnSpc>
                <a:spcPct val="90000"/>
              </a:lnSpc>
              <a:spcBef>
                <a:spcPts val="0"/>
              </a:spcBef>
              <a:spcAft>
                <a:spcPts val="0"/>
              </a:spcAft>
              <a:buClr>
                <a:srgbClr val="000000"/>
              </a:buClr>
              <a:buSzPts val="1000"/>
              <a:buNone/>
              <a:defRPr sz="1000">
                <a:solidFill>
                  <a:srgbClr val="000000"/>
                </a:solidFill>
              </a:defRPr>
            </a:lvl7pPr>
            <a:lvl8pPr lvl="7">
              <a:lnSpc>
                <a:spcPct val="90000"/>
              </a:lnSpc>
              <a:spcBef>
                <a:spcPts val="0"/>
              </a:spcBef>
              <a:spcAft>
                <a:spcPts val="0"/>
              </a:spcAft>
              <a:buClr>
                <a:srgbClr val="000000"/>
              </a:buClr>
              <a:buSzPts val="1000"/>
              <a:buNone/>
              <a:defRPr sz="1000">
                <a:solidFill>
                  <a:srgbClr val="000000"/>
                </a:solidFill>
              </a:defRPr>
            </a:lvl8pPr>
            <a:lvl9pPr lvl="8">
              <a:lnSpc>
                <a:spcPct val="90000"/>
              </a:lnSpc>
              <a:spcBef>
                <a:spcPts val="0"/>
              </a:spcBef>
              <a:spcAft>
                <a:spcPts val="0"/>
              </a:spcAft>
              <a:buClr>
                <a:srgbClr val="000000"/>
              </a:buClr>
              <a:buSzPts val="1000"/>
              <a:buNone/>
              <a:defRPr sz="1000">
                <a:solidFill>
                  <a:srgbClr val="000000"/>
                </a:solidFill>
              </a:defRPr>
            </a:lvl9pPr>
          </a:lstStyle>
          <a:p/>
        </p:txBody>
      </p:sp>
      <p:sp>
        <p:nvSpPr>
          <p:cNvPr id="3528" name="Google Shape;3528;p56"/>
          <p:cNvSpPr txBox="1"/>
          <p:nvPr>
            <p:ph idx="3" type="subTitle"/>
          </p:nvPr>
        </p:nvSpPr>
        <p:spPr>
          <a:xfrm>
            <a:off x="3470925" y="2781395"/>
            <a:ext cx="6172500" cy="461700"/>
          </a:xfrm>
          <a:prstGeom prst="rect">
            <a:avLst/>
          </a:prstGeom>
          <a:noFill/>
          <a:ln>
            <a:noFill/>
          </a:ln>
        </p:spPr>
        <p:txBody>
          <a:bodyPr anchorCtr="0" anchor="ctr" bIns="36000" lIns="36000" spcFirstLastPara="1" rIns="36000" wrap="square" tIns="36000">
            <a:noAutofit/>
          </a:bodyPr>
          <a:lstStyle>
            <a:lvl1pPr lvl="0">
              <a:lnSpc>
                <a:spcPct val="90000"/>
              </a:lnSpc>
              <a:spcBef>
                <a:spcPts val="0"/>
              </a:spcBef>
              <a:spcAft>
                <a:spcPts val="0"/>
              </a:spcAft>
              <a:buClr>
                <a:srgbClr val="000000"/>
              </a:buClr>
              <a:buSzPts val="1000"/>
              <a:buFont typeface="Arvo"/>
              <a:buNone/>
              <a:defRPr sz="10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1000"/>
              <a:buNone/>
              <a:defRPr sz="1000">
                <a:solidFill>
                  <a:srgbClr val="000000"/>
                </a:solidFill>
              </a:defRPr>
            </a:lvl2pPr>
            <a:lvl3pPr lvl="2">
              <a:lnSpc>
                <a:spcPct val="90000"/>
              </a:lnSpc>
              <a:spcBef>
                <a:spcPts val="0"/>
              </a:spcBef>
              <a:spcAft>
                <a:spcPts val="0"/>
              </a:spcAft>
              <a:buClr>
                <a:srgbClr val="000000"/>
              </a:buClr>
              <a:buSzPts val="1000"/>
              <a:buNone/>
              <a:defRPr sz="1000">
                <a:solidFill>
                  <a:srgbClr val="000000"/>
                </a:solidFill>
              </a:defRPr>
            </a:lvl3pPr>
            <a:lvl4pPr lvl="3">
              <a:lnSpc>
                <a:spcPct val="90000"/>
              </a:lnSpc>
              <a:spcBef>
                <a:spcPts val="0"/>
              </a:spcBef>
              <a:spcAft>
                <a:spcPts val="0"/>
              </a:spcAft>
              <a:buClr>
                <a:srgbClr val="000000"/>
              </a:buClr>
              <a:buSzPts val="1000"/>
              <a:buNone/>
              <a:defRPr sz="1000">
                <a:solidFill>
                  <a:srgbClr val="000000"/>
                </a:solidFill>
              </a:defRPr>
            </a:lvl4pPr>
            <a:lvl5pPr lvl="4">
              <a:lnSpc>
                <a:spcPct val="90000"/>
              </a:lnSpc>
              <a:spcBef>
                <a:spcPts val="0"/>
              </a:spcBef>
              <a:spcAft>
                <a:spcPts val="0"/>
              </a:spcAft>
              <a:buClr>
                <a:srgbClr val="000000"/>
              </a:buClr>
              <a:buSzPts val="1000"/>
              <a:buNone/>
              <a:defRPr sz="1000">
                <a:solidFill>
                  <a:srgbClr val="000000"/>
                </a:solidFill>
              </a:defRPr>
            </a:lvl5pPr>
            <a:lvl6pPr lvl="5">
              <a:lnSpc>
                <a:spcPct val="90000"/>
              </a:lnSpc>
              <a:spcBef>
                <a:spcPts val="0"/>
              </a:spcBef>
              <a:spcAft>
                <a:spcPts val="0"/>
              </a:spcAft>
              <a:buClr>
                <a:srgbClr val="000000"/>
              </a:buClr>
              <a:buSzPts val="1000"/>
              <a:buNone/>
              <a:defRPr sz="1000">
                <a:solidFill>
                  <a:srgbClr val="000000"/>
                </a:solidFill>
              </a:defRPr>
            </a:lvl6pPr>
            <a:lvl7pPr lvl="6">
              <a:lnSpc>
                <a:spcPct val="90000"/>
              </a:lnSpc>
              <a:spcBef>
                <a:spcPts val="0"/>
              </a:spcBef>
              <a:spcAft>
                <a:spcPts val="0"/>
              </a:spcAft>
              <a:buClr>
                <a:srgbClr val="000000"/>
              </a:buClr>
              <a:buSzPts val="1000"/>
              <a:buNone/>
              <a:defRPr sz="1000">
                <a:solidFill>
                  <a:srgbClr val="000000"/>
                </a:solidFill>
              </a:defRPr>
            </a:lvl7pPr>
            <a:lvl8pPr lvl="7">
              <a:lnSpc>
                <a:spcPct val="90000"/>
              </a:lnSpc>
              <a:spcBef>
                <a:spcPts val="0"/>
              </a:spcBef>
              <a:spcAft>
                <a:spcPts val="0"/>
              </a:spcAft>
              <a:buClr>
                <a:srgbClr val="000000"/>
              </a:buClr>
              <a:buSzPts val="1000"/>
              <a:buNone/>
              <a:defRPr sz="1000">
                <a:solidFill>
                  <a:srgbClr val="000000"/>
                </a:solidFill>
              </a:defRPr>
            </a:lvl8pPr>
            <a:lvl9pPr lvl="8">
              <a:lnSpc>
                <a:spcPct val="90000"/>
              </a:lnSpc>
              <a:spcBef>
                <a:spcPts val="0"/>
              </a:spcBef>
              <a:spcAft>
                <a:spcPts val="0"/>
              </a:spcAft>
              <a:buClr>
                <a:srgbClr val="000000"/>
              </a:buClr>
              <a:buSzPts val="1000"/>
              <a:buNone/>
              <a:defRPr sz="1000">
                <a:solidFill>
                  <a:srgbClr val="000000"/>
                </a:solidFill>
              </a:defRPr>
            </a:lvl9pPr>
          </a:lstStyle>
          <a:p/>
        </p:txBody>
      </p:sp>
      <p:sp>
        <p:nvSpPr>
          <p:cNvPr id="3529" name="Google Shape;3529;p56"/>
          <p:cNvSpPr txBox="1"/>
          <p:nvPr>
            <p:ph idx="4" type="subTitle"/>
          </p:nvPr>
        </p:nvSpPr>
        <p:spPr>
          <a:xfrm>
            <a:off x="3470925" y="3353211"/>
            <a:ext cx="6172500" cy="570900"/>
          </a:xfrm>
          <a:prstGeom prst="rect">
            <a:avLst/>
          </a:prstGeom>
          <a:noFill/>
          <a:ln>
            <a:noFill/>
          </a:ln>
        </p:spPr>
        <p:txBody>
          <a:bodyPr anchorCtr="0" anchor="ctr" bIns="36000" lIns="36000" spcFirstLastPara="1" rIns="36000" wrap="square" tIns="36000">
            <a:noAutofit/>
          </a:bodyPr>
          <a:lstStyle>
            <a:lvl1pPr lvl="0">
              <a:lnSpc>
                <a:spcPct val="90000"/>
              </a:lnSpc>
              <a:spcBef>
                <a:spcPts val="0"/>
              </a:spcBef>
              <a:spcAft>
                <a:spcPts val="0"/>
              </a:spcAft>
              <a:buClr>
                <a:srgbClr val="000000"/>
              </a:buClr>
              <a:buSzPts val="1000"/>
              <a:buFont typeface="Arvo"/>
              <a:buNone/>
              <a:defRPr sz="10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1000"/>
              <a:buNone/>
              <a:defRPr sz="1000">
                <a:solidFill>
                  <a:srgbClr val="000000"/>
                </a:solidFill>
              </a:defRPr>
            </a:lvl2pPr>
            <a:lvl3pPr lvl="2">
              <a:lnSpc>
                <a:spcPct val="90000"/>
              </a:lnSpc>
              <a:spcBef>
                <a:spcPts val="0"/>
              </a:spcBef>
              <a:spcAft>
                <a:spcPts val="0"/>
              </a:spcAft>
              <a:buClr>
                <a:srgbClr val="000000"/>
              </a:buClr>
              <a:buSzPts val="1000"/>
              <a:buNone/>
              <a:defRPr sz="1000">
                <a:solidFill>
                  <a:srgbClr val="000000"/>
                </a:solidFill>
              </a:defRPr>
            </a:lvl3pPr>
            <a:lvl4pPr lvl="3">
              <a:lnSpc>
                <a:spcPct val="90000"/>
              </a:lnSpc>
              <a:spcBef>
                <a:spcPts val="0"/>
              </a:spcBef>
              <a:spcAft>
                <a:spcPts val="0"/>
              </a:spcAft>
              <a:buClr>
                <a:srgbClr val="000000"/>
              </a:buClr>
              <a:buSzPts val="1000"/>
              <a:buNone/>
              <a:defRPr sz="1000">
                <a:solidFill>
                  <a:srgbClr val="000000"/>
                </a:solidFill>
              </a:defRPr>
            </a:lvl4pPr>
            <a:lvl5pPr lvl="4">
              <a:lnSpc>
                <a:spcPct val="90000"/>
              </a:lnSpc>
              <a:spcBef>
                <a:spcPts val="0"/>
              </a:spcBef>
              <a:spcAft>
                <a:spcPts val="0"/>
              </a:spcAft>
              <a:buClr>
                <a:srgbClr val="000000"/>
              </a:buClr>
              <a:buSzPts val="1000"/>
              <a:buNone/>
              <a:defRPr sz="1000">
                <a:solidFill>
                  <a:srgbClr val="000000"/>
                </a:solidFill>
              </a:defRPr>
            </a:lvl5pPr>
            <a:lvl6pPr lvl="5">
              <a:lnSpc>
                <a:spcPct val="90000"/>
              </a:lnSpc>
              <a:spcBef>
                <a:spcPts val="0"/>
              </a:spcBef>
              <a:spcAft>
                <a:spcPts val="0"/>
              </a:spcAft>
              <a:buClr>
                <a:srgbClr val="000000"/>
              </a:buClr>
              <a:buSzPts val="1000"/>
              <a:buNone/>
              <a:defRPr sz="1000">
                <a:solidFill>
                  <a:srgbClr val="000000"/>
                </a:solidFill>
              </a:defRPr>
            </a:lvl6pPr>
            <a:lvl7pPr lvl="6">
              <a:lnSpc>
                <a:spcPct val="90000"/>
              </a:lnSpc>
              <a:spcBef>
                <a:spcPts val="0"/>
              </a:spcBef>
              <a:spcAft>
                <a:spcPts val="0"/>
              </a:spcAft>
              <a:buClr>
                <a:srgbClr val="000000"/>
              </a:buClr>
              <a:buSzPts val="1000"/>
              <a:buNone/>
              <a:defRPr sz="1000">
                <a:solidFill>
                  <a:srgbClr val="000000"/>
                </a:solidFill>
              </a:defRPr>
            </a:lvl7pPr>
            <a:lvl8pPr lvl="7">
              <a:lnSpc>
                <a:spcPct val="90000"/>
              </a:lnSpc>
              <a:spcBef>
                <a:spcPts val="0"/>
              </a:spcBef>
              <a:spcAft>
                <a:spcPts val="0"/>
              </a:spcAft>
              <a:buClr>
                <a:srgbClr val="000000"/>
              </a:buClr>
              <a:buSzPts val="1000"/>
              <a:buNone/>
              <a:defRPr sz="1000">
                <a:solidFill>
                  <a:srgbClr val="000000"/>
                </a:solidFill>
              </a:defRPr>
            </a:lvl8pPr>
            <a:lvl9pPr lvl="8">
              <a:lnSpc>
                <a:spcPct val="90000"/>
              </a:lnSpc>
              <a:spcBef>
                <a:spcPts val="0"/>
              </a:spcBef>
              <a:spcAft>
                <a:spcPts val="0"/>
              </a:spcAft>
              <a:buClr>
                <a:srgbClr val="000000"/>
              </a:buClr>
              <a:buSzPts val="1000"/>
              <a:buNone/>
              <a:defRPr sz="1000">
                <a:solidFill>
                  <a:srgbClr val="000000"/>
                </a:solidFill>
              </a:defRPr>
            </a:lvl9pPr>
          </a:lstStyle>
          <a:p/>
        </p:txBody>
      </p:sp>
      <p:sp>
        <p:nvSpPr>
          <p:cNvPr id="3530" name="Google Shape;3530;p56"/>
          <p:cNvSpPr txBox="1"/>
          <p:nvPr>
            <p:ph idx="5" type="subTitle"/>
          </p:nvPr>
        </p:nvSpPr>
        <p:spPr>
          <a:xfrm>
            <a:off x="3470925" y="4051607"/>
            <a:ext cx="6172500" cy="570900"/>
          </a:xfrm>
          <a:prstGeom prst="rect">
            <a:avLst/>
          </a:prstGeom>
          <a:noFill/>
          <a:ln>
            <a:noFill/>
          </a:ln>
        </p:spPr>
        <p:txBody>
          <a:bodyPr anchorCtr="0" anchor="ctr" bIns="36000" lIns="36000" spcFirstLastPara="1" rIns="36000" wrap="square" tIns="36000">
            <a:noAutofit/>
          </a:bodyPr>
          <a:lstStyle>
            <a:lvl1pPr lvl="0">
              <a:lnSpc>
                <a:spcPct val="90000"/>
              </a:lnSpc>
              <a:spcBef>
                <a:spcPts val="0"/>
              </a:spcBef>
              <a:spcAft>
                <a:spcPts val="0"/>
              </a:spcAft>
              <a:buClr>
                <a:srgbClr val="000000"/>
              </a:buClr>
              <a:buSzPts val="1000"/>
              <a:buFont typeface="Arvo"/>
              <a:buNone/>
              <a:defRPr sz="10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1000"/>
              <a:buNone/>
              <a:defRPr sz="1000">
                <a:solidFill>
                  <a:srgbClr val="000000"/>
                </a:solidFill>
              </a:defRPr>
            </a:lvl2pPr>
            <a:lvl3pPr lvl="2">
              <a:lnSpc>
                <a:spcPct val="90000"/>
              </a:lnSpc>
              <a:spcBef>
                <a:spcPts val="0"/>
              </a:spcBef>
              <a:spcAft>
                <a:spcPts val="0"/>
              </a:spcAft>
              <a:buClr>
                <a:srgbClr val="000000"/>
              </a:buClr>
              <a:buSzPts val="1000"/>
              <a:buNone/>
              <a:defRPr sz="1000">
                <a:solidFill>
                  <a:srgbClr val="000000"/>
                </a:solidFill>
              </a:defRPr>
            </a:lvl3pPr>
            <a:lvl4pPr lvl="3">
              <a:lnSpc>
                <a:spcPct val="90000"/>
              </a:lnSpc>
              <a:spcBef>
                <a:spcPts val="0"/>
              </a:spcBef>
              <a:spcAft>
                <a:spcPts val="0"/>
              </a:spcAft>
              <a:buClr>
                <a:srgbClr val="000000"/>
              </a:buClr>
              <a:buSzPts val="1000"/>
              <a:buNone/>
              <a:defRPr sz="1000">
                <a:solidFill>
                  <a:srgbClr val="000000"/>
                </a:solidFill>
              </a:defRPr>
            </a:lvl4pPr>
            <a:lvl5pPr lvl="4">
              <a:lnSpc>
                <a:spcPct val="90000"/>
              </a:lnSpc>
              <a:spcBef>
                <a:spcPts val="0"/>
              </a:spcBef>
              <a:spcAft>
                <a:spcPts val="0"/>
              </a:spcAft>
              <a:buClr>
                <a:srgbClr val="000000"/>
              </a:buClr>
              <a:buSzPts val="1000"/>
              <a:buNone/>
              <a:defRPr sz="1000">
                <a:solidFill>
                  <a:srgbClr val="000000"/>
                </a:solidFill>
              </a:defRPr>
            </a:lvl5pPr>
            <a:lvl6pPr lvl="5">
              <a:lnSpc>
                <a:spcPct val="90000"/>
              </a:lnSpc>
              <a:spcBef>
                <a:spcPts val="0"/>
              </a:spcBef>
              <a:spcAft>
                <a:spcPts val="0"/>
              </a:spcAft>
              <a:buClr>
                <a:srgbClr val="000000"/>
              </a:buClr>
              <a:buSzPts val="1000"/>
              <a:buNone/>
              <a:defRPr sz="1000">
                <a:solidFill>
                  <a:srgbClr val="000000"/>
                </a:solidFill>
              </a:defRPr>
            </a:lvl6pPr>
            <a:lvl7pPr lvl="6">
              <a:lnSpc>
                <a:spcPct val="90000"/>
              </a:lnSpc>
              <a:spcBef>
                <a:spcPts val="0"/>
              </a:spcBef>
              <a:spcAft>
                <a:spcPts val="0"/>
              </a:spcAft>
              <a:buClr>
                <a:srgbClr val="000000"/>
              </a:buClr>
              <a:buSzPts val="1000"/>
              <a:buNone/>
              <a:defRPr sz="1000">
                <a:solidFill>
                  <a:srgbClr val="000000"/>
                </a:solidFill>
              </a:defRPr>
            </a:lvl7pPr>
            <a:lvl8pPr lvl="7">
              <a:lnSpc>
                <a:spcPct val="90000"/>
              </a:lnSpc>
              <a:spcBef>
                <a:spcPts val="0"/>
              </a:spcBef>
              <a:spcAft>
                <a:spcPts val="0"/>
              </a:spcAft>
              <a:buClr>
                <a:srgbClr val="000000"/>
              </a:buClr>
              <a:buSzPts val="1000"/>
              <a:buNone/>
              <a:defRPr sz="1000">
                <a:solidFill>
                  <a:srgbClr val="000000"/>
                </a:solidFill>
              </a:defRPr>
            </a:lvl8pPr>
            <a:lvl9pPr lvl="8">
              <a:lnSpc>
                <a:spcPct val="90000"/>
              </a:lnSpc>
              <a:spcBef>
                <a:spcPts val="0"/>
              </a:spcBef>
              <a:spcAft>
                <a:spcPts val="0"/>
              </a:spcAft>
              <a:buClr>
                <a:srgbClr val="000000"/>
              </a:buClr>
              <a:buSzPts val="1000"/>
              <a:buNone/>
              <a:defRPr sz="1000">
                <a:solidFill>
                  <a:srgbClr val="000000"/>
                </a:solidFill>
              </a:defRPr>
            </a:lvl9pPr>
          </a:lstStyle>
          <a:p/>
        </p:txBody>
      </p:sp>
      <p:sp>
        <p:nvSpPr>
          <p:cNvPr id="3531" name="Google Shape;3531;p56"/>
          <p:cNvSpPr txBox="1"/>
          <p:nvPr>
            <p:ph idx="6" type="subTitle"/>
          </p:nvPr>
        </p:nvSpPr>
        <p:spPr>
          <a:xfrm>
            <a:off x="3470925" y="4775817"/>
            <a:ext cx="6172500" cy="570900"/>
          </a:xfrm>
          <a:prstGeom prst="rect">
            <a:avLst/>
          </a:prstGeom>
          <a:noFill/>
          <a:ln>
            <a:noFill/>
          </a:ln>
        </p:spPr>
        <p:txBody>
          <a:bodyPr anchorCtr="0" anchor="ctr" bIns="36000" lIns="36000" spcFirstLastPara="1" rIns="36000" wrap="square" tIns="36000">
            <a:noAutofit/>
          </a:bodyPr>
          <a:lstStyle>
            <a:lvl1pPr lvl="0">
              <a:lnSpc>
                <a:spcPct val="90000"/>
              </a:lnSpc>
              <a:spcBef>
                <a:spcPts val="0"/>
              </a:spcBef>
              <a:spcAft>
                <a:spcPts val="0"/>
              </a:spcAft>
              <a:buClr>
                <a:srgbClr val="000000"/>
              </a:buClr>
              <a:buSzPts val="1000"/>
              <a:buFont typeface="Arvo"/>
              <a:buNone/>
              <a:defRPr sz="10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1000"/>
              <a:buNone/>
              <a:defRPr sz="1000">
                <a:solidFill>
                  <a:srgbClr val="000000"/>
                </a:solidFill>
              </a:defRPr>
            </a:lvl2pPr>
            <a:lvl3pPr lvl="2">
              <a:lnSpc>
                <a:spcPct val="90000"/>
              </a:lnSpc>
              <a:spcBef>
                <a:spcPts val="0"/>
              </a:spcBef>
              <a:spcAft>
                <a:spcPts val="0"/>
              </a:spcAft>
              <a:buClr>
                <a:srgbClr val="000000"/>
              </a:buClr>
              <a:buSzPts val="1000"/>
              <a:buNone/>
              <a:defRPr sz="1000">
                <a:solidFill>
                  <a:srgbClr val="000000"/>
                </a:solidFill>
              </a:defRPr>
            </a:lvl3pPr>
            <a:lvl4pPr lvl="3">
              <a:lnSpc>
                <a:spcPct val="90000"/>
              </a:lnSpc>
              <a:spcBef>
                <a:spcPts val="0"/>
              </a:spcBef>
              <a:spcAft>
                <a:spcPts val="0"/>
              </a:spcAft>
              <a:buClr>
                <a:srgbClr val="000000"/>
              </a:buClr>
              <a:buSzPts val="1000"/>
              <a:buNone/>
              <a:defRPr sz="1000">
                <a:solidFill>
                  <a:srgbClr val="000000"/>
                </a:solidFill>
              </a:defRPr>
            </a:lvl4pPr>
            <a:lvl5pPr lvl="4">
              <a:lnSpc>
                <a:spcPct val="90000"/>
              </a:lnSpc>
              <a:spcBef>
                <a:spcPts val="0"/>
              </a:spcBef>
              <a:spcAft>
                <a:spcPts val="0"/>
              </a:spcAft>
              <a:buClr>
                <a:srgbClr val="000000"/>
              </a:buClr>
              <a:buSzPts val="1000"/>
              <a:buNone/>
              <a:defRPr sz="1000">
                <a:solidFill>
                  <a:srgbClr val="000000"/>
                </a:solidFill>
              </a:defRPr>
            </a:lvl5pPr>
            <a:lvl6pPr lvl="5">
              <a:lnSpc>
                <a:spcPct val="90000"/>
              </a:lnSpc>
              <a:spcBef>
                <a:spcPts val="0"/>
              </a:spcBef>
              <a:spcAft>
                <a:spcPts val="0"/>
              </a:spcAft>
              <a:buClr>
                <a:srgbClr val="000000"/>
              </a:buClr>
              <a:buSzPts val="1000"/>
              <a:buNone/>
              <a:defRPr sz="1000">
                <a:solidFill>
                  <a:srgbClr val="000000"/>
                </a:solidFill>
              </a:defRPr>
            </a:lvl6pPr>
            <a:lvl7pPr lvl="6">
              <a:lnSpc>
                <a:spcPct val="90000"/>
              </a:lnSpc>
              <a:spcBef>
                <a:spcPts val="0"/>
              </a:spcBef>
              <a:spcAft>
                <a:spcPts val="0"/>
              </a:spcAft>
              <a:buClr>
                <a:srgbClr val="000000"/>
              </a:buClr>
              <a:buSzPts val="1000"/>
              <a:buNone/>
              <a:defRPr sz="1000">
                <a:solidFill>
                  <a:srgbClr val="000000"/>
                </a:solidFill>
              </a:defRPr>
            </a:lvl7pPr>
            <a:lvl8pPr lvl="7">
              <a:lnSpc>
                <a:spcPct val="90000"/>
              </a:lnSpc>
              <a:spcBef>
                <a:spcPts val="0"/>
              </a:spcBef>
              <a:spcAft>
                <a:spcPts val="0"/>
              </a:spcAft>
              <a:buClr>
                <a:srgbClr val="000000"/>
              </a:buClr>
              <a:buSzPts val="1000"/>
              <a:buNone/>
              <a:defRPr sz="1000">
                <a:solidFill>
                  <a:srgbClr val="000000"/>
                </a:solidFill>
              </a:defRPr>
            </a:lvl8pPr>
            <a:lvl9pPr lvl="8">
              <a:lnSpc>
                <a:spcPct val="90000"/>
              </a:lnSpc>
              <a:spcBef>
                <a:spcPts val="0"/>
              </a:spcBef>
              <a:spcAft>
                <a:spcPts val="0"/>
              </a:spcAft>
              <a:buClr>
                <a:srgbClr val="000000"/>
              </a:buClr>
              <a:buSzPts val="1000"/>
              <a:buNone/>
              <a:defRPr sz="1000">
                <a:solidFill>
                  <a:srgbClr val="000000"/>
                </a:solidFill>
              </a:defRPr>
            </a:lvl9pPr>
          </a:lstStyle>
          <a:p/>
        </p:txBody>
      </p:sp>
      <p:sp>
        <p:nvSpPr>
          <p:cNvPr id="3532" name="Google Shape;3532;p56"/>
          <p:cNvSpPr txBox="1"/>
          <p:nvPr>
            <p:ph idx="7" type="subTitle"/>
          </p:nvPr>
        </p:nvSpPr>
        <p:spPr>
          <a:xfrm>
            <a:off x="3470925" y="5486810"/>
            <a:ext cx="6172500" cy="570900"/>
          </a:xfrm>
          <a:prstGeom prst="rect">
            <a:avLst/>
          </a:prstGeom>
          <a:noFill/>
          <a:ln>
            <a:noFill/>
          </a:ln>
        </p:spPr>
        <p:txBody>
          <a:bodyPr anchorCtr="0" anchor="ctr" bIns="36000" lIns="36000" spcFirstLastPara="1" rIns="36000" wrap="square" tIns="36000">
            <a:noAutofit/>
          </a:bodyPr>
          <a:lstStyle>
            <a:lvl1pPr lvl="0">
              <a:lnSpc>
                <a:spcPct val="90000"/>
              </a:lnSpc>
              <a:spcBef>
                <a:spcPts val="0"/>
              </a:spcBef>
              <a:spcAft>
                <a:spcPts val="0"/>
              </a:spcAft>
              <a:buClr>
                <a:srgbClr val="000000"/>
              </a:buClr>
              <a:buSzPts val="1000"/>
              <a:buFont typeface="Arvo"/>
              <a:buNone/>
              <a:defRPr sz="10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1000"/>
              <a:buNone/>
              <a:defRPr sz="1000">
                <a:solidFill>
                  <a:srgbClr val="000000"/>
                </a:solidFill>
              </a:defRPr>
            </a:lvl2pPr>
            <a:lvl3pPr lvl="2">
              <a:lnSpc>
                <a:spcPct val="90000"/>
              </a:lnSpc>
              <a:spcBef>
                <a:spcPts val="0"/>
              </a:spcBef>
              <a:spcAft>
                <a:spcPts val="0"/>
              </a:spcAft>
              <a:buClr>
                <a:srgbClr val="000000"/>
              </a:buClr>
              <a:buSzPts val="1000"/>
              <a:buNone/>
              <a:defRPr sz="1000">
                <a:solidFill>
                  <a:srgbClr val="000000"/>
                </a:solidFill>
              </a:defRPr>
            </a:lvl3pPr>
            <a:lvl4pPr lvl="3">
              <a:lnSpc>
                <a:spcPct val="90000"/>
              </a:lnSpc>
              <a:spcBef>
                <a:spcPts val="0"/>
              </a:spcBef>
              <a:spcAft>
                <a:spcPts val="0"/>
              </a:spcAft>
              <a:buClr>
                <a:srgbClr val="000000"/>
              </a:buClr>
              <a:buSzPts val="1000"/>
              <a:buNone/>
              <a:defRPr sz="1000">
                <a:solidFill>
                  <a:srgbClr val="000000"/>
                </a:solidFill>
              </a:defRPr>
            </a:lvl4pPr>
            <a:lvl5pPr lvl="4">
              <a:lnSpc>
                <a:spcPct val="90000"/>
              </a:lnSpc>
              <a:spcBef>
                <a:spcPts val="0"/>
              </a:spcBef>
              <a:spcAft>
                <a:spcPts val="0"/>
              </a:spcAft>
              <a:buClr>
                <a:srgbClr val="000000"/>
              </a:buClr>
              <a:buSzPts val="1000"/>
              <a:buNone/>
              <a:defRPr sz="1000">
                <a:solidFill>
                  <a:srgbClr val="000000"/>
                </a:solidFill>
              </a:defRPr>
            </a:lvl5pPr>
            <a:lvl6pPr lvl="5">
              <a:lnSpc>
                <a:spcPct val="90000"/>
              </a:lnSpc>
              <a:spcBef>
                <a:spcPts val="0"/>
              </a:spcBef>
              <a:spcAft>
                <a:spcPts val="0"/>
              </a:spcAft>
              <a:buClr>
                <a:srgbClr val="000000"/>
              </a:buClr>
              <a:buSzPts val="1000"/>
              <a:buNone/>
              <a:defRPr sz="1000">
                <a:solidFill>
                  <a:srgbClr val="000000"/>
                </a:solidFill>
              </a:defRPr>
            </a:lvl6pPr>
            <a:lvl7pPr lvl="6">
              <a:lnSpc>
                <a:spcPct val="90000"/>
              </a:lnSpc>
              <a:spcBef>
                <a:spcPts val="0"/>
              </a:spcBef>
              <a:spcAft>
                <a:spcPts val="0"/>
              </a:spcAft>
              <a:buClr>
                <a:srgbClr val="000000"/>
              </a:buClr>
              <a:buSzPts val="1000"/>
              <a:buNone/>
              <a:defRPr sz="1000">
                <a:solidFill>
                  <a:srgbClr val="000000"/>
                </a:solidFill>
              </a:defRPr>
            </a:lvl7pPr>
            <a:lvl8pPr lvl="7">
              <a:lnSpc>
                <a:spcPct val="90000"/>
              </a:lnSpc>
              <a:spcBef>
                <a:spcPts val="0"/>
              </a:spcBef>
              <a:spcAft>
                <a:spcPts val="0"/>
              </a:spcAft>
              <a:buClr>
                <a:srgbClr val="000000"/>
              </a:buClr>
              <a:buSzPts val="1000"/>
              <a:buNone/>
              <a:defRPr sz="1000">
                <a:solidFill>
                  <a:srgbClr val="000000"/>
                </a:solidFill>
              </a:defRPr>
            </a:lvl8pPr>
            <a:lvl9pPr lvl="8">
              <a:lnSpc>
                <a:spcPct val="90000"/>
              </a:lnSpc>
              <a:spcBef>
                <a:spcPts val="0"/>
              </a:spcBef>
              <a:spcAft>
                <a:spcPts val="0"/>
              </a:spcAft>
              <a:buClr>
                <a:srgbClr val="000000"/>
              </a:buClr>
              <a:buSzPts val="1000"/>
              <a:buNone/>
              <a:defRPr sz="1000">
                <a:solidFill>
                  <a:srgbClr val="000000"/>
                </a:solidFill>
              </a:defRPr>
            </a:lvl9pPr>
          </a:lstStyle>
          <a:p/>
        </p:txBody>
      </p:sp>
      <p:sp>
        <p:nvSpPr>
          <p:cNvPr id="3533" name="Google Shape;3533;p56"/>
          <p:cNvSpPr txBox="1"/>
          <p:nvPr>
            <p:ph type="title"/>
          </p:nvPr>
        </p:nvSpPr>
        <p:spPr>
          <a:xfrm flipH="1">
            <a:off x="3219178" y="437575"/>
            <a:ext cx="6540000" cy="2658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200"/>
              <a:buNone/>
              <a:defRPr sz="1200">
                <a:solidFill>
                  <a:srgbClr val="000000"/>
                </a:solidFill>
              </a:defRPr>
            </a:lvl1pPr>
            <a:lvl2pPr lvl="1">
              <a:spcBef>
                <a:spcPts val="0"/>
              </a:spcBef>
              <a:spcAft>
                <a:spcPts val="0"/>
              </a:spcAft>
              <a:buClr>
                <a:srgbClr val="000000"/>
              </a:buClr>
              <a:buSzPts val="1100"/>
              <a:buNone/>
              <a:defRPr sz="1100">
                <a:solidFill>
                  <a:srgbClr val="000000"/>
                </a:solidFill>
              </a:defRPr>
            </a:lvl2pPr>
            <a:lvl3pPr lvl="2">
              <a:spcBef>
                <a:spcPts val="0"/>
              </a:spcBef>
              <a:spcAft>
                <a:spcPts val="0"/>
              </a:spcAft>
              <a:buClr>
                <a:srgbClr val="000000"/>
              </a:buClr>
              <a:buSzPts val="1100"/>
              <a:buNone/>
              <a:defRPr sz="1100">
                <a:solidFill>
                  <a:srgbClr val="000000"/>
                </a:solidFill>
              </a:defRPr>
            </a:lvl3pPr>
            <a:lvl4pPr lvl="3">
              <a:spcBef>
                <a:spcPts val="0"/>
              </a:spcBef>
              <a:spcAft>
                <a:spcPts val="0"/>
              </a:spcAft>
              <a:buClr>
                <a:srgbClr val="000000"/>
              </a:buClr>
              <a:buSzPts val="1100"/>
              <a:buNone/>
              <a:defRPr sz="1100">
                <a:solidFill>
                  <a:srgbClr val="000000"/>
                </a:solidFill>
              </a:defRPr>
            </a:lvl4pPr>
            <a:lvl5pPr lvl="4">
              <a:spcBef>
                <a:spcPts val="0"/>
              </a:spcBef>
              <a:spcAft>
                <a:spcPts val="0"/>
              </a:spcAft>
              <a:buClr>
                <a:srgbClr val="000000"/>
              </a:buClr>
              <a:buSzPts val="1100"/>
              <a:buNone/>
              <a:defRPr sz="1100">
                <a:solidFill>
                  <a:srgbClr val="000000"/>
                </a:solidFill>
              </a:defRPr>
            </a:lvl5pPr>
            <a:lvl6pPr lvl="5">
              <a:spcBef>
                <a:spcPts val="0"/>
              </a:spcBef>
              <a:spcAft>
                <a:spcPts val="0"/>
              </a:spcAft>
              <a:buClr>
                <a:srgbClr val="000000"/>
              </a:buClr>
              <a:buSzPts val="1100"/>
              <a:buNone/>
              <a:defRPr sz="1100">
                <a:solidFill>
                  <a:srgbClr val="000000"/>
                </a:solidFill>
              </a:defRPr>
            </a:lvl6pPr>
            <a:lvl7pPr lvl="6">
              <a:spcBef>
                <a:spcPts val="0"/>
              </a:spcBef>
              <a:spcAft>
                <a:spcPts val="0"/>
              </a:spcAft>
              <a:buClr>
                <a:srgbClr val="000000"/>
              </a:buClr>
              <a:buSzPts val="1100"/>
              <a:buNone/>
              <a:defRPr sz="1100">
                <a:solidFill>
                  <a:srgbClr val="000000"/>
                </a:solidFill>
              </a:defRPr>
            </a:lvl7pPr>
            <a:lvl8pPr lvl="7">
              <a:spcBef>
                <a:spcPts val="0"/>
              </a:spcBef>
              <a:spcAft>
                <a:spcPts val="0"/>
              </a:spcAft>
              <a:buClr>
                <a:srgbClr val="000000"/>
              </a:buClr>
              <a:buSzPts val="1100"/>
              <a:buNone/>
              <a:defRPr sz="1100">
                <a:solidFill>
                  <a:srgbClr val="000000"/>
                </a:solidFill>
              </a:defRPr>
            </a:lvl8pPr>
            <a:lvl9pPr lvl="8">
              <a:spcBef>
                <a:spcPts val="0"/>
              </a:spcBef>
              <a:spcAft>
                <a:spcPts val="0"/>
              </a:spcAft>
              <a:buClr>
                <a:srgbClr val="000000"/>
              </a:buClr>
              <a:buSzPts val="1100"/>
              <a:buNone/>
              <a:defRPr sz="1100">
                <a:solidFill>
                  <a:srgbClr val="000000"/>
                </a:solidFill>
              </a:defRPr>
            </a:lvl9pPr>
          </a:lstStyle>
          <a:p/>
        </p:txBody>
      </p:sp>
      <p:sp>
        <p:nvSpPr>
          <p:cNvPr id="3534" name="Google Shape;3534;p56"/>
          <p:cNvSpPr txBox="1"/>
          <p:nvPr/>
        </p:nvSpPr>
        <p:spPr>
          <a:xfrm>
            <a:off x="2513487" y="437267"/>
            <a:ext cx="679500" cy="2664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b="1" lang="es-419" sz="1100"/>
              <a:t>Empresa:</a:t>
            </a:r>
            <a:endParaRPr b="1" sz="1100"/>
          </a:p>
        </p:txBody>
      </p:sp>
      <p:sp>
        <p:nvSpPr>
          <p:cNvPr id="3535" name="Google Shape;3535;p56"/>
          <p:cNvSpPr txBox="1"/>
          <p:nvPr>
            <p:ph idx="8" type="body"/>
          </p:nvPr>
        </p:nvSpPr>
        <p:spPr>
          <a:xfrm>
            <a:off x="641150" y="612125"/>
            <a:ext cx="1770300" cy="160500"/>
          </a:xfrm>
          <a:prstGeom prst="rect">
            <a:avLst/>
          </a:prstGeom>
          <a:noFill/>
          <a:ln>
            <a:noFill/>
          </a:ln>
        </p:spPr>
        <p:txBody>
          <a:bodyPr anchorCtr="0" anchor="t" bIns="0" lIns="0" spcFirstLastPara="1" rIns="0" wrap="square" tIns="0">
            <a:noAutofit/>
          </a:bodyPr>
          <a:lstStyle>
            <a:lvl1pPr indent="-292100" lvl="0" marL="457200" algn="ctr">
              <a:spcBef>
                <a:spcPts val="0"/>
              </a:spcBef>
              <a:spcAft>
                <a:spcPts val="0"/>
              </a:spcAft>
              <a:buClr>
                <a:srgbClr val="FFFFFF"/>
              </a:buClr>
              <a:buSzPts val="1000"/>
              <a:buChar char="●"/>
              <a:defRPr sz="1000">
                <a:solidFill>
                  <a:srgbClr val="FFFFFF"/>
                </a:solidFill>
              </a:defRPr>
            </a:lvl1pPr>
            <a:lvl2pPr indent="-292100" lvl="1" marL="914400" algn="ctr">
              <a:spcBef>
                <a:spcPts val="0"/>
              </a:spcBef>
              <a:spcAft>
                <a:spcPts val="0"/>
              </a:spcAft>
              <a:buClr>
                <a:srgbClr val="FFFFFF"/>
              </a:buClr>
              <a:buSzPts val="1000"/>
              <a:buChar char="○"/>
              <a:defRPr sz="1000">
                <a:solidFill>
                  <a:srgbClr val="FFFFFF"/>
                </a:solidFill>
              </a:defRPr>
            </a:lvl2pPr>
            <a:lvl3pPr indent="-292100" lvl="2" marL="1371600" algn="ctr">
              <a:spcBef>
                <a:spcPts val="0"/>
              </a:spcBef>
              <a:spcAft>
                <a:spcPts val="0"/>
              </a:spcAft>
              <a:buClr>
                <a:srgbClr val="FFFFFF"/>
              </a:buClr>
              <a:buSzPts val="1000"/>
              <a:buChar char="■"/>
              <a:defRPr sz="1000">
                <a:solidFill>
                  <a:srgbClr val="FFFFFF"/>
                </a:solidFill>
              </a:defRPr>
            </a:lvl3pPr>
            <a:lvl4pPr indent="-292100" lvl="3" marL="1828800" algn="ctr">
              <a:spcBef>
                <a:spcPts val="0"/>
              </a:spcBef>
              <a:spcAft>
                <a:spcPts val="0"/>
              </a:spcAft>
              <a:buClr>
                <a:srgbClr val="FFFFFF"/>
              </a:buClr>
              <a:buSzPts val="1000"/>
              <a:buChar char="●"/>
              <a:defRPr sz="1000">
                <a:solidFill>
                  <a:srgbClr val="FFFFFF"/>
                </a:solidFill>
              </a:defRPr>
            </a:lvl4pPr>
            <a:lvl5pPr indent="-292100" lvl="4" marL="2286000" algn="ctr">
              <a:spcBef>
                <a:spcPts val="0"/>
              </a:spcBef>
              <a:spcAft>
                <a:spcPts val="0"/>
              </a:spcAft>
              <a:buClr>
                <a:srgbClr val="FFFFFF"/>
              </a:buClr>
              <a:buSzPts val="1000"/>
              <a:buChar char="○"/>
              <a:defRPr sz="1000">
                <a:solidFill>
                  <a:srgbClr val="FFFFFF"/>
                </a:solidFill>
              </a:defRPr>
            </a:lvl5pPr>
            <a:lvl6pPr indent="-292100" lvl="5" marL="2743200" algn="ctr">
              <a:spcBef>
                <a:spcPts val="0"/>
              </a:spcBef>
              <a:spcAft>
                <a:spcPts val="0"/>
              </a:spcAft>
              <a:buClr>
                <a:srgbClr val="FFFFFF"/>
              </a:buClr>
              <a:buSzPts val="1000"/>
              <a:buChar char="■"/>
              <a:defRPr sz="1000">
                <a:solidFill>
                  <a:srgbClr val="FFFFFF"/>
                </a:solidFill>
              </a:defRPr>
            </a:lvl6pPr>
            <a:lvl7pPr indent="-292100" lvl="6" marL="3200400" algn="ctr">
              <a:spcBef>
                <a:spcPts val="0"/>
              </a:spcBef>
              <a:spcAft>
                <a:spcPts val="0"/>
              </a:spcAft>
              <a:buClr>
                <a:srgbClr val="FFFFFF"/>
              </a:buClr>
              <a:buSzPts val="1000"/>
              <a:buChar char="●"/>
              <a:defRPr sz="1000">
                <a:solidFill>
                  <a:srgbClr val="FFFFFF"/>
                </a:solidFill>
              </a:defRPr>
            </a:lvl7pPr>
            <a:lvl8pPr indent="-292100" lvl="7" marL="3657600" algn="ctr">
              <a:spcBef>
                <a:spcPts val="0"/>
              </a:spcBef>
              <a:spcAft>
                <a:spcPts val="0"/>
              </a:spcAft>
              <a:buClr>
                <a:srgbClr val="FFFFFF"/>
              </a:buClr>
              <a:buSzPts val="1000"/>
              <a:buChar char="○"/>
              <a:defRPr sz="1000">
                <a:solidFill>
                  <a:srgbClr val="FFFFFF"/>
                </a:solidFill>
              </a:defRPr>
            </a:lvl8pPr>
            <a:lvl9pPr indent="-292100" lvl="8" marL="4114800" algn="ctr">
              <a:spcBef>
                <a:spcPts val="0"/>
              </a:spcBef>
              <a:spcAft>
                <a:spcPts val="0"/>
              </a:spcAft>
              <a:buClr>
                <a:srgbClr val="FFFFFF"/>
              </a:buClr>
              <a:buSzPts val="1000"/>
              <a:buChar char="■"/>
              <a:defRPr sz="1000">
                <a:solidFill>
                  <a:srgbClr val="FFFFFF"/>
                </a:solidFill>
              </a:defRPr>
            </a:lvl9pPr>
          </a:lstStyle>
          <a:p/>
        </p:txBody>
      </p:sp>
      <p:sp>
        <p:nvSpPr>
          <p:cNvPr id="3536" name="Google Shape;3536;p56"/>
          <p:cNvSpPr txBox="1"/>
          <p:nvPr/>
        </p:nvSpPr>
        <p:spPr>
          <a:xfrm>
            <a:off x="84825" y="598125"/>
            <a:ext cx="595500" cy="205800"/>
          </a:xfrm>
          <a:prstGeom prst="rect">
            <a:avLst/>
          </a:prstGeom>
          <a:noFill/>
          <a:ln>
            <a:noFill/>
          </a:ln>
        </p:spPr>
        <p:txBody>
          <a:bodyPr anchorCtr="0" anchor="t" bIns="18000" lIns="18000" spcFirstLastPara="1" rIns="18000" wrap="square" tIns="18000">
            <a:spAutoFit/>
          </a:bodyPr>
          <a:lstStyle/>
          <a:p>
            <a:pPr indent="0" lvl="0" marL="0" rtl="0" algn="l">
              <a:spcBef>
                <a:spcPts val="0"/>
              </a:spcBef>
              <a:spcAft>
                <a:spcPts val="0"/>
              </a:spcAft>
              <a:buNone/>
            </a:pPr>
            <a:r>
              <a:rPr lang="es-419" sz="1100">
                <a:solidFill>
                  <a:srgbClr val="FFFFFF"/>
                </a:solidFill>
              </a:rPr>
              <a:t>Nombre:</a:t>
            </a:r>
            <a:endParaRPr sz="1100">
              <a:solidFill>
                <a:srgbClr val="FFFFFF"/>
              </a:solidFill>
            </a:endParaRPr>
          </a:p>
        </p:txBody>
      </p:sp>
    </p:spTree>
  </p:cSld>
  <p:clrMapOvr>
    <a:masterClrMapping/>
  </p:clrMapOvr>
</p:sldLayout>
</file>

<file path=ppt/slideLayouts/slideLayout5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5 Diagrama de Espina de Pescado">
  <p:cSld name="TITLE_3_6_1_1_1_1_1_1_1_1_1_1">
    <p:spTree>
      <p:nvGrpSpPr>
        <p:cNvPr id="3537" name="Shape 3537"/>
        <p:cNvGrpSpPr/>
        <p:nvPr/>
      </p:nvGrpSpPr>
      <p:grpSpPr>
        <a:xfrm>
          <a:off x="0" y="0"/>
          <a:ext cx="0" cy="0"/>
          <a:chOff x="0" y="0"/>
          <a:chExt cx="0" cy="0"/>
        </a:xfrm>
      </p:grpSpPr>
      <p:sp>
        <p:nvSpPr>
          <p:cNvPr id="3538" name="Google Shape;3538;p57"/>
          <p:cNvSpPr txBox="1"/>
          <p:nvPr/>
        </p:nvSpPr>
        <p:spPr>
          <a:xfrm>
            <a:off x="2896942" y="1046542"/>
            <a:ext cx="1069200" cy="2166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t/>
            </a:r>
            <a:endParaRPr b="1" sz="600"/>
          </a:p>
        </p:txBody>
      </p:sp>
      <p:sp>
        <p:nvSpPr>
          <p:cNvPr id="3539" name="Google Shape;3539;p57"/>
          <p:cNvSpPr txBox="1"/>
          <p:nvPr/>
        </p:nvSpPr>
        <p:spPr>
          <a:xfrm>
            <a:off x="4101686" y="1046542"/>
            <a:ext cx="1163700" cy="2166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t/>
            </a:r>
            <a:endParaRPr b="1" sz="600"/>
          </a:p>
        </p:txBody>
      </p:sp>
      <p:sp>
        <p:nvSpPr>
          <p:cNvPr id="3540" name="Google Shape;3540;p57"/>
          <p:cNvSpPr txBox="1"/>
          <p:nvPr/>
        </p:nvSpPr>
        <p:spPr>
          <a:xfrm>
            <a:off x="6603322" y="1046542"/>
            <a:ext cx="1163700" cy="2166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t/>
            </a:r>
            <a:endParaRPr b="1" sz="600"/>
          </a:p>
        </p:txBody>
      </p:sp>
      <p:sp>
        <p:nvSpPr>
          <p:cNvPr id="3541" name="Google Shape;3541;p57"/>
          <p:cNvSpPr txBox="1"/>
          <p:nvPr/>
        </p:nvSpPr>
        <p:spPr>
          <a:xfrm>
            <a:off x="5400218" y="1046542"/>
            <a:ext cx="1203000" cy="2166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t/>
            </a:r>
            <a:endParaRPr b="1" sz="600"/>
          </a:p>
        </p:txBody>
      </p:sp>
      <p:sp>
        <p:nvSpPr>
          <p:cNvPr id="3542" name="Google Shape;3542;p57"/>
          <p:cNvSpPr/>
          <p:nvPr/>
        </p:nvSpPr>
        <p:spPr>
          <a:xfrm>
            <a:off x="97888" y="377012"/>
            <a:ext cx="9893400" cy="296700"/>
          </a:xfrm>
          <a:prstGeom prst="roundRect">
            <a:avLst>
              <a:gd fmla="val 22902" name="adj"/>
            </a:avLst>
          </a:prstGeom>
          <a:solidFill>
            <a:srgbClr val="F3F3F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3543" name="Google Shape;3543;p57"/>
          <p:cNvSpPr/>
          <p:nvPr/>
        </p:nvSpPr>
        <p:spPr>
          <a:xfrm>
            <a:off x="77688" y="358938"/>
            <a:ext cx="9935700" cy="6438000"/>
          </a:xfrm>
          <a:prstGeom prst="roundRect">
            <a:avLst>
              <a:gd fmla="val 2618" name="adj"/>
            </a:avLst>
          </a:prstGeom>
          <a:solidFill>
            <a:srgbClr val="FFFFFF"/>
          </a:solidFill>
          <a:ln cap="flat" cmpd="sng" w="38100">
            <a:solidFill>
              <a:srgbClr val="000000"/>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544" name="Google Shape;3544;p57"/>
          <p:cNvCxnSpPr/>
          <p:nvPr/>
        </p:nvCxnSpPr>
        <p:spPr>
          <a:xfrm>
            <a:off x="77688" y="772614"/>
            <a:ext cx="9935700" cy="0"/>
          </a:xfrm>
          <a:prstGeom prst="straightConnector1">
            <a:avLst/>
          </a:prstGeom>
          <a:noFill/>
          <a:ln cap="flat" cmpd="sng" w="19050">
            <a:solidFill>
              <a:srgbClr val="000000"/>
            </a:solidFill>
            <a:prstDash val="solid"/>
            <a:round/>
            <a:headEnd len="med" w="med" type="none"/>
            <a:tailEnd len="med" w="med" type="none"/>
          </a:ln>
        </p:spPr>
      </p:cxnSp>
      <p:cxnSp>
        <p:nvCxnSpPr>
          <p:cNvPr id="3545" name="Google Shape;3545;p57"/>
          <p:cNvCxnSpPr/>
          <p:nvPr/>
        </p:nvCxnSpPr>
        <p:spPr>
          <a:xfrm rot="10800000">
            <a:off x="2439038" y="368188"/>
            <a:ext cx="0" cy="402300"/>
          </a:xfrm>
          <a:prstGeom prst="straightConnector1">
            <a:avLst/>
          </a:prstGeom>
          <a:noFill/>
          <a:ln cap="flat" cmpd="sng" w="19050">
            <a:solidFill>
              <a:srgbClr val="000000"/>
            </a:solidFill>
            <a:prstDash val="solid"/>
            <a:round/>
            <a:headEnd len="med" w="med" type="none"/>
            <a:tailEnd len="med" w="med" type="none"/>
          </a:ln>
        </p:spPr>
      </p:cxnSp>
      <p:sp>
        <p:nvSpPr>
          <p:cNvPr id="3546" name="Google Shape;3546;p57"/>
          <p:cNvSpPr txBox="1"/>
          <p:nvPr/>
        </p:nvSpPr>
        <p:spPr>
          <a:xfrm>
            <a:off x="2896947" y="1353252"/>
            <a:ext cx="1069200" cy="2043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t/>
            </a:r>
            <a:endParaRPr b="1" sz="600"/>
          </a:p>
        </p:txBody>
      </p:sp>
      <p:sp>
        <p:nvSpPr>
          <p:cNvPr id="3547" name="Google Shape;3547;p57"/>
          <p:cNvSpPr txBox="1"/>
          <p:nvPr/>
        </p:nvSpPr>
        <p:spPr>
          <a:xfrm>
            <a:off x="4101689" y="1353252"/>
            <a:ext cx="1163700" cy="2043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t/>
            </a:r>
            <a:endParaRPr b="1" sz="600"/>
          </a:p>
        </p:txBody>
      </p:sp>
      <p:sp>
        <p:nvSpPr>
          <p:cNvPr id="3548" name="Google Shape;3548;p57"/>
          <p:cNvSpPr txBox="1"/>
          <p:nvPr/>
        </p:nvSpPr>
        <p:spPr>
          <a:xfrm>
            <a:off x="6603320" y="1353252"/>
            <a:ext cx="1163700" cy="2043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t/>
            </a:r>
            <a:endParaRPr b="1" sz="600"/>
          </a:p>
        </p:txBody>
      </p:sp>
      <p:sp>
        <p:nvSpPr>
          <p:cNvPr id="3549" name="Google Shape;3549;p57"/>
          <p:cNvSpPr txBox="1"/>
          <p:nvPr/>
        </p:nvSpPr>
        <p:spPr>
          <a:xfrm>
            <a:off x="7901849" y="1353252"/>
            <a:ext cx="1163700" cy="2043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t/>
            </a:r>
            <a:endParaRPr b="1" sz="600"/>
          </a:p>
        </p:txBody>
      </p:sp>
      <p:sp>
        <p:nvSpPr>
          <p:cNvPr id="3550" name="Google Shape;3550;p57"/>
          <p:cNvSpPr txBox="1"/>
          <p:nvPr/>
        </p:nvSpPr>
        <p:spPr>
          <a:xfrm>
            <a:off x="5400218" y="1353252"/>
            <a:ext cx="1203000" cy="2043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t/>
            </a:r>
            <a:endParaRPr b="1" sz="600"/>
          </a:p>
        </p:txBody>
      </p:sp>
      <p:sp>
        <p:nvSpPr>
          <p:cNvPr id="3551" name="Google Shape;3551;p57"/>
          <p:cNvSpPr/>
          <p:nvPr/>
        </p:nvSpPr>
        <p:spPr>
          <a:xfrm>
            <a:off x="77688" y="349338"/>
            <a:ext cx="2361300" cy="421200"/>
          </a:xfrm>
          <a:prstGeom prst="roundRect">
            <a:avLst>
              <a:gd fmla="val 50000" name="adj"/>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s-419" sz="1200">
                <a:solidFill>
                  <a:srgbClr val="FFFFFF"/>
                </a:solidFill>
              </a:rPr>
              <a:t>Espina de Pescado</a:t>
            </a:r>
            <a:endParaRPr b="1" sz="1200">
              <a:solidFill>
                <a:srgbClr val="FFFFFF"/>
              </a:solidFill>
            </a:endParaRPr>
          </a:p>
          <a:p>
            <a:pPr indent="0" lvl="0" marL="0" rtl="0" algn="ctr">
              <a:spcBef>
                <a:spcPts val="0"/>
              </a:spcBef>
              <a:spcAft>
                <a:spcPts val="0"/>
              </a:spcAft>
              <a:buNone/>
            </a:pPr>
            <a:r>
              <a:t/>
            </a:r>
            <a:endParaRPr b="1" sz="1200">
              <a:solidFill>
                <a:srgbClr val="FFFFFF"/>
              </a:solidFill>
            </a:endParaRPr>
          </a:p>
        </p:txBody>
      </p:sp>
      <p:sp>
        <p:nvSpPr>
          <p:cNvPr id="3552" name="Google Shape;3552;p57"/>
          <p:cNvSpPr/>
          <p:nvPr/>
        </p:nvSpPr>
        <p:spPr>
          <a:xfrm>
            <a:off x="83988" y="595504"/>
            <a:ext cx="190200" cy="1692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3" name="Google Shape;3553;p57"/>
          <p:cNvSpPr/>
          <p:nvPr/>
        </p:nvSpPr>
        <p:spPr>
          <a:xfrm>
            <a:off x="2292338" y="358938"/>
            <a:ext cx="146700" cy="4023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554" name="Google Shape;3554;p57"/>
          <p:cNvCxnSpPr>
            <a:endCxn id="3555" idx="1"/>
          </p:cNvCxnSpPr>
          <p:nvPr/>
        </p:nvCxnSpPr>
        <p:spPr>
          <a:xfrm>
            <a:off x="1829160" y="3778194"/>
            <a:ext cx="6424800" cy="0"/>
          </a:xfrm>
          <a:prstGeom prst="straightConnector1">
            <a:avLst/>
          </a:prstGeom>
          <a:noFill/>
          <a:ln cap="flat" cmpd="sng" w="28575">
            <a:solidFill>
              <a:srgbClr val="B7B7B7"/>
            </a:solidFill>
            <a:prstDash val="solid"/>
            <a:round/>
            <a:headEnd len="med" w="med" type="none"/>
            <a:tailEnd len="med" w="med" type="none"/>
          </a:ln>
        </p:spPr>
      </p:cxnSp>
      <p:grpSp>
        <p:nvGrpSpPr>
          <p:cNvPr id="3556" name="Google Shape;3556;p57"/>
          <p:cNvGrpSpPr/>
          <p:nvPr/>
        </p:nvGrpSpPr>
        <p:grpSpPr>
          <a:xfrm>
            <a:off x="8253955" y="2617263"/>
            <a:ext cx="1403566" cy="2008514"/>
            <a:chOff x="6640325" y="1397829"/>
            <a:chExt cx="1202404" cy="1616250"/>
          </a:xfrm>
        </p:grpSpPr>
        <p:sp>
          <p:nvSpPr>
            <p:cNvPr id="3555" name="Google Shape;3555;p57"/>
            <p:cNvSpPr/>
            <p:nvPr/>
          </p:nvSpPr>
          <p:spPr>
            <a:xfrm>
              <a:off x="6640329" y="1649979"/>
              <a:ext cx="1202400" cy="1364100"/>
            </a:xfrm>
            <a:prstGeom prst="rect">
              <a:avLst/>
            </a:prstGeom>
            <a:noFill/>
            <a:ln cap="flat" cmpd="sng" w="28575">
              <a:solidFill>
                <a:srgbClr val="B7B7B7"/>
              </a:solidFill>
              <a:prstDash val="dash"/>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7" name="Google Shape;3557;p57"/>
            <p:cNvSpPr txBox="1"/>
            <p:nvPr/>
          </p:nvSpPr>
          <p:spPr>
            <a:xfrm>
              <a:off x="6640325" y="1397829"/>
              <a:ext cx="1202400" cy="2325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b="1" lang="es-419" sz="1200">
                  <a:latin typeface="Arvo"/>
                  <a:ea typeface="Arvo"/>
                  <a:cs typeface="Arvo"/>
                  <a:sym typeface="Arvo"/>
                </a:rPr>
                <a:t>Efecto</a:t>
              </a:r>
              <a:endParaRPr b="1" sz="1200">
                <a:latin typeface="Arvo"/>
                <a:ea typeface="Arvo"/>
                <a:cs typeface="Arvo"/>
                <a:sym typeface="Arvo"/>
              </a:endParaRPr>
            </a:p>
          </p:txBody>
        </p:sp>
      </p:grpSp>
      <p:sp>
        <p:nvSpPr>
          <p:cNvPr id="3558" name="Google Shape;3558;p57"/>
          <p:cNvSpPr txBox="1"/>
          <p:nvPr/>
        </p:nvSpPr>
        <p:spPr>
          <a:xfrm>
            <a:off x="422488" y="991034"/>
            <a:ext cx="7130100" cy="2847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b="1" lang="es-419" sz="1200">
                <a:latin typeface="Arvo"/>
                <a:ea typeface="Arvo"/>
                <a:cs typeface="Arvo"/>
                <a:sym typeface="Arvo"/>
              </a:rPr>
              <a:t>Causas</a:t>
            </a:r>
            <a:endParaRPr b="1" sz="1200">
              <a:latin typeface="Arvo"/>
              <a:ea typeface="Arvo"/>
              <a:cs typeface="Arvo"/>
              <a:sym typeface="Arvo"/>
            </a:endParaRPr>
          </a:p>
        </p:txBody>
      </p:sp>
      <p:cxnSp>
        <p:nvCxnSpPr>
          <p:cNvPr id="3559" name="Google Shape;3559;p57"/>
          <p:cNvCxnSpPr>
            <a:stCxn id="3560" idx="2"/>
          </p:cNvCxnSpPr>
          <p:nvPr/>
        </p:nvCxnSpPr>
        <p:spPr>
          <a:xfrm>
            <a:off x="1200538" y="2294495"/>
            <a:ext cx="634800" cy="1479000"/>
          </a:xfrm>
          <a:prstGeom prst="straightConnector1">
            <a:avLst/>
          </a:prstGeom>
          <a:noFill/>
          <a:ln cap="flat" cmpd="sng" w="28575">
            <a:solidFill>
              <a:srgbClr val="B7B7B7"/>
            </a:solidFill>
            <a:prstDash val="solid"/>
            <a:round/>
            <a:headEnd len="med" w="med" type="none"/>
            <a:tailEnd len="med" w="med" type="none"/>
          </a:ln>
        </p:spPr>
      </p:cxnSp>
      <p:cxnSp>
        <p:nvCxnSpPr>
          <p:cNvPr id="3561" name="Google Shape;3561;p57"/>
          <p:cNvCxnSpPr>
            <a:stCxn id="3562" idx="0"/>
          </p:cNvCxnSpPr>
          <p:nvPr/>
        </p:nvCxnSpPr>
        <p:spPr>
          <a:xfrm flipH="1" rot="10800000">
            <a:off x="1200538" y="3780121"/>
            <a:ext cx="638400" cy="1486500"/>
          </a:xfrm>
          <a:prstGeom prst="straightConnector1">
            <a:avLst/>
          </a:prstGeom>
          <a:noFill/>
          <a:ln cap="flat" cmpd="sng" w="28575">
            <a:solidFill>
              <a:srgbClr val="B7B7B7"/>
            </a:solidFill>
            <a:prstDash val="solid"/>
            <a:round/>
            <a:headEnd len="med" w="med" type="none"/>
            <a:tailEnd len="med" w="med" type="none"/>
          </a:ln>
        </p:spPr>
      </p:cxnSp>
      <p:cxnSp>
        <p:nvCxnSpPr>
          <p:cNvPr id="3563" name="Google Shape;3563;p57"/>
          <p:cNvCxnSpPr>
            <a:stCxn id="3564" idx="2"/>
          </p:cNvCxnSpPr>
          <p:nvPr/>
        </p:nvCxnSpPr>
        <p:spPr>
          <a:xfrm>
            <a:off x="3058506" y="2294495"/>
            <a:ext cx="545100" cy="1483500"/>
          </a:xfrm>
          <a:prstGeom prst="straightConnector1">
            <a:avLst/>
          </a:prstGeom>
          <a:noFill/>
          <a:ln cap="flat" cmpd="sng" w="28575">
            <a:solidFill>
              <a:srgbClr val="B7B7B7"/>
            </a:solidFill>
            <a:prstDash val="solid"/>
            <a:round/>
            <a:headEnd len="med" w="med" type="none"/>
            <a:tailEnd len="med" w="med" type="none"/>
          </a:ln>
        </p:spPr>
      </p:cxnSp>
      <p:cxnSp>
        <p:nvCxnSpPr>
          <p:cNvPr id="3565" name="Google Shape;3565;p57"/>
          <p:cNvCxnSpPr>
            <a:stCxn id="3566" idx="0"/>
          </p:cNvCxnSpPr>
          <p:nvPr/>
        </p:nvCxnSpPr>
        <p:spPr>
          <a:xfrm flipH="1" rot="10800000">
            <a:off x="3058506" y="3778021"/>
            <a:ext cx="545100" cy="1488600"/>
          </a:xfrm>
          <a:prstGeom prst="straightConnector1">
            <a:avLst/>
          </a:prstGeom>
          <a:noFill/>
          <a:ln cap="flat" cmpd="sng" w="28575">
            <a:solidFill>
              <a:srgbClr val="B7B7B7"/>
            </a:solidFill>
            <a:prstDash val="solid"/>
            <a:round/>
            <a:headEnd len="med" w="med" type="none"/>
            <a:tailEnd len="med" w="med" type="none"/>
          </a:ln>
        </p:spPr>
      </p:cxnSp>
      <p:cxnSp>
        <p:nvCxnSpPr>
          <p:cNvPr id="3567" name="Google Shape;3567;p57"/>
          <p:cNvCxnSpPr>
            <a:stCxn id="3568" idx="2"/>
          </p:cNvCxnSpPr>
          <p:nvPr/>
        </p:nvCxnSpPr>
        <p:spPr>
          <a:xfrm>
            <a:off x="4916493" y="2294495"/>
            <a:ext cx="545700" cy="1492500"/>
          </a:xfrm>
          <a:prstGeom prst="straightConnector1">
            <a:avLst/>
          </a:prstGeom>
          <a:noFill/>
          <a:ln cap="flat" cmpd="sng" w="28575">
            <a:solidFill>
              <a:srgbClr val="B7B7B7"/>
            </a:solidFill>
            <a:prstDash val="solid"/>
            <a:round/>
            <a:headEnd len="med" w="med" type="none"/>
            <a:tailEnd len="med" w="med" type="none"/>
          </a:ln>
        </p:spPr>
      </p:cxnSp>
      <p:cxnSp>
        <p:nvCxnSpPr>
          <p:cNvPr id="3569" name="Google Shape;3569;p57"/>
          <p:cNvCxnSpPr>
            <a:stCxn id="3570" idx="0"/>
          </p:cNvCxnSpPr>
          <p:nvPr/>
        </p:nvCxnSpPr>
        <p:spPr>
          <a:xfrm flipH="1" rot="10800000">
            <a:off x="4916493" y="3773521"/>
            <a:ext cx="536700" cy="1493100"/>
          </a:xfrm>
          <a:prstGeom prst="straightConnector1">
            <a:avLst/>
          </a:prstGeom>
          <a:noFill/>
          <a:ln cap="flat" cmpd="sng" w="28575">
            <a:solidFill>
              <a:srgbClr val="B7B7B7"/>
            </a:solidFill>
            <a:prstDash val="solid"/>
            <a:round/>
            <a:headEnd len="med" w="med" type="none"/>
            <a:tailEnd len="med" w="med" type="none"/>
          </a:ln>
        </p:spPr>
      </p:cxnSp>
      <p:cxnSp>
        <p:nvCxnSpPr>
          <p:cNvPr id="3571" name="Google Shape;3571;p57"/>
          <p:cNvCxnSpPr>
            <a:stCxn id="3572" idx="2"/>
          </p:cNvCxnSpPr>
          <p:nvPr/>
        </p:nvCxnSpPr>
        <p:spPr>
          <a:xfrm>
            <a:off x="6774468" y="2294495"/>
            <a:ext cx="542100" cy="1488000"/>
          </a:xfrm>
          <a:prstGeom prst="straightConnector1">
            <a:avLst/>
          </a:prstGeom>
          <a:noFill/>
          <a:ln cap="flat" cmpd="sng" w="28575">
            <a:solidFill>
              <a:srgbClr val="B7B7B7"/>
            </a:solidFill>
            <a:prstDash val="solid"/>
            <a:round/>
            <a:headEnd len="med" w="med" type="none"/>
            <a:tailEnd len="med" w="med" type="none"/>
          </a:ln>
        </p:spPr>
      </p:cxnSp>
      <p:cxnSp>
        <p:nvCxnSpPr>
          <p:cNvPr id="3573" name="Google Shape;3573;p57"/>
          <p:cNvCxnSpPr>
            <a:stCxn id="3574" idx="0"/>
          </p:cNvCxnSpPr>
          <p:nvPr/>
        </p:nvCxnSpPr>
        <p:spPr>
          <a:xfrm flipH="1" rot="10800000">
            <a:off x="6774468" y="3778021"/>
            <a:ext cx="537600" cy="1488600"/>
          </a:xfrm>
          <a:prstGeom prst="straightConnector1">
            <a:avLst/>
          </a:prstGeom>
          <a:noFill/>
          <a:ln cap="flat" cmpd="sng" w="28575">
            <a:solidFill>
              <a:srgbClr val="B7B7B7"/>
            </a:solidFill>
            <a:prstDash val="solid"/>
            <a:round/>
            <a:headEnd len="med" w="med" type="none"/>
            <a:tailEnd len="med" w="med" type="none"/>
          </a:ln>
        </p:spPr>
      </p:cxnSp>
      <p:sp>
        <p:nvSpPr>
          <p:cNvPr id="3560" name="Google Shape;3560;p57"/>
          <p:cNvSpPr/>
          <p:nvPr/>
        </p:nvSpPr>
        <p:spPr>
          <a:xfrm>
            <a:off x="422488" y="1344695"/>
            <a:ext cx="1556100" cy="949800"/>
          </a:xfrm>
          <a:prstGeom prst="roundRect">
            <a:avLst>
              <a:gd fmla="val 16667" name="adj"/>
            </a:avLst>
          </a:prstGeom>
          <a:solidFill>
            <a:srgbClr val="F3F3F3"/>
          </a:solidFill>
          <a:ln cap="flat" cmpd="sng" w="19050">
            <a:solidFill>
              <a:srgbClr val="CCCCCC"/>
            </a:solidFill>
            <a:prstDash val="dash"/>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4" name="Google Shape;3564;p57"/>
          <p:cNvSpPr/>
          <p:nvPr/>
        </p:nvSpPr>
        <p:spPr>
          <a:xfrm>
            <a:off x="2280456" y="1344695"/>
            <a:ext cx="1556100" cy="949800"/>
          </a:xfrm>
          <a:prstGeom prst="roundRect">
            <a:avLst>
              <a:gd fmla="val 16667" name="adj"/>
            </a:avLst>
          </a:prstGeom>
          <a:solidFill>
            <a:srgbClr val="F3F3F3"/>
          </a:solidFill>
          <a:ln cap="flat" cmpd="sng" w="19050">
            <a:solidFill>
              <a:srgbClr val="CCCCCC"/>
            </a:solidFill>
            <a:prstDash val="dash"/>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8" name="Google Shape;3568;p57"/>
          <p:cNvSpPr/>
          <p:nvPr/>
        </p:nvSpPr>
        <p:spPr>
          <a:xfrm>
            <a:off x="4138443" y="1344695"/>
            <a:ext cx="1556100" cy="949800"/>
          </a:xfrm>
          <a:prstGeom prst="roundRect">
            <a:avLst>
              <a:gd fmla="val 16667" name="adj"/>
            </a:avLst>
          </a:prstGeom>
          <a:solidFill>
            <a:srgbClr val="F3F3F3"/>
          </a:solidFill>
          <a:ln cap="flat" cmpd="sng" w="19050">
            <a:solidFill>
              <a:srgbClr val="CCCCCC"/>
            </a:solidFill>
            <a:prstDash val="dash"/>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2" name="Google Shape;3572;p57"/>
          <p:cNvSpPr/>
          <p:nvPr/>
        </p:nvSpPr>
        <p:spPr>
          <a:xfrm>
            <a:off x="5996418" y="1344695"/>
            <a:ext cx="1556100" cy="949800"/>
          </a:xfrm>
          <a:prstGeom prst="roundRect">
            <a:avLst>
              <a:gd fmla="val 16667" name="adj"/>
            </a:avLst>
          </a:prstGeom>
          <a:solidFill>
            <a:srgbClr val="F3F3F3"/>
          </a:solidFill>
          <a:ln cap="flat" cmpd="sng" w="19050">
            <a:solidFill>
              <a:srgbClr val="CCCCCC"/>
            </a:solidFill>
            <a:prstDash val="dash"/>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2" name="Google Shape;3562;p57"/>
          <p:cNvSpPr/>
          <p:nvPr/>
        </p:nvSpPr>
        <p:spPr>
          <a:xfrm>
            <a:off x="422488" y="5266621"/>
            <a:ext cx="1556100" cy="949800"/>
          </a:xfrm>
          <a:prstGeom prst="roundRect">
            <a:avLst>
              <a:gd fmla="val 16667" name="adj"/>
            </a:avLst>
          </a:prstGeom>
          <a:solidFill>
            <a:srgbClr val="F3F3F3"/>
          </a:solidFill>
          <a:ln cap="flat" cmpd="sng" w="19050">
            <a:solidFill>
              <a:srgbClr val="CCCCCC"/>
            </a:solidFill>
            <a:prstDash val="dash"/>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6" name="Google Shape;3566;p57"/>
          <p:cNvSpPr/>
          <p:nvPr/>
        </p:nvSpPr>
        <p:spPr>
          <a:xfrm>
            <a:off x="2280456" y="5266621"/>
            <a:ext cx="1556100" cy="949800"/>
          </a:xfrm>
          <a:prstGeom prst="roundRect">
            <a:avLst>
              <a:gd fmla="val 16667" name="adj"/>
            </a:avLst>
          </a:prstGeom>
          <a:solidFill>
            <a:srgbClr val="F3F3F3"/>
          </a:solidFill>
          <a:ln cap="flat" cmpd="sng" w="19050">
            <a:solidFill>
              <a:srgbClr val="CCCCCC"/>
            </a:solidFill>
            <a:prstDash val="dash"/>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0" name="Google Shape;3570;p57"/>
          <p:cNvSpPr/>
          <p:nvPr/>
        </p:nvSpPr>
        <p:spPr>
          <a:xfrm>
            <a:off x="4138443" y="5266621"/>
            <a:ext cx="1556100" cy="949800"/>
          </a:xfrm>
          <a:prstGeom prst="roundRect">
            <a:avLst>
              <a:gd fmla="val 16667" name="adj"/>
            </a:avLst>
          </a:prstGeom>
          <a:solidFill>
            <a:srgbClr val="F3F3F3"/>
          </a:solidFill>
          <a:ln cap="flat" cmpd="sng" w="19050">
            <a:solidFill>
              <a:srgbClr val="CCCCCC"/>
            </a:solidFill>
            <a:prstDash val="dash"/>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4" name="Google Shape;3574;p57"/>
          <p:cNvSpPr/>
          <p:nvPr/>
        </p:nvSpPr>
        <p:spPr>
          <a:xfrm>
            <a:off x="5996418" y="5266621"/>
            <a:ext cx="1556100" cy="949800"/>
          </a:xfrm>
          <a:prstGeom prst="roundRect">
            <a:avLst>
              <a:gd fmla="val 16667" name="adj"/>
            </a:avLst>
          </a:prstGeom>
          <a:solidFill>
            <a:srgbClr val="F3F3F3"/>
          </a:solidFill>
          <a:ln cap="flat" cmpd="sng" w="19050">
            <a:solidFill>
              <a:srgbClr val="CCCCCC"/>
            </a:solidFill>
            <a:prstDash val="dash"/>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5" name="Google Shape;3575;p57"/>
          <p:cNvSpPr txBox="1"/>
          <p:nvPr/>
        </p:nvSpPr>
        <p:spPr>
          <a:xfrm>
            <a:off x="422488" y="6222945"/>
            <a:ext cx="7130100" cy="2847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b="1" lang="es-419" sz="1200">
                <a:latin typeface="Arvo"/>
                <a:ea typeface="Arvo"/>
                <a:cs typeface="Arvo"/>
                <a:sym typeface="Arvo"/>
              </a:rPr>
              <a:t>Causas</a:t>
            </a:r>
            <a:endParaRPr b="1" sz="1200">
              <a:latin typeface="Arvo"/>
              <a:ea typeface="Arvo"/>
              <a:cs typeface="Arvo"/>
              <a:sym typeface="Arvo"/>
            </a:endParaRPr>
          </a:p>
        </p:txBody>
      </p:sp>
      <p:sp>
        <p:nvSpPr>
          <p:cNvPr id="3576" name="Google Shape;3576;p57"/>
          <p:cNvSpPr txBox="1"/>
          <p:nvPr>
            <p:ph idx="1" type="subTitle"/>
          </p:nvPr>
        </p:nvSpPr>
        <p:spPr>
          <a:xfrm>
            <a:off x="422525" y="1344634"/>
            <a:ext cx="1556100" cy="949800"/>
          </a:xfrm>
          <a:prstGeom prst="rect">
            <a:avLst/>
          </a:prstGeom>
          <a:noFill/>
          <a:ln>
            <a:noFill/>
          </a:ln>
        </p:spPr>
        <p:txBody>
          <a:bodyPr anchorCtr="0" anchor="ctr" bIns="72000" lIns="72000" spcFirstLastPara="1" rIns="72000" wrap="square" tIns="72000">
            <a:noAutofit/>
          </a:bodyPr>
          <a:lstStyle>
            <a:lvl1pPr lvl="0">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spcBef>
                <a:spcPts val="0"/>
              </a:spcBef>
              <a:spcAft>
                <a:spcPts val="0"/>
              </a:spcAft>
              <a:buSzPts val="800"/>
              <a:buFont typeface="Arvo"/>
              <a:buNone/>
              <a:defRPr sz="800">
                <a:latin typeface="Arvo"/>
                <a:ea typeface="Arvo"/>
                <a:cs typeface="Arvo"/>
                <a:sym typeface="Arvo"/>
              </a:defRPr>
            </a:lvl2pPr>
            <a:lvl3pPr lvl="2">
              <a:spcBef>
                <a:spcPts val="0"/>
              </a:spcBef>
              <a:spcAft>
                <a:spcPts val="0"/>
              </a:spcAft>
              <a:buSzPts val="800"/>
              <a:buFont typeface="Arvo"/>
              <a:buNone/>
              <a:defRPr sz="800">
                <a:latin typeface="Arvo"/>
                <a:ea typeface="Arvo"/>
                <a:cs typeface="Arvo"/>
                <a:sym typeface="Arvo"/>
              </a:defRPr>
            </a:lvl3pPr>
            <a:lvl4pPr lvl="3">
              <a:spcBef>
                <a:spcPts val="0"/>
              </a:spcBef>
              <a:spcAft>
                <a:spcPts val="0"/>
              </a:spcAft>
              <a:buSzPts val="800"/>
              <a:buFont typeface="Arvo"/>
              <a:buNone/>
              <a:defRPr sz="800">
                <a:latin typeface="Arvo"/>
                <a:ea typeface="Arvo"/>
                <a:cs typeface="Arvo"/>
                <a:sym typeface="Arvo"/>
              </a:defRPr>
            </a:lvl4pPr>
            <a:lvl5pPr lvl="4">
              <a:spcBef>
                <a:spcPts val="0"/>
              </a:spcBef>
              <a:spcAft>
                <a:spcPts val="0"/>
              </a:spcAft>
              <a:buSzPts val="800"/>
              <a:buFont typeface="Arvo"/>
              <a:buNone/>
              <a:defRPr sz="800">
                <a:latin typeface="Arvo"/>
                <a:ea typeface="Arvo"/>
                <a:cs typeface="Arvo"/>
                <a:sym typeface="Arvo"/>
              </a:defRPr>
            </a:lvl5pPr>
            <a:lvl6pPr lvl="5">
              <a:spcBef>
                <a:spcPts val="0"/>
              </a:spcBef>
              <a:spcAft>
                <a:spcPts val="0"/>
              </a:spcAft>
              <a:buSzPts val="800"/>
              <a:buFont typeface="Arvo"/>
              <a:buNone/>
              <a:defRPr sz="800">
                <a:latin typeface="Arvo"/>
                <a:ea typeface="Arvo"/>
                <a:cs typeface="Arvo"/>
                <a:sym typeface="Arvo"/>
              </a:defRPr>
            </a:lvl6pPr>
            <a:lvl7pPr lvl="6">
              <a:spcBef>
                <a:spcPts val="0"/>
              </a:spcBef>
              <a:spcAft>
                <a:spcPts val="0"/>
              </a:spcAft>
              <a:buSzPts val="800"/>
              <a:buFont typeface="Arvo"/>
              <a:buNone/>
              <a:defRPr sz="800">
                <a:latin typeface="Arvo"/>
                <a:ea typeface="Arvo"/>
                <a:cs typeface="Arvo"/>
                <a:sym typeface="Arvo"/>
              </a:defRPr>
            </a:lvl7pPr>
            <a:lvl8pPr lvl="7">
              <a:spcBef>
                <a:spcPts val="0"/>
              </a:spcBef>
              <a:spcAft>
                <a:spcPts val="0"/>
              </a:spcAft>
              <a:buSzPts val="800"/>
              <a:buFont typeface="Arvo"/>
              <a:buNone/>
              <a:defRPr sz="800">
                <a:latin typeface="Arvo"/>
                <a:ea typeface="Arvo"/>
                <a:cs typeface="Arvo"/>
                <a:sym typeface="Arvo"/>
              </a:defRPr>
            </a:lvl8pPr>
            <a:lvl9pPr lvl="8">
              <a:spcBef>
                <a:spcPts val="0"/>
              </a:spcBef>
              <a:spcAft>
                <a:spcPts val="0"/>
              </a:spcAft>
              <a:buSzPts val="800"/>
              <a:buFont typeface="Arvo"/>
              <a:buNone/>
              <a:defRPr sz="800">
                <a:latin typeface="Arvo"/>
                <a:ea typeface="Arvo"/>
                <a:cs typeface="Arvo"/>
                <a:sym typeface="Arvo"/>
              </a:defRPr>
            </a:lvl9pPr>
          </a:lstStyle>
          <a:p/>
        </p:txBody>
      </p:sp>
      <p:sp>
        <p:nvSpPr>
          <p:cNvPr id="3577" name="Google Shape;3577;p57"/>
          <p:cNvSpPr txBox="1"/>
          <p:nvPr>
            <p:ph idx="2" type="subTitle"/>
          </p:nvPr>
        </p:nvSpPr>
        <p:spPr>
          <a:xfrm>
            <a:off x="2282415" y="1344634"/>
            <a:ext cx="1556100" cy="949800"/>
          </a:xfrm>
          <a:prstGeom prst="rect">
            <a:avLst/>
          </a:prstGeom>
          <a:noFill/>
          <a:ln>
            <a:noFill/>
          </a:ln>
        </p:spPr>
        <p:txBody>
          <a:bodyPr anchorCtr="0" anchor="ctr" bIns="72000" lIns="72000" spcFirstLastPara="1" rIns="72000" wrap="square" tIns="72000">
            <a:noAutofit/>
          </a:bodyPr>
          <a:lstStyle>
            <a:lvl1pPr lvl="0">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spcBef>
                <a:spcPts val="0"/>
              </a:spcBef>
              <a:spcAft>
                <a:spcPts val="0"/>
              </a:spcAft>
              <a:buSzPts val="800"/>
              <a:buFont typeface="Arvo"/>
              <a:buNone/>
              <a:defRPr sz="800">
                <a:latin typeface="Arvo"/>
                <a:ea typeface="Arvo"/>
                <a:cs typeface="Arvo"/>
                <a:sym typeface="Arvo"/>
              </a:defRPr>
            </a:lvl2pPr>
            <a:lvl3pPr lvl="2">
              <a:spcBef>
                <a:spcPts val="0"/>
              </a:spcBef>
              <a:spcAft>
                <a:spcPts val="0"/>
              </a:spcAft>
              <a:buSzPts val="800"/>
              <a:buFont typeface="Arvo"/>
              <a:buNone/>
              <a:defRPr sz="800">
                <a:latin typeface="Arvo"/>
                <a:ea typeface="Arvo"/>
                <a:cs typeface="Arvo"/>
                <a:sym typeface="Arvo"/>
              </a:defRPr>
            </a:lvl3pPr>
            <a:lvl4pPr lvl="3">
              <a:spcBef>
                <a:spcPts val="0"/>
              </a:spcBef>
              <a:spcAft>
                <a:spcPts val="0"/>
              </a:spcAft>
              <a:buSzPts val="800"/>
              <a:buFont typeface="Arvo"/>
              <a:buNone/>
              <a:defRPr sz="800">
                <a:latin typeface="Arvo"/>
                <a:ea typeface="Arvo"/>
                <a:cs typeface="Arvo"/>
                <a:sym typeface="Arvo"/>
              </a:defRPr>
            </a:lvl4pPr>
            <a:lvl5pPr lvl="4">
              <a:spcBef>
                <a:spcPts val="0"/>
              </a:spcBef>
              <a:spcAft>
                <a:spcPts val="0"/>
              </a:spcAft>
              <a:buSzPts val="800"/>
              <a:buFont typeface="Arvo"/>
              <a:buNone/>
              <a:defRPr sz="800">
                <a:latin typeface="Arvo"/>
                <a:ea typeface="Arvo"/>
                <a:cs typeface="Arvo"/>
                <a:sym typeface="Arvo"/>
              </a:defRPr>
            </a:lvl5pPr>
            <a:lvl6pPr lvl="5">
              <a:spcBef>
                <a:spcPts val="0"/>
              </a:spcBef>
              <a:spcAft>
                <a:spcPts val="0"/>
              </a:spcAft>
              <a:buSzPts val="800"/>
              <a:buFont typeface="Arvo"/>
              <a:buNone/>
              <a:defRPr sz="800">
                <a:latin typeface="Arvo"/>
                <a:ea typeface="Arvo"/>
                <a:cs typeface="Arvo"/>
                <a:sym typeface="Arvo"/>
              </a:defRPr>
            </a:lvl6pPr>
            <a:lvl7pPr lvl="6">
              <a:spcBef>
                <a:spcPts val="0"/>
              </a:spcBef>
              <a:spcAft>
                <a:spcPts val="0"/>
              </a:spcAft>
              <a:buSzPts val="800"/>
              <a:buFont typeface="Arvo"/>
              <a:buNone/>
              <a:defRPr sz="800">
                <a:latin typeface="Arvo"/>
                <a:ea typeface="Arvo"/>
                <a:cs typeface="Arvo"/>
                <a:sym typeface="Arvo"/>
              </a:defRPr>
            </a:lvl7pPr>
            <a:lvl8pPr lvl="7">
              <a:spcBef>
                <a:spcPts val="0"/>
              </a:spcBef>
              <a:spcAft>
                <a:spcPts val="0"/>
              </a:spcAft>
              <a:buSzPts val="800"/>
              <a:buFont typeface="Arvo"/>
              <a:buNone/>
              <a:defRPr sz="800">
                <a:latin typeface="Arvo"/>
                <a:ea typeface="Arvo"/>
                <a:cs typeface="Arvo"/>
                <a:sym typeface="Arvo"/>
              </a:defRPr>
            </a:lvl8pPr>
            <a:lvl9pPr lvl="8">
              <a:spcBef>
                <a:spcPts val="0"/>
              </a:spcBef>
              <a:spcAft>
                <a:spcPts val="0"/>
              </a:spcAft>
              <a:buSzPts val="800"/>
              <a:buFont typeface="Arvo"/>
              <a:buNone/>
              <a:defRPr sz="800">
                <a:latin typeface="Arvo"/>
                <a:ea typeface="Arvo"/>
                <a:cs typeface="Arvo"/>
                <a:sym typeface="Arvo"/>
              </a:defRPr>
            </a:lvl9pPr>
          </a:lstStyle>
          <a:p/>
        </p:txBody>
      </p:sp>
      <p:sp>
        <p:nvSpPr>
          <p:cNvPr id="3578" name="Google Shape;3578;p57"/>
          <p:cNvSpPr txBox="1"/>
          <p:nvPr>
            <p:ph idx="3" type="subTitle"/>
          </p:nvPr>
        </p:nvSpPr>
        <p:spPr>
          <a:xfrm>
            <a:off x="4138559" y="1344634"/>
            <a:ext cx="1556100" cy="949800"/>
          </a:xfrm>
          <a:prstGeom prst="rect">
            <a:avLst/>
          </a:prstGeom>
          <a:noFill/>
          <a:ln>
            <a:noFill/>
          </a:ln>
        </p:spPr>
        <p:txBody>
          <a:bodyPr anchorCtr="0" anchor="ctr" bIns="72000" lIns="72000" spcFirstLastPara="1" rIns="72000" wrap="square" tIns="72000">
            <a:noAutofit/>
          </a:bodyPr>
          <a:lstStyle>
            <a:lvl1pPr lvl="0">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spcBef>
                <a:spcPts val="0"/>
              </a:spcBef>
              <a:spcAft>
                <a:spcPts val="0"/>
              </a:spcAft>
              <a:buSzPts val="800"/>
              <a:buFont typeface="Arvo"/>
              <a:buNone/>
              <a:defRPr sz="800">
                <a:latin typeface="Arvo"/>
                <a:ea typeface="Arvo"/>
                <a:cs typeface="Arvo"/>
                <a:sym typeface="Arvo"/>
              </a:defRPr>
            </a:lvl2pPr>
            <a:lvl3pPr lvl="2">
              <a:spcBef>
                <a:spcPts val="0"/>
              </a:spcBef>
              <a:spcAft>
                <a:spcPts val="0"/>
              </a:spcAft>
              <a:buSzPts val="800"/>
              <a:buFont typeface="Arvo"/>
              <a:buNone/>
              <a:defRPr sz="800">
                <a:latin typeface="Arvo"/>
                <a:ea typeface="Arvo"/>
                <a:cs typeface="Arvo"/>
                <a:sym typeface="Arvo"/>
              </a:defRPr>
            </a:lvl3pPr>
            <a:lvl4pPr lvl="3">
              <a:spcBef>
                <a:spcPts val="0"/>
              </a:spcBef>
              <a:spcAft>
                <a:spcPts val="0"/>
              </a:spcAft>
              <a:buSzPts val="800"/>
              <a:buFont typeface="Arvo"/>
              <a:buNone/>
              <a:defRPr sz="800">
                <a:latin typeface="Arvo"/>
                <a:ea typeface="Arvo"/>
                <a:cs typeface="Arvo"/>
                <a:sym typeface="Arvo"/>
              </a:defRPr>
            </a:lvl4pPr>
            <a:lvl5pPr lvl="4">
              <a:spcBef>
                <a:spcPts val="0"/>
              </a:spcBef>
              <a:spcAft>
                <a:spcPts val="0"/>
              </a:spcAft>
              <a:buSzPts val="800"/>
              <a:buFont typeface="Arvo"/>
              <a:buNone/>
              <a:defRPr sz="800">
                <a:latin typeface="Arvo"/>
                <a:ea typeface="Arvo"/>
                <a:cs typeface="Arvo"/>
                <a:sym typeface="Arvo"/>
              </a:defRPr>
            </a:lvl5pPr>
            <a:lvl6pPr lvl="5">
              <a:spcBef>
                <a:spcPts val="0"/>
              </a:spcBef>
              <a:spcAft>
                <a:spcPts val="0"/>
              </a:spcAft>
              <a:buSzPts val="800"/>
              <a:buFont typeface="Arvo"/>
              <a:buNone/>
              <a:defRPr sz="800">
                <a:latin typeface="Arvo"/>
                <a:ea typeface="Arvo"/>
                <a:cs typeface="Arvo"/>
                <a:sym typeface="Arvo"/>
              </a:defRPr>
            </a:lvl6pPr>
            <a:lvl7pPr lvl="6">
              <a:spcBef>
                <a:spcPts val="0"/>
              </a:spcBef>
              <a:spcAft>
                <a:spcPts val="0"/>
              </a:spcAft>
              <a:buSzPts val="800"/>
              <a:buFont typeface="Arvo"/>
              <a:buNone/>
              <a:defRPr sz="800">
                <a:latin typeface="Arvo"/>
                <a:ea typeface="Arvo"/>
                <a:cs typeface="Arvo"/>
                <a:sym typeface="Arvo"/>
              </a:defRPr>
            </a:lvl7pPr>
            <a:lvl8pPr lvl="7">
              <a:spcBef>
                <a:spcPts val="0"/>
              </a:spcBef>
              <a:spcAft>
                <a:spcPts val="0"/>
              </a:spcAft>
              <a:buSzPts val="800"/>
              <a:buFont typeface="Arvo"/>
              <a:buNone/>
              <a:defRPr sz="800">
                <a:latin typeface="Arvo"/>
                <a:ea typeface="Arvo"/>
                <a:cs typeface="Arvo"/>
                <a:sym typeface="Arvo"/>
              </a:defRPr>
            </a:lvl8pPr>
            <a:lvl9pPr lvl="8">
              <a:spcBef>
                <a:spcPts val="0"/>
              </a:spcBef>
              <a:spcAft>
                <a:spcPts val="0"/>
              </a:spcAft>
              <a:buSzPts val="800"/>
              <a:buFont typeface="Arvo"/>
              <a:buNone/>
              <a:defRPr sz="800">
                <a:latin typeface="Arvo"/>
                <a:ea typeface="Arvo"/>
                <a:cs typeface="Arvo"/>
                <a:sym typeface="Arvo"/>
              </a:defRPr>
            </a:lvl9pPr>
          </a:lstStyle>
          <a:p/>
        </p:txBody>
      </p:sp>
      <p:sp>
        <p:nvSpPr>
          <p:cNvPr id="3579" name="Google Shape;3579;p57"/>
          <p:cNvSpPr txBox="1"/>
          <p:nvPr>
            <p:ph idx="4" type="subTitle"/>
          </p:nvPr>
        </p:nvSpPr>
        <p:spPr>
          <a:xfrm>
            <a:off x="5998449" y="1344634"/>
            <a:ext cx="1556100" cy="949800"/>
          </a:xfrm>
          <a:prstGeom prst="rect">
            <a:avLst/>
          </a:prstGeom>
          <a:noFill/>
          <a:ln>
            <a:noFill/>
          </a:ln>
        </p:spPr>
        <p:txBody>
          <a:bodyPr anchorCtr="0" anchor="ctr" bIns="72000" lIns="72000" spcFirstLastPara="1" rIns="72000" wrap="square" tIns="72000">
            <a:noAutofit/>
          </a:bodyPr>
          <a:lstStyle>
            <a:lvl1pPr lvl="0">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spcBef>
                <a:spcPts val="0"/>
              </a:spcBef>
              <a:spcAft>
                <a:spcPts val="0"/>
              </a:spcAft>
              <a:buSzPts val="800"/>
              <a:buFont typeface="Arvo"/>
              <a:buNone/>
              <a:defRPr sz="800">
                <a:latin typeface="Arvo"/>
                <a:ea typeface="Arvo"/>
                <a:cs typeface="Arvo"/>
                <a:sym typeface="Arvo"/>
              </a:defRPr>
            </a:lvl2pPr>
            <a:lvl3pPr lvl="2">
              <a:spcBef>
                <a:spcPts val="0"/>
              </a:spcBef>
              <a:spcAft>
                <a:spcPts val="0"/>
              </a:spcAft>
              <a:buSzPts val="800"/>
              <a:buFont typeface="Arvo"/>
              <a:buNone/>
              <a:defRPr sz="800">
                <a:latin typeface="Arvo"/>
                <a:ea typeface="Arvo"/>
                <a:cs typeface="Arvo"/>
                <a:sym typeface="Arvo"/>
              </a:defRPr>
            </a:lvl3pPr>
            <a:lvl4pPr lvl="3">
              <a:spcBef>
                <a:spcPts val="0"/>
              </a:spcBef>
              <a:spcAft>
                <a:spcPts val="0"/>
              </a:spcAft>
              <a:buSzPts val="800"/>
              <a:buFont typeface="Arvo"/>
              <a:buNone/>
              <a:defRPr sz="800">
                <a:latin typeface="Arvo"/>
                <a:ea typeface="Arvo"/>
                <a:cs typeface="Arvo"/>
                <a:sym typeface="Arvo"/>
              </a:defRPr>
            </a:lvl4pPr>
            <a:lvl5pPr lvl="4">
              <a:spcBef>
                <a:spcPts val="0"/>
              </a:spcBef>
              <a:spcAft>
                <a:spcPts val="0"/>
              </a:spcAft>
              <a:buSzPts val="800"/>
              <a:buFont typeface="Arvo"/>
              <a:buNone/>
              <a:defRPr sz="800">
                <a:latin typeface="Arvo"/>
                <a:ea typeface="Arvo"/>
                <a:cs typeface="Arvo"/>
                <a:sym typeface="Arvo"/>
              </a:defRPr>
            </a:lvl5pPr>
            <a:lvl6pPr lvl="5">
              <a:spcBef>
                <a:spcPts val="0"/>
              </a:spcBef>
              <a:spcAft>
                <a:spcPts val="0"/>
              </a:spcAft>
              <a:buSzPts val="800"/>
              <a:buFont typeface="Arvo"/>
              <a:buNone/>
              <a:defRPr sz="800">
                <a:latin typeface="Arvo"/>
                <a:ea typeface="Arvo"/>
                <a:cs typeface="Arvo"/>
                <a:sym typeface="Arvo"/>
              </a:defRPr>
            </a:lvl6pPr>
            <a:lvl7pPr lvl="6">
              <a:spcBef>
                <a:spcPts val="0"/>
              </a:spcBef>
              <a:spcAft>
                <a:spcPts val="0"/>
              </a:spcAft>
              <a:buSzPts val="800"/>
              <a:buFont typeface="Arvo"/>
              <a:buNone/>
              <a:defRPr sz="800">
                <a:latin typeface="Arvo"/>
                <a:ea typeface="Arvo"/>
                <a:cs typeface="Arvo"/>
                <a:sym typeface="Arvo"/>
              </a:defRPr>
            </a:lvl7pPr>
            <a:lvl8pPr lvl="7">
              <a:spcBef>
                <a:spcPts val="0"/>
              </a:spcBef>
              <a:spcAft>
                <a:spcPts val="0"/>
              </a:spcAft>
              <a:buSzPts val="800"/>
              <a:buFont typeface="Arvo"/>
              <a:buNone/>
              <a:defRPr sz="800">
                <a:latin typeface="Arvo"/>
                <a:ea typeface="Arvo"/>
                <a:cs typeface="Arvo"/>
                <a:sym typeface="Arvo"/>
              </a:defRPr>
            </a:lvl8pPr>
            <a:lvl9pPr lvl="8">
              <a:spcBef>
                <a:spcPts val="0"/>
              </a:spcBef>
              <a:spcAft>
                <a:spcPts val="0"/>
              </a:spcAft>
              <a:buSzPts val="800"/>
              <a:buFont typeface="Arvo"/>
              <a:buNone/>
              <a:defRPr sz="800">
                <a:latin typeface="Arvo"/>
                <a:ea typeface="Arvo"/>
                <a:cs typeface="Arvo"/>
                <a:sym typeface="Arvo"/>
              </a:defRPr>
            </a:lvl9pPr>
          </a:lstStyle>
          <a:p/>
        </p:txBody>
      </p:sp>
      <p:sp>
        <p:nvSpPr>
          <p:cNvPr id="3580" name="Google Shape;3580;p57"/>
          <p:cNvSpPr txBox="1"/>
          <p:nvPr>
            <p:ph idx="5" type="subTitle"/>
          </p:nvPr>
        </p:nvSpPr>
        <p:spPr>
          <a:xfrm>
            <a:off x="422525" y="5266845"/>
            <a:ext cx="1556100" cy="949800"/>
          </a:xfrm>
          <a:prstGeom prst="rect">
            <a:avLst/>
          </a:prstGeom>
          <a:noFill/>
          <a:ln>
            <a:noFill/>
          </a:ln>
        </p:spPr>
        <p:txBody>
          <a:bodyPr anchorCtr="0" anchor="ctr" bIns="72000" lIns="72000" spcFirstLastPara="1" rIns="72000" wrap="square" tIns="72000">
            <a:noAutofit/>
          </a:bodyPr>
          <a:lstStyle>
            <a:lvl1pPr lvl="0">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spcBef>
                <a:spcPts val="0"/>
              </a:spcBef>
              <a:spcAft>
                <a:spcPts val="0"/>
              </a:spcAft>
              <a:buSzPts val="800"/>
              <a:buFont typeface="Arvo"/>
              <a:buNone/>
              <a:defRPr sz="800">
                <a:latin typeface="Arvo"/>
                <a:ea typeface="Arvo"/>
                <a:cs typeface="Arvo"/>
                <a:sym typeface="Arvo"/>
              </a:defRPr>
            </a:lvl2pPr>
            <a:lvl3pPr lvl="2">
              <a:spcBef>
                <a:spcPts val="0"/>
              </a:spcBef>
              <a:spcAft>
                <a:spcPts val="0"/>
              </a:spcAft>
              <a:buSzPts val="800"/>
              <a:buFont typeface="Arvo"/>
              <a:buNone/>
              <a:defRPr sz="800">
                <a:latin typeface="Arvo"/>
                <a:ea typeface="Arvo"/>
                <a:cs typeface="Arvo"/>
                <a:sym typeface="Arvo"/>
              </a:defRPr>
            </a:lvl3pPr>
            <a:lvl4pPr lvl="3">
              <a:spcBef>
                <a:spcPts val="0"/>
              </a:spcBef>
              <a:spcAft>
                <a:spcPts val="0"/>
              </a:spcAft>
              <a:buSzPts val="800"/>
              <a:buFont typeface="Arvo"/>
              <a:buNone/>
              <a:defRPr sz="800">
                <a:latin typeface="Arvo"/>
                <a:ea typeface="Arvo"/>
                <a:cs typeface="Arvo"/>
                <a:sym typeface="Arvo"/>
              </a:defRPr>
            </a:lvl4pPr>
            <a:lvl5pPr lvl="4">
              <a:spcBef>
                <a:spcPts val="0"/>
              </a:spcBef>
              <a:spcAft>
                <a:spcPts val="0"/>
              </a:spcAft>
              <a:buSzPts val="800"/>
              <a:buFont typeface="Arvo"/>
              <a:buNone/>
              <a:defRPr sz="800">
                <a:latin typeface="Arvo"/>
                <a:ea typeface="Arvo"/>
                <a:cs typeface="Arvo"/>
                <a:sym typeface="Arvo"/>
              </a:defRPr>
            </a:lvl5pPr>
            <a:lvl6pPr lvl="5">
              <a:spcBef>
                <a:spcPts val="0"/>
              </a:spcBef>
              <a:spcAft>
                <a:spcPts val="0"/>
              </a:spcAft>
              <a:buSzPts val="800"/>
              <a:buFont typeface="Arvo"/>
              <a:buNone/>
              <a:defRPr sz="800">
                <a:latin typeface="Arvo"/>
                <a:ea typeface="Arvo"/>
                <a:cs typeface="Arvo"/>
                <a:sym typeface="Arvo"/>
              </a:defRPr>
            </a:lvl6pPr>
            <a:lvl7pPr lvl="6">
              <a:spcBef>
                <a:spcPts val="0"/>
              </a:spcBef>
              <a:spcAft>
                <a:spcPts val="0"/>
              </a:spcAft>
              <a:buSzPts val="800"/>
              <a:buFont typeface="Arvo"/>
              <a:buNone/>
              <a:defRPr sz="800">
                <a:latin typeface="Arvo"/>
                <a:ea typeface="Arvo"/>
                <a:cs typeface="Arvo"/>
                <a:sym typeface="Arvo"/>
              </a:defRPr>
            </a:lvl7pPr>
            <a:lvl8pPr lvl="7">
              <a:spcBef>
                <a:spcPts val="0"/>
              </a:spcBef>
              <a:spcAft>
                <a:spcPts val="0"/>
              </a:spcAft>
              <a:buSzPts val="800"/>
              <a:buFont typeface="Arvo"/>
              <a:buNone/>
              <a:defRPr sz="800">
                <a:latin typeface="Arvo"/>
                <a:ea typeface="Arvo"/>
                <a:cs typeface="Arvo"/>
                <a:sym typeface="Arvo"/>
              </a:defRPr>
            </a:lvl8pPr>
            <a:lvl9pPr lvl="8">
              <a:spcBef>
                <a:spcPts val="0"/>
              </a:spcBef>
              <a:spcAft>
                <a:spcPts val="0"/>
              </a:spcAft>
              <a:buSzPts val="800"/>
              <a:buFont typeface="Arvo"/>
              <a:buNone/>
              <a:defRPr sz="800">
                <a:latin typeface="Arvo"/>
                <a:ea typeface="Arvo"/>
                <a:cs typeface="Arvo"/>
                <a:sym typeface="Arvo"/>
              </a:defRPr>
            </a:lvl9pPr>
          </a:lstStyle>
          <a:p/>
        </p:txBody>
      </p:sp>
      <p:sp>
        <p:nvSpPr>
          <p:cNvPr id="3581" name="Google Shape;3581;p57"/>
          <p:cNvSpPr txBox="1"/>
          <p:nvPr>
            <p:ph idx="6" type="subTitle"/>
          </p:nvPr>
        </p:nvSpPr>
        <p:spPr>
          <a:xfrm>
            <a:off x="2282415" y="5266845"/>
            <a:ext cx="1556100" cy="949800"/>
          </a:xfrm>
          <a:prstGeom prst="rect">
            <a:avLst/>
          </a:prstGeom>
          <a:noFill/>
          <a:ln>
            <a:noFill/>
          </a:ln>
        </p:spPr>
        <p:txBody>
          <a:bodyPr anchorCtr="0" anchor="ctr" bIns="72000" lIns="72000" spcFirstLastPara="1" rIns="72000" wrap="square" tIns="72000">
            <a:noAutofit/>
          </a:bodyPr>
          <a:lstStyle>
            <a:lvl1pPr lvl="0">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spcBef>
                <a:spcPts val="0"/>
              </a:spcBef>
              <a:spcAft>
                <a:spcPts val="0"/>
              </a:spcAft>
              <a:buSzPts val="800"/>
              <a:buFont typeface="Arvo"/>
              <a:buNone/>
              <a:defRPr sz="800">
                <a:latin typeface="Arvo"/>
                <a:ea typeface="Arvo"/>
                <a:cs typeface="Arvo"/>
                <a:sym typeface="Arvo"/>
              </a:defRPr>
            </a:lvl2pPr>
            <a:lvl3pPr lvl="2">
              <a:spcBef>
                <a:spcPts val="0"/>
              </a:spcBef>
              <a:spcAft>
                <a:spcPts val="0"/>
              </a:spcAft>
              <a:buSzPts val="800"/>
              <a:buFont typeface="Arvo"/>
              <a:buNone/>
              <a:defRPr sz="800">
                <a:latin typeface="Arvo"/>
                <a:ea typeface="Arvo"/>
                <a:cs typeface="Arvo"/>
                <a:sym typeface="Arvo"/>
              </a:defRPr>
            </a:lvl3pPr>
            <a:lvl4pPr lvl="3">
              <a:spcBef>
                <a:spcPts val="0"/>
              </a:spcBef>
              <a:spcAft>
                <a:spcPts val="0"/>
              </a:spcAft>
              <a:buSzPts val="800"/>
              <a:buFont typeface="Arvo"/>
              <a:buNone/>
              <a:defRPr sz="800">
                <a:latin typeface="Arvo"/>
                <a:ea typeface="Arvo"/>
                <a:cs typeface="Arvo"/>
                <a:sym typeface="Arvo"/>
              </a:defRPr>
            </a:lvl4pPr>
            <a:lvl5pPr lvl="4">
              <a:spcBef>
                <a:spcPts val="0"/>
              </a:spcBef>
              <a:spcAft>
                <a:spcPts val="0"/>
              </a:spcAft>
              <a:buSzPts val="800"/>
              <a:buFont typeface="Arvo"/>
              <a:buNone/>
              <a:defRPr sz="800">
                <a:latin typeface="Arvo"/>
                <a:ea typeface="Arvo"/>
                <a:cs typeface="Arvo"/>
                <a:sym typeface="Arvo"/>
              </a:defRPr>
            </a:lvl5pPr>
            <a:lvl6pPr lvl="5">
              <a:spcBef>
                <a:spcPts val="0"/>
              </a:spcBef>
              <a:spcAft>
                <a:spcPts val="0"/>
              </a:spcAft>
              <a:buSzPts val="800"/>
              <a:buFont typeface="Arvo"/>
              <a:buNone/>
              <a:defRPr sz="800">
                <a:latin typeface="Arvo"/>
                <a:ea typeface="Arvo"/>
                <a:cs typeface="Arvo"/>
                <a:sym typeface="Arvo"/>
              </a:defRPr>
            </a:lvl6pPr>
            <a:lvl7pPr lvl="6">
              <a:spcBef>
                <a:spcPts val="0"/>
              </a:spcBef>
              <a:spcAft>
                <a:spcPts val="0"/>
              </a:spcAft>
              <a:buSzPts val="800"/>
              <a:buFont typeface="Arvo"/>
              <a:buNone/>
              <a:defRPr sz="800">
                <a:latin typeface="Arvo"/>
                <a:ea typeface="Arvo"/>
                <a:cs typeface="Arvo"/>
                <a:sym typeface="Arvo"/>
              </a:defRPr>
            </a:lvl7pPr>
            <a:lvl8pPr lvl="7">
              <a:spcBef>
                <a:spcPts val="0"/>
              </a:spcBef>
              <a:spcAft>
                <a:spcPts val="0"/>
              </a:spcAft>
              <a:buSzPts val="800"/>
              <a:buFont typeface="Arvo"/>
              <a:buNone/>
              <a:defRPr sz="800">
                <a:latin typeface="Arvo"/>
                <a:ea typeface="Arvo"/>
                <a:cs typeface="Arvo"/>
                <a:sym typeface="Arvo"/>
              </a:defRPr>
            </a:lvl8pPr>
            <a:lvl9pPr lvl="8">
              <a:spcBef>
                <a:spcPts val="0"/>
              </a:spcBef>
              <a:spcAft>
                <a:spcPts val="0"/>
              </a:spcAft>
              <a:buSzPts val="800"/>
              <a:buFont typeface="Arvo"/>
              <a:buNone/>
              <a:defRPr sz="800">
                <a:latin typeface="Arvo"/>
                <a:ea typeface="Arvo"/>
                <a:cs typeface="Arvo"/>
                <a:sym typeface="Arvo"/>
              </a:defRPr>
            </a:lvl9pPr>
          </a:lstStyle>
          <a:p/>
        </p:txBody>
      </p:sp>
      <p:sp>
        <p:nvSpPr>
          <p:cNvPr id="3582" name="Google Shape;3582;p57"/>
          <p:cNvSpPr txBox="1"/>
          <p:nvPr>
            <p:ph idx="7" type="subTitle"/>
          </p:nvPr>
        </p:nvSpPr>
        <p:spPr>
          <a:xfrm>
            <a:off x="4138559" y="5266845"/>
            <a:ext cx="1556100" cy="949800"/>
          </a:xfrm>
          <a:prstGeom prst="rect">
            <a:avLst/>
          </a:prstGeom>
          <a:noFill/>
          <a:ln>
            <a:noFill/>
          </a:ln>
        </p:spPr>
        <p:txBody>
          <a:bodyPr anchorCtr="0" anchor="ctr" bIns="72000" lIns="72000" spcFirstLastPara="1" rIns="72000" wrap="square" tIns="72000">
            <a:noAutofit/>
          </a:bodyPr>
          <a:lstStyle>
            <a:lvl1pPr lvl="0">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spcBef>
                <a:spcPts val="0"/>
              </a:spcBef>
              <a:spcAft>
                <a:spcPts val="0"/>
              </a:spcAft>
              <a:buSzPts val="800"/>
              <a:buFont typeface="Arvo"/>
              <a:buNone/>
              <a:defRPr sz="800">
                <a:latin typeface="Arvo"/>
                <a:ea typeface="Arvo"/>
                <a:cs typeface="Arvo"/>
                <a:sym typeface="Arvo"/>
              </a:defRPr>
            </a:lvl2pPr>
            <a:lvl3pPr lvl="2">
              <a:spcBef>
                <a:spcPts val="0"/>
              </a:spcBef>
              <a:spcAft>
                <a:spcPts val="0"/>
              </a:spcAft>
              <a:buSzPts val="800"/>
              <a:buFont typeface="Arvo"/>
              <a:buNone/>
              <a:defRPr sz="800">
                <a:latin typeface="Arvo"/>
                <a:ea typeface="Arvo"/>
                <a:cs typeface="Arvo"/>
                <a:sym typeface="Arvo"/>
              </a:defRPr>
            </a:lvl3pPr>
            <a:lvl4pPr lvl="3">
              <a:spcBef>
                <a:spcPts val="0"/>
              </a:spcBef>
              <a:spcAft>
                <a:spcPts val="0"/>
              </a:spcAft>
              <a:buSzPts val="800"/>
              <a:buFont typeface="Arvo"/>
              <a:buNone/>
              <a:defRPr sz="800">
                <a:latin typeface="Arvo"/>
                <a:ea typeface="Arvo"/>
                <a:cs typeface="Arvo"/>
                <a:sym typeface="Arvo"/>
              </a:defRPr>
            </a:lvl4pPr>
            <a:lvl5pPr lvl="4">
              <a:spcBef>
                <a:spcPts val="0"/>
              </a:spcBef>
              <a:spcAft>
                <a:spcPts val="0"/>
              </a:spcAft>
              <a:buSzPts val="800"/>
              <a:buFont typeface="Arvo"/>
              <a:buNone/>
              <a:defRPr sz="800">
                <a:latin typeface="Arvo"/>
                <a:ea typeface="Arvo"/>
                <a:cs typeface="Arvo"/>
                <a:sym typeface="Arvo"/>
              </a:defRPr>
            </a:lvl5pPr>
            <a:lvl6pPr lvl="5">
              <a:spcBef>
                <a:spcPts val="0"/>
              </a:spcBef>
              <a:spcAft>
                <a:spcPts val="0"/>
              </a:spcAft>
              <a:buSzPts val="800"/>
              <a:buFont typeface="Arvo"/>
              <a:buNone/>
              <a:defRPr sz="800">
                <a:latin typeface="Arvo"/>
                <a:ea typeface="Arvo"/>
                <a:cs typeface="Arvo"/>
                <a:sym typeface="Arvo"/>
              </a:defRPr>
            </a:lvl6pPr>
            <a:lvl7pPr lvl="6">
              <a:spcBef>
                <a:spcPts val="0"/>
              </a:spcBef>
              <a:spcAft>
                <a:spcPts val="0"/>
              </a:spcAft>
              <a:buSzPts val="800"/>
              <a:buFont typeface="Arvo"/>
              <a:buNone/>
              <a:defRPr sz="800">
                <a:latin typeface="Arvo"/>
                <a:ea typeface="Arvo"/>
                <a:cs typeface="Arvo"/>
                <a:sym typeface="Arvo"/>
              </a:defRPr>
            </a:lvl7pPr>
            <a:lvl8pPr lvl="7">
              <a:spcBef>
                <a:spcPts val="0"/>
              </a:spcBef>
              <a:spcAft>
                <a:spcPts val="0"/>
              </a:spcAft>
              <a:buSzPts val="800"/>
              <a:buFont typeface="Arvo"/>
              <a:buNone/>
              <a:defRPr sz="800">
                <a:latin typeface="Arvo"/>
                <a:ea typeface="Arvo"/>
                <a:cs typeface="Arvo"/>
                <a:sym typeface="Arvo"/>
              </a:defRPr>
            </a:lvl8pPr>
            <a:lvl9pPr lvl="8">
              <a:spcBef>
                <a:spcPts val="0"/>
              </a:spcBef>
              <a:spcAft>
                <a:spcPts val="0"/>
              </a:spcAft>
              <a:buSzPts val="800"/>
              <a:buFont typeface="Arvo"/>
              <a:buNone/>
              <a:defRPr sz="800">
                <a:latin typeface="Arvo"/>
                <a:ea typeface="Arvo"/>
                <a:cs typeface="Arvo"/>
                <a:sym typeface="Arvo"/>
              </a:defRPr>
            </a:lvl9pPr>
          </a:lstStyle>
          <a:p/>
        </p:txBody>
      </p:sp>
      <p:sp>
        <p:nvSpPr>
          <p:cNvPr id="3583" name="Google Shape;3583;p57"/>
          <p:cNvSpPr txBox="1"/>
          <p:nvPr>
            <p:ph idx="8" type="subTitle"/>
          </p:nvPr>
        </p:nvSpPr>
        <p:spPr>
          <a:xfrm>
            <a:off x="5998449" y="5266845"/>
            <a:ext cx="1556100" cy="949800"/>
          </a:xfrm>
          <a:prstGeom prst="rect">
            <a:avLst/>
          </a:prstGeom>
          <a:noFill/>
          <a:ln>
            <a:noFill/>
          </a:ln>
        </p:spPr>
        <p:txBody>
          <a:bodyPr anchorCtr="0" anchor="ctr" bIns="72000" lIns="72000" spcFirstLastPara="1" rIns="72000" wrap="square" tIns="72000">
            <a:noAutofit/>
          </a:bodyPr>
          <a:lstStyle>
            <a:lvl1pPr lvl="0">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spcBef>
                <a:spcPts val="0"/>
              </a:spcBef>
              <a:spcAft>
                <a:spcPts val="0"/>
              </a:spcAft>
              <a:buSzPts val="800"/>
              <a:buFont typeface="Arvo"/>
              <a:buNone/>
              <a:defRPr sz="800">
                <a:latin typeface="Arvo"/>
                <a:ea typeface="Arvo"/>
                <a:cs typeface="Arvo"/>
                <a:sym typeface="Arvo"/>
              </a:defRPr>
            </a:lvl2pPr>
            <a:lvl3pPr lvl="2">
              <a:spcBef>
                <a:spcPts val="0"/>
              </a:spcBef>
              <a:spcAft>
                <a:spcPts val="0"/>
              </a:spcAft>
              <a:buSzPts val="800"/>
              <a:buFont typeface="Arvo"/>
              <a:buNone/>
              <a:defRPr sz="800">
                <a:latin typeface="Arvo"/>
                <a:ea typeface="Arvo"/>
                <a:cs typeface="Arvo"/>
                <a:sym typeface="Arvo"/>
              </a:defRPr>
            </a:lvl3pPr>
            <a:lvl4pPr lvl="3">
              <a:spcBef>
                <a:spcPts val="0"/>
              </a:spcBef>
              <a:spcAft>
                <a:spcPts val="0"/>
              </a:spcAft>
              <a:buSzPts val="800"/>
              <a:buFont typeface="Arvo"/>
              <a:buNone/>
              <a:defRPr sz="800">
                <a:latin typeface="Arvo"/>
                <a:ea typeface="Arvo"/>
                <a:cs typeface="Arvo"/>
                <a:sym typeface="Arvo"/>
              </a:defRPr>
            </a:lvl4pPr>
            <a:lvl5pPr lvl="4">
              <a:spcBef>
                <a:spcPts val="0"/>
              </a:spcBef>
              <a:spcAft>
                <a:spcPts val="0"/>
              </a:spcAft>
              <a:buSzPts val="800"/>
              <a:buFont typeface="Arvo"/>
              <a:buNone/>
              <a:defRPr sz="800">
                <a:latin typeface="Arvo"/>
                <a:ea typeface="Arvo"/>
                <a:cs typeface="Arvo"/>
                <a:sym typeface="Arvo"/>
              </a:defRPr>
            </a:lvl5pPr>
            <a:lvl6pPr lvl="5">
              <a:spcBef>
                <a:spcPts val="0"/>
              </a:spcBef>
              <a:spcAft>
                <a:spcPts val="0"/>
              </a:spcAft>
              <a:buSzPts val="800"/>
              <a:buFont typeface="Arvo"/>
              <a:buNone/>
              <a:defRPr sz="800">
                <a:latin typeface="Arvo"/>
                <a:ea typeface="Arvo"/>
                <a:cs typeface="Arvo"/>
                <a:sym typeface="Arvo"/>
              </a:defRPr>
            </a:lvl6pPr>
            <a:lvl7pPr lvl="6">
              <a:spcBef>
                <a:spcPts val="0"/>
              </a:spcBef>
              <a:spcAft>
                <a:spcPts val="0"/>
              </a:spcAft>
              <a:buSzPts val="800"/>
              <a:buFont typeface="Arvo"/>
              <a:buNone/>
              <a:defRPr sz="800">
                <a:latin typeface="Arvo"/>
                <a:ea typeface="Arvo"/>
                <a:cs typeface="Arvo"/>
                <a:sym typeface="Arvo"/>
              </a:defRPr>
            </a:lvl7pPr>
            <a:lvl8pPr lvl="7">
              <a:spcBef>
                <a:spcPts val="0"/>
              </a:spcBef>
              <a:spcAft>
                <a:spcPts val="0"/>
              </a:spcAft>
              <a:buSzPts val="800"/>
              <a:buFont typeface="Arvo"/>
              <a:buNone/>
              <a:defRPr sz="800">
                <a:latin typeface="Arvo"/>
                <a:ea typeface="Arvo"/>
                <a:cs typeface="Arvo"/>
                <a:sym typeface="Arvo"/>
              </a:defRPr>
            </a:lvl8pPr>
            <a:lvl9pPr lvl="8">
              <a:spcBef>
                <a:spcPts val="0"/>
              </a:spcBef>
              <a:spcAft>
                <a:spcPts val="0"/>
              </a:spcAft>
              <a:buSzPts val="800"/>
              <a:buFont typeface="Arvo"/>
              <a:buNone/>
              <a:defRPr sz="800">
                <a:latin typeface="Arvo"/>
                <a:ea typeface="Arvo"/>
                <a:cs typeface="Arvo"/>
                <a:sym typeface="Arvo"/>
              </a:defRPr>
            </a:lvl9pPr>
          </a:lstStyle>
          <a:p/>
        </p:txBody>
      </p:sp>
      <p:sp>
        <p:nvSpPr>
          <p:cNvPr id="3584" name="Google Shape;3584;p57"/>
          <p:cNvSpPr txBox="1"/>
          <p:nvPr>
            <p:ph idx="9" type="subTitle"/>
          </p:nvPr>
        </p:nvSpPr>
        <p:spPr>
          <a:xfrm>
            <a:off x="8253950" y="2929759"/>
            <a:ext cx="1403700" cy="1696200"/>
          </a:xfrm>
          <a:prstGeom prst="rect">
            <a:avLst/>
          </a:prstGeom>
          <a:noFill/>
          <a:ln>
            <a:noFill/>
          </a:ln>
        </p:spPr>
        <p:txBody>
          <a:bodyPr anchorCtr="0" anchor="ctr" bIns="72000" lIns="72000" spcFirstLastPara="1" rIns="72000" wrap="square" tIns="72000">
            <a:noAutofit/>
          </a:bodyPr>
          <a:lstStyle>
            <a:lvl1pPr lvl="0">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spcBef>
                <a:spcPts val="0"/>
              </a:spcBef>
              <a:spcAft>
                <a:spcPts val="0"/>
              </a:spcAft>
              <a:buSzPts val="800"/>
              <a:buFont typeface="Arvo"/>
              <a:buNone/>
              <a:defRPr sz="800">
                <a:latin typeface="Arvo"/>
                <a:ea typeface="Arvo"/>
                <a:cs typeface="Arvo"/>
                <a:sym typeface="Arvo"/>
              </a:defRPr>
            </a:lvl2pPr>
            <a:lvl3pPr lvl="2">
              <a:spcBef>
                <a:spcPts val="0"/>
              </a:spcBef>
              <a:spcAft>
                <a:spcPts val="0"/>
              </a:spcAft>
              <a:buSzPts val="800"/>
              <a:buFont typeface="Arvo"/>
              <a:buNone/>
              <a:defRPr sz="800">
                <a:latin typeface="Arvo"/>
                <a:ea typeface="Arvo"/>
                <a:cs typeface="Arvo"/>
                <a:sym typeface="Arvo"/>
              </a:defRPr>
            </a:lvl3pPr>
            <a:lvl4pPr lvl="3">
              <a:spcBef>
                <a:spcPts val="0"/>
              </a:spcBef>
              <a:spcAft>
                <a:spcPts val="0"/>
              </a:spcAft>
              <a:buSzPts val="800"/>
              <a:buFont typeface="Arvo"/>
              <a:buNone/>
              <a:defRPr sz="800">
                <a:latin typeface="Arvo"/>
                <a:ea typeface="Arvo"/>
                <a:cs typeface="Arvo"/>
                <a:sym typeface="Arvo"/>
              </a:defRPr>
            </a:lvl4pPr>
            <a:lvl5pPr lvl="4">
              <a:spcBef>
                <a:spcPts val="0"/>
              </a:spcBef>
              <a:spcAft>
                <a:spcPts val="0"/>
              </a:spcAft>
              <a:buSzPts val="800"/>
              <a:buFont typeface="Arvo"/>
              <a:buNone/>
              <a:defRPr sz="800">
                <a:latin typeface="Arvo"/>
                <a:ea typeface="Arvo"/>
                <a:cs typeface="Arvo"/>
                <a:sym typeface="Arvo"/>
              </a:defRPr>
            </a:lvl5pPr>
            <a:lvl6pPr lvl="5">
              <a:spcBef>
                <a:spcPts val="0"/>
              </a:spcBef>
              <a:spcAft>
                <a:spcPts val="0"/>
              </a:spcAft>
              <a:buSzPts val="800"/>
              <a:buFont typeface="Arvo"/>
              <a:buNone/>
              <a:defRPr sz="800">
                <a:latin typeface="Arvo"/>
                <a:ea typeface="Arvo"/>
                <a:cs typeface="Arvo"/>
                <a:sym typeface="Arvo"/>
              </a:defRPr>
            </a:lvl6pPr>
            <a:lvl7pPr lvl="6">
              <a:spcBef>
                <a:spcPts val="0"/>
              </a:spcBef>
              <a:spcAft>
                <a:spcPts val="0"/>
              </a:spcAft>
              <a:buSzPts val="800"/>
              <a:buFont typeface="Arvo"/>
              <a:buNone/>
              <a:defRPr sz="800">
                <a:latin typeface="Arvo"/>
                <a:ea typeface="Arvo"/>
                <a:cs typeface="Arvo"/>
                <a:sym typeface="Arvo"/>
              </a:defRPr>
            </a:lvl7pPr>
            <a:lvl8pPr lvl="7">
              <a:spcBef>
                <a:spcPts val="0"/>
              </a:spcBef>
              <a:spcAft>
                <a:spcPts val="0"/>
              </a:spcAft>
              <a:buSzPts val="800"/>
              <a:buFont typeface="Arvo"/>
              <a:buNone/>
              <a:defRPr sz="800">
                <a:latin typeface="Arvo"/>
                <a:ea typeface="Arvo"/>
                <a:cs typeface="Arvo"/>
                <a:sym typeface="Arvo"/>
              </a:defRPr>
            </a:lvl8pPr>
            <a:lvl9pPr lvl="8">
              <a:spcBef>
                <a:spcPts val="0"/>
              </a:spcBef>
              <a:spcAft>
                <a:spcPts val="0"/>
              </a:spcAft>
              <a:buSzPts val="800"/>
              <a:buFont typeface="Arvo"/>
              <a:buNone/>
              <a:defRPr sz="800">
                <a:latin typeface="Arvo"/>
                <a:ea typeface="Arvo"/>
                <a:cs typeface="Arvo"/>
                <a:sym typeface="Arvo"/>
              </a:defRPr>
            </a:lvl9pPr>
          </a:lstStyle>
          <a:p/>
        </p:txBody>
      </p:sp>
      <p:sp>
        <p:nvSpPr>
          <p:cNvPr id="3585" name="Google Shape;3585;p57"/>
          <p:cNvSpPr txBox="1"/>
          <p:nvPr/>
        </p:nvSpPr>
        <p:spPr>
          <a:xfrm>
            <a:off x="2524025" y="387675"/>
            <a:ext cx="15012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Unid. Organizacional:</a:t>
            </a:r>
            <a:endParaRPr b="1" sz="1100"/>
          </a:p>
        </p:txBody>
      </p:sp>
      <p:sp>
        <p:nvSpPr>
          <p:cNvPr id="3586" name="Google Shape;3586;p57"/>
          <p:cNvSpPr txBox="1"/>
          <p:nvPr/>
        </p:nvSpPr>
        <p:spPr>
          <a:xfrm>
            <a:off x="2524020" y="579550"/>
            <a:ext cx="6846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Alcance:</a:t>
            </a:r>
            <a:endParaRPr b="1" sz="1100"/>
          </a:p>
        </p:txBody>
      </p:sp>
      <p:sp>
        <p:nvSpPr>
          <p:cNvPr id="3587" name="Google Shape;3587;p57"/>
          <p:cNvSpPr txBox="1"/>
          <p:nvPr>
            <p:ph type="title"/>
          </p:nvPr>
        </p:nvSpPr>
        <p:spPr>
          <a:xfrm flipH="1">
            <a:off x="4025374" y="387675"/>
            <a:ext cx="5863200" cy="1692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000"/>
              <a:buNone/>
              <a:defRPr sz="1000">
                <a:solidFill>
                  <a:srgbClr val="000000"/>
                </a:solidFill>
              </a:defRPr>
            </a:lvl1pPr>
            <a:lvl2pPr lvl="1">
              <a:spcBef>
                <a:spcPts val="0"/>
              </a:spcBef>
              <a:spcAft>
                <a:spcPts val="0"/>
              </a:spcAft>
              <a:buClr>
                <a:srgbClr val="000000"/>
              </a:buClr>
              <a:buSzPts val="1000"/>
              <a:buNone/>
              <a:defRPr sz="1000">
                <a:solidFill>
                  <a:srgbClr val="000000"/>
                </a:solidFill>
              </a:defRPr>
            </a:lvl2pPr>
            <a:lvl3pPr lvl="2">
              <a:spcBef>
                <a:spcPts val="0"/>
              </a:spcBef>
              <a:spcAft>
                <a:spcPts val="0"/>
              </a:spcAft>
              <a:buClr>
                <a:srgbClr val="000000"/>
              </a:buClr>
              <a:buSzPts val="1000"/>
              <a:buNone/>
              <a:defRPr sz="1000">
                <a:solidFill>
                  <a:srgbClr val="000000"/>
                </a:solidFill>
              </a:defRPr>
            </a:lvl3pPr>
            <a:lvl4pPr lvl="3">
              <a:spcBef>
                <a:spcPts val="0"/>
              </a:spcBef>
              <a:spcAft>
                <a:spcPts val="0"/>
              </a:spcAft>
              <a:buClr>
                <a:srgbClr val="000000"/>
              </a:buClr>
              <a:buSzPts val="1000"/>
              <a:buNone/>
              <a:defRPr sz="1000">
                <a:solidFill>
                  <a:srgbClr val="000000"/>
                </a:solidFill>
              </a:defRPr>
            </a:lvl4pPr>
            <a:lvl5pPr lvl="4">
              <a:spcBef>
                <a:spcPts val="0"/>
              </a:spcBef>
              <a:spcAft>
                <a:spcPts val="0"/>
              </a:spcAft>
              <a:buClr>
                <a:srgbClr val="000000"/>
              </a:buClr>
              <a:buSzPts val="1000"/>
              <a:buNone/>
              <a:defRPr sz="1000">
                <a:solidFill>
                  <a:srgbClr val="000000"/>
                </a:solidFill>
              </a:defRPr>
            </a:lvl5pPr>
            <a:lvl6pPr lvl="5">
              <a:spcBef>
                <a:spcPts val="0"/>
              </a:spcBef>
              <a:spcAft>
                <a:spcPts val="0"/>
              </a:spcAft>
              <a:buClr>
                <a:srgbClr val="000000"/>
              </a:buClr>
              <a:buSzPts val="1000"/>
              <a:buNone/>
              <a:defRPr sz="1000">
                <a:solidFill>
                  <a:srgbClr val="000000"/>
                </a:solidFill>
              </a:defRPr>
            </a:lvl6pPr>
            <a:lvl7pPr lvl="6">
              <a:spcBef>
                <a:spcPts val="0"/>
              </a:spcBef>
              <a:spcAft>
                <a:spcPts val="0"/>
              </a:spcAft>
              <a:buClr>
                <a:srgbClr val="000000"/>
              </a:buClr>
              <a:buSzPts val="1000"/>
              <a:buNone/>
              <a:defRPr sz="1000">
                <a:solidFill>
                  <a:srgbClr val="000000"/>
                </a:solidFill>
              </a:defRPr>
            </a:lvl7pPr>
            <a:lvl8pPr lvl="7">
              <a:spcBef>
                <a:spcPts val="0"/>
              </a:spcBef>
              <a:spcAft>
                <a:spcPts val="0"/>
              </a:spcAft>
              <a:buClr>
                <a:srgbClr val="000000"/>
              </a:buClr>
              <a:buSzPts val="1000"/>
              <a:buNone/>
              <a:defRPr sz="1000">
                <a:solidFill>
                  <a:srgbClr val="000000"/>
                </a:solidFill>
              </a:defRPr>
            </a:lvl8pPr>
            <a:lvl9pPr lvl="8">
              <a:spcBef>
                <a:spcPts val="0"/>
              </a:spcBef>
              <a:spcAft>
                <a:spcPts val="0"/>
              </a:spcAft>
              <a:buClr>
                <a:srgbClr val="000000"/>
              </a:buClr>
              <a:buSzPts val="1000"/>
              <a:buNone/>
              <a:defRPr sz="1000">
                <a:solidFill>
                  <a:srgbClr val="000000"/>
                </a:solidFill>
              </a:defRPr>
            </a:lvl9pPr>
          </a:lstStyle>
          <a:p/>
        </p:txBody>
      </p:sp>
      <p:sp>
        <p:nvSpPr>
          <p:cNvPr id="3588" name="Google Shape;3588;p57"/>
          <p:cNvSpPr txBox="1"/>
          <p:nvPr>
            <p:ph idx="13" type="title"/>
          </p:nvPr>
        </p:nvSpPr>
        <p:spPr>
          <a:xfrm flipH="1">
            <a:off x="3208773" y="579550"/>
            <a:ext cx="6679800" cy="1692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000"/>
              <a:buNone/>
              <a:defRPr sz="1000">
                <a:solidFill>
                  <a:srgbClr val="000000"/>
                </a:solidFill>
              </a:defRPr>
            </a:lvl1pPr>
            <a:lvl2pPr lvl="1">
              <a:spcBef>
                <a:spcPts val="0"/>
              </a:spcBef>
              <a:spcAft>
                <a:spcPts val="0"/>
              </a:spcAft>
              <a:buClr>
                <a:srgbClr val="000000"/>
              </a:buClr>
              <a:buSzPts val="1000"/>
              <a:buNone/>
              <a:defRPr sz="1000">
                <a:solidFill>
                  <a:srgbClr val="000000"/>
                </a:solidFill>
              </a:defRPr>
            </a:lvl2pPr>
            <a:lvl3pPr lvl="2">
              <a:spcBef>
                <a:spcPts val="0"/>
              </a:spcBef>
              <a:spcAft>
                <a:spcPts val="0"/>
              </a:spcAft>
              <a:buClr>
                <a:srgbClr val="000000"/>
              </a:buClr>
              <a:buSzPts val="1000"/>
              <a:buNone/>
              <a:defRPr sz="1000">
                <a:solidFill>
                  <a:srgbClr val="000000"/>
                </a:solidFill>
              </a:defRPr>
            </a:lvl3pPr>
            <a:lvl4pPr lvl="3">
              <a:spcBef>
                <a:spcPts val="0"/>
              </a:spcBef>
              <a:spcAft>
                <a:spcPts val="0"/>
              </a:spcAft>
              <a:buClr>
                <a:srgbClr val="000000"/>
              </a:buClr>
              <a:buSzPts val="1000"/>
              <a:buNone/>
              <a:defRPr sz="1000">
                <a:solidFill>
                  <a:srgbClr val="000000"/>
                </a:solidFill>
              </a:defRPr>
            </a:lvl4pPr>
            <a:lvl5pPr lvl="4">
              <a:spcBef>
                <a:spcPts val="0"/>
              </a:spcBef>
              <a:spcAft>
                <a:spcPts val="0"/>
              </a:spcAft>
              <a:buClr>
                <a:srgbClr val="000000"/>
              </a:buClr>
              <a:buSzPts val="1000"/>
              <a:buNone/>
              <a:defRPr sz="1000">
                <a:solidFill>
                  <a:srgbClr val="000000"/>
                </a:solidFill>
              </a:defRPr>
            </a:lvl5pPr>
            <a:lvl6pPr lvl="5">
              <a:spcBef>
                <a:spcPts val="0"/>
              </a:spcBef>
              <a:spcAft>
                <a:spcPts val="0"/>
              </a:spcAft>
              <a:buClr>
                <a:srgbClr val="000000"/>
              </a:buClr>
              <a:buSzPts val="1000"/>
              <a:buNone/>
              <a:defRPr sz="1000">
                <a:solidFill>
                  <a:srgbClr val="000000"/>
                </a:solidFill>
              </a:defRPr>
            </a:lvl6pPr>
            <a:lvl7pPr lvl="6">
              <a:spcBef>
                <a:spcPts val="0"/>
              </a:spcBef>
              <a:spcAft>
                <a:spcPts val="0"/>
              </a:spcAft>
              <a:buClr>
                <a:srgbClr val="000000"/>
              </a:buClr>
              <a:buSzPts val="1000"/>
              <a:buNone/>
              <a:defRPr sz="1000">
                <a:solidFill>
                  <a:srgbClr val="000000"/>
                </a:solidFill>
              </a:defRPr>
            </a:lvl7pPr>
            <a:lvl8pPr lvl="7">
              <a:spcBef>
                <a:spcPts val="0"/>
              </a:spcBef>
              <a:spcAft>
                <a:spcPts val="0"/>
              </a:spcAft>
              <a:buClr>
                <a:srgbClr val="000000"/>
              </a:buClr>
              <a:buSzPts val="1000"/>
              <a:buNone/>
              <a:defRPr sz="1000">
                <a:solidFill>
                  <a:srgbClr val="000000"/>
                </a:solidFill>
              </a:defRPr>
            </a:lvl8pPr>
            <a:lvl9pPr lvl="8">
              <a:spcBef>
                <a:spcPts val="0"/>
              </a:spcBef>
              <a:spcAft>
                <a:spcPts val="0"/>
              </a:spcAft>
              <a:buClr>
                <a:srgbClr val="000000"/>
              </a:buClr>
              <a:buSzPts val="1000"/>
              <a:buNone/>
              <a:defRPr sz="1000">
                <a:solidFill>
                  <a:srgbClr val="000000"/>
                </a:solidFill>
              </a:defRPr>
            </a:lvl9pPr>
          </a:lstStyle>
          <a:p/>
        </p:txBody>
      </p:sp>
      <p:sp>
        <p:nvSpPr>
          <p:cNvPr id="3589" name="Google Shape;3589;p57"/>
          <p:cNvSpPr txBox="1"/>
          <p:nvPr>
            <p:ph idx="14" type="body"/>
          </p:nvPr>
        </p:nvSpPr>
        <p:spPr>
          <a:xfrm>
            <a:off x="641150" y="612125"/>
            <a:ext cx="1770300" cy="160500"/>
          </a:xfrm>
          <a:prstGeom prst="rect">
            <a:avLst/>
          </a:prstGeom>
          <a:noFill/>
          <a:ln>
            <a:noFill/>
          </a:ln>
        </p:spPr>
        <p:txBody>
          <a:bodyPr anchorCtr="0" anchor="t" bIns="0" lIns="0" spcFirstLastPara="1" rIns="0" wrap="square" tIns="0">
            <a:noAutofit/>
          </a:bodyPr>
          <a:lstStyle>
            <a:lvl1pPr indent="-292100" lvl="0" marL="457200" algn="ctr">
              <a:spcBef>
                <a:spcPts val="0"/>
              </a:spcBef>
              <a:spcAft>
                <a:spcPts val="0"/>
              </a:spcAft>
              <a:buClr>
                <a:srgbClr val="FFFFFF"/>
              </a:buClr>
              <a:buSzPts val="1000"/>
              <a:buChar char="●"/>
              <a:defRPr sz="1000">
                <a:solidFill>
                  <a:srgbClr val="FFFFFF"/>
                </a:solidFill>
              </a:defRPr>
            </a:lvl1pPr>
            <a:lvl2pPr indent="-292100" lvl="1" marL="914400" algn="ctr">
              <a:spcBef>
                <a:spcPts val="0"/>
              </a:spcBef>
              <a:spcAft>
                <a:spcPts val="0"/>
              </a:spcAft>
              <a:buClr>
                <a:srgbClr val="FFFFFF"/>
              </a:buClr>
              <a:buSzPts val="1000"/>
              <a:buChar char="○"/>
              <a:defRPr sz="1000">
                <a:solidFill>
                  <a:srgbClr val="FFFFFF"/>
                </a:solidFill>
              </a:defRPr>
            </a:lvl2pPr>
            <a:lvl3pPr indent="-292100" lvl="2" marL="1371600" algn="ctr">
              <a:spcBef>
                <a:spcPts val="0"/>
              </a:spcBef>
              <a:spcAft>
                <a:spcPts val="0"/>
              </a:spcAft>
              <a:buClr>
                <a:srgbClr val="FFFFFF"/>
              </a:buClr>
              <a:buSzPts val="1000"/>
              <a:buChar char="■"/>
              <a:defRPr sz="1000">
                <a:solidFill>
                  <a:srgbClr val="FFFFFF"/>
                </a:solidFill>
              </a:defRPr>
            </a:lvl3pPr>
            <a:lvl4pPr indent="-292100" lvl="3" marL="1828800" algn="ctr">
              <a:spcBef>
                <a:spcPts val="0"/>
              </a:spcBef>
              <a:spcAft>
                <a:spcPts val="0"/>
              </a:spcAft>
              <a:buClr>
                <a:srgbClr val="FFFFFF"/>
              </a:buClr>
              <a:buSzPts val="1000"/>
              <a:buChar char="●"/>
              <a:defRPr sz="1000">
                <a:solidFill>
                  <a:srgbClr val="FFFFFF"/>
                </a:solidFill>
              </a:defRPr>
            </a:lvl4pPr>
            <a:lvl5pPr indent="-292100" lvl="4" marL="2286000" algn="ctr">
              <a:spcBef>
                <a:spcPts val="0"/>
              </a:spcBef>
              <a:spcAft>
                <a:spcPts val="0"/>
              </a:spcAft>
              <a:buClr>
                <a:srgbClr val="FFFFFF"/>
              </a:buClr>
              <a:buSzPts val="1000"/>
              <a:buChar char="○"/>
              <a:defRPr sz="1000">
                <a:solidFill>
                  <a:srgbClr val="FFFFFF"/>
                </a:solidFill>
              </a:defRPr>
            </a:lvl5pPr>
            <a:lvl6pPr indent="-292100" lvl="5" marL="2743200" algn="ctr">
              <a:spcBef>
                <a:spcPts val="0"/>
              </a:spcBef>
              <a:spcAft>
                <a:spcPts val="0"/>
              </a:spcAft>
              <a:buClr>
                <a:srgbClr val="FFFFFF"/>
              </a:buClr>
              <a:buSzPts val="1000"/>
              <a:buChar char="■"/>
              <a:defRPr sz="1000">
                <a:solidFill>
                  <a:srgbClr val="FFFFFF"/>
                </a:solidFill>
              </a:defRPr>
            </a:lvl6pPr>
            <a:lvl7pPr indent="-292100" lvl="6" marL="3200400" algn="ctr">
              <a:spcBef>
                <a:spcPts val="0"/>
              </a:spcBef>
              <a:spcAft>
                <a:spcPts val="0"/>
              </a:spcAft>
              <a:buClr>
                <a:srgbClr val="FFFFFF"/>
              </a:buClr>
              <a:buSzPts val="1000"/>
              <a:buChar char="●"/>
              <a:defRPr sz="1000">
                <a:solidFill>
                  <a:srgbClr val="FFFFFF"/>
                </a:solidFill>
              </a:defRPr>
            </a:lvl7pPr>
            <a:lvl8pPr indent="-292100" lvl="7" marL="3657600" algn="ctr">
              <a:spcBef>
                <a:spcPts val="0"/>
              </a:spcBef>
              <a:spcAft>
                <a:spcPts val="0"/>
              </a:spcAft>
              <a:buClr>
                <a:srgbClr val="FFFFFF"/>
              </a:buClr>
              <a:buSzPts val="1000"/>
              <a:buChar char="○"/>
              <a:defRPr sz="1000">
                <a:solidFill>
                  <a:srgbClr val="FFFFFF"/>
                </a:solidFill>
              </a:defRPr>
            </a:lvl8pPr>
            <a:lvl9pPr indent="-292100" lvl="8" marL="4114800" algn="ctr">
              <a:spcBef>
                <a:spcPts val="0"/>
              </a:spcBef>
              <a:spcAft>
                <a:spcPts val="0"/>
              </a:spcAft>
              <a:buClr>
                <a:srgbClr val="FFFFFF"/>
              </a:buClr>
              <a:buSzPts val="1000"/>
              <a:buChar char="■"/>
              <a:defRPr sz="1000">
                <a:solidFill>
                  <a:srgbClr val="FFFFFF"/>
                </a:solidFill>
              </a:defRPr>
            </a:lvl9pPr>
          </a:lstStyle>
          <a:p/>
        </p:txBody>
      </p:sp>
      <p:sp>
        <p:nvSpPr>
          <p:cNvPr id="3590" name="Google Shape;3590;p57"/>
          <p:cNvSpPr txBox="1"/>
          <p:nvPr/>
        </p:nvSpPr>
        <p:spPr>
          <a:xfrm>
            <a:off x="84825" y="598125"/>
            <a:ext cx="595500" cy="205800"/>
          </a:xfrm>
          <a:prstGeom prst="rect">
            <a:avLst/>
          </a:prstGeom>
          <a:noFill/>
          <a:ln>
            <a:noFill/>
          </a:ln>
        </p:spPr>
        <p:txBody>
          <a:bodyPr anchorCtr="0" anchor="t" bIns="18000" lIns="18000" spcFirstLastPara="1" rIns="18000" wrap="square" tIns="18000">
            <a:spAutoFit/>
          </a:bodyPr>
          <a:lstStyle/>
          <a:p>
            <a:pPr indent="0" lvl="0" marL="0" rtl="0" algn="l">
              <a:spcBef>
                <a:spcPts val="0"/>
              </a:spcBef>
              <a:spcAft>
                <a:spcPts val="0"/>
              </a:spcAft>
              <a:buNone/>
            </a:pPr>
            <a:r>
              <a:rPr lang="es-419" sz="1100">
                <a:solidFill>
                  <a:srgbClr val="FFFFFF"/>
                </a:solidFill>
              </a:rPr>
              <a:t>Nombre:</a:t>
            </a:r>
            <a:endParaRPr sz="1100">
              <a:solidFill>
                <a:srgbClr val="FFFFFF"/>
              </a:solidFill>
            </a:endParaRPr>
          </a:p>
        </p:txBody>
      </p:sp>
    </p:spTree>
  </p:cSld>
  <p:clrMapOvr>
    <a:masterClrMapping/>
  </p:clrMapOvr>
</p:sldLayout>
</file>

<file path=ppt/slideLayouts/slideLayout5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6 Diagrama de Pareto">
  <p:cSld name="TITLE_3_6_1_1_1_1_1_1_1_1_1_1_1">
    <p:spTree>
      <p:nvGrpSpPr>
        <p:cNvPr id="3591" name="Shape 3591"/>
        <p:cNvGrpSpPr/>
        <p:nvPr/>
      </p:nvGrpSpPr>
      <p:grpSpPr>
        <a:xfrm>
          <a:off x="0" y="0"/>
          <a:ext cx="0" cy="0"/>
          <a:chOff x="0" y="0"/>
          <a:chExt cx="0" cy="0"/>
        </a:xfrm>
      </p:grpSpPr>
      <p:sp>
        <p:nvSpPr>
          <p:cNvPr id="3592" name="Google Shape;3592;p58"/>
          <p:cNvSpPr/>
          <p:nvPr/>
        </p:nvSpPr>
        <p:spPr>
          <a:xfrm>
            <a:off x="97888" y="377012"/>
            <a:ext cx="9893400" cy="296700"/>
          </a:xfrm>
          <a:prstGeom prst="roundRect">
            <a:avLst>
              <a:gd fmla="val 22902" name="adj"/>
            </a:avLst>
          </a:prstGeom>
          <a:solidFill>
            <a:srgbClr val="F3F3F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3593" name="Google Shape;3593;p58"/>
          <p:cNvSpPr/>
          <p:nvPr/>
        </p:nvSpPr>
        <p:spPr>
          <a:xfrm>
            <a:off x="77688" y="358938"/>
            <a:ext cx="9935700" cy="6438000"/>
          </a:xfrm>
          <a:prstGeom prst="roundRect">
            <a:avLst>
              <a:gd fmla="val 2618" name="adj"/>
            </a:avLst>
          </a:prstGeom>
          <a:solidFill>
            <a:srgbClr val="FFFFFF"/>
          </a:solidFill>
          <a:ln cap="flat" cmpd="sng" w="38100">
            <a:solidFill>
              <a:srgbClr val="000000"/>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594" name="Google Shape;3594;p58"/>
          <p:cNvCxnSpPr/>
          <p:nvPr/>
        </p:nvCxnSpPr>
        <p:spPr>
          <a:xfrm>
            <a:off x="77688" y="772614"/>
            <a:ext cx="9935700" cy="0"/>
          </a:xfrm>
          <a:prstGeom prst="straightConnector1">
            <a:avLst/>
          </a:prstGeom>
          <a:noFill/>
          <a:ln cap="flat" cmpd="sng" w="19050">
            <a:solidFill>
              <a:srgbClr val="000000"/>
            </a:solidFill>
            <a:prstDash val="solid"/>
            <a:round/>
            <a:headEnd len="med" w="med" type="none"/>
            <a:tailEnd len="med" w="med" type="none"/>
          </a:ln>
        </p:spPr>
      </p:cxnSp>
      <p:cxnSp>
        <p:nvCxnSpPr>
          <p:cNvPr id="3595" name="Google Shape;3595;p58"/>
          <p:cNvCxnSpPr/>
          <p:nvPr/>
        </p:nvCxnSpPr>
        <p:spPr>
          <a:xfrm rot="10800000">
            <a:off x="2439038" y="368188"/>
            <a:ext cx="0" cy="402300"/>
          </a:xfrm>
          <a:prstGeom prst="straightConnector1">
            <a:avLst/>
          </a:prstGeom>
          <a:noFill/>
          <a:ln cap="flat" cmpd="sng" w="19050">
            <a:solidFill>
              <a:srgbClr val="000000"/>
            </a:solidFill>
            <a:prstDash val="solid"/>
            <a:round/>
            <a:headEnd len="med" w="med" type="none"/>
            <a:tailEnd len="med" w="med" type="none"/>
          </a:ln>
        </p:spPr>
      </p:cxnSp>
      <p:sp>
        <p:nvSpPr>
          <p:cNvPr id="3596" name="Google Shape;3596;p58"/>
          <p:cNvSpPr/>
          <p:nvPr/>
        </p:nvSpPr>
        <p:spPr>
          <a:xfrm>
            <a:off x="77688" y="349338"/>
            <a:ext cx="2361300" cy="421200"/>
          </a:xfrm>
          <a:prstGeom prst="roundRect">
            <a:avLst>
              <a:gd fmla="val 50000" name="adj"/>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s-419" sz="1200">
                <a:solidFill>
                  <a:srgbClr val="FFFFFF"/>
                </a:solidFill>
              </a:rPr>
              <a:t>Diagrama de Pareto</a:t>
            </a:r>
            <a:endParaRPr b="1" sz="1200">
              <a:solidFill>
                <a:srgbClr val="FFFFFF"/>
              </a:solidFill>
            </a:endParaRPr>
          </a:p>
          <a:p>
            <a:pPr indent="0" lvl="0" marL="0" rtl="0" algn="ctr">
              <a:spcBef>
                <a:spcPts val="0"/>
              </a:spcBef>
              <a:spcAft>
                <a:spcPts val="0"/>
              </a:spcAft>
              <a:buNone/>
            </a:pPr>
            <a:r>
              <a:t/>
            </a:r>
            <a:endParaRPr b="1" sz="1200">
              <a:solidFill>
                <a:srgbClr val="FFFFFF"/>
              </a:solidFill>
            </a:endParaRPr>
          </a:p>
        </p:txBody>
      </p:sp>
      <p:sp>
        <p:nvSpPr>
          <p:cNvPr id="3597" name="Google Shape;3597;p58"/>
          <p:cNvSpPr/>
          <p:nvPr/>
        </p:nvSpPr>
        <p:spPr>
          <a:xfrm>
            <a:off x="83988" y="595504"/>
            <a:ext cx="190200" cy="1692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8" name="Google Shape;3598;p58"/>
          <p:cNvSpPr/>
          <p:nvPr/>
        </p:nvSpPr>
        <p:spPr>
          <a:xfrm>
            <a:off x="2292338" y="358938"/>
            <a:ext cx="146700" cy="4023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9" name="Google Shape;3599;p58"/>
          <p:cNvSpPr txBox="1"/>
          <p:nvPr/>
        </p:nvSpPr>
        <p:spPr>
          <a:xfrm>
            <a:off x="2524025" y="387675"/>
            <a:ext cx="15012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Unid. Organizacional:</a:t>
            </a:r>
            <a:endParaRPr b="1" sz="1100"/>
          </a:p>
        </p:txBody>
      </p:sp>
      <p:sp>
        <p:nvSpPr>
          <p:cNvPr id="3600" name="Google Shape;3600;p58"/>
          <p:cNvSpPr txBox="1"/>
          <p:nvPr/>
        </p:nvSpPr>
        <p:spPr>
          <a:xfrm>
            <a:off x="2524020" y="579550"/>
            <a:ext cx="6846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Alcance:</a:t>
            </a:r>
            <a:endParaRPr b="1" sz="1100"/>
          </a:p>
        </p:txBody>
      </p:sp>
      <p:sp>
        <p:nvSpPr>
          <p:cNvPr id="3601" name="Google Shape;3601;p58"/>
          <p:cNvSpPr txBox="1"/>
          <p:nvPr>
            <p:ph type="title"/>
          </p:nvPr>
        </p:nvSpPr>
        <p:spPr>
          <a:xfrm flipH="1">
            <a:off x="4025374" y="387675"/>
            <a:ext cx="5863200" cy="1692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000"/>
              <a:buNone/>
              <a:defRPr sz="1000">
                <a:solidFill>
                  <a:srgbClr val="000000"/>
                </a:solidFill>
              </a:defRPr>
            </a:lvl1pPr>
            <a:lvl2pPr lvl="1">
              <a:spcBef>
                <a:spcPts val="0"/>
              </a:spcBef>
              <a:spcAft>
                <a:spcPts val="0"/>
              </a:spcAft>
              <a:buClr>
                <a:srgbClr val="000000"/>
              </a:buClr>
              <a:buSzPts val="1000"/>
              <a:buNone/>
              <a:defRPr sz="1000">
                <a:solidFill>
                  <a:srgbClr val="000000"/>
                </a:solidFill>
              </a:defRPr>
            </a:lvl2pPr>
            <a:lvl3pPr lvl="2">
              <a:spcBef>
                <a:spcPts val="0"/>
              </a:spcBef>
              <a:spcAft>
                <a:spcPts val="0"/>
              </a:spcAft>
              <a:buClr>
                <a:srgbClr val="000000"/>
              </a:buClr>
              <a:buSzPts val="1000"/>
              <a:buNone/>
              <a:defRPr sz="1000">
                <a:solidFill>
                  <a:srgbClr val="000000"/>
                </a:solidFill>
              </a:defRPr>
            </a:lvl3pPr>
            <a:lvl4pPr lvl="3">
              <a:spcBef>
                <a:spcPts val="0"/>
              </a:spcBef>
              <a:spcAft>
                <a:spcPts val="0"/>
              </a:spcAft>
              <a:buClr>
                <a:srgbClr val="000000"/>
              </a:buClr>
              <a:buSzPts val="1000"/>
              <a:buNone/>
              <a:defRPr sz="1000">
                <a:solidFill>
                  <a:srgbClr val="000000"/>
                </a:solidFill>
              </a:defRPr>
            </a:lvl4pPr>
            <a:lvl5pPr lvl="4">
              <a:spcBef>
                <a:spcPts val="0"/>
              </a:spcBef>
              <a:spcAft>
                <a:spcPts val="0"/>
              </a:spcAft>
              <a:buClr>
                <a:srgbClr val="000000"/>
              </a:buClr>
              <a:buSzPts val="1000"/>
              <a:buNone/>
              <a:defRPr sz="1000">
                <a:solidFill>
                  <a:srgbClr val="000000"/>
                </a:solidFill>
              </a:defRPr>
            </a:lvl5pPr>
            <a:lvl6pPr lvl="5">
              <a:spcBef>
                <a:spcPts val="0"/>
              </a:spcBef>
              <a:spcAft>
                <a:spcPts val="0"/>
              </a:spcAft>
              <a:buClr>
                <a:srgbClr val="000000"/>
              </a:buClr>
              <a:buSzPts val="1000"/>
              <a:buNone/>
              <a:defRPr sz="1000">
                <a:solidFill>
                  <a:srgbClr val="000000"/>
                </a:solidFill>
              </a:defRPr>
            </a:lvl6pPr>
            <a:lvl7pPr lvl="6">
              <a:spcBef>
                <a:spcPts val="0"/>
              </a:spcBef>
              <a:spcAft>
                <a:spcPts val="0"/>
              </a:spcAft>
              <a:buClr>
                <a:srgbClr val="000000"/>
              </a:buClr>
              <a:buSzPts val="1000"/>
              <a:buNone/>
              <a:defRPr sz="1000">
                <a:solidFill>
                  <a:srgbClr val="000000"/>
                </a:solidFill>
              </a:defRPr>
            </a:lvl7pPr>
            <a:lvl8pPr lvl="7">
              <a:spcBef>
                <a:spcPts val="0"/>
              </a:spcBef>
              <a:spcAft>
                <a:spcPts val="0"/>
              </a:spcAft>
              <a:buClr>
                <a:srgbClr val="000000"/>
              </a:buClr>
              <a:buSzPts val="1000"/>
              <a:buNone/>
              <a:defRPr sz="1000">
                <a:solidFill>
                  <a:srgbClr val="000000"/>
                </a:solidFill>
              </a:defRPr>
            </a:lvl8pPr>
            <a:lvl9pPr lvl="8">
              <a:spcBef>
                <a:spcPts val="0"/>
              </a:spcBef>
              <a:spcAft>
                <a:spcPts val="0"/>
              </a:spcAft>
              <a:buClr>
                <a:srgbClr val="000000"/>
              </a:buClr>
              <a:buSzPts val="1000"/>
              <a:buNone/>
              <a:defRPr sz="1000">
                <a:solidFill>
                  <a:srgbClr val="000000"/>
                </a:solidFill>
              </a:defRPr>
            </a:lvl9pPr>
          </a:lstStyle>
          <a:p/>
        </p:txBody>
      </p:sp>
      <p:sp>
        <p:nvSpPr>
          <p:cNvPr id="3602" name="Google Shape;3602;p58"/>
          <p:cNvSpPr txBox="1"/>
          <p:nvPr>
            <p:ph idx="2" type="title"/>
          </p:nvPr>
        </p:nvSpPr>
        <p:spPr>
          <a:xfrm flipH="1">
            <a:off x="3208773" y="579550"/>
            <a:ext cx="6679800" cy="1692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000"/>
              <a:buNone/>
              <a:defRPr sz="1000">
                <a:solidFill>
                  <a:srgbClr val="000000"/>
                </a:solidFill>
              </a:defRPr>
            </a:lvl1pPr>
            <a:lvl2pPr lvl="1">
              <a:spcBef>
                <a:spcPts val="0"/>
              </a:spcBef>
              <a:spcAft>
                <a:spcPts val="0"/>
              </a:spcAft>
              <a:buClr>
                <a:srgbClr val="000000"/>
              </a:buClr>
              <a:buSzPts val="1000"/>
              <a:buNone/>
              <a:defRPr sz="1000">
                <a:solidFill>
                  <a:srgbClr val="000000"/>
                </a:solidFill>
              </a:defRPr>
            </a:lvl2pPr>
            <a:lvl3pPr lvl="2">
              <a:spcBef>
                <a:spcPts val="0"/>
              </a:spcBef>
              <a:spcAft>
                <a:spcPts val="0"/>
              </a:spcAft>
              <a:buClr>
                <a:srgbClr val="000000"/>
              </a:buClr>
              <a:buSzPts val="1000"/>
              <a:buNone/>
              <a:defRPr sz="1000">
                <a:solidFill>
                  <a:srgbClr val="000000"/>
                </a:solidFill>
              </a:defRPr>
            </a:lvl3pPr>
            <a:lvl4pPr lvl="3">
              <a:spcBef>
                <a:spcPts val="0"/>
              </a:spcBef>
              <a:spcAft>
                <a:spcPts val="0"/>
              </a:spcAft>
              <a:buClr>
                <a:srgbClr val="000000"/>
              </a:buClr>
              <a:buSzPts val="1000"/>
              <a:buNone/>
              <a:defRPr sz="1000">
                <a:solidFill>
                  <a:srgbClr val="000000"/>
                </a:solidFill>
              </a:defRPr>
            </a:lvl4pPr>
            <a:lvl5pPr lvl="4">
              <a:spcBef>
                <a:spcPts val="0"/>
              </a:spcBef>
              <a:spcAft>
                <a:spcPts val="0"/>
              </a:spcAft>
              <a:buClr>
                <a:srgbClr val="000000"/>
              </a:buClr>
              <a:buSzPts val="1000"/>
              <a:buNone/>
              <a:defRPr sz="1000">
                <a:solidFill>
                  <a:srgbClr val="000000"/>
                </a:solidFill>
              </a:defRPr>
            </a:lvl5pPr>
            <a:lvl6pPr lvl="5">
              <a:spcBef>
                <a:spcPts val="0"/>
              </a:spcBef>
              <a:spcAft>
                <a:spcPts val="0"/>
              </a:spcAft>
              <a:buClr>
                <a:srgbClr val="000000"/>
              </a:buClr>
              <a:buSzPts val="1000"/>
              <a:buNone/>
              <a:defRPr sz="1000">
                <a:solidFill>
                  <a:srgbClr val="000000"/>
                </a:solidFill>
              </a:defRPr>
            </a:lvl6pPr>
            <a:lvl7pPr lvl="6">
              <a:spcBef>
                <a:spcPts val="0"/>
              </a:spcBef>
              <a:spcAft>
                <a:spcPts val="0"/>
              </a:spcAft>
              <a:buClr>
                <a:srgbClr val="000000"/>
              </a:buClr>
              <a:buSzPts val="1000"/>
              <a:buNone/>
              <a:defRPr sz="1000">
                <a:solidFill>
                  <a:srgbClr val="000000"/>
                </a:solidFill>
              </a:defRPr>
            </a:lvl7pPr>
            <a:lvl8pPr lvl="7">
              <a:spcBef>
                <a:spcPts val="0"/>
              </a:spcBef>
              <a:spcAft>
                <a:spcPts val="0"/>
              </a:spcAft>
              <a:buClr>
                <a:srgbClr val="000000"/>
              </a:buClr>
              <a:buSzPts val="1000"/>
              <a:buNone/>
              <a:defRPr sz="1000">
                <a:solidFill>
                  <a:srgbClr val="000000"/>
                </a:solidFill>
              </a:defRPr>
            </a:lvl8pPr>
            <a:lvl9pPr lvl="8">
              <a:spcBef>
                <a:spcPts val="0"/>
              </a:spcBef>
              <a:spcAft>
                <a:spcPts val="0"/>
              </a:spcAft>
              <a:buClr>
                <a:srgbClr val="000000"/>
              </a:buClr>
              <a:buSzPts val="1000"/>
              <a:buNone/>
              <a:defRPr sz="1000">
                <a:solidFill>
                  <a:srgbClr val="000000"/>
                </a:solidFill>
              </a:defRPr>
            </a:lvl9pPr>
          </a:lstStyle>
          <a:p/>
        </p:txBody>
      </p:sp>
      <p:sp>
        <p:nvSpPr>
          <p:cNvPr id="3603" name="Google Shape;3603;p58"/>
          <p:cNvSpPr txBox="1"/>
          <p:nvPr>
            <p:ph idx="1" type="body"/>
          </p:nvPr>
        </p:nvSpPr>
        <p:spPr>
          <a:xfrm>
            <a:off x="641150" y="612125"/>
            <a:ext cx="1770300" cy="160500"/>
          </a:xfrm>
          <a:prstGeom prst="rect">
            <a:avLst/>
          </a:prstGeom>
          <a:noFill/>
          <a:ln>
            <a:noFill/>
          </a:ln>
        </p:spPr>
        <p:txBody>
          <a:bodyPr anchorCtr="0" anchor="t" bIns="0" lIns="0" spcFirstLastPara="1" rIns="0" wrap="square" tIns="0">
            <a:noAutofit/>
          </a:bodyPr>
          <a:lstStyle>
            <a:lvl1pPr indent="-292100" lvl="0" marL="457200" algn="ctr">
              <a:spcBef>
                <a:spcPts val="0"/>
              </a:spcBef>
              <a:spcAft>
                <a:spcPts val="0"/>
              </a:spcAft>
              <a:buClr>
                <a:srgbClr val="FFFFFF"/>
              </a:buClr>
              <a:buSzPts val="1000"/>
              <a:buChar char="●"/>
              <a:defRPr sz="1000">
                <a:solidFill>
                  <a:srgbClr val="FFFFFF"/>
                </a:solidFill>
              </a:defRPr>
            </a:lvl1pPr>
            <a:lvl2pPr indent="-292100" lvl="1" marL="914400" algn="ctr">
              <a:spcBef>
                <a:spcPts val="0"/>
              </a:spcBef>
              <a:spcAft>
                <a:spcPts val="0"/>
              </a:spcAft>
              <a:buClr>
                <a:srgbClr val="FFFFFF"/>
              </a:buClr>
              <a:buSzPts val="1000"/>
              <a:buChar char="○"/>
              <a:defRPr sz="1000">
                <a:solidFill>
                  <a:srgbClr val="FFFFFF"/>
                </a:solidFill>
              </a:defRPr>
            </a:lvl2pPr>
            <a:lvl3pPr indent="-292100" lvl="2" marL="1371600" algn="ctr">
              <a:spcBef>
                <a:spcPts val="0"/>
              </a:spcBef>
              <a:spcAft>
                <a:spcPts val="0"/>
              </a:spcAft>
              <a:buClr>
                <a:srgbClr val="FFFFFF"/>
              </a:buClr>
              <a:buSzPts val="1000"/>
              <a:buChar char="■"/>
              <a:defRPr sz="1000">
                <a:solidFill>
                  <a:srgbClr val="FFFFFF"/>
                </a:solidFill>
              </a:defRPr>
            </a:lvl3pPr>
            <a:lvl4pPr indent="-292100" lvl="3" marL="1828800" algn="ctr">
              <a:spcBef>
                <a:spcPts val="0"/>
              </a:spcBef>
              <a:spcAft>
                <a:spcPts val="0"/>
              </a:spcAft>
              <a:buClr>
                <a:srgbClr val="FFFFFF"/>
              </a:buClr>
              <a:buSzPts val="1000"/>
              <a:buChar char="●"/>
              <a:defRPr sz="1000">
                <a:solidFill>
                  <a:srgbClr val="FFFFFF"/>
                </a:solidFill>
              </a:defRPr>
            </a:lvl4pPr>
            <a:lvl5pPr indent="-292100" lvl="4" marL="2286000" algn="ctr">
              <a:spcBef>
                <a:spcPts val="0"/>
              </a:spcBef>
              <a:spcAft>
                <a:spcPts val="0"/>
              </a:spcAft>
              <a:buClr>
                <a:srgbClr val="FFFFFF"/>
              </a:buClr>
              <a:buSzPts val="1000"/>
              <a:buChar char="○"/>
              <a:defRPr sz="1000">
                <a:solidFill>
                  <a:srgbClr val="FFFFFF"/>
                </a:solidFill>
              </a:defRPr>
            </a:lvl5pPr>
            <a:lvl6pPr indent="-292100" lvl="5" marL="2743200" algn="ctr">
              <a:spcBef>
                <a:spcPts val="0"/>
              </a:spcBef>
              <a:spcAft>
                <a:spcPts val="0"/>
              </a:spcAft>
              <a:buClr>
                <a:srgbClr val="FFFFFF"/>
              </a:buClr>
              <a:buSzPts val="1000"/>
              <a:buChar char="■"/>
              <a:defRPr sz="1000">
                <a:solidFill>
                  <a:srgbClr val="FFFFFF"/>
                </a:solidFill>
              </a:defRPr>
            </a:lvl6pPr>
            <a:lvl7pPr indent="-292100" lvl="6" marL="3200400" algn="ctr">
              <a:spcBef>
                <a:spcPts val="0"/>
              </a:spcBef>
              <a:spcAft>
                <a:spcPts val="0"/>
              </a:spcAft>
              <a:buClr>
                <a:srgbClr val="FFFFFF"/>
              </a:buClr>
              <a:buSzPts val="1000"/>
              <a:buChar char="●"/>
              <a:defRPr sz="1000">
                <a:solidFill>
                  <a:srgbClr val="FFFFFF"/>
                </a:solidFill>
              </a:defRPr>
            </a:lvl7pPr>
            <a:lvl8pPr indent="-292100" lvl="7" marL="3657600" algn="ctr">
              <a:spcBef>
                <a:spcPts val="0"/>
              </a:spcBef>
              <a:spcAft>
                <a:spcPts val="0"/>
              </a:spcAft>
              <a:buClr>
                <a:srgbClr val="FFFFFF"/>
              </a:buClr>
              <a:buSzPts val="1000"/>
              <a:buChar char="○"/>
              <a:defRPr sz="1000">
                <a:solidFill>
                  <a:srgbClr val="FFFFFF"/>
                </a:solidFill>
              </a:defRPr>
            </a:lvl8pPr>
            <a:lvl9pPr indent="-292100" lvl="8" marL="4114800" algn="ctr">
              <a:spcBef>
                <a:spcPts val="0"/>
              </a:spcBef>
              <a:spcAft>
                <a:spcPts val="0"/>
              </a:spcAft>
              <a:buClr>
                <a:srgbClr val="FFFFFF"/>
              </a:buClr>
              <a:buSzPts val="1000"/>
              <a:buChar char="■"/>
              <a:defRPr sz="1000">
                <a:solidFill>
                  <a:srgbClr val="FFFFFF"/>
                </a:solidFill>
              </a:defRPr>
            </a:lvl9pPr>
          </a:lstStyle>
          <a:p/>
        </p:txBody>
      </p:sp>
      <p:sp>
        <p:nvSpPr>
          <p:cNvPr id="3604" name="Google Shape;3604;p58"/>
          <p:cNvSpPr txBox="1"/>
          <p:nvPr/>
        </p:nvSpPr>
        <p:spPr>
          <a:xfrm>
            <a:off x="84825" y="598125"/>
            <a:ext cx="595500" cy="205800"/>
          </a:xfrm>
          <a:prstGeom prst="rect">
            <a:avLst/>
          </a:prstGeom>
          <a:noFill/>
          <a:ln>
            <a:noFill/>
          </a:ln>
        </p:spPr>
        <p:txBody>
          <a:bodyPr anchorCtr="0" anchor="t" bIns="18000" lIns="18000" spcFirstLastPara="1" rIns="18000" wrap="square" tIns="18000">
            <a:spAutoFit/>
          </a:bodyPr>
          <a:lstStyle/>
          <a:p>
            <a:pPr indent="0" lvl="0" marL="0" rtl="0" algn="l">
              <a:spcBef>
                <a:spcPts val="0"/>
              </a:spcBef>
              <a:spcAft>
                <a:spcPts val="0"/>
              </a:spcAft>
              <a:buNone/>
            </a:pPr>
            <a:r>
              <a:rPr lang="es-419" sz="1100">
                <a:solidFill>
                  <a:srgbClr val="FFFFFF"/>
                </a:solidFill>
              </a:rPr>
              <a:t>Nombre:</a:t>
            </a:r>
            <a:endParaRPr sz="1100">
              <a:solidFill>
                <a:srgbClr val="FFFFFF"/>
              </a:solidFill>
            </a:endParaRPr>
          </a:p>
        </p:txBody>
      </p:sp>
    </p:spTree>
  </p:cSld>
  <p:clrMapOvr>
    <a:masterClrMapping/>
  </p:clrMapOvr>
</p:sldLayout>
</file>

<file path=ppt/slideLayouts/slideLayout5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2. Formulario en Papel">
  <p:cSld name="TITLE_3_6_1_1_1_1_1_1_1_1_1_1_1_1">
    <p:spTree>
      <p:nvGrpSpPr>
        <p:cNvPr id="3605" name="Shape 3605"/>
        <p:cNvGrpSpPr/>
        <p:nvPr/>
      </p:nvGrpSpPr>
      <p:grpSpPr>
        <a:xfrm>
          <a:off x="0" y="0"/>
          <a:ext cx="0" cy="0"/>
          <a:chOff x="0" y="0"/>
          <a:chExt cx="0" cy="0"/>
        </a:xfrm>
      </p:grpSpPr>
      <p:sp>
        <p:nvSpPr>
          <p:cNvPr id="3606" name="Google Shape;3606;p59"/>
          <p:cNvSpPr/>
          <p:nvPr/>
        </p:nvSpPr>
        <p:spPr>
          <a:xfrm>
            <a:off x="97888" y="377012"/>
            <a:ext cx="9893400" cy="296700"/>
          </a:xfrm>
          <a:prstGeom prst="roundRect">
            <a:avLst>
              <a:gd fmla="val 22902" name="adj"/>
            </a:avLst>
          </a:prstGeom>
          <a:solidFill>
            <a:srgbClr val="F3F3F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3607" name="Google Shape;3607;p59"/>
          <p:cNvSpPr/>
          <p:nvPr/>
        </p:nvSpPr>
        <p:spPr>
          <a:xfrm>
            <a:off x="77688" y="358938"/>
            <a:ext cx="9935700" cy="6438000"/>
          </a:xfrm>
          <a:prstGeom prst="roundRect">
            <a:avLst>
              <a:gd fmla="val 2618" name="adj"/>
            </a:avLst>
          </a:prstGeom>
          <a:solidFill>
            <a:srgbClr val="FFFFFF"/>
          </a:solidFill>
          <a:ln cap="flat" cmpd="sng" w="38100">
            <a:solidFill>
              <a:srgbClr val="000000"/>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608" name="Google Shape;3608;p59"/>
          <p:cNvCxnSpPr/>
          <p:nvPr/>
        </p:nvCxnSpPr>
        <p:spPr>
          <a:xfrm>
            <a:off x="77688" y="772614"/>
            <a:ext cx="9935700" cy="0"/>
          </a:xfrm>
          <a:prstGeom prst="straightConnector1">
            <a:avLst/>
          </a:prstGeom>
          <a:noFill/>
          <a:ln cap="flat" cmpd="sng" w="19050">
            <a:solidFill>
              <a:srgbClr val="000000"/>
            </a:solidFill>
            <a:prstDash val="solid"/>
            <a:round/>
            <a:headEnd len="med" w="med" type="none"/>
            <a:tailEnd len="med" w="med" type="none"/>
          </a:ln>
        </p:spPr>
      </p:cxnSp>
      <p:cxnSp>
        <p:nvCxnSpPr>
          <p:cNvPr id="3609" name="Google Shape;3609;p59"/>
          <p:cNvCxnSpPr/>
          <p:nvPr/>
        </p:nvCxnSpPr>
        <p:spPr>
          <a:xfrm rot="10800000">
            <a:off x="2439038" y="368188"/>
            <a:ext cx="0" cy="402300"/>
          </a:xfrm>
          <a:prstGeom prst="straightConnector1">
            <a:avLst/>
          </a:prstGeom>
          <a:noFill/>
          <a:ln cap="flat" cmpd="sng" w="19050">
            <a:solidFill>
              <a:srgbClr val="000000"/>
            </a:solidFill>
            <a:prstDash val="solid"/>
            <a:round/>
            <a:headEnd len="med" w="med" type="none"/>
            <a:tailEnd len="med" w="med" type="none"/>
          </a:ln>
        </p:spPr>
      </p:cxnSp>
      <p:sp>
        <p:nvSpPr>
          <p:cNvPr id="3610" name="Google Shape;3610;p59"/>
          <p:cNvSpPr txBox="1"/>
          <p:nvPr>
            <p:ph type="title"/>
          </p:nvPr>
        </p:nvSpPr>
        <p:spPr>
          <a:xfrm flipH="1">
            <a:off x="4817550" y="437575"/>
            <a:ext cx="5055600" cy="2658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200"/>
              <a:buNone/>
              <a:defRPr sz="1200">
                <a:solidFill>
                  <a:srgbClr val="000000"/>
                </a:solidFill>
              </a:defRPr>
            </a:lvl1pPr>
            <a:lvl2pPr lvl="1">
              <a:spcBef>
                <a:spcPts val="0"/>
              </a:spcBef>
              <a:spcAft>
                <a:spcPts val="0"/>
              </a:spcAft>
              <a:buClr>
                <a:srgbClr val="000000"/>
              </a:buClr>
              <a:buSzPts val="1100"/>
              <a:buNone/>
              <a:defRPr sz="1100">
                <a:solidFill>
                  <a:srgbClr val="000000"/>
                </a:solidFill>
              </a:defRPr>
            </a:lvl2pPr>
            <a:lvl3pPr lvl="2">
              <a:spcBef>
                <a:spcPts val="0"/>
              </a:spcBef>
              <a:spcAft>
                <a:spcPts val="0"/>
              </a:spcAft>
              <a:buClr>
                <a:srgbClr val="000000"/>
              </a:buClr>
              <a:buSzPts val="1100"/>
              <a:buNone/>
              <a:defRPr sz="1100">
                <a:solidFill>
                  <a:srgbClr val="000000"/>
                </a:solidFill>
              </a:defRPr>
            </a:lvl3pPr>
            <a:lvl4pPr lvl="3">
              <a:spcBef>
                <a:spcPts val="0"/>
              </a:spcBef>
              <a:spcAft>
                <a:spcPts val="0"/>
              </a:spcAft>
              <a:buClr>
                <a:srgbClr val="000000"/>
              </a:buClr>
              <a:buSzPts val="1100"/>
              <a:buNone/>
              <a:defRPr sz="1100">
                <a:solidFill>
                  <a:srgbClr val="000000"/>
                </a:solidFill>
              </a:defRPr>
            </a:lvl4pPr>
            <a:lvl5pPr lvl="4">
              <a:spcBef>
                <a:spcPts val="0"/>
              </a:spcBef>
              <a:spcAft>
                <a:spcPts val="0"/>
              </a:spcAft>
              <a:buClr>
                <a:srgbClr val="000000"/>
              </a:buClr>
              <a:buSzPts val="1100"/>
              <a:buNone/>
              <a:defRPr sz="1100">
                <a:solidFill>
                  <a:srgbClr val="000000"/>
                </a:solidFill>
              </a:defRPr>
            </a:lvl5pPr>
            <a:lvl6pPr lvl="5">
              <a:spcBef>
                <a:spcPts val="0"/>
              </a:spcBef>
              <a:spcAft>
                <a:spcPts val="0"/>
              </a:spcAft>
              <a:buClr>
                <a:srgbClr val="000000"/>
              </a:buClr>
              <a:buSzPts val="1100"/>
              <a:buNone/>
              <a:defRPr sz="1100">
                <a:solidFill>
                  <a:srgbClr val="000000"/>
                </a:solidFill>
              </a:defRPr>
            </a:lvl6pPr>
            <a:lvl7pPr lvl="6">
              <a:spcBef>
                <a:spcPts val="0"/>
              </a:spcBef>
              <a:spcAft>
                <a:spcPts val="0"/>
              </a:spcAft>
              <a:buClr>
                <a:srgbClr val="000000"/>
              </a:buClr>
              <a:buSzPts val="1100"/>
              <a:buNone/>
              <a:defRPr sz="1100">
                <a:solidFill>
                  <a:srgbClr val="000000"/>
                </a:solidFill>
              </a:defRPr>
            </a:lvl7pPr>
            <a:lvl8pPr lvl="7">
              <a:spcBef>
                <a:spcPts val="0"/>
              </a:spcBef>
              <a:spcAft>
                <a:spcPts val="0"/>
              </a:spcAft>
              <a:buClr>
                <a:srgbClr val="000000"/>
              </a:buClr>
              <a:buSzPts val="1100"/>
              <a:buNone/>
              <a:defRPr sz="1100">
                <a:solidFill>
                  <a:srgbClr val="000000"/>
                </a:solidFill>
              </a:defRPr>
            </a:lvl8pPr>
            <a:lvl9pPr lvl="8">
              <a:spcBef>
                <a:spcPts val="0"/>
              </a:spcBef>
              <a:spcAft>
                <a:spcPts val="0"/>
              </a:spcAft>
              <a:buClr>
                <a:srgbClr val="000000"/>
              </a:buClr>
              <a:buSzPts val="1100"/>
              <a:buNone/>
              <a:defRPr sz="1100">
                <a:solidFill>
                  <a:srgbClr val="000000"/>
                </a:solidFill>
              </a:defRPr>
            </a:lvl9pPr>
          </a:lstStyle>
          <a:p/>
        </p:txBody>
      </p:sp>
      <p:sp>
        <p:nvSpPr>
          <p:cNvPr id="3611" name="Google Shape;3611;p59"/>
          <p:cNvSpPr txBox="1"/>
          <p:nvPr/>
        </p:nvSpPr>
        <p:spPr>
          <a:xfrm>
            <a:off x="2513449" y="437275"/>
            <a:ext cx="2304000" cy="2664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b="1" lang="es-419" sz="1100"/>
              <a:t>Nombre del proceso relacionado:</a:t>
            </a:r>
            <a:endParaRPr b="1" sz="1100"/>
          </a:p>
        </p:txBody>
      </p:sp>
      <p:sp>
        <p:nvSpPr>
          <p:cNvPr id="3612" name="Google Shape;3612;p59"/>
          <p:cNvSpPr/>
          <p:nvPr/>
        </p:nvSpPr>
        <p:spPr>
          <a:xfrm>
            <a:off x="77688" y="349338"/>
            <a:ext cx="2361300" cy="421200"/>
          </a:xfrm>
          <a:prstGeom prst="roundRect">
            <a:avLst>
              <a:gd fmla="val 50000" name="adj"/>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s-419" sz="1200">
                <a:solidFill>
                  <a:srgbClr val="FFFFFF"/>
                </a:solidFill>
              </a:rPr>
              <a:t>Formularios en Papel</a:t>
            </a:r>
            <a:endParaRPr b="1" sz="1200">
              <a:solidFill>
                <a:srgbClr val="FFFFFF"/>
              </a:solidFill>
            </a:endParaRPr>
          </a:p>
          <a:p>
            <a:pPr indent="0" lvl="0" marL="0" rtl="0" algn="ctr">
              <a:spcBef>
                <a:spcPts val="0"/>
              </a:spcBef>
              <a:spcAft>
                <a:spcPts val="0"/>
              </a:spcAft>
              <a:buNone/>
            </a:pPr>
            <a:r>
              <a:t/>
            </a:r>
            <a:endParaRPr b="1" sz="1200">
              <a:solidFill>
                <a:srgbClr val="FFFFFF"/>
              </a:solidFill>
            </a:endParaRPr>
          </a:p>
        </p:txBody>
      </p:sp>
      <p:sp>
        <p:nvSpPr>
          <p:cNvPr id="3613" name="Google Shape;3613;p59"/>
          <p:cNvSpPr/>
          <p:nvPr/>
        </p:nvSpPr>
        <p:spPr>
          <a:xfrm>
            <a:off x="83988" y="595504"/>
            <a:ext cx="190200" cy="1692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4" name="Google Shape;3614;p59"/>
          <p:cNvSpPr/>
          <p:nvPr/>
        </p:nvSpPr>
        <p:spPr>
          <a:xfrm>
            <a:off x="2292338" y="358938"/>
            <a:ext cx="146700" cy="4023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5" name="Google Shape;3615;p59"/>
          <p:cNvSpPr/>
          <p:nvPr/>
        </p:nvSpPr>
        <p:spPr>
          <a:xfrm>
            <a:off x="206861" y="899179"/>
            <a:ext cx="2304000" cy="3843000"/>
          </a:xfrm>
          <a:prstGeom prst="roundRect">
            <a:avLst>
              <a:gd fmla="val 4586" name="adj"/>
            </a:avLst>
          </a:prstGeom>
          <a:solidFill>
            <a:srgbClr val="FFFFFF"/>
          </a:solidFill>
          <a:ln cap="flat" cmpd="sng" w="9525">
            <a:solidFill>
              <a:srgbClr val="B7B7B7"/>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t" bIns="36000" lIns="0" spcFirstLastPara="1" rIns="0" wrap="square" tIns="54000">
            <a:noAutofit/>
          </a:bodyPr>
          <a:lstStyle/>
          <a:p>
            <a:pPr indent="0" lvl="0" marL="0" marR="0" rtl="0" algn="ctr">
              <a:lnSpc>
                <a:spcPct val="100000"/>
              </a:lnSpc>
              <a:spcBef>
                <a:spcPts val="0"/>
              </a:spcBef>
              <a:spcAft>
                <a:spcPts val="0"/>
              </a:spcAft>
              <a:buClr>
                <a:srgbClr val="000000"/>
              </a:buClr>
              <a:buSzPts val="1100"/>
              <a:buFont typeface="Arial"/>
              <a:buNone/>
            </a:pPr>
            <a:r>
              <a:rPr b="1" i="1" lang="es-419" sz="1100">
                <a:latin typeface="Arvo"/>
                <a:ea typeface="Arvo"/>
                <a:cs typeface="Arvo"/>
                <a:sym typeface="Arvo"/>
              </a:rPr>
              <a:t>Formulario Core</a:t>
            </a:r>
            <a:endParaRPr b="1" i="1" sz="1100">
              <a:latin typeface="Arvo"/>
              <a:ea typeface="Arvo"/>
              <a:cs typeface="Arvo"/>
              <a:sym typeface="Arvo"/>
            </a:endParaRPr>
          </a:p>
        </p:txBody>
      </p:sp>
      <p:sp>
        <p:nvSpPr>
          <p:cNvPr id="3616" name="Google Shape;3616;p59"/>
          <p:cNvSpPr/>
          <p:nvPr/>
        </p:nvSpPr>
        <p:spPr>
          <a:xfrm>
            <a:off x="2660949" y="899179"/>
            <a:ext cx="2304000" cy="3843000"/>
          </a:xfrm>
          <a:prstGeom prst="roundRect">
            <a:avLst>
              <a:gd fmla="val 4586" name="adj"/>
            </a:avLst>
          </a:prstGeom>
          <a:solidFill>
            <a:srgbClr val="FFFFFF"/>
          </a:solidFill>
          <a:ln cap="flat" cmpd="sng" w="9525">
            <a:solidFill>
              <a:srgbClr val="B7B7B7"/>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t" bIns="36000" lIns="0" spcFirstLastPara="1" rIns="0" wrap="square" tIns="54000">
            <a:noAutofit/>
          </a:bodyPr>
          <a:lstStyle/>
          <a:p>
            <a:pPr indent="0" lvl="0" marL="0" marR="0" rtl="0" algn="ctr">
              <a:lnSpc>
                <a:spcPct val="100000"/>
              </a:lnSpc>
              <a:spcBef>
                <a:spcPts val="0"/>
              </a:spcBef>
              <a:spcAft>
                <a:spcPts val="0"/>
              </a:spcAft>
              <a:buClr>
                <a:srgbClr val="000000"/>
              </a:buClr>
              <a:buSzPts val="1100"/>
              <a:buFont typeface="Arial"/>
              <a:buNone/>
            </a:pPr>
            <a:r>
              <a:rPr b="1" i="1" lang="es-419" sz="1100">
                <a:latin typeface="Arvo"/>
                <a:ea typeface="Arvo"/>
                <a:cs typeface="Arvo"/>
                <a:sym typeface="Arvo"/>
              </a:rPr>
              <a:t>Formulario Core</a:t>
            </a:r>
            <a:endParaRPr b="1" i="1" sz="1100">
              <a:latin typeface="Arvo"/>
              <a:ea typeface="Arvo"/>
              <a:cs typeface="Arvo"/>
              <a:sym typeface="Arvo"/>
            </a:endParaRPr>
          </a:p>
        </p:txBody>
      </p:sp>
      <p:sp>
        <p:nvSpPr>
          <p:cNvPr id="3617" name="Google Shape;3617;p59"/>
          <p:cNvSpPr/>
          <p:nvPr/>
        </p:nvSpPr>
        <p:spPr>
          <a:xfrm>
            <a:off x="5115049" y="899179"/>
            <a:ext cx="2304000" cy="3843000"/>
          </a:xfrm>
          <a:prstGeom prst="roundRect">
            <a:avLst>
              <a:gd fmla="val 4586" name="adj"/>
            </a:avLst>
          </a:prstGeom>
          <a:solidFill>
            <a:srgbClr val="F4CCCC"/>
          </a:solidFill>
          <a:ln cap="flat" cmpd="sng" w="9525">
            <a:solidFill>
              <a:srgbClr val="B7B7B7"/>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t" bIns="36000" lIns="0" spcFirstLastPara="1" rIns="0" wrap="square" tIns="54000">
            <a:noAutofit/>
          </a:bodyPr>
          <a:lstStyle/>
          <a:p>
            <a:pPr indent="0" lvl="0" marL="0" marR="0" rtl="0" algn="ctr">
              <a:lnSpc>
                <a:spcPct val="100000"/>
              </a:lnSpc>
              <a:spcBef>
                <a:spcPts val="0"/>
              </a:spcBef>
              <a:spcAft>
                <a:spcPts val="0"/>
              </a:spcAft>
              <a:buClr>
                <a:srgbClr val="000000"/>
              </a:buClr>
              <a:buSzPts val="1100"/>
              <a:buFont typeface="Arial"/>
              <a:buNone/>
            </a:pPr>
            <a:r>
              <a:rPr b="1" i="1" lang="es-419" sz="1100">
                <a:latin typeface="Arvo"/>
                <a:ea typeface="Arvo"/>
                <a:cs typeface="Arvo"/>
                <a:sym typeface="Arvo"/>
              </a:rPr>
              <a:t>Formulario Soporte</a:t>
            </a:r>
            <a:endParaRPr b="1" i="1" sz="1100">
              <a:latin typeface="Arvo"/>
              <a:ea typeface="Arvo"/>
              <a:cs typeface="Arvo"/>
              <a:sym typeface="Arvo"/>
            </a:endParaRPr>
          </a:p>
        </p:txBody>
      </p:sp>
      <p:sp>
        <p:nvSpPr>
          <p:cNvPr id="3618" name="Google Shape;3618;p59"/>
          <p:cNvSpPr/>
          <p:nvPr/>
        </p:nvSpPr>
        <p:spPr>
          <a:xfrm>
            <a:off x="7569149" y="899179"/>
            <a:ext cx="2304000" cy="3843000"/>
          </a:xfrm>
          <a:prstGeom prst="roundRect">
            <a:avLst>
              <a:gd fmla="val 4586" name="adj"/>
            </a:avLst>
          </a:prstGeom>
          <a:solidFill>
            <a:srgbClr val="C9DAF8"/>
          </a:solidFill>
          <a:ln cap="flat" cmpd="sng" w="9525">
            <a:solidFill>
              <a:srgbClr val="B7B7B7"/>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t" bIns="36000" lIns="0" spcFirstLastPara="1" rIns="0" wrap="square" tIns="54000">
            <a:noAutofit/>
          </a:bodyPr>
          <a:lstStyle/>
          <a:p>
            <a:pPr indent="0" lvl="0" marL="0" marR="0" rtl="0" algn="ctr">
              <a:lnSpc>
                <a:spcPct val="100000"/>
              </a:lnSpc>
              <a:spcBef>
                <a:spcPts val="0"/>
              </a:spcBef>
              <a:spcAft>
                <a:spcPts val="0"/>
              </a:spcAft>
              <a:buClr>
                <a:srgbClr val="000000"/>
              </a:buClr>
              <a:buSzPts val="1100"/>
              <a:buFont typeface="Arial"/>
              <a:buNone/>
            </a:pPr>
            <a:r>
              <a:rPr b="1" i="1" lang="es-419" sz="1100">
                <a:latin typeface="Arvo"/>
                <a:ea typeface="Arvo"/>
                <a:cs typeface="Arvo"/>
                <a:sym typeface="Arvo"/>
              </a:rPr>
              <a:t>Formulario Diálogo </a:t>
            </a:r>
            <a:endParaRPr b="1" i="1" sz="1100">
              <a:latin typeface="Arvo"/>
              <a:ea typeface="Arvo"/>
              <a:cs typeface="Arvo"/>
              <a:sym typeface="Arvo"/>
            </a:endParaRPr>
          </a:p>
        </p:txBody>
      </p:sp>
      <p:grpSp>
        <p:nvGrpSpPr>
          <p:cNvPr id="3619" name="Google Shape;3619;p59"/>
          <p:cNvGrpSpPr/>
          <p:nvPr/>
        </p:nvGrpSpPr>
        <p:grpSpPr>
          <a:xfrm>
            <a:off x="206850" y="4870200"/>
            <a:ext cx="2304000" cy="1774800"/>
            <a:chOff x="206850" y="4871675"/>
            <a:chExt cx="2304000" cy="1774800"/>
          </a:xfrm>
        </p:grpSpPr>
        <p:sp>
          <p:nvSpPr>
            <p:cNvPr id="3620" name="Google Shape;3620;p59"/>
            <p:cNvSpPr/>
            <p:nvPr/>
          </p:nvSpPr>
          <p:spPr>
            <a:xfrm>
              <a:off x="206850" y="4871675"/>
              <a:ext cx="2304000" cy="1774800"/>
            </a:xfrm>
            <a:prstGeom prst="roundRect">
              <a:avLst>
                <a:gd fmla="val 4586" name="adj"/>
              </a:avLst>
            </a:prstGeom>
            <a:solidFill>
              <a:srgbClr val="FFFFFF"/>
            </a:solidFill>
            <a:ln cap="flat" cmpd="sng" w="9525">
              <a:solidFill>
                <a:srgbClr val="B7B7B7"/>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t" bIns="36000" lIns="0" spcFirstLastPara="1" rIns="0" wrap="square" tIns="93600">
              <a:noAutofit/>
            </a:bodyPr>
            <a:lstStyle/>
            <a:p>
              <a:pPr indent="0" lvl="0" marL="0" marR="0" rtl="0" algn="ctr">
                <a:lnSpc>
                  <a:spcPct val="100000"/>
                </a:lnSpc>
                <a:spcBef>
                  <a:spcPts val="0"/>
                </a:spcBef>
                <a:spcAft>
                  <a:spcPts val="0"/>
                </a:spcAft>
                <a:buClr>
                  <a:srgbClr val="000000"/>
                </a:buClr>
                <a:buSzPts val="1100"/>
                <a:buFont typeface="Arial"/>
                <a:buNone/>
              </a:pPr>
              <a:r>
                <a:rPr b="1" i="1" lang="es-419" sz="1100">
                  <a:latin typeface="Arvo"/>
                  <a:ea typeface="Arvo"/>
                  <a:cs typeface="Arvo"/>
                  <a:sym typeface="Arvo"/>
                </a:rPr>
                <a:t>Verificación de usuario </a:t>
              </a:r>
              <a:endParaRPr b="1" i="1" sz="1100">
                <a:latin typeface="Arvo"/>
                <a:ea typeface="Arvo"/>
                <a:cs typeface="Arvo"/>
                <a:sym typeface="Arvo"/>
              </a:endParaRPr>
            </a:p>
          </p:txBody>
        </p:sp>
        <p:cxnSp>
          <p:nvCxnSpPr>
            <p:cNvPr id="3621" name="Google Shape;3621;p59"/>
            <p:cNvCxnSpPr/>
            <p:nvPr/>
          </p:nvCxnSpPr>
          <p:spPr>
            <a:xfrm>
              <a:off x="323200" y="5263211"/>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3622" name="Google Shape;3622;p59"/>
            <p:cNvCxnSpPr/>
            <p:nvPr/>
          </p:nvCxnSpPr>
          <p:spPr>
            <a:xfrm>
              <a:off x="328111" y="5268080"/>
              <a:ext cx="205800" cy="0"/>
            </a:xfrm>
            <a:prstGeom prst="straightConnector1">
              <a:avLst/>
            </a:prstGeom>
            <a:noFill/>
            <a:ln cap="flat" cmpd="sng" w="9525">
              <a:solidFill>
                <a:srgbClr val="B7B7B7"/>
              </a:solidFill>
              <a:prstDash val="solid"/>
              <a:round/>
              <a:headEnd len="med" w="med" type="none"/>
              <a:tailEnd len="med" w="med" type="none"/>
            </a:ln>
          </p:spPr>
        </p:cxnSp>
        <p:cxnSp>
          <p:nvCxnSpPr>
            <p:cNvPr id="3623" name="Google Shape;3623;p59"/>
            <p:cNvCxnSpPr/>
            <p:nvPr/>
          </p:nvCxnSpPr>
          <p:spPr>
            <a:xfrm>
              <a:off x="2393699" y="5263211"/>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3624" name="Google Shape;3624;p59"/>
            <p:cNvCxnSpPr/>
            <p:nvPr/>
          </p:nvCxnSpPr>
          <p:spPr>
            <a:xfrm>
              <a:off x="2182733" y="5268080"/>
              <a:ext cx="205800" cy="0"/>
            </a:xfrm>
            <a:prstGeom prst="straightConnector1">
              <a:avLst/>
            </a:prstGeom>
            <a:noFill/>
            <a:ln cap="flat" cmpd="sng" w="9525">
              <a:solidFill>
                <a:srgbClr val="B7B7B7"/>
              </a:solidFill>
              <a:prstDash val="solid"/>
              <a:round/>
              <a:headEnd len="med" w="med" type="none"/>
              <a:tailEnd len="med" w="med" type="none"/>
            </a:ln>
          </p:spPr>
        </p:cxnSp>
        <p:cxnSp>
          <p:nvCxnSpPr>
            <p:cNvPr id="3625" name="Google Shape;3625;p59"/>
            <p:cNvCxnSpPr/>
            <p:nvPr/>
          </p:nvCxnSpPr>
          <p:spPr>
            <a:xfrm>
              <a:off x="323200" y="6277115"/>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3626" name="Google Shape;3626;p59"/>
            <p:cNvCxnSpPr/>
            <p:nvPr/>
          </p:nvCxnSpPr>
          <p:spPr>
            <a:xfrm>
              <a:off x="328111" y="6482688"/>
              <a:ext cx="205800" cy="0"/>
            </a:xfrm>
            <a:prstGeom prst="straightConnector1">
              <a:avLst/>
            </a:prstGeom>
            <a:noFill/>
            <a:ln cap="flat" cmpd="sng" w="9525">
              <a:solidFill>
                <a:srgbClr val="B7B7B7"/>
              </a:solidFill>
              <a:prstDash val="solid"/>
              <a:round/>
              <a:headEnd len="med" w="med" type="none"/>
              <a:tailEnd len="med" w="med" type="none"/>
            </a:ln>
          </p:spPr>
        </p:cxnSp>
        <p:cxnSp>
          <p:nvCxnSpPr>
            <p:cNvPr id="3627" name="Google Shape;3627;p59"/>
            <p:cNvCxnSpPr/>
            <p:nvPr/>
          </p:nvCxnSpPr>
          <p:spPr>
            <a:xfrm>
              <a:off x="2393699" y="6277115"/>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3628" name="Google Shape;3628;p59"/>
            <p:cNvCxnSpPr/>
            <p:nvPr/>
          </p:nvCxnSpPr>
          <p:spPr>
            <a:xfrm>
              <a:off x="2183105" y="6482688"/>
              <a:ext cx="205800" cy="0"/>
            </a:xfrm>
            <a:prstGeom prst="straightConnector1">
              <a:avLst/>
            </a:prstGeom>
            <a:noFill/>
            <a:ln cap="flat" cmpd="sng" w="9525">
              <a:solidFill>
                <a:srgbClr val="B7B7B7"/>
              </a:solidFill>
              <a:prstDash val="solid"/>
              <a:round/>
              <a:headEnd len="med" w="med" type="none"/>
              <a:tailEnd len="med" w="med" type="none"/>
            </a:ln>
          </p:spPr>
        </p:cxnSp>
      </p:grpSp>
      <p:grpSp>
        <p:nvGrpSpPr>
          <p:cNvPr id="3629" name="Google Shape;3629;p59"/>
          <p:cNvGrpSpPr/>
          <p:nvPr/>
        </p:nvGrpSpPr>
        <p:grpSpPr>
          <a:xfrm>
            <a:off x="2660950" y="4870200"/>
            <a:ext cx="2304000" cy="1774800"/>
            <a:chOff x="206850" y="4871675"/>
            <a:chExt cx="2304000" cy="1774800"/>
          </a:xfrm>
        </p:grpSpPr>
        <p:sp>
          <p:nvSpPr>
            <p:cNvPr id="3630" name="Google Shape;3630;p59"/>
            <p:cNvSpPr/>
            <p:nvPr/>
          </p:nvSpPr>
          <p:spPr>
            <a:xfrm>
              <a:off x="206850" y="4871675"/>
              <a:ext cx="2304000" cy="1774800"/>
            </a:xfrm>
            <a:prstGeom prst="roundRect">
              <a:avLst>
                <a:gd fmla="val 4586" name="adj"/>
              </a:avLst>
            </a:prstGeom>
            <a:solidFill>
              <a:srgbClr val="FFFFFF"/>
            </a:solidFill>
            <a:ln cap="flat" cmpd="sng" w="9525">
              <a:solidFill>
                <a:srgbClr val="B7B7B7"/>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t" bIns="36000" lIns="0" spcFirstLastPara="1" rIns="0" wrap="square" tIns="93600">
              <a:noAutofit/>
            </a:bodyPr>
            <a:lstStyle/>
            <a:p>
              <a:pPr indent="0" lvl="0" marL="0" marR="0" rtl="0" algn="ctr">
                <a:lnSpc>
                  <a:spcPct val="100000"/>
                </a:lnSpc>
                <a:spcBef>
                  <a:spcPts val="0"/>
                </a:spcBef>
                <a:spcAft>
                  <a:spcPts val="0"/>
                </a:spcAft>
                <a:buClr>
                  <a:srgbClr val="000000"/>
                </a:buClr>
                <a:buSzPts val="1100"/>
                <a:buFont typeface="Arial"/>
                <a:buNone/>
              </a:pPr>
              <a:r>
                <a:rPr b="1" i="1" lang="es-419" sz="1100">
                  <a:latin typeface="Arvo"/>
                  <a:ea typeface="Arvo"/>
                  <a:cs typeface="Arvo"/>
                  <a:sym typeface="Arvo"/>
                </a:rPr>
                <a:t>Verificación de usuario </a:t>
              </a:r>
              <a:endParaRPr b="1" i="1" sz="1100">
                <a:latin typeface="Arvo"/>
                <a:ea typeface="Arvo"/>
                <a:cs typeface="Arvo"/>
                <a:sym typeface="Arvo"/>
              </a:endParaRPr>
            </a:p>
          </p:txBody>
        </p:sp>
        <p:cxnSp>
          <p:nvCxnSpPr>
            <p:cNvPr id="3631" name="Google Shape;3631;p59"/>
            <p:cNvCxnSpPr/>
            <p:nvPr/>
          </p:nvCxnSpPr>
          <p:spPr>
            <a:xfrm>
              <a:off x="323200" y="5263211"/>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3632" name="Google Shape;3632;p59"/>
            <p:cNvCxnSpPr/>
            <p:nvPr/>
          </p:nvCxnSpPr>
          <p:spPr>
            <a:xfrm>
              <a:off x="328111" y="5268080"/>
              <a:ext cx="205800" cy="0"/>
            </a:xfrm>
            <a:prstGeom prst="straightConnector1">
              <a:avLst/>
            </a:prstGeom>
            <a:noFill/>
            <a:ln cap="flat" cmpd="sng" w="9525">
              <a:solidFill>
                <a:srgbClr val="B7B7B7"/>
              </a:solidFill>
              <a:prstDash val="solid"/>
              <a:round/>
              <a:headEnd len="med" w="med" type="none"/>
              <a:tailEnd len="med" w="med" type="none"/>
            </a:ln>
          </p:spPr>
        </p:cxnSp>
        <p:cxnSp>
          <p:nvCxnSpPr>
            <p:cNvPr id="3633" name="Google Shape;3633;p59"/>
            <p:cNvCxnSpPr/>
            <p:nvPr/>
          </p:nvCxnSpPr>
          <p:spPr>
            <a:xfrm>
              <a:off x="2393699" y="5263211"/>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3634" name="Google Shape;3634;p59"/>
            <p:cNvCxnSpPr/>
            <p:nvPr/>
          </p:nvCxnSpPr>
          <p:spPr>
            <a:xfrm>
              <a:off x="2182733" y="5268080"/>
              <a:ext cx="205800" cy="0"/>
            </a:xfrm>
            <a:prstGeom prst="straightConnector1">
              <a:avLst/>
            </a:prstGeom>
            <a:noFill/>
            <a:ln cap="flat" cmpd="sng" w="9525">
              <a:solidFill>
                <a:srgbClr val="B7B7B7"/>
              </a:solidFill>
              <a:prstDash val="solid"/>
              <a:round/>
              <a:headEnd len="med" w="med" type="none"/>
              <a:tailEnd len="med" w="med" type="none"/>
            </a:ln>
          </p:spPr>
        </p:cxnSp>
        <p:cxnSp>
          <p:nvCxnSpPr>
            <p:cNvPr id="3635" name="Google Shape;3635;p59"/>
            <p:cNvCxnSpPr/>
            <p:nvPr/>
          </p:nvCxnSpPr>
          <p:spPr>
            <a:xfrm>
              <a:off x="323200" y="6277115"/>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3636" name="Google Shape;3636;p59"/>
            <p:cNvCxnSpPr/>
            <p:nvPr/>
          </p:nvCxnSpPr>
          <p:spPr>
            <a:xfrm>
              <a:off x="328111" y="6482688"/>
              <a:ext cx="205800" cy="0"/>
            </a:xfrm>
            <a:prstGeom prst="straightConnector1">
              <a:avLst/>
            </a:prstGeom>
            <a:noFill/>
            <a:ln cap="flat" cmpd="sng" w="9525">
              <a:solidFill>
                <a:srgbClr val="B7B7B7"/>
              </a:solidFill>
              <a:prstDash val="solid"/>
              <a:round/>
              <a:headEnd len="med" w="med" type="none"/>
              <a:tailEnd len="med" w="med" type="none"/>
            </a:ln>
          </p:spPr>
        </p:cxnSp>
        <p:cxnSp>
          <p:nvCxnSpPr>
            <p:cNvPr id="3637" name="Google Shape;3637;p59"/>
            <p:cNvCxnSpPr/>
            <p:nvPr/>
          </p:nvCxnSpPr>
          <p:spPr>
            <a:xfrm>
              <a:off x="2393699" y="6277115"/>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3638" name="Google Shape;3638;p59"/>
            <p:cNvCxnSpPr/>
            <p:nvPr/>
          </p:nvCxnSpPr>
          <p:spPr>
            <a:xfrm>
              <a:off x="2183105" y="6482688"/>
              <a:ext cx="205800" cy="0"/>
            </a:xfrm>
            <a:prstGeom prst="straightConnector1">
              <a:avLst/>
            </a:prstGeom>
            <a:noFill/>
            <a:ln cap="flat" cmpd="sng" w="9525">
              <a:solidFill>
                <a:srgbClr val="B7B7B7"/>
              </a:solidFill>
              <a:prstDash val="solid"/>
              <a:round/>
              <a:headEnd len="med" w="med" type="none"/>
              <a:tailEnd len="med" w="med" type="none"/>
            </a:ln>
          </p:spPr>
        </p:cxnSp>
      </p:grpSp>
      <p:grpSp>
        <p:nvGrpSpPr>
          <p:cNvPr id="3639" name="Google Shape;3639;p59"/>
          <p:cNvGrpSpPr/>
          <p:nvPr/>
        </p:nvGrpSpPr>
        <p:grpSpPr>
          <a:xfrm>
            <a:off x="5115050" y="4870200"/>
            <a:ext cx="2304000" cy="1774800"/>
            <a:chOff x="5115050" y="4870200"/>
            <a:chExt cx="2304000" cy="1774800"/>
          </a:xfrm>
        </p:grpSpPr>
        <p:sp>
          <p:nvSpPr>
            <p:cNvPr id="3640" name="Google Shape;3640;p59"/>
            <p:cNvSpPr/>
            <p:nvPr/>
          </p:nvSpPr>
          <p:spPr>
            <a:xfrm>
              <a:off x="5115050" y="4870200"/>
              <a:ext cx="2304000" cy="1774800"/>
            </a:xfrm>
            <a:prstGeom prst="roundRect">
              <a:avLst>
                <a:gd fmla="val 4586" name="adj"/>
              </a:avLst>
            </a:prstGeom>
            <a:solidFill>
              <a:srgbClr val="F4CCCC"/>
            </a:solidFill>
            <a:ln cap="flat" cmpd="sng" w="9525">
              <a:solidFill>
                <a:srgbClr val="B7B7B7"/>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t" bIns="36000" lIns="0" spcFirstLastPara="1" rIns="0" wrap="square" tIns="93600">
              <a:noAutofit/>
            </a:bodyPr>
            <a:lstStyle/>
            <a:p>
              <a:pPr indent="0" lvl="0" marL="0" marR="0" rtl="0" algn="ctr">
                <a:lnSpc>
                  <a:spcPct val="100000"/>
                </a:lnSpc>
                <a:spcBef>
                  <a:spcPts val="0"/>
                </a:spcBef>
                <a:spcAft>
                  <a:spcPts val="0"/>
                </a:spcAft>
                <a:buClr>
                  <a:srgbClr val="000000"/>
                </a:buClr>
                <a:buSzPts val="1100"/>
                <a:buFont typeface="Arial"/>
                <a:buNone/>
              </a:pPr>
              <a:r>
                <a:rPr b="1" i="1" lang="es-419" sz="1100">
                  <a:latin typeface="Arvo"/>
                  <a:ea typeface="Arvo"/>
                  <a:cs typeface="Arvo"/>
                  <a:sym typeface="Arvo"/>
                </a:rPr>
                <a:t>Verificación de usuario </a:t>
              </a:r>
              <a:endParaRPr b="1" i="1" sz="1100">
                <a:latin typeface="Arvo"/>
                <a:ea typeface="Arvo"/>
                <a:cs typeface="Arvo"/>
                <a:sym typeface="Arvo"/>
              </a:endParaRPr>
            </a:p>
          </p:txBody>
        </p:sp>
        <p:cxnSp>
          <p:nvCxnSpPr>
            <p:cNvPr id="3641" name="Google Shape;3641;p59"/>
            <p:cNvCxnSpPr/>
            <p:nvPr/>
          </p:nvCxnSpPr>
          <p:spPr>
            <a:xfrm>
              <a:off x="5231400" y="5261736"/>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3642" name="Google Shape;3642;p59"/>
            <p:cNvCxnSpPr/>
            <p:nvPr/>
          </p:nvCxnSpPr>
          <p:spPr>
            <a:xfrm>
              <a:off x="5231400" y="6275640"/>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3643" name="Google Shape;3643;p59"/>
            <p:cNvCxnSpPr/>
            <p:nvPr/>
          </p:nvCxnSpPr>
          <p:spPr>
            <a:xfrm>
              <a:off x="5236311" y="5266605"/>
              <a:ext cx="205800" cy="0"/>
            </a:xfrm>
            <a:prstGeom prst="straightConnector1">
              <a:avLst/>
            </a:prstGeom>
            <a:noFill/>
            <a:ln cap="flat" cmpd="sng" w="9525">
              <a:solidFill>
                <a:srgbClr val="B7B7B7"/>
              </a:solidFill>
              <a:prstDash val="solid"/>
              <a:round/>
              <a:headEnd len="med" w="med" type="none"/>
              <a:tailEnd len="med" w="med" type="none"/>
            </a:ln>
          </p:spPr>
        </p:cxnSp>
        <p:cxnSp>
          <p:nvCxnSpPr>
            <p:cNvPr id="3644" name="Google Shape;3644;p59"/>
            <p:cNvCxnSpPr/>
            <p:nvPr/>
          </p:nvCxnSpPr>
          <p:spPr>
            <a:xfrm>
              <a:off x="7301899" y="5261736"/>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3645" name="Google Shape;3645;p59"/>
            <p:cNvCxnSpPr/>
            <p:nvPr/>
          </p:nvCxnSpPr>
          <p:spPr>
            <a:xfrm>
              <a:off x="7090933" y="5266605"/>
              <a:ext cx="205800" cy="0"/>
            </a:xfrm>
            <a:prstGeom prst="straightConnector1">
              <a:avLst/>
            </a:prstGeom>
            <a:noFill/>
            <a:ln cap="flat" cmpd="sng" w="9525">
              <a:solidFill>
                <a:srgbClr val="B7B7B7"/>
              </a:solidFill>
              <a:prstDash val="solid"/>
              <a:round/>
              <a:headEnd len="med" w="med" type="none"/>
              <a:tailEnd len="med" w="med" type="none"/>
            </a:ln>
          </p:spPr>
        </p:cxnSp>
        <p:cxnSp>
          <p:nvCxnSpPr>
            <p:cNvPr id="3646" name="Google Shape;3646;p59"/>
            <p:cNvCxnSpPr/>
            <p:nvPr/>
          </p:nvCxnSpPr>
          <p:spPr>
            <a:xfrm>
              <a:off x="5236311" y="6481213"/>
              <a:ext cx="205800" cy="0"/>
            </a:xfrm>
            <a:prstGeom prst="straightConnector1">
              <a:avLst/>
            </a:prstGeom>
            <a:noFill/>
            <a:ln cap="flat" cmpd="sng" w="9525">
              <a:solidFill>
                <a:srgbClr val="B7B7B7"/>
              </a:solidFill>
              <a:prstDash val="solid"/>
              <a:round/>
              <a:headEnd len="med" w="med" type="none"/>
              <a:tailEnd len="med" w="med" type="none"/>
            </a:ln>
          </p:spPr>
        </p:cxnSp>
        <p:cxnSp>
          <p:nvCxnSpPr>
            <p:cNvPr id="3647" name="Google Shape;3647;p59"/>
            <p:cNvCxnSpPr/>
            <p:nvPr/>
          </p:nvCxnSpPr>
          <p:spPr>
            <a:xfrm>
              <a:off x="7301899" y="6275640"/>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3648" name="Google Shape;3648;p59"/>
            <p:cNvCxnSpPr/>
            <p:nvPr/>
          </p:nvCxnSpPr>
          <p:spPr>
            <a:xfrm>
              <a:off x="7091305" y="6481213"/>
              <a:ext cx="205800" cy="0"/>
            </a:xfrm>
            <a:prstGeom prst="straightConnector1">
              <a:avLst/>
            </a:prstGeom>
            <a:noFill/>
            <a:ln cap="flat" cmpd="sng" w="9525">
              <a:solidFill>
                <a:srgbClr val="B7B7B7"/>
              </a:solidFill>
              <a:prstDash val="solid"/>
              <a:round/>
              <a:headEnd len="med" w="med" type="none"/>
              <a:tailEnd len="med" w="med" type="none"/>
            </a:ln>
          </p:spPr>
        </p:cxnSp>
      </p:grpSp>
      <p:grpSp>
        <p:nvGrpSpPr>
          <p:cNvPr id="3649" name="Google Shape;3649;p59"/>
          <p:cNvGrpSpPr/>
          <p:nvPr/>
        </p:nvGrpSpPr>
        <p:grpSpPr>
          <a:xfrm>
            <a:off x="7569150" y="4870200"/>
            <a:ext cx="2304000" cy="1774800"/>
            <a:chOff x="7569150" y="4870200"/>
            <a:chExt cx="2304000" cy="1774800"/>
          </a:xfrm>
        </p:grpSpPr>
        <p:sp>
          <p:nvSpPr>
            <p:cNvPr id="3650" name="Google Shape;3650;p59"/>
            <p:cNvSpPr/>
            <p:nvPr/>
          </p:nvSpPr>
          <p:spPr>
            <a:xfrm>
              <a:off x="7569150" y="4870200"/>
              <a:ext cx="2304000" cy="1774800"/>
            </a:xfrm>
            <a:prstGeom prst="roundRect">
              <a:avLst>
                <a:gd fmla="val 4586" name="adj"/>
              </a:avLst>
            </a:prstGeom>
            <a:solidFill>
              <a:srgbClr val="C9DAF8"/>
            </a:solidFill>
            <a:ln cap="flat" cmpd="sng" w="9525">
              <a:solidFill>
                <a:srgbClr val="B7B7B7"/>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t" bIns="36000" lIns="0" spcFirstLastPara="1" rIns="0" wrap="square" tIns="93600">
              <a:noAutofit/>
            </a:bodyPr>
            <a:lstStyle/>
            <a:p>
              <a:pPr indent="0" lvl="0" marL="0" marR="0" rtl="0" algn="ctr">
                <a:lnSpc>
                  <a:spcPct val="100000"/>
                </a:lnSpc>
                <a:spcBef>
                  <a:spcPts val="0"/>
                </a:spcBef>
                <a:spcAft>
                  <a:spcPts val="0"/>
                </a:spcAft>
                <a:buClr>
                  <a:srgbClr val="000000"/>
                </a:buClr>
                <a:buSzPts val="1100"/>
                <a:buFont typeface="Arial"/>
                <a:buNone/>
              </a:pPr>
              <a:r>
                <a:rPr b="1" i="1" lang="es-419" sz="1100">
                  <a:latin typeface="Arvo"/>
                  <a:ea typeface="Arvo"/>
                  <a:cs typeface="Arvo"/>
                  <a:sym typeface="Arvo"/>
                </a:rPr>
                <a:t>Verificación de usuario </a:t>
              </a:r>
              <a:endParaRPr b="1" i="1" sz="1100">
                <a:latin typeface="Arvo"/>
                <a:ea typeface="Arvo"/>
                <a:cs typeface="Arvo"/>
                <a:sym typeface="Arvo"/>
              </a:endParaRPr>
            </a:p>
          </p:txBody>
        </p:sp>
        <p:cxnSp>
          <p:nvCxnSpPr>
            <p:cNvPr id="3651" name="Google Shape;3651;p59"/>
            <p:cNvCxnSpPr/>
            <p:nvPr/>
          </p:nvCxnSpPr>
          <p:spPr>
            <a:xfrm>
              <a:off x="7685500" y="5261736"/>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3652" name="Google Shape;3652;p59"/>
            <p:cNvCxnSpPr/>
            <p:nvPr/>
          </p:nvCxnSpPr>
          <p:spPr>
            <a:xfrm>
              <a:off x="7690411" y="5266605"/>
              <a:ext cx="205800" cy="0"/>
            </a:xfrm>
            <a:prstGeom prst="straightConnector1">
              <a:avLst/>
            </a:prstGeom>
            <a:noFill/>
            <a:ln cap="flat" cmpd="sng" w="9525">
              <a:solidFill>
                <a:srgbClr val="B7B7B7"/>
              </a:solidFill>
              <a:prstDash val="solid"/>
              <a:round/>
              <a:headEnd len="med" w="med" type="none"/>
              <a:tailEnd len="med" w="med" type="none"/>
            </a:ln>
          </p:spPr>
        </p:cxnSp>
        <p:cxnSp>
          <p:nvCxnSpPr>
            <p:cNvPr id="3653" name="Google Shape;3653;p59"/>
            <p:cNvCxnSpPr/>
            <p:nvPr/>
          </p:nvCxnSpPr>
          <p:spPr>
            <a:xfrm>
              <a:off x="9755999" y="5261736"/>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3654" name="Google Shape;3654;p59"/>
            <p:cNvCxnSpPr/>
            <p:nvPr/>
          </p:nvCxnSpPr>
          <p:spPr>
            <a:xfrm>
              <a:off x="9545033" y="5266605"/>
              <a:ext cx="205800" cy="0"/>
            </a:xfrm>
            <a:prstGeom prst="straightConnector1">
              <a:avLst/>
            </a:prstGeom>
            <a:noFill/>
            <a:ln cap="flat" cmpd="sng" w="9525">
              <a:solidFill>
                <a:srgbClr val="B7B7B7"/>
              </a:solidFill>
              <a:prstDash val="solid"/>
              <a:round/>
              <a:headEnd len="med" w="med" type="none"/>
              <a:tailEnd len="med" w="med" type="none"/>
            </a:ln>
          </p:spPr>
        </p:cxnSp>
        <p:cxnSp>
          <p:nvCxnSpPr>
            <p:cNvPr id="3655" name="Google Shape;3655;p59"/>
            <p:cNvCxnSpPr/>
            <p:nvPr/>
          </p:nvCxnSpPr>
          <p:spPr>
            <a:xfrm>
              <a:off x="7685500" y="6275640"/>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3656" name="Google Shape;3656;p59"/>
            <p:cNvCxnSpPr/>
            <p:nvPr/>
          </p:nvCxnSpPr>
          <p:spPr>
            <a:xfrm>
              <a:off x="7690411" y="6481213"/>
              <a:ext cx="205800" cy="0"/>
            </a:xfrm>
            <a:prstGeom prst="straightConnector1">
              <a:avLst/>
            </a:prstGeom>
            <a:noFill/>
            <a:ln cap="flat" cmpd="sng" w="9525">
              <a:solidFill>
                <a:srgbClr val="B7B7B7"/>
              </a:solidFill>
              <a:prstDash val="solid"/>
              <a:round/>
              <a:headEnd len="med" w="med" type="none"/>
              <a:tailEnd len="med" w="med" type="none"/>
            </a:ln>
          </p:spPr>
        </p:cxnSp>
        <p:cxnSp>
          <p:nvCxnSpPr>
            <p:cNvPr id="3657" name="Google Shape;3657;p59"/>
            <p:cNvCxnSpPr/>
            <p:nvPr/>
          </p:nvCxnSpPr>
          <p:spPr>
            <a:xfrm>
              <a:off x="9755999" y="6275640"/>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3658" name="Google Shape;3658;p59"/>
            <p:cNvCxnSpPr/>
            <p:nvPr/>
          </p:nvCxnSpPr>
          <p:spPr>
            <a:xfrm>
              <a:off x="9545405" y="6481213"/>
              <a:ext cx="205800" cy="0"/>
            </a:xfrm>
            <a:prstGeom prst="straightConnector1">
              <a:avLst/>
            </a:prstGeom>
            <a:noFill/>
            <a:ln cap="flat" cmpd="sng" w="9525">
              <a:solidFill>
                <a:srgbClr val="B7B7B7"/>
              </a:solidFill>
              <a:prstDash val="solid"/>
              <a:round/>
              <a:headEnd len="med" w="med" type="none"/>
              <a:tailEnd len="med" w="med" type="none"/>
            </a:ln>
          </p:spPr>
        </p:cxnSp>
      </p:grpSp>
      <p:cxnSp>
        <p:nvCxnSpPr>
          <p:cNvPr id="3659" name="Google Shape;3659;p59"/>
          <p:cNvCxnSpPr/>
          <p:nvPr/>
        </p:nvCxnSpPr>
        <p:spPr>
          <a:xfrm>
            <a:off x="323600" y="1236086"/>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3660" name="Google Shape;3660;p59"/>
          <p:cNvCxnSpPr/>
          <p:nvPr/>
        </p:nvCxnSpPr>
        <p:spPr>
          <a:xfrm>
            <a:off x="328511" y="1240955"/>
            <a:ext cx="205800" cy="0"/>
          </a:xfrm>
          <a:prstGeom prst="straightConnector1">
            <a:avLst/>
          </a:prstGeom>
          <a:noFill/>
          <a:ln cap="flat" cmpd="sng" w="9525">
            <a:solidFill>
              <a:srgbClr val="B7B7B7"/>
            </a:solidFill>
            <a:prstDash val="solid"/>
            <a:round/>
            <a:headEnd len="med" w="med" type="none"/>
            <a:tailEnd len="med" w="med" type="none"/>
          </a:ln>
        </p:spPr>
      </p:cxnSp>
      <p:cxnSp>
        <p:nvCxnSpPr>
          <p:cNvPr id="3661" name="Google Shape;3661;p59"/>
          <p:cNvCxnSpPr/>
          <p:nvPr/>
        </p:nvCxnSpPr>
        <p:spPr>
          <a:xfrm>
            <a:off x="2394099" y="1236086"/>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3662" name="Google Shape;3662;p59"/>
          <p:cNvCxnSpPr/>
          <p:nvPr/>
        </p:nvCxnSpPr>
        <p:spPr>
          <a:xfrm>
            <a:off x="2183133" y="1240955"/>
            <a:ext cx="205800" cy="0"/>
          </a:xfrm>
          <a:prstGeom prst="straightConnector1">
            <a:avLst/>
          </a:prstGeom>
          <a:noFill/>
          <a:ln cap="flat" cmpd="sng" w="9525">
            <a:solidFill>
              <a:srgbClr val="B7B7B7"/>
            </a:solidFill>
            <a:prstDash val="solid"/>
            <a:round/>
            <a:headEnd len="med" w="med" type="none"/>
            <a:tailEnd len="med" w="med" type="none"/>
          </a:ln>
        </p:spPr>
      </p:cxnSp>
      <p:cxnSp>
        <p:nvCxnSpPr>
          <p:cNvPr id="3663" name="Google Shape;3663;p59"/>
          <p:cNvCxnSpPr/>
          <p:nvPr/>
        </p:nvCxnSpPr>
        <p:spPr>
          <a:xfrm>
            <a:off x="323600" y="4459790"/>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3664" name="Google Shape;3664;p59"/>
          <p:cNvCxnSpPr/>
          <p:nvPr/>
        </p:nvCxnSpPr>
        <p:spPr>
          <a:xfrm>
            <a:off x="328511" y="4665363"/>
            <a:ext cx="205800" cy="0"/>
          </a:xfrm>
          <a:prstGeom prst="straightConnector1">
            <a:avLst/>
          </a:prstGeom>
          <a:noFill/>
          <a:ln cap="flat" cmpd="sng" w="9525">
            <a:solidFill>
              <a:srgbClr val="B7B7B7"/>
            </a:solidFill>
            <a:prstDash val="solid"/>
            <a:round/>
            <a:headEnd len="med" w="med" type="none"/>
            <a:tailEnd len="med" w="med" type="none"/>
          </a:ln>
        </p:spPr>
      </p:cxnSp>
      <p:cxnSp>
        <p:nvCxnSpPr>
          <p:cNvPr id="3665" name="Google Shape;3665;p59"/>
          <p:cNvCxnSpPr/>
          <p:nvPr/>
        </p:nvCxnSpPr>
        <p:spPr>
          <a:xfrm>
            <a:off x="2394099" y="4459790"/>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3666" name="Google Shape;3666;p59"/>
          <p:cNvCxnSpPr/>
          <p:nvPr/>
        </p:nvCxnSpPr>
        <p:spPr>
          <a:xfrm>
            <a:off x="2183505" y="4665363"/>
            <a:ext cx="205800" cy="0"/>
          </a:xfrm>
          <a:prstGeom prst="straightConnector1">
            <a:avLst/>
          </a:prstGeom>
          <a:noFill/>
          <a:ln cap="flat" cmpd="sng" w="9525">
            <a:solidFill>
              <a:srgbClr val="B7B7B7"/>
            </a:solidFill>
            <a:prstDash val="solid"/>
            <a:round/>
            <a:headEnd len="med" w="med" type="none"/>
            <a:tailEnd len="med" w="med" type="none"/>
          </a:ln>
        </p:spPr>
      </p:cxnSp>
      <p:cxnSp>
        <p:nvCxnSpPr>
          <p:cNvPr id="3667" name="Google Shape;3667;p59"/>
          <p:cNvCxnSpPr/>
          <p:nvPr/>
        </p:nvCxnSpPr>
        <p:spPr>
          <a:xfrm>
            <a:off x="2762000" y="1236086"/>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3668" name="Google Shape;3668;p59"/>
          <p:cNvCxnSpPr/>
          <p:nvPr/>
        </p:nvCxnSpPr>
        <p:spPr>
          <a:xfrm>
            <a:off x="2766911" y="1240955"/>
            <a:ext cx="205800" cy="0"/>
          </a:xfrm>
          <a:prstGeom prst="straightConnector1">
            <a:avLst/>
          </a:prstGeom>
          <a:noFill/>
          <a:ln cap="flat" cmpd="sng" w="9525">
            <a:solidFill>
              <a:srgbClr val="B7B7B7"/>
            </a:solidFill>
            <a:prstDash val="solid"/>
            <a:round/>
            <a:headEnd len="med" w="med" type="none"/>
            <a:tailEnd len="med" w="med" type="none"/>
          </a:ln>
        </p:spPr>
      </p:cxnSp>
      <p:cxnSp>
        <p:nvCxnSpPr>
          <p:cNvPr id="3669" name="Google Shape;3669;p59"/>
          <p:cNvCxnSpPr/>
          <p:nvPr/>
        </p:nvCxnSpPr>
        <p:spPr>
          <a:xfrm>
            <a:off x="4832499" y="1236086"/>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3670" name="Google Shape;3670;p59"/>
          <p:cNvCxnSpPr/>
          <p:nvPr/>
        </p:nvCxnSpPr>
        <p:spPr>
          <a:xfrm>
            <a:off x="4621533" y="1240955"/>
            <a:ext cx="205800" cy="0"/>
          </a:xfrm>
          <a:prstGeom prst="straightConnector1">
            <a:avLst/>
          </a:prstGeom>
          <a:noFill/>
          <a:ln cap="flat" cmpd="sng" w="9525">
            <a:solidFill>
              <a:srgbClr val="B7B7B7"/>
            </a:solidFill>
            <a:prstDash val="solid"/>
            <a:round/>
            <a:headEnd len="med" w="med" type="none"/>
            <a:tailEnd len="med" w="med" type="none"/>
          </a:ln>
        </p:spPr>
      </p:cxnSp>
      <p:cxnSp>
        <p:nvCxnSpPr>
          <p:cNvPr id="3671" name="Google Shape;3671;p59"/>
          <p:cNvCxnSpPr/>
          <p:nvPr/>
        </p:nvCxnSpPr>
        <p:spPr>
          <a:xfrm>
            <a:off x="2762000" y="4459790"/>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3672" name="Google Shape;3672;p59"/>
          <p:cNvCxnSpPr/>
          <p:nvPr/>
        </p:nvCxnSpPr>
        <p:spPr>
          <a:xfrm>
            <a:off x="2766911" y="4665363"/>
            <a:ext cx="205800" cy="0"/>
          </a:xfrm>
          <a:prstGeom prst="straightConnector1">
            <a:avLst/>
          </a:prstGeom>
          <a:noFill/>
          <a:ln cap="flat" cmpd="sng" w="9525">
            <a:solidFill>
              <a:srgbClr val="B7B7B7"/>
            </a:solidFill>
            <a:prstDash val="solid"/>
            <a:round/>
            <a:headEnd len="med" w="med" type="none"/>
            <a:tailEnd len="med" w="med" type="none"/>
          </a:ln>
        </p:spPr>
      </p:cxnSp>
      <p:cxnSp>
        <p:nvCxnSpPr>
          <p:cNvPr id="3673" name="Google Shape;3673;p59"/>
          <p:cNvCxnSpPr/>
          <p:nvPr/>
        </p:nvCxnSpPr>
        <p:spPr>
          <a:xfrm>
            <a:off x="4832499" y="4459790"/>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3674" name="Google Shape;3674;p59"/>
          <p:cNvCxnSpPr/>
          <p:nvPr/>
        </p:nvCxnSpPr>
        <p:spPr>
          <a:xfrm>
            <a:off x="4621905" y="4665363"/>
            <a:ext cx="205800" cy="0"/>
          </a:xfrm>
          <a:prstGeom prst="straightConnector1">
            <a:avLst/>
          </a:prstGeom>
          <a:noFill/>
          <a:ln cap="flat" cmpd="sng" w="9525">
            <a:solidFill>
              <a:srgbClr val="B7B7B7"/>
            </a:solidFill>
            <a:prstDash val="solid"/>
            <a:round/>
            <a:headEnd len="med" w="med" type="none"/>
            <a:tailEnd len="med" w="med" type="none"/>
          </a:ln>
        </p:spPr>
      </p:cxnSp>
      <p:cxnSp>
        <p:nvCxnSpPr>
          <p:cNvPr id="3675" name="Google Shape;3675;p59"/>
          <p:cNvCxnSpPr/>
          <p:nvPr/>
        </p:nvCxnSpPr>
        <p:spPr>
          <a:xfrm>
            <a:off x="5240071" y="1236086"/>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3676" name="Google Shape;3676;p59"/>
          <p:cNvCxnSpPr/>
          <p:nvPr/>
        </p:nvCxnSpPr>
        <p:spPr>
          <a:xfrm>
            <a:off x="5244982" y="1240955"/>
            <a:ext cx="205800" cy="0"/>
          </a:xfrm>
          <a:prstGeom prst="straightConnector1">
            <a:avLst/>
          </a:prstGeom>
          <a:noFill/>
          <a:ln cap="flat" cmpd="sng" w="9525">
            <a:solidFill>
              <a:srgbClr val="B7B7B7"/>
            </a:solidFill>
            <a:prstDash val="solid"/>
            <a:round/>
            <a:headEnd len="med" w="med" type="none"/>
            <a:tailEnd len="med" w="med" type="none"/>
          </a:ln>
        </p:spPr>
      </p:cxnSp>
      <p:cxnSp>
        <p:nvCxnSpPr>
          <p:cNvPr id="3677" name="Google Shape;3677;p59"/>
          <p:cNvCxnSpPr/>
          <p:nvPr/>
        </p:nvCxnSpPr>
        <p:spPr>
          <a:xfrm>
            <a:off x="7310570" y="1236086"/>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3678" name="Google Shape;3678;p59"/>
          <p:cNvCxnSpPr/>
          <p:nvPr/>
        </p:nvCxnSpPr>
        <p:spPr>
          <a:xfrm>
            <a:off x="7099604" y="1240955"/>
            <a:ext cx="205800" cy="0"/>
          </a:xfrm>
          <a:prstGeom prst="straightConnector1">
            <a:avLst/>
          </a:prstGeom>
          <a:noFill/>
          <a:ln cap="flat" cmpd="sng" w="9525">
            <a:solidFill>
              <a:srgbClr val="B7B7B7"/>
            </a:solidFill>
            <a:prstDash val="solid"/>
            <a:round/>
            <a:headEnd len="med" w="med" type="none"/>
            <a:tailEnd len="med" w="med" type="none"/>
          </a:ln>
        </p:spPr>
      </p:cxnSp>
      <p:cxnSp>
        <p:nvCxnSpPr>
          <p:cNvPr id="3679" name="Google Shape;3679;p59"/>
          <p:cNvCxnSpPr/>
          <p:nvPr/>
        </p:nvCxnSpPr>
        <p:spPr>
          <a:xfrm>
            <a:off x="5240071" y="4459790"/>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3680" name="Google Shape;3680;p59"/>
          <p:cNvCxnSpPr/>
          <p:nvPr/>
        </p:nvCxnSpPr>
        <p:spPr>
          <a:xfrm>
            <a:off x="5244982" y="4665363"/>
            <a:ext cx="205800" cy="0"/>
          </a:xfrm>
          <a:prstGeom prst="straightConnector1">
            <a:avLst/>
          </a:prstGeom>
          <a:noFill/>
          <a:ln cap="flat" cmpd="sng" w="9525">
            <a:solidFill>
              <a:srgbClr val="B7B7B7"/>
            </a:solidFill>
            <a:prstDash val="solid"/>
            <a:round/>
            <a:headEnd len="med" w="med" type="none"/>
            <a:tailEnd len="med" w="med" type="none"/>
          </a:ln>
        </p:spPr>
      </p:cxnSp>
      <p:cxnSp>
        <p:nvCxnSpPr>
          <p:cNvPr id="3681" name="Google Shape;3681;p59"/>
          <p:cNvCxnSpPr/>
          <p:nvPr/>
        </p:nvCxnSpPr>
        <p:spPr>
          <a:xfrm>
            <a:off x="7310570" y="4459790"/>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3682" name="Google Shape;3682;p59"/>
          <p:cNvCxnSpPr/>
          <p:nvPr/>
        </p:nvCxnSpPr>
        <p:spPr>
          <a:xfrm>
            <a:off x="7099976" y="4665363"/>
            <a:ext cx="205800" cy="0"/>
          </a:xfrm>
          <a:prstGeom prst="straightConnector1">
            <a:avLst/>
          </a:prstGeom>
          <a:noFill/>
          <a:ln cap="flat" cmpd="sng" w="9525">
            <a:solidFill>
              <a:srgbClr val="B7B7B7"/>
            </a:solidFill>
            <a:prstDash val="solid"/>
            <a:round/>
            <a:headEnd len="med" w="med" type="none"/>
            <a:tailEnd len="med" w="med" type="none"/>
          </a:ln>
        </p:spPr>
      </p:cxnSp>
      <p:cxnSp>
        <p:nvCxnSpPr>
          <p:cNvPr id="3683" name="Google Shape;3683;p59"/>
          <p:cNvCxnSpPr/>
          <p:nvPr/>
        </p:nvCxnSpPr>
        <p:spPr>
          <a:xfrm>
            <a:off x="7705868" y="1236086"/>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3684" name="Google Shape;3684;p59"/>
          <p:cNvCxnSpPr/>
          <p:nvPr/>
        </p:nvCxnSpPr>
        <p:spPr>
          <a:xfrm>
            <a:off x="7710779" y="1240955"/>
            <a:ext cx="205800" cy="0"/>
          </a:xfrm>
          <a:prstGeom prst="straightConnector1">
            <a:avLst/>
          </a:prstGeom>
          <a:noFill/>
          <a:ln cap="flat" cmpd="sng" w="9525">
            <a:solidFill>
              <a:srgbClr val="B7B7B7"/>
            </a:solidFill>
            <a:prstDash val="solid"/>
            <a:round/>
            <a:headEnd len="med" w="med" type="none"/>
            <a:tailEnd len="med" w="med" type="none"/>
          </a:ln>
        </p:spPr>
      </p:cxnSp>
      <p:cxnSp>
        <p:nvCxnSpPr>
          <p:cNvPr id="3685" name="Google Shape;3685;p59"/>
          <p:cNvCxnSpPr/>
          <p:nvPr/>
        </p:nvCxnSpPr>
        <p:spPr>
          <a:xfrm>
            <a:off x="9776367" y="1236086"/>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3686" name="Google Shape;3686;p59"/>
          <p:cNvCxnSpPr/>
          <p:nvPr/>
        </p:nvCxnSpPr>
        <p:spPr>
          <a:xfrm>
            <a:off x="9565400" y="1240955"/>
            <a:ext cx="205800" cy="0"/>
          </a:xfrm>
          <a:prstGeom prst="straightConnector1">
            <a:avLst/>
          </a:prstGeom>
          <a:noFill/>
          <a:ln cap="flat" cmpd="sng" w="9525">
            <a:solidFill>
              <a:srgbClr val="B7B7B7"/>
            </a:solidFill>
            <a:prstDash val="solid"/>
            <a:round/>
            <a:headEnd len="med" w="med" type="none"/>
            <a:tailEnd len="med" w="med" type="none"/>
          </a:ln>
        </p:spPr>
      </p:cxnSp>
      <p:cxnSp>
        <p:nvCxnSpPr>
          <p:cNvPr id="3687" name="Google Shape;3687;p59"/>
          <p:cNvCxnSpPr/>
          <p:nvPr/>
        </p:nvCxnSpPr>
        <p:spPr>
          <a:xfrm>
            <a:off x="7705868" y="4459790"/>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3688" name="Google Shape;3688;p59"/>
          <p:cNvCxnSpPr/>
          <p:nvPr/>
        </p:nvCxnSpPr>
        <p:spPr>
          <a:xfrm>
            <a:off x="7710779" y="4665363"/>
            <a:ext cx="205800" cy="0"/>
          </a:xfrm>
          <a:prstGeom prst="straightConnector1">
            <a:avLst/>
          </a:prstGeom>
          <a:noFill/>
          <a:ln cap="flat" cmpd="sng" w="9525">
            <a:solidFill>
              <a:srgbClr val="B7B7B7"/>
            </a:solidFill>
            <a:prstDash val="solid"/>
            <a:round/>
            <a:headEnd len="med" w="med" type="none"/>
            <a:tailEnd len="med" w="med" type="none"/>
          </a:ln>
        </p:spPr>
      </p:cxnSp>
      <p:cxnSp>
        <p:nvCxnSpPr>
          <p:cNvPr id="3689" name="Google Shape;3689;p59"/>
          <p:cNvCxnSpPr/>
          <p:nvPr/>
        </p:nvCxnSpPr>
        <p:spPr>
          <a:xfrm>
            <a:off x="9776367" y="4459790"/>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3690" name="Google Shape;3690;p59"/>
          <p:cNvCxnSpPr/>
          <p:nvPr/>
        </p:nvCxnSpPr>
        <p:spPr>
          <a:xfrm>
            <a:off x="9565772" y="4665363"/>
            <a:ext cx="205800" cy="0"/>
          </a:xfrm>
          <a:prstGeom prst="straightConnector1">
            <a:avLst/>
          </a:prstGeom>
          <a:noFill/>
          <a:ln cap="flat" cmpd="sng" w="9525">
            <a:solidFill>
              <a:srgbClr val="B7B7B7"/>
            </a:solidFill>
            <a:prstDash val="solid"/>
            <a:round/>
            <a:headEnd len="med" w="med" type="none"/>
            <a:tailEnd len="med" w="med" type="none"/>
          </a:ln>
        </p:spPr>
      </p:cxnSp>
      <p:sp>
        <p:nvSpPr>
          <p:cNvPr id="3691" name="Google Shape;3691;p59"/>
          <p:cNvSpPr txBox="1"/>
          <p:nvPr>
            <p:ph idx="1" type="body"/>
          </p:nvPr>
        </p:nvSpPr>
        <p:spPr>
          <a:xfrm>
            <a:off x="641150" y="612125"/>
            <a:ext cx="1770300" cy="160500"/>
          </a:xfrm>
          <a:prstGeom prst="rect">
            <a:avLst/>
          </a:prstGeom>
          <a:noFill/>
          <a:ln>
            <a:noFill/>
          </a:ln>
        </p:spPr>
        <p:txBody>
          <a:bodyPr anchorCtr="0" anchor="t" bIns="0" lIns="0" spcFirstLastPara="1" rIns="0" wrap="square" tIns="0">
            <a:noAutofit/>
          </a:bodyPr>
          <a:lstStyle>
            <a:lvl1pPr indent="-292100" lvl="0" marL="457200" algn="ctr">
              <a:spcBef>
                <a:spcPts val="0"/>
              </a:spcBef>
              <a:spcAft>
                <a:spcPts val="0"/>
              </a:spcAft>
              <a:buClr>
                <a:srgbClr val="FFFFFF"/>
              </a:buClr>
              <a:buSzPts val="1000"/>
              <a:buChar char="●"/>
              <a:defRPr sz="1000">
                <a:solidFill>
                  <a:srgbClr val="FFFFFF"/>
                </a:solidFill>
              </a:defRPr>
            </a:lvl1pPr>
            <a:lvl2pPr indent="-292100" lvl="1" marL="914400" algn="ctr">
              <a:spcBef>
                <a:spcPts val="0"/>
              </a:spcBef>
              <a:spcAft>
                <a:spcPts val="0"/>
              </a:spcAft>
              <a:buClr>
                <a:srgbClr val="FFFFFF"/>
              </a:buClr>
              <a:buSzPts val="1000"/>
              <a:buChar char="○"/>
              <a:defRPr sz="1000">
                <a:solidFill>
                  <a:srgbClr val="FFFFFF"/>
                </a:solidFill>
              </a:defRPr>
            </a:lvl2pPr>
            <a:lvl3pPr indent="-292100" lvl="2" marL="1371600" algn="ctr">
              <a:spcBef>
                <a:spcPts val="0"/>
              </a:spcBef>
              <a:spcAft>
                <a:spcPts val="0"/>
              </a:spcAft>
              <a:buClr>
                <a:srgbClr val="FFFFFF"/>
              </a:buClr>
              <a:buSzPts val="1000"/>
              <a:buChar char="■"/>
              <a:defRPr sz="1000">
                <a:solidFill>
                  <a:srgbClr val="FFFFFF"/>
                </a:solidFill>
              </a:defRPr>
            </a:lvl3pPr>
            <a:lvl4pPr indent="-292100" lvl="3" marL="1828800" algn="ctr">
              <a:spcBef>
                <a:spcPts val="0"/>
              </a:spcBef>
              <a:spcAft>
                <a:spcPts val="0"/>
              </a:spcAft>
              <a:buClr>
                <a:srgbClr val="FFFFFF"/>
              </a:buClr>
              <a:buSzPts val="1000"/>
              <a:buChar char="●"/>
              <a:defRPr sz="1000">
                <a:solidFill>
                  <a:srgbClr val="FFFFFF"/>
                </a:solidFill>
              </a:defRPr>
            </a:lvl4pPr>
            <a:lvl5pPr indent="-292100" lvl="4" marL="2286000" algn="ctr">
              <a:spcBef>
                <a:spcPts val="0"/>
              </a:spcBef>
              <a:spcAft>
                <a:spcPts val="0"/>
              </a:spcAft>
              <a:buClr>
                <a:srgbClr val="FFFFFF"/>
              </a:buClr>
              <a:buSzPts val="1000"/>
              <a:buChar char="○"/>
              <a:defRPr sz="1000">
                <a:solidFill>
                  <a:srgbClr val="FFFFFF"/>
                </a:solidFill>
              </a:defRPr>
            </a:lvl5pPr>
            <a:lvl6pPr indent="-292100" lvl="5" marL="2743200" algn="ctr">
              <a:spcBef>
                <a:spcPts val="0"/>
              </a:spcBef>
              <a:spcAft>
                <a:spcPts val="0"/>
              </a:spcAft>
              <a:buClr>
                <a:srgbClr val="FFFFFF"/>
              </a:buClr>
              <a:buSzPts val="1000"/>
              <a:buChar char="■"/>
              <a:defRPr sz="1000">
                <a:solidFill>
                  <a:srgbClr val="FFFFFF"/>
                </a:solidFill>
              </a:defRPr>
            </a:lvl6pPr>
            <a:lvl7pPr indent="-292100" lvl="6" marL="3200400" algn="ctr">
              <a:spcBef>
                <a:spcPts val="0"/>
              </a:spcBef>
              <a:spcAft>
                <a:spcPts val="0"/>
              </a:spcAft>
              <a:buClr>
                <a:srgbClr val="FFFFFF"/>
              </a:buClr>
              <a:buSzPts val="1000"/>
              <a:buChar char="●"/>
              <a:defRPr sz="1000">
                <a:solidFill>
                  <a:srgbClr val="FFFFFF"/>
                </a:solidFill>
              </a:defRPr>
            </a:lvl7pPr>
            <a:lvl8pPr indent="-292100" lvl="7" marL="3657600" algn="ctr">
              <a:spcBef>
                <a:spcPts val="0"/>
              </a:spcBef>
              <a:spcAft>
                <a:spcPts val="0"/>
              </a:spcAft>
              <a:buClr>
                <a:srgbClr val="FFFFFF"/>
              </a:buClr>
              <a:buSzPts val="1000"/>
              <a:buChar char="○"/>
              <a:defRPr sz="1000">
                <a:solidFill>
                  <a:srgbClr val="FFFFFF"/>
                </a:solidFill>
              </a:defRPr>
            </a:lvl8pPr>
            <a:lvl9pPr indent="-292100" lvl="8" marL="4114800" algn="ctr">
              <a:spcBef>
                <a:spcPts val="0"/>
              </a:spcBef>
              <a:spcAft>
                <a:spcPts val="0"/>
              </a:spcAft>
              <a:buClr>
                <a:srgbClr val="FFFFFF"/>
              </a:buClr>
              <a:buSzPts val="1000"/>
              <a:buChar char="■"/>
              <a:defRPr sz="1000">
                <a:solidFill>
                  <a:srgbClr val="FFFFFF"/>
                </a:solidFill>
              </a:defRPr>
            </a:lvl9pPr>
          </a:lstStyle>
          <a:p/>
        </p:txBody>
      </p:sp>
      <p:sp>
        <p:nvSpPr>
          <p:cNvPr id="3692" name="Google Shape;3692;p59"/>
          <p:cNvSpPr txBox="1"/>
          <p:nvPr/>
        </p:nvSpPr>
        <p:spPr>
          <a:xfrm>
            <a:off x="84825" y="598125"/>
            <a:ext cx="595500" cy="205800"/>
          </a:xfrm>
          <a:prstGeom prst="rect">
            <a:avLst/>
          </a:prstGeom>
          <a:noFill/>
          <a:ln>
            <a:noFill/>
          </a:ln>
        </p:spPr>
        <p:txBody>
          <a:bodyPr anchorCtr="0" anchor="t" bIns="18000" lIns="18000" spcFirstLastPara="1" rIns="18000" wrap="square" tIns="18000">
            <a:spAutoFit/>
          </a:bodyPr>
          <a:lstStyle/>
          <a:p>
            <a:pPr indent="0" lvl="0" marL="0" rtl="0" algn="l">
              <a:spcBef>
                <a:spcPts val="0"/>
              </a:spcBef>
              <a:spcAft>
                <a:spcPts val="0"/>
              </a:spcAft>
              <a:buNone/>
            </a:pPr>
            <a:r>
              <a:rPr lang="es-419" sz="1100">
                <a:solidFill>
                  <a:srgbClr val="FFFFFF"/>
                </a:solidFill>
              </a:rPr>
              <a:t>Nombre:</a:t>
            </a:r>
            <a:endParaRPr sz="1100">
              <a:solidFill>
                <a:srgbClr val="FFFFFF"/>
              </a:solidFill>
            </a:endParaRPr>
          </a:p>
        </p:txBody>
      </p:sp>
    </p:spTree>
  </p:cSld>
  <p:clrMapOvr>
    <a:masterClrMapping/>
  </p:clrMapOvr>
</p:sldLayout>
</file>

<file path=ppt/slideLayouts/slideLayout5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3. Diagrama de Dominio">
  <p:cSld name="TITLE_3_6_1_1_1_1_1_1_1_1_1_1_1_1_1">
    <p:spTree>
      <p:nvGrpSpPr>
        <p:cNvPr id="3693" name="Shape 3693"/>
        <p:cNvGrpSpPr/>
        <p:nvPr/>
      </p:nvGrpSpPr>
      <p:grpSpPr>
        <a:xfrm>
          <a:off x="0" y="0"/>
          <a:ext cx="0" cy="0"/>
          <a:chOff x="0" y="0"/>
          <a:chExt cx="0" cy="0"/>
        </a:xfrm>
      </p:grpSpPr>
      <p:sp>
        <p:nvSpPr>
          <p:cNvPr id="3694" name="Google Shape;3694;p60"/>
          <p:cNvSpPr/>
          <p:nvPr/>
        </p:nvSpPr>
        <p:spPr>
          <a:xfrm>
            <a:off x="97888" y="377012"/>
            <a:ext cx="9893400" cy="296700"/>
          </a:xfrm>
          <a:prstGeom prst="roundRect">
            <a:avLst>
              <a:gd fmla="val 22902" name="adj"/>
            </a:avLst>
          </a:prstGeom>
          <a:solidFill>
            <a:srgbClr val="F3F3F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3695" name="Google Shape;3695;p60"/>
          <p:cNvSpPr/>
          <p:nvPr/>
        </p:nvSpPr>
        <p:spPr>
          <a:xfrm>
            <a:off x="77688" y="358938"/>
            <a:ext cx="9935700" cy="6438000"/>
          </a:xfrm>
          <a:prstGeom prst="roundRect">
            <a:avLst>
              <a:gd fmla="val 2618" name="adj"/>
            </a:avLst>
          </a:prstGeom>
          <a:solidFill>
            <a:srgbClr val="FFFFFF"/>
          </a:solidFill>
          <a:ln cap="flat" cmpd="sng" w="38100">
            <a:solidFill>
              <a:srgbClr val="000000"/>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696" name="Google Shape;3696;p60"/>
          <p:cNvCxnSpPr/>
          <p:nvPr/>
        </p:nvCxnSpPr>
        <p:spPr>
          <a:xfrm>
            <a:off x="77688" y="772614"/>
            <a:ext cx="9935700" cy="0"/>
          </a:xfrm>
          <a:prstGeom prst="straightConnector1">
            <a:avLst/>
          </a:prstGeom>
          <a:noFill/>
          <a:ln cap="flat" cmpd="sng" w="19050">
            <a:solidFill>
              <a:srgbClr val="000000"/>
            </a:solidFill>
            <a:prstDash val="solid"/>
            <a:round/>
            <a:headEnd len="med" w="med" type="none"/>
            <a:tailEnd len="med" w="med" type="none"/>
          </a:ln>
        </p:spPr>
      </p:cxnSp>
      <p:cxnSp>
        <p:nvCxnSpPr>
          <p:cNvPr id="3697" name="Google Shape;3697;p60"/>
          <p:cNvCxnSpPr/>
          <p:nvPr/>
        </p:nvCxnSpPr>
        <p:spPr>
          <a:xfrm rot="10800000">
            <a:off x="2439038" y="368188"/>
            <a:ext cx="0" cy="402300"/>
          </a:xfrm>
          <a:prstGeom prst="straightConnector1">
            <a:avLst/>
          </a:prstGeom>
          <a:noFill/>
          <a:ln cap="flat" cmpd="sng" w="19050">
            <a:solidFill>
              <a:srgbClr val="000000"/>
            </a:solidFill>
            <a:prstDash val="solid"/>
            <a:round/>
            <a:headEnd len="med" w="med" type="none"/>
            <a:tailEnd len="med" w="med" type="none"/>
          </a:ln>
        </p:spPr>
      </p:cxnSp>
      <p:sp>
        <p:nvSpPr>
          <p:cNvPr id="3698" name="Google Shape;3698;p60"/>
          <p:cNvSpPr/>
          <p:nvPr/>
        </p:nvSpPr>
        <p:spPr>
          <a:xfrm>
            <a:off x="77688" y="349338"/>
            <a:ext cx="2361300" cy="421200"/>
          </a:xfrm>
          <a:prstGeom prst="roundRect">
            <a:avLst>
              <a:gd fmla="val 50000" name="adj"/>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s-419" sz="1200">
                <a:solidFill>
                  <a:srgbClr val="FFFFFF"/>
                </a:solidFill>
              </a:rPr>
              <a:t>Diagrama de Dominio</a:t>
            </a:r>
            <a:endParaRPr b="1" sz="1200">
              <a:solidFill>
                <a:srgbClr val="FFFFFF"/>
              </a:solidFill>
            </a:endParaRPr>
          </a:p>
          <a:p>
            <a:pPr indent="0" lvl="0" marL="0" rtl="0" algn="ctr">
              <a:spcBef>
                <a:spcPts val="0"/>
              </a:spcBef>
              <a:spcAft>
                <a:spcPts val="0"/>
              </a:spcAft>
              <a:buNone/>
            </a:pPr>
            <a:r>
              <a:t/>
            </a:r>
            <a:endParaRPr b="1" sz="1200">
              <a:solidFill>
                <a:srgbClr val="FFFFFF"/>
              </a:solidFill>
            </a:endParaRPr>
          </a:p>
        </p:txBody>
      </p:sp>
      <p:sp>
        <p:nvSpPr>
          <p:cNvPr id="3699" name="Google Shape;3699;p60"/>
          <p:cNvSpPr/>
          <p:nvPr/>
        </p:nvSpPr>
        <p:spPr>
          <a:xfrm>
            <a:off x="83988" y="595504"/>
            <a:ext cx="190200" cy="1692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0" name="Google Shape;3700;p60"/>
          <p:cNvSpPr/>
          <p:nvPr/>
        </p:nvSpPr>
        <p:spPr>
          <a:xfrm>
            <a:off x="2292338" y="358938"/>
            <a:ext cx="146700" cy="4023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1" name="Google Shape;3701;p60"/>
          <p:cNvSpPr/>
          <p:nvPr/>
        </p:nvSpPr>
        <p:spPr>
          <a:xfrm>
            <a:off x="-1396550" y="760700"/>
            <a:ext cx="748200" cy="6079200"/>
          </a:xfrm>
          <a:prstGeom prst="roundRect">
            <a:avLst>
              <a:gd fmla="val 11877" name="adj"/>
            </a:avLst>
          </a:prstGeom>
          <a:solidFill>
            <a:srgbClr val="F3F3F3"/>
          </a:solidFill>
          <a:ln cap="flat" cmpd="sng" w="9525">
            <a:solidFill>
              <a:srgbClr val="F3F3F3"/>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t" bIns="54000" lIns="72000" spcFirstLastPara="1" rIns="72000" wrap="square" tIns="54000">
            <a:noAutofit/>
          </a:bodyPr>
          <a:lstStyle/>
          <a:p>
            <a:pPr indent="0" lvl="0" marL="0" rtl="0" algn="ctr">
              <a:spcBef>
                <a:spcPts val="0"/>
              </a:spcBef>
              <a:spcAft>
                <a:spcPts val="0"/>
              </a:spcAft>
              <a:buNone/>
            </a:pPr>
            <a:r>
              <a:rPr i="1" lang="es-419"/>
              <a:t>Paleta</a:t>
            </a:r>
            <a:endParaRPr i="1"/>
          </a:p>
        </p:txBody>
      </p:sp>
      <p:sp>
        <p:nvSpPr>
          <p:cNvPr id="3702" name="Google Shape;3702;p60"/>
          <p:cNvSpPr txBox="1"/>
          <p:nvPr/>
        </p:nvSpPr>
        <p:spPr>
          <a:xfrm>
            <a:off x="2524025" y="387675"/>
            <a:ext cx="15012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Unid. Organizacional:</a:t>
            </a:r>
            <a:endParaRPr b="1" sz="1100"/>
          </a:p>
        </p:txBody>
      </p:sp>
      <p:sp>
        <p:nvSpPr>
          <p:cNvPr id="3703" name="Google Shape;3703;p60"/>
          <p:cNvSpPr txBox="1"/>
          <p:nvPr/>
        </p:nvSpPr>
        <p:spPr>
          <a:xfrm>
            <a:off x="2524020" y="579550"/>
            <a:ext cx="6846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Alcance:</a:t>
            </a:r>
            <a:endParaRPr b="1" sz="1100"/>
          </a:p>
        </p:txBody>
      </p:sp>
      <p:sp>
        <p:nvSpPr>
          <p:cNvPr id="3704" name="Google Shape;3704;p60"/>
          <p:cNvSpPr txBox="1"/>
          <p:nvPr>
            <p:ph type="title"/>
          </p:nvPr>
        </p:nvSpPr>
        <p:spPr>
          <a:xfrm flipH="1">
            <a:off x="4025374" y="387675"/>
            <a:ext cx="5863200" cy="1692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000"/>
              <a:buNone/>
              <a:defRPr sz="1000">
                <a:solidFill>
                  <a:srgbClr val="000000"/>
                </a:solidFill>
              </a:defRPr>
            </a:lvl1pPr>
            <a:lvl2pPr lvl="1">
              <a:spcBef>
                <a:spcPts val="0"/>
              </a:spcBef>
              <a:spcAft>
                <a:spcPts val="0"/>
              </a:spcAft>
              <a:buClr>
                <a:srgbClr val="000000"/>
              </a:buClr>
              <a:buSzPts val="1000"/>
              <a:buNone/>
              <a:defRPr sz="1000">
                <a:solidFill>
                  <a:srgbClr val="000000"/>
                </a:solidFill>
              </a:defRPr>
            </a:lvl2pPr>
            <a:lvl3pPr lvl="2">
              <a:spcBef>
                <a:spcPts val="0"/>
              </a:spcBef>
              <a:spcAft>
                <a:spcPts val="0"/>
              </a:spcAft>
              <a:buClr>
                <a:srgbClr val="000000"/>
              </a:buClr>
              <a:buSzPts val="1000"/>
              <a:buNone/>
              <a:defRPr sz="1000">
                <a:solidFill>
                  <a:srgbClr val="000000"/>
                </a:solidFill>
              </a:defRPr>
            </a:lvl3pPr>
            <a:lvl4pPr lvl="3">
              <a:spcBef>
                <a:spcPts val="0"/>
              </a:spcBef>
              <a:spcAft>
                <a:spcPts val="0"/>
              </a:spcAft>
              <a:buClr>
                <a:srgbClr val="000000"/>
              </a:buClr>
              <a:buSzPts val="1000"/>
              <a:buNone/>
              <a:defRPr sz="1000">
                <a:solidFill>
                  <a:srgbClr val="000000"/>
                </a:solidFill>
              </a:defRPr>
            </a:lvl4pPr>
            <a:lvl5pPr lvl="4">
              <a:spcBef>
                <a:spcPts val="0"/>
              </a:spcBef>
              <a:spcAft>
                <a:spcPts val="0"/>
              </a:spcAft>
              <a:buClr>
                <a:srgbClr val="000000"/>
              </a:buClr>
              <a:buSzPts val="1000"/>
              <a:buNone/>
              <a:defRPr sz="1000">
                <a:solidFill>
                  <a:srgbClr val="000000"/>
                </a:solidFill>
              </a:defRPr>
            </a:lvl5pPr>
            <a:lvl6pPr lvl="5">
              <a:spcBef>
                <a:spcPts val="0"/>
              </a:spcBef>
              <a:spcAft>
                <a:spcPts val="0"/>
              </a:spcAft>
              <a:buClr>
                <a:srgbClr val="000000"/>
              </a:buClr>
              <a:buSzPts val="1000"/>
              <a:buNone/>
              <a:defRPr sz="1000">
                <a:solidFill>
                  <a:srgbClr val="000000"/>
                </a:solidFill>
              </a:defRPr>
            </a:lvl6pPr>
            <a:lvl7pPr lvl="6">
              <a:spcBef>
                <a:spcPts val="0"/>
              </a:spcBef>
              <a:spcAft>
                <a:spcPts val="0"/>
              </a:spcAft>
              <a:buClr>
                <a:srgbClr val="000000"/>
              </a:buClr>
              <a:buSzPts val="1000"/>
              <a:buNone/>
              <a:defRPr sz="1000">
                <a:solidFill>
                  <a:srgbClr val="000000"/>
                </a:solidFill>
              </a:defRPr>
            </a:lvl7pPr>
            <a:lvl8pPr lvl="7">
              <a:spcBef>
                <a:spcPts val="0"/>
              </a:spcBef>
              <a:spcAft>
                <a:spcPts val="0"/>
              </a:spcAft>
              <a:buClr>
                <a:srgbClr val="000000"/>
              </a:buClr>
              <a:buSzPts val="1000"/>
              <a:buNone/>
              <a:defRPr sz="1000">
                <a:solidFill>
                  <a:srgbClr val="000000"/>
                </a:solidFill>
              </a:defRPr>
            </a:lvl8pPr>
            <a:lvl9pPr lvl="8">
              <a:spcBef>
                <a:spcPts val="0"/>
              </a:spcBef>
              <a:spcAft>
                <a:spcPts val="0"/>
              </a:spcAft>
              <a:buClr>
                <a:srgbClr val="000000"/>
              </a:buClr>
              <a:buSzPts val="1000"/>
              <a:buNone/>
              <a:defRPr sz="1000">
                <a:solidFill>
                  <a:srgbClr val="000000"/>
                </a:solidFill>
              </a:defRPr>
            </a:lvl9pPr>
          </a:lstStyle>
          <a:p/>
        </p:txBody>
      </p:sp>
      <p:sp>
        <p:nvSpPr>
          <p:cNvPr id="3705" name="Google Shape;3705;p60"/>
          <p:cNvSpPr txBox="1"/>
          <p:nvPr>
            <p:ph idx="2" type="title"/>
          </p:nvPr>
        </p:nvSpPr>
        <p:spPr>
          <a:xfrm flipH="1">
            <a:off x="3208773" y="579550"/>
            <a:ext cx="6679800" cy="1692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000"/>
              <a:buNone/>
              <a:defRPr sz="1000">
                <a:solidFill>
                  <a:srgbClr val="000000"/>
                </a:solidFill>
              </a:defRPr>
            </a:lvl1pPr>
            <a:lvl2pPr lvl="1">
              <a:spcBef>
                <a:spcPts val="0"/>
              </a:spcBef>
              <a:spcAft>
                <a:spcPts val="0"/>
              </a:spcAft>
              <a:buClr>
                <a:srgbClr val="000000"/>
              </a:buClr>
              <a:buSzPts val="1000"/>
              <a:buNone/>
              <a:defRPr sz="1000">
                <a:solidFill>
                  <a:srgbClr val="000000"/>
                </a:solidFill>
              </a:defRPr>
            </a:lvl2pPr>
            <a:lvl3pPr lvl="2">
              <a:spcBef>
                <a:spcPts val="0"/>
              </a:spcBef>
              <a:spcAft>
                <a:spcPts val="0"/>
              </a:spcAft>
              <a:buClr>
                <a:srgbClr val="000000"/>
              </a:buClr>
              <a:buSzPts val="1000"/>
              <a:buNone/>
              <a:defRPr sz="1000">
                <a:solidFill>
                  <a:srgbClr val="000000"/>
                </a:solidFill>
              </a:defRPr>
            </a:lvl3pPr>
            <a:lvl4pPr lvl="3">
              <a:spcBef>
                <a:spcPts val="0"/>
              </a:spcBef>
              <a:spcAft>
                <a:spcPts val="0"/>
              </a:spcAft>
              <a:buClr>
                <a:srgbClr val="000000"/>
              </a:buClr>
              <a:buSzPts val="1000"/>
              <a:buNone/>
              <a:defRPr sz="1000">
                <a:solidFill>
                  <a:srgbClr val="000000"/>
                </a:solidFill>
              </a:defRPr>
            </a:lvl4pPr>
            <a:lvl5pPr lvl="4">
              <a:spcBef>
                <a:spcPts val="0"/>
              </a:spcBef>
              <a:spcAft>
                <a:spcPts val="0"/>
              </a:spcAft>
              <a:buClr>
                <a:srgbClr val="000000"/>
              </a:buClr>
              <a:buSzPts val="1000"/>
              <a:buNone/>
              <a:defRPr sz="1000">
                <a:solidFill>
                  <a:srgbClr val="000000"/>
                </a:solidFill>
              </a:defRPr>
            </a:lvl5pPr>
            <a:lvl6pPr lvl="5">
              <a:spcBef>
                <a:spcPts val="0"/>
              </a:spcBef>
              <a:spcAft>
                <a:spcPts val="0"/>
              </a:spcAft>
              <a:buClr>
                <a:srgbClr val="000000"/>
              </a:buClr>
              <a:buSzPts val="1000"/>
              <a:buNone/>
              <a:defRPr sz="1000">
                <a:solidFill>
                  <a:srgbClr val="000000"/>
                </a:solidFill>
              </a:defRPr>
            </a:lvl6pPr>
            <a:lvl7pPr lvl="6">
              <a:spcBef>
                <a:spcPts val="0"/>
              </a:spcBef>
              <a:spcAft>
                <a:spcPts val="0"/>
              </a:spcAft>
              <a:buClr>
                <a:srgbClr val="000000"/>
              </a:buClr>
              <a:buSzPts val="1000"/>
              <a:buNone/>
              <a:defRPr sz="1000">
                <a:solidFill>
                  <a:srgbClr val="000000"/>
                </a:solidFill>
              </a:defRPr>
            </a:lvl7pPr>
            <a:lvl8pPr lvl="7">
              <a:spcBef>
                <a:spcPts val="0"/>
              </a:spcBef>
              <a:spcAft>
                <a:spcPts val="0"/>
              </a:spcAft>
              <a:buClr>
                <a:srgbClr val="000000"/>
              </a:buClr>
              <a:buSzPts val="1000"/>
              <a:buNone/>
              <a:defRPr sz="1000">
                <a:solidFill>
                  <a:srgbClr val="000000"/>
                </a:solidFill>
              </a:defRPr>
            </a:lvl8pPr>
            <a:lvl9pPr lvl="8">
              <a:spcBef>
                <a:spcPts val="0"/>
              </a:spcBef>
              <a:spcAft>
                <a:spcPts val="0"/>
              </a:spcAft>
              <a:buClr>
                <a:srgbClr val="000000"/>
              </a:buClr>
              <a:buSzPts val="1000"/>
              <a:buNone/>
              <a:defRPr sz="1000">
                <a:solidFill>
                  <a:srgbClr val="000000"/>
                </a:solidFill>
              </a:defRPr>
            </a:lvl9pPr>
          </a:lstStyle>
          <a:p/>
        </p:txBody>
      </p:sp>
      <p:sp>
        <p:nvSpPr>
          <p:cNvPr id="3706" name="Google Shape;3706;p60"/>
          <p:cNvSpPr txBox="1"/>
          <p:nvPr>
            <p:ph idx="1" type="body"/>
          </p:nvPr>
        </p:nvSpPr>
        <p:spPr>
          <a:xfrm>
            <a:off x="641150" y="612125"/>
            <a:ext cx="1770300" cy="160500"/>
          </a:xfrm>
          <a:prstGeom prst="rect">
            <a:avLst/>
          </a:prstGeom>
          <a:noFill/>
          <a:ln>
            <a:noFill/>
          </a:ln>
        </p:spPr>
        <p:txBody>
          <a:bodyPr anchorCtr="0" anchor="t" bIns="0" lIns="0" spcFirstLastPara="1" rIns="0" wrap="square" tIns="0">
            <a:noAutofit/>
          </a:bodyPr>
          <a:lstStyle>
            <a:lvl1pPr indent="-292100" lvl="0" marL="457200" algn="ctr">
              <a:spcBef>
                <a:spcPts val="0"/>
              </a:spcBef>
              <a:spcAft>
                <a:spcPts val="0"/>
              </a:spcAft>
              <a:buClr>
                <a:srgbClr val="FFFFFF"/>
              </a:buClr>
              <a:buSzPts val="1000"/>
              <a:buChar char="●"/>
              <a:defRPr sz="1000">
                <a:solidFill>
                  <a:srgbClr val="FFFFFF"/>
                </a:solidFill>
              </a:defRPr>
            </a:lvl1pPr>
            <a:lvl2pPr indent="-292100" lvl="1" marL="914400" algn="ctr">
              <a:spcBef>
                <a:spcPts val="0"/>
              </a:spcBef>
              <a:spcAft>
                <a:spcPts val="0"/>
              </a:spcAft>
              <a:buClr>
                <a:srgbClr val="FFFFFF"/>
              </a:buClr>
              <a:buSzPts val="1000"/>
              <a:buChar char="○"/>
              <a:defRPr sz="1000">
                <a:solidFill>
                  <a:srgbClr val="FFFFFF"/>
                </a:solidFill>
              </a:defRPr>
            </a:lvl2pPr>
            <a:lvl3pPr indent="-292100" lvl="2" marL="1371600" algn="ctr">
              <a:spcBef>
                <a:spcPts val="0"/>
              </a:spcBef>
              <a:spcAft>
                <a:spcPts val="0"/>
              </a:spcAft>
              <a:buClr>
                <a:srgbClr val="FFFFFF"/>
              </a:buClr>
              <a:buSzPts val="1000"/>
              <a:buChar char="■"/>
              <a:defRPr sz="1000">
                <a:solidFill>
                  <a:srgbClr val="FFFFFF"/>
                </a:solidFill>
              </a:defRPr>
            </a:lvl3pPr>
            <a:lvl4pPr indent="-292100" lvl="3" marL="1828800" algn="ctr">
              <a:spcBef>
                <a:spcPts val="0"/>
              </a:spcBef>
              <a:spcAft>
                <a:spcPts val="0"/>
              </a:spcAft>
              <a:buClr>
                <a:srgbClr val="FFFFFF"/>
              </a:buClr>
              <a:buSzPts val="1000"/>
              <a:buChar char="●"/>
              <a:defRPr sz="1000">
                <a:solidFill>
                  <a:srgbClr val="FFFFFF"/>
                </a:solidFill>
              </a:defRPr>
            </a:lvl4pPr>
            <a:lvl5pPr indent="-292100" lvl="4" marL="2286000" algn="ctr">
              <a:spcBef>
                <a:spcPts val="0"/>
              </a:spcBef>
              <a:spcAft>
                <a:spcPts val="0"/>
              </a:spcAft>
              <a:buClr>
                <a:srgbClr val="FFFFFF"/>
              </a:buClr>
              <a:buSzPts val="1000"/>
              <a:buChar char="○"/>
              <a:defRPr sz="1000">
                <a:solidFill>
                  <a:srgbClr val="FFFFFF"/>
                </a:solidFill>
              </a:defRPr>
            </a:lvl5pPr>
            <a:lvl6pPr indent="-292100" lvl="5" marL="2743200" algn="ctr">
              <a:spcBef>
                <a:spcPts val="0"/>
              </a:spcBef>
              <a:spcAft>
                <a:spcPts val="0"/>
              </a:spcAft>
              <a:buClr>
                <a:srgbClr val="FFFFFF"/>
              </a:buClr>
              <a:buSzPts val="1000"/>
              <a:buChar char="■"/>
              <a:defRPr sz="1000">
                <a:solidFill>
                  <a:srgbClr val="FFFFFF"/>
                </a:solidFill>
              </a:defRPr>
            </a:lvl6pPr>
            <a:lvl7pPr indent="-292100" lvl="6" marL="3200400" algn="ctr">
              <a:spcBef>
                <a:spcPts val="0"/>
              </a:spcBef>
              <a:spcAft>
                <a:spcPts val="0"/>
              </a:spcAft>
              <a:buClr>
                <a:srgbClr val="FFFFFF"/>
              </a:buClr>
              <a:buSzPts val="1000"/>
              <a:buChar char="●"/>
              <a:defRPr sz="1000">
                <a:solidFill>
                  <a:srgbClr val="FFFFFF"/>
                </a:solidFill>
              </a:defRPr>
            </a:lvl7pPr>
            <a:lvl8pPr indent="-292100" lvl="7" marL="3657600" algn="ctr">
              <a:spcBef>
                <a:spcPts val="0"/>
              </a:spcBef>
              <a:spcAft>
                <a:spcPts val="0"/>
              </a:spcAft>
              <a:buClr>
                <a:srgbClr val="FFFFFF"/>
              </a:buClr>
              <a:buSzPts val="1000"/>
              <a:buChar char="○"/>
              <a:defRPr sz="1000">
                <a:solidFill>
                  <a:srgbClr val="FFFFFF"/>
                </a:solidFill>
              </a:defRPr>
            </a:lvl8pPr>
            <a:lvl9pPr indent="-292100" lvl="8" marL="4114800" algn="ctr">
              <a:spcBef>
                <a:spcPts val="0"/>
              </a:spcBef>
              <a:spcAft>
                <a:spcPts val="0"/>
              </a:spcAft>
              <a:buClr>
                <a:srgbClr val="FFFFFF"/>
              </a:buClr>
              <a:buSzPts val="1000"/>
              <a:buChar char="■"/>
              <a:defRPr sz="1000">
                <a:solidFill>
                  <a:srgbClr val="FFFFFF"/>
                </a:solidFill>
              </a:defRPr>
            </a:lvl9pPr>
          </a:lstStyle>
          <a:p/>
        </p:txBody>
      </p:sp>
      <p:sp>
        <p:nvSpPr>
          <p:cNvPr id="3707" name="Google Shape;3707;p60"/>
          <p:cNvSpPr txBox="1"/>
          <p:nvPr/>
        </p:nvSpPr>
        <p:spPr>
          <a:xfrm>
            <a:off x="84825" y="598125"/>
            <a:ext cx="595500" cy="205800"/>
          </a:xfrm>
          <a:prstGeom prst="rect">
            <a:avLst/>
          </a:prstGeom>
          <a:noFill/>
          <a:ln>
            <a:noFill/>
          </a:ln>
        </p:spPr>
        <p:txBody>
          <a:bodyPr anchorCtr="0" anchor="t" bIns="18000" lIns="18000" spcFirstLastPara="1" rIns="18000" wrap="square" tIns="18000">
            <a:spAutoFit/>
          </a:bodyPr>
          <a:lstStyle/>
          <a:p>
            <a:pPr indent="0" lvl="0" marL="0" rtl="0" algn="l">
              <a:spcBef>
                <a:spcPts val="0"/>
              </a:spcBef>
              <a:spcAft>
                <a:spcPts val="0"/>
              </a:spcAft>
              <a:buNone/>
            </a:pPr>
            <a:r>
              <a:rPr lang="es-419" sz="1100">
                <a:solidFill>
                  <a:srgbClr val="FFFFFF"/>
                </a:solidFill>
              </a:rPr>
              <a:t>Nombre:</a:t>
            </a:r>
            <a:endParaRPr sz="1100">
              <a:solidFill>
                <a:srgbClr val="FFFFFF"/>
              </a:solidFill>
            </a:endParaRPr>
          </a:p>
        </p:txBody>
      </p:sp>
    </p:spTree>
  </p:cSld>
  <p:clrMapOvr>
    <a:masterClrMapping/>
  </p:clrMapOvr>
</p:sldLayout>
</file>

<file path=ppt/slideLayouts/slideLayout5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4.3 Diagrama de Casos de Uso de Negocio">
  <p:cSld name="TITLE_3_6_1_1_1_1_1_1_1_1_1_1_1_1_1_1">
    <p:spTree>
      <p:nvGrpSpPr>
        <p:cNvPr id="3708" name="Shape 3708"/>
        <p:cNvGrpSpPr/>
        <p:nvPr/>
      </p:nvGrpSpPr>
      <p:grpSpPr>
        <a:xfrm>
          <a:off x="0" y="0"/>
          <a:ext cx="0" cy="0"/>
          <a:chOff x="0" y="0"/>
          <a:chExt cx="0" cy="0"/>
        </a:xfrm>
      </p:grpSpPr>
      <p:sp>
        <p:nvSpPr>
          <p:cNvPr id="3709" name="Google Shape;3709;p61"/>
          <p:cNvSpPr/>
          <p:nvPr/>
        </p:nvSpPr>
        <p:spPr>
          <a:xfrm>
            <a:off x="97888" y="377012"/>
            <a:ext cx="9893400" cy="296700"/>
          </a:xfrm>
          <a:prstGeom prst="roundRect">
            <a:avLst>
              <a:gd fmla="val 22902" name="adj"/>
            </a:avLst>
          </a:prstGeom>
          <a:solidFill>
            <a:srgbClr val="F3F3F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3710" name="Google Shape;3710;p61"/>
          <p:cNvSpPr/>
          <p:nvPr/>
        </p:nvSpPr>
        <p:spPr>
          <a:xfrm>
            <a:off x="77688" y="358938"/>
            <a:ext cx="9935700" cy="6438000"/>
          </a:xfrm>
          <a:prstGeom prst="roundRect">
            <a:avLst>
              <a:gd fmla="val 2618" name="adj"/>
            </a:avLst>
          </a:prstGeom>
          <a:solidFill>
            <a:srgbClr val="FFFFFF"/>
          </a:solidFill>
          <a:ln cap="flat" cmpd="sng" w="38100">
            <a:solidFill>
              <a:srgbClr val="000000"/>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711" name="Google Shape;3711;p61"/>
          <p:cNvCxnSpPr/>
          <p:nvPr/>
        </p:nvCxnSpPr>
        <p:spPr>
          <a:xfrm>
            <a:off x="77688" y="772614"/>
            <a:ext cx="9935700" cy="0"/>
          </a:xfrm>
          <a:prstGeom prst="straightConnector1">
            <a:avLst/>
          </a:prstGeom>
          <a:noFill/>
          <a:ln cap="flat" cmpd="sng" w="19050">
            <a:solidFill>
              <a:srgbClr val="000000"/>
            </a:solidFill>
            <a:prstDash val="solid"/>
            <a:round/>
            <a:headEnd len="med" w="med" type="none"/>
            <a:tailEnd len="med" w="med" type="none"/>
          </a:ln>
        </p:spPr>
      </p:cxnSp>
      <p:cxnSp>
        <p:nvCxnSpPr>
          <p:cNvPr id="3712" name="Google Shape;3712;p61"/>
          <p:cNvCxnSpPr/>
          <p:nvPr/>
        </p:nvCxnSpPr>
        <p:spPr>
          <a:xfrm rot="10800000">
            <a:off x="2439038" y="368188"/>
            <a:ext cx="0" cy="402300"/>
          </a:xfrm>
          <a:prstGeom prst="straightConnector1">
            <a:avLst/>
          </a:prstGeom>
          <a:noFill/>
          <a:ln cap="flat" cmpd="sng" w="19050">
            <a:solidFill>
              <a:srgbClr val="000000"/>
            </a:solidFill>
            <a:prstDash val="solid"/>
            <a:round/>
            <a:headEnd len="med" w="med" type="none"/>
            <a:tailEnd len="med" w="med" type="none"/>
          </a:ln>
        </p:spPr>
      </p:cxnSp>
      <p:sp>
        <p:nvSpPr>
          <p:cNvPr id="3713" name="Google Shape;3713;p61"/>
          <p:cNvSpPr/>
          <p:nvPr/>
        </p:nvSpPr>
        <p:spPr>
          <a:xfrm>
            <a:off x="77688" y="349338"/>
            <a:ext cx="2361300" cy="421200"/>
          </a:xfrm>
          <a:prstGeom prst="roundRect">
            <a:avLst>
              <a:gd fmla="val 50000" name="adj"/>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s-419" sz="1200">
                <a:solidFill>
                  <a:srgbClr val="FFFFFF"/>
                </a:solidFill>
              </a:rPr>
              <a:t>Casos de Uso de Negocio</a:t>
            </a:r>
            <a:endParaRPr b="1" sz="1200">
              <a:solidFill>
                <a:srgbClr val="FFFFFF"/>
              </a:solidFill>
            </a:endParaRPr>
          </a:p>
          <a:p>
            <a:pPr indent="0" lvl="0" marL="0" rtl="0" algn="ctr">
              <a:spcBef>
                <a:spcPts val="0"/>
              </a:spcBef>
              <a:spcAft>
                <a:spcPts val="0"/>
              </a:spcAft>
              <a:buNone/>
            </a:pPr>
            <a:r>
              <a:t/>
            </a:r>
            <a:endParaRPr b="1" sz="1200">
              <a:solidFill>
                <a:srgbClr val="FFFFFF"/>
              </a:solidFill>
            </a:endParaRPr>
          </a:p>
        </p:txBody>
      </p:sp>
      <p:sp>
        <p:nvSpPr>
          <p:cNvPr id="3714" name="Google Shape;3714;p61"/>
          <p:cNvSpPr/>
          <p:nvPr/>
        </p:nvSpPr>
        <p:spPr>
          <a:xfrm>
            <a:off x="83988" y="595504"/>
            <a:ext cx="190200" cy="1692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5" name="Google Shape;3715;p61"/>
          <p:cNvSpPr/>
          <p:nvPr/>
        </p:nvSpPr>
        <p:spPr>
          <a:xfrm>
            <a:off x="2292338" y="358938"/>
            <a:ext cx="146700" cy="4023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6" name="Google Shape;3716;p61"/>
          <p:cNvSpPr txBox="1"/>
          <p:nvPr/>
        </p:nvSpPr>
        <p:spPr>
          <a:xfrm>
            <a:off x="2524025" y="387675"/>
            <a:ext cx="15012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Unid. Organizacional:</a:t>
            </a:r>
            <a:endParaRPr b="1" sz="1100"/>
          </a:p>
        </p:txBody>
      </p:sp>
      <p:sp>
        <p:nvSpPr>
          <p:cNvPr id="3717" name="Google Shape;3717;p61"/>
          <p:cNvSpPr txBox="1"/>
          <p:nvPr/>
        </p:nvSpPr>
        <p:spPr>
          <a:xfrm>
            <a:off x="2524020" y="579550"/>
            <a:ext cx="6846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Alcance:</a:t>
            </a:r>
            <a:endParaRPr b="1" sz="1100"/>
          </a:p>
        </p:txBody>
      </p:sp>
      <p:sp>
        <p:nvSpPr>
          <p:cNvPr id="3718" name="Google Shape;3718;p61"/>
          <p:cNvSpPr txBox="1"/>
          <p:nvPr>
            <p:ph type="title"/>
          </p:nvPr>
        </p:nvSpPr>
        <p:spPr>
          <a:xfrm flipH="1">
            <a:off x="4025374" y="387675"/>
            <a:ext cx="5863200" cy="1692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000"/>
              <a:buNone/>
              <a:defRPr sz="1000">
                <a:solidFill>
                  <a:srgbClr val="000000"/>
                </a:solidFill>
              </a:defRPr>
            </a:lvl1pPr>
            <a:lvl2pPr lvl="1">
              <a:spcBef>
                <a:spcPts val="0"/>
              </a:spcBef>
              <a:spcAft>
                <a:spcPts val="0"/>
              </a:spcAft>
              <a:buClr>
                <a:srgbClr val="000000"/>
              </a:buClr>
              <a:buSzPts val="1000"/>
              <a:buNone/>
              <a:defRPr sz="1000">
                <a:solidFill>
                  <a:srgbClr val="000000"/>
                </a:solidFill>
              </a:defRPr>
            </a:lvl2pPr>
            <a:lvl3pPr lvl="2">
              <a:spcBef>
                <a:spcPts val="0"/>
              </a:spcBef>
              <a:spcAft>
                <a:spcPts val="0"/>
              </a:spcAft>
              <a:buClr>
                <a:srgbClr val="000000"/>
              </a:buClr>
              <a:buSzPts val="1000"/>
              <a:buNone/>
              <a:defRPr sz="1000">
                <a:solidFill>
                  <a:srgbClr val="000000"/>
                </a:solidFill>
              </a:defRPr>
            </a:lvl3pPr>
            <a:lvl4pPr lvl="3">
              <a:spcBef>
                <a:spcPts val="0"/>
              </a:spcBef>
              <a:spcAft>
                <a:spcPts val="0"/>
              </a:spcAft>
              <a:buClr>
                <a:srgbClr val="000000"/>
              </a:buClr>
              <a:buSzPts val="1000"/>
              <a:buNone/>
              <a:defRPr sz="1000">
                <a:solidFill>
                  <a:srgbClr val="000000"/>
                </a:solidFill>
              </a:defRPr>
            </a:lvl4pPr>
            <a:lvl5pPr lvl="4">
              <a:spcBef>
                <a:spcPts val="0"/>
              </a:spcBef>
              <a:spcAft>
                <a:spcPts val="0"/>
              </a:spcAft>
              <a:buClr>
                <a:srgbClr val="000000"/>
              </a:buClr>
              <a:buSzPts val="1000"/>
              <a:buNone/>
              <a:defRPr sz="1000">
                <a:solidFill>
                  <a:srgbClr val="000000"/>
                </a:solidFill>
              </a:defRPr>
            </a:lvl5pPr>
            <a:lvl6pPr lvl="5">
              <a:spcBef>
                <a:spcPts val="0"/>
              </a:spcBef>
              <a:spcAft>
                <a:spcPts val="0"/>
              </a:spcAft>
              <a:buClr>
                <a:srgbClr val="000000"/>
              </a:buClr>
              <a:buSzPts val="1000"/>
              <a:buNone/>
              <a:defRPr sz="1000">
                <a:solidFill>
                  <a:srgbClr val="000000"/>
                </a:solidFill>
              </a:defRPr>
            </a:lvl6pPr>
            <a:lvl7pPr lvl="6">
              <a:spcBef>
                <a:spcPts val="0"/>
              </a:spcBef>
              <a:spcAft>
                <a:spcPts val="0"/>
              </a:spcAft>
              <a:buClr>
                <a:srgbClr val="000000"/>
              </a:buClr>
              <a:buSzPts val="1000"/>
              <a:buNone/>
              <a:defRPr sz="1000">
                <a:solidFill>
                  <a:srgbClr val="000000"/>
                </a:solidFill>
              </a:defRPr>
            </a:lvl7pPr>
            <a:lvl8pPr lvl="7">
              <a:spcBef>
                <a:spcPts val="0"/>
              </a:spcBef>
              <a:spcAft>
                <a:spcPts val="0"/>
              </a:spcAft>
              <a:buClr>
                <a:srgbClr val="000000"/>
              </a:buClr>
              <a:buSzPts val="1000"/>
              <a:buNone/>
              <a:defRPr sz="1000">
                <a:solidFill>
                  <a:srgbClr val="000000"/>
                </a:solidFill>
              </a:defRPr>
            </a:lvl8pPr>
            <a:lvl9pPr lvl="8">
              <a:spcBef>
                <a:spcPts val="0"/>
              </a:spcBef>
              <a:spcAft>
                <a:spcPts val="0"/>
              </a:spcAft>
              <a:buClr>
                <a:srgbClr val="000000"/>
              </a:buClr>
              <a:buSzPts val="1000"/>
              <a:buNone/>
              <a:defRPr sz="1000">
                <a:solidFill>
                  <a:srgbClr val="000000"/>
                </a:solidFill>
              </a:defRPr>
            </a:lvl9pPr>
          </a:lstStyle>
          <a:p/>
        </p:txBody>
      </p:sp>
      <p:sp>
        <p:nvSpPr>
          <p:cNvPr id="3719" name="Google Shape;3719;p61"/>
          <p:cNvSpPr txBox="1"/>
          <p:nvPr>
            <p:ph idx="2" type="title"/>
          </p:nvPr>
        </p:nvSpPr>
        <p:spPr>
          <a:xfrm flipH="1">
            <a:off x="3208773" y="579550"/>
            <a:ext cx="6679800" cy="1692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000"/>
              <a:buNone/>
              <a:defRPr sz="1000">
                <a:solidFill>
                  <a:srgbClr val="000000"/>
                </a:solidFill>
              </a:defRPr>
            </a:lvl1pPr>
            <a:lvl2pPr lvl="1">
              <a:spcBef>
                <a:spcPts val="0"/>
              </a:spcBef>
              <a:spcAft>
                <a:spcPts val="0"/>
              </a:spcAft>
              <a:buClr>
                <a:srgbClr val="000000"/>
              </a:buClr>
              <a:buSzPts val="1000"/>
              <a:buNone/>
              <a:defRPr sz="1000">
                <a:solidFill>
                  <a:srgbClr val="000000"/>
                </a:solidFill>
              </a:defRPr>
            </a:lvl2pPr>
            <a:lvl3pPr lvl="2">
              <a:spcBef>
                <a:spcPts val="0"/>
              </a:spcBef>
              <a:spcAft>
                <a:spcPts val="0"/>
              </a:spcAft>
              <a:buClr>
                <a:srgbClr val="000000"/>
              </a:buClr>
              <a:buSzPts val="1000"/>
              <a:buNone/>
              <a:defRPr sz="1000">
                <a:solidFill>
                  <a:srgbClr val="000000"/>
                </a:solidFill>
              </a:defRPr>
            </a:lvl3pPr>
            <a:lvl4pPr lvl="3">
              <a:spcBef>
                <a:spcPts val="0"/>
              </a:spcBef>
              <a:spcAft>
                <a:spcPts val="0"/>
              </a:spcAft>
              <a:buClr>
                <a:srgbClr val="000000"/>
              </a:buClr>
              <a:buSzPts val="1000"/>
              <a:buNone/>
              <a:defRPr sz="1000">
                <a:solidFill>
                  <a:srgbClr val="000000"/>
                </a:solidFill>
              </a:defRPr>
            </a:lvl4pPr>
            <a:lvl5pPr lvl="4">
              <a:spcBef>
                <a:spcPts val="0"/>
              </a:spcBef>
              <a:spcAft>
                <a:spcPts val="0"/>
              </a:spcAft>
              <a:buClr>
                <a:srgbClr val="000000"/>
              </a:buClr>
              <a:buSzPts val="1000"/>
              <a:buNone/>
              <a:defRPr sz="1000">
                <a:solidFill>
                  <a:srgbClr val="000000"/>
                </a:solidFill>
              </a:defRPr>
            </a:lvl5pPr>
            <a:lvl6pPr lvl="5">
              <a:spcBef>
                <a:spcPts val="0"/>
              </a:spcBef>
              <a:spcAft>
                <a:spcPts val="0"/>
              </a:spcAft>
              <a:buClr>
                <a:srgbClr val="000000"/>
              </a:buClr>
              <a:buSzPts val="1000"/>
              <a:buNone/>
              <a:defRPr sz="1000">
                <a:solidFill>
                  <a:srgbClr val="000000"/>
                </a:solidFill>
              </a:defRPr>
            </a:lvl6pPr>
            <a:lvl7pPr lvl="6">
              <a:spcBef>
                <a:spcPts val="0"/>
              </a:spcBef>
              <a:spcAft>
                <a:spcPts val="0"/>
              </a:spcAft>
              <a:buClr>
                <a:srgbClr val="000000"/>
              </a:buClr>
              <a:buSzPts val="1000"/>
              <a:buNone/>
              <a:defRPr sz="1000">
                <a:solidFill>
                  <a:srgbClr val="000000"/>
                </a:solidFill>
              </a:defRPr>
            </a:lvl7pPr>
            <a:lvl8pPr lvl="7">
              <a:spcBef>
                <a:spcPts val="0"/>
              </a:spcBef>
              <a:spcAft>
                <a:spcPts val="0"/>
              </a:spcAft>
              <a:buClr>
                <a:srgbClr val="000000"/>
              </a:buClr>
              <a:buSzPts val="1000"/>
              <a:buNone/>
              <a:defRPr sz="1000">
                <a:solidFill>
                  <a:srgbClr val="000000"/>
                </a:solidFill>
              </a:defRPr>
            </a:lvl8pPr>
            <a:lvl9pPr lvl="8">
              <a:spcBef>
                <a:spcPts val="0"/>
              </a:spcBef>
              <a:spcAft>
                <a:spcPts val="0"/>
              </a:spcAft>
              <a:buClr>
                <a:srgbClr val="000000"/>
              </a:buClr>
              <a:buSzPts val="1000"/>
              <a:buNone/>
              <a:defRPr sz="1000">
                <a:solidFill>
                  <a:srgbClr val="000000"/>
                </a:solidFill>
              </a:defRPr>
            </a:lvl9pPr>
          </a:lstStyle>
          <a:p/>
        </p:txBody>
      </p:sp>
      <p:sp>
        <p:nvSpPr>
          <p:cNvPr id="3720" name="Google Shape;3720;p61"/>
          <p:cNvSpPr txBox="1"/>
          <p:nvPr>
            <p:ph idx="1" type="body"/>
          </p:nvPr>
        </p:nvSpPr>
        <p:spPr>
          <a:xfrm>
            <a:off x="641150" y="612125"/>
            <a:ext cx="1770300" cy="160500"/>
          </a:xfrm>
          <a:prstGeom prst="rect">
            <a:avLst/>
          </a:prstGeom>
          <a:noFill/>
          <a:ln>
            <a:noFill/>
          </a:ln>
        </p:spPr>
        <p:txBody>
          <a:bodyPr anchorCtr="0" anchor="t" bIns="0" lIns="0" spcFirstLastPara="1" rIns="0" wrap="square" tIns="0">
            <a:noAutofit/>
          </a:bodyPr>
          <a:lstStyle>
            <a:lvl1pPr indent="-292100" lvl="0" marL="457200" algn="ctr">
              <a:spcBef>
                <a:spcPts val="0"/>
              </a:spcBef>
              <a:spcAft>
                <a:spcPts val="0"/>
              </a:spcAft>
              <a:buClr>
                <a:srgbClr val="FFFFFF"/>
              </a:buClr>
              <a:buSzPts val="1000"/>
              <a:buChar char="●"/>
              <a:defRPr sz="1000">
                <a:solidFill>
                  <a:srgbClr val="FFFFFF"/>
                </a:solidFill>
              </a:defRPr>
            </a:lvl1pPr>
            <a:lvl2pPr indent="-292100" lvl="1" marL="914400" algn="ctr">
              <a:spcBef>
                <a:spcPts val="0"/>
              </a:spcBef>
              <a:spcAft>
                <a:spcPts val="0"/>
              </a:spcAft>
              <a:buClr>
                <a:srgbClr val="FFFFFF"/>
              </a:buClr>
              <a:buSzPts val="1000"/>
              <a:buChar char="○"/>
              <a:defRPr sz="1000">
                <a:solidFill>
                  <a:srgbClr val="FFFFFF"/>
                </a:solidFill>
              </a:defRPr>
            </a:lvl2pPr>
            <a:lvl3pPr indent="-292100" lvl="2" marL="1371600" algn="ctr">
              <a:spcBef>
                <a:spcPts val="0"/>
              </a:spcBef>
              <a:spcAft>
                <a:spcPts val="0"/>
              </a:spcAft>
              <a:buClr>
                <a:srgbClr val="FFFFFF"/>
              </a:buClr>
              <a:buSzPts val="1000"/>
              <a:buChar char="■"/>
              <a:defRPr sz="1000">
                <a:solidFill>
                  <a:srgbClr val="FFFFFF"/>
                </a:solidFill>
              </a:defRPr>
            </a:lvl3pPr>
            <a:lvl4pPr indent="-292100" lvl="3" marL="1828800" algn="ctr">
              <a:spcBef>
                <a:spcPts val="0"/>
              </a:spcBef>
              <a:spcAft>
                <a:spcPts val="0"/>
              </a:spcAft>
              <a:buClr>
                <a:srgbClr val="FFFFFF"/>
              </a:buClr>
              <a:buSzPts val="1000"/>
              <a:buChar char="●"/>
              <a:defRPr sz="1000">
                <a:solidFill>
                  <a:srgbClr val="FFFFFF"/>
                </a:solidFill>
              </a:defRPr>
            </a:lvl4pPr>
            <a:lvl5pPr indent="-292100" lvl="4" marL="2286000" algn="ctr">
              <a:spcBef>
                <a:spcPts val="0"/>
              </a:spcBef>
              <a:spcAft>
                <a:spcPts val="0"/>
              </a:spcAft>
              <a:buClr>
                <a:srgbClr val="FFFFFF"/>
              </a:buClr>
              <a:buSzPts val="1000"/>
              <a:buChar char="○"/>
              <a:defRPr sz="1000">
                <a:solidFill>
                  <a:srgbClr val="FFFFFF"/>
                </a:solidFill>
              </a:defRPr>
            </a:lvl5pPr>
            <a:lvl6pPr indent="-292100" lvl="5" marL="2743200" algn="ctr">
              <a:spcBef>
                <a:spcPts val="0"/>
              </a:spcBef>
              <a:spcAft>
                <a:spcPts val="0"/>
              </a:spcAft>
              <a:buClr>
                <a:srgbClr val="FFFFFF"/>
              </a:buClr>
              <a:buSzPts val="1000"/>
              <a:buChar char="■"/>
              <a:defRPr sz="1000">
                <a:solidFill>
                  <a:srgbClr val="FFFFFF"/>
                </a:solidFill>
              </a:defRPr>
            </a:lvl6pPr>
            <a:lvl7pPr indent="-292100" lvl="6" marL="3200400" algn="ctr">
              <a:spcBef>
                <a:spcPts val="0"/>
              </a:spcBef>
              <a:spcAft>
                <a:spcPts val="0"/>
              </a:spcAft>
              <a:buClr>
                <a:srgbClr val="FFFFFF"/>
              </a:buClr>
              <a:buSzPts val="1000"/>
              <a:buChar char="●"/>
              <a:defRPr sz="1000">
                <a:solidFill>
                  <a:srgbClr val="FFFFFF"/>
                </a:solidFill>
              </a:defRPr>
            </a:lvl7pPr>
            <a:lvl8pPr indent="-292100" lvl="7" marL="3657600" algn="ctr">
              <a:spcBef>
                <a:spcPts val="0"/>
              </a:spcBef>
              <a:spcAft>
                <a:spcPts val="0"/>
              </a:spcAft>
              <a:buClr>
                <a:srgbClr val="FFFFFF"/>
              </a:buClr>
              <a:buSzPts val="1000"/>
              <a:buChar char="○"/>
              <a:defRPr sz="1000">
                <a:solidFill>
                  <a:srgbClr val="FFFFFF"/>
                </a:solidFill>
              </a:defRPr>
            </a:lvl8pPr>
            <a:lvl9pPr indent="-292100" lvl="8" marL="4114800" algn="ctr">
              <a:spcBef>
                <a:spcPts val="0"/>
              </a:spcBef>
              <a:spcAft>
                <a:spcPts val="0"/>
              </a:spcAft>
              <a:buClr>
                <a:srgbClr val="FFFFFF"/>
              </a:buClr>
              <a:buSzPts val="1000"/>
              <a:buChar char="■"/>
              <a:defRPr sz="1000">
                <a:solidFill>
                  <a:srgbClr val="FFFFFF"/>
                </a:solidFill>
              </a:defRPr>
            </a:lvl9pPr>
          </a:lstStyle>
          <a:p/>
        </p:txBody>
      </p:sp>
      <p:sp>
        <p:nvSpPr>
          <p:cNvPr id="3721" name="Google Shape;3721;p61"/>
          <p:cNvSpPr txBox="1"/>
          <p:nvPr/>
        </p:nvSpPr>
        <p:spPr>
          <a:xfrm>
            <a:off x="84825" y="598125"/>
            <a:ext cx="595500" cy="205800"/>
          </a:xfrm>
          <a:prstGeom prst="rect">
            <a:avLst/>
          </a:prstGeom>
          <a:noFill/>
          <a:ln>
            <a:noFill/>
          </a:ln>
        </p:spPr>
        <p:txBody>
          <a:bodyPr anchorCtr="0" anchor="t" bIns="18000" lIns="18000" spcFirstLastPara="1" rIns="18000" wrap="square" tIns="18000">
            <a:spAutoFit/>
          </a:bodyPr>
          <a:lstStyle/>
          <a:p>
            <a:pPr indent="0" lvl="0" marL="0" rtl="0" algn="l">
              <a:spcBef>
                <a:spcPts val="0"/>
              </a:spcBef>
              <a:spcAft>
                <a:spcPts val="0"/>
              </a:spcAft>
              <a:buNone/>
            </a:pPr>
            <a:r>
              <a:rPr lang="es-419" sz="1100">
                <a:solidFill>
                  <a:srgbClr val="FFFFFF"/>
                </a:solidFill>
              </a:rPr>
              <a:t>Nombre:</a:t>
            </a:r>
            <a:endParaRPr sz="1100">
              <a:solidFill>
                <a:srgbClr val="FFFFFF"/>
              </a:solidFill>
            </a:endParaRPr>
          </a:p>
        </p:txBody>
      </p:sp>
      <p:sp>
        <p:nvSpPr>
          <p:cNvPr id="3722" name="Google Shape;3722;p61"/>
          <p:cNvSpPr/>
          <p:nvPr/>
        </p:nvSpPr>
        <p:spPr>
          <a:xfrm>
            <a:off x="-1396550" y="760700"/>
            <a:ext cx="748200" cy="6079200"/>
          </a:xfrm>
          <a:prstGeom prst="roundRect">
            <a:avLst>
              <a:gd fmla="val 11877" name="adj"/>
            </a:avLst>
          </a:prstGeom>
          <a:solidFill>
            <a:srgbClr val="F3F3F3"/>
          </a:solidFill>
          <a:ln cap="flat" cmpd="sng" w="9525">
            <a:solidFill>
              <a:srgbClr val="F3F3F3"/>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t" bIns="54000" lIns="72000" spcFirstLastPara="1" rIns="72000" wrap="square" tIns="54000">
            <a:noAutofit/>
          </a:bodyPr>
          <a:lstStyle/>
          <a:p>
            <a:pPr indent="0" lvl="0" marL="0" rtl="0" algn="ctr">
              <a:spcBef>
                <a:spcPts val="0"/>
              </a:spcBef>
              <a:spcAft>
                <a:spcPts val="0"/>
              </a:spcAft>
              <a:buNone/>
            </a:pPr>
            <a:r>
              <a:rPr i="1" lang="es-419"/>
              <a:t>Paleta</a:t>
            </a:r>
            <a:endParaRPr i="1"/>
          </a:p>
        </p:txBody>
      </p:sp>
    </p:spTree>
  </p:cSld>
  <p:clrMapOvr>
    <a:masterClrMapping/>
  </p:clrMapOvr>
</p:sldLayout>
</file>

<file path=ppt/slideLayouts/slideLayout6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4.2 Definición de Proceso de Negocio">
  <p:cSld name="TITLE_3_6_1_1_1_1_1_1_1_1_1_1_1_1_1_1_1">
    <p:spTree>
      <p:nvGrpSpPr>
        <p:cNvPr id="3723" name="Shape 3723"/>
        <p:cNvGrpSpPr/>
        <p:nvPr/>
      </p:nvGrpSpPr>
      <p:grpSpPr>
        <a:xfrm>
          <a:off x="0" y="0"/>
          <a:ext cx="0" cy="0"/>
          <a:chOff x="0" y="0"/>
          <a:chExt cx="0" cy="0"/>
        </a:xfrm>
      </p:grpSpPr>
      <p:sp>
        <p:nvSpPr>
          <p:cNvPr id="3724" name="Google Shape;3724;p62"/>
          <p:cNvSpPr/>
          <p:nvPr/>
        </p:nvSpPr>
        <p:spPr>
          <a:xfrm>
            <a:off x="77688" y="358938"/>
            <a:ext cx="9935700" cy="6438000"/>
          </a:xfrm>
          <a:prstGeom prst="roundRect">
            <a:avLst>
              <a:gd fmla="val 2618" name="adj"/>
            </a:avLst>
          </a:prstGeom>
          <a:solidFill>
            <a:srgbClr val="FFFFFF"/>
          </a:solidFill>
          <a:ln cap="flat" cmpd="sng" w="38100">
            <a:solidFill>
              <a:srgbClr val="000000"/>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725" name="Google Shape;3725;p62"/>
          <p:cNvCxnSpPr/>
          <p:nvPr/>
        </p:nvCxnSpPr>
        <p:spPr>
          <a:xfrm>
            <a:off x="77688" y="772614"/>
            <a:ext cx="9935700" cy="0"/>
          </a:xfrm>
          <a:prstGeom prst="straightConnector1">
            <a:avLst/>
          </a:prstGeom>
          <a:noFill/>
          <a:ln cap="flat" cmpd="sng" w="19050">
            <a:solidFill>
              <a:srgbClr val="000000"/>
            </a:solidFill>
            <a:prstDash val="solid"/>
            <a:round/>
            <a:headEnd len="med" w="med" type="none"/>
            <a:tailEnd len="med" w="med" type="none"/>
          </a:ln>
        </p:spPr>
      </p:cxnSp>
      <p:cxnSp>
        <p:nvCxnSpPr>
          <p:cNvPr id="3726" name="Google Shape;3726;p62"/>
          <p:cNvCxnSpPr/>
          <p:nvPr/>
        </p:nvCxnSpPr>
        <p:spPr>
          <a:xfrm rot="10800000">
            <a:off x="2439038" y="368188"/>
            <a:ext cx="0" cy="402300"/>
          </a:xfrm>
          <a:prstGeom prst="straightConnector1">
            <a:avLst/>
          </a:prstGeom>
          <a:noFill/>
          <a:ln cap="flat" cmpd="sng" w="19050">
            <a:solidFill>
              <a:srgbClr val="000000"/>
            </a:solidFill>
            <a:prstDash val="solid"/>
            <a:round/>
            <a:headEnd len="med" w="med" type="none"/>
            <a:tailEnd len="med" w="med" type="none"/>
          </a:ln>
        </p:spPr>
      </p:cxnSp>
      <p:sp>
        <p:nvSpPr>
          <p:cNvPr id="3727" name="Google Shape;3727;p62"/>
          <p:cNvSpPr txBox="1"/>
          <p:nvPr>
            <p:ph type="title"/>
          </p:nvPr>
        </p:nvSpPr>
        <p:spPr>
          <a:xfrm flipH="1">
            <a:off x="3219174" y="437575"/>
            <a:ext cx="1731300" cy="2658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200"/>
              <a:buNone/>
              <a:defRPr sz="1200">
                <a:solidFill>
                  <a:srgbClr val="000000"/>
                </a:solidFill>
              </a:defRPr>
            </a:lvl1pPr>
            <a:lvl2pPr lvl="1">
              <a:spcBef>
                <a:spcPts val="0"/>
              </a:spcBef>
              <a:spcAft>
                <a:spcPts val="0"/>
              </a:spcAft>
              <a:buClr>
                <a:srgbClr val="000000"/>
              </a:buClr>
              <a:buSzPts val="1100"/>
              <a:buNone/>
              <a:defRPr sz="1100">
                <a:solidFill>
                  <a:srgbClr val="000000"/>
                </a:solidFill>
              </a:defRPr>
            </a:lvl2pPr>
            <a:lvl3pPr lvl="2">
              <a:spcBef>
                <a:spcPts val="0"/>
              </a:spcBef>
              <a:spcAft>
                <a:spcPts val="0"/>
              </a:spcAft>
              <a:buClr>
                <a:srgbClr val="000000"/>
              </a:buClr>
              <a:buSzPts val="1100"/>
              <a:buNone/>
              <a:defRPr sz="1100">
                <a:solidFill>
                  <a:srgbClr val="000000"/>
                </a:solidFill>
              </a:defRPr>
            </a:lvl3pPr>
            <a:lvl4pPr lvl="3">
              <a:spcBef>
                <a:spcPts val="0"/>
              </a:spcBef>
              <a:spcAft>
                <a:spcPts val="0"/>
              </a:spcAft>
              <a:buClr>
                <a:srgbClr val="000000"/>
              </a:buClr>
              <a:buSzPts val="1100"/>
              <a:buNone/>
              <a:defRPr sz="1100">
                <a:solidFill>
                  <a:srgbClr val="000000"/>
                </a:solidFill>
              </a:defRPr>
            </a:lvl4pPr>
            <a:lvl5pPr lvl="4">
              <a:spcBef>
                <a:spcPts val="0"/>
              </a:spcBef>
              <a:spcAft>
                <a:spcPts val="0"/>
              </a:spcAft>
              <a:buClr>
                <a:srgbClr val="000000"/>
              </a:buClr>
              <a:buSzPts val="1100"/>
              <a:buNone/>
              <a:defRPr sz="1100">
                <a:solidFill>
                  <a:srgbClr val="000000"/>
                </a:solidFill>
              </a:defRPr>
            </a:lvl5pPr>
            <a:lvl6pPr lvl="5">
              <a:spcBef>
                <a:spcPts val="0"/>
              </a:spcBef>
              <a:spcAft>
                <a:spcPts val="0"/>
              </a:spcAft>
              <a:buClr>
                <a:srgbClr val="000000"/>
              </a:buClr>
              <a:buSzPts val="1100"/>
              <a:buNone/>
              <a:defRPr sz="1100">
                <a:solidFill>
                  <a:srgbClr val="000000"/>
                </a:solidFill>
              </a:defRPr>
            </a:lvl6pPr>
            <a:lvl7pPr lvl="6">
              <a:spcBef>
                <a:spcPts val="0"/>
              </a:spcBef>
              <a:spcAft>
                <a:spcPts val="0"/>
              </a:spcAft>
              <a:buClr>
                <a:srgbClr val="000000"/>
              </a:buClr>
              <a:buSzPts val="1100"/>
              <a:buNone/>
              <a:defRPr sz="1100">
                <a:solidFill>
                  <a:srgbClr val="000000"/>
                </a:solidFill>
              </a:defRPr>
            </a:lvl7pPr>
            <a:lvl8pPr lvl="7">
              <a:spcBef>
                <a:spcPts val="0"/>
              </a:spcBef>
              <a:spcAft>
                <a:spcPts val="0"/>
              </a:spcAft>
              <a:buClr>
                <a:srgbClr val="000000"/>
              </a:buClr>
              <a:buSzPts val="1100"/>
              <a:buNone/>
              <a:defRPr sz="1100">
                <a:solidFill>
                  <a:srgbClr val="000000"/>
                </a:solidFill>
              </a:defRPr>
            </a:lvl8pPr>
            <a:lvl9pPr lvl="8">
              <a:spcBef>
                <a:spcPts val="0"/>
              </a:spcBef>
              <a:spcAft>
                <a:spcPts val="0"/>
              </a:spcAft>
              <a:buClr>
                <a:srgbClr val="000000"/>
              </a:buClr>
              <a:buSzPts val="1100"/>
              <a:buNone/>
              <a:defRPr sz="1100">
                <a:solidFill>
                  <a:srgbClr val="000000"/>
                </a:solidFill>
              </a:defRPr>
            </a:lvl9pPr>
          </a:lstStyle>
          <a:p/>
        </p:txBody>
      </p:sp>
      <p:sp>
        <p:nvSpPr>
          <p:cNvPr id="3728" name="Google Shape;3728;p62"/>
          <p:cNvSpPr txBox="1"/>
          <p:nvPr/>
        </p:nvSpPr>
        <p:spPr>
          <a:xfrm>
            <a:off x="2513487" y="437267"/>
            <a:ext cx="679500" cy="2664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b="1" lang="es-419" sz="1100"/>
              <a:t>Empresa:</a:t>
            </a:r>
            <a:endParaRPr b="1" sz="1100"/>
          </a:p>
        </p:txBody>
      </p:sp>
      <p:cxnSp>
        <p:nvCxnSpPr>
          <p:cNvPr id="3729" name="Google Shape;3729;p62"/>
          <p:cNvCxnSpPr/>
          <p:nvPr/>
        </p:nvCxnSpPr>
        <p:spPr>
          <a:xfrm rot="10800000">
            <a:off x="5070754" y="368188"/>
            <a:ext cx="0" cy="402300"/>
          </a:xfrm>
          <a:prstGeom prst="straightConnector1">
            <a:avLst/>
          </a:prstGeom>
          <a:noFill/>
          <a:ln cap="flat" cmpd="sng" w="19050">
            <a:solidFill>
              <a:srgbClr val="000000"/>
            </a:solidFill>
            <a:prstDash val="solid"/>
            <a:round/>
            <a:headEnd len="med" w="med" type="none"/>
            <a:tailEnd len="med" w="med" type="none"/>
          </a:ln>
        </p:spPr>
      </p:cxnSp>
      <p:sp>
        <p:nvSpPr>
          <p:cNvPr id="3730" name="Google Shape;3730;p62"/>
          <p:cNvSpPr txBox="1"/>
          <p:nvPr/>
        </p:nvSpPr>
        <p:spPr>
          <a:xfrm>
            <a:off x="5191013" y="387663"/>
            <a:ext cx="13026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Finalidad empresa:</a:t>
            </a:r>
            <a:endParaRPr b="1" sz="1100"/>
          </a:p>
        </p:txBody>
      </p:sp>
      <p:sp>
        <p:nvSpPr>
          <p:cNvPr id="3731" name="Google Shape;3731;p62"/>
          <p:cNvSpPr txBox="1"/>
          <p:nvPr/>
        </p:nvSpPr>
        <p:spPr>
          <a:xfrm>
            <a:off x="5191013" y="579538"/>
            <a:ext cx="11637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Finalidad cliente:</a:t>
            </a:r>
            <a:endParaRPr b="1" sz="1100"/>
          </a:p>
        </p:txBody>
      </p:sp>
      <p:sp>
        <p:nvSpPr>
          <p:cNvPr id="3732" name="Google Shape;3732;p62"/>
          <p:cNvSpPr/>
          <p:nvPr/>
        </p:nvSpPr>
        <p:spPr>
          <a:xfrm>
            <a:off x="77688" y="349338"/>
            <a:ext cx="2361300" cy="421200"/>
          </a:xfrm>
          <a:prstGeom prst="roundRect">
            <a:avLst>
              <a:gd fmla="val 50000" name="adj"/>
            </a:avLst>
          </a:prstGeom>
          <a:solidFill>
            <a:srgbClr val="000000"/>
          </a:solidFill>
          <a:ln cap="flat" cmpd="sng" w="9525">
            <a:solidFill>
              <a:srgbClr val="000000"/>
            </a:solidFill>
            <a:prstDash val="solid"/>
            <a:round/>
            <a:headEnd len="sm" w="sm" type="none"/>
            <a:tailEnd len="sm" w="sm" type="none"/>
          </a:ln>
        </p:spPr>
        <p:txBody>
          <a:bodyPr anchorCtr="0" anchor="ctr" bIns="91425" lIns="0" spcFirstLastPara="1" rIns="0" wrap="square" tIns="91425">
            <a:noAutofit/>
          </a:bodyPr>
          <a:lstStyle/>
          <a:p>
            <a:pPr indent="0" lvl="0" marL="0" rtl="0" algn="ctr">
              <a:spcBef>
                <a:spcPts val="0"/>
              </a:spcBef>
              <a:spcAft>
                <a:spcPts val="0"/>
              </a:spcAft>
              <a:buNone/>
            </a:pPr>
            <a:r>
              <a:rPr b="1" lang="es-419" sz="1100">
                <a:solidFill>
                  <a:srgbClr val="FFFFFF"/>
                </a:solidFill>
              </a:rPr>
              <a:t>Definición Proceso de Negocio</a:t>
            </a:r>
            <a:endParaRPr b="1" sz="1100">
              <a:solidFill>
                <a:srgbClr val="FFFFFF"/>
              </a:solidFill>
            </a:endParaRPr>
          </a:p>
          <a:p>
            <a:pPr indent="0" lvl="0" marL="0" rtl="0" algn="ctr">
              <a:spcBef>
                <a:spcPts val="0"/>
              </a:spcBef>
              <a:spcAft>
                <a:spcPts val="0"/>
              </a:spcAft>
              <a:buNone/>
            </a:pPr>
            <a:r>
              <a:t/>
            </a:r>
            <a:endParaRPr b="1" sz="1200">
              <a:solidFill>
                <a:srgbClr val="FFFFFF"/>
              </a:solidFill>
            </a:endParaRPr>
          </a:p>
        </p:txBody>
      </p:sp>
      <p:sp>
        <p:nvSpPr>
          <p:cNvPr id="3733" name="Google Shape;3733;p62"/>
          <p:cNvSpPr/>
          <p:nvPr/>
        </p:nvSpPr>
        <p:spPr>
          <a:xfrm>
            <a:off x="83988" y="595504"/>
            <a:ext cx="190200" cy="1692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4" name="Google Shape;3734;p62"/>
          <p:cNvSpPr/>
          <p:nvPr/>
        </p:nvSpPr>
        <p:spPr>
          <a:xfrm>
            <a:off x="2350598" y="358950"/>
            <a:ext cx="88500" cy="4023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5" name="Google Shape;3735;p62"/>
          <p:cNvSpPr txBox="1"/>
          <p:nvPr>
            <p:ph idx="2" type="title"/>
          </p:nvPr>
        </p:nvSpPr>
        <p:spPr>
          <a:xfrm flipH="1">
            <a:off x="6546263" y="387663"/>
            <a:ext cx="3350100" cy="1692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000"/>
              <a:buNone/>
              <a:defRPr sz="1000">
                <a:solidFill>
                  <a:srgbClr val="000000"/>
                </a:solidFill>
              </a:defRPr>
            </a:lvl1pPr>
            <a:lvl2pPr lvl="1">
              <a:spcBef>
                <a:spcPts val="0"/>
              </a:spcBef>
              <a:spcAft>
                <a:spcPts val="0"/>
              </a:spcAft>
              <a:buClr>
                <a:srgbClr val="000000"/>
              </a:buClr>
              <a:buSzPts val="1000"/>
              <a:buNone/>
              <a:defRPr sz="1000">
                <a:solidFill>
                  <a:srgbClr val="000000"/>
                </a:solidFill>
              </a:defRPr>
            </a:lvl2pPr>
            <a:lvl3pPr lvl="2">
              <a:spcBef>
                <a:spcPts val="0"/>
              </a:spcBef>
              <a:spcAft>
                <a:spcPts val="0"/>
              </a:spcAft>
              <a:buClr>
                <a:srgbClr val="000000"/>
              </a:buClr>
              <a:buSzPts val="1000"/>
              <a:buNone/>
              <a:defRPr sz="1000">
                <a:solidFill>
                  <a:srgbClr val="000000"/>
                </a:solidFill>
              </a:defRPr>
            </a:lvl3pPr>
            <a:lvl4pPr lvl="3">
              <a:spcBef>
                <a:spcPts val="0"/>
              </a:spcBef>
              <a:spcAft>
                <a:spcPts val="0"/>
              </a:spcAft>
              <a:buClr>
                <a:srgbClr val="000000"/>
              </a:buClr>
              <a:buSzPts val="1000"/>
              <a:buNone/>
              <a:defRPr sz="1000">
                <a:solidFill>
                  <a:srgbClr val="000000"/>
                </a:solidFill>
              </a:defRPr>
            </a:lvl4pPr>
            <a:lvl5pPr lvl="4">
              <a:spcBef>
                <a:spcPts val="0"/>
              </a:spcBef>
              <a:spcAft>
                <a:spcPts val="0"/>
              </a:spcAft>
              <a:buClr>
                <a:srgbClr val="000000"/>
              </a:buClr>
              <a:buSzPts val="1000"/>
              <a:buNone/>
              <a:defRPr sz="1000">
                <a:solidFill>
                  <a:srgbClr val="000000"/>
                </a:solidFill>
              </a:defRPr>
            </a:lvl5pPr>
            <a:lvl6pPr lvl="5">
              <a:spcBef>
                <a:spcPts val="0"/>
              </a:spcBef>
              <a:spcAft>
                <a:spcPts val="0"/>
              </a:spcAft>
              <a:buClr>
                <a:srgbClr val="000000"/>
              </a:buClr>
              <a:buSzPts val="1000"/>
              <a:buNone/>
              <a:defRPr sz="1000">
                <a:solidFill>
                  <a:srgbClr val="000000"/>
                </a:solidFill>
              </a:defRPr>
            </a:lvl6pPr>
            <a:lvl7pPr lvl="6">
              <a:spcBef>
                <a:spcPts val="0"/>
              </a:spcBef>
              <a:spcAft>
                <a:spcPts val="0"/>
              </a:spcAft>
              <a:buClr>
                <a:srgbClr val="000000"/>
              </a:buClr>
              <a:buSzPts val="1000"/>
              <a:buNone/>
              <a:defRPr sz="1000">
                <a:solidFill>
                  <a:srgbClr val="000000"/>
                </a:solidFill>
              </a:defRPr>
            </a:lvl7pPr>
            <a:lvl8pPr lvl="7">
              <a:spcBef>
                <a:spcPts val="0"/>
              </a:spcBef>
              <a:spcAft>
                <a:spcPts val="0"/>
              </a:spcAft>
              <a:buClr>
                <a:srgbClr val="000000"/>
              </a:buClr>
              <a:buSzPts val="1000"/>
              <a:buNone/>
              <a:defRPr sz="1000">
                <a:solidFill>
                  <a:srgbClr val="000000"/>
                </a:solidFill>
              </a:defRPr>
            </a:lvl8pPr>
            <a:lvl9pPr lvl="8">
              <a:spcBef>
                <a:spcPts val="0"/>
              </a:spcBef>
              <a:spcAft>
                <a:spcPts val="0"/>
              </a:spcAft>
              <a:buClr>
                <a:srgbClr val="000000"/>
              </a:buClr>
              <a:buSzPts val="1000"/>
              <a:buNone/>
              <a:defRPr sz="1000">
                <a:solidFill>
                  <a:srgbClr val="000000"/>
                </a:solidFill>
              </a:defRPr>
            </a:lvl9pPr>
          </a:lstStyle>
          <a:p/>
        </p:txBody>
      </p:sp>
      <p:sp>
        <p:nvSpPr>
          <p:cNvPr id="3736" name="Google Shape;3736;p62"/>
          <p:cNvSpPr txBox="1"/>
          <p:nvPr>
            <p:ph idx="3" type="title"/>
          </p:nvPr>
        </p:nvSpPr>
        <p:spPr>
          <a:xfrm flipH="1">
            <a:off x="6546263" y="579538"/>
            <a:ext cx="3350100" cy="1692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000"/>
              <a:buNone/>
              <a:defRPr sz="1000">
                <a:solidFill>
                  <a:srgbClr val="000000"/>
                </a:solidFill>
              </a:defRPr>
            </a:lvl1pPr>
            <a:lvl2pPr lvl="1">
              <a:spcBef>
                <a:spcPts val="0"/>
              </a:spcBef>
              <a:spcAft>
                <a:spcPts val="0"/>
              </a:spcAft>
              <a:buClr>
                <a:srgbClr val="000000"/>
              </a:buClr>
              <a:buSzPts val="1000"/>
              <a:buNone/>
              <a:defRPr sz="1000">
                <a:solidFill>
                  <a:srgbClr val="000000"/>
                </a:solidFill>
              </a:defRPr>
            </a:lvl2pPr>
            <a:lvl3pPr lvl="2">
              <a:spcBef>
                <a:spcPts val="0"/>
              </a:spcBef>
              <a:spcAft>
                <a:spcPts val="0"/>
              </a:spcAft>
              <a:buClr>
                <a:srgbClr val="000000"/>
              </a:buClr>
              <a:buSzPts val="1000"/>
              <a:buNone/>
              <a:defRPr sz="1000">
                <a:solidFill>
                  <a:srgbClr val="000000"/>
                </a:solidFill>
              </a:defRPr>
            </a:lvl3pPr>
            <a:lvl4pPr lvl="3">
              <a:spcBef>
                <a:spcPts val="0"/>
              </a:spcBef>
              <a:spcAft>
                <a:spcPts val="0"/>
              </a:spcAft>
              <a:buClr>
                <a:srgbClr val="000000"/>
              </a:buClr>
              <a:buSzPts val="1000"/>
              <a:buNone/>
              <a:defRPr sz="1000">
                <a:solidFill>
                  <a:srgbClr val="000000"/>
                </a:solidFill>
              </a:defRPr>
            </a:lvl4pPr>
            <a:lvl5pPr lvl="4">
              <a:spcBef>
                <a:spcPts val="0"/>
              </a:spcBef>
              <a:spcAft>
                <a:spcPts val="0"/>
              </a:spcAft>
              <a:buClr>
                <a:srgbClr val="000000"/>
              </a:buClr>
              <a:buSzPts val="1000"/>
              <a:buNone/>
              <a:defRPr sz="1000">
                <a:solidFill>
                  <a:srgbClr val="000000"/>
                </a:solidFill>
              </a:defRPr>
            </a:lvl5pPr>
            <a:lvl6pPr lvl="5">
              <a:spcBef>
                <a:spcPts val="0"/>
              </a:spcBef>
              <a:spcAft>
                <a:spcPts val="0"/>
              </a:spcAft>
              <a:buClr>
                <a:srgbClr val="000000"/>
              </a:buClr>
              <a:buSzPts val="1000"/>
              <a:buNone/>
              <a:defRPr sz="1000">
                <a:solidFill>
                  <a:srgbClr val="000000"/>
                </a:solidFill>
              </a:defRPr>
            </a:lvl6pPr>
            <a:lvl7pPr lvl="6">
              <a:spcBef>
                <a:spcPts val="0"/>
              </a:spcBef>
              <a:spcAft>
                <a:spcPts val="0"/>
              </a:spcAft>
              <a:buClr>
                <a:srgbClr val="000000"/>
              </a:buClr>
              <a:buSzPts val="1000"/>
              <a:buNone/>
              <a:defRPr sz="1000">
                <a:solidFill>
                  <a:srgbClr val="000000"/>
                </a:solidFill>
              </a:defRPr>
            </a:lvl7pPr>
            <a:lvl8pPr lvl="7">
              <a:spcBef>
                <a:spcPts val="0"/>
              </a:spcBef>
              <a:spcAft>
                <a:spcPts val="0"/>
              </a:spcAft>
              <a:buClr>
                <a:srgbClr val="000000"/>
              </a:buClr>
              <a:buSzPts val="1000"/>
              <a:buNone/>
              <a:defRPr sz="1000">
                <a:solidFill>
                  <a:srgbClr val="000000"/>
                </a:solidFill>
              </a:defRPr>
            </a:lvl8pPr>
            <a:lvl9pPr lvl="8">
              <a:spcBef>
                <a:spcPts val="0"/>
              </a:spcBef>
              <a:spcAft>
                <a:spcPts val="0"/>
              </a:spcAft>
              <a:buClr>
                <a:srgbClr val="000000"/>
              </a:buClr>
              <a:buSzPts val="1000"/>
              <a:buNone/>
              <a:defRPr sz="1000">
                <a:solidFill>
                  <a:srgbClr val="000000"/>
                </a:solidFill>
              </a:defRPr>
            </a:lvl9pPr>
          </a:lstStyle>
          <a:p/>
        </p:txBody>
      </p:sp>
      <p:cxnSp>
        <p:nvCxnSpPr>
          <p:cNvPr id="3737" name="Google Shape;3737;p62"/>
          <p:cNvCxnSpPr/>
          <p:nvPr/>
        </p:nvCxnSpPr>
        <p:spPr>
          <a:xfrm>
            <a:off x="5104406" y="929748"/>
            <a:ext cx="0" cy="5689200"/>
          </a:xfrm>
          <a:prstGeom prst="straightConnector1">
            <a:avLst/>
          </a:prstGeom>
          <a:noFill/>
          <a:ln cap="flat" cmpd="sng" w="19050">
            <a:solidFill>
              <a:srgbClr val="D9D9D9"/>
            </a:solidFill>
            <a:prstDash val="dash"/>
            <a:round/>
            <a:headEnd len="med" w="med" type="none"/>
            <a:tailEnd len="med" w="med" type="none"/>
          </a:ln>
        </p:spPr>
      </p:cxnSp>
      <p:sp>
        <p:nvSpPr>
          <p:cNvPr id="3738" name="Google Shape;3738;p62"/>
          <p:cNvSpPr txBox="1"/>
          <p:nvPr/>
        </p:nvSpPr>
        <p:spPr>
          <a:xfrm>
            <a:off x="5208496" y="1009497"/>
            <a:ext cx="1551300" cy="232500"/>
          </a:xfrm>
          <a:prstGeom prst="rect">
            <a:avLst/>
          </a:prstGeom>
          <a:noFill/>
          <a:ln>
            <a:noFill/>
          </a:ln>
        </p:spPr>
        <p:txBody>
          <a:bodyPr anchorCtr="0" anchor="ctr" bIns="0" lIns="0" spcFirstLastPara="1" rIns="0" wrap="square" tIns="0">
            <a:noAutofit/>
          </a:bodyPr>
          <a:lstStyle/>
          <a:p>
            <a:pPr indent="0" lvl="0" marL="0" rtl="0" algn="r">
              <a:spcBef>
                <a:spcPts val="0"/>
              </a:spcBef>
              <a:spcAft>
                <a:spcPts val="0"/>
              </a:spcAft>
              <a:buNone/>
            </a:pPr>
            <a:r>
              <a:rPr b="1" lang="es-419" sz="1000">
                <a:latin typeface="Arvo"/>
                <a:ea typeface="Arvo"/>
                <a:cs typeface="Arvo"/>
                <a:sym typeface="Arvo"/>
              </a:rPr>
              <a:t>Actores de negocio (cliente):  </a:t>
            </a:r>
            <a:r>
              <a:rPr i="1" lang="es-419" sz="600">
                <a:solidFill>
                  <a:srgbClr val="666666"/>
                </a:solidFill>
                <a:latin typeface="Arvo"/>
                <a:ea typeface="Arvo"/>
                <a:cs typeface="Arvo"/>
                <a:sym typeface="Arvo"/>
              </a:rPr>
              <a:t>&lt;ej: Paciente&gt;</a:t>
            </a:r>
            <a:endParaRPr i="1" sz="600">
              <a:solidFill>
                <a:srgbClr val="666666"/>
              </a:solidFill>
              <a:latin typeface="Arvo"/>
              <a:ea typeface="Arvo"/>
              <a:cs typeface="Arvo"/>
              <a:sym typeface="Arvo"/>
            </a:endParaRPr>
          </a:p>
        </p:txBody>
      </p:sp>
      <p:sp>
        <p:nvSpPr>
          <p:cNvPr id="3739" name="Google Shape;3739;p62"/>
          <p:cNvSpPr/>
          <p:nvPr/>
        </p:nvSpPr>
        <p:spPr>
          <a:xfrm>
            <a:off x="6834826" y="953997"/>
            <a:ext cx="3027000" cy="343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3740" name="Google Shape;3740;p62"/>
          <p:cNvSpPr txBox="1"/>
          <p:nvPr/>
        </p:nvSpPr>
        <p:spPr>
          <a:xfrm>
            <a:off x="5208496" y="1433361"/>
            <a:ext cx="1551300" cy="400200"/>
          </a:xfrm>
          <a:prstGeom prst="rect">
            <a:avLst/>
          </a:prstGeom>
          <a:noFill/>
          <a:ln>
            <a:noFill/>
          </a:ln>
        </p:spPr>
        <p:txBody>
          <a:bodyPr anchorCtr="0" anchor="ctr" bIns="0" lIns="0" spcFirstLastPara="1" rIns="0" wrap="square" tIns="0">
            <a:spAutoFit/>
          </a:bodyPr>
          <a:lstStyle/>
          <a:p>
            <a:pPr indent="0" lvl="0" marL="0" rtl="0" algn="r">
              <a:lnSpc>
                <a:spcPct val="100000"/>
              </a:lnSpc>
              <a:spcBef>
                <a:spcPts val="0"/>
              </a:spcBef>
              <a:spcAft>
                <a:spcPts val="0"/>
              </a:spcAft>
              <a:buNone/>
            </a:pPr>
            <a:r>
              <a:rPr b="1" lang="es-419" sz="1000">
                <a:latin typeface="Arvo"/>
                <a:ea typeface="Arvo"/>
                <a:cs typeface="Arvo"/>
                <a:sym typeface="Arvo"/>
              </a:rPr>
              <a:t>Actores de negocio (proveedores):  </a:t>
            </a:r>
            <a:r>
              <a:rPr i="1" lang="es-419" sz="600">
                <a:solidFill>
                  <a:srgbClr val="666666"/>
                </a:solidFill>
                <a:latin typeface="Arvo"/>
                <a:ea typeface="Arvo"/>
                <a:cs typeface="Arvo"/>
                <a:sym typeface="Arvo"/>
              </a:rPr>
              <a:t>&lt;ej: ups, </a:t>
            </a:r>
            <a:r>
              <a:rPr i="1" lang="es-419" sz="600">
                <a:solidFill>
                  <a:schemeClr val="dk1"/>
                </a:solidFill>
              </a:rPr>
              <a:t> </a:t>
            </a:r>
            <a:r>
              <a:rPr i="1" lang="es-419" sz="600">
                <a:solidFill>
                  <a:srgbClr val="666666"/>
                </a:solidFill>
                <a:latin typeface="Arvo"/>
                <a:ea typeface="Arvo"/>
                <a:cs typeface="Arvo"/>
                <a:sym typeface="Arvo"/>
              </a:rPr>
              <a:t>fedex, servientrega, etc&gt;</a:t>
            </a:r>
            <a:endParaRPr i="1" sz="600">
              <a:solidFill>
                <a:srgbClr val="666666"/>
              </a:solidFill>
              <a:latin typeface="Arvo"/>
              <a:ea typeface="Arvo"/>
              <a:cs typeface="Arvo"/>
              <a:sym typeface="Arvo"/>
            </a:endParaRPr>
          </a:p>
        </p:txBody>
      </p:sp>
      <p:sp>
        <p:nvSpPr>
          <p:cNvPr id="3741" name="Google Shape;3741;p62"/>
          <p:cNvSpPr/>
          <p:nvPr/>
        </p:nvSpPr>
        <p:spPr>
          <a:xfrm>
            <a:off x="6834826" y="1461711"/>
            <a:ext cx="3027000" cy="343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3742" name="Google Shape;3742;p62"/>
          <p:cNvSpPr txBox="1"/>
          <p:nvPr/>
        </p:nvSpPr>
        <p:spPr>
          <a:xfrm>
            <a:off x="5208496" y="2064799"/>
            <a:ext cx="1551300" cy="492600"/>
          </a:xfrm>
          <a:prstGeom prst="rect">
            <a:avLst/>
          </a:prstGeom>
          <a:noFill/>
          <a:ln>
            <a:noFill/>
          </a:ln>
        </p:spPr>
        <p:txBody>
          <a:bodyPr anchorCtr="0" anchor="ctr" bIns="0" lIns="0" spcFirstLastPara="1" rIns="0" wrap="square" tIns="0">
            <a:spAutoFit/>
          </a:bodyPr>
          <a:lstStyle/>
          <a:p>
            <a:pPr indent="0" lvl="0" marL="0" rtl="0" algn="r">
              <a:spcBef>
                <a:spcPts val="0"/>
              </a:spcBef>
              <a:spcAft>
                <a:spcPts val="0"/>
              </a:spcAft>
              <a:buNone/>
            </a:pPr>
            <a:r>
              <a:rPr b="1" lang="es-419" sz="1000">
                <a:latin typeface="Arvo"/>
                <a:ea typeface="Arvo"/>
                <a:cs typeface="Arvo"/>
                <a:sym typeface="Arvo"/>
              </a:rPr>
              <a:t>Identificación de conceptos de negocio: </a:t>
            </a:r>
            <a:endParaRPr b="1" sz="1000">
              <a:latin typeface="Arvo"/>
              <a:ea typeface="Arvo"/>
              <a:cs typeface="Arvo"/>
              <a:sym typeface="Arvo"/>
            </a:endParaRPr>
          </a:p>
          <a:p>
            <a:pPr indent="0" lvl="0" marL="0" rtl="0" algn="r">
              <a:spcBef>
                <a:spcPts val="0"/>
              </a:spcBef>
              <a:spcAft>
                <a:spcPts val="0"/>
              </a:spcAft>
              <a:buNone/>
            </a:pPr>
            <a:r>
              <a:rPr i="1" lang="es-419" sz="600">
                <a:solidFill>
                  <a:srgbClr val="666666"/>
                </a:solidFill>
                <a:latin typeface="Arvo"/>
                <a:ea typeface="Arvo"/>
                <a:cs typeface="Arvo"/>
                <a:sym typeface="Arvo"/>
              </a:rPr>
              <a:t>&lt;ej: comprador, amazon, compra, producto, pago, envío. etc&gt;</a:t>
            </a:r>
            <a:endParaRPr i="1" sz="600">
              <a:solidFill>
                <a:srgbClr val="666666"/>
              </a:solidFill>
              <a:latin typeface="Arvo"/>
              <a:ea typeface="Arvo"/>
              <a:cs typeface="Arvo"/>
              <a:sym typeface="Arvo"/>
            </a:endParaRPr>
          </a:p>
        </p:txBody>
      </p:sp>
      <p:sp>
        <p:nvSpPr>
          <p:cNvPr id="3743" name="Google Shape;3743;p62"/>
          <p:cNvSpPr/>
          <p:nvPr/>
        </p:nvSpPr>
        <p:spPr>
          <a:xfrm>
            <a:off x="6834826" y="1975699"/>
            <a:ext cx="3027000" cy="670800"/>
          </a:xfrm>
          <a:prstGeom prst="roundRect">
            <a:avLst>
              <a:gd fmla="val 10808"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3744" name="Google Shape;3744;p62"/>
          <p:cNvSpPr txBox="1"/>
          <p:nvPr/>
        </p:nvSpPr>
        <p:spPr>
          <a:xfrm>
            <a:off x="5219407" y="3121825"/>
            <a:ext cx="1562400" cy="232500"/>
          </a:xfrm>
          <a:prstGeom prst="rect">
            <a:avLst/>
          </a:prstGeom>
          <a:noFill/>
          <a:ln>
            <a:noFill/>
          </a:ln>
        </p:spPr>
        <p:txBody>
          <a:bodyPr anchorCtr="0" anchor="ctr" bIns="0" lIns="0" spcFirstLastPara="1" rIns="0" wrap="square" tIns="0">
            <a:noAutofit/>
          </a:bodyPr>
          <a:lstStyle/>
          <a:p>
            <a:pPr indent="0" lvl="0" marL="0" rtl="0" algn="r">
              <a:spcBef>
                <a:spcPts val="0"/>
              </a:spcBef>
              <a:spcAft>
                <a:spcPts val="0"/>
              </a:spcAft>
              <a:buNone/>
            </a:pPr>
            <a:r>
              <a:rPr b="1" lang="es-419" sz="1000">
                <a:latin typeface="Arvo"/>
                <a:ea typeface="Arvo"/>
                <a:cs typeface="Arvo"/>
                <a:sym typeface="Arvo"/>
              </a:rPr>
              <a:t>Meta cliente:</a:t>
            </a:r>
            <a:endParaRPr b="1" sz="1000">
              <a:latin typeface="Arvo"/>
              <a:ea typeface="Arvo"/>
              <a:cs typeface="Arvo"/>
              <a:sym typeface="Arvo"/>
            </a:endParaRPr>
          </a:p>
          <a:p>
            <a:pPr indent="0" lvl="0" marL="0" rtl="0" algn="r">
              <a:spcBef>
                <a:spcPts val="0"/>
              </a:spcBef>
              <a:spcAft>
                <a:spcPts val="0"/>
              </a:spcAft>
              <a:buClr>
                <a:schemeClr val="dk1"/>
              </a:buClr>
              <a:buSzPts val="1100"/>
              <a:buFont typeface="Arial"/>
              <a:buNone/>
            </a:pPr>
            <a:r>
              <a:rPr b="1" lang="es-419" sz="700">
                <a:solidFill>
                  <a:schemeClr val="dk1"/>
                </a:solidFill>
                <a:latin typeface="Arvo"/>
                <a:ea typeface="Arvo"/>
                <a:cs typeface="Arvo"/>
                <a:sym typeface="Arvo"/>
              </a:rPr>
              <a:t>[Meta = &lt;sustantivo&gt;&lt;adjetivo&gt;]</a:t>
            </a:r>
            <a:endParaRPr b="1" sz="1000">
              <a:latin typeface="Arvo"/>
              <a:ea typeface="Arvo"/>
              <a:cs typeface="Arvo"/>
              <a:sym typeface="Arvo"/>
            </a:endParaRPr>
          </a:p>
          <a:p>
            <a:pPr indent="0" lvl="0" marL="0" rtl="0" algn="r">
              <a:spcBef>
                <a:spcPts val="0"/>
              </a:spcBef>
              <a:spcAft>
                <a:spcPts val="0"/>
              </a:spcAft>
              <a:buNone/>
            </a:pPr>
            <a:r>
              <a:rPr b="1" i="1" lang="es-419" sz="600">
                <a:latin typeface="Arvo"/>
                <a:ea typeface="Arvo"/>
                <a:cs typeface="Arvo"/>
                <a:sym typeface="Arvo"/>
              </a:rPr>
              <a:t> </a:t>
            </a:r>
            <a:r>
              <a:rPr i="1" lang="es-419" sz="600">
                <a:solidFill>
                  <a:srgbClr val="666666"/>
                </a:solidFill>
                <a:latin typeface="Arvo"/>
                <a:ea typeface="Arvo"/>
                <a:cs typeface="Arvo"/>
                <a:sym typeface="Arvo"/>
              </a:rPr>
              <a:t>&lt;ej: Cita reservada, Recibir producto&gt;</a:t>
            </a:r>
            <a:endParaRPr i="1" sz="600">
              <a:solidFill>
                <a:srgbClr val="666666"/>
              </a:solidFill>
              <a:latin typeface="Arvo"/>
              <a:ea typeface="Arvo"/>
              <a:cs typeface="Arvo"/>
              <a:sym typeface="Arvo"/>
            </a:endParaRPr>
          </a:p>
        </p:txBody>
      </p:sp>
      <p:sp>
        <p:nvSpPr>
          <p:cNvPr id="3745" name="Google Shape;3745;p62"/>
          <p:cNvSpPr/>
          <p:nvPr/>
        </p:nvSpPr>
        <p:spPr>
          <a:xfrm>
            <a:off x="6845744" y="3066325"/>
            <a:ext cx="3027000" cy="343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3746" name="Google Shape;3746;p62"/>
          <p:cNvSpPr txBox="1"/>
          <p:nvPr/>
        </p:nvSpPr>
        <p:spPr>
          <a:xfrm>
            <a:off x="5242847" y="3569976"/>
            <a:ext cx="1562400" cy="400200"/>
          </a:xfrm>
          <a:prstGeom prst="rect">
            <a:avLst/>
          </a:prstGeom>
          <a:noFill/>
          <a:ln>
            <a:noFill/>
          </a:ln>
        </p:spPr>
        <p:txBody>
          <a:bodyPr anchorCtr="0" anchor="ctr" bIns="0" lIns="0" spcFirstLastPara="1" rIns="0" wrap="square" tIns="0">
            <a:spAutoFit/>
          </a:bodyPr>
          <a:lstStyle/>
          <a:p>
            <a:pPr indent="0" lvl="0" marL="0" rtl="0" algn="r">
              <a:lnSpc>
                <a:spcPct val="100000"/>
              </a:lnSpc>
              <a:spcBef>
                <a:spcPts val="0"/>
              </a:spcBef>
              <a:spcAft>
                <a:spcPts val="0"/>
              </a:spcAft>
              <a:buNone/>
            </a:pPr>
            <a:r>
              <a:rPr b="1" lang="es-419" sz="1000">
                <a:latin typeface="Arvo"/>
                <a:ea typeface="Arvo"/>
                <a:cs typeface="Arvo"/>
                <a:sym typeface="Arvo"/>
              </a:rPr>
              <a:t>Actividad que consigue la meta del cliente: </a:t>
            </a:r>
            <a:r>
              <a:rPr i="1" lang="es-419" sz="600">
                <a:solidFill>
                  <a:srgbClr val="666666"/>
                </a:solidFill>
                <a:latin typeface="Arvo"/>
                <a:ea typeface="Arvo"/>
                <a:cs typeface="Arvo"/>
                <a:sym typeface="Arvo"/>
              </a:rPr>
              <a:t>&lt;ej:  Recibir producto&gt;</a:t>
            </a:r>
            <a:endParaRPr i="1" sz="600">
              <a:solidFill>
                <a:srgbClr val="666666"/>
              </a:solidFill>
              <a:latin typeface="Arvo"/>
              <a:ea typeface="Arvo"/>
              <a:cs typeface="Arvo"/>
              <a:sym typeface="Arvo"/>
            </a:endParaRPr>
          </a:p>
        </p:txBody>
      </p:sp>
      <p:sp>
        <p:nvSpPr>
          <p:cNvPr id="3747" name="Google Shape;3747;p62"/>
          <p:cNvSpPr txBox="1"/>
          <p:nvPr/>
        </p:nvSpPr>
        <p:spPr>
          <a:xfrm>
            <a:off x="5242834" y="4133783"/>
            <a:ext cx="1562400" cy="405600"/>
          </a:xfrm>
          <a:prstGeom prst="rect">
            <a:avLst/>
          </a:prstGeom>
          <a:noFill/>
          <a:ln>
            <a:noFill/>
          </a:ln>
        </p:spPr>
        <p:txBody>
          <a:bodyPr anchorCtr="0" anchor="ctr" bIns="0" lIns="0" spcFirstLastPara="1" rIns="0" wrap="square" tIns="0">
            <a:spAutoFit/>
          </a:bodyPr>
          <a:lstStyle/>
          <a:p>
            <a:pPr indent="0" lvl="0" marL="0" rtl="0" algn="r">
              <a:lnSpc>
                <a:spcPct val="85000"/>
              </a:lnSpc>
              <a:spcBef>
                <a:spcPts val="0"/>
              </a:spcBef>
              <a:spcAft>
                <a:spcPts val="0"/>
              </a:spcAft>
              <a:buNone/>
            </a:pPr>
            <a:r>
              <a:rPr b="1" lang="es-419" sz="1000">
                <a:latin typeface="Arvo"/>
                <a:ea typeface="Arvo"/>
                <a:cs typeface="Arvo"/>
                <a:sym typeface="Arvo"/>
              </a:rPr>
              <a:t>Narrativa actividad de la meta:</a:t>
            </a:r>
            <a:r>
              <a:rPr lang="es-419" sz="700">
                <a:solidFill>
                  <a:srgbClr val="666666"/>
                </a:solidFill>
                <a:latin typeface="Arvo"/>
                <a:ea typeface="Arvo"/>
                <a:cs typeface="Arvo"/>
                <a:sym typeface="Arvo"/>
              </a:rPr>
              <a:t>  </a:t>
            </a:r>
            <a:r>
              <a:rPr i="1" lang="es-419" sz="600">
                <a:solidFill>
                  <a:srgbClr val="666666"/>
                </a:solidFill>
                <a:latin typeface="Arvo"/>
                <a:ea typeface="Arvo"/>
                <a:cs typeface="Arvo"/>
                <a:sym typeface="Arvo"/>
              </a:rPr>
              <a:t>&lt;El cliente recibe el producto&gt;</a:t>
            </a:r>
            <a:r>
              <a:rPr b="1" lang="es-419" sz="1100">
                <a:latin typeface="Arvo"/>
                <a:ea typeface="Arvo"/>
                <a:cs typeface="Arvo"/>
                <a:sym typeface="Arvo"/>
              </a:rPr>
              <a:t> </a:t>
            </a:r>
            <a:endParaRPr sz="800">
              <a:solidFill>
                <a:srgbClr val="666666"/>
              </a:solidFill>
              <a:latin typeface="Arvo"/>
              <a:ea typeface="Arvo"/>
              <a:cs typeface="Arvo"/>
              <a:sym typeface="Arvo"/>
            </a:endParaRPr>
          </a:p>
        </p:txBody>
      </p:sp>
      <p:sp>
        <p:nvSpPr>
          <p:cNvPr id="3748" name="Google Shape;3748;p62"/>
          <p:cNvSpPr txBox="1"/>
          <p:nvPr>
            <p:ph idx="1" type="subTitle"/>
          </p:nvPr>
        </p:nvSpPr>
        <p:spPr>
          <a:xfrm>
            <a:off x="6834526" y="954747"/>
            <a:ext cx="3027600" cy="342000"/>
          </a:xfrm>
          <a:prstGeom prst="rect">
            <a:avLst/>
          </a:prstGeom>
          <a:noFill/>
          <a:ln>
            <a:noFill/>
          </a:ln>
        </p:spPr>
        <p:txBody>
          <a:bodyPr anchorCtr="0" anchor="ctr" bIns="36000" lIns="36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3749" name="Google Shape;3749;p62"/>
          <p:cNvSpPr txBox="1"/>
          <p:nvPr>
            <p:ph idx="4" type="subTitle"/>
          </p:nvPr>
        </p:nvSpPr>
        <p:spPr>
          <a:xfrm>
            <a:off x="6834526" y="1462461"/>
            <a:ext cx="3027600" cy="342000"/>
          </a:xfrm>
          <a:prstGeom prst="rect">
            <a:avLst/>
          </a:prstGeom>
          <a:noFill/>
          <a:ln>
            <a:noFill/>
          </a:ln>
        </p:spPr>
        <p:txBody>
          <a:bodyPr anchorCtr="0" anchor="ctr" bIns="36000" lIns="36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3750" name="Google Shape;3750;p62"/>
          <p:cNvSpPr txBox="1"/>
          <p:nvPr>
            <p:ph idx="5" type="subTitle"/>
          </p:nvPr>
        </p:nvSpPr>
        <p:spPr>
          <a:xfrm>
            <a:off x="6834526" y="1980199"/>
            <a:ext cx="3027600" cy="661800"/>
          </a:xfrm>
          <a:prstGeom prst="rect">
            <a:avLst/>
          </a:prstGeom>
          <a:noFill/>
          <a:ln>
            <a:noFill/>
          </a:ln>
        </p:spPr>
        <p:txBody>
          <a:bodyPr anchorCtr="0" anchor="t" bIns="36000" lIns="36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3751" name="Google Shape;3751;p62"/>
          <p:cNvSpPr txBox="1"/>
          <p:nvPr>
            <p:ph idx="6" type="subTitle"/>
          </p:nvPr>
        </p:nvSpPr>
        <p:spPr>
          <a:xfrm>
            <a:off x="6845444" y="3067075"/>
            <a:ext cx="3027600" cy="342000"/>
          </a:xfrm>
          <a:prstGeom prst="rect">
            <a:avLst/>
          </a:prstGeom>
          <a:noFill/>
          <a:ln>
            <a:noFill/>
          </a:ln>
        </p:spPr>
        <p:txBody>
          <a:bodyPr anchorCtr="0" anchor="ctr" bIns="36000" lIns="36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3752" name="Google Shape;3752;p62"/>
          <p:cNvSpPr/>
          <p:nvPr/>
        </p:nvSpPr>
        <p:spPr>
          <a:xfrm>
            <a:off x="6845744" y="3598326"/>
            <a:ext cx="3027000" cy="343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3753" name="Google Shape;3753;p62"/>
          <p:cNvSpPr txBox="1"/>
          <p:nvPr>
            <p:ph idx="7" type="subTitle"/>
          </p:nvPr>
        </p:nvSpPr>
        <p:spPr>
          <a:xfrm>
            <a:off x="6845444" y="3599076"/>
            <a:ext cx="3027600" cy="342000"/>
          </a:xfrm>
          <a:prstGeom prst="rect">
            <a:avLst/>
          </a:prstGeom>
          <a:noFill/>
          <a:ln>
            <a:noFill/>
          </a:ln>
        </p:spPr>
        <p:txBody>
          <a:bodyPr anchorCtr="0" anchor="ctr" bIns="36000" lIns="36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3754" name="Google Shape;3754;p62"/>
          <p:cNvSpPr/>
          <p:nvPr/>
        </p:nvSpPr>
        <p:spPr>
          <a:xfrm>
            <a:off x="6845744" y="4164841"/>
            <a:ext cx="3027000" cy="343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3755" name="Google Shape;3755;p62"/>
          <p:cNvSpPr txBox="1"/>
          <p:nvPr>
            <p:ph idx="8" type="subTitle"/>
          </p:nvPr>
        </p:nvSpPr>
        <p:spPr>
          <a:xfrm>
            <a:off x="6845444" y="4165591"/>
            <a:ext cx="3027600" cy="342000"/>
          </a:xfrm>
          <a:prstGeom prst="rect">
            <a:avLst/>
          </a:prstGeom>
          <a:noFill/>
          <a:ln>
            <a:noFill/>
          </a:ln>
        </p:spPr>
        <p:txBody>
          <a:bodyPr anchorCtr="0" anchor="ctr" bIns="36000" lIns="36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3756" name="Google Shape;3756;p62"/>
          <p:cNvSpPr/>
          <p:nvPr/>
        </p:nvSpPr>
        <p:spPr>
          <a:xfrm>
            <a:off x="2277739" y="663750"/>
            <a:ext cx="88500" cy="1089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757" name="Google Shape;3757;p62"/>
          <p:cNvCxnSpPr/>
          <p:nvPr/>
        </p:nvCxnSpPr>
        <p:spPr>
          <a:xfrm rot="10800000">
            <a:off x="5256600" y="2854252"/>
            <a:ext cx="4608000" cy="0"/>
          </a:xfrm>
          <a:prstGeom prst="straightConnector1">
            <a:avLst/>
          </a:prstGeom>
          <a:noFill/>
          <a:ln cap="flat" cmpd="sng" w="19050">
            <a:solidFill>
              <a:srgbClr val="B7B7B7"/>
            </a:solidFill>
            <a:prstDash val="solid"/>
            <a:round/>
            <a:headEnd len="med" w="med" type="none"/>
            <a:tailEnd len="med" w="med" type="none"/>
          </a:ln>
        </p:spPr>
      </p:cxnSp>
      <p:cxnSp>
        <p:nvCxnSpPr>
          <p:cNvPr id="3758" name="Google Shape;3758;p62"/>
          <p:cNvCxnSpPr/>
          <p:nvPr/>
        </p:nvCxnSpPr>
        <p:spPr>
          <a:xfrm flipH="1">
            <a:off x="285421" y="5302428"/>
            <a:ext cx="4690200" cy="11700"/>
          </a:xfrm>
          <a:prstGeom prst="straightConnector1">
            <a:avLst/>
          </a:prstGeom>
          <a:noFill/>
          <a:ln cap="flat" cmpd="sng" w="19050">
            <a:solidFill>
              <a:srgbClr val="B7B7B7"/>
            </a:solidFill>
            <a:prstDash val="solid"/>
            <a:round/>
            <a:headEnd len="med" w="med" type="none"/>
            <a:tailEnd len="med" w="med" type="none"/>
          </a:ln>
        </p:spPr>
      </p:cxnSp>
      <p:cxnSp>
        <p:nvCxnSpPr>
          <p:cNvPr id="3759" name="Google Shape;3759;p62"/>
          <p:cNvCxnSpPr/>
          <p:nvPr/>
        </p:nvCxnSpPr>
        <p:spPr>
          <a:xfrm rot="10800000">
            <a:off x="5256600" y="4736459"/>
            <a:ext cx="4608000" cy="0"/>
          </a:xfrm>
          <a:prstGeom prst="straightConnector1">
            <a:avLst/>
          </a:prstGeom>
          <a:noFill/>
          <a:ln cap="flat" cmpd="sng" w="19050">
            <a:solidFill>
              <a:srgbClr val="B7B7B7"/>
            </a:solidFill>
            <a:prstDash val="solid"/>
            <a:round/>
            <a:headEnd len="med" w="med" type="none"/>
            <a:tailEnd len="med" w="med" type="none"/>
          </a:ln>
        </p:spPr>
      </p:cxnSp>
      <p:sp>
        <p:nvSpPr>
          <p:cNvPr id="3760" name="Google Shape;3760;p62"/>
          <p:cNvSpPr txBox="1"/>
          <p:nvPr/>
        </p:nvSpPr>
        <p:spPr>
          <a:xfrm>
            <a:off x="5219407" y="5008962"/>
            <a:ext cx="1562400" cy="232500"/>
          </a:xfrm>
          <a:prstGeom prst="rect">
            <a:avLst/>
          </a:prstGeom>
          <a:noFill/>
          <a:ln>
            <a:noFill/>
          </a:ln>
        </p:spPr>
        <p:txBody>
          <a:bodyPr anchorCtr="0" anchor="ctr" bIns="0" lIns="0" spcFirstLastPara="1" rIns="0" wrap="square" tIns="0">
            <a:noAutofit/>
          </a:bodyPr>
          <a:lstStyle/>
          <a:p>
            <a:pPr indent="0" lvl="0" marL="0" rtl="0" algn="r">
              <a:spcBef>
                <a:spcPts val="0"/>
              </a:spcBef>
              <a:spcAft>
                <a:spcPts val="0"/>
              </a:spcAft>
              <a:buNone/>
            </a:pPr>
            <a:r>
              <a:rPr b="1" lang="es-419" sz="1000">
                <a:latin typeface="Arvo"/>
                <a:ea typeface="Arvo"/>
                <a:cs typeface="Arvo"/>
                <a:sym typeface="Arvo"/>
              </a:rPr>
              <a:t>Meta empresa:</a:t>
            </a:r>
            <a:endParaRPr b="1" sz="1000">
              <a:latin typeface="Arvo"/>
              <a:ea typeface="Arvo"/>
              <a:cs typeface="Arvo"/>
              <a:sym typeface="Arvo"/>
            </a:endParaRPr>
          </a:p>
          <a:p>
            <a:pPr indent="0" lvl="0" marL="0" rtl="0" algn="r">
              <a:spcBef>
                <a:spcPts val="0"/>
              </a:spcBef>
              <a:spcAft>
                <a:spcPts val="0"/>
              </a:spcAft>
              <a:buNone/>
            </a:pPr>
            <a:r>
              <a:rPr b="1" lang="es-419" sz="700">
                <a:latin typeface="Arvo"/>
                <a:ea typeface="Arvo"/>
                <a:cs typeface="Arvo"/>
                <a:sym typeface="Arvo"/>
              </a:rPr>
              <a:t>[Meta = &lt;sustantivo&gt;&lt;adjetivo&gt;]</a:t>
            </a:r>
            <a:endParaRPr b="1" sz="700">
              <a:latin typeface="Arvo"/>
              <a:ea typeface="Arvo"/>
              <a:cs typeface="Arvo"/>
              <a:sym typeface="Arvo"/>
            </a:endParaRPr>
          </a:p>
          <a:p>
            <a:pPr indent="0" lvl="0" marL="0" rtl="0" algn="r">
              <a:spcBef>
                <a:spcPts val="0"/>
              </a:spcBef>
              <a:spcAft>
                <a:spcPts val="0"/>
              </a:spcAft>
              <a:buNone/>
            </a:pPr>
            <a:r>
              <a:rPr b="1" i="1" lang="es-419" sz="600">
                <a:latin typeface="Arvo"/>
                <a:ea typeface="Arvo"/>
                <a:cs typeface="Arvo"/>
                <a:sym typeface="Arvo"/>
              </a:rPr>
              <a:t> </a:t>
            </a:r>
            <a:r>
              <a:rPr i="1" lang="es-419" sz="600">
                <a:solidFill>
                  <a:srgbClr val="666666"/>
                </a:solidFill>
                <a:latin typeface="Arvo"/>
                <a:ea typeface="Arvo"/>
                <a:cs typeface="Arvo"/>
                <a:sym typeface="Arvo"/>
              </a:rPr>
              <a:t>&lt;ej: Cita reservada&gt;</a:t>
            </a:r>
            <a:endParaRPr i="1" sz="600">
              <a:solidFill>
                <a:srgbClr val="666666"/>
              </a:solidFill>
              <a:latin typeface="Arvo"/>
              <a:ea typeface="Arvo"/>
              <a:cs typeface="Arvo"/>
              <a:sym typeface="Arvo"/>
            </a:endParaRPr>
          </a:p>
        </p:txBody>
      </p:sp>
      <p:sp>
        <p:nvSpPr>
          <p:cNvPr id="3761" name="Google Shape;3761;p62"/>
          <p:cNvSpPr/>
          <p:nvPr/>
        </p:nvSpPr>
        <p:spPr>
          <a:xfrm>
            <a:off x="6845744" y="4953462"/>
            <a:ext cx="3027000" cy="343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3762" name="Google Shape;3762;p62"/>
          <p:cNvSpPr txBox="1"/>
          <p:nvPr/>
        </p:nvSpPr>
        <p:spPr>
          <a:xfrm>
            <a:off x="5242847" y="5457113"/>
            <a:ext cx="1562400" cy="400200"/>
          </a:xfrm>
          <a:prstGeom prst="rect">
            <a:avLst/>
          </a:prstGeom>
          <a:noFill/>
          <a:ln>
            <a:noFill/>
          </a:ln>
        </p:spPr>
        <p:txBody>
          <a:bodyPr anchorCtr="0" anchor="ctr" bIns="0" lIns="0" spcFirstLastPara="1" rIns="0" wrap="square" tIns="0">
            <a:spAutoFit/>
          </a:bodyPr>
          <a:lstStyle/>
          <a:p>
            <a:pPr indent="0" lvl="0" marL="0" rtl="0" algn="r">
              <a:lnSpc>
                <a:spcPct val="100000"/>
              </a:lnSpc>
              <a:spcBef>
                <a:spcPts val="0"/>
              </a:spcBef>
              <a:spcAft>
                <a:spcPts val="0"/>
              </a:spcAft>
              <a:buNone/>
            </a:pPr>
            <a:r>
              <a:rPr b="1" lang="es-419" sz="1000">
                <a:latin typeface="Arvo"/>
                <a:ea typeface="Arvo"/>
                <a:cs typeface="Arvo"/>
                <a:sym typeface="Arvo"/>
              </a:rPr>
              <a:t>Actividad que consigue la meta de la empresa: </a:t>
            </a:r>
            <a:r>
              <a:rPr i="1" lang="es-419" sz="600">
                <a:solidFill>
                  <a:srgbClr val="666666"/>
                </a:solidFill>
                <a:latin typeface="Arvo"/>
                <a:ea typeface="Arvo"/>
                <a:cs typeface="Arvo"/>
                <a:sym typeface="Arvo"/>
              </a:rPr>
              <a:t>&lt;ej:  Recibir producto&gt;</a:t>
            </a:r>
            <a:endParaRPr i="1" sz="600">
              <a:solidFill>
                <a:srgbClr val="666666"/>
              </a:solidFill>
              <a:latin typeface="Arvo"/>
              <a:ea typeface="Arvo"/>
              <a:cs typeface="Arvo"/>
              <a:sym typeface="Arvo"/>
            </a:endParaRPr>
          </a:p>
        </p:txBody>
      </p:sp>
      <p:sp>
        <p:nvSpPr>
          <p:cNvPr id="3763" name="Google Shape;3763;p62"/>
          <p:cNvSpPr txBox="1"/>
          <p:nvPr/>
        </p:nvSpPr>
        <p:spPr>
          <a:xfrm>
            <a:off x="5242834" y="6020920"/>
            <a:ext cx="1562400" cy="405600"/>
          </a:xfrm>
          <a:prstGeom prst="rect">
            <a:avLst/>
          </a:prstGeom>
          <a:noFill/>
          <a:ln>
            <a:noFill/>
          </a:ln>
        </p:spPr>
        <p:txBody>
          <a:bodyPr anchorCtr="0" anchor="ctr" bIns="0" lIns="0" spcFirstLastPara="1" rIns="0" wrap="square" tIns="0">
            <a:spAutoFit/>
          </a:bodyPr>
          <a:lstStyle/>
          <a:p>
            <a:pPr indent="0" lvl="0" marL="0" rtl="0" algn="r">
              <a:lnSpc>
                <a:spcPct val="85000"/>
              </a:lnSpc>
              <a:spcBef>
                <a:spcPts val="0"/>
              </a:spcBef>
              <a:spcAft>
                <a:spcPts val="0"/>
              </a:spcAft>
              <a:buNone/>
            </a:pPr>
            <a:r>
              <a:rPr b="1" lang="es-419" sz="1000">
                <a:latin typeface="Arvo"/>
                <a:ea typeface="Arvo"/>
                <a:cs typeface="Arvo"/>
                <a:sym typeface="Arvo"/>
              </a:rPr>
              <a:t>Narrativa actividad de la meta de la empresa:</a:t>
            </a:r>
            <a:r>
              <a:rPr lang="es-419" sz="700">
                <a:solidFill>
                  <a:srgbClr val="666666"/>
                </a:solidFill>
                <a:latin typeface="Arvo"/>
                <a:ea typeface="Arvo"/>
                <a:cs typeface="Arvo"/>
                <a:sym typeface="Arvo"/>
              </a:rPr>
              <a:t>  </a:t>
            </a:r>
            <a:r>
              <a:rPr i="1" lang="es-419" sz="600">
                <a:solidFill>
                  <a:srgbClr val="666666"/>
                </a:solidFill>
                <a:latin typeface="Arvo"/>
                <a:ea typeface="Arvo"/>
                <a:cs typeface="Arvo"/>
                <a:sym typeface="Arvo"/>
              </a:rPr>
              <a:t>&lt;El cliente realiza el pago&gt;</a:t>
            </a:r>
            <a:r>
              <a:rPr b="1" lang="es-419" sz="1100">
                <a:latin typeface="Arvo"/>
                <a:ea typeface="Arvo"/>
                <a:cs typeface="Arvo"/>
                <a:sym typeface="Arvo"/>
              </a:rPr>
              <a:t> </a:t>
            </a:r>
            <a:endParaRPr sz="800">
              <a:solidFill>
                <a:srgbClr val="666666"/>
              </a:solidFill>
              <a:latin typeface="Arvo"/>
              <a:ea typeface="Arvo"/>
              <a:cs typeface="Arvo"/>
              <a:sym typeface="Arvo"/>
            </a:endParaRPr>
          </a:p>
        </p:txBody>
      </p:sp>
      <p:sp>
        <p:nvSpPr>
          <p:cNvPr id="3764" name="Google Shape;3764;p62"/>
          <p:cNvSpPr txBox="1"/>
          <p:nvPr>
            <p:ph idx="9" type="subTitle"/>
          </p:nvPr>
        </p:nvSpPr>
        <p:spPr>
          <a:xfrm>
            <a:off x="6845444" y="4954212"/>
            <a:ext cx="3027600" cy="342000"/>
          </a:xfrm>
          <a:prstGeom prst="rect">
            <a:avLst/>
          </a:prstGeom>
          <a:noFill/>
          <a:ln>
            <a:noFill/>
          </a:ln>
        </p:spPr>
        <p:txBody>
          <a:bodyPr anchorCtr="0" anchor="ctr" bIns="36000" lIns="36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3765" name="Google Shape;3765;p62"/>
          <p:cNvSpPr/>
          <p:nvPr/>
        </p:nvSpPr>
        <p:spPr>
          <a:xfrm>
            <a:off x="6845744" y="5485463"/>
            <a:ext cx="3027000" cy="343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3766" name="Google Shape;3766;p62"/>
          <p:cNvSpPr txBox="1"/>
          <p:nvPr>
            <p:ph idx="13" type="subTitle"/>
          </p:nvPr>
        </p:nvSpPr>
        <p:spPr>
          <a:xfrm>
            <a:off x="6845444" y="5486213"/>
            <a:ext cx="3027600" cy="342000"/>
          </a:xfrm>
          <a:prstGeom prst="rect">
            <a:avLst/>
          </a:prstGeom>
          <a:noFill/>
          <a:ln>
            <a:noFill/>
          </a:ln>
        </p:spPr>
        <p:txBody>
          <a:bodyPr anchorCtr="0" anchor="ctr" bIns="36000" lIns="36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3767" name="Google Shape;3767;p62"/>
          <p:cNvSpPr/>
          <p:nvPr/>
        </p:nvSpPr>
        <p:spPr>
          <a:xfrm>
            <a:off x="6845744" y="6051970"/>
            <a:ext cx="3027000" cy="343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3768" name="Google Shape;3768;p62"/>
          <p:cNvSpPr txBox="1"/>
          <p:nvPr>
            <p:ph idx="14" type="subTitle"/>
          </p:nvPr>
        </p:nvSpPr>
        <p:spPr>
          <a:xfrm>
            <a:off x="6845444" y="6052720"/>
            <a:ext cx="3027600" cy="342000"/>
          </a:xfrm>
          <a:prstGeom prst="rect">
            <a:avLst/>
          </a:prstGeom>
          <a:noFill/>
          <a:ln>
            <a:noFill/>
          </a:ln>
        </p:spPr>
        <p:txBody>
          <a:bodyPr anchorCtr="0" anchor="ctr" bIns="36000" lIns="36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3769" name="Google Shape;3769;p62"/>
          <p:cNvSpPr txBox="1"/>
          <p:nvPr/>
        </p:nvSpPr>
        <p:spPr>
          <a:xfrm>
            <a:off x="197034" y="5534063"/>
            <a:ext cx="1679100" cy="246300"/>
          </a:xfrm>
          <a:prstGeom prst="rect">
            <a:avLst/>
          </a:prstGeom>
          <a:noFill/>
          <a:ln>
            <a:noFill/>
          </a:ln>
        </p:spPr>
        <p:txBody>
          <a:bodyPr anchorCtr="0" anchor="ctr" bIns="0" lIns="0" spcFirstLastPara="1" rIns="0" wrap="square" tIns="0">
            <a:spAutoFit/>
          </a:bodyPr>
          <a:lstStyle/>
          <a:p>
            <a:pPr indent="0" lvl="0" marL="0" rtl="0" algn="r">
              <a:lnSpc>
                <a:spcPct val="100000"/>
              </a:lnSpc>
              <a:spcBef>
                <a:spcPts val="0"/>
              </a:spcBef>
              <a:spcAft>
                <a:spcPts val="0"/>
              </a:spcAft>
              <a:buNone/>
            </a:pPr>
            <a:r>
              <a:rPr b="1" lang="es-419" sz="1000">
                <a:latin typeface="Arvo"/>
                <a:ea typeface="Arvo"/>
                <a:cs typeface="Arvo"/>
                <a:sym typeface="Arvo"/>
              </a:rPr>
              <a:t>Precondición: </a:t>
            </a:r>
            <a:endParaRPr b="1" sz="1000">
              <a:latin typeface="Arvo"/>
              <a:ea typeface="Arvo"/>
              <a:cs typeface="Arvo"/>
              <a:sym typeface="Arvo"/>
            </a:endParaRPr>
          </a:p>
          <a:p>
            <a:pPr indent="0" lvl="0" marL="0" rtl="0" algn="r">
              <a:lnSpc>
                <a:spcPct val="100000"/>
              </a:lnSpc>
              <a:spcBef>
                <a:spcPts val="0"/>
              </a:spcBef>
              <a:spcAft>
                <a:spcPts val="0"/>
              </a:spcAft>
              <a:buNone/>
            </a:pPr>
            <a:r>
              <a:rPr i="1" lang="es-419" sz="600">
                <a:solidFill>
                  <a:srgbClr val="666666"/>
                </a:solidFill>
                <a:latin typeface="Arvo"/>
                <a:ea typeface="Arvo"/>
                <a:cs typeface="Arvo"/>
                <a:sym typeface="Arvo"/>
              </a:rPr>
              <a:t>&lt;ej: El comprador debe estar registrado&gt;</a:t>
            </a:r>
            <a:endParaRPr i="1" sz="600">
              <a:solidFill>
                <a:srgbClr val="666666"/>
              </a:solidFill>
              <a:latin typeface="Arvo"/>
              <a:ea typeface="Arvo"/>
              <a:cs typeface="Arvo"/>
              <a:sym typeface="Arvo"/>
            </a:endParaRPr>
          </a:p>
        </p:txBody>
      </p:sp>
      <p:sp>
        <p:nvSpPr>
          <p:cNvPr id="3770" name="Google Shape;3770;p62"/>
          <p:cNvSpPr txBox="1"/>
          <p:nvPr/>
        </p:nvSpPr>
        <p:spPr>
          <a:xfrm>
            <a:off x="197034" y="6086320"/>
            <a:ext cx="1679100" cy="274800"/>
          </a:xfrm>
          <a:prstGeom prst="rect">
            <a:avLst/>
          </a:prstGeom>
          <a:noFill/>
          <a:ln>
            <a:noFill/>
          </a:ln>
        </p:spPr>
        <p:txBody>
          <a:bodyPr anchorCtr="0" anchor="ctr" bIns="0" lIns="0" spcFirstLastPara="1" rIns="0" wrap="square" tIns="0">
            <a:spAutoFit/>
          </a:bodyPr>
          <a:lstStyle/>
          <a:p>
            <a:pPr indent="0" lvl="0" marL="0" rtl="0" algn="r">
              <a:lnSpc>
                <a:spcPct val="85000"/>
              </a:lnSpc>
              <a:spcBef>
                <a:spcPts val="0"/>
              </a:spcBef>
              <a:spcAft>
                <a:spcPts val="0"/>
              </a:spcAft>
              <a:buNone/>
            </a:pPr>
            <a:r>
              <a:rPr b="1" lang="es-419" sz="1000">
                <a:latin typeface="Arvo"/>
                <a:ea typeface="Arvo"/>
                <a:cs typeface="Arvo"/>
                <a:sym typeface="Arvo"/>
              </a:rPr>
              <a:t>Poscondición:</a:t>
            </a:r>
            <a:endParaRPr sz="700">
              <a:solidFill>
                <a:srgbClr val="666666"/>
              </a:solidFill>
              <a:latin typeface="Arvo"/>
              <a:ea typeface="Arvo"/>
              <a:cs typeface="Arvo"/>
              <a:sym typeface="Arvo"/>
            </a:endParaRPr>
          </a:p>
          <a:p>
            <a:pPr indent="0" lvl="0" marL="0" rtl="0" algn="r">
              <a:lnSpc>
                <a:spcPct val="85000"/>
              </a:lnSpc>
              <a:spcBef>
                <a:spcPts val="0"/>
              </a:spcBef>
              <a:spcAft>
                <a:spcPts val="0"/>
              </a:spcAft>
              <a:buNone/>
            </a:pPr>
            <a:r>
              <a:rPr lang="es-419" sz="700">
                <a:solidFill>
                  <a:srgbClr val="666666"/>
                </a:solidFill>
                <a:latin typeface="Arvo"/>
                <a:ea typeface="Arvo"/>
                <a:cs typeface="Arvo"/>
                <a:sym typeface="Arvo"/>
              </a:rPr>
              <a:t> </a:t>
            </a:r>
            <a:r>
              <a:rPr i="1" lang="es-419" sz="600">
                <a:solidFill>
                  <a:srgbClr val="666666"/>
                </a:solidFill>
                <a:latin typeface="Arvo"/>
                <a:ea typeface="Arvo"/>
                <a:cs typeface="Arvo"/>
                <a:sym typeface="Arvo"/>
              </a:rPr>
              <a:t>&lt;ej: El pago debe estar realizado&gt;</a:t>
            </a:r>
            <a:r>
              <a:rPr b="1" lang="es-419" sz="1100">
                <a:latin typeface="Arvo"/>
                <a:ea typeface="Arvo"/>
                <a:cs typeface="Arvo"/>
                <a:sym typeface="Arvo"/>
              </a:rPr>
              <a:t> </a:t>
            </a:r>
            <a:endParaRPr sz="800">
              <a:solidFill>
                <a:srgbClr val="666666"/>
              </a:solidFill>
              <a:latin typeface="Arvo"/>
              <a:ea typeface="Arvo"/>
              <a:cs typeface="Arvo"/>
              <a:sym typeface="Arvo"/>
            </a:endParaRPr>
          </a:p>
        </p:txBody>
      </p:sp>
      <p:sp>
        <p:nvSpPr>
          <p:cNvPr id="3771" name="Google Shape;3771;p62"/>
          <p:cNvSpPr/>
          <p:nvPr/>
        </p:nvSpPr>
        <p:spPr>
          <a:xfrm>
            <a:off x="1940924" y="5485463"/>
            <a:ext cx="3027000" cy="343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3772" name="Google Shape;3772;p62"/>
          <p:cNvSpPr txBox="1"/>
          <p:nvPr>
            <p:ph idx="15" type="subTitle"/>
          </p:nvPr>
        </p:nvSpPr>
        <p:spPr>
          <a:xfrm>
            <a:off x="1940624" y="5486213"/>
            <a:ext cx="3027600" cy="342000"/>
          </a:xfrm>
          <a:prstGeom prst="rect">
            <a:avLst/>
          </a:prstGeom>
          <a:noFill/>
          <a:ln>
            <a:noFill/>
          </a:ln>
        </p:spPr>
        <p:txBody>
          <a:bodyPr anchorCtr="0" anchor="ctr" bIns="36000" lIns="36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3773" name="Google Shape;3773;p62"/>
          <p:cNvSpPr/>
          <p:nvPr/>
        </p:nvSpPr>
        <p:spPr>
          <a:xfrm>
            <a:off x="1940924" y="6051970"/>
            <a:ext cx="3027000" cy="343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3774" name="Google Shape;3774;p62"/>
          <p:cNvSpPr txBox="1"/>
          <p:nvPr>
            <p:ph idx="16" type="subTitle"/>
          </p:nvPr>
        </p:nvSpPr>
        <p:spPr>
          <a:xfrm>
            <a:off x="1940624" y="6052720"/>
            <a:ext cx="3027600" cy="342000"/>
          </a:xfrm>
          <a:prstGeom prst="rect">
            <a:avLst/>
          </a:prstGeom>
          <a:noFill/>
          <a:ln>
            <a:noFill/>
          </a:ln>
        </p:spPr>
        <p:txBody>
          <a:bodyPr anchorCtr="0" anchor="ctr" bIns="36000" lIns="36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3775" name="Google Shape;3775;p62"/>
          <p:cNvSpPr txBox="1"/>
          <p:nvPr/>
        </p:nvSpPr>
        <p:spPr>
          <a:xfrm>
            <a:off x="197034" y="1002597"/>
            <a:ext cx="1679100" cy="246300"/>
          </a:xfrm>
          <a:prstGeom prst="rect">
            <a:avLst/>
          </a:prstGeom>
          <a:noFill/>
          <a:ln>
            <a:noFill/>
          </a:ln>
        </p:spPr>
        <p:txBody>
          <a:bodyPr anchorCtr="0" anchor="ctr" bIns="0" lIns="0" spcFirstLastPara="1" rIns="0" wrap="square" tIns="0">
            <a:spAutoFit/>
          </a:bodyPr>
          <a:lstStyle/>
          <a:p>
            <a:pPr indent="0" lvl="0" marL="0" rtl="0" algn="r">
              <a:lnSpc>
                <a:spcPct val="100000"/>
              </a:lnSpc>
              <a:spcBef>
                <a:spcPts val="0"/>
              </a:spcBef>
              <a:spcAft>
                <a:spcPts val="0"/>
              </a:spcAft>
              <a:buNone/>
            </a:pPr>
            <a:r>
              <a:rPr b="1" lang="es-419" sz="1000">
                <a:latin typeface="Arvo"/>
                <a:ea typeface="Arvo"/>
                <a:cs typeface="Arvo"/>
                <a:sym typeface="Arvo"/>
              </a:rPr>
              <a:t>Nombre del proceso: </a:t>
            </a:r>
            <a:endParaRPr b="1" sz="1000">
              <a:latin typeface="Arvo"/>
              <a:ea typeface="Arvo"/>
              <a:cs typeface="Arvo"/>
              <a:sym typeface="Arvo"/>
            </a:endParaRPr>
          </a:p>
          <a:p>
            <a:pPr indent="0" lvl="0" marL="0" rtl="0" algn="r">
              <a:lnSpc>
                <a:spcPct val="100000"/>
              </a:lnSpc>
              <a:spcBef>
                <a:spcPts val="0"/>
              </a:spcBef>
              <a:spcAft>
                <a:spcPts val="0"/>
              </a:spcAft>
              <a:buNone/>
            </a:pPr>
            <a:r>
              <a:rPr i="1" lang="es-419" sz="600">
                <a:solidFill>
                  <a:srgbClr val="666666"/>
                </a:solidFill>
                <a:latin typeface="Arvo"/>
                <a:ea typeface="Arvo"/>
                <a:cs typeface="Arvo"/>
                <a:sym typeface="Arvo"/>
              </a:rPr>
              <a:t>&lt;ej: Reserva de citas médicas&gt;</a:t>
            </a:r>
            <a:endParaRPr i="1" sz="600">
              <a:solidFill>
                <a:srgbClr val="666666"/>
              </a:solidFill>
              <a:latin typeface="Arvo"/>
              <a:ea typeface="Arvo"/>
              <a:cs typeface="Arvo"/>
              <a:sym typeface="Arvo"/>
            </a:endParaRPr>
          </a:p>
        </p:txBody>
      </p:sp>
      <p:sp>
        <p:nvSpPr>
          <p:cNvPr id="3776" name="Google Shape;3776;p62"/>
          <p:cNvSpPr txBox="1"/>
          <p:nvPr/>
        </p:nvSpPr>
        <p:spPr>
          <a:xfrm>
            <a:off x="197034" y="1496061"/>
            <a:ext cx="1679100" cy="274800"/>
          </a:xfrm>
          <a:prstGeom prst="rect">
            <a:avLst/>
          </a:prstGeom>
          <a:noFill/>
          <a:ln>
            <a:noFill/>
          </a:ln>
        </p:spPr>
        <p:txBody>
          <a:bodyPr anchorCtr="0" anchor="ctr" bIns="0" lIns="0" spcFirstLastPara="1" rIns="0" wrap="square" tIns="0">
            <a:spAutoFit/>
          </a:bodyPr>
          <a:lstStyle/>
          <a:p>
            <a:pPr indent="0" lvl="0" marL="0" rtl="0" algn="r">
              <a:lnSpc>
                <a:spcPct val="85000"/>
              </a:lnSpc>
              <a:spcBef>
                <a:spcPts val="0"/>
              </a:spcBef>
              <a:spcAft>
                <a:spcPts val="0"/>
              </a:spcAft>
              <a:buNone/>
            </a:pPr>
            <a:r>
              <a:rPr b="1" lang="es-419" sz="1000">
                <a:latin typeface="Arvo"/>
                <a:ea typeface="Arvo"/>
                <a:cs typeface="Arvo"/>
                <a:sym typeface="Arvo"/>
              </a:rPr>
              <a:t>Narrativa:</a:t>
            </a:r>
            <a:endParaRPr sz="700">
              <a:solidFill>
                <a:srgbClr val="666666"/>
              </a:solidFill>
              <a:latin typeface="Arvo"/>
              <a:ea typeface="Arvo"/>
              <a:cs typeface="Arvo"/>
              <a:sym typeface="Arvo"/>
            </a:endParaRPr>
          </a:p>
          <a:p>
            <a:pPr indent="0" lvl="0" marL="0" rtl="0" algn="r">
              <a:lnSpc>
                <a:spcPct val="85000"/>
              </a:lnSpc>
              <a:spcBef>
                <a:spcPts val="0"/>
              </a:spcBef>
              <a:spcAft>
                <a:spcPts val="0"/>
              </a:spcAft>
              <a:buNone/>
            </a:pPr>
            <a:r>
              <a:rPr lang="es-419" sz="700">
                <a:solidFill>
                  <a:srgbClr val="666666"/>
                </a:solidFill>
                <a:latin typeface="Arvo"/>
                <a:ea typeface="Arvo"/>
                <a:cs typeface="Arvo"/>
                <a:sym typeface="Arvo"/>
              </a:rPr>
              <a:t> </a:t>
            </a:r>
            <a:r>
              <a:rPr i="1" lang="es-419" sz="600">
                <a:solidFill>
                  <a:srgbClr val="666666"/>
                </a:solidFill>
                <a:latin typeface="Arvo"/>
                <a:ea typeface="Arvo"/>
                <a:cs typeface="Arvo"/>
                <a:sym typeface="Arvo"/>
              </a:rPr>
              <a:t>&lt;ej: El paciente reserva una cita&gt;</a:t>
            </a:r>
            <a:r>
              <a:rPr b="1" lang="es-419" sz="1100">
                <a:latin typeface="Arvo"/>
                <a:ea typeface="Arvo"/>
                <a:cs typeface="Arvo"/>
                <a:sym typeface="Arvo"/>
              </a:rPr>
              <a:t> </a:t>
            </a:r>
            <a:endParaRPr sz="800">
              <a:solidFill>
                <a:srgbClr val="666666"/>
              </a:solidFill>
              <a:latin typeface="Arvo"/>
              <a:ea typeface="Arvo"/>
              <a:cs typeface="Arvo"/>
              <a:sym typeface="Arvo"/>
            </a:endParaRPr>
          </a:p>
        </p:txBody>
      </p:sp>
      <p:sp>
        <p:nvSpPr>
          <p:cNvPr id="3777" name="Google Shape;3777;p62"/>
          <p:cNvSpPr/>
          <p:nvPr/>
        </p:nvSpPr>
        <p:spPr>
          <a:xfrm>
            <a:off x="1940924" y="953997"/>
            <a:ext cx="3027000" cy="343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3778" name="Google Shape;3778;p62"/>
          <p:cNvSpPr txBox="1"/>
          <p:nvPr>
            <p:ph idx="17" type="subTitle"/>
          </p:nvPr>
        </p:nvSpPr>
        <p:spPr>
          <a:xfrm>
            <a:off x="1940624" y="954747"/>
            <a:ext cx="3027600" cy="342000"/>
          </a:xfrm>
          <a:prstGeom prst="rect">
            <a:avLst/>
          </a:prstGeom>
          <a:noFill/>
          <a:ln>
            <a:noFill/>
          </a:ln>
        </p:spPr>
        <p:txBody>
          <a:bodyPr anchorCtr="0" anchor="ctr" bIns="36000" lIns="36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3779" name="Google Shape;3779;p62"/>
          <p:cNvSpPr/>
          <p:nvPr/>
        </p:nvSpPr>
        <p:spPr>
          <a:xfrm>
            <a:off x="1940924" y="1461711"/>
            <a:ext cx="3027000" cy="343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3780" name="Google Shape;3780;p62"/>
          <p:cNvSpPr txBox="1"/>
          <p:nvPr>
            <p:ph idx="18" type="subTitle"/>
          </p:nvPr>
        </p:nvSpPr>
        <p:spPr>
          <a:xfrm>
            <a:off x="1940624" y="1462461"/>
            <a:ext cx="3027600" cy="342000"/>
          </a:xfrm>
          <a:prstGeom prst="rect">
            <a:avLst/>
          </a:prstGeom>
          <a:noFill/>
          <a:ln>
            <a:noFill/>
          </a:ln>
        </p:spPr>
        <p:txBody>
          <a:bodyPr anchorCtr="0" anchor="ctr" bIns="36000" lIns="36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3781" name="Google Shape;3781;p62"/>
          <p:cNvSpPr txBox="1"/>
          <p:nvPr/>
        </p:nvSpPr>
        <p:spPr>
          <a:xfrm>
            <a:off x="197034" y="1989729"/>
            <a:ext cx="1679100" cy="1015800"/>
          </a:xfrm>
          <a:prstGeom prst="rect">
            <a:avLst/>
          </a:prstGeom>
          <a:noFill/>
          <a:ln>
            <a:noFill/>
          </a:ln>
        </p:spPr>
        <p:txBody>
          <a:bodyPr anchorCtr="0" anchor="ctr" bIns="0" lIns="0" spcFirstLastPara="1" rIns="0" wrap="square" tIns="0">
            <a:spAutoFit/>
          </a:bodyPr>
          <a:lstStyle/>
          <a:p>
            <a:pPr indent="0" lvl="0" marL="0" rtl="0" algn="r">
              <a:lnSpc>
                <a:spcPct val="100000"/>
              </a:lnSpc>
              <a:spcBef>
                <a:spcPts val="0"/>
              </a:spcBef>
              <a:spcAft>
                <a:spcPts val="0"/>
              </a:spcAft>
              <a:buNone/>
            </a:pPr>
            <a:r>
              <a:rPr b="1" lang="es-419" sz="1000">
                <a:latin typeface="Arvo"/>
                <a:ea typeface="Arvo"/>
                <a:cs typeface="Arvo"/>
                <a:sym typeface="Arvo"/>
              </a:rPr>
              <a:t>Meta del proceso:</a:t>
            </a:r>
            <a:endParaRPr b="1" sz="1000">
              <a:latin typeface="Arvo"/>
              <a:ea typeface="Arvo"/>
              <a:cs typeface="Arvo"/>
              <a:sym typeface="Arvo"/>
            </a:endParaRPr>
          </a:p>
          <a:p>
            <a:pPr indent="0" lvl="0" marL="0" rtl="0" algn="r">
              <a:lnSpc>
                <a:spcPct val="100000"/>
              </a:lnSpc>
              <a:spcBef>
                <a:spcPts val="0"/>
              </a:spcBef>
              <a:spcAft>
                <a:spcPts val="0"/>
              </a:spcAft>
              <a:buNone/>
            </a:pPr>
            <a:r>
              <a:rPr b="1" lang="es-419" sz="700">
                <a:latin typeface="Arvo"/>
                <a:ea typeface="Arvo"/>
                <a:cs typeface="Arvo"/>
                <a:sym typeface="Arvo"/>
              </a:rPr>
              <a:t>[Meta = &lt;sustantivo&gt;&lt;adjetivo&gt;]</a:t>
            </a:r>
            <a:endParaRPr b="1" sz="700">
              <a:latin typeface="Arvo"/>
              <a:ea typeface="Arvo"/>
              <a:cs typeface="Arvo"/>
              <a:sym typeface="Arvo"/>
            </a:endParaRPr>
          </a:p>
          <a:p>
            <a:pPr indent="0" lvl="0" marL="0" rtl="0" algn="r">
              <a:lnSpc>
                <a:spcPct val="100000"/>
              </a:lnSpc>
              <a:spcBef>
                <a:spcPts val="0"/>
              </a:spcBef>
              <a:spcAft>
                <a:spcPts val="0"/>
              </a:spcAft>
              <a:buNone/>
            </a:pPr>
            <a:r>
              <a:rPr lang="es-419" sz="700">
                <a:solidFill>
                  <a:srgbClr val="666666"/>
                </a:solidFill>
                <a:latin typeface="Arvo"/>
                <a:ea typeface="Arvo"/>
                <a:cs typeface="Arvo"/>
                <a:sym typeface="Arvo"/>
              </a:rPr>
              <a:t> </a:t>
            </a:r>
            <a:r>
              <a:rPr i="1" lang="es-419" sz="600">
                <a:solidFill>
                  <a:srgbClr val="666666"/>
                </a:solidFill>
                <a:latin typeface="Arvo"/>
                <a:ea typeface="Arvo"/>
                <a:cs typeface="Arvo"/>
                <a:sym typeface="Arvo"/>
              </a:rPr>
              <a:t>&lt;ej: El ej: 1% de las devoluciones de productos. </a:t>
            </a:r>
            <a:endParaRPr i="1" sz="600">
              <a:solidFill>
                <a:srgbClr val="666666"/>
              </a:solidFill>
              <a:latin typeface="Arvo"/>
              <a:ea typeface="Arvo"/>
              <a:cs typeface="Arvo"/>
              <a:sym typeface="Arvo"/>
            </a:endParaRPr>
          </a:p>
          <a:p>
            <a:pPr indent="0" lvl="0" marL="0" rtl="0" algn="r">
              <a:lnSpc>
                <a:spcPct val="100000"/>
              </a:lnSpc>
              <a:spcBef>
                <a:spcPts val="0"/>
              </a:spcBef>
              <a:spcAft>
                <a:spcPts val="0"/>
              </a:spcAft>
              <a:buNone/>
            </a:pPr>
            <a:r>
              <a:rPr i="1" lang="es-419" sz="600">
                <a:solidFill>
                  <a:srgbClr val="666666"/>
                </a:solidFill>
                <a:latin typeface="Arvo"/>
                <a:ea typeface="Arvo"/>
                <a:cs typeface="Arvo"/>
                <a:sym typeface="Arvo"/>
              </a:rPr>
              <a:t>[nota: esta meta está relacionada con la visión del negocio. se supone que los procesos ayudan a conseguir la posición esperada del negocio la cual está determinada por las metas de la empresa.]&gt;</a:t>
            </a:r>
            <a:endParaRPr sz="800">
              <a:solidFill>
                <a:srgbClr val="666666"/>
              </a:solidFill>
              <a:latin typeface="Arvo"/>
              <a:ea typeface="Arvo"/>
              <a:cs typeface="Arvo"/>
              <a:sym typeface="Arvo"/>
            </a:endParaRPr>
          </a:p>
        </p:txBody>
      </p:sp>
      <p:sp>
        <p:nvSpPr>
          <p:cNvPr id="3782" name="Google Shape;3782;p62"/>
          <p:cNvSpPr/>
          <p:nvPr/>
        </p:nvSpPr>
        <p:spPr>
          <a:xfrm>
            <a:off x="1940924" y="1984375"/>
            <a:ext cx="3027000" cy="1015800"/>
          </a:xfrm>
          <a:prstGeom prst="roundRect">
            <a:avLst>
              <a:gd fmla="val 728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3783" name="Google Shape;3783;p62"/>
          <p:cNvSpPr txBox="1"/>
          <p:nvPr>
            <p:ph idx="19" type="subTitle"/>
          </p:nvPr>
        </p:nvSpPr>
        <p:spPr>
          <a:xfrm>
            <a:off x="1940924" y="1985125"/>
            <a:ext cx="3027000" cy="1015200"/>
          </a:xfrm>
          <a:prstGeom prst="rect">
            <a:avLst/>
          </a:prstGeom>
          <a:noFill/>
          <a:ln>
            <a:noFill/>
          </a:ln>
        </p:spPr>
        <p:txBody>
          <a:bodyPr anchorCtr="0" anchor="t" bIns="36000" lIns="36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3784" name="Google Shape;3784;p62"/>
          <p:cNvSpPr txBox="1"/>
          <p:nvPr/>
        </p:nvSpPr>
        <p:spPr>
          <a:xfrm>
            <a:off x="197034" y="3149026"/>
            <a:ext cx="1679100" cy="409500"/>
          </a:xfrm>
          <a:prstGeom prst="rect">
            <a:avLst/>
          </a:prstGeom>
          <a:noFill/>
          <a:ln>
            <a:noFill/>
          </a:ln>
        </p:spPr>
        <p:txBody>
          <a:bodyPr anchorCtr="0" anchor="ctr" bIns="0" lIns="0" spcFirstLastPara="1" rIns="0" wrap="square" tIns="0">
            <a:spAutoFit/>
          </a:bodyPr>
          <a:lstStyle/>
          <a:p>
            <a:pPr indent="0" lvl="0" marL="0" rtl="0" algn="r">
              <a:lnSpc>
                <a:spcPct val="100000"/>
              </a:lnSpc>
              <a:spcBef>
                <a:spcPts val="0"/>
              </a:spcBef>
              <a:spcAft>
                <a:spcPts val="0"/>
              </a:spcAft>
              <a:buNone/>
            </a:pPr>
            <a:r>
              <a:rPr b="1" lang="es-419" sz="1000">
                <a:latin typeface="Arvo"/>
                <a:ea typeface="Arvo"/>
                <a:cs typeface="Arvo"/>
                <a:sym typeface="Arvo"/>
              </a:rPr>
              <a:t>Procesos con los que tiene relación:</a:t>
            </a:r>
            <a:endParaRPr sz="700">
              <a:solidFill>
                <a:srgbClr val="666666"/>
              </a:solidFill>
              <a:latin typeface="Arvo"/>
              <a:ea typeface="Arvo"/>
              <a:cs typeface="Arvo"/>
              <a:sym typeface="Arvo"/>
            </a:endParaRPr>
          </a:p>
          <a:p>
            <a:pPr indent="0" lvl="0" marL="0" rtl="0" algn="r">
              <a:lnSpc>
                <a:spcPct val="60000"/>
              </a:lnSpc>
              <a:spcBef>
                <a:spcPts val="0"/>
              </a:spcBef>
              <a:spcAft>
                <a:spcPts val="0"/>
              </a:spcAft>
              <a:buNone/>
            </a:pPr>
            <a:r>
              <a:rPr i="1" lang="es-419" sz="600">
                <a:solidFill>
                  <a:srgbClr val="666666"/>
                </a:solidFill>
                <a:latin typeface="Arvo"/>
                <a:ea typeface="Arvo"/>
                <a:cs typeface="Arvo"/>
                <a:sym typeface="Arvo"/>
              </a:rPr>
              <a:t>&lt;ej: Registro de compradores&gt;</a:t>
            </a:r>
            <a:r>
              <a:rPr b="1" lang="es-419" sz="1100">
                <a:latin typeface="Arvo"/>
                <a:ea typeface="Arvo"/>
                <a:cs typeface="Arvo"/>
                <a:sym typeface="Arvo"/>
              </a:rPr>
              <a:t> </a:t>
            </a:r>
            <a:endParaRPr sz="800">
              <a:solidFill>
                <a:srgbClr val="666666"/>
              </a:solidFill>
              <a:latin typeface="Arvo"/>
              <a:ea typeface="Arvo"/>
              <a:cs typeface="Arvo"/>
              <a:sym typeface="Arvo"/>
            </a:endParaRPr>
          </a:p>
        </p:txBody>
      </p:sp>
      <p:sp>
        <p:nvSpPr>
          <p:cNvPr id="3785" name="Google Shape;3785;p62"/>
          <p:cNvSpPr/>
          <p:nvPr/>
        </p:nvSpPr>
        <p:spPr>
          <a:xfrm>
            <a:off x="1940925" y="3182024"/>
            <a:ext cx="3027000" cy="9516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3786" name="Google Shape;3786;p62"/>
          <p:cNvSpPr txBox="1"/>
          <p:nvPr>
            <p:ph idx="20" type="subTitle"/>
          </p:nvPr>
        </p:nvSpPr>
        <p:spPr>
          <a:xfrm>
            <a:off x="1910382" y="3182611"/>
            <a:ext cx="3027600" cy="892800"/>
          </a:xfrm>
          <a:prstGeom prst="rect">
            <a:avLst/>
          </a:prstGeom>
          <a:noFill/>
          <a:ln>
            <a:noFill/>
          </a:ln>
        </p:spPr>
        <p:txBody>
          <a:bodyPr anchorCtr="0" anchor="t" bIns="36000" lIns="36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3787" name="Google Shape;3787;p62"/>
          <p:cNvSpPr txBox="1"/>
          <p:nvPr/>
        </p:nvSpPr>
        <p:spPr>
          <a:xfrm>
            <a:off x="197034" y="4219105"/>
            <a:ext cx="1679100" cy="892800"/>
          </a:xfrm>
          <a:prstGeom prst="rect">
            <a:avLst/>
          </a:prstGeom>
          <a:noFill/>
          <a:ln>
            <a:noFill/>
          </a:ln>
        </p:spPr>
        <p:txBody>
          <a:bodyPr anchorCtr="0" anchor="ctr" bIns="0" lIns="0" spcFirstLastPara="1" rIns="0" wrap="square" tIns="0">
            <a:spAutoFit/>
          </a:bodyPr>
          <a:lstStyle/>
          <a:p>
            <a:pPr indent="0" lvl="0" marL="0" rtl="0" algn="r">
              <a:lnSpc>
                <a:spcPct val="100000"/>
              </a:lnSpc>
              <a:spcBef>
                <a:spcPts val="0"/>
              </a:spcBef>
              <a:spcAft>
                <a:spcPts val="0"/>
              </a:spcAft>
              <a:buNone/>
            </a:pPr>
            <a:r>
              <a:rPr b="1" lang="es-419" sz="1000">
                <a:latin typeface="Arvo"/>
                <a:ea typeface="Arvo"/>
                <a:cs typeface="Arvo"/>
                <a:sym typeface="Arvo"/>
              </a:rPr>
              <a:t>Descripción proceso:</a:t>
            </a:r>
            <a:endParaRPr sz="700">
              <a:solidFill>
                <a:srgbClr val="666666"/>
              </a:solidFill>
              <a:latin typeface="Arvo"/>
              <a:ea typeface="Arvo"/>
              <a:cs typeface="Arvo"/>
              <a:sym typeface="Arvo"/>
            </a:endParaRPr>
          </a:p>
          <a:p>
            <a:pPr indent="0" lvl="0" marL="0" rtl="0" algn="r">
              <a:lnSpc>
                <a:spcPct val="80000"/>
              </a:lnSpc>
              <a:spcBef>
                <a:spcPts val="0"/>
              </a:spcBef>
              <a:spcAft>
                <a:spcPts val="0"/>
              </a:spcAft>
              <a:buNone/>
            </a:pPr>
            <a:r>
              <a:rPr i="1" lang="es-419" sz="600">
                <a:solidFill>
                  <a:srgbClr val="666666"/>
                </a:solidFill>
                <a:latin typeface="Arvo"/>
                <a:ea typeface="Arvo"/>
                <a:cs typeface="Arvo"/>
                <a:sym typeface="Arvo"/>
              </a:rPr>
              <a:t>&lt;ej: Este proceso le permite a los compradores obtener productos a muy bajo costo desde cualquier lugar y en cualquier momento, mediante este proceso los compradores pueden elegir una empresa de envíos para transportar los productos. El comprador dispone de un carro de compras, puede programar cada una de las compras y puede crear listas de preferencia.&gt;</a:t>
            </a:r>
            <a:endParaRPr sz="800">
              <a:solidFill>
                <a:srgbClr val="666666"/>
              </a:solidFill>
              <a:latin typeface="Arvo"/>
              <a:ea typeface="Arvo"/>
              <a:cs typeface="Arvo"/>
              <a:sym typeface="Arvo"/>
            </a:endParaRPr>
          </a:p>
        </p:txBody>
      </p:sp>
      <p:sp>
        <p:nvSpPr>
          <p:cNvPr id="3788" name="Google Shape;3788;p62"/>
          <p:cNvSpPr/>
          <p:nvPr/>
        </p:nvSpPr>
        <p:spPr>
          <a:xfrm>
            <a:off x="1940924" y="4252497"/>
            <a:ext cx="3027000" cy="859800"/>
          </a:xfrm>
          <a:prstGeom prst="roundRect">
            <a:avLst>
              <a:gd fmla="val 5871"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3789" name="Google Shape;3789;p62"/>
          <p:cNvSpPr txBox="1"/>
          <p:nvPr>
            <p:ph idx="21" type="subTitle"/>
          </p:nvPr>
        </p:nvSpPr>
        <p:spPr>
          <a:xfrm>
            <a:off x="1940624" y="4252497"/>
            <a:ext cx="3027600" cy="859800"/>
          </a:xfrm>
          <a:prstGeom prst="rect">
            <a:avLst/>
          </a:prstGeom>
          <a:noFill/>
          <a:ln>
            <a:noFill/>
          </a:ln>
        </p:spPr>
        <p:txBody>
          <a:bodyPr anchorCtr="0" anchor="t" bIns="36000" lIns="36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3790" name="Google Shape;3790;p62"/>
          <p:cNvSpPr txBox="1"/>
          <p:nvPr>
            <p:ph idx="22" type="body"/>
          </p:nvPr>
        </p:nvSpPr>
        <p:spPr>
          <a:xfrm>
            <a:off x="641150" y="612125"/>
            <a:ext cx="1770300" cy="160500"/>
          </a:xfrm>
          <a:prstGeom prst="rect">
            <a:avLst/>
          </a:prstGeom>
          <a:noFill/>
          <a:ln>
            <a:noFill/>
          </a:ln>
        </p:spPr>
        <p:txBody>
          <a:bodyPr anchorCtr="0" anchor="t" bIns="0" lIns="0" spcFirstLastPara="1" rIns="0" wrap="square" tIns="0">
            <a:noAutofit/>
          </a:bodyPr>
          <a:lstStyle>
            <a:lvl1pPr indent="-292100" lvl="0" marL="457200" algn="ctr">
              <a:spcBef>
                <a:spcPts val="0"/>
              </a:spcBef>
              <a:spcAft>
                <a:spcPts val="0"/>
              </a:spcAft>
              <a:buClr>
                <a:srgbClr val="FFFFFF"/>
              </a:buClr>
              <a:buSzPts val="1000"/>
              <a:buChar char="●"/>
              <a:defRPr sz="1000">
                <a:solidFill>
                  <a:srgbClr val="FFFFFF"/>
                </a:solidFill>
              </a:defRPr>
            </a:lvl1pPr>
            <a:lvl2pPr indent="-292100" lvl="1" marL="914400" algn="ctr">
              <a:spcBef>
                <a:spcPts val="0"/>
              </a:spcBef>
              <a:spcAft>
                <a:spcPts val="0"/>
              </a:spcAft>
              <a:buClr>
                <a:srgbClr val="FFFFFF"/>
              </a:buClr>
              <a:buSzPts val="1000"/>
              <a:buChar char="○"/>
              <a:defRPr sz="1000">
                <a:solidFill>
                  <a:srgbClr val="FFFFFF"/>
                </a:solidFill>
              </a:defRPr>
            </a:lvl2pPr>
            <a:lvl3pPr indent="-292100" lvl="2" marL="1371600" algn="ctr">
              <a:spcBef>
                <a:spcPts val="0"/>
              </a:spcBef>
              <a:spcAft>
                <a:spcPts val="0"/>
              </a:spcAft>
              <a:buClr>
                <a:srgbClr val="FFFFFF"/>
              </a:buClr>
              <a:buSzPts val="1000"/>
              <a:buChar char="■"/>
              <a:defRPr sz="1000">
                <a:solidFill>
                  <a:srgbClr val="FFFFFF"/>
                </a:solidFill>
              </a:defRPr>
            </a:lvl3pPr>
            <a:lvl4pPr indent="-292100" lvl="3" marL="1828800" algn="ctr">
              <a:spcBef>
                <a:spcPts val="0"/>
              </a:spcBef>
              <a:spcAft>
                <a:spcPts val="0"/>
              </a:spcAft>
              <a:buClr>
                <a:srgbClr val="FFFFFF"/>
              </a:buClr>
              <a:buSzPts val="1000"/>
              <a:buChar char="●"/>
              <a:defRPr sz="1000">
                <a:solidFill>
                  <a:srgbClr val="FFFFFF"/>
                </a:solidFill>
              </a:defRPr>
            </a:lvl4pPr>
            <a:lvl5pPr indent="-292100" lvl="4" marL="2286000" algn="ctr">
              <a:spcBef>
                <a:spcPts val="0"/>
              </a:spcBef>
              <a:spcAft>
                <a:spcPts val="0"/>
              </a:spcAft>
              <a:buClr>
                <a:srgbClr val="FFFFFF"/>
              </a:buClr>
              <a:buSzPts val="1000"/>
              <a:buChar char="○"/>
              <a:defRPr sz="1000">
                <a:solidFill>
                  <a:srgbClr val="FFFFFF"/>
                </a:solidFill>
              </a:defRPr>
            </a:lvl5pPr>
            <a:lvl6pPr indent="-292100" lvl="5" marL="2743200" algn="ctr">
              <a:spcBef>
                <a:spcPts val="0"/>
              </a:spcBef>
              <a:spcAft>
                <a:spcPts val="0"/>
              </a:spcAft>
              <a:buClr>
                <a:srgbClr val="FFFFFF"/>
              </a:buClr>
              <a:buSzPts val="1000"/>
              <a:buChar char="■"/>
              <a:defRPr sz="1000">
                <a:solidFill>
                  <a:srgbClr val="FFFFFF"/>
                </a:solidFill>
              </a:defRPr>
            </a:lvl6pPr>
            <a:lvl7pPr indent="-292100" lvl="6" marL="3200400" algn="ctr">
              <a:spcBef>
                <a:spcPts val="0"/>
              </a:spcBef>
              <a:spcAft>
                <a:spcPts val="0"/>
              </a:spcAft>
              <a:buClr>
                <a:srgbClr val="FFFFFF"/>
              </a:buClr>
              <a:buSzPts val="1000"/>
              <a:buChar char="●"/>
              <a:defRPr sz="1000">
                <a:solidFill>
                  <a:srgbClr val="FFFFFF"/>
                </a:solidFill>
              </a:defRPr>
            </a:lvl7pPr>
            <a:lvl8pPr indent="-292100" lvl="7" marL="3657600" algn="ctr">
              <a:spcBef>
                <a:spcPts val="0"/>
              </a:spcBef>
              <a:spcAft>
                <a:spcPts val="0"/>
              </a:spcAft>
              <a:buClr>
                <a:srgbClr val="FFFFFF"/>
              </a:buClr>
              <a:buSzPts val="1000"/>
              <a:buChar char="○"/>
              <a:defRPr sz="1000">
                <a:solidFill>
                  <a:srgbClr val="FFFFFF"/>
                </a:solidFill>
              </a:defRPr>
            </a:lvl8pPr>
            <a:lvl9pPr indent="-292100" lvl="8" marL="4114800" algn="ctr">
              <a:spcBef>
                <a:spcPts val="0"/>
              </a:spcBef>
              <a:spcAft>
                <a:spcPts val="0"/>
              </a:spcAft>
              <a:buClr>
                <a:srgbClr val="FFFFFF"/>
              </a:buClr>
              <a:buSzPts val="1000"/>
              <a:buChar char="■"/>
              <a:defRPr sz="1000">
                <a:solidFill>
                  <a:srgbClr val="FFFFFF"/>
                </a:solidFill>
              </a:defRPr>
            </a:lvl9pPr>
          </a:lstStyle>
          <a:p/>
        </p:txBody>
      </p:sp>
      <p:sp>
        <p:nvSpPr>
          <p:cNvPr id="3791" name="Google Shape;3791;p62"/>
          <p:cNvSpPr txBox="1"/>
          <p:nvPr/>
        </p:nvSpPr>
        <p:spPr>
          <a:xfrm>
            <a:off x="84825" y="598125"/>
            <a:ext cx="595500" cy="205800"/>
          </a:xfrm>
          <a:prstGeom prst="rect">
            <a:avLst/>
          </a:prstGeom>
          <a:noFill/>
          <a:ln>
            <a:noFill/>
          </a:ln>
        </p:spPr>
        <p:txBody>
          <a:bodyPr anchorCtr="0" anchor="t" bIns="18000" lIns="18000" spcFirstLastPara="1" rIns="18000" wrap="square" tIns="18000">
            <a:spAutoFit/>
          </a:bodyPr>
          <a:lstStyle/>
          <a:p>
            <a:pPr indent="0" lvl="0" marL="0" rtl="0" algn="l">
              <a:spcBef>
                <a:spcPts val="0"/>
              </a:spcBef>
              <a:spcAft>
                <a:spcPts val="0"/>
              </a:spcAft>
              <a:buNone/>
            </a:pPr>
            <a:r>
              <a:rPr lang="es-419" sz="1100">
                <a:solidFill>
                  <a:srgbClr val="FFFFFF"/>
                </a:solidFill>
              </a:rPr>
              <a:t>Nombre:</a:t>
            </a:r>
            <a:endParaRPr sz="1100">
              <a:solidFill>
                <a:srgbClr val="FFFFFF"/>
              </a:solidFill>
            </a:endParaRPr>
          </a:p>
        </p:txBody>
      </p:sp>
    </p:spTree>
  </p:cSld>
  <p:clrMapOvr>
    <a:masterClrMapping/>
  </p:clrMapOvr>
</p:sldLayout>
</file>

<file path=ppt/slideLayouts/slideLayout6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4.4 Especificación de Caso de Uso de Negocio">
  <p:cSld name="TITLE_3_6_1_1_1_1_1_1_1_1_1_1_1_1_1_1_1_1">
    <p:spTree>
      <p:nvGrpSpPr>
        <p:cNvPr id="3792" name="Shape 3792"/>
        <p:cNvGrpSpPr/>
        <p:nvPr/>
      </p:nvGrpSpPr>
      <p:grpSpPr>
        <a:xfrm>
          <a:off x="0" y="0"/>
          <a:ext cx="0" cy="0"/>
          <a:chOff x="0" y="0"/>
          <a:chExt cx="0" cy="0"/>
        </a:xfrm>
      </p:grpSpPr>
      <p:sp>
        <p:nvSpPr>
          <p:cNvPr id="3793" name="Google Shape;3793;p63"/>
          <p:cNvSpPr/>
          <p:nvPr/>
        </p:nvSpPr>
        <p:spPr>
          <a:xfrm>
            <a:off x="77688" y="358938"/>
            <a:ext cx="9935700" cy="6438000"/>
          </a:xfrm>
          <a:prstGeom prst="roundRect">
            <a:avLst>
              <a:gd fmla="val 2618" name="adj"/>
            </a:avLst>
          </a:prstGeom>
          <a:solidFill>
            <a:srgbClr val="FFFFFF"/>
          </a:solidFill>
          <a:ln cap="flat" cmpd="sng" w="38100">
            <a:solidFill>
              <a:srgbClr val="000000"/>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794" name="Google Shape;3794;p63"/>
          <p:cNvCxnSpPr/>
          <p:nvPr/>
        </p:nvCxnSpPr>
        <p:spPr>
          <a:xfrm>
            <a:off x="77688" y="772614"/>
            <a:ext cx="9935700" cy="0"/>
          </a:xfrm>
          <a:prstGeom prst="straightConnector1">
            <a:avLst/>
          </a:prstGeom>
          <a:noFill/>
          <a:ln cap="flat" cmpd="sng" w="19050">
            <a:solidFill>
              <a:srgbClr val="000000"/>
            </a:solidFill>
            <a:prstDash val="solid"/>
            <a:round/>
            <a:headEnd len="med" w="med" type="none"/>
            <a:tailEnd len="med" w="med" type="none"/>
          </a:ln>
        </p:spPr>
      </p:cxnSp>
      <p:cxnSp>
        <p:nvCxnSpPr>
          <p:cNvPr id="3795" name="Google Shape;3795;p63"/>
          <p:cNvCxnSpPr/>
          <p:nvPr/>
        </p:nvCxnSpPr>
        <p:spPr>
          <a:xfrm rot="10800000">
            <a:off x="2439038" y="368188"/>
            <a:ext cx="0" cy="402300"/>
          </a:xfrm>
          <a:prstGeom prst="straightConnector1">
            <a:avLst/>
          </a:prstGeom>
          <a:noFill/>
          <a:ln cap="flat" cmpd="sng" w="19050">
            <a:solidFill>
              <a:srgbClr val="000000"/>
            </a:solidFill>
            <a:prstDash val="solid"/>
            <a:round/>
            <a:headEnd len="med" w="med" type="none"/>
            <a:tailEnd len="med" w="med" type="none"/>
          </a:ln>
        </p:spPr>
      </p:cxnSp>
      <p:sp>
        <p:nvSpPr>
          <p:cNvPr id="3796" name="Google Shape;3796;p63"/>
          <p:cNvSpPr txBox="1"/>
          <p:nvPr>
            <p:ph type="title"/>
          </p:nvPr>
        </p:nvSpPr>
        <p:spPr>
          <a:xfrm flipH="1">
            <a:off x="3219174" y="437575"/>
            <a:ext cx="1731300" cy="2658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200"/>
              <a:buNone/>
              <a:defRPr sz="1200">
                <a:solidFill>
                  <a:srgbClr val="000000"/>
                </a:solidFill>
              </a:defRPr>
            </a:lvl1pPr>
            <a:lvl2pPr lvl="1">
              <a:spcBef>
                <a:spcPts val="0"/>
              </a:spcBef>
              <a:spcAft>
                <a:spcPts val="0"/>
              </a:spcAft>
              <a:buClr>
                <a:srgbClr val="000000"/>
              </a:buClr>
              <a:buSzPts val="1100"/>
              <a:buNone/>
              <a:defRPr sz="1100">
                <a:solidFill>
                  <a:srgbClr val="000000"/>
                </a:solidFill>
              </a:defRPr>
            </a:lvl2pPr>
            <a:lvl3pPr lvl="2">
              <a:spcBef>
                <a:spcPts val="0"/>
              </a:spcBef>
              <a:spcAft>
                <a:spcPts val="0"/>
              </a:spcAft>
              <a:buClr>
                <a:srgbClr val="000000"/>
              </a:buClr>
              <a:buSzPts val="1100"/>
              <a:buNone/>
              <a:defRPr sz="1100">
                <a:solidFill>
                  <a:srgbClr val="000000"/>
                </a:solidFill>
              </a:defRPr>
            </a:lvl3pPr>
            <a:lvl4pPr lvl="3">
              <a:spcBef>
                <a:spcPts val="0"/>
              </a:spcBef>
              <a:spcAft>
                <a:spcPts val="0"/>
              </a:spcAft>
              <a:buClr>
                <a:srgbClr val="000000"/>
              </a:buClr>
              <a:buSzPts val="1100"/>
              <a:buNone/>
              <a:defRPr sz="1100">
                <a:solidFill>
                  <a:srgbClr val="000000"/>
                </a:solidFill>
              </a:defRPr>
            </a:lvl4pPr>
            <a:lvl5pPr lvl="4">
              <a:spcBef>
                <a:spcPts val="0"/>
              </a:spcBef>
              <a:spcAft>
                <a:spcPts val="0"/>
              </a:spcAft>
              <a:buClr>
                <a:srgbClr val="000000"/>
              </a:buClr>
              <a:buSzPts val="1100"/>
              <a:buNone/>
              <a:defRPr sz="1100">
                <a:solidFill>
                  <a:srgbClr val="000000"/>
                </a:solidFill>
              </a:defRPr>
            </a:lvl5pPr>
            <a:lvl6pPr lvl="5">
              <a:spcBef>
                <a:spcPts val="0"/>
              </a:spcBef>
              <a:spcAft>
                <a:spcPts val="0"/>
              </a:spcAft>
              <a:buClr>
                <a:srgbClr val="000000"/>
              </a:buClr>
              <a:buSzPts val="1100"/>
              <a:buNone/>
              <a:defRPr sz="1100">
                <a:solidFill>
                  <a:srgbClr val="000000"/>
                </a:solidFill>
              </a:defRPr>
            </a:lvl6pPr>
            <a:lvl7pPr lvl="6">
              <a:spcBef>
                <a:spcPts val="0"/>
              </a:spcBef>
              <a:spcAft>
                <a:spcPts val="0"/>
              </a:spcAft>
              <a:buClr>
                <a:srgbClr val="000000"/>
              </a:buClr>
              <a:buSzPts val="1100"/>
              <a:buNone/>
              <a:defRPr sz="1100">
                <a:solidFill>
                  <a:srgbClr val="000000"/>
                </a:solidFill>
              </a:defRPr>
            </a:lvl7pPr>
            <a:lvl8pPr lvl="7">
              <a:spcBef>
                <a:spcPts val="0"/>
              </a:spcBef>
              <a:spcAft>
                <a:spcPts val="0"/>
              </a:spcAft>
              <a:buClr>
                <a:srgbClr val="000000"/>
              </a:buClr>
              <a:buSzPts val="1100"/>
              <a:buNone/>
              <a:defRPr sz="1100">
                <a:solidFill>
                  <a:srgbClr val="000000"/>
                </a:solidFill>
              </a:defRPr>
            </a:lvl8pPr>
            <a:lvl9pPr lvl="8">
              <a:spcBef>
                <a:spcPts val="0"/>
              </a:spcBef>
              <a:spcAft>
                <a:spcPts val="0"/>
              </a:spcAft>
              <a:buClr>
                <a:srgbClr val="000000"/>
              </a:buClr>
              <a:buSzPts val="1100"/>
              <a:buNone/>
              <a:defRPr sz="1100">
                <a:solidFill>
                  <a:srgbClr val="000000"/>
                </a:solidFill>
              </a:defRPr>
            </a:lvl9pPr>
          </a:lstStyle>
          <a:p/>
        </p:txBody>
      </p:sp>
      <p:sp>
        <p:nvSpPr>
          <p:cNvPr id="3797" name="Google Shape;3797;p63"/>
          <p:cNvSpPr txBox="1"/>
          <p:nvPr/>
        </p:nvSpPr>
        <p:spPr>
          <a:xfrm>
            <a:off x="2513487" y="437267"/>
            <a:ext cx="679500" cy="2664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b="1" lang="es-419" sz="1100"/>
              <a:t>Proceso:</a:t>
            </a:r>
            <a:endParaRPr b="1" sz="1100"/>
          </a:p>
        </p:txBody>
      </p:sp>
      <p:cxnSp>
        <p:nvCxnSpPr>
          <p:cNvPr id="3798" name="Google Shape;3798;p63"/>
          <p:cNvCxnSpPr/>
          <p:nvPr/>
        </p:nvCxnSpPr>
        <p:spPr>
          <a:xfrm rot="10800000">
            <a:off x="5070754" y="368188"/>
            <a:ext cx="0" cy="402300"/>
          </a:xfrm>
          <a:prstGeom prst="straightConnector1">
            <a:avLst/>
          </a:prstGeom>
          <a:noFill/>
          <a:ln cap="flat" cmpd="sng" w="19050">
            <a:solidFill>
              <a:srgbClr val="000000"/>
            </a:solidFill>
            <a:prstDash val="solid"/>
            <a:round/>
            <a:headEnd len="med" w="med" type="none"/>
            <a:tailEnd len="med" w="med" type="none"/>
          </a:ln>
        </p:spPr>
      </p:cxnSp>
      <p:sp>
        <p:nvSpPr>
          <p:cNvPr id="3799" name="Google Shape;3799;p63"/>
          <p:cNvSpPr txBox="1"/>
          <p:nvPr/>
        </p:nvSpPr>
        <p:spPr>
          <a:xfrm>
            <a:off x="5191013" y="387663"/>
            <a:ext cx="13026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Finalidad empresa:</a:t>
            </a:r>
            <a:endParaRPr b="1" sz="1100"/>
          </a:p>
        </p:txBody>
      </p:sp>
      <p:sp>
        <p:nvSpPr>
          <p:cNvPr id="3800" name="Google Shape;3800;p63"/>
          <p:cNvSpPr txBox="1"/>
          <p:nvPr/>
        </p:nvSpPr>
        <p:spPr>
          <a:xfrm>
            <a:off x="5191013" y="579538"/>
            <a:ext cx="11637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Finalidad cliente:</a:t>
            </a:r>
            <a:endParaRPr b="1" sz="1100"/>
          </a:p>
        </p:txBody>
      </p:sp>
      <p:sp>
        <p:nvSpPr>
          <p:cNvPr id="3801" name="Google Shape;3801;p63"/>
          <p:cNvSpPr/>
          <p:nvPr/>
        </p:nvSpPr>
        <p:spPr>
          <a:xfrm>
            <a:off x="77688" y="349338"/>
            <a:ext cx="2361300" cy="421200"/>
          </a:xfrm>
          <a:prstGeom prst="roundRect">
            <a:avLst>
              <a:gd fmla="val 50000" name="adj"/>
            </a:avLst>
          </a:prstGeom>
          <a:solidFill>
            <a:srgbClr val="000000"/>
          </a:solidFill>
          <a:ln cap="flat" cmpd="sng" w="9525">
            <a:solidFill>
              <a:srgbClr val="000000"/>
            </a:solidFill>
            <a:prstDash val="solid"/>
            <a:round/>
            <a:headEnd len="sm" w="sm" type="none"/>
            <a:tailEnd len="sm" w="sm" type="none"/>
          </a:ln>
        </p:spPr>
        <p:txBody>
          <a:bodyPr anchorCtr="0" anchor="ctr" bIns="91425" lIns="0" spcFirstLastPara="1" rIns="0" wrap="square" tIns="91425">
            <a:noAutofit/>
          </a:bodyPr>
          <a:lstStyle/>
          <a:p>
            <a:pPr indent="0" lvl="0" marL="0" rtl="0" algn="ctr">
              <a:spcBef>
                <a:spcPts val="0"/>
              </a:spcBef>
              <a:spcAft>
                <a:spcPts val="0"/>
              </a:spcAft>
              <a:buNone/>
            </a:pPr>
            <a:r>
              <a:rPr b="1" lang="es-419" sz="1100">
                <a:solidFill>
                  <a:srgbClr val="FFFFFF"/>
                </a:solidFill>
              </a:rPr>
              <a:t>Especificaciones CU de Negocio</a:t>
            </a:r>
            <a:endParaRPr b="1" sz="1100">
              <a:solidFill>
                <a:srgbClr val="FFFFFF"/>
              </a:solidFill>
            </a:endParaRPr>
          </a:p>
          <a:p>
            <a:pPr indent="0" lvl="0" marL="0" rtl="0" algn="ctr">
              <a:spcBef>
                <a:spcPts val="0"/>
              </a:spcBef>
              <a:spcAft>
                <a:spcPts val="0"/>
              </a:spcAft>
              <a:buNone/>
            </a:pPr>
            <a:r>
              <a:t/>
            </a:r>
            <a:endParaRPr b="1" sz="1200">
              <a:solidFill>
                <a:srgbClr val="FFFFFF"/>
              </a:solidFill>
            </a:endParaRPr>
          </a:p>
        </p:txBody>
      </p:sp>
      <p:sp>
        <p:nvSpPr>
          <p:cNvPr id="3802" name="Google Shape;3802;p63"/>
          <p:cNvSpPr/>
          <p:nvPr/>
        </p:nvSpPr>
        <p:spPr>
          <a:xfrm>
            <a:off x="83988" y="595504"/>
            <a:ext cx="190200" cy="1692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3" name="Google Shape;3803;p63"/>
          <p:cNvSpPr/>
          <p:nvPr/>
        </p:nvSpPr>
        <p:spPr>
          <a:xfrm>
            <a:off x="2350598" y="358950"/>
            <a:ext cx="88500" cy="4023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4" name="Google Shape;3804;p63"/>
          <p:cNvSpPr txBox="1"/>
          <p:nvPr>
            <p:ph idx="2" type="title"/>
          </p:nvPr>
        </p:nvSpPr>
        <p:spPr>
          <a:xfrm flipH="1">
            <a:off x="6546263" y="387663"/>
            <a:ext cx="3350100" cy="1692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000"/>
              <a:buNone/>
              <a:defRPr sz="1000">
                <a:solidFill>
                  <a:srgbClr val="000000"/>
                </a:solidFill>
              </a:defRPr>
            </a:lvl1pPr>
            <a:lvl2pPr lvl="1">
              <a:spcBef>
                <a:spcPts val="0"/>
              </a:spcBef>
              <a:spcAft>
                <a:spcPts val="0"/>
              </a:spcAft>
              <a:buClr>
                <a:srgbClr val="000000"/>
              </a:buClr>
              <a:buSzPts val="1000"/>
              <a:buNone/>
              <a:defRPr sz="1000">
                <a:solidFill>
                  <a:srgbClr val="000000"/>
                </a:solidFill>
              </a:defRPr>
            </a:lvl2pPr>
            <a:lvl3pPr lvl="2">
              <a:spcBef>
                <a:spcPts val="0"/>
              </a:spcBef>
              <a:spcAft>
                <a:spcPts val="0"/>
              </a:spcAft>
              <a:buClr>
                <a:srgbClr val="000000"/>
              </a:buClr>
              <a:buSzPts val="1000"/>
              <a:buNone/>
              <a:defRPr sz="1000">
                <a:solidFill>
                  <a:srgbClr val="000000"/>
                </a:solidFill>
              </a:defRPr>
            </a:lvl3pPr>
            <a:lvl4pPr lvl="3">
              <a:spcBef>
                <a:spcPts val="0"/>
              </a:spcBef>
              <a:spcAft>
                <a:spcPts val="0"/>
              </a:spcAft>
              <a:buClr>
                <a:srgbClr val="000000"/>
              </a:buClr>
              <a:buSzPts val="1000"/>
              <a:buNone/>
              <a:defRPr sz="1000">
                <a:solidFill>
                  <a:srgbClr val="000000"/>
                </a:solidFill>
              </a:defRPr>
            </a:lvl4pPr>
            <a:lvl5pPr lvl="4">
              <a:spcBef>
                <a:spcPts val="0"/>
              </a:spcBef>
              <a:spcAft>
                <a:spcPts val="0"/>
              </a:spcAft>
              <a:buClr>
                <a:srgbClr val="000000"/>
              </a:buClr>
              <a:buSzPts val="1000"/>
              <a:buNone/>
              <a:defRPr sz="1000">
                <a:solidFill>
                  <a:srgbClr val="000000"/>
                </a:solidFill>
              </a:defRPr>
            </a:lvl5pPr>
            <a:lvl6pPr lvl="5">
              <a:spcBef>
                <a:spcPts val="0"/>
              </a:spcBef>
              <a:spcAft>
                <a:spcPts val="0"/>
              </a:spcAft>
              <a:buClr>
                <a:srgbClr val="000000"/>
              </a:buClr>
              <a:buSzPts val="1000"/>
              <a:buNone/>
              <a:defRPr sz="1000">
                <a:solidFill>
                  <a:srgbClr val="000000"/>
                </a:solidFill>
              </a:defRPr>
            </a:lvl6pPr>
            <a:lvl7pPr lvl="6">
              <a:spcBef>
                <a:spcPts val="0"/>
              </a:spcBef>
              <a:spcAft>
                <a:spcPts val="0"/>
              </a:spcAft>
              <a:buClr>
                <a:srgbClr val="000000"/>
              </a:buClr>
              <a:buSzPts val="1000"/>
              <a:buNone/>
              <a:defRPr sz="1000">
                <a:solidFill>
                  <a:srgbClr val="000000"/>
                </a:solidFill>
              </a:defRPr>
            </a:lvl7pPr>
            <a:lvl8pPr lvl="7">
              <a:spcBef>
                <a:spcPts val="0"/>
              </a:spcBef>
              <a:spcAft>
                <a:spcPts val="0"/>
              </a:spcAft>
              <a:buClr>
                <a:srgbClr val="000000"/>
              </a:buClr>
              <a:buSzPts val="1000"/>
              <a:buNone/>
              <a:defRPr sz="1000">
                <a:solidFill>
                  <a:srgbClr val="000000"/>
                </a:solidFill>
              </a:defRPr>
            </a:lvl8pPr>
            <a:lvl9pPr lvl="8">
              <a:spcBef>
                <a:spcPts val="0"/>
              </a:spcBef>
              <a:spcAft>
                <a:spcPts val="0"/>
              </a:spcAft>
              <a:buClr>
                <a:srgbClr val="000000"/>
              </a:buClr>
              <a:buSzPts val="1000"/>
              <a:buNone/>
              <a:defRPr sz="1000">
                <a:solidFill>
                  <a:srgbClr val="000000"/>
                </a:solidFill>
              </a:defRPr>
            </a:lvl9pPr>
          </a:lstStyle>
          <a:p/>
        </p:txBody>
      </p:sp>
      <p:sp>
        <p:nvSpPr>
          <p:cNvPr id="3805" name="Google Shape;3805;p63"/>
          <p:cNvSpPr txBox="1"/>
          <p:nvPr>
            <p:ph idx="3" type="title"/>
          </p:nvPr>
        </p:nvSpPr>
        <p:spPr>
          <a:xfrm flipH="1">
            <a:off x="6546263" y="579538"/>
            <a:ext cx="3350100" cy="1692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000"/>
              <a:buNone/>
              <a:defRPr sz="1000">
                <a:solidFill>
                  <a:srgbClr val="000000"/>
                </a:solidFill>
              </a:defRPr>
            </a:lvl1pPr>
            <a:lvl2pPr lvl="1">
              <a:spcBef>
                <a:spcPts val="0"/>
              </a:spcBef>
              <a:spcAft>
                <a:spcPts val="0"/>
              </a:spcAft>
              <a:buClr>
                <a:srgbClr val="000000"/>
              </a:buClr>
              <a:buSzPts val="1000"/>
              <a:buNone/>
              <a:defRPr sz="1000">
                <a:solidFill>
                  <a:srgbClr val="000000"/>
                </a:solidFill>
              </a:defRPr>
            </a:lvl2pPr>
            <a:lvl3pPr lvl="2">
              <a:spcBef>
                <a:spcPts val="0"/>
              </a:spcBef>
              <a:spcAft>
                <a:spcPts val="0"/>
              </a:spcAft>
              <a:buClr>
                <a:srgbClr val="000000"/>
              </a:buClr>
              <a:buSzPts val="1000"/>
              <a:buNone/>
              <a:defRPr sz="1000">
                <a:solidFill>
                  <a:srgbClr val="000000"/>
                </a:solidFill>
              </a:defRPr>
            </a:lvl3pPr>
            <a:lvl4pPr lvl="3">
              <a:spcBef>
                <a:spcPts val="0"/>
              </a:spcBef>
              <a:spcAft>
                <a:spcPts val="0"/>
              </a:spcAft>
              <a:buClr>
                <a:srgbClr val="000000"/>
              </a:buClr>
              <a:buSzPts val="1000"/>
              <a:buNone/>
              <a:defRPr sz="1000">
                <a:solidFill>
                  <a:srgbClr val="000000"/>
                </a:solidFill>
              </a:defRPr>
            </a:lvl4pPr>
            <a:lvl5pPr lvl="4">
              <a:spcBef>
                <a:spcPts val="0"/>
              </a:spcBef>
              <a:spcAft>
                <a:spcPts val="0"/>
              </a:spcAft>
              <a:buClr>
                <a:srgbClr val="000000"/>
              </a:buClr>
              <a:buSzPts val="1000"/>
              <a:buNone/>
              <a:defRPr sz="1000">
                <a:solidFill>
                  <a:srgbClr val="000000"/>
                </a:solidFill>
              </a:defRPr>
            </a:lvl5pPr>
            <a:lvl6pPr lvl="5">
              <a:spcBef>
                <a:spcPts val="0"/>
              </a:spcBef>
              <a:spcAft>
                <a:spcPts val="0"/>
              </a:spcAft>
              <a:buClr>
                <a:srgbClr val="000000"/>
              </a:buClr>
              <a:buSzPts val="1000"/>
              <a:buNone/>
              <a:defRPr sz="1000">
                <a:solidFill>
                  <a:srgbClr val="000000"/>
                </a:solidFill>
              </a:defRPr>
            </a:lvl6pPr>
            <a:lvl7pPr lvl="6">
              <a:spcBef>
                <a:spcPts val="0"/>
              </a:spcBef>
              <a:spcAft>
                <a:spcPts val="0"/>
              </a:spcAft>
              <a:buClr>
                <a:srgbClr val="000000"/>
              </a:buClr>
              <a:buSzPts val="1000"/>
              <a:buNone/>
              <a:defRPr sz="1000">
                <a:solidFill>
                  <a:srgbClr val="000000"/>
                </a:solidFill>
              </a:defRPr>
            </a:lvl7pPr>
            <a:lvl8pPr lvl="7">
              <a:spcBef>
                <a:spcPts val="0"/>
              </a:spcBef>
              <a:spcAft>
                <a:spcPts val="0"/>
              </a:spcAft>
              <a:buClr>
                <a:srgbClr val="000000"/>
              </a:buClr>
              <a:buSzPts val="1000"/>
              <a:buNone/>
              <a:defRPr sz="1000">
                <a:solidFill>
                  <a:srgbClr val="000000"/>
                </a:solidFill>
              </a:defRPr>
            </a:lvl8pPr>
            <a:lvl9pPr lvl="8">
              <a:spcBef>
                <a:spcPts val="0"/>
              </a:spcBef>
              <a:spcAft>
                <a:spcPts val="0"/>
              </a:spcAft>
              <a:buClr>
                <a:srgbClr val="000000"/>
              </a:buClr>
              <a:buSzPts val="1000"/>
              <a:buNone/>
              <a:defRPr sz="1000">
                <a:solidFill>
                  <a:srgbClr val="000000"/>
                </a:solidFill>
              </a:defRPr>
            </a:lvl9pPr>
          </a:lstStyle>
          <a:p/>
        </p:txBody>
      </p:sp>
      <p:sp>
        <p:nvSpPr>
          <p:cNvPr id="3806" name="Google Shape;3806;p63"/>
          <p:cNvSpPr/>
          <p:nvPr/>
        </p:nvSpPr>
        <p:spPr>
          <a:xfrm>
            <a:off x="2277739" y="663750"/>
            <a:ext cx="88500" cy="1089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7" name="Google Shape;3807;p63"/>
          <p:cNvSpPr txBox="1"/>
          <p:nvPr>
            <p:ph idx="1" type="body"/>
          </p:nvPr>
        </p:nvSpPr>
        <p:spPr>
          <a:xfrm>
            <a:off x="641150" y="612125"/>
            <a:ext cx="1770300" cy="160500"/>
          </a:xfrm>
          <a:prstGeom prst="rect">
            <a:avLst/>
          </a:prstGeom>
          <a:noFill/>
          <a:ln>
            <a:noFill/>
          </a:ln>
        </p:spPr>
        <p:txBody>
          <a:bodyPr anchorCtr="0" anchor="t" bIns="0" lIns="0" spcFirstLastPara="1" rIns="0" wrap="square" tIns="0">
            <a:noAutofit/>
          </a:bodyPr>
          <a:lstStyle>
            <a:lvl1pPr indent="-292100" lvl="0" marL="457200" algn="ctr">
              <a:spcBef>
                <a:spcPts val="0"/>
              </a:spcBef>
              <a:spcAft>
                <a:spcPts val="0"/>
              </a:spcAft>
              <a:buClr>
                <a:srgbClr val="FFFFFF"/>
              </a:buClr>
              <a:buSzPts val="1000"/>
              <a:buChar char="●"/>
              <a:defRPr sz="1000">
                <a:solidFill>
                  <a:srgbClr val="FFFFFF"/>
                </a:solidFill>
              </a:defRPr>
            </a:lvl1pPr>
            <a:lvl2pPr indent="-292100" lvl="1" marL="914400" algn="ctr">
              <a:spcBef>
                <a:spcPts val="0"/>
              </a:spcBef>
              <a:spcAft>
                <a:spcPts val="0"/>
              </a:spcAft>
              <a:buClr>
                <a:srgbClr val="FFFFFF"/>
              </a:buClr>
              <a:buSzPts val="1000"/>
              <a:buChar char="○"/>
              <a:defRPr sz="1000">
                <a:solidFill>
                  <a:srgbClr val="FFFFFF"/>
                </a:solidFill>
              </a:defRPr>
            </a:lvl2pPr>
            <a:lvl3pPr indent="-292100" lvl="2" marL="1371600" algn="ctr">
              <a:spcBef>
                <a:spcPts val="0"/>
              </a:spcBef>
              <a:spcAft>
                <a:spcPts val="0"/>
              </a:spcAft>
              <a:buClr>
                <a:srgbClr val="FFFFFF"/>
              </a:buClr>
              <a:buSzPts val="1000"/>
              <a:buChar char="■"/>
              <a:defRPr sz="1000">
                <a:solidFill>
                  <a:srgbClr val="FFFFFF"/>
                </a:solidFill>
              </a:defRPr>
            </a:lvl3pPr>
            <a:lvl4pPr indent="-292100" lvl="3" marL="1828800" algn="ctr">
              <a:spcBef>
                <a:spcPts val="0"/>
              </a:spcBef>
              <a:spcAft>
                <a:spcPts val="0"/>
              </a:spcAft>
              <a:buClr>
                <a:srgbClr val="FFFFFF"/>
              </a:buClr>
              <a:buSzPts val="1000"/>
              <a:buChar char="●"/>
              <a:defRPr sz="1000">
                <a:solidFill>
                  <a:srgbClr val="FFFFFF"/>
                </a:solidFill>
              </a:defRPr>
            </a:lvl4pPr>
            <a:lvl5pPr indent="-292100" lvl="4" marL="2286000" algn="ctr">
              <a:spcBef>
                <a:spcPts val="0"/>
              </a:spcBef>
              <a:spcAft>
                <a:spcPts val="0"/>
              </a:spcAft>
              <a:buClr>
                <a:srgbClr val="FFFFFF"/>
              </a:buClr>
              <a:buSzPts val="1000"/>
              <a:buChar char="○"/>
              <a:defRPr sz="1000">
                <a:solidFill>
                  <a:srgbClr val="FFFFFF"/>
                </a:solidFill>
              </a:defRPr>
            </a:lvl5pPr>
            <a:lvl6pPr indent="-292100" lvl="5" marL="2743200" algn="ctr">
              <a:spcBef>
                <a:spcPts val="0"/>
              </a:spcBef>
              <a:spcAft>
                <a:spcPts val="0"/>
              </a:spcAft>
              <a:buClr>
                <a:srgbClr val="FFFFFF"/>
              </a:buClr>
              <a:buSzPts val="1000"/>
              <a:buChar char="■"/>
              <a:defRPr sz="1000">
                <a:solidFill>
                  <a:srgbClr val="FFFFFF"/>
                </a:solidFill>
              </a:defRPr>
            </a:lvl6pPr>
            <a:lvl7pPr indent="-292100" lvl="6" marL="3200400" algn="ctr">
              <a:spcBef>
                <a:spcPts val="0"/>
              </a:spcBef>
              <a:spcAft>
                <a:spcPts val="0"/>
              </a:spcAft>
              <a:buClr>
                <a:srgbClr val="FFFFFF"/>
              </a:buClr>
              <a:buSzPts val="1000"/>
              <a:buChar char="●"/>
              <a:defRPr sz="1000">
                <a:solidFill>
                  <a:srgbClr val="FFFFFF"/>
                </a:solidFill>
              </a:defRPr>
            </a:lvl7pPr>
            <a:lvl8pPr indent="-292100" lvl="7" marL="3657600" algn="ctr">
              <a:spcBef>
                <a:spcPts val="0"/>
              </a:spcBef>
              <a:spcAft>
                <a:spcPts val="0"/>
              </a:spcAft>
              <a:buClr>
                <a:srgbClr val="FFFFFF"/>
              </a:buClr>
              <a:buSzPts val="1000"/>
              <a:buChar char="○"/>
              <a:defRPr sz="1000">
                <a:solidFill>
                  <a:srgbClr val="FFFFFF"/>
                </a:solidFill>
              </a:defRPr>
            </a:lvl8pPr>
            <a:lvl9pPr indent="-292100" lvl="8" marL="4114800" algn="ctr">
              <a:spcBef>
                <a:spcPts val="0"/>
              </a:spcBef>
              <a:spcAft>
                <a:spcPts val="0"/>
              </a:spcAft>
              <a:buClr>
                <a:srgbClr val="FFFFFF"/>
              </a:buClr>
              <a:buSzPts val="1000"/>
              <a:buChar char="■"/>
              <a:defRPr sz="1000">
                <a:solidFill>
                  <a:srgbClr val="FFFFFF"/>
                </a:solidFill>
              </a:defRPr>
            </a:lvl9pPr>
          </a:lstStyle>
          <a:p/>
        </p:txBody>
      </p:sp>
      <p:sp>
        <p:nvSpPr>
          <p:cNvPr id="3808" name="Google Shape;3808;p63"/>
          <p:cNvSpPr txBox="1"/>
          <p:nvPr/>
        </p:nvSpPr>
        <p:spPr>
          <a:xfrm>
            <a:off x="84825" y="598125"/>
            <a:ext cx="595500" cy="205800"/>
          </a:xfrm>
          <a:prstGeom prst="rect">
            <a:avLst/>
          </a:prstGeom>
          <a:noFill/>
          <a:ln>
            <a:noFill/>
          </a:ln>
        </p:spPr>
        <p:txBody>
          <a:bodyPr anchorCtr="0" anchor="t" bIns="18000" lIns="18000" spcFirstLastPara="1" rIns="18000" wrap="square" tIns="18000">
            <a:spAutoFit/>
          </a:bodyPr>
          <a:lstStyle/>
          <a:p>
            <a:pPr indent="0" lvl="0" marL="0" rtl="0" algn="l">
              <a:spcBef>
                <a:spcPts val="0"/>
              </a:spcBef>
              <a:spcAft>
                <a:spcPts val="0"/>
              </a:spcAft>
              <a:buNone/>
            </a:pPr>
            <a:r>
              <a:rPr lang="es-419" sz="1100">
                <a:solidFill>
                  <a:srgbClr val="FFFFFF"/>
                </a:solidFill>
              </a:rPr>
              <a:t>Nombre:</a:t>
            </a:r>
            <a:endParaRPr sz="1100">
              <a:solidFill>
                <a:srgbClr val="FFFFFF"/>
              </a:solidFill>
            </a:endParaRPr>
          </a:p>
        </p:txBody>
      </p:sp>
      <p:sp>
        <p:nvSpPr>
          <p:cNvPr id="3809" name="Google Shape;3809;p63"/>
          <p:cNvSpPr/>
          <p:nvPr/>
        </p:nvSpPr>
        <p:spPr>
          <a:xfrm>
            <a:off x="-6216725" y="986400"/>
            <a:ext cx="5567400" cy="5853600"/>
          </a:xfrm>
          <a:prstGeom prst="roundRect">
            <a:avLst>
              <a:gd fmla="val 2402" name="adj"/>
            </a:avLst>
          </a:prstGeom>
          <a:solidFill>
            <a:srgbClr val="F3F3F3"/>
          </a:solidFill>
          <a:ln cap="flat" cmpd="sng" w="9525">
            <a:solidFill>
              <a:srgbClr val="F3F3F3"/>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t" bIns="91425" lIns="91425" spcFirstLastPara="1" rIns="91425" wrap="square" tIns="91425">
            <a:noAutofit/>
          </a:bodyPr>
          <a:lstStyle/>
          <a:p>
            <a:pPr indent="0" lvl="0" marL="0" rtl="0" algn="ctr">
              <a:spcBef>
                <a:spcPts val="0"/>
              </a:spcBef>
              <a:spcAft>
                <a:spcPts val="0"/>
              </a:spcAft>
              <a:buNone/>
            </a:pPr>
            <a:r>
              <a:rPr lang="es-419"/>
              <a:t>Paleta</a:t>
            </a:r>
            <a:endParaRPr/>
          </a:p>
        </p:txBody>
      </p:sp>
    </p:spTree>
  </p:cSld>
  <p:clrMapOvr>
    <a:masterClrMapping/>
  </p:clrMapOvr>
</p:sldLayout>
</file>

<file path=ppt/slideLayouts/slideLayout6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6.3 Especificación de Caso de Uso de Sistema">
  <p:cSld name="TITLE_3_6_1_1_1_1_1_1_1_1_1_1_1_1_1_1_1_1_1">
    <p:spTree>
      <p:nvGrpSpPr>
        <p:cNvPr id="3810" name="Shape 3810"/>
        <p:cNvGrpSpPr/>
        <p:nvPr/>
      </p:nvGrpSpPr>
      <p:grpSpPr>
        <a:xfrm>
          <a:off x="0" y="0"/>
          <a:ext cx="0" cy="0"/>
          <a:chOff x="0" y="0"/>
          <a:chExt cx="0" cy="0"/>
        </a:xfrm>
      </p:grpSpPr>
      <p:sp>
        <p:nvSpPr>
          <p:cNvPr id="3811" name="Google Shape;3811;p64"/>
          <p:cNvSpPr/>
          <p:nvPr/>
        </p:nvSpPr>
        <p:spPr>
          <a:xfrm>
            <a:off x="77688" y="358938"/>
            <a:ext cx="9935700" cy="6438000"/>
          </a:xfrm>
          <a:prstGeom prst="roundRect">
            <a:avLst>
              <a:gd fmla="val 2618" name="adj"/>
            </a:avLst>
          </a:prstGeom>
          <a:solidFill>
            <a:srgbClr val="FFFFFF"/>
          </a:solidFill>
          <a:ln cap="flat" cmpd="sng" w="38100">
            <a:solidFill>
              <a:srgbClr val="000000"/>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812" name="Google Shape;3812;p64"/>
          <p:cNvCxnSpPr/>
          <p:nvPr/>
        </p:nvCxnSpPr>
        <p:spPr>
          <a:xfrm>
            <a:off x="77688" y="772614"/>
            <a:ext cx="9935700" cy="0"/>
          </a:xfrm>
          <a:prstGeom prst="straightConnector1">
            <a:avLst/>
          </a:prstGeom>
          <a:noFill/>
          <a:ln cap="flat" cmpd="sng" w="19050">
            <a:solidFill>
              <a:srgbClr val="000000"/>
            </a:solidFill>
            <a:prstDash val="solid"/>
            <a:round/>
            <a:headEnd len="med" w="med" type="none"/>
            <a:tailEnd len="med" w="med" type="none"/>
          </a:ln>
        </p:spPr>
      </p:cxnSp>
      <p:cxnSp>
        <p:nvCxnSpPr>
          <p:cNvPr id="3813" name="Google Shape;3813;p64"/>
          <p:cNvCxnSpPr/>
          <p:nvPr/>
        </p:nvCxnSpPr>
        <p:spPr>
          <a:xfrm rot="10800000">
            <a:off x="2439038" y="368188"/>
            <a:ext cx="0" cy="402300"/>
          </a:xfrm>
          <a:prstGeom prst="straightConnector1">
            <a:avLst/>
          </a:prstGeom>
          <a:noFill/>
          <a:ln cap="flat" cmpd="sng" w="19050">
            <a:solidFill>
              <a:srgbClr val="000000"/>
            </a:solidFill>
            <a:prstDash val="solid"/>
            <a:round/>
            <a:headEnd len="med" w="med" type="none"/>
            <a:tailEnd len="med" w="med" type="none"/>
          </a:ln>
        </p:spPr>
      </p:cxnSp>
      <p:sp>
        <p:nvSpPr>
          <p:cNvPr id="3814" name="Google Shape;3814;p64"/>
          <p:cNvSpPr/>
          <p:nvPr/>
        </p:nvSpPr>
        <p:spPr>
          <a:xfrm>
            <a:off x="77688" y="349338"/>
            <a:ext cx="2361300" cy="421200"/>
          </a:xfrm>
          <a:prstGeom prst="roundRect">
            <a:avLst>
              <a:gd fmla="val 50000" name="adj"/>
            </a:avLst>
          </a:prstGeom>
          <a:solidFill>
            <a:srgbClr val="000000"/>
          </a:solidFill>
          <a:ln cap="flat" cmpd="sng" w="9525">
            <a:solidFill>
              <a:srgbClr val="000000"/>
            </a:solidFill>
            <a:prstDash val="solid"/>
            <a:round/>
            <a:headEnd len="sm" w="sm" type="none"/>
            <a:tailEnd len="sm" w="sm" type="none"/>
          </a:ln>
        </p:spPr>
        <p:txBody>
          <a:bodyPr anchorCtr="0" anchor="ctr" bIns="91425" lIns="0" spcFirstLastPara="1" rIns="0" wrap="square" tIns="91425">
            <a:noAutofit/>
          </a:bodyPr>
          <a:lstStyle/>
          <a:p>
            <a:pPr indent="0" lvl="0" marL="0" rtl="0" algn="ctr">
              <a:spcBef>
                <a:spcPts val="0"/>
              </a:spcBef>
              <a:spcAft>
                <a:spcPts val="0"/>
              </a:spcAft>
              <a:buNone/>
            </a:pPr>
            <a:r>
              <a:rPr b="1" lang="es-419" sz="1100">
                <a:solidFill>
                  <a:srgbClr val="FFFFFF"/>
                </a:solidFill>
              </a:rPr>
              <a:t>Especificaciones CU de Sistema</a:t>
            </a:r>
            <a:endParaRPr b="1" sz="1100">
              <a:solidFill>
                <a:srgbClr val="FFFFFF"/>
              </a:solidFill>
            </a:endParaRPr>
          </a:p>
          <a:p>
            <a:pPr indent="0" lvl="0" marL="0" rtl="0" algn="ctr">
              <a:spcBef>
                <a:spcPts val="0"/>
              </a:spcBef>
              <a:spcAft>
                <a:spcPts val="0"/>
              </a:spcAft>
              <a:buNone/>
            </a:pPr>
            <a:r>
              <a:t/>
            </a:r>
            <a:endParaRPr b="1" sz="1200">
              <a:solidFill>
                <a:srgbClr val="FFFFFF"/>
              </a:solidFill>
            </a:endParaRPr>
          </a:p>
        </p:txBody>
      </p:sp>
      <p:sp>
        <p:nvSpPr>
          <p:cNvPr id="3815" name="Google Shape;3815;p64"/>
          <p:cNvSpPr/>
          <p:nvPr/>
        </p:nvSpPr>
        <p:spPr>
          <a:xfrm>
            <a:off x="83988" y="595504"/>
            <a:ext cx="190200" cy="1692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6" name="Google Shape;3816;p64"/>
          <p:cNvSpPr/>
          <p:nvPr/>
        </p:nvSpPr>
        <p:spPr>
          <a:xfrm>
            <a:off x="2350598" y="358950"/>
            <a:ext cx="88500" cy="4023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7" name="Google Shape;3817;p64"/>
          <p:cNvSpPr/>
          <p:nvPr/>
        </p:nvSpPr>
        <p:spPr>
          <a:xfrm>
            <a:off x="2277739" y="663750"/>
            <a:ext cx="88500" cy="1089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8" name="Google Shape;3818;p64"/>
          <p:cNvSpPr txBox="1"/>
          <p:nvPr/>
        </p:nvSpPr>
        <p:spPr>
          <a:xfrm>
            <a:off x="2524025" y="387675"/>
            <a:ext cx="15012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Unid. Organizacional:</a:t>
            </a:r>
            <a:endParaRPr b="1" sz="1100"/>
          </a:p>
        </p:txBody>
      </p:sp>
      <p:sp>
        <p:nvSpPr>
          <p:cNvPr id="3819" name="Google Shape;3819;p64"/>
          <p:cNvSpPr txBox="1"/>
          <p:nvPr/>
        </p:nvSpPr>
        <p:spPr>
          <a:xfrm>
            <a:off x="2524020" y="579550"/>
            <a:ext cx="6846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Alcance:</a:t>
            </a:r>
            <a:endParaRPr b="1" sz="1100"/>
          </a:p>
        </p:txBody>
      </p:sp>
      <p:sp>
        <p:nvSpPr>
          <p:cNvPr id="3820" name="Google Shape;3820;p64"/>
          <p:cNvSpPr txBox="1"/>
          <p:nvPr>
            <p:ph type="title"/>
          </p:nvPr>
        </p:nvSpPr>
        <p:spPr>
          <a:xfrm flipH="1">
            <a:off x="4025374" y="387675"/>
            <a:ext cx="5863200" cy="1692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000"/>
              <a:buNone/>
              <a:defRPr sz="1000">
                <a:solidFill>
                  <a:srgbClr val="000000"/>
                </a:solidFill>
              </a:defRPr>
            </a:lvl1pPr>
            <a:lvl2pPr lvl="1">
              <a:spcBef>
                <a:spcPts val="0"/>
              </a:spcBef>
              <a:spcAft>
                <a:spcPts val="0"/>
              </a:spcAft>
              <a:buClr>
                <a:srgbClr val="000000"/>
              </a:buClr>
              <a:buSzPts val="1000"/>
              <a:buNone/>
              <a:defRPr sz="1000">
                <a:solidFill>
                  <a:srgbClr val="000000"/>
                </a:solidFill>
              </a:defRPr>
            </a:lvl2pPr>
            <a:lvl3pPr lvl="2">
              <a:spcBef>
                <a:spcPts val="0"/>
              </a:spcBef>
              <a:spcAft>
                <a:spcPts val="0"/>
              </a:spcAft>
              <a:buClr>
                <a:srgbClr val="000000"/>
              </a:buClr>
              <a:buSzPts val="1000"/>
              <a:buNone/>
              <a:defRPr sz="1000">
                <a:solidFill>
                  <a:srgbClr val="000000"/>
                </a:solidFill>
              </a:defRPr>
            </a:lvl3pPr>
            <a:lvl4pPr lvl="3">
              <a:spcBef>
                <a:spcPts val="0"/>
              </a:spcBef>
              <a:spcAft>
                <a:spcPts val="0"/>
              </a:spcAft>
              <a:buClr>
                <a:srgbClr val="000000"/>
              </a:buClr>
              <a:buSzPts val="1000"/>
              <a:buNone/>
              <a:defRPr sz="1000">
                <a:solidFill>
                  <a:srgbClr val="000000"/>
                </a:solidFill>
              </a:defRPr>
            </a:lvl4pPr>
            <a:lvl5pPr lvl="4">
              <a:spcBef>
                <a:spcPts val="0"/>
              </a:spcBef>
              <a:spcAft>
                <a:spcPts val="0"/>
              </a:spcAft>
              <a:buClr>
                <a:srgbClr val="000000"/>
              </a:buClr>
              <a:buSzPts val="1000"/>
              <a:buNone/>
              <a:defRPr sz="1000">
                <a:solidFill>
                  <a:srgbClr val="000000"/>
                </a:solidFill>
              </a:defRPr>
            </a:lvl5pPr>
            <a:lvl6pPr lvl="5">
              <a:spcBef>
                <a:spcPts val="0"/>
              </a:spcBef>
              <a:spcAft>
                <a:spcPts val="0"/>
              </a:spcAft>
              <a:buClr>
                <a:srgbClr val="000000"/>
              </a:buClr>
              <a:buSzPts val="1000"/>
              <a:buNone/>
              <a:defRPr sz="1000">
                <a:solidFill>
                  <a:srgbClr val="000000"/>
                </a:solidFill>
              </a:defRPr>
            </a:lvl6pPr>
            <a:lvl7pPr lvl="6">
              <a:spcBef>
                <a:spcPts val="0"/>
              </a:spcBef>
              <a:spcAft>
                <a:spcPts val="0"/>
              </a:spcAft>
              <a:buClr>
                <a:srgbClr val="000000"/>
              </a:buClr>
              <a:buSzPts val="1000"/>
              <a:buNone/>
              <a:defRPr sz="1000">
                <a:solidFill>
                  <a:srgbClr val="000000"/>
                </a:solidFill>
              </a:defRPr>
            </a:lvl7pPr>
            <a:lvl8pPr lvl="7">
              <a:spcBef>
                <a:spcPts val="0"/>
              </a:spcBef>
              <a:spcAft>
                <a:spcPts val="0"/>
              </a:spcAft>
              <a:buClr>
                <a:srgbClr val="000000"/>
              </a:buClr>
              <a:buSzPts val="1000"/>
              <a:buNone/>
              <a:defRPr sz="1000">
                <a:solidFill>
                  <a:srgbClr val="000000"/>
                </a:solidFill>
              </a:defRPr>
            </a:lvl8pPr>
            <a:lvl9pPr lvl="8">
              <a:spcBef>
                <a:spcPts val="0"/>
              </a:spcBef>
              <a:spcAft>
                <a:spcPts val="0"/>
              </a:spcAft>
              <a:buClr>
                <a:srgbClr val="000000"/>
              </a:buClr>
              <a:buSzPts val="1000"/>
              <a:buNone/>
              <a:defRPr sz="1000">
                <a:solidFill>
                  <a:srgbClr val="000000"/>
                </a:solidFill>
              </a:defRPr>
            </a:lvl9pPr>
          </a:lstStyle>
          <a:p/>
        </p:txBody>
      </p:sp>
      <p:sp>
        <p:nvSpPr>
          <p:cNvPr id="3821" name="Google Shape;3821;p64"/>
          <p:cNvSpPr txBox="1"/>
          <p:nvPr>
            <p:ph idx="2" type="title"/>
          </p:nvPr>
        </p:nvSpPr>
        <p:spPr>
          <a:xfrm flipH="1">
            <a:off x="3208773" y="579550"/>
            <a:ext cx="6679800" cy="1692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000"/>
              <a:buNone/>
              <a:defRPr sz="1000">
                <a:solidFill>
                  <a:srgbClr val="000000"/>
                </a:solidFill>
              </a:defRPr>
            </a:lvl1pPr>
            <a:lvl2pPr lvl="1">
              <a:spcBef>
                <a:spcPts val="0"/>
              </a:spcBef>
              <a:spcAft>
                <a:spcPts val="0"/>
              </a:spcAft>
              <a:buClr>
                <a:srgbClr val="000000"/>
              </a:buClr>
              <a:buSzPts val="1000"/>
              <a:buNone/>
              <a:defRPr sz="1000">
                <a:solidFill>
                  <a:srgbClr val="000000"/>
                </a:solidFill>
              </a:defRPr>
            </a:lvl2pPr>
            <a:lvl3pPr lvl="2">
              <a:spcBef>
                <a:spcPts val="0"/>
              </a:spcBef>
              <a:spcAft>
                <a:spcPts val="0"/>
              </a:spcAft>
              <a:buClr>
                <a:srgbClr val="000000"/>
              </a:buClr>
              <a:buSzPts val="1000"/>
              <a:buNone/>
              <a:defRPr sz="1000">
                <a:solidFill>
                  <a:srgbClr val="000000"/>
                </a:solidFill>
              </a:defRPr>
            </a:lvl3pPr>
            <a:lvl4pPr lvl="3">
              <a:spcBef>
                <a:spcPts val="0"/>
              </a:spcBef>
              <a:spcAft>
                <a:spcPts val="0"/>
              </a:spcAft>
              <a:buClr>
                <a:srgbClr val="000000"/>
              </a:buClr>
              <a:buSzPts val="1000"/>
              <a:buNone/>
              <a:defRPr sz="1000">
                <a:solidFill>
                  <a:srgbClr val="000000"/>
                </a:solidFill>
              </a:defRPr>
            </a:lvl4pPr>
            <a:lvl5pPr lvl="4">
              <a:spcBef>
                <a:spcPts val="0"/>
              </a:spcBef>
              <a:spcAft>
                <a:spcPts val="0"/>
              </a:spcAft>
              <a:buClr>
                <a:srgbClr val="000000"/>
              </a:buClr>
              <a:buSzPts val="1000"/>
              <a:buNone/>
              <a:defRPr sz="1000">
                <a:solidFill>
                  <a:srgbClr val="000000"/>
                </a:solidFill>
              </a:defRPr>
            </a:lvl5pPr>
            <a:lvl6pPr lvl="5">
              <a:spcBef>
                <a:spcPts val="0"/>
              </a:spcBef>
              <a:spcAft>
                <a:spcPts val="0"/>
              </a:spcAft>
              <a:buClr>
                <a:srgbClr val="000000"/>
              </a:buClr>
              <a:buSzPts val="1000"/>
              <a:buNone/>
              <a:defRPr sz="1000">
                <a:solidFill>
                  <a:srgbClr val="000000"/>
                </a:solidFill>
              </a:defRPr>
            </a:lvl6pPr>
            <a:lvl7pPr lvl="6">
              <a:spcBef>
                <a:spcPts val="0"/>
              </a:spcBef>
              <a:spcAft>
                <a:spcPts val="0"/>
              </a:spcAft>
              <a:buClr>
                <a:srgbClr val="000000"/>
              </a:buClr>
              <a:buSzPts val="1000"/>
              <a:buNone/>
              <a:defRPr sz="1000">
                <a:solidFill>
                  <a:srgbClr val="000000"/>
                </a:solidFill>
              </a:defRPr>
            </a:lvl7pPr>
            <a:lvl8pPr lvl="7">
              <a:spcBef>
                <a:spcPts val="0"/>
              </a:spcBef>
              <a:spcAft>
                <a:spcPts val="0"/>
              </a:spcAft>
              <a:buClr>
                <a:srgbClr val="000000"/>
              </a:buClr>
              <a:buSzPts val="1000"/>
              <a:buNone/>
              <a:defRPr sz="1000">
                <a:solidFill>
                  <a:srgbClr val="000000"/>
                </a:solidFill>
              </a:defRPr>
            </a:lvl8pPr>
            <a:lvl9pPr lvl="8">
              <a:spcBef>
                <a:spcPts val="0"/>
              </a:spcBef>
              <a:spcAft>
                <a:spcPts val="0"/>
              </a:spcAft>
              <a:buClr>
                <a:srgbClr val="000000"/>
              </a:buClr>
              <a:buSzPts val="1000"/>
              <a:buNone/>
              <a:defRPr sz="1000">
                <a:solidFill>
                  <a:srgbClr val="000000"/>
                </a:solidFill>
              </a:defRPr>
            </a:lvl9pPr>
          </a:lstStyle>
          <a:p/>
        </p:txBody>
      </p:sp>
      <p:sp>
        <p:nvSpPr>
          <p:cNvPr id="3822" name="Google Shape;3822;p64"/>
          <p:cNvSpPr txBox="1"/>
          <p:nvPr>
            <p:ph idx="1" type="body"/>
          </p:nvPr>
        </p:nvSpPr>
        <p:spPr>
          <a:xfrm>
            <a:off x="641150" y="612125"/>
            <a:ext cx="1770300" cy="160500"/>
          </a:xfrm>
          <a:prstGeom prst="rect">
            <a:avLst/>
          </a:prstGeom>
          <a:noFill/>
          <a:ln>
            <a:noFill/>
          </a:ln>
        </p:spPr>
        <p:txBody>
          <a:bodyPr anchorCtr="0" anchor="t" bIns="0" lIns="0" spcFirstLastPara="1" rIns="0" wrap="square" tIns="0">
            <a:noAutofit/>
          </a:bodyPr>
          <a:lstStyle>
            <a:lvl1pPr indent="-292100" lvl="0" marL="457200" algn="ctr">
              <a:spcBef>
                <a:spcPts val="0"/>
              </a:spcBef>
              <a:spcAft>
                <a:spcPts val="0"/>
              </a:spcAft>
              <a:buClr>
                <a:srgbClr val="FFFFFF"/>
              </a:buClr>
              <a:buSzPts val="1000"/>
              <a:buChar char="●"/>
              <a:defRPr sz="1000">
                <a:solidFill>
                  <a:srgbClr val="FFFFFF"/>
                </a:solidFill>
              </a:defRPr>
            </a:lvl1pPr>
            <a:lvl2pPr indent="-292100" lvl="1" marL="914400" algn="ctr">
              <a:spcBef>
                <a:spcPts val="0"/>
              </a:spcBef>
              <a:spcAft>
                <a:spcPts val="0"/>
              </a:spcAft>
              <a:buClr>
                <a:srgbClr val="FFFFFF"/>
              </a:buClr>
              <a:buSzPts val="1000"/>
              <a:buChar char="○"/>
              <a:defRPr sz="1000">
                <a:solidFill>
                  <a:srgbClr val="FFFFFF"/>
                </a:solidFill>
              </a:defRPr>
            </a:lvl2pPr>
            <a:lvl3pPr indent="-292100" lvl="2" marL="1371600" algn="ctr">
              <a:spcBef>
                <a:spcPts val="0"/>
              </a:spcBef>
              <a:spcAft>
                <a:spcPts val="0"/>
              </a:spcAft>
              <a:buClr>
                <a:srgbClr val="FFFFFF"/>
              </a:buClr>
              <a:buSzPts val="1000"/>
              <a:buChar char="■"/>
              <a:defRPr sz="1000">
                <a:solidFill>
                  <a:srgbClr val="FFFFFF"/>
                </a:solidFill>
              </a:defRPr>
            </a:lvl3pPr>
            <a:lvl4pPr indent="-292100" lvl="3" marL="1828800" algn="ctr">
              <a:spcBef>
                <a:spcPts val="0"/>
              </a:spcBef>
              <a:spcAft>
                <a:spcPts val="0"/>
              </a:spcAft>
              <a:buClr>
                <a:srgbClr val="FFFFFF"/>
              </a:buClr>
              <a:buSzPts val="1000"/>
              <a:buChar char="●"/>
              <a:defRPr sz="1000">
                <a:solidFill>
                  <a:srgbClr val="FFFFFF"/>
                </a:solidFill>
              </a:defRPr>
            </a:lvl4pPr>
            <a:lvl5pPr indent="-292100" lvl="4" marL="2286000" algn="ctr">
              <a:spcBef>
                <a:spcPts val="0"/>
              </a:spcBef>
              <a:spcAft>
                <a:spcPts val="0"/>
              </a:spcAft>
              <a:buClr>
                <a:srgbClr val="FFFFFF"/>
              </a:buClr>
              <a:buSzPts val="1000"/>
              <a:buChar char="○"/>
              <a:defRPr sz="1000">
                <a:solidFill>
                  <a:srgbClr val="FFFFFF"/>
                </a:solidFill>
              </a:defRPr>
            </a:lvl5pPr>
            <a:lvl6pPr indent="-292100" lvl="5" marL="2743200" algn="ctr">
              <a:spcBef>
                <a:spcPts val="0"/>
              </a:spcBef>
              <a:spcAft>
                <a:spcPts val="0"/>
              </a:spcAft>
              <a:buClr>
                <a:srgbClr val="FFFFFF"/>
              </a:buClr>
              <a:buSzPts val="1000"/>
              <a:buChar char="■"/>
              <a:defRPr sz="1000">
                <a:solidFill>
                  <a:srgbClr val="FFFFFF"/>
                </a:solidFill>
              </a:defRPr>
            </a:lvl6pPr>
            <a:lvl7pPr indent="-292100" lvl="6" marL="3200400" algn="ctr">
              <a:spcBef>
                <a:spcPts val="0"/>
              </a:spcBef>
              <a:spcAft>
                <a:spcPts val="0"/>
              </a:spcAft>
              <a:buClr>
                <a:srgbClr val="FFFFFF"/>
              </a:buClr>
              <a:buSzPts val="1000"/>
              <a:buChar char="●"/>
              <a:defRPr sz="1000">
                <a:solidFill>
                  <a:srgbClr val="FFFFFF"/>
                </a:solidFill>
              </a:defRPr>
            </a:lvl7pPr>
            <a:lvl8pPr indent="-292100" lvl="7" marL="3657600" algn="ctr">
              <a:spcBef>
                <a:spcPts val="0"/>
              </a:spcBef>
              <a:spcAft>
                <a:spcPts val="0"/>
              </a:spcAft>
              <a:buClr>
                <a:srgbClr val="FFFFFF"/>
              </a:buClr>
              <a:buSzPts val="1000"/>
              <a:buChar char="○"/>
              <a:defRPr sz="1000">
                <a:solidFill>
                  <a:srgbClr val="FFFFFF"/>
                </a:solidFill>
              </a:defRPr>
            </a:lvl8pPr>
            <a:lvl9pPr indent="-292100" lvl="8" marL="4114800" algn="ctr">
              <a:spcBef>
                <a:spcPts val="0"/>
              </a:spcBef>
              <a:spcAft>
                <a:spcPts val="0"/>
              </a:spcAft>
              <a:buClr>
                <a:srgbClr val="FFFFFF"/>
              </a:buClr>
              <a:buSzPts val="1000"/>
              <a:buChar char="■"/>
              <a:defRPr sz="1000">
                <a:solidFill>
                  <a:srgbClr val="FFFFFF"/>
                </a:solidFill>
              </a:defRPr>
            </a:lvl9pPr>
          </a:lstStyle>
          <a:p/>
        </p:txBody>
      </p:sp>
      <p:sp>
        <p:nvSpPr>
          <p:cNvPr id="3823" name="Google Shape;3823;p64"/>
          <p:cNvSpPr txBox="1"/>
          <p:nvPr/>
        </p:nvSpPr>
        <p:spPr>
          <a:xfrm>
            <a:off x="84825" y="598125"/>
            <a:ext cx="595500" cy="205800"/>
          </a:xfrm>
          <a:prstGeom prst="rect">
            <a:avLst/>
          </a:prstGeom>
          <a:noFill/>
          <a:ln>
            <a:noFill/>
          </a:ln>
        </p:spPr>
        <p:txBody>
          <a:bodyPr anchorCtr="0" anchor="t" bIns="18000" lIns="18000" spcFirstLastPara="1" rIns="18000" wrap="square" tIns="18000">
            <a:spAutoFit/>
          </a:bodyPr>
          <a:lstStyle/>
          <a:p>
            <a:pPr indent="0" lvl="0" marL="0" rtl="0" algn="l">
              <a:spcBef>
                <a:spcPts val="0"/>
              </a:spcBef>
              <a:spcAft>
                <a:spcPts val="0"/>
              </a:spcAft>
              <a:buNone/>
            </a:pPr>
            <a:r>
              <a:rPr lang="es-419" sz="1100">
                <a:solidFill>
                  <a:srgbClr val="FFFFFF"/>
                </a:solidFill>
              </a:rPr>
              <a:t>Nombre:</a:t>
            </a:r>
            <a:endParaRPr sz="1100">
              <a:solidFill>
                <a:srgbClr val="FFFFFF"/>
              </a:solidFill>
            </a:endParaRPr>
          </a:p>
        </p:txBody>
      </p:sp>
      <p:sp>
        <p:nvSpPr>
          <p:cNvPr id="3824" name="Google Shape;3824;p64"/>
          <p:cNvSpPr/>
          <p:nvPr/>
        </p:nvSpPr>
        <p:spPr>
          <a:xfrm>
            <a:off x="-6216725" y="986400"/>
            <a:ext cx="5567400" cy="5853600"/>
          </a:xfrm>
          <a:prstGeom prst="roundRect">
            <a:avLst>
              <a:gd fmla="val 2402" name="adj"/>
            </a:avLst>
          </a:prstGeom>
          <a:solidFill>
            <a:srgbClr val="F3F3F3"/>
          </a:solidFill>
          <a:ln cap="flat" cmpd="sng" w="9525">
            <a:solidFill>
              <a:srgbClr val="F3F3F3"/>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t" bIns="91425" lIns="91425" spcFirstLastPara="1" rIns="91425" wrap="square" tIns="91425">
            <a:noAutofit/>
          </a:bodyPr>
          <a:lstStyle/>
          <a:p>
            <a:pPr indent="0" lvl="0" marL="0" rtl="0" algn="ctr">
              <a:spcBef>
                <a:spcPts val="0"/>
              </a:spcBef>
              <a:spcAft>
                <a:spcPts val="0"/>
              </a:spcAft>
              <a:buNone/>
            </a:pPr>
            <a:r>
              <a:rPr lang="es-419"/>
              <a:t>Paleta</a:t>
            </a:r>
            <a:endParaRPr/>
          </a:p>
        </p:txBody>
      </p:sp>
    </p:spTree>
  </p:cSld>
  <p:clrMapOvr>
    <a:masterClrMapping/>
  </p:clrMapOvr>
</p:sldLayout>
</file>

<file path=ppt/slideLayouts/slideLayout6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4.5 Diagrama de Actividad">
  <p:cSld name="TITLE_3_6_1_1_1_1_1_1_1_1_1_1_1_1_1_1_1_1_1_1">
    <p:spTree>
      <p:nvGrpSpPr>
        <p:cNvPr id="3825" name="Shape 3825"/>
        <p:cNvGrpSpPr/>
        <p:nvPr/>
      </p:nvGrpSpPr>
      <p:grpSpPr>
        <a:xfrm>
          <a:off x="0" y="0"/>
          <a:ext cx="0" cy="0"/>
          <a:chOff x="0" y="0"/>
          <a:chExt cx="0" cy="0"/>
        </a:xfrm>
      </p:grpSpPr>
      <p:sp>
        <p:nvSpPr>
          <p:cNvPr id="3826" name="Google Shape;3826;p65"/>
          <p:cNvSpPr/>
          <p:nvPr/>
        </p:nvSpPr>
        <p:spPr>
          <a:xfrm>
            <a:off x="-1396550" y="760700"/>
            <a:ext cx="748200" cy="6079200"/>
          </a:xfrm>
          <a:prstGeom prst="roundRect">
            <a:avLst>
              <a:gd fmla="val 11877" name="adj"/>
            </a:avLst>
          </a:prstGeom>
          <a:solidFill>
            <a:srgbClr val="F3F3F3"/>
          </a:solidFill>
          <a:ln cap="flat" cmpd="sng" w="9525">
            <a:solidFill>
              <a:srgbClr val="F3F3F3"/>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t" bIns="54000" lIns="72000" spcFirstLastPara="1" rIns="72000" wrap="square" tIns="54000">
            <a:noAutofit/>
          </a:bodyPr>
          <a:lstStyle/>
          <a:p>
            <a:pPr indent="0" lvl="0" marL="0" rtl="0" algn="ctr">
              <a:spcBef>
                <a:spcPts val="0"/>
              </a:spcBef>
              <a:spcAft>
                <a:spcPts val="0"/>
              </a:spcAft>
              <a:buNone/>
            </a:pPr>
            <a:r>
              <a:rPr i="1" lang="es-419"/>
              <a:t>Paleta</a:t>
            </a:r>
            <a:endParaRPr i="1"/>
          </a:p>
        </p:txBody>
      </p:sp>
      <p:sp>
        <p:nvSpPr>
          <p:cNvPr id="3827" name="Google Shape;3827;p65"/>
          <p:cNvSpPr txBox="1"/>
          <p:nvPr/>
        </p:nvSpPr>
        <p:spPr>
          <a:xfrm>
            <a:off x="2896942" y="1046542"/>
            <a:ext cx="1069200" cy="2166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t/>
            </a:r>
            <a:endParaRPr b="1" sz="600"/>
          </a:p>
        </p:txBody>
      </p:sp>
      <p:sp>
        <p:nvSpPr>
          <p:cNvPr id="3828" name="Google Shape;3828;p65"/>
          <p:cNvSpPr txBox="1"/>
          <p:nvPr/>
        </p:nvSpPr>
        <p:spPr>
          <a:xfrm>
            <a:off x="4101686" y="1046542"/>
            <a:ext cx="1163700" cy="2166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t/>
            </a:r>
            <a:endParaRPr b="1" sz="600"/>
          </a:p>
        </p:txBody>
      </p:sp>
      <p:sp>
        <p:nvSpPr>
          <p:cNvPr id="3829" name="Google Shape;3829;p65"/>
          <p:cNvSpPr txBox="1"/>
          <p:nvPr/>
        </p:nvSpPr>
        <p:spPr>
          <a:xfrm>
            <a:off x="6603322" y="1046542"/>
            <a:ext cx="1163700" cy="2166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t/>
            </a:r>
            <a:endParaRPr b="1" sz="600"/>
          </a:p>
        </p:txBody>
      </p:sp>
      <p:sp>
        <p:nvSpPr>
          <p:cNvPr id="3830" name="Google Shape;3830;p65"/>
          <p:cNvSpPr txBox="1"/>
          <p:nvPr/>
        </p:nvSpPr>
        <p:spPr>
          <a:xfrm>
            <a:off x="5400218" y="1046542"/>
            <a:ext cx="1203000" cy="2166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t/>
            </a:r>
            <a:endParaRPr b="1" sz="600"/>
          </a:p>
        </p:txBody>
      </p:sp>
      <p:sp>
        <p:nvSpPr>
          <p:cNvPr id="3831" name="Google Shape;3831;p65"/>
          <p:cNvSpPr/>
          <p:nvPr/>
        </p:nvSpPr>
        <p:spPr>
          <a:xfrm>
            <a:off x="97888" y="377012"/>
            <a:ext cx="9893400" cy="296700"/>
          </a:xfrm>
          <a:prstGeom prst="roundRect">
            <a:avLst>
              <a:gd fmla="val 22902" name="adj"/>
            </a:avLst>
          </a:prstGeom>
          <a:solidFill>
            <a:srgbClr val="F3F3F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3832" name="Google Shape;3832;p65"/>
          <p:cNvSpPr/>
          <p:nvPr/>
        </p:nvSpPr>
        <p:spPr>
          <a:xfrm>
            <a:off x="77688" y="358938"/>
            <a:ext cx="9935700" cy="6438000"/>
          </a:xfrm>
          <a:prstGeom prst="roundRect">
            <a:avLst>
              <a:gd fmla="val 2618" name="adj"/>
            </a:avLst>
          </a:prstGeom>
          <a:solidFill>
            <a:srgbClr val="FFFFFF"/>
          </a:solidFill>
          <a:ln cap="flat" cmpd="sng" w="38100">
            <a:solidFill>
              <a:srgbClr val="000000"/>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833" name="Google Shape;3833;p65"/>
          <p:cNvCxnSpPr/>
          <p:nvPr/>
        </p:nvCxnSpPr>
        <p:spPr>
          <a:xfrm>
            <a:off x="77688" y="772614"/>
            <a:ext cx="9935700" cy="0"/>
          </a:xfrm>
          <a:prstGeom prst="straightConnector1">
            <a:avLst/>
          </a:prstGeom>
          <a:noFill/>
          <a:ln cap="flat" cmpd="sng" w="19050">
            <a:solidFill>
              <a:srgbClr val="000000"/>
            </a:solidFill>
            <a:prstDash val="solid"/>
            <a:round/>
            <a:headEnd len="med" w="med" type="none"/>
            <a:tailEnd len="med" w="med" type="none"/>
          </a:ln>
        </p:spPr>
      </p:cxnSp>
      <p:cxnSp>
        <p:nvCxnSpPr>
          <p:cNvPr id="3834" name="Google Shape;3834;p65"/>
          <p:cNvCxnSpPr/>
          <p:nvPr/>
        </p:nvCxnSpPr>
        <p:spPr>
          <a:xfrm rot="10800000">
            <a:off x="2439038" y="368188"/>
            <a:ext cx="0" cy="402300"/>
          </a:xfrm>
          <a:prstGeom prst="straightConnector1">
            <a:avLst/>
          </a:prstGeom>
          <a:noFill/>
          <a:ln cap="flat" cmpd="sng" w="19050">
            <a:solidFill>
              <a:srgbClr val="000000"/>
            </a:solidFill>
            <a:prstDash val="solid"/>
            <a:round/>
            <a:headEnd len="med" w="med" type="none"/>
            <a:tailEnd len="med" w="med" type="none"/>
          </a:ln>
        </p:spPr>
      </p:cxnSp>
      <p:sp>
        <p:nvSpPr>
          <p:cNvPr id="3835" name="Google Shape;3835;p65"/>
          <p:cNvSpPr txBox="1"/>
          <p:nvPr/>
        </p:nvSpPr>
        <p:spPr>
          <a:xfrm>
            <a:off x="2896947" y="1353252"/>
            <a:ext cx="1069200" cy="2043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t/>
            </a:r>
            <a:endParaRPr b="1" sz="600"/>
          </a:p>
        </p:txBody>
      </p:sp>
      <p:sp>
        <p:nvSpPr>
          <p:cNvPr id="3836" name="Google Shape;3836;p65"/>
          <p:cNvSpPr txBox="1"/>
          <p:nvPr/>
        </p:nvSpPr>
        <p:spPr>
          <a:xfrm>
            <a:off x="4101689" y="1353252"/>
            <a:ext cx="1163700" cy="2043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t/>
            </a:r>
            <a:endParaRPr b="1" sz="600"/>
          </a:p>
        </p:txBody>
      </p:sp>
      <p:sp>
        <p:nvSpPr>
          <p:cNvPr id="3837" name="Google Shape;3837;p65"/>
          <p:cNvSpPr txBox="1"/>
          <p:nvPr/>
        </p:nvSpPr>
        <p:spPr>
          <a:xfrm>
            <a:off x="6603320" y="1353252"/>
            <a:ext cx="1163700" cy="2043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t/>
            </a:r>
            <a:endParaRPr b="1" sz="600"/>
          </a:p>
        </p:txBody>
      </p:sp>
      <p:sp>
        <p:nvSpPr>
          <p:cNvPr id="3838" name="Google Shape;3838;p65"/>
          <p:cNvSpPr txBox="1"/>
          <p:nvPr/>
        </p:nvSpPr>
        <p:spPr>
          <a:xfrm>
            <a:off x="7901849" y="1353252"/>
            <a:ext cx="1163700" cy="2043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t/>
            </a:r>
            <a:endParaRPr b="1" sz="600"/>
          </a:p>
        </p:txBody>
      </p:sp>
      <p:sp>
        <p:nvSpPr>
          <p:cNvPr id="3839" name="Google Shape;3839;p65"/>
          <p:cNvSpPr txBox="1"/>
          <p:nvPr/>
        </p:nvSpPr>
        <p:spPr>
          <a:xfrm>
            <a:off x="5400218" y="1353252"/>
            <a:ext cx="1203000" cy="2043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t/>
            </a:r>
            <a:endParaRPr b="1" sz="600"/>
          </a:p>
        </p:txBody>
      </p:sp>
      <p:sp>
        <p:nvSpPr>
          <p:cNvPr id="3840" name="Google Shape;3840;p65"/>
          <p:cNvSpPr txBox="1"/>
          <p:nvPr>
            <p:ph type="title"/>
          </p:nvPr>
        </p:nvSpPr>
        <p:spPr>
          <a:xfrm flipH="1">
            <a:off x="3219174" y="437575"/>
            <a:ext cx="1731300" cy="2658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200"/>
              <a:buNone/>
              <a:defRPr sz="1200">
                <a:solidFill>
                  <a:srgbClr val="000000"/>
                </a:solidFill>
              </a:defRPr>
            </a:lvl1pPr>
            <a:lvl2pPr lvl="1">
              <a:spcBef>
                <a:spcPts val="0"/>
              </a:spcBef>
              <a:spcAft>
                <a:spcPts val="0"/>
              </a:spcAft>
              <a:buClr>
                <a:srgbClr val="000000"/>
              </a:buClr>
              <a:buSzPts val="1100"/>
              <a:buNone/>
              <a:defRPr sz="1100">
                <a:solidFill>
                  <a:srgbClr val="000000"/>
                </a:solidFill>
              </a:defRPr>
            </a:lvl2pPr>
            <a:lvl3pPr lvl="2">
              <a:spcBef>
                <a:spcPts val="0"/>
              </a:spcBef>
              <a:spcAft>
                <a:spcPts val="0"/>
              </a:spcAft>
              <a:buClr>
                <a:srgbClr val="000000"/>
              </a:buClr>
              <a:buSzPts val="1100"/>
              <a:buNone/>
              <a:defRPr sz="1100">
                <a:solidFill>
                  <a:srgbClr val="000000"/>
                </a:solidFill>
              </a:defRPr>
            </a:lvl3pPr>
            <a:lvl4pPr lvl="3">
              <a:spcBef>
                <a:spcPts val="0"/>
              </a:spcBef>
              <a:spcAft>
                <a:spcPts val="0"/>
              </a:spcAft>
              <a:buClr>
                <a:srgbClr val="000000"/>
              </a:buClr>
              <a:buSzPts val="1100"/>
              <a:buNone/>
              <a:defRPr sz="1100">
                <a:solidFill>
                  <a:srgbClr val="000000"/>
                </a:solidFill>
              </a:defRPr>
            </a:lvl4pPr>
            <a:lvl5pPr lvl="4">
              <a:spcBef>
                <a:spcPts val="0"/>
              </a:spcBef>
              <a:spcAft>
                <a:spcPts val="0"/>
              </a:spcAft>
              <a:buClr>
                <a:srgbClr val="000000"/>
              </a:buClr>
              <a:buSzPts val="1100"/>
              <a:buNone/>
              <a:defRPr sz="1100">
                <a:solidFill>
                  <a:srgbClr val="000000"/>
                </a:solidFill>
              </a:defRPr>
            </a:lvl5pPr>
            <a:lvl6pPr lvl="5">
              <a:spcBef>
                <a:spcPts val="0"/>
              </a:spcBef>
              <a:spcAft>
                <a:spcPts val="0"/>
              </a:spcAft>
              <a:buClr>
                <a:srgbClr val="000000"/>
              </a:buClr>
              <a:buSzPts val="1100"/>
              <a:buNone/>
              <a:defRPr sz="1100">
                <a:solidFill>
                  <a:srgbClr val="000000"/>
                </a:solidFill>
              </a:defRPr>
            </a:lvl6pPr>
            <a:lvl7pPr lvl="6">
              <a:spcBef>
                <a:spcPts val="0"/>
              </a:spcBef>
              <a:spcAft>
                <a:spcPts val="0"/>
              </a:spcAft>
              <a:buClr>
                <a:srgbClr val="000000"/>
              </a:buClr>
              <a:buSzPts val="1100"/>
              <a:buNone/>
              <a:defRPr sz="1100">
                <a:solidFill>
                  <a:srgbClr val="000000"/>
                </a:solidFill>
              </a:defRPr>
            </a:lvl7pPr>
            <a:lvl8pPr lvl="7">
              <a:spcBef>
                <a:spcPts val="0"/>
              </a:spcBef>
              <a:spcAft>
                <a:spcPts val="0"/>
              </a:spcAft>
              <a:buClr>
                <a:srgbClr val="000000"/>
              </a:buClr>
              <a:buSzPts val="1100"/>
              <a:buNone/>
              <a:defRPr sz="1100">
                <a:solidFill>
                  <a:srgbClr val="000000"/>
                </a:solidFill>
              </a:defRPr>
            </a:lvl8pPr>
            <a:lvl9pPr lvl="8">
              <a:spcBef>
                <a:spcPts val="0"/>
              </a:spcBef>
              <a:spcAft>
                <a:spcPts val="0"/>
              </a:spcAft>
              <a:buClr>
                <a:srgbClr val="000000"/>
              </a:buClr>
              <a:buSzPts val="1100"/>
              <a:buNone/>
              <a:defRPr sz="1100">
                <a:solidFill>
                  <a:srgbClr val="000000"/>
                </a:solidFill>
              </a:defRPr>
            </a:lvl9pPr>
          </a:lstStyle>
          <a:p/>
        </p:txBody>
      </p:sp>
      <p:sp>
        <p:nvSpPr>
          <p:cNvPr id="3841" name="Google Shape;3841;p65"/>
          <p:cNvSpPr txBox="1"/>
          <p:nvPr/>
        </p:nvSpPr>
        <p:spPr>
          <a:xfrm>
            <a:off x="2513487" y="437267"/>
            <a:ext cx="679500" cy="2664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b="1" lang="es-419" sz="1100"/>
              <a:t>Proceso:</a:t>
            </a:r>
            <a:endParaRPr b="1" sz="1100"/>
          </a:p>
        </p:txBody>
      </p:sp>
      <p:cxnSp>
        <p:nvCxnSpPr>
          <p:cNvPr id="3842" name="Google Shape;3842;p65"/>
          <p:cNvCxnSpPr/>
          <p:nvPr/>
        </p:nvCxnSpPr>
        <p:spPr>
          <a:xfrm rot="10800000">
            <a:off x="5070754" y="368188"/>
            <a:ext cx="0" cy="402300"/>
          </a:xfrm>
          <a:prstGeom prst="straightConnector1">
            <a:avLst/>
          </a:prstGeom>
          <a:noFill/>
          <a:ln cap="flat" cmpd="sng" w="19050">
            <a:solidFill>
              <a:srgbClr val="000000"/>
            </a:solidFill>
            <a:prstDash val="solid"/>
            <a:round/>
            <a:headEnd len="med" w="med" type="none"/>
            <a:tailEnd len="med" w="med" type="none"/>
          </a:ln>
        </p:spPr>
      </p:cxnSp>
      <p:sp>
        <p:nvSpPr>
          <p:cNvPr id="3843" name="Google Shape;3843;p65"/>
          <p:cNvSpPr txBox="1"/>
          <p:nvPr/>
        </p:nvSpPr>
        <p:spPr>
          <a:xfrm>
            <a:off x="5191013" y="387663"/>
            <a:ext cx="13026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Finalidad empresa:</a:t>
            </a:r>
            <a:endParaRPr b="1" sz="1100"/>
          </a:p>
        </p:txBody>
      </p:sp>
      <p:sp>
        <p:nvSpPr>
          <p:cNvPr id="3844" name="Google Shape;3844;p65"/>
          <p:cNvSpPr txBox="1"/>
          <p:nvPr/>
        </p:nvSpPr>
        <p:spPr>
          <a:xfrm>
            <a:off x="5191013" y="579538"/>
            <a:ext cx="11637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Finalidad cliente:</a:t>
            </a:r>
            <a:endParaRPr b="1" sz="1100"/>
          </a:p>
        </p:txBody>
      </p:sp>
      <p:sp>
        <p:nvSpPr>
          <p:cNvPr id="3845" name="Google Shape;3845;p65"/>
          <p:cNvSpPr/>
          <p:nvPr/>
        </p:nvSpPr>
        <p:spPr>
          <a:xfrm>
            <a:off x="77688" y="349338"/>
            <a:ext cx="2361300" cy="421200"/>
          </a:xfrm>
          <a:prstGeom prst="roundRect">
            <a:avLst>
              <a:gd fmla="val 50000" name="adj"/>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s-419" sz="1200">
                <a:solidFill>
                  <a:srgbClr val="FFFFFF"/>
                </a:solidFill>
              </a:rPr>
              <a:t>Diagrama de Actividad</a:t>
            </a:r>
            <a:endParaRPr b="1" sz="1200">
              <a:solidFill>
                <a:srgbClr val="FFFFFF"/>
              </a:solidFill>
            </a:endParaRPr>
          </a:p>
          <a:p>
            <a:pPr indent="0" lvl="0" marL="0" rtl="0" algn="ctr">
              <a:spcBef>
                <a:spcPts val="0"/>
              </a:spcBef>
              <a:spcAft>
                <a:spcPts val="0"/>
              </a:spcAft>
              <a:buNone/>
            </a:pPr>
            <a:r>
              <a:t/>
            </a:r>
            <a:endParaRPr b="1" sz="1200">
              <a:solidFill>
                <a:srgbClr val="FFFFFF"/>
              </a:solidFill>
            </a:endParaRPr>
          </a:p>
        </p:txBody>
      </p:sp>
      <p:sp>
        <p:nvSpPr>
          <p:cNvPr id="3846" name="Google Shape;3846;p65"/>
          <p:cNvSpPr/>
          <p:nvPr/>
        </p:nvSpPr>
        <p:spPr>
          <a:xfrm>
            <a:off x="83988" y="595504"/>
            <a:ext cx="190200" cy="1692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7" name="Google Shape;3847;p65"/>
          <p:cNvSpPr/>
          <p:nvPr/>
        </p:nvSpPr>
        <p:spPr>
          <a:xfrm>
            <a:off x="2292338" y="358938"/>
            <a:ext cx="146700" cy="4023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8" name="Google Shape;3848;p65"/>
          <p:cNvSpPr txBox="1"/>
          <p:nvPr>
            <p:ph idx="2" type="title"/>
          </p:nvPr>
        </p:nvSpPr>
        <p:spPr>
          <a:xfrm flipH="1">
            <a:off x="6546263" y="387663"/>
            <a:ext cx="3350100" cy="1692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000"/>
              <a:buNone/>
              <a:defRPr sz="1000">
                <a:solidFill>
                  <a:srgbClr val="000000"/>
                </a:solidFill>
              </a:defRPr>
            </a:lvl1pPr>
            <a:lvl2pPr lvl="1">
              <a:spcBef>
                <a:spcPts val="0"/>
              </a:spcBef>
              <a:spcAft>
                <a:spcPts val="0"/>
              </a:spcAft>
              <a:buClr>
                <a:srgbClr val="000000"/>
              </a:buClr>
              <a:buSzPts val="1000"/>
              <a:buNone/>
              <a:defRPr sz="1000">
                <a:solidFill>
                  <a:srgbClr val="000000"/>
                </a:solidFill>
              </a:defRPr>
            </a:lvl2pPr>
            <a:lvl3pPr lvl="2">
              <a:spcBef>
                <a:spcPts val="0"/>
              </a:spcBef>
              <a:spcAft>
                <a:spcPts val="0"/>
              </a:spcAft>
              <a:buClr>
                <a:srgbClr val="000000"/>
              </a:buClr>
              <a:buSzPts val="1000"/>
              <a:buNone/>
              <a:defRPr sz="1000">
                <a:solidFill>
                  <a:srgbClr val="000000"/>
                </a:solidFill>
              </a:defRPr>
            </a:lvl3pPr>
            <a:lvl4pPr lvl="3">
              <a:spcBef>
                <a:spcPts val="0"/>
              </a:spcBef>
              <a:spcAft>
                <a:spcPts val="0"/>
              </a:spcAft>
              <a:buClr>
                <a:srgbClr val="000000"/>
              </a:buClr>
              <a:buSzPts val="1000"/>
              <a:buNone/>
              <a:defRPr sz="1000">
                <a:solidFill>
                  <a:srgbClr val="000000"/>
                </a:solidFill>
              </a:defRPr>
            </a:lvl4pPr>
            <a:lvl5pPr lvl="4">
              <a:spcBef>
                <a:spcPts val="0"/>
              </a:spcBef>
              <a:spcAft>
                <a:spcPts val="0"/>
              </a:spcAft>
              <a:buClr>
                <a:srgbClr val="000000"/>
              </a:buClr>
              <a:buSzPts val="1000"/>
              <a:buNone/>
              <a:defRPr sz="1000">
                <a:solidFill>
                  <a:srgbClr val="000000"/>
                </a:solidFill>
              </a:defRPr>
            </a:lvl5pPr>
            <a:lvl6pPr lvl="5">
              <a:spcBef>
                <a:spcPts val="0"/>
              </a:spcBef>
              <a:spcAft>
                <a:spcPts val="0"/>
              </a:spcAft>
              <a:buClr>
                <a:srgbClr val="000000"/>
              </a:buClr>
              <a:buSzPts val="1000"/>
              <a:buNone/>
              <a:defRPr sz="1000">
                <a:solidFill>
                  <a:srgbClr val="000000"/>
                </a:solidFill>
              </a:defRPr>
            </a:lvl6pPr>
            <a:lvl7pPr lvl="6">
              <a:spcBef>
                <a:spcPts val="0"/>
              </a:spcBef>
              <a:spcAft>
                <a:spcPts val="0"/>
              </a:spcAft>
              <a:buClr>
                <a:srgbClr val="000000"/>
              </a:buClr>
              <a:buSzPts val="1000"/>
              <a:buNone/>
              <a:defRPr sz="1000">
                <a:solidFill>
                  <a:srgbClr val="000000"/>
                </a:solidFill>
              </a:defRPr>
            </a:lvl7pPr>
            <a:lvl8pPr lvl="7">
              <a:spcBef>
                <a:spcPts val="0"/>
              </a:spcBef>
              <a:spcAft>
                <a:spcPts val="0"/>
              </a:spcAft>
              <a:buClr>
                <a:srgbClr val="000000"/>
              </a:buClr>
              <a:buSzPts val="1000"/>
              <a:buNone/>
              <a:defRPr sz="1000">
                <a:solidFill>
                  <a:srgbClr val="000000"/>
                </a:solidFill>
              </a:defRPr>
            </a:lvl8pPr>
            <a:lvl9pPr lvl="8">
              <a:spcBef>
                <a:spcPts val="0"/>
              </a:spcBef>
              <a:spcAft>
                <a:spcPts val="0"/>
              </a:spcAft>
              <a:buClr>
                <a:srgbClr val="000000"/>
              </a:buClr>
              <a:buSzPts val="1000"/>
              <a:buNone/>
              <a:defRPr sz="1000">
                <a:solidFill>
                  <a:srgbClr val="000000"/>
                </a:solidFill>
              </a:defRPr>
            </a:lvl9pPr>
          </a:lstStyle>
          <a:p/>
        </p:txBody>
      </p:sp>
      <p:sp>
        <p:nvSpPr>
          <p:cNvPr id="3849" name="Google Shape;3849;p65"/>
          <p:cNvSpPr txBox="1"/>
          <p:nvPr>
            <p:ph idx="3" type="title"/>
          </p:nvPr>
        </p:nvSpPr>
        <p:spPr>
          <a:xfrm flipH="1">
            <a:off x="6546263" y="579538"/>
            <a:ext cx="3350100" cy="1692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000"/>
              <a:buNone/>
              <a:defRPr sz="1000">
                <a:solidFill>
                  <a:srgbClr val="000000"/>
                </a:solidFill>
              </a:defRPr>
            </a:lvl1pPr>
            <a:lvl2pPr lvl="1">
              <a:spcBef>
                <a:spcPts val="0"/>
              </a:spcBef>
              <a:spcAft>
                <a:spcPts val="0"/>
              </a:spcAft>
              <a:buClr>
                <a:srgbClr val="000000"/>
              </a:buClr>
              <a:buSzPts val="1000"/>
              <a:buNone/>
              <a:defRPr sz="1000">
                <a:solidFill>
                  <a:srgbClr val="000000"/>
                </a:solidFill>
              </a:defRPr>
            </a:lvl2pPr>
            <a:lvl3pPr lvl="2">
              <a:spcBef>
                <a:spcPts val="0"/>
              </a:spcBef>
              <a:spcAft>
                <a:spcPts val="0"/>
              </a:spcAft>
              <a:buClr>
                <a:srgbClr val="000000"/>
              </a:buClr>
              <a:buSzPts val="1000"/>
              <a:buNone/>
              <a:defRPr sz="1000">
                <a:solidFill>
                  <a:srgbClr val="000000"/>
                </a:solidFill>
              </a:defRPr>
            </a:lvl3pPr>
            <a:lvl4pPr lvl="3">
              <a:spcBef>
                <a:spcPts val="0"/>
              </a:spcBef>
              <a:spcAft>
                <a:spcPts val="0"/>
              </a:spcAft>
              <a:buClr>
                <a:srgbClr val="000000"/>
              </a:buClr>
              <a:buSzPts val="1000"/>
              <a:buNone/>
              <a:defRPr sz="1000">
                <a:solidFill>
                  <a:srgbClr val="000000"/>
                </a:solidFill>
              </a:defRPr>
            </a:lvl4pPr>
            <a:lvl5pPr lvl="4">
              <a:spcBef>
                <a:spcPts val="0"/>
              </a:spcBef>
              <a:spcAft>
                <a:spcPts val="0"/>
              </a:spcAft>
              <a:buClr>
                <a:srgbClr val="000000"/>
              </a:buClr>
              <a:buSzPts val="1000"/>
              <a:buNone/>
              <a:defRPr sz="1000">
                <a:solidFill>
                  <a:srgbClr val="000000"/>
                </a:solidFill>
              </a:defRPr>
            </a:lvl5pPr>
            <a:lvl6pPr lvl="5">
              <a:spcBef>
                <a:spcPts val="0"/>
              </a:spcBef>
              <a:spcAft>
                <a:spcPts val="0"/>
              </a:spcAft>
              <a:buClr>
                <a:srgbClr val="000000"/>
              </a:buClr>
              <a:buSzPts val="1000"/>
              <a:buNone/>
              <a:defRPr sz="1000">
                <a:solidFill>
                  <a:srgbClr val="000000"/>
                </a:solidFill>
              </a:defRPr>
            </a:lvl6pPr>
            <a:lvl7pPr lvl="6">
              <a:spcBef>
                <a:spcPts val="0"/>
              </a:spcBef>
              <a:spcAft>
                <a:spcPts val="0"/>
              </a:spcAft>
              <a:buClr>
                <a:srgbClr val="000000"/>
              </a:buClr>
              <a:buSzPts val="1000"/>
              <a:buNone/>
              <a:defRPr sz="1000">
                <a:solidFill>
                  <a:srgbClr val="000000"/>
                </a:solidFill>
              </a:defRPr>
            </a:lvl7pPr>
            <a:lvl8pPr lvl="7">
              <a:spcBef>
                <a:spcPts val="0"/>
              </a:spcBef>
              <a:spcAft>
                <a:spcPts val="0"/>
              </a:spcAft>
              <a:buClr>
                <a:srgbClr val="000000"/>
              </a:buClr>
              <a:buSzPts val="1000"/>
              <a:buNone/>
              <a:defRPr sz="1000">
                <a:solidFill>
                  <a:srgbClr val="000000"/>
                </a:solidFill>
              </a:defRPr>
            </a:lvl8pPr>
            <a:lvl9pPr lvl="8">
              <a:spcBef>
                <a:spcPts val="0"/>
              </a:spcBef>
              <a:spcAft>
                <a:spcPts val="0"/>
              </a:spcAft>
              <a:buClr>
                <a:srgbClr val="000000"/>
              </a:buClr>
              <a:buSzPts val="1000"/>
              <a:buNone/>
              <a:defRPr sz="1000">
                <a:solidFill>
                  <a:srgbClr val="000000"/>
                </a:solidFill>
              </a:defRPr>
            </a:lvl9pPr>
          </a:lstStyle>
          <a:p/>
        </p:txBody>
      </p:sp>
      <p:sp>
        <p:nvSpPr>
          <p:cNvPr id="3850" name="Google Shape;3850;p65"/>
          <p:cNvSpPr/>
          <p:nvPr/>
        </p:nvSpPr>
        <p:spPr>
          <a:xfrm>
            <a:off x="221113" y="928363"/>
            <a:ext cx="1932000" cy="5724000"/>
          </a:xfrm>
          <a:prstGeom prst="rect">
            <a:avLst/>
          </a:prstGeom>
          <a:noFill/>
          <a:ln cap="flat" cmpd="sng" w="9525">
            <a:solidFill>
              <a:srgbClr val="E991AE"/>
            </a:solidFill>
            <a:prstDash val="solid"/>
            <a:round/>
            <a:headEnd len="sm" w="sm" type="none"/>
            <a:tailEnd len="sm" w="sm" type="none"/>
          </a:ln>
        </p:spPr>
        <p:txBody>
          <a:bodyPr anchorCtr="0" anchor="t" bIns="91425" lIns="91425" spcFirstLastPara="1" rIns="91425" wrap="square" tIns="91425">
            <a:noAutofit/>
          </a:bodyPr>
          <a:lstStyle/>
          <a:p>
            <a:pPr indent="0" lvl="0" marL="0" marR="0" rtl="0" algn="l">
              <a:lnSpc>
                <a:spcPct val="100000"/>
              </a:lnSpc>
              <a:spcBef>
                <a:spcPts val="0"/>
              </a:spcBef>
              <a:spcAft>
                <a:spcPts val="0"/>
              </a:spcAft>
              <a:buNone/>
            </a:pPr>
            <a:r>
              <a:t/>
            </a:r>
            <a:endParaRPr/>
          </a:p>
        </p:txBody>
      </p:sp>
      <p:sp>
        <p:nvSpPr>
          <p:cNvPr id="3851" name="Google Shape;3851;p65"/>
          <p:cNvSpPr/>
          <p:nvPr/>
        </p:nvSpPr>
        <p:spPr>
          <a:xfrm>
            <a:off x="2153413" y="928363"/>
            <a:ext cx="1932000" cy="5724000"/>
          </a:xfrm>
          <a:prstGeom prst="rect">
            <a:avLst/>
          </a:prstGeom>
          <a:noFill/>
          <a:ln cap="flat" cmpd="sng" w="9525">
            <a:solidFill>
              <a:srgbClr val="E991AE"/>
            </a:solidFill>
            <a:prstDash val="solid"/>
            <a:round/>
            <a:headEnd len="sm" w="sm" type="none"/>
            <a:tailEnd len="sm" w="sm" type="none"/>
          </a:ln>
        </p:spPr>
        <p:txBody>
          <a:bodyPr anchorCtr="0" anchor="t" bIns="91425" lIns="91425" spcFirstLastPara="1" rIns="91425" wrap="square" tIns="91425">
            <a:noAutofit/>
          </a:bodyPr>
          <a:lstStyle/>
          <a:p>
            <a:pPr indent="0" lvl="0" marL="0" marR="0" rtl="0" algn="l">
              <a:lnSpc>
                <a:spcPct val="100000"/>
              </a:lnSpc>
              <a:spcBef>
                <a:spcPts val="0"/>
              </a:spcBef>
              <a:spcAft>
                <a:spcPts val="0"/>
              </a:spcAft>
              <a:buNone/>
            </a:pPr>
            <a:r>
              <a:t/>
            </a:r>
            <a:endParaRPr/>
          </a:p>
        </p:txBody>
      </p:sp>
      <p:sp>
        <p:nvSpPr>
          <p:cNvPr id="3852" name="Google Shape;3852;p65"/>
          <p:cNvSpPr/>
          <p:nvPr/>
        </p:nvSpPr>
        <p:spPr>
          <a:xfrm>
            <a:off x="4085413" y="928363"/>
            <a:ext cx="1932000" cy="5724000"/>
          </a:xfrm>
          <a:prstGeom prst="rect">
            <a:avLst/>
          </a:prstGeom>
          <a:noFill/>
          <a:ln cap="flat" cmpd="sng" w="9525">
            <a:solidFill>
              <a:srgbClr val="E991AE"/>
            </a:solidFill>
            <a:prstDash val="solid"/>
            <a:round/>
            <a:headEnd len="sm" w="sm" type="none"/>
            <a:tailEnd len="sm" w="sm" type="none"/>
          </a:ln>
        </p:spPr>
        <p:txBody>
          <a:bodyPr anchorCtr="0" anchor="t" bIns="91425" lIns="91425" spcFirstLastPara="1" rIns="91425" wrap="square" tIns="91425">
            <a:noAutofit/>
          </a:bodyPr>
          <a:lstStyle/>
          <a:p>
            <a:pPr indent="0" lvl="0" marL="0" marR="0" rtl="0" algn="l">
              <a:lnSpc>
                <a:spcPct val="100000"/>
              </a:lnSpc>
              <a:spcBef>
                <a:spcPts val="0"/>
              </a:spcBef>
              <a:spcAft>
                <a:spcPts val="0"/>
              </a:spcAft>
              <a:buNone/>
            </a:pPr>
            <a:r>
              <a:t/>
            </a:r>
            <a:endParaRPr/>
          </a:p>
        </p:txBody>
      </p:sp>
      <p:sp>
        <p:nvSpPr>
          <p:cNvPr id="3853" name="Google Shape;3853;p65"/>
          <p:cNvSpPr/>
          <p:nvPr/>
        </p:nvSpPr>
        <p:spPr>
          <a:xfrm>
            <a:off x="6017713" y="928363"/>
            <a:ext cx="1932000" cy="5724000"/>
          </a:xfrm>
          <a:prstGeom prst="rect">
            <a:avLst/>
          </a:prstGeom>
          <a:noFill/>
          <a:ln cap="flat" cmpd="sng" w="9525">
            <a:solidFill>
              <a:srgbClr val="E991AE"/>
            </a:solidFill>
            <a:prstDash val="solid"/>
            <a:round/>
            <a:headEnd len="sm" w="sm" type="none"/>
            <a:tailEnd len="sm" w="sm" type="none"/>
          </a:ln>
        </p:spPr>
        <p:txBody>
          <a:bodyPr anchorCtr="0" anchor="t" bIns="91425" lIns="91425" spcFirstLastPara="1" rIns="91425" wrap="square" tIns="91425">
            <a:noAutofit/>
          </a:bodyPr>
          <a:lstStyle/>
          <a:p>
            <a:pPr indent="0" lvl="0" marL="0" marR="0" rtl="0" algn="l">
              <a:lnSpc>
                <a:spcPct val="100000"/>
              </a:lnSpc>
              <a:spcBef>
                <a:spcPts val="0"/>
              </a:spcBef>
              <a:spcAft>
                <a:spcPts val="0"/>
              </a:spcAft>
              <a:buNone/>
            </a:pPr>
            <a:r>
              <a:t/>
            </a:r>
            <a:endParaRPr/>
          </a:p>
        </p:txBody>
      </p:sp>
      <p:sp>
        <p:nvSpPr>
          <p:cNvPr id="3854" name="Google Shape;3854;p65"/>
          <p:cNvSpPr/>
          <p:nvPr/>
        </p:nvSpPr>
        <p:spPr>
          <a:xfrm>
            <a:off x="7949713" y="928363"/>
            <a:ext cx="1932000" cy="5724000"/>
          </a:xfrm>
          <a:prstGeom prst="rect">
            <a:avLst/>
          </a:prstGeom>
          <a:noFill/>
          <a:ln cap="flat" cmpd="sng" w="9525">
            <a:solidFill>
              <a:srgbClr val="E991AE"/>
            </a:solidFill>
            <a:prstDash val="solid"/>
            <a:round/>
            <a:headEnd len="sm" w="sm" type="none"/>
            <a:tailEnd len="sm" w="sm" type="none"/>
          </a:ln>
        </p:spPr>
        <p:txBody>
          <a:bodyPr anchorCtr="0" anchor="t" bIns="91425" lIns="91425" spcFirstLastPara="1" rIns="91425" wrap="square" tIns="91425">
            <a:noAutofit/>
          </a:bodyPr>
          <a:lstStyle/>
          <a:p>
            <a:pPr indent="0" lvl="0" marL="0" marR="0" rtl="0" algn="l">
              <a:lnSpc>
                <a:spcPct val="100000"/>
              </a:lnSpc>
              <a:spcBef>
                <a:spcPts val="0"/>
              </a:spcBef>
              <a:spcAft>
                <a:spcPts val="0"/>
              </a:spcAft>
              <a:buNone/>
            </a:pPr>
            <a:r>
              <a:t/>
            </a:r>
            <a:endParaRPr/>
          </a:p>
        </p:txBody>
      </p:sp>
      <p:sp>
        <p:nvSpPr>
          <p:cNvPr id="3855" name="Google Shape;3855;p65"/>
          <p:cNvSpPr/>
          <p:nvPr/>
        </p:nvSpPr>
        <p:spPr>
          <a:xfrm>
            <a:off x="221113" y="928363"/>
            <a:ext cx="9660600" cy="296700"/>
          </a:xfrm>
          <a:prstGeom prst="rect">
            <a:avLst/>
          </a:prstGeom>
          <a:noFill/>
          <a:ln cap="flat" cmpd="sng" w="9525">
            <a:solidFill>
              <a:srgbClr val="E991AE"/>
            </a:solidFill>
            <a:prstDash val="solid"/>
            <a:round/>
            <a:headEnd len="sm" w="sm" type="none"/>
            <a:tailEnd len="sm" w="sm" type="none"/>
          </a:ln>
        </p:spPr>
        <p:txBody>
          <a:bodyPr anchorCtr="0" anchor="t" bIns="91425" lIns="91425" spcFirstLastPara="1" rIns="91425" wrap="square" tIns="91425">
            <a:noAutofit/>
          </a:bodyPr>
          <a:lstStyle/>
          <a:p>
            <a:pPr indent="0" lvl="0" marL="0" marR="0" rtl="0" algn="l">
              <a:lnSpc>
                <a:spcPct val="100000"/>
              </a:lnSpc>
              <a:spcBef>
                <a:spcPts val="0"/>
              </a:spcBef>
              <a:spcAft>
                <a:spcPts val="0"/>
              </a:spcAft>
              <a:buNone/>
            </a:pPr>
            <a:r>
              <a:t/>
            </a:r>
            <a:endParaRPr/>
          </a:p>
        </p:txBody>
      </p:sp>
      <p:sp>
        <p:nvSpPr>
          <p:cNvPr id="3856" name="Google Shape;3856;p65"/>
          <p:cNvSpPr txBox="1"/>
          <p:nvPr>
            <p:ph idx="1" type="subTitle"/>
          </p:nvPr>
        </p:nvSpPr>
        <p:spPr>
          <a:xfrm>
            <a:off x="221113" y="928363"/>
            <a:ext cx="1932000" cy="296700"/>
          </a:xfrm>
          <a:prstGeom prst="rect">
            <a:avLst/>
          </a:prstGeom>
          <a:noFill/>
          <a:ln>
            <a:noFill/>
          </a:ln>
        </p:spPr>
        <p:txBody>
          <a:bodyPr anchorCtr="0" anchor="t" bIns="36000" lIns="36000" spcFirstLastPara="1" rIns="36000" wrap="square" tIns="36000">
            <a:noAutofit/>
          </a:bodyPr>
          <a:lstStyle>
            <a:lvl1pPr lvl="0" algn="ctr">
              <a:spcBef>
                <a:spcPts val="0"/>
              </a:spcBef>
              <a:spcAft>
                <a:spcPts val="0"/>
              </a:spcAft>
              <a:buClr>
                <a:srgbClr val="000000"/>
              </a:buClr>
              <a:buSzPts val="1200"/>
              <a:buNone/>
              <a:defRPr sz="1200">
                <a:solidFill>
                  <a:srgbClr val="000000"/>
                </a:solidFill>
              </a:defRPr>
            </a:lvl1pPr>
            <a:lvl2pPr lvl="1" algn="ctr">
              <a:spcBef>
                <a:spcPts val="0"/>
              </a:spcBef>
              <a:spcAft>
                <a:spcPts val="0"/>
              </a:spcAft>
              <a:buSzPts val="1200"/>
              <a:buNone/>
              <a:defRPr sz="1200"/>
            </a:lvl2pPr>
            <a:lvl3pPr lvl="2" algn="ctr">
              <a:spcBef>
                <a:spcPts val="0"/>
              </a:spcBef>
              <a:spcAft>
                <a:spcPts val="0"/>
              </a:spcAft>
              <a:buSzPts val="1200"/>
              <a:buNone/>
              <a:defRPr sz="1200"/>
            </a:lvl3pPr>
            <a:lvl4pPr lvl="3" algn="ctr">
              <a:spcBef>
                <a:spcPts val="0"/>
              </a:spcBef>
              <a:spcAft>
                <a:spcPts val="0"/>
              </a:spcAft>
              <a:buSzPts val="1200"/>
              <a:buNone/>
              <a:defRPr sz="1200"/>
            </a:lvl4pPr>
            <a:lvl5pPr lvl="4" algn="ctr">
              <a:spcBef>
                <a:spcPts val="0"/>
              </a:spcBef>
              <a:spcAft>
                <a:spcPts val="0"/>
              </a:spcAft>
              <a:buSzPts val="1200"/>
              <a:buNone/>
              <a:defRPr sz="1200"/>
            </a:lvl5pPr>
            <a:lvl6pPr lvl="5" algn="ctr">
              <a:spcBef>
                <a:spcPts val="0"/>
              </a:spcBef>
              <a:spcAft>
                <a:spcPts val="0"/>
              </a:spcAft>
              <a:buSzPts val="1200"/>
              <a:buNone/>
              <a:defRPr sz="1200"/>
            </a:lvl6pPr>
            <a:lvl7pPr lvl="6" algn="ctr">
              <a:spcBef>
                <a:spcPts val="0"/>
              </a:spcBef>
              <a:spcAft>
                <a:spcPts val="0"/>
              </a:spcAft>
              <a:buSzPts val="1200"/>
              <a:buNone/>
              <a:defRPr sz="1200"/>
            </a:lvl7pPr>
            <a:lvl8pPr lvl="7" algn="ctr">
              <a:spcBef>
                <a:spcPts val="0"/>
              </a:spcBef>
              <a:spcAft>
                <a:spcPts val="0"/>
              </a:spcAft>
              <a:buSzPts val="1200"/>
              <a:buNone/>
              <a:defRPr sz="1200"/>
            </a:lvl8pPr>
            <a:lvl9pPr lvl="8" algn="ctr">
              <a:spcBef>
                <a:spcPts val="0"/>
              </a:spcBef>
              <a:spcAft>
                <a:spcPts val="0"/>
              </a:spcAft>
              <a:buSzPts val="1200"/>
              <a:buNone/>
              <a:defRPr sz="1200"/>
            </a:lvl9pPr>
          </a:lstStyle>
          <a:p/>
        </p:txBody>
      </p:sp>
      <p:sp>
        <p:nvSpPr>
          <p:cNvPr id="3857" name="Google Shape;3857;p65"/>
          <p:cNvSpPr txBox="1"/>
          <p:nvPr>
            <p:ph idx="4" type="subTitle"/>
          </p:nvPr>
        </p:nvSpPr>
        <p:spPr>
          <a:xfrm>
            <a:off x="2153413" y="928363"/>
            <a:ext cx="1932000" cy="296700"/>
          </a:xfrm>
          <a:prstGeom prst="rect">
            <a:avLst/>
          </a:prstGeom>
          <a:noFill/>
          <a:ln>
            <a:noFill/>
          </a:ln>
        </p:spPr>
        <p:txBody>
          <a:bodyPr anchorCtr="0" anchor="t" bIns="36000" lIns="36000" spcFirstLastPara="1" rIns="36000" wrap="square" tIns="36000">
            <a:noAutofit/>
          </a:bodyPr>
          <a:lstStyle>
            <a:lvl1pPr lvl="0" algn="ctr">
              <a:spcBef>
                <a:spcPts val="0"/>
              </a:spcBef>
              <a:spcAft>
                <a:spcPts val="0"/>
              </a:spcAft>
              <a:buClr>
                <a:srgbClr val="000000"/>
              </a:buClr>
              <a:buSzPts val="1200"/>
              <a:buNone/>
              <a:defRPr sz="1200">
                <a:solidFill>
                  <a:srgbClr val="000000"/>
                </a:solidFill>
              </a:defRPr>
            </a:lvl1pPr>
            <a:lvl2pPr lvl="1" algn="ctr">
              <a:spcBef>
                <a:spcPts val="0"/>
              </a:spcBef>
              <a:spcAft>
                <a:spcPts val="0"/>
              </a:spcAft>
              <a:buSzPts val="1200"/>
              <a:buNone/>
              <a:defRPr sz="1200"/>
            </a:lvl2pPr>
            <a:lvl3pPr lvl="2" algn="ctr">
              <a:spcBef>
                <a:spcPts val="0"/>
              </a:spcBef>
              <a:spcAft>
                <a:spcPts val="0"/>
              </a:spcAft>
              <a:buSzPts val="1200"/>
              <a:buNone/>
              <a:defRPr sz="1200"/>
            </a:lvl3pPr>
            <a:lvl4pPr lvl="3" algn="ctr">
              <a:spcBef>
                <a:spcPts val="0"/>
              </a:spcBef>
              <a:spcAft>
                <a:spcPts val="0"/>
              </a:spcAft>
              <a:buSzPts val="1200"/>
              <a:buNone/>
              <a:defRPr sz="1200"/>
            </a:lvl4pPr>
            <a:lvl5pPr lvl="4" algn="ctr">
              <a:spcBef>
                <a:spcPts val="0"/>
              </a:spcBef>
              <a:spcAft>
                <a:spcPts val="0"/>
              </a:spcAft>
              <a:buSzPts val="1200"/>
              <a:buNone/>
              <a:defRPr sz="1200"/>
            </a:lvl5pPr>
            <a:lvl6pPr lvl="5" algn="ctr">
              <a:spcBef>
                <a:spcPts val="0"/>
              </a:spcBef>
              <a:spcAft>
                <a:spcPts val="0"/>
              </a:spcAft>
              <a:buSzPts val="1200"/>
              <a:buNone/>
              <a:defRPr sz="1200"/>
            </a:lvl6pPr>
            <a:lvl7pPr lvl="6" algn="ctr">
              <a:spcBef>
                <a:spcPts val="0"/>
              </a:spcBef>
              <a:spcAft>
                <a:spcPts val="0"/>
              </a:spcAft>
              <a:buSzPts val="1200"/>
              <a:buNone/>
              <a:defRPr sz="1200"/>
            </a:lvl7pPr>
            <a:lvl8pPr lvl="7" algn="ctr">
              <a:spcBef>
                <a:spcPts val="0"/>
              </a:spcBef>
              <a:spcAft>
                <a:spcPts val="0"/>
              </a:spcAft>
              <a:buSzPts val="1200"/>
              <a:buNone/>
              <a:defRPr sz="1200"/>
            </a:lvl8pPr>
            <a:lvl9pPr lvl="8" algn="ctr">
              <a:spcBef>
                <a:spcPts val="0"/>
              </a:spcBef>
              <a:spcAft>
                <a:spcPts val="0"/>
              </a:spcAft>
              <a:buSzPts val="1200"/>
              <a:buNone/>
              <a:defRPr sz="1200"/>
            </a:lvl9pPr>
          </a:lstStyle>
          <a:p/>
        </p:txBody>
      </p:sp>
      <p:sp>
        <p:nvSpPr>
          <p:cNvPr id="3858" name="Google Shape;3858;p65"/>
          <p:cNvSpPr txBox="1"/>
          <p:nvPr>
            <p:ph idx="5" type="subTitle"/>
          </p:nvPr>
        </p:nvSpPr>
        <p:spPr>
          <a:xfrm>
            <a:off x="4085413" y="928363"/>
            <a:ext cx="1932000" cy="296700"/>
          </a:xfrm>
          <a:prstGeom prst="rect">
            <a:avLst/>
          </a:prstGeom>
          <a:noFill/>
          <a:ln>
            <a:noFill/>
          </a:ln>
        </p:spPr>
        <p:txBody>
          <a:bodyPr anchorCtr="0" anchor="t" bIns="36000" lIns="36000" spcFirstLastPara="1" rIns="36000" wrap="square" tIns="36000">
            <a:noAutofit/>
          </a:bodyPr>
          <a:lstStyle>
            <a:lvl1pPr lvl="0" algn="ctr">
              <a:spcBef>
                <a:spcPts val="0"/>
              </a:spcBef>
              <a:spcAft>
                <a:spcPts val="0"/>
              </a:spcAft>
              <a:buClr>
                <a:srgbClr val="000000"/>
              </a:buClr>
              <a:buSzPts val="1200"/>
              <a:buNone/>
              <a:defRPr sz="1200">
                <a:solidFill>
                  <a:srgbClr val="000000"/>
                </a:solidFill>
              </a:defRPr>
            </a:lvl1pPr>
            <a:lvl2pPr lvl="1" algn="ctr">
              <a:spcBef>
                <a:spcPts val="0"/>
              </a:spcBef>
              <a:spcAft>
                <a:spcPts val="0"/>
              </a:spcAft>
              <a:buSzPts val="1200"/>
              <a:buNone/>
              <a:defRPr sz="1200"/>
            </a:lvl2pPr>
            <a:lvl3pPr lvl="2" algn="ctr">
              <a:spcBef>
                <a:spcPts val="0"/>
              </a:spcBef>
              <a:spcAft>
                <a:spcPts val="0"/>
              </a:spcAft>
              <a:buSzPts val="1200"/>
              <a:buNone/>
              <a:defRPr sz="1200"/>
            </a:lvl3pPr>
            <a:lvl4pPr lvl="3" algn="ctr">
              <a:spcBef>
                <a:spcPts val="0"/>
              </a:spcBef>
              <a:spcAft>
                <a:spcPts val="0"/>
              </a:spcAft>
              <a:buSzPts val="1200"/>
              <a:buNone/>
              <a:defRPr sz="1200"/>
            </a:lvl4pPr>
            <a:lvl5pPr lvl="4" algn="ctr">
              <a:spcBef>
                <a:spcPts val="0"/>
              </a:spcBef>
              <a:spcAft>
                <a:spcPts val="0"/>
              </a:spcAft>
              <a:buSzPts val="1200"/>
              <a:buNone/>
              <a:defRPr sz="1200"/>
            </a:lvl5pPr>
            <a:lvl6pPr lvl="5" algn="ctr">
              <a:spcBef>
                <a:spcPts val="0"/>
              </a:spcBef>
              <a:spcAft>
                <a:spcPts val="0"/>
              </a:spcAft>
              <a:buSzPts val="1200"/>
              <a:buNone/>
              <a:defRPr sz="1200"/>
            </a:lvl6pPr>
            <a:lvl7pPr lvl="6" algn="ctr">
              <a:spcBef>
                <a:spcPts val="0"/>
              </a:spcBef>
              <a:spcAft>
                <a:spcPts val="0"/>
              </a:spcAft>
              <a:buSzPts val="1200"/>
              <a:buNone/>
              <a:defRPr sz="1200"/>
            </a:lvl7pPr>
            <a:lvl8pPr lvl="7" algn="ctr">
              <a:spcBef>
                <a:spcPts val="0"/>
              </a:spcBef>
              <a:spcAft>
                <a:spcPts val="0"/>
              </a:spcAft>
              <a:buSzPts val="1200"/>
              <a:buNone/>
              <a:defRPr sz="1200"/>
            </a:lvl8pPr>
            <a:lvl9pPr lvl="8" algn="ctr">
              <a:spcBef>
                <a:spcPts val="0"/>
              </a:spcBef>
              <a:spcAft>
                <a:spcPts val="0"/>
              </a:spcAft>
              <a:buSzPts val="1200"/>
              <a:buNone/>
              <a:defRPr sz="1200"/>
            </a:lvl9pPr>
          </a:lstStyle>
          <a:p/>
        </p:txBody>
      </p:sp>
      <p:sp>
        <p:nvSpPr>
          <p:cNvPr id="3859" name="Google Shape;3859;p65"/>
          <p:cNvSpPr txBox="1"/>
          <p:nvPr>
            <p:ph idx="6" type="subTitle"/>
          </p:nvPr>
        </p:nvSpPr>
        <p:spPr>
          <a:xfrm>
            <a:off x="6017713" y="928363"/>
            <a:ext cx="1932000" cy="296700"/>
          </a:xfrm>
          <a:prstGeom prst="rect">
            <a:avLst/>
          </a:prstGeom>
          <a:noFill/>
          <a:ln>
            <a:noFill/>
          </a:ln>
        </p:spPr>
        <p:txBody>
          <a:bodyPr anchorCtr="0" anchor="t" bIns="36000" lIns="36000" spcFirstLastPara="1" rIns="36000" wrap="square" tIns="36000">
            <a:noAutofit/>
          </a:bodyPr>
          <a:lstStyle>
            <a:lvl1pPr lvl="0" algn="ctr">
              <a:spcBef>
                <a:spcPts val="0"/>
              </a:spcBef>
              <a:spcAft>
                <a:spcPts val="0"/>
              </a:spcAft>
              <a:buClr>
                <a:srgbClr val="000000"/>
              </a:buClr>
              <a:buSzPts val="1200"/>
              <a:buNone/>
              <a:defRPr sz="1200">
                <a:solidFill>
                  <a:srgbClr val="000000"/>
                </a:solidFill>
              </a:defRPr>
            </a:lvl1pPr>
            <a:lvl2pPr lvl="1" algn="ctr">
              <a:spcBef>
                <a:spcPts val="0"/>
              </a:spcBef>
              <a:spcAft>
                <a:spcPts val="0"/>
              </a:spcAft>
              <a:buSzPts val="1200"/>
              <a:buNone/>
              <a:defRPr sz="1200"/>
            </a:lvl2pPr>
            <a:lvl3pPr lvl="2" algn="ctr">
              <a:spcBef>
                <a:spcPts val="0"/>
              </a:spcBef>
              <a:spcAft>
                <a:spcPts val="0"/>
              </a:spcAft>
              <a:buSzPts val="1200"/>
              <a:buNone/>
              <a:defRPr sz="1200"/>
            </a:lvl3pPr>
            <a:lvl4pPr lvl="3" algn="ctr">
              <a:spcBef>
                <a:spcPts val="0"/>
              </a:spcBef>
              <a:spcAft>
                <a:spcPts val="0"/>
              </a:spcAft>
              <a:buSzPts val="1200"/>
              <a:buNone/>
              <a:defRPr sz="1200"/>
            </a:lvl4pPr>
            <a:lvl5pPr lvl="4" algn="ctr">
              <a:spcBef>
                <a:spcPts val="0"/>
              </a:spcBef>
              <a:spcAft>
                <a:spcPts val="0"/>
              </a:spcAft>
              <a:buSzPts val="1200"/>
              <a:buNone/>
              <a:defRPr sz="1200"/>
            </a:lvl5pPr>
            <a:lvl6pPr lvl="5" algn="ctr">
              <a:spcBef>
                <a:spcPts val="0"/>
              </a:spcBef>
              <a:spcAft>
                <a:spcPts val="0"/>
              </a:spcAft>
              <a:buSzPts val="1200"/>
              <a:buNone/>
              <a:defRPr sz="1200"/>
            </a:lvl6pPr>
            <a:lvl7pPr lvl="6" algn="ctr">
              <a:spcBef>
                <a:spcPts val="0"/>
              </a:spcBef>
              <a:spcAft>
                <a:spcPts val="0"/>
              </a:spcAft>
              <a:buSzPts val="1200"/>
              <a:buNone/>
              <a:defRPr sz="1200"/>
            </a:lvl7pPr>
            <a:lvl8pPr lvl="7" algn="ctr">
              <a:spcBef>
                <a:spcPts val="0"/>
              </a:spcBef>
              <a:spcAft>
                <a:spcPts val="0"/>
              </a:spcAft>
              <a:buSzPts val="1200"/>
              <a:buNone/>
              <a:defRPr sz="1200"/>
            </a:lvl8pPr>
            <a:lvl9pPr lvl="8" algn="ctr">
              <a:spcBef>
                <a:spcPts val="0"/>
              </a:spcBef>
              <a:spcAft>
                <a:spcPts val="0"/>
              </a:spcAft>
              <a:buSzPts val="1200"/>
              <a:buNone/>
              <a:defRPr sz="1200"/>
            </a:lvl9pPr>
          </a:lstStyle>
          <a:p/>
        </p:txBody>
      </p:sp>
      <p:sp>
        <p:nvSpPr>
          <p:cNvPr id="3860" name="Google Shape;3860;p65"/>
          <p:cNvSpPr txBox="1"/>
          <p:nvPr>
            <p:ph idx="7" type="subTitle"/>
          </p:nvPr>
        </p:nvSpPr>
        <p:spPr>
          <a:xfrm>
            <a:off x="7949713" y="928363"/>
            <a:ext cx="1932000" cy="296700"/>
          </a:xfrm>
          <a:prstGeom prst="rect">
            <a:avLst/>
          </a:prstGeom>
          <a:noFill/>
          <a:ln>
            <a:noFill/>
          </a:ln>
        </p:spPr>
        <p:txBody>
          <a:bodyPr anchorCtr="0" anchor="t" bIns="36000" lIns="36000" spcFirstLastPara="1" rIns="36000" wrap="square" tIns="36000">
            <a:noAutofit/>
          </a:bodyPr>
          <a:lstStyle>
            <a:lvl1pPr lvl="0" algn="ctr">
              <a:spcBef>
                <a:spcPts val="0"/>
              </a:spcBef>
              <a:spcAft>
                <a:spcPts val="0"/>
              </a:spcAft>
              <a:buClr>
                <a:srgbClr val="000000"/>
              </a:buClr>
              <a:buSzPts val="1200"/>
              <a:buNone/>
              <a:defRPr sz="1200">
                <a:solidFill>
                  <a:srgbClr val="000000"/>
                </a:solidFill>
              </a:defRPr>
            </a:lvl1pPr>
            <a:lvl2pPr lvl="1" algn="ctr">
              <a:spcBef>
                <a:spcPts val="0"/>
              </a:spcBef>
              <a:spcAft>
                <a:spcPts val="0"/>
              </a:spcAft>
              <a:buSzPts val="1200"/>
              <a:buNone/>
              <a:defRPr sz="1200"/>
            </a:lvl2pPr>
            <a:lvl3pPr lvl="2" algn="ctr">
              <a:spcBef>
                <a:spcPts val="0"/>
              </a:spcBef>
              <a:spcAft>
                <a:spcPts val="0"/>
              </a:spcAft>
              <a:buSzPts val="1200"/>
              <a:buNone/>
              <a:defRPr sz="1200"/>
            </a:lvl3pPr>
            <a:lvl4pPr lvl="3" algn="ctr">
              <a:spcBef>
                <a:spcPts val="0"/>
              </a:spcBef>
              <a:spcAft>
                <a:spcPts val="0"/>
              </a:spcAft>
              <a:buSzPts val="1200"/>
              <a:buNone/>
              <a:defRPr sz="1200"/>
            </a:lvl4pPr>
            <a:lvl5pPr lvl="4" algn="ctr">
              <a:spcBef>
                <a:spcPts val="0"/>
              </a:spcBef>
              <a:spcAft>
                <a:spcPts val="0"/>
              </a:spcAft>
              <a:buSzPts val="1200"/>
              <a:buNone/>
              <a:defRPr sz="1200"/>
            </a:lvl5pPr>
            <a:lvl6pPr lvl="5" algn="ctr">
              <a:spcBef>
                <a:spcPts val="0"/>
              </a:spcBef>
              <a:spcAft>
                <a:spcPts val="0"/>
              </a:spcAft>
              <a:buSzPts val="1200"/>
              <a:buNone/>
              <a:defRPr sz="1200"/>
            </a:lvl6pPr>
            <a:lvl7pPr lvl="6" algn="ctr">
              <a:spcBef>
                <a:spcPts val="0"/>
              </a:spcBef>
              <a:spcAft>
                <a:spcPts val="0"/>
              </a:spcAft>
              <a:buSzPts val="1200"/>
              <a:buNone/>
              <a:defRPr sz="1200"/>
            </a:lvl7pPr>
            <a:lvl8pPr lvl="7" algn="ctr">
              <a:spcBef>
                <a:spcPts val="0"/>
              </a:spcBef>
              <a:spcAft>
                <a:spcPts val="0"/>
              </a:spcAft>
              <a:buSzPts val="1200"/>
              <a:buNone/>
              <a:defRPr sz="1200"/>
            </a:lvl8pPr>
            <a:lvl9pPr lvl="8" algn="ctr">
              <a:spcBef>
                <a:spcPts val="0"/>
              </a:spcBef>
              <a:spcAft>
                <a:spcPts val="0"/>
              </a:spcAft>
              <a:buSzPts val="1200"/>
              <a:buNone/>
              <a:defRPr sz="1200"/>
            </a:lvl9pPr>
          </a:lstStyle>
          <a:p/>
        </p:txBody>
      </p:sp>
      <p:sp>
        <p:nvSpPr>
          <p:cNvPr id="3861" name="Google Shape;3861;p65"/>
          <p:cNvSpPr txBox="1"/>
          <p:nvPr>
            <p:ph idx="8" type="body"/>
          </p:nvPr>
        </p:nvSpPr>
        <p:spPr>
          <a:xfrm>
            <a:off x="641150" y="612125"/>
            <a:ext cx="1770300" cy="160500"/>
          </a:xfrm>
          <a:prstGeom prst="rect">
            <a:avLst/>
          </a:prstGeom>
          <a:noFill/>
          <a:ln>
            <a:noFill/>
          </a:ln>
        </p:spPr>
        <p:txBody>
          <a:bodyPr anchorCtr="0" anchor="t" bIns="0" lIns="0" spcFirstLastPara="1" rIns="0" wrap="square" tIns="0">
            <a:noAutofit/>
          </a:bodyPr>
          <a:lstStyle>
            <a:lvl1pPr indent="-292100" lvl="0" marL="457200" algn="ctr">
              <a:spcBef>
                <a:spcPts val="0"/>
              </a:spcBef>
              <a:spcAft>
                <a:spcPts val="0"/>
              </a:spcAft>
              <a:buClr>
                <a:srgbClr val="FFFFFF"/>
              </a:buClr>
              <a:buSzPts val="1000"/>
              <a:buChar char="●"/>
              <a:defRPr sz="1000">
                <a:solidFill>
                  <a:srgbClr val="FFFFFF"/>
                </a:solidFill>
              </a:defRPr>
            </a:lvl1pPr>
            <a:lvl2pPr indent="-292100" lvl="1" marL="914400" algn="ctr">
              <a:spcBef>
                <a:spcPts val="0"/>
              </a:spcBef>
              <a:spcAft>
                <a:spcPts val="0"/>
              </a:spcAft>
              <a:buClr>
                <a:srgbClr val="FFFFFF"/>
              </a:buClr>
              <a:buSzPts val="1000"/>
              <a:buChar char="○"/>
              <a:defRPr sz="1000">
                <a:solidFill>
                  <a:srgbClr val="FFFFFF"/>
                </a:solidFill>
              </a:defRPr>
            </a:lvl2pPr>
            <a:lvl3pPr indent="-292100" lvl="2" marL="1371600" algn="ctr">
              <a:spcBef>
                <a:spcPts val="0"/>
              </a:spcBef>
              <a:spcAft>
                <a:spcPts val="0"/>
              </a:spcAft>
              <a:buClr>
                <a:srgbClr val="FFFFFF"/>
              </a:buClr>
              <a:buSzPts val="1000"/>
              <a:buChar char="■"/>
              <a:defRPr sz="1000">
                <a:solidFill>
                  <a:srgbClr val="FFFFFF"/>
                </a:solidFill>
              </a:defRPr>
            </a:lvl3pPr>
            <a:lvl4pPr indent="-292100" lvl="3" marL="1828800" algn="ctr">
              <a:spcBef>
                <a:spcPts val="0"/>
              </a:spcBef>
              <a:spcAft>
                <a:spcPts val="0"/>
              </a:spcAft>
              <a:buClr>
                <a:srgbClr val="FFFFFF"/>
              </a:buClr>
              <a:buSzPts val="1000"/>
              <a:buChar char="●"/>
              <a:defRPr sz="1000">
                <a:solidFill>
                  <a:srgbClr val="FFFFFF"/>
                </a:solidFill>
              </a:defRPr>
            </a:lvl4pPr>
            <a:lvl5pPr indent="-292100" lvl="4" marL="2286000" algn="ctr">
              <a:spcBef>
                <a:spcPts val="0"/>
              </a:spcBef>
              <a:spcAft>
                <a:spcPts val="0"/>
              </a:spcAft>
              <a:buClr>
                <a:srgbClr val="FFFFFF"/>
              </a:buClr>
              <a:buSzPts val="1000"/>
              <a:buChar char="○"/>
              <a:defRPr sz="1000">
                <a:solidFill>
                  <a:srgbClr val="FFFFFF"/>
                </a:solidFill>
              </a:defRPr>
            </a:lvl5pPr>
            <a:lvl6pPr indent="-292100" lvl="5" marL="2743200" algn="ctr">
              <a:spcBef>
                <a:spcPts val="0"/>
              </a:spcBef>
              <a:spcAft>
                <a:spcPts val="0"/>
              </a:spcAft>
              <a:buClr>
                <a:srgbClr val="FFFFFF"/>
              </a:buClr>
              <a:buSzPts val="1000"/>
              <a:buChar char="■"/>
              <a:defRPr sz="1000">
                <a:solidFill>
                  <a:srgbClr val="FFFFFF"/>
                </a:solidFill>
              </a:defRPr>
            </a:lvl6pPr>
            <a:lvl7pPr indent="-292100" lvl="6" marL="3200400" algn="ctr">
              <a:spcBef>
                <a:spcPts val="0"/>
              </a:spcBef>
              <a:spcAft>
                <a:spcPts val="0"/>
              </a:spcAft>
              <a:buClr>
                <a:srgbClr val="FFFFFF"/>
              </a:buClr>
              <a:buSzPts val="1000"/>
              <a:buChar char="●"/>
              <a:defRPr sz="1000">
                <a:solidFill>
                  <a:srgbClr val="FFFFFF"/>
                </a:solidFill>
              </a:defRPr>
            </a:lvl7pPr>
            <a:lvl8pPr indent="-292100" lvl="7" marL="3657600" algn="ctr">
              <a:spcBef>
                <a:spcPts val="0"/>
              </a:spcBef>
              <a:spcAft>
                <a:spcPts val="0"/>
              </a:spcAft>
              <a:buClr>
                <a:srgbClr val="FFFFFF"/>
              </a:buClr>
              <a:buSzPts val="1000"/>
              <a:buChar char="○"/>
              <a:defRPr sz="1000">
                <a:solidFill>
                  <a:srgbClr val="FFFFFF"/>
                </a:solidFill>
              </a:defRPr>
            </a:lvl8pPr>
            <a:lvl9pPr indent="-292100" lvl="8" marL="4114800" algn="ctr">
              <a:spcBef>
                <a:spcPts val="0"/>
              </a:spcBef>
              <a:spcAft>
                <a:spcPts val="0"/>
              </a:spcAft>
              <a:buClr>
                <a:srgbClr val="FFFFFF"/>
              </a:buClr>
              <a:buSzPts val="1000"/>
              <a:buChar char="■"/>
              <a:defRPr sz="1000">
                <a:solidFill>
                  <a:srgbClr val="FFFFFF"/>
                </a:solidFill>
              </a:defRPr>
            </a:lvl9pPr>
          </a:lstStyle>
          <a:p/>
        </p:txBody>
      </p:sp>
      <p:sp>
        <p:nvSpPr>
          <p:cNvPr id="3862" name="Google Shape;3862;p65"/>
          <p:cNvSpPr txBox="1"/>
          <p:nvPr/>
        </p:nvSpPr>
        <p:spPr>
          <a:xfrm>
            <a:off x="84825" y="598125"/>
            <a:ext cx="595500" cy="205800"/>
          </a:xfrm>
          <a:prstGeom prst="rect">
            <a:avLst/>
          </a:prstGeom>
          <a:noFill/>
          <a:ln>
            <a:noFill/>
          </a:ln>
        </p:spPr>
        <p:txBody>
          <a:bodyPr anchorCtr="0" anchor="t" bIns="18000" lIns="18000" spcFirstLastPara="1" rIns="18000" wrap="square" tIns="18000">
            <a:spAutoFit/>
          </a:bodyPr>
          <a:lstStyle/>
          <a:p>
            <a:pPr indent="0" lvl="0" marL="0" rtl="0" algn="l">
              <a:spcBef>
                <a:spcPts val="0"/>
              </a:spcBef>
              <a:spcAft>
                <a:spcPts val="0"/>
              </a:spcAft>
              <a:buNone/>
            </a:pPr>
            <a:r>
              <a:rPr lang="es-419" sz="1100">
                <a:solidFill>
                  <a:srgbClr val="FFFFFF"/>
                </a:solidFill>
              </a:rPr>
              <a:t>Nombre:</a:t>
            </a:r>
            <a:endParaRPr sz="1100">
              <a:solidFill>
                <a:srgbClr val="FFFFFF"/>
              </a:solidFill>
            </a:endParaRPr>
          </a:p>
        </p:txBody>
      </p:sp>
    </p:spTree>
  </p:cSld>
  <p:clrMapOvr>
    <a:masterClrMapping/>
  </p:clrMapOvr>
</p:sldLayout>
</file>

<file path=ppt/slideLayouts/slideLayout6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4.6 Diagrama de Comunicación">
  <p:cSld name="TITLE_3_6_1_1_1_1_1_1_1_1_1_1_1_1_1_1_1_1_1_1_1">
    <p:spTree>
      <p:nvGrpSpPr>
        <p:cNvPr id="3863" name="Shape 3863"/>
        <p:cNvGrpSpPr/>
        <p:nvPr/>
      </p:nvGrpSpPr>
      <p:grpSpPr>
        <a:xfrm>
          <a:off x="0" y="0"/>
          <a:ext cx="0" cy="0"/>
          <a:chOff x="0" y="0"/>
          <a:chExt cx="0" cy="0"/>
        </a:xfrm>
      </p:grpSpPr>
      <p:sp>
        <p:nvSpPr>
          <p:cNvPr id="3864" name="Google Shape;3864;p66"/>
          <p:cNvSpPr/>
          <p:nvPr/>
        </p:nvSpPr>
        <p:spPr>
          <a:xfrm>
            <a:off x="97888" y="377012"/>
            <a:ext cx="9893400" cy="296700"/>
          </a:xfrm>
          <a:prstGeom prst="roundRect">
            <a:avLst>
              <a:gd fmla="val 22902" name="adj"/>
            </a:avLst>
          </a:prstGeom>
          <a:solidFill>
            <a:srgbClr val="F3F3F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3865" name="Google Shape;3865;p66"/>
          <p:cNvSpPr/>
          <p:nvPr/>
        </p:nvSpPr>
        <p:spPr>
          <a:xfrm>
            <a:off x="77688" y="358938"/>
            <a:ext cx="9935700" cy="6438000"/>
          </a:xfrm>
          <a:prstGeom prst="roundRect">
            <a:avLst>
              <a:gd fmla="val 2618" name="adj"/>
            </a:avLst>
          </a:prstGeom>
          <a:solidFill>
            <a:srgbClr val="FFFFFF"/>
          </a:solidFill>
          <a:ln cap="flat" cmpd="sng" w="38100">
            <a:solidFill>
              <a:srgbClr val="000000"/>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866" name="Google Shape;3866;p66"/>
          <p:cNvCxnSpPr/>
          <p:nvPr/>
        </p:nvCxnSpPr>
        <p:spPr>
          <a:xfrm>
            <a:off x="77688" y="772614"/>
            <a:ext cx="9935700" cy="0"/>
          </a:xfrm>
          <a:prstGeom prst="straightConnector1">
            <a:avLst/>
          </a:prstGeom>
          <a:noFill/>
          <a:ln cap="flat" cmpd="sng" w="19050">
            <a:solidFill>
              <a:srgbClr val="000000"/>
            </a:solidFill>
            <a:prstDash val="solid"/>
            <a:round/>
            <a:headEnd len="med" w="med" type="none"/>
            <a:tailEnd len="med" w="med" type="none"/>
          </a:ln>
        </p:spPr>
      </p:cxnSp>
      <p:cxnSp>
        <p:nvCxnSpPr>
          <p:cNvPr id="3867" name="Google Shape;3867;p66"/>
          <p:cNvCxnSpPr/>
          <p:nvPr/>
        </p:nvCxnSpPr>
        <p:spPr>
          <a:xfrm rot="10800000">
            <a:off x="2439038" y="368188"/>
            <a:ext cx="0" cy="402300"/>
          </a:xfrm>
          <a:prstGeom prst="straightConnector1">
            <a:avLst/>
          </a:prstGeom>
          <a:noFill/>
          <a:ln cap="flat" cmpd="sng" w="19050">
            <a:solidFill>
              <a:srgbClr val="000000"/>
            </a:solidFill>
            <a:prstDash val="solid"/>
            <a:round/>
            <a:headEnd len="med" w="med" type="none"/>
            <a:tailEnd len="med" w="med" type="none"/>
          </a:ln>
        </p:spPr>
      </p:cxnSp>
      <p:sp>
        <p:nvSpPr>
          <p:cNvPr id="3868" name="Google Shape;3868;p66"/>
          <p:cNvSpPr txBox="1"/>
          <p:nvPr>
            <p:ph type="title"/>
          </p:nvPr>
        </p:nvSpPr>
        <p:spPr>
          <a:xfrm flipH="1">
            <a:off x="3219174" y="437575"/>
            <a:ext cx="1731300" cy="2658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200"/>
              <a:buNone/>
              <a:defRPr sz="1200">
                <a:solidFill>
                  <a:srgbClr val="000000"/>
                </a:solidFill>
              </a:defRPr>
            </a:lvl1pPr>
            <a:lvl2pPr lvl="1">
              <a:spcBef>
                <a:spcPts val="0"/>
              </a:spcBef>
              <a:spcAft>
                <a:spcPts val="0"/>
              </a:spcAft>
              <a:buClr>
                <a:srgbClr val="000000"/>
              </a:buClr>
              <a:buSzPts val="1100"/>
              <a:buNone/>
              <a:defRPr sz="1100">
                <a:solidFill>
                  <a:srgbClr val="000000"/>
                </a:solidFill>
              </a:defRPr>
            </a:lvl2pPr>
            <a:lvl3pPr lvl="2">
              <a:spcBef>
                <a:spcPts val="0"/>
              </a:spcBef>
              <a:spcAft>
                <a:spcPts val="0"/>
              </a:spcAft>
              <a:buClr>
                <a:srgbClr val="000000"/>
              </a:buClr>
              <a:buSzPts val="1100"/>
              <a:buNone/>
              <a:defRPr sz="1100">
                <a:solidFill>
                  <a:srgbClr val="000000"/>
                </a:solidFill>
              </a:defRPr>
            </a:lvl3pPr>
            <a:lvl4pPr lvl="3">
              <a:spcBef>
                <a:spcPts val="0"/>
              </a:spcBef>
              <a:spcAft>
                <a:spcPts val="0"/>
              </a:spcAft>
              <a:buClr>
                <a:srgbClr val="000000"/>
              </a:buClr>
              <a:buSzPts val="1100"/>
              <a:buNone/>
              <a:defRPr sz="1100">
                <a:solidFill>
                  <a:srgbClr val="000000"/>
                </a:solidFill>
              </a:defRPr>
            </a:lvl4pPr>
            <a:lvl5pPr lvl="4">
              <a:spcBef>
                <a:spcPts val="0"/>
              </a:spcBef>
              <a:spcAft>
                <a:spcPts val="0"/>
              </a:spcAft>
              <a:buClr>
                <a:srgbClr val="000000"/>
              </a:buClr>
              <a:buSzPts val="1100"/>
              <a:buNone/>
              <a:defRPr sz="1100">
                <a:solidFill>
                  <a:srgbClr val="000000"/>
                </a:solidFill>
              </a:defRPr>
            </a:lvl5pPr>
            <a:lvl6pPr lvl="5">
              <a:spcBef>
                <a:spcPts val="0"/>
              </a:spcBef>
              <a:spcAft>
                <a:spcPts val="0"/>
              </a:spcAft>
              <a:buClr>
                <a:srgbClr val="000000"/>
              </a:buClr>
              <a:buSzPts val="1100"/>
              <a:buNone/>
              <a:defRPr sz="1100">
                <a:solidFill>
                  <a:srgbClr val="000000"/>
                </a:solidFill>
              </a:defRPr>
            </a:lvl6pPr>
            <a:lvl7pPr lvl="6">
              <a:spcBef>
                <a:spcPts val="0"/>
              </a:spcBef>
              <a:spcAft>
                <a:spcPts val="0"/>
              </a:spcAft>
              <a:buClr>
                <a:srgbClr val="000000"/>
              </a:buClr>
              <a:buSzPts val="1100"/>
              <a:buNone/>
              <a:defRPr sz="1100">
                <a:solidFill>
                  <a:srgbClr val="000000"/>
                </a:solidFill>
              </a:defRPr>
            </a:lvl7pPr>
            <a:lvl8pPr lvl="7">
              <a:spcBef>
                <a:spcPts val="0"/>
              </a:spcBef>
              <a:spcAft>
                <a:spcPts val="0"/>
              </a:spcAft>
              <a:buClr>
                <a:srgbClr val="000000"/>
              </a:buClr>
              <a:buSzPts val="1100"/>
              <a:buNone/>
              <a:defRPr sz="1100">
                <a:solidFill>
                  <a:srgbClr val="000000"/>
                </a:solidFill>
              </a:defRPr>
            </a:lvl8pPr>
            <a:lvl9pPr lvl="8">
              <a:spcBef>
                <a:spcPts val="0"/>
              </a:spcBef>
              <a:spcAft>
                <a:spcPts val="0"/>
              </a:spcAft>
              <a:buClr>
                <a:srgbClr val="000000"/>
              </a:buClr>
              <a:buSzPts val="1100"/>
              <a:buNone/>
              <a:defRPr sz="1100">
                <a:solidFill>
                  <a:srgbClr val="000000"/>
                </a:solidFill>
              </a:defRPr>
            </a:lvl9pPr>
          </a:lstStyle>
          <a:p/>
        </p:txBody>
      </p:sp>
      <p:sp>
        <p:nvSpPr>
          <p:cNvPr id="3869" name="Google Shape;3869;p66"/>
          <p:cNvSpPr txBox="1"/>
          <p:nvPr/>
        </p:nvSpPr>
        <p:spPr>
          <a:xfrm>
            <a:off x="2513487" y="437267"/>
            <a:ext cx="679500" cy="2664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b="1" lang="es-419" sz="1100"/>
              <a:t>Proceso:</a:t>
            </a:r>
            <a:endParaRPr b="1" sz="1100"/>
          </a:p>
        </p:txBody>
      </p:sp>
      <p:cxnSp>
        <p:nvCxnSpPr>
          <p:cNvPr id="3870" name="Google Shape;3870;p66"/>
          <p:cNvCxnSpPr/>
          <p:nvPr/>
        </p:nvCxnSpPr>
        <p:spPr>
          <a:xfrm rot="10800000">
            <a:off x="5070754" y="368188"/>
            <a:ext cx="0" cy="402300"/>
          </a:xfrm>
          <a:prstGeom prst="straightConnector1">
            <a:avLst/>
          </a:prstGeom>
          <a:noFill/>
          <a:ln cap="flat" cmpd="sng" w="19050">
            <a:solidFill>
              <a:srgbClr val="000000"/>
            </a:solidFill>
            <a:prstDash val="solid"/>
            <a:round/>
            <a:headEnd len="med" w="med" type="none"/>
            <a:tailEnd len="med" w="med" type="none"/>
          </a:ln>
        </p:spPr>
      </p:cxnSp>
      <p:sp>
        <p:nvSpPr>
          <p:cNvPr id="3871" name="Google Shape;3871;p66"/>
          <p:cNvSpPr txBox="1"/>
          <p:nvPr/>
        </p:nvSpPr>
        <p:spPr>
          <a:xfrm>
            <a:off x="5191013" y="387663"/>
            <a:ext cx="13026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Finalidad empresa:</a:t>
            </a:r>
            <a:endParaRPr b="1" sz="1100"/>
          </a:p>
        </p:txBody>
      </p:sp>
      <p:sp>
        <p:nvSpPr>
          <p:cNvPr id="3872" name="Google Shape;3872;p66"/>
          <p:cNvSpPr txBox="1"/>
          <p:nvPr/>
        </p:nvSpPr>
        <p:spPr>
          <a:xfrm>
            <a:off x="5191013" y="579538"/>
            <a:ext cx="11637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Finalidad cliente:</a:t>
            </a:r>
            <a:endParaRPr b="1" sz="1100"/>
          </a:p>
        </p:txBody>
      </p:sp>
      <p:sp>
        <p:nvSpPr>
          <p:cNvPr id="3873" name="Google Shape;3873;p66"/>
          <p:cNvSpPr/>
          <p:nvPr/>
        </p:nvSpPr>
        <p:spPr>
          <a:xfrm>
            <a:off x="77688" y="349338"/>
            <a:ext cx="2361300" cy="421200"/>
          </a:xfrm>
          <a:prstGeom prst="roundRect">
            <a:avLst>
              <a:gd fmla="val 50000" name="adj"/>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s-419" sz="1200">
                <a:solidFill>
                  <a:srgbClr val="FFFFFF"/>
                </a:solidFill>
              </a:rPr>
              <a:t>Diagrama de Comunicación</a:t>
            </a:r>
            <a:endParaRPr b="1" sz="1200">
              <a:solidFill>
                <a:srgbClr val="FFFFFF"/>
              </a:solidFill>
            </a:endParaRPr>
          </a:p>
          <a:p>
            <a:pPr indent="0" lvl="0" marL="0" rtl="0" algn="ctr">
              <a:spcBef>
                <a:spcPts val="0"/>
              </a:spcBef>
              <a:spcAft>
                <a:spcPts val="0"/>
              </a:spcAft>
              <a:buNone/>
            </a:pPr>
            <a:r>
              <a:t/>
            </a:r>
            <a:endParaRPr b="1" sz="1200">
              <a:solidFill>
                <a:srgbClr val="FFFFFF"/>
              </a:solidFill>
            </a:endParaRPr>
          </a:p>
        </p:txBody>
      </p:sp>
      <p:sp>
        <p:nvSpPr>
          <p:cNvPr id="3874" name="Google Shape;3874;p66"/>
          <p:cNvSpPr/>
          <p:nvPr/>
        </p:nvSpPr>
        <p:spPr>
          <a:xfrm>
            <a:off x="83988" y="595504"/>
            <a:ext cx="190200" cy="1692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5" name="Google Shape;3875;p66"/>
          <p:cNvSpPr/>
          <p:nvPr/>
        </p:nvSpPr>
        <p:spPr>
          <a:xfrm>
            <a:off x="2292338" y="358938"/>
            <a:ext cx="146700" cy="4023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6" name="Google Shape;3876;p66"/>
          <p:cNvSpPr txBox="1"/>
          <p:nvPr>
            <p:ph idx="2" type="title"/>
          </p:nvPr>
        </p:nvSpPr>
        <p:spPr>
          <a:xfrm flipH="1">
            <a:off x="6546263" y="387663"/>
            <a:ext cx="3350100" cy="1692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000"/>
              <a:buNone/>
              <a:defRPr sz="1000">
                <a:solidFill>
                  <a:srgbClr val="000000"/>
                </a:solidFill>
              </a:defRPr>
            </a:lvl1pPr>
            <a:lvl2pPr lvl="1">
              <a:spcBef>
                <a:spcPts val="0"/>
              </a:spcBef>
              <a:spcAft>
                <a:spcPts val="0"/>
              </a:spcAft>
              <a:buClr>
                <a:srgbClr val="000000"/>
              </a:buClr>
              <a:buSzPts val="1000"/>
              <a:buNone/>
              <a:defRPr sz="1000">
                <a:solidFill>
                  <a:srgbClr val="000000"/>
                </a:solidFill>
              </a:defRPr>
            </a:lvl2pPr>
            <a:lvl3pPr lvl="2">
              <a:spcBef>
                <a:spcPts val="0"/>
              </a:spcBef>
              <a:spcAft>
                <a:spcPts val="0"/>
              </a:spcAft>
              <a:buClr>
                <a:srgbClr val="000000"/>
              </a:buClr>
              <a:buSzPts val="1000"/>
              <a:buNone/>
              <a:defRPr sz="1000">
                <a:solidFill>
                  <a:srgbClr val="000000"/>
                </a:solidFill>
              </a:defRPr>
            </a:lvl3pPr>
            <a:lvl4pPr lvl="3">
              <a:spcBef>
                <a:spcPts val="0"/>
              </a:spcBef>
              <a:spcAft>
                <a:spcPts val="0"/>
              </a:spcAft>
              <a:buClr>
                <a:srgbClr val="000000"/>
              </a:buClr>
              <a:buSzPts val="1000"/>
              <a:buNone/>
              <a:defRPr sz="1000">
                <a:solidFill>
                  <a:srgbClr val="000000"/>
                </a:solidFill>
              </a:defRPr>
            </a:lvl4pPr>
            <a:lvl5pPr lvl="4">
              <a:spcBef>
                <a:spcPts val="0"/>
              </a:spcBef>
              <a:spcAft>
                <a:spcPts val="0"/>
              </a:spcAft>
              <a:buClr>
                <a:srgbClr val="000000"/>
              </a:buClr>
              <a:buSzPts val="1000"/>
              <a:buNone/>
              <a:defRPr sz="1000">
                <a:solidFill>
                  <a:srgbClr val="000000"/>
                </a:solidFill>
              </a:defRPr>
            </a:lvl5pPr>
            <a:lvl6pPr lvl="5">
              <a:spcBef>
                <a:spcPts val="0"/>
              </a:spcBef>
              <a:spcAft>
                <a:spcPts val="0"/>
              </a:spcAft>
              <a:buClr>
                <a:srgbClr val="000000"/>
              </a:buClr>
              <a:buSzPts val="1000"/>
              <a:buNone/>
              <a:defRPr sz="1000">
                <a:solidFill>
                  <a:srgbClr val="000000"/>
                </a:solidFill>
              </a:defRPr>
            </a:lvl6pPr>
            <a:lvl7pPr lvl="6">
              <a:spcBef>
                <a:spcPts val="0"/>
              </a:spcBef>
              <a:spcAft>
                <a:spcPts val="0"/>
              </a:spcAft>
              <a:buClr>
                <a:srgbClr val="000000"/>
              </a:buClr>
              <a:buSzPts val="1000"/>
              <a:buNone/>
              <a:defRPr sz="1000">
                <a:solidFill>
                  <a:srgbClr val="000000"/>
                </a:solidFill>
              </a:defRPr>
            </a:lvl7pPr>
            <a:lvl8pPr lvl="7">
              <a:spcBef>
                <a:spcPts val="0"/>
              </a:spcBef>
              <a:spcAft>
                <a:spcPts val="0"/>
              </a:spcAft>
              <a:buClr>
                <a:srgbClr val="000000"/>
              </a:buClr>
              <a:buSzPts val="1000"/>
              <a:buNone/>
              <a:defRPr sz="1000">
                <a:solidFill>
                  <a:srgbClr val="000000"/>
                </a:solidFill>
              </a:defRPr>
            </a:lvl8pPr>
            <a:lvl9pPr lvl="8">
              <a:spcBef>
                <a:spcPts val="0"/>
              </a:spcBef>
              <a:spcAft>
                <a:spcPts val="0"/>
              </a:spcAft>
              <a:buClr>
                <a:srgbClr val="000000"/>
              </a:buClr>
              <a:buSzPts val="1000"/>
              <a:buNone/>
              <a:defRPr sz="1000">
                <a:solidFill>
                  <a:srgbClr val="000000"/>
                </a:solidFill>
              </a:defRPr>
            </a:lvl9pPr>
          </a:lstStyle>
          <a:p/>
        </p:txBody>
      </p:sp>
      <p:sp>
        <p:nvSpPr>
          <p:cNvPr id="3877" name="Google Shape;3877;p66"/>
          <p:cNvSpPr txBox="1"/>
          <p:nvPr>
            <p:ph idx="3" type="title"/>
          </p:nvPr>
        </p:nvSpPr>
        <p:spPr>
          <a:xfrm flipH="1">
            <a:off x="6546263" y="579538"/>
            <a:ext cx="3350100" cy="1692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000"/>
              <a:buNone/>
              <a:defRPr sz="1000">
                <a:solidFill>
                  <a:srgbClr val="000000"/>
                </a:solidFill>
              </a:defRPr>
            </a:lvl1pPr>
            <a:lvl2pPr lvl="1">
              <a:spcBef>
                <a:spcPts val="0"/>
              </a:spcBef>
              <a:spcAft>
                <a:spcPts val="0"/>
              </a:spcAft>
              <a:buClr>
                <a:srgbClr val="000000"/>
              </a:buClr>
              <a:buSzPts val="1000"/>
              <a:buNone/>
              <a:defRPr sz="1000">
                <a:solidFill>
                  <a:srgbClr val="000000"/>
                </a:solidFill>
              </a:defRPr>
            </a:lvl2pPr>
            <a:lvl3pPr lvl="2">
              <a:spcBef>
                <a:spcPts val="0"/>
              </a:spcBef>
              <a:spcAft>
                <a:spcPts val="0"/>
              </a:spcAft>
              <a:buClr>
                <a:srgbClr val="000000"/>
              </a:buClr>
              <a:buSzPts val="1000"/>
              <a:buNone/>
              <a:defRPr sz="1000">
                <a:solidFill>
                  <a:srgbClr val="000000"/>
                </a:solidFill>
              </a:defRPr>
            </a:lvl3pPr>
            <a:lvl4pPr lvl="3">
              <a:spcBef>
                <a:spcPts val="0"/>
              </a:spcBef>
              <a:spcAft>
                <a:spcPts val="0"/>
              </a:spcAft>
              <a:buClr>
                <a:srgbClr val="000000"/>
              </a:buClr>
              <a:buSzPts val="1000"/>
              <a:buNone/>
              <a:defRPr sz="1000">
                <a:solidFill>
                  <a:srgbClr val="000000"/>
                </a:solidFill>
              </a:defRPr>
            </a:lvl4pPr>
            <a:lvl5pPr lvl="4">
              <a:spcBef>
                <a:spcPts val="0"/>
              </a:spcBef>
              <a:spcAft>
                <a:spcPts val="0"/>
              </a:spcAft>
              <a:buClr>
                <a:srgbClr val="000000"/>
              </a:buClr>
              <a:buSzPts val="1000"/>
              <a:buNone/>
              <a:defRPr sz="1000">
                <a:solidFill>
                  <a:srgbClr val="000000"/>
                </a:solidFill>
              </a:defRPr>
            </a:lvl5pPr>
            <a:lvl6pPr lvl="5">
              <a:spcBef>
                <a:spcPts val="0"/>
              </a:spcBef>
              <a:spcAft>
                <a:spcPts val="0"/>
              </a:spcAft>
              <a:buClr>
                <a:srgbClr val="000000"/>
              </a:buClr>
              <a:buSzPts val="1000"/>
              <a:buNone/>
              <a:defRPr sz="1000">
                <a:solidFill>
                  <a:srgbClr val="000000"/>
                </a:solidFill>
              </a:defRPr>
            </a:lvl6pPr>
            <a:lvl7pPr lvl="6">
              <a:spcBef>
                <a:spcPts val="0"/>
              </a:spcBef>
              <a:spcAft>
                <a:spcPts val="0"/>
              </a:spcAft>
              <a:buClr>
                <a:srgbClr val="000000"/>
              </a:buClr>
              <a:buSzPts val="1000"/>
              <a:buNone/>
              <a:defRPr sz="1000">
                <a:solidFill>
                  <a:srgbClr val="000000"/>
                </a:solidFill>
              </a:defRPr>
            </a:lvl7pPr>
            <a:lvl8pPr lvl="7">
              <a:spcBef>
                <a:spcPts val="0"/>
              </a:spcBef>
              <a:spcAft>
                <a:spcPts val="0"/>
              </a:spcAft>
              <a:buClr>
                <a:srgbClr val="000000"/>
              </a:buClr>
              <a:buSzPts val="1000"/>
              <a:buNone/>
              <a:defRPr sz="1000">
                <a:solidFill>
                  <a:srgbClr val="000000"/>
                </a:solidFill>
              </a:defRPr>
            </a:lvl8pPr>
            <a:lvl9pPr lvl="8">
              <a:spcBef>
                <a:spcPts val="0"/>
              </a:spcBef>
              <a:spcAft>
                <a:spcPts val="0"/>
              </a:spcAft>
              <a:buClr>
                <a:srgbClr val="000000"/>
              </a:buClr>
              <a:buSzPts val="1000"/>
              <a:buNone/>
              <a:defRPr sz="1000">
                <a:solidFill>
                  <a:srgbClr val="000000"/>
                </a:solidFill>
              </a:defRPr>
            </a:lvl9pPr>
          </a:lstStyle>
          <a:p/>
        </p:txBody>
      </p:sp>
      <p:sp>
        <p:nvSpPr>
          <p:cNvPr id="3878" name="Google Shape;3878;p66"/>
          <p:cNvSpPr/>
          <p:nvPr/>
        </p:nvSpPr>
        <p:spPr>
          <a:xfrm>
            <a:off x="-1396550" y="760700"/>
            <a:ext cx="748200" cy="6079200"/>
          </a:xfrm>
          <a:prstGeom prst="roundRect">
            <a:avLst>
              <a:gd fmla="val 11877" name="adj"/>
            </a:avLst>
          </a:prstGeom>
          <a:solidFill>
            <a:srgbClr val="F3F3F3"/>
          </a:solidFill>
          <a:ln cap="flat" cmpd="sng" w="9525">
            <a:solidFill>
              <a:srgbClr val="F3F3F3"/>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t" bIns="54000" lIns="72000" spcFirstLastPara="1" rIns="72000" wrap="square" tIns="54000">
            <a:noAutofit/>
          </a:bodyPr>
          <a:lstStyle/>
          <a:p>
            <a:pPr indent="0" lvl="0" marL="0" rtl="0" algn="ctr">
              <a:spcBef>
                <a:spcPts val="0"/>
              </a:spcBef>
              <a:spcAft>
                <a:spcPts val="0"/>
              </a:spcAft>
              <a:buNone/>
            </a:pPr>
            <a:r>
              <a:rPr i="1" lang="es-419"/>
              <a:t>Paleta</a:t>
            </a:r>
            <a:endParaRPr i="1"/>
          </a:p>
        </p:txBody>
      </p:sp>
      <p:sp>
        <p:nvSpPr>
          <p:cNvPr id="3879" name="Google Shape;3879;p66"/>
          <p:cNvSpPr txBox="1"/>
          <p:nvPr>
            <p:ph idx="1" type="body"/>
          </p:nvPr>
        </p:nvSpPr>
        <p:spPr>
          <a:xfrm>
            <a:off x="641150" y="612125"/>
            <a:ext cx="1770300" cy="160500"/>
          </a:xfrm>
          <a:prstGeom prst="rect">
            <a:avLst/>
          </a:prstGeom>
          <a:noFill/>
          <a:ln>
            <a:noFill/>
          </a:ln>
        </p:spPr>
        <p:txBody>
          <a:bodyPr anchorCtr="0" anchor="t" bIns="0" lIns="0" spcFirstLastPara="1" rIns="0" wrap="square" tIns="0">
            <a:noAutofit/>
          </a:bodyPr>
          <a:lstStyle>
            <a:lvl1pPr indent="-292100" lvl="0" marL="457200" algn="ctr">
              <a:spcBef>
                <a:spcPts val="0"/>
              </a:spcBef>
              <a:spcAft>
                <a:spcPts val="0"/>
              </a:spcAft>
              <a:buClr>
                <a:srgbClr val="FFFFFF"/>
              </a:buClr>
              <a:buSzPts val="1000"/>
              <a:buChar char="●"/>
              <a:defRPr sz="1000">
                <a:solidFill>
                  <a:srgbClr val="FFFFFF"/>
                </a:solidFill>
              </a:defRPr>
            </a:lvl1pPr>
            <a:lvl2pPr indent="-292100" lvl="1" marL="914400" algn="ctr">
              <a:spcBef>
                <a:spcPts val="0"/>
              </a:spcBef>
              <a:spcAft>
                <a:spcPts val="0"/>
              </a:spcAft>
              <a:buClr>
                <a:srgbClr val="FFFFFF"/>
              </a:buClr>
              <a:buSzPts val="1000"/>
              <a:buChar char="○"/>
              <a:defRPr sz="1000">
                <a:solidFill>
                  <a:srgbClr val="FFFFFF"/>
                </a:solidFill>
              </a:defRPr>
            </a:lvl2pPr>
            <a:lvl3pPr indent="-292100" lvl="2" marL="1371600" algn="ctr">
              <a:spcBef>
                <a:spcPts val="0"/>
              </a:spcBef>
              <a:spcAft>
                <a:spcPts val="0"/>
              </a:spcAft>
              <a:buClr>
                <a:srgbClr val="FFFFFF"/>
              </a:buClr>
              <a:buSzPts val="1000"/>
              <a:buChar char="■"/>
              <a:defRPr sz="1000">
                <a:solidFill>
                  <a:srgbClr val="FFFFFF"/>
                </a:solidFill>
              </a:defRPr>
            </a:lvl3pPr>
            <a:lvl4pPr indent="-292100" lvl="3" marL="1828800" algn="ctr">
              <a:spcBef>
                <a:spcPts val="0"/>
              </a:spcBef>
              <a:spcAft>
                <a:spcPts val="0"/>
              </a:spcAft>
              <a:buClr>
                <a:srgbClr val="FFFFFF"/>
              </a:buClr>
              <a:buSzPts val="1000"/>
              <a:buChar char="●"/>
              <a:defRPr sz="1000">
                <a:solidFill>
                  <a:srgbClr val="FFFFFF"/>
                </a:solidFill>
              </a:defRPr>
            </a:lvl4pPr>
            <a:lvl5pPr indent="-292100" lvl="4" marL="2286000" algn="ctr">
              <a:spcBef>
                <a:spcPts val="0"/>
              </a:spcBef>
              <a:spcAft>
                <a:spcPts val="0"/>
              </a:spcAft>
              <a:buClr>
                <a:srgbClr val="FFFFFF"/>
              </a:buClr>
              <a:buSzPts val="1000"/>
              <a:buChar char="○"/>
              <a:defRPr sz="1000">
                <a:solidFill>
                  <a:srgbClr val="FFFFFF"/>
                </a:solidFill>
              </a:defRPr>
            </a:lvl5pPr>
            <a:lvl6pPr indent="-292100" lvl="5" marL="2743200" algn="ctr">
              <a:spcBef>
                <a:spcPts val="0"/>
              </a:spcBef>
              <a:spcAft>
                <a:spcPts val="0"/>
              </a:spcAft>
              <a:buClr>
                <a:srgbClr val="FFFFFF"/>
              </a:buClr>
              <a:buSzPts val="1000"/>
              <a:buChar char="■"/>
              <a:defRPr sz="1000">
                <a:solidFill>
                  <a:srgbClr val="FFFFFF"/>
                </a:solidFill>
              </a:defRPr>
            </a:lvl6pPr>
            <a:lvl7pPr indent="-292100" lvl="6" marL="3200400" algn="ctr">
              <a:spcBef>
                <a:spcPts val="0"/>
              </a:spcBef>
              <a:spcAft>
                <a:spcPts val="0"/>
              </a:spcAft>
              <a:buClr>
                <a:srgbClr val="FFFFFF"/>
              </a:buClr>
              <a:buSzPts val="1000"/>
              <a:buChar char="●"/>
              <a:defRPr sz="1000">
                <a:solidFill>
                  <a:srgbClr val="FFFFFF"/>
                </a:solidFill>
              </a:defRPr>
            </a:lvl7pPr>
            <a:lvl8pPr indent="-292100" lvl="7" marL="3657600" algn="ctr">
              <a:spcBef>
                <a:spcPts val="0"/>
              </a:spcBef>
              <a:spcAft>
                <a:spcPts val="0"/>
              </a:spcAft>
              <a:buClr>
                <a:srgbClr val="FFFFFF"/>
              </a:buClr>
              <a:buSzPts val="1000"/>
              <a:buChar char="○"/>
              <a:defRPr sz="1000">
                <a:solidFill>
                  <a:srgbClr val="FFFFFF"/>
                </a:solidFill>
              </a:defRPr>
            </a:lvl8pPr>
            <a:lvl9pPr indent="-292100" lvl="8" marL="4114800" algn="ctr">
              <a:spcBef>
                <a:spcPts val="0"/>
              </a:spcBef>
              <a:spcAft>
                <a:spcPts val="0"/>
              </a:spcAft>
              <a:buClr>
                <a:srgbClr val="FFFFFF"/>
              </a:buClr>
              <a:buSzPts val="1000"/>
              <a:buChar char="■"/>
              <a:defRPr sz="1000">
                <a:solidFill>
                  <a:srgbClr val="FFFFFF"/>
                </a:solidFill>
              </a:defRPr>
            </a:lvl9pPr>
          </a:lstStyle>
          <a:p/>
        </p:txBody>
      </p:sp>
      <p:sp>
        <p:nvSpPr>
          <p:cNvPr id="3880" name="Google Shape;3880;p66"/>
          <p:cNvSpPr txBox="1"/>
          <p:nvPr/>
        </p:nvSpPr>
        <p:spPr>
          <a:xfrm>
            <a:off x="84825" y="598125"/>
            <a:ext cx="595500" cy="205800"/>
          </a:xfrm>
          <a:prstGeom prst="rect">
            <a:avLst/>
          </a:prstGeom>
          <a:noFill/>
          <a:ln>
            <a:noFill/>
          </a:ln>
        </p:spPr>
        <p:txBody>
          <a:bodyPr anchorCtr="0" anchor="t" bIns="18000" lIns="18000" spcFirstLastPara="1" rIns="18000" wrap="square" tIns="18000">
            <a:spAutoFit/>
          </a:bodyPr>
          <a:lstStyle/>
          <a:p>
            <a:pPr indent="0" lvl="0" marL="0" rtl="0" algn="l">
              <a:spcBef>
                <a:spcPts val="0"/>
              </a:spcBef>
              <a:spcAft>
                <a:spcPts val="0"/>
              </a:spcAft>
              <a:buNone/>
            </a:pPr>
            <a:r>
              <a:rPr lang="es-419" sz="1100">
                <a:solidFill>
                  <a:srgbClr val="FFFFFF"/>
                </a:solidFill>
              </a:rPr>
              <a:t>Nombre:</a:t>
            </a:r>
            <a:endParaRPr sz="1100">
              <a:solidFill>
                <a:srgbClr val="FFFFFF"/>
              </a:solidFill>
            </a:endParaRPr>
          </a:p>
        </p:txBody>
      </p:sp>
    </p:spTree>
  </p:cSld>
  <p:clrMapOvr>
    <a:masterClrMapping/>
  </p:clrMapOvr>
</p:sldLayout>
</file>

<file path=ppt/slideLayouts/slideLayout6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4.1 Actor de Negocio">
  <p:cSld name="TITLE_3_6_1_1_1_1_1_1_1_1_1_1_1_1_1_1_1_1_1_1_1_1">
    <p:spTree>
      <p:nvGrpSpPr>
        <p:cNvPr id="3881" name="Shape 3881"/>
        <p:cNvGrpSpPr/>
        <p:nvPr/>
      </p:nvGrpSpPr>
      <p:grpSpPr>
        <a:xfrm>
          <a:off x="0" y="0"/>
          <a:ext cx="0" cy="0"/>
          <a:chOff x="0" y="0"/>
          <a:chExt cx="0" cy="0"/>
        </a:xfrm>
      </p:grpSpPr>
      <p:sp>
        <p:nvSpPr>
          <p:cNvPr id="3882" name="Google Shape;3882;p67"/>
          <p:cNvSpPr/>
          <p:nvPr/>
        </p:nvSpPr>
        <p:spPr>
          <a:xfrm>
            <a:off x="77688" y="358938"/>
            <a:ext cx="9935700" cy="6438000"/>
          </a:xfrm>
          <a:prstGeom prst="roundRect">
            <a:avLst>
              <a:gd fmla="val 2618" name="adj"/>
            </a:avLst>
          </a:prstGeom>
          <a:solidFill>
            <a:srgbClr val="FFFFFF"/>
          </a:solidFill>
          <a:ln cap="flat" cmpd="sng" w="38100">
            <a:solidFill>
              <a:srgbClr val="000000"/>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883" name="Google Shape;3883;p67"/>
          <p:cNvCxnSpPr/>
          <p:nvPr/>
        </p:nvCxnSpPr>
        <p:spPr>
          <a:xfrm>
            <a:off x="77688" y="772614"/>
            <a:ext cx="9935700" cy="0"/>
          </a:xfrm>
          <a:prstGeom prst="straightConnector1">
            <a:avLst/>
          </a:prstGeom>
          <a:noFill/>
          <a:ln cap="flat" cmpd="sng" w="19050">
            <a:solidFill>
              <a:srgbClr val="000000"/>
            </a:solidFill>
            <a:prstDash val="solid"/>
            <a:round/>
            <a:headEnd len="med" w="med" type="none"/>
            <a:tailEnd len="med" w="med" type="none"/>
          </a:ln>
        </p:spPr>
      </p:cxnSp>
      <p:cxnSp>
        <p:nvCxnSpPr>
          <p:cNvPr id="3884" name="Google Shape;3884;p67"/>
          <p:cNvCxnSpPr/>
          <p:nvPr/>
        </p:nvCxnSpPr>
        <p:spPr>
          <a:xfrm rot="10800000">
            <a:off x="2439038" y="368188"/>
            <a:ext cx="0" cy="402300"/>
          </a:xfrm>
          <a:prstGeom prst="straightConnector1">
            <a:avLst/>
          </a:prstGeom>
          <a:noFill/>
          <a:ln cap="flat" cmpd="sng" w="19050">
            <a:solidFill>
              <a:srgbClr val="000000"/>
            </a:solidFill>
            <a:prstDash val="solid"/>
            <a:round/>
            <a:headEnd len="med" w="med" type="none"/>
            <a:tailEnd len="med" w="med" type="none"/>
          </a:ln>
        </p:spPr>
      </p:cxnSp>
      <p:sp>
        <p:nvSpPr>
          <p:cNvPr id="3885" name="Google Shape;3885;p67"/>
          <p:cNvSpPr/>
          <p:nvPr/>
        </p:nvSpPr>
        <p:spPr>
          <a:xfrm>
            <a:off x="77688" y="349338"/>
            <a:ext cx="2361300" cy="421200"/>
          </a:xfrm>
          <a:prstGeom prst="roundRect">
            <a:avLst>
              <a:gd fmla="val 50000" name="adj"/>
            </a:avLst>
          </a:prstGeom>
          <a:solidFill>
            <a:srgbClr val="000000"/>
          </a:solidFill>
          <a:ln cap="flat" cmpd="sng" w="9525">
            <a:solidFill>
              <a:srgbClr val="000000"/>
            </a:solidFill>
            <a:prstDash val="solid"/>
            <a:round/>
            <a:headEnd len="sm" w="sm" type="none"/>
            <a:tailEnd len="sm" w="sm" type="none"/>
          </a:ln>
        </p:spPr>
        <p:txBody>
          <a:bodyPr anchorCtr="0" anchor="ctr" bIns="91425" lIns="0" spcFirstLastPara="1" rIns="0" wrap="square" tIns="91425">
            <a:noAutofit/>
          </a:bodyPr>
          <a:lstStyle/>
          <a:p>
            <a:pPr indent="0" lvl="0" marL="0" rtl="0" algn="ctr">
              <a:spcBef>
                <a:spcPts val="0"/>
              </a:spcBef>
              <a:spcAft>
                <a:spcPts val="0"/>
              </a:spcAft>
              <a:buNone/>
            </a:pPr>
            <a:r>
              <a:rPr b="1" lang="es-419" sz="1100">
                <a:solidFill>
                  <a:srgbClr val="FFFFFF"/>
                </a:solidFill>
              </a:rPr>
              <a:t>Actor de Negocio</a:t>
            </a:r>
            <a:endParaRPr b="1" sz="1100">
              <a:solidFill>
                <a:srgbClr val="FFFFFF"/>
              </a:solidFill>
            </a:endParaRPr>
          </a:p>
          <a:p>
            <a:pPr indent="0" lvl="0" marL="0" rtl="0" algn="ctr">
              <a:spcBef>
                <a:spcPts val="0"/>
              </a:spcBef>
              <a:spcAft>
                <a:spcPts val="0"/>
              </a:spcAft>
              <a:buNone/>
            </a:pPr>
            <a:r>
              <a:t/>
            </a:r>
            <a:endParaRPr b="1" sz="1200">
              <a:solidFill>
                <a:srgbClr val="FFFFFF"/>
              </a:solidFill>
            </a:endParaRPr>
          </a:p>
        </p:txBody>
      </p:sp>
      <p:sp>
        <p:nvSpPr>
          <p:cNvPr id="3886" name="Google Shape;3886;p67"/>
          <p:cNvSpPr/>
          <p:nvPr/>
        </p:nvSpPr>
        <p:spPr>
          <a:xfrm>
            <a:off x="83988" y="595504"/>
            <a:ext cx="190200" cy="1692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7" name="Google Shape;3887;p67"/>
          <p:cNvSpPr/>
          <p:nvPr/>
        </p:nvSpPr>
        <p:spPr>
          <a:xfrm>
            <a:off x="2350598" y="358950"/>
            <a:ext cx="88500" cy="4023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888" name="Google Shape;3888;p67"/>
          <p:cNvCxnSpPr/>
          <p:nvPr/>
        </p:nvCxnSpPr>
        <p:spPr>
          <a:xfrm>
            <a:off x="5104406" y="929748"/>
            <a:ext cx="0" cy="5689200"/>
          </a:xfrm>
          <a:prstGeom prst="straightConnector1">
            <a:avLst/>
          </a:prstGeom>
          <a:noFill/>
          <a:ln cap="flat" cmpd="sng" w="19050">
            <a:solidFill>
              <a:srgbClr val="D9D9D9"/>
            </a:solidFill>
            <a:prstDash val="dash"/>
            <a:round/>
            <a:headEnd len="med" w="med" type="none"/>
            <a:tailEnd len="med" w="med" type="none"/>
          </a:ln>
        </p:spPr>
      </p:cxnSp>
      <p:sp>
        <p:nvSpPr>
          <p:cNvPr id="3889" name="Google Shape;3889;p67"/>
          <p:cNvSpPr/>
          <p:nvPr/>
        </p:nvSpPr>
        <p:spPr>
          <a:xfrm>
            <a:off x="2277739" y="663750"/>
            <a:ext cx="88500" cy="1089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0" name="Google Shape;3890;p67"/>
          <p:cNvSpPr txBox="1"/>
          <p:nvPr/>
        </p:nvSpPr>
        <p:spPr>
          <a:xfrm>
            <a:off x="197034" y="1078797"/>
            <a:ext cx="1679100" cy="246300"/>
          </a:xfrm>
          <a:prstGeom prst="rect">
            <a:avLst/>
          </a:prstGeom>
          <a:noFill/>
          <a:ln>
            <a:noFill/>
          </a:ln>
        </p:spPr>
        <p:txBody>
          <a:bodyPr anchorCtr="0" anchor="ctr" bIns="0" lIns="0" spcFirstLastPara="1" rIns="0" wrap="square" tIns="0">
            <a:spAutoFit/>
          </a:bodyPr>
          <a:lstStyle/>
          <a:p>
            <a:pPr indent="0" lvl="0" marL="0" rtl="0" algn="r">
              <a:lnSpc>
                <a:spcPct val="100000"/>
              </a:lnSpc>
              <a:spcBef>
                <a:spcPts val="0"/>
              </a:spcBef>
              <a:spcAft>
                <a:spcPts val="0"/>
              </a:spcAft>
              <a:buNone/>
            </a:pPr>
            <a:r>
              <a:rPr b="1" lang="es-419" sz="1000">
                <a:latin typeface="Arvo"/>
                <a:ea typeface="Arvo"/>
                <a:cs typeface="Arvo"/>
                <a:sym typeface="Arvo"/>
              </a:rPr>
              <a:t>Nombre del actor: </a:t>
            </a:r>
            <a:endParaRPr b="1" sz="1000">
              <a:latin typeface="Arvo"/>
              <a:ea typeface="Arvo"/>
              <a:cs typeface="Arvo"/>
              <a:sym typeface="Arvo"/>
            </a:endParaRPr>
          </a:p>
          <a:p>
            <a:pPr indent="0" lvl="0" marL="0" rtl="0" algn="r">
              <a:lnSpc>
                <a:spcPct val="100000"/>
              </a:lnSpc>
              <a:spcBef>
                <a:spcPts val="0"/>
              </a:spcBef>
              <a:spcAft>
                <a:spcPts val="0"/>
              </a:spcAft>
              <a:buNone/>
            </a:pPr>
            <a:r>
              <a:rPr i="1" lang="es-419" sz="600">
                <a:solidFill>
                  <a:srgbClr val="666666"/>
                </a:solidFill>
                <a:latin typeface="Arvo"/>
                <a:ea typeface="Arvo"/>
                <a:cs typeface="Arvo"/>
                <a:sym typeface="Arvo"/>
              </a:rPr>
              <a:t>&lt;ej: Comprador&gt;</a:t>
            </a:r>
            <a:endParaRPr i="1" sz="600">
              <a:solidFill>
                <a:srgbClr val="666666"/>
              </a:solidFill>
              <a:latin typeface="Arvo"/>
              <a:ea typeface="Arvo"/>
              <a:cs typeface="Arvo"/>
              <a:sym typeface="Arvo"/>
            </a:endParaRPr>
          </a:p>
        </p:txBody>
      </p:sp>
      <p:sp>
        <p:nvSpPr>
          <p:cNvPr id="3891" name="Google Shape;3891;p67"/>
          <p:cNvSpPr txBox="1"/>
          <p:nvPr/>
        </p:nvSpPr>
        <p:spPr>
          <a:xfrm>
            <a:off x="197034" y="1572261"/>
            <a:ext cx="1679100" cy="274800"/>
          </a:xfrm>
          <a:prstGeom prst="rect">
            <a:avLst/>
          </a:prstGeom>
          <a:noFill/>
          <a:ln>
            <a:noFill/>
          </a:ln>
        </p:spPr>
        <p:txBody>
          <a:bodyPr anchorCtr="0" anchor="ctr" bIns="0" lIns="0" spcFirstLastPara="1" rIns="0" wrap="square" tIns="0">
            <a:spAutoFit/>
          </a:bodyPr>
          <a:lstStyle/>
          <a:p>
            <a:pPr indent="0" lvl="0" marL="0" rtl="0" algn="r">
              <a:lnSpc>
                <a:spcPct val="85000"/>
              </a:lnSpc>
              <a:spcBef>
                <a:spcPts val="0"/>
              </a:spcBef>
              <a:spcAft>
                <a:spcPts val="0"/>
              </a:spcAft>
              <a:buNone/>
            </a:pPr>
            <a:r>
              <a:rPr b="1" lang="es-419" sz="1000">
                <a:latin typeface="Arvo"/>
                <a:ea typeface="Arvo"/>
                <a:cs typeface="Arvo"/>
                <a:sym typeface="Arvo"/>
              </a:rPr>
              <a:t>Rol:</a:t>
            </a:r>
            <a:endParaRPr sz="700">
              <a:solidFill>
                <a:srgbClr val="666666"/>
              </a:solidFill>
              <a:latin typeface="Arvo"/>
              <a:ea typeface="Arvo"/>
              <a:cs typeface="Arvo"/>
              <a:sym typeface="Arvo"/>
            </a:endParaRPr>
          </a:p>
          <a:p>
            <a:pPr indent="0" lvl="0" marL="0" rtl="0" algn="r">
              <a:lnSpc>
                <a:spcPct val="85000"/>
              </a:lnSpc>
              <a:spcBef>
                <a:spcPts val="0"/>
              </a:spcBef>
              <a:spcAft>
                <a:spcPts val="0"/>
              </a:spcAft>
              <a:buNone/>
            </a:pPr>
            <a:r>
              <a:rPr lang="es-419" sz="700">
                <a:solidFill>
                  <a:srgbClr val="666666"/>
                </a:solidFill>
                <a:latin typeface="Arvo"/>
                <a:ea typeface="Arvo"/>
                <a:cs typeface="Arvo"/>
                <a:sym typeface="Arvo"/>
              </a:rPr>
              <a:t> </a:t>
            </a:r>
            <a:r>
              <a:rPr i="1" lang="es-419" sz="600">
                <a:solidFill>
                  <a:srgbClr val="666666"/>
                </a:solidFill>
                <a:latin typeface="Arvo"/>
                <a:ea typeface="Arvo"/>
                <a:cs typeface="Arvo"/>
                <a:sym typeface="Arvo"/>
              </a:rPr>
              <a:t>&lt;ej: Cliente  ó Proveedor&gt;</a:t>
            </a:r>
            <a:r>
              <a:rPr b="1" lang="es-419" sz="1100">
                <a:latin typeface="Arvo"/>
                <a:ea typeface="Arvo"/>
                <a:cs typeface="Arvo"/>
                <a:sym typeface="Arvo"/>
              </a:rPr>
              <a:t> </a:t>
            </a:r>
            <a:endParaRPr sz="800">
              <a:solidFill>
                <a:srgbClr val="666666"/>
              </a:solidFill>
              <a:latin typeface="Arvo"/>
              <a:ea typeface="Arvo"/>
              <a:cs typeface="Arvo"/>
              <a:sym typeface="Arvo"/>
            </a:endParaRPr>
          </a:p>
        </p:txBody>
      </p:sp>
      <p:sp>
        <p:nvSpPr>
          <p:cNvPr id="3892" name="Google Shape;3892;p67"/>
          <p:cNvSpPr/>
          <p:nvPr/>
        </p:nvSpPr>
        <p:spPr>
          <a:xfrm>
            <a:off x="1940924" y="1030197"/>
            <a:ext cx="3027000" cy="343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3893" name="Google Shape;3893;p67"/>
          <p:cNvSpPr txBox="1"/>
          <p:nvPr>
            <p:ph idx="1" type="subTitle"/>
          </p:nvPr>
        </p:nvSpPr>
        <p:spPr>
          <a:xfrm>
            <a:off x="1940624" y="1030947"/>
            <a:ext cx="3027600" cy="342000"/>
          </a:xfrm>
          <a:prstGeom prst="rect">
            <a:avLst/>
          </a:prstGeom>
          <a:noFill/>
          <a:ln>
            <a:noFill/>
          </a:ln>
        </p:spPr>
        <p:txBody>
          <a:bodyPr anchorCtr="0" anchor="ctr" bIns="36000" lIns="36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3894" name="Google Shape;3894;p67"/>
          <p:cNvSpPr/>
          <p:nvPr/>
        </p:nvSpPr>
        <p:spPr>
          <a:xfrm>
            <a:off x="1940924" y="1537911"/>
            <a:ext cx="3027000" cy="343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3895" name="Google Shape;3895;p67"/>
          <p:cNvSpPr txBox="1"/>
          <p:nvPr>
            <p:ph idx="2" type="subTitle"/>
          </p:nvPr>
        </p:nvSpPr>
        <p:spPr>
          <a:xfrm>
            <a:off x="1940624" y="1538661"/>
            <a:ext cx="3027600" cy="342000"/>
          </a:xfrm>
          <a:prstGeom prst="rect">
            <a:avLst/>
          </a:prstGeom>
          <a:noFill/>
          <a:ln>
            <a:noFill/>
          </a:ln>
        </p:spPr>
        <p:txBody>
          <a:bodyPr anchorCtr="0" anchor="ctr" bIns="36000" lIns="36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3896" name="Google Shape;3896;p67"/>
          <p:cNvSpPr txBox="1"/>
          <p:nvPr/>
        </p:nvSpPr>
        <p:spPr>
          <a:xfrm>
            <a:off x="197034" y="2065929"/>
            <a:ext cx="1679100" cy="415500"/>
          </a:xfrm>
          <a:prstGeom prst="rect">
            <a:avLst/>
          </a:prstGeom>
          <a:noFill/>
          <a:ln>
            <a:noFill/>
          </a:ln>
        </p:spPr>
        <p:txBody>
          <a:bodyPr anchorCtr="0" anchor="ctr" bIns="0" lIns="0" spcFirstLastPara="1" rIns="0" wrap="square" tIns="0">
            <a:spAutoFit/>
          </a:bodyPr>
          <a:lstStyle/>
          <a:p>
            <a:pPr indent="0" lvl="0" marL="0" rtl="0" algn="r">
              <a:lnSpc>
                <a:spcPct val="100000"/>
              </a:lnSpc>
              <a:spcBef>
                <a:spcPts val="0"/>
              </a:spcBef>
              <a:spcAft>
                <a:spcPts val="0"/>
              </a:spcAft>
              <a:buNone/>
            </a:pPr>
            <a:r>
              <a:rPr b="1" lang="es-419" sz="1000">
                <a:latin typeface="Arvo"/>
                <a:ea typeface="Arvo"/>
                <a:cs typeface="Arvo"/>
                <a:sym typeface="Arvo"/>
              </a:rPr>
              <a:t>Procesos con los que tiene relación:</a:t>
            </a:r>
            <a:endParaRPr b="1" sz="1000">
              <a:latin typeface="Arvo"/>
              <a:ea typeface="Arvo"/>
              <a:cs typeface="Arvo"/>
              <a:sym typeface="Arvo"/>
            </a:endParaRPr>
          </a:p>
          <a:p>
            <a:pPr indent="0" lvl="0" marL="0" rtl="0" algn="r">
              <a:lnSpc>
                <a:spcPct val="100000"/>
              </a:lnSpc>
              <a:spcBef>
                <a:spcPts val="0"/>
              </a:spcBef>
              <a:spcAft>
                <a:spcPts val="0"/>
              </a:spcAft>
              <a:buNone/>
            </a:pPr>
            <a:r>
              <a:rPr lang="es-419" sz="700">
                <a:solidFill>
                  <a:srgbClr val="666666"/>
                </a:solidFill>
                <a:latin typeface="Arvo"/>
                <a:ea typeface="Arvo"/>
                <a:cs typeface="Arvo"/>
                <a:sym typeface="Arvo"/>
              </a:rPr>
              <a:t> </a:t>
            </a:r>
            <a:r>
              <a:rPr i="1" lang="es-419" sz="600">
                <a:solidFill>
                  <a:srgbClr val="666666"/>
                </a:solidFill>
                <a:latin typeface="Arvo"/>
                <a:ea typeface="Arvo"/>
                <a:cs typeface="Arvo"/>
                <a:sym typeface="Arvo"/>
              </a:rPr>
              <a:t>&lt;ej: El comprador se registra&gt;</a:t>
            </a:r>
            <a:endParaRPr sz="800">
              <a:solidFill>
                <a:srgbClr val="666666"/>
              </a:solidFill>
              <a:latin typeface="Arvo"/>
              <a:ea typeface="Arvo"/>
              <a:cs typeface="Arvo"/>
              <a:sym typeface="Arvo"/>
            </a:endParaRPr>
          </a:p>
        </p:txBody>
      </p:sp>
      <p:sp>
        <p:nvSpPr>
          <p:cNvPr id="3897" name="Google Shape;3897;p67"/>
          <p:cNvSpPr/>
          <p:nvPr/>
        </p:nvSpPr>
        <p:spPr>
          <a:xfrm>
            <a:off x="1940924" y="2060575"/>
            <a:ext cx="3027000" cy="1015800"/>
          </a:xfrm>
          <a:prstGeom prst="roundRect">
            <a:avLst>
              <a:gd fmla="val 728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3898" name="Google Shape;3898;p67"/>
          <p:cNvSpPr txBox="1"/>
          <p:nvPr>
            <p:ph idx="3" type="subTitle"/>
          </p:nvPr>
        </p:nvSpPr>
        <p:spPr>
          <a:xfrm>
            <a:off x="1940924" y="2061325"/>
            <a:ext cx="3027000" cy="1015200"/>
          </a:xfrm>
          <a:prstGeom prst="rect">
            <a:avLst/>
          </a:prstGeom>
          <a:noFill/>
          <a:ln>
            <a:noFill/>
          </a:ln>
        </p:spPr>
        <p:txBody>
          <a:bodyPr anchorCtr="0" anchor="t" bIns="36000" lIns="36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3899" name="Google Shape;3899;p67"/>
          <p:cNvSpPr txBox="1"/>
          <p:nvPr/>
        </p:nvSpPr>
        <p:spPr>
          <a:xfrm>
            <a:off x="197034" y="3222969"/>
            <a:ext cx="1679100" cy="819000"/>
          </a:xfrm>
          <a:prstGeom prst="rect">
            <a:avLst/>
          </a:prstGeom>
          <a:noFill/>
          <a:ln>
            <a:noFill/>
          </a:ln>
        </p:spPr>
        <p:txBody>
          <a:bodyPr anchorCtr="0" anchor="ctr" bIns="0" lIns="0" spcFirstLastPara="1" rIns="0" wrap="square" tIns="0">
            <a:spAutoFit/>
          </a:bodyPr>
          <a:lstStyle/>
          <a:p>
            <a:pPr indent="0" lvl="0" marL="0" rtl="0" algn="r">
              <a:lnSpc>
                <a:spcPct val="100000"/>
              </a:lnSpc>
              <a:spcBef>
                <a:spcPts val="0"/>
              </a:spcBef>
              <a:spcAft>
                <a:spcPts val="0"/>
              </a:spcAft>
              <a:buNone/>
            </a:pPr>
            <a:r>
              <a:rPr b="1" lang="es-419" sz="1000">
                <a:latin typeface="Arvo"/>
                <a:ea typeface="Arvo"/>
                <a:cs typeface="Arvo"/>
                <a:sym typeface="Arvo"/>
              </a:rPr>
              <a:t>Descripción del actor:</a:t>
            </a:r>
            <a:endParaRPr sz="700">
              <a:solidFill>
                <a:srgbClr val="666666"/>
              </a:solidFill>
              <a:latin typeface="Arvo"/>
              <a:ea typeface="Arvo"/>
              <a:cs typeface="Arvo"/>
              <a:sym typeface="Arvo"/>
            </a:endParaRPr>
          </a:p>
          <a:p>
            <a:pPr indent="0" lvl="0" marL="0" rtl="0" algn="r">
              <a:lnSpc>
                <a:spcPct val="80000"/>
              </a:lnSpc>
              <a:spcBef>
                <a:spcPts val="0"/>
              </a:spcBef>
              <a:spcAft>
                <a:spcPts val="0"/>
              </a:spcAft>
              <a:buNone/>
            </a:pPr>
            <a:r>
              <a:rPr i="1" lang="es-419" sz="600">
                <a:solidFill>
                  <a:srgbClr val="666666"/>
                </a:solidFill>
                <a:latin typeface="Arvo"/>
                <a:ea typeface="Arvo"/>
                <a:cs typeface="Arvo"/>
                <a:sym typeface="Arvo"/>
              </a:rPr>
              <a:t>&lt;ej: Es una persona que está interesada en comprar un producto a muy bajo costo desde cualquier lugar y en cualquier momento. Le gustaría elegir una empresa de envíos para transportar los productos y disponer de un carro de compras, adicionalmente, poder programar cada una de las compras y poder crear listas de preferencia.&gt;</a:t>
            </a:r>
            <a:endParaRPr sz="800">
              <a:solidFill>
                <a:srgbClr val="666666"/>
              </a:solidFill>
              <a:latin typeface="Arvo"/>
              <a:ea typeface="Arvo"/>
              <a:cs typeface="Arvo"/>
              <a:sym typeface="Arvo"/>
            </a:endParaRPr>
          </a:p>
        </p:txBody>
      </p:sp>
      <p:sp>
        <p:nvSpPr>
          <p:cNvPr id="3900" name="Google Shape;3900;p67"/>
          <p:cNvSpPr/>
          <p:nvPr/>
        </p:nvSpPr>
        <p:spPr>
          <a:xfrm>
            <a:off x="1940925" y="3256353"/>
            <a:ext cx="3027000" cy="1359900"/>
          </a:xfrm>
          <a:prstGeom prst="roundRect">
            <a:avLst>
              <a:gd fmla="val 5871"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3901" name="Google Shape;3901;p67"/>
          <p:cNvSpPr txBox="1"/>
          <p:nvPr>
            <p:ph idx="4" type="subTitle"/>
          </p:nvPr>
        </p:nvSpPr>
        <p:spPr>
          <a:xfrm>
            <a:off x="1940625" y="3256356"/>
            <a:ext cx="3027600" cy="1359900"/>
          </a:xfrm>
          <a:prstGeom prst="rect">
            <a:avLst/>
          </a:prstGeom>
          <a:noFill/>
          <a:ln>
            <a:noFill/>
          </a:ln>
        </p:spPr>
        <p:txBody>
          <a:bodyPr anchorCtr="0" anchor="t" bIns="36000" lIns="36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3902" name="Google Shape;3902;p67"/>
          <p:cNvSpPr txBox="1"/>
          <p:nvPr/>
        </p:nvSpPr>
        <p:spPr>
          <a:xfrm>
            <a:off x="197034" y="4832392"/>
            <a:ext cx="1679100" cy="274800"/>
          </a:xfrm>
          <a:prstGeom prst="rect">
            <a:avLst/>
          </a:prstGeom>
          <a:noFill/>
          <a:ln>
            <a:noFill/>
          </a:ln>
        </p:spPr>
        <p:txBody>
          <a:bodyPr anchorCtr="0" anchor="ctr" bIns="0" lIns="0" spcFirstLastPara="1" rIns="0" wrap="square" tIns="0">
            <a:spAutoFit/>
          </a:bodyPr>
          <a:lstStyle/>
          <a:p>
            <a:pPr indent="0" lvl="0" marL="0" rtl="0" algn="r">
              <a:lnSpc>
                <a:spcPct val="85000"/>
              </a:lnSpc>
              <a:spcBef>
                <a:spcPts val="0"/>
              </a:spcBef>
              <a:spcAft>
                <a:spcPts val="0"/>
              </a:spcAft>
              <a:buNone/>
            </a:pPr>
            <a:r>
              <a:rPr b="1" lang="es-419" sz="1000">
                <a:latin typeface="Arvo"/>
                <a:ea typeface="Arvo"/>
                <a:cs typeface="Arvo"/>
                <a:sym typeface="Arvo"/>
              </a:rPr>
              <a:t>Tipo:</a:t>
            </a:r>
            <a:endParaRPr sz="700">
              <a:solidFill>
                <a:srgbClr val="666666"/>
              </a:solidFill>
              <a:latin typeface="Arvo"/>
              <a:ea typeface="Arvo"/>
              <a:cs typeface="Arvo"/>
              <a:sym typeface="Arvo"/>
            </a:endParaRPr>
          </a:p>
          <a:p>
            <a:pPr indent="0" lvl="0" marL="0" rtl="0" algn="r">
              <a:lnSpc>
                <a:spcPct val="85000"/>
              </a:lnSpc>
              <a:spcBef>
                <a:spcPts val="0"/>
              </a:spcBef>
              <a:spcAft>
                <a:spcPts val="0"/>
              </a:spcAft>
              <a:buNone/>
            </a:pPr>
            <a:r>
              <a:rPr lang="es-419" sz="700">
                <a:solidFill>
                  <a:srgbClr val="666666"/>
                </a:solidFill>
                <a:latin typeface="Arvo"/>
                <a:ea typeface="Arvo"/>
                <a:cs typeface="Arvo"/>
                <a:sym typeface="Arvo"/>
              </a:rPr>
              <a:t> </a:t>
            </a:r>
            <a:r>
              <a:rPr i="1" lang="es-419" sz="600">
                <a:solidFill>
                  <a:srgbClr val="666666"/>
                </a:solidFill>
                <a:latin typeface="Arvo"/>
                <a:ea typeface="Arvo"/>
                <a:cs typeface="Arvo"/>
                <a:sym typeface="Arvo"/>
              </a:rPr>
              <a:t>&lt;ej: Humano o Máquina&gt;</a:t>
            </a:r>
            <a:r>
              <a:rPr b="1" lang="es-419" sz="1100">
                <a:latin typeface="Arvo"/>
                <a:ea typeface="Arvo"/>
                <a:cs typeface="Arvo"/>
                <a:sym typeface="Arvo"/>
              </a:rPr>
              <a:t> </a:t>
            </a:r>
            <a:endParaRPr sz="800">
              <a:solidFill>
                <a:srgbClr val="666666"/>
              </a:solidFill>
              <a:latin typeface="Arvo"/>
              <a:ea typeface="Arvo"/>
              <a:cs typeface="Arvo"/>
              <a:sym typeface="Arvo"/>
            </a:endParaRPr>
          </a:p>
        </p:txBody>
      </p:sp>
      <p:sp>
        <p:nvSpPr>
          <p:cNvPr id="3903" name="Google Shape;3903;p67"/>
          <p:cNvSpPr/>
          <p:nvPr/>
        </p:nvSpPr>
        <p:spPr>
          <a:xfrm>
            <a:off x="1940924" y="4798042"/>
            <a:ext cx="3027000" cy="343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3904" name="Google Shape;3904;p67"/>
          <p:cNvSpPr txBox="1"/>
          <p:nvPr>
            <p:ph idx="5" type="subTitle"/>
          </p:nvPr>
        </p:nvSpPr>
        <p:spPr>
          <a:xfrm>
            <a:off x="1940624" y="4798792"/>
            <a:ext cx="3027600" cy="342000"/>
          </a:xfrm>
          <a:prstGeom prst="rect">
            <a:avLst/>
          </a:prstGeom>
          <a:noFill/>
          <a:ln>
            <a:noFill/>
          </a:ln>
        </p:spPr>
        <p:txBody>
          <a:bodyPr anchorCtr="0" anchor="ctr" bIns="36000" lIns="36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3905" name="Google Shape;3905;p67"/>
          <p:cNvSpPr txBox="1"/>
          <p:nvPr/>
        </p:nvSpPr>
        <p:spPr>
          <a:xfrm>
            <a:off x="304764" y="5328700"/>
            <a:ext cx="1576200" cy="615600"/>
          </a:xfrm>
          <a:prstGeom prst="rect">
            <a:avLst/>
          </a:prstGeom>
          <a:noFill/>
          <a:ln>
            <a:noFill/>
          </a:ln>
        </p:spPr>
        <p:txBody>
          <a:bodyPr anchorCtr="0" anchor="ctr" bIns="0" lIns="0" spcFirstLastPara="1" rIns="0" wrap="square" tIns="0">
            <a:spAutoFit/>
          </a:bodyPr>
          <a:lstStyle/>
          <a:p>
            <a:pPr indent="0" lvl="0" marL="0" rtl="0" algn="r">
              <a:lnSpc>
                <a:spcPct val="100000"/>
              </a:lnSpc>
              <a:spcBef>
                <a:spcPts val="0"/>
              </a:spcBef>
              <a:spcAft>
                <a:spcPts val="0"/>
              </a:spcAft>
              <a:buNone/>
            </a:pPr>
            <a:r>
              <a:rPr b="1" lang="es-419" sz="1000">
                <a:latin typeface="Arvo"/>
                <a:ea typeface="Arvo"/>
                <a:cs typeface="Arvo"/>
                <a:sym typeface="Arvo"/>
              </a:rPr>
              <a:t>Información que obtiene:</a:t>
            </a:r>
            <a:endParaRPr b="1" sz="1000">
              <a:latin typeface="Arvo"/>
              <a:ea typeface="Arvo"/>
              <a:cs typeface="Arvo"/>
              <a:sym typeface="Arvo"/>
            </a:endParaRPr>
          </a:p>
          <a:p>
            <a:pPr indent="0" lvl="0" marL="0" rtl="0" algn="r">
              <a:lnSpc>
                <a:spcPct val="100000"/>
              </a:lnSpc>
              <a:spcBef>
                <a:spcPts val="0"/>
              </a:spcBef>
              <a:spcAft>
                <a:spcPts val="0"/>
              </a:spcAft>
              <a:buNone/>
            </a:pPr>
            <a:r>
              <a:rPr b="1" lang="es-419" sz="700">
                <a:latin typeface="Arvo"/>
                <a:ea typeface="Arvo"/>
                <a:cs typeface="Arvo"/>
                <a:sym typeface="Arvo"/>
              </a:rPr>
              <a:t>&lt;con qué información interactúa&gt;</a:t>
            </a:r>
            <a:endParaRPr b="1" sz="700">
              <a:latin typeface="Arvo"/>
              <a:ea typeface="Arvo"/>
              <a:cs typeface="Arvo"/>
              <a:sym typeface="Arvo"/>
            </a:endParaRPr>
          </a:p>
          <a:p>
            <a:pPr indent="0" lvl="0" marL="0" rtl="0" algn="r">
              <a:lnSpc>
                <a:spcPct val="100000"/>
              </a:lnSpc>
              <a:spcBef>
                <a:spcPts val="0"/>
              </a:spcBef>
              <a:spcAft>
                <a:spcPts val="0"/>
              </a:spcAft>
              <a:buNone/>
            </a:pPr>
            <a:r>
              <a:rPr lang="es-419" sz="700">
                <a:solidFill>
                  <a:srgbClr val="666666"/>
                </a:solidFill>
                <a:latin typeface="Arvo"/>
                <a:ea typeface="Arvo"/>
                <a:cs typeface="Arvo"/>
                <a:sym typeface="Arvo"/>
              </a:rPr>
              <a:t> </a:t>
            </a:r>
            <a:r>
              <a:rPr i="1" lang="es-419" sz="600">
                <a:solidFill>
                  <a:srgbClr val="666666"/>
                </a:solidFill>
                <a:latin typeface="Arvo"/>
                <a:ea typeface="Arvo"/>
                <a:cs typeface="Arvo"/>
                <a:sym typeface="Arvo"/>
              </a:rPr>
              <a:t>&lt;ej: El catálogo de productos, carrito de compras, mensajería, etc&gt;</a:t>
            </a:r>
            <a:endParaRPr sz="800">
              <a:solidFill>
                <a:srgbClr val="666666"/>
              </a:solidFill>
              <a:latin typeface="Arvo"/>
              <a:ea typeface="Arvo"/>
              <a:cs typeface="Arvo"/>
              <a:sym typeface="Arvo"/>
            </a:endParaRPr>
          </a:p>
        </p:txBody>
      </p:sp>
      <p:sp>
        <p:nvSpPr>
          <p:cNvPr id="3906" name="Google Shape;3906;p67"/>
          <p:cNvSpPr/>
          <p:nvPr/>
        </p:nvSpPr>
        <p:spPr>
          <a:xfrm>
            <a:off x="1945875" y="5323350"/>
            <a:ext cx="3027000" cy="1015800"/>
          </a:xfrm>
          <a:prstGeom prst="roundRect">
            <a:avLst>
              <a:gd fmla="val 728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3907" name="Google Shape;3907;p67"/>
          <p:cNvSpPr txBox="1"/>
          <p:nvPr>
            <p:ph idx="6" type="subTitle"/>
          </p:nvPr>
        </p:nvSpPr>
        <p:spPr>
          <a:xfrm>
            <a:off x="1945875" y="5324100"/>
            <a:ext cx="3027000" cy="1015200"/>
          </a:xfrm>
          <a:prstGeom prst="rect">
            <a:avLst/>
          </a:prstGeom>
          <a:noFill/>
          <a:ln>
            <a:noFill/>
          </a:ln>
        </p:spPr>
        <p:txBody>
          <a:bodyPr anchorCtr="0" anchor="ctr" bIns="36000" lIns="36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3908" name="Google Shape;3908;p67"/>
          <p:cNvSpPr txBox="1"/>
          <p:nvPr/>
        </p:nvSpPr>
        <p:spPr>
          <a:xfrm>
            <a:off x="5217088" y="982976"/>
            <a:ext cx="1576200" cy="600300"/>
          </a:xfrm>
          <a:prstGeom prst="rect">
            <a:avLst/>
          </a:prstGeom>
          <a:noFill/>
          <a:ln>
            <a:noFill/>
          </a:ln>
        </p:spPr>
        <p:txBody>
          <a:bodyPr anchorCtr="0" anchor="ctr" bIns="0" lIns="0" spcFirstLastPara="1" rIns="0" wrap="square" tIns="0">
            <a:spAutoFit/>
          </a:bodyPr>
          <a:lstStyle/>
          <a:p>
            <a:pPr indent="0" lvl="0" marL="0" rtl="0" algn="r">
              <a:lnSpc>
                <a:spcPct val="100000"/>
              </a:lnSpc>
              <a:spcBef>
                <a:spcPts val="0"/>
              </a:spcBef>
              <a:spcAft>
                <a:spcPts val="0"/>
              </a:spcAft>
              <a:buNone/>
            </a:pPr>
            <a:r>
              <a:rPr b="1" lang="es-419" sz="1000">
                <a:latin typeface="Arvo"/>
                <a:ea typeface="Arvo"/>
                <a:cs typeface="Arvo"/>
                <a:sym typeface="Arvo"/>
              </a:rPr>
              <a:t>Información que provee:</a:t>
            </a:r>
            <a:endParaRPr b="1" sz="1000">
              <a:latin typeface="Arvo"/>
              <a:ea typeface="Arvo"/>
              <a:cs typeface="Arvo"/>
              <a:sym typeface="Arvo"/>
            </a:endParaRPr>
          </a:p>
          <a:p>
            <a:pPr indent="0" lvl="0" marL="0" rtl="0" algn="r">
              <a:lnSpc>
                <a:spcPct val="100000"/>
              </a:lnSpc>
              <a:spcBef>
                <a:spcPts val="0"/>
              </a:spcBef>
              <a:spcAft>
                <a:spcPts val="0"/>
              </a:spcAft>
              <a:buNone/>
            </a:pPr>
            <a:r>
              <a:rPr b="1" lang="es-419" sz="700">
                <a:latin typeface="Arvo"/>
                <a:ea typeface="Arvo"/>
                <a:cs typeface="Arvo"/>
                <a:sym typeface="Arvo"/>
              </a:rPr>
              <a:t>&lt;qué información provee&gt;</a:t>
            </a:r>
            <a:endParaRPr b="1" sz="700">
              <a:latin typeface="Arvo"/>
              <a:ea typeface="Arvo"/>
              <a:cs typeface="Arvo"/>
              <a:sym typeface="Arvo"/>
            </a:endParaRPr>
          </a:p>
          <a:p>
            <a:pPr indent="0" lvl="0" marL="0" rtl="0" algn="r">
              <a:lnSpc>
                <a:spcPct val="100000"/>
              </a:lnSpc>
              <a:spcBef>
                <a:spcPts val="0"/>
              </a:spcBef>
              <a:spcAft>
                <a:spcPts val="0"/>
              </a:spcAft>
              <a:buNone/>
            </a:pPr>
            <a:r>
              <a:rPr i="1" lang="es-419" sz="600">
                <a:solidFill>
                  <a:srgbClr val="666666"/>
                </a:solidFill>
                <a:latin typeface="Arvo"/>
                <a:ea typeface="Arvo"/>
                <a:cs typeface="Arvo"/>
                <a:sym typeface="Arvo"/>
              </a:rPr>
              <a:t>&lt;ej: Información personal, información mensajería, información de pago, etc &gt;</a:t>
            </a:r>
            <a:endParaRPr sz="800">
              <a:solidFill>
                <a:srgbClr val="666666"/>
              </a:solidFill>
              <a:latin typeface="Arvo"/>
              <a:ea typeface="Arvo"/>
              <a:cs typeface="Arvo"/>
              <a:sym typeface="Arvo"/>
            </a:endParaRPr>
          </a:p>
        </p:txBody>
      </p:sp>
      <p:sp>
        <p:nvSpPr>
          <p:cNvPr id="3909" name="Google Shape;3909;p67"/>
          <p:cNvSpPr/>
          <p:nvPr/>
        </p:nvSpPr>
        <p:spPr>
          <a:xfrm>
            <a:off x="6858199" y="1016358"/>
            <a:ext cx="3027000" cy="1359900"/>
          </a:xfrm>
          <a:prstGeom prst="roundRect">
            <a:avLst>
              <a:gd fmla="val 5871"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3910" name="Google Shape;3910;p67"/>
          <p:cNvSpPr txBox="1"/>
          <p:nvPr>
            <p:ph idx="7" type="subTitle"/>
          </p:nvPr>
        </p:nvSpPr>
        <p:spPr>
          <a:xfrm>
            <a:off x="6857899" y="1016361"/>
            <a:ext cx="3027600" cy="1359900"/>
          </a:xfrm>
          <a:prstGeom prst="rect">
            <a:avLst/>
          </a:prstGeom>
          <a:noFill/>
          <a:ln>
            <a:noFill/>
          </a:ln>
        </p:spPr>
        <p:txBody>
          <a:bodyPr anchorCtr="0" anchor="t" bIns="36000" lIns="36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3911" name="Google Shape;3911;p67"/>
          <p:cNvSpPr txBox="1"/>
          <p:nvPr/>
        </p:nvSpPr>
        <p:spPr>
          <a:xfrm>
            <a:off x="5217088" y="2537301"/>
            <a:ext cx="1576200" cy="354000"/>
          </a:xfrm>
          <a:prstGeom prst="rect">
            <a:avLst/>
          </a:prstGeom>
          <a:noFill/>
          <a:ln>
            <a:noFill/>
          </a:ln>
        </p:spPr>
        <p:txBody>
          <a:bodyPr anchorCtr="0" anchor="ctr" bIns="0" lIns="0" spcFirstLastPara="1" rIns="0" wrap="square" tIns="0">
            <a:spAutoFit/>
          </a:bodyPr>
          <a:lstStyle/>
          <a:p>
            <a:pPr indent="0" lvl="0" marL="0" rtl="0" algn="r">
              <a:lnSpc>
                <a:spcPct val="100000"/>
              </a:lnSpc>
              <a:spcBef>
                <a:spcPts val="0"/>
              </a:spcBef>
              <a:spcAft>
                <a:spcPts val="0"/>
              </a:spcAft>
              <a:buNone/>
            </a:pPr>
            <a:r>
              <a:rPr b="1" lang="es-419" sz="1000">
                <a:latin typeface="Arvo"/>
                <a:ea typeface="Arvo"/>
                <a:cs typeface="Arvo"/>
                <a:sym typeface="Arvo"/>
              </a:rPr>
              <a:t>Meta actor:</a:t>
            </a:r>
            <a:endParaRPr b="1" sz="1000">
              <a:latin typeface="Arvo"/>
              <a:ea typeface="Arvo"/>
              <a:cs typeface="Arvo"/>
              <a:sym typeface="Arvo"/>
            </a:endParaRPr>
          </a:p>
          <a:p>
            <a:pPr indent="0" lvl="0" marL="0" rtl="0" algn="r">
              <a:lnSpc>
                <a:spcPct val="100000"/>
              </a:lnSpc>
              <a:spcBef>
                <a:spcPts val="0"/>
              </a:spcBef>
              <a:spcAft>
                <a:spcPts val="0"/>
              </a:spcAft>
              <a:buNone/>
            </a:pPr>
            <a:r>
              <a:rPr b="1" lang="es-419" sz="700">
                <a:latin typeface="Arvo"/>
                <a:ea typeface="Arvo"/>
                <a:cs typeface="Arvo"/>
                <a:sym typeface="Arvo"/>
              </a:rPr>
              <a:t>[Meta = &lt;sustantivo&gt;&lt;adjetivo&gt;]</a:t>
            </a:r>
            <a:endParaRPr b="1" sz="700">
              <a:latin typeface="Arvo"/>
              <a:ea typeface="Arvo"/>
              <a:cs typeface="Arvo"/>
              <a:sym typeface="Arvo"/>
            </a:endParaRPr>
          </a:p>
          <a:p>
            <a:pPr indent="0" lvl="0" marL="0" rtl="0" algn="r">
              <a:lnSpc>
                <a:spcPct val="100000"/>
              </a:lnSpc>
              <a:spcBef>
                <a:spcPts val="0"/>
              </a:spcBef>
              <a:spcAft>
                <a:spcPts val="0"/>
              </a:spcAft>
              <a:buNone/>
            </a:pPr>
            <a:r>
              <a:rPr i="1" lang="es-419" sz="600">
                <a:solidFill>
                  <a:srgbClr val="666666"/>
                </a:solidFill>
                <a:latin typeface="Arvo"/>
                <a:ea typeface="Arvo"/>
                <a:cs typeface="Arvo"/>
                <a:sym typeface="Arvo"/>
              </a:rPr>
              <a:t>&lt;ej: Producto recibido&gt;</a:t>
            </a:r>
            <a:endParaRPr i="1" sz="600">
              <a:solidFill>
                <a:srgbClr val="666666"/>
              </a:solidFill>
              <a:latin typeface="Arvo"/>
              <a:ea typeface="Arvo"/>
              <a:cs typeface="Arvo"/>
              <a:sym typeface="Arvo"/>
            </a:endParaRPr>
          </a:p>
        </p:txBody>
      </p:sp>
      <p:sp>
        <p:nvSpPr>
          <p:cNvPr id="3912" name="Google Shape;3912;p67"/>
          <p:cNvSpPr/>
          <p:nvPr/>
        </p:nvSpPr>
        <p:spPr>
          <a:xfrm>
            <a:off x="6858198" y="2542551"/>
            <a:ext cx="3027000" cy="343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3913" name="Google Shape;3913;p67"/>
          <p:cNvSpPr txBox="1"/>
          <p:nvPr>
            <p:ph idx="8" type="subTitle"/>
          </p:nvPr>
        </p:nvSpPr>
        <p:spPr>
          <a:xfrm>
            <a:off x="6857898" y="2543301"/>
            <a:ext cx="3027600" cy="342000"/>
          </a:xfrm>
          <a:prstGeom prst="rect">
            <a:avLst/>
          </a:prstGeom>
          <a:noFill/>
          <a:ln>
            <a:noFill/>
          </a:ln>
        </p:spPr>
        <p:txBody>
          <a:bodyPr anchorCtr="0" anchor="ctr" bIns="36000" lIns="36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3914" name="Google Shape;3914;p67"/>
          <p:cNvSpPr txBox="1"/>
          <p:nvPr/>
        </p:nvSpPr>
        <p:spPr>
          <a:xfrm>
            <a:off x="5217088" y="3041532"/>
            <a:ext cx="1576200" cy="400200"/>
          </a:xfrm>
          <a:prstGeom prst="rect">
            <a:avLst/>
          </a:prstGeom>
          <a:noFill/>
          <a:ln>
            <a:noFill/>
          </a:ln>
        </p:spPr>
        <p:txBody>
          <a:bodyPr anchorCtr="0" anchor="ctr" bIns="0" lIns="0" spcFirstLastPara="1" rIns="0" wrap="square" tIns="0">
            <a:spAutoFit/>
          </a:bodyPr>
          <a:lstStyle/>
          <a:p>
            <a:pPr indent="0" lvl="0" marL="0" rtl="0" algn="r">
              <a:lnSpc>
                <a:spcPct val="100000"/>
              </a:lnSpc>
              <a:spcBef>
                <a:spcPts val="0"/>
              </a:spcBef>
              <a:spcAft>
                <a:spcPts val="0"/>
              </a:spcAft>
              <a:buNone/>
            </a:pPr>
            <a:r>
              <a:rPr b="1" lang="es-419" sz="1000">
                <a:latin typeface="Arvo"/>
                <a:ea typeface="Arvo"/>
                <a:cs typeface="Arvo"/>
                <a:sym typeface="Arvo"/>
              </a:rPr>
              <a:t>Actividad que consigue la meta:</a:t>
            </a:r>
            <a:endParaRPr b="1" sz="700">
              <a:latin typeface="Arvo"/>
              <a:ea typeface="Arvo"/>
              <a:cs typeface="Arvo"/>
              <a:sym typeface="Arvo"/>
            </a:endParaRPr>
          </a:p>
          <a:p>
            <a:pPr indent="0" lvl="0" marL="0" rtl="0" algn="r">
              <a:lnSpc>
                <a:spcPct val="100000"/>
              </a:lnSpc>
              <a:spcBef>
                <a:spcPts val="0"/>
              </a:spcBef>
              <a:spcAft>
                <a:spcPts val="0"/>
              </a:spcAft>
              <a:buNone/>
            </a:pPr>
            <a:r>
              <a:rPr i="1" lang="es-419" sz="600">
                <a:solidFill>
                  <a:srgbClr val="666666"/>
                </a:solidFill>
                <a:latin typeface="Arvo"/>
                <a:ea typeface="Arvo"/>
                <a:cs typeface="Arvo"/>
                <a:sym typeface="Arvo"/>
              </a:rPr>
              <a:t>&lt;ej: Recibir producto&gt;</a:t>
            </a:r>
            <a:endParaRPr i="1" sz="600">
              <a:solidFill>
                <a:srgbClr val="666666"/>
              </a:solidFill>
              <a:latin typeface="Arvo"/>
              <a:ea typeface="Arvo"/>
              <a:cs typeface="Arvo"/>
              <a:sym typeface="Arvo"/>
            </a:endParaRPr>
          </a:p>
        </p:txBody>
      </p:sp>
      <p:sp>
        <p:nvSpPr>
          <p:cNvPr id="3915" name="Google Shape;3915;p67"/>
          <p:cNvSpPr/>
          <p:nvPr/>
        </p:nvSpPr>
        <p:spPr>
          <a:xfrm>
            <a:off x="6858200" y="3047155"/>
            <a:ext cx="3027000" cy="526200"/>
          </a:xfrm>
          <a:prstGeom prst="roundRect">
            <a:avLst>
              <a:gd fmla="val 12538"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3916" name="Google Shape;3916;p67"/>
          <p:cNvSpPr txBox="1"/>
          <p:nvPr>
            <p:ph idx="9" type="subTitle"/>
          </p:nvPr>
        </p:nvSpPr>
        <p:spPr>
          <a:xfrm>
            <a:off x="6857900" y="3047155"/>
            <a:ext cx="3027600" cy="526200"/>
          </a:xfrm>
          <a:prstGeom prst="rect">
            <a:avLst/>
          </a:prstGeom>
          <a:noFill/>
          <a:ln>
            <a:noFill/>
          </a:ln>
        </p:spPr>
        <p:txBody>
          <a:bodyPr anchorCtr="0" anchor="ctr" bIns="36000" lIns="36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3917" name="Google Shape;3917;p67"/>
          <p:cNvSpPr txBox="1"/>
          <p:nvPr/>
        </p:nvSpPr>
        <p:spPr>
          <a:xfrm>
            <a:off x="5217088" y="3727332"/>
            <a:ext cx="1576200" cy="554100"/>
          </a:xfrm>
          <a:prstGeom prst="rect">
            <a:avLst/>
          </a:prstGeom>
          <a:noFill/>
          <a:ln>
            <a:noFill/>
          </a:ln>
        </p:spPr>
        <p:txBody>
          <a:bodyPr anchorCtr="0" anchor="ctr" bIns="0" lIns="0" spcFirstLastPara="1" rIns="0" wrap="square" tIns="0">
            <a:spAutoFit/>
          </a:bodyPr>
          <a:lstStyle/>
          <a:p>
            <a:pPr indent="0" lvl="0" marL="0" rtl="0" algn="r">
              <a:lnSpc>
                <a:spcPct val="100000"/>
              </a:lnSpc>
              <a:spcBef>
                <a:spcPts val="0"/>
              </a:spcBef>
              <a:spcAft>
                <a:spcPts val="0"/>
              </a:spcAft>
              <a:buNone/>
            </a:pPr>
            <a:r>
              <a:rPr b="1" lang="es-419" sz="1000">
                <a:latin typeface="Arvo"/>
                <a:ea typeface="Arvo"/>
                <a:cs typeface="Arvo"/>
                <a:sym typeface="Arvo"/>
              </a:rPr>
              <a:t>Narrativa de la actividad que consigue la meta:</a:t>
            </a:r>
            <a:endParaRPr b="1" sz="700">
              <a:latin typeface="Arvo"/>
              <a:ea typeface="Arvo"/>
              <a:cs typeface="Arvo"/>
              <a:sym typeface="Arvo"/>
            </a:endParaRPr>
          </a:p>
          <a:p>
            <a:pPr indent="0" lvl="0" marL="0" rtl="0" algn="r">
              <a:lnSpc>
                <a:spcPct val="100000"/>
              </a:lnSpc>
              <a:spcBef>
                <a:spcPts val="0"/>
              </a:spcBef>
              <a:spcAft>
                <a:spcPts val="0"/>
              </a:spcAft>
              <a:buNone/>
            </a:pPr>
            <a:r>
              <a:rPr i="1" lang="es-419" sz="600">
                <a:solidFill>
                  <a:srgbClr val="666666"/>
                </a:solidFill>
                <a:latin typeface="Arvo"/>
                <a:ea typeface="Arvo"/>
                <a:cs typeface="Arvo"/>
                <a:sym typeface="Arvo"/>
              </a:rPr>
              <a:t>&lt;ej: El cliente recibe el producto&gt;</a:t>
            </a:r>
            <a:endParaRPr i="1" sz="600">
              <a:solidFill>
                <a:srgbClr val="666666"/>
              </a:solidFill>
              <a:latin typeface="Arvo"/>
              <a:ea typeface="Arvo"/>
              <a:cs typeface="Arvo"/>
              <a:sym typeface="Arvo"/>
            </a:endParaRPr>
          </a:p>
        </p:txBody>
      </p:sp>
      <p:sp>
        <p:nvSpPr>
          <p:cNvPr id="3918" name="Google Shape;3918;p67"/>
          <p:cNvSpPr/>
          <p:nvPr/>
        </p:nvSpPr>
        <p:spPr>
          <a:xfrm>
            <a:off x="6858200" y="3741282"/>
            <a:ext cx="3027000" cy="526200"/>
          </a:xfrm>
          <a:prstGeom prst="roundRect">
            <a:avLst>
              <a:gd fmla="val 12538"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3919" name="Google Shape;3919;p67"/>
          <p:cNvSpPr txBox="1"/>
          <p:nvPr>
            <p:ph idx="13" type="subTitle"/>
          </p:nvPr>
        </p:nvSpPr>
        <p:spPr>
          <a:xfrm>
            <a:off x="6857900" y="3741282"/>
            <a:ext cx="3027600" cy="526200"/>
          </a:xfrm>
          <a:prstGeom prst="rect">
            <a:avLst/>
          </a:prstGeom>
          <a:noFill/>
          <a:ln>
            <a:noFill/>
          </a:ln>
        </p:spPr>
        <p:txBody>
          <a:bodyPr anchorCtr="0" anchor="ctr" bIns="36000" lIns="36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3920" name="Google Shape;3920;p67"/>
          <p:cNvSpPr txBox="1"/>
          <p:nvPr/>
        </p:nvSpPr>
        <p:spPr>
          <a:xfrm>
            <a:off x="5217100" y="4717900"/>
            <a:ext cx="1576200" cy="400200"/>
          </a:xfrm>
          <a:prstGeom prst="rect">
            <a:avLst/>
          </a:prstGeom>
          <a:noFill/>
          <a:ln>
            <a:noFill/>
          </a:ln>
        </p:spPr>
        <p:txBody>
          <a:bodyPr anchorCtr="0" anchor="ctr" bIns="0" lIns="0" spcFirstLastPara="1" rIns="0" wrap="square" tIns="0">
            <a:spAutoFit/>
          </a:bodyPr>
          <a:lstStyle/>
          <a:p>
            <a:pPr indent="0" lvl="0" marL="0" rtl="0" algn="r">
              <a:lnSpc>
                <a:spcPct val="100000"/>
              </a:lnSpc>
              <a:spcBef>
                <a:spcPts val="0"/>
              </a:spcBef>
              <a:spcAft>
                <a:spcPts val="0"/>
              </a:spcAft>
              <a:buNone/>
            </a:pPr>
            <a:r>
              <a:rPr b="1" lang="es-419" sz="1000">
                <a:latin typeface="Arvo"/>
                <a:ea typeface="Arvo"/>
                <a:cs typeface="Arvo"/>
                <a:sym typeface="Arvo"/>
              </a:rPr>
              <a:t>Responsabilidades y / o funciones:</a:t>
            </a:r>
            <a:endParaRPr b="1" sz="700">
              <a:latin typeface="Arvo"/>
              <a:ea typeface="Arvo"/>
              <a:cs typeface="Arvo"/>
              <a:sym typeface="Arvo"/>
            </a:endParaRPr>
          </a:p>
          <a:p>
            <a:pPr indent="0" lvl="0" marL="0" rtl="0" algn="r">
              <a:lnSpc>
                <a:spcPct val="100000"/>
              </a:lnSpc>
              <a:spcBef>
                <a:spcPts val="0"/>
              </a:spcBef>
              <a:spcAft>
                <a:spcPts val="0"/>
              </a:spcAft>
              <a:buNone/>
            </a:pPr>
            <a:r>
              <a:rPr i="1" lang="es-419" sz="600">
                <a:solidFill>
                  <a:srgbClr val="666666"/>
                </a:solidFill>
                <a:latin typeface="Arvo"/>
                <a:ea typeface="Arvo"/>
                <a:cs typeface="Arvo"/>
                <a:sym typeface="Arvo"/>
              </a:rPr>
              <a:t>&lt;ej: El cliente recibe el producto&gt;</a:t>
            </a:r>
            <a:endParaRPr i="1" sz="600">
              <a:solidFill>
                <a:srgbClr val="666666"/>
              </a:solidFill>
              <a:latin typeface="Arvo"/>
              <a:ea typeface="Arvo"/>
              <a:cs typeface="Arvo"/>
              <a:sym typeface="Arvo"/>
            </a:endParaRPr>
          </a:p>
        </p:txBody>
      </p:sp>
      <p:sp>
        <p:nvSpPr>
          <p:cNvPr id="3921" name="Google Shape;3921;p67"/>
          <p:cNvSpPr/>
          <p:nvPr/>
        </p:nvSpPr>
        <p:spPr>
          <a:xfrm>
            <a:off x="6858205" y="4611312"/>
            <a:ext cx="3027000" cy="1728000"/>
          </a:xfrm>
          <a:prstGeom prst="roundRect">
            <a:avLst>
              <a:gd fmla="val 12538"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3922" name="Google Shape;3922;p67"/>
          <p:cNvSpPr txBox="1"/>
          <p:nvPr>
            <p:ph idx="14" type="subTitle"/>
          </p:nvPr>
        </p:nvSpPr>
        <p:spPr>
          <a:xfrm>
            <a:off x="6857905" y="4611312"/>
            <a:ext cx="3027600" cy="1728000"/>
          </a:xfrm>
          <a:prstGeom prst="rect">
            <a:avLst/>
          </a:prstGeom>
          <a:noFill/>
          <a:ln>
            <a:noFill/>
          </a:ln>
        </p:spPr>
        <p:txBody>
          <a:bodyPr anchorCtr="0" anchor="ctr" bIns="36000" lIns="36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3923" name="Google Shape;3923;p67"/>
          <p:cNvSpPr txBox="1"/>
          <p:nvPr/>
        </p:nvSpPr>
        <p:spPr>
          <a:xfrm>
            <a:off x="2524025" y="387675"/>
            <a:ext cx="15012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Unid. Organizacional:</a:t>
            </a:r>
            <a:endParaRPr b="1" sz="1100"/>
          </a:p>
        </p:txBody>
      </p:sp>
      <p:sp>
        <p:nvSpPr>
          <p:cNvPr id="3924" name="Google Shape;3924;p67"/>
          <p:cNvSpPr txBox="1"/>
          <p:nvPr/>
        </p:nvSpPr>
        <p:spPr>
          <a:xfrm>
            <a:off x="2524020" y="579550"/>
            <a:ext cx="6846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Proceso:</a:t>
            </a:r>
            <a:endParaRPr b="1" sz="1100"/>
          </a:p>
        </p:txBody>
      </p:sp>
      <p:sp>
        <p:nvSpPr>
          <p:cNvPr id="3925" name="Google Shape;3925;p67"/>
          <p:cNvSpPr txBox="1"/>
          <p:nvPr>
            <p:ph type="title"/>
          </p:nvPr>
        </p:nvSpPr>
        <p:spPr>
          <a:xfrm flipH="1">
            <a:off x="4025374" y="387675"/>
            <a:ext cx="5863200" cy="1692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000"/>
              <a:buNone/>
              <a:defRPr sz="1000">
                <a:solidFill>
                  <a:srgbClr val="000000"/>
                </a:solidFill>
              </a:defRPr>
            </a:lvl1pPr>
            <a:lvl2pPr lvl="1">
              <a:spcBef>
                <a:spcPts val="0"/>
              </a:spcBef>
              <a:spcAft>
                <a:spcPts val="0"/>
              </a:spcAft>
              <a:buClr>
                <a:srgbClr val="000000"/>
              </a:buClr>
              <a:buSzPts val="1000"/>
              <a:buNone/>
              <a:defRPr sz="1000">
                <a:solidFill>
                  <a:srgbClr val="000000"/>
                </a:solidFill>
              </a:defRPr>
            </a:lvl2pPr>
            <a:lvl3pPr lvl="2">
              <a:spcBef>
                <a:spcPts val="0"/>
              </a:spcBef>
              <a:spcAft>
                <a:spcPts val="0"/>
              </a:spcAft>
              <a:buClr>
                <a:srgbClr val="000000"/>
              </a:buClr>
              <a:buSzPts val="1000"/>
              <a:buNone/>
              <a:defRPr sz="1000">
                <a:solidFill>
                  <a:srgbClr val="000000"/>
                </a:solidFill>
              </a:defRPr>
            </a:lvl3pPr>
            <a:lvl4pPr lvl="3">
              <a:spcBef>
                <a:spcPts val="0"/>
              </a:spcBef>
              <a:spcAft>
                <a:spcPts val="0"/>
              </a:spcAft>
              <a:buClr>
                <a:srgbClr val="000000"/>
              </a:buClr>
              <a:buSzPts val="1000"/>
              <a:buNone/>
              <a:defRPr sz="1000">
                <a:solidFill>
                  <a:srgbClr val="000000"/>
                </a:solidFill>
              </a:defRPr>
            </a:lvl4pPr>
            <a:lvl5pPr lvl="4">
              <a:spcBef>
                <a:spcPts val="0"/>
              </a:spcBef>
              <a:spcAft>
                <a:spcPts val="0"/>
              </a:spcAft>
              <a:buClr>
                <a:srgbClr val="000000"/>
              </a:buClr>
              <a:buSzPts val="1000"/>
              <a:buNone/>
              <a:defRPr sz="1000">
                <a:solidFill>
                  <a:srgbClr val="000000"/>
                </a:solidFill>
              </a:defRPr>
            </a:lvl5pPr>
            <a:lvl6pPr lvl="5">
              <a:spcBef>
                <a:spcPts val="0"/>
              </a:spcBef>
              <a:spcAft>
                <a:spcPts val="0"/>
              </a:spcAft>
              <a:buClr>
                <a:srgbClr val="000000"/>
              </a:buClr>
              <a:buSzPts val="1000"/>
              <a:buNone/>
              <a:defRPr sz="1000">
                <a:solidFill>
                  <a:srgbClr val="000000"/>
                </a:solidFill>
              </a:defRPr>
            </a:lvl6pPr>
            <a:lvl7pPr lvl="6">
              <a:spcBef>
                <a:spcPts val="0"/>
              </a:spcBef>
              <a:spcAft>
                <a:spcPts val="0"/>
              </a:spcAft>
              <a:buClr>
                <a:srgbClr val="000000"/>
              </a:buClr>
              <a:buSzPts val="1000"/>
              <a:buNone/>
              <a:defRPr sz="1000">
                <a:solidFill>
                  <a:srgbClr val="000000"/>
                </a:solidFill>
              </a:defRPr>
            </a:lvl7pPr>
            <a:lvl8pPr lvl="7">
              <a:spcBef>
                <a:spcPts val="0"/>
              </a:spcBef>
              <a:spcAft>
                <a:spcPts val="0"/>
              </a:spcAft>
              <a:buClr>
                <a:srgbClr val="000000"/>
              </a:buClr>
              <a:buSzPts val="1000"/>
              <a:buNone/>
              <a:defRPr sz="1000">
                <a:solidFill>
                  <a:srgbClr val="000000"/>
                </a:solidFill>
              </a:defRPr>
            </a:lvl8pPr>
            <a:lvl9pPr lvl="8">
              <a:spcBef>
                <a:spcPts val="0"/>
              </a:spcBef>
              <a:spcAft>
                <a:spcPts val="0"/>
              </a:spcAft>
              <a:buClr>
                <a:srgbClr val="000000"/>
              </a:buClr>
              <a:buSzPts val="1000"/>
              <a:buNone/>
              <a:defRPr sz="1000">
                <a:solidFill>
                  <a:srgbClr val="000000"/>
                </a:solidFill>
              </a:defRPr>
            </a:lvl9pPr>
          </a:lstStyle>
          <a:p/>
        </p:txBody>
      </p:sp>
      <p:sp>
        <p:nvSpPr>
          <p:cNvPr id="3926" name="Google Shape;3926;p67"/>
          <p:cNvSpPr txBox="1"/>
          <p:nvPr>
            <p:ph idx="15" type="title"/>
          </p:nvPr>
        </p:nvSpPr>
        <p:spPr>
          <a:xfrm flipH="1">
            <a:off x="3208773" y="579550"/>
            <a:ext cx="6679800" cy="1692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000"/>
              <a:buNone/>
              <a:defRPr sz="1000">
                <a:solidFill>
                  <a:srgbClr val="000000"/>
                </a:solidFill>
              </a:defRPr>
            </a:lvl1pPr>
            <a:lvl2pPr lvl="1">
              <a:spcBef>
                <a:spcPts val="0"/>
              </a:spcBef>
              <a:spcAft>
                <a:spcPts val="0"/>
              </a:spcAft>
              <a:buClr>
                <a:srgbClr val="000000"/>
              </a:buClr>
              <a:buSzPts val="1000"/>
              <a:buNone/>
              <a:defRPr sz="1000">
                <a:solidFill>
                  <a:srgbClr val="000000"/>
                </a:solidFill>
              </a:defRPr>
            </a:lvl2pPr>
            <a:lvl3pPr lvl="2">
              <a:spcBef>
                <a:spcPts val="0"/>
              </a:spcBef>
              <a:spcAft>
                <a:spcPts val="0"/>
              </a:spcAft>
              <a:buClr>
                <a:srgbClr val="000000"/>
              </a:buClr>
              <a:buSzPts val="1000"/>
              <a:buNone/>
              <a:defRPr sz="1000">
                <a:solidFill>
                  <a:srgbClr val="000000"/>
                </a:solidFill>
              </a:defRPr>
            </a:lvl3pPr>
            <a:lvl4pPr lvl="3">
              <a:spcBef>
                <a:spcPts val="0"/>
              </a:spcBef>
              <a:spcAft>
                <a:spcPts val="0"/>
              </a:spcAft>
              <a:buClr>
                <a:srgbClr val="000000"/>
              </a:buClr>
              <a:buSzPts val="1000"/>
              <a:buNone/>
              <a:defRPr sz="1000">
                <a:solidFill>
                  <a:srgbClr val="000000"/>
                </a:solidFill>
              </a:defRPr>
            </a:lvl4pPr>
            <a:lvl5pPr lvl="4">
              <a:spcBef>
                <a:spcPts val="0"/>
              </a:spcBef>
              <a:spcAft>
                <a:spcPts val="0"/>
              </a:spcAft>
              <a:buClr>
                <a:srgbClr val="000000"/>
              </a:buClr>
              <a:buSzPts val="1000"/>
              <a:buNone/>
              <a:defRPr sz="1000">
                <a:solidFill>
                  <a:srgbClr val="000000"/>
                </a:solidFill>
              </a:defRPr>
            </a:lvl5pPr>
            <a:lvl6pPr lvl="5">
              <a:spcBef>
                <a:spcPts val="0"/>
              </a:spcBef>
              <a:spcAft>
                <a:spcPts val="0"/>
              </a:spcAft>
              <a:buClr>
                <a:srgbClr val="000000"/>
              </a:buClr>
              <a:buSzPts val="1000"/>
              <a:buNone/>
              <a:defRPr sz="1000">
                <a:solidFill>
                  <a:srgbClr val="000000"/>
                </a:solidFill>
              </a:defRPr>
            </a:lvl6pPr>
            <a:lvl7pPr lvl="6">
              <a:spcBef>
                <a:spcPts val="0"/>
              </a:spcBef>
              <a:spcAft>
                <a:spcPts val="0"/>
              </a:spcAft>
              <a:buClr>
                <a:srgbClr val="000000"/>
              </a:buClr>
              <a:buSzPts val="1000"/>
              <a:buNone/>
              <a:defRPr sz="1000">
                <a:solidFill>
                  <a:srgbClr val="000000"/>
                </a:solidFill>
              </a:defRPr>
            </a:lvl7pPr>
            <a:lvl8pPr lvl="7">
              <a:spcBef>
                <a:spcPts val="0"/>
              </a:spcBef>
              <a:spcAft>
                <a:spcPts val="0"/>
              </a:spcAft>
              <a:buClr>
                <a:srgbClr val="000000"/>
              </a:buClr>
              <a:buSzPts val="1000"/>
              <a:buNone/>
              <a:defRPr sz="1000">
                <a:solidFill>
                  <a:srgbClr val="000000"/>
                </a:solidFill>
              </a:defRPr>
            </a:lvl8pPr>
            <a:lvl9pPr lvl="8">
              <a:spcBef>
                <a:spcPts val="0"/>
              </a:spcBef>
              <a:spcAft>
                <a:spcPts val="0"/>
              </a:spcAft>
              <a:buClr>
                <a:srgbClr val="000000"/>
              </a:buClr>
              <a:buSzPts val="1000"/>
              <a:buNone/>
              <a:defRPr sz="1000">
                <a:solidFill>
                  <a:srgbClr val="000000"/>
                </a:solidFill>
              </a:defRPr>
            </a:lvl9pPr>
          </a:lstStyle>
          <a:p/>
        </p:txBody>
      </p:sp>
    </p:spTree>
  </p:cSld>
  <p:clrMapOvr>
    <a:masterClrMapping/>
  </p:clrMapOvr>
</p:sldLayout>
</file>

<file path=ppt/slideLayouts/slideLayout6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6.2. Diagrama de Caso de Uso de Sistema">
  <p:cSld name="TITLE_3_6_1_1_1_1_1_1_1_1_1_1_1_1_1_1_1_1_1_1_1_1_1">
    <p:spTree>
      <p:nvGrpSpPr>
        <p:cNvPr id="3927" name="Shape 3927"/>
        <p:cNvGrpSpPr/>
        <p:nvPr/>
      </p:nvGrpSpPr>
      <p:grpSpPr>
        <a:xfrm>
          <a:off x="0" y="0"/>
          <a:ext cx="0" cy="0"/>
          <a:chOff x="0" y="0"/>
          <a:chExt cx="0" cy="0"/>
        </a:xfrm>
      </p:grpSpPr>
      <p:sp>
        <p:nvSpPr>
          <p:cNvPr id="3928" name="Google Shape;3928;p68"/>
          <p:cNvSpPr/>
          <p:nvPr/>
        </p:nvSpPr>
        <p:spPr>
          <a:xfrm>
            <a:off x="97888" y="377012"/>
            <a:ext cx="9893400" cy="296700"/>
          </a:xfrm>
          <a:prstGeom prst="roundRect">
            <a:avLst>
              <a:gd fmla="val 22902" name="adj"/>
            </a:avLst>
          </a:prstGeom>
          <a:solidFill>
            <a:srgbClr val="F3F3F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3929" name="Google Shape;3929;p68"/>
          <p:cNvSpPr/>
          <p:nvPr/>
        </p:nvSpPr>
        <p:spPr>
          <a:xfrm>
            <a:off x="77688" y="358938"/>
            <a:ext cx="9935700" cy="6438000"/>
          </a:xfrm>
          <a:prstGeom prst="roundRect">
            <a:avLst>
              <a:gd fmla="val 2618" name="adj"/>
            </a:avLst>
          </a:prstGeom>
          <a:solidFill>
            <a:srgbClr val="FFFFFF"/>
          </a:solidFill>
          <a:ln cap="flat" cmpd="sng" w="38100">
            <a:solidFill>
              <a:srgbClr val="000000"/>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930" name="Google Shape;3930;p68"/>
          <p:cNvCxnSpPr/>
          <p:nvPr/>
        </p:nvCxnSpPr>
        <p:spPr>
          <a:xfrm>
            <a:off x="77688" y="772614"/>
            <a:ext cx="9935700" cy="0"/>
          </a:xfrm>
          <a:prstGeom prst="straightConnector1">
            <a:avLst/>
          </a:prstGeom>
          <a:noFill/>
          <a:ln cap="flat" cmpd="sng" w="19050">
            <a:solidFill>
              <a:srgbClr val="000000"/>
            </a:solidFill>
            <a:prstDash val="solid"/>
            <a:round/>
            <a:headEnd len="med" w="med" type="none"/>
            <a:tailEnd len="med" w="med" type="none"/>
          </a:ln>
        </p:spPr>
      </p:cxnSp>
      <p:cxnSp>
        <p:nvCxnSpPr>
          <p:cNvPr id="3931" name="Google Shape;3931;p68"/>
          <p:cNvCxnSpPr/>
          <p:nvPr/>
        </p:nvCxnSpPr>
        <p:spPr>
          <a:xfrm rot="10800000">
            <a:off x="2439038" y="368188"/>
            <a:ext cx="0" cy="402300"/>
          </a:xfrm>
          <a:prstGeom prst="straightConnector1">
            <a:avLst/>
          </a:prstGeom>
          <a:noFill/>
          <a:ln cap="flat" cmpd="sng" w="19050">
            <a:solidFill>
              <a:srgbClr val="000000"/>
            </a:solidFill>
            <a:prstDash val="solid"/>
            <a:round/>
            <a:headEnd len="med" w="med" type="none"/>
            <a:tailEnd len="med" w="med" type="none"/>
          </a:ln>
        </p:spPr>
      </p:cxnSp>
      <p:sp>
        <p:nvSpPr>
          <p:cNvPr id="3932" name="Google Shape;3932;p68"/>
          <p:cNvSpPr/>
          <p:nvPr/>
        </p:nvSpPr>
        <p:spPr>
          <a:xfrm>
            <a:off x="77688" y="349338"/>
            <a:ext cx="2361300" cy="421200"/>
          </a:xfrm>
          <a:prstGeom prst="roundRect">
            <a:avLst>
              <a:gd fmla="val 50000" name="adj"/>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s-419" sz="1200">
                <a:solidFill>
                  <a:srgbClr val="FFFFFF"/>
                </a:solidFill>
              </a:rPr>
              <a:t>Diagrama CU de Sistema</a:t>
            </a:r>
            <a:endParaRPr b="1" sz="1200">
              <a:solidFill>
                <a:srgbClr val="FFFFFF"/>
              </a:solidFill>
            </a:endParaRPr>
          </a:p>
          <a:p>
            <a:pPr indent="0" lvl="0" marL="0" rtl="0" algn="ctr">
              <a:spcBef>
                <a:spcPts val="0"/>
              </a:spcBef>
              <a:spcAft>
                <a:spcPts val="0"/>
              </a:spcAft>
              <a:buNone/>
            </a:pPr>
            <a:r>
              <a:t/>
            </a:r>
            <a:endParaRPr b="1" sz="1200">
              <a:solidFill>
                <a:srgbClr val="FFFFFF"/>
              </a:solidFill>
            </a:endParaRPr>
          </a:p>
        </p:txBody>
      </p:sp>
      <p:sp>
        <p:nvSpPr>
          <p:cNvPr id="3933" name="Google Shape;3933;p68"/>
          <p:cNvSpPr/>
          <p:nvPr/>
        </p:nvSpPr>
        <p:spPr>
          <a:xfrm>
            <a:off x="83988" y="595504"/>
            <a:ext cx="190200" cy="1692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4" name="Google Shape;3934;p68"/>
          <p:cNvSpPr/>
          <p:nvPr/>
        </p:nvSpPr>
        <p:spPr>
          <a:xfrm>
            <a:off x="2292338" y="358938"/>
            <a:ext cx="146700" cy="4023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5" name="Google Shape;3935;p68"/>
          <p:cNvSpPr/>
          <p:nvPr/>
        </p:nvSpPr>
        <p:spPr>
          <a:xfrm>
            <a:off x="-1396550" y="760700"/>
            <a:ext cx="748200" cy="6079200"/>
          </a:xfrm>
          <a:prstGeom prst="roundRect">
            <a:avLst>
              <a:gd fmla="val 11877" name="adj"/>
            </a:avLst>
          </a:prstGeom>
          <a:solidFill>
            <a:srgbClr val="F3F3F3"/>
          </a:solidFill>
          <a:ln cap="flat" cmpd="sng" w="9525">
            <a:solidFill>
              <a:srgbClr val="F3F3F3"/>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t" bIns="54000" lIns="72000" spcFirstLastPara="1" rIns="72000" wrap="square" tIns="54000">
            <a:noAutofit/>
          </a:bodyPr>
          <a:lstStyle/>
          <a:p>
            <a:pPr indent="0" lvl="0" marL="0" rtl="0" algn="ctr">
              <a:spcBef>
                <a:spcPts val="0"/>
              </a:spcBef>
              <a:spcAft>
                <a:spcPts val="0"/>
              </a:spcAft>
              <a:buNone/>
            </a:pPr>
            <a:r>
              <a:rPr i="1" lang="es-419"/>
              <a:t>Paleta</a:t>
            </a:r>
            <a:endParaRPr i="1"/>
          </a:p>
        </p:txBody>
      </p:sp>
      <p:sp>
        <p:nvSpPr>
          <p:cNvPr id="3936" name="Google Shape;3936;p68"/>
          <p:cNvSpPr txBox="1"/>
          <p:nvPr/>
        </p:nvSpPr>
        <p:spPr>
          <a:xfrm>
            <a:off x="2524025" y="387675"/>
            <a:ext cx="15012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Unid. Organizacional:</a:t>
            </a:r>
            <a:endParaRPr b="1" sz="1100"/>
          </a:p>
        </p:txBody>
      </p:sp>
      <p:sp>
        <p:nvSpPr>
          <p:cNvPr id="3937" name="Google Shape;3937;p68"/>
          <p:cNvSpPr txBox="1"/>
          <p:nvPr/>
        </p:nvSpPr>
        <p:spPr>
          <a:xfrm>
            <a:off x="2524020" y="579550"/>
            <a:ext cx="6846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Alcance:</a:t>
            </a:r>
            <a:endParaRPr b="1" sz="1100"/>
          </a:p>
        </p:txBody>
      </p:sp>
      <p:sp>
        <p:nvSpPr>
          <p:cNvPr id="3938" name="Google Shape;3938;p68"/>
          <p:cNvSpPr txBox="1"/>
          <p:nvPr>
            <p:ph type="title"/>
          </p:nvPr>
        </p:nvSpPr>
        <p:spPr>
          <a:xfrm flipH="1">
            <a:off x="4025374" y="387675"/>
            <a:ext cx="5863200" cy="1692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000"/>
              <a:buNone/>
              <a:defRPr sz="1000">
                <a:solidFill>
                  <a:srgbClr val="000000"/>
                </a:solidFill>
              </a:defRPr>
            </a:lvl1pPr>
            <a:lvl2pPr lvl="1">
              <a:spcBef>
                <a:spcPts val="0"/>
              </a:spcBef>
              <a:spcAft>
                <a:spcPts val="0"/>
              </a:spcAft>
              <a:buClr>
                <a:srgbClr val="000000"/>
              </a:buClr>
              <a:buSzPts val="1000"/>
              <a:buNone/>
              <a:defRPr sz="1000">
                <a:solidFill>
                  <a:srgbClr val="000000"/>
                </a:solidFill>
              </a:defRPr>
            </a:lvl2pPr>
            <a:lvl3pPr lvl="2">
              <a:spcBef>
                <a:spcPts val="0"/>
              </a:spcBef>
              <a:spcAft>
                <a:spcPts val="0"/>
              </a:spcAft>
              <a:buClr>
                <a:srgbClr val="000000"/>
              </a:buClr>
              <a:buSzPts val="1000"/>
              <a:buNone/>
              <a:defRPr sz="1000">
                <a:solidFill>
                  <a:srgbClr val="000000"/>
                </a:solidFill>
              </a:defRPr>
            </a:lvl3pPr>
            <a:lvl4pPr lvl="3">
              <a:spcBef>
                <a:spcPts val="0"/>
              </a:spcBef>
              <a:spcAft>
                <a:spcPts val="0"/>
              </a:spcAft>
              <a:buClr>
                <a:srgbClr val="000000"/>
              </a:buClr>
              <a:buSzPts val="1000"/>
              <a:buNone/>
              <a:defRPr sz="1000">
                <a:solidFill>
                  <a:srgbClr val="000000"/>
                </a:solidFill>
              </a:defRPr>
            </a:lvl4pPr>
            <a:lvl5pPr lvl="4">
              <a:spcBef>
                <a:spcPts val="0"/>
              </a:spcBef>
              <a:spcAft>
                <a:spcPts val="0"/>
              </a:spcAft>
              <a:buClr>
                <a:srgbClr val="000000"/>
              </a:buClr>
              <a:buSzPts val="1000"/>
              <a:buNone/>
              <a:defRPr sz="1000">
                <a:solidFill>
                  <a:srgbClr val="000000"/>
                </a:solidFill>
              </a:defRPr>
            </a:lvl5pPr>
            <a:lvl6pPr lvl="5">
              <a:spcBef>
                <a:spcPts val="0"/>
              </a:spcBef>
              <a:spcAft>
                <a:spcPts val="0"/>
              </a:spcAft>
              <a:buClr>
                <a:srgbClr val="000000"/>
              </a:buClr>
              <a:buSzPts val="1000"/>
              <a:buNone/>
              <a:defRPr sz="1000">
                <a:solidFill>
                  <a:srgbClr val="000000"/>
                </a:solidFill>
              </a:defRPr>
            </a:lvl6pPr>
            <a:lvl7pPr lvl="6">
              <a:spcBef>
                <a:spcPts val="0"/>
              </a:spcBef>
              <a:spcAft>
                <a:spcPts val="0"/>
              </a:spcAft>
              <a:buClr>
                <a:srgbClr val="000000"/>
              </a:buClr>
              <a:buSzPts val="1000"/>
              <a:buNone/>
              <a:defRPr sz="1000">
                <a:solidFill>
                  <a:srgbClr val="000000"/>
                </a:solidFill>
              </a:defRPr>
            </a:lvl7pPr>
            <a:lvl8pPr lvl="7">
              <a:spcBef>
                <a:spcPts val="0"/>
              </a:spcBef>
              <a:spcAft>
                <a:spcPts val="0"/>
              </a:spcAft>
              <a:buClr>
                <a:srgbClr val="000000"/>
              </a:buClr>
              <a:buSzPts val="1000"/>
              <a:buNone/>
              <a:defRPr sz="1000">
                <a:solidFill>
                  <a:srgbClr val="000000"/>
                </a:solidFill>
              </a:defRPr>
            </a:lvl8pPr>
            <a:lvl9pPr lvl="8">
              <a:spcBef>
                <a:spcPts val="0"/>
              </a:spcBef>
              <a:spcAft>
                <a:spcPts val="0"/>
              </a:spcAft>
              <a:buClr>
                <a:srgbClr val="000000"/>
              </a:buClr>
              <a:buSzPts val="1000"/>
              <a:buNone/>
              <a:defRPr sz="1000">
                <a:solidFill>
                  <a:srgbClr val="000000"/>
                </a:solidFill>
              </a:defRPr>
            </a:lvl9pPr>
          </a:lstStyle>
          <a:p/>
        </p:txBody>
      </p:sp>
      <p:sp>
        <p:nvSpPr>
          <p:cNvPr id="3939" name="Google Shape;3939;p68"/>
          <p:cNvSpPr txBox="1"/>
          <p:nvPr>
            <p:ph idx="2" type="title"/>
          </p:nvPr>
        </p:nvSpPr>
        <p:spPr>
          <a:xfrm flipH="1">
            <a:off x="3208773" y="579550"/>
            <a:ext cx="6679800" cy="1692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000"/>
              <a:buNone/>
              <a:defRPr sz="1000">
                <a:solidFill>
                  <a:srgbClr val="000000"/>
                </a:solidFill>
              </a:defRPr>
            </a:lvl1pPr>
            <a:lvl2pPr lvl="1">
              <a:spcBef>
                <a:spcPts val="0"/>
              </a:spcBef>
              <a:spcAft>
                <a:spcPts val="0"/>
              </a:spcAft>
              <a:buClr>
                <a:srgbClr val="000000"/>
              </a:buClr>
              <a:buSzPts val="1000"/>
              <a:buNone/>
              <a:defRPr sz="1000">
                <a:solidFill>
                  <a:srgbClr val="000000"/>
                </a:solidFill>
              </a:defRPr>
            </a:lvl2pPr>
            <a:lvl3pPr lvl="2">
              <a:spcBef>
                <a:spcPts val="0"/>
              </a:spcBef>
              <a:spcAft>
                <a:spcPts val="0"/>
              </a:spcAft>
              <a:buClr>
                <a:srgbClr val="000000"/>
              </a:buClr>
              <a:buSzPts val="1000"/>
              <a:buNone/>
              <a:defRPr sz="1000">
                <a:solidFill>
                  <a:srgbClr val="000000"/>
                </a:solidFill>
              </a:defRPr>
            </a:lvl3pPr>
            <a:lvl4pPr lvl="3">
              <a:spcBef>
                <a:spcPts val="0"/>
              </a:spcBef>
              <a:spcAft>
                <a:spcPts val="0"/>
              </a:spcAft>
              <a:buClr>
                <a:srgbClr val="000000"/>
              </a:buClr>
              <a:buSzPts val="1000"/>
              <a:buNone/>
              <a:defRPr sz="1000">
                <a:solidFill>
                  <a:srgbClr val="000000"/>
                </a:solidFill>
              </a:defRPr>
            </a:lvl4pPr>
            <a:lvl5pPr lvl="4">
              <a:spcBef>
                <a:spcPts val="0"/>
              </a:spcBef>
              <a:spcAft>
                <a:spcPts val="0"/>
              </a:spcAft>
              <a:buClr>
                <a:srgbClr val="000000"/>
              </a:buClr>
              <a:buSzPts val="1000"/>
              <a:buNone/>
              <a:defRPr sz="1000">
                <a:solidFill>
                  <a:srgbClr val="000000"/>
                </a:solidFill>
              </a:defRPr>
            </a:lvl5pPr>
            <a:lvl6pPr lvl="5">
              <a:spcBef>
                <a:spcPts val="0"/>
              </a:spcBef>
              <a:spcAft>
                <a:spcPts val="0"/>
              </a:spcAft>
              <a:buClr>
                <a:srgbClr val="000000"/>
              </a:buClr>
              <a:buSzPts val="1000"/>
              <a:buNone/>
              <a:defRPr sz="1000">
                <a:solidFill>
                  <a:srgbClr val="000000"/>
                </a:solidFill>
              </a:defRPr>
            </a:lvl6pPr>
            <a:lvl7pPr lvl="6">
              <a:spcBef>
                <a:spcPts val="0"/>
              </a:spcBef>
              <a:spcAft>
                <a:spcPts val="0"/>
              </a:spcAft>
              <a:buClr>
                <a:srgbClr val="000000"/>
              </a:buClr>
              <a:buSzPts val="1000"/>
              <a:buNone/>
              <a:defRPr sz="1000">
                <a:solidFill>
                  <a:srgbClr val="000000"/>
                </a:solidFill>
              </a:defRPr>
            </a:lvl7pPr>
            <a:lvl8pPr lvl="7">
              <a:spcBef>
                <a:spcPts val="0"/>
              </a:spcBef>
              <a:spcAft>
                <a:spcPts val="0"/>
              </a:spcAft>
              <a:buClr>
                <a:srgbClr val="000000"/>
              </a:buClr>
              <a:buSzPts val="1000"/>
              <a:buNone/>
              <a:defRPr sz="1000">
                <a:solidFill>
                  <a:srgbClr val="000000"/>
                </a:solidFill>
              </a:defRPr>
            </a:lvl8pPr>
            <a:lvl9pPr lvl="8">
              <a:spcBef>
                <a:spcPts val="0"/>
              </a:spcBef>
              <a:spcAft>
                <a:spcPts val="0"/>
              </a:spcAft>
              <a:buClr>
                <a:srgbClr val="000000"/>
              </a:buClr>
              <a:buSzPts val="1000"/>
              <a:buNone/>
              <a:defRPr sz="1000">
                <a:solidFill>
                  <a:srgbClr val="000000"/>
                </a:solidFill>
              </a:defRPr>
            </a:lvl9pPr>
          </a:lstStyle>
          <a:p/>
        </p:txBody>
      </p:sp>
      <p:sp>
        <p:nvSpPr>
          <p:cNvPr id="3940" name="Google Shape;3940;p68"/>
          <p:cNvSpPr txBox="1"/>
          <p:nvPr>
            <p:ph idx="1" type="body"/>
          </p:nvPr>
        </p:nvSpPr>
        <p:spPr>
          <a:xfrm>
            <a:off x="641150" y="612125"/>
            <a:ext cx="1770300" cy="160500"/>
          </a:xfrm>
          <a:prstGeom prst="rect">
            <a:avLst/>
          </a:prstGeom>
          <a:noFill/>
          <a:ln>
            <a:noFill/>
          </a:ln>
        </p:spPr>
        <p:txBody>
          <a:bodyPr anchorCtr="0" anchor="t" bIns="0" lIns="0" spcFirstLastPara="1" rIns="0" wrap="square" tIns="0">
            <a:noAutofit/>
          </a:bodyPr>
          <a:lstStyle>
            <a:lvl1pPr indent="-292100" lvl="0" marL="457200" algn="ctr">
              <a:spcBef>
                <a:spcPts val="0"/>
              </a:spcBef>
              <a:spcAft>
                <a:spcPts val="0"/>
              </a:spcAft>
              <a:buClr>
                <a:srgbClr val="FFFFFF"/>
              </a:buClr>
              <a:buSzPts val="1000"/>
              <a:buChar char="●"/>
              <a:defRPr sz="1000">
                <a:solidFill>
                  <a:srgbClr val="FFFFFF"/>
                </a:solidFill>
              </a:defRPr>
            </a:lvl1pPr>
            <a:lvl2pPr indent="-292100" lvl="1" marL="914400" algn="ctr">
              <a:spcBef>
                <a:spcPts val="0"/>
              </a:spcBef>
              <a:spcAft>
                <a:spcPts val="0"/>
              </a:spcAft>
              <a:buClr>
                <a:srgbClr val="FFFFFF"/>
              </a:buClr>
              <a:buSzPts val="1000"/>
              <a:buChar char="○"/>
              <a:defRPr sz="1000">
                <a:solidFill>
                  <a:srgbClr val="FFFFFF"/>
                </a:solidFill>
              </a:defRPr>
            </a:lvl2pPr>
            <a:lvl3pPr indent="-292100" lvl="2" marL="1371600" algn="ctr">
              <a:spcBef>
                <a:spcPts val="0"/>
              </a:spcBef>
              <a:spcAft>
                <a:spcPts val="0"/>
              </a:spcAft>
              <a:buClr>
                <a:srgbClr val="FFFFFF"/>
              </a:buClr>
              <a:buSzPts val="1000"/>
              <a:buChar char="■"/>
              <a:defRPr sz="1000">
                <a:solidFill>
                  <a:srgbClr val="FFFFFF"/>
                </a:solidFill>
              </a:defRPr>
            </a:lvl3pPr>
            <a:lvl4pPr indent="-292100" lvl="3" marL="1828800" algn="ctr">
              <a:spcBef>
                <a:spcPts val="0"/>
              </a:spcBef>
              <a:spcAft>
                <a:spcPts val="0"/>
              </a:spcAft>
              <a:buClr>
                <a:srgbClr val="FFFFFF"/>
              </a:buClr>
              <a:buSzPts val="1000"/>
              <a:buChar char="●"/>
              <a:defRPr sz="1000">
                <a:solidFill>
                  <a:srgbClr val="FFFFFF"/>
                </a:solidFill>
              </a:defRPr>
            </a:lvl4pPr>
            <a:lvl5pPr indent="-292100" lvl="4" marL="2286000" algn="ctr">
              <a:spcBef>
                <a:spcPts val="0"/>
              </a:spcBef>
              <a:spcAft>
                <a:spcPts val="0"/>
              </a:spcAft>
              <a:buClr>
                <a:srgbClr val="FFFFFF"/>
              </a:buClr>
              <a:buSzPts val="1000"/>
              <a:buChar char="○"/>
              <a:defRPr sz="1000">
                <a:solidFill>
                  <a:srgbClr val="FFFFFF"/>
                </a:solidFill>
              </a:defRPr>
            </a:lvl5pPr>
            <a:lvl6pPr indent="-292100" lvl="5" marL="2743200" algn="ctr">
              <a:spcBef>
                <a:spcPts val="0"/>
              </a:spcBef>
              <a:spcAft>
                <a:spcPts val="0"/>
              </a:spcAft>
              <a:buClr>
                <a:srgbClr val="FFFFFF"/>
              </a:buClr>
              <a:buSzPts val="1000"/>
              <a:buChar char="■"/>
              <a:defRPr sz="1000">
                <a:solidFill>
                  <a:srgbClr val="FFFFFF"/>
                </a:solidFill>
              </a:defRPr>
            </a:lvl6pPr>
            <a:lvl7pPr indent="-292100" lvl="6" marL="3200400" algn="ctr">
              <a:spcBef>
                <a:spcPts val="0"/>
              </a:spcBef>
              <a:spcAft>
                <a:spcPts val="0"/>
              </a:spcAft>
              <a:buClr>
                <a:srgbClr val="FFFFFF"/>
              </a:buClr>
              <a:buSzPts val="1000"/>
              <a:buChar char="●"/>
              <a:defRPr sz="1000">
                <a:solidFill>
                  <a:srgbClr val="FFFFFF"/>
                </a:solidFill>
              </a:defRPr>
            </a:lvl7pPr>
            <a:lvl8pPr indent="-292100" lvl="7" marL="3657600" algn="ctr">
              <a:spcBef>
                <a:spcPts val="0"/>
              </a:spcBef>
              <a:spcAft>
                <a:spcPts val="0"/>
              </a:spcAft>
              <a:buClr>
                <a:srgbClr val="FFFFFF"/>
              </a:buClr>
              <a:buSzPts val="1000"/>
              <a:buChar char="○"/>
              <a:defRPr sz="1000">
                <a:solidFill>
                  <a:srgbClr val="FFFFFF"/>
                </a:solidFill>
              </a:defRPr>
            </a:lvl8pPr>
            <a:lvl9pPr indent="-292100" lvl="8" marL="4114800" algn="ctr">
              <a:spcBef>
                <a:spcPts val="0"/>
              </a:spcBef>
              <a:spcAft>
                <a:spcPts val="0"/>
              </a:spcAft>
              <a:buClr>
                <a:srgbClr val="FFFFFF"/>
              </a:buClr>
              <a:buSzPts val="1000"/>
              <a:buChar char="■"/>
              <a:defRPr sz="1000">
                <a:solidFill>
                  <a:srgbClr val="FFFFFF"/>
                </a:solidFill>
              </a:defRPr>
            </a:lvl9pPr>
          </a:lstStyle>
          <a:p/>
        </p:txBody>
      </p:sp>
      <p:sp>
        <p:nvSpPr>
          <p:cNvPr id="3941" name="Google Shape;3941;p68"/>
          <p:cNvSpPr txBox="1"/>
          <p:nvPr/>
        </p:nvSpPr>
        <p:spPr>
          <a:xfrm>
            <a:off x="84825" y="598125"/>
            <a:ext cx="595500" cy="205800"/>
          </a:xfrm>
          <a:prstGeom prst="rect">
            <a:avLst/>
          </a:prstGeom>
          <a:noFill/>
          <a:ln>
            <a:noFill/>
          </a:ln>
        </p:spPr>
        <p:txBody>
          <a:bodyPr anchorCtr="0" anchor="t" bIns="18000" lIns="18000" spcFirstLastPara="1" rIns="18000" wrap="square" tIns="18000">
            <a:spAutoFit/>
          </a:bodyPr>
          <a:lstStyle/>
          <a:p>
            <a:pPr indent="0" lvl="0" marL="0" rtl="0" algn="l">
              <a:spcBef>
                <a:spcPts val="0"/>
              </a:spcBef>
              <a:spcAft>
                <a:spcPts val="0"/>
              </a:spcAft>
              <a:buNone/>
            </a:pPr>
            <a:r>
              <a:rPr lang="es-419" sz="1100">
                <a:solidFill>
                  <a:srgbClr val="FFFFFF"/>
                </a:solidFill>
              </a:rPr>
              <a:t>Nombre:</a:t>
            </a:r>
            <a:endParaRPr sz="1100">
              <a:solidFill>
                <a:srgbClr val="FFFFFF"/>
              </a:solidFill>
            </a:endParaRPr>
          </a:p>
        </p:txBody>
      </p:sp>
    </p:spTree>
  </p:cSld>
  <p:clrMapOvr>
    <a:masterClrMapping/>
  </p:clrMapOvr>
</p:sldLayout>
</file>

<file path=ppt/slideLayouts/slideLayout6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R4. Definición de Caso de Uso de Sistema">
  <p:cSld name="TITLE_3_6_1_1_1_1_1_1_1_1_1_1_1_1_1_1_1_1_1_1_1_1_1_1">
    <p:spTree>
      <p:nvGrpSpPr>
        <p:cNvPr id="3942" name="Shape 3942"/>
        <p:cNvGrpSpPr/>
        <p:nvPr/>
      </p:nvGrpSpPr>
      <p:grpSpPr>
        <a:xfrm>
          <a:off x="0" y="0"/>
          <a:ext cx="0" cy="0"/>
          <a:chOff x="0" y="0"/>
          <a:chExt cx="0" cy="0"/>
        </a:xfrm>
      </p:grpSpPr>
      <p:sp>
        <p:nvSpPr>
          <p:cNvPr id="3943" name="Google Shape;3943;p69"/>
          <p:cNvSpPr/>
          <p:nvPr/>
        </p:nvSpPr>
        <p:spPr>
          <a:xfrm>
            <a:off x="77688" y="358938"/>
            <a:ext cx="9935700" cy="6438000"/>
          </a:xfrm>
          <a:prstGeom prst="roundRect">
            <a:avLst>
              <a:gd fmla="val 2618" name="adj"/>
            </a:avLst>
          </a:prstGeom>
          <a:solidFill>
            <a:srgbClr val="FFFFFF"/>
          </a:solidFill>
          <a:ln cap="flat" cmpd="sng" w="38100">
            <a:solidFill>
              <a:srgbClr val="000000"/>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944" name="Google Shape;3944;p69"/>
          <p:cNvCxnSpPr/>
          <p:nvPr/>
        </p:nvCxnSpPr>
        <p:spPr>
          <a:xfrm>
            <a:off x="77688" y="772614"/>
            <a:ext cx="9935700" cy="0"/>
          </a:xfrm>
          <a:prstGeom prst="straightConnector1">
            <a:avLst/>
          </a:prstGeom>
          <a:noFill/>
          <a:ln cap="flat" cmpd="sng" w="19050">
            <a:solidFill>
              <a:srgbClr val="000000"/>
            </a:solidFill>
            <a:prstDash val="solid"/>
            <a:round/>
            <a:headEnd len="med" w="med" type="none"/>
            <a:tailEnd len="med" w="med" type="none"/>
          </a:ln>
        </p:spPr>
      </p:cxnSp>
      <p:cxnSp>
        <p:nvCxnSpPr>
          <p:cNvPr id="3945" name="Google Shape;3945;p69"/>
          <p:cNvCxnSpPr/>
          <p:nvPr/>
        </p:nvCxnSpPr>
        <p:spPr>
          <a:xfrm rot="10800000">
            <a:off x="2439038" y="368188"/>
            <a:ext cx="0" cy="402300"/>
          </a:xfrm>
          <a:prstGeom prst="straightConnector1">
            <a:avLst/>
          </a:prstGeom>
          <a:noFill/>
          <a:ln cap="flat" cmpd="sng" w="19050">
            <a:solidFill>
              <a:srgbClr val="000000"/>
            </a:solidFill>
            <a:prstDash val="solid"/>
            <a:round/>
            <a:headEnd len="med" w="med" type="none"/>
            <a:tailEnd len="med" w="med" type="none"/>
          </a:ln>
        </p:spPr>
      </p:cxnSp>
      <p:sp>
        <p:nvSpPr>
          <p:cNvPr id="3946" name="Google Shape;3946;p69"/>
          <p:cNvSpPr/>
          <p:nvPr/>
        </p:nvSpPr>
        <p:spPr>
          <a:xfrm>
            <a:off x="77688" y="349338"/>
            <a:ext cx="2361300" cy="421200"/>
          </a:xfrm>
          <a:prstGeom prst="roundRect">
            <a:avLst>
              <a:gd fmla="val 50000" name="adj"/>
            </a:avLst>
          </a:prstGeom>
          <a:solidFill>
            <a:srgbClr val="000000"/>
          </a:solidFill>
          <a:ln cap="flat" cmpd="sng" w="9525">
            <a:solidFill>
              <a:srgbClr val="000000"/>
            </a:solidFill>
            <a:prstDash val="solid"/>
            <a:round/>
            <a:headEnd len="sm" w="sm" type="none"/>
            <a:tailEnd len="sm" w="sm" type="none"/>
          </a:ln>
        </p:spPr>
        <p:txBody>
          <a:bodyPr anchorCtr="0" anchor="ctr" bIns="91425" lIns="0" spcFirstLastPara="1" rIns="0" wrap="square" tIns="91425">
            <a:noAutofit/>
          </a:bodyPr>
          <a:lstStyle/>
          <a:p>
            <a:pPr indent="0" lvl="0" marL="0" rtl="0" algn="ctr">
              <a:spcBef>
                <a:spcPts val="0"/>
              </a:spcBef>
              <a:spcAft>
                <a:spcPts val="0"/>
              </a:spcAft>
              <a:buNone/>
            </a:pPr>
            <a:r>
              <a:rPr b="1" lang="es-419" sz="1100">
                <a:solidFill>
                  <a:srgbClr val="FFFFFF"/>
                </a:solidFill>
              </a:rPr>
              <a:t>Definición CU de Sistema</a:t>
            </a:r>
            <a:endParaRPr b="1" sz="1100">
              <a:solidFill>
                <a:srgbClr val="FFFFFF"/>
              </a:solidFill>
            </a:endParaRPr>
          </a:p>
          <a:p>
            <a:pPr indent="0" lvl="0" marL="0" rtl="0" algn="ctr">
              <a:spcBef>
                <a:spcPts val="0"/>
              </a:spcBef>
              <a:spcAft>
                <a:spcPts val="0"/>
              </a:spcAft>
              <a:buNone/>
            </a:pPr>
            <a:r>
              <a:t/>
            </a:r>
            <a:endParaRPr b="1" sz="1200">
              <a:solidFill>
                <a:srgbClr val="FFFFFF"/>
              </a:solidFill>
            </a:endParaRPr>
          </a:p>
        </p:txBody>
      </p:sp>
      <p:sp>
        <p:nvSpPr>
          <p:cNvPr id="3947" name="Google Shape;3947;p69"/>
          <p:cNvSpPr/>
          <p:nvPr/>
        </p:nvSpPr>
        <p:spPr>
          <a:xfrm>
            <a:off x="83988" y="595504"/>
            <a:ext cx="190200" cy="1692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8" name="Google Shape;3948;p69"/>
          <p:cNvSpPr/>
          <p:nvPr/>
        </p:nvSpPr>
        <p:spPr>
          <a:xfrm>
            <a:off x="2350598" y="358950"/>
            <a:ext cx="88500" cy="4023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949" name="Google Shape;3949;p69"/>
          <p:cNvCxnSpPr/>
          <p:nvPr/>
        </p:nvCxnSpPr>
        <p:spPr>
          <a:xfrm>
            <a:off x="5104406" y="929748"/>
            <a:ext cx="0" cy="5689200"/>
          </a:xfrm>
          <a:prstGeom prst="straightConnector1">
            <a:avLst/>
          </a:prstGeom>
          <a:noFill/>
          <a:ln cap="flat" cmpd="sng" w="19050">
            <a:solidFill>
              <a:srgbClr val="D9D9D9"/>
            </a:solidFill>
            <a:prstDash val="dash"/>
            <a:round/>
            <a:headEnd len="med" w="med" type="none"/>
            <a:tailEnd len="med" w="med" type="none"/>
          </a:ln>
        </p:spPr>
      </p:cxnSp>
      <p:sp>
        <p:nvSpPr>
          <p:cNvPr id="3950" name="Google Shape;3950;p69"/>
          <p:cNvSpPr txBox="1"/>
          <p:nvPr/>
        </p:nvSpPr>
        <p:spPr>
          <a:xfrm>
            <a:off x="5208496" y="1009497"/>
            <a:ext cx="1551300" cy="232500"/>
          </a:xfrm>
          <a:prstGeom prst="rect">
            <a:avLst/>
          </a:prstGeom>
          <a:noFill/>
          <a:ln>
            <a:noFill/>
          </a:ln>
        </p:spPr>
        <p:txBody>
          <a:bodyPr anchorCtr="0" anchor="ctr" bIns="0" lIns="0" spcFirstLastPara="1" rIns="0" wrap="square" tIns="0">
            <a:noAutofit/>
          </a:bodyPr>
          <a:lstStyle/>
          <a:p>
            <a:pPr indent="0" lvl="0" marL="0" rtl="0" algn="r">
              <a:spcBef>
                <a:spcPts val="0"/>
              </a:spcBef>
              <a:spcAft>
                <a:spcPts val="0"/>
              </a:spcAft>
              <a:buNone/>
            </a:pPr>
            <a:r>
              <a:rPr b="1" lang="es-419" sz="1000">
                <a:latin typeface="Arvo"/>
                <a:ea typeface="Arvo"/>
                <a:cs typeface="Arvo"/>
                <a:sym typeface="Arvo"/>
              </a:rPr>
              <a:t>Actores de sistema (cliente):  </a:t>
            </a:r>
            <a:r>
              <a:rPr i="1" lang="es-419" sz="600">
                <a:solidFill>
                  <a:srgbClr val="666666"/>
                </a:solidFill>
                <a:latin typeface="Arvo"/>
                <a:ea typeface="Arvo"/>
                <a:cs typeface="Arvo"/>
                <a:sym typeface="Arvo"/>
              </a:rPr>
              <a:t>&lt;ej: Comprador&gt;</a:t>
            </a:r>
            <a:endParaRPr i="1" sz="600">
              <a:solidFill>
                <a:srgbClr val="666666"/>
              </a:solidFill>
              <a:latin typeface="Arvo"/>
              <a:ea typeface="Arvo"/>
              <a:cs typeface="Arvo"/>
              <a:sym typeface="Arvo"/>
            </a:endParaRPr>
          </a:p>
        </p:txBody>
      </p:sp>
      <p:sp>
        <p:nvSpPr>
          <p:cNvPr id="3951" name="Google Shape;3951;p69"/>
          <p:cNvSpPr/>
          <p:nvPr/>
        </p:nvSpPr>
        <p:spPr>
          <a:xfrm>
            <a:off x="6834826" y="953997"/>
            <a:ext cx="3027000" cy="343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3952" name="Google Shape;3952;p69"/>
          <p:cNvSpPr txBox="1"/>
          <p:nvPr/>
        </p:nvSpPr>
        <p:spPr>
          <a:xfrm>
            <a:off x="5208496" y="1433361"/>
            <a:ext cx="1551300" cy="400200"/>
          </a:xfrm>
          <a:prstGeom prst="rect">
            <a:avLst/>
          </a:prstGeom>
          <a:noFill/>
          <a:ln>
            <a:noFill/>
          </a:ln>
        </p:spPr>
        <p:txBody>
          <a:bodyPr anchorCtr="0" anchor="ctr" bIns="0" lIns="0" spcFirstLastPara="1" rIns="0" wrap="square" tIns="0">
            <a:spAutoFit/>
          </a:bodyPr>
          <a:lstStyle/>
          <a:p>
            <a:pPr indent="0" lvl="0" marL="0" rtl="0" algn="r">
              <a:lnSpc>
                <a:spcPct val="100000"/>
              </a:lnSpc>
              <a:spcBef>
                <a:spcPts val="0"/>
              </a:spcBef>
              <a:spcAft>
                <a:spcPts val="0"/>
              </a:spcAft>
              <a:buNone/>
            </a:pPr>
            <a:r>
              <a:rPr b="1" lang="es-419" sz="1000">
                <a:latin typeface="Arvo"/>
                <a:ea typeface="Arvo"/>
                <a:cs typeface="Arvo"/>
                <a:sym typeface="Arvo"/>
              </a:rPr>
              <a:t>Actores de sistema (proveedores):  </a:t>
            </a:r>
            <a:r>
              <a:rPr i="1" lang="es-419" sz="600">
                <a:solidFill>
                  <a:srgbClr val="666666"/>
                </a:solidFill>
                <a:latin typeface="Arvo"/>
                <a:ea typeface="Arvo"/>
                <a:cs typeface="Arvo"/>
                <a:sym typeface="Arvo"/>
              </a:rPr>
              <a:t>&lt;ej: ups, </a:t>
            </a:r>
            <a:r>
              <a:rPr i="1" lang="es-419" sz="600">
                <a:solidFill>
                  <a:schemeClr val="dk1"/>
                </a:solidFill>
              </a:rPr>
              <a:t> </a:t>
            </a:r>
            <a:r>
              <a:rPr i="1" lang="es-419" sz="600">
                <a:solidFill>
                  <a:srgbClr val="666666"/>
                </a:solidFill>
                <a:latin typeface="Arvo"/>
                <a:ea typeface="Arvo"/>
                <a:cs typeface="Arvo"/>
                <a:sym typeface="Arvo"/>
              </a:rPr>
              <a:t>fedex, servientrega, etc&gt;</a:t>
            </a:r>
            <a:endParaRPr i="1" sz="600">
              <a:solidFill>
                <a:srgbClr val="666666"/>
              </a:solidFill>
              <a:latin typeface="Arvo"/>
              <a:ea typeface="Arvo"/>
              <a:cs typeface="Arvo"/>
              <a:sym typeface="Arvo"/>
            </a:endParaRPr>
          </a:p>
        </p:txBody>
      </p:sp>
      <p:sp>
        <p:nvSpPr>
          <p:cNvPr id="3953" name="Google Shape;3953;p69"/>
          <p:cNvSpPr/>
          <p:nvPr/>
        </p:nvSpPr>
        <p:spPr>
          <a:xfrm>
            <a:off x="6834826" y="1461711"/>
            <a:ext cx="3027000" cy="343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3954" name="Google Shape;3954;p69"/>
          <p:cNvSpPr txBox="1"/>
          <p:nvPr/>
        </p:nvSpPr>
        <p:spPr>
          <a:xfrm>
            <a:off x="5208496" y="2064799"/>
            <a:ext cx="1551300" cy="646500"/>
          </a:xfrm>
          <a:prstGeom prst="rect">
            <a:avLst/>
          </a:prstGeom>
          <a:noFill/>
          <a:ln>
            <a:noFill/>
          </a:ln>
        </p:spPr>
        <p:txBody>
          <a:bodyPr anchorCtr="0" anchor="ctr" bIns="0" lIns="0" spcFirstLastPara="1" rIns="0" wrap="square" tIns="0">
            <a:spAutoFit/>
          </a:bodyPr>
          <a:lstStyle/>
          <a:p>
            <a:pPr indent="0" lvl="0" marL="0" rtl="0" algn="r">
              <a:spcBef>
                <a:spcPts val="0"/>
              </a:spcBef>
              <a:spcAft>
                <a:spcPts val="0"/>
              </a:spcAft>
              <a:buNone/>
            </a:pPr>
            <a:r>
              <a:rPr b="1" lang="es-419" sz="1000">
                <a:latin typeface="Arvo"/>
                <a:ea typeface="Arvo"/>
                <a:cs typeface="Arvo"/>
                <a:sym typeface="Arvo"/>
              </a:rPr>
              <a:t>Identificación de conceptos de sistema:</a:t>
            </a:r>
            <a:endParaRPr b="1" sz="1000">
              <a:latin typeface="Arvo"/>
              <a:ea typeface="Arvo"/>
              <a:cs typeface="Arvo"/>
              <a:sym typeface="Arvo"/>
            </a:endParaRPr>
          </a:p>
          <a:p>
            <a:pPr indent="0" lvl="0" marL="0" rtl="0" algn="r">
              <a:spcBef>
                <a:spcPts val="0"/>
              </a:spcBef>
              <a:spcAft>
                <a:spcPts val="0"/>
              </a:spcAft>
              <a:buNone/>
            </a:pPr>
            <a:r>
              <a:rPr b="1" lang="es-419" sz="700">
                <a:latin typeface="Arvo"/>
                <a:ea typeface="Arvo"/>
                <a:cs typeface="Arvo"/>
                <a:sym typeface="Arvo"/>
              </a:rPr>
              <a:t>[entidades involucradas]</a:t>
            </a:r>
            <a:r>
              <a:rPr b="1" lang="es-419" sz="1000">
                <a:latin typeface="Arvo"/>
                <a:ea typeface="Arvo"/>
                <a:cs typeface="Arvo"/>
                <a:sym typeface="Arvo"/>
              </a:rPr>
              <a:t> </a:t>
            </a:r>
            <a:endParaRPr b="1" sz="1000">
              <a:latin typeface="Arvo"/>
              <a:ea typeface="Arvo"/>
              <a:cs typeface="Arvo"/>
              <a:sym typeface="Arvo"/>
            </a:endParaRPr>
          </a:p>
          <a:p>
            <a:pPr indent="0" lvl="0" marL="0" rtl="0" algn="r">
              <a:spcBef>
                <a:spcPts val="0"/>
              </a:spcBef>
              <a:spcAft>
                <a:spcPts val="0"/>
              </a:spcAft>
              <a:buNone/>
            </a:pPr>
            <a:r>
              <a:rPr i="1" lang="es-419" sz="600">
                <a:solidFill>
                  <a:srgbClr val="666666"/>
                </a:solidFill>
                <a:latin typeface="Arvo"/>
                <a:ea typeface="Arvo"/>
                <a:cs typeface="Arvo"/>
                <a:sym typeface="Arvo"/>
              </a:rPr>
              <a:t>&lt;ej: comprador, amazon, compra, producto, pago, envío. etc&gt;</a:t>
            </a:r>
            <a:endParaRPr i="1" sz="600">
              <a:solidFill>
                <a:srgbClr val="666666"/>
              </a:solidFill>
              <a:latin typeface="Arvo"/>
              <a:ea typeface="Arvo"/>
              <a:cs typeface="Arvo"/>
              <a:sym typeface="Arvo"/>
            </a:endParaRPr>
          </a:p>
        </p:txBody>
      </p:sp>
      <p:sp>
        <p:nvSpPr>
          <p:cNvPr id="3955" name="Google Shape;3955;p69"/>
          <p:cNvSpPr/>
          <p:nvPr/>
        </p:nvSpPr>
        <p:spPr>
          <a:xfrm>
            <a:off x="6834826" y="1975699"/>
            <a:ext cx="3027000" cy="670800"/>
          </a:xfrm>
          <a:prstGeom prst="roundRect">
            <a:avLst>
              <a:gd fmla="val 10808"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3956" name="Google Shape;3956;p69"/>
          <p:cNvSpPr txBox="1"/>
          <p:nvPr/>
        </p:nvSpPr>
        <p:spPr>
          <a:xfrm>
            <a:off x="5219407" y="3121825"/>
            <a:ext cx="1562400" cy="232500"/>
          </a:xfrm>
          <a:prstGeom prst="rect">
            <a:avLst/>
          </a:prstGeom>
          <a:noFill/>
          <a:ln>
            <a:noFill/>
          </a:ln>
        </p:spPr>
        <p:txBody>
          <a:bodyPr anchorCtr="0" anchor="ctr" bIns="0" lIns="0" spcFirstLastPara="1" rIns="0" wrap="square" tIns="0">
            <a:noAutofit/>
          </a:bodyPr>
          <a:lstStyle/>
          <a:p>
            <a:pPr indent="0" lvl="0" marL="0" rtl="0" algn="r">
              <a:spcBef>
                <a:spcPts val="0"/>
              </a:spcBef>
              <a:spcAft>
                <a:spcPts val="0"/>
              </a:spcAft>
              <a:buNone/>
            </a:pPr>
            <a:r>
              <a:rPr b="1" lang="es-419" sz="1000">
                <a:latin typeface="Arvo"/>
                <a:ea typeface="Arvo"/>
                <a:cs typeface="Arvo"/>
                <a:sym typeface="Arvo"/>
              </a:rPr>
              <a:t>Meta cliente:</a:t>
            </a:r>
            <a:endParaRPr b="1" sz="1000">
              <a:latin typeface="Arvo"/>
              <a:ea typeface="Arvo"/>
              <a:cs typeface="Arvo"/>
              <a:sym typeface="Arvo"/>
            </a:endParaRPr>
          </a:p>
          <a:p>
            <a:pPr indent="0" lvl="0" marL="0" rtl="0" algn="r">
              <a:spcBef>
                <a:spcPts val="0"/>
              </a:spcBef>
              <a:spcAft>
                <a:spcPts val="0"/>
              </a:spcAft>
              <a:buNone/>
            </a:pPr>
            <a:r>
              <a:rPr b="1" lang="es-419" sz="700">
                <a:solidFill>
                  <a:schemeClr val="dk1"/>
                </a:solidFill>
                <a:latin typeface="Arvo"/>
                <a:ea typeface="Arvo"/>
                <a:cs typeface="Arvo"/>
                <a:sym typeface="Arvo"/>
              </a:rPr>
              <a:t>[Meta = &lt;sustantivo&gt;&lt;adjetivo&gt;]</a:t>
            </a:r>
            <a:endParaRPr b="1" sz="1000">
              <a:latin typeface="Arvo"/>
              <a:ea typeface="Arvo"/>
              <a:cs typeface="Arvo"/>
              <a:sym typeface="Arvo"/>
            </a:endParaRPr>
          </a:p>
          <a:p>
            <a:pPr indent="0" lvl="0" marL="0" rtl="0" algn="r">
              <a:spcBef>
                <a:spcPts val="0"/>
              </a:spcBef>
              <a:spcAft>
                <a:spcPts val="0"/>
              </a:spcAft>
              <a:buNone/>
            </a:pPr>
            <a:r>
              <a:rPr b="1" i="1" lang="es-419" sz="600">
                <a:latin typeface="Arvo"/>
                <a:ea typeface="Arvo"/>
                <a:cs typeface="Arvo"/>
                <a:sym typeface="Arvo"/>
              </a:rPr>
              <a:t> </a:t>
            </a:r>
            <a:r>
              <a:rPr i="1" lang="es-419" sz="600">
                <a:solidFill>
                  <a:srgbClr val="666666"/>
                </a:solidFill>
                <a:latin typeface="Arvo"/>
                <a:ea typeface="Arvo"/>
                <a:cs typeface="Arvo"/>
                <a:sym typeface="Arvo"/>
              </a:rPr>
              <a:t>&lt;ej: El cliente recibe el producto&gt;</a:t>
            </a:r>
            <a:endParaRPr i="1" sz="600">
              <a:solidFill>
                <a:srgbClr val="666666"/>
              </a:solidFill>
              <a:latin typeface="Arvo"/>
              <a:ea typeface="Arvo"/>
              <a:cs typeface="Arvo"/>
              <a:sym typeface="Arvo"/>
            </a:endParaRPr>
          </a:p>
        </p:txBody>
      </p:sp>
      <p:sp>
        <p:nvSpPr>
          <p:cNvPr id="3957" name="Google Shape;3957;p69"/>
          <p:cNvSpPr/>
          <p:nvPr/>
        </p:nvSpPr>
        <p:spPr>
          <a:xfrm>
            <a:off x="6845744" y="3066325"/>
            <a:ext cx="3027000" cy="343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3958" name="Google Shape;3958;p69"/>
          <p:cNvSpPr txBox="1"/>
          <p:nvPr>
            <p:ph idx="1" type="subTitle"/>
          </p:nvPr>
        </p:nvSpPr>
        <p:spPr>
          <a:xfrm>
            <a:off x="6834526" y="954747"/>
            <a:ext cx="3027600" cy="342000"/>
          </a:xfrm>
          <a:prstGeom prst="rect">
            <a:avLst/>
          </a:prstGeom>
          <a:noFill/>
          <a:ln>
            <a:noFill/>
          </a:ln>
        </p:spPr>
        <p:txBody>
          <a:bodyPr anchorCtr="0" anchor="ctr" bIns="36000" lIns="36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3959" name="Google Shape;3959;p69"/>
          <p:cNvSpPr txBox="1"/>
          <p:nvPr>
            <p:ph idx="2" type="subTitle"/>
          </p:nvPr>
        </p:nvSpPr>
        <p:spPr>
          <a:xfrm>
            <a:off x="6834526" y="1462461"/>
            <a:ext cx="3027600" cy="342000"/>
          </a:xfrm>
          <a:prstGeom prst="rect">
            <a:avLst/>
          </a:prstGeom>
          <a:noFill/>
          <a:ln>
            <a:noFill/>
          </a:ln>
        </p:spPr>
        <p:txBody>
          <a:bodyPr anchorCtr="0" anchor="ctr" bIns="36000" lIns="36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3960" name="Google Shape;3960;p69"/>
          <p:cNvSpPr txBox="1"/>
          <p:nvPr>
            <p:ph idx="3" type="subTitle"/>
          </p:nvPr>
        </p:nvSpPr>
        <p:spPr>
          <a:xfrm>
            <a:off x="6834526" y="1980199"/>
            <a:ext cx="3027600" cy="661800"/>
          </a:xfrm>
          <a:prstGeom prst="rect">
            <a:avLst/>
          </a:prstGeom>
          <a:noFill/>
          <a:ln>
            <a:noFill/>
          </a:ln>
        </p:spPr>
        <p:txBody>
          <a:bodyPr anchorCtr="0" anchor="t" bIns="36000" lIns="36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3961" name="Google Shape;3961;p69"/>
          <p:cNvSpPr txBox="1"/>
          <p:nvPr>
            <p:ph idx="4" type="subTitle"/>
          </p:nvPr>
        </p:nvSpPr>
        <p:spPr>
          <a:xfrm>
            <a:off x="6845444" y="3067075"/>
            <a:ext cx="3027600" cy="342000"/>
          </a:xfrm>
          <a:prstGeom prst="rect">
            <a:avLst/>
          </a:prstGeom>
          <a:noFill/>
          <a:ln>
            <a:noFill/>
          </a:ln>
        </p:spPr>
        <p:txBody>
          <a:bodyPr anchorCtr="0" anchor="ctr" bIns="36000" lIns="36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3962" name="Google Shape;3962;p69"/>
          <p:cNvSpPr/>
          <p:nvPr/>
        </p:nvSpPr>
        <p:spPr>
          <a:xfrm>
            <a:off x="6845744" y="3598326"/>
            <a:ext cx="3027000" cy="343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3963" name="Google Shape;3963;p69"/>
          <p:cNvSpPr txBox="1"/>
          <p:nvPr>
            <p:ph idx="5" type="subTitle"/>
          </p:nvPr>
        </p:nvSpPr>
        <p:spPr>
          <a:xfrm>
            <a:off x="6845444" y="3599076"/>
            <a:ext cx="3027600" cy="342000"/>
          </a:xfrm>
          <a:prstGeom prst="rect">
            <a:avLst/>
          </a:prstGeom>
          <a:noFill/>
          <a:ln>
            <a:noFill/>
          </a:ln>
        </p:spPr>
        <p:txBody>
          <a:bodyPr anchorCtr="0" anchor="ctr" bIns="36000" lIns="36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3964" name="Google Shape;3964;p69"/>
          <p:cNvSpPr/>
          <p:nvPr/>
        </p:nvSpPr>
        <p:spPr>
          <a:xfrm>
            <a:off x="2277739" y="663750"/>
            <a:ext cx="88500" cy="1089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965" name="Google Shape;3965;p69"/>
          <p:cNvCxnSpPr/>
          <p:nvPr/>
        </p:nvCxnSpPr>
        <p:spPr>
          <a:xfrm rot="10800000">
            <a:off x="5256600" y="2854252"/>
            <a:ext cx="4608000" cy="0"/>
          </a:xfrm>
          <a:prstGeom prst="straightConnector1">
            <a:avLst/>
          </a:prstGeom>
          <a:noFill/>
          <a:ln cap="flat" cmpd="sng" w="19050">
            <a:solidFill>
              <a:srgbClr val="B7B7B7"/>
            </a:solidFill>
            <a:prstDash val="solid"/>
            <a:round/>
            <a:headEnd len="med" w="med" type="none"/>
            <a:tailEnd len="med" w="med" type="none"/>
          </a:ln>
        </p:spPr>
      </p:cxnSp>
      <p:cxnSp>
        <p:nvCxnSpPr>
          <p:cNvPr id="3966" name="Google Shape;3966;p69"/>
          <p:cNvCxnSpPr/>
          <p:nvPr/>
        </p:nvCxnSpPr>
        <p:spPr>
          <a:xfrm flipH="1">
            <a:off x="285421" y="5302428"/>
            <a:ext cx="4690200" cy="11700"/>
          </a:xfrm>
          <a:prstGeom prst="straightConnector1">
            <a:avLst/>
          </a:prstGeom>
          <a:noFill/>
          <a:ln cap="flat" cmpd="sng" w="19050">
            <a:solidFill>
              <a:srgbClr val="B7B7B7"/>
            </a:solidFill>
            <a:prstDash val="solid"/>
            <a:round/>
            <a:headEnd len="med" w="med" type="none"/>
            <a:tailEnd len="med" w="med" type="none"/>
          </a:ln>
        </p:spPr>
      </p:cxnSp>
      <p:sp>
        <p:nvSpPr>
          <p:cNvPr id="3967" name="Google Shape;3967;p69"/>
          <p:cNvSpPr txBox="1"/>
          <p:nvPr/>
        </p:nvSpPr>
        <p:spPr>
          <a:xfrm>
            <a:off x="197034" y="5534063"/>
            <a:ext cx="1679100" cy="246300"/>
          </a:xfrm>
          <a:prstGeom prst="rect">
            <a:avLst/>
          </a:prstGeom>
          <a:noFill/>
          <a:ln>
            <a:noFill/>
          </a:ln>
        </p:spPr>
        <p:txBody>
          <a:bodyPr anchorCtr="0" anchor="ctr" bIns="0" lIns="0" spcFirstLastPara="1" rIns="0" wrap="square" tIns="0">
            <a:spAutoFit/>
          </a:bodyPr>
          <a:lstStyle/>
          <a:p>
            <a:pPr indent="0" lvl="0" marL="0" rtl="0" algn="r">
              <a:lnSpc>
                <a:spcPct val="100000"/>
              </a:lnSpc>
              <a:spcBef>
                <a:spcPts val="0"/>
              </a:spcBef>
              <a:spcAft>
                <a:spcPts val="0"/>
              </a:spcAft>
              <a:buNone/>
            </a:pPr>
            <a:r>
              <a:rPr b="1" lang="es-419" sz="1000">
                <a:latin typeface="Arvo"/>
                <a:ea typeface="Arvo"/>
                <a:cs typeface="Arvo"/>
                <a:sym typeface="Arvo"/>
              </a:rPr>
              <a:t>Precondición: </a:t>
            </a:r>
            <a:endParaRPr b="1" sz="1000">
              <a:latin typeface="Arvo"/>
              <a:ea typeface="Arvo"/>
              <a:cs typeface="Arvo"/>
              <a:sym typeface="Arvo"/>
            </a:endParaRPr>
          </a:p>
          <a:p>
            <a:pPr indent="0" lvl="0" marL="0" rtl="0" algn="r">
              <a:lnSpc>
                <a:spcPct val="100000"/>
              </a:lnSpc>
              <a:spcBef>
                <a:spcPts val="0"/>
              </a:spcBef>
              <a:spcAft>
                <a:spcPts val="0"/>
              </a:spcAft>
              <a:buNone/>
            </a:pPr>
            <a:r>
              <a:rPr i="1" lang="es-419" sz="600">
                <a:solidFill>
                  <a:srgbClr val="666666"/>
                </a:solidFill>
                <a:latin typeface="Arvo"/>
                <a:ea typeface="Arvo"/>
                <a:cs typeface="Arvo"/>
                <a:sym typeface="Arvo"/>
              </a:rPr>
              <a:t>&lt;ej: El comprador debe estar registrado&gt;</a:t>
            </a:r>
            <a:endParaRPr i="1" sz="600">
              <a:solidFill>
                <a:srgbClr val="666666"/>
              </a:solidFill>
              <a:latin typeface="Arvo"/>
              <a:ea typeface="Arvo"/>
              <a:cs typeface="Arvo"/>
              <a:sym typeface="Arvo"/>
            </a:endParaRPr>
          </a:p>
        </p:txBody>
      </p:sp>
      <p:sp>
        <p:nvSpPr>
          <p:cNvPr id="3968" name="Google Shape;3968;p69"/>
          <p:cNvSpPr txBox="1"/>
          <p:nvPr/>
        </p:nvSpPr>
        <p:spPr>
          <a:xfrm>
            <a:off x="197034" y="6086320"/>
            <a:ext cx="1679100" cy="274800"/>
          </a:xfrm>
          <a:prstGeom prst="rect">
            <a:avLst/>
          </a:prstGeom>
          <a:noFill/>
          <a:ln>
            <a:noFill/>
          </a:ln>
        </p:spPr>
        <p:txBody>
          <a:bodyPr anchorCtr="0" anchor="ctr" bIns="0" lIns="0" spcFirstLastPara="1" rIns="0" wrap="square" tIns="0">
            <a:spAutoFit/>
          </a:bodyPr>
          <a:lstStyle/>
          <a:p>
            <a:pPr indent="0" lvl="0" marL="0" rtl="0" algn="r">
              <a:lnSpc>
                <a:spcPct val="85000"/>
              </a:lnSpc>
              <a:spcBef>
                <a:spcPts val="0"/>
              </a:spcBef>
              <a:spcAft>
                <a:spcPts val="0"/>
              </a:spcAft>
              <a:buNone/>
            </a:pPr>
            <a:r>
              <a:rPr b="1" lang="es-419" sz="1000">
                <a:latin typeface="Arvo"/>
                <a:ea typeface="Arvo"/>
                <a:cs typeface="Arvo"/>
                <a:sym typeface="Arvo"/>
              </a:rPr>
              <a:t>Poscondición:</a:t>
            </a:r>
            <a:endParaRPr sz="700">
              <a:solidFill>
                <a:srgbClr val="666666"/>
              </a:solidFill>
              <a:latin typeface="Arvo"/>
              <a:ea typeface="Arvo"/>
              <a:cs typeface="Arvo"/>
              <a:sym typeface="Arvo"/>
            </a:endParaRPr>
          </a:p>
          <a:p>
            <a:pPr indent="0" lvl="0" marL="0" rtl="0" algn="r">
              <a:lnSpc>
                <a:spcPct val="85000"/>
              </a:lnSpc>
              <a:spcBef>
                <a:spcPts val="0"/>
              </a:spcBef>
              <a:spcAft>
                <a:spcPts val="0"/>
              </a:spcAft>
              <a:buNone/>
            </a:pPr>
            <a:r>
              <a:rPr lang="es-419" sz="700">
                <a:solidFill>
                  <a:srgbClr val="666666"/>
                </a:solidFill>
                <a:latin typeface="Arvo"/>
                <a:ea typeface="Arvo"/>
                <a:cs typeface="Arvo"/>
                <a:sym typeface="Arvo"/>
              </a:rPr>
              <a:t> </a:t>
            </a:r>
            <a:r>
              <a:rPr i="1" lang="es-419" sz="600">
                <a:solidFill>
                  <a:srgbClr val="666666"/>
                </a:solidFill>
                <a:latin typeface="Arvo"/>
                <a:ea typeface="Arvo"/>
                <a:cs typeface="Arvo"/>
                <a:sym typeface="Arvo"/>
              </a:rPr>
              <a:t>&lt;ej: El pago debe estar realizado&gt;</a:t>
            </a:r>
            <a:r>
              <a:rPr b="1" lang="es-419" sz="1100">
                <a:latin typeface="Arvo"/>
                <a:ea typeface="Arvo"/>
                <a:cs typeface="Arvo"/>
                <a:sym typeface="Arvo"/>
              </a:rPr>
              <a:t> </a:t>
            </a:r>
            <a:endParaRPr sz="800">
              <a:solidFill>
                <a:srgbClr val="666666"/>
              </a:solidFill>
              <a:latin typeface="Arvo"/>
              <a:ea typeface="Arvo"/>
              <a:cs typeface="Arvo"/>
              <a:sym typeface="Arvo"/>
            </a:endParaRPr>
          </a:p>
        </p:txBody>
      </p:sp>
      <p:sp>
        <p:nvSpPr>
          <p:cNvPr id="3969" name="Google Shape;3969;p69"/>
          <p:cNvSpPr/>
          <p:nvPr/>
        </p:nvSpPr>
        <p:spPr>
          <a:xfrm>
            <a:off x="1940924" y="5485463"/>
            <a:ext cx="3027000" cy="343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3970" name="Google Shape;3970;p69"/>
          <p:cNvSpPr txBox="1"/>
          <p:nvPr>
            <p:ph idx="6" type="subTitle"/>
          </p:nvPr>
        </p:nvSpPr>
        <p:spPr>
          <a:xfrm>
            <a:off x="1940624" y="5486213"/>
            <a:ext cx="3027600" cy="342000"/>
          </a:xfrm>
          <a:prstGeom prst="rect">
            <a:avLst/>
          </a:prstGeom>
          <a:noFill/>
          <a:ln>
            <a:noFill/>
          </a:ln>
        </p:spPr>
        <p:txBody>
          <a:bodyPr anchorCtr="0" anchor="ctr" bIns="36000" lIns="36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3971" name="Google Shape;3971;p69"/>
          <p:cNvSpPr/>
          <p:nvPr/>
        </p:nvSpPr>
        <p:spPr>
          <a:xfrm>
            <a:off x="1940924" y="6051970"/>
            <a:ext cx="3027000" cy="343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3972" name="Google Shape;3972;p69"/>
          <p:cNvSpPr txBox="1"/>
          <p:nvPr>
            <p:ph idx="7" type="subTitle"/>
          </p:nvPr>
        </p:nvSpPr>
        <p:spPr>
          <a:xfrm>
            <a:off x="1940624" y="6052720"/>
            <a:ext cx="3027600" cy="342000"/>
          </a:xfrm>
          <a:prstGeom prst="rect">
            <a:avLst/>
          </a:prstGeom>
          <a:noFill/>
          <a:ln>
            <a:noFill/>
          </a:ln>
        </p:spPr>
        <p:txBody>
          <a:bodyPr anchorCtr="0" anchor="ctr" bIns="36000" lIns="36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3973" name="Google Shape;3973;p69"/>
          <p:cNvSpPr txBox="1"/>
          <p:nvPr/>
        </p:nvSpPr>
        <p:spPr>
          <a:xfrm>
            <a:off x="197034" y="1002597"/>
            <a:ext cx="1679100" cy="246300"/>
          </a:xfrm>
          <a:prstGeom prst="rect">
            <a:avLst/>
          </a:prstGeom>
          <a:noFill/>
          <a:ln>
            <a:noFill/>
          </a:ln>
        </p:spPr>
        <p:txBody>
          <a:bodyPr anchorCtr="0" anchor="ctr" bIns="0" lIns="0" spcFirstLastPara="1" rIns="0" wrap="square" tIns="0">
            <a:spAutoFit/>
          </a:bodyPr>
          <a:lstStyle/>
          <a:p>
            <a:pPr indent="0" lvl="0" marL="0" rtl="0" algn="r">
              <a:lnSpc>
                <a:spcPct val="100000"/>
              </a:lnSpc>
              <a:spcBef>
                <a:spcPts val="0"/>
              </a:spcBef>
              <a:spcAft>
                <a:spcPts val="0"/>
              </a:spcAft>
              <a:buNone/>
            </a:pPr>
            <a:r>
              <a:rPr b="1" lang="es-419" sz="1000">
                <a:latin typeface="Arvo"/>
                <a:ea typeface="Arvo"/>
                <a:cs typeface="Arvo"/>
                <a:sym typeface="Arvo"/>
              </a:rPr>
              <a:t>Nombre del caso de uso: </a:t>
            </a:r>
            <a:endParaRPr b="1" sz="1000">
              <a:latin typeface="Arvo"/>
              <a:ea typeface="Arvo"/>
              <a:cs typeface="Arvo"/>
              <a:sym typeface="Arvo"/>
            </a:endParaRPr>
          </a:p>
          <a:p>
            <a:pPr indent="0" lvl="0" marL="0" rtl="0" algn="r">
              <a:lnSpc>
                <a:spcPct val="100000"/>
              </a:lnSpc>
              <a:spcBef>
                <a:spcPts val="0"/>
              </a:spcBef>
              <a:spcAft>
                <a:spcPts val="0"/>
              </a:spcAft>
              <a:buNone/>
            </a:pPr>
            <a:r>
              <a:rPr i="1" lang="es-419" sz="600">
                <a:solidFill>
                  <a:srgbClr val="666666"/>
                </a:solidFill>
                <a:latin typeface="Arvo"/>
                <a:ea typeface="Arvo"/>
                <a:cs typeface="Arvo"/>
                <a:sym typeface="Arvo"/>
              </a:rPr>
              <a:t>&lt;ej: Compra de productos&gt;</a:t>
            </a:r>
            <a:endParaRPr i="1" sz="600">
              <a:solidFill>
                <a:srgbClr val="666666"/>
              </a:solidFill>
              <a:latin typeface="Arvo"/>
              <a:ea typeface="Arvo"/>
              <a:cs typeface="Arvo"/>
              <a:sym typeface="Arvo"/>
            </a:endParaRPr>
          </a:p>
        </p:txBody>
      </p:sp>
      <p:sp>
        <p:nvSpPr>
          <p:cNvPr id="3974" name="Google Shape;3974;p69"/>
          <p:cNvSpPr txBox="1"/>
          <p:nvPr/>
        </p:nvSpPr>
        <p:spPr>
          <a:xfrm>
            <a:off x="197034" y="1496061"/>
            <a:ext cx="1679100" cy="274800"/>
          </a:xfrm>
          <a:prstGeom prst="rect">
            <a:avLst/>
          </a:prstGeom>
          <a:noFill/>
          <a:ln>
            <a:noFill/>
          </a:ln>
        </p:spPr>
        <p:txBody>
          <a:bodyPr anchorCtr="0" anchor="ctr" bIns="0" lIns="0" spcFirstLastPara="1" rIns="0" wrap="square" tIns="0">
            <a:spAutoFit/>
          </a:bodyPr>
          <a:lstStyle/>
          <a:p>
            <a:pPr indent="0" lvl="0" marL="0" rtl="0" algn="r">
              <a:lnSpc>
                <a:spcPct val="85000"/>
              </a:lnSpc>
              <a:spcBef>
                <a:spcPts val="0"/>
              </a:spcBef>
              <a:spcAft>
                <a:spcPts val="0"/>
              </a:spcAft>
              <a:buNone/>
            </a:pPr>
            <a:r>
              <a:rPr b="1" lang="es-419" sz="1000">
                <a:latin typeface="Arvo"/>
                <a:ea typeface="Arvo"/>
                <a:cs typeface="Arvo"/>
                <a:sym typeface="Arvo"/>
              </a:rPr>
              <a:t>Narrativa:</a:t>
            </a:r>
            <a:endParaRPr sz="700">
              <a:solidFill>
                <a:srgbClr val="666666"/>
              </a:solidFill>
              <a:latin typeface="Arvo"/>
              <a:ea typeface="Arvo"/>
              <a:cs typeface="Arvo"/>
              <a:sym typeface="Arvo"/>
            </a:endParaRPr>
          </a:p>
          <a:p>
            <a:pPr indent="0" lvl="0" marL="0" rtl="0" algn="r">
              <a:lnSpc>
                <a:spcPct val="85000"/>
              </a:lnSpc>
              <a:spcBef>
                <a:spcPts val="0"/>
              </a:spcBef>
              <a:spcAft>
                <a:spcPts val="0"/>
              </a:spcAft>
              <a:buNone/>
            </a:pPr>
            <a:r>
              <a:rPr lang="es-419" sz="700">
                <a:solidFill>
                  <a:srgbClr val="666666"/>
                </a:solidFill>
                <a:latin typeface="Arvo"/>
                <a:ea typeface="Arvo"/>
                <a:cs typeface="Arvo"/>
                <a:sym typeface="Arvo"/>
              </a:rPr>
              <a:t> </a:t>
            </a:r>
            <a:r>
              <a:rPr i="1" lang="es-419" sz="600">
                <a:solidFill>
                  <a:srgbClr val="666666"/>
                </a:solidFill>
                <a:latin typeface="Arvo"/>
                <a:ea typeface="Arvo"/>
                <a:cs typeface="Arvo"/>
                <a:sym typeface="Arvo"/>
              </a:rPr>
              <a:t>&lt;ej: El cliente compra productos&gt;</a:t>
            </a:r>
            <a:r>
              <a:rPr b="1" lang="es-419" sz="1100">
                <a:latin typeface="Arvo"/>
                <a:ea typeface="Arvo"/>
                <a:cs typeface="Arvo"/>
                <a:sym typeface="Arvo"/>
              </a:rPr>
              <a:t> </a:t>
            </a:r>
            <a:endParaRPr sz="800">
              <a:solidFill>
                <a:srgbClr val="666666"/>
              </a:solidFill>
              <a:latin typeface="Arvo"/>
              <a:ea typeface="Arvo"/>
              <a:cs typeface="Arvo"/>
              <a:sym typeface="Arvo"/>
            </a:endParaRPr>
          </a:p>
        </p:txBody>
      </p:sp>
      <p:sp>
        <p:nvSpPr>
          <p:cNvPr id="3975" name="Google Shape;3975;p69"/>
          <p:cNvSpPr/>
          <p:nvPr/>
        </p:nvSpPr>
        <p:spPr>
          <a:xfrm>
            <a:off x="1940924" y="953997"/>
            <a:ext cx="3027000" cy="343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3976" name="Google Shape;3976;p69"/>
          <p:cNvSpPr txBox="1"/>
          <p:nvPr>
            <p:ph idx="8" type="subTitle"/>
          </p:nvPr>
        </p:nvSpPr>
        <p:spPr>
          <a:xfrm>
            <a:off x="1940624" y="954747"/>
            <a:ext cx="3027600" cy="342000"/>
          </a:xfrm>
          <a:prstGeom prst="rect">
            <a:avLst/>
          </a:prstGeom>
          <a:noFill/>
          <a:ln>
            <a:noFill/>
          </a:ln>
        </p:spPr>
        <p:txBody>
          <a:bodyPr anchorCtr="0" anchor="ctr" bIns="36000" lIns="36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3977" name="Google Shape;3977;p69"/>
          <p:cNvSpPr/>
          <p:nvPr/>
        </p:nvSpPr>
        <p:spPr>
          <a:xfrm>
            <a:off x="1940924" y="1461711"/>
            <a:ext cx="3027000" cy="343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3978" name="Google Shape;3978;p69"/>
          <p:cNvSpPr txBox="1"/>
          <p:nvPr>
            <p:ph idx="9" type="subTitle"/>
          </p:nvPr>
        </p:nvSpPr>
        <p:spPr>
          <a:xfrm>
            <a:off x="1940624" y="1462461"/>
            <a:ext cx="3027600" cy="342000"/>
          </a:xfrm>
          <a:prstGeom prst="rect">
            <a:avLst/>
          </a:prstGeom>
          <a:noFill/>
          <a:ln>
            <a:noFill/>
          </a:ln>
        </p:spPr>
        <p:txBody>
          <a:bodyPr anchorCtr="0" anchor="ctr" bIns="36000" lIns="36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3979" name="Google Shape;3979;p69"/>
          <p:cNvSpPr txBox="1"/>
          <p:nvPr/>
        </p:nvSpPr>
        <p:spPr>
          <a:xfrm>
            <a:off x="197034" y="1989729"/>
            <a:ext cx="1679100" cy="923400"/>
          </a:xfrm>
          <a:prstGeom prst="rect">
            <a:avLst/>
          </a:prstGeom>
          <a:noFill/>
          <a:ln>
            <a:noFill/>
          </a:ln>
        </p:spPr>
        <p:txBody>
          <a:bodyPr anchorCtr="0" anchor="ctr" bIns="0" lIns="0" spcFirstLastPara="1" rIns="0" wrap="square" tIns="0">
            <a:spAutoFit/>
          </a:bodyPr>
          <a:lstStyle/>
          <a:p>
            <a:pPr indent="0" lvl="0" marL="0" rtl="0" algn="r">
              <a:lnSpc>
                <a:spcPct val="100000"/>
              </a:lnSpc>
              <a:spcBef>
                <a:spcPts val="0"/>
              </a:spcBef>
              <a:spcAft>
                <a:spcPts val="0"/>
              </a:spcAft>
              <a:buNone/>
            </a:pPr>
            <a:r>
              <a:rPr b="1" lang="es-419" sz="1000">
                <a:latin typeface="Arvo"/>
                <a:ea typeface="Arvo"/>
                <a:cs typeface="Arvo"/>
                <a:sym typeface="Arvo"/>
              </a:rPr>
              <a:t>Metas del caso de uso:</a:t>
            </a:r>
            <a:endParaRPr b="1" sz="1000">
              <a:latin typeface="Arvo"/>
              <a:ea typeface="Arvo"/>
              <a:cs typeface="Arvo"/>
              <a:sym typeface="Arvo"/>
            </a:endParaRPr>
          </a:p>
          <a:p>
            <a:pPr indent="0" lvl="0" marL="0" rtl="0" algn="r">
              <a:lnSpc>
                <a:spcPct val="100000"/>
              </a:lnSpc>
              <a:spcBef>
                <a:spcPts val="0"/>
              </a:spcBef>
              <a:spcAft>
                <a:spcPts val="0"/>
              </a:spcAft>
              <a:buNone/>
            </a:pPr>
            <a:r>
              <a:rPr b="1" lang="es-419" sz="700">
                <a:latin typeface="Arvo"/>
                <a:ea typeface="Arvo"/>
                <a:cs typeface="Arvo"/>
                <a:sym typeface="Arvo"/>
              </a:rPr>
              <a:t>[Meta = &lt;sustantivo&gt;&lt;adjetivo&gt;]</a:t>
            </a:r>
            <a:endParaRPr b="1" sz="700">
              <a:latin typeface="Arvo"/>
              <a:ea typeface="Arvo"/>
              <a:cs typeface="Arvo"/>
              <a:sym typeface="Arvo"/>
            </a:endParaRPr>
          </a:p>
          <a:p>
            <a:pPr indent="0" lvl="0" marL="0" rtl="0" algn="r">
              <a:lnSpc>
                <a:spcPct val="100000"/>
              </a:lnSpc>
              <a:spcBef>
                <a:spcPts val="0"/>
              </a:spcBef>
              <a:spcAft>
                <a:spcPts val="0"/>
              </a:spcAft>
              <a:buNone/>
            </a:pPr>
            <a:r>
              <a:rPr lang="es-419" sz="700">
                <a:solidFill>
                  <a:srgbClr val="666666"/>
                </a:solidFill>
                <a:latin typeface="Arvo"/>
                <a:ea typeface="Arvo"/>
                <a:cs typeface="Arvo"/>
                <a:sym typeface="Arvo"/>
              </a:rPr>
              <a:t> </a:t>
            </a:r>
            <a:r>
              <a:rPr i="1" lang="es-419" sz="600">
                <a:solidFill>
                  <a:srgbClr val="666666"/>
                </a:solidFill>
                <a:latin typeface="Arvo"/>
                <a:ea typeface="Arvo"/>
                <a:cs typeface="Arvo"/>
                <a:sym typeface="Arvo"/>
              </a:rPr>
              <a:t>&lt;ej: El ej: 1% de las devoluciones de productos. </a:t>
            </a:r>
            <a:endParaRPr i="1" sz="600">
              <a:solidFill>
                <a:srgbClr val="666666"/>
              </a:solidFill>
              <a:latin typeface="Arvo"/>
              <a:ea typeface="Arvo"/>
              <a:cs typeface="Arvo"/>
              <a:sym typeface="Arvo"/>
            </a:endParaRPr>
          </a:p>
          <a:p>
            <a:pPr indent="0" lvl="0" marL="0" rtl="0" algn="r">
              <a:lnSpc>
                <a:spcPct val="100000"/>
              </a:lnSpc>
              <a:spcBef>
                <a:spcPts val="0"/>
              </a:spcBef>
              <a:spcAft>
                <a:spcPts val="0"/>
              </a:spcAft>
              <a:buNone/>
            </a:pPr>
            <a:r>
              <a:rPr i="1" lang="es-419" sz="600">
                <a:solidFill>
                  <a:srgbClr val="666666"/>
                </a:solidFill>
                <a:latin typeface="Arvo"/>
                <a:ea typeface="Arvo"/>
                <a:cs typeface="Arvo"/>
                <a:sym typeface="Arvo"/>
              </a:rPr>
              <a:t>[nota: esta meta está relacionada con la visión del sistema. se supone que los casos de uso a conseguir la posición esperada del sistema la cual está determinada por las metas de la empresa.]&gt;</a:t>
            </a:r>
            <a:endParaRPr sz="800">
              <a:solidFill>
                <a:srgbClr val="666666"/>
              </a:solidFill>
              <a:latin typeface="Arvo"/>
              <a:ea typeface="Arvo"/>
              <a:cs typeface="Arvo"/>
              <a:sym typeface="Arvo"/>
            </a:endParaRPr>
          </a:p>
        </p:txBody>
      </p:sp>
      <p:sp>
        <p:nvSpPr>
          <p:cNvPr id="3980" name="Google Shape;3980;p69"/>
          <p:cNvSpPr/>
          <p:nvPr/>
        </p:nvSpPr>
        <p:spPr>
          <a:xfrm>
            <a:off x="1940924" y="1984375"/>
            <a:ext cx="3027000" cy="1015800"/>
          </a:xfrm>
          <a:prstGeom prst="roundRect">
            <a:avLst>
              <a:gd fmla="val 728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3981" name="Google Shape;3981;p69"/>
          <p:cNvSpPr txBox="1"/>
          <p:nvPr>
            <p:ph idx="13" type="subTitle"/>
          </p:nvPr>
        </p:nvSpPr>
        <p:spPr>
          <a:xfrm>
            <a:off x="1940924" y="1985125"/>
            <a:ext cx="3027000" cy="1015200"/>
          </a:xfrm>
          <a:prstGeom prst="rect">
            <a:avLst/>
          </a:prstGeom>
          <a:noFill/>
          <a:ln>
            <a:noFill/>
          </a:ln>
        </p:spPr>
        <p:txBody>
          <a:bodyPr anchorCtr="0" anchor="t" bIns="36000" lIns="36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3982" name="Google Shape;3982;p69"/>
          <p:cNvSpPr txBox="1"/>
          <p:nvPr/>
        </p:nvSpPr>
        <p:spPr>
          <a:xfrm>
            <a:off x="197034" y="3149026"/>
            <a:ext cx="1679100" cy="409500"/>
          </a:xfrm>
          <a:prstGeom prst="rect">
            <a:avLst/>
          </a:prstGeom>
          <a:noFill/>
          <a:ln>
            <a:noFill/>
          </a:ln>
        </p:spPr>
        <p:txBody>
          <a:bodyPr anchorCtr="0" anchor="ctr" bIns="0" lIns="0" spcFirstLastPara="1" rIns="0" wrap="square" tIns="0">
            <a:spAutoFit/>
          </a:bodyPr>
          <a:lstStyle/>
          <a:p>
            <a:pPr indent="0" lvl="0" marL="0" rtl="0" algn="r">
              <a:lnSpc>
                <a:spcPct val="100000"/>
              </a:lnSpc>
              <a:spcBef>
                <a:spcPts val="0"/>
              </a:spcBef>
              <a:spcAft>
                <a:spcPts val="0"/>
              </a:spcAft>
              <a:buNone/>
            </a:pPr>
            <a:r>
              <a:rPr b="1" lang="es-419" sz="1000">
                <a:latin typeface="Arvo"/>
                <a:ea typeface="Arvo"/>
                <a:cs typeface="Arvo"/>
                <a:sym typeface="Arvo"/>
              </a:rPr>
              <a:t>Casos de uso  con los que tiene relación:</a:t>
            </a:r>
            <a:endParaRPr sz="700">
              <a:solidFill>
                <a:srgbClr val="666666"/>
              </a:solidFill>
              <a:latin typeface="Arvo"/>
              <a:ea typeface="Arvo"/>
              <a:cs typeface="Arvo"/>
              <a:sym typeface="Arvo"/>
            </a:endParaRPr>
          </a:p>
          <a:p>
            <a:pPr indent="0" lvl="0" marL="0" rtl="0" algn="r">
              <a:lnSpc>
                <a:spcPct val="60000"/>
              </a:lnSpc>
              <a:spcBef>
                <a:spcPts val="0"/>
              </a:spcBef>
              <a:spcAft>
                <a:spcPts val="0"/>
              </a:spcAft>
              <a:buNone/>
            </a:pPr>
            <a:r>
              <a:rPr i="1" lang="es-419" sz="600">
                <a:solidFill>
                  <a:srgbClr val="666666"/>
                </a:solidFill>
                <a:latin typeface="Arvo"/>
                <a:ea typeface="Arvo"/>
                <a:cs typeface="Arvo"/>
                <a:sym typeface="Arvo"/>
              </a:rPr>
              <a:t>&lt;ej: Registro de compradores&gt;</a:t>
            </a:r>
            <a:r>
              <a:rPr b="1" lang="es-419" sz="1100">
                <a:latin typeface="Arvo"/>
                <a:ea typeface="Arvo"/>
                <a:cs typeface="Arvo"/>
                <a:sym typeface="Arvo"/>
              </a:rPr>
              <a:t> </a:t>
            </a:r>
            <a:endParaRPr sz="800">
              <a:solidFill>
                <a:srgbClr val="666666"/>
              </a:solidFill>
              <a:latin typeface="Arvo"/>
              <a:ea typeface="Arvo"/>
              <a:cs typeface="Arvo"/>
              <a:sym typeface="Arvo"/>
            </a:endParaRPr>
          </a:p>
        </p:txBody>
      </p:sp>
      <p:sp>
        <p:nvSpPr>
          <p:cNvPr id="3983" name="Google Shape;3983;p69"/>
          <p:cNvSpPr/>
          <p:nvPr/>
        </p:nvSpPr>
        <p:spPr>
          <a:xfrm>
            <a:off x="1940924" y="3182026"/>
            <a:ext cx="3027000" cy="343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3984" name="Google Shape;3984;p69"/>
          <p:cNvSpPr txBox="1"/>
          <p:nvPr>
            <p:ph idx="14" type="subTitle"/>
          </p:nvPr>
        </p:nvSpPr>
        <p:spPr>
          <a:xfrm>
            <a:off x="1940624" y="3182776"/>
            <a:ext cx="3027600" cy="342000"/>
          </a:xfrm>
          <a:prstGeom prst="rect">
            <a:avLst/>
          </a:prstGeom>
          <a:noFill/>
          <a:ln>
            <a:noFill/>
          </a:ln>
        </p:spPr>
        <p:txBody>
          <a:bodyPr anchorCtr="0" anchor="ctr" bIns="36000" lIns="36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3985" name="Google Shape;3985;p69"/>
          <p:cNvSpPr txBox="1"/>
          <p:nvPr/>
        </p:nvSpPr>
        <p:spPr>
          <a:xfrm>
            <a:off x="197034" y="3696638"/>
            <a:ext cx="1679100" cy="1046700"/>
          </a:xfrm>
          <a:prstGeom prst="rect">
            <a:avLst/>
          </a:prstGeom>
          <a:noFill/>
          <a:ln>
            <a:noFill/>
          </a:ln>
        </p:spPr>
        <p:txBody>
          <a:bodyPr anchorCtr="0" anchor="ctr" bIns="0" lIns="0" spcFirstLastPara="1" rIns="0" wrap="square" tIns="0">
            <a:spAutoFit/>
          </a:bodyPr>
          <a:lstStyle/>
          <a:p>
            <a:pPr indent="0" lvl="0" marL="0" rtl="0" algn="r">
              <a:lnSpc>
                <a:spcPct val="100000"/>
              </a:lnSpc>
              <a:spcBef>
                <a:spcPts val="0"/>
              </a:spcBef>
              <a:spcAft>
                <a:spcPts val="0"/>
              </a:spcAft>
              <a:buNone/>
            </a:pPr>
            <a:r>
              <a:rPr b="1" lang="es-419" sz="1000">
                <a:latin typeface="Arvo"/>
                <a:ea typeface="Arvo"/>
                <a:cs typeface="Arvo"/>
                <a:sym typeface="Arvo"/>
              </a:rPr>
              <a:t>Descripción del caso de uso:</a:t>
            </a:r>
            <a:endParaRPr sz="700">
              <a:solidFill>
                <a:srgbClr val="666666"/>
              </a:solidFill>
              <a:latin typeface="Arvo"/>
              <a:ea typeface="Arvo"/>
              <a:cs typeface="Arvo"/>
              <a:sym typeface="Arvo"/>
            </a:endParaRPr>
          </a:p>
          <a:p>
            <a:pPr indent="0" lvl="0" marL="0" rtl="0" algn="r">
              <a:lnSpc>
                <a:spcPct val="80000"/>
              </a:lnSpc>
              <a:spcBef>
                <a:spcPts val="0"/>
              </a:spcBef>
              <a:spcAft>
                <a:spcPts val="0"/>
              </a:spcAft>
              <a:buNone/>
            </a:pPr>
            <a:r>
              <a:rPr i="1" lang="es-419" sz="600">
                <a:solidFill>
                  <a:srgbClr val="666666"/>
                </a:solidFill>
                <a:latin typeface="Arvo"/>
                <a:ea typeface="Arvo"/>
                <a:cs typeface="Arvo"/>
                <a:sym typeface="Arvo"/>
              </a:rPr>
              <a:t>&lt;ej: Este caso de uso le permite a los compradores obtener productos a muy bajo costo desde cualquier lugar y en cualquier momento, mediante este caso de uso los compradores pueden elegir una empresa de envíos para transportar los productos. El comprador dispone de un carro de compras, puede programar cada una de las compras y puede crear listas de preferencia.&gt;</a:t>
            </a:r>
            <a:endParaRPr sz="800">
              <a:solidFill>
                <a:srgbClr val="666666"/>
              </a:solidFill>
              <a:latin typeface="Arvo"/>
              <a:ea typeface="Arvo"/>
              <a:cs typeface="Arvo"/>
              <a:sym typeface="Arvo"/>
            </a:endParaRPr>
          </a:p>
        </p:txBody>
      </p:sp>
      <p:sp>
        <p:nvSpPr>
          <p:cNvPr id="3986" name="Google Shape;3986;p69"/>
          <p:cNvSpPr/>
          <p:nvPr/>
        </p:nvSpPr>
        <p:spPr>
          <a:xfrm>
            <a:off x="1940925" y="3730022"/>
            <a:ext cx="3027000" cy="1359900"/>
          </a:xfrm>
          <a:prstGeom prst="roundRect">
            <a:avLst>
              <a:gd fmla="val 5871"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3987" name="Google Shape;3987;p69"/>
          <p:cNvSpPr txBox="1"/>
          <p:nvPr>
            <p:ph idx="15" type="subTitle"/>
          </p:nvPr>
        </p:nvSpPr>
        <p:spPr>
          <a:xfrm>
            <a:off x="1940625" y="3730025"/>
            <a:ext cx="3027600" cy="1359900"/>
          </a:xfrm>
          <a:prstGeom prst="rect">
            <a:avLst/>
          </a:prstGeom>
          <a:noFill/>
          <a:ln>
            <a:noFill/>
          </a:ln>
        </p:spPr>
        <p:txBody>
          <a:bodyPr anchorCtr="0" anchor="t" bIns="36000" lIns="36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3988" name="Google Shape;3988;p69"/>
          <p:cNvSpPr txBox="1"/>
          <p:nvPr/>
        </p:nvSpPr>
        <p:spPr>
          <a:xfrm>
            <a:off x="5219407" y="3653826"/>
            <a:ext cx="1562400" cy="232500"/>
          </a:xfrm>
          <a:prstGeom prst="rect">
            <a:avLst/>
          </a:prstGeom>
          <a:noFill/>
          <a:ln>
            <a:noFill/>
          </a:ln>
        </p:spPr>
        <p:txBody>
          <a:bodyPr anchorCtr="0" anchor="ctr" bIns="0" lIns="0" spcFirstLastPara="1" rIns="0" wrap="square" tIns="0">
            <a:noAutofit/>
          </a:bodyPr>
          <a:lstStyle/>
          <a:p>
            <a:pPr indent="0" lvl="0" marL="0" rtl="0" algn="r">
              <a:spcBef>
                <a:spcPts val="0"/>
              </a:spcBef>
              <a:spcAft>
                <a:spcPts val="0"/>
              </a:spcAft>
              <a:buNone/>
            </a:pPr>
            <a:r>
              <a:rPr b="1" lang="es-419" sz="1000">
                <a:latin typeface="Arvo"/>
                <a:ea typeface="Arvo"/>
                <a:cs typeface="Arvo"/>
                <a:sym typeface="Arvo"/>
              </a:rPr>
              <a:t>Meta empresa:</a:t>
            </a:r>
            <a:endParaRPr b="1" sz="1000">
              <a:latin typeface="Arvo"/>
              <a:ea typeface="Arvo"/>
              <a:cs typeface="Arvo"/>
              <a:sym typeface="Arvo"/>
            </a:endParaRPr>
          </a:p>
          <a:p>
            <a:pPr indent="0" lvl="0" marL="0" rtl="0" algn="r">
              <a:spcBef>
                <a:spcPts val="0"/>
              </a:spcBef>
              <a:spcAft>
                <a:spcPts val="0"/>
              </a:spcAft>
              <a:buNone/>
            </a:pPr>
            <a:r>
              <a:rPr b="1" lang="es-419" sz="700">
                <a:solidFill>
                  <a:schemeClr val="dk1"/>
                </a:solidFill>
                <a:latin typeface="Arvo"/>
                <a:ea typeface="Arvo"/>
                <a:cs typeface="Arvo"/>
                <a:sym typeface="Arvo"/>
              </a:rPr>
              <a:t>[Meta = &lt;sustantivo&gt;&lt;adjetivo&gt;]</a:t>
            </a:r>
            <a:endParaRPr b="1" sz="1000">
              <a:latin typeface="Arvo"/>
              <a:ea typeface="Arvo"/>
              <a:cs typeface="Arvo"/>
              <a:sym typeface="Arvo"/>
            </a:endParaRPr>
          </a:p>
          <a:p>
            <a:pPr indent="0" lvl="0" marL="0" rtl="0" algn="r">
              <a:spcBef>
                <a:spcPts val="0"/>
              </a:spcBef>
              <a:spcAft>
                <a:spcPts val="0"/>
              </a:spcAft>
              <a:buNone/>
            </a:pPr>
            <a:r>
              <a:rPr b="1" i="1" lang="es-419" sz="600">
                <a:latin typeface="Arvo"/>
                <a:ea typeface="Arvo"/>
                <a:cs typeface="Arvo"/>
                <a:sym typeface="Arvo"/>
              </a:rPr>
              <a:t> </a:t>
            </a:r>
            <a:r>
              <a:rPr i="1" lang="es-419" sz="600">
                <a:solidFill>
                  <a:srgbClr val="666666"/>
                </a:solidFill>
                <a:latin typeface="Arvo"/>
                <a:ea typeface="Arvo"/>
                <a:cs typeface="Arvo"/>
                <a:sym typeface="Arvo"/>
              </a:rPr>
              <a:t>&lt;ej: El cliente realiza el pago&gt;</a:t>
            </a:r>
            <a:endParaRPr i="1" sz="600">
              <a:solidFill>
                <a:srgbClr val="666666"/>
              </a:solidFill>
              <a:latin typeface="Arvo"/>
              <a:ea typeface="Arvo"/>
              <a:cs typeface="Arvo"/>
              <a:sym typeface="Arvo"/>
            </a:endParaRPr>
          </a:p>
        </p:txBody>
      </p:sp>
      <p:sp>
        <p:nvSpPr>
          <p:cNvPr id="3989" name="Google Shape;3989;p69"/>
          <p:cNvSpPr txBox="1"/>
          <p:nvPr/>
        </p:nvSpPr>
        <p:spPr>
          <a:xfrm>
            <a:off x="2524025" y="497711"/>
            <a:ext cx="8850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Formulario:</a:t>
            </a:r>
            <a:endParaRPr b="1" sz="1100"/>
          </a:p>
        </p:txBody>
      </p:sp>
      <p:sp>
        <p:nvSpPr>
          <p:cNvPr id="3990" name="Google Shape;3990;p69"/>
          <p:cNvSpPr txBox="1"/>
          <p:nvPr>
            <p:ph type="title"/>
          </p:nvPr>
        </p:nvSpPr>
        <p:spPr>
          <a:xfrm flipH="1">
            <a:off x="3408875" y="445821"/>
            <a:ext cx="6479700" cy="2664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000"/>
              <a:buNone/>
              <a:defRPr sz="1000">
                <a:solidFill>
                  <a:srgbClr val="000000"/>
                </a:solidFill>
              </a:defRPr>
            </a:lvl1pPr>
            <a:lvl2pPr lvl="1">
              <a:spcBef>
                <a:spcPts val="0"/>
              </a:spcBef>
              <a:spcAft>
                <a:spcPts val="0"/>
              </a:spcAft>
              <a:buClr>
                <a:srgbClr val="000000"/>
              </a:buClr>
              <a:buSzPts val="1000"/>
              <a:buNone/>
              <a:defRPr sz="1000">
                <a:solidFill>
                  <a:srgbClr val="000000"/>
                </a:solidFill>
              </a:defRPr>
            </a:lvl2pPr>
            <a:lvl3pPr lvl="2">
              <a:spcBef>
                <a:spcPts val="0"/>
              </a:spcBef>
              <a:spcAft>
                <a:spcPts val="0"/>
              </a:spcAft>
              <a:buClr>
                <a:srgbClr val="000000"/>
              </a:buClr>
              <a:buSzPts val="1000"/>
              <a:buNone/>
              <a:defRPr sz="1000">
                <a:solidFill>
                  <a:srgbClr val="000000"/>
                </a:solidFill>
              </a:defRPr>
            </a:lvl3pPr>
            <a:lvl4pPr lvl="3">
              <a:spcBef>
                <a:spcPts val="0"/>
              </a:spcBef>
              <a:spcAft>
                <a:spcPts val="0"/>
              </a:spcAft>
              <a:buClr>
                <a:srgbClr val="000000"/>
              </a:buClr>
              <a:buSzPts val="1000"/>
              <a:buNone/>
              <a:defRPr sz="1000">
                <a:solidFill>
                  <a:srgbClr val="000000"/>
                </a:solidFill>
              </a:defRPr>
            </a:lvl4pPr>
            <a:lvl5pPr lvl="4">
              <a:spcBef>
                <a:spcPts val="0"/>
              </a:spcBef>
              <a:spcAft>
                <a:spcPts val="0"/>
              </a:spcAft>
              <a:buClr>
                <a:srgbClr val="000000"/>
              </a:buClr>
              <a:buSzPts val="1000"/>
              <a:buNone/>
              <a:defRPr sz="1000">
                <a:solidFill>
                  <a:srgbClr val="000000"/>
                </a:solidFill>
              </a:defRPr>
            </a:lvl5pPr>
            <a:lvl6pPr lvl="5">
              <a:spcBef>
                <a:spcPts val="0"/>
              </a:spcBef>
              <a:spcAft>
                <a:spcPts val="0"/>
              </a:spcAft>
              <a:buClr>
                <a:srgbClr val="000000"/>
              </a:buClr>
              <a:buSzPts val="1000"/>
              <a:buNone/>
              <a:defRPr sz="1000">
                <a:solidFill>
                  <a:srgbClr val="000000"/>
                </a:solidFill>
              </a:defRPr>
            </a:lvl6pPr>
            <a:lvl7pPr lvl="6">
              <a:spcBef>
                <a:spcPts val="0"/>
              </a:spcBef>
              <a:spcAft>
                <a:spcPts val="0"/>
              </a:spcAft>
              <a:buClr>
                <a:srgbClr val="000000"/>
              </a:buClr>
              <a:buSzPts val="1000"/>
              <a:buNone/>
              <a:defRPr sz="1000">
                <a:solidFill>
                  <a:srgbClr val="000000"/>
                </a:solidFill>
              </a:defRPr>
            </a:lvl7pPr>
            <a:lvl8pPr lvl="7">
              <a:spcBef>
                <a:spcPts val="0"/>
              </a:spcBef>
              <a:spcAft>
                <a:spcPts val="0"/>
              </a:spcAft>
              <a:buClr>
                <a:srgbClr val="000000"/>
              </a:buClr>
              <a:buSzPts val="1000"/>
              <a:buNone/>
              <a:defRPr sz="1000">
                <a:solidFill>
                  <a:srgbClr val="000000"/>
                </a:solidFill>
              </a:defRPr>
            </a:lvl8pPr>
            <a:lvl9pPr lvl="8">
              <a:spcBef>
                <a:spcPts val="0"/>
              </a:spcBef>
              <a:spcAft>
                <a:spcPts val="0"/>
              </a:spcAft>
              <a:buClr>
                <a:srgbClr val="000000"/>
              </a:buClr>
              <a:buSzPts val="1000"/>
              <a:buNone/>
              <a:defRPr sz="1000">
                <a:solidFill>
                  <a:srgbClr val="000000"/>
                </a:solidFill>
              </a:defRPr>
            </a:lvl9pPr>
          </a:lstStyle>
          <a:p/>
        </p:txBody>
      </p:sp>
      <p:sp>
        <p:nvSpPr>
          <p:cNvPr id="3991" name="Google Shape;3991;p69"/>
          <p:cNvSpPr txBox="1"/>
          <p:nvPr>
            <p:ph idx="16" type="body"/>
          </p:nvPr>
        </p:nvSpPr>
        <p:spPr>
          <a:xfrm>
            <a:off x="641150" y="612125"/>
            <a:ext cx="1770300" cy="160500"/>
          </a:xfrm>
          <a:prstGeom prst="rect">
            <a:avLst/>
          </a:prstGeom>
          <a:noFill/>
          <a:ln>
            <a:noFill/>
          </a:ln>
        </p:spPr>
        <p:txBody>
          <a:bodyPr anchorCtr="0" anchor="t" bIns="0" lIns="0" spcFirstLastPara="1" rIns="0" wrap="square" tIns="0">
            <a:noAutofit/>
          </a:bodyPr>
          <a:lstStyle>
            <a:lvl1pPr indent="-292100" lvl="0" marL="457200" algn="ctr">
              <a:spcBef>
                <a:spcPts val="0"/>
              </a:spcBef>
              <a:spcAft>
                <a:spcPts val="0"/>
              </a:spcAft>
              <a:buClr>
                <a:srgbClr val="FFFFFF"/>
              </a:buClr>
              <a:buSzPts val="1000"/>
              <a:buChar char="●"/>
              <a:defRPr sz="1000">
                <a:solidFill>
                  <a:srgbClr val="FFFFFF"/>
                </a:solidFill>
              </a:defRPr>
            </a:lvl1pPr>
            <a:lvl2pPr indent="-292100" lvl="1" marL="914400" algn="ctr">
              <a:spcBef>
                <a:spcPts val="0"/>
              </a:spcBef>
              <a:spcAft>
                <a:spcPts val="0"/>
              </a:spcAft>
              <a:buClr>
                <a:srgbClr val="FFFFFF"/>
              </a:buClr>
              <a:buSzPts val="1000"/>
              <a:buChar char="○"/>
              <a:defRPr sz="1000">
                <a:solidFill>
                  <a:srgbClr val="FFFFFF"/>
                </a:solidFill>
              </a:defRPr>
            </a:lvl2pPr>
            <a:lvl3pPr indent="-292100" lvl="2" marL="1371600" algn="ctr">
              <a:spcBef>
                <a:spcPts val="0"/>
              </a:spcBef>
              <a:spcAft>
                <a:spcPts val="0"/>
              </a:spcAft>
              <a:buClr>
                <a:srgbClr val="FFFFFF"/>
              </a:buClr>
              <a:buSzPts val="1000"/>
              <a:buChar char="■"/>
              <a:defRPr sz="1000">
                <a:solidFill>
                  <a:srgbClr val="FFFFFF"/>
                </a:solidFill>
              </a:defRPr>
            </a:lvl3pPr>
            <a:lvl4pPr indent="-292100" lvl="3" marL="1828800" algn="ctr">
              <a:spcBef>
                <a:spcPts val="0"/>
              </a:spcBef>
              <a:spcAft>
                <a:spcPts val="0"/>
              </a:spcAft>
              <a:buClr>
                <a:srgbClr val="FFFFFF"/>
              </a:buClr>
              <a:buSzPts val="1000"/>
              <a:buChar char="●"/>
              <a:defRPr sz="1000">
                <a:solidFill>
                  <a:srgbClr val="FFFFFF"/>
                </a:solidFill>
              </a:defRPr>
            </a:lvl4pPr>
            <a:lvl5pPr indent="-292100" lvl="4" marL="2286000" algn="ctr">
              <a:spcBef>
                <a:spcPts val="0"/>
              </a:spcBef>
              <a:spcAft>
                <a:spcPts val="0"/>
              </a:spcAft>
              <a:buClr>
                <a:srgbClr val="FFFFFF"/>
              </a:buClr>
              <a:buSzPts val="1000"/>
              <a:buChar char="○"/>
              <a:defRPr sz="1000">
                <a:solidFill>
                  <a:srgbClr val="FFFFFF"/>
                </a:solidFill>
              </a:defRPr>
            </a:lvl5pPr>
            <a:lvl6pPr indent="-292100" lvl="5" marL="2743200" algn="ctr">
              <a:spcBef>
                <a:spcPts val="0"/>
              </a:spcBef>
              <a:spcAft>
                <a:spcPts val="0"/>
              </a:spcAft>
              <a:buClr>
                <a:srgbClr val="FFFFFF"/>
              </a:buClr>
              <a:buSzPts val="1000"/>
              <a:buChar char="■"/>
              <a:defRPr sz="1000">
                <a:solidFill>
                  <a:srgbClr val="FFFFFF"/>
                </a:solidFill>
              </a:defRPr>
            </a:lvl6pPr>
            <a:lvl7pPr indent="-292100" lvl="6" marL="3200400" algn="ctr">
              <a:spcBef>
                <a:spcPts val="0"/>
              </a:spcBef>
              <a:spcAft>
                <a:spcPts val="0"/>
              </a:spcAft>
              <a:buClr>
                <a:srgbClr val="FFFFFF"/>
              </a:buClr>
              <a:buSzPts val="1000"/>
              <a:buChar char="●"/>
              <a:defRPr sz="1000">
                <a:solidFill>
                  <a:srgbClr val="FFFFFF"/>
                </a:solidFill>
              </a:defRPr>
            </a:lvl7pPr>
            <a:lvl8pPr indent="-292100" lvl="7" marL="3657600" algn="ctr">
              <a:spcBef>
                <a:spcPts val="0"/>
              </a:spcBef>
              <a:spcAft>
                <a:spcPts val="0"/>
              </a:spcAft>
              <a:buClr>
                <a:srgbClr val="FFFFFF"/>
              </a:buClr>
              <a:buSzPts val="1000"/>
              <a:buChar char="○"/>
              <a:defRPr sz="1000">
                <a:solidFill>
                  <a:srgbClr val="FFFFFF"/>
                </a:solidFill>
              </a:defRPr>
            </a:lvl8pPr>
            <a:lvl9pPr indent="-292100" lvl="8" marL="4114800" algn="ctr">
              <a:spcBef>
                <a:spcPts val="0"/>
              </a:spcBef>
              <a:spcAft>
                <a:spcPts val="0"/>
              </a:spcAft>
              <a:buClr>
                <a:srgbClr val="FFFFFF"/>
              </a:buClr>
              <a:buSzPts val="1000"/>
              <a:buChar char="■"/>
              <a:defRPr sz="1000">
                <a:solidFill>
                  <a:srgbClr val="FFFFFF"/>
                </a:solidFill>
              </a:defRPr>
            </a:lvl9pPr>
          </a:lstStyle>
          <a:p/>
        </p:txBody>
      </p:sp>
      <p:sp>
        <p:nvSpPr>
          <p:cNvPr id="3992" name="Google Shape;3992;p69"/>
          <p:cNvSpPr txBox="1"/>
          <p:nvPr/>
        </p:nvSpPr>
        <p:spPr>
          <a:xfrm>
            <a:off x="84825" y="598125"/>
            <a:ext cx="595500" cy="205800"/>
          </a:xfrm>
          <a:prstGeom prst="rect">
            <a:avLst/>
          </a:prstGeom>
          <a:noFill/>
          <a:ln>
            <a:noFill/>
          </a:ln>
        </p:spPr>
        <p:txBody>
          <a:bodyPr anchorCtr="0" anchor="t" bIns="18000" lIns="18000" spcFirstLastPara="1" rIns="18000" wrap="square" tIns="18000">
            <a:spAutoFit/>
          </a:bodyPr>
          <a:lstStyle/>
          <a:p>
            <a:pPr indent="0" lvl="0" marL="0" rtl="0" algn="l">
              <a:spcBef>
                <a:spcPts val="0"/>
              </a:spcBef>
              <a:spcAft>
                <a:spcPts val="0"/>
              </a:spcAft>
              <a:buNone/>
            </a:pPr>
            <a:r>
              <a:rPr lang="es-419" sz="1100">
                <a:solidFill>
                  <a:srgbClr val="FFFFFF"/>
                </a:solidFill>
              </a:rPr>
              <a:t>Nombre:</a:t>
            </a:r>
            <a:endParaRPr sz="1100">
              <a:solidFill>
                <a:srgbClr val="FFFFFF"/>
              </a:solidFill>
            </a:endParaRPr>
          </a:p>
        </p:txBody>
      </p:sp>
    </p:spTree>
  </p:cSld>
  <p:clrMapOvr>
    <a:masterClrMapping/>
  </p:clrMapOvr>
</p:sldLayout>
</file>

<file path=ppt/slideLayouts/slideLayout6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5.2 Requisitos Funcionales">
  <p:cSld name="TITLE_3_6_1_1_1_1_1_1_1_1_1_1_1_1_1_1_1_1_1_1_1_1_1_1_1">
    <p:spTree>
      <p:nvGrpSpPr>
        <p:cNvPr id="3993" name="Shape 3993"/>
        <p:cNvGrpSpPr/>
        <p:nvPr/>
      </p:nvGrpSpPr>
      <p:grpSpPr>
        <a:xfrm>
          <a:off x="0" y="0"/>
          <a:ext cx="0" cy="0"/>
          <a:chOff x="0" y="0"/>
          <a:chExt cx="0" cy="0"/>
        </a:xfrm>
      </p:grpSpPr>
      <p:sp>
        <p:nvSpPr>
          <p:cNvPr id="3994" name="Google Shape;3994;p70"/>
          <p:cNvSpPr/>
          <p:nvPr/>
        </p:nvSpPr>
        <p:spPr>
          <a:xfrm>
            <a:off x="77688" y="358938"/>
            <a:ext cx="9935700" cy="6438000"/>
          </a:xfrm>
          <a:prstGeom prst="roundRect">
            <a:avLst>
              <a:gd fmla="val 2618" name="adj"/>
            </a:avLst>
          </a:prstGeom>
          <a:solidFill>
            <a:srgbClr val="FFFFFF"/>
          </a:solidFill>
          <a:ln cap="flat" cmpd="sng" w="38100">
            <a:solidFill>
              <a:srgbClr val="000000"/>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995" name="Google Shape;3995;p70"/>
          <p:cNvCxnSpPr/>
          <p:nvPr/>
        </p:nvCxnSpPr>
        <p:spPr>
          <a:xfrm>
            <a:off x="77688" y="772614"/>
            <a:ext cx="9935700" cy="0"/>
          </a:xfrm>
          <a:prstGeom prst="straightConnector1">
            <a:avLst/>
          </a:prstGeom>
          <a:noFill/>
          <a:ln cap="flat" cmpd="sng" w="19050">
            <a:solidFill>
              <a:srgbClr val="000000"/>
            </a:solidFill>
            <a:prstDash val="solid"/>
            <a:round/>
            <a:headEnd len="med" w="med" type="none"/>
            <a:tailEnd len="med" w="med" type="none"/>
          </a:ln>
        </p:spPr>
      </p:cxnSp>
      <p:cxnSp>
        <p:nvCxnSpPr>
          <p:cNvPr id="3996" name="Google Shape;3996;p70"/>
          <p:cNvCxnSpPr/>
          <p:nvPr/>
        </p:nvCxnSpPr>
        <p:spPr>
          <a:xfrm rot="10800000">
            <a:off x="2439038" y="368188"/>
            <a:ext cx="0" cy="402300"/>
          </a:xfrm>
          <a:prstGeom prst="straightConnector1">
            <a:avLst/>
          </a:prstGeom>
          <a:noFill/>
          <a:ln cap="flat" cmpd="sng" w="19050">
            <a:solidFill>
              <a:srgbClr val="000000"/>
            </a:solidFill>
            <a:prstDash val="solid"/>
            <a:round/>
            <a:headEnd len="med" w="med" type="none"/>
            <a:tailEnd len="med" w="med" type="none"/>
          </a:ln>
        </p:spPr>
      </p:cxnSp>
      <p:sp>
        <p:nvSpPr>
          <p:cNvPr id="3997" name="Google Shape;3997;p70"/>
          <p:cNvSpPr/>
          <p:nvPr/>
        </p:nvSpPr>
        <p:spPr>
          <a:xfrm>
            <a:off x="77688" y="349338"/>
            <a:ext cx="2361300" cy="421200"/>
          </a:xfrm>
          <a:prstGeom prst="roundRect">
            <a:avLst>
              <a:gd fmla="val 50000" name="adj"/>
            </a:avLst>
          </a:prstGeom>
          <a:solidFill>
            <a:srgbClr val="000000"/>
          </a:solidFill>
          <a:ln cap="flat" cmpd="sng" w="9525">
            <a:solidFill>
              <a:srgbClr val="000000"/>
            </a:solidFill>
            <a:prstDash val="solid"/>
            <a:round/>
            <a:headEnd len="sm" w="sm" type="none"/>
            <a:tailEnd len="sm" w="sm" type="none"/>
          </a:ln>
        </p:spPr>
        <p:txBody>
          <a:bodyPr anchorCtr="0" anchor="ctr" bIns="91425" lIns="0" spcFirstLastPara="1" rIns="0" wrap="square" tIns="91425">
            <a:noAutofit/>
          </a:bodyPr>
          <a:lstStyle/>
          <a:p>
            <a:pPr indent="0" lvl="0" marL="0" rtl="0" algn="ctr">
              <a:spcBef>
                <a:spcPts val="0"/>
              </a:spcBef>
              <a:spcAft>
                <a:spcPts val="0"/>
              </a:spcAft>
              <a:buNone/>
            </a:pPr>
            <a:r>
              <a:rPr b="1" lang="es-419" sz="1100">
                <a:solidFill>
                  <a:srgbClr val="FFFFFF"/>
                </a:solidFill>
              </a:rPr>
              <a:t>Requisitos Funcionales</a:t>
            </a:r>
            <a:endParaRPr b="1" sz="1100">
              <a:solidFill>
                <a:srgbClr val="FFFFFF"/>
              </a:solidFill>
            </a:endParaRPr>
          </a:p>
          <a:p>
            <a:pPr indent="0" lvl="0" marL="0" rtl="0" algn="ctr">
              <a:spcBef>
                <a:spcPts val="0"/>
              </a:spcBef>
              <a:spcAft>
                <a:spcPts val="0"/>
              </a:spcAft>
              <a:buNone/>
            </a:pPr>
            <a:r>
              <a:t/>
            </a:r>
            <a:endParaRPr b="1" sz="1200">
              <a:solidFill>
                <a:srgbClr val="FFFFFF"/>
              </a:solidFill>
            </a:endParaRPr>
          </a:p>
        </p:txBody>
      </p:sp>
      <p:sp>
        <p:nvSpPr>
          <p:cNvPr id="3998" name="Google Shape;3998;p70"/>
          <p:cNvSpPr/>
          <p:nvPr/>
        </p:nvSpPr>
        <p:spPr>
          <a:xfrm>
            <a:off x="83988" y="595504"/>
            <a:ext cx="190200" cy="1692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9" name="Google Shape;3999;p70"/>
          <p:cNvSpPr/>
          <p:nvPr/>
        </p:nvSpPr>
        <p:spPr>
          <a:xfrm>
            <a:off x="2350598" y="358950"/>
            <a:ext cx="88500" cy="4023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0" name="Google Shape;4000;p70"/>
          <p:cNvSpPr/>
          <p:nvPr/>
        </p:nvSpPr>
        <p:spPr>
          <a:xfrm>
            <a:off x="2277739" y="663750"/>
            <a:ext cx="88500" cy="1089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1" name="Google Shape;4001;p70"/>
          <p:cNvSpPr/>
          <p:nvPr/>
        </p:nvSpPr>
        <p:spPr>
          <a:xfrm>
            <a:off x="1750950" y="841370"/>
            <a:ext cx="8016600" cy="402300"/>
          </a:xfrm>
          <a:prstGeom prst="roundRect">
            <a:avLst>
              <a:gd fmla="val 9450" name="adj"/>
            </a:avLst>
          </a:prstGeom>
          <a:solidFill>
            <a:srgbClr val="F4CCCC"/>
          </a:solidFill>
          <a:ln cap="flat" cmpd="sng" w="9525">
            <a:solidFill>
              <a:srgbClr val="F4CCCC"/>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6000" spcFirstLastPara="1" rIns="0" wrap="square" tIns="0">
            <a:noAutofit/>
          </a:bodyPr>
          <a:lstStyle/>
          <a:p>
            <a:pPr indent="0" lvl="0" marL="0" marR="0" rtl="0" algn="ctr">
              <a:lnSpc>
                <a:spcPct val="100000"/>
              </a:lnSpc>
              <a:spcBef>
                <a:spcPts val="0"/>
              </a:spcBef>
              <a:spcAft>
                <a:spcPts val="0"/>
              </a:spcAft>
              <a:buClr>
                <a:srgbClr val="000000"/>
              </a:buClr>
              <a:buSzPts val="1100"/>
              <a:buFont typeface="Arial"/>
              <a:buNone/>
            </a:pPr>
            <a:r>
              <a:rPr b="1" lang="es-419" sz="1200">
                <a:latin typeface="Arvo"/>
                <a:ea typeface="Arvo"/>
                <a:cs typeface="Arvo"/>
                <a:sym typeface="Arvo"/>
              </a:rPr>
              <a:t>Descripción</a:t>
            </a:r>
            <a:endParaRPr b="1" i="0" sz="1200" u="none" cap="none" strike="noStrike">
              <a:solidFill>
                <a:srgbClr val="000000"/>
              </a:solidFill>
              <a:latin typeface="Arvo"/>
              <a:ea typeface="Arvo"/>
              <a:cs typeface="Arvo"/>
              <a:sym typeface="Arvo"/>
            </a:endParaRPr>
          </a:p>
        </p:txBody>
      </p:sp>
      <p:sp>
        <p:nvSpPr>
          <p:cNvPr id="4002" name="Google Shape;4002;p70"/>
          <p:cNvSpPr/>
          <p:nvPr/>
        </p:nvSpPr>
        <p:spPr>
          <a:xfrm>
            <a:off x="312350" y="841370"/>
            <a:ext cx="1287300" cy="402300"/>
          </a:xfrm>
          <a:prstGeom prst="roundRect">
            <a:avLst>
              <a:gd fmla="val 16667" name="adj"/>
            </a:avLst>
          </a:prstGeom>
          <a:solidFill>
            <a:srgbClr val="FFF2CC"/>
          </a:solidFill>
          <a:ln cap="flat" cmpd="sng" w="9525">
            <a:solidFill>
              <a:srgbClr val="FFF2CC"/>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36000" lIns="0" spcFirstLastPara="1" rIns="0" wrap="square" tIns="36000">
            <a:noAutofit/>
          </a:bodyPr>
          <a:lstStyle/>
          <a:p>
            <a:pPr indent="0" lvl="0" marL="0" marR="0" rtl="0" algn="ctr">
              <a:lnSpc>
                <a:spcPct val="100000"/>
              </a:lnSpc>
              <a:spcBef>
                <a:spcPts val="0"/>
              </a:spcBef>
              <a:spcAft>
                <a:spcPts val="0"/>
              </a:spcAft>
              <a:buClr>
                <a:srgbClr val="000000"/>
              </a:buClr>
              <a:buSzPts val="1100"/>
              <a:buFont typeface="Arial"/>
              <a:buNone/>
            </a:pPr>
            <a:r>
              <a:rPr b="1" lang="es-419" sz="1200">
                <a:latin typeface="Arvo"/>
                <a:ea typeface="Arvo"/>
                <a:cs typeface="Arvo"/>
                <a:sym typeface="Arvo"/>
              </a:rPr>
              <a:t>Código</a:t>
            </a:r>
            <a:endParaRPr b="1" sz="1200">
              <a:latin typeface="Arvo"/>
              <a:ea typeface="Arvo"/>
              <a:cs typeface="Arvo"/>
              <a:sym typeface="Arvo"/>
            </a:endParaRPr>
          </a:p>
        </p:txBody>
      </p:sp>
      <p:sp>
        <p:nvSpPr>
          <p:cNvPr id="4003" name="Google Shape;4003;p70"/>
          <p:cNvSpPr/>
          <p:nvPr/>
        </p:nvSpPr>
        <p:spPr>
          <a:xfrm>
            <a:off x="1750946" y="1344235"/>
            <a:ext cx="8016600" cy="3135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600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t/>
            </a:r>
            <a:endParaRPr b="1" i="0" sz="1800" u="none" cap="none" strike="noStrike">
              <a:solidFill>
                <a:srgbClr val="000000"/>
              </a:solidFill>
              <a:latin typeface="Roboto"/>
              <a:ea typeface="Roboto"/>
              <a:cs typeface="Roboto"/>
              <a:sym typeface="Roboto"/>
            </a:endParaRPr>
          </a:p>
        </p:txBody>
      </p:sp>
      <p:sp>
        <p:nvSpPr>
          <p:cNvPr id="4004" name="Google Shape;4004;p70"/>
          <p:cNvSpPr/>
          <p:nvPr/>
        </p:nvSpPr>
        <p:spPr>
          <a:xfrm>
            <a:off x="312351" y="1344235"/>
            <a:ext cx="1287300" cy="313500"/>
          </a:xfrm>
          <a:prstGeom prst="roundRect">
            <a:avLst>
              <a:gd fmla="val 16667" name="adj"/>
            </a:avLst>
          </a:prstGeom>
          <a:solidFill>
            <a:srgbClr val="FFF2CC"/>
          </a:solidFill>
          <a:ln>
            <a:noFill/>
          </a:ln>
          <a:effectLst>
            <a:outerShdw blurRad="57150" rotWithShape="0" algn="bl" dir="5400000" dist="19050">
              <a:srgbClr val="000000">
                <a:alpha val="49800"/>
              </a:srgbClr>
            </a:outerShdw>
          </a:effectLst>
        </p:spPr>
        <p:txBody>
          <a:bodyPr anchorCtr="0" anchor="ctr" bIns="36000" lIns="0" spcFirstLastPara="1" rIns="0" wrap="square" tIns="36000">
            <a:noAutofit/>
          </a:bodyPr>
          <a:lstStyle/>
          <a:p>
            <a:pPr indent="0" lvl="0" marL="0" marR="0" rtl="0" algn="ctr">
              <a:lnSpc>
                <a:spcPct val="100000"/>
              </a:lnSpc>
              <a:spcBef>
                <a:spcPts val="0"/>
              </a:spcBef>
              <a:spcAft>
                <a:spcPts val="0"/>
              </a:spcAft>
              <a:buClr>
                <a:srgbClr val="000000"/>
              </a:buClr>
              <a:buSzPts val="1100"/>
              <a:buFont typeface="Arial"/>
              <a:buNone/>
            </a:pPr>
            <a:r>
              <a:t/>
            </a:r>
            <a:endParaRPr b="1" sz="1000">
              <a:latin typeface="Arvo"/>
              <a:ea typeface="Arvo"/>
              <a:cs typeface="Arvo"/>
              <a:sym typeface="Arvo"/>
            </a:endParaRPr>
          </a:p>
        </p:txBody>
      </p:sp>
      <p:sp>
        <p:nvSpPr>
          <p:cNvPr id="4005" name="Google Shape;4005;p70"/>
          <p:cNvSpPr/>
          <p:nvPr/>
        </p:nvSpPr>
        <p:spPr>
          <a:xfrm>
            <a:off x="1750946" y="1731060"/>
            <a:ext cx="8016600" cy="3135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600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t/>
            </a:r>
            <a:endParaRPr b="1" i="0" sz="1800" u="none" cap="none" strike="noStrike">
              <a:solidFill>
                <a:srgbClr val="000000"/>
              </a:solidFill>
              <a:latin typeface="Roboto"/>
              <a:ea typeface="Roboto"/>
              <a:cs typeface="Roboto"/>
              <a:sym typeface="Roboto"/>
            </a:endParaRPr>
          </a:p>
        </p:txBody>
      </p:sp>
      <p:sp>
        <p:nvSpPr>
          <p:cNvPr id="4006" name="Google Shape;4006;p70"/>
          <p:cNvSpPr/>
          <p:nvPr/>
        </p:nvSpPr>
        <p:spPr>
          <a:xfrm>
            <a:off x="312351" y="1731060"/>
            <a:ext cx="1287300" cy="313500"/>
          </a:xfrm>
          <a:prstGeom prst="roundRect">
            <a:avLst>
              <a:gd fmla="val 16667" name="adj"/>
            </a:avLst>
          </a:prstGeom>
          <a:solidFill>
            <a:srgbClr val="FFF2CC"/>
          </a:solidFill>
          <a:ln>
            <a:noFill/>
          </a:ln>
          <a:effectLst>
            <a:outerShdw blurRad="57150" rotWithShape="0" algn="bl" dir="5400000" dist="19050">
              <a:srgbClr val="000000">
                <a:alpha val="49800"/>
              </a:srgbClr>
            </a:outerShdw>
          </a:effectLst>
        </p:spPr>
        <p:txBody>
          <a:bodyPr anchorCtr="0" anchor="ctr" bIns="36000" lIns="0" spcFirstLastPara="1" rIns="0" wrap="square" tIns="36000">
            <a:noAutofit/>
          </a:bodyPr>
          <a:lstStyle/>
          <a:p>
            <a:pPr indent="0" lvl="0" marL="0" marR="0" rtl="0" algn="ctr">
              <a:lnSpc>
                <a:spcPct val="100000"/>
              </a:lnSpc>
              <a:spcBef>
                <a:spcPts val="0"/>
              </a:spcBef>
              <a:spcAft>
                <a:spcPts val="0"/>
              </a:spcAft>
              <a:buClr>
                <a:srgbClr val="000000"/>
              </a:buClr>
              <a:buSzPts val="1100"/>
              <a:buFont typeface="Arial"/>
              <a:buNone/>
            </a:pPr>
            <a:r>
              <a:t/>
            </a:r>
            <a:endParaRPr b="1" sz="1000">
              <a:latin typeface="Arvo"/>
              <a:ea typeface="Arvo"/>
              <a:cs typeface="Arvo"/>
              <a:sym typeface="Arvo"/>
            </a:endParaRPr>
          </a:p>
        </p:txBody>
      </p:sp>
      <p:sp>
        <p:nvSpPr>
          <p:cNvPr id="4007" name="Google Shape;4007;p70"/>
          <p:cNvSpPr/>
          <p:nvPr/>
        </p:nvSpPr>
        <p:spPr>
          <a:xfrm>
            <a:off x="1750946" y="2111591"/>
            <a:ext cx="8016600" cy="3135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600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t/>
            </a:r>
            <a:endParaRPr b="1" i="0" sz="1800" u="none" cap="none" strike="noStrike">
              <a:solidFill>
                <a:srgbClr val="000000"/>
              </a:solidFill>
              <a:latin typeface="Roboto"/>
              <a:ea typeface="Roboto"/>
              <a:cs typeface="Roboto"/>
              <a:sym typeface="Roboto"/>
            </a:endParaRPr>
          </a:p>
        </p:txBody>
      </p:sp>
      <p:sp>
        <p:nvSpPr>
          <p:cNvPr id="4008" name="Google Shape;4008;p70"/>
          <p:cNvSpPr/>
          <p:nvPr/>
        </p:nvSpPr>
        <p:spPr>
          <a:xfrm>
            <a:off x="312351" y="2111591"/>
            <a:ext cx="1287300" cy="313500"/>
          </a:xfrm>
          <a:prstGeom prst="roundRect">
            <a:avLst>
              <a:gd fmla="val 16667" name="adj"/>
            </a:avLst>
          </a:prstGeom>
          <a:solidFill>
            <a:srgbClr val="FFF2CC"/>
          </a:solidFill>
          <a:ln>
            <a:noFill/>
          </a:ln>
          <a:effectLst>
            <a:outerShdw blurRad="57150" rotWithShape="0" algn="bl" dir="5400000" dist="19050">
              <a:srgbClr val="000000">
                <a:alpha val="49800"/>
              </a:srgbClr>
            </a:outerShdw>
          </a:effectLst>
        </p:spPr>
        <p:txBody>
          <a:bodyPr anchorCtr="0" anchor="ctr" bIns="36000" lIns="0" spcFirstLastPara="1" rIns="0" wrap="square" tIns="36000">
            <a:noAutofit/>
          </a:bodyPr>
          <a:lstStyle/>
          <a:p>
            <a:pPr indent="0" lvl="0" marL="0" marR="0" rtl="0" algn="ctr">
              <a:lnSpc>
                <a:spcPct val="100000"/>
              </a:lnSpc>
              <a:spcBef>
                <a:spcPts val="0"/>
              </a:spcBef>
              <a:spcAft>
                <a:spcPts val="0"/>
              </a:spcAft>
              <a:buClr>
                <a:srgbClr val="000000"/>
              </a:buClr>
              <a:buSzPts val="1100"/>
              <a:buFont typeface="Arial"/>
              <a:buNone/>
            </a:pPr>
            <a:r>
              <a:t/>
            </a:r>
            <a:endParaRPr b="1" sz="1000">
              <a:latin typeface="Arvo"/>
              <a:ea typeface="Arvo"/>
              <a:cs typeface="Arvo"/>
              <a:sym typeface="Arvo"/>
            </a:endParaRPr>
          </a:p>
        </p:txBody>
      </p:sp>
      <p:sp>
        <p:nvSpPr>
          <p:cNvPr id="4009" name="Google Shape;4009;p70"/>
          <p:cNvSpPr/>
          <p:nvPr/>
        </p:nvSpPr>
        <p:spPr>
          <a:xfrm>
            <a:off x="1750946" y="2492122"/>
            <a:ext cx="8016600" cy="3135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600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t/>
            </a:r>
            <a:endParaRPr b="1" i="0" sz="1800" u="none" cap="none" strike="noStrike">
              <a:solidFill>
                <a:srgbClr val="000000"/>
              </a:solidFill>
              <a:latin typeface="Roboto"/>
              <a:ea typeface="Roboto"/>
              <a:cs typeface="Roboto"/>
              <a:sym typeface="Roboto"/>
            </a:endParaRPr>
          </a:p>
        </p:txBody>
      </p:sp>
      <p:sp>
        <p:nvSpPr>
          <p:cNvPr id="4010" name="Google Shape;4010;p70"/>
          <p:cNvSpPr/>
          <p:nvPr/>
        </p:nvSpPr>
        <p:spPr>
          <a:xfrm>
            <a:off x="312351" y="2492122"/>
            <a:ext cx="1287300" cy="313500"/>
          </a:xfrm>
          <a:prstGeom prst="roundRect">
            <a:avLst>
              <a:gd fmla="val 16667" name="adj"/>
            </a:avLst>
          </a:prstGeom>
          <a:solidFill>
            <a:srgbClr val="FFF2CC"/>
          </a:solidFill>
          <a:ln>
            <a:noFill/>
          </a:ln>
          <a:effectLst>
            <a:outerShdw blurRad="57150" rotWithShape="0" algn="bl" dir="5400000" dist="19050">
              <a:srgbClr val="000000">
                <a:alpha val="49800"/>
              </a:srgbClr>
            </a:outerShdw>
          </a:effectLst>
        </p:spPr>
        <p:txBody>
          <a:bodyPr anchorCtr="0" anchor="ctr" bIns="36000" lIns="0" spcFirstLastPara="1" rIns="0" wrap="square" tIns="36000">
            <a:noAutofit/>
          </a:bodyPr>
          <a:lstStyle/>
          <a:p>
            <a:pPr indent="0" lvl="0" marL="0" marR="0" rtl="0" algn="ctr">
              <a:lnSpc>
                <a:spcPct val="100000"/>
              </a:lnSpc>
              <a:spcBef>
                <a:spcPts val="0"/>
              </a:spcBef>
              <a:spcAft>
                <a:spcPts val="0"/>
              </a:spcAft>
              <a:buClr>
                <a:srgbClr val="000000"/>
              </a:buClr>
              <a:buSzPts val="1100"/>
              <a:buFont typeface="Arial"/>
              <a:buNone/>
            </a:pPr>
            <a:r>
              <a:t/>
            </a:r>
            <a:endParaRPr b="1" sz="1000">
              <a:latin typeface="Arvo"/>
              <a:ea typeface="Arvo"/>
              <a:cs typeface="Arvo"/>
              <a:sym typeface="Arvo"/>
            </a:endParaRPr>
          </a:p>
        </p:txBody>
      </p:sp>
      <p:sp>
        <p:nvSpPr>
          <p:cNvPr id="4011" name="Google Shape;4011;p70"/>
          <p:cNvSpPr/>
          <p:nvPr/>
        </p:nvSpPr>
        <p:spPr>
          <a:xfrm>
            <a:off x="1750946" y="2872328"/>
            <a:ext cx="8016600" cy="3135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600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t/>
            </a:r>
            <a:endParaRPr b="1" i="0" sz="1800" u="none" cap="none" strike="noStrike">
              <a:solidFill>
                <a:srgbClr val="000000"/>
              </a:solidFill>
              <a:latin typeface="Roboto"/>
              <a:ea typeface="Roboto"/>
              <a:cs typeface="Roboto"/>
              <a:sym typeface="Roboto"/>
            </a:endParaRPr>
          </a:p>
        </p:txBody>
      </p:sp>
      <p:sp>
        <p:nvSpPr>
          <p:cNvPr id="4012" name="Google Shape;4012;p70"/>
          <p:cNvSpPr/>
          <p:nvPr/>
        </p:nvSpPr>
        <p:spPr>
          <a:xfrm>
            <a:off x="312351" y="2872328"/>
            <a:ext cx="1287300" cy="313500"/>
          </a:xfrm>
          <a:prstGeom prst="roundRect">
            <a:avLst>
              <a:gd fmla="val 16667" name="adj"/>
            </a:avLst>
          </a:prstGeom>
          <a:solidFill>
            <a:srgbClr val="FFF2CC"/>
          </a:solidFill>
          <a:ln>
            <a:noFill/>
          </a:ln>
          <a:effectLst>
            <a:outerShdw blurRad="57150" rotWithShape="0" algn="bl" dir="5400000" dist="19050">
              <a:srgbClr val="000000">
                <a:alpha val="49800"/>
              </a:srgbClr>
            </a:outerShdw>
          </a:effectLst>
        </p:spPr>
        <p:txBody>
          <a:bodyPr anchorCtr="0" anchor="ctr" bIns="36000" lIns="0" spcFirstLastPara="1" rIns="0" wrap="square" tIns="36000">
            <a:noAutofit/>
          </a:bodyPr>
          <a:lstStyle/>
          <a:p>
            <a:pPr indent="0" lvl="0" marL="0" marR="0" rtl="0" algn="ctr">
              <a:lnSpc>
                <a:spcPct val="100000"/>
              </a:lnSpc>
              <a:spcBef>
                <a:spcPts val="0"/>
              </a:spcBef>
              <a:spcAft>
                <a:spcPts val="0"/>
              </a:spcAft>
              <a:buClr>
                <a:srgbClr val="000000"/>
              </a:buClr>
              <a:buSzPts val="1100"/>
              <a:buFont typeface="Arial"/>
              <a:buNone/>
            </a:pPr>
            <a:r>
              <a:t/>
            </a:r>
            <a:endParaRPr b="1" sz="1000">
              <a:latin typeface="Arvo"/>
              <a:ea typeface="Arvo"/>
              <a:cs typeface="Arvo"/>
              <a:sym typeface="Arvo"/>
            </a:endParaRPr>
          </a:p>
        </p:txBody>
      </p:sp>
      <p:sp>
        <p:nvSpPr>
          <p:cNvPr id="4013" name="Google Shape;4013;p70"/>
          <p:cNvSpPr/>
          <p:nvPr/>
        </p:nvSpPr>
        <p:spPr>
          <a:xfrm>
            <a:off x="1750946" y="3259478"/>
            <a:ext cx="8016600" cy="3135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600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t/>
            </a:r>
            <a:endParaRPr b="1" i="0" sz="1800" u="none" cap="none" strike="noStrike">
              <a:solidFill>
                <a:srgbClr val="000000"/>
              </a:solidFill>
              <a:latin typeface="Roboto"/>
              <a:ea typeface="Roboto"/>
              <a:cs typeface="Roboto"/>
              <a:sym typeface="Roboto"/>
            </a:endParaRPr>
          </a:p>
        </p:txBody>
      </p:sp>
      <p:sp>
        <p:nvSpPr>
          <p:cNvPr id="4014" name="Google Shape;4014;p70"/>
          <p:cNvSpPr/>
          <p:nvPr/>
        </p:nvSpPr>
        <p:spPr>
          <a:xfrm>
            <a:off x="312351" y="3259478"/>
            <a:ext cx="1287300" cy="313500"/>
          </a:xfrm>
          <a:prstGeom prst="roundRect">
            <a:avLst>
              <a:gd fmla="val 16667" name="adj"/>
            </a:avLst>
          </a:prstGeom>
          <a:solidFill>
            <a:srgbClr val="FFF2CC"/>
          </a:solidFill>
          <a:ln>
            <a:noFill/>
          </a:ln>
          <a:effectLst>
            <a:outerShdw blurRad="57150" rotWithShape="0" algn="bl" dir="5400000" dist="19050">
              <a:srgbClr val="000000">
                <a:alpha val="49800"/>
              </a:srgbClr>
            </a:outerShdw>
          </a:effectLst>
        </p:spPr>
        <p:txBody>
          <a:bodyPr anchorCtr="0" anchor="ctr" bIns="36000" lIns="0" spcFirstLastPara="1" rIns="0" wrap="square" tIns="36000">
            <a:noAutofit/>
          </a:bodyPr>
          <a:lstStyle/>
          <a:p>
            <a:pPr indent="0" lvl="0" marL="0" marR="0" rtl="0" algn="ctr">
              <a:lnSpc>
                <a:spcPct val="100000"/>
              </a:lnSpc>
              <a:spcBef>
                <a:spcPts val="0"/>
              </a:spcBef>
              <a:spcAft>
                <a:spcPts val="0"/>
              </a:spcAft>
              <a:buClr>
                <a:srgbClr val="000000"/>
              </a:buClr>
              <a:buSzPts val="1100"/>
              <a:buFont typeface="Arial"/>
              <a:buNone/>
            </a:pPr>
            <a:r>
              <a:t/>
            </a:r>
            <a:endParaRPr b="1" sz="1000">
              <a:latin typeface="Arvo"/>
              <a:ea typeface="Arvo"/>
              <a:cs typeface="Arvo"/>
              <a:sym typeface="Arvo"/>
            </a:endParaRPr>
          </a:p>
        </p:txBody>
      </p:sp>
      <p:sp>
        <p:nvSpPr>
          <p:cNvPr id="4015" name="Google Shape;4015;p70"/>
          <p:cNvSpPr txBox="1"/>
          <p:nvPr>
            <p:ph idx="1" type="subTitle"/>
          </p:nvPr>
        </p:nvSpPr>
        <p:spPr>
          <a:xfrm>
            <a:off x="1742676" y="1346206"/>
            <a:ext cx="8028600" cy="313500"/>
          </a:xfrm>
          <a:prstGeom prst="rect">
            <a:avLst/>
          </a:prstGeom>
          <a:noFill/>
          <a:ln>
            <a:noFill/>
          </a:ln>
        </p:spPr>
        <p:txBody>
          <a:bodyPr anchorCtr="0" anchor="ctr" bIns="36000" lIns="54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4016" name="Google Shape;4016;p70"/>
          <p:cNvSpPr/>
          <p:nvPr/>
        </p:nvSpPr>
        <p:spPr>
          <a:xfrm>
            <a:off x="1750946" y="3653247"/>
            <a:ext cx="8016600" cy="3135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600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t/>
            </a:r>
            <a:endParaRPr b="1" i="0" sz="1800" u="none" cap="none" strike="noStrike">
              <a:solidFill>
                <a:srgbClr val="000000"/>
              </a:solidFill>
              <a:latin typeface="Roboto"/>
              <a:ea typeface="Roboto"/>
              <a:cs typeface="Roboto"/>
              <a:sym typeface="Roboto"/>
            </a:endParaRPr>
          </a:p>
        </p:txBody>
      </p:sp>
      <p:sp>
        <p:nvSpPr>
          <p:cNvPr id="4017" name="Google Shape;4017;p70"/>
          <p:cNvSpPr/>
          <p:nvPr/>
        </p:nvSpPr>
        <p:spPr>
          <a:xfrm>
            <a:off x="312351" y="3653247"/>
            <a:ext cx="1287300" cy="313500"/>
          </a:xfrm>
          <a:prstGeom prst="roundRect">
            <a:avLst>
              <a:gd fmla="val 16667" name="adj"/>
            </a:avLst>
          </a:prstGeom>
          <a:solidFill>
            <a:srgbClr val="FFF2CC"/>
          </a:solidFill>
          <a:ln>
            <a:noFill/>
          </a:ln>
          <a:effectLst>
            <a:outerShdw blurRad="57150" rotWithShape="0" algn="bl" dir="5400000" dist="19050">
              <a:srgbClr val="000000">
                <a:alpha val="49800"/>
              </a:srgbClr>
            </a:outerShdw>
          </a:effectLst>
        </p:spPr>
        <p:txBody>
          <a:bodyPr anchorCtr="0" anchor="ctr" bIns="36000" lIns="0" spcFirstLastPara="1" rIns="0" wrap="square" tIns="36000">
            <a:noAutofit/>
          </a:bodyPr>
          <a:lstStyle/>
          <a:p>
            <a:pPr indent="0" lvl="0" marL="0" marR="0" rtl="0" algn="ctr">
              <a:lnSpc>
                <a:spcPct val="100000"/>
              </a:lnSpc>
              <a:spcBef>
                <a:spcPts val="0"/>
              </a:spcBef>
              <a:spcAft>
                <a:spcPts val="0"/>
              </a:spcAft>
              <a:buClr>
                <a:srgbClr val="000000"/>
              </a:buClr>
              <a:buSzPts val="1100"/>
              <a:buFont typeface="Arial"/>
              <a:buNone/>
            </a:pPr>
            <a:r>
              <a:t/>
            </a:r>
            <a:endParaRPr b="1" sz="1000">
              <a:latin typeface="Arvo"/>
              <a:ea typeface="Arvo"/>
              <a:cs typeface="Arvo"/>
              <a:sym typeface="Arvo"/>
            </a:endParaRPr>
          </a:p>
        </p:txBody>
      </p:sp>
      <p:sp>
        <p:nvSpPr>
          <p:cNvPr id="4018" name="Google Shape;4018;p70"/>
          <p:cNvSpPr txBox="1"/>
          <p:nvPr>
            <p:ph idx="2" type="subTitle"/>
          </p:nvPr>
        </p:nvSpPr>
        <p:spPr>
          <a:xfrm>
            <a:off x="1742676" y="1746593"/>
            <a:ext cx="8028600" cy="313500"/>
          </a:xfrm>
          <a:prstGeom prst="rect">
            <a:avLst/>
          </a:prstGeom>
          <a:noFill/>
          <a:ln>
            <a:noFill/>
          </a:ln>
        </p:spPr>
        <p:txBody>
          <a:bodyPr anchorCtr="0" anchor="ctr" bIns="36000" lIns="54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4019" name="Google Shape;4019;p70"/>
          <p:cNvSpPr txBox="1"/>
          <p:nvPr>
            <p:ph idx="3" type="subTitle"/>
          </p:nvPr>
        </p:nvSpPr>
        <p:spPr>
          <a:xfrm>
            <a:off x="1742676" y="2126799"/>
            <a:ext cx="8028600" cy="313500"/>
          </a:xfrm>
          <a:prstGeom prst="rect">
            <a:avLst/>
          </a:prstGeom>
          <a:noFill/>
          <a:ln>
            <a:noFill/>
          </a:ln>
        </p:spPr>
        <p:txBody>
          <a:bodyPr anchorCtr="0" anchor="ctr" bIns="36000" lIns="54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4020" name="Google Shape;4020;p70"/>
          <p:cNvSpPr txBox="1"/>
          <p:nvPr>
            <p:ph idx="4" type="subTitle"/>
          </p:nvPr>
        </p:nvSpPr>
        <p:spPr>
          <a:xfrm>
            <a:off x="1742676" y="2493767"/>
            <a:ext cx="8028600" cy="313500"/>
          </a:xfrm>
          <a:prstGeom prst="rect">
            <a:avLst/>
          </a:prstGeom>
          <a:noFill/>
          <a:ln>
            <a:noFill/>
          </a:ln>
        </p:spPr>
        <p:txBody>
          <a:bodyPr anchorCtr="0" anchor="ctr" bIns="36000" lIns="54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4021" name="Google Shape;4021;p70"/>
          <p:cNvSpPr txBox="1"/>
          <p:nvPr>
            <p:ph idx="5" type="subTitle"/>
          </p:nvPr>
        </p:nvSpPr>
        <p:spPr>
          <a:xfrm>
            <a:off x="1742676" y="2880917"/>
            <a:ext cx="8028600" cy="313500"/>
          </a:xfrm>
          <a:prstGeom prst="rect">
            <a:avLst/>
          </a:prstGeom>
          <a:noFill/>
          <a:ln>
            <a:noFill/>
          </a:ln>
        </p:spPr>
        <p:txBody>
          <a:bodyPr anchorCtr="0" anchor="ctr" bIns="36000" lIns="54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4022" name="Google Shape;4022;p70"/>
          <p:cNvSpPr txBox="1"/>
          <p:nvPr>
            <p:ph idx="6" type="subTitle"/>
          </p:nvPr>
        </p:nvSpPr>
        <p:spPr>
          <a:xfrm>
            <a:off x="1742676" y="3261123"/>
            <a:ext cx="8028600" cy="313500"/>
          </a:xfrm>
          <a:prstGeom prst="rect">
            <a:avLst/>
          </a:prstGeom>
          <a:noFill/>
          <a:ln>
            <a:noFill/>
          </a:ln>
        </p:spPr>
        <p:txBody>
          <a:bodyPr anchorCtr="0" anchor="ctr" bIns="36000" lIns="54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4023" name="Google Shape;4023;p70"/>
          <p:cNvSpPr txBox="1"/>
          <p:nvPr>
            <p:ph idx="7" type="subTitle"/>
          </p:nvPr>
        </p:nvSpPr>
        <p:spPr>
          <a:xfrm>
            <a:off x="1742676" y="3661511"/>
            <a:ext cx="8028600" cy="313500"/>
          </a:xfrm>
          <a:prstGeom prst="rect">
            <a:avLst/>
          </a:prstGeom>
          <a:noFill/>
          <a:ln>
            <a:noFill/>
          </a:ln>
        </p:spPr>
        <p:txBody>
          <a:bodyPr anchorCtr="0" anchor="ctr" bIns="36000" lIns="54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4024" name="Google Shape;4024;p70"/>
          <p:cNvSpPr txBox="1"/>
          <p:nvPr>
            <p:ph idx="8" type="subTitle"/>
          </p:nvPr>
        </p:nvSpPr>
        <p:spPr>
          <a:xfrm>
            <a:off x="294875" y="1346206"/>
            <a:ext cx="1302600" cy="313500"/>
          </a:xfrm>
          <a:prstGeom prst="rect">
            <a:avLst/>
          </a:prstGeom>
          <a:noFill/>
          <a:ln>
            <a:noFill/>
          </a:ln>
        </p:spPr>
        <p:txBody>
          <a:bodyPr anchorCtr="0" anchor="ctr" bIns="36000" lIns="72000" spcFirstLastPara="1" rIns="72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4025" name="Google Shape;4025;p70"/>
          <p:cNvSpPr txBox="1"/>
          <p:nvPr>
            <p:ph idx="9" type="subTitle"/>
          </p:nvPr>
        </p:nvSpPr>
        <p:spPr>
          <a:xfrm>
            <a:off x="294875" y="1739975"/>
            <a:ext cx="1302600" cy="313500"/>
          </a:xfrm>
          <a:prstGeom prst="rect">
            <a:avLst/>
          </a:prstGeom>
          <a:noFill/>
          <a:ln>
            <a:noFill/>
          </a:ln>
        </p:spPr>
        <p:txBody>
          <a:bodyPr anchorCtr="0" anchor="ctr" bIns="36000" lIns="72000" spcFirstLastPara="1" rIns="72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4026" name="Google Shape;4026;p70"/>
          <p:cNvSpPr txBox="1"/>
          <p:nvPr>
            <p:ph idx="13" type="subTitle"/>
          </p:nvPr>
        </p:nvSpPr>
        <p:spPr>
          <a:xfrm>
            <a:off x="294875" y="2120180"/>
            <a:ext cx="1302600" cy="313500"/>
          </a:xfrm>
          <a:prstGeom prst="rect">
            <a:avLst/>
          </a:prstGeom>
          <a:noFill/>
          <a:ln>
            <a:noFill/>
          </a:ln>
        </p:spPr>
        <p:txBody>
          <a:bodyPr anchorCtr="0" anchor="ctr" bIns="36000" lIns="72000" spcFirstLastPara="1" rIns="72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4027" name="Google Shape;4027;p70"/>
          <p:cNvSpPr txBox="1"/>
          <p:nvPr>
            <p:ph idx="14" type="subTitle"/>
          </p:nvPr>
        </p:nvSpPr>
        <p:spPr>
          <a:xfrm>
            <a:off x="294875" y="2500386"/>
            <a:ext cx="1302600" cy="313500"/>
          </a:xfrm>
          <a:prstGeom prst="rect">
            <a:avLst/>
          </a:prstGeom>
          <a:noFill/>
          <a:ln>
            <a:noFill/>
          </a:ln>
        </p:spPr>
        <p:txBody>
          <a:bodyPr anchorCtr="0" anchor="ctr" bIns="36000" lIns="72000" spcFirstLastPara="1" rIns="72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4028" name="Google Shape;4028;p70"/>
          <p:cNvSpPr txBox="1"/>
          <p:nvPr>
            <p:ph idx="15" type="subTitle"/>
          </p:nvPr>
        </p:nvSpPr>
        <p:spPr>
          <a:xfrm>
            <a:off x="294875" y="2873973"/>
            <a:ext cx="1302600" cy="313500"/>
          </a:xfrm>
          <a:prstGeom prst="rect">
            <a:avLst/>
          </a:prstGeom>
          <a:noFill/>
          <a:ln>
            <a:noFill/>
          </a:ln>
        </p:spPr>
        <p:txBody>
          <a:bodyPr anchorCtr="0" anchor="ctr" bIns="36000" lIns="72000" spcFirstLastPara="1" rIns="72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4029" name="Google Shape;4029;p70"/>
          <p:cNvSpPr txBox="1"/>
          <p:nvPr>
            <p:ph idx="16" type="subTitle"/>
          </p:nvPr>
        </p:nvSpPr>
        <p:spPr>
          <a:xfrm>
            <a:off x="294875" y="3267742"/>
            <a:ext cx="1302600" cy="313500"/>
          </a:xfrm>
          <a:prstGeom prst="rect">
            <a:avLst/>
          </a:prstGeom>
          <a:noFill/>
          <a:ln>
            <a:noFill/>
          </a:ln>
        </p:spPr>
        <p:txBody>
          <a:bodyPr anchorCtr="0" anchor="ctr" bIns="36000" lIns="72000" spcFirstLastPara="1" rIns="72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4030" name="Google Shape;4030;p70"/>
          <p:cNvSpPr txBox="1"/>
          <p:nvPr>
            <p:ph idx="17" type="subTitle"/>
          </p:nvPr>
        </p:nvSpPr>
        <p:spPr>
          <a:xfrm>
            <a:off x="294875" y="3661511"/>
            <a:ext cx="1302600" cy="313500"/>
          </a:xfrm>
          <a:prstGeom prst="rect">
            <a:avLst/>
          </a:prstGeom>
          <a:noFill/>
          <a:ln>
            <a:noFill/>
          </a:ln>
        </p:spPr>
        <p:txBody>
          <a:bodyPr anchorCtr="0" anchor="ctr" bIns="36000" lIns="72000" spcFirstLastPara="1" rIns="72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4031" name="Google Shape;4031;p70"/>
          <p:cNvSpPr/>
          <p:nvPr/>
        </p:nvSpPr>
        <p:spPr>
          <a:xfrm>
            <a:off x="1750946" y="4087435"/>
            <a:ext cx="8016600" cy="3135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600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t/>
            </a:r>
            <a:endParaRPr b="1" i="0" sz="1800" u="none" cap="none" strike="noStrike">
              <a:solidFill>
                <a:srgbClr val="000000"/>
              </a:solidFill>
              <a:latin typeface="Roboto"/>
              <a:ea typeface="Roboto"/>
              <a:cs typeface="Roboto"/>
              <a:sym typeface="Roboto"/>
            </a:endParaRPr>
          </a:p>
        </p:txBody>
      </p:sp>
      <p:sp>
        <p:nvSpPr>
          <p:cNvPr id="4032" name="Google Shape;4032;p70"/>
          <p:cNvSpPr/>
          <p:nvPr/>
        </p:nvSpPr>
        <p:spPr>
          <a:xfrm>
            <a:off x="312351" y="4087435"/>
            <a:ext cx="1287300" cy="313500"/>
          </a:xfrm>
          <a:prstGeom prst="roundRect">
            <a:avLst>
              <a:gd fmla="val 16667" name="adj"/>
            </a:avLst>
          </a:prstGeom>
          <a:solidFill>
            <a:srgbClr val="FFF2CC"/>
          </a:solidFill>
          <a:ln>
            <a:noFill/>
          </a:ln>
          <a:effectLst>
            <a:outerShdw blurRad="57150" rotWithShape="0" algn="bl" dir="5400000" dist="19050">
              <a:srgbClr val="000000">
                <a:alpha val="49800"/>
              </a:srgbClr>
            </a:outerShdw>
          </a:effectLst>
        </p:spPr>
        <p:txBody>
          <a:bodyPr anchorCtr="0" anchor="ctr" bIns="36000" lIns="0" spcFirstLastPara="1" rIns="0" wrap="square" tIns="36000">
            <a:noAutofit/>
          </a:bodyPr>
          <a:lstStyle/>
          <a:p>
            <a:pPr indent="0" lvl="0" marL="0" marR="0" rtl="0" algn="ctr">
              <a:lnSpc>
                <a:spcPct val="100000"/>
              </a:lnSpc>
              <a:spcBef>
                <a:spcPts val="0"/>
              </a:spcBef>
              <a:spcAft>
                <a:spcPts val="0"/>
              </a:spcAft>
              <a:buClr>
                <a:srgbClr val="000000"/>
              </a:buClr>
              <a:buSzPts val="1100"/>
              <a:buFont typeface="Arial"/>
              <a:buNone/>
            </a:pPr>
            <a:r>
              <a:t/>
            </a:r>
            <a:endParaRPr b="1" sz="1000">
              <a:latin typeface="Arvo"/>
              <a:ea typeface="Arvo"/>
              <a:cs typeface="Arvo"/>
              <a:sym typeface="Arvo"/>
            </a:endParaRPr>
          </a:p>
        </p:txBody>
      </p:sp>
      <p:sp>
        <p:nvSpPr>
          <p:cNvPr id="4033" name="Google Shape;4033;p70"/>
          <p:cNvSpPr/>
          <p:nvPr/>
        </p:nvSpPr>
        <p:spPr>
          <a:xfrm>
            <a:off x="1750946" y="4474260"/>
            <a:ext cx="8016600" cy="3135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600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t/>
            </a:r>
            <a:endParaRPr b="1" i="0" sz="1800" u="none" cap="none" strike="noStrike">
              <a:solidFill>
                <a:srgbClr val="000000"/>
              </a:solidFill>
              <a:latin typeface="Roboto"/>
              <a:ea typeface="Roboto"/>
              <a:cs typeface="Roboto"/>
              <a:sym typeface="Roboto"/>
            </a:endParaRPr>
          </a:p>
        </p:txBody>
      </p:sp>
      <p:sp>
        <p:nvSpPr>
          <p:cNvPr id="4034" name="Google Shape;4034;p70"/>
          <p:cNvSpPr/>
          <p:nvPr/>
        </p:nvSpPr>
        <p:spPr>
          <a:xfrm>
            <a:off x="312351" y="4474260"/>
            <a:ext cx="1287300" cy="313500"/>
          </a:xfrm>
          <a:prstGeom prst="roundRect">
            <a:avLst>
              <a:gd fmla="val 16667" name="adj"/>
            </a:avLst>
          </a:prstGeom>
          <a:solidFill>
            <a:srgbClr val="FFF2CC"/>
          </a:solidFill>
          <a:ln>
            <a:noFill/>
          </a:ln>
          <a:effectLst>
            <a:outerShdw blurRad="57150" rotWithShape="0" algn="bl" dir="5400000" dist="19050">
              <a:srgbClr val="000000">
                <a:alpha val="49800"/>
              </a:srgbClr>
            </a:outerShdw>
          </a:effectLst>
        </p:spPr>
        <p:txBody>
          <a:bodyPr anchorCtr="0" anchor="ctr" bIns="36000" lIns="0" spcFirstLastPara="1" rIns="0" wrap="square" tIns="36000">
            <a:noAutofit/>
          </a:bodyPr>
          <a:lstStyle/>
          <a:p>
            <a:pPr indent="0" lvl="0" marL="0" marR="0" rtl="0" algn="ctr">
              <a:lnSpc>
                <a:spcPct val="100000"/>
              </a:lnSpc>
              <a:spcBef>
                <a:spcPts val="0"/>
              </a:spcBef>
              <a:spcAft>
                <a:spcPts val="0"/>
              </a:spcAft>
              <a:buClr>
                <a:srgbClr val="000000"/>
              </a:buClr>
              <a:buSzPts val="1100"/>
              <a:buFont typeface="Arial"/>
              <a:buNone/>
            </a:pPr>
            <a:r>
              <a:t/>
            </a:r>
            <a:endParaRPr b="1" sz="1000">
              <a:latin typeface="Arvo"/>
              <a:ea typeface="Arvo"/>
              <a:cs typeface="Arvo"/>
              <a:sym typeface="Arvo"/>
            </a:endParaRPr>
          </a:p>
        </p:txBody>
      </p:sp>
      <p:sp>
        <p:nvSpPr>
          <p:cNvPr id="4035" name="Google Shape;4035;p70"/>
          <p:cNvSpPr/>
          <p:nvPr/>
        </p:nvSpPr>
        <p:spPr>
          <a:xfrm>
            <a:off x="1750946" y="4854791"/>
            <a:ext cx="8016600" cy="3135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600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t/>
            </a:r>
            <a:endParaRPr b="1" i="0" sz="1800" u="none" cap="none" strike="noStrike">
              <a:solidFill>
                <a:srgbClr val="000000"/>
              </a:solidFill>
              <a:latin typeface="Roboto"/>
              <a:ea typeface="Roboto"/>
              <a:cs typeface="Roboto"/>
              <a:sym typeface="Roboto"/>
            </a:endParaRPr>
          </a:p>
        </p:txBody>
      </p:sp>
      <p:sp>
        <p:nvSpPr>
          <p:cNvPr id="4036" name="Google Shape;4036;p70"/>
          <p:cNvSpPr/>
          <p:nvPr/>
        </p:nvSpPr>
        <p:spPr>
          <a:xfrm>
            <a:off x="312351" y="4854791"/>
            <a:ext cx="1287300" cy="313500"/>
          </a:xfrm>
          <a:prstGeom prst="roundRect">
            <a:avLst>
              <a:gd fmla="val 16667" name="adj"/>
            </a:avLst>
          </a:prstGeom>
          <a:solidFill>
            <a:srgbClr val="FFF2CC"/>
          </a:solidFill>
          <a:ln>
            <a:noFill/>
          </a:ln>
          <a:effectLst>
            <a:outerShdw blurRad="57150" rotWithShape="0" algn="bl" dir="5400000" dist="19050">
              <a:srgbClr val="000000">
                <a:alpha val="49800"/>
              </a:srgbClr>
            </a:outerShdw>
          </a:effectLst>
        </p:spPr>
        <p:txBody>
          <a:bodyPr anchorCtr="0" anchor="ctr" bIns="36000" lIns="0" spcFirstLastPara="1" rIns="0" wrap="square" tIns="36000">
            <a:noAutofit/>
          </a:bodyPr>
          <a:lstStyle/>
          <a:p>
            <a:pPr indent="0" lvl="0" marL="0" marR="0" rtl="0" algn="ctr">
              <a:lnSpc>
                <a:spcPct val="100000"/>
              </a:lnSpc>
              <a:spcBef>
                <a:spcPts val="0"/>
              </a:spcBef>
              <a:spcAft>
                <a:spcPts val="0"/>
              </a:spcAft>
              <a:buClr>
                <a:srgbClr val="000000"/>
              </a:buClr>
              <a:buSzPts val="1100"/>
              <a:buFont typeface="Arial"/>
              <a:buNone/>
            </a:pPr>
            <a:r>
              <a:t/>
            </a:r>
            <a:endParaRPr b="1" sz="1000">
              <a:latin typeface="Arvo"/>
              <a:ea typeface="Arvo"/>
              <a:cs typeface="Arvo"/>
              <a:sym typeface="Arvo"/>
            </a:endParaRPr>
          </a:p>
        </p:txBody>
      </p:sp>
      <p:sp>
        <p:nvSpPr>
          <p:cNvPr id="4037" name="Google Shape;4037;p70"/>
          <p:cNvSpPr/>
          <p:nvPr/>
        </p:nvSpPr>
        <p:spPr>
          <a:xfrm>
            <a:off x="1750946" y="5235322"/>
            <a:ext cx="8016600" cy="3135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600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t/>
            </a:r>
            <a:endParaRPr b="1" i="0" sz="1800" u="none" cap="none" strike="noStrike">
              <a:solidFill>
                <a:srgbClr val="000000"/>
              </a:solidFill>
              <a:latin typeface="Roboto"/>
              <a:ea typeface="Roboto"/>
              <a:cs typeface="Roboto"/>
              <a:sym typeface="Roboto"/>
            </a:endParaRPr>
          </a:p>
        </p:txBody>
      </p:sp>
      <p:sp>
        <p:nvSpPr>
          <p:cNvPr id="4038" name="Google Shape;4038;p70"/>
          <p:cNvSpPr/>
          <p:nvPr/>
        </p:nvSpPr>
        <p:spPr>
          <a:xfrm>
            <a:off x="312351" y="5235322"/>
            <a:ext cx="1287300" cy="313500"/>
          </a:xfrm>
          <a:prstGeom prst="roundRect">
            <a:avLst>
              <a:gd fmla="val 16667" name="adj"/>
            </a:avLst>
          </a:prstGeom>
          <a:solidFill>
            <a:srgbClr val="FFF2CC"/>
          </a:solidFill>
          <a:ln>
            <a:noFill/>
          </a:ln>
          <a:effectLst>
            <a:outerShdw blurRad="57150" rotWithShape="0" algn="bl" dir="5400000" dist="19050">
              <a:srgbClr val="000000">
                <a:alpha val="49800"/>
              </a:srgbClr>
            </a:outerShdw>
          </a:effectLst>
        </p:spPr>
        <p:txBody>
          <a:bodyPr anchorCtr="0" anchor="ctr" bIns="36000" lIns="0" spcFirstLastPara="1" rIns="0" wrap="square" tIns="36000">
            <a:noAutofit/>
          </a:bodyPr>
          <a:lstStyle/>
          <a:p>
            <a:pPr indent="0" lvl="0" marL="0" marR="0" rtl="0" algn="ctr">
              <a:lnSpc>
                <a:spcPct val="100000"/>
              </a:lnSpc>
              <a:spcBef>
                <a:spcPts val="0"/>
              </a:spcBef>
              <a:spcAft>
                <a:spcPts val="0"/>
              </a:spcAft>
              <a:buClr>
                <a:srgbClr val="000000"/>
              </a:buClr>
              <a:buSzPts val="1100"/>
              <a:buFont typeface="Arial"/>
              <a:buNone/>
            </a:pPr>
            <a:r>
              <a:t/>
            </a:r>
            <a:endParaRPr b="1" sz="1000">
              <a:latin typeface="Arvo"/>
              <a:ea typeface="Arvo"/>
              <a:cs typeface="Arvo"/>
              <a:sym typeface="Arvo"/>
            </a:endParaRPr>
          </a:p>
        </p:txBody>
      </p:sp>
      <p:sp>
        <p:nvSpPr>
          <p:cNvPr id="4039" name="Google Shape;4039;p70"/>
          <p:cNvSpPr/>
          <p:nvPr/>
        </p:nvSpPr>
        <p:spPr>
          <a:xfrm>
            <a:off x="1750946" y="5615528"/>
            <a:ext cx="8016600" cy="3135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600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t/>
            </a:r>
            <a:endParaRPr b="1" i="0" sz="1800" u="none" cap="none" strike="noStrike">
              <a:solidFill>
                <a:srgbClr val="000000"/>
              </a:solidFill>
              <a:latin typeface="Roboto"/>
              <a:ea typeface="Roboto"/>
              <a:cs typeface="Roboto"/>
              <a:sym typeface="Roboto"/>
            </a:endParaRPr>
          </a:p>
        </p:txBody>
      </p:sp>
      <p:sp>
        <p:nvSpPr>
          <p:cNvPr id="4040" name="Google Shape;4040;p70"/>
          <p:cNvSpPr/>
          <p:nvPr/>
        </p:nvSpPr>
        <p:spPr>
          <a:xfrm>
            <a:off x="312351" y="5615528"/>
            <a:ext cx="1287300" cy="313500"/>
          </a:xfrm>
          <a:prstGeom prst="roundRect">
            <a:avLst>
              <a:gd fmla="val 16667" name="adj"/>
            </a:avLst>
          </a:prstGeom>
          <a:solidFill>
            <a:srgbClr val="FFF2CC"/>
          </a:solidFill>
          <a:ln>
            <a:noFill/>
          </a:ln>
          <a:effectLst>
            <a:outerShdw blurRad="57150" rotWithShape="0" algn="bl" dir="5400000" dist="19050">
              <a:srgbClr val="000000">
                <a:alpha val="49800"/>
              </a:srgbClr>
            </a:outerShdw>
          </a:effectLst>
        </p:spPr>
        <p:txBody>
          <a:bodyPr anchorCtr="0" anchor="ctr" bIns="36000" lIns="0" spcFirstLastPara="1" rIns="0" wrap="square" tIns="36000">
            <a:noAutofit/>
          </a:bodyPr>
          <a:lstStyle/>
          <a:p>
            <a:pPr indent="0" lvl="0" marL="0" marR="0" rtl="0" algn="ctr">
              <a:lnSpc>
                <a:spcPct val="100000"/>
              </a:lnSpc>
              <a:spcBef>
                <a:spcPts val="0"/>
              </a:spcBef>
              <a:spcAft>
                <a:spcPts val="0"/>
              </a:spcAft>
              <a:buClr>
                <a:srgbClr val="000000"/>
              </a:buClr>
              <a:buSzPts val="1100"/>
              <a:buFont typeface="Arial"/>
              <a:buNone/>
            </a:pPr>
            <a:r>
              <a:t/>
            </a:r>
            <a:endParaRPr b="1" sz="1000">
              <a:latin typeface="Arvo"/>
              <a:ea typeface="Arvo"/>
              <a:cs typeface="Arvo"/>
              <a:sym typeface="Arvo"/>
            </a:endParaRPr>
          </a:p>
        </p:txBody>
      </p:sp>
      <p:sp>
        <p:nvSpPr>
          <p:cNvPr id="4041" name="Google Shape;4041;p70"/>
          <p:cNvSpPr/>
          <p:nvPr/>
        </p:nvSpPr>
        <p:spPr>
          <a:xfrm>
            <a:off x="1750946" y="6002678"/>
            <a:ext cx="8016600" cy="3135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600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t/>
            </a:r>
            <a:endParaRPr b="1" i="0" sz="1800" u="none" cap="none" strike="noStrike">
              <a:solidFill>
                <a:srgbClr val="000000"/>
              </a:solidFill>
              <a:latin typeface="Roboto"/>
              <a:ea typeface="Roboto"/>
              <a:cs typeface="Roboto"/>
              <a:sym typeface="Roboto"/>
            </a:endParaRPr>
          </a:p>
        </p:txBody>
      </p:sp>
      <p:sp>
        <p:nvSpPr>
          <p:cNvPr id="4042" name="Google Shape;4042;p70"/>
          <p:cNvSpPr/>
          <p:nvPr/>
        </p:nvSpPr>
        <p:spPr>
          <a:xfrm>
            <a:off x="312351" y="6002678"/>
            <a:ext cx="1287300" cy="313500"/>
          </a:xfrm>
          <a:prstGeom prst="roundRect">
            <a:avLst>
              <a:gd fmla="val 16667" name="adj"/>
            </a:avLst>
          </a:prstGeom>
          <a:solidFill>
            <a:srgbClr val="FFF2CC"/>
          </a:solidFill>
          <a:ln>
            <a:noFill/>
          </a:ln>
          <a:effectLst>
            <a:outerShdw blurRad="57150" rotWithShape="0" algn="bl" dir="5400000" dist="19050">
              <a:srgbClr val="000000">
                <a:alpha val="49800"/>
              </a:srgbClr>
            </a:outerShdw>
          </a:effectLst>
        </p:spPr>
        <p:txBody>
          <a:bodyPr anchorCtr="0" anchor="ctr" bIns="36000" lIns="0" spcFirstLastPara="1" rIns="0" wrap="square" tIns="36000">
            <a:noAutofit/>
          </a:bodyPr>
          <a:lstStyle/>
          <a:p>
            <a:pPr indent="0" lvl="0" marL="0" marR="0" rtl="0" algn="ctr">
              <a:lnSpc>
                <a:spcPct val="100000"/>
              </a:lnSpc>
              <a:spcBef>
                <a:spcPts val="0"/>
              </a:spcBef>
              <a:spcAft>
                <a:spcPts val="0"/>
              </a:spcAft>
              <a:buClr>
                <a:srgbClr val="000000"/>
              </a:buClr>
              <a:buSzPts val="1100"/>
              <a:buFont typeface="Arial"/>
              <a:buNone/>
            </a:pPr>
            <a:r>
              <a:t/>
            </a:r>
            <a:endParaRPr b="1" sz="1000">
              <a:latin typeface="Arvo"/>
              <a:ea typeface="Arvo"/>
              <a:cs typeface="Arvo"/>
              <a:sym typeface="Arvo"/>
            </a:endParaRPr>
          </a:p>
        </p:txBody>
      </p:sp>
      <p:sp>
        <p:nvSpPr>
          <p:cNvPr id="4043" name="Google Shape;4043;p70"/>
          <p:cNvSpPr txBox="1"/>
          <p:nvPr>
            <p:ph idx="18" type="subTitle"/>
          </p:nvPr>
        </p:nvSpPr>
        <p:spPr>
          <a:xfrm>
            <a:off x="1742676" y="4089406"/>
            <a:ext cx="8028600" cy="313500"/>
          </a:xfrm>
          <a:prstGeom prst="rect">
            <a:avLst/>
          </a:prstGeom>
          <a:noFill/>
          <a:ln>
            <a:noFill/>
          </a:ln>
        </p:spPr>
        <p:txBody>
          <a:bodyPr anchorCtr="0" anchor="ctr" bIns="36000" lIns="54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4044" name="Google Shape;4044;p70"/>
          <p:cNvSpPr/>
          <p:nvPr/>
        </p:nvSpPr>
        <p:spPr>
          <a:xfrm>
            <a:off x="1750946" y="6396447"/>
            <a:ext cx="8016600" cy="3135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600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t/>
            </a:r>
            <a:endParaRPr b="1" i="0" sz="1800" u="none" cap="none" strike="noStrike">
              <a:solidFill>
                <a:srgbClr val="000000"/>
              </a:solidFill>
              <a:latin typeface="Roboto"/>
              <a:ea typeface="Roboto"/>
              <a:cs typeface="Roboto"/>
              <a:sym typeface="Roboto"/>
            </a:endParaRPr>
          </a:p>
        </p:txBody>
      </p:sp>
      <p:sp>
        <p:nvSpPr>
          <p:cNvPr id="4045" name="Google Shape;4045;p70"/>
          <p:cNvSpPr/>
          <p:nvPr/>
        </p:nvSpPr>
        <p:spPr>
          <a:xfrm>
            <a:off x="312351" y="6396447"/>
            <a:ext cx="1287300" cy="313500"/>
          </a:xfrm>
          <a:prstGeom prst="roundRect">
            <a:avLst>
              <a:gd fmla="val 16667" name="adj"/>
            </a:avLst>
          </a:prstGeom>
          <a:solidFill>
            <a:srgbClr val="FFF2CC"/>
          </a:solidFill>
          <a:ln>
            <a:noFill/>
          </a:ln>
          <a:effectLst>
            <a:outerShdw blurRad="57150" rotWithShape="0" algn="bl" dir="5400000" dist="19050">
              <a:srgbClr val="000000">
                <a:alpha val="49800"/>
              </a:srgbClr>
            </a:outerShdw>
          </a:effectLst>
        </p:spPr>
        <p:txBody>
          <a:bodyPr anchorCtr="0" anchor="ctr" bIns="36000" lIns="0" spcFirstLastPara="1" rIns="0" wrap="square" tIns="36000">
            <a:noAutofit/>
          </a:bodyPr>
          <a:lstStyle/>
          <a:p>
            <a:pPr indent="0" lvl="0" marL="0" marR="0" rtl="0" algn="ctr">
              <a:lnSpc>
                <a:spcPct val="100000"/>
              </a:lnSpc>
              <a:spcBef>
                <a:spcPts val="0"/>
              </a:spcBef>
              <a:spcAft>
                <a:spcPts val="0"/>
              </a:spcAft>
              <a:buClr>
                <a:srgbClr val="000000"/>
              </a:buClr>
              <a:buSzPts val="1100"/>
              <a:buFont typeface="Arial"/>
              <a:buNone/>
            </a:pPr>
            <a:r>
              <a:t/>
            </a:r>
            <a:endParaRPr b="1" sz="1000">
              <a:latin typeface="Arvo"/>
              <a:ea typeface="Arvo"/>
              <a:cs typeface="Arvo"/>
              <a:sym typeface="Arvo"/>
            </a:endParaRPr>
          </a:p>
        </p:txBody>
      </p:sp>
      <p:sp>
        <p:nvSpPr>
          <p:cNvPr id="4046" name="Google Shape;4046;p70"/>
          <p:cNvSpPr txBox="1"/>
          <p:nvPr>
            <p:ph idx="19" type="subTitle"/>
          </p:nvPr>
        </p:nvSpPr>
        <p:spPr>
          <a:xfrm>
            <a:off x="1742676" y="4489793"/>
            <a:ext cx="8028600" cy="313500"/>
          </a:xfrm>
          <a:prstGeom prst="rect">
            <a:avLst/>
          </a:prstGeom>
          <a:noFill/>
          <a:ln>
            <a:noFill/>
          </a:ln>
        </p:spPr>
        <p:txBody>
          <a:bodyPr anchorCtr="0" anchor="ctr" bIns="36000" lIns="54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4047" name="Google Shape;4047;p70"/>
          <p:cNvSpPr txBox="1"/>
          <p:nvPr>
            <p:ph idx="20" type="subTitle"/>
          </p:nvPr>
        </p:nvSpPr>
        <p:spPr>
          <a:xfrm>
            <a:off x="1742676" y="4869999"/>
            <a:ext cx="8028600" cy="313500"/>
          </a:xfrm>
          <a:prstGeom prst="rect">
            <a:avLst/>
          </a:prstGeom>
          <a:noFill/>
          <a:ln>
            <a:noFill/>
          </a:ln>
        </p:spPr>
        <p:txBody>
          <a:bodyPr anchorCtr="0" anchor="ctr" bIns="36000" lIns="54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4048" name="Google Shape;4048;p70"/>
          <p:cNvSpPr txBox="1"/>
          <p:nvPr>
            <p:ph idx="21" type="subTitle"/>
          </p:nvPr>
        </p:nvSpPr>
        <p:spPr>
          <a:xfrm>
            <a:off x="1742676" y="5236967"/>
            <a:ext cx="8028600" cy="313500"/>
          </a:xfrm>
          <a:prstGeom prst="rect">
            <a:avLst/>
          </a:prstGeom>
          <a:noFill/>
          <a:ln>
            <a:noFill/>
          </a:ln>
        </p:spPr>
        <p:txBody>
          <a:bodyPr anchorCtr="0" anchor="ctr" bIns="36000" lIns="54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4049" name="Google Shape;4049;p70"/>
          <p:cNvSpPr txBox="1"/>
          <p:nvPr>
            <p:ph idx="22" type="subTitle"/>
          </p:nvPr>
        </p:nvSpPr>
        <p:spPr>
          <a:xfrm>
            <a:off x="1742676" y="5624117"/>
            <a:ext cx="8028600" cy="313500"/>
          </a:xfrm>
          <a:prstGeom prst="rect">
            <a:avLst/>
          </a:prstGeom>
          <a:noFill/>
          <a:ln>
            <a:noFill/>
          </a:ln>
        </p:spPr>
        <p:txBody>
          <a:bodyPr anchorCtr="0" anchor="ctr" bIns="36000" lIns="54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4050" name="Google Shape;4050;p70"/>
          <p:cNvSpPr txBox="1"/>
          <p:nvPr>
            <p:ph idx="23" type="subTitle"/>
          </p:nvPr>
        </p:nvSpPr>
        <p:spPr>
          <a:xfrm>
            <a:off x="1742676" y="6004323"/>
            <a:ext cx="8028600" cy="313500"/>
          </a:xfrm>
          <a:prstGeom prst="rect">
            <a:avLst/>
          </a:prstGeom>
          <a:noFill/>
          <a:ln>
            <a:noFill/>
          </a:ln>
        </p:spPr>
        <p:txBody>
          <a:bodyPr anchorCtr="0" anchor="ctr" bIns="36000" lIns="54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4051" name="Google Shape;4051;p70"/>
          <p:cNvSpPr txBox="1"/>
          <p:nvPr>
            <p:ph idx="24" type="subTitle"/>
          </p:nvPr>
        </p:nvSpPr>
        <p:spPr>
          <a:xfrm>
            <a:off x="1742676" y="6404711"/>
            <a:ext cx="8028600" cy="313500"/>
          </a:xfrm>
          <a:prstGeom prst="rect">
            <a:avLst/>
          </a:prstGeom>
          <a:noFill/>
          <a:ln>
            <a:noFill/>
          </a:ln>
        </p:spPr>
        <p:txBody>
          <a:bodyPr anchorCtr="0" anchor="ctr" bIns="36000" lIns="54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4052" name="Google Shape;4052;p70"/>
          <p:cNvSpPr txBox="1"/>
          <p:nvPr>
            <p:ph idx="25" type="subTitle"/>
          </p:nvPr>
        </p:nvSpPr>
        <p:spPr>
          <a:xfrm>
            <a:off x="294875" y="4089406"/>
            <a:ext cx="1302600" cy="313500"/>
          </a:xfrm>
          <a:prstGeom prst="rect">
            <a:avLst/>
          </a:prstGeom>
          <a:noFill/>
          <a:ln>
            <a:noFill/>
          </a:ln>
        </p:spPr>
        <p:txBody>
          <a:bodyPr anchorCtr="0" anchor="ctr" bIns="36000" lIns="72000" spcFirstLastPara="1" rIns="72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4053" name="Google Shape;4053;p70"/>
          <p:cNvSpPr txBox="1"/>
          <p:nvPr>
            <p:ph idx="26" type="subTitle"/>
          </p:nvPr>
        </p:nvSpPr>
        <p:spPr>
          <a:xfrm>
            <a:off x="294875" y="4483175"/>
            <a:ext cx="1302600" cy="313500"/>
          </a:xfrm>
          <a:prstGeom prst="rect">
            <a:avLst/>
          </a:prstGeom>
          <a:noFill/>
          <a:ln>
            <a:noFill/>
          </a:ln>
        </p:spPr>
        <p:txBody>
          <a:bodyPr anchorCtr="0" anchor="ctr" bIns="36000" lIns="72000" spcFirstLastPara="1" rIns="72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4054" name="Google Shape;4054;p70"/>
          <p:cNvSpPr txBox="1"/>
          <p:nvPr>
            <p:ph idx="27" type="subTitle"/>
          </p:nvPr>
        </p:nvSpPr>
        <p:spPr>
          <a:xfrm>
            <a:off x="294875" y="4863380"/>
            <a:ext cx="1302600" cy="313500"/>
          </a:xfrm>
          <a:prstGeom prst="rect">
            <a:avLst/>
          </a:prstGeom>
          <a:noFill/>
          <a:ln>
            <a:noFill/>
          </a:ln>
        </p:spPr>
        <p:txBody>
          <a:bodyPr anchorCtr="0" anchor="ctr" bIns="36000" lIns="72000" spcFirstLastPara="1" rIns="72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4055" name="Google Shape;4055;p70"/>
          <p:cNvSpPr txBox="1"/>
          <p:nvPr>
            <p:ph idx="28" type="subTitle"/>
          </p:nvPr>
        </p:nvSpPr>
        <p:spPr>
          <a:xfrm>
            <a:off x="294875" y="5243586"/>
            <a:ext cx="1302600" cy="313500"/>
          </a:xfrm>
          <a:prstGeom prst="rect">
            <a:avLst/>
          </a:prstGeom>
          <a:noFill/>
          <a:ln>
            <a:noFill/>
          </a:ln>
        </p:spPr>
        <p:txBody>
          <a:bodyPr anchorCtr="0" anchor="ctr" bIns="36000" lIns="72000" spcFirstLastPara="1" rIns="72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4056" name="Google Shape;4056;p70"/>
          <p:cNvSpPr txBox="1"/>
          <p:nvPr>
            <p:ph idx="29" type="subTitle"/>
          </p:nvPr>
        </p:nvSpPr>
        <p:spPr>
          <a:xfrm>
            <a:off x="294875" y="5617173"/>
            <a:ext cx="1302600" cy="313500"/>
          </a:xfrm>
          <a:prstGeom prst="rect">
            <a:avLst/>
          </a:prstGeom>
          <a:noFill/>
          <a:ln>
            <a:noFill/>
          </a:ln>
        </p:spPr>
        <p:txBody>
          <a:bodyPr anchorCtr="0" anchor="ctr" bIns="36000" lIns="72000" spcFirstLastPara="1" rIns="72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4057" name="Google Shape;4057;p70"/>
          <p:cNvSpPr txBox="1"/>
          <p:nvPr>
            <p:ph idx="30" type="subTitle"/>
          </p:nvPr>
        </p:nvSpPr>
        <p:spPr>
          <a:xfrm>
            <a:off x="294875" y="6010942"/>
            <a:ext cx="1302600" cy="313500"/>
          </a:xfrm>
          <a:prstGeom prst="rect">
            <a:avLst/>
          </a:prstGeom>
          <a:noFill/>
          <a:ln>
            <a:noFill/>
          </a:ln>
        </p:spPr>
        <p:txBody>
          <a:bodyPr anchorCtr="0" anchor="ctr" bIns="36000" lIns="72000" spcFirstLastPara="1" rIns="72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4058" name="Google Shape;4058;p70"/>
          <p:cNvSpPr txBox="1"/>
          <p:nvPr>
            <p:ph idx="31" type="subTitle"/>
          </p:nvPr>
        </p:nvSpPr>
        <p:spPr>
          <a:xfrm>
            <a:off x="294875" y="6404711"/>
            <a:ext cx="1302600" cy="313500"/>
          </a:xfrm>
          <a:prstGeom prst="rect">
            <a:avLst/>
          </a:prstGeom>
          <a:noFill/>
          <a:ln>
            <a:noFill/>
          </a:ln>
        </p:spPr>
        <p:txBody>
          <a:bodyPr anchorCtr="0" anchor="ctr" bIns="36000" lIns="72000" spcFirstLastPara="1" rIns="72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4059" name="Google Shape;4059;p70"/>
          <p:cNvSpPr txBox="1"/>
          <p:nvPr/>
        </p:nvSpPr>
        <p:spPr>
          <a:xfrm>
            <a:off x="2524025" y="387675"/>
            <a:ext cx="15012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Unid. Organizacional:</a:t>
            </a:r>
            <a:endParaRPr b="1" sz="1100"/>
          </a:p>
        </p:txBody>
      </p:sp>
      <p:sp>
        <p:nvSpPr>
          <p:cNvPr id="4060" name="Google Shape;4060;p70"/>
          <p:cNvSpPr txBox="1"/>
          <p:nvPr/>
        </p:nvSpPr>
        <p:spPr>
          <a:xfrm>
            <a:off x="2524020" y="579550"/>
            <a:ext cx="6846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Alcance:</a:t>
            </a:r>
            <a:endParaRPr b="1" sz="1100"/>
          </a:p>
        </p:txBody>
      </p:sp>
      <p:sp>
        <p:nvSpPr>
          <p:cNvPr id="4061" name="Google Shape;4061;p70"/>
          <p:cNvSpPr txBox="1"/>
          <p:nvPr>
            <p:ph type="title"/>
          </p:nvPr>
        </p:nvSpPr>
        <p:spPr>
          <a:xfrm flipH="1">
            <a:off x="4025374" y="387675"/>
            <a:ext cx="5863200" cy="1692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000"/>
              <a:buNone/>
              <a:defRPr sz="1000">
                <a:solidFill>
                  <a:srgbClr val="000000"/>
                </a:solidFill>
              </a:defRPr>
            </a:lvl1pPr>
            <a:lvl2pPr lvl="1">
              <a:spcBef>
                <a:spcPts val="0"/>
              </a:spcBef>
              <a:spcAft>
                <a:spcPts val="0"/>
              </a:spcAft>
              <a:buClr>
                <a:srgbClr val="000000"/>
              </a:buClr>
              <a:buSzPts val="1000"/>
              <a:buNone/>
              <a:defRPr sz="1000">
                <a:solidFill>
                  <a:srgbClr val="000000"/>
                </a:solidFill>
              </a:defRPr>
            </a:lvl2pPr>
            <a:lvl3pPr lvl="2">
              <a:spcBef>
                <a:spcPts val="0"/>
              </a:spcBef>
              <a:spcAft>
                <a:spcPts val="0"/>
              </a:spcAft>
              <a:buClr>
                <a:srgbClr val="000000"/>
              </a:buClr>
              <a:buSzPts val="1000"/>
              <a:buNone/>
              <a:defRPr sz="1000">
                <a:solidFill>
                  <a:srgbClr val="000000"/>
                </a:solidFill>
              </a:defRPr>
            </a:lvl3pPr>
            <a:lvl4pPr lvl="3">
              <a:spcBef>
                <a:spcPts val="0"/>
              </a:spcBef>
              <a:spcAft>
                <a:spcPts val="0"/>
              </a:spcAft>
              <a:buClr>
                <a:srgbClr val="000000"/>
              </a:buClr>
              <a:buSzPts val="1000"/>
              <a:buNone/>
              <a:defRPr sz="1000">
                <a:solidFill>
                  <a:srgbClr val="000000"/>
                </a:solidFill>
              </a:defRPr>
            </a:lvl4pPr>
            <a:lvl5pPr lvl="4">
              <a:spcBef>
                <a:spcPts val="0"/>
              </a:spcBef>
              <a:spcAft>
                <a:spcPts val="0"/>
              </a:spcAft>
              <a:buClr>
                <a:srgbClr val="000000"/>
              </a:buClr>
              <a:buSzPts val="1000"/>
              <a:buNone/>
              <a:defRPr sz="1000">
                <a:solidFill>
                  <a:srgbClr val="000000"/>
                </a:solidFill>
              </a:defRPr>
            </a:lvl5pPr>
            <a:lvl6pPr lvl="5">
              <a:spcBef>
                <a:spcPts val="0"/>
              </a:spcBef>
              <a:spcAft>
                <a:spcPts val="0"/>
              </a:spcAft>
              <a:buClr>
                <a:srgbClr val="000000"/>
              </a:buClr>
              <a:buSzPts val="1000"/>
              <a:buNone/>
              <a:defRPr sz="1000">
                <a:solidFill>
                  <a:srgbClr val="000000"/>
                </a:solidFill>
              </a:defRPr>
            </a:lvl6pPr>
            <a:lvl7pPr lvl="6">
              <a:spcBef>
                <a:spcPts val="0"/>
              </a:spcBef>
              <a:spcAft>
                <a:spcPts val="0"/>
              </a:spcAft>
              <a:buClr>
                <a:srgbClr val="000000"/>
              </a:buClr>
              <a:buSzPts val="1000"/>
              <a:buNone/>
              <a:defRPr sz="1000">
                <a:solidFill>
                  <a:srgbClr val="000000"/>
                </a:solidFill>
              </a:defRPr>
            </a:lvl7pPr>
            <a:lvl8pPr lvl="7">
              <a:spcBef>
                <a:spcPts val="0"/>
              </a:spcBef>
              <a:spcAft>
                <a:spcPts val="0"/>
              </a:spcAft>
              <a:buClr>
                <a:srgbClr val="000000"/>
              </a:buClr>
              <a:buSzPts val="1000"/>
              <a:buNone/>
              <a:defRPr sz="1000">
                <a:solidFill>
                  <a:srgbClr val="000000"/>
                </a:solidFill>
              </a:defRPr>
            </a:lvl8pPr>
            <a:lvl9pPr lvl="8">
              <a:spcBef>
                <a:spcPts val="0"/>
              </a:spcBef>
              <a:spcAft>
                <a:spcPts val="0"/>
              </a:spcAft>
              <a:buClr>
                <a:srgbClr val="000000"/>
              </a:buClr>
              <a:buSzPts val="1000"/>
              <a:buNone/>
              <a:defRPr sz="1000">
                <a:solidFill>
                  <a:srgbClr val="000000"/>
                </a:solidFill>
              </a:defRPr>
            </a:lvl9pPr>
          </a:lstStyle>
          <a:p/>
        </p:txBody>
      </p:sp>
      <p:sp>
        <p:nvSpPr>
          <p:cNvPr id="4062" name="Google Shape;4062;p70"/>
          <p:cNvSpPr txBox="1"/>
          <p:nvPr>
            <p:ph idx="32" type="title"/>
          </p:nvPr>
        </p:nvSpPr>
        <p:spPr>
          <a:xfrm flipH="1">
            <a:off x="3208773" y="579550"/>
            <a:ext cx="6679800" cy="1692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000"/>
              <a:buNone/>
              <a:defRPr sz="1000">
                <a:solidFill>
                  <a:srgbClr val="000000"/>
                </a:solidFill>
              </a:defRPr>
            </a:lvl1pPr>
            <a:lvl2pPr lvl="1">
              <a:spcBef>
                <a:spcPts val="0"/>
              </a:spcBef>
              <a:spcAft>
                <a:spcPts val="0"/>
              </a:spcAft>
              <a:buClr>
                <a:srgbClr val="000000"/>
              </a:buClr>
              <a:buSzPts val="1000"/>
              <a:buNone/>
              <a:defRPr sz="1000">
                <a:solidFill>
                  <a:srgbClr val="000000"/>
                </a:solidFill>
              </a:defRPr>
            </a:lvl2pPr>
            <a:lvl3pPr lvl="2">
              <a:spcBef>
                <a:spcPts val="0"/>
              </a:spcBef>
              <a:spcAft>
                <a:spcPts val="0"/>
              </a:spcAft>
              <a:buClr>
                <a:srgbClr val="000000"/>
              </a:buClr>
              <a:buSzPts val="1000"/>
              <a:buNone/>
              <a:defRPr sz="1000">
                <a:solidFill>
                  <a:srgbClr val="000000"/>
                </a:solidFill>
              </a:defRPr>
            </a:lvl3pPr>
            <a:lvl4pPr lvl="3">
              <a:spcBef>
                <a:spcPts val="0"/>
              </a:spcBef>
              <a:spcAft>
                <a:spcPts val="0"/>
              </a:spcAft>
              <a:buClr>
                <a:srgbClr val="000000"/>
              </a:buClr>
              <a:buSzPts val="1000"/>
              <a:buNone/>
              <a:defRPr sz="1000">
                <a:solidFill>
                  <a:srgbClr val="000000"/>
                </a:solidFill>
              </a:defRPr>
            </a:lvl4pPr>
            <a:lvl5pPr lvl="4">
              <a:spcBef>
                <a:spcPts val="0"/>
              </a:spcBef>
              <a:spcAft>
                <a:spcPts val="0"/>
              </a:spcAft>
              <a:buClr>
                <a:srgbClr val="000000"/>
              </a:buClr>
              <a:buSzPts val="1000"/>
              <a:buNone/>
              <a:defRPr sz="1000">
                <a:solidFill>
                  <a:srgbClr val="000000"/>
                </a:solidFill>
              </a:defRPr>
            </a:lvl5pPr>
            <a:lvl6pPr lvl="5">
              <a:spcBef>
                <a:spcPts val="0"/>
              </a:spcBef>
              <a:spcAft>
                <a:spcPts val="0"/>
              </a:spcAft>
              <a:buClr>
                <a:srgbClr val="000000"/>
              </a:buClr>
              <a:buSzPts val="1000"/>
              <a:buNone/>
              <a:defRPr sz="1000">
                <a:solidFill>
                  <a:srgbClr val="000000"/>
                </a:solidFill>
              </a:defRPr>
            </a:lvl6pPr>
            <a:lvl7pPr lvl="6">
              <a:spcBef>
                <a:spcPts val="0"/>
              </a:spcBef>
              <a:spcAft>
                <a:spcPts val="0"/>
              </a:spcAft>
              <a:buClr>
                <a:srgbClr val="000000"/>
              </a:buClr>
              <a:buSzPts val="1000"/>
              <a:buNone/>
              <a:defRPr sz="1000">
                <a:solidFill>
                  <a:srgbClr val="000000"/>
                </a:solidFill>
              </a:defRPr>
            </a:lvl7pPr>
            <a:lvl8pPr lvl="7">
              <a:spcBef>
                <a:spcPts val="0"/>
              </a:spcBef>
              <a:spcAft>
                <a:spcPts val="0"/>
              </a:spcAft>
              <a:buClr>
                <a:srgbClr val="000000"/>
              </a:buClr>
              <a:buSzPts val="1000"/>
              <a:buNone/>
              <a:defRPr sz="1000">
                <a:solidFill>
                  <a:srgbClr val="000000"/>
                </a:solidFill>
              </a:defRPr>
            </a:lvl8pPr>
            <a:lvl9pPr lvl="8">
              <a:spcBef>
                <a:spcPts val="0"/>
              </a:spcBef>
              <a:spcAft>
                <a:spcPts val="0"/>
              </a:spcAft>
              <a:buClr>
                <a:srgbClr val="000000"/>
              </a:buClr>
              <a:buSzPts val="1000"/>
              <a:buNone/>
              <a:defRPr sz="1000">
                <a:solidFill>
                  <a:srgbClr val="000000"/>
                </a:solidFill>
              </a:defRPr>
            </a:lvl9pPr>
          </a:lstStyle>
          <a:p/>
        </p:txBody>
      </p:sp>
      <p:sp>
        <p:nvSpPr>
          <p:cNvPr id="4063" name="Google Shape;4063;p70"/>
          <p:cNvSpPr txBox="1"/>
          <p:nvPr>
            <p:ph idx="33" type="body"/>
          </p:nvPr>
        </p:nvSpPr>
        <p:spPr>
          <a:xfrm>
            <a:off x="641150" y="612125"/>
            <a:ext cx="1770300" cy="160500"/>
          </a:xfrm>
          <a:prstGeom prst="rect">
            <a:avLst/>
          </a:prstGeom>
          <a:noFill/>
          <a:ln>
            <a:noFill/>
          </a:ln>
        </p:spPr>
        <p:txBody>
          <a:bodyPr anchorCtr="0" anchor="t" bIns="0" lIns="0" spcFirstLastPara="1" rIns="0" wrap="square" tIns="0">
            <a:noAutofit/>
          </a:bodyPr>
          <a:lstStyle>
            <a:lvl1pPr indent="-292100" lvl="0" marL="457200" algn="ctr">
              <a:spcBef>
                <a:spcPts val="0"/>
              </a:spcBef>
              <a:spcAft>
                <a:spcPts val="0"/>
              </a:spcAft>
              <a:buClr>
                <a:srgbClr val="FFFFFF"/>
              </a:buClr>
              <a:buSzPts val="1000"/>
              <a:buChar char="●"/>
              <a:defRPr sz="1000">
                <a:solidFill>
                  <a:srgbClr val="FFFFFF"/>
                </a:solidFill>
              </a:defRPr>
            </a:lvl1pPr>
            <a:lvl2pPr indent="-292100" lvl="1" marL="914400" algn="ctr">
              <a:spcBef>
                <a:spcPts val="0"/>
              </a:spcBef>
              <a:spcAft>
                <a:spcPts val="0"/>
              </a:spcAft>
              <a:buClr>
                <a:srgbClr val="FFFFFF"/>
              </a:buClr>
              <a:buSzPts val="1000"/>
              <a:buChar char="○"/>
              <a:defRPr sz="1000">
                <a:solidFill>
                  <a:srgbClr val="FFFFFF"/>
                </a:solidFill>
              </a:defRPr>
            </a:lvl2pPr>
            <a:lvl3pPr indent="-292100" lvl="2" marL="1371600" algn="ctr">
              <a:spcBef>
                <a:spcPts val="0"/>
              </a:spcBef>
              <a:spcAft>
                <a:spcPts val="0"/>
              </a:spcAft>
              <a:buClr>
                <a:srgbClr val="FFFFFF"/>
              </a:buClr>
              <a:buSzPts val="1000"/>
              <a:buChar char="■"/>
              <a:defRPr sz="1000">
                <a:solidFill>
                  <a:srgbClr val="FFFFFF"/>
                </a:solidFill>
              </a:defRPr>
            </a:lvl3pPr>
            <a:lvl4pPr indent="-292100" lvl="3" marL="1828800" algn="ctr">
              <a:spcBef>
                <a:spcPts val="0"/>
              </a:spcBef>
              <a:spcAft>
                <a:spcPts val="0"/>
              </a:spcAft>
              <a:buClr>
                <a:srgbClr val="FFFFFF"/>
              </a:buClr>
              <a:buSzPts val="1000"/>
              <a:buChar char="●"/>
              <a:defRPr sz="1000">
                <a:solidFill>
                  <a:srgbClr val="FFFFFF"/>
                </a:solidFill>
              </a:defRPr>
            </a:lvl4pPr>
            <a:lvl5pPr indent="-292100" lvl="4" marL="2286000" algn="ctr">
              <a:spcBef>
                <a:spcPts val="0"/>
              </a:spcBef>
              <a:spcAft>
                <a:spcPts val="0"/>
              </a:spcAft>
              <a:buClr>
                <a:srgbClr val="FFFFFF"/>
              </a:buClr>
              <a:buSzPts val="1000"/>
              <a:buChar char="○"/>
              <a:defRPr sz="1000">
                <a:solidFill>
                  <a:srgbClr val="FFFFFF"/>
                </a:solidFill>
              </a:defRPr>
            </a:lvl5pPr>
            <a:lvl6pPr indent="-292100" lvl="5" marL="2743200" algn="ctr">
              <a:spcBef>
                <a:spcPts val="0"/>
              </a:spcBef>
              <a:spcAft>
                <a:spcPts val="0"/>
              </a:spcAft>
              <a:buClr>
                <a:srgbClr val="FFFFFF"/>
              </a:buClr>
              <a:buSzPts val="1000"/>
              <a:buChar char="■"/>
              <a:defRPr sz="1000">
                <a:solidFill>
                  <a:srgbClr val="FFFFFF"/>
                </a:solidFill>
              </a:defRPr>
            </a:lvl6pPr>
            <a:lvl7pPr indent="-292100" lvl="6" marL="3200400" algn="ctr">
              <a:spcBef>
                <a:spcPts val="0"/>
              </a:spcBef>
              <a:spcAft>
                <a:spcPts val="0"/>
              </a:spcAft>
              <a:buClr>
                <a:srgbClr val="FFFFFF"/>
              </a:buClr>
              <a:buSzPts val="1000"/>
              <a:buChar char="●"/>
              <a:defRPr sz="1000">
                <a:solidFill>
                  <a:srgbClr val="FFFFFF"/>
                </a:solidFill>
              </a:defRPr>
            </a:lvl7pPr>
            <a:lvl8pPr indent="-292100" lvl="7" marL="3657600" algn="ctr">
              <a:spcBef>
                <a:spcPts val="0"/>
              </a:spcBef>
              <a:spcAft>
                <a:spcPts val="0"/>
              </a:spcAft>
              <a:buClr>
                <a:srgbClr val="FFFFFF"/>
              </a:buClr>
              <a:buSzPts val="1000"/>
              <a:buChar char="○"/>
              <a:defRPr sz="1000">
                <a:solidFill>
                  <a:srgbClr val="FFFFFF"/>
                </a:solidFill>
              </a:defRPr>
            </a:lvl8pPr>
            <a:lvl9pPr indent="-292100" lvl="8" marL="4114800" algn="ctr">
              <a:spcBef>
                <a:spcPts val="0"/>
              </a:spcBef>
              <a:spcAft>
                <a:spcPts val="0"/>
              </a:spcAft>
              <a:buClr>
                <a:srgbClr val="FFFFFF"/>
              </a:buClr>
              <a:buSzPts val="1000"/>
              <a:buChar char="■"/>
              <a:defRPr sz="1000">
                <a:solidFill>
                  <a:srgbClr val="FFFFFF"/>
                </a:solidFill>
              </a:defRPr>
            </a:lvl9pPr>
          </a:lstStyle>
          <a:p/>
        </p:txBody>
      </p:sp>
      <p:sp>
        <p:nvSpPr>
          <p:cNvPr id="4064" name="Google Shape;4064;p70"/>
          <p:cNvSpPr txBox="1"/>
          <p:nvPr/>
        </p:nvSpPr>
        <p:spPr>
          <a:xfrm>
            <a:off x="84825" y="598125"/>
            <a:ext cx="595500" cy="205800"/>
          </a:xfrm>
          <a:prstGeom prst="rect">
            <a:avLst/>
          </a:prstGeom>
          <a:noFill/>
          <a:ln>
            <a:noFill/>
          </a:ln>
        </p:spPr>
        <p:txBody>
          <a:bodyPr anchorCtr="0" anchor="t" bIns="18000" lIns="18000" spcFirstLastPara="1" rIns="18000" wrap="square" tIns="18000">
            <a:spAutoFit/>
          </a:bodyPr>
          <a:lstStyle/>
          <a:p>
            <a:pPr indent="0" lvl="0" marL="0" rtl="0" algn="l">
              <a:spcBef>
                <a:spcPts val="0"/>
              </a:spcBef>
              <a:spcAft>
                <a:spcPts val="0"/>
              </a:spcAft>
              <a:buNone/>
            </a:pPr>
            <a:r>
              <a:rPr lang="es-419" sz="1100">
                <a:solidFill>
                  <a:srgbClr val="FFFFFF"/>
                </a:solidFill>
              </a:rPr>
              <a:t>Nombre:</a:t>
            </a:r>
            <a:endParaRPr sz="1100">
              <a:solidFill>
                <a:srgbClr val="FFFFFF"/>
              </a:solidFill>
            </a:endParaRPr>
          </a:p>
        </p:txBody>
      </p:sp>
    </p:spTree>
  </p:cSld>
  <p:clrMapOvr>
    <a:masterClrMapping/>
  </p:clrMapOvr>
</p:sldLayout>
</file>

<file path=ppt/slideLayouts/slideLayout6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5.3 Matriz de Trazabilidad de Requisitos">
  <p:cSld name="TITLE_3_6_1_1_1_1_1_1_1_1_1_1_1_1_1_1_1_1_1_1_1_1_1_1_1_1">
    <p:spTree>
      <p:nvGrpSpPr>
        <p:cNvPr id="4065" name="Shape 4065"/>
        <p:cNvGrpSpPr/>
        <p:nvPr/>
      </p:nvGrpSpPr>
      <p:grpSpPr>
        <a:xfrm>
          <a:off x="0" y="0"/>
          <a:ext cx="0" cy="0"/>
          <a:chOff x="0" y="0"/>
          <a:chExt cx="0" cy="0"/>
        </a:xfrm>
      </p:grpSpPr>
      <p:sp>
        <p:nvSpPr>
          <p:cNvPr id="4066" name="Google Shape;4066;p71"/>
          <p:cNvSpPr/>
          <p:nvPr/>
        </p:nvSpPr>
        <p:spPr>
          <a:xfrm>
            <a:off x="77688" y="358938"/>
            <a:ext cx="9935700" cy="6438000"/>
          </a:xfrm>
          <a:prstGeom prst="roundRect">
            <a:avLst>
              <a:gd fmla="val 2618" name="adj"/>
            </a:avLst>
          </a:prstGeom>
          <a:solidFill>
            <a:srgbClr val="FFFFFF"/>
          </a:solidFill>
          <a:ln cap="flat" cmpd="sng" w="38100">
            <a:solidFill>
              <a:srgbClr val="000000"/>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067" name="Google Shape;4067;p71"/>
          <p:cNvCxnSpPr/>
          <p:nvPr/>
        </p:nvCxnSpPr>
        <p:spPr>
          <a:xfrm>
            <a:off x="77688" y="772614"/>
            <a:ext cx="9935700" cy="0"/>
          </a:xfrm>
          <a:prstGeom prst="straightConnector1">
            <a:avLst/>
          </a:prstGeom>
          <a:noFill/>
          <a:ln cap="flat" cmpd="sng" w="19050">
            <a:solidFill>
              <a:srgbClr val="000000"/>
            </a:solidFill>
            <a:prstDash val="solid"/>
            <a:round/>
            <a:headEnd len="med" w="med" type="none"/>
            <a:tailEnd len="med" w="med" type="none"/>
          </a:ln>
        </p:spPr>
      </p:cxnSp>
      <p:cxnSp>
        <p:nvCxnSpPr>
          <p:cNvPr id="4068" name="Google Shape;4068;p71"/>
          <p:cNvCxnSpPr/>
          <p:nvPr/>
        </p:nvCxnSpPr>
        <p:spPr>
          <a:xfrm rot="10800000">
            <a:off x="2439038" y="368188"/>
            <a:ext cx="0" cy="402300"/>
          </a:xfrm>
          <a:prstGeom prst="straightConnector1">
            <a:avLst/>
          </a:prstGeom>
          <a:noFill/>
          <a:ln cap="flat" cmpd="sng" w="19050">
            <a:solidFill>
              <a:srgbClr val="000000"/>
            </a:solidFill>
            <a:prstDash val="solid"/>
            <a:round/>
            <a:headEnd len="med" w="med" type="none"/>
            <a:tailEnd len="med" w="med" type="none"/>
          </a:ln>
        </p:spPr>
      </p:cxnSp>
      <p:sp>
        <p:nvSpPr>
          <p:cNvPr id="4069" name="Google Shape;4069;p71"/>
          <p:cNvSpPr/>
          <p:nvPr/>
        </p:nvSpPr>
        <p:spPr>
          <a:xfrm>
            <a:off x="77688" y="349338"/>
            <a:ext cx="2361300" cy="421200"/>
          </a:xfrm>
          <a:prstGeom prst="roundRect">
            <a:avLst>
              <a:gd fmla="val 50000" name="adj"/>
            </a:avLst>
          </a:prstGeom>
          <a:solidFill>
            <a:srgbClr val="000000"/>
          </a:solidFill>
          <a:ln cap="flat" cmpd="sng" w="9525">
            <a:solidFill>
              <a:srgbClr val="000000"/>
            </a:solidFill>
            <a:prstDash val="solid"/>
            <a:round/>
            <a:headEnd len="sm" w="sm" type="none"/>
            <a:tailEnd len="sm" w="sm" type="none"/>
          </a:ln>
        </p:spPr>
        <p:txBody>
          <a:bodyPr anchorCtr="0" anchor="ctr" bIns="91425" lIns="0" spcFirstLastPara="1" rIns="0" wrap="square" tIns="91425">
            <a:noAutofit/>
          </a:bodyPr>
          <a:lstStyle/>
          <a:p>
            <a:pPr indent="0" lvl="0" marL="0" rtl="0" algn="ctr">
              <a:spcBef>
                <a:spcPts val="0"/>
              </a:spcBef>
              <a:spcAft>
                <a:spcPts val="0"/>
              </a:spcAft>
              <a:buNone/>
            </a:pPr>
            <a:r>
              <a:rPr b="1" lang="es-419" sz="1100">
                <a:solidFill>
                  <a:srgbClr val="FFFFFF"/>
                </a:solidFill>
              </a:rPr>
              <a:t>Matriz Trazabilidad de Requisitos</a:t>
            </a:r>
            <a:endParaRPr b="1" sz="1100">
              <a:solidFill>
                <a:srgbClr val="FFFFFF"/>
              </a:solidFill>
            </a:endParaRPr>
          </a:p>
          <a:p>
            <a:pPr indent="0" lvl="0" marL="0" rtl="0" algn="ctr">
              <a:spcBef>
                <a:spcPts val="0"/>
              </a:spcBef>
              <a:spcAft>
                <a:spcPts val="0"/>
              </a:spcAft>
              <a:buNone/>
            </a:pPr>
            <a:r>
              <a:t/>
            </a:r>
            <a:endParaRPr b="1" sz="1200">
              <a:solidFill>
                <a:srgbClr val="FFFFFF"/>
              </a:solidFill>
            </a:endParaRPr>
          </a:p>
        </p:txBody>
      </p:sp>
      <p:sp>
        <p:nvSpPr>
          <p:cNvPr id="4070" name="Google Shape;4070;p71"/>
          <p:cNvSpPr/>
          <p:nvPr/>
        </p:nvSpPr>
        <p:spPr>
          <a:xfrm>
            <a:off x="83988" y="595504"/>
            <a:ext cx="190200" cy="1692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1" name="Google Shape;4071;p71"/>
          <p:cNvSpPr/>
          <p:nvPr/>
        </p:nvSpPr>
        <p:spPr>
          <a:xfrm>
            <a:off x="2350598" y="358950"/>
            <a:ext cx="88500" cy="4023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2" name="Google Shape;4072;p71"/>
          <p:cNvSpPr/>
          <p:nvPr/>
        </p:nvSpPr>
        <p:spPr>
          <a:xfrm>
            <a:off x="2277739" y="663750"/>
            <a:ext cx="88500" cy="1089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073" name="Google Shape;4073;p71"/>
          <p:cNvGrpSpPr/>
          <p:nvPr/>
        </p:nvGrpSpPr>
        <p:grpSpPr>
          <a:xfrm>
            <a:off x="274200" y="2531911"/>
            <a:ext cx="9531600" cy="450095"/>
            <a:chOff x="274200" y="1663702"/>
            <a:chExt cx="9531600" cy="900550"/>
          </a:xfrm>
        </p:grpSpPr>
        <p:sp>
          <p:nvSpPr>
            <p:cNvPr id="4074" name="Google Shape;4074;p71"/>
            <p:cNvSpPr/>
            <p:nvPr/>
          </p:nvSpPr>
          <p:spPr>
            <a:xfrm>
              <a:off x="274200" y="1663702"/>
              <a:ext cx="9531600" cy="9000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600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t/>
              </a:r>
              <a:endParaRPr b="1" i="0" sz="1800" u="none" cap="none" strike="noStrike">
                <a:solidFill>
                  <a:srgbClr val="000000"/>
                </a:solidFill>
                <a:latin typeface="Roboto"/>
                <a:ea typeface="Roboto"/>
                <a:cs typeface="Roboto"/>
                <a:sym typeface="Roboto"/>
              </a:endParaRPr>
            </a:p>
          </p:txBody>
        </p:sp>
        <p:cxnSp>
          <p:nvCxnSpPr>
            <p:cNvPr id="4075" name="Google Shape;4075;p71"/>
            <p:cNvCxnSpPr/>
            <p:nvPr/>
          </p:nvCxnSpPr>
          <p:spPr>
            <a:xfrm>
              <a:off x="805925" y="1664552"/>
              <a:ext cx="0" cy="899700"/>
            </a:xfrm>
            <a:prstGeom prst="straightConnector1">
              <a:avLst/>
            </a:prstGeom>
            <a:noFill/>
            <a:ln cap="flat" cmpd="sng" w="28575">
              <a:solidFill>
                <a:srgbClr val="D9D9D9"/>
              </a:solidFill>
              <a:prstDash val="solid"/>
              <a:round/>
              <a:headEnd len="sm" w="sm" type="none"/>
              <a:tailEnd len="sm" w="sm" type="none"/>
            </a:ln>
          </p:spPr>
        </p:cxnSp>
        <p:cxnSp>
          <p:nvCxnSpPr>
            <p:cNvPr id="4076" name="Google Shape;4076;p71"/>
            <p:cNvCxnSpPr/>
            <p:nvPr/>
          </p:nvCxnSpPr>
          <p:spPr>
            <a:xfrm>
              <a:off x="2607089" y="1664552"/>
              <a:ext cx="0" cy="899700"/>
            </a:xfrm>
            <a:prstGeom prst="straightConnector1">
              <a:avLst/>
            </a:prstGeom>
            <a:noFill/>
            <a:ln cap="flat" cmpd="sng" w="28575">
              <a:solidFill>
                <a:srgbClr val="D9D9D9"/>
              </a:solidFill>
              <a:prstDash val="solid"/>
              <a:round/>
              <a:headEnd len="sm" w="sm" type="none"/>
              <a:tailEnd len="sm" w="sm" type="none"/>
            </a:ln>
          </p:spPr>
        </p:cxnSp>
        <p:cxnSp>
          <p:nvCxnSpPr>
            <p:cNvPr id="4077" name="Google Shape;4077;p71"/>
            <p:cNvCxnSpPr/>
            <p:nvPr/>
          </p:nvCxnSpPr>
          <p:spPr>
            <a:xfrm>
              <a:off x="6232786" y="1664552"/>
              <a:ext cx="0" cy="899700"/>
            </a:xfrm>
            <a:prstGeom prst="straightConnector1">
              <a:avLst/>
            </a:prstGeom>
            <a:noFill/>
            <a:ln cap="flat" cmpd="sng" w="28575">
              <a:solidFill>
                <a:srgbClr val="B7B7B7"/>
              </a:solidFill>
              <a:prstDash val="solid"/>
              <a:round/>
              <a:headEnd len="sm" w="sm" type="none"/>
              <a:tailEnd len="sm" w="sm" type="none"/>
            </a:ln>
          </p:spPr>
        </p:cxnSp>
        <p:cxnSp>
          <p:nvCxnSpPr>
            <p:cNvPr id="4078" name="Google Shape;4078;p71"/>
            <p:cNvCxnSpPr/>
            <p:nvPr/>
          </p:nvCxnSpPr>
          <p:spPr>
            <a:xfrm>
              <a:off x="6237052" y="1664552"/>
              <a:ext cx="0" cy="899700"/>
            </a:xfrm>
            <a:prstGeom prst="straightConnector1">
              <a:avLst/>
            </a:prstGeom>
            <a:noFill/>
            <a:ln cap="flat" cmpd="sng" w="28575">
              <a:solidFill>
                <a:srgbClr val="D9D9D9"/>
              </a:solidFill>
              <a:prstDash val="solid"/>
              <a:round/>
              <a:headEnd len="sm" w="sm" type="none"/>
              <a:tailEnd len="sm" w="sm" type="none"/>
            </a:ln>
          </p:spPr>
        </p:cxnSp>
        <p:sp>
          <p:nvSpPr>
            <p:cNvPr id="4079" name="Google Shape;4079;p71"/>
            <p:cNvSpPr/>
            <p:nvPr/>
          </p:nvSpPr>
          <p:spPr>
            <a:xfrm>
              <a:off x="2627453" y="1670377"/>
              <a:ext cx="3605400" cy="893400"/>
            </a:xfrm>
            <a:prstGeom prst="rect">
              <a:avLst/>
            </a:prstGeom>
            <a:solidFill>
              <a:srgbClr val="D9EAD3"/>
            </a:solidFill>
            <a:ln cap="flat" cmpd="sng" w="9525">
              <a:solidFill>
                <a:srgbClr val="D9EA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80" name="Google Shape;4080;p71"/>
          <p:cNvGrpSpPr/>
          <p:nvPr/>
        </p:nvGrpSpPr>
        <p:grpSpPr>
          <a:xfrm>
            <a:off x="274200" y="3051279"/>
            <a:ext cx="9531600" cy="450095"/>
            <a:chOff x="274200" y="1663702"/>
            <a:chExt cx="9531600" cy="900550"/>
          </a:xfrm>
        </p:grpSpPr>
        <p:sp>
          <p:nvSpPr>
            <p:cNvPr id="4081" name="Google Shape;4081;p71"/>
            <p:cNvSpPr/>
            <p:nvPr/>
          </p:nvSpPr>
          <p:spPr>
            <a:xfrm>
              <a:off x="274200" y="1663702"/>
              <a:ext cx="9531600" cy="9000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600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t/>
              </a:r>
              <a:endParaRPr b="1" i="0" sz="1800" u="none" cap="none" strike="noStrike">
                <a:solidFill>
                  <a:srgbClr val="000000"/>
                </a:solidFill>
                <a:latin typeface="Roboto"/>
                <a:ea typeface="Roboto"/>
                <a:cs typeface="Roboto"/>
                <a:sym typeface="Roboto"/>
              </a:endParaRPr>
            </a:p>
          </p:txBody>
        </p:sp>
        <p:cxnSp>
          <p:nvCxnSpPr>
            <p:cNvPr id="4082" name="Google Shape;4082;p71"/>
            <p:cNvCxnSpPr/>
            <p:nvPr/>
          </p:nvCxnSpPr>
          <p:spPr>
            <a:xfrm>
              <a:off x="805925" y="1664552"/>
              <a:ext cx="0" cy="899700"/>
            </a:xfrm>
            <a:prstGeom prst="straightConnector1">
              <a:avLst/>
            </a:prstGeom>
            <a:noFill/>
            <a:ln cap="flat" cmpd="sng" w="28575">
              <a:solidFill>
                <a:srgbClr val="D9D9D9"/>
              </a:solidFill>
              <a:prstDash val="solid"/>
              <a:round/>
              <a:headEnd len="sm" w="sm" type="none"/>
              <a:tailEnd len="sm" w="sm" type="none"/>
            </a:ln>
          </p:spPr>
        </p:cxnSp>
        <p:cxnSp>
          <p:nvCxnSpPr>
            <p:cNvPr id="4083" name="Google Shape;4083;p71"/>
            <p:cNvCxnSpPr/>
            <p:nvPr/>
          </p:nvCxnSpPr>
          <p:spPr>
            <a:xfrm>
              <a:off x="2607089" y="1664552"/>
              <a:ext cx="0" cy="899700"/>
            </a:xfrm>
            <a:prstGeom prst="straightConnector1">
              <a:avLst/>
            </a:prstGeom>
            <a:noFill/>
            <a:ln cap="flat" cmpd="sng" w="28575">
              <a:solidFill>
                <a:srgbClr val="D9D9D9"/>
              </a:solidFill>
              <a:prstDash val="solid"/>
              <a:round/>
              <a:headEnd len="sm" w="sm" type="none"/>
              <a:tailEnd len="sm" w="sm" type="none"/>
            </a:ln>
          </p:spPr>
        </p:cxnSp>
        <p:cxnSp>
          <p:nvCxnSpPr>
            <p:cNvPr id="4084" name="Google Shape;4084;p71"/>
            <p:cNvCxnSpPr/>
            <p:nvPr/>
          </p:nvCxnSpPr>
          <p:spPr>
            <a:xfrm>
              <a:off x="6237052" y="1664552"/>
              <a:ext cx="0" cy="899700"/>
            </a:xfrm>
            <a:prstGeom prst="straightConnector1">
              <a:avLst/>
            </a:prstGeom>
            <a:noFill/>
            <a:ln cap="flat" cmpd="sng" w="28575">
              <a:solidFill>
                <a:srgbClr val="D9D9D9"/>
              </a:solidFill>
              <a:prstDash val="solid"/>
              <a:round/>
              <a:headEnd len="sm" w="sm" type="none"/>
              <a:tailEnd len="sm" w="sm" type="none"/>
            </a:ln>
          </p:spPr>
        </p:cxnSp>
        <p:sp>
          <p:nvSpPr>
            <p:cNvPr id="4085" name="Google Shape;4085;p71"/>
            <p:cNvSpPr/>
            <p:nvPr/>
          </p:nvSpPr>
          <p:spPr>
            <a:xfrm>
              <a:off x="2627453" y="1670377"/>
              <a:ext cx="3609600" cy="893400"/>
            </a:xfrm>
            <a:prstGeom prst="rect">
              <a:avLst/>
            </a:prstGeom>
            <a:solidFill>
              <a:srgbClr val="D9EAD3"/>
            </a:solidFill>
            <a:ln cap="flat" cmpd="sng" w="9525">
              <a:solidFill>
                <a:srgbClr val="D9EA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86" name="Google Shape;4086;p71"/>
          <p:cNvGrpSpPr/>
          <p:nvPr/>
        </p:nvGrpSpPr>
        <p:grpSpPr>
          <a:xfrm>
            <a:off x="274200" y="3570647"/>
            <a:ext cx="9531600" cy="450095"/>
            <a:chOff x="274200" y="1663702"/>
            <a:chExt cx="9531600" cy="900550"/>
          </a:xfrm>
        </p:grpSpPr>
        <p:sp>
          <p:nvSpPr>
            <p:cNvPr id="4087" name="Google Shape;4087;p71"/>
            <p:cNvSpPr/>
            <p:nvPr/>
          </p:nvSpPr>
          <p:spPr>
            <a:xfrm>
              <a:off x="274200" y="1663702"/>
              <a:ext cx="9531600" cy="9000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600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t/>
              </a:r>
              <a:endParaRPr b="1" i="0" sz="1800" u="none" cap="none" strike="noStrike">
                <a:solidFill>
                  <a:srgbClr val="000000"/>
                </a:solidFill>
                <a:latin typeface="Roboto"/>
                <a:ea typeface="Roboto"/>
                <a:cs typeface="Roboto"/>
                <a:sym typeface="Roboto"/>
              </a:endParaRPr>
            </a:p>
          </p:txBody>
        </p:sp>
        <p:cxnSp>
          <p:nvCxnSpPr>
            <p:cNvPr id="4088" name="Google Shape;4088;p71"/>
            <p:cNvCxnSpPr/>
            <p:nvPr/>
          </p:nvCxnSpPr>
          <p:spPr>
            <a:xfrm>
              <a:off x="805925" y="1664552"/>
              <a:ext cx="0" cy="899700"/>
            </a:xfrm>
            <a:prstGeom prst="straightConnector1">
              <a:avLst/>
            </a:prstGeom>
            <a:noFill/>
            <a:ln cap="flat" cmpd="sng" w="28575">
              <a:solidFill>
                <a:srgbClr val="D9D9D9"/>
              </a:solidFill>
              <a:prstDash val="solid"/>
              <a:round/>
              <a:headEnd len="sm" w="sm" type="none"/>
              <a:tailEnd len="sm" w="sm" type="none"/>
            </a:ln>
          </p:spPr>
        </p:cxnSp>
        <p:cxnSp>
          <p:nvCxnSpPr>
            <p:cNvPr id="4089" name="Google Shape;4089;p71"/>
            <p:cNvCxnSpPr/>
            <p:nvPr/>
          </p:nvCxnSpPr>
          <p:spPr>
            <a:xfrm>
              <a:off x="2607089" y="1664552"/>
              <a:ext cx="0" cy="899700"/>
            </a:xfrm>
            <a:prstGeom prst="straightConnector1">
              <a:avLst/>
            </a:prstGeom>
            <a:noFill/>
            <a:ln cap="flat" cmpd="sng" w="28575">
              <a:solidFill>
                <a:srgbClr val="D9D9D9"/>
              </a:solidFill>
              <a:prstDash val="solid"/>
              <a:round/>
              <a:headEnd len="sm" w="sm" type="none"/>
              <a:tailEnd len="sm" w="sm" type="none"/>
            </a:ln>
          </p:spPr>
        </p:cxnSp>
        <p:cxnSp>
          <p:nvCxnSpPr>
            <p:cNvPr id="4090" name="Google Shape;4090;p71"/>
            <p:cNvCxnSpPr/>
            <p:nvPr/>
          </p:nvCxnSpPr>
          <p:spPr>
            <a:xfrm>
              <a:off x="6237052" y="1664552"/>
              <a:ext cx="0" cy="899700"/>
            </a:xfrm>
            <a:prstGeom prst="straightConnector1">
              <a:avLst/>
            </a:prstGeom>
            <a:noFill/>
            <a:ln cap="flat" cmpd="sng" w="28575">
              <a:solidFill>
                <a:srgbClr val="D9D9D9"/>
              </a:solidFill>
              <a:prstDash val="solid"/>
              <a:round/>
              <a:headEnd len="sm" w="sm" type="none"/>
              <a:tailEnd len="sm" w="sm" type="none"/>
            </a:ln>
          </p:spPr>
        </p:cxnSp>
        <p:sp>
          <p:nvSpPr>
            <p:cNvPr id="4091" name="Google Shape;4091;p71"/>
            <p:cNvSpPr/>
            <p:nvPr/>
          </p:nvSpPr>
          <p:spPr>
            <a:xfrm>
              <a:off x="2627450" y="1670377"/>
              <a:ext cx="3609600" cy="893400"/>
            </a:xfrm>
            <a:prstGeom prst="rect">
              <a:avLst/>
            </a:prstGeom>
            <a:solidFill>
              <a:srgbClr val="D9EAD3"/>
            </a:solidFill>
            <a:ln cap="flat" cmpd="sng" w="9525">
              <a:solidFill>
                <a:srgbClr val="D9EA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92" name="Google Shape;4092;p71"/>
          <p:cNvGrpSpPr/>
          <p:nvPr/>
        </p:nvGrpSpPr>
        <p:grpSpPr>
          <a:xfrm>
            <a:off x="862687" y="878859"/>
            <a:ext cx="8887750" cy="450264"/>
            <a:chOff x="862675" y="878900"/>
            <a:chExt cx="8887750" cy="605275"/>
          </a:xfrm>
        </p:grpSpPr>
        <p:sp>
          <p:nvSpPr>
            <p:cNvPr id="4093" name="Google Shape;4093;p71"/>
            <p:cNvSpPr/>
            <p:nvPr/>
          </p:nvSpPr>
          <p:spPr>
            <a:xfrm>
              <a:off x="2632732" y="878900"/>
              <a:ext cx="3567300" cy="596400"/>
            </a:xfrm>
            <a:prstGeom prst="roundRect">
              <a:avLst>
                <a:gd fmla="val 16667" name="adj"/>
              </a:avLst>
            </a:prstGeom>
            <a:solidFill>
              <a:srgbClr val="D9EAD3"/>
            </a:solidFill>
            <a:ln>
              <a:noFill/>
            </a:ln>
            <a:effectLst>
              <a:outerShdw blurRad="57150" rotWithShape="0" algn="bl" dir="5400000" dist="19050">
                <a:srgbClr val="000000">
                  <a:alpha val="49800"/>
                </a:srgbClr>
              </a:outerShdw>
            </a:effectLst>
          </p:spPr>
          <p:txBody>
            <a:bodyPr anchorCtr="0" anchor="ctr" bIns="36000" lIns="0" spcFirstLastPara="1" rIns="0" wrap="square" tIns="36000">
              <a:noAutofit/>
            </a:bodyPr>
            <a:lstStyle/>
            <a:p>
              <a:pPr indent="0" lvl="0" marL="0" rtl="0" algn="ctr">
                <a:spcBef>
                  <a:spcPts val="0"/>
                </a:spcBef>
                <a:spcAft>
                  <a:spcPts val="0"/>
                </a:spcAft>
                <a:buClr>
                  <a:schemeClr val="dk1"/>
                </a:buClr>
                <a:buSzPts val="1100"/>
                <a:buFont typeface="Arial"/>
                <a:buNone/>
              </a:pPr>
              <a:r>
                <a:rPr b="1" lang="es-419" sz="1200">
                  <a:solidFill>
                    <a:schemeClr val="dk1"/>
                  </a:solidFill>
                  <a:latin typeface="Arvo"/>
                  <a:ea typeface="Arvo"/>
                  <a:cs typeface="Arvo"/>
                  <a:sym typeface="Arvo"/>
                </a:rPr>
                <a:t>Proceso de Negocio</a:t>
              </a:r>
              <a:endParaRPr b="1" sz="1200">
                <a:solidFill>
                  <a:schemeClr val="dk1"/>
                </a:solidFill>
                <a:latin typeface="Arvo"/>
                <a:ea typeface="Arvo"/>
                <a:cs typeface="Arvo"/>
                <a:sym typeface="Arvo"/>
              </a:endParaRPr>
            </a:p>
          </p:txBody>
        </p:sp>
        <p:sp>
          <p:nvSpPr>
            <p:cNvPr id="4094" name="Google Shape;4094;p71"/>
            <p:cNvSpPr/>
            <p:nvPr/>
          </p:nvSpPr>
          <p:spPr>
            <a:xfrm>
              <a:off x="6275525" y="878900"/>
              <a:ext cx="3474900" cy="596400"/>
            </a:xfrm>
            <a:prstGeom prst="roundRect">
              <a:avLst>
                <a:gd fmla="val 16667" name="adj"/>
              </a:avLst>
            </a:prstGeom>
            <a:solidFill>
              <a:srgbClr val="F4CCCC"/>
            </a:solidFill>
            <a:ln>
              <a:noFill/>
            </a:ln>
            <a:effectLst>
              <a:outerShdw blurRad="57150" rotWithShape="0" algn="bl" dir="5400000" dist="19050">
                <a:srgbClr val="000000">
                  <a:alpha val="49800"/>
                </a:srgbClr>
              </a:outerShdw>
            </a:effectLst>
          </p:spPr>
          <p:txBody>
            <a:bodyPr anchorCtr="0" anchor="ctr" bIns="36000" lIns="0" spcFirstLastPara="1" rIns="0" wrap="square" tIns="36000">
              <a:noAutofit/>
            </a:bodyPr>
            <a:lstStyle/>
            <a:p>
              <a:pPr indent="0" lvl="0" marL="0" rtl="0" algn="ctr">
                <a:spcBef>
                  <a:spcPts val="0"/>
                </a:spcBef>
                <a:spcAft>
                  <a:spcPts val="0"/>
                </a:spcAft>
                <a:buClr>
                  <a:schemeClr val="dk1"/>
                </a:buClr>
                <a:buSzPts val="1100"/>
                <a:buFont typeface="Arial"/>
                <a:buNone/>
              </a:pPr>
              <a:r>
                <a:rPr b="1" lang="es-419" sz="1200">
                  <a:solidFill>
                    <a:schemeClr val="dk1"/>
                  </a:solidFill>
                  <a:latin typeface="Arvo"/>
                  <a:ea typeface="Arvo"/>
                  <a:cs typeface="Arvo"/>
                  <a:sym typeface="Arvo"/>
                </a:rPr>
                <a:t>CUS Relacionado</a:t>
              </a:r>
              <a:endParaRPr b="1" sz="1200">
                <a:latin typeface="Arvo"/>
                <a:ea typeface="Arvo"/>
                <a:cs typeface="Arvo"/>
                <a:sym typeface="Arvo"/>
              </a:endParaRPr>
            </a:p>
          </p:txBody>
        </p:sp>
        <p:sp>
          <p:nvSpPr>
            <p:cNvPr id="4095" name="Google Shape;4095;p71"/>
            <p:cNvSpPr/>
            <p:nvPr/>
          </p:nvSpPr>
          <p:spPr>
            <a:xfrm>
              <a:off x="862675" y="887775"/>
              <a:ext cx="1686900" cy="596400"/>
            </a:xfrm>
            <a:prstGeom prst="roundRect">
              <a:avLst>
                <a:gd fmla="val 16667" name="adj"/>
              </a:avLst>
            </a:prstGeom>
            <a:solidFill>
              <a:srgbClr val="FFF2CC"/>
            </a:solidFill>
            <a:ln>
              <a:noFill/>
            </a:ln>
            <a:effectLst>
              <a:outerShdw blurRad="57150" rotWithShape="0" algn="bl" dir="5400000" dist="19050">
                <a:srgbClr val="000000">
                  <a:alpha val="49800"/>
                </a:srgbClr>
              </a:outerShdw>
            </a:effectLst>
          </p:spPr>
          <p:txBody>
            <a:bodyPr anchorCtr="0" anchor="ctr" bIns="36000" lIns="0" spcFirstLastPara="1" rIns="0" wrap="square" tIns="36000">
              <a:noAutofit/>
            </a:bodyPr>
            <a:lstStyle/>
            <a:p>
              <a:pPr indent="0" lvl="0" marL="0" rtl="0" algn="ctr">
                <a:spcBef>
                  <a:spcPts val="0"/>
                </a:spcBef>
                <a:spcAft>
                  <a:spcPts val="0"/>
                </a:spcAft>
                <a:buClr>
                  <a:schemeClr val="dk1"/>
                </a:buClr>
                <a:buSzPts val="1100"/>
                <a:buFont typeface="Arial"/>
                <a:buNone/>
              </a:pPr>
              <a:r>
                <a:rPr b="1" lang="es-419" sz="1200">
                  <a:solidFill>
                    <a:schemeClr val="dk1"/>
                  </a:solidFill>
                  <a:latin typeface="Arvo"/>
                  <a:ea typeface="Arvo"/>
                  <a:cs typeface="Arvo"/>
                  <a:sym typeface="Arvo"/>
                </a:rPr>
                <a:t>Requisito</a:t>
              </a:r>
              <a:endParaRPr b="1" sz="1200">
                <a:latin typeface="Arvo"/>
                <a:ea typeface="Arvo"/>
                <a:cs typeface="Arvo"/>
                <a:sym typeface="Arvo"/>
              </a:endParaRPr>
            </a:p>
          </p:txBody>
        </p:sp>
      </p:grpSp>
      <p:grpSp>
        <p:nvGrpSpPr>
          <p:cNvPr id="4096" name="Google Shape;4096;p71"/>
          <p:cNvGrpSpPr/>
          <p:nvPr/>
        </p:nvGrpSpPr>
        <p:grpSpPr>
          <a:xfrm>
            <a:off x="274200" y="1493181"/>
            <a:ext cx="9531600" cy="450095"/>
            <a:chOff x="274200" y="1663702"/>
            <a:chExt cx="9531600" cy="900550"/>
          </a:xfrm>
        </p:grpSpPr>
        <p:sp>
          <p:nvSpPr>
            <p:cNvPr id="4097" name="Google Shape;4097;p71"/>
            <p:cNvSpPr/>
            <p:nvPr/>
          </p:nvSpPr>
          <p:spPr>
            <a:xfrm>
              <a:off x="274200" y="1663702"/>
              <a:ext cx="9531600" cy="9000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600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t/>
              </a:r>
              <a:endParaRPr b="1" i="0" sz="1800" u="none" cap="none" strike="noStrike">
                <a:solidFill>
                  <a:srgbClr val="000000"/>
                </a:solidFill>
                <a:latin typeface="Roboto"/>
                <a:ea typeface="Roboto"/>
                <a:cs typeface="Roboto"/>
                <a:sym typeface="Roboto"/>
              </a:endParaRPr>
            </a:p>
          </p:txBody>
        </p:sp>
        <p:cxnSp>
          <p:nvCxnSpPr>
            <p:cNvPr id="4098" name="Google Shape;4098;p71"/>
            <p:cNvCxnSpPr/>
            <p:nvPr/>
          </p:nvCxnSpPr>
          <p:spPr>
            <a:xfrm>
              <a:off x="805925" y="1664552"/>
              <a:ext cx="0" cy="899700"/>
            </a:xfrm>
            <a:prstGeom prst="straightConnector1">
              <a:avLst/>
            </a:prstGeom>
            <a:noFill/>
            <a:ln cap="flat" cmpd="sng" w="28575">
              <a:solidFill>
                <a:srgbClr val="D9D9D9"/>
              </a:solidFill>
              <a:prstDash val="solid"/>
              <a:round/>
              <a:headEnd len="sm" w="sm" type="none"/>
              <a:tailEnd len="sm" w="sm" type="none"/>
            </a:ln>
          </p:spPr>
        </p:cxnSp>
        <p:cxnSp>
          <p:nvCxnSpPr>
            <p:cNvPr id="4099" name="Google Shape;4099;p71"/>
            <p:cNvCxnSpPr/>
            <p:nvPr/>
          </p:nvCxnSpPr>
          <p:spPr>
            <a:xfrm>
              <a:off x="2607089" y="1664552"/>
              <a:ext cx="0" cy="899700"/>
            </a:xfrm>
            <a:prstGeom prst="straightConnector1">
              <a:avLst/>
            </a:prstGeom>
            <a:noFill/>
            <a:ln cap="flat" cmpd="sng" w="28575">
              <a:solidFill>
                <a:srgbClr val="D9D9D9"/>
              </a:solidFill>
              <a:prstDash val="solid"/>
              <a:round/>
              <a:headEnd len="sm" w="sm" type="none"/>
              <a:tailEnd len="sm" w="sm" type="none"/>
            </a:ln>
          </p:spPr>
        </p:cxnSp>
        <p:cxnSp>
          <p:nvCxnSpPr>
            <p:cNvPr id="4100" name="Google Shape;4100;p71"/>
            <p:cNvCxnSpPr/>
            <p:nvPr/>
          </p:nvCxnSpPr>
          <p:spPr>
            <a:xfrm>
              <a:off x="6237052" y="1664552"/>
              <a:ext cx="0" cy="899700"/>
            </a:xfrm>
            <a:prstGeom prst="straightConnector1">
              <a:avLst/>
            </a:prstGeom>
            <a:noFill/>
            <a:ln cap="flat" cmpd="sng" w="28575">
              <a:solidFill>
                <a:srgbClr val="D9D9D9"/>
              </a:solidFill>
              <a:prstDash val="solid"/>
              <a:round/>
              <a:headEnd len="sm" w="sm" type="none"/>
              <a:tailEnd len="sm" w="sm" type="none"/>
            </a:ln>
          </p:spPr>
        </p:cxnSp>
        <p:sp>
          <p:nvSpPr>
            <p:cNvPr id="4101" name="Google Shape;4101;p71"/>
            <p:cNvSpPr/>
            <p:nvPr/>
          </p:nvSpPr>
          <p:spPr>
            <a:xfrm>
              <a:off x="2627453" y="1670366"/>
              <a:ext cx="3609600" cy="893400"/>
            </a:xfrm>
            <a:prstGeom prst="rect">
              <a:avLst/>
            </a:prstGeom>
            <a:solidFill>
              <a:srgbClr val="D9EAD3"/>
            </a:solidFill>
            <a:ln cap="flat" cmpd="sng" w="9525">
              <a:solidFill>
                <a:srgbClr val="D9EA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02" name="Google Shape;4102;p71"/>
          <p:cNvGrpSpPr/>
          <p:nvPr/>
        </p:nvGrpSpPr>
        <p:grpSpPr>
          <a:xfrm>
            <a:off x="274200" y="2012543"/>
            <a:ext cx="9531600" cy="450095"/>
            <a:chOff x="274200" y="1663702"/>
            <a:chExt cx="9531600" cy="900550"/>
          </a:xfrm>
        </p:grpSpPr>
        <p:sp>
          <p:nvSpPr>
            <p:cNvPr id="4103" name="Google Shape;4103;p71"/>
            <p:cNvSpPr/>
            <p:nvPr/>
          </p:nvSpPr>
          <p:spPr>
            <a:xfrm>
              <a:off x="274200" y="1663702"/>
              <a:ext cx="9531600" cy="9000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600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t/>
              </a:r>
              <a:endParaRPr b="1" i="0" sz="1800" u="none" cap="none" strike="noStrike">
                <a:solidFill>
                  <a:srgbClr val="000000"/>
                </a:solidFill>
                <a:latin typeface="Roboto"/>
                <a:ea typeface="Roboto"/>
                <a:cs typeface="Roboto"/>
                <a:sym typeface="Roboto"/>
              </a:endParaRPr>
            </a:p>
          </p:txBody>
        </p:sp>
        <p:cxnSp>
          <p:nvCxnSpPr>
            <p:cNvPr id="4104" name="Google Shape;4104;p71"/>
            <p:cNvCxnSpPr/>
            <p:nvPr/>
          </p:nvCxnSpPr>
          <p:spPr>
            <a:xfrm>
              <a:off x="805925" y="1664552"/>
              <a:ext cx="0" cy="899700"/>
            </a:xfrm>
            <a:prstGeom prst="straightConnector1">
              <a:avLst/>
            </a:prstGeom>
            <a:noFill/>
            <a:ln cap="flat" cmpd="sng" w="28575">
              <a:solidFill>
                <a:srgbClr val="D9D9D9"/>
              </a:solidFill>
              <a:prstDash val="solid"/>
              <a:round/>
              <a:headEnd len="sm" w="sm" type="none"/>
              <a:tailEnd len="sm" w="sm" type="none"/>
            </a:ln>
          </p:spPr>
        </p:cxnSp>
        <p:cxnSp>
          <p:nvCxnSpPr>
            <p:cNvPr id="4105" name="Google Shape;4105;p71"/>
            <p:cNvCxnSpPr/>
            <p:nvPr/>
          </p:nvCxnSpPr>
          <p:spPr>
            <a:xfrm>
              <a:off x="2607089" y="1664552"/>
              <a:ext cx="0" cy="899700"/>
            </a:xfrm>
            <a:prstGeom prst="straightConnector1">
              <a:avLst/>
            </a:prstGeom>
            <a:noFill/>
            <a:ln cap="flat" cmpd="sng" w="28575">
              <a:solidFill>
                <a:srgbClr val="D9D9D9"/>
              </a:solidFill>
              <a:prstDash val="solid"/>
              <a:round/>
              <a:headEnd len="sm" w="sm" type="none"/>
              <a:tailEnd len="sm" w="sm" type="none"/>
            </a:ln>
          </p:spPr>
        </p:cxnSp>
        <p:sp>
          <p:nvSpPr>
            <p:cNvPr id="4106" name="Google Shape;4106;p71"/>
            <p:cNvSpPr/>
            <p:nvPr/>
          </p:nvSpPr>
          <p:spPr>
            <a:xfrm>
              <a:off x="2627453" y="1670377"/>
              <a:ext cx="3609600" cy="893400"/>
            </a:xfrm>
            <a:prstGeom prst="rect">
              <a:avLst/>
            </a:prstGeom>
            <a:solidFill>
              <a:srgbClr val="D9EAD3"/>
            </a:solidFill>
            <a:ln cap="flat" cmpd="sng" w="9525">
              <a:solidFill>
                <a:srgbClr val="D9EA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cxnSp>
        <p:nvCxnSpPr>
          <p:cNvPr id="4107" name="Google Shape;4107;p71"/>
          <p:cNvCxnSpPr/>
          <p:nvPr/>
        </p:nvCxnSpPr>
        <p:spPr>
          <a:xfrm>
            <a:off x="6237052" y="2014170"/>
            <a:ext cx="0" cy="449400"/>
          </a:xfrm>
          <a:prstGeom prst="straightConnector1">
            <a:avLst/>
          </a:prstGeom>
          <a:noFill/>
          <a:ln cap="flat" cmpd="sng" w="28575">
            <a:solidFill>
              <a:srgbClr val="D9D9D9"/>
            </a:solidFill>
            <a:prstDash val="solid"/>
            <a:round/>
            <a:headEnd len="sm" w="sm" type="none"/>
            <a:tailEnd len="sm" w="sm" type="none"/>
          </a:ln>
        </p:spPr>
      </p:cxnSp>
      <p:sp>
        <p:nvSpPr>
          <p:cNvPr id="4108" name="Google Shape;4108;p71"/>
          <p:cNvSpPr/>
          <p:nvPr/>
        </p:nvSpPr>
        <p:spPr>
          <a:xfrm>
            <a:off x="276375" y="885510"/>
            <a:ext cx="484200" cy="443700"/>
          </a:xfrm>
          <a:prstGeom prst="roundRect">
            <a:avLst>
              <a:gd fmla="val 16667" name="adj"/>
            </a:avLst>
          </a:prstGeom>
          <a:solidFill>
            <a:srgbClr val="F3F3F3"/>
          </a:solidFill>
          <a:ln>
            <a:noFill/>
          </a:ln>
          <a:effectLst>
            <a:outerShdw blurRad="57150" rotWithShape="0" algn="bl" dir="5400000" dist="19050">
              <a:srgbClr val="000000">
                <a:alpha val="49800"/>
              </a:srgbClr>
            </a:outerShdw>
          </a:effectLst>
        </p:spPr>
        <p:txBody>
          <a:bodyPr anchorCtr="0" anchor="ctr" bIns="36000" lIns="0" spcFirstLastPara="1" rIns="0" wrap="square" tIns="36000">
            <a:noAutofit/>
          </a:bodyPr>
          <a:lstStyle/>
          <a:p>
            <a:pPr indent="0" lvl="0" marL="0" marR="0" rtl="0" algn="ctr">
              <a:lnSpc>
                <a:spcPct val="100000"/>
              </a:lnSpc>
              <a:spcBef>
                <a:spcPts val="0"/>
              </a:spcBef>
              <a:spcAft>
                <a:spcPts val="0"/>
              </a:spcAft>
              <a:buClr>
                <a:srgbClr val="000000"/>
              </a:buClr>
              <a:buSzPts val="1100"/>
              <a:buFont typeface="Arial"/>
              <a:buNone/>
            </a:pPr>
            <a:r>
              <a:rPr b="1" lang="es-419" sz="1200">
                <a:latin typeface="Arvo"/>
                <a:ea typeface="Arvo"/>
                <a:cs typeface="Arvo"/>
                <a:sym typeface="Arvo"/>
              </a:rPr>
              <a:t>#</a:t>
            </a:r>
            <a:endParaRPr b="1" i="0" sz="1200" u="none" cap="none" strike="noStrike">
              <a:solidFill>
                <a:srgbClr val="000000"/>
              </a:solidFill>
              <a:latin typeface="Arvo"/>
              <a:ea typeface="Arvo"/>
              <a:cs typeface="Arvo"/>
              <a:sym typeface="Arvo"/>
            </a:endParaRPr>
          </a:p>
        </p:txBody>
      </p:sp>
      <p:sp>
        <p:nvSpPr>
          <p:cNvPr id="4109" name="Google Shape;4109;p71"/>
          <p:cNvSpPr txBox="1"/>
          <p:nvPr>
            <p:ph idx="1" type="subTitle"/>
          </p:nvPr>
        </p:nvSpPr>
        <p:spPr>
          <a:xfrm>
            <a:off x="832100" y="1493107"/>
            <a:ext cx="1750500" cy="4503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4110" name="Google Shape;4110;p71"/>
          <p:cNvSpPr txBox="1"/>
          <p:nvPr>
            <p:ph idx="2" type="subTitle"/>
          </p:nvPr>
        </p:nvSpPr>
        <p:spPr>
          <a:xfrm>
            <a:off x="2631389" y="1493107"/>
            <a:ext cx="3605700" cy="4503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4111" name="Google Shape;4111;p71"/>
          <p:cNvSpPr txBox="1"/>
          <p:nvPr>
            <p:ph idx="3" type="subTitle"/>
          </p:nvPr>
        </p:nvSpPr>
        <p:spPr>
          <a:xfrm>
            <a:off x="6269361" y="1493107"/>
            <a:ext cx="3536400" cy="4503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4112" name="Google Shape;4112;p71"/>
          <p:cNvSpPr txBox="1"/>
          <p:nvPr>
            <p:ph idx="4" type="subTitle"/>
          </p:nvPr>
        </p:nvSpPr>
        <p:spPr>
          <a:xfrm>
            <a:off x="832100" y="2026281"/>
            <a:ext cx="1750500" cy="4503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4113" name="Google Shape;4113;p71"/>
          <p:cNvSpPr txBox="1"/>
          <p:nvPr>
            <p:ph idx="5" type="subTitle"/>
          </p:nvPr>
        </p:nvSpPr>
        <p:spPr>
          <a:xfrm>
            <a:off x="2631389" y="2026281"/>
            <a:ext cx="3605700" cy="4503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4114" name="Google Shape;4114;p71"/>
          <p:cNvSpPr txBox="1"/>
          <p:nvPr>
            <p:ph idx="6" type="subTitle"/>
          </p:nvPr>
        </p:nvSpPr>
        <p:spPr>
          <a:xfrm>
            <a:off x="6269361" y="2026281"/>
            <a:ext cx="3536400" cy="4503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4115" name="Google Shape;4115;p71"/>
          <p:cNvSpPr txBox="1"/>
          <p:nvPr>
            <p:ph idx="7" type="subTitle"/>
          </p:nvPr>
        </p:nvSpPr>
        <p:spPr>
          <a:xfrm>
            <a:off x="832100" y="2534273"/>
            <a:ext cx="1750500" cy="4503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4116" name="Google Shape;4116;p71"/>
          <p:cNvSpPr txBox="1"/>
          <p:nvPr>
            <p:ph idx="8" type="subTitle"/>
          </p:nvPr>
        </p:nvSpPr>
        <p:spPr>
          <a:xfrm>
            <a:off x="2631389" y="2534273"/>
            <a:ext cx="3605700" cy="4503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4117" name="Google Shape;4117;p71"/>
          <p:cNvSpPr txBox="1"/>
          <p:nvPr>
            <p:ph idx="9" type="subTitle"/>
          </p:nvPr>
        </p:nvSpPr>
        <p:spPr>
          <a:xfrm>
            <a:off x="6269361" y="2534273"/>
            <a:ext cx="3536400" cy="4503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4118" name="Google Shape;4118;p71"/>
          <p:cNvSpPr txBox="1"/>
          <p:nvPr>
            <p:ph idx="13" type="subTitle"/>
          </p:nvPr>
        </p:nvSpPr>
        <p:spPr>
          <a:xfrm>
            <a:off x="832100" y="3054546"/>
            <a:ext cx="1750500" cy="4503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4119" name="Google Shape;4119;p71"/>
          <p:cNvSpPr txBox="1"/>
          <p:nvPr>
            <p:ph idx="14" type="subTitle"/>
          </p:nvPr>
        </p:nvSpPr>
        <p:spPr>
          <a:xfrm>
            <a:off x="2631389" y="3054546"/>
            <a:ext cx="3605700" cy="4503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4120" name="Google Shape;4120;p71"/>
          <p:cNvSpPr txBox="1"/>
          <p:nvPr>
            <p:ph idx="15" type="subTitle"/>
          </p:nvPr>
        </p:nvSpPr>
        <p:spPr>
          <a:xfrm>
            <a:off x="6269361" y="3054546"/>
            <a:ext cx="3536400" cy="4503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4121" name="Google Shape;4121;p71"/>
          <p:cNvSpPr txBox="1"/>
          <p:nvPr>
            <p:ph idx="16" type="subTitle"/>
          </p:nvPr>
        </p:nvSpPr>
        <p:spPr>
          <a:xfrm>
            <a:off x="832100" y="3587721"/>
            <a:ext cx="1750500" cy="4503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4122" name="Google Shape;4122;p71"/>
          <p:cNvSpPr txBox="1"/>
          <p:nvPr>
            <p:ph idx="17" type="subTitle"/>
          </p:nvPr>
        </p:nvSpPr>
        <p:spPr>
          <a:xfrm>
            <a:off x="2631389" y="3587721"/>
            <a:ext cx="3605700" cy="4503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4123" name="Google Shape;4123;p71"/>
          <p:cNvSpPr txBox="1"/>
          <p:nvPr>
            <p:ph idx="18" type="subTitle"/>
          </p:nvPr>
        </p:nvSpPr>
        <p:spPr>
          <a:xfrm>
            <a:off x="6269361" y="3587721"/>
            <a:ext cx="3536400" cy="4503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4124" name="Google Shape;4124;p71"/>
          <p:cNvSpPr txBox="1"/>
          <p:nvPr/>
        </p:nvSpPr>
        <p:spPr>
          <a:xfrm>
            <a:off x="277302" y="1493157"/>
            <a:ext cx="509100" cy="4503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s-419" sz="800">
                <a:latin typeface="Arvo"/>
                <a:ea typeface="Arvo"/>
                <a:cs typeface="Arvo"/>
                <a:sym typeface="Arvo"/>
              </a:rPr>
              <a:t>1</a:t>
            </a:r>
            <a:endParaRPr b="1" sz="800">
              <a:latin typeface="Arvo"/>
              <a:ea typeface="Arvo"/>
              <a:cs typeface="Arvo"/>
              <a:sym typeface="Arvo"/>
            </a:endParaRPr>
          </a:p>
        </p:txBody>
      </p:sp>
      <p:sp>
        <p:nvSpPr>
          <p:cNvPr id="4125" name="Google Shape;4125;p71"/>
          <p:cNvSpPr txBox="1"/>
          <p:nvPr/>
        </p:nvSpPr>
        <p:spPr>
          <a:xfrm>
            <a:off x="277302" y="2013273"/>
            <a:ext cx="509100" cy="4503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s-419" sz="800">
                <a:latin typeface="Arvo"/>
                <a:ea typeface="Arvo"/>
                <a:cs typeface="Arvo"/>
                <a:sym typeface="Arvo"/>
              </a:rPr>
              <a:t>2</a:t>
            </a:r>
            <a:endParaRPr b="1" sz="800">
              <a:latin typeface="Arvo"/>
              <a:ea typeface="Arvo"/>
              <a:cs typeface="Arvo"/>
              <a:sym typeface="Arvo"/>
            </a:endParaRPr>
          </a:p>
        </p:txBody>
      </p:sp>
      <p:sp>
        <p:nvSpPr>
          <p:cNvPr id="4126" name="Google Shape;4126;p71"/>
          <p:cNvSpPr txBox="1"/>
          <p:nvPr/>
        </p:nvSpPr>
        <p:spPr>
          <a:xfrm>
            <a:off x="277302" y="2532174"/>
            <a:ext cx="509100" cy="4503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s-419" sz="800">
                <a:latin typeface="Arvo"/>
                <a:ea typeface="Arvo"/>
                <a:cs typeface="Arvo"/>
                <a:sym typeface="Arvo"/>
              </a:rPr>
              <a:t>3</a:t>
            </a:r>
            <a:endParaRPr b="1" sz="800">
              <a:latin typeface="Arvo"/>
              <a:ea typeface="Arvo"/>
              <a:cs typeface="Arvo"/>
              <a:sym typeface="Arvo"/>
            </a:endParaRPr>
          </a:p>
        </p:txBody>
      </p:sp>
      <p:sp>
        <p:nvSpPr>
          <p:cNvPr id="4127" name="Google Shape;4127;p71"/>
          <p:cNvSpPr txBox="1"/>
          <p:nvPr/>
        </p:nvSpPr>
        <p:spPr>
          <a:xfrm>
            <a:off x="277302" y="3053089"/>
            <a:ext cx="509100" cy="4503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s-419" sz="800">
                <a:latin typeface="Arvo"/>
                <a:ea typeface="Arvo"/>
                <a:cs typeface="Arvo"/>
                <a:sym typeface="Arvo"/>
              </a:rPr>
              <a:t>4</a:t>
            </a:r>
            <a:endParaRPr b="1" sz="800">
              <a:latin typeface="Arvo"/>
              <a:ea typeface="Arvo"/>
              <a:cs typeface="Arvo"/>
              <a:sym typeface="Arvo"/>
            </a:endParaRPr>
          </a:p>
        </p:txBody>
      </p:sp>
      <p:sp>
        <p:nvSpPr>
          <p:cNvPr id="4128" name="Google Shape;4128;p71"/>
          <p:cNvSpPr txBox="1"/>
          <p:nvPr/>
        </p:nvSpPr>
        <p:spPr>
          <a:xfrm>
            <a:off x="277302" y="3570525"/>
            <a:ext cx="509100" cy="4503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s-419" sz="800">
                <a:latin typeface="Arvo"/>
                <a:ea typeface="Arvo"/>
                <a:cs typeface="Arvo"/>
                <a:sym typeface="Arvo"/>
              </a:rPr>
              <a:t>5</a:t>
            </a:r>
            <a:endParaRPr b="1" sz="800">
              <a:latin typeface="Arvo"/>
              <a:ea typeface="Arvo"/>
              <a:cs typeface="Arvo"/>
              <a:sym typeface="Arvo"/>
            </a:endParaRPr>
          </a:p>
        </p:txBody>
      </p:sp>
      <p:grpSp>
        <p:nvGrpSpPr>
          <p:cNvPr id="4129" name="Google Shape;4129;p71"/>
          <p:cNvGrpSpPr/>
          <p:nvPr/>
        </p:nvGrpSpPr>
        <p:grpSpPr>
          <a:xfrm>
            <a:off x="274200" y="5122711"/>
            <a:ext cx="9531600" cy="450095"/>
            <a:chOff x="274200" y="1663702"/>
            <a:chExt cx="9531600" cy="900550"/>
          </a:xfrm>
        </p:grpSpPr>
        <p:sp>
          <p:nvSpPr>
            <p:cNvPr id="4130" name="Google Shape;4130;p71"/>
            <p:cNvSpPr/>
            <p:nvPr/>
          </p:nvSpPr>
          <p:spPr>
            <a:xfrm>
              <a:off x="274200" y="1663702"/>
              <a:ext cx="9531600" cy="9000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600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t/>
              </a:r>
              <a:endParaRPr b="1" i="0" sz="1800" u="none" cap="none" strike="noStrike">
                <a:solidFill>
                  <a:srgbClr val="000000"/>
                </a:solidFill>
                <a:latin typeface="Roboto"/>
                <a:ea typeface="Roboto"/>
                <a:cs typeface="Roboto"/>
                <a:sym typeface="Roboto"/>
              </a:endParaRPr>
            </a:p>
          </p:txBody>
        </p:sp>
        <p:cxnSp>
          <p:nvCxnSpPr>
            <p:cNvPr id="4131" name="Google Shape;4131;p71"/>
            <p:cNvCxnSpPr/>
            <p:nvPr/>
          </p:nvCxnSpPr>
          <p:spPr>
            <a:xfrm>
              <a:off x="805925" y="1664552"/>
              <a:ext cx="0" cy="899700"/>
            </a:xfrm>
            <a:prstGeom prst="straightConnector1">
              <a:avLst/>
            </a:prstGeom>
            <a:noFill/>
            <a:ln cap="flat" cmpd="sng" w="28575">
              <a:solidFill>
                <a:srgbClr val="D9D9D9"/>
              </a:solidFill>
              <a:prstDash val="solid"/>
              <a:round/>
              <a:headEnd len="sm" w="sm" type="none"/>
              <a:tailEnd len="sm" w="sm" type="none"/>
            </a:ln>
          </p:spPr>
        </p:cxnSp>
        <p:cxnSp>
          <p:nvCxnSpPr>
            <p:cNvPr id="4132" name="Google Shape;4132;p71"/>
            <p:cNvCxnSpPr/>
            <p:nvPr/>
          </p:nvCxnSpPr>
          <p:spPr>
            <a:xfrm>
              <a:off x="2607089" y="1664552"/>
              <a:ext cx="0" cy="899700"/>
            </a:xfrm>
            <a:prstGeom prst="straightConnector1">
              <a:avLst/>
            </a:prstGeom>
            <a:noFill/>
            <a:ln cap="flat" cmpd="sng" w="28575">
              <a:solidFill>
                <a:srgbClr val="D9D9D9"/>
              </a:solidFill>
              <a:prstDash val="solid"/>
              <a:round/>
              <a:headEnd len="sm" w="sm" type="none"/>
              <a:tailEnd len="sm" w="sm" type="none"/>
            </a:ln>
          </p:spPr>
        </p:cxnSp>
        <p:cxnSp>
          <p:nvCxnSpPr>
            <p:cNvPr id="4133" name="Google Shape;4133;p71"/>
            <p:cNvCxnSpPr/>
            <p:nvPr/>
          </p:nvCxnSpPr>
          <p:spPr>
            <a:xfrm>
              <a:off x="6232786" y="1664552"/>
              <a:ext cx="0" cy="899700"/>
            </a:xfrm>
            <a:prstGeom prst="straightConnector1">
              <a:avLst/>
            </a:prstGeom>
            <a:noFill/>
            <a:ln cap="flat" cmpd="sng" w="28575">
              <a:solidFill>
                <a:srgbClr val="B7B7B7"/>
              </a:solidFill>
              <a:prstDash val="solid"/>
              <a:round/>
              <a:headEnd len="sm" w="sm" type="none"/>
              <a:tailEnd len="sm" w="sm" type="none"/>
            </a:ln>
          </p:spPr>
        </p:cxnSp>
        <p:cxnSp>
          <p:nvCxnSpPr>
            <p:cNvPr id="4134" name="Google Shape;4134;p71"/>
            <p:cNvCxnSpPr/>
            <p:nvPr/>
          </p:nvCxnSpPr>
          <p:spPr>
            <a:xfrm>
              <a:off x="6237052" y="1664552"/>
              <a:ext cx="0" cy="899700"/>
            </a:xfrm>
            <a:prstGeom prst="straightConnector1">
              <a:avLst/>
            </a:prstGeom>
            <a:noFill/>
            <a:ln cap="flat" cmpd="sng" w="28575">
              <a:solidFill>
                <a:srgbClr val="D9D9D9"/>
              </a:solidFill>
              <a:prstDash val="solid"/>
              <a:round/>
              <a:headEnd len="sm" w="sm" type="none"/>
              <a:tailEnd len="sm" w="sm" type="none"/>
            </a:ln>
          </p:spPr>
        </p:cxnSp>
        <p:sp>
          <p:nvSpPr>
            <p:cNvPr id="4135" name="Google Shape;4135;p71"/>
            <p:cNvSpPr/>
            <p:nvPr/>
          </p:nvSpPr>
          <p:spPr>
            <a:xfrm>
              <a:off x="2627453" y="1670377"/>
              <a:ext cx="3605400" cy="893400"/>
            </a:xfrm>
            <a:prstGeom prst="rect">
              <a:avLst/>
            </a:prstGeom>
            <a:solidFill>
              <a:srgbClr val="D9EAD3"/>
            </a:solidFill>
            <a:ln cap="flat" cmpd="sng" w="9525">
              <a:solidFill>
                <a:srgbClr val="D9EA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36" name="Google Shape;4136;p71"/>
          <p:cNvGrpSpPr/>
          <p:nvPr/>
        </p:nvGrpSpPr>
        <p:grpSpPr>
          <a:xfrm>
            <a:off x="274200" y="5642079"/>
            <a:ext cx="9531600" cy="450095"/>
            <a:chOff x="274200" y="1663702"/>
            <a:chExt cx="9531600" cy="900550"/>
          </a:xfrm>
        </p:grpSpPr>
        <p:sp>
          <p:nvSpPr>
            <p:cNvPr id="4137" name="Google Shape;4137;p71"/>
            <p:cNvSpPr/>
            <p:nvPr/>
          </p:nvSpPr>
          <p:spPr>
            <a:xfrm>
              <a:off x="274200" y="1663702"/>
              <a:ext cx="9531600" cy="9000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600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t/>
              </a:r>
              <a:endParaRPr b="1" i="0" sz="1800" u="none" cap="none" strike="noStrike">
                <a:solidFill>
                  <a:srgbClr val="000000"/>
                </a:solidFill>
                <a:latin typeface="Roboto"/>
                <a:ea typeface="Roboto"/>
                <a:cs typeface="Roboto"/>
                <a:sym typeface="Roboto"/>
              </a:endParaRPr>
            </a:p>
          </p:txBody>
        </p:sp>
        <p:cxnSp>
          <p:nvCxnSpPr>
            <p:cNvPr id="4138" name="Google Shape;4138;p71"/>
            <p:cNvCxnSpPr/>
            <p:nvPr/>
          </p:nvCxnSpPr>
          <p:spPr>
            <a:xfrm>
              <a:off x="805925" y="1664552"/>
              <a:ext cx="0" cy="899700"/>
            </a:xfrm>
            <a:prstGeom prst="straightConnector1">
              <a:avLst/>
            </a:prstGeom>
            <a:noFill/>
            <a:ln cap="flat" cmpd="sng" w="28575">
              <a:solidFill>
                <a:srgbClr val="D9D9D9"/>
              </a:solidFill>
              <a:prstDash val="solid"/>
              <a:round/>
              <a:headEnd len="sm" w="sm" type="none"/>
              <a:tailEnd len="sm" w="sm" type="none"/>
            </a:ln>
          </p:spPr>
        </p:cxnSp>
        <p:cxnSp>
          <p:nvCxnSpPr>
            <p:cNvPr id="4139" name="Google Shape;4139;p71"/>
            <p:cNvCxnSpPr/>
            <p:nvPr/>
          </p:nvCxnSpPr>
          <p:spPr>
            <a:xfrm>
              <a:off x="2607089" y="1664552"/>
              <a:ext cx="0" cy="899700"/>
            </a:xfrm>
            <a:prstGeom prst="straightConnector1">
              <a:avLst/>
            </a:prstGeom>
            <a:noFill/>
            <a:ln cap="flat" cmpd="sng" w="28575">
              <a:solidFill>
                <a:srgbClr val="D9D9D9"/>
              </a:solidFill>
              <a:prstDash val="solid"/>
              <a:round/>
              <a:headEnd len="sm" w="sm" type="none"/>
              <a:tailEnd len="sm" w="sm" type="none"/>
            </a:ln>
          </p:spPr>
        </p:cxnSp>
        <p:cxnSp>
          <p:nvCxnSpPr>
            <p:cNvPr id="4140" name="Google Shape;4140;p71"/>
            <p:cNvCxnSpPr/>
            <p:nvPr/>
          </p:nvCxnSpPr>
          <p:spPr>
            <a:xfrm>
              <a:off x="6237052" y="1664552"/>
              <a:ext cx="0" cy="899700"/>
            </a:xfrm>
            <a:prstGeom prst="straightConnector1">
              <a:avLst/>
            </a:prstGeom>
            <a:noFill/>
            <a:ln cap="flat" cmpd="sng" w="28575">
              <a:solidFill>
                <a:srgbClr val="D9D9D9"/>
              </a:solidFill>
              <a:prstDash val="solid"/>
              <a:round/>
              <a:headEnd len="sm" w="sm" type="none"/>
              <a:tailEnd len="sm" w="sm" type="none"/>
            </a:ln>
          </p:spPr>
        </p:cxnSp>
        <p:sp>
          <p:nvSpPr>
            <p:cNvPr id="4141" name="Google Shape;4141;p71"/>
            <p:cNvSpPr/>
            <p:nvPr/>
          </p:nvSpPr>
          <p:spPr>
            <a:xfrm>
              <a:off x="2627453" y="1670377"/>
              <a:ext cx="3609600" cy="893400"/>
            </a:xfrm>
            <a:prstGeom prst="rect">
              <a:avLst/>
            </a:prstGeom>
            <a:solidFill>
              <a:srgbClr val="D9EAD3"/>
            </a:solidFill>
            <a:ln cap="flat" cmpd="sng" w="9525">
              <a:solidFill>
                <a:srgbClr val="D9EA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42" name="Google Shape;4142;p71"/>
          <p:cNvGrpSpPr/>
          <p:nvPr/>
        </p:nvGrpSpPr>
        <p:grpSpPr>
          <a:xfrm>
            <a:off x="274200" y="6161447"/>
            <a:ext cx="9531600" cy="450095"/>
            <a:chOff x="274200" y="1663702"/>
            <a:chExt cx="9531600" cy="900550"/>
          </a:xfrm>
        </p:grpSpPr>
        <p:sp>
          <p:nvSpPr>
            <p:cNvPr id="4143" name="Google Shape;4143;p71"/>
            <p:cNvSpPr/>
            <p:nvPr/>
          </p:nvSpPr>
          <p:spPr>
            <a:xfrm>
              <a:off x="274200" y="1663702"/>
              <a:ext cx="9531600" cy="9000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600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t/>
              </a:r>
              <a:endParaRPr b="1" i="0" sz="1800" u="none" cap="none" strike="noStrike">
                <a:solidFill>
                  <a:srgbClr val="000000"/>
                </a:solidFill>
                <a:latin typeface="Roboto"/>
                <a:ea typeface="Roboto"/>
                <a:cs typeface="Roboto"/>
                <a:sym typeface="Roboto"/>
              </a:endParaRPr>
            </a:p>
          </p:txBody>
        </p:sp>
        <p:cxnSp>
          <p:nvCxnSpPr>
            <p:cNvPr id="4144" name="Google Shape;4144;p71"/>
            <p:cNvCxnSpPr/>
            <p:nvPr/>
          </p:nvCxnSpPr>
          <p:spPr>
            <a:xfrm>
              <a:off x="805925" y="1664552"/>
              <a:ext cx="0" cy="899700"/>
            </a:xfrm>
            <a:prstGeom prst="straightConnector1">
              <a:avLst/>
            </a:prstGeom>
            <a:noFill/>
            <a:ln cap="flat" cmpd="sng" w="28575">
              <a:solidFill>
                <a:srgbClr val="D9D9D9"/>
              </a:solidFill>
              <a:prstDash val="solid"/>
              <a:round/>
              <a:headEnd len="sm" w="sm" type="none"/>
              <a:tailEnd len="sm" w="sm" type="none"/>
            </a:ln>
          </p:spPr>
        </p:cxnSp>
        <p:cxnSp>
          <p:nvCxnSpPr>
            <p:cNvPr id="4145" name="Google Shape;4145;p71"/>
            <p:cNvCxnSpPr/>
            <p:nvPr/>
          </p:nvCxnSpPr>
          <p:spPr>
            <a:xfrm>
              <a:off x="2607089" y="1664552"/>
              <a:ext cx="0" cy="899700"/>
            </a:xfrm>
            <a:prstGeom prst="straightConnector1">
              <a:avLst/>
            </a:prstGeom>
            <a:noFill/>
            <a:ln cap="flat" cmpd="sng" w="28575">
              <a:solidFill>
                <a:srgbClr val="D9D9D9"/>
              </a:solidFill>
              <a:prstDash val="solid"/>
              <a:round/>
              <a:headEnd len="sm" w="sm" type="none"/>
              <a:tailEnd len="sm" w="sm" type="none"/>
            </a:ln>
          </p:spPr>
        </p:cxnSp>
        <p:cxnSp>
          <p:nvCxnSpPr>
            <p:cNvPr id="4146" name="Google Shape;4146;p71"/>
            <p:cNvCxnSpPr/>
            <p:nvPr/>
          </p:nvCxnSpPr>
          <p:spPr>
            <a:xfrm>
              <a:off x="6237052" y="1664552"/>
              <a:ext cx="0" cy="899700"/>
            </a:xfrm>
            <a:prstGeom prst="straightConnector1">
              <a:avLst/>
            </a:prstGeom>
            <a:noFill/>
            <a:ln cap="flat" cmpd="sng" w="28575">
              <a:solidFill>
                <a:srgbClr val="D9D9D9"/>
              </a:solidFill>
              <a:prstDash val="solid"/>
              <a:round/>
              <a:headEnd len="sm" w="sm" type="none"/>
              <a:tailEnd len="sm" w="sm" type="none"/>
            </a:ln>
          </p:spPr>
        </p:cxnSp>
        <p:sp>
          <p:nvSpPr>
            <p:cNvPr id="4147" name="Google Shape;4147;p71"/>
            <p:cNvSpPr/>
            <p:nvPr/>
          </p:nvSpPr>
          <p:spPr>
            <a:xfrm>
              <a:off x="2627450" y="1670377"/>
              <a:ext cx="3609600" cy="893400"/>
            </a:xfrm>
            <a:prstGeom prst="rect">
              <a:avLst/>
            </a:prstGeom>
            <a:solidFill>
              <a:srgbClr val="D9EAD3"/>
            </a:solidFill>
            <a:ln cap="flat" cmpd="sng" w="9525">
              <a:solidFill>
                <a:srgbClr val="D9EA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48" name="Google Shape;4148;p71"/>
          <p:cNvGrpSpPr/>
          <p:nvPr/>
        </p:nvGrpSpPr>
        <p:grpSpPr>
          <a:xfrm>
            <a:off x="274200" y="4083981"/>
            <a:ext cx="9531600" cy="450095"/>
            <a:chOff x="274200" y="1663702"/>
            <a:chExt cx="9531600" cy="900550"/>
          </a:xfrm>
        </p:grpSpPr>
        <p:sp>
          <p:nvSpPr>
            <p:cNvPr id="4149" name="Google Shape;4149;p71"/>
            <p:cNvSpPr/>
            <p:nvPr/>
          </p:nvSpPr>
          <p:spPr>
            <a:xfrm>
              <a:off x="274200" y="1663702"/>
              <a:ext cx="9531600" cy="9000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600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t/>
              </a:r>
              <a:endParaRPr b="1" i="0" sz="1800" u="none" cap="none" strike="noStrike">
                <a:solidFill>
                  <a:srgbClr val="000000"/>
                </a:solidFill>
                <a:latin typeface="Roboto"/>
                <a:ea typeface="Roboto"/>
                <a:cs typeface="Roboto"/>
                <a:sym typeface="Roboto"/>
              </a:endParaRPr>
            </a:p>
          </p:txBody>
        </p:sp>
        <p:cxnSp>
          <p:nvCxnSpPr>
            <p:cNvPr id="4150" name="Google Shape;4150;p71"/>
            <p:cNvCxnSpPr/>
            <p:nvPr/>
          </p:nvCxnSpPr>
          <p:spPr>
            <a:xfrm>
              <a:off x="805925" y="1664552"/>
              <a:ext cx="0" cy="899700"/>
            </a:xfrm>
            <a:prstGeom prst="straightConnector1">
              <a:avLst/>
            </a:prstGeom>
            <a:noFill/>
            <a:ln cap="flat" cmpd="sng" w="28575">
              <a:solidFill>
                <a:srgbClr val="D9D9D9"/>
              </a:solidFill>
              <a:prstDash val="solid"/>
              <a:round/>
              <a:headEnd len="sm" w="sm" type="none"/>
              <a:tailEnd len="sm" w="sm" type="none"/>
            </a:ln>
          </p:spPr>
        </p:cxnSp>
        <p:cxnSp>
          <p:nvCxnSpPr>
            <p:cNvPr id="4151" name="Google Shape;4151;p71"/>
            <p:cNvCxnSpPr/>
            <p:nvPr/>
          </p:nvCxnSpPr>
          <p:spPr>
            <a:xfrm>
              <a:off x="2607089" y="1664552"/>
              <a:ext cx="0" cy="899700"/>
            </a:xfrm>
            <a:prstGeom prst="straightConnector1">
              <a:avLst/>
            </a:prstGeom>
            <a:noFill/>
            <a:ln cap="flat" cmpd="sng" w="28575">
              <a:solidFill>
                <a:srgbClr val="D9D9D9"/>
              </a:solidFill>
              <a:prstDash val="solid"/>
              <a:round/>
              <a:headEnd len="sm" w="sm" type="none"/>
              <a:tailEnd len="sm" w="sm" type="none"/>
            </a:ln>
          </p:spPr>
        </p:cxnSp>
        <p:cxnSp>
          <p:nvCxnSpPr>
            <p:cNvPr id="4152" name="Google Shape;4152;p71"/>
            <p:cNvCxnSpPr/>
            <p:nvPr/>
          </p:nvCxnSpPr>
          <p:spPr>
            <a:xfrm>
              <a:off x="6237052" y="1664552"/>
              <a:ext cx="0" cy="899700"/>
            </a:xfrm>
            <a:prstGeom prst="straightConnector1">
              <a:avLst/>
            </a:prstGeom>
            <a:noFill/>
            <a:ln cap="flat" cmpd="sng" w="28575">
              <a:solidFill>
                <a:srgbClr val="D9D9D9"/>
              </a:solidFill>
              <a:prstDash val="solid"/>
              <a:round/>
              <a:headEnd len="sm" w="sm" type="none"/>
              <a:tailEnd len="sm" w="sm" type="none"/>
            </a:ln>
          </p:spPr>
        </p:cxnSp>
        <p:sp>
          <p:nvSpPr>
            <p:cNvPr id="4153" name="Google Shape;4153;p71"/>
            <p:cNvSpPr/>
            <p:nvPr/>
          </p:nvSpPr>
          <p:spPr>
            <a:xfrm>
              <a:off x="2627453" y="1670366"/>
              <a:ext cx="3609600" cy="893400"/>
            </a:xfrm>
            <a:prstGeom prst="rect">
              <a:avLst/>
            </a:prstGeom>
            <a:solidFill>
              <a:srgbClr val="D9EAD3"/>
            </a:solidFill>
            <a:ln cap="flat" cmpd="sng" w="9525">
              <a:solidFill>
                <a:srgbClr val="D9EA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54" name="Google Shape;4154;p71"/>
          <p:cNvGrpSpPr/>
          <p:nvPr/>
        </p:nvGrpSpPr>
        <p:grpSpPr>
          <a:xfrm>
            <a:off x="274200" y="4603343"/>
            <a:ext cx="9531600" cy="450095"/>
            <a:chOff x="274200" y="1663702"/>
            <a:chExt cx="9531600" cy="900550"/>
          </a:xfrm>
        </p:grpSpPr>
        <p:sp>
          <p:nvSpPr>
            <p:cNvPr id="4155" name="Google Shape;4155;p71"/>
            <p:cNvSpPr/>
            <p:nvPr/>
          </p:nvSpPr>
          <p:spPr>
            <a:xfrm>
              <a:off x="274200" y="1663702"/>
              <a:ext cx="9531600" cy="9000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600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t/>
              </a:r>
              <a:endParaRPr b="1" i="0" sz="1800" u="none" cap="none" strike="noStrike">
                <a:solidFill>
                  <a:srgbClr val="000000"/>
                </a:solidFill>
                <a:latin typeface="Roboto"/>
                <a:ea typeface="Roboto"/>
                <a:cs typeface="Roboto"/>
                <a:sym typeface="Roboto"/>
              </a:endParaRPr>
            </a:p>
          </p:txBody>
        </p:sp>
        <p:cxnSp>
          <p:nvCxnSpPr>
            <p:cNvPr id="4156" name="Google Shape;4156;p71"/>
            <p:cNvCxnSpPr/>
            <p:nvPr/>
          </p:nvCxnSpPr>
          <p:spPr>
            <a:xfrm>
              <a:off x="805925" y="1664552"/>
              <a:ext cx="0" cy="899700"/>
            </a:xfrm>
            <a:prstGeom prst="straightConnector1">
              <a:avLst/>
            </a:prstGeom>
            <a:noFill/>
            <a:ln cap="flat" cmpd="sng" w="28575">
              <a:solidFill>
                <a:srgbClr val="D9D9D9"/>
              </a:solidFill>
              <a:prstDash val="solid"/>
              <a:round/>
              <a:headEnd len="sm" w="sm" type="none"/>
              <a:tailEnd len="sm" w="sm" type="none"/>
            </a:ln>
          </p:spPr>
        </p:cxnSp>
        <p:cxnSp>
          <p:nvCxnSpPr>
            <p:cNvPr id="4157" name="Google Shape;4157;p71"/>
            <p:cNvCxnSpPr/>
            <p:nvPr/>
          </p:nvCxnSpPr>
          <p:spPr>
            <a:xfrm>
              <a:off x="2607089" y="1664552"/>
              <a:ext cx="0" cy="899700"/>
            </a:xfrm>
            <a:prstGeom prst="straightConnector1">
              <a:avLst/>
            </a:prstGeom>
            <a:noFill/>
            <a:ln cap="flat" cmpd="sng" w="28575">
              <a:solidFill>
                <a:srgbClr val="D9D9D9"/>
              </a:solidFill>
              <a:prstDash val="solid"/>
              <a:round/>
              <a:headEnd len="sm" w="sm" type="none"/>
              <a:tailEnd len="sm" w="sm" type="none"/>
            </a:ln>
          </p:spPr>
        </p:cxnSp>
        <p:sp>
          <p:nvSpPr>
            <p:cNvPr id="4158" name="Google Shape;4158;p71"/>
            <p:cNvSpPr/>
            <p:nvPr/>
          </p:nvSpPr>
          <p:spPr>
            <a:xfrm>
              <a:off x="2627453" y="1670377"/>
              <a:ext cx="3609600" cy="893400"/>
            </a:xfrm>
            <a:prstGeom prst="rect">
              <a:avLst/>
            </a:prstGeom>
            <a:solidFill>
              <a:srgbClr val="D9EAD3"/>
            </a:solidFill>
            <a:ln cap="flat" cmpd="sng" w="9525">
              <a:solidFill>
                <a:srgbClr val="D9EA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cxnSp>
        <p:nvCxnSpPr>
          <p:cNvPr id="4159" name="Google Shape;4159;p71"/>
          <p:cNvCxnSpPr/>
          <p:nvPr/>
        </p:nvCxnSpPr>
        <p:spPr>
          <a:xfrm>
            <a:off x="6237052" y="4604970"/>
            <a:ext cx="0" cy="449400"/>
          </a:xfrm>
          <a:prstGeom prst="straightConnector1">
            <a:avLst/>
          </a:prstGeom>
          <a:noFill/>
          <a:ln cap="flat" cmpd="sng" w="28575">
            <a:solidFill>
              <a:srgbClr val="D9D9D9"/>
            </a:solidFill>
            <a:prstDash val="solid"/>
            <a:round/>
            <a:headEnd len="sm" w="sm" type="none"/>
            <a:tailEnd len="sm" w="sm" type="none"/>
          </a:ln>
        </p:spPr>
      </p:cxnSp>
      <p:sp>
        <p:nvSpPr>
          <p:cNvPr id="4160" name="Google Shape;4160;p71"/>
          <p:cNvSpPr txBox="1"/>
          <p:nvPr>
            <p:ph idx="19" type="subTitle"/>
          </p:nvPr>
        </p:nvSpPr>
        <p:spPr>
          <a:xfrm>
            <a:off x="832100" y="4083907"/>
            <a:ext cx="1750500" cy="4503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4161" name="Google Shape;4161;p71"/>
          <p:cNvSpPr txBox="1"/>
          <p:nvPr>
            <p:ph idx="20" type="subTitle"/>
          </p:nvPr>
        </p:nvSpPr>
        <p:spPr>
          <a:xfrm>
            <a:off x="2631389" y="4083907"/>
            <a:ext cx="3605700" cy="4503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4162" name="Google Shape;4162;p71"/>
          <p:cNvSpPr txBox="1"/>
          <p:nvPr>
            <p:ph idx="21" type="subTitle"/>
          </p:nvPr>
        </p:nvSpPr>
        <p:spPr>
          <a:xfrm>
            <a:off x="6269361" y="4083907"/>
            <a:ext cx="3536400" cy="4503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4163" name="Google Shape;4163;p71"/>
          <p:cNvSpPr txBox="1"/>
          <p:nvPr>
            <p:ph idx="22" type="subTitle"/>
          </p:nvPr>
        </p:nvSpPr>
        <p:spPr>
          <a:xfrm>
            <a:off x="832100" y="4617081"/>
            <a:ext cx="1750500" cy="4503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4164" name="Google Shape;4164;p71"/>
          <p:cNvSpPr txBox="1"/>
          <p:nvPr>
            <p:ph idx="23" type="subTitle"/>
          </p:nvPr>
        </p:nvSpPr>
        <p:spPr>
          <a:xfrm>
            <a:off x="2631389" y="4617081"/>
            <a:ext cx="3605700" cy="4503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4165" name="Google Shape;4165;p71"/>
          <p:cNvSpPr txBox="1"/>
          <p:nvPr>
            <p:ph idx="24" type="subTitle"/>
          </p:nvPr>
        </p:nvSpPr>
        <p:spPr>
          <a:xfrm>
            <a:off x="6269361" y="4617081"/>
            <a:ext cx="3536400" cy="4503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4166" name="Google Shape;4166;p71"/>
          <p:cNvSpPr txBox="1"/>
          <p:nvPr>
            <p:ph idx="25" type="subTitle"/>
          </p:nvPr>
        </p:nvSpPr>
        <p:spPr>
          <a:xfrm>
            <a:off x="832100" y="5125073"/>
            <a:ext cx="1750500" cy="4503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4167" name="Google Shape;4167;p71"/>
          <p:cNvSpPr txBox="1"/>
          <p:nvPr>
            <p:ph idx="26" type="subTitle"/>
          </p:nvPr>
        </p:nvSpPr>
        <p:spPr>
          <a:xfrm>
            <a:off x="2631389" y="5125073"/>
            <a:ext cx="3605700" cy="4503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4168" name="Google Shape;4168;p71"/>
          <p:cNvSpPr txBox="1"/>
          <p:nvPr>
            <p:ph idx="27" type="subTitle"/>
          </p:nvPr>
        </p:nvSpPr>
        <p:spPr>
          <a:xfrm>
            <a:off x="6269361" y="5125073"/>
            <a:ext cx="3536400" cy="4503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4169" name="Google Shape;4169;p71"/>
          <p:cNvSpPr txBox="1"/>
          <p:nvPr>
            <p:ph idx="28" type="subTitle"/>
          </p:nvPr>
        </p:nvSpPr>
        <p:spPr>
          <a:xfrm>
            <a:off x="832100" y="5645346"/>
            <a:ext cx="1750500" cy="4503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4170" name="Google Shape;4170;p71"/>
          <p:cNvSpPr txBox="1"/>
          <p:nvPr>
            <p:ph idx="29" type="subTitle"/>
          </p:nvPr>
        </p:nvSpPr>
        <p:spPr>
          <a:xfrm>
            <a:off x="2631389" y="5645346"/>
            <a:ext cx="3605700" cy="4503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4171" name="Google Shape;4171;p71"/>
          <p:cNvSpPr txBox="1"/>
          <p:nvPr>
            <p:ph idx="30" type="subTitle"/>
          </p:nvPr>
        </p:nvSpPr>
        <p:spPr>
          <a:xfrm>
            <a:off x="6269361" y="5645346"/>
            <a:ext cx="3536400" cy="4503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4172" name="Google Shape;4172;p71"/>
          <p:cNvSpPr txBox="1"/>
          <p:nvPr>
            <p:ph idx="31" type="subTitle"/>
          </p:nvPr>
        </p:nvSpPr>
        <p:spPr>
          <a:xfrm>
            <a:off x="832100" y="6178521"/>
            <a:ext cx="1750500" cy="4503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4173" name="Google Shape;4173;p71"/>
          <p:cNvSpPr txBox="1"/>
          <p:nvPr>
            <p:ph idx="32" type="subTitle"/>
          </p:nvPr>
        </p:nvSpPr>
        <p:spPr>
          <a:xfrm>
            <a:off x="2631389" y="6178521"/>
            <a:ext cx="3605700" cy="4503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4174" name="Google Shape;4174;p71"/>
          <p:cNvSpPr txBox="1"/>
          <p:nvPr>
            <p:ph idx="33" type="subTitle"/>
          </p:nvPr>
        </p:nvSpPr>
        <p:spPr>
          <a:xfrm>
            <a:off x="6269361" y="6178521"/>
            <a:ext cx="3536400" cy="4503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4175" name="Google Shape;4175;p71"/>
          <p:cNvSpPr txBox="1"/>
          <p:nvPr/>
        </p:nvSpPr>
        <p:spPr>
          <a:xfrm>
            <a:off x="277302" y="4083957"/>
            <a:ext cx="509100" cy="4503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s-419" sz="800">
                <a:latin typeface="Arvo"/>
                <a:ea typeface="Arvo"/>
                <a:cs typeface="Arvo"/>
                <a:sym typeface="Arvo"/>
              </a:rPr>
              <a:t>6</a:t>
            </a:r>
            <a:endParaRPr b="1" sz="800">
              <a:latin typeface="Arvo"/>
              <a:ea typeface="Arvo"/>
              <a:cs typeface="Arvo"/>
              <a:sym typeface="Arvo"/>
            </a:endParaRPr>
          </a:p>
        </p:txBody>
      </p:sp>
      <p:sp>
        <p:nvSpPr>
          <p:cNvPr id="4176" name="Google Shape;4176;p71"/>
          <p:cNvSpPr txBox="1"/>
          <p:nvPr/>
        </p:nvSpPr>
        <p:spPr>
          <a:xfrm>
            <a:off x="277302" y="4604073"/>
            <a:ext cx="509100" cy="4503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s-419" sz="800">
                <a:latin typeface="Arvo"/>
                <a:ea typeface="Arvo"/>
                <a:cs typeface="Arvo"/>
                <a:sym typeface="Arvo"/>
              </a:rPr>
              <a:t>7</a:t>
            </a:r>
            <a:endParaRPr b="1" sz="800">
              <a:latin typeface="Arvo"/>
              <a:ea typeface="Arvo"/>
              <a:cs typeface="Arvo"/>
              <a:sym typeface="Arvo"/>
            </a:endParaRPr>
          </a:p>
        </p:txBody>
      </p:sp>
      <p:sp>
        <p:nvSpPr>
          <p:cNvPr id="4177" name="Google Shape;4177;p71"/>
          <p:cNvSpPr txBox="1"/>
          <p:nvPr/>
        </p:nvSpPr>
        <p:spPr>
          <a:xfrm>
            <a:off x="277302" y="5122974"/>
            <a:ext cx="509100" cy="4503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s-419" sz="800">
                <a:latin typeface="Arvo"/>
                <a:ea typeface="Arvo"/>
                <a:cs typeface="Arvo"/>
                <a:sym typeface="Arvo"/>
              </a:rPr>
              <a:t>8</a:t>
            </a:r>
            <a:endParaRPr b="1" sz="800">
              <a:latin typeface="Arvo"/>
              <a:ea typeface="Arvo"/>
              <a:cs typeface="Arvo"/>
              <a:sym typeface="Arvo"/>
            </a:endParaRPr>
          </a:p>
        </p:txBody>
      </p:sp>
      <p:sp>
        <p:nvSpPr>
          <p:cNvPr id="4178" name="Google Shape;4178;p71"/>
          <p:cNvSpPr txBox="1"/>
          <p:nvPr/>
        </p:nvSpPr>
        <p:spPr>
          <a:xfrm>
            <a:off x="277302" y="5643889"/>
            <a:ext cx="509100" cy="4503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s-419" sz="800">
                <a:latin typeface="Arvo"/>
                <a:ea typeface="Arvo"/>
                <a:cs typeface="Arvo"/>
                <a:sym typeface="Arvo"/>
              </a:rPr>
              <a:t>9</a:t>
            </a:r>
            <a:endParaRPr b="1" sz="800">
              <a:latin typeface="Arvo"/>
              <a:ea typeface="Arvo"/>
              <a:cs typeface="Arvo"/>
              <a:sym typeface="Arvo"/>
            </a:endParaRPr>
          </a:p>
        </p:txBody>
      </p:sp>
      <p:sp>
        <p:nvSpPr>
          <p:cNvPr id="4179" name="Google Shape;4179;p71"/>
          <p:cNvSpPr txBox="1"/>
          <p:nvPr/>
        </p:nvSpPr>
        <p:spPr>
          <a:xfrm>
            <a:off x="277302" y="6161325"/>
            <a:ext cx="509100" cy="4503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s-419" sz="800">
                <a:latin typeface="Arvo"/>
                <a:ea typeface="Arvo"/>
                <a:cs typeface="Arvo"/>
                <a:sym typeface="Arvo"/>
              </a:rPr>
              <a:t>10</a:t>
            </a:r>
            <a:endParaRPr b="1" sz="800">
              <a:latin typeface="Arvo"/>
              <a:ea typeface="Arvo"/>
              <a:cs typeface="Arvo"/>
              <a:sym typeface="Arvo"/>
            </a:endParaRPr>
          </a:p>
        </p:txBody>
      </p:sp>
      <p:sp>
        <p:nvSpPr>
          <p:cNvPr id="4180" name="Google Shape;4180;p71"/>
          <p:cNvSpPr txBox="1"/>
          <p:nvPr/>
        </p:nvSpPr>
        <p:spPr>
          <a:xfrm>
            <a:off x="2524025" y="387675"/>
            <a:ext cx="15012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Unid. Organizacional:</a:t>
            </a:r>
            <a:endParaRPr b="1" sz="1100"/>
          </a:p>
        </p:txBody>
      </p:sp>
      <p:sp>
        <p:nvSpPr>
          <p:cNvPr id="4181" name="Google Shape;4181;p71"/>
          <p:cNvSpPr txBox="1"/>
          <p:nvPr/>
        </p:nvSpPr>
        <p:spPr>
          <a:xfrm>
            <a:off x="2524020" y="579550"/>
            <a:ext cx="6846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Alcance:</a:t>
            </a:r>
            <a:endParaRPr b="1" sz="1100"/>
          </a:p>
        </p:txBody>
      </p:sp>
      <p:sp>
        <p:nvSpPr>
          <p:cNvPr id="4182" name="Google Shape;4182;p71"/>
          <p:cNvSpPr txBox="1"/>
          <p:nvPr>
            <p:ph type="title"/>
          </p:nvPr>
        </p:nvSpPr>
        <p:spPr>
          <a:xfrm flipH="1">
            <a:off x="4025374" y="387675"/>
            <a:ext cx="5863200" cy="1692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000"/>
              <a:buNone/>
              <a:defRPr sz="1000">
                <a:solidFill>
                  <a:srgbClr val="000000"/>
                </a:solidFill>
              </a:defRPr>
            </a:lvl1pPr>
            <a:lvl2pPr lvl="1">
              <a:spcBef>
                <a:spcPts val="0"/>
              </a:spcBef>
              <a:spcAft>
                <a:spcPts val="0"/>
              </a:spcAft>
              <a:buClr>
                <a:srgbClr val="000000"/>
              </a:buClr>
              <a:buSzPts val="1000"/>
              <a:buNone/>
              <a:defRPr sz="1000">
                <a:solidFill>
                  <a:srgbClr val="000000"/>
                </a:solidFill>
              </a:defRPr>
            </a:lvl2pPr>
            <a:lvl3pPr lvl="2">
              <a:spcBef>
                <a:spcPts val="0"/>
              </a:spcBef>
              <a:spcAft>
                <a:spcPts val="0"/>
              </a:spcAft>
              <a:buClr>
                <a:srgbClr val="000000"/>
              </a:buClr>
              <a:buSzPts val="1000"/>
              <a:buNone/>
              <a:defRPr sz="1000">
                <a:solidFill>
                  <a:srgbClr val="000000"/>
                </a:solidFill>
              </a:defRPr>
            </a:lvl3pPr>
            <a:lvl4pPr lvl="3">
              <a:spcBef>
                <a:spcPts val="0"/>
              </a:spcBef>
              <a:spcAft>
                <a:spcPts val="0"/>
              </a:spcAft>
              <a:buClr>
                <a:srgbClr val="000000"/>
              </a:buClr>
              <a:buSzPts val="1000"/>
              <a:buNone/>
              <a:defRPr sz="1000">
                <a:solidFill>
                  <a:srgbClr val="000000"/>
                </a:solidFill>
              </a:defRPr>
            </a:lvl4pPr>
            <a:lvl5pPr lvl="4">
              <a:spcBef>
                <a:spcPts val="0"/>
              </a:spcBef>
              <a:spcAft>
                <a:spcPts val="0"/>
              </a:spcAft>
              <a:buClr>
                <a:srgbClr val="000000"/>
              </a:buClr>
              <a:buSzPts val="1000"/>
              <a:buNone/>
              <a:defRPr sz="1000">
                <a:solidFill>
                  <a:srgbClr val="000000"/>
                </a:solidFill>
              </a:defRPr>
            </a:lvl5pPr>
            <a:lvl6pPr lvl="5">
              <a:spcBef>
                <a:spcPts val="0"/>
              </a:spcBef>
              <a:spcAft>
                <a:spcPts val="0"/>
              </a:spcAft>
              <a:buClr>
                <a:srgbClr val="000000"/>
              </a:buClr>
              <a:buSzPts val="1000"/>
              <a:buNone/>
              <a:defRPr sz="1000">
                <a:solidFill>
                  <a:srgbClr val="000000"/>
                </a:solidFill>
              </a:defRPr>
            </a:lvl6pPr>
            <a:lvl7pPr lvl="6">
              <a:spcBef>
                <a:spcPts val="0"/>
              </a:spcBef>
              <a:spcAft>
                <a:spcPts val="0"/>
              </a:spcAft>
              <a:buClr>
                <a:srgbClr val="000000"/>
              </a:buClr>
              <a:buSzPts val="1000"/>
              <a:buNone/>
              <a:defRPr sz="1000">
                <a:solidFill>
                  <a:srgbClr val="000000"/>
                </a:solidFill>
              </a:defRPr>
            </a:lvl7pPr>
            <a:lvl8pPr lvl="7">
              <a:spcBef>
                <a:spcPts val="0"/>
              </a:spcBef>
              <a:spcAft>
                <a:spcPts val="0"/>
              </a:spcAft>
              <a:buClr>
                <a:srgbClr val="000000"/>
              </a:buClr>
              <a:buSzPts val="1000"/>
              <a:buNone/>
              <a:defRPr sz="1000">
                <a:solidFill>
                  <a:srgbClr val="000000"/>
                </a:solidFill>
              </a:defRPr>
            </a:lvl8pPr>
            <a:lvl9pPr lvl="8">
              <a:spcBef>
                <a:spcPts val="0"/>
              </a:spcBef>
              <a:spcAft>
                <a:spcPts val="0"/>
              </a:spcAft>
              <a:buClr>
                <a:srgbClr val="000000"/>
              </a:buClr>
              <a:buSzPts val="1000"/>
              <a:buNone/>
              <a:defRPr sz="1000">
                <a:solidFill>
                  <a:srgbClr val="000000"/>
                </a:solidFill>
              </a:defRPr>
            </a:lvl9pPr>
          </a:lstStyle>
          <a:p/>
        </p:txBody>
      </p:sp>
      <p:sp>
        <p:nvSpPr>
          <p:cNvPr id="4183" name="Google Shape;4183;p71"/>
          <p:cNvSpPr txBox="1"/>
          <p:nvPr>
            <p:ph idx="34" type="title"/>
          </p:nvPr>
        </p:nvSpPr>
        <p:spPr>
          <a:xfrm flipH="1">
            <a:off x="3208773" y="579550"/>
            <a:ext cx="6679800" cy="1692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000"/>
              <a:buNone/>
              <a:defRPr sz="1000">
                <a:solidFill>
                  <a:srgbClr val="000000"/>
                </a:solidFill>
              </a:defRPr>
            </a:lvl1pPr>
            <a:lvl2pPr lvl="1">
              <a:spcBef>
                <a:spcPts val="0"/>
              </a:spcBef>
              <a:spcAft>
                <a:spcPts val="0"/>
              </a:spcAft>
              <a:buClr>
                <a:srgbClr val="000000"/>
              </a:buClr>
              <a:buSzPts val="1000"/>
              <a:buNone/>
              <a:defRPr sz="1000">
                <a:solidFill>
                  <a:srgbClr val="000000"/>
                </a:solidFill>
              </a:defRPr>
            </a:lvl2pPr>
            <a:lvl3pPr lvl="2">
              <a:spcBef>
                <a:spcPts val="0"/>
              </a:spcBef>
              <a:spcAft>
                <a:spcPts val="0"/>
              </a:spcAft>
              <a:buClr>
                <a:srgbClr val="000000"/>
              </a:buClr>
              <a:buSzPts val="1000"/>
              <a:buNone/>
              <a:defRPr sz="1000">
                <a:solidFill>
                  <a:srgbClr val="000000"/>
                </a:solidFill>
              </a:defRPr>
            </a:lvl3pPr>
            <a:lvl4pPr lvl="3">
              <a:spcBef>
                <a:spcPts val="0"/>
              </a:spcBef>
              <a:spcAft>
                <a:spcPts val="0"/>
              </a:spcAft>
              <a:buClr>
                <a:srgbClr val="000000"/>
              </a:buClr>
              <a:buSzPts val="1000"/>
              <a:buNone/>
              <a:defRPr sz="1000">
                <a:solidFill>
                  <a:srgbClr val="000000"/>
                </a:solidFill>
              </a:defRPr>
            </a:lvl4pPr>
            <a:lvl5pPr lvl="4">
              <a:spcBef>
                <a:spcPts val="0"/>
              </a:spcBef>
              <a:spcAft>
                <a:spcPts val="0"/>
              </a:spcAft>
              <a:buClr>
                <a:srgbClr val="000000"/>
              </a:buClr>
              <a:buSzPts val="1000"/>
              <a:buNone/>
              <a:defRPr sz="1000">
                <a:solidFill>
                  <a:srgbClr val="000000"/>
                </a:solidFill>
              </a:defRPr>
            </a:lvl5pPr>
            <a:lvl6pPr lvl="5">
              <a:spcBef>
                <a:spcPts val="0"/>
              </a:spcBef>
              <a:spcAft>
                <a:spcPts val="0"/>
              </a:spcAft>
              <a:buClr>
                <a:srgbClr val="000000"/>
              </a:buClr>
              <a:buSzPts val="1000"/>
              <a:buNone/>
              <a:defRPr sz="1000">
                <a:solidFill>
                  <a:srgbClr val="000000"/>
                </a:solidFill>
              </a:defRPr>
            </a:lvl6pPr>
            <a:lvl7pPr lvl="6">
              <a:spcBef>
                <a:spcPts val="0"/>
              </a:spcBef>
              <a:spcAft>
                <a:spcPts val="0"/>
              </a:spcAft>
              <a:buClr>
                <a:srgbClr val="000000"/>
              </a:buClr>
              <a:buSzPts val="1000"/>
              <a:buNone/>
              <a:defRPr sz="1000">
                <a:solidFill>
                  <a:srgbClr val="000000"/>
                </a:solidFill>
              </a:defRPr>
            </a:lvl7pPr>
            <a:lvl8pPr lvl="7">
              <a:spcBef>
                <a:spcPts val="0"/>
              </a:spcBef>
              <a:spcAft>
                <a:spcPts val="0"/>
              </a:spcAft>
              <a:buClr>
                <a:srgbClr val="000000"/>
              </a:buClr>
              <a:buSzPts val="1000"/>
              <a:buNone/>
              <a:defRPr sz="1000">
                <a:solidFill>
                  <a:srgbClr val="000000"/>
                </a:solidFill>
              </a:defRPr>
            </a:lvl8pPr>
            <a:lvl9pPr lvl="8">
              <a:spcBef>
                <a:spcPts val="0"/>
              </a:spcBef>
              <a:spcAft>
                <a:spcPts val="0"/>
              </a:spcAft>
              <a:buClr>
                <a:srgbClr val="000000"/>
              </a:buClr>
              <a:buSzPts val="1000"/>
              <a:buNone/>
              <a:defRPr sz="1000">
                <a:solidFill>
                  <a:srgbClr val="000000"/>
                </a:solidFill>
              </a:defRPr>
            </a:lvl9pPr>
          </a:lstStyle>
          <a:p/>
        </p:txBody>
      </p:sp>
      <p:sp>
        <p:nvSpPr>
          <p:cNvPr id="4184" name="Google Shape;4184;p71"/>
          <p:cNvSpPr txBox="1"/>
          <p:nvPr>
            <p:ph idx="35" type="body"/>
          </p:nvPr>
        </p:nvSpPr>
        <p:spPr>
          <a:xfrm>
            <a:off x="641150" y="612125"/>
            <a:ext cx="1770300" cy="160500"/>
          </a:xfrm>
          <a:prstGeom prst="rect">
            <a:avLst/>
          </a:prstGeom>
          <a:noFill/>
          <a:ln>
            <a:noFill/>
          </a:ln>
        </p:spPr>
        <p:txBody>
          <a:bodyPr anchorCtr="0" anchor="t" bIns="0" lIns="0" spcFirstLastPara="1" rIns="0" wrap="square" tIns="0">
            <a:noAutofit/>
          </a:bodyPr>
          <a:lstStyle>
            <a:lvl1pPr indent="-292100" lvl="0" marL="457200" algn="ctr">
              <a:spcBef>
                <a:spcPts val="0"/>
              </a:spcBef>
              <a:spcAft>
                <a:spcPts val="0"/>
              </a:spcAft>
              <a:buClr>
                <a:srgbClr val="FFFFFF"/>
              </a:buClr>
              <a:buSzPts val="1000"/>
              <a:buChar char="●"/>
              <a:defRPr sz="1000">
                <a:solidFill>
                  <a:srgbClr val="FFFFFF"/>
                </a:solidFill>
              </a:defRPr>
            </a:lvl1pPr>
            <a:lvl2pPr indent="-292100" lvl="1" marL="914400" algn="ctr">
              <a:spcBef>
                <a:spcPts val="0"/>
              </a:spcBef>
              <a:spcAft>
                <a:spcPts val="0"/>
              </a:spcAft>
              <a:buClr>
                <a:srgbClr val="FFFFFF"/>
              </a:buClr>
              <a:buSzPts val="1000"/>
              <a:buChar char="○"/>
              <a:defRPr sz="1000">
                <a:solidFill>
                  <a:srgbClr val="FFFFFF"/>
                </a:solidFill>
              </a:defRPr>
            </a:lvl2pPr>
            <a:lvl3pPr indent="-292100" lvl="2" marL="1371600" algn="ctr">
              <a:spcBef>
                <a:spcPts val="0"/>
              </a:spcBef>
              <a:spcAft>
                <a:spcPts val="0"/>
              </a:spcAft>
              <a:buClr>
                <a:srgbClr val="FFFFFF"/>
              </a:buClr>
              <a:buSzPts val="1000"/>
              <a:buChar char="■"/>
              <a:defRPr sz="1000">
                <a:solidFill>
                  <a:srgbClr val="FFFFFF"/>
                </a:solidFill>
              </a:defRPr>
            </a:lvl3pPr>
            <a:lvl4pPr indent="-292100" lvl="3" marL="1828800" algn="ctr">
              <a:spcBef>
                <a:spcPts val="0"/>
              </a:spcBef>
              <a:spcAft>
                <a:spcPts val="0"/>
              </a:spcAft>
              <a:buClr>
                <a:srgbClr val="FFFFFF"/>
              </a:buClr>
              <a:buSzPts val="1000"/>
              <a:buChar char="●"/>
              <a:defRPr sz="1000">
                <a:solidFill>
                  <a:srgbClr val="FFFFFF"/>
                </a:solidFill>
              </a:defRPr>
            </a:lvl4pPr>
            <a:lvl5pPr indent="-292100" lvl="4" marL="2286000" algn="ctr">
              <a:spcBef>
                <a:spcPts val="0"/>
              </a:spcBef>
              <a:spcAft>
                <a:spcPts val="0"/>
              </a:spcAft>
              <a:buClr>
                <a:srgbClr val="FFFFFF"/>
              </a:buClr>
              <a:buSzPts val="1000"/>
              <a:buChar char="○"/>
              <a:defRPr sz="1000">
                <a:solidFill>
                  <a:srgbClr val="FFFFFF"/>
                </a:solidFill>
              </a:defRPr>
            </a:lvl5pPr>
            <a:lvl6pPr indent="-292100" lvl="5" marL="2743200" algn="ctr">
              <a:spcBef>
                <a:spcPts val="0"/>
              </a:spcBef>
              <a:spcAft>
                <a:spcPts val="0"/>
              </a:spcAft>
              <a:buClr>
                <a:srgbClr val="FFFFFF"/>
              </a:buClr>
              <a:buSzPts val="1000"/>
              <a:buChar char="■"/>
              <a:defRPr sz="1000">
                <a:solidFill>
                  <a:srgbClr val="FFFFFF"/>
                </a:solidFill>
              </a:defRPr>
            </a:lvl6pPr>
            <a:lvl7pPr indent="-292100" lvl="6" marL="3200400" algn="ctr">
              <a:spcBef>
                <a:spcPts val="0"/>
              </a:spcBef>
              <a:spcAft>
                <a:spcPts val="0"/>
              </a:spcAft>
              <a:buClr>
                <a:srgbClr val="FFFFFF"/>
              </a:buClr>
              <a:buSzPts val="1000"/>
              <a:buChar char="●"/>
              <a:defRPr sz="1000">
                <a:solidFill>
                  <a:srgbClr val="FFFFFF"/>
                </a:solidFill>
              </a:defRPr>
            </a:lvl7pPr>
            <a:lvl8pPr indent="-292100" lvl="7" marL="3657600" algn="ctr">
              <a:spcBef>
                <a:spcPts val="0"/>
              </a:spcBef>
              <a:spcAft>
                <a:spcPts val="0"/>
              </a:spcAft>
              <a:buClr>
                <a:srgbClr val="FFFFFF"/>
              </a:buClr>
              <a:buSzPts val="1000"/>
              <a:buChar char="○"/>
              <a:defRPr sz="1000">
                <a:solidFill>
                  <a:srgbClr val="FFFFFF"/>
                </a:solidFill>
              </a:defRPr>
            </a:lvl8pPr>
            <a:lvl9pPr indent="-292100" lvl="8" marL="4114800" algn="ctr">
              <a:spcBef>
                <a:spcPts val="0"/>
              </a:spcBef>
              <a:spcAft>
                <a:spcPts val="0"/>
              </a:spcAft>
              <a:buClr>
                <a:srgbClr val="FFFFFF"/>
              </a:buClr>
              <a:buSzPts val="1000"/>
              <a:buChar char="■"/>
              <a:defRPr sz="1000">
                <a:solidFill>
                  <a:srgbClr val="FFFFFF"/>
                </a:solidFill>
              </a:defRPr>
            </a:lvl9pPr>
          </a:lstStyle>
          <a:p/>
        </p:txBody>
      </p:sp>
      <p:sp>
        <p:nvSpPr>
          <p:cNvPr id="4185" name="Google Shape;4185;p71"/>
          <p:cNvSpPr txBox="1"/>
          <p:nvPr/>
        </p:nvSpPr>
        <p:spPr>
          <a:xfrm>
            <a:off x="84825" y="598125"/>
            <a:ext cx="595500" cy="205800"/>
          </a:xfrm>
          <a:prstGeom prst="rect">
            <a:avLst/>
          </a:prstGeom>
          <a:noFill/>
          <a:ln>
            <a:noFill/>
          </a:ln>
        </p:spPr>
        <p:txBody>
          <a:bodyPr anchorCtr="0" anchor="t" bIns="18000" lIns="18000" spcFirstLastPara="1" rIns="18000" wrap="square" tIns="18000">
            <a:spAutoFit/>
          </a:bodyPr>
          <a:lstStyle/>
          <a:p>
            <a:pPr indent="0" lvl="0" marL="0" rtl="0" algn="l">
              <a:spcBef>
                <a:spcPts val="0"/>
              </a:spcBef>
              <a:spcAft>
                <a:spcPts val="0"/>
              </a:spcAft>
              <a:buNone/>
            </a:pPr>
            <a:r>
              <a:rPr lang="es-419" sz="1100">
                <a:solidFill>
                  <a:srgbClr val="FFFFFF"/>
                </a:solidFill>
              </a:rPr>
              <a:t>Nombre:</a:t>
            </a:r>
            <a:endParaRPr sz="1100">
              <a:solidFill>
                <a:srgbClr val="FFFFFF"/>
              </a:solidFill>
            </a:endParaRPr>
          </a:p>
        </p:txBody>
      </p:sp>
    </p:spTree>
  </p:cSld>
  <p:clrMapOvr>
    <a:masterClrMapping/>
  </p:clrMapOvr>
</p:sldLayout>
</file>

<file path=ppt/slideLayouts/slideLayout7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5.4 Estructura de funcionalidades">
  <p:cSld name="TITLE_3_6_1_1_1_1_1_1_1_1_1_1_1_1_1_1_1_1_1_1_1_1_1_1_1_1_3">
    <p:spTree>
      <p:nvGrpSpPr>
        <p:cNvPr id="4186" name="Shape 4186"/>
        <p:cNvGrpSpPr/>
        <p:nvPr/>
      </p:nvGrpSpPr>
      <p:grpSpPr>
        <a:xfrm>
          <a:off x="0" y="0"/>
          <a:ext cx="0" cy="0"/>
          <a:chOff x="0" y="0"/>
          <a:chExt cx="0" cy="0"/>
        </a:xfrm>
      </p:grpSpPr>
      <p:sp>
        <p:nvSpPr>
          <p:cNvPr id="4187" name="Google Shape;4187;p72"/>
          <p:cNvSpPr/>
          <p:nvPr/>
        </p:nvSpPr>
        <p:spPr>
          <a:xfrm>
            <a:off x="77688" y="358938"/>
            <a:ext cx="9935700" cy="6438000"/>
          </a:xfrm>
          <a:prstGeom prst="roundRect">
            <a:avLst>
              <a:gd fmla="val 2618" name="adj"/>
            </a:avLst>
          </a:prstGeom>
          <a:solidFill>
            <a:srgbClr val="FFFFFF"/>
          </a:solidFill>
          <a:ln cap="flat" cmpd="sng" w="38100">
            <a:solidFill>
              <a:srgbClr val="000000"/>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188" name="Google Shape;4188;p72"/>
          <p:cNvCxnSpPr/>
          <p:nvPr/>
        </p:nvCxnSpPr>
        <p:spPr>
          <a:xfrm>
            <a:off x="77688" y="772614"/>
            <a:ext cx="9935700" cy="0"/>
          </a:xfrm>
          <a:prstGeom prst="straightConnector1">
            <a:avLst/>
          </a:prstGeom>
          <a:noFill/>
          <a:ln cap="flat" cmpd="sng" w="19050">
            <a:solidFill>
              <a:srgbClr val="000000"/>
            </a:solidFill>
            <a:prstDash val="solid"/>
            <a:round/>
            <a:headEnd len="med" w="med" type="none"/>
            <a:tailEnd len="med" w="med" type="none"/>
          </a:ln>
        </p:spPr>
      </p:cxnSp>
      <p:cxnSp>
        <p:nvCxnSpPr>
          <p:cNvPr id="4189" name="Google Shape;4189;p72"/>
          <p:cNvCxnSpPr/>
          <p:nvPr/>
        </p:nvCxnSpPr>
        <p:spPr>
          <a:xfrm rot="10800000">
            <a:off x="2439038" y="368188"/>
            <a:ext cx="0" cy="402300"/>
          </a:xfrm>
          <a:prstGeom prst="straightConnector1">
            <a:avLst/>
          </a:prstGeom>
          <a:noFill/>
          <a:ln cap="flat" cmpd="sng" w="19050">
            <a:solidFill>
              <a:srgbClr val="000000"/>
            </a:solidFill>
            <a:prstDash val="solid"/>
            <a:round/>
            <a:headEnd len="med" w="med" type="none"/>
            <a:tailEnd len="med" w="med" type="none"/>
          </a:ln>
        </p:spPr>
      </p:cxnSp>
      <p:sp>
        <p:nvSpPr>
          <p:cNvPr id="4190" name="Google Shape;4190;p72"/>
          <p:cNvSpPr/>
          <p:nvPr/>
        </p:nvSpPr>
        <p:spPr>
          <a:xfrm>
            <a:off x="77688" y="349338"/>
            <a:ext cx="2361300" cy="421200"/>
          </a:xfrm>
          <a:prstGeom prst="roundRect">
            <a:avLst>
              <a:gd fmla="val 50000" name="adj"/>
            </a:avLst>
          </a:prstGeom>
          <a:solidFill>
            <a:srgbClr val="000000"/>
          </a:solidFill>
          <a:ln cap="flat" cmpd="sng" w="9525">
            <a:solidFill>
              <a:srgbClr val="000000"/>
            </a:solidFill>
            <a:prstDash val="solid"/>
            <a:round/>
            <a:headEnd len="sm" w="sm" type="none"/>
            <a:tailEnd len="sm" w="sm" type="none"/>
          </a:ln>
        </p:spPr>
        <p:txBody>
          <a:bodyPr anchorCtr="0" anchor="ctr" bIns="91425" lIns="0" spcFirstLastPara="1" rIns="0" wrap="square" tIns="91425">
            <a:noAutofit/>
          </a:bodyPr>
          <a:lstStyle/>
          <a:p>
            <a:pPr indent="0" lvl="0" marL="0" rtl="0" algn="ctr">
              <a:spcBef>
                <a:spcPts val="0"/>
              </a:spcBef>
              <a:spcAft>
                <a:spcPts val="0"/>
              </a:spcAft>
              <a:buNone/>
            </a:pPr>
            <a:r>
              <a:rPr b="1" lang="es-419" sz="1100">
                <a:solidFill>
                  <a:srgbClr val="FFFFFF"/>
                </a:solidFill>
              </a:rPr>
              <a:t>Estructura de Funcionalidades</a:t>
            </a:r>
            <a:endParaRPr b="1" sz="1100">
              <a:solidFill>
                <a:srgbClr val="FFFFFF"/>
              </a:solidFill>
            </a:endParaRPr>
          </a:p>
          <a:p>
            <a:pPr indent="0" lvl="0" marL="0" rtl="0" algn="ctr">
              <a:spcBef>
                <a:spcPts val="0"/>
              </a:spcBef>
              <a:spcAft>
                <a:spcPts val="0"/>
              </a:spcAft>
              <a:buNone/>
            </a:pPr>
            <a:r>
              <a:t/>
            </a:r>
            <a:endParaRPr b="1" sz="1200">
              <a:solidFill>
                <a:srgbClr val="FFFFFF"/>
              </a:solidFill>
            </a:endParaRPr>
          </a:p>
        </p:txBody>
      </p:sp>
      <p:sp>
        <p:nvSpPr>
          <p:cNvPr id="4191" name="Google Shape;4191;p72"/>
          <p:cNvSpPr/>
          <p:nvPr/>
        </p:nvSpPr>
        <p:spPr>
          <a:xfrm>
            <a:off x="83988" y="595504"/>
            <a:ext cx="190200" cy="1692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2" name="Google Shape;4192;p72"/>
          <p:cNvSpPr/>
          <p:nvPr/>
        </p:nvSpPr>
        <p:spPr>
          <a:xfrm>
            <a:off x="2350598" y="358950"/>
            <a:ext cx="88500" cy="4023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3" name="Google Shape;4193;p72"/>
          <p:cNvSpPr/>
          <p:nvPr/>
        </p:nvSpPr>
        <p:spPr>
          <a:xfrm>
            <a:off x="2277739" y="663750"/>
            <a:ext cx="88500" cy="1089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4" name="Google Shape;4194;p72"/>
          <p:cNvSpPr txBox="1"/>
          <p:nvPr/>
        </p:nvSpPr>
        <p:spPr>
          <a:xfrm>
            <a:off x="2524025" y="387675"/>
            <a:ext cx="15012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Unid. Organizacional:</a:t>
            </a:r>
            <a:endParaRPr b="1" sz="1100"/>
          </a:p>
        </p:txBody>
      </p:sp>
      <p:sp>
        <p:nvSpPr>
          <p:cNvPr id="4195" name="Google Shape;4195;p72"/>
          <p:cNvSpPr txBox="1"/>
          <p:nvPr/>
        </p:nvSpPr>
        <p:spPr>
          <a:xfrm>
            <a:off x="2524020" y="579550"/>
            <a:ext cx="6846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Alcance:</a:t>
            </a:r>
            <a:endParaRPr b="1" sz="1100"/>
          </a:p>
        </p:txBody>
      </p:sp>
      <p:sp>
        <p:nvSpPr>
          <p:cNvPr id="4196" name="Google Shape;4196;p72"/>
          <p:cNvSpPr txBox="1"/>
          <p:nvPr>
            <p:ph type="title"/>
          </p:nvPr>
        </p:nvSpPr>
        <p:spPr>
          <a:xfrm flipH="1">
            <a:off x="4025374" y="387675"/>
            <a:ext cx="5863200" cy="1692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000"/>
              <a:buNone/>
              <a:defRPr sz="1000">
                <a:solidFill>
                  <a:srgbClr val="000000"/>
                </a:solidFill>
              </a:defRPr>
            </a:lvl1pPr>
            <a:lvl2pPr lvl="1">
              <a:spcBef>
                <a:spcPts val="0"/>
              </a:spcBef>
              <a:spcAft>
                <a:spcPts val="0"/>
              </a:spcAft>
              <a:buClr>
                <a:srgbClr val="000000"/>
              </a:buClr>
              <a:buSzPts val="1000"/>
              <a:buNone/>
              <a:defRPr sz="1000">
                <a:solidFill>
                  <a:srgbClr val="000000"/>
                </a:solidFill>
              </a:defRPr>
            </a:lvl2pPr>
            <a:lvl3pPr lvl="2">
              <a:spcBef>
                <a:spcPts val="0"/>
              </a:spcBef>
              <a:spcAft>
                <a:spcPts val="0"/>
              </a:spcAft>
              <a:buClr>
                <a:srgbClr val="000000"/>
              </a:buClr>
              <a:buSzPts val="1000"/>
              <a:buNone/>
              <a:defRPr sz="1000">
                <a:solidFill>
                  <a:srgbClr val="000000"/>
                </a:solidFill>
              </a:defRPr>
            </a:lvl3pPr>
            <a:lvl4pPr lvl="3">
              <a:spcBef>
                <a:spcPts val="0"/>
              </a:spcBef>
              <a:spcAft>
                <a:spcPts val="0"/>
              </a:spcAft>
              <a:buClr>
                <a:srgbClr val="000000"/>
              </a:buClr>
              <a:buSzPts val="1000"/>
              <a:buNone/>
              <a:defRPr sz="1000">
                <a:solidFill>
                  <a:srgbClr val="000000"/>
                </a:solidFill>
              </a:defRPr>
            </a:lvl4pPr>
            <a:lvl5pPr lvl="4">
              <a:spcBef>
                <a:spcPts val="0"/>
              </a:spcBef>
              <a:spcAft>
                <a:spcPts val="0"/>
              </a:spcAft>
              <a:buClr>
                <a:srgbClr val="000000"/>
              </a:buClr>
              <a:buSzPts val="1000"/>
              <a:buNone/>
              <a:defRPr sz="1000">
                <a:solidFill>
                  <a:srgbClr val="000000"/>
                </a:solidFill>
              </a:defRPr>
            </a:lvl5pPr>
            <a:lvl6pPr lvl="5">
              <a:spcBef>
                <a:spcPts val="0"/>
              </a:spcBef>
              <a:spcAft>
                <a:spcPts val="0"/>
              </a:spcAft>
              <a:buClr>
                <a:srgbClr val="000000"/>
              </a:buClr>
              <a:buSzPts val="1000"/>
              <a:buNone/>
              <a:defRPr sz="1000">
                <a:solidFill>
                  <a:srgbClr val="000000"/>
                </a:solidFill>
              </a:defRPr>
            </a:lvl6pPr>
            <a:lvl7pPr lvl="6">
              <a:spcBef>
                <a:spcPts val="0"/>
              </a:spcBef>
              <a:spcAft>
                <a:spcPts val="0"/>
              </a:spcAft>
              <a:buClr>
                <a:srgbClr val="000000"/>
              </a:buClr>
              <a:buSzPts val="1000"/>
              <a:buNone/>
              <a:defRPr sz="1000">
                <a:solidFill>
                  <a:srgbClr val="000000"/>
                </a:solidFill>
              </a:defRPr>
            </a:lvl7pPr>
            <a:lvl8pPr lvl="7">
              <a:spcBef>
                <a:spcPts val="0"/>
              </a:spcBef>
              <a:spcAft>
                <a:spcPts val="0"/>
              </a:spcAft>
              <a:buClr>
                <a:srgbClr val="000000"/>
              </a:buClr>
              <a:buSzPts val="1000"/>
              <a:buNone/>
              <a:defRPr sz="1000">
                <a:solidFill>
                  <a:srgbClr val="000000"/>
                </a:solidFill>
              </a:defRPr>
            </a:lvl8pPr>
            <a:lvl9pPr lvl="8">
              <a:spcBef>
                <a:spcPts val="0"/>
              </a:spcBef>
              <a:spcAft>
                <a:spcPts val="0"/>
              </a:spcAft>
              <a:buClr>
                <a:srgbClr val="000000"/>
              </a:buClr>
              <a:buSzPts val="1000"/>
              <a:buNone/>
              <a:defRPr sz="1000">
                <a:solidFill>
                  <a:srgbClr val="000000"/>
                </a:solidFill>
              </a:defRPr>
            </a:lvl9pPr>
          </a:lstStyle>
          <a:p/>
        </p:txBody>
      </p:sp>
      <p:sp>
        <p:nvSpPr>
          <p:cNvPr id="4197" name="Google Shape;4197;p72"/>
          <p:cNvSpPr txBox="1"/>
          <p:nvPr>
            <p:ph idx="2" type="title"/>
          </p:nvPr>
        </p:nvSpPr>
        <p:spPr>
          <a:xfrm flipH="1">
            <a:off x="3208773" y="579550"/>
            <a:ext cx="6679800" cy="1692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000"/>
              <a:buNone/>
              <a:defRPr sz="1000">
                <a:solidFill>
                  <a:srgbClr val="000000"/>
                </a:solidFill>
              </a:defRPr>
            </a:lvl1pPr>
            <a:lvl2pPr lvl="1">
              <a:spcBef>
                <a:spcPts val="0"/>
              </a:spcBef>
              <a:spcAft>
                <a:spcPts val="0"/>
              </a:spcAft>
              <a:buClr>
                <a:srgbClr val="000000"/>
              </a:buClr>
              <a:buSzPts val="1000"/>
              <a:buNone/>
              <a:defRPr sz="1000">
                <a:solidFill>
                  <a:srgbClr val="000000"/>
                </a:solidFill>
              </a:defRPr>
            </a:lvl2pPr>
            <a:lvl3pPr lvl="2">
              <a:spcBef>
                <a:spcPts val="0"/>
              </a:spcBef>
              <a:spcAft>
                <a:spcPts val="0"/>
              </a:spcAft>
              <a:buClr>
                <a:srgbClr val="000000"/>
              </a:buClr>
              <a:buSzPts val="1000"/>
              <a:buNone/>
              <a:defRPr sz="1000">
                <a:solidFill>
                  <a:srgbClr val="000000"/>
                </a:solidFill>
              </a:defRPr>
            </a:lvl3pPr>
            <a:lvl4pPr lvl="3">
              <a:spcBef>
                <a:spcPts val="0"/>
              </a:spcBef>
              <a:spcAft>
                <a:spcPts val="0"/>
              </a:spcAft>
              <a:buClr>
                <a:srgbClr val="000000"/>
              </a:buClr>
              <a:buSzPts val="1000"/>
              <a:buNone/>
              <a:defRPr sz="1000">
                <a:solidFill>
                  <a:srgbClr val="000000"/>
                </a:solidFill>
              </a:defRPr>
            </a:lvl4pPr>
            <a:lvl5pPr lvl="4">
              <a:spcBef>
                <a:spcPts val="0"/>
              </a:spcBef>
              <a:spcAft>
                <a:spcPts val="0"/>
              </a:spcAft>
              <a:buClr>
                <a:srgbClr val="000000"/>
              </a:buClr>
              <a:buSzPts val="1000"/>
              <a:buNone/>
              <a:defRPr sz="1000">
                <a:solidFill>
                  <a:srgbClr val="000000"/>
                </a:solidFill>
              </a:defRPr>
            </a:lvl5pPr>
            <a:lvl6pPr lvl="5">
              <a:spcBef>
                <a:spcPts val="0"/>
              </a:spcBef>
              <a:spcAft>
                <a:spcPts val="0"/>
              </a:spcAft>
              <a:buClr>
                <a:srgbClr val="000000"/>
              </a:buClr>
              <a:buSzPts val="1000"/>
              <a:buNone/>
              <a:defRPr sz="1000">
                <a:solidFill>
                  <a:srgbClr val="000000"/>
                </a:solidFill>
              </a:defRPr>
            </a:lvl6pPr>
            <a:lvl7pPr lvl="6">
              <a:spcBef>
                <a:spcPts val="0"/>
              </a:spcBef>
              <a:spcAft>
                <a:spcPts val="0"/>
              </a:spcAft>
              <a:buClr>
                <a:srgbClr val="000000"/>
              </a:buClr>
              <a:buSzPts val="1000"/>
              <a:buNone/>
              <a:defRPr sz="1000">
                <a:solidFill>
                  <a:srgbClr val="000000"/>
                </a:solidFill>
              </a:defRPr>
            </a:lvl7pPr>
            <a:lvl8pPr lvl="7">
              <a:spcBef>
                <a:spcPts val="0"/>
              </a:spcBef>
              <a:spcAft>
                <a:spcPts val="0"/>
              </a:spcAft>
              <a:buClr>
                <a:srgbClr val="000000"/>
              </a:buClr>
              <a:buSzPts val="1000"/>
              <a:buNone/>
              <a:defRPr sz="1000">
                <a:solidFill>
                  <a:srgbClr val="000000"/>
                </a:solidFill>
              </a:defRPr>
            </a:lvl8pPr>
            <a:lvl9pPr lvl="8">
              <a:spcBef>
                <a:spcPts val="0"/>
              </a:spcBef>
              <a:spcAft>
                <a:spcPts val="0"/>
              </a:spcAft>
              <a:buClr>
                <a:srgbClr val="000000"/>
              </a:buClr>
              <a:buSzPts val="1000"/>
              <a:buNone/>
              <a:defRPr sz="1000">
                <a:solidFill>
                  <a:srgbClr val="000000"/>
                </a:solidFill>
              </a:defRPr>
            </a:lvl9pPr>
          </a:lstStyle>
          <a:p/>
        </p:txBody>
      </p:sp>
      <p:sp>
        <p:nvSpPr>
          <p:cNvPr id="4198" name="Google Shape;4198;p72"/>
          <p:cNvSpPr txBox="1"/>
          <p:nvPr>
            <p:ph idx="1" type="body"/>
          </p:nvPr>
        </p:nvSpPr>
        <p:spPr>
          <a:xfrm>
            <a:off x="641150" y="612125"/>
            <a:ext cx="1770300" cy="160500"/>
          </a:xfrm>
          <a:prstGeom prst="rect">
            <a:avLst/>
          </a:prstGeom>
          <a:noFill/>
          <a:ln>
            <a:noFill/>
          </a:ln>
        </p:spPr>
        <p:txBody>
          <a:bodyPr anchorCtr="0" anchor="t" bIns="0" lIns="0" spcFirstLastPara="1" rIns="0" wrap="square" tIns="0">
            <a:noAutofit/>
          </a:bodyPr>
          <a:lstStyle>
            <a:lvl1pPr indent="-292100" lvl="0" marL="457200" algn="ctr">
              <a:spcBef>
                <a:spcPts val="0"/>
              </a:spcBef>
              <a:spcAft>
                <a:spcPts val="0"/>
              </a:spcAft>
              <a:buClr>
                <a:srgbClr val="FFFFFF"/>
              </a:buClr>
              <a:buSzPts val="1000"/>
              <a:buChar char="●"/>
              <a:defRPr sz="1000">
                <a:solidFill>
                  <a:srgbClr val="FFFFFF"/>
                </a:solidFill>
              </a:defRPr>
            </a:lvl1pPr>
            <a:lvl2pPr indent="-292100" lvl="1" marL="914400" algn="ctr">
              <a:spcBef>
                <a:spcPts val="0"/>
              </a:spcBef>
              <a:spcAft>
                <a:spcPts val="0"/>
              </a:spcAft>
              <a:buClr>
                <a:srgbClr val="FFFFFF"/>
              </a:buClr>
              <a:buSzPts val="1000"/>
              <a:buChar char="○"/>
              <a:defRPr sz="1000">
                <a:solidFill>
                  <a:srgbClr val="FFFFFF"/>
                </a:solidFill>
              </a:defRPr>
            </a:lvl2pPr>
            <a:lvl3pPr indent="-292100" lvl="2" marL="1371600" algn="ctr">
              <a:spcBef>
                <a:spcPts val="0"/>
              </a:spcBef>
              <a:spcAft>
                <a:spcPts val="0"/>
              </a:spcAft>
              <a:buClr>
                <a:srgbClr val="FFFFFF"/>
              </a:buClr>
              <a:buSzPts val="1000"/>
              <a:buChar char="■"/>
              <a:defRPr sz="1000">
                <a:solidFill>
                  <a:srgbClr val="FFFFFF"/>
                </a:solidFill>
              </a:defRPr>
            </a:lvl3pPr>
            <a:lvl4pPr indent="-292100" lvl="3" marL="1828800" algn="ctr">
              <a:spcBef>
                <a:spcPts val="0"/>
              </a:spcBef>
              <a:spcAft>
                <a:spcPts val="0"/>
              </a:spcAft>
              <a:buClr>
                <a:srgbClr val="FFFFFF"/>
              </a:buClr>
              <a:buSzPts val="1000"/>
              <a:buChar char="●"/>
              <a:defRPr sz="1000">
                <a:solidFill>
                  <a:srgbClr val="FFFFFF"/>
                </a:solidFill>
              </a:defRPr>
            </a:lvl4pPr>
            <a:lvl5pPr indent="-292100" lvl="4" marL="2286000" algn="ctr">
              <a:spcBef>
                <a:spcPts val="0"/>
              </a:spcBef>
              <a:spcAft>
                <a:spcPts val="0"/>
              </a:spcAft>
              <a:buClr>
                <a:srgbClr val="FFFFFF"/>
              </a:buClr>
              <a:buSzPts val="1000"/>
              <a:buChar char="○"/>
              <a:defRPr sz="1000">
                <a:solidFill>
                  <a:srgbClr val="FFFFFF"/>
                </a:solidFill>
              </a:defRPr>
            </a:lvl5pPr>
            <a:lvl6pPr indent="-292100" lvl="5" marL="2743200" algn="ctr">
              <a:spcBef>
                <a:spcPts val="0"/>
              </a:spcBef>
              <a:spcAft>
                <a:spcPts val="0"/>
              </a:spcAft>
              <a:buClr>
                <a:srgbClr val="FFFFFF"/>
              </a:buClr>
              <a:buSzPts val="1000"/>
              <a:buChar char="■"/>
              <a:defRPr sz="1000">
                <a:solidFill>
                  <a:srgbClr val="FFFFFF"/>
                </a:solidFill>
              </a:defRPr>
            </a:lvl6pPr>
            <a:lvl7pPr indent="-292100" lvl="6" marL="3200400" algn="ctr">
              <a:spcBef>
                <a:spcPts val="0"/>
              </a:spcBef>
              <a:spcAft>
                <a:spcPts val="0"/>
              </a:spcAft>
              <a:buClr>
                <a:srgbClr val="FFFFFF"/>
              </a:buClr>
              <a:buSzPts val="1000"/>
              <a:buChar char="●"/>
              <a:defRPr sz="1000">
                <a:solidFill>
                  <a:srgbClr val="FFFFFF"/>
                </a:solidFill>
              </a:defRPr>
            </a:lvl7pPr>
            <a:lvl8pPr indent="-292100" lvl="7" marL="3657600" algn="ctr">
              <a:spcBef>
                <a:spcPts val="0"/>
              </a:spcBef>
              <a:spcAft>
                <a:spcPts val="0"/>
              </a:spcAft>
              <a:buClr>
                <a:srgbClr val="FFFFFF"/>
              </a:buClr>
              <a:buSzPts val="1000"/>
              <a:buChar char="○"/>
              <a:defRPr sz="1000">
                <a:solidFill>
                  <a:srgbClr val="FFFFFF"/>
                </a:solidFill>
              </a:defRPr>
            </a:lvl8pPr>
            <a:lvl9pPr indent="-292100" lvl="8" marL="4114800" algn="ctr">
              <a:spcBef>
                <a:spcPts val="0"/>
              </a:spcBef>
              <a:spcAft>
                <a:spcPts val="0"/>
              </a:spcAft>
              <a:buClr>
                <a:srgbClr val="FFFFFF"/>
              </a:buClr>
              <a:buSzPts val="1000"/>
              <a:buChar char="■"/>
              <a:defRPr sz="1000">
                <a:solidFill>
                  <a:srgbClr val="FFFFFF"/>
                </a:solidFill>
              </a:defRPr>
            </a:lvl9pPr>
          </a:lstStyle>
          <a:p/>
        </p:txBody>
      </p:sp>
      <p:sp>
        <p:nvSpPr>
          <p:cNvPr id="4199" name="Google Shape;4199;p72"/>
          <p:cNvSpPr txBox="1"/>
          <p:nvPr/>
        </p:nvSpPr>
        <p:spPr>
          <a:xfrm>
            <a:off x="84825" y="598125"/>
            <a:ext cx="595500" cy="205800"/>
          </a:xfrm>
          <a:prstGeom prst="rect">
            <a:avLst/>
          </a:prstGeom>
          <a:noFill/>
          <a:ln>
            <a:noFill/>
          </a:ln>
        </p:spPr>
        <p:txBody>
          <a:bodyPr anchorCtr="0" anchor="t" bIns="18000" lIns="18000" spcFirstLastPara="1" rIns="18000" wrap="square" tIns="18000">
            <a:spAutoFit/>
          </a:bodyPr>
          <a:lstStyle/>
          <a:p>
            <a:pPr indent="0" lvl="0" marL="0" rtl="0" algn="l">
              <a:spcBef>
                <a:spcPts val="0"/>
              </a:spcBef>
              <a:spcAft>
                <a:spcPts val="0"/>
              </a:spcAft>
              <a:buNone/>
            </a:pPr>
            <a:r>
              <a:rPr lang="es-419" sz="1100">
                <a:solidFill>
                  <a:srgbClr val="FFFFFF"/>
                </a:solidFill>
              </a:rPr>
              <a:t>Nombre:</a:t>
            </a:r>
            <a:endParaRPr sz="1100">
              <a:solidFill>
                <a:srgbClr val="FFFFFF"/>
              </a:solidFill>
            </a:endParaRPr>
          </a:p>
        </p:txBody>
      </p:sp>
      <p:sp>
        <p:nvSpPr>
          <p:cNvPr id="4200" name="Google Shape;4200;p72"/>
          <p:cNvSpPr/>
          <p:nvPr/>
        </p:nvSpPr>
        <p:spPr>
          <a:xfrm>
            <a:off x="-4072200" y="1195200"/>
            <a:ext cx="3319800" cy="5224800"/>
          </a:xfrm>
          <a:prstGeom prst="roundRect">
            <a:avLst>
              <a:gd fmla="val 4230" name="adj"/>
            </a:avLst>
          </a:prstGeom>
          <a:solidFill>
            <a:srgbClr val="F3F3F3"/>
          </a:solidFill>
          <a:ln cap="flat" cmpd="sng" w="9525">
            <a:solidFill>
              <a:srgbClr val="F3F3F3"/>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t" bIns="91425" lIns="91425" spcFirstLastPara="1" rIns="91425" wrap="square" tIns="91425">
            <a:noAutofit/>
          </a:bodyPr>
          <a:lstStyle/>
          <a:p>
            <a:pPr indent="0" lvl="0" marL="0" rtl="0" algn="ctr">
              <a:spcBef>
                <a:spcPts val="0"/>
              </a:spcBef>
              <a:spcAft>
                <a:spcPts val="0"/>
              </a:spcAft>
              <a:buNone/>
            </a:pPr>
            <a:r>
              <a:rPr lang="es-419"/>
              <a:t>Paleta</a:t>
            </a:r>
            <a:endParaRPr/>
          </a:p>
        </p:txBody>
      </p:sp>
    </p:spTree>
  </p:cSld>
  <p:clrMapOvr>
    <a:masterClrMapping/>
  </p:clrMapOvr>
</p:sldLayout>
</file>

<file path=ppt/slideLayouts/slideLayout7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5.1 Puntos de Automatización">
  <p:cSld name="TITLE_3_6_1_1_1_1_1_1_1_1_1_1_1_1_1_1_1_1_1_1_1_1_1_1_1_1_2">
    <p:spTree>
      <p:nvGrpSpPr>
        <p:cNvPr id="4201" name="Shape 4201"/>
        <p:cNvGrpSpPr/>
        <p:nvPr/>
      </p:nvGrpSpPr>
      <p:grpSpPr>
        <a:xfrm>
          <a:off x="0" y="0"/>
          <a:ext cx="0" cy="0"/>
          <a:chOff x="0" y="0"/>
          <a:chExt cx="0" cy="0"/>
        </a:xfrm>
      </p:grpSpPr>
      <p:sp>
        <p:nvSpPr>
          <p:cNvPr id="4202" name="Google Shape;4202;p73"/>
          <p:cNvSpPr/>
          <p:nvPr/>
        </p:nvSpPr>
        <p:spPr>
          <a:xfrm>
            <a:off x="77688" y="358938"/>
            <a:ext cx="9935700" cy="6438000"/>
          </a:xfrm>
          <a:prstGeom prst="roundRect">
            <a:avLst>
              <a:gd fmla="val 2618" name="adj"/>
            </a:avLst>
          </a:prstGeom>
          <a:solidFill>
            <a:srgbClr val="FFFFFF"/>
          </a:solidFill>
          <a:ln cap="flat" cmpd="sng" w="38100">
            <a:solidFill>
              <a:srgbClr val="000000"/>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203" name="Google Shape;4203;p73"/>
          <p:cNvCxnSpPr/>
          <p:nvPr/>
        </p:nvCxnSpPr>
        <p:spPr>
          <a:xfrm>
            <a:off x="77688" y="772614"/>
            <a:ext cx="9935700" cy="0"/>
          </a:xfrm>
          <a:prstGeom prst="straightConnector1">
            <a:avLst/>
          </a:prstGeom>
          <a:noFill/>
          <a:ln cap="flat" cmpd="sng" w="19050">
            <a:solidFill>
              <a:srgbClr val="000000"/>
            </a:solidFill>
            <a:prstDash val="solid"/>
            <a:round/>
            <a:headEnd len="med" w="med" type="none"/>
            <a:tailEnd len="med" w="med" type="none"/>
          </a:ln>
        </p:spPr>
      </p:cxnSp>
      <p:cxnSp>
        <p:nvCxnSpPr>
          <p:cNvPr id="4204" name="Google Shape;4204;p73"/>
          <p:cNvCxnSpPr/>
          <p:nvPr/>
        </p:nvCxnSpPr>
        <p:spPr>
          <a:xfrm rot="10800000">
            <a:off x="2439038" y="368188"/>
            <a:ext cx="0" cy="402300"/>
          </a:xfrm>
          <a:prstGeom prst="straightConnector1">
            <a:avLst/>
          </a:prstGeom>
          <a:noFill/>
          <a:ln cap="flat" cmpd="sng" w="19050">
            <a:solidFill>
              <a:srgbClr val="000000"/>
            </a:solidFill>
            <a:prstDash val="solid"/>
            <a:round/>
            <a:headEnd len="med" w="med" type="none"/>
            <a:tailEnd len="med" w="med" type="none"/>
          </a:ln>
        </p:spPr>
      </p:cxnSp>
      <p:sp>
        <p:nvSpPr>
          <p:cNvPr id="4205" name="Google Shape;4205;p73"/>
          <p:cNvSpPr txBox="1"/>
          <p:nvPr>
            <p:ph type="title"/>
          </p:nvPr>
        </p:nvSpPr>
        <p:spPr>
          <a:xfrm flipH="1">
            <a:off x="3219174" y="437575"/>
            <a:ext cx="1731300" cy="2658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200"/>
              <a:buNone/>
              <a:defRPr sz="1200">
                <a:solidFill>
                  <a:srgbClr val="000000"/>
                </a:solidFill>
              </a:defRPr>
            </a:lvl1pPr>
            <a:lvl2pPr lvl="1">
              <a:spcBef>
                <a:spcPts val="0"/>
              </a:spcBef>
              <a:spcAft>
                <a:spcPts val="0"/>
              </a:spcAft>
              <a:buClr>
                <a:srgbClr val="000000"/>
              </a:buClr>
              <a:buSzPts val="1100"/>
              <a:buNone/>
              <a:defRPr sz="1100">
                <a:solidFill>
                  <a:srgbClr val="000000"/>
                </a:solidFill>
              </a:defRPr>
            </a:lvl2pPr>
            <a:lvl3pPr lvl="2">
              <a:spcBef>
                <a:spcPts val="0"/>
              </a:spcBef>
              <a:spcAft>
                <a:spcPts val="0"/>
              </a:spcAft>
              <a:buClr>
                <a:srgbClr val="000000"/>
              </a:buClr>
              <a:buSzPts val="1100"/>
              <a:buNone/>
              <a:defRPr sz="1100">
                <a:solidFill>
                  <a:srgbClr val="000000"/>
                </a:solidFill>
              </a:defRPr>
            </a:lvl3pPr>
            <a:lvl4pPr lvl="3">
              <a:spcBef>
                <a:spcPts val="0"/>
              </a:spcBef>
              <a:spcAft>
                <a:spcPts val="0"/>
              </a:spcAft>
              <a:buClr>
                <a:srgbClr val="000000"/>
              </a:buClr>
              <a:buSzPts val="1100"/>
              <a:buNone/>
              <a:defRPr sz="1100">
                <a:solidFill>
                  <a:srgbClr val="000000"/>
                </a:solidFill>
              </a:defRPr>
            </a:lvl4pPr>
            <a:lvl5pPr lvl="4">
              <a:spcBef>
                <a:spcPts val="0"/>
              </a:spcBef>
              <a:spcAft>
                <a:spcPts val="0"/>
              </a:spcAft>
              <a:buClr>
                <a:srgbClr val="000000"/>
              </a:buClr>
              <a:buSzPts val="1100"/>
              <a:buNone/>
              <a:defRPr sz="1100">
                <a:solidFill>
                  <a:srgbClr val="000000"/>
                </a:solidFill>
              </a:defRPr>
            </a:lvl5pPr>
            <a:lvl6pPr lvl="5">
              <a:spcBef>
                <a:spcPts val="0"/>
              </a:spcBef>
              <a:spcAft>
                <a:spcPts val="0"/>
              </a:spcAft>
              <a:buClr>
                <a:srgbClr val="000000"/>
              </a:buClr>
              <a:buSzPts val="1100"/>
              <a:buNone/>
              <a:defRPr sz="1100">
                <a:solidFill>
                  <a:srgbClr val="000000"/>
                </a:solidFill>
              </a:defRPr>
            </a:lvl6pPr>
            <a:lvl7pPr lvl="6">
              <a:spcBef>
                <a:spcPts val="0"/>
              </a:spcBef>
              <a:spcAft>
                <a:spcPts val="0"/>
              </a:spcAft>
              <a:buClr>
                <a:srgbClr val="000000"/>
              </a:buClr>
              <a:buSzPts val="1100"/>
              <a:buNone/>
              <a:defRPr sz="1100">
                <a:solidFill>
                  <a:srgbClr val="000000"/>
                </a:solidFill>
              </a:defRPr>
            </a:lvl7pPr>
            <a:lvl8pPr lvl="7">
              <a:spcBef>
                <a:spcPts val="0"/>
              </a:spcBef>
              <a:spcAft>
                <a:spcPts val="0"/>
              </a:spcAft>
              <a:buClr>
                <a:srgbClr val="000000"/>
              </a:buClr>
              <a:buSzPts val="1100"/>
              <a:buNone/>
              <a:defRPr sz="1100">
                <a:solidFill>
                  <a:srgbClr val="000000"/>
                </a:solidFill>
              </a:defRPr>
            </a:lvl8pPr>
            <a:lvl9pPr lvl="8">
              <a:spcBef>
                <a:spcPts val="0"/>
              </a:spcBef>
              <a:spcAft>
                <a:spcPts val="0"/>
              </a:spcAft>
              <a:buClr>
                <a:srgbClr val="000000"/>
              </a:buClr>
              <a:buSzPts val="1100"/>
              <a:buNone/>
              <a:defRPr sz="1100">
                <a:solidFill>
                  <a:srgbClr val="000000"/>
                </a:solidFill>
              </a:defRPr>
            </a:lvl9pPr>
          </a:lstStyle>
          <a:p/>
        </p:txBody>
      </p:sp>
      <p:sp>
        <p:nvSpPr>
          <p:cNvPr id="4206" name="Google Shape;4206;p73"/>
          <p:cNvSpPr txBox="1"/>
          <p:nvPr/>
        </p:nvSpPr>
        <p:spPr>
          <a:xfrm>
            <a:off x="2513487" y="437267"/>
            <a:ext cx="679500" cy="2664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b="1" lang="es-419" sz="1100"/>
              <a:t>Proceso:</a:t>
            </a:r>
            <a:endParaRPr b="1" sz="1100"/>
          </a:p>
        </p:txBody>
      </p:sp>
      <p:cxnSp>
        <p:nvCxnSpPr>
          <p:cNvPr id="4207" name="Google Shape;4207;p73"/>
          <p:cNvCxnSpPr/>
          <p:nvPr/>
        </p:nvCxnSpPr>
        <p:spPr>
          <a:xfrm rot="10800000">
            <a:off x="5070754" y="368188"/>
            <a:ext cx="0" cy="402300"/>
          </a:xfrm>
          <a:prstGeom prst="straightConnector1">
            <a:avLst/>
          </a:prstGeom>
          <a:noFill/>
          <a:ln cap="flat" cmpd="sng" w="19050">
            <a:solidFill>
              <a:srgbClr val="000000"/>
            </a:solidFill>
            <a:prstDash val="solid"/>
            <a:round/>
            <a:headEnd len="med" w="med" type="none"/>
            <a:tailEnd len="med" w="med" type="none"/>
          </a:ln>
        </p:spPr>
      </p:cxnSp>
      <p:sp>
        <p:nvSpPr>
          <p:cNvPr id="4208" name="Google Shape;4208;p73"/>
          <p:cNvSpPr txBox="1"/>
          <p:nvPr/>
        </p:nvSpPr>
        <p:spPr>
          <a:xfrm>
            <a:off x="5191013" y="387663"/>
            <a:ext cx="13026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Finalidad empresa:</a:t>
            </a:r>
            <a:endParaRPr b="1" sz="1100"/>
          </a:p>
        </p:txBody>
      </p:sp>
      <p:sp>
        <p:nvSpPr>
          <p:cNvPr id="4209" name="Google Shape;4209;p73"/>
          <p:cNvSpPr txBox="1"/>
          <p:nvPr/>
        </p:nvSpPr>
        <p:spPr>
          <a:xfrm>
            <a:off x="5191013" y="579538"/>
            <a:ext cx="11637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Finalidad cliente:</a:t>
            </a:r>
            <a:endParaRPr b="1" sz="1100"/>
          </a:p>
        </p:txBody>
      </p:sp>
      <p:sp>
        <p:nvSpPr>
          <p:cNvPr id="4210" name="Google Shape;4210;p73"/>
          <p:cNvSpPr/>
          <p:nvPr/>
        </p:nvSpPr>
        <p:spPr>
          <a:xfrm>
            <a:off x="77688" y="349338"/>
            <a:ext cx="2361300" cy="421200"/>
          </a:xfrm>
          <a:prstGeom prst="roundRect">
            <a:avLst>
              <a:gd fmla="val 50000" name="adj"/>
            </a:avLst>
          </a:prstGeom>
          <a:solidFill>
            <a:srgbClr val="000000"/>
          </a:solidFill>
          <a:ln cap="flat" cmpd="sng" w="9525">
            <a:solidFill>
              <a:srgbClr val="000000"/>
            </a:solidFill>
            <a:prstDash val="solid"/>
            <a:round/>
            <a:headEnd len="sm" w="sm" type="none"/>
            <a:tailEnd len="sm" w="sm" type="none"/>
          </a:ln>
        </p:spPr>
        <p:txBody>
          <a:bodyPr anchorCtr="0" anchor="ctr" bIns="91425" lIns="0" spcFirstLastPara="1" rIns="0" wrap="square" tIns="91425">
            <a:noAutofit/>
          </a:bodyPr>
          <a:lstStyle/>
          <a:p>
            <a:pPr indent="0" lvl="0" marL="0" rtl="0" algn="ctr">
              <a:spcBef>
                <a:spcPts val="0"/>
              </a:spcBef>
              <a:spcAft>
                <a:spcPts val="0"/>
              </a:spcAft>
              <a:buNone/>
            </a:pPr>
            <a:r>
              <a:rPr b="1" lang="es-419" sz="1100">
                <a:solidFill>
                  <a:srgbClr val="FFFFFF"/>
                </a:solidFill>
              </a:rPr>
              <a:t>Puntos de Automatización</a:t>
            </a:r>
            <a:endParaRPr b="1" sz="1100">
              <a:solidFill>
                <a:srgbClr val="FFFFFF"/>
              </a:solidFill>
            </a:endParaRPr>
          </a:p>
          <a:p>
            <a:pPr indent="0" lvl="0" marL="0" rtl="0" algn="ctr">
              <a:spcBef>
                <a:spcPts val="0"/>
              </a:spcBef>
              <a:spcAft>
                <a:spcPts val="0"/>
              </a:spcAft>
              <a:buNone/>
            </a:pPr>
            <a:r>
              <a:t/>
            </a:r>
            <a:endParaRPr b="1" sz="1200">
              <a:solidFill>
                <a:srgbClr val="FFFFFF"/>
              </a:solidFill>
            </a:endParaRPr>
          </a:p>
        </p:txBody>
      </p:sp>
      <p:sp>
        <p:nvSpPr>
          <p:cNvPr id="4211" name="Google Shape;4211;p73"/>
          <p:cNvSpPr/>
          <p:nvPr/>
        </p:nvSpPr>
        <p:spPr>
          <a:xfrm>
            <a:off x="83988" y="595504"/>
            <a:ext cx="190200" cy="1692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2" name="Google Shape;4212;p73"/>
          <p:cNvSpPr/>
          <p:nvPr/>
        </p:nvSpPr>
        <p:spPr>
          <a:xfrm>
            <a:off x="2350598" y="358950"/>
            <a:ext cx="88500" cy="4023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3" name="Google Shape;4213;p73"/>
          <p:cNvSpPr txBox="1"/>
          <p:nvPr>
            <p:ph idx="2" type="title"/>
          </p:nvPr>
        </p:nvSpPr>
        <p:spPr>
          <a:xfrm flipH="1">
            <a:off x="6546263" y="387663"/>
            <a:ext cx="3350100" cy="1692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000"/>
              <a:buNone/>
              <a:defRPr sz="1000">
                <a:solidFill>
                  <a:srgbClr val="000000"/>
                </a:solidFill>
              </a:defRPr>
            </a:lvl1pPr>
            <a:lvl2pPr lvl="1">
              <a:spcBef>
                <a:spcPts val="0"/>
              </a:spcBef>
              <a:spcAft>
                <a:spcPts val="0"/>
              </a:spcAft>
              <a:buClr>
                <a:srgbClr val="000000"/>
              </a:buClr>
              <a:buSzPts val="1000"/>
              <a:buNone/>
              <a:defRPr sz="1000">
                <a:solidFill>
                  <a:srgbClr val="000000"/>
                </a:solidFill>
              </a:defRPr>
            </a:lvl2pPr>
            <a:lvl3pPr lvl="2">
              <a:spcBef>
                <a:spcPts val="0"/>
              </a:spcBef>
              <a:spcAft>
                <a:spcPts val="0"/>
              </a:spcAft>
              <a:buClr>
                <a:srgbClr val="000000"/>
              </a:buClr>
              <a:buSzPts val="1000"/>
              <a:buNone/>
              <a:defRPr sz="1000">
                <a:solidFill>
                  <a:srgbClr val="000000"/>
                </a:solidFill>
              </a:defRPr>
            </a:lvl3pPr>
            <a:lvl4pPr lvl="3">
              <a:spcBef>
                <a:spcPts val="0"/>
              </a:spcBef>
              <a:spcAft>
                <a:spcPts val="0"/>
              </a:spcAft>
              <a:buClr>
                <a:srgbClr val="000000"/>
              </a:buClr>
              <a:buSzPts val="1000"/>
              <a:buNone/>
              <a:defRPr sz="1000">
                <a:solidFill>
                  <a:srgbClr val="000000"/>
                </a:solidFill>
              </a:defRPr>
            </a:lvl4pPr>
            <a:lvl5pPr lvl="4">
              <a:spcBef>
                <a:spcPts val="0"/>
              </a:spcBef>
              <a:spcAft>
                <a:spcPts val="0"/>
              </a:spcAft>
              <a:buClr>
                <a:srgbClr val="000000"/>
              </a:buClr>
              <a:buSzPts val="1000"/>
              <a:buNone/>
              <a:defRPr sz="1000">
                <a:solidFill>
                  <a:srgbClr val="000000"/>
                </a:solidFill>
              </a:defRPr>
            </a:lvl5pPr>
            <a:lvl6pPr lvl="5">
              <a:spcBef>
                <a:spcPts val="0"/>
              </a:spcBef>
              <a:spcAft>
                <a:spcPts val="0"/>
              </a:spcAft>
              <a:buClr>
                <a:srgbClr val="000000"/>
              </a:buClr>
              <a:buSzPts val="1000"/>
              <a:buNone/>
              <a:defRPr sz="1000">
                <a:solidFill>
                  <a:srgbClr val="000000"/>
                </a:solidFill>
              </a:defRPr>
            </a:lvl6pPr>
            <a:lvl7pPr lvl="6">
              <a:spcBef>
                <a:spcPts val="0"/>
              </a:spcBef>
              <a:spcAft>
                <a:spcPts val="0"/>
              </a:spcAft>
              <a:buClr>
                <a:srgbClr val="000000"/>
              </a:buClr>
              <a:buSzPts val="1000"/>
              <a:buNone/>
              <a:defRPr sz="1000">
                <a:solidFill>
                  <a:srgbClr val="000000"/>
                </a:solidFill>
              </a:defRPr>
            </a:lvl7pPr>
            <a:lvl8pPr lvl="7">
              <a:spcBef>
                <a:spcPts val="0"/>
              </a:spcBef>
              <a:spcAft>
                <a:spcPts val="0"/>
              </a:spcAft>
              <a:buClr>
                <a:srgbClr val="000000"/>
              </a:buClr>
              <a:buSzPts val="1000"/>
              <a:buNone/>
              <a:defRPr sz="1000">
                <a:solidFill>
                  <a:srgbClr val="000000"/>
                </a:solidFill>
              </a:defRPr>
            </a:lvl8pPr>
            <a:lvl9pPr lvl="8">
              <a:spcBef>
                <a:spcPts val="0"/>
              </a:spcBef>
              <a:spcAft>
                <a:spcPts val="0"/>
              </a:spcAft>
              <a:buClr>
                <a:srgbClr val="000000"/>
              </a:buClr>
              <a:buSzPts val="1000"/>
              <a:buNone/>
              <a:defRPr sz="1000">
                <a:solidFill>
                  <a:srgbClr val="000000"/>
                </a:solidFill>
              </a:defRPr>
            </a:lvl9pPr>
          </a:lstStyle>
          <a:p/>
        </p:txBody>
      </p:sp>
      <p:sp>
        <p:nvSpPr>
          <p:cNvPr id="4214" name="Google Shape;4214;p73"/>
          <p:cNvSpPr txBox="1"/>
          <p:nvPr>
            <p:ph idx="3" type="title"/>
          </p:nvPr>
        </p:nvSpPr>
        <p:spPr>
          <a:xfrm flipH="1">
            <a:off x="6546263" y="579538"/>
            <a:ext cx="3350100" cy="1692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000"/>
              <a:buNone/>
              <a:defRPr sz="1000">
                <a:solidFill>
                  <a:srgbClr val="000000"/>
                </a:solidFill>
              </a:defRPr>
            </a:lvl1pPr>
            <a:lvl2pPr lvl="1">
              <a:spcBef>
                <a:spcPts val="0"/>
              </a:spcBef>
              <a:spcAft>
                <a:spcPts val="0"/>
              </a:spcAft>
              <a:buClr>
                <a:srgbClr val="000000"/>
              </a:buClr>
              <a:buSzPts val="1000"/>
              <a:buNone/>
              <a:defRPr sz="1000">
                <a:solidFill>
                  <a:srgbClr val="000000"/>
                </a:solidFill>
              </a:defRPr>
            </a:lvl2pPr>
            <a:lvl3pPr lvl="2">
              <a:spcBef>
                <a:spcPts val="0"/>
              </a:spcBef>
              <a:spcAft>
                <a:spcPts val="0"/>
              </a:spcAft>
              <a:buClr>
                <a:srgbClr val="000000"/>
              </a:buClr>
              <a:buSzPts val="1000"/>
              <a:buNone/>
              <a:defRPr sz="1000">
                <a:solidFill>
                  <a:srgbClr val="000000"/>
                </a:solidFill>
              </a:defRPr>
            </a:lvl3pPr>
            <a:lvl4pPr lvl="3">
              <a:spcBef>
                <a:spcPts val="0"/>
              </a:spcBef>
              <a:spcAft>
                <a:spcPts val="0"/>
              </a:spcAft>
              <a:buClr>
                <a:srgbClr val="000000"/>
              </a:buClr>
              <a:buSzPts val="1000"/>
              <a:buNone/>
              <a:defRPr sz="1000">
                <a:solidFill>
                  <a:srgbClr val="000000"/>
                </a:solidFill>
              </a:defRPr>
            </a:lvl4pPr>
            <a:lvl5pPr lvl="4">
              <a:spcBef>
                <a:spcPts val="0"/>
              </a:spcBef>
              <a:spcAft>
                <a:spcPts val="0"/>
              </a:spcAft>
              <a:buClr>
                <a:srgbClr val="000000"/>
              </a:buClr>
              <a:buSzPts val="1000"/>
              <a:buNone/>
              <a:defRPr sz="1000">
                <a:solidFill>
                  <a:srgbClr val="000000"/>
                </a:solidFill>
              </a:defRPr>
            </a:lvl5pPr>
            <a:lvl6pPr lvl="5">
              <a:spcBef>
                <a:spcPts val="0"/>
              </a:spcBef>
              <a:spcAft>
                <a:spcPts val="0"/>
              </a:spcAft>
              <a:buClr>
                <a:srgbClr val="000000"/>
              </a:buClr>
              <a:buSzPts val="1000"/>
              <a:buNone/>
              <a:defRPr sz="1000">
                <a:solidFill>
                  <a:srgbClr val="000000"/>
                </a:solidFill>
              </a:defRPr>
            </a:lvl6pPr>
            <a:lvl7pPr lvl="6">
              <a:spcBef>
                <a:spcPts val="0"/>
              </a:spcBef>
              <a:spcAft>
                <a:spcPts val="0"/>
              </a:spcAft>
              <a:buClr>
                <a:srgbClr val="000000"/>
              </a:buClr>
              <a:buSzPts val="1000"/>
              <a:buNone/>
              <a:defRPr sz="1000">
                <a:solidFill>
                  <a:srgbClr val="000000"/>
                </a:solidFill>
              </a:defRPr>
            </a:lvl7pPr>
            <a:lvl8pPr lvl="7">
              <a:spcBef>
                <a:spcPts val="0"/>
              </a:spcBef>
              <a:spcAft>
                <a:spcPts val="0"/>
              </a:spcAft>
              <a:buClr>
                <a:srgbClr val="000000"/>
              </a:buClr>
              <a:buSzPts val="1000"/>
              <a:buNone/>
              <a:defRPr sz="1000">
                <a:solidFill>
                  <a:srgbClr val="000000"/>
                </a:solidFill>
              </a:defRPr>
            </a:lvl8pPr>
            <a:lvl9pPr lvl="8">
              <a:spcBef>
                <a:spcPts val="0"/>
              </a:spcBef>
              <a:spcAft>
                <a:spcPts val="0"/>
              </a:spcAft>
              <a:buClr>
                <a:srgbClr val="000000"/>
              </a:buClr>
              <a:buSzPts val="1000"/>
              <a:buNone/>
              <a:defRPr sz="1000">
                <a:solidFill>
                  <a:srgbClr val="000000"/>
                </a:solidFill>
              </a:defRPr>
            </a:lvl9pPr>
          </a:lstStyle>
          <a:p/>
        </p:txBody>
      </p:sp>
      <p:sp>
        <p:nvSpPr>
          <p:cNvPr id="4215" name="Google Shape;4215;p73"/>
          <p:cNvSpPr/>
          <p:nvPr/>
        </p:nvSpPr>
        <p:spPr>
          <a:xfrm>
            <a:off x="2277739" y="663750"/>
            <a:ext cx="88500" cy="1089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6" name="Google Shape;4216;p73"/>
          <p:cNvSpPr txBox="1"/>
          <p:nvPr>
            <p:ph idx="1" type="body"/>
          </p:nvPr>
        </p:nvSpPr>
        <p:spPr>
          <a:xfrm>
            <a:off x="641150" y="612125"/>
            <a:ext cx="1770300" cy="160500"/>
          </a:xfrm>
          <a:prstGeom prst="rect">
            <a:avLst/>
          </a:prstGeom>
          <a:noFill/>
          <a:ln>
            <a:noFill/>
          </a:ln>
        </p:spPr>
        <p:txBody>
          <a:bodyPr anchorCtr="0" anchor="t" bIns="0" lIns="0" spcFirstLastPara="1" rIns="0" wrap="square" tIns="0">
            <a:noAutofit/>
          </a:bodyPr>
          <a:lstStyle>
            <a:lvl1pPr indent="-292100" lvl="0" marL="457200" algn="ctr">
              <a:spcBef>
                <a:spcPts val="0"/>
              </a:spcBef>
              <a:spcAft>
                <a:spcPts val="0"/>
              </a:spcAft>
              <a:buClr>
                <a:srgbClr val="FFFFFF"/>
              </a:buClr>
              <a:buSzPts val="1000"/>
              <a:buChar char="●"/>
              <a:defRPr sz="1000">
                <a:solidFill>
                  <a:srgbClr val="FFFFFF"/>
                </a:solidFill>
              </a:defRPr>
            </a:lvl1pPr>
            <a:lvl2pPr indent="-292100" lvl="1" marL="914400" algn="ctr">
              <a:spcBef>
                <a:spcPts val="0"/>
              </a:spcBef>
              <a:spcAft>
                <a:spcPts val="0"/>
              </a:spcAft>
              <a:buClr>
                <a:srgbClr val="FFFFFF"/>
              </a:buClr>
              <a:buSzPts val="1000"/>
              <a:buChar char="○"/>
              <a:defRPr sz="1000">
                <a:solidFill>
                  <a:srgbClr val="FFFFFF"/>
                </a:solidFill>
              </a:defRPr>
            </a:lvl2pPr>
            <a:lvl3pPr indent="-292100" lvl="2" marL="1371600" algn="ctr">
              <a:spcBef>
                <a:spcPts val="0"/>
              </a:spcBef>
              <a:spcAft>
                <a:spcPts val="0"/>
              </a:spcAft>
              <a:buClr>
                <a:srgbClr val="FFFFFF"/>
              </a:buClr>
              <a:buSzPts val="1000"/>
              <a:buChar char="■"/>
              <a:defRPr sz="1000">
                <a:solidFill>
                  <a:srgbClr val="FFFFFF"/>
                </a:solidFill>
              </a:defRPr>
            </a:lvl3pPr>
            <a:lvl4pPr indent="-292100" lvl="3" marL="1828800" algn="ctr">
              <a:spcBef>
                <a:spcPts val="0"/>
              </a:spcBef>
              <a:spcAft>
                <a:spcPts val="0"/>
              </a:spcAft>
              <a:buClr>
                <a:srgbClr val="FFFFFF"/>
              </a:buClr>
              <a:buSzPts val="1000"/>
              <a:buChar char="●"/>
              <a:defRPr sz="1000">
                <a:solidFill>
                  <a:srgbClr val="FFFFFF"/>
                </a:solidFill>
              </a:defRPr>
            </a:lvl4pPr>
            <a:lvl5pPr indent="-292100" lvl="4" marL="2286000" algn="ctr">
              <a:spcBef>
                <a:spcPts val="0"/>
              </a:spcBef>
              <a:spcAft>
                <a:spcPts val="0"/>
              </a:spcAft>
              <a:buClr>
                <a:srgbClr val="FFFFFF"/>
              </a:buClr>
              <a:buSzPts val="1000"/>
              <a:buChar char="○"/>
              <a:defRPr sz="1000">
                <a:solidFill>
                  <a:srgbClr val="FFFFFF"/>
                </a:solidFill>
              </a:defRPr>
            </a:lvl5pPr>
            <a:lvl6pPr indent="-292100" lvl="5" marL="2743200" algn="ctr">
              <a:spcBef>
                <a:spcPts val="0"/>
              </a:spcBef>
              <a:spcAft>
                <a:spcPts val="0"/>
              </a:spcAft>
              <a:buClr>
                <a:srgbClr val="FFFFFF"/>
              </a:buClr>
              <a:buSzPts val="1000"/>
              <a:buChar char="■"/>
              <a:defRPr sz="1000">
                <a:solidFill>
                  <a:srgbClr val="FFFFFF"/>
                </a:solidFill>
              </a:defRPr>
            </a:lvl6pPr>
            <a:lvl7pPr indent="-292100" lvl="6" marL="3200400" algn="ctr">
              <a:spcBef>
                <a:spcPts val="0"/>
              </a:spcBef>
              <a:spcAft>
                <a:spcPts val="0"/>
              </a:spcAft>
              <a:buClr>
                <a:srgbClr val="FFFFFF"/>
              </a:buClr>
              <a:buSzPts val="1000"/>
              <a:buChar char="●"/>
              <a:defRPr sz="1000">
                <a:solidFill>
                  <a:srgbClr val="FFFFFF"/>
                </a:solidFill>
              </a:defRPr>
            </a:lvl7pPr>
            <a:lvl8pPr indent="-292100" lvl="7" marL="3657600" algn="ctr">
              <a:spcBef>
                <a:spcPts val="0"/>
              </a:spcBef>
              <a:spcAft>
                <a:spcPts val="0"/>
              </a:spcAft>
              <a:buClr>
                <a:srgbClr val="FFFFFF"/>
              </a:buClr>
              <a:buSzPts val="1000"/>
              <a:buChar char="○"/>
              <a:defRPr sz="1000">
                <a:solidFill>
                  <a:srgbClr val="FFFFFF"/>
                </a:solidFill>
              </a:defRPr>
            </a:lvl8pPr>
            <a:lvl9pPr indent="-292100" lvl="8" marL="4114800" algn="ctr">
              <a:spcBef>
                <a:spcPts val="0"/>
              </a:spcBef>
              <a:spcAft>
                <a:spcPts val="0"/>
              </a:spcAft>
              <a:buClr>
                <a:srgbClr val="FFFFFF"/>
              </a:buClr>
              <a:buSzPts val="1000"/>
              <a:buChar char="■"/>
              <a:defRPr sz="1000">
                <a:solidFill>
                  <a:srgbClr val="FFFFFF"/>
                </a:solidFill>
              </a:defRPr>
            </a:lvl9pPr>
          </a:lstStyle>
          <a:p/>
        </p:txBody>
      </p:sp>
      <p:sp>
        <p:nvSpPr>
          <p:cNvPr id="4217" name="Google Shape;4217;p73"/>
          <p:cNvSpPr txBox="1"/>
          <p:nvPr/>
        </p:nvSpPr>
        <p:spPr>
          <a:xfrm>
            <a:off x="84825" y="598125"/>
            <a:ext cx="595500" cy="205800"/>
          </a:xfrm>
          <a:prstGeom prst="rect">
            <a:avLst/>
          </a:prstGeom>
          <a:noFill/>
          <a:ln>
            <a:noFill/>
          </a:ln>
        </p:spPr>
        <p:txBody>
          <a:bodyPr anchorCtr="0" anchor="t" bIns="18000" lIns="18000" spcFirstLastPara="1" rIns="18000" wrap="square" tIns="18000">
            <a:spAutoFit/>
          </a:bodyPr>
          <a:lstStyle/>
          <a:p>
            <a:pPr indent="0" lvl="0" marL="0" rtl="0" algn="l">
              <a:spcBef>
                <a:spcPts val="0"/>
              </a:spcBef>
              <a:spcAft>
                <a:spcPts val="0"/>
              </a:spcAft>
              <a:buNone/>
            </a:pPr>
            <a:r>
              <a:rPr lang="es-419" sz="1100">
                <a:solidFill>
                  <a:srgbClr val="FFFFFF"/>
                </a:solidFill>
              </a:rPr>
              <a:t>Nombre:</a:t>
            </a:r>
            <a:endParaRPr sz="1100">
              <a:solidFill>
                <a:srgbClr val="FFFFFF"/>
              </a:solidFill>
            </a:endParaRPr>
          </a:p>
        </p:txBody>
      </p:sp>
      <p:sp>
        <p:nvSpPr>
          <p:cNvPr id="4218" name="Google Shape;4218;p73"/>
          <p:cNvSpPr/>
          <p:nvPr/>
        </p:nvSpPr>
        <p:spPr>
          <a:xfrm>
            <a:off x="-4248150" y="1705500"/>
            <a:ext cx="3505200" cy="3429000"/>
          </a:xfrm>
          <a:prstGeom prst="roundRect">
            <a:avLst>
              <a:gd fmla="val 2402" name="adj"/>
            </a:avLst>
          </a:prstGeom>
          <a:solidFill>
            <a:srgbClr val="F3F3F3"/>
          </a:solidFill>
          <a:ln cap="flat" cmpd="sng" w="9525">
            <a:solidFill>
              <a:srgbClr val="F3F3F3"/>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t" bIns="91425" lIns="91425" spcFirstLastPara="1" rIns="91425" wrap="square" tIns="91425">
            <a:noAutofit/>
          </a:bodyPr>
          <a:lstStyle/>
          <a:p>
            <a:pPr indent="0" lvl="0" marL="0" rtl="0" algn="ctr">
              <a:spcBef>
                <a:spcPts val="0"/>
              </a:spcBef>
              <a:spcAft>
                <a:spcPts val="0"/>
              </a:spcAft>
              <a:buNone/>
            </a:pPr>
            <a:r>
              <a:rPr lang="es-419"/>
              <a:t>Paleta</a:t>
            </a:r>
            <a:endParaRPr/>
          </a:p>
        </p:txBody>
      </p:sp>
    </p:spTree>
  </p:cSld>
  <p:clrMapOvr>
    <a:masterClrMapping/>
  </p:clrMapOvr>
</p:sldLayout>
</file>

<file path=ppt/slideLayouts/slideLayout7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6.7 Diagrama de Clases">
  <p:cSld name="TITLE_3_6_1_1_1_1_1_1_1_1_1_1_1_1_1_1_1_1_1_1_1_1_1_1_1_1_1">
    <p:spTree>
      <p:nvGrpSpPr>
        <p:cNvPr id="4219" name="Shape 4219"/>
        <p:cNvGrpSpPr/>
        <p:nvPr/>
      </p:nvGrpSpPr>
      <p:grpSpPr>
        <a:xfrm>
          <a:off x="0" y="0"/>
          <a:ext cx="0" cy="0"/>
          <a:chOff x="0" y="0"/>
          <a:chExt cx="0" cy="0"/>
        </a:xfrm>
      </p:grpSpPr>
      <p:sp>
        <p:nvSpPr>
          <p:cNvPr id="4220" name="Google Shape;4220;p74"/>
          <p:cNvSpPr/>
          <p:nvPr/>
        </p:nvSpPr>
        <p:spPr>
          <a:xfrm>
            <a:off x="97888" y="377012"/>
            <a:ext cx="9893400" cy="296700"/>
          </a:xfrm>
          <a:prstGeom prst="roundRect">
            <a:avLst>
              <a:gd fmla="val 22902" name="adj"/>
            </a:avLst>
          </a:prstGeom>
          <a:solidFill>
            <a:srgbClr val="F3F3F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4221" name="Google Shape;4221;p74"/>
          <p:cNvSpPr/>
          <p:nvPr/>
        </p:nvSpPr>
        <p:spPr>
          <a:xfrm>
            <a:off x="77688" y="358938"/>
            <a:ext cx="9935700" cy="6438000"/>
          </a:xfrm>
          <a:prstGeom prst="roundRect">
            <a:avLst>
              <a:gd fmla="val 2618" name="adj"/>
            </a:avLst>
          </a:prstGeom>
          <a:solidFill>
            <a:srgbClr val="FFFFFF"/>
          </a:solidFill>
          <a:ln cap="flat" cmpd="sng" w="38100">
            <a:solidFill>
              <a:srgbClr val="000000"/>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222" name="Google Shape;4222;p74"/>
          <p:cNvCxnSpPr/>
          <p:nvPr/>
        </p:nvCxnSpPr>
        <p:spPr>
          <a:xfrm>
            <a:off x="77688" y="772614"/>
            <a:ext cx="9935700" cy="0"/>
          </a:xfrm>
          <a:prstGeom prst="straightConnector1">
            <a:avLst/>
          </a:prstGeom>
          <a:noFill/>
          <a:ln cap="flat" cmpd="sng" w="19050">
            <a:solidFill>
              <a:srgbClr val="000000"/>
            </a:solidFill>
            <a:prstDash val="solid"/>
            <a:round/>
            <a:headEnd len="med" w="med" type="none"/>
            <a:tailEnd len="med" w="med" type="none"/>
          </a:ln>
        </p:spPr>
      </p:cxnSp>
      <p:cxnSp>
        <p:nvCxnSpPr>
          <p:cNvPr id="4223" name="Google Shape;4223;p74"/>
          <p:cNvCxnSpPr/>
          <p:nvPr/>
        </p:nvCxnSpPr>
        <p:spPr>
          <a:xfrm rot="10800000">
            <a:off x="2439038" y="368188"/>
            <a:ext cx="0" cy="402300"/>
          </a:xfrm>
          <a:prstGeom prst="straightConnector1">
            <a:avLst/>
          </a:prstGeom>
          <a:noFill/>
          <a:ln cap="flat" cmpd="sng" w="19050">
            <a:solidFill>
              <a:srgbClr val="000000"/>
            </a:solidFill>
            <a:prstDash val="solid"/>
            <a:round/>
            <a:headEnd len="med" w="med" type="none"/>
            <a:tailEnd len="med" w="med" type="none"/>
          </a:ln>
        </p:spPr>
      </p:cxnSp>
      <p:sp>
        <p:nvSpPr>
          <p:cNvPr id="4224" name="Google Shape;4224;p74"/>
          <p:cNvSpPr/>
          <p:nvPr/>
        </p:nvSpPr>
        <p:spPr>
          <a:xfrm>
            <a:off x="77688" y="349338"/>
            <a:ext cx="2361300" cy="421200"/>
          </a:xfrm>
          <a:prstGeom prst="roundRect">
            <a:avLst>
              <a:gd fmla="val 50000" name="adj"/>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s-419" sz="1200">
                <a:solidFill>
                  <a:srgbClr val="FFFFFF"/>
                </a:solidFill>
              </a:rPr>
              <a:t>Diagrama de Clases</a:t>
            </a:r>
            <a:endParaRPr b="1" sz="1200">
              <a:solidFill>
                <a:srgbClr val="FFFFFF"/>
              </a:solidFill>
            </a:endParaRPr>
          </a:p>
          <a:p>
            <a:pPr indent="0" lvl="0" marL="0" rtl="0" algn="ctr">
              <a:spcBef>
                <a:spcPts val="0"/>
              </a:spcBef>
              <a:spcAft>
                <a:spcPts val="0"/>
              </a:spcAft>
              <a:buNone/>
            </a:pPr>
            <a:r>
              <a:t/>
            </a:r>
            <a:endParaRPr b="1" sz="1200">
              <a:solidFill>
                <a:srgbClr val="FFFFFF"/>
              </a:solidFill>
            </a:endParaRPr>
          </a:p>
        </p:txBody>
      </p:sp>
      <p:sp>
        <p:nvSpPr>
          <p:cNvPr id="4225" name="Google Shape;4225;p74"/>
          <p:cNvSpPr/>
          <p:nvPr/>
        </p:nvSpPr>
        <p:spPr>
          <a:xfrm>
            <a:off x="83988" y="595504"/>
            <a:ext cx="190200" cy="1692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6" name="Google Shape;4226;p74"/>
          <p:cNvSpPr/>
          <p:nvPr/>
        </p:nvSpPr>
        <p:spPr>
          <a:xfrm>
            <a:off x="2292338" y="358938"/>
            <a:ext cx="146700" cy="4023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7" name="Google Shape;4227;p74"/>
          <p:cNvSpPr/>
          <p:nvPr/>
        </p:nvSpPr>
        <p:spPr>
          <a:xfrm>
            <a:off x="-2268925" y="760700"/>
            <a:ext cx="1620600" cy="6079200"/>
          </a:xfrm>
          <a:prstGeom prst="roundRect">
            <a:avLst>
              <a:gd fmla="val 5833" name="adj"/>
            </a:avLst>
          </a:prstGeom>
          <a:solidFill>
            <a:srgbClr val="F3F3F3"/>
          </a:solidFill>
          <a:ln cap="flat" cmpd="sng" w="9525">
            <a:solidFill>
              <a:srgbClr val="F3F3F3"/>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t" bIns="54000" lIns="72000" spcFirstLastPara="1" rIns="72000" wrap="square" tIns="54000">
            <a:noAutofit/>
          </a:bodyPr>
          <a:lstStyle/>
          <a:p>
            <a:pPr indent="0" lvl="0" marL="0" rtl="0" algn="ctr">
              <a:spcBef>
                <a:spcPts val="0"/>
              </a:spcBef>
              <a:spcAft>
                <a:spcPts val="0"/>
              </a:spcAft>
              <a:buNone/>
            </a:pPr>
            <a:r>
              <a:rPr i="1" lang="es-419"/>
              <a:t>Paleta</a:t>
            </a:r>
            <a:endParaRPr i="1"/>
          </a:p>
        </p:txBody>
      </p:sp>
      <p:sp>
        <p:nvSpPr>
          <p:cNvPr id="4228" name="Google Shape;4228;p74"/>
          <p:cNvSpPr txBox="1"/>
          <p:nvPr/>
        </p:nvSpPr>
        <p:spPr>
          <a:xfrm>
            <a:off x="2524025" y="387675"/>
            <a:ext cx="17055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Caso de Uso de Sistema:</a:t>
            </a:r>
            <a:endParaRPr b="1" sz="1100"/>
          </a:p>
        </p:txBody>
      </p:sp>
      <p:sp>
        <p:nvSpPr>
          <p:cNvPr id="4229" name="Google Shape;4229;p74"/>
          <p:cNvSpPr txBox="1"/>
          <p:nvPr/>
        </p:nvSpPr>
        <p:spPr>
          <a:xfrm>
            <a:off x="2524020" y="579550"/>
            <a:ext cx="6846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Finalidad:</a:t>
            </a:r>
            <a:endParaRPr b="1" sz="1100"/>
          </a:p>
        </p:txBody>
      </p:sp>
      <p:sp>
        <p:nvSpPr>
          <p:cNvPr id="4230" name="Google Shape;4230;p74"/>
          <p:cNvSpPr txBox="1"/>
          <p:nvPr>
            <p:ph type="title"/>
          </p:nvPr>
        </p:nvSpPr>
        <p:spPr>
          <a:xfrm flipH="1">
            <a:off x="4248275" y="387675"/>
            <a:ext cx="5640300" cy="1692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000"/>
              <a:buNone/>
              <a:defRPr sz="1000">
                <a:solidFill>
                  <a:srgbClr val="000000"/>
                </a:solidFill>
              </a:defRPr>
            </a:lvl1pPr>
            <a:lvl2pPr lvl="1">
              <a:spcBef>
                <a:spcPts val="0"/>
              </a:spcBef>
              <a:spcAft>
                <a:spcPts val="0"/>
              </a:spcAft>
              <a:buClr>
                <a:srgbClr val="000000"/>
              </a:buClr>
              <a:buSzPts val="1000"/>
              <a:buNone/>
              <a:defRPr sz="1000">
                <a:solidFill>
                  <a:srgbClr val="000000"/>
                </a:solidFill>
              </a:defRPr>
            </a:lvl2pPr>
            <a:lvl3pPr lvl="2">
              <a:spcBef>
                <a:spcPts val="0"/>
              </a:spcBef>
              <a:spcAft>
                <a:spcPts val="0"/>
              </a:spcAft>
              <a:buClr>
                <a:srgbClr val="000000"/>
              </a:buClr>
              <a:buSzPts val="1000"/>
              <a:buNone/>
              <a:defRPr sz="1000">
                <a:solidFill>
                  <a:srgbClr val="000000"/>
                </a:solidFill>
              </a:defRPr>
            </a:lvl3pPr>
            <a:lvl4pPr lvl="3">
              <a:spcBef>
                <a:spcPts val="0"/>
              </a:spcBef>
              <a:spcAft>
                <a:spcPts val="0"/>
              </a:spcAft>
              <a:buClr>
                <a:srgbClr val="000000"/>
              </a:buClr>
              <a:buSzPts val="1000"/>
              <a:buNone/>
              <a:defRPr sz="1000">
                <a:solidFill>
                  <a:srgbClr val="000000"/>
                </a:solidFill>
              </a:defRPr>
            </a:lvl4pPr>
            <a:lvl5pPr lvl="4">
              <a:spcBef>
                <a:spcPts val="0"/>
              </a:spcBef>
              <a:spcAft>
                <a:spcPts val="0"/>
              </a:spcAft>
              <a:buClr>
                <a:srgbClr val="000000"/>
              </a:buClr>
              <a:buSzPts val="1000"/>
              <a:buNone/>
              <a:defRPr sz="1000">
                <a:solidFill>
                  <a:srgbClr val="000000"/>
                </a:solidFill>
              </a:defRPr>
            </a:lvl5pPr>
            <a:lvl6pPr lvl="5">
              <a:spcBef>
                <a:spcPts val="0"/>
              </a:spcBef>
              <a:spcAft>
                <a:spcPts val="0"/>
              </a:spcAft>
              <a:buClr>
                <a:srgbClr val="000000"/>
              </a:buClr>
              <a:buSzPts val="1000"/>
              <a:buNone/>
              <a:defRPr sz="1000">
                <a:solidFill>
                  <a:srgbClr val="000000"/>
                </a:solidFill>
              </a:defRPr>
            </a:lvl6pPr>
            <a:lvl7pPr lvl="6">
              <a:spcBef>
                <a:spcPts val="0"/>
              </a:spcBef>
              <a:spcAft>
                <a:spcPts val="0"/>
              </a:spcAft>
              <a:buClr>
                <a:srgbClr val="000000"/>
              </a:buClr>
              <a:buSzPts val="1000"/>
              <a:buNone/>
              <a:defRPr sz="1000">
                <a:solidFill>
                  <a:srgbClr val="000000"/>
                </a:solidFill>
              </a:defRPr>
            </a:lvl7pPr>
            <a:lvl8pPr lvl="7">
              <a:spcBef>
                <a:spcPts val="0"/>
              </a:spcBef>
              <a:spcAft>
                <a:spcPts val="0"/>
              </a:spcAft>
              <a:buClr>
                <a:srgbClr val="000000"/>
              </a:buClr>
              <a:buSzPts val="1000"/>
              <a:buNone/>
              <a:defRPr sz="1000">
                <a:solidFill>
                  <a:srgbClr val="000000"/>
                </a:solidFill>
              </a:defRPr>
            </a:lvl8pPr>
            <a:lvl9pPr lvl="8">
              <a:spcBef>
                <a:spcPts val="0"/>
              </a:spcBef>
              <a:spcAft>
                <a:spcPts val="0"/>
              </a:spcAft>
              <a:buClr>
                <a:srgbClr val="000000"/>
              </a:buClr>
              <a:buSzPts val="1000"/>
              <a:buNone/>
              <a:defRPr sz="1000">
                <a:solidFill>
                  <a:srgbClr val="000000"/>
                </a:solidFill>
              </a:defRPr>
            </a:lvl9pPr>
          </a:lstStyle>
          <a:p/>
        </p:txBody>
      </p:sp>
      <p:sp>
        <p:nvSpPr>
          <p:cNvPr id="4231" name="Google Shape;4231;p74"/>
          <p:cNvSpPr txBox="1"/>
          <p:nvPr>
            <p:ph idx="2" type="title"/>
          </p:nvPr>
        </p:nvSpPr>
        <p:spPr>
          <a:xfrm flipH="1">
            <a:off x="3231275" y="579550"/>
            <a:ext cx="6657300" cy="1692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000"/>
              <a:buNone/>
              <a:defRPr sz="1000">
                <a:solidFill>
                  <a:srgbClr val="000000"/>
                </a:solidFill>
              </a:defRPr>
            </a:lvl1pPr>
            <a:lvl2pPr lvl="1">
              <a:spcBef>
                <a:spcPts val="0"/>
              </a:spcBef>
              <a:spcAft>
                <a:spcPts val="0"/>
              </a:spcAft>
              <a:buClr>
                <a:srgbClr val="000000"/>
              </a:buClr>
              <a:buSzPts val="1000"/>
              <a:buNone/>
              <a:defRPr sz="1000">
                <a:solidFill>
                  <a:srgbClr val="000000"/>
                </a:solidFill>
              </a:defRPr>
            </a:lvl2pPr>
            <a:lvl3pPr lvl="2">
              <a:spcBef>
                <a:spcPts val="0"/>
              </a:spcBef>
              <a:spcAft>
                <a:spcPts val="0"/>
              </a:spcAft>
              <a:buClr>
                <a:srgbClr val="000000"/>
              </a:buClr>
              <a:buSzPts val="1000"/>
              <a:buNone/>
              <a:defRPr sz="1000">
                <a:solidFill>
                  <a:srgbClr val="000000"/>
                </a:solidFill>
              </a:defRPr>
            </a:lvl3pPr>
            <a:lvl4pPr lvl="3">
              <a:spcBef>
                <a:spcPts val="0"/>
              </a:spcBef>
              <a:spcAft>
                <a:spcPts val="0"/>
              </a:spcAft>
              <a:buClr>
                <a:srgbClr val="000000"/>
              </a:buClr>
              <a:buSzPts val="1000"/>
              <a:buNone/>
              <a:defRPr sz="1000">
                <a:solidFill>
                  <a:srgbClr val="000000"/>
                </a:solidFill>
              </a:defRPr>
            </a:lvl4pPr>
            <a:lvl5pPr lvl="4">
              <a:spcBef>
                <a:spcPts val="0"/>
              </a:spcBef>
              <a:spcAft>
                <a:spcPts val="0"/>
              </a:spcAft>
              <a:buClr>
                <a:srgbClr val="000000"/>
              </a:buClr>
              <a:buSzPts val="1000"/>
              <a:buNone/>
              <a:defRPr sz="1000">
                <a:solidFill>
                  <a:srgbClr val="000000"/>
                </a:solidFill>
              </a:defRPr>
            </a:lvl5pPr>
            <a:lvl6pPr lvl="5">
              <a:spcBef>
                <a:spcPts val="0"/>
              </a:spcBef>
              <a:spcAft>
                <a:spcPts val="0"/>
              </a:spcAft>
              <a:buClr>
                <a:srgbClr val="000000"/>
              </a:buClr>
              <a:buSzPts val="1000"/>
              <a:buNone/>
              <a:defRPr sz="1000">
                <a:solidFill>
                  <a:srgbClr val="000000"/>
                </a:solidFill>
              </a:defRPr>
            </a:lvl6pPr>
            <a:lvl7pPr lvl="6">
              <a:spcBef>
                <a:spcPts val="0"/>
              </a:spcBef>
              <a:spcAft>
                <a:spcPts val="0"/>
              </a:spcAft>
              <a:buClr>
                <a:srgbClr val="000000"/>
              </a:buClr>
              <a:buSzPts val="1000"/>
              <a:buNone/>
              <a:defRPr sz="1000">
                <a:solidFill>
                  <a:srgbClr val="000000"/>
                </a:solidFill>
              </a:defRPr>
            </a:lvl7pPr>
            <a:lvl8pPr lvl="7">
              <a:spcBef>
                <a:spcPts val="0"/>
              </a:spcBef>
              <a:spcAft>
                <a:spcPts val="0"/>
              </a:spcAft>
              <a:buClr>
                <a:srgbClr val="000000"/>
              </a:buClr>
              <a:buSzPts val="1000"/>
              <a:buNone/>
              <a:defRPr sz="1000">
                <a:solidFill>
                  <a:srgbClr val="000000"/>
                </a:solidFill>
              </a:defRPr>
            </a:lvl8pPr>
            <a:lvl9pPr lvl="8">
              <a:spcBef>
                <a:spcPts val="0"/>
              </a:spcBef>
              <a:spcAft>
                <a:spcPts val="0"/>
              </a:spcAft>
              <a:buClr>
                <a:srgbClr val="000000"/>
              </a:buClr>
              <a:buSzPts val="1000"/>
              <a:buNone/>
              <a:defRPr sz="1000">
                <a:solidFill>
                  <a:srgbClr val="000000"/>
                </a:solidFill>
              </a:defRPr>
            </a:lvl9pPr>
          </a:lstStyle>
          <a:p/>
        </p:txBody>
      </p:sp>
      <p:sp>
        <p:nvSpPr>
          <p:cNvPr id="4232" name="Google Shape;4232;p74"/>
          <p:cNvSpPr txBox="1"/>
          <p:nvPr>
            <p:ph idx="1" type="body"/>
          </p:nvPr>
        </p:nvSpPr>
        <p:spPr>
          <a:xfrm>
            <a:off x="641150" y="612125"/>
            <a:ext cx="1770300" cy="160500"/>
          </a:xfrm>
          <a:prstGeom prst="rect">
            <a:avLst/>
          </a:prstGeom>
          <a:noFill/>
          <a:ln>
            <a:noFill/>
          </a:ln>
        </p:spPr>
        <p:txBody>
          <a:bodyPr anchorCtr="0" anchor="t" bIns="0" lIns="0" spcFirstLastPara="1" rIns="0" wrap="square" tIns="0">
            <a:noAutofit/>
          </a:bodyPr>
          <a:lstStyle>
            <a:lvl1pPr indent="-292100" lvl="0" marL="457200" algn="ctr">
              <a:spcBef>
                <a:spcPts val="0"/>
              </a:spcBef>
              <a:spcAft>
                <a:spcPts val="0"/>
              </a:spcAft>
              <a:buClr>
                <a:srgbClr val="FFFFFF"/>
              </a:buClr>
              <a:buSzPts val="1000"/>
              <a:buChar char="●"/>
              <a:defRPr sz="1000">
                <a:solidFill>
                  <a:srgbClr val="FFFFFF"/>
                </a:solidFill>
              </a:defRPr>
            </a:lvl1pPr>
            <a:lvl2pPr indent="-292100" lvl="1" marL="914400" algn="ctr">
              <a:spcBef>
                <a:spcPts val="0"/>
              </a:spcBef>
              <a:spcAft>
                <a:spcPts val="0"/>
              </a:spcAft>
              <a:buClr>
                <a:srgbClr val="FFFFFF"/>
              </a:buClr>
              <a:buSzPts val="1000"/>
              <a:buChar char="○"/>
              <a:defRPr sz="1000">
                <a:solidFill>
                  <a:srgbClr val="FFFFFF"/>
                </a:solidFill>
              </a:defRPr>
            </a:lvl2pPr>
            <a:lvl3pPr indent="-292100" lvl="2" marL="1371600" algn="ctr">
              <a:spcBef>
                <a:spcPts val="0"/>
              </a:spcBef>
              <a:spcAft>
                <a:spcPts val="0"/>
              </a:spcAft>
              <a:buClr>
                <a:srgbClr val="FFFFFF"/>
              </a:buClr>
              <a:buSzPts val="1000"/>
              <a:buChar char="■"/>
              <a:defRPr sz="1000">
                <a:solidFill>
                  <a:srgbClr val="FFFFFF"/>
                </a:solidFill>
              </a:defRPr>
            </a:lvl3pPr>
            <a:lvl4pPr indent="-292100" lvl="3" marL="1828800" algn="ctr">
              <a:spcBef>
                <a:spcPts val="0"/>
              </a:spcBef>
              <a:spcAft>
                <a:spcPts val="0"/>
              </a:spcAft>
              <a:buClr>
                <a:srgbClr val="FFFFFF"/>
              </a:buClr>
              <a:buSzPts val="1000"/>
              <a:buChar char="●"/>
              <a:defRPr sz="1000">
                <a:solidFill>
                  <a:srgbClr val="FFFFFF"/>
                </a:solidFill>
              </a:defRPr>
            </a:lvl4pPr>
            <a:lvl5pPr indent="-292100" lvl="4" marL="2286000" algn="ctr">
              <a:spcBef>
                <a:spcPts val="0"/>
              </a:spcBef>
              <a:spcAft>
                <a:spcPts val="0"/>
              </a:spcAft>
              <a:buClr>
                <a:srgbClr val="FFFFFF"/>
              </a:buClr>
              <a:buSzPts val="1000"/>
              <a:buChar char="○"/>
              <a:defRPr sz="1000">
                <a:solidFill>
                  <a:srgbClr val="FFFFFF"/>
                </a:solidFill>
              </a:defRPr>
            </a:lvl5pPr>
            <a:lvl6pPr indent="-292100" lvl="5" marL="2743200" algn="ctr">
              <a:spcBef>
                <a:spcPts val="0"/>
              </a:spcBef>
              <a:spcAft>
                <a:spcPts val="0"/>
              </a:spcAft>
              <a:buClr>
                <a:srgbClr val="FFFFFF"/>
              </a:buClr>
              <a:buSzPts val="1000"/>
              <a:buChar char="■"/>
              <a:defRPr sz="1000">
                <a:solidFill>
                  <a:srgbClr val="FFFFFF"/>
                </a:solidFill>
              </a:defRPr>
            </a:lvl6pPr>
            <a:lvl7pPr indent="-292100" lvl="6" marL="3200400" algn="ctr">
              <a:spcBef>
                <a:spcPts val="0"/>
              </a:spcBef>
              <a:spcAft>
                <a:spcPts val="0"/>
              </a:spcAft>
              <a:buClr>
                <a:srgbClr val="FFFFFF"/>
              </a:buClr>
              <a:buSzPts val="1000"/>
              <a:buChar char="●"/>
              <a:defRPr sz="1000">
                <a:solidFill>
                  <a:srgbClr val="FFFFFF"/>
                </a:solidFill>
              </a:defRPr>
            </a:lvl7pPr>
            <a:lvl8pPr indent="-292100" lvl="7" marL="3657600" algn="ctr">
              <a:spcBef>
                <a:spcPts val="0"/>
              </a:spcBef>
              <a:spcAft>
                <a:spcPts val="0"/>
              </a:spcAft>
              <a:buClr>
                <a:srgbClr val="FFFFFF"/>
              </a:buClr>
              <a:buSzPts val="1000"/>
              <a:buChar char="○"/>
              <a:defRPr sz="1000">
                <a:solidFill>
                  <a:srgbClr val="FFFFFF"/>
                </a:solidFill>
              </a:defRPr>
            </a:lvl8pPr>
            <a:lvl9pPr indent="-292100" lvl="8" marL="4114800" algn="ctr">
              <a:spcBef>
                <a:spcPts val="0"/>
              </a:spcBef>
              <a:spcAft>
                <a:spcPts val="0"/>
              </a:spcAft>
              <a:buClr>
                <a:srgbClr val="FFFFFF"/>
              </a:buClr>
              <a:buSzPts val="1000"/>
              <a:buChar char="■"/>
              <a:defRPr sz="1000">
                <a:solidFill>
                  <a:srgbClr val="FFFFFF"/>
                </a:solidFill>
              </a:defRPr>
            </a:lvl9pPr>
          </a:lstStyle>
          <a:p/>
        </p:txBody>
      </p:sp>
      <p:sp>
        <p:nvSpPr>
          <p:cNvPr id="4233" name="Google Shape;4233;p74"/>
          <p:cNvSpPr txBox="1"/>
          <p:nvPr/>
        </p:nvSpPr>
        <p:spPr>
          <a:xfrm>
            <a:off x="84825" y="598125"/>
            <a:ext cx="595500" cy="205800"/>
          </a:xfrm>
          <a:prstGeom prst="rect">
            <a:avLst/>
          </a:prstGeom>
          <a:noFill/>
          <a:ln>
            <a:noFill/>
          </a:ln>
        </p:spPr>
        <p:txBody>
          <a:bodyPr anchorCtr="0" anchor="t" bIns="18000" lIns="18000" spcFirstLastPara="1" rIns="18000" wrap="square" tIns="18000">
            <a:spAutoFit/>
          </a:bodyPr>
          <a:lstStyle/>
          <a:p>
            <a:pPr indent="0" lvl="0" marL="0" rtl="0" algn="l">
              <a:spcBef>
                <a:spcPts val="0"/>
              </a:spcBef>
              <a:spcAft>
                <a:spcPts val="0"/>
              </a:spcAft>
              <a:buNone/>
            </a:pPr>
            <a:r>
              <a:rPr lang="es-419" sz="1100">
                <a:solidFill>
                  <a:srgbClr val="FFFFFF"/>
                </a:solidFill>
              </a:rPr>
              <a:t>Nombre:</a:t>
            </a:r>
            <a:endParaRPr sz="1100">
              <a:solidFill>
                <a:srgbClr val="FFFFFF"/>
              </a:solidFill>
            </a:endParaRPr>
          </a:p>
        </p:txBody>
      </p:sp>
    </p:spTree>
  </p:cSld>
  <p:clrMapOvr>
    <a:masterClrMapping/>
  </p:clrMapOvr>
</p:sldLayout>
</file>

<file path=ppt/slideLayouts/slideLayout7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6.5 Diagrama de Secuencia">
  <p:cSld name="TITLE_3_6_1_1_1_1_1_1_1_1_1_1_1_1_1_1_1_1_1_1_1_1_1_1_1_1_1_1">
    <p:spTree>
      <p:nvGrpSpPr>
        <p:cNvPr id="4234" name="Shape 4234"/>
        <p:cNvGrpSpPr/>
        <p:nvPr/>
      </p:nvGrpSpPr>
      <p:grpSpPr>
        <a:xfrm>
          <a:off x="0" y="0"/>
          <a:ext cx="0" cy="0"/>
          <a:chOff x="0" y="0"/>
          <a:chExt cx="0" cy="0"/>
        </a:xfrm>
      </p:grpSpPr>
      <p:sp>
        <p:nvSpPr>
          <p:cNvPr id="4235" name="Google Shape;4235;p75"/>
          <p:cNvSpPr/>
          <p:nvPr/>
        </p:nvSpPr>
        <p:spPr>
          <a:xfrm>
            <a:off x="97888" y="377012"/>
            <a:ext cx="9893400" cy="296700"/>
          </a:xfrm>
          <a:prstGeom prst="roundRect">
            <a:avLst>
              <a:gd fmla="val 22902" name="adj"/>
            </a:avLst>
          </a:prstGeom>
          <a:solidFill>
            <a:srgbClr val="F3F3F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4236" name="Google Shape;4236;p75"/>
          <p:cNvSpPr/>
          <p:nvPr/>
        </p:nvSpPr>
        <p:spPr>
          <a:xfrm>
            <a:off x="77688" y="358938"/>
            <a:ext cx="9935700" cy="6438000"/>
          </a:xfrm>
          <a:prstGeom prst="roundRect">
            <a:avLst>
              <a:gd fmla="val 2618" name="adj"/>
            </a:avLst>
          </a:prstGeom>
          <a:solidFill>
            <a:srgbClr val="FFFFFF"/>
          </a:solidFill>
          <a:ln cap="flat" cmpd="sng" w="38100">
            <a:solidFill>
              <a:srgbClr val="000000"/>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237" name="Google Shape;4237;p75"/>
          <p:cNvCxnSpPr/>
          <p:nvPr/>
        </p:nvCxnSpPr>
        <p:spPr>
          <a:xfrm>
            <a:off x="77688" y="772614"/>
            <a:ext cx="9935700" cy="0"/>
          </a:xfrm>
          <a:prstGeom prst="straightConnector1">
            <a:avLst/>
          </a:prstGeom>
          <a:noFill/>
          <a:ln cap="flat" cmpd="sng" w="19050">
            <a:solidFill>
              <a:srgbClr val="000000"/>
            </a:solidFill>
            <a:prstDash val="solid"/>
            <a:round/>
            <a:headEnd len="med" w="med" type="none"/>
            <a:tailEnd len="med" w="med" type="none"/>
          </a:ln>
        </p:spPr>
      </p:cxnSp>
      <p:cxnSp>
        <p:nvCxnSpPr>
          <p:cNvPr id="4238" name="Google Shape;4238;p75"/>
          <p:cNvCxnSpPr/>
          <p:nvPr/>
        </p:nvCxnSpPr>
        <p:spPr>
          <a:xfrm rot="10800000">
            <a:off x="2439038" y="368188"/>
            <a:ext cx="0" cy="402300"/>
          </a:xfrm>
          <a:prstGeom prst="straightConnector1">
            <a:avLst/>
          </a:prstGeom>
          <a:noFill/>
          <a:ln cap="flat" cmpd="sng" w="19050">
            <a:solidFill>
              <a:srgbClr val="000000"/>
            </a:solidFill>
            <a:prstDash val="solid"/>
            <a:round/>
            <a:headEnd len="med" w="med" type="none"/>
            <a:tailEnd len="med" w="med" type="none"/>
          </a:ln>
        </p:spPr>
      </p:cxnSp>
      <p:sp>
        <p:nvSpPr>
          <p:cNvPr id="4239" name="Google Shape;4239;p75"/>
          <p:cNvSpPr/>
          <p:nvPr/>
        </p:nvSpPr>
        <p:spPr>
          <a:xfrm>
            <a:off x="77688" y="349338"/>
            <a:ext cx="2361300" cy="421200"/>
          </a:xfrm>
          <a:prstGeom prst="roundRect">
            <a:avLst>
              <a:gd fmla="val 50000" name="adj"/>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s-419" sz="1200">
                <a:solidFill>
                  <a:srgbClr val="FFFFFF"/>
                </a:solidFill>
              </a:rPr>
              <a:t>Diagrama de Secuencia</a:t>
            </a:r>
            <a:endParaRPr b="1" sz="1200">
              <a:solidFill>
                <a:srgbClr val="FFFFFF"/>
              </a:solidFill>
            </a:endParaRPr>
          </a:p>
          <a:p>
            <a:pPr indent="0" lvl="0" marL="0" rtl="0" algn="ctr">
              <a:spcBef>
                <a:spcPts val="0"/>
              </a:spcBef>
              <a:spcAft>
                <a:spcPts val="0"/>
              </a:spcAft>
              <a:buNone/>
            </a:pPr>
            <a:r>
              <a:t/>
            </a:r>
            <a:endParaRPr b="1" sz="1200">
              <a:solidFill>
                <a:srgbClr val="FFFFFF"/>
              </a:solidFill>
            </a:endParaRPr>
          </a:p>
        </p:txBody>
      </p:sp>
      <p:sp>
        <p:nvSpPr>
          <p:cNvPr id="4240" name="Google Shape;4240;p75"/>
          <p:cNvSpPr/>
          <p:nvPr/>
        </p:nvSpPr>
        <p:spPr>
          <a:xfrm>
            <a:off x="83988" y="595504"/>
            <a:ext cx="190200" cy="1692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1" name="Google Shape;4241;p75"/>
          <p:cNvSpPr/>
          <p:nvPr/>
        </p:nvSpPr>
        <p:spPr>
          <a:xfrm>
            <a:off x="2292338" y="358938"/>
            <a:ext cx="146700" cy="4023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2" name="Google Shape;4242;p75"/>
          <p:cNvSpPr/>
          <p:nvPr/>
        </p:nvSpPr>
        <p:spPr>
          <a:xfrm>
            <a:off x="-3377871" y="349350"/>
            <a:ext cx="2700000" cy="6490500"/>
          </a:xfrm>
          <a:prstGeom prst="roundRect">
            <a:avLst>
              <a:gd fmla="val 2889" name="adj"/>
            </a:avLst>
          </a:prstGeom>
          <a:solidFill>
            <a:srgbClr val="F3F3F3"/>
          </a:solidFill>
          <a:ln cap="flat" cmpd="sng" w="9525">
            <a:solidFill>
              <a:srgbClr val="F3F3F3"/>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t" bIns="54000" lIns="72000" spcFirstLastPara="1" rIns="72000" wrap="square" tIns="54000">
            <a:noAutofit/>
          </a:bodyPr>
          <a:lstStyle/>
          <a:p>
            <a:pPr indent="0" lvl="0" marL="0" rtl="0" algn="ctr">
              <a:spcBef>
                <a:spcPts val="0"/>
              </a:spcBef>
              <a:spcAft>
                <a:spcPts val="0"/>
              </a:spcAft>
              <a:buNone/>
            </a:pPr>
            <a:r>
              <a:rPr i="1" lang="es-419"/>
              <a:t>Paleta</a:t>
            </a:r>
            <a:endParaRPr i="1"/>
          </a:p>
        </p:txBody>
      </p:sp>
      <p:sp>
        <p:nvSpPr>
          <p:cNvPr id="4243" name="Google Shape;4243;p75"/>
          <p:cNvSpPr txBox="1"/>
          <p:nvPr/>
        </p:nvSpPr>
        <p:spPr>
          <a:xfrm>
            <a:off x="2524025" y="387675"/>
            <a:ext cx="17055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Caso de Uso de Sistema:</a:t>
            </a:r>
            <a:endParaRPr b="1" sz="1100"/>
          </a:p>
        </p:txBody>
      </p:sp>
      <p:sp>
        <p:nvSpPr>
          <p:cNvPr id="4244" name="Google Shape;4244;p75"/>
          <p:cNvSpPr txBox="1"/>
          <p:nvPr/>
        </p:nvSpPr>
        <p:spPr>
          <a:xfrm>
            <a:off x="2524020" y="579550"/>
            <a:ext cx="6846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Finalidad:</a:t>
            </a:r>
            <a:endParaRPr b="1" sz="1100"/>
          </a:p>
        </p:txBody>
      </p:sp>
      <p:sp>
        <p:nvSpPr>
          <p:cNvPr id="4245" name="Google Shape;4245;p75"/>
          <p:cNvSpPr txBox="1"/>
          <p:nvPr>
            <p:ph type="title"/>
          </p:nvPr>
        </p:nvSpPr>
        <p:spPr>
          <a:xfrm flipH="1">
            <a:off x="4248275" y="387675"/>
            <a:ext cx="5640300" cy="1692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000"/>
              <a:buNone/>
              <a:defRPr sz="1000">
                <a:solidFill>
                  <a:srgbClr val="000000"/>
                </a:solidFill>
              </a:defRPr>
            </a:lvl1pPr>
            <a:lvl2pPr lvl="1">
              <a:spcBef>
                <a:spcPts val="0"/>
              </a:spcBef>
              <a:spcAft>
                <a:spcPts val="0"/>
              </a:spcAft>
              <a:buClr>
                <a:srgbClr val="000000"/>
              </a:buClr>
              <a:buSzPts val="1000"/>
              <a:buNone/>
              <a:defRPr sz="1000">
                <a:solidFill>
                  <a:srgbClr val="000000"/>
                </a:solidFill>
              </a:defRPr>
            </a:lvl2pPr>
            <a:lvl3pPr lvl="2">
              <a:spcBef>
                <a:spcPts val="0"/>
              </a:spcBef>
              <a:spcAft>
                <a:spcPts val="0"/>
              </a:spcAft>
              <a:buClr>
                <a:srgbClr val="000000"/>
              </a:buClr>
              <a:buSzPts val="1000"/>
              <a:buNone/>
              <a:defRPr sz="1000">
                <a:solidFill>
                  <a:srgbClr val="000000"/>
                </a:solidFill>
              </a:defRPr>
            </a:lvl3pPr>
            <a:lvl4pPr lvl="3">
              <a:spcBef>
                <a:spcPts val="0"/>
              </a:spcBef>
              <a:spcAft>
                <a:spcPts val="0"/>
              </a:spcAft>
              <a:buClr>
                <a:srgbClr val="000000"/>
              </a:buClr>
              <a:buSzPts val="1000"/>
              <a:buNone/>
              <a:defRPr sz="1000">
                <a:solidFill>
                  <a:srgbClr val="000000"/>
                </a:solidFill>
              </a:defRPr>
            </a:lvl4pPr>
            <a:lvl5pPr lvl="4">
              <a:spcBef>
                <a:spcPts val="0"/>
              </a:spcBef>
              <a:spcAft>
                <a:spcPts val="0"/>
              </a:spcAft>
              <a:buClr>
                <a:srgbClr val="000000"/>
              </a:buClr>
              <a:buSzPts val="1000"/>
              <a:buNone/>
              <a:defRPr sz="1000">
                <a:solidFill>
                  <a:srgbClr val="000000"/>
                </a:solidFill>
              </a:defRPr>
            </a:lvl5pPr>
            <a:lvl6pPr lvl="5">
              <a:spcBef>
                <a:spcPts val="0"/>
              </a:spcBef>
              <a:spcAft>
                <a:spcPts val="0"/>
              </a:spcAft>
              <a:buClr>
                <a:srgbClr val="000000"/>
              </a:buClr>
              <a:buSzPts val="1000"/>
              <a:buNone/>
              <a:defRPr sz="1000">
                <a:solidFill>
                  <a:srgbClr val="000000"/>
                </a:solidFill>
              </a:defRPr>
            </a:lvl6pPr>
            <a:lvl7pPr lvl="6">
              <a:spcBef>
                <a:spcPts val="0"/>
              </a:spcBef>
              <a:spcAft>
                <a:spcPts val="0"/>
              </a:spcAft>
              <a:buClr>
                <a:srgbClr val="000000"/>
              </a:buClr>
              <a:buSzPts val="1000"/>
              <a:buNone/>
              <a:defRPr sz="1000">
                <a:solidFill>
                  <a:srgbClr val="000000"/>
                </a:solidFill>
              </a:defRPr>
            </a:lvl7pPr>
            <a:lvl8pPr lvl="7">
              <a:spcBef>
                <a:spcPts val="0"/>
              </a:spcBef>
              <a:spcAft>
                <a:spcPts val="0"/>
              </a:spcAft>
              <a:buClr>
                <a:srgbClr val="000000"/>
              </a:buClr>
              <a:buSzPts val="1000"/>
              <a:buNone/>
              <a:defRPr sz="1000">
                <a:solidFill>
                  <a:srgbClr val="000000"/>
                </a:solidFill>
              </a:defRPr>
            </a:lvl8pPr>
            <a:lvl9pPr lvl="8">
              <a:spcBef>
                <a:spcPts val="0"/>
              </a:spcBef>
              <a:spcAft>
                <a:spcPts val="0"/>
              </a:spcAft>
              <a:buClr>
                <a:srgbClr val="000000"/>
              </a:buClr>
              <a:buSzPts val="1000"/>
              <a:buNone/>
              <a:defRPr sz="1000">
                <a:solidFill>
                  <a:srgbClr val="000000"/>
                </a:solidFill>
              </a:defRPr>
            </a:lvl9pPr>
          </a:lstStyle>
          <a:p/>
        </p:txBody>
      </p:sp>
      <p:sp>
        <p:nvSpPr>
          <p:cNvPr id="4246" name="Google Shape;4246;p75"/>
          <p:cNvSpPr txBox="1"/>
          <p:nvPr>
            <p:ph idx="2" type="title"/>
          </p:nvPr>
        </p:nvSpPr>
        <p:spPr>
          <a:xfrm flipH="1">
            <a:off x="3231275" y="579550"/>
            <a:ext cx="6657300" cy="1692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000"/>
              <a:buNone/>
              <a:defRPr sz="1000">
                <a:solidFill>
                  <a:srgbClr val="000000"/>
                </a:solidFill>
              </a:defRPr>
            </a:lvl1pPr>
            <a:lvl2pPr lvl="1">
              <a:spcBef>
                <a:spcPts val="0"/>
              </a:spcBef>
              <a:spcAft>
                <a:spcPts val="0"/>
              </a:spcAft>
              <a:buClr>
                <a:srgbClr val="000000"/>
              </a:buClr>
              <a:buSzPts val="1000"/>
              <a:buNone/>
              <a:defRPr sz="1000">
                <a:solidFill>
                  <a:srgbClr val="000000"/>
                </a:solidFill>
              </a:defRPr>
            </a:lvl2pPr>
            <a:lvl3pPr lvl="2">
              <a:spcBef>
                <a:spcPts val="0"/>
              </a:spcBef>
              <a:spcAft>
                <a:spcPts val="0"/>
              </a:spcAft>
              <a:buClr>
                <a:srgbClr val="000000"/>
              </a:buClr>
              <a:buSzPts val="1000"/>
              <a:buNone/>
              <a:defRPr sz="1000">
                <a:solidFill>
                  <a:srgbClr val="000000"/>
                </a:solidFill>
              </a:defRPr>
            </a:lvl3pPr>
            <a:lvl4pPr lvl="3">
              <a:spcBef>
                <a:spcPts val="0"/>
              </a:spcBef>
              <a:spcAft>
                <a:spcPts val="0"/>
              </a:spcAft>
              <a:buClr>
                <a:srgbClr val="000000"/>
              </a:buClr>
              <a:buSzPts val="1000"/>
              <a:buNone/>
              <a:defRPr sz="1000">
                <a:solidFill>
                  <a:srgbClr val="000000"/>
                </a:solidFill>
              </a:defRPr>
            </a:lvl4pPr>
            <a:lvl5pPr lvl="4">
              <a:spcBef>
                <a:spcPts val="0"/>
              </a:spcBef>
              <a:spcAft>
                <a:spcPts val="0"/>
              </a:spcAft>
              <a:buClr>
                <a:srgbClr val="000000"/>
              </a:buClr>
              <a:buSzPts val="1000"/>
              <a:buNone/>
              <a:defRPr sz="1000">
                <a:solidFill>
                  <a:srgbClr val="000000"/>
                </a:solidFill>
              </a:defRPr>
            </a:lvl5pPr>
            <a:lvl6pPr lvl="5">
              <a:spcBef>
                <a:spcPts val="0"/>
              </a:spcBef>
              <a:spcAft>
                <a:spcPts val="0"/>
              </a:spcAft>
              <a:buClr>
                <a:srgbClr val="000000"/>
              </a:buClr>
              <a:buSzPts val="1000"/>
              <a:buNone/>
              <a:defRPr sz="1000">
                <a:solidFill>
                  <a:srgbClr val="000000"/>
                </a:solidFill>
              </a:defRPr>
            </a:lvl6pPr>
            <a:lvl7pPr lvl="6">
              <a:spcBef>
                <a:spcPts val="0"/>
              </a:spcBef>
              <a:spcAft>
                <a:spcPts val="0"/>
              </a:spcAft>
              <a:buClr>
                <a:srgbClr val="000000"/>
              </a:buClr>
              <a:buSzPts val="1000"/>
              <a:buNone/>
              <a:defRPr sz="1000">
                <a:solidFill>
                  <a:srgbClr val="000000"/>
                </a:solidFill>
              </a:defRPr>
            </a:lvl7pPr>
            <a:lvl8pPr lvl="7">
              <a:spcBef>
                <a:spcPts val="0"/>
              </a:spcBef>
              <a:spcAft>
                <a:spcPts val="0"/>
              </a:spcAft>
              <a:buClr>
                <a:srgbClr val="000000"/>
              </a:buClr>
              <a:buSzPts val="1000"/>
              <a:buNone/>
              <a:defRPr sz="1000">
                <a:solidFill>
                  <a:srgbClr val="000000"/>
                </a:solidFill>
              </a:defRPr>
            </a:lvl8pPr>
            <a:lvl9pPr lvl="8">
              <a:spcBef>
                <a:spcPts val="0"/>
              </a:spcBef>
              <a:spcAft>
                <a:spcPts val="0"/>
              </a:spcAft>
              <a:buClr>
                <a:srgbClr val="000000"/>
              </a:buClr>
              <a:buSzPts val="1000"/>
              <a:buNone/>
              <a:defRPr sz="1000">
                <a:solidFill>
                  <a:srgbClr val="000000"/>
                </a:solidFill>
              </a:defRPr>
            </a:lvl9pPr>
          </a:lstStyle>
          <a:p/>
        </p:txBody>
      </p:sp>
      <p:sp>
        <p:nvSpPr>
          <p:cNvPr id="4247" name="Google Shape;4247;p75"/>
          <p:cNvSpPr txBox="1"/>
          <p:nvPr>
            <p:ph idx="1" type="body"/>
          </p:nvPr>
        </p:nvSpPr>
        <p:spPr>
          <a:xfrm>
            <a:off x="641150" y="612125"/>
            <a:ext cx="1770300" cy="160500"/>
          </a:xfrm>
          <a:prstGeom prst="rect">
            <a:avLst/>
          </a:prstGeom>
          <a:noFill/>
          <a:ln>
            <a:noFill/>
          </a:ln>
        </p:spPr>
        <p:txBody>
          <a:bodyPr anchorCtr="0" anchor="t" bIns="0" lIns="0" spcFirstLastPara="1" rIns="0" wrap="square" tIns="0">
            <a:noAutofit/>
          </a:bodyPr>
          <a:lstStyle>
            <a:lvl1pPr indent="-292100" lvl="0" marL="457200" algn="ctr">
              <a:spcBef>
                <a:spcPts val="0"/>
              </a:spcBef>
              <a:spcAft>
                <a:spcPts val="0"/>
              </a:spcAft>
              <a:buClr>
                <a:srgbClr val="FFFFFF"/>
              </a:buClr>
              <a:buSzPts val="1000"/>
              <a:buChar char="●"/>
              <a:defRPr sz="1000">
                <a:solidFill>
                  <a:srgbClr val="FFFFFF"/>
                </a:solidFill>
              </a:defRPr>
            </a:lvl1pPr>
            <a:lvl2pPr indent="-292100" lvl="1" marL="914400" algn="ctr">
              <a:spcBef>
                <a:spcPts val="0"/>
              </a:spcBef>
              <a:spcAft>
                <a:spcPts val="0"/>
              </a:spcAft>
              <a:buClr>
                <a:srgbClr val="FFFFFF"/>
              </a:buClr>
              <a:buSzPts val="1000"/>
              <a:buChar char="○"/>
              <a:defRPr sz="1000">
                <a:solidFill>
                  <a:srgbClr val="FFFFFF"/>
                </a:solidFill>
              </a:defRPr>
            </a:lvl2pPr>
            <a:lvl3pPr indent="-292100" lvl="2" marL="1371600" algn="ctr">
              <a:spcBef>
                <a:spcPts val="0"/>
              </a:spcBef>
              <a:spcAft>
                <a:spcPts val="0"/>
              </a:spcAft>
              <a:buClr>
                <a:srgbClr val="FFFFFF"/>
              </a:buClr>
              <a:buSzPts val="1000"/>
              <a:buChar char="■"/>
              <a:defRPr sz="1000">
                <a:solidFill>
                  <a:srgbClr val="FFFFFF"/>
                </a:solidFill>
              </a:defRPr>
            </a:lvl3pPr>
            <a:lvl4pPr indent="-292100" lvl="3" marL="1828800" algn="ctr">
              <a:spcBef>
                <a:spcPts val="0"/>
              </a:spcBef>
              <a:spcAft>
                <a:spcPts val="0"/>
              </a:spcAft>
              <a:buClr>
                <a:srgbClr val="FFFFFF"/>
              </a:buClr>
              <a:buSzPts val="1000"/>
              <a:buChar char="●"/>
              <a:defRPr sz="1000">
                <a:solidFill>
                  <a:srgbClr val="FFFFFF"/>
                </a:solidFill>
              </a:defRPr>
            </a:lvl4pPr>
            <a:lvl5pPr indent="-292100" lvl="4" marL="2286000" algn="ctr">
              <a:spcBef>
                <a:spcPts val="0"/>
              </a:spcBef>
              <a:spcAft>
                <a:spcPts val="0"/>
              </a:spcAft>
              <a:buClr>
                <a:srgbClr val="FFFFFF"/>
              </a:buClr>
              <a:buSzPts val="1000"/>
              <a:buChar char="○"/>
              <a:defRPr sz="1000">
                <a:solidFill>
                  <a:srgbClr val="FFFFFF"/>
                </a:solidFill>
              </a:defRPr>
            </a:lvl5pPr>
            <a:lvl6pPr indent="-292100" lvl="5" marL="2743200" algn="ctr">
              <a:spcBef>
                <a:spcPts val="0"/>
              </a:spcBef>
              <a:spcAft>
                <a:spcPts val="0"/>
              </a:spcAft>
              <a:buClr>
                <a:srgbClr val="FFFFFF"/>
              </a:buClr>
              <a:buSzPts val="1000"/>
              <a:buChar char="■"/>
              <a:defRPr sz="1000">
                <a:solidFill>
                  <a:srgbClr val="FFFFFF"/>
                </a:solidFill>
              </a:defRPr>
            </a:lvl6pPr>
            <a:lvl7pPr indent="-292100" lvl="6" marL="3200400" algn="ctr">
              <a:spcBef>
                <a:spcPts val="0"/>
              </a:spcBef>
              <a:spcAft>
                <a:spcPts val="0"/>
              </a:spcAft>
              <a:buClr>
                <a:srgbClr val="FFFFFF"/>
              </a:buClr>
              <a:buSzPts val="1000"/>
              <a:buChar char="●"/>
              <a:defRPr sz="1000">
                <a:solidFill>
                  <a:srgbClr val="FFFFFF"/>
                </a:solidFill>
              </a:defRPr>
            </a:lvl7pPr>
            <a:lvl8pPr indent="-292100" lvl="7" marL="3657600" algn="ctr">
              <a:spcBef>
                <a:spcPts val="0"/>
              </a:spcBef>
              <a:spcAft>
                <a:spcPts val="0"/>
              </a:spcAft>
              <a:buClr>
                <a:srgbClr val="FFFFFF"/>
              </a:buClr>
              <a:buSzPts val="1000"/>
              <a:buChar char="○"/>
              <a:defRPr sz="1000">
                <a:solidFill>
                  <a:srgbClr val="FFFFFF"/>
                </a:solidFill>
              </a:defRPr>
            </a:lvl8pPr>
            <a:lvl9pPr indent="-292100" lvl="8" marL="4114800" algn="ctr">
              <a:spcBef>
                <a:spcPts val="0"/>
              </a:spcBef>
              <a:spcAft>
                <a:spcPts val="0"/>
              </a:spcAft>
              <a:buClr>
                <a:srgbClr val="FFFFFF"/>
              </a:buClr>
              <a:buSzPts val="1000"/>
              <a:buChar char="■"/>
              <a:defRPr sz="1000">
                <a:solidFill>
                  <a:srgbClr val="FFFFFF"/>
                </a:solidFill>
              </a:defRPr>
            </a:lvl9pPr>
          </a:lstStyle>
          <a:p/>
        </p:txBody>
      </p:sp>
      <p:sp>
        <p:nvSpPr>
          <p:cNvPr id="4248" name="Google Shape;4248;p75"/>
          <p:cNvSpPr txBox="1"/>
          <p:nvPr/>
        </p:nvSpPr>
        <p:spPr>
          <a:xfrm>
            <a:off x="84825" y="598125"/>
            <a:ext cx="595500" cy="205800"/>
          </a:xfrm>
          <a:prstGeom prst="rect">
            <a:avLst/>
          </a:prstGeom>
          <a:noFill/>
          <a:ln>
            <a:noFill/>
          </a:ln>
        </p:spPr>
        <p:txBody>
          <a:bodyPr anchorCtr="0" anchor="t" bIns="18000" lIns="18000" spcFirstLastPara="1" rIns="18000" wrap="square" tIns="18000">
            <a:spAutoFit/>
          </a:bodyPr>
          <a:lstStyle/>
          <a:p>
            <a:pPr indent="0" lvl="0" marL="0" rtl="0" algn="l">
              <a:spcBef>
                <a:spcPts val="0"/>
              </a:spcBef>
              <a:spcAft>
                <a:spcPts val="0"/>
              </a:spcAft>
              <a:buNone/>
            </a:pPr>
            <a:r>
              <a:rPr lang="es-419" sz="1100">
                <a:solidFill>
                  <a:srgbClr val="FFFFFF"/>
                </a:solidFill>
              </a:rPr>
              <a:t>Nombre:</a:t>
            </a:r>
            <a:endParaRPr sz="1100">
              <a:solidFill>
                <a:srgbClr val="FFFFFF"/>
              </a:solidFill>
            </a:endParaRPr>
          </a:p>
        </p:txBody>
      </p:sp>
    </p:spTree>
  </p:cSld>
  <p:clrMapOvr>
    <a:masterClrMapping/>
  </p:clrMapOvr>
</p:sldLayout>
</file>

<file path=ppt/slideLayouts/slideLayout7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6.1 Actor de Sistema">
  <p:cSld name="TITLE_3_6_1_1_1_1_1_1_1_1_1_1_1_1_1_1_1_1_1_1_1_1_1_1_1_1_1_1_1">
    <p:spTree>
      <p:nvGrpSpPr>
        <p:cNvPr id="4249" name="Shape 4249"/>
        <p:cNvGrpSpPr/>
        <p:nvPr/>
      </p:nvGrpSpPr>
      <p:grpSpPr>
        <a:xfrm>
          <a:off x="0" y="0"/>
          <a:ext cx="0" cy="0"/>
          <a:chOff x="0" y="0"/>
          <a:chExt cx="0" cy="0"/>
        </a:xfrm>
      </p:grpSpPr>
      <p:sp>
        <p:nvSpPr>
          <p:cNvPr id="4250" name="Google Shape;4250;p76"/>
          <p:cNvSpPr/>
          <p:nvPr/>
        </p:nvSpPr>
        <p:spPr>
          <a:xfrm>
            <a:off x="97888" y="377012"/>
            <a:ext cx="9893400" cy="296700"/>
          </a:xfrm>
          <a:prstGeom prst="roundRect">
            <a:avLst>
              <a:gd fmla="val 22902" name="adj"/>
            </a:avLst>
          </a:prstGeom>
          <a:solidFill>
            <a:srgbClr val="F3F3F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4251" name="Google Shape;4251;p76"/>
          <p:cNvSpPr/>
          <p:nvPr/>
        </p:nvSpPr>
        <p:spPr>
          <a:xfrm>
            <a:off x="77688" y="358938"/>
            <a:ext cx="9935700" cy="6438000"/>
          </a:xfrm>
          <a:prstGeom prst="roundRect">
            <a:avLst>
              <a:gd fmla="val 2618" name="adj"/>
            </a:avLst>
          </a:prstGeom>
          <a:solidFill>
            <a:srgbClr val="FFFFFF"/>
          </a:solidFill>
          <a:ln cap="flat" cmpd="sng" w="38100">
            <a:solidFill>
              <a:srgbClr val="000000"/>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252" name="Google Shape;4252;p76"/>
          <p:cNvCxnSpPr/>
          <p:nvPr/>
        </p:nvCxnSpPr>
        <p:spPr>
          <a:xfrm>
            <a:off x="77688" y="772614"/>
            <a:ext cx="9935700" cy="0"/>
          </a:xfrm>
          <a:prstGeom prst="straightConnector1">
            <a:avLst/>
          </a:prstGeom>
          <a:noFill/>
          <a:ln cap="flat" cmpd="sng" w="19050">
            <a:solidFill>
              <a:srgbClr val="000000"/>
            </a:solidFill>
            <a:prstDash val="solid"/>
            <a:round/>
            <a:headEnd len="med" w="med" type="none"/>
            <a:tailEnd len="med" w="med" type="none"/>
          </a:ln>
        </p:spPr>
      </p:cxnSp>
      <p:cxnSp>
        <p:nvCxnSpPr>
          <p:cNvPr id="4253" name="Google Shape;4253;p76"/>
          <p:cNvCxnSpPr/>
          <p:nvPr/>
        </p:nvCxnSpPr>
        <p:spPr>
          <a:xfrm rot="10800000">
            <a:off x="2439038" y="368188"/>
            <a:ext cx="0" cy="402300"/>
          </a:xfrm>
          <a:prstGeom prst="straightConnector1">
            <a:avLst/>
          </a:prstGeom>
          <a:noFill/>
          <a:ln cap="flat" cmpd="sng" w="19050">
            <a:solidFill>
              <a:srgbClr val="000000"/>
            </a:solidFill>
            <a:prstDash val="solid"/>
            <a:round/>
            <a:headEnd len="med" w="med" type="none"/>
            <a:tailEnd len="med" w="med" type="none"/>
          </a:ln>
        </p:spPr>
      </p:cxnSp>
      <p:sp>
        <p:nvSpPr>
          <p:cNvPr id="4254" name="Google Shape;4254;p76"/>
          <p:cNvSpPr/>
          <p:nvPr/>
        </p:nvSpPr>
        <p:spPr>
          <a:xfrm>
            <a:off x="77688" y="349338"/>
            <a:ext cx="2361300" cy="421200"/>
          </a:xfrm>
          <a:prstGeom prst="roundRect">
            <a:avLst>
              <a:gd fmla="val 50000" name="adj"/>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s-419" sz="1200">
                <a:solidFill>
                  <a:srgbClr val="FFFFFF"/>
                </a:solidFill>
              </a:rPr>
              <a:t>Actor de Sistema</a:t>
            </a:r>
            <a:endParaRPr b="1" sz="1200">
              <a:solidFill>
                <a:srgbClr val="FFFFFF"/>
              </a:solidFill>
            </a:endParaRPr>
          </a:p>
          <a:p>
            <a:pPr indent="0" lvl="0" marL="0" rtl="0" algn="ctr">
              <a:spcBef>
                <a:spcPts val="0"/>
              </a:spcBef>
              <a:spcAft>
                <a:spcPts val="0"/>
              </a:spcAft>
              <a:buNone/>
            </a:pPr>
            <a:r>
              <a:t/>
            </a:r>
            <a:endParaRPr b="1" sz="1200">
              <a:solidFill>
                <a:srgbClr val="FFFFFF"/>
              </a:solidFill>
            </a:endParaRPr>
          </a:p>
        </p:txBody>
      </p:sp>
      <p:sp>
        <p:nvSpPr>
          <p:cNvPr id="4255" name="Google Shape;4255;p76"/>
          <p:cNvSpPr/>
          <p:nvPr/>
        </p:nvSpPr>
        <p:spPr>
          <a:xfrm>
            <a:off x="83988" y="595504"/>
            <a:ext cx="190200" cy="1692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6" name="Google Shape;4256;p76"/>
          <p:cNvSpPr/>
          <p:nvPr/>
        </p:nvSpPr>
        <p:spPr>
          <a:xfrm>
            <a:off x="2292338" y="358938"/>
            <a:ext cx="146700" cy="4023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257" name="Google Shape;4257;p76"/>
          <p:cNvCxnSpPr/>
          <p:nvPr/>
        </p:nvCxnSpPr>
        <p:spPr>
          <a:xfrm>
            <a:off x="5104406" y="929748"/>
            <a:ext cx="0" cy="5689200"/>
          </a:xfrm>
          <a:prstGeom prst="straightConnector1">
            <a:avLst/>
          </a:prstGeom>
          <a:noFill/>
          <a:ln cap="flat" cmpd="sng" w="19050">
            <a:solidFill>
              <a:srgbClr val="D9D9D9"/>
            </a:solidFill>
            <a:prstDash val="dash"/>
            <a:round/>
            <a:headEnd len="med" w="med" type="none"/>
            <a:tailEnd len="med" w="med" type="none"/>
          </a:ln>
        </p:spPr>
      </p:cxnSp>
      <p:sp>
        <p:nvSpPr>
          <p:cNvPr id="4258" name="Google Shape;4258;p76"/>
          <p:cNvSpPr txBox="1"/>
          <p:nvPr/>
        </p:nvSpPr>
        <p:spPr>
          <a:xfrm>
            <a:off x="197034" y="1078797"/>
            <a:ext cx="1679100" cy="246300"/>
          </a:xfrm>
          <a:prstGeom prst="rect">
            <a:avLst/>
          </a:prstGeom>
          <a:noFill/>
          <a:ln>
            <a:noFill/>
          </a:ln>
        </p:spPr>
        <p:txBody>
          <a:bodyPr anchorCtr="0" anchor="ctr" bIns="0" lIns="0" spcFirstLastPara="1" rIns="0" wrap="square" tIns="0">
            <a:spAutoFit/>
          </a:bodyPr>
          <a:lstStyle/>
          <a:p>
            <a:pPr indent="0" lvl="0" marL="0" rtl="0" algn="r">
              <a:lnSpc>
                <a:spcPct val="100000"/>
              </a:lnSpc>
              <a:spcBef>
                <a:spcPts val="0"/>
              </a:spcBef>
              <a:spcAft>
                <a:spcPts val="0"/>
              </a:spcAft>
              <a:buNone/>
            </a:pPr>
            <a:r>
              <a:rPr b="1" lang="es-419" sz="1000">
                <a:latin typeface="Arvo"/>
                <a:ea typeface="Arvo"/>
                <a:cs typeface="Arvo"/>
                <a:sym typeface="Arvo"/>
              </a:rPr>
              <a:t>Nombre del Actor: </a:t>
            </a:r>
            <a:endParaRPr b="1" sz="1000">
              <a:latin typeface="Arvo"/>
              <a:ea typeface="Arvo"/>
              <a:cs typeface="Arvo"/>
              <a:sym typeface="Arvo"/>
            </a:endParaRPr>
          </a:p>
          <a:p>
            <a:pPr indent="0" lvl="0" marL="0" rtl="0" algn="r">
              <a:lnSpc>
                <a:spcPct val="100000"/>
              </a:lnSpc>
              <a:spcBef>
                <a:spcPts val="0"/>
              </a:spcBef>
              <a:spcAft>
                <a:spcPts val="0"/>
              </a:spcAft>
              <a:buNone/>
            </a:pPr>
            <a:r>
              <a:rPr i="1" lang="es-419" sz="600">
                <a:solidFill>
                  <a:srgbClr val="666666"/>
                </a:solidFill>
                <a:latin typeface="Arvo"/>
                <a:ea typeface="Arvo"/>
                <a:cs typeface="Arvo"/>
                <a:sym typeface="Arvo"/>
              </a:rPr>
              <a:t>&lt;ej: Comprador&gt;</a:t>
            </a:r>
            <a:endParaRPr i="1" sz="600">
              <a:solidFill>
                <a:srgbClr val="666666"/>
              </a:solidFill>
              <a:latin typeface="Arvo"/>
              <a:ea typeface="Arvo"/>
              <a:cs typeface="Arvo"/>
              <a:sym typeface="Arvo"/>
            </a:endParaRPr>
          </a:p>
        </p:txBody>
      </p:sp>
      <p:sp>
        <p:nvSpPr>
          <p:cNvPr id="4259" name="Google Shape;4259;p76"/>
          <p:cNvSpPr txBox="1"/>
          <p:nvPr/>
        </p:nvSpPr>
        <p:spPr>
          <a:xfrm>
            <a:off x="197034" y="1572261"/>
            <a:ext cx="1679100" cy="274800"/>
          </a:xfrm>
          <a:prstGeom prst="rect">
            <a:avLst/>
          </a:prstGeom>
          <a:noFill/>
          <a:ln>
            <a:noFill/>
          </a:ln>
        </p:spPr>
        <p:txBody>
          <a:bodyPr anchorCtr="0" anchor="ctr" bIns="0" lIns="0" spcFirstLastPara="1" rIns="0" wrap="square" tIns="0">
            <a:spAutoFit/>
          </a:bodyPr>
          <a:lstStyle/>
          <a:p>
            <a:pPr indent="0" lvl="0" marL="0" rtl="0" algn="r">
              <a:lnSpc>
                <a:spcPct val="85000"/>
              </a:lnSpc>
              <a:spcBef>
                <a:spcPts val="0"/>
              </a:spcBef>
              <a:spcAft>
                <a:spcPts val="0"/>
              </a:spcAft>
              <a:buNone/>
            </a:pPr>
            <a:r>
              <a:rPr b="1" lang="es-419" sz="1000">
                <a:latin typeface="Arvo"/>
                <a:ea typeface="Arvo"/>
                <a:cs typeface="Arvo"/>
                <a:sym typeface="Arvo"/>
              </a:rPr>
              <a:t>Rol:</a:t>
            </a:r>
            <a:endParaRPr sz="700">
              <a:solidFill>
                <a:srgbClr val="666666"/>
              </a:solidFill>
              <a:latin typeface="Arvo"/>
              <a:ea typeface="Arvo"/>
              <a:cs typeface="Arvo"/>
              <a:sym typeface="Arvo"/>
            </a:endParaRPr>
          </a:p>
          <a:p>
            <a:pPr indent="0" lvl="0" marL="0" rtl="0" algn="r">
              <a:lnSpc>
                <a:spcPct val="85000"/>
              </a:lnSpc>
              <a:spcBef>
                <a:spcPts val="0"/>
              </a:spcBef>
              <a:spcAft>
                <a:spcPts val="0"/>
              </a:spcAft>
              <a:buNone/>
            </a:pPr>
            <a:r>
              <a:rPr lang="es-419" sz="700">
                <a:solidFill>
                  <a:srgbClr val="666666"/>
                </a:solidFill>
                <a:latin typeface="Arvo"/>
                <a:ea typeface="Arvo"/>
                <a:cs typeface="Arvo"/>
                <a:sym typeface="Arvo"/>
              </a:rPr>
              <a:t> </a:t>
            </a:r>
            <a:r>
              <a:rPr i="1" lang="es-419" sz="600">
                <a:solidFill>
                  <a:srgbClr val="666666"/>
                </a:solidFill>
                <a:latin typeface="Arvo"/>
                <a:ea typeface="Arvo"/>
                <a:cs typeface="Arvo"/>
                <a:sym typeface="Arvo"/>
              </a:rPr>
              <a:t>&lt;ej: Cliente, ó Proveedor&gt;</a:t>
            </a:r>
            <a:r>
              <a:rPr b="1" lang="es-419" sz="1100">
                <a:latin typeface="Arvo"/>
                <a:ea typeface="Arvo"/>
                <a:cs typeface="Arvo"/>
                <a:sym typeface="Arvo"/>
              </a:rPr>
              <a:t> </a:t>
            </a:r>
            <a:endParaRPr sz="800">
              <a:solidFill>
                <a:srgbClr val="666666"/>
              </a:solidFill>
              <a:latin typeface="Arvo"/>
              <a:ea typeface="Arvo"/>
              <a:cs typeface="Arvo"/>
              <a:sym typeface="Arvo"/>
            </a:endParaRPr>
          </a:p>
        </p:txBody>
      </p:sp>
      <p:sp>
        <p:nvSpPr>
          <p:cNvPr id="4260" name="Google Shape;4260;p76"/>
          <p:cNvSpPr/>
          <p:nvPr/>
        </p:nvSpPr>
        <p:spPr>
          <a:xfrm>
            <a:off x="1940924" y="1030197"/>
            <a:ext cx="3027000" cy="343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4261" name="Google Shape;4261;p76"/>
          <p:cNvSpPr txBox="1"/>
          <p:nvPr>
            <p:ph idx="1" type="subTitle"/>
          </p:nvPr>
        </p:nvSpPr>
        <p:spPr>
          <a:xfrm>
            <a:off x="1940624" y="1030947"/>
            <a:ext cx="3027600" cy="342000"/>
          </a:xfrm>
          <a:prstGeom prst="rect">
            <a:avLst/>
          </a:prstGeom>
          <a:noFill/>
          <a:ln>
            <a:noFill/>
          </a:ln>
        </p:spPr>
        <p:txBody>
          <a:bodyPr anchorCtr="0" anchor="ctr" bIns="36000" lIns="36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4262" name="Google Shape;4262;p76"/>
          <p:cNvSpPr/>
          <p:nvPr/>
        </p:nvSpPr>
        <p:spPr>
          <a:xfrm>
            <a:off x="1940924" y="1537911"/>
            <a:ext cx="3027000" cy="343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4263" name="Google Shape;4263;p76"/>
          <p:cNvSpPr txBox="1"/>
          <p:nvPr>
            <p:ph idx="2" type="subTitle"/>
          </p:nvPr>
        </p:nvSpPr>
        <p:spPr>
          <a:xfrm>
            <a:off x="1940624" y="1538661"/>
            <a:ext cx="3027600" cy="342000"/>
          </a:xfrm>
          <a:prstGeom prst="rect">
            <a:avLst/>
          </a:prstGeom>
          <a:noFill/>
          <a:ln>
            <a:noFill/>
          </a:ln>
        </p:spPr>
        <p:txBody>
          <a:bodyPr anchorCtr="0" anchor="ctr" bIns="36000" lIns="36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4264" name="Google Shape;4264;p76"/>
          <p:cNvSpPr txBox="1"/>
          <p:nvPr/>
        </p:nvSpPr>
        <p:spPr>
          <a:xfrm>
            <a:off x="197034" y="2065929"/>
            <a:ext cx="1679100" cy="415500"/>
          </a:xfrm>
          <a:prstGeom prst="rect">
            <a:avLst/>
          </a:prstGeom>
          <a:noFill/>
          <a:ln>
            <a:noFill/>
          </a:ln>
        </p:spPr>
        <p:txBody>
          <a:bodyPr anchorCtr="0" anchor="ctr" bIns="0" lIns="0" spcFirstLastPara="1" rIns="0" wrap="square" tIns="0">
            <a:spAutoFit/>
          </a:bodyPr>
          <a:lstStyle/>
          <a:p>
            <a:pPr indent="0" lvl="0" marL="0" rtl="0" algn="r">
              <a:lnSpc>
                <a:spcPct val="100000"/>
              </a:lnSpc>
              <a:spcBef>
                <a:spcPts val="0"/>
              </a:spcBef>
              <a:spcAft>
                <a:spcPts val="0"/>
              </a:spcAft>
              <a:buNone/>
            </a:pPr>
            <a:r>
              <a:rPr b="1" lang="es-419" sz="1000">
                <a:latin typeface="Arvo"/>
                <a:ea typeface="Arvo"/>
                <a:cs typeface="Arvo"/>
                <a:sym typeface="Arvo"/>
              </a:rPr>
              <a:t>Funcionalidades con los que tiene relación:</a:t>
            </a:r>
            <a:endParaRPr b="1" sz="1000">
              <a:latin typeface="Arvo"/>
              <a:ea typeface="Arvo"/>
              <a:cs typeface="Arvo"/>
              <a:sym typeface="Arvo"/>
            </a:endParaRPr>
          </a:p>
          <a:p>
            <a:pPr indent="0" lvl="0" marL="0" rtl="0" algn="r">
              <a:lnSpc>
                <a:spcPct val="100000"/>
              </a:lnSpc>
              <a:spcBef>
                <a:spcPts val="0"/>
              </a:spcBef>
              <a:spcAft>
                <a:spcPts val="0"/>
              </a:spcAft>
              <a:buNone/>
            </a:pPr>
            <a:r>
              <a:rPr lang="es-419" sz="700">
                <a:solidFill>
                  <a:srgbClr val="666666"/>
                </a:solidFill>
                <a:latin typeface="Arvo"/>
                <a:ea typeface="Arvo"/>
                <a:cs typeface="Arvo"/>
                <a:sym typeface="Arvo"/>
              </a:rPr>
              <a:t> </a:t>
            </a:r>
            <a:r>
              <a:rPr i="1" lang="es-419" sz="600">
                <a:solidFill>
                  <a:srgbClr val="666666"/>
                </a:solidFill>
                <a:latin typeface="Arvo"/>
                <a:ea typeface="Arvo"/>
                <a:cs typeface="Arvo"/>
                <a:sym typeface="Arvo"/>
              </a:rPr>
              <a:t>&lt;ej: El comprador se registra&gt;</a:t>
            </a:r>
            <a:endParaRPr sz="800">
              <a:solidFill>
                <a:srgbClr val="666666"/>
              </a:solidFill>
              <a:latin typeface="Arvo"/>
              <a:ea typeface="Arvo"/>
              <a:cs typeface="Arvo"/>
              <a:sym typeface="Arvo"/>
            </a:endParaRPr>
          </a:p>
        </p:txBody>
      </p:sp>
      <p:sp>
        <p:nvSpPr>
          <p:cNvPr id="4265" name="Google Shape;4265;p76"/>
          <p:cNvSpPr/>
          <p:nvPr/>
        </p:nvSpPr>
        <p:spPr>
          <a:xfrm>
            <a:off x="1940924" y="2060575"/>
            <a:ext cx="3027000" cy="1015800"/>
          </a:xfrm>
          <a:prstGeom prst="roundRect">
            <a:avLst>
              <a:gd fmla="val 728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4266" name="Google Shape;4266;p76"/>
          <p:cNvSpPr txBox="1"/>
          <p:nvPr>
            <p:ph idx="3" type="subTitle"/>
          </p:nvPr>
        </p:nvSpPr>
        <p:spPr>
          <a:xfrm>
            <a:off x="1940924" y="2061325"/>
            <a:ext cx="3027000" cy="1015200"/>
          </a:xfrm>
          <a:prstGeom prst="rect">
            <a:avLst/>
          </a:prstGeom>
          <a:noFill/>
          <a:ln>
            <a:noFill/>
          </a:ln>
        </p:spPr>
        <p:txBody>
          <a:bodyPr anchorCtr="0" anchor="t" bIns="36000" lIns="36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4267" name="Google Shape;4267;p76"/>
          <p:cNvSpPr txBox="1"/>
          <p:nvPr/>
        </p:nvSpPr>
        <p:spPr>
          <a:xfrm>
            <a:off x="197034" y="3222969"/>
            <a:ext cx="1679100" cy="744900"/>
          </a:xfrm>
          <a:prstGeom prst="rect">
            <a:avLst/>
          </a:prstGeom>
          <a:noFill/>
          <a:ln>
            <a:noFill/>
          </a:ln>
        </p:spPr>
        <p:txBody>
          <a:bodyPr anchorCtr="0" anchor="ctr" bIns="0" lIns="0" spcFirstLastPara="1" rIns="0" wrap="square" tIns="0">
            <a:spAutoFit/>
          </a:bodyPr>
          <a:lstStyle/>
          <a:p>
            <a:pPr indent="0" lvl="0" marL="0" rtl="0" algn="r">
              <a:lnSpc>
                <a:spcPct val="100000"/>
              </a:lnSpc>
              <a:spcBef>
                <a:spcPts val="0"/>
              </a:spcBef>
              <a:spcAft>
                <a:spcPts val="0"/>
              </a:spcAft>
              <a:buNone/>
            </a:pPr>
            <a:r>
              <a:rPr b="1" lang="es-419" sz="1000">
                <a:latin typeface="Arvo"/>
                <a:ea typeface="Arvo"/>
                <a:cs typeface="Arvo"/>
                <a:sym typeface="Arvo"/>
              </a:rPr>
              <a:t>Descripción del Actor:</a:t>
            </a:r>
            <a:endParaRPr sz="700">
              <a:solidFill>
                <a:srgbClr val="666666"/>
              </a:solidFill>
              <a:latin typeface="Arvo"/>
              <a:ea typeface="Arvo"/>
              <a:cs typeface="Arvo"/>
              <a:sym typeface="Arvo"/>
            </a:endParaRPr>
          </a:p>
          <a:p>
            <a:pPr indent="0" lvl="0" marL="0" rtl="0" algn="r">
              <a:lnSpc>
                <a:spcPct val="80000"/>
              </a:lnSpc>
              <a:spcBef>
                <a:spcPts val="0"/>
              </a:spcBef>
              <a:spcAft>
                <a:spcPts val="0"/>
              </a:spcAft>
              <a:buNone/>
            </a:pPr>
            <a:r>
              <a:rPr i="1" lang="es-419" sz="600">
                <a:solidFill>
                  <a:srgbClr val="666666"/>
                </a:solidFill>
                <a:latin typeface="Arvo"/>
                <a:ea typeface="Arvo"/>
                <a:cs typeface="Arvo"/>
                <a:sym typeface="Arvo"/>
              </a:rPr>
              <a:t>&lt;</a:t>
            </a:r>
            <a:r>
              <a:rPr lang="es-419" sz="600">
                <a:solidFill>
                  <a:schemeClr val="dk1"/>
                </a:solidFill>
                <a:latin typeface="Arvo"/>
                <a:ea typeface="Arvo"/>
                <a:cs typeface="Arvo"/>
                <a:sym typeface="Arvo"/>
              </a:rPr>
              <a:t>ej: es una persona que está interesada en comprar un producto a muy bajo costo desde cualquier lugar y en cualquier momento. Le gustaría elegir una empresa de envíos para transportar los productos y disponer de un carro de compras, adicionalmente, poder programar cada una de las compras y poder crear listas de preferencia. </a:t>
            </a:r>
            <a:r>
              <a:rPr i="1" lang="es-419" sz="600">
                <a:solidFill>
                  <a:srgbClr val="666666"/>
                </a:solidFill>
                <a:latin typeface="Arvo"/>
                <a:ea typeface="Arvo"/>
                <a:cs typeface="Arvo"/>
                <a:sym typeface="Arvo"/>
              </a:rPr>
              <a:t>&gt;</a:t>
            </a:r>
            <a:endParaRPr sz="600">
              <a:solidFill>
                <a:srgbClr val="666666"/>
              </a:solidFill>
              <a:latin typeface="Arvo"/>
              <a:ea typeface="Arvo"/>
              <a:cs typeface="Arvo"/>
              <a:sym typeface="Arvo"/>
            </a:endParaRPr>
          </a:p>
        </p:txBody>
      </p:sp>
      <p:sp>
        <p:nvSpPr>
          <p:cNvPr id="4268" name="Google Shape;4268;p76"/>
          <p:cNvSpPr/>
          <p:nvPr/>
        </p:nvSpPr>
        <p:spPr>
          <a:xfrm>
            <a:off x="1940925" y="3256353"/>
            <a:ext cx="3027000" cy="1359900"/>
          </a:xfrm>
          <a:prstGeom prst="roundRect">
            <a:avLst>
              <a:gd fmla="val 5871"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4269" name="Google Shape;4269;p76"/>
          <p:cNvSpPr txBox="1"/>
          <p:nvPr>
            <p:ph idx="4" type="subTitle"/>
          </p:nvPr>
        </p:nvSpPr>
        <p:spPr>
          <a:xfrm>
            <a:off x="1940625" y="3256356"/>
            <a:ext cx="3027600" cy="1359900"/>
          </a:xfrm>
          <a:prstGeom prst="rect">
            <a:avLst/>
          </a:prstGeom>
          <a:noFill/>
          <a:ln>
            <a:noFill/>
          </a:ln>
        </p:spPr>
        <p:txBody>
          <a:bodyPr anchorCtr="0" anchor="t" bIns="36000" lIns="36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4270" name="Google Shape;4270;p76"/>
          <p:cNvSpPr txBox="1"/>
          <p:nvPr/>
        </p:nvSpPr>
        <p:spPr>
          <a:xfrm>
            <a:off x="197034" y="4832392"/>
            <a:ext cx="1679100" cy="274800"/>
          </a:xfrm>
          <a:prstGeom prst="rect">
            <a:avLst/>
          </a:prstGeom>
          <a:noFill/>
          <a:ln>
            <a:noFill/>
          </a:ln>
        </p:spPr>
        <p:txBody>
          <a:bodyPr anchorCtr="0" anchor="ctr" bIns="0" lIns="0" spcFirstLastPara="1" rIns="0" wrap="square" tIns="0">
            <a:spAutoFit/>
          </a:bodyPr>
          <a:lstStyle/>
          <a:p>
            <a:pPr indent="0" lvl="0" marL="0" rtl="0" algn="r">
              <a:lnSpc>
                <a:spcPct val="85000"/>
              </a:lnSpc>
              <a:spcBef>
                <a:spcPts val="0"/>
              </a:spcBef>
              <a:spcAft>
                <a:spcPts val="0"/>
              </a:spcAft>
              <a:buNone/>
            </a:pPr>
            <a:r>
              <a:rPr b="1" lang="es-419" sz="1000">
                <a:latin typeface="Arvo"/>
                <a:ea typeface="Arvo"/>
                <a:cs typeface="Arvo"/>
                <a:sym typeface="Arvo"/>
              </a:rPr>
              <a:t>Tipo:</a:t>
            </a:r>
            <a:endParaRPr sz="700">
              <a:solidFill>
                <a:srgbClr val="666666"/>
              </a:solidFill>
              <a:latin typeface="Arvo"/>
              <a:ea typeface="Arvo"/>
              <a:cs typeface="Arvo"/>
              <a:sym typeface="Arvo"/>
            </a:endParaRPr>
          </a:p>
          <a:p>
            <a:pPr indent="0" lvl="0" marL="0" rtl="0" algn="r">
              <a:lnSpc>
                <a:spcPct val="85000"/>
              </a:lnSpc>
              <a:spcBef>
                <a:spcPts val="0"/>
              </a:spcBef>
              <a:spcAft>
                <a:spcPts val="0"/>
              </a:spcAft>
              <a:buNone/>
            </a:pPr>
            <a:r>
              <a:rPr lang="es-419" sz="700">
                <a:solidFill>
                  <a:srgbClr val="666666"/>
                </a:solidFill>
                <a:latin typeface="Arvo"/>
                <a:ea typeface="Arvo"/>
                <a:cs typeface="Arvo"/>
                <a:sym typeface="Arvo"/>
              </a:rPr>
              <a:t> </a:t>
            </a:r>
            <a:r>
              <a:rPr i="1" lang="es-419" sz="600">
                <a:solidFill>
                  <a:srgbClr val="666666"/>
                </a:solidFill>
                <a:latin typeface="Arvo"/>
                <a:ea typeface="Arvo"/>
                <a:cs typeface="Arvo"/>
                <a:sym typeface="Arvo"/>
              </a:rPr>
              <a:t>&lt;ej: Humano o Máquina&gt;</a:t>
            </a:r>
            <a:r>
              <a:rPr b="1" lang="es-419" sz="1100">
                <a:latin typeface="Arvo"/>
                <a:ea typeface="Arvo"/>
                <a:cs typeface="Arvo"/>
                <a:sym typeface="Arvo"/>
              </a:rPr>
              <a:t> </a:t>
            </a:r>
            <a:endParaRPr sz="800">
              <a:solidFill>
                <a:srgbClr val="666666"/>
              </a:solidFill>
              <a:latin typeface="Arvo"/>
              <a:ea typeface="Arvo"/>
              <a:cs typeface="Arvo"/>
              <a:sym typeface="Arvo"/>
            </a:endParaRPr>
          </a:p>
        </p:txBody>
      </p:sp>
      <p:sp>
        <p:nvSpPr>
          <p:cNvPr id="4271" name="Google Shape;4271;p76"/>
          <p:cNvSpPr/>
          <p:nvPr/>
        </p:nvSpPr>
        <p:spPr>
          <a:xfrm>
            <a:off x="1940924" y="4798042"/>
            <a:ext cx="3027000" cy="343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4272" name="Google Shape;4272;p76"/>
          <p:cNvSpPr txBox="1"/>
          <p:nvPr>
            <p:ph idx="5" type="subTitle"/>
          </p:nvPr>
        </p:nvSpPr>
        <p:spPr>
          <a:xfrm>
            <a:off x="1940624" y="4798792"/>
            <a:ext cx="3027600" cy="342000"/>
          </a:xfrm>
          <a:prstGeom prst="rect">
            <a:avLst/>
          </a:prstGeom>
          <a:noFill/>
          <a:ln>
            <a:noFill/>
          </a:ln>
        </p:spPr>
        <p:txBody>
          <a:bodyPr anchorCtr="0" anchor="ctr" bIns="36000" lIns="36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4273" name="Google Shape;4273;p76"/>
          <p:cNvSpPr txBox="1"/>
          <p:nvPr/>
        </p:nvSpPr>
        <p:spPr>
          <a:xfrm>
            <a:off x="304764" y="5328700"/>
            <a:ext cx="1576200" cy="615600"/>
          </a:xfrm>
          <a:prstGeom prst="rect">
            <a:avLst/>
          </a:prstGeom>
          <a:noFill/>
          <a:ln>
            <a:noFill/>
          </a:ln>
        </p:spPr>
        <p:txBody>
          <a:bodyPr anchorCtr="0" anchor="ctr" bIns="0" lIns="0" spcFirstLastPara="1" rIns="0" wrap="square" tIns="0">
            <a:spAutoFit/>
          </a:bodyPr>
          <a:lstStyle/>
          <a:p>
            <a:pPr indent="0" lvl="0" marL="0" rtl="0" algn="r">
              <a:lnSpc>
                <a:spcPct val="100000"/>
              </a:lnSpc>
              <a:spcBef>
                <a:spcPts val="0"/>
              </a:spcBef>
              <a:spcAft>
                <a:spcPts val="0"/>
              </a:spcAft>
              <a:buNone/>
            </a:pPr>
            <a:r>
              <a:rPr b="1" lang="es-419" sz="1000">
                <a:latin typeface="Arvo"/>
                <a:ea typeface="Arvo"/>
                <a:cs typeface="Arvo"/>
                <a:sym typeface="Arvo"/>
              </a:rPr>
              <a:t>Información que obtiene:</a:t>
            </a:r>
            <a:endParaRPr b="1" sz="1000">
              <a:latin typeface="Arvo"/>
              <a:ea typeface="Arvo"/>
              <a:cs typeface="Arvo"/>
              <a:sym typeface="Arvo"/>
            </a:endParaRPr>
          </a:p>
          <a:p>
            <a:pPr indent="0" lvl="0" marL="0" rtl="0" algn="r">
              <a:lnSpc>
                <a:spcPct val="100000"/>
              </a:lnSpc>
              <a:spcBef>
                <a:spcPts val="0"/>
              </a:spcBef>
              <a:spcAft>
                <a:spcPts val="0"/>
              </a:spcAft>
              <a:buNone/>
            </a:pPr>
            <a:r>
              <a:rPr b="1" lang="es-419" sz="700">
                <a:latin typeface="Arvo"/>
                <a:ea typeface="Arvo"/>
                <a:cs typeface="Arvo"/>
                <a:sym typeface="Arvo"/>
              </a:rPr>
              <a:t>&lt;con qué información interactúa&gt;</a:t>
            </a:r>
            <a:endParaRPr b="1" sz="700">
              <a:latin typeface="Arvo"/>
              <a:ea typeface="Arvo"/>
              <a:cs typeface="Arvo"/>
              <a:sym typeface="Arvo"/>
            </a:endParaRPr>
          </a:p>
          <a:p>
            <a:pPr indent="0" lvl="0" marL="0" rtl="0" algn="r">
              <a:lnSpc>
                <a:spcPct val="100000"/>
              </a:lnSpc>
              <a:spcBef>
                <a:spcPts val="0"/>
              </a:spcBef>
              <a:spcAft>
                <a:spcPts val="0"/>
              </a:spcAft>
              <a:buNone/>
            </a:pPr>
            <a:r>
              <a:rPr lang="es-419" sz="700">
                <a:solidFill>
                  <a:srgbClr val="666666"/>
                </a:solidFill>
                <a:latin typeface="Arvo"/>
                <a:ea typeface="Arvo"/>
                <a:cs typeface="Arvo"/>
                <a:sym typeface="Arvo"/>
              </a:rPr>
              <a:t> </a:t>
            </a:r>
            <a:r>
              <a:rPr i="1" lang="es-419" sz="600">
                <a:solidFill>
                  <a:srgbClr val="666666"/>
                </a:solidFill>
                <a:latin typeface="Arvo"/>
                <a:ea typeface="Arvo"/>
                <a:cs typeface="Arvo"/>
                <a:sym typeface="Arvo"/>
              </a:rPr>
              <a:t>&lt;ej: El catálogo de productos, carrito de compras, mensajería, etc&gt;</a:t>
            </a:r>
            <a:endParaRPr sz="800">
              <a:solidFill>
                <a:srgbClr val="666666"/>
              </a:solidFill>
              <a:latin typeface="Arvo"/>
              <a:ea typeface="Arvo"/>
              <a:cs typeface="Arvo"/>
              <a:sym typeface="Arvo"/>
            </a:endParaRPr>
          </a:p>
        </p:txBody>
      </p:sp>
      <p:sp>
        <p:nvSpPr>
          <p:cNvPr id="4274" name="Google Shape;4274;p76"/>
          <p:cNvSpPr/>
          <p:nvPr/>
        </p:nvSpPr>
        <p:spPr>
          <a:xfrm>
            <a:off x="1945875" y="5323350"/>
            <a:ext cx="3027000" cy="1015800"/>
          </a:xfrm>
          <a:prstGeom prst="roundRect">
            <a:avLst>
              <a:gd fmla="val 728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4275" name="Google Shape;4275;p76"/>
          <p:cNvSpPr txBox="1"/>
          <p:nvPr>
            <p:ph idx="6" type="subTitle"/>
          </p:nvPr>
        </p:nvSpPr>
        <p:spPr>
          <a:xfrm>
            <a:off x="1945875" y="5324100"/>
            <a:ext cx="3027000" cy="1015200"/>
          </a:xfrm>
          <a:prstGeom prst="rect">
            <a:avLst/>
          </a:prstGeom>
          <a:noFill/>
          <a:ln>
            <a:noFill/>
          </a:ln>
        </p:spPr>
        <p:txBody>
          <a:bodyPr anchorCtr="0" anchor="ctr" bIns="36000" lIns="36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4276" name="Google Shape;4276;p76"/>
          <p:cNvSpPr txBox="1"/>
          <p:nvPr/>
        </p:nvSpPr>
        <p:spPr>
          <a:xfrm>
            <a:off x="5217088" y="982976"/>
            <a:ext cx="1576200" cy="600300"/>
          </a:xfrm>
          <a:prstGeom prst="rect">
            <a:avLst/>
          </a:prstGeom>
          <a:noFill/>
          <a:ln>
            <a:noFill/>
          </a:ln>
        </p:spPr>
        <p:txBody>
          <a:bodyPr anchorCtr="0" anchor="ctr" bIns="0" lIns="0" spcFirstLastPara="1" rIns="0" wrap="square" tIns="0">
            <a:spAutoFit/>
          </a:bodyPr>
          <a:lstStyle/>
          <a:p>
            <a:pPr indent="0" lvl="0" marL="0" rtl="0" algn="r">
              <a:lnSpc>
                <a:spcPct val="100000"/>
              </a:lnSpc>
              <a:spcBef>
                <a:spcPts val="0"/>
              </a:spcBef>
              <a:spcAft>
                <a:spcPts val="0"/>
              </a:spcAft>
              <a:buNone/>
            </a:pPr>
            <a:r>
              <a:rPr b="1" lang="es-419" sz="1000">
                <a:latin typeface="Arvo"/>
                <a:ea typeface="Arvo"/>
                <a:cs typeface="Arvo"/>
                <a:sym typeface="Arvo"/>
              </a:rPr>
              <a:t>Información que provee:</a:t>
            </a:r>
            <a:endParaRPr b="1" sz="1000">
              <a:latin typeface="Arvo"/>
              <a:ea typeface="Arvo"/>
              <a:cs typeface="Arvo"/>
              <a:sym typeface="Arvo"/>
            </a:endParaRPr>
          </a:p>
          <a:p>
            <a:pPr indent="0" lvl="0" marL="0" rtl="0" algn="r">
              <a:lnSpc>
                <a:spcPct val="100000"/>
              </a:lnSpc>
              <a:spcBef>
                <a:spcPts val="0"/>
              </a:spcBef>
              <a:spcAft>
                <a:spcPts val="0"/>
              </a:spcAft>
              <a:buNone/>
            </a:pPr>
            <a:r>
              <a:rPr b="1" lang="es-419" sz="700">
                <a:latin typeface="Arvo"/>
                <a:ea typeface="Arvo"/>
                <a:cs typeface="Arvo"/>
                <a:sym typeface="Arvo"/>
              </a:rPr>
              <a:t>&lt;qué información provee&gt;</a:t>
            </a:r>
            <a:endParaRPr b="1" sz="700">
              <a:latin typeface="Arvo"/>
              <a:ea typeface="Arvo"/>
              <a:cs typeface="Arvo"/>
              <a:sym typeface="Arvo"/>
            </a:endParaRPr>
          </a:p>
          <a:p>
            <a:pPr indent="0" lvl="0" marL="0" rtl="0" algn="r">
              <a:lnSpc>
                <a:spcPct val="100000"/>
              </a:lnSpc>
              <a:spcBef>
                <a:spcPts val="0"/>
              </a:spcBef>
              <a:spcAft>
                <a:spcPts val="0"/>
              </a:spcAft>
              <a:buNone/>
            </a:pPr>
            <a:r>
              <a:rPr i="1" lang="es-419" sz="600">
                <a:solidFill>
                  <a:srgbClr val="666666"/>
                </a:solidFill>
                <a:latin typeface="Arvo"/>
                <a:ea typeface="Arvo"/>
                <a:cs typeface="Arvo"/>
                <a:sym typeface="Arvo"/>
              </a:rPr>
              <a:t>&lt;</a:t>
            </a:r>
            <a:r>
              <a:rPr lang="es-419" sz="600">
                <a:solidFill>
                  <a:schemeClr val="dk1"/>
                </a:solidFill>
                <a:latin typeface="Arvo"/>
                <a:ea typeface="Arvo"/>
                <a:cs typeface="Arvo"/>
                <a:sym typeface="Arvo"/>
              </a:rPr>
              <a:t>ej: información personal, información mensajería, información de pago, etc.</a:t>
            </a:r>
            <a:r>
              <a:rPr i="1" lang="es-419" sz="600">
                <a:solidFill>
                  <a:srgbClr val="666666"/>
                </a:solidFill>
                <a:latin typeface="Arvo"/>
                <a:ea typeface="Arvo"/>
                <a:cs typeface="Arvo"/>
                <a:sym typeface="Arvo"/>
              </a:rPr>
              <a:t> &gt;</a:t>
            </a:r>
            <a:endParaRPr sz="600">
              <a:solidFill>
                <a:srgbClr val="666666"/>
              </a:solidFill>
              <a:latin typeface="Arvo"/>
              <a:ea typeface="Arvo"/>
              <a:cs typeface="Arvo"/>
              <a:sym typeface="Arvo"/>
            </a:endParaRPr>
          </a:p>
        </p:txBody>
      </p:sp>
      <p:sp>
        <p:nvSpPr>
          <p:cNvPr id="4277" name="Google Shape;4277;p76"/>
          <p:cNvSpPr/>
          <p:nvPr/>
        </p:nvSpPr>
        <p:spPr>
          <a:xfrm>
            <a:off x="6858199" y="1016358"/>
            <a:ext cx="3027000" cy="1359900"/>
          </a:xfrm>
          <a:prstGeom prst="roundRect">
            <a:avLst>
              <a:gd fmla="val 5871"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4278" name="Google Shape;4278;p76"/>
          <p:cNvSpPr txBox="1"/>
          <p:nvPr>
            <p:ph idx="7" type="subTitle"/>
          </p:nvPr>
        </p:nvSpPr>
        <p:spPr>
          <a:xfrm>
            <a:off x="6857899" y="1016361"/>
            <a:ext cx="3027600" cy="1359900"/>
          </a:xfrm>
          <a:prstGeom prst="rect">
            <a:avLst/>
          </a:prstGeom>
          <a:noFill/>
          <a:ln>
            <a:noFill/>
          </a:ln>
        </p:spPr>
        <p:txBody>
          <a:bodyPr anchorCtr="0" anchor="t" bIns="36000" lIns="36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4279" name="Google Shape;4279;p76"/>
          <p:cNvSpPr txBox="1"/>
          <p:nvPr/>
        </p:nvSpPr>
        <p:spPr>
          <a:xfrm>
            <a:off x="5217088" y="2537301"/>
            <a:ext cx="1576200" cy="354000"/>
          </a:xfrm>
          <a:prstGeom prst="rect">
            <a:avLst/>
          </a:prstGeom>
          <a:noFill/>
          <a:ln>
            <a:noFill/>
          </a:ln>
        </p:spPr>
        <p:txBody>
          <a:bodyPr anchorCtr="0" anchor="ctr" bIns="0" lIns="0" spcFirstLastPara="1" rIns="0" wrap="square" tIns="0">
            <a:spAutoFit/>
          </a:bodyPr>
          <a:lstStyle/>
          <a:p>
            <a:pPr indent="0" lvl="0" marL="0" rtl="0" algn="r">
              <a:lnSpc>
                <a:spcPct val="100000"/>
              </a:lnSpc>
              <a:spcBef>
                <a:spcPts val="0"/>
              </a:spcBef>
              <a:spcAft>
                <a:spcPts val="0"/>
              </a:spcAft>
              <a:buNone/>
            </a:pPr>
            <a:r>
              <a:rPr b="1" lang="es-419" sz="1000">
                <a:latin typeface="Arvo"/>
                <a:ea typeface="Arvo"/>
                <a:cs typeface="Arvo"/>
                <a:sym typeface="Arvo"/>
              </a:rPr>
              <a:t>Meta Actor:</a:t>
            </a:r>
            <a:endParaRPr b="1" sz="1000">
              <a:latin typeface="Arvo"/>
              <a:ea typeface="Arvo"/>
              <a:cs typeface="Arvo"/>
              <a:sym typeface="Arvo"/>
            </a:endParaRPr>
          </a:p>
          <a:p>
            <a:pPr indent="0" lvl="0" marL="0" rtl="0" algn="r">
              <a:lnSpc>
                <a:spcPct val="100000"/>
              </a:lnSpc>
              <a:spcBef>
                <a:spcPts val="0"/>
              </a:spcBef>
              <a:spcAft>
                <a:spcPts val="0"/>
              </a:spcAft>
              <a:buNone/>
            </a:pPr>
            <a:r>
              <a:rPr b="1" lang="es-419" sz="700">
                <a:latin typeface="Arvo"/>
                <a:ea typeface="Arvo"/>
                <a:cs typeface="Arvo"/>
                <a:sym typeface="Arvo"/>
              </a:rPr>
              <a:t>[Meta = &lt;sustantivo&gt;&lt;adjetivo&gt;]</a:t>
            </a:r>
            <a:endParaRPr b="1" sz="700">
              <a:latin typeface="Arvo"/>
              <a:ea typeface="Arvo"/>
              <a:cs typeface="Arvo"/>
              <a:sym typeface="Arvo"/>
            </a:endParaRPr>
          </a:p>
          <a:p>
            <a:pPr indent="0" lvl="0" marL="0" rtl="0" algn="r">
              <a:lnSpc>
                <a:spcPct val="100000"/>
              </a:lnSpc>
              <a:spcBef>
                <a:spcPts val="0"/>
              </a:spcBef>
              <a:spcAft>
                <a:spcPts val="0"/>
              </a:spcAft>
              <a:buNone/>
            </a:pPr>
            <a:r>
              <a:rPr i="1" lang="es-419" sz="600">
                <a:solidFill>
                  <a:srgbClr val="666666"/>
                </a:solidFill>
                <a:latin typeface="Arvo"/>
                <a:ea typeface="Arvo"/>
                <a:cs typeface="Arvo"/>
                <a:sym typeface="Arvo"/>
              </a:rPr>
              <a:t>&lt;ej: Producto recibido&gt;</a:t>
            </a:r>
            <a:endParaRPr i="1" sz="600">
              <a:solidFill>
                <a:srgbClr val="666666"/>
              </a:solidFill>
              <a:latin typeface="Arvo"/>
              <a:ea typeface="Arvo"/>
              <a:cs typeface="Arvo"/>
              <a:sym typeface="Arvo"/>
            </a:endParaRPr>
          </a:p>
        </p:txBody>
      </p:sp>
      <p:sp>
        <p:nvSpPr>
          <p:cNvPr id="4280" name="Google Shape;4280;p76"/>
          <p:cNvSpPr/>
          <p:nvPr/>
        </p:nvSpPr>
        <p:spPr>
          <a:xfrm>
            <a:off x="6858198" y="2542551"/>
            <a:ext cx="3027000" cy="343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4281" name="Google Shape;4281;p76"/>
          <p:cNvSpPr txBox="1"/>
          <p:nvPr>
            <p:ph idx="8" type="subTitle"/>
          </p:nvPr>
        </p:nvSpPr>
        <p:spPr>
          <a:xfrm>
            <a:off x="6857898" y="2543301"/>
            <a:ext cx="3027600" cy="342000"/>
          </a:xfrm>
          <a:prstGeom prst="rect">
            <a:avLst/>
          </a:prstGeom>
          <a:noFill/>
          <a:ln>
            <a:noFill/>
          </a:ln>
        </p:spPr>
        <p:txBody>
          <a:bodyPr anchorCtr="0" anchor="ctr" bIns="36000" lIns="36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4282" name="Google Shape;4282;p76"/>
          <p:cNvSpPr txBox="1"/>
          <p:nvPr/>
        </p:nvSpPr>
        <p:spPr>
          <a:xfrm>
            <a:off x="5217088" y="3041532"/>
            <a:ext cx="1576200" cy="400200"/>
          </a:xfrm>
          <a:prstGeom prst="rect">
            <a:avLst/>
          </a:prstGeom>
          <a:noFill/>
          <a:ln>
            <a:noFill/>
          </a:ln>
        </p:spPr>
        <p:txBody>
          <a:bodyPr anchorCtr="0" anchor="ctr" bIns="0" lIns="0" spcFirstLastPara="1" rIns="0" wrap="square" tIns="0">
            <a:spAutoFit/>
          </a:bodyPr>
          <a:lstStyle/>
          <a:p>
            <a:pPr indent="0" lvl="0" marL="0" rtl="0" algn="r">
              <a:lnSpc>
                <a:spcPct val="100000"/>
              </a:lnSpc>
              <a:spcBef>
                <a:spcPts val="0"/>
              </a:spcBef>
              <a:spcAft>
                <a:spcPts val="0"/>
              </a:spcAft>
              <a:buNone/>
            </a:pPr>
            <a:r>
              <a:rPr b="1" lang="es-419" sz="1000">
                <a:latin typeface="Arvo"/>
                <a:ea typeface="Arvo"/>
                <a:cs typeface="Arvo"/>
                <a:sym typeface="Arvo"/>
              </a:rPr>
              <a:t>Actividad que consigue la meta:</a:t>
            </a:r>
            <a:endParaRPr b="1" sz="700">
              <a:latin typeface="Arvo"/>
              <a:ea typeface="Arvo"/>
              <a:cs typeface="Arvo"/>
              <a:sym typeface="Arvo"/>
            </a:endParaRPr>
          </a:p>
          <a:p>
            <a:pPr indent="0" lvl="0" marL="0" rtl="0" algn="r">
              <a:lnSpc>
                <a:spcPct val="100000"/>
              </a:lnSpc>
              <a:spcBef>
                <a:spcPts val="0"/>
              </a:spcBef>
              <a:spcAft>
                <a:spcPts val="0"/>
              </a:spcAft>
              <a:buNone/>
            </a:pPr>
            <a:r>
              <a:rPr i="1" lang="es-419" sz="600">
                <a:solidFill>
                  <a:srgbClr val="666666"/>
                </a:solidFill>
                <a:latin typeface="Arvo"/>
                <a:ea typeface="Arvo"/>
                <a:cs typeface="Arvo"/>
                <a:sym typeface="Arvo"/>
              </a:rPr>
              <a:t>&lt;ej: Recibir producto&gt;</a:t>
            </a:r>
            <a:endParaRPr i="1" sz="600">
              <a:solidFill>
                <a:srgbClr val="666666"/>
              </a:solidFill>
              <a:latin typeface="Arvo"/>
              <a:ea typeface="Arvo"/>
              <a:cs typeface="Arvo"/>
              <a:sym typeface="Arvo"/>
            </a:endParaRPr>
          </a:p>
        </p:txBody>
      </p:sp>
      <p:sp>
        <p:nvSpPr>
          <p:cNvPr id="4283" name="Google Shape;4283;p76"/>
          <p:cNvSpPr/>
          <p:nvPr/>
        </p:nvSpPr>
        <p:spPr>
          <a:xfrm>
            <a:off x="6858200" y="3047155"/>
            <a:ext cx="3027000" cy="526200"/>
          </a:xfrm>
          <a:prstGeom prst="roundRect">
            <a:avLst>
              <a:gd fmla="val 12538"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4284" name="Google Shape;4284;p76"/>
          <p:cNvSpPr txBox="1"/>
          <p:nvPr>
            <p:ph idx="9" type="subTitle"/>
          </p:nvPr>
        </p:nvSpPr>
        <p:spPr>
          <a:xfrm>
            <a:off x="6857900" y="3047155"/>
            <a:ext cx="3027600" cy="526200"/>
          </a:xfrm>
          <a:prstGeom prst="rect">
            <a:avLst/>
          </a:prstGeom>
          <a:noFill/>
          <a:ln>
            <a:noFill/>
          </a:ln>
        </p:spPr>
        <p:txBody>
          <a:bodyPr anchorCtr="0" anchor="ctr" bIns="36000" lIns="36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4285" name="Google Shape;4285;p76"/>
          <p:cNvSpPr txBox="1"/>
          <p:nvPr/>
        </p:nvSpPr>
        <p:spPr>
          <a:xfrm>
            <a:off x="5217088" y="3727332"/>
            <a:ext cx="1576200" cy="554100"/>
          </a:xfrm>
          <a:prstGeom prst="rect">
            <a:avLst/>
          </a:prstGeom>
          <a:noFill/>
          <a:ln>
            <a:noFill/>
          </a:ln>
        </p:spPr>
        <p:txBody>
          <a:bodyPr anchorCtr="0" anchor="ctr" bIns="0" lIns="0" spcFirstLastPara="1" rIns="0" wrap="square" tIns="0">
            <a:spAutoFit/>
          </a:bodyPr>
          <a:lstStyle/>
          <a:p>
            <a:pPr indent="0" lvl="0" marL="0" rtl="0" algn="r">
              <a:lnSpc>
                <a:spcPct val="100000"/>
              </a:lnSpc>
              <a:spcBef>
                <a:spcPts val="0"/>
              </a:spcBef>
              <a:spcAft>
                <a:spcPts val="0"/>
              </a:spcAft>
              <a:buNone/>
            </a:pPr>
            <a:r>
              <a:rPr b="1" lang="es-419" sz="1000">
                <a:latin typeface="Arvo"/>
                <a:ea typeface="Arvo"/>
                <a:cs typeface="Arvo"/>
                <a:sym typeface="Arvo"/>
              </a:rPr>
              <a:t>Narrativa de la actividad que consigue la meta:</a:t>
            </a:r>
            <a:endParaRPr b="1" sz="700">
              <a:latin typeface="Arvo"/>
              <a:ea typeface="Arvo"/>
              <a:cs typeface="Arvo"/>
              <a:sym typeface="Arvo"/>
            </a:endParaRPr>
          </a:p>
          <a:p>
            <a:pPr indent="0" lvl="0" marL="0" rtl="0" algn="r">
              <a:lnSpc>
                <a:spcPct val="100000"/>
              </a:lnSpc>
              <a:spcBef>
                <a:spcPts val="0"/>
              </a:spcBef>
              <a:spcAft>
                <a:spcPts val="0"/>
              </a:spcAft>
              <a:buNone/>
            </a:pPr>
            <a:r>
              <a:rPr i="1" lang="es-419" sz="600">
                <a:solidFill>
                  <a:srgbClr val="666666"/>
                </a:solidFill>
                <a:latin typeface="Arvo"/>
                <a:ea typeface="Arvo"/>
                <a:cs typeface="Arvo"/>
                <a:sym typeface="Arvo"/>
              </a:rPr>
              <a:t>&lt;ej: El cliente recibe el producto&gt;</a:t>
            </a:r>
            <a:endParaRPr i="1" sz="600">
              <a:solidFill>
                <a:srgbClr val="666666"/>
              </a:solidFill>
              <a:latin typeface="Arvo"/>
              <a:ea typeface="Arvo"/>
              <a:cs typeface="Arvo"/>
              <a:sym typeface="Arvo"/>
            </a:endParaRPr>
          </a:p>
        </p:txBody>
      </p:sp>
      <p:sp>
        <p:nvSpPr>
          <p:cNvPr id="4286" name="Google Shape;4286;p76"/>
          <p:cNvSpPr/>
          <p:nvPr/>
        </p:nvSpPr>
        <p:spPr>
          <a:xfrm>
            <a:off x="6858200" y="3741282"/>
            <a:ext cx="3027000" cy="526200"/>
          </a:xfrm>
          <a:prstGeom prst="roundRect">
            <a:avLst>
              <a:gd fmla="val 12538"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4287" name="Google Shape;4287;p76"/>
          <p:cNvSpPr txBox="1"/>
          <p:nvPr>
            <p:ph idx="13" type="subTitle"/>
          </p:nvPr>
        </p:nvSpPr>
        <p:spPr>
          <a:xfrm>
            <a:off x="6857900" y="3741282"/>
            <a:ext cx="3027600" cy="526200"/>
          </a:xfrm>
          <a:prstGeom prst="rect">
            <a:avLst/>
          </a:prstGeom>
          <a:noFill/>
          <a:ln>
            <a:noFill/>
          </a:ln>
        </p:spPr>
        <p:txBody>
          <a:bodyPr anchorCtr="0" anchor="ctr" bIns="36000" lIns="36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4288" name="Google Shape;4288;p76"/>
          <p:cNvSpPr txBox="1"/>
          <p:nvPr/>
        </p:nvSpPr>
        <p:spPr>
          <a:xfrm>
            <a:off x="2524025" y="387675"/>
            <a:ext cx="15012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Unid. Organizacional:</a:t>
            </a:r>
            <a:endParaRPr b="1" sz="1100"/>
          </a:p>
        </p:txBody>
      </p:sp>
      <p:sp>
        <p:nvSpPr>
          <p:cNvPr id="4289" name="Google Shape;4289;p76"/>
          <p:cNvSpPr txBox="1"/>
          <p:nvPr/>
        </p:nvSpPr>
        <p:spPr>
          <a:xfrm>
            <a:off x="2524020" y="579550"/>
            <a:ext cx="6846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Alcance:</a:t>
            </a:r>
            <a:endParaRPr b="1" sz="1100"/>
          </a:p>
        </p:txBody>
      </p:sp>
      <p:sp>
        <p:nvSpPr>
          <p:cNvPr id="4290" name="Google Shape;4290;p76"/>
          <p:cNvSpPr txBox="1"/>
          <p:nvPr>
            <p:ph type="title"/>
          </p:nvPr>
        </p:nvSpPr>
        <p:spPr>
          <a:xfrm flipH="1">
            <a:off x="4025374" y="387675"/>
            <a:ext cx="5863200" cy="1692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000"/>
              <a:buNone/>
              <a:defRPr sz="1000">
                <a:solidFill>
                  <a:srgbClr val="000000"/>
                </a:solidFill>
              </a:defRPr>
            </a:lvl1pPr>
            <a:lvl2pPr lvl="1">
              <a:spcBef>
                <a:spcPts val="0"/>
              </a:spcBef>
              <a:spcAft>
                <a:spcPts val="0"/>
              </a:spcAft>
              <a:buClr>
                <a:srgbClr val="000000"/>
              </a:buClr>
              <a:buSzPts val="1000"/>
              <a:buNone/>
              <a:defRPr sz="1000">
                <a:solidFill>
                  <a:srgbClr val="000000"/>
                </a:solidFill>
              </a:defRPr>
            </a:lvl2pPr>
            <a:lvl3pPr lvl="2">
              <a:spcBef>
                <a:spcPts val="0"/>
              </a:spcBef>
              <a:spcAft>
                <a:spcPts val="0"/>
              </a:spcAft>
              <a:buClr>
                <a:srgbClr val="000000"/>
              </a:buClr>
              <a:buSzPts val="1000"/>
              <a:buNone/>
              <a:defRPr sz="1000">
                <a:solidFill>
                  <a:srgbClr val="000000"/>
                </a:solidFill>
              </a:defRPr>
            </a:lvl3pPr>
            <a:lvl4pPr lvl="3">
              <a:spcBef>
                <a:spcPts val="0"/>
              </a:spcBef>
              <a:spcAft>
                <a:spcPts val="0"/>
              </a:spcAft>
              <a:buClr>
                <a:srgbClr val="000000"/>
              </a:buClr>
              <a:buSzPts val="1000"/>
              <a:buNone/>
              <a:defRPr sz="1000">
                <a:solidFill>
                  <a:srgbClr val="000000"/>
                </a:solidFill>
              </a:defRPr>
            </a:lvl4pPr>
            <a:lvl5pPr lvl="4">
              <a:spcBef>
                <a:spcPts val="0"/>
              </a:spcBef>
              <a:spcAft>
                <a:spcPts val="0"/>
              </a:spcAft>
              <a:buClr>
                <a:srgbClr val="000000"/>
              </a:buClr>
              <a:buSzPts val="1000"/>
              <a:buNone/>
              <a:defRPr sz="1000">
                <a:solidFill>
                  <a:srgbClr val="000000"/>
                </a:solidFill>
              </a:defRPr>
            </a:lvl5pPr>
            <a:lvl6pPr lvl="5">
              <a:spcBef>
                <a:spcPts val="0"/>
              </a:spcBef>
              <a:spcAft>
                <a:spcPts val="0"/>
              </a:spcAft>
              <a:buClr>
                <a:srgbClr val="000000"/>
              </a:buClr>
              <a:buSzPts val="1000"/>
              <a:buNone/>
              <a:defRPr sz="1000">
                <a:solidFill>
                  <a:srgbClr val="000000"/>
                </a:solidFill>
              </a:defRPr>
            </a:lvl6pPr>
            <a:lvl7pPr lvl="6">
              <a:spcBef>
                <a:spcPts val="0"/>
              </a:spcBef>
              <a:spcAft>
                <a:spcPts val="0"/>
              </a:spcAft>
              <a:buClr>
                <a:srgbClr val="000000"/>
              </a:buClr>
              <a:buSzPts val="1000"/>
              <a:buNone/>
              <a:defRPr sz="1000">
                <a:solidFill>
                  <a:srgbClr val="000000"/>
                </a:solidFill>
              </a:defRPr>
            </a:lvl7pPr>
            <a:lvl8pPr lvl="7">
              <a:spcBef>
                <a:spcPts val="0"/>
              </a:spcBef>
              <a:spcAft>
                <a:spcPts val="0"/>
              </a:spcAft>
              <a:buClr>
                <a:srgbClr val="000000"/>
              </a:buClr>
              <a:buSzPts val="1000"/>
              <a:buNone/>
              <a:defRPr sz="1000">
                <a:solidFill>
                  <a:srgbClr val="000000"/>
                </a:solidFill>
              </a:defRPr>
            </a:lvl8pPr>
            <a:lvl9pPr lvl="8">
              <a:spcBef>
                <a:spcPts val="0"/>
              </a:spcBef>
              <a:spcAft>
                <a:spcPts val="0"/>
              </a:spcAft>
              <a:buClr>
                <a:srgbClr val="000000"/>
              </a:buClr>
              <a:buSzPts val="1000"/>
              <a:buNone/>
              <a:defRPr sz="1000">
                <a:solidFill>
                  <a:srgbClr val="000000"/>
                </a:solidFill>
              </a:defRPr>
            </a:lvl9pPr>
          </a:lstStyle>
          <a:p/>
        </p:txBody>
      </p:sp>
      <p:sp>
        <p:nvSpPr>
          <p:cNvPr id="4291" name="Google Shape;4291;p76"/>
          <p:cNvSpPr txBox="1"/>
          <p:nvPr>
            <p:ph idx="14" type="title"/>
          </p:nvPr>
        </p:nvSpPr>
        <p:spPr>
          <a:xfrm flipH="1">
            <a:off x="3208773" y="579550"/>
            <a:ext cx="6679800" cy="1692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000"/>
              <a:buNone/>
              <a:defRPr sz="1000">
                <a:solidFill>
                  <a:srgbClr val="000000"/>
                </a:solidFill>
              </a:defRPr>
            </a:lvl1pPr>
            <a:lvl2pPr lvl="1">
              <a:spcBef>
                <a:spcPts val="0"/>
              </a:spcBef>
              <a:spcAft>
                <a:spcPts val="0"/>
              </a:spcAft>
              <a:buClr>
                <a:srgbClr val="000000"/>
              </a:buClr>
              <a:buSzPts val="1000"/>
              <a:buNone/>
              <a:defRPr sz="1000">
                <a:solidFill>
                  <a:srgbClr val="000000"/>
                </a:solidFill>
              </a:defRPr>
            </a:lvl2pPr>
            <a:lvl3pPr lvl="2">
              <a:spcBef>
                <a:spcPts val="0"/>
              </a:spcBef>
              <a:spcAft>
                <a:spcPts val="0"/>
              </a:spcAft>
              <a:buClr>
                <a:srgbClr val="000000"/>
              </a:buClr>
              <a:buSzPts val="1000"/>
              <a:buNone/>
              <a:defRPr sz="1000">
                <a:solidFill>
                  <a:srgbClr val="000000"/>
                </a:solidFill>
              </a:defRPr>
            </a:lvl3pPr>
            <a:lvl4pPr lvl="3">
              <a:spcBef>
                <a:spcPts val="0"/>
              </a:spcBef>
              <a:spcAft>
                <a:spcPts val="0"/>
              </a:spcAft>
              <a:buClr>
                <a:srgbClr val="000000"/>
              </a:buClr>
              <a:buSzPts val="1000"/>
              <a:buNone/>
              <a:defRPr sz="1000">
                <a:solidFill>
                  <a:srgbClr val="000000"/>
                </a:solidFill>
              </a:defRPr>
            </a:lvl4pPr>
            <a:lvl5pPr lvl="4">
              <a:spcBef>
                <a:spcPts val="0"/>
              </a:spcBef>
              <a:spcAft>
                <a:spcPts val="0"/>
              </a:spcAft>
              <a:buClr>
                <a:srgbClr val="000000"/>
              </a:buClr>
              <a:buSzPts val="1000"/>
              <a:buNone/>
              <a:defRPr sz="1000">
                <a:solidFill>
                  <a:srgbClr val="000000"/>
                </a:solidFill>
              </a:defRPr>
            </a:lvl5pPr>
            <a:lvl6pPr lvl="5">
              <a:spcBef>
                <a:spcPts val="0"/>
              </a:spcBef>
              <a:spcAft>
                <a:spcPts val="0"/>
              </a:spcAft>
              <a:buClr>
                <a:srgbClr val="000000"/>
              </a:buClr>
              <a:buSzPts val="1000"/>
              <a:buNone/>
              <a:defRPr sz="1000">
                <a:solidFill>
                  <a:srgbClr val="000000"/>
                </a:solidFill>
              </a:defRPr>
            </a:lvl6pPr>
            <a:lvl7pPr lvl="6">
              <a:spcBef>
                <a:spcPts val="0"/>
              </a:spcBef>
              <a:spcAft>
                <a:spcPts val="0"/>
              </a:spcAft>
              <a:buClr>
                <a:srgbClr val="000000"/>
              </a:buClr>
              <a:buSzPts val="1000"/>
              <a:buNone/>
              <a:defRPr sz="1000">
                <a:solidFill>
                  <a:srgbClr val="000000"/>
                </a:solidFill>
              </a:defRPr>
            </a:lvl7pPr>
            <a:lvl8pPr lvl="7">
              <a:spcBef>
                <a:spcPts val="0"/>
              </a:spcBef>
              <a:spcAft>
                <a:spcPts val="0"/>
              </a:spcAft>
              <a:buClr>
                <a:srgbClr val="000000"/>
              </a:buClr>
              <a:buSzPts val="1000"/>
              <a:buNone/>
              <a:defRPr sz="1000">
                <a:solidFill>
                  <a:srgbClr val="000000"/>
                </a:solidFill>
              </a:defRPr>
            </a:lvl8pPr>
            <a:lvl9pPr lvl="8">
              <a:spcBef>
                <a:spcPts val="0"/>
              </a:spcBef>
              <a:spcAft>
                <a:spcPts val="0"/>
              </a:spcAft>
              <a:buClr>
                <a:srgbClr val="000000"/>
              </a:buClr>
              <a:buSzPts val="1000"/>
              <a:buNone/>
              <a:defRPr sz="1000">
                <a:solidFill>
                  <a:srgbClr val="000000"/>
                </a:solidFill>
              </a:defRPr>
            </a:lvl9pPr>
          </a:lstStyle>
          <a:p/>
        </p:txBody>
      </p:sp>
      <p:sp>
        <p:nvSpPr>
          <p:cNvPr id="4292" name="Google Shape;4292;p76"/>
          <p:cNvSpPr txBox="1"/>
          <p:nvPr>
            <p:ph idx="15" type="body"/>
          </p:nvPr>
        </p:nvSpPr>
        <p:spPr>
          <a:xfrm>
            <a:off x="641150" y="612125"/>
            <a:ext cx="1770300" cy="160500"/>
          </a:xfrm>
          <a:prstGeom prst="rect">
            <a:avLst/>
          </a:prstGeom>
          <a:noFill/>
          <a:ln>
            <a:noFill/>
          </a:ln>
        </p:spPr>
        <p:txBody>
          <a:bodyPr anchorCtr="0" anchor="t" bIns="0" lIns="0" spcFirstLastPara="1" rIns="0" wrap="square" tIns="0">
            <a:noAutofit/>
          </a:bodyPr>
          <a:lstStyle>
            <a:lvl1pPr indent="-292100" lvl="0" marL="457200" algn="ctr">
              <a:spcBef>
                <a:spcPts val="0"/>
              </a:spcBef>
              <a:spcAft>
                <a:spcPts val="0"/>
              </a:spcAft>
              <a:buClr>
                <a:srgbClr val="FFFFFF"/>
              </a:buClr>
              <a:buSzPts val="1000"/>
              <a:buChar char="●"/>
              <a:defRPr sz="1000">
                <a:solidFill>
                  <a:srgbClr val="FFFFFF"/>
                </a:solidFill>
              </a:defRPr>
            </a:lvl1pPr>
            <a:lvl2pPr indent="-292100" lvl="1" marL="914400" algn="ctr">
              <a:spcBef>
                <a:spcPts val="0"/>
              </a:spcBef>
              <a:spcAft>
                <a:spcPts val="0"/>
              </a:spcAft>
              <a:buClr>
                <a:srgbClr val="FFFFFF"/>
              </a:buClr>
              <a:buSzPts val="1000"/>
              <a:buChar char="○"/>
              <a:defRPr sz="1000">
                <a:solidFill>
                  <a:srgbClr val="FFFFFF"/>
                </a:solidFill>
              </a:defRPr>
            </a:lvl2pPr>
            <a:lvl3pPr indent="-292100" lvl="2" marL="1371600" algn="ctr">
              <a:spcBef>
                <a:spcPts val="0"/>
              </a:spcBef>
              <a:spcAft>
                <a:spcPts val="0"/>
              </a:spcAft>
              <a:buClr>
                <a:srgbClr val="FFFFFF"/>
              </a:buClr>
              <a:buSzPts val="1000"/>
              <a:buChar char="■"/>
              <a:defRPr sz="1000">
                <a:solidFill>
                  <a:srgbClr val="FFFFFF"/>
                </a:solidFill>
              </a:defRPr>
            </a:lvl3pPr>
            <a:lvl4pPr indent="-292100" lvl="3" marL="1828800" algn="ctr">
              <a:spcBef>
                <a:spcPts val="0"/>
              </a:spcBef>
              <a:spcAft>
                <a:spcPts val="0"/>
              </a:spcAft>
              <a:buClr>
                <a:srgbClr val="FFFFFF"/>
              </a:buClr>
              <a:buSzPts val="1000"/>
              <a:buChar char="●"/>
              <a:defRPr sz="1000">
                <a:solidFill>
                  <a:srgbClr val="FFFFFF"/>
                </a:solidFill>
              </a:defRPr>
            </a:lvl4pPr>
            <a:lvl5pPr indent="-292100" lvl="4" marL="2286000" algn="ctr">
              <a:spcBef>
                <a:spcPts val="0"/>
              </a:spcBef>
              <a:spcAft>
                <a:spcPts val="0"/>
              </a:spcAft>
              <a:buClr>
                <a:srgbClr val="FFFFFF"/>
              </a:buClr>
              <a:buSzPts val="1000"/>
              <a:buChar char="○"/>
              <a:defRPr sz="1000">
                <a:solidFill>
                  <a:srgbClr val="FFFFFF"/>
                </a:solidFill>
              </a:defRPr>
            </a:lvl5pPr>
            <a:lvl6pPr indent="-292100" lvl="5" marL="2743200" algn="ctr">
              <a:spcBef>
                <a:spcPts val="0"/>
              </a:spcBef>
              <a:spcAft>
                <a:spcPts val="0"/>
              </a:spcAft>
              <a:buClr>
                <a:srgbClr val="FFFFFF"/>
              </a:buClr>
              <a:buSzPts val="1000"/>
              <a:buChar char="■"/>
              <a:defRPr sz="1000">
                <a:solidFill>
                  <a:srgbClr val="FFFFFF"/>
                </a:solidFill>
              </a:defRPr>
            </a:lvl6pPr>
            <a:lvl7pPr indent="-292100" lvl="6" marL="3200400" algn="ctr">
              <a:spcBef>
                <a:spcPts val="0"/>
              </a:spcBef>
              <a:spcAft>
                <a:spcPts val="0"/>
              </a:spcAft>
              <a:buClr>
                <a:srgbClr val="FFFFFF"/>
              </a:buClr>
              <a:buSzPts val="1000"/>
              <a:buChar char="●"/>
              <a:defRPr sz="1000">
                <a:solidFill>
                  <a:srgbClr val="FFFFFF"/>
                </a:solidFill>
              </a:defRPr>
            </a:lvl7pPr>
            <a:lvl8pPr indent="-292100" lvl="7" marL="3657600" algn="ctr">
              <a:spcBef>
                <a:spcPts val="0"/>
              </a:spcBef>
              <a:spcAft>
                <a:spcPts val="0"/>
              </a:spcAft>
              <a:buClr>
                <a:srgbClr val="FFFFFF"/>
              </a:buClr>
              <a:buSzPts val="1000"/>
              <a:buChar char="○"/>
              <a:defRPr sz="1000">
                <a:solidFill>
                  <a:srgbClr val="FFFFFF"/>
                </a:solidFill>
              </a:defRPr>
            </a:lvl8pPr>
            <a:lvl9pPr indent="-292100" lvl="8" marL="4114800" algn="ctr">
              <a:spcBef>
                <a:spcPts val="0"/>
              </a:spcBef>
              <a:spcAft>
                <a:spcPts val="0"/>
              </a:spcAft>
              <a:buClr>
                <a:srgbClr val="FFFFFF"/>
              </a:buClr>
              <a:buSzPts val="1000"/>
              <a:buChar char="■"/>
              <a:defRPr sz="1000">
                <a:solidFill>
                  <a:srgbClr val="FFFFFF"/>
                </a:solidFill>
              </a:defRPr>
            </a:lvl9pPr>
          </a:lstStyle>
          <a:p/>
        </p:txBody>
      </p:sp>
      <p:sp>
        <p:nvSpPr>
          <p:cNvPr id="4293" name="Google Shape;4293;p76"/>
          <p:cNvSpPr txBox="1"/>
          <p:nvPr/>
        </p:nvSpPr>
        <p:spPr>
          <a:xfrm>
            <a:off x="84825" y="598125"/>
            <a:ext cx="595500" cy="205800"/>
          </a:xfrm>
          <a:prstGeom prst="rect">
            <a:avLst/>
          </a:prstGeom>
          <a:noFill/>
          <a:ln>
            <a:noFill/>
          </a:ln>
        </p:spPr>
        <p:txBody>
          <a:bodyPr anchorCtr="0" anchor="t" bIns="18000" lIns="18000" spcFirstLastPara="1" rIns="18000" wrap="square" tIns="18000">
            <a:spAutoFit/>
          </a:bodyPr>
          <a:lstStyle/>
          <a:p>
            <a:pPr indent="0" lvl="0" marL="0" rtl="0" algn="l">
              <a:spcBef>
                <a:spcPts val="0"/>
              </a:spcBef>
              <a:spcAft>
                <a:spcPts val="0"/>
              </a:spcAft>
              <a:buNone/>
            </a:pPr>
            <a:r>
              <a:rPr lang="es-419" sz="1100">
                <a:solidFill>
                  <a:srgbClr val="FFFFFF"/>
                </a:solidFill>
              </a:rPr>
              <a:t>Nombre:</a:t>
            </a:r>
            <a:endParaRPr sz="1100">
              <a:solidFill>
                <a:srgbClr val="FFFFFF"/>
              </a:solidFill>
            </a:endParaRPr>
          </a:p>
        </p:txBody>
      </p:sp>
    </p:spTree>
  </p:cSld>
  <p:clrMapOvr>
    <a:masterClrMapping/>
  </p:clrMapOvr>
</p:sldLayout>
</file>

<file path=ppt/slideLayouts/slideLayout7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6.4 Interfaces de Usuario">
  <p:cSld name="TITLE_3_6_1_1_1_1_1_1_1_1_1_1_1_1_1_1_1_1_1_1_1_1_1_1_1_1_1_1_1_1">
    <p:spTree>
      <p:nvGrpSpPr>
        <p:cNvPr id="4294" name="Shape 4294"/>
        <p:cNvGrpSpPr/>
        <p:nvPr/>
      </p:nvGrpSpPr>
      <p:grpSpPr>
        <a:xfrm>
          <a:off x="0" y="0"/>
          <a:ext cx="0" cy="0"/>
          <a:chOff x="0" y="0"/>
          <a:chExt cx="0" cy="0"/>
        </a:xfrm>
      </p:grpSpPr>
      <p:sp>
        <p:nvSpPr>
          <p:cNvPr id="4295" name="Google Shape;4295;p77"/>
          <p:cNvSpPr/>
          <p:nvPr/>
        </p:nvSpPr>
        <p:spPr>
          <a:xfrm>
            <a:off x="77688" y="358938"/>
            <a:ext cx="9935700" cy="6438000"/>
          </a:xfrm>
          <a:prstGeom prst="roundRect">
            <a:avLst>
              <a:gd fmla="val 2618" name="adj"/>
            </a:avLst>
          </a:prstGeom>
          <a:solidFill>
            <a:srgbClr val="FFFFFF"/>
          </a:solidFill>
          <a:ln cap="flat" cmpd="sng" w="38100">
            <a:solidFill>
              <a:srgbClr val="000000"/>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296" name="Google Shape;4296;p77"/>
          <p:cNvCxnSpPr/>
          <p:nvPr/>
        </p:nvCxnSpPr>
        <p:spPr>
          <a:xfrm>
            <a:off x="77688" y="772614"/>
            <a:ext cx="9935700" cy="0"/>
          </a:xfrm>
          <a:prstGeom prst="straightConnector1">
            <a:avLst/>
          </a:prstGeom>
          <a:noFill/>
          <a:ln cap="flat" cmpd="sng" w="19050">
            <a:solidFill>
              <a:srgbClr val="000000"/>
            </a:solidFill>
            <a:prstDash val="solid"/>
            <a:round/>
            <a:headEnd len="med" w="med" type="none"/>
            <a:tailEnd len="med" w="med" type="none"/>
          </a:ln>
        </p:spPr>
      </p:cxnSp>
      <p:cxnSp>
        <p:nvCxnSpPr>
          <p:cNvPr id="4297" name="Google Shape;4297;p77"/>
          <p:cNvCxnSpPr/>
          <p:nvPr/>
        </p:nvCxnSpPr>
        <p:spPr>
          <a:xfrm rot="10800000">
            <a:off x="2439038" y="368188"/>
            <a:ext cx="0" cy="402300"/>
          </a:xfrm>
          <a:prstGeom prst="straightConnector1">
            <a:avLst/>
          </a:prstGeom>
          <a:noFill/>
          <a:ln cap="flat" cmpd="sng" w="19050">
            <a:solidFill>
              <a:srgbClr val="000000"/>
            </a:solidFill>
            <a:prstDash val="solid"/>
            <a:round/>
            <a:headEnd len="med" w="med" type="none"/>
            <a:tailEnd len="med" w="med" type="none"/>
          </a:ln>
        </p:spPr>
      </p:cxnSp>
      <p:sp>
        <p:nvSpPr>
          <p:cNvPr id="4298" name="Google Shape;4298;p77"/>
          <p:cNvSpPr/>
          <p:nvPr/>
        </p:nvSpPr>
        <p:spPr>
          <a:xfrm>
            <a:off x="77688" y="349338"/>
            <a:ext cx="2361300" cy="421200"/>
          </a:xfrm>
          <a:prstGeom prst="roundRect">
            <a:avLst>
              <a:gd fmla="val 50000" name="adj"/>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s-419" sz="1200">
                <a:solidFill>
                  <a:srgbClr val="FFFFFF"/>
                </a:solidFill>
              </a:rPr>
              <a:t>Interfaces de Usuario</a:t>
            </a:r>
            <a:endParaRPr b="1" sz="1200">
              <a:solidFill>
                <a:srgbClr val="FFFFFF"/>
              </a:solidFill>
            </a:endParaRPr>
          </a:p>
          <a:p>
            <a:pPr indent="0" lvl="0" marL="0" rtl="0" algn="ctr">
              <a:spcBef>
                <a:spcPts val="0"/>
              </a:spcBef>
              <a:spcAft>
                <a:spcPts val="0"/>
              </a:spcAft>
              <a:buNone/>
            </a:pPr>
            <a:r>
              <a:t/>
            </a:r>
            <a:endParaRPr b="1" sz="1200">
              <a:solidFill>
                <a:srgbClr val="FFFFFF"/>
              </a:solidFill>
            </a:endParaRPr>
          </a:p>
        </p:txBody>
      </p:sp>
      <p:sp>
        <p:nvSpPr>
          <p:cNvPr id="4299" name="Google Shape;4299;p77"/>
          <p:cNvSpPr/>
          <p:nvPr/>
        </p:nvSpPr>
        <p:spPr>
          <a:xfrm>
            <a:off x="83988" y="595504"/>
            <a:ext cx="190200" cy="1692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0" name="Google Shape;4300;p77"/>
          <p:cNvSpPr/>
          <p:nvPr/>
        </p:nvSpPr>
        <p:spPr>
          <a:xfrm>
            <a:off x="2292338" y="358938"/>
            <a:ext cx="146700" cy="4023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1" name="Google Shape;4301;p77"/>
          <p:cNvSpPr txBox="1"/>
          <p:nvPr/>
        </p:nvSpPr>
        <p:spPr>
          <a:xfrm>
            <a:off x="2524025" y="497711"/>
            <a:ext cx="8850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Formulario:</a:t>
            </a:r>
            <a:endParaRPr b="1" sz="1100"/>
          </a:p>
        </p:txBody>
      </p:sp>
      <p:sp>
        <p:nvSpPr>
          <p:cNvPr id="4302" name="Google Shape;4302;p77"/>
          <p:cNvSpPr txBox="1"/>
          <p:nvPr>
            <p:ph type="title"/>
          </p:nvPr>
        </p:nvSpPr>
        <p:spPr>
          <a:xfrm flipH="1">
            <a:off x="3408875" y="445821"/>
            <a:ext cx="6479700" cy="2664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000"/>
              <a:buNone/>
              <a:defRPr sz="1000">
                <a:solidFill>
                  <a:srgbClr val="000000"/>
                </a:solidFill>
              </a:defRPr>
            </a:lvl1pPr>
            <a:lvl2pPr lvl="1">
              <a:spcBef>
                <a:spcPts val="0"/>
              </a:spcBef>
              <a:spcAft>
                <a:spcPts val="0"/>
              </a:spcAft>
              <a:buClr>
                <a:srgbClr val="000000"/>
              </a:buClr>
              <a:buSzPts val="1000"/>
              <a:buNone/>
              <a:defRPr sz="1000">
                <a:solidFill>
                  <a:srgbClr val="000000"/>
                </a:solidFill>
              </a:defRPr>
            </a:lvl2pPr>
            <a:lvl3pPr lvl="2">
              <a:spcBef>
                <a:spcPts val="0"/>
              </a:spcBef>
              <a:spcAft>
                <a:spcPts val="0"/>
              </a:spcAft>
              <a:buClr>
                <a:srgbClr val="000000"/>
              </a:buClr>
              <a:buSzPts val="1000"/>
              <a:buNone/>
              <a:defRPr sz="1000">
                <a:solidFill>
                  <a:srgbClr val="000000"/>
                </a:solidFill>
              </a:defRPr>
            </a:lvl3pPr>
            <a:lvl4pPr lvl="3">
              <a:spcBef>
                <a:spcPts val="0"/>
              </a:spcBef>
              <a:spcAft>
                <a:spcPts val="0"/>
              </a:spcAft>
              <a:buClr>
                <a:srgbClr val="000000"/>
              </a:buClr>
              <a:buSzPts val="1000"/>
              <a:buNone/>
              <a:defRPr sz="1000">
                <a:solidFill>
                  <a:srgbClr val="000000"/>
                </a:solidFill>
              </a:defRPr>
            </a:lvl4pPr>
            <a:lvl5pPr lvl="4">
              <a:spcBef>
                <a:spcPts val="0"/>
              </a:spcBef>
              <a:spcAft>
                <a:spcPts val="0"/>
              </a:spcAft>
              <a:buClr>
                <a:srgbClr val="000000"/>
              </a:buClr>
              <a:buSzPts val="1000"/>
              <a:buNone/>
              <a:defRPr sz="1000">
                <a:solidFill>
                  <a:srgbClr val="000000"/>
                </a:solidFill>
              </a:defRPr>
            </a:lvl5pPr>
            <a:lvl6pPr lvl="5">
              <a:spcBef>
                <a:spcPts val="0"/>
              </a:spcBef>
              <a:spcAft>
                <a:spcPts val="0"/>
              </a:spcAft>
              <a:buClr>
                <a:srgbClr val="000000"/>
              </a:buClr>
              <a:buSzPts val="1000"/>
              <a:buNone/>
              <a:defRPr sz="1000">
                <a:solidFill>
                  <a:srgbClr val="000000"/>
                </a:solidFill>
              </a:defRPr>
            </a:lvl6pPr>
            <a:lvl7pPr lvl="6">
              <a:spcBef>
                <a:spcPts val="0"/>
              </a:spcBef>
              <a:spcAft>
                <a:spcPts val="0"/>
              </a:spcAft>
              <a:buClr>
                <a:srgbClr val="000000"/>
              </a:buClr>
              <a:buSzPts val="1000"/>
              <a:buNone/>
              <a:defRPr sz="1000">
                <a:solidFill>
                  <a:srgbClr val="000000"/>
                </a:solidFill>
              </a:defRPr>
            </a:lvl7pPr>
            <a:lvl8pPr lvl="7">
              <a:spcBef>
                <a:spcPts val="0"/>
              </a:spcBef>
              <a:spcAft>
                <a:spcPts val="0"/>
              </a:spcAft>
              <a:buClr>
                <a:srgbClr val="000000"/>
              </a:buClr>
              <a:buSzPts val="1000"/>
              <a:buNone/>
              <a:defRPr sz="1000">
                <a:solidFill>
                  <a:srgbClr val="000000"/>
                </a:solidFill>
              </a:defRPr>
            </a:lvl8pPr>
            <a:lvl9pPr lvl="8">
              <a:spcBef>
                <a:spcPts val="0"/>
              </a:spcBef>
              <a:spcAft>
                <a:spcPts val="0"/>
              </a:spcAft>
              <a:buClr>
                <a:srgbClr val="000000"/>
              </a:buClr>
              <a:buSzPts val="1000"/>
              <a:buNone/>
              <a:defRPr sz="1000">
                <a:solidFill>
                  <a:srgbClr val="000000"/>
                </a:solidFill>
              </a:defRPr>
            </a:lvl9pPr>
          </a:lstStyle>
          <a:p/>
        </p:txBody>
      </p:sp>
      <p:grpSp>
        <p:nvGrpSpPr>
          <p:cNvPr id="4303" name="Google Shape;4303;p77"/>
          <p:cNvGrpSpPr/>
          <p:nvPr/>
        </p:nvGrpSpPr>
        <p:grpSpPr>
          <a:xfrm>
            <a:off x="206850" y="901287"/>
            <a:ext cx="2304000" cy="2805300"/>
            <a:chOff x="206850" y="899176"/>
            <a:chExt cx="2304000" cy="2805300"/>
          </a:xfrm>
        </p:grpSpPr>
        <p:sp>
          <p:nvSpPr>
            <p:cNvPr id="4304" name="Google Shape;4304;p77"/>
            <p:cNvSpPr/>
            <p:nvPr/>
          </p:nvSpPr>
          <p:spPr>
            <a:xfrm>
              <a:off x="206850" y="899176"/>
              <a:ext cx="2304000" cy="2805300"/>
            </a:xfrm>
            <a:prstGeom prst="roundRect">
              <a:avLst>
                <a:gd fmla="val 4586" name="adj"/>
              </a:avLst>
            </a:prstGeom>
            <a:solidFill>
              <a:srgbClr val="FFFFFF"/>
            </a:solidFill>
            <a:ln cap="flat" cmpd="sng" w="9525">
              <a:solidFill>
                <a:srgbClr val="B7B7B7"/>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t" bIns="36000" lIns="0" spcFirstLastPara="1" rIns="0" wrap="square" tIns="54000">
              <a:noAutofit/>
            </a:bodyPr>
            <a:lstStyle/>
            <a:p>
              <a:pPr indent="0" lvl="0" marL="0" marR="0" rtl="0" algn="ctr">
                <a:lnSpc>
                  <a:spcPct val="100000"/>
                </a:lnSpc>
                <a:spcBef>
                  <a:spcPts val="0"/>
                </a:spcBef>
                <a:spcAft>
                  <a:spcPts val="0"/>
                </a:spcAft>
                <a:buClr>
                  <a:srgbClr val="000000"/>
                </a:buClr>
                <a:buSzPts val="1100"/>
                <a:buFont typeface="Arial"/>
                <a:buNone/>
              </a:pPr>
              <a:r>
                <a:rPr b="1" i="1" lang="es-419" sz="1100">
                  <a:latin typeface="Arvo"/>
                  <a:ea typeface="Arvo"/>
                  <a:cs typeface="Arvo"/>
                  <a:sym typeface="Arvo"/>
                </a:rPr>
                <a:t>ViewPart</a:t>
              </a:r>
              <a:endParaRPr b="1" i="1" sz="1100">
                <a:latin typeface="Arvo"/>
                <a:ea typeface="Arvo"/>
                <a:cs typeface="Arvo"/>
                <a:sym typeface="Arvo"/>
              </a:endParaRPr>
            </a:p>
          </p:txBody>
        </p:sp>
        <p:cxnSp>
          <p:nvCxnSpPr>
            <p:cNvPr id="4305" name="Google Shape;4305;p77"/>
            <p:cNvCxnSpPr/>
            <p:nvPr/>
          </p:nvCxnSpPr>
          <p:spPr>
            <a:xfrm>
              <a:off x="323600" y="1236086"/>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4306" name="Google Shape;4306;p77"/>
            <p:cNvCxnSpPr/>
            <p:nvPr/>
          </p:nvCxnSpPr>
          <p:spPr>
            <a:xfrm>
              <a:off x="328511" y="1240955"/>
              <a:ext cx="205800" cy="0"/>
            </a:xfrm>
            <a:prstGeom prst="straightConnector1">
              <a:avLst/>
            </a:prstGeom>
            <a:noFill/>
            <a:ln cap="flat" cmpd="sng" w="9525">
              <a:solidFill>
                <a:srgbClr val="B7B7B7"/>
              </a:solidFill>
              <a:prstDash val="solid"/>
              <a:round/>
              <a:headEnd len="med" w="med" type="none"/>
              <a:tailEnd len="med" w="med" type="none"/>
            </a:ln>
          </p:spPr>
        </p:cxnSp>
        <p:cxnSp>
          <p:nvCxnSpPr>
            <p:cNvPr id="4307" name="Google Shape;4307;p77"/>
            <p:cNvCxnSpPr/>
            <p:nvPr/>
          </p:nvCxnSpPr>
          <p:spPr>
            <a:xfrm>
              <a:off x="2394099" y="1236086"/>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4308" name="Google Shape;4308;p77"/>
            <p:cNvCxnSpPr/>
            <p:nvPr/>
          </p:nvCxnSpPr>
          <p:spPr>
            <a:xfrm>
              <a:off x="2183133" y="1240955"/>
              <a:ext cx="205800" cy="0"/>
            </a:xfrm>
            <a:prstGeom prst="straightConnector1">
              <a:avLst/>
            </a:prstGeom>
            <a:noFill/>
            <a:ln cap="flat" cmpd="sng" w="9525">
              <a:solidFill>
                <a:srgbClr val="B7B7B7"/>
              </a:solidFill>
              <a:prstDash val="solid"/>
              <a:round/>
              <a:headEnd len="med" w="med" type="none"/>
              <a:tailEnd len="med" w="med" type="none"/>
            </a:ln>
          </p:spPr>
        </p:cxnSp>
        <p:cxnSp>
          <p:nvCxnSpPr>
            <p:cNvPr id="4309" name="Google Shape;4309;p77"/>
            <p:cNvCxnSpPr/>
            <p:nvPr/>
          </p:nvCxnSpPr>
          <p:spPr>
            <a:xfrm>
              <a:off x="323600" y="3363822"/>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4310" name="Google Shape;4310;p77"/>
            <p:cNvCxnSpPr/>
            <p:nvPr/>
          </p:nvCxnSpPr>
          <p:spPr>
            <a:xfrm>
              <a:off x="328511" y="3569394"/>
              <a:ext cx="205800" cy="0"/>
            </a:xfrm>
            <a:prstGeom prst="straightConnector1">
              <a:avLst/>
            </a:prstGeom>
            <a:noFill/>
            <a:ln cap="flat" cmpd="sng" w="9525">
              <a:solidFill>
                <a:srgbClr val="B7B7B7"/>
              </a:solidFill>
              <a:prstDash val="solid"/>
              <a:round/>
              <a:headEnd len="med" w="med" type="none"/>
              <a:tailEnd len="med" w="med" type="none"/>
            </a:ln>
          </p:spPr>
        </p:cxnSp>
        <p:cxnSp>
          <p:nvCxnSpPr>
            <p:cNvPr id="4311" name="Google Shape;4311;p77"/>
            <p:cNvCxnSpPr/>
            <p:nvPr/>
          </p:nvCxnSpPr>
          <p:spPr>
            <a:xfrm>
              <a:off x="2394099" y="3363822"/>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4312" name="Google Shape;4312;p77"/>
            <p:cNvCxnSpPr/>
            <p:nvPr/>
          </p:nvCxnSpPr>
          <p:spPr>
            <a:xfrm>
              <a:off x="2183505" y="3569394"/>
              <a:ext cx="205800" cy="0"/>
            </a:xfrm>
            <a:prstGeom prst="straightConnector1">
              <a:avLst/>
            </a:prstGeom>
            <a:noFill/>
            <a:ln cap="flat" cmpd="sng" w="9525">
              <a:solidFill>
                <a:srgbClr val="B7B7B7"/>
              </a:solidFill>
              <a:prstDash val="solid"/>
              <a:round/>
              <a:headEnd len="med" w="med" type="none"/>
              <a:tailEnd len="med" w="med" type="none"/>
            </a:ln>
          </p:spPr>
        </p:cxnSp>
      </p:grpSp>
      <p:cxnSp>
        <p:nvCxnSpPr>
          <p:cNvPr id="4313" name="Google Shape;4313;p77"/>
          <p:cNvCxnSpPr/>
          <p:nvPr/>
        </p:nvCxnSpPr>
        <p:spPr>
          <a:xfrm>
            <a:off x="2762000" y="1236086"/>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4314" name="Google Shape;4314;p77"/>
          <p:cNvCxnSpPr/>
          <p:nvPr/>
        </p:nvCxnSpPr>
        <p:spPr>
          <a:xfrm>
            <a:off x="2762000" y="4459790"/>
            <a:ext cx="0" cy="210300"/>
          </a:xfrm>
          <a:prstGeom prst="straightConnector1">
            <a:avLst/>
          </a:prstGeom>
          <a:noFill/>
          <a:ln cap="flat" cmpd="sng" w="9525">
            <a:solidFill>
              <a:srgbClr val="B7B7B7"/>
            </a:solidFill>
            <a:prstDash val="solid"/>
            <a:round/>
            <a:headEnd len="med" w="med" type="none"/>
            <a:tailEnd len="med" w="med" type="none"/>
          </a:ln>
        </p:spPr>
      </p:cxnSp>
      <p:grpSp>
        <p:nvGrpSpPr>
          <p:cNvPr id="4315" name="Google Shape;4315;p77"/>
          <p:cNvGrpSpPr/>
          <p:nvPr/>
        </p:nvGrpSpPr>
        <p:grpSpPr>
          <a:xfrm>
            <a:off x="206850" y="3840639"/>
            <a:ext cx="2304000" cy="2805300"/>
            <a:chOff x="206850" y="899176"/>
            <a:chExt cx="2304000" cy="2805300"/>
          </a:xfrm>
        </p:grpSpPr>
        <p:sp>
          <p:nvSpPr>
            <p:cNvPr id="4316" name="Google Shape;4316;p77"/>
            <p:cNvSpPr/>
            <p:nvPr/>
          </p:nvSpPr>
          <p:spPr>
            <a:xfrm>
              <a:off x="206850" y="899176"/>
              <a:ext cx="2304000" cy="2805300"/>
            </a:xfrm>
            <a:prstGeom prst="roundRect">
              <a:avLst>
                <a:gd fmla="val 4586" name="adj"/>
              </a:avLst>
            </a:prstGeom>
            <a:solidFill>
              <a:srgbClr val="FFFFFF"/>
            </a:solidFill>
            <a:ln cap="flat" cmpd="sng" w="9525">
              <a:solidFill>
                <a:srgbClr val="B7B7B7"/>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t" bIns="36000" lIns="0" spcFirstLastPara="1" rIns="0" wrap="square" tIns="54000">
              <a:noAutofit/>
            </a:bodyPr>
            <a:lstStyle/>
            <a:p>
              <a:pPr indent="0" lvl="0" marL="0" marR="0" rtl="0" algn="ctr">
                <a:lnSpc>
                  <a:spcPct val="100000"/>
                </a:lnSpc>
                <a:spcBef>
                  <a:spcPts val="0"/>
                </a:spcBef>
                <a:spcAft>
                  <a:spcPts val="0"/>
                </a:spcAft>
                <a:buClr>
                  <a:srgbClr val="000000"/>
                </a:buClr>
                <a:buSzPts val="1100"/>
                <a:buFont typeface="Arial"/>
                <a:buNone/>
              </a:pPr>
              <a:r>
                <a:rPr b="1" i="1" lang="es-419" sz="1100">
                  <a:latin typeface="Arvo"/>
                  <a:ea typeface="Arvo"/>
                  <a:cs typeface="Arvo"/>
                  <a:sym typeface="Arvo"/>
                </a:rPr>
                <a:t>ViewModel</a:t>
              </a:r>
              <a:endParaRPr b="1" i="1" sz="1100">
                <a:latin typeface="Arvo"/>
                <a:ea typeface="Arvo"/>
                <a:cs typeface="Arvo"/>
                <a:sym typeface="Arvo"/>
              </a:endParaRPr>
            </a:p>
          </p:txBody>
        </p:sp>
        <p:cxnSp>
          <p:nvCxnSpPr>
            <p:cNvPr id="4317" name="Google Shape;4317;p77"/>
            <p:cNvCxnSpPr/>
            <p:nvPr/>
          </p:nvCxnSpPr>
          <p:spPr>
            <a:xfrm>
              <a:off x="323600" y="1236086"/>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4318" name="Google Shape;4318;p77"/>
            <p:cNvCxnSpPr/>
            <p:nvPr/>
          </p:nvCxnSpPr>
          <p:spPr>
            <a:xfrm>
              <a:off x="328511" y="1240955"/>
              <a:ext cx="205800" cy="0"/>
            </a:xfrm>
            <a:prstGeom prst="straightConnector1">
              <a:avLst/>
            </a:prstGeom>
            <a:noFill/>
            <a:ln cap="flat" cmpd="sng" w="9525">
              <a:solidFill>
                <a:srgbClr val="B7B7B7"/>
              </a:solidFill>
              <a:prstDash val="solid"/>
              <a:round/>
              <a:headEnd len="med" w="med" type="none"/>
              <a:tailEnd len="med" w="med" type="none"/>
            </a:ln>
          </p:spPr>
        </p:cxnSp>
        <p:cxnSp>
          <p:nvCxnSpPr>
            <p:cNvPr id="4319" name="Google Shape;4319;p77"/>
            <p:cNvCxnSpPr/>
            <p:nvPr/>
          </p:nvCxnSpPr>
          <p:spPr>
            <a:xfrm>
              <a:off x="2394099" y="1236086"/>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4320" name="Google Shape;4320;p77"/>
            <p:cNvCxnSpPr/>
            <p:nvPr/>
          </p:nvCxnSpPr>
          <p:spPr>
            <a:xfrm>
              <a:off x="2183133" y="1240955"/>
              <a:ext cx="205800" cy="0"/>
            </a:xfrm>
            <a:prstGeom prst="straightConnector1">
              <a:avLst/>
            </a:prstGeom>
            <a:noFill/>
            <a:ln cap="flat" cmpd="sng" w="9525">
              <a:solidFill>
                <a:srgbClr val="B7B7B7"/>
              </a:solidFill>
              <a:prstDash val="solid"/>
              <a:round/>
              <a:headEnd len="med" w="med" type="none"/>
              <a:tailEnd len="med" w="med" type="none"/>
            </a:ln>
          </p:spPr>
        </p:cxnSp>
        <p:cxnSp>
          <p:nvCxnSpPr>
            <p:cNvPr id="4321" name="Google Shape;4321;p77"/>
            <p:cNvCxnSpPr/>
            <p:nvPr/>
          </p:nvCxnSpPr>
          <p:spPr>
            <a:xfrm>
              <a:off x="323600" y="3363822"/>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4322" name="Google Shape;4322;p77"/>
            <p:cNvCxnSpPr/>
            <p:nvPr/>
          </p:nvCxnSpPr>
          <p:spPr>
            <a:xfrm>
              <a:off x="328511" y="3569394"/>
              <a:ext cx="205800" cy="0"/>
            </a:xfrm>
            <a:prstGeom prst="straightConnector1">
              <a:avLst/>
            </a:prstGeom>
            <a:noFill/>
            <a:ln cap="flat" cmpd="sng" w="9525">
              <a:solidFill>
                <a:srgbClr val="B7B7B7"/>
              </a:solidFill>
              <a:prstDash val="solid"/>
              <a:round/>
              <a:headEnd len="med" w="med" type="none"/>
              <a:tailEnd len="med" w="med" type="none"/>
            </a:ln>
          </p:spPr>
        </p:cxnSp>
        <p:cxnSp>
          <p:nvCxnSpPr>
            <p:cNvPr id="4323" name="Google Shape;4323;p77"/>
            <p:cNvCxnSpPr/>
            <p:nvPr/>
          </p:nvCxnSpPr>
          <p:spPr>
            <a:xfrm>
              <a:off x="2394099" y="3363822"/>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4324" name="Google Shape;4324;p77"/>
            <p:cNvCxnSpPr/>
            <p:nvPr/>
          </p:nvCxnSpPr>
          <p:spPr>
            <a:xfrm>
              <a:off x="2183505" y="3569394"/>
              <a:ext cx="205800" cy="0"/>
            </a:xfrm>
            <a:prstGeom prst="straightConnector1">
              <a:avLst/>
            </a:prstGeom>
            <a:noFill/>
            <a:ln cap="flat" cmpd="sng" w="9525">
              <a:solidFill>
                <a:srgbClr val="B7B7B7"/>
              </a:solidFill>
              <a:prstDash val="solid"/>
              <a:round/>
              <a:headEnd len="med" w="med" type="none"/>
              <a:tailEnd len="med" w="med" type="none"/>
            </a:ln>
          </p:spPr>
        </p:cxnSp>
      </p:grpSp>
      <p:grpSp>
        <p:nvGrpSpPr>
          <p:cNvPr id="4325" name="Google Shape;4325;p77"/>
          <p:cNvGrpSpPr/>
          <p:nvPr/>
        </p:nvGrpSpPr>
        <p:grpSpPr>
          <a:xfrm>
            <a:off x="2660950" y="901287"/>
            <a:ext cx="2304000" cy="2805300"/>
            <a:chOff x="206850" y="899176"/>
            <a:chExt cx="2304000" cy="2805300"/>
          </a:xfrm>
        </p:grpSpPr>
        <p:sp>
          <p:nvSpPr>
            <p:cNvPr id="4326" name="Google Shape;4326;p77"/>
            <p:cNvSpPr/>
            <p:nvPr/>
          </p:nvSpPr>
          <p:spPr>
            <a:xfrm>
              <a:off x="206850" y="899176"/>
              <a:ext cx="2304000" cy="2805300"/>
            </a:xfrm>
            <a:prstGeom prst="roundRect">
              <a:avLst>
                <a:gd fmla="val 4586" name="adj"/>
              </a:avLst>
            </a:prstGeom>
            <a:solidFill>
              <a:srgbClr val="FFFFFF"/>
            </a:solidFill>
            <a:ln cap="flat" cmpd="sng" w="9525">
              <a:solidFill>
                <a:srgbClr val="B7B7B7"/>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t" bIns="36000" lIns="0" spcFirstLastPara="1" rIns="0" wrap="square" tIns="54000">
              <a:noAutofit/>
            </a:bodyPr>
            <a:lstStyle/>
            <a:p>
              <a:pPr indent="0" lvl="0" marL="0" marR="0" rtl="0" algn="ctr">
                <a:lnSpc>
                  <a:spcPct val="100000"/>
                </a:lnSpc>
                <a:spcBef>
                  <a:spcPts val="0"/>
                </a:spcBef>
                <a:spcAft>
                  <a:spcPts val="0"/>
                </a:spcAft>
                <a:buClr>
                  <a:srgbClr val="000000"/>
                </a:buClr>
                <a:buSzPts val="1100"/>
                <a:buFont typeface="Arial"/>
                <a:buNone/>
              </a:pPr>
              <a:r>
                <a:rPr b="1" i="1" lang="es-419" sz="1100">
                  <a:latin typeface="Arvo"/>
                  <a:ea typeface="Arvo"/>
                  <a:cs typeface="Arvo"/>
                  <a:sym typeface="Arvo"/>
                </a:rPr>
                <a:t>ViewPart</a:t>
              </a:r>
              <a:endParaRPr b="1" i="1" sz="1100">
                <a:latin typeface="Arvo"/>
                <a:ea typeface="Arvo"/>
                <a:cs typeface="Arvo"/>
                <a:sym typeface="Arvo"/>
              </a:endParaRPr>
            </a:p>
          </p:txBody>
        </p:sp>
        <p:cxnSp>
          <p:nvCxnSpPr>
            <p:cNvPr id="4327" name="Google Shape;4327;p77"/>
            <p:cNvCxnSpPr/>
            <p:nvPr/>
          </p:nvCxnSpPr>
          <p:spPr>
            <a:xfrm>
              <a:off x="323600" y="1236086"/>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4328" name="Google Shape;4328;p77"/>
            <p:cNvCxnSpPr/>
            <p:nvPr/>
          </p:nvCxnSpPr>
          <p:spPr>
            <a:xfrm>
              <a:off x="328511" y="1240955"/>
              <a:ext cx="205800" cy="0"/>
            </a:xfrm>
            <a:prstGeom prst="straightConnector1">
              <a:avLst/>
            </a:prstGeom>
            <a:noFill/>
            <a:ln cap="flat" cmpd="sng" w="9525">
              <a:solidFill>
                <a:srgbClr val="B7B7B7"/>
              </a:solidFill>
              <a:prstDash val="solid"/>
              <a:round/>
              <a:headEnd len="med" w="med" type="none"/>
              <a:tailEnd len="med" w="med" type="none"/>
            </a:ln>
          </p:spPr>
        </p:cxnSp>
        <p:cxnSp>
          <p:nvCxnSpPr>
            <p:cNvPr id="4329" name="Google Shape;4329;p77"/>
            <p:cNvCxnSpPr/>
            <p:nvPr/>
          </p:nvCxnSpPr>
          <p:spPr>
            <a:xfrm>
              <a:off x="2394099" y="1236086"/>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4330" name="Google Shape;4330;p77"/>
            <p:cNvCxnSpPr/>
            <p:nvPr/>
          </p:nvCxnSpPr>
          <p:spPr>
            <a:xfrm>
              <a:off x="2183133" y="1240955"/>
              <a:ext cx="205800" cy="0"/>
            </a:xfrm>
            <a:prstGeom prst="straightConnector1">
              <a:avLst/>
            </a:prstGeom>
            <a:noFill/>
            <a:ln cap="flat" cmpd="sng" w="9525">
              <a:solidFill>
                <a:srgbClr val="B7B7B7"/>
              </a:solidFill>
              <a:prstDash val="solid"/>
              <a:round/>
              <a:headEnd len="med" w="med" type="none"/>
              <a:tailEnd len="med" w="med" type="none"/>
            </a:ln>
          </p:spPr>
        </p:cxnSp>
        <p:cxnSp>
          <p:nvCxnSpPr>
            <p:cNvPr id="4331" name="Google Shape;4331;p77"/>
            <p:cNvCxnSpPr/>
            <p:nvPr/>
          </p:nvCxnSpPr>
          <p:spPr>
            <a:xfrm>
              <a:off x="323600" y="3363822"/>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4332" name="Google Shape;4332;p77"/>
            <p:cNvCxnSpPr/>
            <p:nvPr/>
          </p:nvCxnSpPr>
          <p:spPr>
            <a:xfrm>
              <a:off x="328511" y="3569394"/>
              <a:ext cx="205800" cy="0"/>
            </a:xfrm>
            <a:prstGeom prst="straightConnector1">
              <a:avLst/>
            </a:prstGeom>
            <a:noFill/>
            <a:ln cap="flat" cmpd="sng" w="9525">
              <a:solidFill>
                <a:srgbClr val="B7B7B7"/>
              </a:solidFill>
              <a:prstDash val="solid"/>
              <a:round/>
              <a:headEnd len="med" w="med" type="none"/>
              <a:tailEnd len="med" w="med" type="none"/>
            </a:ln>
          </p:spPr>
        </p:cxnSp>
        <p:cxnSp>
          <p:nvCxnSpPr>
            <p:cNvPr id="4333" name="Google Shape;4333;p77"/>
            <p:cNvCxnSpPr/>
            <p:nvPr/>
          </p:nvCxnSpPr>
          <p:spPr>
            <a:xfrm>
              <a:off x="2394099" y="3363822"/>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4334" name="Google Shape;4334;p77"/>
            <p:cNvCxnSpPr/>
            <p:nvPr/>
          </p:nvCxnSpPr>
          <p:spPr>
            <a:xfrm>
              <a:off x="2183505" y="3569394"/>
              <a:ext cx="205800" cy="0"/>
            </a:xfrm>
            <a:prstGeom prst="straightConnector1">
              <a:avLst/>
            </a:prstGeom>
            <a:noFill/>
            <a:ln cap="flat" cmpd="sng" w="9525">
              <a:solidFill>
                <a:srgbClr val="B7B7B7"/>
              </a:solidFill>
              <a:prstDash val="solid"/>
              <a:round/>
              <a:headEnd len="med" w="med" type="none"/>
              <a:tailEnd len="med" w="med" type="none"/>
            </a:ln>
          </p:spPr>
        </p:cxnSp>
      </p:grpSp>
      <p:grpSp>
        <p:nvGrpSpPr>
          <p:cNvPr id="4335" name="Google Shape;4335;p77"/>
          <p:cNvGrpSpPr/>
          <p:nvPr/>
        </p:nvGrpSpPr>
        <p:grpSpPr>
          <a:xfrm>
            <a:off x="2660950" y="3840639"/>
            <a:ext cx="2304000" cy="2805300"/>
            <a:chOff x="206850" y="899176"/>
            <a:chExt cx="2304000" cy="2805300"/>
          </a:xfrm>
        </p:grpSpPr>
        <p:sp>
          <p:nvSpPr>
            <p:cNvPr id="4336" name="Google Shape;4336;p77"/>
            <p:cNvSpPr/>
            <p:nvPr/>
          </p:nvSpPr>
          <p:spPr>
            <a:xfrm>
              <a:off x="206850" y="899176"/>
              <a:ext cx="2304000" cy="2805300"/>
            </a:xfrm>
            <a:prstGeom prst="roundRect">
              <a:avLst>
                <a:gd fmla="val 4586" name="adj"/>
              </a:avLst>
            </a:prstGeom>
            <a:solidFill>
              <a:srgbClr val="FFFFFF"/>
            </a:solidFill>
            <a:ln cap="flat" cmpd="sng" w="9525">
              <a:solidFill>
                <a:srgbClr val="B7B7B7"/>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t" bIns="36000" lIns="0" spcFirstLastPara="1" rIns="0" wrap="square" tIns="54000">
              <a:noAutofit/>
            </a:bodyPr>
            <a:lstStyle/>
            <a:p>
              <a:pPr indent="0" lvl="0" marL="0" marR="0" rtl="0" algn="ctr">
                <a:lnSpc>
                  <a:spcPct val="100000"/>
                </a:lnSpc>
                <a:spcBef>
                  <a:spcPts val="0"/>
                </a:spcBef>
                <a:spcAft>
                  <a:spcPts val="0"/>
                </a:spcAft>
                <a:buClr>
                  <a:srgbClr val="000000"/>
                </a:buClr>
                <a:buSzPts val="1100"/>
                <a:buFont typeface="Arial"/>
                <a:buNone/>
              </a:pPr>
              <a:r>
                <a:rPr b="1" i="1" lang="es-419" sz="1100">
                  <a:latin typeface="Arvo"/>
                  <a:ea typeface="Arvo"/>
                  <a:cs typeface="Arvo"/>
                  <a:sym typeface="Arvo"/>
                </a:rPr>
                <a:t>ViewModel</a:t>
              </a:r>
              <a:endParaRPr b="1" i="1" sz="1100">
                <a:latin typeface="Arvo"/>
                <a:ea typeface="Arvo"/>
                <a:cs typeface="Arvo"/>
                <a:sym typeface="Arvo"/>
              </a:endParaRPr>
            </a:p>
          </p:txBody>
        </p:sp>
        <p:cxnSp>
          <p:nvCxnSpPr>
            <p:cNvPr id="4337" name="Google Shape;4337;p77"/>
            <p:cNvCxnSpPr/>
            <p:nvPr/>
          </p:nvCxnSpPr>
          <p:spPr>
            <a:xfrm>
              <a:off x="323600" y="1236086"/>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4338" name="Google Shape;4338;p77"/>
            <p:cNvCxnSpPr/>
            <p:nvPr/>
          </p:nvCxnSpPr>
          <p:spPr>
            <a:xfrm>
              <a:off x="328511" y="1240955"/>
              <a:ext cx="205800" cy="0"/>
            </a:xfrm>
            <a:prstGeom prst="straightConnector1">
              <a:avLst/>
            </a:prstGeom>
            <a:noFill/>
            <a:ln cap="flat" cmpd="sng" w="9525">
              <a:solidFill>
                <a:srgbClr val="B7B7B7"/>
              </a:solidFill>
              <a:prstDash val="solid"/>
              <a:round/>
              <a:headEnd len="med" w="med" type="none"/>
              <a:tailEnd len="med" w="med" type="none"/>
            </a:ln>
          </p:spPr>
        </p:cxnSp>
        <p:cxnSp>
          <p:nvCxnSpPr>
            <p:cNvPr id="4339" name="Google Shape;4339;p77"/>
            <p:cNvCxnSpPr/>
            <p:nvPr/>
          </p:nvCxnSpPr>
          <p:spPr>
            <a:xfrm>
              <a:off x="2394099" y="1236086"/>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4340" name="Google Shape;4340;p77"/>
            <p:cNvCxnSpPr/>
            <p:nvPr/>
          </p:nvCxnSpPr>
          <p:spPr>
            <a:xfrm>
              <a:off x="2183133" y="1240955"/>
              <a:ext cx="205800" cy="0"/>
            </a:xfrm>
            <a:prstGeom prst="straightConnector1">
              <a:avLst/>
            </a:prstGeom>
            <a:noFill/>
            <a:ln cap="flat" cmpd="sng" w="9525">
              <a:solidFill>
                <a:srgbClr val="B7B7B7"/>
              </a:solidFill>
              <a:prstDash val="solid"/>
              <a:round/>
              <a:headEnd len="med" w="med" type="none"/>
              <a:tailEnd len="med" w="med" type="none"/>
            </a:ln>
          </p:spPr>
        </p:cxnSp>
        <p:cxnSp>
          <p:nvCxnSpPr>
            <p:cNvPr id="4341" name="Google Shape;4341;p77"/>
            <p:cNvCxnSpPr/>
            <p:nvPr/>
          </p:nvCxnSpPr>
          <p:spPr>
            <a:xfrm>
              <a:off x="323600" y="3363822"/>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4342" name="Google Shape;4342;p77"/>
            <p:cNvCxnSpPr/>
            <p:nvPr/>
          </p:nvCxnSpPr>
          <p:spPr>
            <a:xfrm>
              <a:off x="328511" y="3569394"/>
              <a:ext cx="205800" cy="0"/>
            </a:xfrm>
            <a:prstGeom prst="straightConnector1">
              <a:avLst/>
            </a:prstGeom>
            <a:noFill/>
            <a:ln cap="flat" cmpd="sng" w="9525">
              <a:solidFill>
                <a:srgbClr val="B7B7B7"/>
              </a:solidFill>
              <a:prstDash val="solid"/>
              <a:round/>
              <a:headEnd len="med" w="med" type="none"/>
              <a:tailEnd len="med" w="med" type="none"/>
            </a:ln>
          </p:spPr>
        </p:cxnSp>
        <p:cxnSp>
          <p:nvCxnSpPr>
            <p:cNvPr id="4343" name="Google Shape;4343;p77"/>
            <p:cNvCxnSpPr/>
            <p:nvPr/>
          </p:nvCxnSpPr>
          <p:spPr>
            <a:xfrm>
              <a:off x="2394099" y="3363822"/>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4344" name="Google Shape;4344;p77"/>
            <p:cNvCxnSpPr/>
            <p:nvPr/>
          </p:nvCxnSpPr>
          <p:spPr>
            <a:xfrm>
              <a:off x="2183505" y="3569394"/>
              <a:ext cx="205800" cy="0"/>
            </a:xfrm>
            <a:prstGeom prst="straightConnector1">
              <a:avLst/>
            </a:prstGeom>
            <a:noFill/>
            <a:ln cap="flat" cmpd="sng" w="9525">
              <a:solidFill>
                <a:srgbClr val="B7B7B7"/>
              </a:solidFill>
              <a:prstDash val="solid"/>
              <a:round/>
              <a:headEnd len="med" w="med" type="none"/>
              <a:tailEnd len="med" w="med" type="none"/>
            </a:ln>
          </p:spPr>
        </p:cxnSp>
      </p:grpSp>
      <p:grpSp>
        <p:nvGrpSpPr>
          <p:cNvPr id="4345" name="Google Shape;4345;p77"/>
          <p:cNvGrpSpPr/>
          <p:nvPr/>
        </p:nvGrpSpPr>
        <p:grpSpPr>
          <a:xfrm>
            <a:off x="5115050" y="901287"/>
            <a:ext cx="2304000" cy="2805300"/>
            <a:chOff x="206850" y="899176"/>
            <a:chExt cx="2304000" cy="2805300"/>
          </a:xfrm>
        </p:grpSpPr>
        <p:sp>
          <p:nvSpPr>
            <p:cNvPr id="4346" name="Google Shape;4346;p77"/>
            <p:cNvSpPr/>
            <p:nvPr/>
          </p:nvSpPr>
          <p:spPr>
            <a:xfrm>
              <a:off x="206850" y="899176"/>
              <a:ext cx="2304000" cy="2805300"/>
            </a:xfrm>
            <a:prstGeom prst="roundRect">
              <a:avLst>
                <a:gd fmla="val 4586" name="adj"/>
              </a:avLst>
            </a:prstGeom>
            <a:solidFill>
              <a:srgbClr val="FFFFFF"/>
            </a:solidFill>
            <a:ln cap="flat" cmpd="sng" w="9525">
              <a:solidFill>
                <a:srgbClr val="B7B7B7"/>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t" bIns="36000" lIns="0" spcFirstLastPara="1" rIns="0" wrap="square" tIns="54000">
              <a:noAutofit/>
            </a:bodyPr>
            <a:lstStyle/>
            <a:p>
              <a:pPr indent="0" lvl="0" marL="0" marR="0" rtl="0" algn="ctr">
                <a:lnSpc>
                  <a:spcPct val="100000"/>
                </a:lnSpc>
                <a:spcBef>
                  <a:spcPts val="0"/>
                </a:spcBef>
                <a:spcAft>
                  <a:spcPts val="0"/>
                </a:spcAft>
                <a:buClr>
                  <a:srgbClr val="000000"/>
                </a:buClr>
                <a:buSzPts val="1100"/>
                <a:buFont typeface="Arial"/>
                <a:buNone/>
              </a:pPr>
              <a:r>
                <a:rPr b="1" i="1" lang="es-419" sz="1100">
                  <a:latin typeface="Arvo"/>
                  <a:ea typeface="Arvo"/>
                  <a:cs typeface="Arvo"/>
                  <a:sym typeface="Arvo"/>
                </a:rPr>
                <a:t>ViewPart</a:t>
              </a:r>
              <a:endParaRPr b="1" i="1" sz="1100">
                <a:latin typeface="Arvo"/>
                <a:ea typeface="Arvo"/>
                <a:cs typeface="Arvo"/>
                <a:sym typeface="Arvo"/>
              </a:endParaRPr>
            </a:p>
          </p:txBody>
        </p:sp>
        <p:cxnSp>
          <p:nvCxnSpPr>
            <p:cNvPr id="4347" name="Google Shape;4347;p77"/>
            <p:cNvCxnSpPr/>
            <p:nvPr/>
          </p:nvCxnSpPr>
          <p:spPr>
            <a:xfrm>
              <a:off x="323600" y="1236086"/>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4348" name="Google Shape;4348;p77"/>
            <p:cNvCxnSpPr/>
            <p:nvPr/>
          </p:nvCxnSpPr>
          <p:spPr>
            <a:xfrm>
              <a:off x="328511" y="1240955"/>
              <a:ext cx="205800" cy="0"/>
            </a:xfrm>
            <a:prstGeom prst="straightConnector1">
              <a:avLst/>
            </a:prstGeom>
            <a:noFill/>
            <a:ln cap="flat" cmpd="sng" w="9525">
              <a:solidFill>
                <a:srgbClr val="B7B7B7"/>
              </a:solidFill>
              <a:prstDash val="solid"/>
              <a:round/>
              <a:headEnd len="med" w="med" type="none"/>
              <a:tailEnd len="med" w="med" type="none"/>
            </a:ln>
          </p:spPr>
        </p:cxnSp>
        <p:cxnSp>
          <p:nvCxnSpPr>
            <p:cNvPr id="4349" name="Google Shape;4349;p77"/>
            <p:cNvCxnSpPr/>
            <p:nvPr/>
          </p:nvCxnSpPr>
          <p:spPr>
            <a:xfrm>
              <a:off x="2394099" y="1236086"/>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4350" name="Google Shape;4350;p77"/>
            <p:cNvCxnSpPr/>
            <p:nvPr/>
          </p:nvCxnSpPr>
          <p:spPr>
            <a:xfrm>
              <a:off x="2183133" y="1240955"/>
              <a:ext cx="205800" cy="0"/>
            </a:xfrm>
            <a:prstGeom prst="straightConnector1">
              <a:avLst/>
            </a:prstGeom>
            <a:noFill/>
            <a:ln cap="flat" cmpd="sng" w="9525">
              <a:solidFill>
                <a:srgbClr val="B7B7B7"/>
              </a:solidFill>
              <a:prstDash val="solid"/>
              <a:round/>
              <a:headEnd len="med" w="med" type="none"/>
              <a:tailEnd len="med" w="med" type="none"/>
            </a:ln>
          </p:spPr>
        </p:cxnSp>
        <p:cxnSp>
          <p:nvCxnSpPr>
            <p:cNvPr id="4351" name="Google Shape;4351;p77"/>
            <p:cNvCxnSpPr/>
            <p:nvPr/>
          </p:nvCxnSpPr>
          <p:spPr>
            <a:xfrm>
              <a:off x="323600" y="3363822"/>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4352" name="Google Shape;4352;p77"/>
            <p:cNvCxnSpPr/>
            <p:nvPr/>
          </p:nvCxnSpPr>
          <p:spPr>
            <a:xfrm>
              <a:off x="328511" y="3569394"/>
              <a:ext cx="205800" cy="0"/>
            </a:xfrm>
            <a:prstGeom prst="straightConnector1">
              <a:avLst/>
            </a:prstGeom>
            <a:noFill/>
            <a:ln cap="flat" cmpd="sng" w="9525">
              <a:solidFill>
                <a:srgbClr val="B7B7B7"/>
              </a:solidFill>
              <a:prstDash val="solid"/>
              <a:round/>
              <a:headEnd len="med" w="med" type="none"/>
              <a:tailEnd len="med" w="med" type="none"/>
            </a:ln>
          </p:spPr>
        </p:cxnSp>
        <p:cxnSp>
          <p:nvCxnSpPr>
            <p:cNvPr id="4353" name="Google Shape;4353;p77"/>
            <p:cNvCxnSpPr/>
            <p:nvPr/>
          </p:nvCxnSpPr>
          <p:spPr>
            <a:xfrm>
              <a:off x="2394099" y="3363822"/>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4354" name="Google Shape;4354;p77"/>
            <p:cNvCxnSpPr/>
            <p:nvPr/>
          </p:nvCxnSpPr>
          <p:spPr>
            <a:xfrm>
              <a:off x="2183505" y="3569394"/>
              <a:ext cx="205800" cy="0"/>
            </a:xfrm>
            <a:prstGeom prst="straightConnector1">
              <a:avLst/>
            </a:prstGeom>
            <a:noFill/>
            <a:ln cap="flat" cmpd="sng" w="9525">
              <a:solidFill>
                <a:srgbClr val="B7B7B7"/>
              </a:solidFill>
              <a:prstDash val="solid"/>
              <a:round/>
              <a:headEnd len="med" w="med" type="none"/>
              <a:tailEnd len="med" w="med" type="none"/>
            </a:ln>
          </p:spPr>
        </p:cxnSp>
      </p:grpSp>
      <p:grpSp>
        <p:nvGrpSpPr>
          <p:cNvPr id="4355" name="Google Shape;4355;p77"/>
          <p:cNvGrpSpPr/>
          <p:nvPr/>
        </p:nvGrpSpPr>
        <p:grpSpPr>
          <a:xfrm>
            <a:off x="5115050" y="3840639"/>
            <a:ext cx="2304000" cy="2805300"/>
            <a:chOff x="206850" y="899176"/>
            <a:chExt cx="2304000" cy="2805300"/>
          </a:xfrm>
        </p:grpSpPr>
        <p:sp>
          <p:nvSpPr>
            <p:cNvPr id="4356" name="Google Shape;4356;p77"/>
            <p:cNvSpPr/>
            <p:nvPr/>
          </p:nvSpPr>
          <p:spPr>
            <a:xfrm>
              <a:off x="206850" y="899176"/>
              <a:ext cx="2304000" cy="2805300"/>
            </a:xfrm>
            <a:prstGeom prst="roundRect">
              <a:avLst>
                <a:gd fmla="val 4586" name="adj"/>
              </a:avLst>
            </a:prstGeom>
            <a:solidFill>
              <a:srgbClr val="FFFFFF"/>
            </a:solidFill>
            <a:ln cap="flat" cmpd="sng" w="9525">
              <a:solidFill>
                <a:srgbClr val="B7B7B7"/>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t" bIns="36000" lIns="0" spcFirstLastPara="1" rIns="0" wrap="square" tIns="54000">
              <a:noAutofit/>
            </a:bodyPr>
            <a:lstStyle/>
            <a:p>
              <a:pPr indent="0" lvl="0" marL="0" marR="0" rtl="0" algn="ctr">
                <a:lnSpc>
                  <a:spcPct val="100000"/>
                </a:lnSpc>
                <a:spcBef>
                  <a:spcPts val="0"/>
                </a:spcBef>
                <a:spcAft>
                  <a:spcPts val="0"/>
                </a:spcAft>
                <a:buClr>
                  <a:srgbClr val="000000"/>
                </a:buClr>
                <a:buSzPts val="1100"/>
                <a:buFont typeface="Arial"/>
                <a:buNone/>
              </a:pPr>
              <a:r>
                <a:rPr b="1" i="1" lang="es-419" sz="1100">
                  <a:latin typeface="Arvo"/>
                  <a:ea typeface="Arvo"/>
                  <a:cs typeface="Arvo"/>
                  <a:sym typeface="Arvo"/>
                </a:rPr>
                <a:t>ViewModel</a:t>
              </a:r>
              <a:endParaRPr b="1" i="1" sz="1100">
                <a:latin typeface="Arvo"/>
                <a:ea typeface="Arvo"/>
                <a:cs typeface="Arvo"/>
                <a:sym typeface="Arvo"/>
              </a:endParaRPr>
            </a:p>
          </p:txBody>
        </p:sp>
        <p:cxnSp>
          <p:nvCxnSpPr>
            <p:cNvPr id="4357" name="Google Shape;4357;p77"/>
            <p:cNvCxnSpPr/>
            <p:nvPr/>
          </p:nvCxnSpPr>
          <p:spPr>
            <a:xfrm>
              <a:off x="323600" y="1236086"/>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4358" name="Google Shape;4358;p77"/>
            <p:cNvCxnSpPr/>
            <p:nvPr/>
          </p:nvCxnSpPr>
          <p:spPr>
            <a:xfrm>
              <a:off x="328511" y="1240955"/>
              <a:ext cx="205800" cy="0"/>
            </a:xfrm>
            <a:prstGeom prst="straightConnector1">
              <a:avLst/>
            </a:prstGeom>
            <a:noFill/>
            <a:ln cap="flat" cmpd="sng" w="9525">
              <a:solidFill>
                <a:srgbClr val="B7B7B7"/>
              </a:solidFill>
              <a:prstDash val="solid"/>
              <a:round/>
              <a:headEnd len="med" w="med" type="none"/>
              <a:tailEnd len="med" w="med" type="none"/>
            </a:ln>
          </p:spPr>
        </p:cxnSp>
        <p:cxnSp>
          <p:nvCxnSpPr>
            <p:cNvPr id="4359" name="Google Shape;4359;p77"/>
            <p:cNvCxnSpPr/>
            <p:nvPr/>
          </p:nvCxnSpPr>
          <p:spPr>
            <a:xfrm>
              <a:off x="2394099" y="1236086"/>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4360" name="Google Shape;4360;p77"/>
            <p:cNvCxnSpPr/>
            <p:nvPr/>
          </p:nvCxnSpPr>
          <p:spPr>
            <a:xfrm>
              <a:off x="2183133" y="1240955"/>
              <a:ext cx="205800" cy="0"/>
            </a:xfrm>
            <a:prstGeom prst="straightConnector1">
              <a:avLst/>
            </a:prstGeom>
            <a:noFill/>
            <a:ln cap="flat" cmpd="sng" w="9525">
              <a:solidFill>
                <a:srgbClr val="B7B7B7"/>
              </a:solidFill>
              <a:prstDash val="solid"/>
              <a:round/>
              <a:headEnd len="med" w="med" type="none"/>
              <a:tailEnd len="med" w="med" type="none"/>
            </a:ln>
          </p:spPr>
        </p:cxnSp>
        <p:cxnSp>
          <p:nvCxnSpPr>
            <p:cNvPr id="4361" name="Google Shape;4361;p77"/>
            <p:cNvCxnSpPr/>
            <p:nvPr/>
          </p:nvCxnSpPr>
          <p:spPr>
            <a:xfrm>
              <a:off x="323600" y="3363822"/>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4362" name="Google Shape;4362;p77"/>
            <p:cNvCxnSpPr/>
            <p:nvPr/>
          </p:nvCxnSpPr>
          <p:spPr>
            <a:xfrm>
              <a:off x="328511" y="3569394"/>
              <a:ext cx="205800" cy="0"/>
            </a:xfrm>
            <a:prstGeom prst="straightConnector1">
              <a:avLst/>
            </a:prstGeom>
            <a:noFill/>
            <a:ln cap="flat" cmpd="sng" w="9525">
              <a:solidFill>
                <a:srgbClr val="B7B7B7"/>
              </a:solidFill>
              <a:prstDash val="solid"/>
              <a:round/>
              <a:headEnd len="med" w="med" type="none"/>
              <a:tailEnd len="med" w="med" type="none"/>
            </a:ln>
          </p:spPr>
        </p:cxnSp>
        <p:cxnSp>
          <p:nvCxnSpPr>
            <p:cNvPr id="4363" name="Google Shape;4363;p77"/>
            <p:cNvCxnSpPr/>
            <p:nvPr/>
          </p:nvCxnSpPr>
          <p:spPr>
            <a:xfrm>
              <a:off x="2394099" y="3363822"/>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4364" name="Google Shape;4364;p77"/>
            <p:cNvCxnSpPr/>
            <p:nvPr/>
          </p:nvCxnSpPr>
          <p:spPr>
            <a:xfrm>
              <a:off x="2183505" y="3569394"/>
              <a:ext cx="205800" cy="0"/>
            </a:xfrm>
            <a:prstGeom prst="straightConnector1">
              <a:avLst/>
            </a:prstGeom>
            <a:noFill/>
            <a:ln cap="flat" cmpd="sng" w="9525">
              <a:solidFill>
                <a:srgbClr val="B7B7B7"/>
              </a:solidFill>
              <a:prstDash val="solid"/>
              <a:round/>
              <a:headEnd len="med" w="med" type="none"/>
              <a:tailEnd len="med" w="med" type="none"/>
            </a:ln>
          </p:spPr>
        </p:cxnSp>
      </p:grpSp>
      <p:grpSp>
        <p:nvGrpSpPr>
          <p:cNvPr id="4365" name="Google Shape;4365;p77"/>
          <p:cNvGrpSpPr/>
          <p:nvPr/>
        </p:nvGrpSpPr>
        <p:grpSpPr>
          <a:xfrm>
            <a:off x="7569150" y="901287"/>
            <a:ext cx="2304000" cy="2805300"/>
            <a:chOff x="206850" y="899176"/>
            <a:chExt cx="2304000" cy="2805300"/>
          </a:xfrm>
        </p:grpSpPr>
        <p:sp>
          <p:nvSpPr>
            <p:cNvPr id="4366" name="Google Shape;4366;p77"/>
            <p:cNvSpPr/>
            <p:nvPr/>
          </p:nvSpPr>
          <p:spPr>
            <a:xfrm>
              <a:off x="206850" y="899176"/>
              <a:ext cx="2304000" cy="2805300"/>
            </a:xfrm>
            <a:prstGeom prst="roundRect">
              <a:avLst>
                <a:gd fmla="val 4586" name="adj"/>
              </a:avLst>
            </a:prstGeom>
            <a:solidFill>
              <a:srgbClr val="FFFFFF"/>
            </a:solidFill>
            <a:ln cap="flat" cmpd="sng" w="9525">
              <a:solidFill>
                <a:srgbClr val="B7B7B7"/>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t" bIns="36000" lIns="0" spcFirstLastPara="1" rIns="0" wrap="square" tIns="54000">
              <a:noAutofit/>
            </a:bodyPr>
            <a:lstStyle/>
            <a:p>
              <a:pPr indent="0" lvl="0" marL="0" marR="0" rtl="0" algn="ctr">
                <a:lnSpc>
                  <a:spcPct val="100000"/>
                </a:lnSpc>
                <a:spcBef>
                  <a:spcPts val="0"/>
                </a:spcBef>
                <a:spcAft>
                  <a:spcPts val="0"/>
                </a:spcAft>
                <a:buClr>
                  <a:srgbClr val="000000"/>
                </a:buClr>
                <a:buSzPts val="1100"/>
                <a:buFont typeface="Arial"/>
                <a:buNone/>
              </a:pPr>
              <a:r>
                <a:rPr b="1" i="1" lang="es-419" sz="1100">
                  <a:latin typeface="Arvo"/>
                  <a:ea typeface="Arvo"/>
                  <a:cs typeface="Arvo"/>
                  <a:sym typeface="Arvo"/>
                </a:rPr>
                <a:t>ViewPart</a:t>
              </a:r>
              <a:endParaRPr b="1" i="1" sz="1100">
                <a:latin typeface="Arvo"/>
                <a:ea typeface="Arvo"/>
                <a:cs typeface="Arvo"/>
                <a:sym typeface="Arvo"/>
              </a:endParaRPr>
            </a:p>
          </p:txBody>
        </p:sp>
        <p:cxnSp>
          <p:nvCxnSpPr>
            <p:cNvPr id="4367" name="Google Shape;4367;p77"/>
            <p:cNvCxnSpPr/>
            <p:nvPr/>
          </p:nvCxnSpPr>
          <p:spPr>
            <a:xfrm>
              <a:off x="323600" y="1236086"/>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4368" name="Google Shape;4368;p77"/>
            <p:cNvCxnSpPr/>
            <p:nvPr/>
          </p:nvCxnSpPr>
          <p:spPr>
            <a:xfrm>
              <a:off x="328511" y="1240955"/>
              <a:ext cx="205800" cy="0"/>
            </a:xfrm>
            <a:prstGeom prst="straightConnector1">
              <a:avLst/>
            </a:prstGeom>
            <a:noFill/>
            <a:ln cap="flat" cmpd="sng" w="9525">
              <a:solidFill>
                <a:srgbClr val="B7B7B7"/>
              </a:solidFill>
              <a:prstDash val="solid"/>
              <a:round/>
              <a:headEnd len="med" w="med" type="none"/>
              <a:tailEnd len="med" w="med" type="none"/>
            </a:ln>
          </p:spPr>
        </p:cxnSp>
        <p:cxnSp>
          <p:nvCxnSpPr>
            <p:cNvPr id="4369" name="Google Shape;4369;p77"/>
            <p:cNvCxnSpPr/>
            <p:nvPr/>
          </p:nvCxnSpPr>
          <p:spPr>
            <a:xfrm>
              <a:off x="2394099" y="1236086"/>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4370" name="Google Shape;4370;p77"/>
            <p:cNvCxnSpPr/>
            <p:nvPr/>
          </p:nvCxnSpPr>
          <p:spPr>
            <a:xfrm>
              <a:off x="2183133" y="1240955"/>
              <a:ext cx="205800" cy="0"/>
            </a:xfrm>
            <a:prstGeom prst="straightConnector1">
              <a:avLst/>
            </a:prstGeom>
            <a:noFill/>
            <a:ln cap="flat" cmpd="sng" w="9525">
              <a:solidFill>
                <a:srgbClr val="B7B7B7"/>
              </a:solidFill>
              <a:prstDash val="solid"/>
              <a:round/>
              <a:headEnd len="med" w="med" type="none"/>
              <a:tailEnd len="med" w="med" type="none"/>
            </a:ln>
          </p:spPr>
        </p:cxnSp>
        <p:cxnSp>
          <p:nvCxnSpPr>
            <p:cNvPr id="4371" name="Google Shape;4371;p77"/>
            <p:cNvCxnSpPr/>
            <p:nvPr/>
          </p:nvCxnSpPr>
          <p:spPr>
            <a:xfrm>
              <a:off x="323600" y="3363822"/>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4372" name="Google Shape;4372;p77"/>
            <p:cNvCxnSpPr/>
            <p:nvPr/>
          </p:nvCxnSpPr>
          <p:spPr>
            <a:xfrm>
              <a:off x="328511" y="3569394"/>
              <a:ext cx="205800" cy="0"/>
            </a:xfrm>
            <a:prstGeom prst="straightConnector1">
              <a:avLst/>
            </a:prstGeom>
            <a:noFill/>
            <a:ln cap="flat" cmpd="sng" w="9525">
              <a:solidFill>
                <a:srgbClr val="B7B7B7"/>
              </a:solidFill>
              <a:prstDash val="solid"/>
              <a:round/>
              <a:headEnd len="med" w="med" type="none"/>
              <a:tailEnd len="med" w="med" type="none"/>
            </a:ln>
          </p:spPr>
        </p:cxnSp>
        <p:cxnSp>
          <p:nvCxnSpPr>
            <p:cNvPr id="4373" name="Google Shape;4373;p77"/>
            <p:cNvCxnSpPr/>
            <p:nvPr/>
          </p:nvCxnSpPr>
          <p:spPr>
            <a:xfrm>
              <a:off x="2394099" y="3363822"/>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4374" name="Google Shape;4374;p77"/>
            <p:cNvCxnSpPr/>
            <p:nvPr/>
          </p:nvCxnSpPr>
          <p:spPr>
            <a:xfrm>
              <a:off x="2183505" y="3569394"/>
              <a:ext cx="205800" cy="0"/>
            </a:xfrm>
            <a:prstGeom prst="straightConnector1">
              <a:avLst/>
            </a:prstGeom>
            <a:noFill/>
            <a:ln cap="flat" cmpd="sng" w="9525">
              <a:solidFill>
                <a:srgbClr val="B7B7B7"/>
              </a:solidFill>
              <a:prstDash val="solid"/>
              <a:round/>
              <a:headEnd len="med" w="med" type="none"/>
              <a:tailEnd len="med" w="med" type="none"/>
            </a:ln>
          </p:spPr>
        </p:cxnSp>
      </p:grpSp>
      <p:grpSp>
        <p:nvGrpSpPr>
          <p:cNvPr id="4375" name="Google Shape;4375;p77"/>
          <p:cNvGrpSpPr/>
          <p:nvPr/>
        </p:nvGrpSpPr>
        <p:grpSpPr>
          <a:xfrm>
            <a:off x="7569150" y="3840639"/>
            <a:ext cx="2304000" cy="2805300"/>
            <a:chOff x="206850" y="899176"/>
            <a:chExt cx="2304000" cy="2805300"/>
          </a:xfrm>
        </p:grpSpPr>
        <p:sp>
          <p:nvSpPr>
            <p:cNvPr id="4376" name="Google Shape;4376;p77"/>
            <p:cNvSpPr/>
            <p:nvPr/>
          </p:nvSpPr>
          <p:spPr>
            <a:xfrm>
              <a:off x="206850" y="899176"/>
              <a:ext cx="2304000" cy="2805300"/>
            </a:xfrm>
            <a:prstGeom prst="roundRect">
              <a:avLst>
                <a:gd fmla="val 4586" name="adj"/>
              </a:avLst>
            </a:prstGeom>
            <a:solidFill>
              <a:srgbClr val="FFFFFF"/>
            </a:solidFill>
            <a:ln cap="flat" cmpd="sng" w="9525">
              <a:solidFill>
                <a:srgbClr val="B7B7B7"/>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t" bIns="36000" lIns="0" spcFirstLastPara="1" rIns="0" wrap="square" tIns="54000">
              <a:noAutofit/>
            </a:bodyPr>
            <a:lstStyle/>
            <a:p>
              <a:pPr indent="0" lvl="0" marL="0" marR="0" rtl="0" algn="ctr">
                <a:lnSpc>
                  <a:spcPct val="100000"/>
                </a:lnSpc>
                <a:spcBef>
                  <a:spcPts val="0"/>
                </a:spcBef>
                <a:spcAft>
                  <a:spcPts val="0"/>
                </a:spcAft>
                <a:buClr>
                  <a:srgbClr val="000000"/>
                </a:buClr>
                <a:buSzPts val="1100"/>
                <a:buFont typeface="Arial"/>
                <a:buNone/>
              </a:pPr>
              <a:r>
                <a:rPr b="1" i="1" lang="es-419" sz="1100">
                  <a:latin typeface="Arvo"/>
                  <a:ea typeface="Arvo"/>
                  <a:cs typeface="Arvo"/>
                  <a:sym typeface="Arvo"/>
                </a:rPr>
                <a:t>ViewModel</a:t>
              </a:r>
              <a:endParaRPr b="1" i="1" sz="1100">
                <a:latin typeface="Arvo"/>
                <a:ea typeface="Arvo"/>
                <a:cs typeface="Arvo"/>
                <a:sym typeface="Arvo"/>
              </a:endParaRPr>
            </a:p>
          </p:txBody>
        </p:sp>
        <p:cxnSp>
          <p:nvCxnSpPr>
            <p:cNvPr id="4377" name="Google Shape;4377;p77"/>
            <p:cNvCxnSpPr/>
            <p:nvPr/>
          </p:nvCxnSpPr>
          <p:spPr>
            <a:xfrm>
              <a:off x="323600" y="1236086"/>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4378" name="Google Shape;4378;p77"/>
            <p:cNvCxnSpPr/>
            <p:nvPr/>
          </p:nvCxnSpPr>
          <p:spPr>
            <a:xfrm>
              <a:off x="328511" y="1240955"/>
              <a:ext cx="205800" cy="0"/>
            </a:xfrm>
            <a:prstGeom prst="straightConnector1">
              <a:avLst/>
            </a:prstGeom>
            <a:noFill/>
            <a:ln cap="flat" cmpd="sng" w="9525">
              <a:solidFill>
                <a:srgbClr val="B7B7B7"/>
              </a:solidFill>
              <a:prstDash val="solid"/>
              <a:round/>
              <a:headEnd len="med" w="med" type="none"/>
              <a:tailEnd len="med" w="med" type="none"/>
            </a:ln>
          </p:spPr>
        </p:cxnSp>
        <p:cxnSp>
          <p:nvCxnSpPr>
            <p:cNvPr id="4379" name="Google Shape;4379;p77"/>
            <p:cNvCxnSpPr/>
            <p:nvPr/>
          </p:nvCxnSpPr>
          <p:spPr>
            <a:xfrm>
              <a:off x="2394099" y="1236086"/>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4380" name="Google Shape;4380;p77"/>
            <p:cNvCxnSpPr/>
            <p:nvPr/>
          </p:nvCxnSpPr>
          <p:spPr>
            <a:xfrm>
              <a:off x="2183133" y="1240955"/>
              <a:ext cx="205800" cy="0"/>
            </a:xfrm>
            <a:prstGeom prst="straightConnector1">
              <a:avLst/>
            </a:prstGeom>
            <a:noFill/>
            <a:ln cap="flat" cmpd="sng" w="9525">
              <a:solidFill>
                <a:srgbClr val="B7B7B7"/>
              </a:solidFill>
              <a:prstDash val="solid"/>
              <a:round/>
              <a:headEnd len="med" w="med" type="none"/>
              <a:tailEnd len="med" w="med" type="none"/>
            </a:ln>
          </p:spPr>
        </p:cxnSp>
        <p:cxnSp>
          <p:nvCxnSpPr>
            <p:cNvPr id="4381" name="Google Shape;4381;p77"/>
            <p:cNvCxnSpPr/>
            <p:nvPr/>
          </p:nvCxnSpPr>
          <p:spPr>
            <a:xfrm>
              <a:off x="323600" y="3363822"/>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4382" name="Google Shape;4382;p77"/>
            <p:cNvCxnSpPr/>
            <p:nvPr/>
          </p:nvCxnSpPr>
          <p:spPr>
            <a:xfrm>
              <a:off x="328511" y="3569394"/>
              <a:ext cx="205800" cy="0"/>
            </a:xfrm>
            <a:prstGeom prst="straightConnector1">
              <a:avLst/>
            </a:prstGeom>
            <a:noFill/>
            <a:ln cap="flat" cmpd="sng" w="9525">
              <a:solidFill>
                <a:srgbClr val="B7B7B7"/>
              </a:solidFill>
              <a:prstDash val="solid"/>
              <a:round/>
              <a:headEnd len="med" w="med" type="none"/>
              <a:tailEnd len="med" w="med" type="none"/>
            </a:ln>
          </p:spPr>
        </p:cxnSp>
        <p:cxnSp>
          <p:nvCxnSpPr>
            <p:cNvPr id="4383" name="Google Shape;4383;p77"/>
            <p:cNvCxnSpPr/>
            <p:nvPr/>
          </p:nvCxnSpPr>
          <p:spPr>
            <a:xfrm>
              <a:off x="2394099" y="3363822"/>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4384" name="Google Shape;4384;p77"/>
            <p:cNvCxnSpPr/>
            <p:nvPr/>
          </p:nvCxnSpPr>
          <p:spPr>
            <a:xfrm>
              <a:off x="2183505" y="3569394"/>
              <a:ext cx="205800" cy="0"/>
            </a:xfrm>
            <a:prstGeom prst="straightConnector1">
              <a:avLst/>
            </a:prstGeom>
            <a:noFill/>
            <a:ln cap="flat" cmpd="sng" w="9525">
              <a:solidFill>
                <a:srgbClr val="B7B7B7"/>
              </a:solidFill>
              <a:prstDash val="solid"/>
              <a:round/>
              <a:headEnd len="med" w="med" type="none"/>
              <a:tailEnd len="med" w="med" type="none"/>
            </a:ln>
          </p:spPr>
        </p:cxnSp>
      </p:grpSp>
      <p:sp>
        <p:nvSpPr>
          <p:cNvPr id="4385" name="Google Shape;4385;p77"/>
          <p:cNvSpPr txBox="1"/>
          <p:nvPr>
            <p:ph idx="1" type="body"/>
          </p:nvPr>
        </p:nvSpPr>
        <p:spPr>
          <a:xfrm>
            <a:off x="641150" y="612125"/>
            <a:ext cx="1770300" cy="160500"/>
          </a:xfrm>
          <a:prstGeom prst="rect">
            <a:avLst/>
          </a:prstGeom>
          <a:noFill/>
          <a:ln>
            <a:noFill/>
          </a:ln>
        </p:spPr>
        <p:txBody>
          <a:bodyPr anchorCtr="0" anchor="t" bIns="0" lIns="0" spcFirstLastPara="1" rIns="0" wrap="square" tIns="0">
            <a:noAutofit/>
          </a:bodyPr>
          <a:lstStyle>
            <a:lvl1pPr indent="-292100" lvl="0" marL="457200" algn="ctr">
              <a:spcBef>
                <a:spcPts val="0"/>
              </a:spcBef>
              <a:spcAft>
                <a:spcPts val="0"/>
              </a:spcAft>
              <a:buClr>
                <a:srgbClr val="FFFFFF"/>
              </a:buClr>
              <a:buSzPts val="1000"/>
              <a:buChar char="●"/>
              <a:defRPr sz="1000">
                <a:solidFill>
                  <a:srgbClr val="FFFFFF"/>
                </a:solidFill>
              </a:defRPr>
            </a:lvl1pPr>
            <a:lvl2pPr indent="-292100" lvl="1" marL="914400" algn="ctr">
              <a:spcBef>
                <a:spcPts val="0"/>
              </a:spcBef>
              <a:spcAft>
                <a:spcPts val="0"/>
              </a:spcAft>
              <a:buClr>
                <a:srgbClr val="FFFFFF"/>
              </a:buClr>
              <a:buSzPts val="1000"/>
              <a:buChar char="○"/>
              <a:defRPr sz="1000">
                <a:solidFill>
                  <a:srgbClr val="FFFFFF"/>
                </a:solidFill>
              </a:defRPr>
            </a:lvl2pPr>
            <a:lvl3pPr indent="-292100" lvl="2" marL="1371600" algn="ctr">
              <a:spcBef>
                <a:spcPts val="0"/>
              </a:spcBef>
              <a:spcAft>
                <a:spcPts val="0"/>
              </a:spcAft>
              <a:buClr>
                <a:srgbClr val="FFFFFF"/>
              </a:buClr>
              <a:buSzPts val="1000"/>
              <a:buChar char="■"/>
              <a:defRPr sz="1000">
                <a:solidFill>
                  <a:srgbClr val="FFFFFF"/>
                </a:solidFill>
              </a:defRPr>
            </a:lvl3pPr>
            <a:lvl4pPr indent="-292100" lvl="3" marL="1828800" algn="ctr">
              <a:spcBef>
                <a:spcPts val="0"/>
              </a:spcBef>
              <a:spcAft>
                <a:spcPts val="0"/>
              </a:spcAft>
              <a:buClr>
                <a:srgbClr val="FFFFFF"/>
              </a:buClr>
              <a:buSzPts val="1000"/>
              <a:buChar char="●"/>
              <a:defRPr sz="1000">
                <a:solidFill>
                  <a:srgbClr val="FFFFFF"/>
                </a:solidFill>
              </a:defRPr>
            </a:lvl4pPr>
            <a:lvl5pPr indent="-292100" lvl="4" marL="2286000" algn="ctr">
              <a:spcBef>
                <a:spcPts val="0"/>
              </a:spcBef>
              <a:spcAft>
                <a:spcPts val="0"/>
              </a:spcAft>
              <a:buClr>
                <a:srgbClr val="FFFFFF"/>
              </a:buClr>
              <a:buSzPts val="1000"/>
              <a:buChar char="○"/>
              <a:defRPr sz="1000">
                <a:solidFill>
                  <a:srgbClr val="FFFFFF"/>
                </a:solidFill>
              </a:defRPr>
            </a:lvl5pPr>
            <a:lvl6pPr indent="-292100" lvl="5" marL="2743200" algn="ctr">
              <a:spcBef>
                <a:spcPts val="0"/>
              </a:spcBef>
              <a:spcAft>
                <a:spcPts val="0"/>
              </a:spcAft>
              <a:buClr>
                <a:srgbClr val="FFFFFF"/>
              </a:buClr>
              <a:buSzPts val="1000"/>
              <a:buChar char="■"/>
              <a:defRPr sz="1000">
                <a:solidFill>
                  <a:srgbClr val="FFFFFF"/>
                </a:solidFill>
              </a:defRPr>
            </a:lvl6pPr>
            <a:lvl7pPr indent="-292100" lvl="6" marL="3200400" algn="ctr">
              <a:spcBef>
                <a:spcPts val="0"/>
              </a:spcBef>
              <a:spcAft>
                <a:spcPts val="0"/>
              </a:spcAft>
              <a:buClr>
                <a:srgbClr val="FFFFFF"/>
              </a:buClr>
              <a:buSzPts val="1000"/>
              <a:buChar char="●"/>
              <a:defRPr sz="1000">
                <a:solidFill>
                  <a:srgbClr val="FFFFFF"/>
                </a:solidFill>
              </a:defRPr>
            </a:lvl7pPr>
            <a:lvl8pPr indent="-292100" lvl="7" marL="3657600" algn="ctr">
              <a:spcBef>
                <a:spcPts val="0"/>
              </a:spcBef>
              <a:spcAft>
                <a:spcPts val="0"/>
              </a:spcAft>
              <a:buClr>
                <a:srgbClr val="FFFFFF"/>
              </a:buClr>
              <a:buSzPts val="1000"/>
              <a:buChar char="○"/>
              <a:defRPr sz="1000">
                <a:solidFill>
                  <a:srgbClr val="FFFFFF"/>
                </a:solidFill>
              </a:defRPr>
            </a:lvl8pPr>
            <a:lvl9pPr indent="-292100" lvl="8" marL="4114800" algn="ctr">
              <a:spcBef>
                <a:spcPts val="0"/>
              </a:spcBef>
              <a:spcAft>
                <a:spcPts val="0"/>
              </a:spcAft>
              <a:buClr>
                <a:srgbClr val="FFFFFF"/>
              </a:buClr>
              <a:buSzPts val="1000"/>
              <a:buChar char="■"/>
              <a:defRPr sz="1000">
                <a:solidFill>
                  <a:srgbClr val="FFFFFF"/>
                </a:solidFill>
              </a:defRPr>
            </a:lvl9pPr>
          </a:lstStyle>
          <a:p/>
        </p:txBody>
      </p:sp>
      <p:sp>
        <p:nvSpPr>
          <p:cNvPr id="4386" name="Google Shape;4386;p77"/>
          <p:cNvSpPr txBox="1"/>
          <p:nvPr/>
        </p:nvSpPr>
        <p:spPr>
          <a:xfrm>
            <a:off x="84825" y="598125"/>
            <a:ext cx="595500" cy="205800"/>
          </a:xfrm>
          <a:prstGeom prst="rect">
            <a:avLst/>
          </a:prstGeom>
          <a:noFill/>
          <a:ln>
            <a:noFill/>
          </a:ln>
        </p:spPr>
        <p:txBody>
          <a:bodyPr anchorCtr="0" anchor="t" bIns="18000" lIns="18000" spcFirstLastPara="1" rIns="18000" wrap="square" tIns="18000">
            <a:spAutoFit/>
          </a:bodyPr>
          <a:lstStyle/>
          <a:p>
            <a:pPr indent="0" lvl="0" marL="0" rtl="0" algn="l">
              <a:spcBef>
                <a:spcPts val="0"/>
              </a:spcBef>
              <a:spcAft>
                <a:spcPts val="0"/>
              </a:spcAft>
              <a:buNone/>
            </a:pPr>
            <a:r>
              <a:rPr lang="es-419" sz="1100">
                <a:solidFill>
                  <a:srgbClr val="FFFFFF"/>
                </a:solidFill>
              </a:rPr>
              <a:t>Nombre:</a:t>
            </a:r>
            <a:endParaRPr sz="1100">
              <a:solidFill>
                <a:srgbClr val="FFFFFF"/>
              </a:solidFill>
            </a:endParaRPr>
          </a:p>
        </p:txBody>
      </p:sp>
    </p:spTree>
  </p:cSld>
  <p:clrMapOvr>
    <a:masterClrMapping/>
  </p:clrMapOvr>
</p:sldLayout>
</file>

<file path=ppt/slideLayouts/slideLayout7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6.6 Diagrama de Comunicación entre Clases">
  <p:cSld name="TITLE_3_6_1_1_1_1_1_1_1_1_1_1_1_1_1_1_1_1_1_1_1_1_1_1_1_1_1_1_1_1_1">
    <p:spTree>
      <p:nvGrpSpPr>
        <p:cNvPr id="4387" name="Shape 4387"/>
        <p:cNvGrpSpPr/>
        <p:nvPr/>
      </p:nvGrpSpPr>
      <p:grpSpPr>
        <a:xfrm>
          <a:off x="0" y="0"/>
          <a:ext cx="0" cy="0"/>
          <a:chOff x="0" y="0"/>
          <a:chExt cx="0" cy="0"/>
        </a:xfrm>
      </p:grpSpPr>
      <p:sp>
        <p:nvSpPr>
          <p:cNvPr id="4388" name="Google Shape;4388;p78"/>
          <p:cNvSpPr/>
          <p:nvPr/>
        </p:nvSpPr>
        <p:spPr>
          <a:xfrm>
            <a:off x="97888" y="377012"/>
            <a:ext cx="9893400" cy="296700"/>
          </a:xfrm>
          <a:prstGeom prst="roundRect">
            <a:avLst>
              <a:gd fmla="val 22902" name="adj"/>
            </a:avLst>
          </a:prstGeom>
          <a:solidFill>
            <a:srgbClr val="F3F3F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4389" name="Google Shape;4389;p78"/>
          <p:cNvSpPr/>
          <p:nvPr/>
        </p:nvSpPr>
        <p:spPr>
          <a:xfrm>
            <a:off x="77688" y="358938"/>
            <a:ext cx="9935700" cy="6438000"/>
          </a:xfrm>
          <a:prstGeom prst="roundRect">
            <a:avLst>
              <a:gd fmla="val 2618" name="adj"/>
            </a:avLst>
          </a:prstGeom>
          <a:solidFill>
            <a:srgbClr val="FFFFFF"/>
          </a:solidFill>
          <a:ln cap="flat" cmpd="sng" w="38100">
            <a:solidFill>
              <a:srgbClr val="000000"/>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390" name="Google Shape;4390;p78"/>
          <p:cNvCxnSpPr/>
          <p:nvPr/>
        </p:nvCxnSpPr>
        <p:spPr>
          <a:xfrm>
            <a:off x="77688" y="772614"/>
            <a:ext cx="9935700" cy="0"/>
          </a:xfrm>
          <a:prstGeom prst="straightConnector1">
            <a:avLst/>
          </a:prstGeom>
          <a:noFill/>
          <a:ln cap="flat" cmpd="sng" w="19050">
            <a:solidFill>
              <a:srgbClr val="000000"/>
            </a:solidFill>
            <a:prstDash val="solid"/>
            <a:round/>
            <a:headEnd len="med" w="med" type="none"/>
            <a:tailEnd len="med" w="med" type="none"/>
          </a:ln>
        </p:spPr>
      </p:cxnSp>
      <p:sp>
        <p:nvSpPr>
          <p:cNvPr id="4391" name="Google Shape;4391;p78"/>
          <p:cNvSpPr/>
          <p:nvPr/>
        </p:nvSpPr>
        <p:spPr>
          <a:xfrm>
            <a:off x="77699" y="349350"/>
            <a:ext cx="3562500" cy="421200"/>
          </a:xfrm>
          <a:prstGeom prst="roundRect">
            <a:avLst>
              <a:gd fmla="val 50000" name="adj"/>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s-419" sz="1200">
                <a:solidFill>
                  <a:srgbClr val="FFFFFF"/>
                </a:solidFill>
              </a:rPr>
              <a:t>Diagrama de Comunicación entre Clases</a:t>
            </a:r>
            <a:endParaRPr b="1" sz="1200">
              <a:solidFill>
                <a:srgbClr val="FFFFFF"/>
              </a:solidFill>
            </a:endParaRPr>
          </a:p>
          <a:p>
            <a:pPr indent="0" lvl="0" marL="0" rtl="0" algn="ctr">
              <a:spcBef>
                <a:spcPts val="0"/>
              </a:spcBef>
              <a:spcAft>
                <a:spcPts val="0"/>
              </a:spcAft>
              <a:buNone/>
            </a:pPr>
            <a:r>
              <a:t/>
            </a:r>
            <a:endParaRPr b="1" sz="1200">
              <a:solidFill>
                <a:srgbClr val="FFFFFF"/>
              </a:solidFill>
            </a:endParaRPr>
          </a:p>
        </p:txBody>
      </p:sp>
      <p:sp>
        <p:nvSpPr>
          <p:cNvPr id="4392" name="Google Shape;4392;p78"/>
          <p:cNvSpPr/>
          <p:nvPr/>
        </p:nvSpPr>
        <p:spPr>
          <a:xfrm>
            <a:off x="83988" y="595504"/>
            <a:ext cx="190200" cy="1692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3" name="Google Shape;4393;p78"/>
          <p:cNvSpPr/>
          <p:nvPr/>
        </p:nvSpPr>
        <p:spPr>
          <a:xfrm>
            <a:off x="3512734" y="358938"/>
            <a:ext cx="146700" cy="4023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4" name="Google Shape;4394;p78"/>
          <p:cNvSpPr txBox="1"/>
          <p:nvPr/>
        </p:nvSpPr>
        <p:spPr>
          <a:xfrm>
            <a:off x="3725362" y="387675"/>
            <a:ext cx="17055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Caso de Uso de Sistema:</a:t>
            </a:r>
            <a:endParaRPr b="1" sz="1100"/>
          </a:p>
        </p:txBody>
      </p:sp>
      <p:sp>
        <p:nvSpPr>
          <p:cNvPr id="4395" name="Google Shape;4395;p78"/>
          <p:cNvSpPr txBox="1"/>
          <p:nvPr/>
        </p:nvSpPr>
        <p:spPr>
          <a:xfrm>
            <a:off x="3725357" y="579550"/>
            <a:ext cx="6846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Finalidad:</a:t>
            </a:r>
            <a:endParaRPr b="1" sz="1100"/>
          </a:p>
        </p:txBody>
      </p:sp>
      <p:sp>
        <p:nvSpPr>
          <p:cNvPr id="4396" name="Google Shape;4396;p78"/>
          <p:cNvSpPr txBox="1"/>
          <p:nvPr>
            <p:ph type="title"/>
          </p:nvPr>
        </p:nvSpPr>
        <p:spPr>
          <a:xfrm flipH="1">
            <a:off x="5454575" y="387675"/>
            <a:ext cx="4434000" cy="1692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000"/>
              <a:buNone/>
              <a:defRPr sz="1000">
                <a:solidFill>
                  <a:srgbClr val="000000"/>
                </a:solidFill>
              </a:defRPr>
            </a:lvl1pPr>
            <a:lvl2pPr lvl="1">
              <a:spcBef>
                <a:spcPts val="0"/>
              </a:spcBef>
              <a:spcAft>
                <a:spcPts val="0"/>
              </a:spcAft>
              <a:buClr>
                <a:srgbClr val="000000"/>
              </a:buClr>
              <a:buSzPts val="1000"/>
              <a:buNone/>
              <a:defRPr sz="1000">
                <a:solidFill>
                  <a:srgbClr val="000000"/>
                </a:solidFill>
              </a:defRPr>
            </a:lvl2pPr>
            <a:lvl3pPr lvl="2">
              <a:spcBef>
                <a:spcPts val="0"/>
              </a:spcBef>
              <a:spcAft>
                <a:spcPts val="0"/>
              </a:spcAft>
              <a:buClr>
                <a:srgbClr val="000000"/>
              </a:buClr>
              <a:buSzPts val="1000"/>
              <a:buNone/>
              <a:defRPr sz="1000">
                <a:solidFill>
                  <a:srgbClr val="000000"/>
                </a:solidFill>
              </a:defRPr>
            </a:lvl3pPr>
            <a:lvl4pPr lvl="3">
              <a:spcBef>
                <a:spcPts val="0"/>
              </a:spcBef>
              <a:spcAft>
                <a:spcPts val="0"/>
              </a:spcAft>
              <a:buClr>
                <a:srgbClr val="000000"/>
              </a:buClr>
              <a:buSzPts val="1000"/>
              <a:buNone/>
              <a:defRPr sz="1000">
                <a:solidFill>
                  <a:srgbClr val="000000"/>
                </a:solidFill>
              </a:defRPr>
            </a:lvl4pPr>
            <a:lvl5pPr lvl="4">
              <a:spcBef>
                <a:spcPts val="0"/>
              </a:spcBef>
              <a:spcAft>
                <a:spcPts val="0"/>
              </a:spcAft>
              <a:buClr>
                <a:srgbClr val="000000"/>
              </a:buClr>
              <a:buSzPts val="1000"/>
              <a:buNone/>
              <a:defRPr sz="1000">
                <a:solidFill>
                  <a:srgbClr val="000000"/>
                </a:solidFill>
              </a:defRPr>
            </a:lvl5pPr>
            <a:lvl6pPr lvl="5">
              <a:spcBef>
                <a:spcPts val="0"/>
              </a:spcBef>
              <a:spcAft>
                <a:spcPts val="0"/>
              </a:spcAft>
              <a:buClr>
                <a:srgbClr val="000000"/>
              </a:buClr>
              <a:buSzPts val="1000"/>
              <a:buNone/>
              <a:defRPr sz="1000">
                <a:solidFill>
                  <a:srgbClr val="000000"/>
                </a:solidFill>
              </a:defRPr>
            </a:lvl6pPr>
            <a:lvl7pPr lvl="6">
              <a:spcBef>
                <a:spcPts val="0"/>
              </a:spcBef>
              <a:spcAft>
                <a:spcPts val="0"/>
              </a:spcAft>
              <a:buClr>
                <a:srgbClr val="000000"/>
              </a:buClr>
              <a:buSzPts val="1000"/>
              <a:buNone/>
              <a:defRPr sz="1000">
                <a:solidFill>
                  <a:srgbClr val="000000"/>
                </a:solidFill>
              </a:defRPr>
            </a:lvl7pPr>
            <a:lvl8pPr lvl="7">
              <a:spcBef>
                <a:spcPts val="0"/>
              </a:spcBef>
              <a:spcAft>
                <a:spcPts val="0"/>
              </a:spcAft>
              <a:buClr>
                <a:srgbClr val="000000"/>
              </a:buClr>
              <a:buSzPts val="1000"/>
              <a:buNone/>
              <a:defRPr sz="1000">
                <a:solidFill>
                  <a:srgbClr val="000000"/>
                </a:solidFill>
              </a:defRPr>
            </a:lvl8pPr>
            <a:lvl9pPr lvl="8">
              <a:spcBef>
                <a:spcPts val="0"/>
              </a:spcBef>
              <a:spcAft>
                <a:spcPts val="0"/>
              </a:spcAft>
              <a:buClr>
                <a:srgbClr val="000000"/>
              </a:buClr>
              <a:buSzPts val="1000"/>
              <a:buNone/>
              <a:defRPr sz="1000">
                <a:solidFill>
                  <a:srgbClr val="000000"/>
                </a:solidFill>
              </a:defRPr>
            </a:lvl9pPr>
          </a:lstStyle>
          <a:p/>
        </p:txBody>
      </p:sp>
      <p:sp>
        <p:nvSpPr>
          <p:cNvPr id="4397" name="Google Shape;4397;p78"/>
          <p:cNvSpPr txBox="1"/>
          <p:nvPr>
            <p:ph idx="2" type="title"/>
          </p:nvPr>
        </p:nvSpPr>
        <p:spPr>
          <a:xfrm flipH="1">
            <a:off x="5454575" y="579550"/>
            <a:ext cx="4434000" cy="1692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000"/>
              <a:buNone/>
              <a:defRPr sz="1000">
                <a:solidFill>
                  <a:srgbClr val="000000"/>
                </a:solidFill>
              </a:defRPr>
            </a:lvl1pPr>
            <a:lvl2pPr lvl="1">
              <a:spcBef>
                <a:spcPts val="0"/>
              </a:spcBef>
              <a:spcAft>
                <a:spcPts val="0"/>
              </a:spcAft>
              <a:buClr>
                <a:srgbClr val="000000"/>
              </a:buClr>
              <a:buSzPts val="1000"/>
              <a:buNone/>
              <a:defRPr sz="1000">
                <a:solidFill>
                  <a:srgbClr val="000000"/>
                </a:solidFill>
              </a:defRPr>
            </a:lvl2pPr>
            <a:lvl3pPr lvl="2">
              <a:spcBef>
                <a:spcPts val="0"/>
              </a:spcBef>
              <a:spcAft>
                <a:spcPts val="0"/>
              </a:spcAft>
              <a:buClr>
                <a:srgbClr val="000000"/>
              </a:buClr>
              <a:buSzPts val="1000"/>
              <a:buNone/>
              <a:defRPr sz="1000">
                <a:solidFill>
                  <a:srgbClr val="000000"/>
                </a:solidFill>
              </a:defRPr>
            </a:lvl3pPr>
            <a:lvl4pPr lvl="3">
              <a:spcBef>
                <a:spcPts val="0"/>
              </a:spcBef>
              <a:spcAft>
                <a:spcPts val="0"/>
              </a:spcAft>
              <a:buClr>
                <a:srgbClr val="000000"/>
              </a:buClr>
              <a:buSzPts val="1000"/>
              <a:buNone/>
              <a:defRPr sz="1000">
                <a:solidFill>
                  <a:srgbClr val="000000"/>
                </a:solidFill>
              </a:defRPr>
            </a:lvl4pPr>
            <a:lvl5pPr lvl="4">
              <a:spcBef>
                <a:spcPts val="0"/>
              </a:spcBef>
              <a:spcAft>
                <a:spcPts val="0"/>
              </a:spcAft>
              <a:buClr>
                <a:srgbClr val="000000"/>
              </a:buClr>
              <a:buSzPts val="1000"/>
              <a:buNone/>
              <a:defRPr sz="1000">
                <a:solidFill>
                  <a:srgbClr val="000000"/>
                </a:solidFill>
              </a:defRPr>
            </a:lvl5pPr>
            <a:lvl6pPr lvl="5">
              <a:spcBef>
                <a:spcPts val="0"/>
              </a:spcBef>
              <a:spcAft>
                <a:spcPts val="0"/>
              </a:spcAft>
              <a:buClr>
                <a:srgbClr val="000000"/>
              </a:buClr>
              <a:buSzPts val="1000"/>
              <a:buNone/>
              <a:defRPr sz="1000">
                <a:solidFill>
                  <a:srgbClr val="000000"/>
                </a:solidFill>
              </a:defRPr>
            </a:lvl6pPr>
            <a:lvl7pPr lvl="6">
              <a:spcBef>
                <a:spcPts val="0"/>
              </a:spcBef>
              <a:spcAft>
                <a:spcPts val="0"/>
              </a:spcAft>
              <a:buClr>
                <a:srgbClr val="000000"/>
              </a:buClr>
              <a:buSzPts val="1000"/>
              <a:buNone/>
              <a:defRPr sz="1000">
                <a:solidFill>
                  <a:srgbClr val="000000"/>
                </a:solidFill>
              </a:defRPr>
            </a:lvl7pPr>
            <a:lvl8pPr lvl="7">
              <a:spcBef>
                <a:spcPts val="0"/>
              </a:spcBef>
              <a:spcAft>
                <a:spcPts val="0"/>
              </a:spcAft>
              <a:buClr>
                <a:srgbClr val="000000"/>
              </a:buClr>
              <a:buSzPts val="1000"/>
              <a:buNone/>
              <a:defRPr sz="1000">
                <a:solidFill>
                  <a:srgbClr val="000000"/>
                </a:solidFill>
              </a:defRPr>
            </a:lvl8pPr>
            <a:lvl9pPr lvl="8">
              <a:spcBef>
                <a:spcPts val="0"/>
              </a:spcBef>
              <a:spcAft>
                <a:spcPts val="0"/>
              </a:spcAft>
              <a:buClr>
                <a:srgbClr val="000000"/>
              </a:buClr>
              <a:buSzPts val="1000"/>
              <a:buNone/>
              <a:defRPr sz="1000">
                <a:solidFill>
                  <a:srgbClr val="000000"/>
                </a:solidFill>
              </a:defRPr>
            </a:lvl9pPr>
          </a:lstStyle>
          <a:p/>
        </p:txBody>
      </p:sp>
      <p:sp>
        <p:nvSpPr>
          <p:cNvPr id="4398" name="Google Shape;4398;p78"/>
          <p:cNvSpPr txBox="1"/>
          <p:nvPr>
            <p:ph idx="1" type="body"/>
          </p:nvPr>
        </p:nvSpPr>
        <p:spPr>
          <a:xfrm>
            <a:off x="641150" y="612125"/>
            <a:ext cx="1770300" cy="160500"/>
          </a:xfrm>
          <a:prstGeom prst="rect">
            <a:avLst/>
          </a:prstGeom>
          <a:noFill/>
          <a:ln>
            <a:noFill/>
          </a:ln>
        </p:spPr>
        <p:txBody>
          <a:bodyPr anchorCtr="0" anchor="t" bIns="0" lIns="0" spcFirstLastPara="1" rIns="0" wrap="square" tIns="0">
            <a:noAutofit/>
          </a:bodyPr>
          <a:lstStyle>
            <a:lvl1pPr indent="-292100" lvl="0" marL="457200" algn="ctr">
              <a:spcBef>
                <a:spcPts val="0"/>
              </a:spcBef>
              <a:spcAft>
                <a:spcPts val="0"/>
              </a:spcAft>
              <a:buClr>
                <a:srgbClr val="FFFFFF"/>
              </a:buClr>
              <a:buSzPts val="1000"/>
              <a:buChar char="●"/>
              <a:defRPr sz="1000">
                <a:solidFill>
                  <a:srgbClr val="FFFFFF"/>
                </a:solidFill>
              </a:defRPr>
            </a:lvl1pPr>
            <a:lvl2pPr indent="-292100" lvl="1" marL="914400" algn="ctr">
              <a:spcBef>
                <a:spcPts val="0"/>
              </a:spcBef>
              <a:spcAft>
                <a:spcPts val="0"/>
              </a:spcAft>
              <a:buClr>
                <a:srgbClr val="FFFFFF"/>
              </a:buClr>
              <a:buSzPts val="1000"/>
              <a:buChar char="○"/>
              <a:defRPr sz="1000">
                <a:solidFill>
                  <a:srgbClr val="FFFFFF"/>
                </a:solidFill>
              </a:defRPr>
            </a:lvl2pPr>
            <a:lvl3pPr indent="-292100" lvl="2" marL="1371600" algn="ctr">
              <a:spcBef>
                <a:spcPts val="0"/>
              </a:spcBef>
              <a:spcAft>
                <a:spcPts val="0"/>
              </a:spcAft>
              <a:buClr>
                <a:srgbClr val="FFFFFF"/>
              </a:buClr>
              <a:buSzPts val="1000"/>
              <a:buChar char="■"/>
              <a:defRPr sz="1000">
                <a:solidFill>
                  <a:srgbClr val="FFFFFF"/>
                </a:solidFill>
              </a:defRPr>
            </a:lvl3pPr>
            <a:lvl4pPr indent="-292100" lvl="3" marL="1828800" algn="ctr">
              <a:spcBef>
                <a:spcPts val="0"/>
              </a:spcBef>
              <a:spcAft>
                <a:spcPts val="0"/>
              </a:spcAft>
              <a:buClr>
                <a:srgbClr val="FFFFFF"/>
              </a:buClr>
              <a:buSzPts val="1000"/>
              <a:buChar char="●"/>
              <a:defRPr sz="1000">
                <a:solidFill>
                  <a:srgbClr val="FFFFFF"/>
                </a:solidFill>
              </a:defRPr>
            </a:lvl4pPr>
            <a:lvl5pPr indent="-292100" lvl="4" marL="2286000" algn="ctr">
              <a:spcBef>
                <a:spcPts val="0"/>
              </a:spcBef>
              <a:spcAft>
                <a:spcPts val="0"/>
              </a:spcAft>
              <a:buClr>
                <a:srgbClr val="FFFFFF"/>
              </a:buClr>
              <a:buSzPts val="1000"/>
              <a:buChar char="○"/>
              <a:defRPr sz="1000">
                <a:solidFill>
                  <a:srgbClr val="FFFFFF"/>
                </a:solidFill>
              </a:defRPr>
            </a:lvl5pPr>
            <a:lvl6pPr indent="-292100" lvl="5" marL="2743200" algn="ctr">
              <a:spcBef>
                <a:spcPts val="0"/>
              </a:spcBef>
              <a:spcAft>
                <a:spcPts val="0"/>
              </a:spcAft>
              <a:buClr>
                <a:srgbClr val="FFFFFF"/>
              </a:buClr>
              <a:buSzPts val="1000"/>
              <a:buChar char="■"/>
              <a:defRPr sz="1000">
                <a:solidFill>
                  <a:srgbClr val="FFFFFF"/>
                </a:solidFill>
              </a:defRPr>
            </a:lvl6pPr>
            <a:lvl7pPr indent="-292100" lvl="6" marL="3200400" algn="ctr">
              <a:spcBef>
                <a:spcPts val="0"/>
              </a:spcBef>
              <a:spcAft>
                <a:spcPts val="0"/>
              </a:spcAft>
              <a:buClr>
                <a:srgbClr val="FFFFFF"/>
              </a:buClr>
              <a:buSzPts val="1000"/>
              <a:buChar char="●"/>
              <a:defRPr sz="1000">
                <a:solidFill>
                  <a:srgbClr val="FFFFFF"/>
                </a:solidFill>
              </a:defRPr>
            </a:lvl7pPr>
            <a:lvl8pPr indent="-292100" lvl="7" marL="3657600" algn="ctr">
              <a:spcBef>
                <a:spcPts val="0"/>
              </a:spcBef>
              <a:spcAft>
                <a:spcPts val="0"/>
              </a:spcAft>
              <a:buClr>
                <a:srgbClr val="FFFFFF"/>
              </a:buClr>
              <a:buSzPts val="1000"/>
              <a:buChar char="○"/>
              <a:defRPr sz="1000">
                <a:solidFill>
                  <a:srgbClr val="FFFFFF"/>
                </a:solidFill>
              </a:defRPr>
            </a:lvl8pPr>
            <a:lvl9pPr indent="-292100" lvl="8" marL="4114800" algn="ctr">
              <a:spcBef>
                <a:spcPts val="0"/>
              </a:spcBef>
              <a:spcAft>
                <a:spcPts val="0"/>
              </a:spcAft>
              <a:buClr>
                <a:srgbClr val="FFFFFF"/>
              </a:buClr>
              <a:buSzPts val="1000"/>
              <a:buChar char="■"/>
              <a:defRPr sz="1000">
                <a:solidFill>
                  <a:srgbClr val="FFFFFF"/>
                </a:solidFill>
              </a:defRPr>
            </a:lvl9pPr>
          </a:lstStyle>
          <a:p/>
        </p:txBody>
      </p:sp>
      <p:sp>
        <p:nvSpPr>
          <p:cNvPr id="4399" name="Google Shape;4399;p78"/>
          <p:cNvSpPr txBox="1"/>
          <p:nvPr/>
        </p:nvSpPr>
        <p:spPr>
          <a:xfrm>
            <a:off x="84825" y="598125"/>
            <a:ext cx="595500" cy="205800"/>
          </a:xfrm>
          <a:prstGeom prst="rect">
            <a:avLst/>
          </a:prstGeom>
          <a:noFill/>
          <a:ln>
            <a:noFill/>
          </a:ln>
        </p:spPr>
        <p:txBody>
          <a:bodyPr anchorCtr="0" anchor="t" bIns="18000" lIns="18000" spcFirstLastPara="1" rIns="18000" wrap="square" tIns="18000">
            <a:spAutoFit/>
          </a:bodyPr>
          <a:lstStyle/>
          <a:p>
            <a:pPr indent="0" lvl="0" marL="0" rtl="0" algn="l">
              <a:spcBef>
                <a:spcPts val="0"/>
              </a:spcBef>
              <a:spcAft>
                <a:spcPts val="0"/>
              </a:spcAft>
              <a:buNone/>
            </a:pPr>
            <a:r>
              <a:rPr lang="es-419" sz="1100">
                <a:solidFill>
                  <a:srgbClr val="FFFFFF"/>
                </a:solidFill>
              </a:rPr>
              <a:t>Nombre:</a:t>
            </a:r>
            <a:endParaRPr sz="1100">
              <a:solidFill>
                <a:srgbClr val="FFFFFF"/>
              </a:solidFill>
            </a:endParaRPr>
          </a:p>
        </p:txBody>
      </p:sp>
      <p:sp>
        <p:nvSpPr>
          <p:cNvPr id="4400" name="Google Shape;4400;p78"/>
          <p:cNvSpPr/>
          <p:nvPr/>
        </p:nvSpPr>
        <p:spPr>
          <a:xfrm>
            <a:off x="-2268925" y="760700"/>
            <a:ext cx="1620600" cy="6079200"/>
          </a:xfrm>
          <a:prstGeom prst="roundRect">
            <a:avLst>
              <a:gd fmla="val 5833" name="adj"/>
            </a:avLst>
          </a:prstGeom>
          <a:solidFill>
            <a:srgbClr val="F3F3F3"/>
          </a:solidFill>
          <a:ln cap="flat" cmpd="sng" w="9525">
            <a:solidFill>
              <a:srgbClr val="F3F3F3"/>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t" bIns="54000" lIns="72000" spcFirstLastPara="1" rIns="72000" wrap="square" tIns="54000">
            <a:noAutofit/>
          </a:bodyPr>
          <a:lstStyle/>
          <a:p>
            <a:pPr indent="0" lvl="0" marL="0" rtl="0" algn="ctr">
              <a:spcBef>
                <a:spcPts val="0"/>
              </a:spcBef>
              <a:spcAft>
                <a:spcPts val="0"/>
              </a:spcAft>
              <a:buNone/>
            </a:pPr>
            <a:r>
              <a:rPr i="1" lang="es-419"/>
              <a:t>Paleta</a:t>
            </a:r>
            <a:endParaRPr i="1"/>
          </a:p>
        </p:txBody>
      </p:sp>
    </p:spTree>
  </p:cSld>
  <p:clrMapOvr>
    <a:masterClrMapping/>
  </p:clrMapOvr>
</p:sldLayout>
</file>

<file path=ppt/slideLayouts/slideLayout7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6.8 Validación de Transacción">
  <p:cSld name="TITLE_3_6_1_1_1_1_1_1_1_1_1_1_1_1_1_1_1_1_1_1_1_1_1_1_1_1_1_1_1_1_1_1">
    <p:spTree>
      <p:nvGrpSpPr>
        <p:cNvPr id="4401" name="Shape 4401"/>
        <p:cNvGrpSpPr/>
        <p:nvPr/>
      </p:nvGrpSpPr>
      <p:grpSpPr>
        <a:xfrm>
          <a:off x="0" y="0"/>
          <a:ext cx="0" cy="0"/>
          <a:chOff x="0" y="0"/>
          <a:chExt cx="0" cy="0"/>
        </a:xfrm>
      </p:grpSpPr>
      <p:sp>
        <p:nvSpPr>
          <p:cNvPr id="4402" name="Google Shape;4402;p79"/>
          <p:cNvSpPr/>
          <p:nvPr/>
        </p:nvSpPr>
        <p:spPr>
          <a:xfrm>
            <a:off x="97888" y="377012"/>
            <a:ext cx="9893400" cy="296700"/>
          </a:xfrm>
          <a:prstGeom prst="roundRect">
            <a:avLst>
              <a:gd fmla="val 22902" name="adj"/>
            </a:avLst>
          </a:prstGeom>
          <a:solidFill>
            <a:srgbClr val="F3F3F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4403" name="Google Shape;4403;p79"/>
          <p:cNvSpPr/>
          <p:nvPr/>
        </p:nvSpPr>
        <p:spPr>
          <a:xfrm>
            <a:off x="77688" y="358938"/>
            <a:ext cx="9935700" cy="6438000"/>
          </a:xfrm>
          <a:prstGeom prst="roundRect">
            <a:avLst>
              <a:gd fmla="val 2618" name="adj"/>
            </a:avLst>
          </a:prstGeom>
          <a:solidFill>
            <a:srgbClr val="FFFFFF"/>
          </a:solidFill>
          <a:ln cap="flat" cmpd="sng" w="38100">
            <a:solidFill>
              <a:srgbClr val="000000"/>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404" name="Google Shape;4404;p79"/>
          <p:cNvCxnSpPr/>
          <p:nvPr/>
        </p:nvCxnSpPr>
        <p:spPr>
          <a:xfrm>
            <a:off x="77688" y="772614"/>
            <a:ext cx="9935700" cy="0"/>
          </a:xfrm>
          <a:prstGeom prst="straightConnector1">
            <a:avLst/>
          </a:prstGeom>
          <a:noFill/>
          <a:ln cap="flat" cmpd="sng" w="19050">
            <a:solidFill>
              <a:srgbClr val="000000"/>
            </a:solidFill>
            <a:prstDash val="solid"/>
            <a:round/>
            <a:headEnd len="med" w="med" type="none"/>
            <a:tailEnd len="med" w="med" type="none"/>
          </a:ln>
        </p:spPr>
      </p:cxnSp>
      <p:cxnSp>
        <p:nvCxnSpPr>
          <p:cNvPr id="4405" name="Google Shape;4405;p79"/>
          <p:cNvCxnSpPr/>
          <p:nvPr/>
        </p:nvCxnSpPr>
        <p:spPr>
          <a:xfrm rot="10800000">
            <a:off x="2439038" y="368188"/>
            <a:ext cx="0" cy="402300"/>
          </a:xfrm>
          <a:prstGeom prst="straightConnector1">
            <a:avLst/>
          </a:prstGeom>
          <a:noFill/>
          <a:ln cap="flat" cmpd="sng" w="19050">
            <a:solidFill>
              <a:srgbClr val="000000"/>
            </a:solidFill>
            <a:prstDash val="solid"/>
            <a:round/>
            <a:headEnd len="med" w="med" type="none"/>
            <a:tailEnd len="med" w="med" type="none"/>
          </a:ln>
        </p:spPr>
      </p:cxnSp>
      <p:sp>
        <p:nvSpPr>
          <p:cNvPr id="4406" name="Google Shape;4406;p79"/>
          <p:cNvSpPr/>
          <p:nvPr/>
        </p:nvSpPr>
        <p:spPr>
          <a:xfrm>
            <a:off x="77688" y="349338"/>
            <a:ext cx="2361300" cy="421200"/>
          </a:xfrm>
          <a:prstGeom prst="roundRect">
            <a:avLst>
              <a:gd fmla="val 50000" name="adj"/>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s-419" sz="1200">
                <a:solidFill>
                  <a:srgbClr val="FFFFFF"/>
                </a:solidFill>
              </a:rPr>
              <a:t>Validación de Transacción</a:t>
            </a:r>
            <a:endParaRPr b="1" sz="1200">
              <a:solidFill>
                <a:srgbClr val="FFFFFF"/>
              </a:solidFill>
            </a:endParaRPr>
          </a:p>
          <a:p>
            <a:pPr indent="0" lvl="0" marL="0" rtl="0" algn="ctr">
              <a:spcBef>
                <a:spcPts val="0"/>
              </a:spcBef>
              <a:spcAft>
                <a:spcPts val="0"/>
              </a:spcAft>
              <a:buNone/>
            </a:pPr>
            <a:r>
              <a:t/>
            </a:r>
            <a:endParaRPr b="1" sz="1200">
              <a:solidFill>
                <a:srgbClr val="FFFFFF"/>
              </a:solidFill>
            </a:endParaRPr>
          </a:p>
        </p:txBody>
      </p:sp>
      <p:sp>
        <p:nvSpPr>
          <p:cNvPr id="4407" name="Google Shape;4407;p79"/>
          <p:cNvSpPr/>
          <p:nvPr/>
        </p:nvSpPr>
        <p:spPr>
          <a:xfrm>
            <a:off x="83988" y="595504"/>
            <a:ext cx="190200" cy="1692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8" name="Google Shape;4408;p79"/>
          <p:cNvSpPr/>
          <p:nvPr/>
        </p:nvSpPr>
        <p:spPr>
          <a:xfrm>
            <a:off x="2292338" y="358938"/>
            <a:ext cx="146700" cy="4023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9" name="Google Shape;4409;p79"/>
          <p:cNvSpPr txBox="1"/>
          <p:nvPr/>
        </p:nvSpPr>
        <p:spPr>
          <a:xfrm>
            <a:off x="2524025" y="478997"/>
            <a:ext cx="10467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Formulario :</a:t>
            </a:r>
            <a:endParaRPr b="1" sz="1100"/>
          </a:p>
        </p:txBody>
      </p:sp>
      <p:sp>
        <p:nvSpPr>
          <p:cNvPr id="4410" name="Google Shape;4410;p79"/>
          <p:cNvSpPr txBox="1"/>
          <p:nvPr>
            <p:ph type="title"/>
          </p:nvPr>
        </p:nvSpPr>
        <p:spPr>
          <a:xfrm flipH="1">
            <a:off x="3415475" y="433336"/>
            <a:ext cx="6473100" cy="2658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000"/>
              <a:buNone/>
              <a:defRPr sz="1000">
                <a:solidFill>
                  <a:srgbClr val="000000"/>
                </a:solidFill>
              </a:defRPr>
            </a:lvl1pPr>
            <a:lvl2pPr lvl="1">
              <a:spcBef>
                <a:spcPts val="0"/>
              </a:spcBef>
              <a:spcAft>
                <a:spcPts val="0"/>
              </a:spcAft>
              <a:buClr>
                <a:srgbClr val="000000"/>
              </a:buClr>
              <a:buSzPts val="1000"/>
              <a:buNone/>
              <a:defRPr sz="1000">
                <a:solidFill>
                  <a:srgbClr val="000000"/>
                </a:solidFill>
              </a:defRPr>
            </a:lvl2pPr>
            <a:lvl3pPr lvl="2">
              <a:spcBef>
                <a:spcPts val="0"/>
              </a:spcBef>
              <a:spcAft>
                <a:spcPts val="0"/>
              </a:spcAft>
              <a:buClr>
                <a:srgbClr val="000000"/>
              </a:buClr>
              <a:buSzPts val="1000"/>
              <a:buNone/>
              <a:defRPr sz="1000">
                <a:solidFill>
                  <a:srgbClr val="000000"/>
                </a:solidFill>
              </a:defRPr>
            </a:lvl3pPr>
            <a:lvl4pPr lvl="3">
              <a:spcBef>
                <a:spcPts val="0"/>
              </a:spcBef>
              <a:spcAft>
                <a:spcPts val="0"/>
              </a:spcAft>
              <a:buClr>
                <a:srgbClr val="000000"/>
              </a:buClr>
              <a:buSzPts val="1000"/>
              <a:buNone/>
              <a:defRPr sz="1000">
                <a:solidFill>
                  <a:srgbClr val="000000"/>
                </a:solidFill>
              </a:defRPr>
            </a:lvl4pPr>
            <a:lvl5pPr lvl="4">
              <a:spcBef>
                <a:spcPts val="0"/>
              </a:spcBef>
              <a:spcAft>
                <a:spcPts val="0"/>
              </a:spcAft>
              <a:buClr>
                <a:srgbClr val="000000"/>
              </a:buClr>
              <a:buSzPts val="1000"/>
              <a:buNone/>
              <a:defRPr sz="1000">
                <a:solidFill>
                  <a:srgbClr val="000000"/>
                </a:solidFill>
              </a:defRPr>
            </a:lvl5pPr>
            <a:lvl6pPr lvl="5">
              <a:spcBef>
                <a:spcPts val="0"/>
              </a:spcBef>
              <a:spcAft>
                <a:spcPts val="0"/>
              </a:spcAft>
              <a:buClr>
                <a:srgbClr val="000000"/>
              </a:buClr>
              <a:buSzPts val="1000"/>
              <a:buNone/>
              <a:defRPr sz="1000">
                <a:solidFill>
                  <a:srgbClr val="000000"/>
                </a:solidFill>
              </a:defRPr>
            </a:lvl6pPr>
            <a:lvl7pPr lvl="6">
              <a:spcBef>
                <a:spcPts val="0"/>
              </a:spcBef>
              <a:spcAft>
                <a:spcPts val="0"/>
              </a:spcAft>
              <a:buClr>
                <a:srgbClr val="000000"/>
              </a:buClr>
              <a:buSzPts val="1000"/>
              <a:buNone/>
              <a:defRPr sz="1000">
                <a:solidFill>
                  <a:srgbClr val="000000"/>
                </a:solidFill>
              </a:defRPr>
            </a:lvl7pPr>
            <a:lvl8pPr lvl="7">
              <a:spcBef>
                <a:spcPts val="0"/>
              </a:spcBef>
              <a:spcAft>
                <a:spcPts val="0"/>
              </a:spcAft>
              <a:buClr>
                <a:srgbClr val="000000"/>
              </a:buClr>
              <a:buSzPts val="1000"/>
              <a:buNone/>
              <a:defRPr sz="1000">
                <a:solidFill>
                  <a:srgbClr val="000000"/>
                </a:solidFill>
              </a:defRPr>
            </a:lvl8pPr>
            <a:lvl9pPr lvl="8">
              <a:spcBef>
                <a:spcPts val="0"/>
              </a:spcBef>
              <a:spcAft>
                <a:spcPts val="0"/>
              </a:spcAft>
              <a:buClr>
                <a:srgbClr val="000000"/>
              </a:buClr>
              <a:buSzPts val="1000"/>
              <a:buNone/>
              <a:defRPr sz="1000">
                <a:solidFill>
                  <a:srgbClr val="000000"/>
                </a:solidFill>
              </a:defRPr>
            </a:lvl9pPr>
          </a:lstStyle>
          <a:p/>
        </p:txBody>
      </p:sp>
      <p:sp>
        <p:nvSpPr>
          <p:cNvPr id="4411" name="Google Shape;4411;p79"/>
          <p:cNvSpPr txBox="1"/>
          <p:nvPr>
            <p:ph idx="1" type="body"/>
          </p:nvPr>
        </p:nvSpPr>
        <p:spPr>
          <a:xfrm>
            <a:off x="641150" y="612125"/>
            <a:ext cx="1770300" cy="160500"/>
          </a:xfrm>
          <a:prstGeom prst="rect">
            <a:avLst/>
          </a:prstGeom>
          <a:noFill/>
          <a:ln>
            <a:noFill/>
          </a:ln>
        </p:spPr>
        <p:txBody>
          <a:bodyPr anchorCtr="0" anchor="t" bIns="0" lIns="0" spcFirstLastPara="1" rIns="0" wrap="square" tIns="0">
            <a:noAutofit/>
          </a:bodyPr>
          <a:lstStyle>
            <a:lvl1pPr indent="-292100" lvl="0" marL="457200" algn="ctr">
              <a:spcBef>
                <a:spcPts val="0"/>
              </a:spcBef>
              <a:spcAft>
                <a:spcPts val="0"/>
              </a:spcAft>
              <a:buClr>
                <a:srgbClr val="FFFFFF"/>
              </a:buClr>
              <a:buSzPts val="1000"/>
              <a:buChar char="●"/>
              <a:defRPr sz="1000">
                <a:solidFill>
                  <a:srgbClr val="FFFFFF"/>
                </a:solidFill>
              </a:defRPr>
            </a:lvl1pPr>
            <a:lvl2pPr indent="-292100" lvl="1" marL="914400" algn="ctr">
              <a:spcBef>
                <a:spcPts val="0"/>
              </a:spcBef>
              <a:spcAft>
                <a:spcPts val="0"/>
              </a:spcAft>
              <a:buClr>
                <a:srgbClr val="FFFFFF"/>
              </a:buClr>
              <a:buSzPts val="1000"/>
              <a:buChar char="○"/>
              <a:defRPr sz="1000">
                <a:solidFill>
                  <a:srgbClr val="FFFFFF"/>
                </a:solidFill>
              </a:defRPr>
            </a:lvl2pPr>
            <a:lvl3pPr indent="-292100" lvl="2" marL="1371600" algn="ctr">
              <a:spcBef>
                <a:spcPts val="0"/>
              </a:spcBef>
              <a:spcAft>
                <a:spcPts val="0"/>
              </a:spcAft>
              <a:buClr>
                <a:srgbClr val="FFFFFF"/>
              </a:buClr>
              <a:buSzPts val="1000"/>
              <a:buChar char="■"/>
              <a:defRPr sz="1000">
                <a:solidFill>
                  <a:srgbClr val="FFFFFF"/>
                </a:solidFill>
              </a:defRPr>
            </a:lvl3pPr>
            <a:lvl4pPr indent="-292100" lvl="3" marL="1828800" algn="ctr">
              <a:spcBef>
                <a:spcPts val="0"/>
              </a:spcBef>
              <a:spcAft>
                <a:spcPts val="0"/>
              </a:spcAft>
              <a:buClr>
                <a:srgbClr val="FFFFFF"/>
              </a:buClr>
              <a:buSzPts val="1000"/>
              <a:buChar char="●"/>
              <a:defRPr sz="1000">
                <a:solidFill>
                  <a:srgbClr val="FFFFFF"/>
                </a:solidFill>
              </a:defRPr>
            </a:lvl4pPr>
            <a:lvl5pPr indent="-292100" lvl="4" marL="2286000" algn="ctr">
              <a:spcBef>
                <a:spcPts val="0"/>
              </a:spcBef>
              <a:spcAft>
                <a:spcPts val="0"/>
              </a:spcAft>
              <a:buClr>
                <a:srgbClr val="FFFFFF"/>
              </a:buClr>
              <a:buSzPts val="1000"/>
              <a:buChar char="○"/>
              <a:defRPr sz="1000">
                <a:solidFill>
                  <a:srgbClr val="FFFFFF"/>
                </a:solidFill>
              </a:defRPr>
            </a:lvl5pPr>
            <a:lvl6pPr indent="-292100" lvl="5" marL="2743200" algn="ctr">
              <a:spcBef>
                <a:spcPts val="0"/>
              </a:spcBef>
              <a:spcAft>
                <a:spcPts val="0"/>
              </a:spcAft>
              <a:buClr>
                <a:srgbClr val="FFFFFF"/>
              </a:buClr>
              <a:buSzPts val="1000"/>
              <a:buChar char="■"/>
              <a:defRPr sz="1000">
                <a:solidFill>
                  <a:srgbClr val="FFFFFF"/>
                </a:solidFill>
              </a:defRPr>
            </a:lvl6pPr>
            <a:lvl7pPr indent="-292100" lvl="6" marL="3200400" algn="ctr">
              <a:spcBef>
                <a:spcPts val="0"/>
              </a:spcBef>
              <a:spcAft>
                <a:spcPts val="0"/>
              </a:spcAft>
              <a:buClr>
                <a:srgbClr val="FFFFFF"/>
              </a:buClr>
              <a:buSzPts val="1000"/>
              <a:buChar char="●"/>
              <a:defRPr sz="1000">
                <a:solidFill>
                  <a:srgbClr val="FFFFFF"/>
                </a:solidFill>
              </a:defRPr>
            </a:lvl7pPr>
            <a:lvl8pPr indent="-292100" lvl="7" marL="3657600" algn="ctr">
              <a:spcBef>
                <a:spcPts val="0"/>
              </a:spcBef>
              <a:spcAft>
                <a:spcPts val="0"/>
              </a:spcAft>
              <a:buClr>
                <a:srgbClr val="FFFFFF"/>
              </a:buClr>
              <a:buSzPts val="1000"/>
              <a:buChar char="○"/>
              <a:defRPr sz="1000">
                <a:solidFill>
                  <a:srgbClr val="FFFFFF"/>
                </a:solidFill>
              </a:defRPr>
            </a:lvl8pPr>
            <a:lvl9pPr indent="-292100" lvl="8" marL="4114800" algn="ctr">
              <a:spcBef>
                <a:spcPts val="0"/>
              </a:spcBef>
              <a:spcAft>
                <a:spcPts val="0"/>
              </a:spcAft>
              <a:buClr>
                <a:srgbClr val="FFFFFF"/>
              </a:buClr>
              <a:buSzPts val="1000"/>
              <a:buChar char="■"/>
              <a:defRPr sz="1000">
                <a:solidFill>
                  <a:srgbClr val="FFFFFF"/>
                </a:solidFill>
              </a:defRPr>
            </a:lvl9pPr>
          </a:lstStyle>
          <a:p/>
        </p:txBody>
      </p:sp>
      <p:sp>
        <p:nvSpPr>
          <p:cNvPr id="4412" name="Google Shape;4412;p79"/>
          <p:cNvSpPr txBox="1"/>
          <p:nvPr/>
        </p:nvSpPr>
        <p:spPr>
          <a:xfrm>
            <a:off x="84825" y="598125"/>
            <a:ext cx="595500" cy="205800"/>
          </a:xfrm>
          <a:prstGeom prst="rect">
            <a:avLst/>
          </a:prstGeom>
          <a:noFill/>
          <a:ln>
            <a:noFill/>
          </a:ln>
        </p:spPr>
        <p:txBody>
          <a:bodyPr anchorCtr="0" anchor="t" bIns="18000" lIns="18000" spcFirstLastPara="1" rIns="18000" wrap="square" tIns="18000">
            <a:spAutoFit/>
          </a:bodyPr>
          <a:lstStyle/>
          <a:p>
            <a:pPr indent="0" lvl="0" marL="0" rtl="0" algn="l">
              <a:spcBef>
                <a:spcPts val="0"/>
              </a:spcBef>
              <a:spcAft>
                <a:spcPts val="0"/>
              </a:spcAft>
              <a:buNone/>
            </a:pPr>
            <a:r>
              <a:rPr lang="es-419" sz="1100">
                <a:solidFill>
                  <a:srgbClr val="FFFFFF"/>
                </a:solidFill>
              </a:rPr>
              <a:t>Nombre:</a:t>
            </a:r>
            <a:endParaRPr sz="1100">
              <a:solidFill>
                <a:srgbClr val="FFFFFF"/>
              </a:solidFill>
            </a:endParaRPr>
          </a:p>
        </p:txBody>
      </p:sp>
    </p:spTree>
  </p:cSld>
  <p:clrMapOvr>
    <a:masterClrMapping/>
  </p:clrMapOvr>
</p:sldLayout>
</file>

<file path=ppt/slideLayouts/slideLayout7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4.7 Normalización Transacciones Proceso de Negocio ">
  <p:cSld name="TITLE_3_4_1_2_1_2_1_2">
    <p:spTree>
      <p:nvGrpSpPr>
        <p:cNvPr id="4413" name="Shape 4413"/>
        <p:cNvGrpSpPr/>
        <p:nvPr/>
      </p:nvGrpSpPr>
      <p:grpSpPr>
        <a:xfrm>
          <a:off x="0" y="0"/>
          <a:ext cx="0" cy="0"/>
          <a:chOff x="0" y="0"/>
          <a:chExt cx="0" cy="0"/>
        </a:xfrm>
      </p:grpSpPr>
      <p:sp>
        <p:nvSpPr>
          <p:cNvPr id="4414" name="Google Shape;4414;p80"/>
          <p:cNvSpPr/>
          <p:nvPr/>
        </p:nvSpPr>
        <p:spPr>
          <a:xfrm>
            <a:off x="77688" y="358938"/>
            <a:ext cx="9935700" cy="6438000"/>
          </a:xfrm>
          <a:prstGeom prst="roundRect">
            <a:avLst>
              <a:gd fmla="val 2618" name="adj"/>
            </a:avLst>
          </a:prstGeom>
          <a:solidFill>
            <a:srgbClr val="FFFFFF"/>
          </a:solidFill>
          <a:ln cap="flat" cmpd="sng" w="38100">
            <a:solidFill>
              <a:srgbClr val="000000"/>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5" name="Google Shape;4415;p80"/>
          <p:cNvSpPr txBox="1"/>
          <p:nvPr/>
        </p:nvSpPr>
        <p:spPr>
          <a:xfrm>
            <a:off x="5380763" y="1066398"/>
            <a:ext cx="1069200" cy="2166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t/>
            </a:r>
            <a:endParaRPr b="1" sz="600"/>
          </a:p>
        </p:txBody>
      </p:sp>
      <p:cxnSp>
        <p:nvCxnSpPr>
          <p:cNvPr id="4416" name="Google Shape;4416;p80"/>
          <p:cNvCxnSpPr/>
          <p:nvPr/>
        </p:nvCxnSpPr>
        <p:spPr>
          <a:xfrm>
            <a:off x="77688" y="772614"/>
            <a:ext cx="9935700" cy="0"/>
          </a:xfrm>
          <a:prstGeom prst="straightConnector1">
            <a:avLst/>
          </a:prstGeom>
          <a:noFill/>
          <a:ln cap="flat" cmpd="sng" w="19050">
            <a:solidFill>
              <a:srgbClr val="000000"/>
            </a:solidFill>
            <a:prstDash val="solid"/>
            <a:round/>
            <a:headEnd len="med" w="med" type="none"/>
            <a:tailEnd len="med" w="med" type="none"/>
          </a:ln>
        </p:spPr>
      </p:cxnSp>
      <p:cxnSp>
        <p:nvCxnSpPr>
          <p:cNvPr id="4417" name="Google Shape;4417;p80"/>
          <p:cNvCxnSpPr/>
          <p:nvPr/>
        </p:nvCxnSpPr>
        <p:spPr>
          <a:xfrm rot="10800000">
            <a:off x="2439038" y="368188"/>
            <a:ext cx="0" cy="402300"/>
          </a:xfrm>
          <a:prstGeom prst="straightConnector1">
            <a:avLst/>
          </a:prstGeom>
          <a:noFill/>
          <a:ln cap="flat" cmpd="sng" w="19050">
            <a:solidFill>
              <a:srgbClr val="000000"/>
            </a:solidFill>
            <a:prstDash val="solid"/>
            <a:round/>
            <a:headEnd len="med" w="med" type="none"/>
            <a:tailEnd len="med" w="med" type="none"/>
          </a:ln>
        </p:spPr>
      </p:cxnSp>
      <p:sp>
        <p:nvSpPr>
          <p:cNvPr id="4418" name="Google Shape;4418;p80"/>
          <p:cNvSpPr txBox="1"/>
          <p:nvPr>
            <p:ph type="title"/>
          </p:nvPr>
        </p:nvSpPr>
        <p:spPr>
          <a:xfrm flipH="1">
            <a:off x="3219174" y="437575"/>
            <a:ext cx="1731300" cy="2658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200"/>
              <a:buNone/>
              <a:defRPr sz="1200">
                <a:solidFill>
                  <a:srgbClr val="000000"/>
                </a:solidFill>
              </a:defRPr>
            </a:lvl1pPr>
            <a:lvl2pPr lvl="1">
              <a:spcBef>
                <a:spcPts val="0"/>
              </a:spcBef>
              <a:spcAft>
                <a:spcPts val="0"/>
              </a:spcAft>
              <a:buClr>
                <a:srgbClr val="000000"/>
              </a:buClr>
              <a:buSzPts val="1100"/>
              <a:buNone/>
              <a:defRPr sz="1100">
                <a:solidFill>
                  <a:srgbClr val="000000"/>
                </a:solidFill>
              </a:defRPr>
            </a:lvl2pPr>
            <a:lvl3pPr lvl="2">
              <a:spcBef>
                <a:spcPts val="0"/>
              </a:spcBef>
              <a:spcAft>
                <a:spcPts val="0"/>
              </a:spcAft>
              <a:buClr>
                <a:srgbClr val="000000"/>
              </a:buClr>
              <a:buSzPts val="1100"/>
              <a:buNone/>
              <a:defRPr sz="1100">
                <a:solidFill>
                  <a:srgbClr val="000000"/>
                </a:solidFill>
              </a:defRPr>
            </a:lvl3pPr>
            <a:lvl4pPr lvl="3">
              <a:spcBef>
                <a:spcPts val="0"/>
              </a:spcBef>
              <a:spcAft>
                <a:spcPts val="0"/>
              </a:spcAft>
              <a:buClr>
                <a:srgbClr val="000000"/>
              </a:buClr>
              <a:buSzPts val="1100"/>
              <a:buNone/>
              <a:defRPr sz="1100">
                <a:solidFill>
                  <a:srgbClr val="000000"/>
                </a:solidFill>
              </a:defRPr>
            </a:lvl4pPr>
            <a:lvl5pPr lvl="4">
              <a:spcBef>
                <a:spcPts val="0"/>
              </a:spcBef>
              <a:spcAft>
                <a:spcPts val="0"/>
              </a:spcAft>
              <a:buClr>
                <a:srgbClr val="000000"/>
              </a:buClr>
              <a:buSzPts val="1100"/>
              <a:buNone/>
              <a:defRPr sz="1100">
                <a:solidFill>
                  <a:srgbClr val="000000"/>
                </a:solidFill>
              </a:defRPr>
            </a:lvl5pPr>
            <a:lvl6pPr lvl="5">
              <a:spcBef>
                <a:spcPts val="0"/>
              </a:spcBef>
              <a:spcAft>
                <a:spcPts val="0"/>
              </a:spcAft>
              <a:buClr>
                <a:srgbClr val="000000"/>
              </a:buClr>
              <a:buSzPts val="1100"/>
              <a:buNone/>
              <a:defRPr sz="1100">
                <a:solidFill>
                  <a:srgbClr val="000000"/>
                </a:solidFill>
              </a:defRPr>
            </a:lvl6pPr>
            <a:lvl7pPr lvl="6">
              <a:spcBef>
                <a:spcPts val="0"/>
              </a:spcBef>
              <a:spcAft>
                <a:spcPts val="0"/>
              </a:spcAft>
              <a:buClr>
                <a:srgbClr val="000000"/>
              </a:buClr>
              <a:buSzPts val="1100"/>
              <a:buNone/>
              <a:defRPr sz="1100">
                <a:solidFill>
                  <a:srgbClr val="000000"/>
                </a:solidFill>
              </a:defRPr>
            </a:lvl7pPr>
            <a:lvl8pPr lvl="7">
              <a:spcBef>
                <a:spcPts val="0"/>
              </a:spcBef>
              <a:spcAft>
                <a:spcPts val="0"/>
              </a:spcAft>
              <a:buClr>
                <a:srgbClr val="000000"/>
              </a:buClr>
              <a:buSzPts val="1100"/>
              <a:buNone/>
              <a:defRPr sz="1100">
                <a:solidFill>
                  <a:srgbClr val="000000"/>
                </a:solidFill>
              </a:defRPr>
            </a:lvl8pPr>
            <a:lvl9pPr lvl="8">
              <a:spcBef>
                <a:spcPts val="0"/>
              </a:spcBef>
              <a:spcAft>
                <a:spcPts val="0"/>
              </a:spcAft>
              <a:buClr>
                <a:srgbClr val="000000"/>
              </a:buClr>
              <a:buSzPts val="1100"/>
              <a:buNone/>
              <a:defRPr sz="1100">
                <a:solidFill>
                  <a:srgbClr val="000000"/>
                </a:solidFill>
              </a:defRPr>
            </a:lvl9pPr>
          </a:lstStyle>
          <a:p/>
        </p:txBody>
      </p:sp>
      <p:sp>
        <p:nvSpPr>
          <p:cNvPr id="4419" name="Google Shape;4419;p80"/>
          <p:cNvSpPr txBox="1"/>
          <p:nvPr/>
        </p:nvSpPr>
        <p:spPr>
          <a:xfrm>
            <a:off x="2513487" y="437267"/>
            <a:ext cx="679500" cy="2664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b="1" lang="es-419" sz="1100"/>
              <a:t>Proceso:</a:t>
            </a:r>
            <a:endParaRPr b="1" sz="1100"/>
          </a:p>
        </p:txBody>
      </p:sp>
      <p:cxnSp>
        <p:nvCxnSpPr>
          <p:cNvPr id="4420" name="Google Shape;4420;p80"/>
          <p:cNvCxnSpPr/>
          <p:nvPr/>
        </p:nvCxnSpPr>
        <p:spPr>
          <a:xfrm rot="10800000">
            <a:off x="5070754" y="368188"/>
            <a:ext cx="0" cy="402300"/>
          </a:xfrm>
          <a:prstGeom prst="straightConnector1">
            <a:avLst/>
          </a:prstGeom>
          <a:noFill/>
          <a:ln cap="flat" cmpd="sng" w="19050">
            <a:solidFill>
              <a:srgbClr val="000000"/>
            </a:solidFill>
            <a:prstDash val="solid"/>
            <a:round/>
            <a:headEnd len="med" w="med" type="none"/>
            <a:tailEnd len="med" w="med" type="none"/>
          </a:ln>
        </p:spPr>
      </p:cxnSp>
      <p:sp>
        <p:nvSpPr>
          <p:cNvPr id="4421" name="Google Shape;4421;p80"/>
          <p:cNvSpPr txBox="1"/>
          <p:nvPr/>
        </p:nvSpPr>
        <p:spPr>
          <a:xfrm>
            <a:off x="5191013" y="387663"/>
            <a:ext cx="13026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Finalidad empresa:</a:t>
            </a:r>
            <a:endParaRPr b="1" sz="1100"/>
          </a:p>
        </p:txBody>
      </p:sp>
      <p:sp>
        <p:nvSpPr>
          <p:cNvPr id="4422" name="Google Shape;4422;p80"/>
          <p:cNvSpPr txBox="1"/>
          <p:nvPr/>
        </p:nvSpPr>
        <p:spPr>
          <a:xfrm>
            <a:off x="5191013" y="579538"/>
            <a:ext cx="11637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Finalidad cliente:</a:t>
            </a:r>
            <a:endParaRPr b="1" sz="1100"/>
          </a:p>
        </p:txBody>
      </p:sp>
      <p:sp>
        <p:nvSpPr>
          <p:cNvPr id="4423" name="Google Shape;4423;p80"/>
          <p:cNvSpPr/>
          <p:nvPr/>
        </p:nvSpPr>
        <p:spPr>
          <a:xfrm>
            <a:off x="77688" y="349338"/>
            <a:ext cx="2361300" cy="421200"/>
          </a:xfrm>
          <a:prstGeom prst="roundRect">
            <a:avLst>
              <a:gd fmla="val 50000" name="adj"/>
            </a:avLst>
          </a:prstGeom>
          <a:solidFill>
            <a:srgbClr val="000000"/>
          </a:solidFill>
          <a:ln cap="flat" cmpd="sng" w="9525">
            <a:solidFill>
              <a:srgbClr val="000000"/>
            </a:solidFill>
            <a:prstDash val="solid"/>
            <a:round/>
            <a:headEnd len="sm" w="sm" type="none"/>
            <a:tailEnd len="sm" w="sm" type="none"/>
          </a:ln>
        </p:spPr>
        <p:txBody>
          <a:bodyPr anchorCtr="0" anchor="ctr" bIns="91425" lIns="0" spcFirstLastPara="1" rIns="0" wrap="square" tIns="91425">
            <a:noAutofit/>
          </a:bodyPr>
          <a:lstStyle/>
          <a:p>
            <a:pPr indent="0" lvl="0" marL="0" rtl="0" algn="ctr">
              <a:spcBef>
                <a:spcPts val="0"/>
              </a:spcBef>
              <a:spcAft>
                <a:spcPts val="0"/>
              </a:spcAft>
              <a:buNone/>
            </a:pPr>
            <a:r>
              <a:rPr b="1" lang="es-419" sz="1100">
                <a:solidFill>
                  <a:srgbClr val="FFFFFF"/>
                </a:solidFill>
              </a:rPr>
              <a:t>Normalización Proceso Negocio</a:t>
            </a:r>
            <a:endParaRPr b="1" sz="1100">
              <a:solidFill>
                <a:srgbClr val="FFFFFF"/>
              </a:solidFill>
            </a:endParaRPr>
          </a:p>
          <a:p>
            <a:pPr indent="0" lvl="0" marL="0" rtl="0" algn="ctr">
              <a:spcBef>
                <a:spcPts val="0"/>
              </a:spcBef>
              <a:spcAft>
                <a:spcPts val="0"/>
              </a:spcAft>
              <a:buNone/>
            </a:pPr>
            <a:r>
              <a:t/>
            </a:r>
            <a:endParaRPr b="1" sz="1200">
              <a:solidFill>
                <a:srgbClr val="FFFFFF"/>
              </a:solidFill>
            </a:endParaRPr>
          </a:p>
        </p:txBody>
      </p:sp>
      <p:sp>
        <p:nvSpPr>
          <p:cNvPr id="4424" name="Google Shape;4424;p80"/>
          <p:cNvSpPr/>
          <p:nvPr/>
        </p:nvSpPr>
        <p:spPr>
          <a:xfrm>
            <a:off x="83988" y="595504"/>
            <a:ext cx="190200" cy="1692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5" name="Google Shape;4425;p80"/>
          <p:cNvSpPr/>
          <p:nvPr/>
        </p:nvSpPr>
        <p:spPr>
          <a:xfrm>
            <a:off x="2350598" y="358950"/>
            <a:ext cx="88500" cy="4023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6" name="Google Shape;4426;p80"/>
          <p:cNvSpPr txBox="1"/>
          <p:nvPr>
            <p:ph idx="2" type="title"/>
          </p:nvPr>
        </p:nvSpPr>
        <p:spPr>
          <a:xfrm flipH="1">
            <a:off x="6546263" y="387663"/>
            <a:ext cx="3350100" cy="1692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000"/>
              <a:buNone/>
              <a:defRPr sz="1000">
                <a:solidFill>
                  <a:srgbClr val="000000"/>
                </a:solidFill>
              </a:defRPr>
            </a:lvl1pPr>
            <a:lvl2pPr lvl="1">
              <a:spcBef>
                <a:spcPts val="0"/>
              </a:spcBef>
              <a:spcAft>
                <a:spcPts val="0"/>
              </a:spcAft>
              <a:buClr>
                <a:srgbClr val="000000"/>
              </a:buClr>
              <a:buSzPts val="1000"/>
              <a:buNone/>
              <a:defRPr sz="1000">
                <a:solidFill>
                  <a:srgbClr val="000000"/>
                </a:solidFill>
              </a:defRPr>
            </a:lvl2pPr>
            <a:lvl3pPr lvl="2">
              <a:spcBef>
                <a:spcPts val="0"/>
              </a:spcBef>
              <a:spcAft>
                <a:spcPts val="0"/>
              </a:spcAft>
              <a:buClr>
                <a:srgbClr val="000000"/>
              </a:buClr>
              <a:buSzPts val="1000"/>
              <a:buNone/>
              <a:defRPr sz="1000">
                <a:solidFill>
                  <a:srgbClr val="000000"/>
                </a:solidFill>
              </a:defRPr>
            </a:lvl3pPr>
            <a:lvl4pPr lvl="3">
              <a:spcBef>
                <a:spcPts val="0"/>
              </a:spcBef>
              <a:spcAft>
                <a:spcPts val="0"/>
              </a:spcAft>
              <a:buClr>
                <a:srgbClr val="000000"/>
              </a:buClr>
              <a:buSzPts val="1000"/>
              <a:buNone/>
              <a:defRPr sz="1000">
                <a:solidFill>
                  <a:srgbClr val="000000"/>
                </a:solidFill>
              </a:defRPr>
            </a:lvl4pPr>
            <a:lvl5pPr lvl="4">
              <a:spcBef>
                <a:spcPts val="0"/>
              </a:spcBef>
              <a:spcAft>
                <a:spcPts val="0"/>
              </a:spcAft>
              <a:buClr>
                <a:srgbClr val="000000"/>
              </a:buClr>
              <a:buSzPts val="1000"/>
              <a:buNone/>
              <a:defRPr sz="1000">
                <a:solidFill>
                  <a:srgbClr val="000000"/>
                </a:solidFill>
              </a:defRPr>
            </a:lvl5pPr>
            <a:lvl6pPr lvl="5">
              <a:spcBef>
                <a:spcPts val="0"/>
              </a:spcBef>
              <a:spcAft>
                <a:spcPts val="0"/>
              </a:spcAft>
              <a:buClr>
                <a:srgbClr val="000000"/>
              </a:buClr>
              <a:buSzPts val="1000"/>
              <a:buNone/>
              <a:defRPr sz="1000">
                <a:solidFill>
                  <a:srgbClr val="000000"/>
                </a:solidFill>
              </a:defRPr>
            </a:lvl6pPr>
            <a:lvl7pPr lvl="6">
              <a:spcBef>
                <a:spcPts val="0"/>
              </a:spcBef>
              <a:spcAft>
                <a:spcPts val="0"/>
              </a:spcAft>
              <a:buClr>
                <a:srgbClr val="000000"/>
              </a:buClr>
              <a:buSzPts val="1000"/>
              <a:buNone/>
              <a:defRPr sz="1000">
                <a:solidFill>
                  <a:srgbClr val="000000"/>
                </a:solidFill>
              </a:defRPr>
            </a:lvl7pPr>
            <a:lvl8pPr lvl="7">
              <a:spcBef>
                <a:spcPts val="0"/>
              </a:spcBef>
              <a:spcAft>
                <a:spcPts val="0"/>
              </a:spcAft>
              <a:buClr>
                <a:srgbClr val="000000"/>
              </a:buClr>
              <a:buSzPts val="1000"/>
              <a:buNone/>
              <a:defRPr sz="1000">
                <a:solidFill>
                  <a:srgbClr val="000000"/>
                </a:solidFill>
              </a:defRPr>
            </a:lvl8pPr>
            <a:lvl9pPr lvl="8">
              <a:spcBef>
                <a:spcPts val="0"/>
              </a:spcBef>
              <a:spcAft>
                <a:spcPts val="0"/>
              </a:spcAft>
              <a:buClr>
                <a:srgbClr val="000000"/>
              </a:buClr>
              <a:buSzPts val="1000"/>
              <a:buNone/>
              <a:defRPr sz="1000">
                <a:solidFill>
                  <a:srgbClr val="000000"/>
                </a:solidFill>
              </a:defRPr>
            </a:lvl9pPr>
          </a:lstStyle>
          <a:p/>
        </p:txBody>
      </p:sp>
      <p:sp>
        <p:nvSpPr>
          <p:cNvPr id="4427" name="Google Shape;4427;p80"/>
          <p:cNvSpPr txBox="1"/>
          <p:nvPr>
            <p:ph idx="3" type="title"/>
          </p:nvPr>
        </p:nvSpPr>
        <p:spPr>
          <a:xfrm flipH="1">
            <a:off x="6546263" y="579538"/>
            <a:ext cx="3350100" cy="1692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000"/>
              <a:buNone/>
              <a:defRPr sz="1000">
                <a:solidFill>
                  <a:srgbClr val="000000"/>
                </a:solidFill>
              </a:defRPr>
            </a:lvl1pPr>
            <a:lvl2pPr lvl="1">
              <a:spcBef>
                <a:spcPts val="0"/>
              </a:spcBef>
              <a:spcAft>
                <a:spcPts val="0"/>
              </a:spcAft>
              <a:buClr>
                <a:srgbClr val="000000"/>
              </a:buClr>
              <a:buSzPts val="1000"/>
              <a:buNone/>
              <a:defRPr sz="1000">
                <a:solidFill>
                  <a:srgbClr val="000000"/>
                </a:solidFill>
              </a:defRPr>
            </a:lvl2pPr>
            <a:lvl3pPr lvl="2">
              <a:spcBef>
                <a:spcPts val="0"/>
              </a:spcBef>
              <a:spcAft>
                <a:spcPts val="0"/>
              </a:spcAft>
              <a:buClr>
                <a:srgbClr val="000000"/>
              </a:buClr>
              <a:buSzPts val="1000"/>
              <a:buNone/>
              <a:defRPr sz="1000">
                <a:solidFill>
                  <a:srgbClr val="000000"/>
                </a:solidFill>
              </a:defRPr>
            </a:lvl3pPr>
            <a:lvl4pPr lvl="3">
              <a:spcBef>
                <a:spcPts val="0"/>
              </a:spcBef>
              <a:spcAft>
                <a:spcPts val="0"/>
              </a:spcAft>
              <a:buClr>
                <a:srgbClr val="000000"/>
              </a:buClr>
              <a:buSzPts val="1000"/>
              <a:buNone/>
              <a:defRPr sz="1000">
                <a:solidFill>
                  <a:srgbClr val="000000"/>
                </a:solidFill>
              </a:defRPr>
            </a:lvl4pPr>
            <a:lvl5pPr lvl="4">
              <a:spcBef>
                <a:spcPts val="0"/>
              </a:spcBef>
              <a:spcAft>
                <a:spcPts val="0"/>
              </a:spcAft>
              <a:buClr>
                <a:srgbClr val="000000"/>
              </a:buClr>
              <a:buSzPts val="1000"/>
              <a:buNone/>
              <a:defRPr sz="1000">
                <a:solidFill>
                  <a:srgbClr val="000000"/>
                </a:solidFill>
              </a:defRPr>
            </a:lvl5pPr>
            <a:lvl6pPr lvl="5">
              <a:spcBef>
                <a:spcPts val="0"/>
              </a:spcBef>
              <a:spcAft>
                <a:spcPts val="0"/>
              </a:spcAft>
              <a:buClr>
                <a:srgbClr val="000000"/>
              </a:buClr>
              <a:buSzPts val="1000"/>
              <a:buNone/>
              <a:defRPr sz="1000">
                <a:solidFill>
                  <a:srgbClr val="000000"/>
                </a:solidFill>
              </a:defRPr>
            </a:lvl6pPr>
            <a:lvl7pPr lvl="6">
              <a:spcBef>
                <a:spcPts val="0"/>
              </a:spcBef>
              <a:spcAft>
                <a:spcPts val="0"/>
              </a:spcAft>
              <a:buClr>
                <a:srgbClr val="000000"/>
              </a:buClr>
              <a:buSzPts val="1000"/>
              <a:buNone/>
              <a:defRPr sz="1000">
                <a:solidFill>
                  <a:srgbClr val="000000"/>
                </a:solidFill>
              </a:defRPr>
            </a:lvl7pPr>
            <a:lvl8pPr lvl="7">
              <a:spcBef>
                <a:spcPts val="0"/>
              </a:spcBef>
              <a:spcAft>
                <a:spcPts val="0"/>
              </a:spcAft>
              <a:buClr>
                <a:srgbClr val="000000"/>
              </a:buClr>
              <a:buSzPts val="1000"/>
              <a:buNone/>
              <a:defRPr sz="1000">
                <a:solidFill>
                  <a:srgbClr val="000000"/>
                </a:solidFill>
              </a:defRPr>
            </a:lvl8pPr>
            <a:lvl9pPr lvl="8">
              <a:spcBef>
                <a:spcPts val="0"/>
              </a:spcBef>
              <a:spcAft>
                <a:spcPts val="0"/>
              </a:spcAft>
              <a:buClr>
                <a:srgbClr val="000000"/>
              </a:buClr>
              <a:buSzPts val="1000"/>
              <a:buNone/>
              <a:defRPr sz="1000">
                <a:solidFill>
                  <a:srgbClr val="000000"/>
                </a:solidFill>
              </a:defRPr>
            </a:lvl9pPr>
          </a:lstStyle>
          <a:p/>
        </p:txBody>
      </p:sp>
      <p:sp>
        <p:nvSpPr>
          <p:cNvPr id="4428" name="Google Shape;4428;p80"/>
          <p:cNvSpPr txBox="1"/>
          <p:nvPr/>
        </p:nvSpPr>
        <p:spPr>
          <a:xfrm>
            <a:off x="753551" y="1058448"/>
            <a:ext cx="1647300" cy="232500"/>
          </a:xfrm>
          <a:prstGeom prst="rect">
            <a:avLst/>
          </a:prstGeom>
          <a:noFill/>
          <a:ln>
            <a:noFill/>
          </a:ln>
        </p:spPr>
        <p:txBody>
          <a:bodyPr anchorCtr="0" anchor="ctr" bIns="0" lIns="0" spcFirstLastPara="1" rIns="0" wrap="square" tIns="0">
            <a:noAutofit/>
          </a:bodyPr>
          <a:lstStyle/>
          <a:p>
            <a:pPr indent="0" lvl="0" marL="0" rtl="0" algn="r">
              <a:spcBef>
                <a:spcPts val="0"/>
              </a:spcBef>
              <a:spcAft>
                <a:spcPts val="0"/>
              </a:spcAft>
              <a:buNone/>
            </a:pPr>
            <a:r>
              <a:rPr b="1" lang="es-419" sz="1100">
                <a:latin typeface="Arvo"/>
                <a:ea typeface="Arvo"/>
                <a:cs typeface="Arvo"/>
                <a:sym typeface="Arvo"/>
              </a:rPr>
              <a:t>Nombre del Proceso:</a:t>
            </a:r>
            <a:endParaRPr b="1" sz="1100">
              <a:latin typeface="Arvo"/>
              <a:ea typeface="Arvo"/>
              <a:cs typeface="Arvo"/>
              <a:sym typeface="Arvo"/>
            </a:endParaRPr>
          </a:p>
          <a:p>
            <a:pPr indent="0" lvl="0" marL="0" rtl="0" algn="r">
              <a:spcBef>
                <a:spcPts val="0"/>
              </a:spcBef>
              <a:spcAft>
                <a:spcPts val="0"/>
              </a:spcAft>
              <a:buNone/>
            </a:pPr>
            <a:r>
              <a:rPr i="1" lang="es-419" sz="600">
                <a:solidFill>
                  <a:srgbClr val="666666"/>
                </a:solidFill>
                <a:latin typeface="Arvo"/>
                <a:ea typeface="Arvo"/>
                <a:cs typeface="Arvo"/>
                <a:sym typeface="Arvo"/>
              </a:rPr>
              <a:t>&lt;ej: Reserva de citas médicas&gt;</a:t>
            </a:r>
            <a:endParaRPr i="1" sz="600">
              <a:solidFill>
                <a:srgbClr val="666666"/>
              </a:solidFill>
              <a:latin typeface="Arvo"/>
              <a:ea typeface="Arvo"/>
              <a:cs typeface="Arvo"/>
              <a:sym typeface="Arvo"/>
            </a:endParaRPr>
          </a:p>
        </p:txBody>
      </p:sp>
      <p:sp>
        <p:nvSpPr>
          <p:cNvPr id="4429" name="Google Shape;4429;p80"/>
          <p:cNvSpPr/>
          <p:nvPr/>
        </p:nvSpPr>
        <p:spPr>
          <a:xfrm>
            <a:off x="2503763" y="1002948"/>
            <a:ext cx="6823200" cy="343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4430" name="Google Shape;4430;p80"/>
          <p:cNvSpPr txBox="1"/>
          <p:nvPr/>
        </p:nvSpPr>
        <p:spPr>
          <a:xfrm>
            <a:off x="753551" y="2125116"/>
            <a:ext cx="1647300" cy="538800"/>
          </a:xfrm>
          <a:prstGeom prst="rect">
            <a:avLst/>
          </a:prstGeom>
          <a:noFill/>
          <a:ln>
            <a:noFill/>
          </a:ln>
        </p:spPr>
        <p:txBody>
          <a:bodyPr anchorCtr="0" anchor="ctr" bIns="0" lIns="0" spcFirstLastPara="1" rIns="0" wrap="square" tIns="0">
            <a:spAutoFit/>
          </a:bodyPr>
          <a:lstStyle/>
          <a:p>
            <a:pPr indent="0" lvl="0" marL="0" marR="0" rtl="0" algn="r">
              <a:lnSpc>
                <a:spcPct val="100000"/>
              </a:lnSpc>
              <a:spcBef>
                <a:spcPts val="0"/>
              </a:spcBef>
              <a:spcAft>
                <a:spcPts val="0"/>
              </a:spcAft>
              <a:buNone/>
            </a:pPr>
            <a:r>
              <a:rPr b="1" lang="es-419" sz="1100">
                <a:latin typeface="Arvo"/>
                <a:ea typeface="Arvo"/>
                <a:cs typeface="Arvo"/>
                <a:sym typeface="Arvo"/>
              </a:rPr>
              <a:t>Transacciones:</a:t>
            </a:r>
            <a:endParaRPr b="1" sz="1100">
              <a:latin typeface="Arvo"/>
              <a:ea typeface="Arvo"/>
              <a:cs typeface="Arvo"/>
              <a:sym typeface="Arvo"/>
            </a:endParaRPr>
          </a:p>
          <a:p>
            <a:pPr indent="0" lvl="0" marL="0" marR="0" rtl="0" algn="r">
              <a:lnSpc>
                <a:spcPct val="100000"/>
              </a:lnSpc>
              <a:spcBef>
                <a:spcPts val="0"/>
              </a:spcBef>
              <a:spcAft>
                <a:spcPts val="0"/>
              </a:spcAft>
              <a:buNone/>
            </a:pPr>
            <a:r>
              <a:rPr i="1" lang="es-419" sz="600">
                <a:solidFill>
                  <a:srgbClr val="666666"/>
                </a:solidFill>
                <a:latin typeface="Arvo"/>
                <a:ea typeface="Arvo"/>
                <a:cs typeface="Arvo"/>
                <a:sym typeface="Arvo"/>
              </a:rPr>
              <a:t>&lt;ej: El vigilante &lt;quién&gt; registra&lt;cómo&gt; la moto &lt;qué&gt;, en la cabina &lt;dónde&gt;, durante las 24 horas &lt;cuándo&gt;, por su seguridad &lt;por qué&gt;&gt;</a:t>
            </a:r>
            <a:endParaRPr i="1" sz="600">
              <a:solidFill>
                <a:srgbClr val="666666"/>
              </a:solidFill>
              <a:latin typeface="Arvo"/>
              <a:ea typeface="Arvo"/>
              <a:cs typeface="Arvo"/>
              <a:sym typeface="Arvo"/>
            </a:endParaRPr>
          </a:p>
        </p:txBody>
      </p:sp>
      <p:sp>
        <p:nvSpPr>
          <p:cNvPr id="4431" name="Google Shape;4431;p80"/>
          <p:cNvSpPr/>
          <p:nvPr/>
        </p:nvSpPr>
        <p:spPr>
          <a:xfrm>
            <a:off x="2504975" y="1537403"/>
            <a:ext cx="6822000" cy="472200"/>
          </a:xfrm>
          <a:prstGeom prst="roundRect">
            <a:avLst>
              <a:gd fmla="val 9351"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4432" name="Google Shape;4432;p80"/>
          <p:cNvSpPr/>
          <p:nvPr/>
        </p:nvSpPr>
        <p:spPr>
          <a:xfrm>
            <a:off x="2505200" y="2126001"/>
            <a:ext cx="6822000" cy="2534100"/>
          </a:xfrm>
          <a:prstGeom prst="roundRect">
            <a:avLst>
              <a:gd fmla="val 3991" name="adj"/>
            </a:avLst>
          </a:prstGeom>
          <a:solidFill>
            <a:srgbClr val="EFEFEF"/>
          </a:solidFill>
          <a:ln cap="flat" cmpd="sng" w="9525">
            <a:solidFill>
              <a:srgbClr val="F3F3F3"/>
            </a:solidFill>
            <a:prstDash val="solid"/>
            <a:round/>
            <a:headEnd len="sm" w="sm" type="none"/>
            <a:tailEnd len="sm" w="sm" type="none"/>
          </a:ln>
        </p:spPr>
        <p:txBody>
          <a:bodyPr anchorCtr="0" anchor="t"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4433" name="Google Shape;4433;p80"/>
          <p:cNvSpPr txBox="1"/>
          <p:nvPr/>
        </p:nvSpPr>
        <p:spPr>
          <a:xfrm>
            <a:off x="752801" y="5433989"/>
            <a:ext cx="1648800" cy="232500"/>
          </a:xfrm>
          <a:prstGeom prst="rect">
            <a:avLst/>
          </a:prstGeom>
          <a:noFill/>
          <a:ln>
            <a:noFill/>
          </a:ln>
        </p:spPr>
        <p:txBody>
          <a:bodyPr anchorCtr="0" anchor="ctr" bIns="0" lIns="0" spcFirstLastPara="1" rIns="0" wrap="square" tIns="0">
            <a:noAutofit/>
          </a:bodyPr>
          <a:lstStyle/>
          <a:p>
            <a:pPr indent="0" lvl="0" marL="0" rtl="0" algn="r">
              <a:spcBef>
                <a:spcPts val="0"/>
              </a:spcBef>
              <a:spcAft>
                <a:spcPts val="0"/>
              </a:spcAft>
              <a:buNone/>
            </a:pPr>
            <a:r>
              <a:rPr b="1" lang="es-419" sz="1100">
                <a:latin typeface="Arvo"/>
                <a:ea typeface="Arvo"/>
                <a:cs typeface="Arvo"/>
                <a:sym typeface="Arvo"/>
              </a:rPr>
              <a:t>Meta Cliente:</a:t>
            </a:r>
            <a:endParaRPr b="1" sz="1100">
              <a:latin typeface="Arvo"/>
              <a:ea typeface="Arvo"/>
              <a:cs typeface="Arvo"/>
              <a:sym typeface="Arvo"/>
            </a:endParaRPr>
          </a:p>
          <a:p>
            <a:pPr indent="0" lvl="0" marL="0" rtl="0" algn="r">
              <a:spcBef>
                <a:spcPts val="0"/>
              </a:spcBef>
              <a:spcAft>
                <a:spcPts val="0"/>
              </a:spcAft>
              <a:buNone/>
            </a:pPr>
            <a:r>
              <a:rPr b="1" i="1" lang="es-419" sz="600">
                <a:latin typeface="Arvo"/>
                <a:ea typeface="Arvo"/>
                <a:cs typeface="Arvo"/>
                <a:sym typeface="Arvo"/>
              </a:rPr>
              <a:t> </a:t>
            </a:r>
            <a:r>
              <a:rPr i="1" lang="es-419" sz="600">
                <a:solidFill>
                  <a:srgbClr val="666666"/>
                </a:solidFill>
                <a:latin typeface="Arvo"/>
                <a:ea typeface="Arvo"/>
                <a:cs typeface="Arvo"/>
                <a:sym typeface="Arvo"/>
              </a:rPr>
              <a:t>&lt;ej: Cita reservada, Recibir producto&gt;</a:t>
            </a:r>
            <a:endParaRPr i="1" sz="600">
              <a:solidFill>
                <a:srgbClr val="666666"/>
              </a:solidFill>
              <a:latin typeface="Arvo"/>
              <a:ea typeface="Arvo"/>
              <a:cs typeface="Arvo"/>
              <a:sym typeface="Arvo"/>
            </a:endParaRPr>
          </a:p>
        </p:txBody>
      </p:sp>
      <p:sp>
        <p:nvSpPr>
          <p:cNvPr id="4434" name="Google Shape;4434;p80"/>
          <p:cNvSpPr/>
          <p:nvPr/>
        </p:nvSpPr>
        <p:spPr>
          <a:xfrm>
            <a:off x="2504925" y="5378489"/>
            <a:ext cx="6822000" cy="343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4435" name="Google Shape;4435;p80"/>
          <p:cNvSpPr txBox="1"/>
          <p:nvPr/>
        </p:nvSpPr>
        <p:spPr>
          <a:xfrm>
            <a:off x="752801" y="5957982"/>
            <a:ext cx="1648800" cy="366300"/>
          </a:xfrm>
          <a:prstGeom prst="rect">
            <a:avLst/>
          </a:prstGeom>
          <a:noFill/>
          <a:ln>
            <a:noFill/>
          </a:ln>
        </p:spPr>
        <p:txBody>
          <a:bodyPr anchorCtr="0" anchor="ctr" bIns="0" lIns="0" spcFirstLastPara="1" rIns="0" wrap="square" tIns="0">
            <a:spAutoFit/>
          </a:bodyPr>
          <a:lstStyle/>
          <a:p>
            <a:pPr indent="0" lvl="0" marL="0" marR="0" rtl="0" algn="r">
              <a:lnSpc>
                <a:spcPct val="85000"/>
              </a:lnSpc>
              <a:spcBef>
                <a:spcPts val="0"/>
              </a:spcBef>
              <a:spcAft>
                <a:spcPts val="0"/>
              </a:spcAft>
              <a:buNone/>
            </a:pPr>
            <a:r>
              <a:rPr b="1" lang="es-419" sz="1100">
                <a:latin typeface="Arvo"/>
                <a:ea typeface="Arvo"/>
                <a:cs typeface="Arvo"/>
                <a:sym typeface="Arvo"/>
              </a:rPr>
              <a:t>Meta Empresa:</a:t>
            </a:r>
            <a:endParaRPr b="1" sz="1100">
              <a:latin typeface="Arvo"/>
              <a:ea typeface="Arvo"/>
              <a:cs typeface="Arvo"/>
              <a:sym typeface="Arvo"/>
            </a:endParaRPr>
          </a:p>
          <a:p>
            <a:pPr indent="0" lvl="0" marL="0" marR="0" rtl="0" algn="r">
              <a:lnSpc>
                <a:spcPct val="85000"/>
              </a:lnSpc>
              <a:spcBef>
                <a:spcPts val="0"/>
              </a:spcBef>
              <a:spcAft>
                <a:spcPts val="0"/>
              </a:spcAft>
              <a:buNone/>
            </a:pPr>
            <a:r>
              <a:rPr b="1" lang="es-419" sz="750">
                <a:latin typeface="Arvo"/>
                <a:ea typeface="Arvo"/>
                <a:cs typeface="Arvo"/>
                <a:sym typeface="Arvo"/>
              </a:rPr>
              <a:t>[Meta =&lt;sustantivo&gt;&lt;adjetivo&gt;]</a:t>
            </a:r>
            <a:r>
              <a:rPr b="1" lang="es-419" sz="1100">
                <a:solidFill>
                  <a:schemeClr val="dk1"/>
                </a:solidFill>
              </a:rPr>
              <a:t> </a:t>
            </a:r>
            <a:endParaRPr b="1" sz="1100">
              <a:solidFill>
                <a:schemeClr val="dk1"/>
              </a:solidFill>
            </a:endParaRPr>
          </a:p>
          <a:p>
            <a:pPr indent="0" lvl="0" marL="0" marR="0" rtl="0" algn="r">
              <a:lnSpc>
                <a:spcPct val="85000"/>
              </a:lnSpc>
              <a:spcBef>
                <a:spcPts val="0"/>
              </a:spcBef>
              <a:spcAft>
                <a:spcPts val="0"/>
              </a:spcAft>
              <a:buNone/>
            </a:pPr>
            <a:r>
              <a:rPr i="1" lang="es-419" sz="600">
                <a:solidFill>
                  <a:srgbClr val="666666"/>
                </a:solidFill>
                <a:latin typeface="Arvo"/>
                <a:ea typeface="Arvo"/>
                <a:cs typeface="Arvo"/>
                <a:sym typeface="Arvo"/>
              </a:rPr>
              <a:t>&lt; ej:Cita Reservada&gt;</a:t>
            </a:r>
            <a:endParaRPr b="1" i="1" sz="900">
              <a:latin typeface="Arvo"/>
              <a:ea typeface="Arvo"/>
              <a:cs typeface="Arvo"/>
              <a:sym typeface="Arvo"/>
            </a:endParaRPr>
          </a:p>
        </p:txBody>
      </p:sp>
      <p:sp>
        <p:nvSpPr>
          <p:cNvPr id="4436" name="Google Shape;4436;p80"/>
          <p:cNvSpPr txBox="1"/>
          <p:nvPr/>
        </p:nvSpPr>
        <p:spPr>
          <a:xfrm>
            <a:off x="753551" y="1554664"/>
            <a:ext cx="1647300" cy="261600"/>
          </a:xfrm>
          <a:prstGeom prst="rect">
            <a:avLst/>
          </a:prstGeom>
          <a:noFill/>
          <a:ln>
            <a:noFill/>
          </a:ln>
        </p:spPr>
        <p:txBody>
          <a:bodyPr anchorCtr="0" anchor="ctr" bIns="0" lIns="0" spcFirstLastPara="1" rIns="0" wrap="square" tIns="0">
            <a:spAutoFit/>
          </a:bodyPr>
          <a:lstStyle/>
          <a:p>
            <a:pPr indent="0" lvl="0" marL="0" rtl="0" algn="r">
              <a:spcBef>
                <a:spcPts val="0"/>
              </a:spcBef>
              <a:spcAft>
                <a:spcPts val="0"/>
              </a:spcAft>
              <a:buNone/>
            </a:pPr>
            <a:r>
              <a:rPr b="1" lang="es-419" sz="1100">
                <a:latin typeface="Arvo"/>
                <a:ea typeface="Arvo"/>
                <a:cs typeface="Arvo"/>
                <a:sym typeface="Arvo"/>
              </a:rPr>
              <a:t>Precondición:</a:t>
            </a:r>
            <a:endParaRPr b="1" sz="1100">
              <a:latin typeface="Arvo"/>
              <a:ea typeface="Arvo"/>
              <a:cs typeface="Arvo"/>
              <a:sym typeface="Arvo"/>
            </a:endParaRPr>
          </a:p>
          <a:p>
            <a:pPr indent="0" lvl="0" marL="0" rtl="0" algn="r">
              <a:spcBef>
                <a:spcPts val="0"/>
              </a:spcBef>
              <a:spcAft>
                <a:spcPts val="0"/>
              </a:spcAft>
              <a:buNone/>
            </a:pPr>
            <a:r>
              <a:rPr i="1" lang="es-419" sz="600">
                <a:solidFill>
                  <a:srgbClr val="666666"/>
                </a:solidFill>
                <a:latin typeface="Arvo"/>
                <a:ea typeface="Arvo"/>
                <a:cs typeface="Arvo"/>
                <a:sym typeface="Arvo"/>
              </a:rPr>
              <a:t>&lt;ej: El comprador debe estar registrado&gt;</a:t>
            </a:r>
            <a:endParaRPr i="1" sz="600">
              <a:solidFill>
                <a:srgbClr val="666666"/>
              </a:solidFill>
              <a:latin typeface="Arvo"/>
              <a:ea typeface="Arvo"/>
              <a:cs typeface="Arvo"/>
              <a:sym typeface="Arvo"/>
            </a:endParaRPr>
          </a:p>
        </p:txBody>
      </p:sp>
      <p:sp>
        <p:nvSpPr>
          <p:cNvPr id="4437" name="Google Shape;4437;p80"/>
          <p:cNvSpPr/>
          <p:nvPr/>
        </p:nvSpPr>
        <p:spPr>
          <a:xfrm>
            <a:off x="2503775" y="4779372"/>
            <a:ext cx="6823200" cy="472200"/>
          </a:xfrm>
          <a:prstGeom prst="roundRect">
            <a:avLst>
              <a:gd fmla="val 896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4438" name="Google Shape;4438;p80"/>
          <p:cNvSpPr txBox="1"/>
          <p:nvPr>
            <p:ph idx="1" type="subTitle"/>
          </p:nvPr>
        </p:nvSpPr>
        <p:spPr>
          <a:xfrm flipH="1">
            <a:off x="2504363" y="1003698"/>
            <a:ext cx="6822000" cy="342000"/>
          </a:xfrm>
          <a:prstGeom prst="rect">
            <a:avLst/>
          </a:prstGeom>
          <a:noFill/>
          <a:ln>
            <a:noFill/>
          </a:ln>
        </p:spPr>
        <p:txBody>
          <a:bodyPr anchorCtr="0" anchor="ctr" bIns="36000" lIns="36000" spcFirstLastPara="1" rIns="36000" wrap="square" tIns="36000">
            <a:noAutofit/>
          </a:bodyPr>
          <a:lstStyle>
            <a:lvl1pPr lvl="0">
              <a:lnSpc>
                <a:spcPct val="90000"/>
              </a:lnSpc>
              <a:spcBef>
                <a:spcPts val="0"/>
              </a:spcBef>
              <a:spcAft>
                <a:spcPts val="0"/>
              </a:spcAft>
              <a:buClr>
                <a:srgbClr val="000000"/>
              </a:buClr>
              <a:buSzPts val="1000"/>
              <a:buFont typeface="Arvo"/>
              <a:buNone/>
              <a:defRPr sz="10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1000"/>
              <a:buNone/>
              <a:defRPr sz="1000">
                <a:solidFill>
                  <a:srgbClr val="000000"/>
                </a:solidFill>
              </a:defRPr>
            </a:lvl2pPr>
            <a:lvl3pPr lvl="2">
              <a:lnSpc>
                <a:spcPct val="90000"/>
              </a:lnSpc>
              <a:spcBef>
                <a:spcPts val="0"/>
              </a:spcBef>
              <a:spcAft>
                <a:spcPts val="0"/>
              </a:spcAft>
              <a:buClr>
                <a:srgbClr val="000000"/>
              </a:buClr>
              <a:buSzPts val="1000"/>
              <a:buNone/>
              <a:defRPr sz="1000">
                <a:solidFill>
                  <a:srgbClr val="000000"/>
                </a:solidFill>
              </a:defRPr>
            </a:lvl3pPr>
            <a:lvl4pPr lvl="3">
              <a:lnSpc>
                <a:spcPct val="90000"/>
              </a:lnSpc>
              <a:spcBef>
                <a:spcPts val="0"/>
              </a:spcBef>
              <a:spcAft>
                <a:spcPts val="0"/>
              </a:spcAft>
              <a:buClr>
                <a:srgbClr val="000000"/>
              </a:buClr>
              <a:buSzPts val="1000"/>
              <a:buNone/>
              <a:defRPr sz="1000">
                <a:solidFill>
                  <a:srgbClr val="000000"/>
                </a:solidFill>
              </a:defRPr>
            </a:lvl4pPr>
            <a:lvl5pPr lvl="4">
              <a:lnSpc>
                <a:spcPct val="90000"/>
              </a:lnSpc>
              <a:spcBef>
                <a:spcPts val="0"/>
              </a:spcBef>
              <a:spcAft>
                <a:spcPts val="0"/>
              </a:spcAft>
              <a:buClr>
                <a:srgbClr val="000000"/>
              </a:buClr>
              <a:buSzPts val="1000"/>
              <a:buNone/>
              <a:defRPr sz="1000">
                <a:solidFill>
                  <a:srgbClr val="000000"/>
                </a:solidFill>
              </a:defRPr>
            </a:lvl5pPr>
            <a:lvl6pPr lvl="5">
              <a:lnSpc>
                <a:spcPct val="90000"/>
              </a:lnSpc>
              <a:spcBef>
                <a:spcPts val="0"/>
              </a:spcBef>
              <a:spcAft>
                <a:spcPts val="0"/>
              </a:spcAft>
              <a:buClr>
                <a:srgbClr val="000000"/>
              </a:buClr>
              <a:buSzPts val="1000"/>
              <a:buNone/>
              <a:defRPr sz="1000">
                <a:solidFill>
                  <a:srgbClr val="000000"/>
                </a:solidFill>
              </a:defRPr>
            </a:lvl6pPr>
            <a:lvl7pPr lvl="6">
              <a:lnSpc>
                <a:spcPct val="90000"/>
              </a:lnSpc>
              <a:spcBef>
                <a:spcPts val="0"/>
              </a:spcBef>
              <a:spcAft>
                <a:spcPts val="0"/>
              </a:spcAft>
              <a:buClr>
                <a:srgbClr val="000000"/>
              </a:buClr>
              <a:buSzPts val="1000"/>
              <a:buNone/>
              <a:defRPr sz="1000">
                <a:solidFill>
                  <a:srgbClr val="000000"/>
                </a:solidFill>
              </a:defRPr>
            </a:lvl7pPr>
            <a:lvl8pPr lvl="7">
              <a:lnSpc>
                <a:spcPct val="90000"/>
              </a:lnSpc>
              <a:spcBef>
                <a:spcPts val="0"/>
              </a:spcBef>
              <a:spcAft>
                <a:spcPts val="0"/>
              </a:spcAft>
              <a:buClr>
                <a:srgbClr val="000000"/>
              </a:buClr>
              <a:buSzPts val="1000"/>
              <a:buNone/>
              <a:defRPr sz="1000">
                <a:solidFill>
                  <a:srgbClr val="000000"/>
                </a:solidFill>
              </a:defRPr>
            </a:lvl8pPr>
            <a:lvl9pPr lvl="8">
              <a:lnSpc>
                <a:spcPct val="90000"/>
              </a:lnSpc>
              <a:spcBef>
                <a:spcPts val="0"/>
              </a:spcBef>
              <a:spcAft>
                <a:spcPts val="0"/>
              </a:spcAft>
              <a:buClr>
                <a:srgbClr val="000000"/>
              </a:buClr>
              <a:buSzPts val="1000"/>
              <a:buNone/>
              <a:defRPr sz="1000">
                <a:solidFill>
                  <a:srgbClr val="000000"/>
                </a:solidFill>
              </a:defRPr>
            </a:lvl9pPr>
          </a:lstStyle>
          <a:p/>
        </p:txBody>
      </p:sp>
      <p:sp>
        <p:nvSpPr>
          <p:cNvPr id="4439" name="Google Shape;4439;p80"/>
          <p:cNvSpPr txBox="1"/>
          <p:nvPr>
            <p:ph idx="4" type="subTitle"/>
          </p:nvPr>
        </p:nvSpPr>
        <p:spPr>
          <a:xfrm>
            <a:off x="2504975" y="1540102"/>
            <a:ext cx="6822000" cy="472200"/>
          </a:xfrm>
          <a:prstGeom prst="rect">
            <a:avLst/>
          </a:prstGeom>
          <a:noFill/>
          <a:ln>
            <a:noFill/>
          </a:ln>
        </p:spPr>
        <p:txBody>
          <a:bodyPr anchorCtr="0" anchor="t" bIns="36000" lIns="36000" spcFirstLastPara="1" rIns="36000" wrap="square" tIns="36000">
            <a:noAutofit/>
          </a:bodyPr>
          <a:lstStyle>
            <a:lvl1pPr lvl="0">
              <a:lnSpc>
                <a:spcPct val="90000"/>
              </a:lnSpc>
              <a:spcBef>
                <a:spcPts val="0"/>
              </a:spcBef>
              <a:spcAft>
                <a:spcPts val="0"/>
              </a:spcAft>
              <a:buClr>
                <a:srgbClr val="000000"/>
              </a:buClr>
              <a:buSzPts val="1000"/>
              <a:buFont typeface="Arvo"/>
              <a:buNone/>
              <a:defRPr sz="10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1000"/>
              <a:buNone/>
              <a:defRPr sz="1000">
                <a:solidFill>
                  <a:srgbClr val="000000"/>
                </a:solidFill>
              </a:defRPr>
            </a:lvl2pPr>
            <a:lvl3pPr lvl="2">
              <a:lnSpc>
                <a:spcPct val="90000"/>
              </a:lnSpc>
              <a:spcBef>
                <a:spcPts val="0"/>
              </a:spcBef>
              <a:spcAft>
                <a:spcPts val="0"/>
              </a:spcAft>
              <a:buClr>
                <a:srgbClr val="000000"/>
              </a:buClr>
              <a:buSzPts val="1000"/>
              <a:buNone/>
              <a:defRPr sz="1000">
                <a:solidFill>
                  <a:srgbClr val="000000"/>
                </a:solidFill>
              </a:defRPr>
            </a:lvl3pPr>
            <a:lvl4pPr lvl="3">
              <a:lnSpc>
                <a:spcPct val="90000"/>
              </a:lnSpc>
              <a:spcBef>
                <a:spcPts val="0"/>
              </a:spcBef>
              <a:spcAft>
                <a:spcPts val="0"/>
              </a:spcAft>
              <a:buClr>
                <a:srgbClr val="000000"/>
              </a:buClr>
              <a:buSzPts val="1000"/>
              <a:buNone/>
              <a:defRPr sz="1000">
                <a:solidFill>
                  <a:srgbClr val="000000"/>
                </a:solidFill>
              </a:defRPr>
            </a:lvl4pPr>
            <a:lvl5pPr lvl="4">
              <a:lnSpc>
                <a:spcPct val="90000"/>
              </a:lnSpc>
              <a:spcBef>
                <a:spcPts val="0"/>
              </a:spcBef>
              <a:spcAft>
                <a:spcPts val="0"/>
              </a:spcAft>
              <a:buClr>
                <a:srgbClr val="000000"/>
              </a:buClr>
              <a:buSzPts val="1000"/>
              <a:buNone/>
              <a:defRPr sz="1000">
                <a:solidFill>
                  <a:srgbClr val="000000"/>
                </a:solidFill>
              </a:defRPr>
            </a:lvl5pPr>
            <a:lvl6pPr lvl="5">
              <a:lnSpc>
                <a:spcPct val="90000"/>
              </a:lnSpc>
              <a:spcBef>
                <a:spcPts val="0"/>
              </a:spcBef>
              <a:spcAft>
                <a:spcPts val="0"/>
              </a:spcAft>
              <a:buClr>
                <a:srgbClr val="000000"/>
              </a:buClr>
              <a:buSzPts val="1000"/>
              <a:buNone/>
              <a:defRPr sz="1000">
                <a:solidFill>
                  <a:srgbClr val="000000"/>
                </a:solidFill>
              </a:defRPr>
            </a:lvl6pPr>
            <a:lvl7pPr lvl="6">
              <a:lnSpc>
                <a:spcPct val="90000"/>
              </a:lnSpc>
              <a:spcBef>
                <a:spcPts val="0"/>
              </a:spcBef>
              <a:spcAft>
                <a:spcPts val="0"/>
              </a:spcAft>
              <a:buClr>
                <a:srgbClr val="000000"/>
              </a:buClr>
              <a:buSzPts val="1000"/>
              <a:buNone/>
              <a:defRPr sz="1000">
                <a:solidFill>
                  <a:srgbClr val="000000"/>
                </a:solidFill>
              </a:defRPr>
            </a:lvl7pPr>
            <a:lvl8pPr lvl="7">
              <a:lnSpc>
                <a:spcPct val="90000"/>
              </a:lnSpc>
              <a:spcBef>
                <a:spcPts val="0"/>
              </a:spcBef>
              <a:spcAft>
                <a:spcPts val="0"/>
              </a:spcAft>
              <a:buClr>
                <a:srgbClr val="000000"/>
              </a:buClr>
              <a:buSzPts val="1000"/>
              <a:buNone/>
              <a:defRPr sz="1000">
                <a:solidFill>
                  <a:srgbClr val="000000"/>
                </a:solidFill>
              </a:defRPr>
            </a:lvl8pPr>
            <a:lvl9pPr lvl="8">
              <a:lnSpc>
                <a:spcPct val="90000"/>
              </a:lnSpc>
              <a:spcBef>
                <a:spcPts val="0"/>
              </a:spcBef>
              <a:spcAft>
                <a:spcPts val="0"/>
              </a:spcAft>
              <a:buClr>
                <a:srgbClr val="000000"/>
              </a:buClr>
              <a:buSzPts val="1000"/>
              <a:buNone/>
              <a:defRPr sz="1000">
                <a:solidFill>
                  <a:srgbClr val="000000"/>
                </a:solidFill>
              </a:defRPr>
            </a:lvl9pPr>
          </a:lstStyle>
          <a:p/>
        </p:txBody>
      </p:sp>
      <p:sp>
        <p:nvSpPr>
          <p:cNvPr id="4440" name="Google Shape;4440;p80"/>
          <p:cNvSpPr txBox="1"/>
          <p:nvPr>
            <p:ph idx="5" type="subTitle"/>
          </p:nvPr>
        </p:nvSpPr>
        <p:spPr>
          <a:xfrm>
            <a:off x="2505200" y="2140250"/>
            <a:ext cx="6822000" cy="2476200"/>
          </a:xfrm>
          <a:prstGeom prst="rect">
            <a:avLst/>
          </a:prstGeom>
          <a:noFill/>
          <a:ln>
            <a:noFill/>
          </a:ln>
        </p:spPr>
        <p:txBody>
          <a:bodyPr anchorCtr="0" anchor="t" bIns="36000" lIns="36000" spcFirstLastPara="1" rIns="36000" wrap="square" tIns="36000">
            <a:noAutofit/>
          </a:bodyPr>
          <a:lstStyle>
            <a:lvl1pPr lvl="0">
              <a:lnSpc>
                <a:spcPct val="90000"/>
              </a:lnSpc>
              <a:spcBef>
                <a:spcPts val="0"/>
              </a:spcBef>
              <a:spcAft>
                <a:spcPts val="0"/>
              </a:spcAft>
              <a:buClr>
                <a:srgbClr val="000000"/>
              </a:buClr>
              <a:buSzPts val="1000"/>
              <a:buFont typeface="Arvo"/>
              <a:buNone/>
              <a:defRPr sz="10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1000"/>
              <a:buNone/>
              <a:defRPr sz="1000">
                <a:solidFill>
                  <a:srgbClr val="000000"/>
                </a:solidFill>
              </a:defRPr>
            </a:lvl2pPr>
            <a:lvl3pPr lvl="2">
              <a:lnSpc>
                <a:spcPct val="90000"/>
              </a:lnSpc>
              <a:spcBef>
                <a:spcPts val="0"/>
              </a:spcBef>
              <a:spcAft>
                <a:spcPts val="0"/>
              </a:spcAft>
              <a:buClr>
                <a:srgbClr val="000000"/>
              </a:buClr>
              <a:buSzPts val="1000"/>
              <a:buNone/>
              <a:defRPr sz="1000">
                <a:solidFill>
                  <a:srgbClr val="000000"/>
                </a:solidFill>
              </a:defRPr>
            </a:lvl3pPr>
            <a:lvl4pPr lvl="3">
              <a:lnSpc>
                <a:spcPct val="90000"/>
              </a:lnSpc>
              <a:spcBef>
                <a:spcPts val="0"/>
              </a:spcBef>
              <a:spcAft>
                <a:spcPts val="0"/>
              </a:spcAft>
              <a:buClr>
                <a:srgbClr val="000000"/>
              </a:buClr>
              <a:buSzPts val="1000"/>
              <a:buNone/>
              <a:defRPr sz="1000">
                <a:solidFill>
                  <a:srgbClr val="000000"/>
                </a:solidFill>
              </a:defRPr>
            </a:lvl4pPr>
            <a:lvl5pPr lvl="4">
              <a:lnSpc>
                <a:spcPct val="90000"/>
              </a:lnSpc>
              <a:spcBef>
                <a:spcPts val="0"/>
              </a:spcBef>
              <a:spcAft>
                <a:spcPts val="0"/>
              </a:spcAft>
              <a:buClr>
                <a:srgbClr val="000000"/>
              </a:buClr>
              <a:buSzPts val="1000"/>
              <a:buNone/>
              <a:defRPr sz="1000">
                <a:solidFill>
                  <a:srgbClr val="000000"/>
                </a:solidFill>
              </a:defRPr>
            </a:lvl5pPr>
            <a:lvl6pPr lvl="5">
              <a:lnSpc>
                <a:spcPct val="90000"/>
              </a:lnSpc>
              <a:spcBef>
                <a:spcPts val="0"/>
              </a:spcBef>
              <a:spcAft>
                <a:spcPts val="0"/>
              </a:spcAft>
              <a:buClr>
                <a:srgbClr val="000000"/>
              </a:buClr>
              <a:buSzPts val="1000"/>
              <a:buNone/>
              <a:defRPr sz="1000">
                <a:solidFill>
                  <a:srgbClr val="000000"/>
                </a:solidFill>
              </a:defRPr>
            </a:lvl6pPr>
            <a:lvl7pPr lvl="6">
              <a:lnSpc>
                <a:spcPct val="90000"/>
              </a:lnSpc>
              <a:spcBef>
                <a:spcPts val="0"/>
              </a:spcBef>
              <a:spcAft>
                <a:spcPts val="0"/>
              </a:spcAft>
              <a:buClr>
                <a:srgbClr val="000000"/>
              </a:buClr>
              <a:buSzPts val="1000"/>
              <a:buNone/>
              <a:defRPr sz="1000">
                <a:solidFill>
                  <a:srgbClr val="000000"/>
                </a:solidFill>
              </a:defRPr>
            </a:lvl7pPr>
            <a:lvl8pPr lvl="7">
              <a:lnSpc>
                <a:spcPct val="90000"/>
              </a:lnSpc>
              <a:spcBef>
                <a:spcPts val="0"/>
              </a:spcBef>
              <a:spcAft>
                <a:spcPts val="0"/>
              </a:spcAft>
              <a:buClr>
                <a:srgbClr val="000000"/>
              </a:buClr>
              <a:buSzPts val="1000"/>
              <a:buNone/>
              <a:defRPr sz="1000">
                <a:solidFill>
                  <a:srgbClr val="000000"/>
                </a:solidFill>
              </a:defRPr>
            </a:lvl8pPr>
            <a:lvl9pPr lvl="8">
              <a:lnSpc>
                <a:spcPct val="90000"/>
              </a:lnSpc>
              <a:spcBef>
                <a:spcPts val="0"/>
              </a:spcBef>
              <a:spcAft>
                <a:spcPts val="0"/>
              </a:spcAft>
              <a:buClr>
                <a:srgbClr val="000000"/>
              </a:buClr>
              <a:buSzPts val="1000"/>
              <a:buNone/>
              <a:defRPr sz="1000">
                <a:solidFill>
                  <a:srgbClr val="000000"/>
                </a:solidFill>
              </a:defRPr>
            </a:lvl9pPr>
          </a:lstStyle>
          <a:p/>
        </p:txBody>
      </p:sp>
      <p:sp>
        <p:nvSpPr>
          <p:cNvPr id="4441" name="Google Shape;4441;p80"/>
          <p:cNvSpPr txBox="1"/>
          <p:nvPr>
            <p:ph idx="6" type="subTitle"/>
          </p:nvPr>
        </p:nvSpPr>
        <p:spPr>
          <a:xfrm>
            <a:off x="2508875" y="4779371"/>
            <a:ext cx="6813000" cy="421200"/>
          </a:xfrm>
          <a:prstGeom prst="rect">
            <a:avLst/>
          </a:prstGeom>
          <a:noFill/>
          <a:ln>
            <a:noFill/>
          </a:ln>
        </p:spPr>
        <p:txBody>
          <a:bodyPr anchorCtr="0" anchor="t" bIns="36000" lIns="36000" spcFirstLastPara="1" rIns="36000" wrap="square" tIns="36000">
            <a:noAutofit/>
          </a:bodyPr>
          <a:lstStyle>
            <a:lvl1pPr lvl="0">
              <a:lnSpc>
                <a:spcPct val="90000"/>
              </a:lnSpc>
              <a:spcBef>
                <a:spcPts val="0"/>
              </a:spcBef>
              <a:spcAft>
                <a:spcPts val="0"/>
              </a:spcAft>
              <a:buClr>
                <a:srgbClr val="000000"/>
              </a:buClr>
              <a:buSzPts val="1000"/>
              <a:buFont typeface="Arvo"/>
              <a:buNone/>
              <a:defRPr sz="10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1000"/>
              <a:buNone/>
              <a:defRPr sz="1000">
                <a:solidFill>
                  <a:srgbClr val="000000"/>
                </a:solidFill>
              </a:defRPr>
            </a:lvl2pPr>
            <a:lvl3pPr lvl="2">
              <a:lnSpc>
                <a:spcPct val="90000"/>
              </a:lnSpc>
              <a:spcBef>
                <a:spcPts val="0"/>
              </a:spcBef>
              <a:spcAft>
                <a:spcPts val="0"/>
              </a:spcAft>
              <a:buClr>
                <a:srgbClr val="000000"/>
              </a:buClr>
              <a:buSzPts val="1000"/>
              <a:buNone/>
              <a:defRPr sz="1000">
                <a:solidFill>
                  <a:srgbClr val="000000"/>
                </a:solidFill>
              </a:defRPr>
            </a:lvl3pPr>
            <a:lvl4pPr lvl="3">
              <a:lnSpc>
                <a:spcPct val="90000"/>
              </a:lnSpc>
              <a:spcBef>
                <a:spcPts val="0"/>
              </a:spcBef>
              <a:spcAft>
                <a:spcPts val="0"/>
              </a:spcAft>
              <a:buClr>
                <a:srgbClr val="000000"/>
              </a:buClr>
              <a:buSzPts val="1000"/>
              <a:buNone/>
              <a:defRPr sz="1000">
                <a:solidFill>
                  <a:srgbClr val="000000"/>
                </a:solidFill>
              </a:defRPr>
            </a:lvl4pPr>
            <a:lvl5pPr lvl="4">
              <a:lnSpc>
                <a:spcPct val="90000"/>
              </a:lnSpc>
              <a:spcBef>
                <a:spcPts val="0"/>
              </a:spcBef>
              <a:spcAft>
                <a:spcPts val="0"/>
              </a:spcAft>
              <a:buClr>
                <a:srgbClr val="000000"/>
              </a:buClr>
              <a:buSzPts val="1000"/>
              <a:buNone/>
              <a:defRPr sz="1000">
                <a:solidFill>
                  <a:srgbClr val="000000"/>
                </a:solidFill>
              </a:defRPr>
            </a:lvl5pPr>
            <a:lvl6pPr lvl="5">
              <a:lnSpc>
                <a:spcPct val="90000"/>
              </a:lnSpc>
              <a:spcBef>
                <a:spcPts val="0"/>
              </a:spcBef>
              <a:spcAft>
                <a:spcPts val="0"/>
              </a:spcAft>
              <a:buClr>
                <a:srgbClr val="000000"/>
              </a:buClr>
              <a:buSzPts val="1000"/>
              <a:buNone/>
              <a:defRPr sz="1000">
                <a:solidFill>
                  <a:srgbClr val="000000"/>
                </a:solidFill>
              </a:defRPr>
            </a:lvl6pPr>
            <a:lvl7pPr lvl="6">
              <a:lnSpc>
                <a:spcPct val="90000"/>
              </a:lnSpc>
              <a:spcBef>
                <a:spcPts val="0"/>
              </a:spcBef>
              <a:spcAft>
                <a:spcPts val="0"/>
              </a:spcAft>
              <a:buClr>
                <a:srgbClr val="000000"/>
              </a:buClr>
              <a:buSzPts val="1000"/>
              <a:buNone/>
              <a:defRPr sz="1000">
                <a:solidFill>
                  <a:srgbClr val="000000"/>
                </a:solidFill>
              </a:defRPr>
            </a:lvl7pPr>
            <a:lvl8pPr lvl="7">
              <a:lnSpc>
                <a:spcPct val="90000"/>
              </a:lnSpc>
              <a:spcBef>
                <a:spcPts val="0"/>
              </a:spcBef>
              <a:spcAft>
                <a:spcPts val="0"/>
              </a:spcAft>
              <a:buClr>
                <a:srgbClr val="000000"/>
              </a:buClr>
              <a:buSzPts val="1000"/>
              <a:buNone/>
              <a:defRPr sz="1000">
                <a:solidFill>
                  <a:srgbClr val="000000"/>
                </a:solidFill>
              </a:defRPr>
            </a:lvl8pPr>
            <a:lvl9pPr lvl="8">
              <a:lnSpc>
                <a:spcPct val="90000"/>
              </a:lnSpc>
              <a:spcBef>
                <a:spcPts val="0"/>
              </a:spcBef>
              <a:spcAft>
                <a:spcPts val="0"/>
              </a:spcAft>
              <a:buClr>
                <a:srgbClr val="000000"/>
              </a:buClr>
              <a:buSzPts val="1000"/>
              <a:buNone/>
              <a:defRPr sz="1000">
                <a:solidFill>
                  <a:srgbClr val="000000"/>
                </a:solidFill>
              </a:defRPr>
            </a:lvl9pPr>
          </a:lstStyle>
          <a:p/>
        </p:txBody>
      </p:sp>
      <p:sp>
        <p:nvSpPr>
          <p:cNvPr id="4442" name="Google Shape;4442;p80"/>
          <p:cNvSpPr txBox="1"/>
          <p:nvPr>
            <p:ph idx="7" type="subTitle"/>
          </p:nvPr>
        </p:nvSpPr>
        <p:spPr>
          <a:xfrm>
            <a:off x="2504325" y="5379239"/>
            <a:ext cx="6823200" cy="342000"/>
          </a:xfrm>
          <a:prstGeom prst="rect">
            <a:avLst/>
          </a:prstGeom>
          <a:noFill/>
          <a:ln>
            <a:noFill/>
          </a:ln>
        </p:spPr>
        <p:txBody>
          <a:bodyPr anchorCtr="0" anchor="ctr" bIns="36000" lIns="36000" spcFirstLastPara="1" rIns="36000" wrap="square" tIns="36000">
            <a:noAutofit/>
          </a:bodyPr>
          <a:lstStyle>
            <a:lvl1pPr lvl="0">
              <a:lnSpc>
                <a:spcPct val="90000"/>
              </a:lnSpc>
              <a:spcBef>
                <a:spcPts val="0"/>
              </a:spcBef>
              <a:spcAft>
                <a:spcPts val="0"/>
              </a:spcAft>
              <a:buClr>
                <a:srgbClr val="000000"/>
              </a:buClr>
              <a:buSzPts val="1000"/>
              <a:buFont typeface="Arvo"/>
              <a:buNone/>
              <a:defRPr sz="10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1000"/>
              <a:buNone/>
              <a:defRPr sz="1000">
                <a:solidFill>
                  <a:srgbClr val="000000"/>
                </a:solidFill>
              </a:defRPr>
            </a:lvl2pPr>
            <a:lvl3pPr lvl="2">
              <a:lnSpc>
                <a:spcPct val="90000"/>
              </a:lnSpc>
              <a:spcBef>
                <a:spcPts val="0"/>
              </a:spcBef>
              <a:spcAft>
                <a:spcPts val="0"/>
              </a:spcAft>
              <a:buClr>
                <a:srgbClr val="000000"/>
              </a:buClr>
              <a:buSzPts val="1000"/>
              <a:buNone/>
              <a:defRPr sz="1000">
                <a:solidFill>
                  <a:srgbClr val="000000"/>
                </a:solidFill>
              </a:defRPr>
            </a:lvl3pPr>
            <a:lvl4pPr lvl="3">
              <a:lnSpc>
                <a:spcPct val="90000"/>
              </a:lnSpc>
              <a:spcBef>
                <a:spcPts val="0"/>
              </a:spcBef>
              <a:spcAft>
                <a:spcPts val="0"/>
              </a:spcAft>
              <a:buClr>
                <a:srgbClr val="000000"/>
              </a:buClr>
              <a:buSzPts val="1000"/>
              <a:buNone/>
              <a:defRPr sz="1000">
                <a:solidFill>
                  <a:srgbClr val="000000"/>
                </a:solidFill>
              </a:defRPr>
            </a:lvl4pPr>
            <a:lvl5pPr lvl="4">
              <a:lnSpc>
                <a:spcPct val="90000"/>
              </a:lnSpc>
              <a:spcBef>
                <a:spcPts val="0"/>
              </a:spcBef>
              <a:spcAft>
                <a:spcPts val="0"/>
              </a:spcAft>
              <a:buClr>
                <a:srgbClr val="000000"/>
              </a:buClr>
              <a:buSzPts val="1000"/>
              <a:buNone/>
              <a:defRPr sz="1000">
                <a:solidFill>
                  <a:srgbClr val="000000"/>
                </a:solidFill>
              </a:defRPr>
            </a:lvl5pPr>
            <a:lvl6pPr lvl="5">
              <a:lnSpc>
                <a:spcPct val="90000"/>
              </a:lnSpc>
              <a:spcBef>
                <a:spcPts val="0"/>
              </a:spcBef>
              <a:spcAft>
                <a:spcPts val="0"/>
              </a:spcAft>
              <a:buClr>
                <a:srgbClr val="000000"/>
              </a:buClr>
              <a:buSzPts val="1000"/>
              <a:buNone/>
              <a:defRPr sz="1000">
                <a:solidFill>
                  <a:srgbClr val="000000"/>
                </a:solidFill>
              </a:defRPr>
            </a:lvl6pPr>
            <a:lvl7pPr lvl="6">
              <a:lnSpc>
                <a:spcPct val="90000"/>
              </a:lnSpc>
              <a:spcBef>
                <a:spcPts val="0"/>
              </a:spcBef>
              <a:spcAft>
                <a:spcPts val="0"/>
              </a:spcAft>
              <a:buClr>
                <a:srgbClr val="000000"/>
              </a:buClr>
              <a:buSzPts val="1000"/>
              <a:buNone/>
              <a:defRPr sz="1000">
                <a:solidFill>
                  <a:srgbClr val="000000"/>
                </a:solidFill>
              </a:defRPr>
            </a:lvl7pPr>
            <a:lvl8pPr lvl="7">
              <a:lnSpc>
                <a:spcPct val="90000"/>
              </a:lnSpc>
              <a:spcBef>
                <a:spcPts val="0"/>
              </a:spcBef>
              <a:spcAft>
                <a:spcPts val="0"/>
              </a:spcAft>
              <a:buClr>
                <a:srgbClr val="000000"/>
              </a:buClr>
              <a:buSzPts val="1000"/>
              <a:buNone/>
              <a:defRPr sz="1000">
                <a:solidFill>
                  <a:srgbClr val="000000"/>
                </a:solidFill>
              </a:defRPr>
            </a:lvl8pPr>
            <a:lvl9pPr lvl="8">
              <a:lnSpc>
                <a:spcPct val="90000"/>
              </a:lnSpc>
              <a:spcBef>
                <a:spcPts val="0"/>
              </a:spcBef>
              <a:spcAft>
                <a:spcPts val="0"/>
              </a:spcAft>
              <a:buClr>
                <a:srgbClr val="000000"/>
              </a:buClr>
              <a:buSzPts val="1000"/>
              <a:buNone/>
              <a:defRPr sz="1000">
                <a:solidFill>
                  <a:srgbClr val="000000"/>
                </a:solidFill>
              </a:defRPr>
            </a:lvl9pPr>
          </a:lstStyle>
          <a:p/>
        </p:txBody>
      </p:sp>
      <p:sp>
        <p:nvSpPr>
          <p:cNvPr id="4443" name="Google Shape;4443;p80"/>
          <p:cNvSpPr txBox="1"/>
          <p:nvPr/>
        </p:nvSpPr>
        <p:spPr>
          <a:xfrm>
            <a:off x="752801" y="4795332"/>
            <a:ext cx="1648800" cy="232500"/>
          </a:xfrm>
          <a:prstGeom prst="rect">
            <a:avLst/>
          </a:prstGeom>
          <a:noFill/>
          <a:ln>
            <a:noFill/>
          </a:ln>
        </p:spPr>
        <p:txBody>
          <a:bodyPr anchorCtr="0" anchor="ctr" bIns="0" lIns="0" spcFirstLastPara="1" rIns="0" wrap="square" tIns="0">
            <a:noAutofit/>
          </a:bodyPr>
          <a:lstStyle/>
          <a:p>
            <a:pPr indent="0" lvl="0" marL="0" rtl="0" algn="r">
              <a:spcBef>
                <a:spcPts val="0"/>
              </a:spcBef>
              <a:spcAft>
                <a:spcPts val="0"/>
              </a:spcAft>
              <a:buNone/>
            </a:pPr>
            <a:r>
              <a:rPr b="1" lang="es-419" sz="1100">
                <a:latin typeface="Arvo"/>
                <a:ea typeface="Arvo"/>
                <a:cs typeface="Arvo"/>
                <a:sym typeface="Arvo"/>
              </a:rPr>
              <a:t>Poscondición:</a:t>
            </a:r>
            <a:endParaRPr b="1" sz="1100">
              <a:latin typeface="Arvo"/>
              <a:ea typeface="Arvo"/>
              <a:cs typeface="Arvo"/>
              <a:sym typeface="Arvo"/>
            </a:endParaRPr>
          </a:p>
          <a:p>
            <a:pPr indent="0" lvl="0" marL="0" rtl="0" algn="r">
              <a:spcBef>
                <a:spcPts val="0"/>
              </a:spcBef>
              <a:spcAft>
                <a:spcPts val="0"/>
              </a:spcAft>
              <a:buNone/>
            </a:pPr>
            <a:r>
              <a:rPr i="1" lang="es-419" sz="600">
                <a:solidFill>
                  <a:srgbClr val="666666"/>
                </a:solidFill>
                <a:latin typeface="Arvo"/>
                <a:ea typeface="Arvo"/>
                <a:cs typeface="Arvo"/>
                <a:sym typeface="Arvo"/>
              </a:rPr>
              <a:t>&lt;ej:El pago debe estar realizado&gt;</a:t>
            </a:r>
            <a:endParaRPr i="1" sz="600">
              <a:solidFill>
                <a:srgbClr val="666666"/>
              </a:solidFill>
              <a:latin typeface="Arvo"/>
              <a:ea typeface="Arvo"/>
              <a:cs typeface="Arvo"/>
              <a:sym typeface="Arvo"/>
            </a:endParaRPr>
          </a:p>
        </p:txBody>
      </p:sp>
      <p:sp>
        <p:nvSpPr>
          <p:cNvPr id="4444" name="Google Shape;4444;p80"/>
          <p:cNvSpPr/>
          <p:nvPr/>
        </p:nvSpPr>
        <p:spPr>
          <a:xfrm>
            <a:off x="2504363" y="5905032"/>
            <a:ext cx="6822000" cy="4722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4445" name="Google Shape;4445;p80"/>
          <p:cNvSpPr txBox="1"/>
          <p:nvPr>
            <p:ph idx="8" type="subTitle"/>
          </p:nvPr>
        </p:nvSpPr>
        <p:spPr>
          <a:xfrm>
            <a:off x="2513469" y="5905025"/>
            <a:ext cx="6813000" cy="472200"/>
          </a:xfrm>
          <a:prstGeom prst="rect">
            <a:avLst/>
          </a:prstGeom>
          <a:noFill/>
          <a:ln>
            <a:noFill/>
          </a:ln>
        </p:spPr>
        <p:txBody>
          <a:bodyPr anchorCtr="0" anchor="ctr" bIns="36000" lIns="36000" spcFirstLastPara="1" rIns="36000" wrap="square" tIns="36000">
            <a:noAutofit/>
          </a:bodyPr>
          <a:lstStyle>
            <a:lvl1pPr lvl="0">
              <a:lnSpc>
                <a:spcPct val="90000"/>
              </a:lnSpc>
              <a:spcBef>
                <a:spcPts val="0"/>
              </a:spcBef>
              <a:spcAft>
                <a:spcPts val="0"/>
              </a:spcAft>
              <a:buClr>
                <a:srgbClr val="000000"/>
              </a:buClr>
              <a:buSzPts val="1000"/>
              <a:buFont typeface="Arvo"/>
              <a:buNone/>
              <a:defRPr sz="10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1000"/>
              <a:buNone/>
              <a:defRPr sz="1000">
                <a:solidFill>
                  <a:srgbClr val="000000"/>
                </a:solidFill>
              </a:defRPr>
            </a:lvl2pPr>
            <a:lvl3pPr lvl="2">
              <a:lnSpc>
                <a:spcPct val="90000"/>
              </a:lnSpc>
              <a:spcBef>
                <a:spcPts val="0"/>
              </a:spcBef>
              <a:spcAft>
                <a:spcPts val="0"/>
              </a:spcAft>
              <a:buClr>
                <a:srgbClr val="000000"/>
              </a:buClr>
              <a:buSzPts val="1000"/>
              <a:buNone/>
              <a:defRPr sz="1000">
                <a:solidFill>
                  <a:srgbClr val="000000"/>
                </a:solidFill>
              </a:defRPr>
            </a:lvl3pPr>
            <a:lvl4pPr lvl="3">
              <a:lnSpc>
                <a:spcPct val="90000"/>
              </a:lnSpc>
              <a:spcBef>
                <a:spcPts val="0"/>
              </a:spcBef>
              <a:spcAft>
                <a:spcPts val="0"/>
              </a:spcAft>
              <a:buClr>
                <a:srgbClr val="000000"/>
              </a:buClr>
              <a:buSzPts val="1000"/>
              <a:buNone/>
              <a:defRPr sz="1000">
                <a:solidFill>
                  <a:srgbClr val="000000"/>
                </a:solidFill>
              </a:defRPr>
            </a:lvl4pPr>
            <a:lvl5pPr lvl="4">
              <a:lnSpc>
                <a:spcPct val="90000"/>
              </a:lnSpc>
              <a:spcBef>
                <a:spcPts val="0"/>
              </a:spcBef>
              <a:spcAft>
                <a:spcPts val="0"/>
              </a:spcAft>
              <a:buClr>
                <a:srgbClr val="000000"/>
              </a:buClr>
              <a:buSzPts val="1000"/>
              <a:buNone/>
              <a:defRPr sz="1000">
                <a:solidFill>
                  <a:srgbClr val="000000"/>
                </a:solidFill>
              </a:defRPr>
            </a:lvl5pPr>
            <a:lvl6pPr lvl="5">
              <a:lnSpc>
                <a:spcPct val="90000"/>
              </a:lnSpc>
              <a:spcBef>
                <a:spcPts val="0"/>
              </a:spcBef>
              <a:spcAft>
                <a:spcPts val="0"/>
              </a:spcAft>
              <a:buClr>
                <a:srgbClr val="000000"/>
              </a:buClr>
              <a:buSzPts val="1000"/>
              <a:buNone/>
              <a:defRPr sz="1000">
                <a:solidFill>
                  <a:srgbClr val="000000"/>
                </a:solidFill>
              </a:defRPr>
            </a:lvl6pPr>
            <a:lvl7pPr lvl="6">
              <a:lnSpc>
                <a:spcPct val="90000"/>
              </a:lnSpc>
              <a:spcBef>
                <a:spcPts val="0"/>
              </a:spcBef>
              <a:spcAft>
                <a:spcPts val="0"/>
              </a:spcAft>
              <a:buClr>
                <a:srgbClr val="000000"/>
              </a:buClr>
              <a:buSzPts val="1000"/>
              <a:buNone/>
              <a:defRPr sz="1000">
                <a:solidFill>
                  <a:srgbClr val="000000"/>
                </a:solidFill>
              </a:defRPr>
            </a:lvl7pPr>
            <a:lvl8pPr lvl="7">
              <a:lnSpc>
                <a:spcPct val="90000"/>
              </a:lnSpc>
              <a:spcBef>
                <a:spcPts val="0"/>
              </a:spcBef>
              <a:spcAft>
                <a:spcPts val="0"/>
              </a:spcAft>
              <a:buClr>
                <a:srgbClr val="000000"/>
              </a:buClr>
              <a:buSzPts val="1000"/>
              <a:buNone/>
              <a:defRPr sz="1000">
                <a:solidFill>
                  <a:srgbClr val="000000"/>
                </a:solidFill>
              </a:defRPr>
            </a:lvl8pPr>
            <a:lvl9pPr lvl="8">
              <a:lnSpc>
                <a:spcPct val="90000"/>
              </a:lnSpc>
              <a:spcBef>
                <a:spcPts val="0"/>
              </a:spcBef>
              <a:spcAft>
                <a:spcPts val="0"/>
              </a:spcAft>
              <a:buClr>
                <a:srgbClr val="000000"/>
              </a:buClr>
              <a:buSzPts val="1000"/>
              <a:buNone/>
              <a:defRPr sz="1000">
                <a:solidFill>
                  <a:srgbClr val="000000"/>
                </a:solidFill>
              </a:defRPr>
            </a:lvl9pPr>
          </a:lstStyle>
          <a:p/>
        </p:txBody>
      </p:sp>
      <p:sp>
        <p:nvSpPr>
          <p:cNvPr id="4446" name="Google Shape;4446;p80"/>
          <p:cNvSpPr/>
          <p:nvPr/>
        </p:nvSpPr>
        <p:spPr>
          <a:xfrm>
            <a:off x="2277739" y="663750"/>
            <a:ext cx="88500" cy="1089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7" name="Google Shape;4447;p80"/>
          <p:cNvSpPr txBox="1"/>
          <p:nvPr/>
        </p:nvSpPr>
        <p:spPr>
          <a:xfrm>
            <a:off x="84825" y="598125"/>
            <a:ext cx="595500" cy="205800"/>
          </a:xfrm>
          <a:prstGeom prst="rect">
            <a:avLst/>
          </a:prstGeom>
          <a:noFill/>
          <a:ln>
            <a:noFill/>
          </a:ln>
        </p:spPr>
        <p:txBody>
          <a:bodyPr anchorCtr="0" anchor="t" bIns="18000" lIns="18000" spcFirstLastPara="1" rIns="18000" wrap="square" tIns="18000">
            <a:spAutoFit/>
          </a:bodyPr>
          <a:lstStyle/>
          <a:p>
            <a:pPr indent="0" lvl="0" marL="0" rtl="0" algn="l">
              <a:spcBef>
                <a:spcPts val="0"/>
              </a:spcBef>
              <a:spcAft>
                <a:spcPts val="0"/>
              </a:spcAft>
              <a:buNone/>
            </a:pPr>
            <a:r>
              <a:rPr lang="es-419" sz="1100">
                <a:solidFill>
                  <a:srgbClr val="FFFFFF"/>
                </a:solidFill>
              </a:rPr>
              <a:t>Nombre:</a:t>
            </a:r>
            <a:endParaRPr sz="1100">
              <a:solidFill>
                <a:srgbClr val="FFFFFF"/>
              </a:solidFill>
            </a:endParaRPr>
          </a:p>
        </p:txBody>
      </p:sp>
    </p:spTree>
  </p:cSld>
  <p:clrMapOvr>
    <a:masterClrMapping/>
  </p:clrMapOvr>
</p:sldLayout>
</file>

<file path=ppt/slideLayouts/slideLayout7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En Blanco">
  <p:cSld name="CUSTOM_1">
    <p:spTree>
      <p:nvGrpSpPr>
        <p:cNvPr id="4448" name="Shape 4448"/>
        <p:cNvGrpSpPr/>
        <p:nvPr/>
      </p:nvGrpSpPr>
      <p:grpSpPr>
        <a:xfrm>
          <a:off x="0" y="0"/>
          <a:ext cx="0" cy="0"/>
          <a:chOff x="0" y="0"/>
          <a:chExt cx="0" cy="0"/>
        </a:xfrm>
      </p:grpSpPr>
    </p:spTree>
  </p:cSld>
  <p:clrMapOvr>
    <a:masterClrMapping/>
  </p:clrMapOvr>
</p:sldLayout>
</file>

<file path=ppt/slideLayouts/slideLayout8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Paleta 1">
  <p:cSld name="CUSTOM_2">
    <p:spTree>
      <p:nvGrpSpPr>
        <p:cNvPr id="4449" name="Shape 4449"/>
        <p:cNvGrpSpPr/>
        <p:nvPr/>
      </p:nvGrpSpPr>
      <p:grpSpPr>
        <a:xfrm>
          <a:off x="0" y="0"/>
          <a:ext cx="0" cy="0"/>
          <a:chOff x="0" y="0"/>
          <a:chExt cx="0" cy="0"/>
        </a:xfrm>
      </p:grpSpPr>
      <p:sp>
        <p:nvSpPr>
          <p:cNvPr id="4450" name="Google Shape;4450;p82"/>
          <p:cNvSpPr/>
          <p:nvPr/>
        </p:nvSpPr>
        <p:spPr>
          <a:xfrm>
            <a:off x="328944" y="822265"/>
            <a:ext cx="748200" cy="5770500"/>
          </a:xfrm>
          <a:prstGeom prst="roundRect">
            <a:avLst>
              <a:gd fmla="val 11877" name="adj"/>
            </a:avLst>
          </a:prstGeom>
          <a:solidFill>
            <a:srgbClr val="F3F3F3"/>
          </a:solidFill>
          <a:ln cap="flat" cmpd="sng" w="9525">
            <a:solidFill>
              <a:srgbClr val="F3F3F3"/>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1" name="Google Shape;4451;p82"/>
          <p:cNvSpPr/>
          <p:nvPr/>
        </p:nvSpPr>
        <p:spPr>
          <a:xfrm>
            <a:off x="1603185" y="822265"/>
            <a:ext cx="748200" cy="5770500"/>
          </a:xfrm>
          <a:prstGeom prst="roundRect">
            <a:avLst>
              <a:gd fmla="val 11877" name="adj"/>
            </a:avLst>
          </a:prstGeom>
          <a:solidFill>
            <a:srgbClr val="F3F3F3"/>
          </a:solidFill>
          <a:ln cap="flat" cmpd="sng" w="9525">
            <a:solidFill>
              <a:srgbClr val="F3F3F3"/>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2" name="Google Shape;4452;p82"/>
          <p:cNvSpPr/>
          <p:nvPr/>
        </p:nvSpPr>
        <p:spPr>
          <a:xfrm>
            <a:off x="1469685" y="263250"/>
            <a:ext cx="1015200" cy="421200"/>
          </a:xfrm>
          <a:prstGeom prst="roundRect">
            <a:avLst>
              <a:gd fmla="val 17492" name="adj"/>
            </a:avLst>
          </a:prstGeom>
          <a:solidFill>
            <a:srgbClr val="000000"/>
          </a:solidFill>
          <a:ln cap="flat" cmpd="sng" w="9525">
            <a:solidFill>
              <a:srgbClr val="000000"/>
            </a:solidFill>
            <a:prstDash val="solid"/>
            <a:round/>
            <a:headEnd len="sm" w="sm" type="none"/>
            <a:tailEnd len="sm" w="sm" type="none"/>
          </a:ln>
        </p:spPr>
        <p:txBody>
          <a:bodyPr anchorCtr="0" anchor="ctr" bIns="0" lIns="0" spcFirstLastPara="1" rIns="0" wrap="square" tIns="0">
            <a:noAutofit/>
          </a:bodyPr>
          <a:lstStyle/>
          <a:p>
            <a:pPr indent="0" lvl="0" marL="0" rtl="0" algn="ctr">
              <a:spcBef>
                <a:spcPts val="0"/>
              </a:spcBef>
              <a:spcAft>
                <a:spcPts val="0"/>
              </a:spcAft>
              <a:buNone/>
            </a:pPr>
            <a:r>
              <a:rPr b="1" lang="es-419" sz="1200">
                <a:solidFill>
                  <a:srgbClr val="FFFFFF"/>
                </a:solidFill>
              </a:rPr>
              <a:t>Diagrama </a:t>
            </a:r>
            <a:r>
              <a:rPr b="1" lang="es-419" sz="1100">
                <a:solidFill>
                  <a:srgbClr val="FFFFFF"/>
                </a:solidFill>
              </a:rPr>
              <a:t>Comunicación</a:t>
            </a:r>
            <a:endParaRPr b="1" sz="1100">
              <a:solidFill>
                <a:srgbClr val="FFFFFF"/>
              </a:solidFill>
            </a:endParaRPr>
          </a:p>
        </p:txBody>
      </p:sp>
      <p:sp>
        <p:nvSpPr>
          <p:cNvPr id="4453" name="Google Shape;4453;p82"/>
          <p:cNvSpPr/>
          <p:nvPr/>
        </p:nvSpPr>
        <p:spPr>
          <a:xfrm>
            <a:off x="194994" y="263250"/>
            <a:ext cx="1016100" cy="421200"/>
          </a:xfrm>
          <a:prstGeom prst="roundRect">
            <a:avLst>
              <a:gd fmla="val 17492" name="adj"/>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s-419" sz="1200">
                <a:solidFill>
                  <a:srgbClr val="FFFFFF"/>
                </a:solidFill>
              </a:rPr>
              <a:t>Diagrama </a:t>
            </a:r>
            <a:r>
              <a:rPr b="1" lang="es-419" sz="1100">
                <a:solidFill>
                  <a:srgbClr val="FFFFFF"/>
                </a:solidFill>
              </a:rPr>
              <a:t>Actividad</a:t>
            </a:r>
            <a:endParaRPr b="1" sz="1100">
              <a:solidFill>
                <a:srgbClr val="FFFFFF"/>
              </a:solidFill>
            </a:endParaRPr>
          </a:p>
        </p:txBody>
      </p:sp>
      <p:cxnSp>
        <p:nvCxnSpPr>
          <p:cNvPr id="4454" name="Google Shape;4454;p82"/>
          <p:cNvCxnSpPr/>
          <p:nvPr/>
        </p:nvCxnSpPr>
        <p:spPr>
          <a:xfrm>
            <a:off x="1329303" y="164100"/>
            <a:ext cx="0" cy="6511800"/>
          </a:xfrm>
          <a:prstGeom prst="straightConnector1">
            <a:avLst/>
          </a:prstGeom>
          <a:noFill/>
          <a:ln cap="flat" cmpd="sng" w="28575">
            <a:solidFill>
              <a:srgbClr val="B7B7B7"/>
            </a:solidFill>
            <a:prstDash val="dash"/>
            <a:round/>
            <a:headEnd len="med" w="med" type="none"/>
            <a:tailEnd len="med" w="med" type="none"/>
          </a:ln>
        </p:spPr>
      </p:cxnSp>
      <p:cxnSp>
        <p:nvCxnSpPr>
          <p:cNvPr id="4455" name="Google Shape;4455;p82"/>
          <p:cNvCxnSpPr/>
          <p:nvPr/>
        </p:nvCxnSpPr>
        <p:spPr>
          <a:xfrm>
            <a:off x="2615848" y="164100"/>
            <a:ext cx="0" cy="6511800"/>
          </a:xfrm>
          <a:prstGeom prst="straightConnector1">
            <a:avLst/>
          </a:prstGeom>
          <a:noFill/>
          <a:ln cap="flat" cmpd="sng" w="28575">
            <a:solidFill>
              <a:srgbClr val="B7B7B7"/>
            </a:solidFill>
            <a:prstDash val="dash"/>
            <a:round/>
            <a:headEnd len="med" w="med" type="none"/>
            <a:tailEnd len="med" w="med" type="none"/>
          </a:ln>
        </p:spPr>
      </p:cxnSp>
      <p:sp>
        <p:nvSpPr>
          <p:cNvPr id="4456" name="Google Shape;4456;p82"/>
          <p:cNvSpPr/>
          <p:nvPr/>
        </p:nvSpPr>
        <p:spPr>
          <a:xfrm>
            <a:off x="2879386" y="822265"/>
            <a:ext cx="748200" cy="5770500"/>
          </a:xfrm>
          <a:prstGeom prst="roundRect">
            <a:avLst>
              <a:gd fmla="val 11877" name="adj"/>
            </a:avLst>
          </a:prstGeom>
          <a:solidFill>
            <a:srgbClr val="F3F3F3"/>
          </a:solidFill>
          <a:ln cap="flat" cmpd="sng" w="9525">
            <a:solidFill>
              <a:srgbClr val="F3F3F3"/>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7" name="Google Shape;4457;p82"/>
          <p:cNvSpPr/>
          <p:nvPr/>
        </p:nvSpPr>
        <p:spPr>
          <a:xfrm>
            <a:off x="2745886" y="263250"/>
            <a:ext cx="1015200" cy="421200"/>
          </a:xfrm>
          <a:prstGeom prst="roundRect">
            <a:avLst>
              <a:gd fmla="val 17492" name="adj"/>
            </a:avLst>
          </a:prstGeom>
          <a:solidFill>
            <a:srgbClr val="000000"/>
          </a:solidFill>
          <a:ln cap="flat" cmpd="sng" w="9525">
            <a:solidFill>
              <a:srgbClr val="000000"/>
            </a:solidFill>
            <a:prstDash val="solid"/>
            <a:round/>
            <a:headEnd len="sm" w="sm" type="none"/>
            <a:tailEnd len="sm" w="sm" type="none"/>
          </a:ln>
        </p:spPr>
        <p:txBody>
          <a:bodyPr anchorCtr="0" anchor="ctr" bIns="0" lIns="0" spcFirstLastPara="1" rIns="0" wrap="square" tIns="0">
            <a:noAutofit/>
          </a:bodyPr>
          <a:lstStyle/>
          <a:p>
            <a:pPr indent="0" lvl="0" marL="0" rtl="0" algn="ctr">
              <a:spcBef>
                <a:spcPts val="0"/>
              </a:spcBef>
              <a:spcAft>
                <a:spcPts val="0"/>
              </a:spcAft>
              <a:buNone/>
            </a:pPr>
            <a:r>
              <a:rPr b="1" lang="es-419" sz="1200">
                <a:solidFill>
                  <a:srgbClr val="FFFFFF"/>
                </a:solidFill>
              </a:rPr>
              <a:t>Diagrama de Dominio</a:t>
            </a:r>
            <a:endParaRPr b="1" sz="1200">
              <a:solidFill>
                <a:srgbClr val="FFFFFF"/>
              </a:solidFill>
            </a:endParaRPr>
          </a:p>
        </p:txBody>
      </p:sp>
      <p:cxnSp>
        <p:nvCxnSpPr>
          <p:cNvPr id="4458" name="Google Shape;4458;p82"/>
          <p:cNvCxnSpPr/>
          <p:nvPr/>
        </p:nvCxnSpPr>
        <p:spPr>
          <a:xfrm>
            <a:off x="3878034" y="164100"/>
            <a:ext cx="0" cy="6511800"/>
          </a:xfrm>
          <a:prstGeom prst="straightConnector1">
            <a:avLst/>
          </a:prstGeom>
          <a:noFill/>
          <a:ln cap="flat" cmpd="sng" w="28575">
            <a:solidFill>
              <a:srgbClr val="B7B7B7"/>
            </a:solidFill>
            <a:prstDash val="dash"/>
            <a:round/>
            <a:headEnd len="med" w="med" type="none"/>
            <a:tailEnd len="med" w="med" type="none"/>
          </a:ln>
        </p:spPr>
      </p:cxnSp>
      <p:sp>
        <p:nvSpPr>
          <p:cNvPr id="4459" name="Google Shape;4459;p82"/>
          <p:cNvSpPr/>
          <p:nvPr/>
        </p:nvSpPr>
        <p:spPr>
          <a:xfrm>
            <a:off x="4145243" y="822265"/>
            <a:ext cx="748200" cy="5770500"/>
          </a:xfrm>
          <a:prstGeom prst="roundRect">
            <a:avLst>
              <a:gd fmla="val 11877" name="adj"/>
            </a:avLst>
          </a:prstGeom>
          <a:solidFill>
            <a:srgbClr val="F3F3F3"/>
          </a:solidFill>
          <a:ln cap="flat" cmpd="sng" w="9525">
            <a:solidFill>
              <a:srgbClr val="F3F3F3"/>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0" name="Google Shape;4460;p82"/>
          <p:cNvSpPr/>
          <p:nvPr/>
        </p:nvSpPr>
        <p:spPr>
          <a:xfrm>
            <a:off x="4011743" y="263250"/>
            <a:ext cx="1015200" cy="421200"/>
          </a:xfrm>
          <a:prstGeom prst="roundRect">
            <a:avLst>
              <a:gd fmla="val 17492" name="adj"/>
            </a:avLst>
          </a:prstGeom>
          <a:solidFill>
            <a:srgbClr val="000000"/>
          </a:solidFill>
          <a:ln cap="flat" cmpd="sng" w="9525">
            <a:solidFill>
              <a:srgbClr val="000000"/>
            </a:solidFill>
            <a:prstDash val="solid"/>
            <a:round/>
            <a:headEnd len="sm" w="sm" type="none"/>
            <a:tailEnd len="sm" w="sm" type="none"/>
          </a:ln>
        </p:spPr>
        <p:txBody>
          <a:bodyPr anchorCtr="0" anchor="ctr" bIns="0" lIns="0" spcFirstLastPara="1" rIns="0" wrap="square" tIns="0">
            <a:noAutofit/>
          </a:bodyPr>
          <a:lstStyle/>
          <a:p>
            <a:pPr indent="0" lvl="0" marL="0" rtl="0" algn="ctr">
              <a:spcBef>
                <a:spcPts val="0"/>
              </a:spcBef>
              <a:spcAft>
                <a:spcPts val="0"/>
              </a:spcAft>
              <a:buNone/>
            </a:pPr>
            <a:r>
              <a:rPr b="1" lang="es-419" sz="1200">
                <a:solidFill>
                  <a:srgbClr val="FFFFFF"/>
                </a:solidFill>
              </a:rPr>
              <a:t>Casos de Uso Sistema</a:t>
            </a:r>
            <a:endParaRPr b="1" sz="1200">
              <a:solidFill>
                <a:srgbClr val="FFFFFF"/>
              </a:solidFill>
            </a:endParaRPr>
          </a:p>
        </p:txBody>
      </p:sp>
      <p:cxnSp>
        <p:nvCxnSpPr>
          <p:cNvPr id="4461" name="Google Shape;4461;p82"/>
          <p:cNvCxnSpPr/>
          <p:nvPr/>
        </p:nvCxnSpPr>
        <p:spPr>
          <a:xfrm>
            <a:off x="5140216" y="164100"/>
            <a:ext cx="0" cy="6511800"/>
          </a:xfrm>
          <a:prstGeom prst="straightConnector1">
            <a:avLst/>
          </a:prstGeom>
          <a:noFill/>
          <a:ln cap="flat" cmpd="sng" w="28575">
            <a:solidFill>
              <a:srgbClr val="B7B7B7"/>
            </a:solidFill>
            <a:prstDash val="dash"/>
            <a:round/>
            <a:headEnd len="med" w="med" type="none"/>
            <a:tailEnd len="med" w="med" type="none"/>
          </a:ln>
        </p:spPr>
      </p:cxnSp>
      <p:sp>
        <p:nvSpPr>
          <p:cNvPr id="4462" name="Google Shape;4462;p82"/>
          <p:cNvSpPr/>
          <p:nvPr/>
        </p:nvSpPr>
        <p:spPr>
          <a:xfrm>
            <a:off x="5404690" y="822265"/>
            <a:ext cx="748200" cy="5770500"/>
          </a:xfrm>
          <a:prstGeom prst="roundRect">
            <a:avLst>
              <a:gd fmla="val 11877" name="adj"/>
            </a:avLst>
          </a:prstGeom>
          <a:solidFill>
            <a:srgbClr val="F3F3F3"/>
          </a:solidFill>
          <a:ln cap="flat" cmpd="sng" w="9525">
            <a:solidFill>
              <a:srgbClr val="F3F3F3"/>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3" name="Google Shape;4463;p82"/>
          <p:cNvSpPr/>
          <p:nvPr/>
        </p:nvSpPr>
        <p:spPr>
          <a:xfrm>
            <a:off x="5271190" y="263250"/>
            <a:ext cx="1015200" cy="421200"/>
          </a:xfrm>
          <a:prstGeom prst="roundRect">
            <a:avLst>
              <a:gd fmla="val 17492" name="adj"/>
            </a:avLst>
          </a:prstGeom>
          <a:solidFill>
            <a:srgbClr val="000000"/>
          </a:solidFill>
          <a:ln cap="flat" cmpd="sng" w="9525">
            <a:solidFill>
              <a:srgbClr val="000000"/>
            </a:solidFill>
            <a:prstDash val="solid"/>
            <a:round/>
            <a:headEnd len="sm" w="sm" type="none"/>
            <a:tailEnd len="sm" w="sm" type="none"/>
          </a:ln>
        </p:spPr>
        <p:txBody>
          <a:bodyPr anchorCtr="0" anchor="ctr" bIns="0" lIns="0" spcFirstLastPara="1" rIns="0" wrap="square" tIns="0">
            <a:noAutofit/>
          </a:bodyPr>
          <a:lstStyle/>
          <a:p>
            <a:pPr indent="0" lvl="0" marL="0" rtl="0" algn="ctr">
              <a:spcBef>
                <a:spcPts val="0"/>
              </a:spcBef>
              <a:spcAft>
                <a:spcPts val="0"/>
              </a:spcAft>
              <a:buNone/>
            </a:pPr>
            <a:r>
              <a:rPr b="1" lang="es-419" sz="1200">
                <a:solidFill>
                  <a:srgbClr val="FFFFFF"/>
                </a:solidFill>
              </a:rPr>
              <a:t>Casos de Uso Negocio</a:t>
            </a:r>
            <a:endParaRPr b="1" sz="1200">
              <a:solidFill>
                <a:srgbClr val="FFFFFF"/>
              </a:solidFill>
            </a:endParaRPr>
          </a:p>
        </p:txBody>
      </p:sp>
      <p:cxnSp>
        <p:nvCxnSpPr>
          <p:cNvPr id="4464" name="Google Shape;4464;p82"/>
          <p:cNvCxnSpPr/>
          <p:nvPr/>
        </p:nvCxnSpPr>
        <p:spPr>
          <a:xfrm>
            <a:off x="6394306" y="164100"/>
            <a:ext cx="0" cy="6511800"/>
          </a:xfrm>
          <a:prstGeom prst="straightConnector1">
            <a:avLst/>
          </a:prstGeom>
          <a:noFill/>
          <a:ln cap="flat" cmpd="sng" w="28575">
            <a:solidFill>
              <a:srgbClr val="B7B7B7"/>
            </a:solidFill>
            <a:prstDash val="dash"/>
            <a:round/>
            <a:headEnd len="med" w="med" type="none"/>
            <a:tailEnd len="med" w="med" type="none"/>
          </a:ln>
        </p:spPr>
      </p:cxnSp>
      <p:sp>
        <p:nvSpPr>
          <p:cNvPr id="4465" name="Google Shape;4465;p82"/>
          <p:cNvSpPr/>
          <p:nvPr/>
        </p:nvSpPr>
        <p:spPr>
          <a:xfrm>
            <a:off x="6553252" y="822275"/>
            <a:ext cx="1622100" cy="5770500"/>
          </a:xfrm>
          <a:prstGeom prst="roundRect">
            <a:avLst>
              <a:gd fmla="val 6584" name="adj"/>
            </a:avLst>
          </a:prstGeom>
          <a:solidFill>
            <a:srgbClr val="F3F3F3"/>
          </a:solidFill>
          <a:ln cap="flat" cmpd="sng" w="9525">
            <a:solidFill>
              <a:srgbClr val="F3F3F3"/>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6" name="Google Shape;4466;p82"/>
          <p:cNvSpPr/>
          <p:nvPr/>
        </p:nvSpPr>
        <p:spPr>
          <a:xfrm>
            <a:off x="6535844" y="263250"/>
            <a:ext cx="3323100" cy="421200"/>
          </a:xfrm>
          <a:prstGeom prst="roundRect">
            <a:avLst>
              <a:gd fmla="val 17492" name="adj"/>
            </a:avLst>
          </a:prstGeom>
          <a:solidFill>
            <a:srgbClr val="000000"/>
          </a:solidFill>
          <a:ln cap="flat" cmpd="sng" w="9525">
            <a:solidFill>
              <a:srgbClr val="000000"/>
            </a:solidFill>
            <a:prstDash val="solid"/>
            <a:round/>
            <a:headEnd len="sm" w="sm" type="none"/>
            <a:tailEnd len="sm" w="sm" type="none"/>
          </a:ln>
        </p:spPr>
        <p:txBody>
          <a:bodyPr anchorCtr="0" anchor="ctr" bIns="0" lIns="0" spcFirstLastPara="1" rIns="0" wrap="square" tIns="0">
            <a:noAutofit/>
          </a:bodyPr>
          <a:lstStyle/>
          <a:p>
            <a:pPr indent="0" lvl="0" marL="0" rtl="0" algn="ctr">
              <a:spcBef>
                <a:spcPts val="0"/>
              </a:spcBef>
              <a:spcAft>
                <a:spcPts val="0"/>
              </a:spcAft>
              <a:buNone/>
            </a:pPr>
            <a:r>
              <a:rPr b="1" lang="es-419" sz="1200">
                <a:solidFill>
                  <a:srgbClr val="FFFFFF"/>
                </a:solidFill>
              </a:rPr>
              <a:t>Recorrido Cliente</a:t>
            </a:r>
            <a:endParaRPr b="1" sz="1200">
              <a:solidFill>
                <a:srgbClr val="FFFFFF"/>
              </a:solidFill>
            </a:endParaRPr>
          </a:p>
        </p:txBody>
      </p:sp>
      <p:grpSp>
        <p:nvGrpSpPr>
          <p:cNvPr id="4467" name="Google Shape;4467;p82"/>
          <p:cNvGrpSpPr/>
          <p:nvPr/>
        </p:nvGrpSpPr>
        <p:grpSpPr>
          <a:xfrm>
            <a:off x="439744" y="5220524"/>
            <a:ext cx="522688" cy="506718"/>
            <a:chOff x="2323550" y="2096250"/>
            <a:chExt cx="522688" cy="648475"/>
          </a:xfrm>
        </p:grpSpPr>
        <p:sp>
          <p:nvSpPr>
            <p:cNvPr id="4468" name="Google Shape;4468;p82"/>
            <p:cNvSpPr/>
            <p:nvPr/>
          </p:nvSpPr>
          <p:spPr>
            <a:xfrm>
              <a:off x="2323550" y="2096250"/>
              <a:ext cx="286500" cy="367500"/>
            </a:xfrm>
            <a:prstGeom prst="wedgeRoundRectCallout">
              <a:avLst>
                <a:gd fmla="val 36634" name="adj1"/>
                <a:gd fmla="val 77667" name="adj2"/>
                <a:gd fmla="val 0" name="adj3"/>
              </a:avLst>
            </a:prstGeom>
            <a:solidFill>
              <a:srgbClr val="CC0000">
                <a:alpha val="15320"/>
              </a:srgbClr>
            </a:solidFill>
            <a:ln cap="flat" cmpd="sng" w="9525">
              <a:solidFill>
                <a:srgbClr val="CC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9" name="Google Shape;4469;p82"/>
            <p:cNvSpPr/>
            <p:nvPr/>
          </p:nvSpPr>
          <p:spPr>
            <a:xfrm>
              <a:off x="2493738" y="2546725"/>
              <a:ext cx="352500" cy="198000"/>
            </a:xfrm>
            <a:prstGeom prst="roundRect">
              <a:avLst>
                <a:gd fmla="val 16667" name="adj"/>
              </a:avLst>
            </a:prstGeom>
            <a:solidFill>
              <a:srgbClr val="FFFFFF">
                <a:alpha val="77480"/>
              </a:srgbClr>
            </a:solidFill>
            <a:ln cap="flat" cmpd="sng" w="9525">
              <a:solidFill>
                <a:srgbClr val="CC0000"/>
              </a:solidFill>
              <a:prstDash val="solid"/>
              <a:round/>
              <a:headEnd len="sm" w="sm" type="none"/>
              <a:tailEnd len="sm" w="sm" type="none"/>
            </a:ln>
          </p:spPr>
          <p:txBody>
            <a:bodyPr anchorCtr="0" anchor="t" bIns="0" lIns="0" spcFirstLastPara="1" rIns="0" wrap="square" tIns="18000">
              <a:noAutofit/>
            </a:bodyPr>
            <a:lstStyle/>
            <a:p>
              <a:pPr indent="0" lvl="0" marL="0" rtl="0" algn="ctr">
                <a:spcBef>
                  <a:spcPts val="0"/>
                </a:spcBef>
                <a:spcAft>
                  <a:spcPts val="0"/>
                </a:spcAft>
                <a:buNone/>
              </a:pPr>
              <a:r>
                <a:rPr lang="es-419" sz="800"/>
                <a:t>&lt;...&gt;</a:t>
              </a:r>
              <a:endParaRPr sz="800"/>
            </a:p>
          </p:txBody>
        </p:sp>
      </p:grpSp>
      <p:sp>
        <p:nvSpPr>
          <p:cNvPr id="4470" name="Google Shape;4470;p82"/>
          <p:cNvSpPr/>
          <p:nvPr/>
        </p:nvSpPr>
        <p:spPr>
          <a:xfrm>
            <a:off x="565487" y="1864463"/>
            <a:ext cx="271200" cy="246000"/>
          </a:xfrm>
          <a:prstGeom prst="diamond">
            <a:avLst/>
          </a:prstGeom>
          <a:solidFill>
            <a:srgbClr val="FFFFCC"/>
          </a:solidFill>
          <a:ln cap="flat" cmpd="sng" w="9525">
            <a:solidFill>
              <a:srgbClr val="990033"/>
            </a:solidFill>
            <a:prstDash val="solid"/>
            <a:round/>
            <a:headEnd len="sm" w="sm" type="none"/>
            <a:tailEnd len="sm" w="sm" type="none"/>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None/>
            </a:pPr>
            <a:r>
              <a:t/>
            </a:r>
            <a:endParaRPr sz="900"/>
          </a:p>
        </p:txBody>
      </p:sp>
      <p:cxnSp>
        <p:nvCxnSpPr>
          <p:cNvPr id="4471" name="Google Shape;4471;p82"/>
          <p:cNvCxnSpPr/>
          <p:nvPr/>
        </p:nvCxnSpPr>
        <p:spPr>
          <a:xfrm flipH="1">
            <a:off x="574787" y="3841874"/>
            <a:ext cx="252600" cy="107700"/>
          </a:xfrm>
          <a:prstGeom prst="bentConnector3">
            <a:avLst>
              <a:gd fmla="val 50000" name="adj1"/>
            </a:avLst>
          </a:prstGeom>
          <a:noFill/>
          <a:ln cap="flat" cmpd="sng" w="9525">
            <a:solidFill>
              <a:srgbClr val="595959"/>
            </a:solidFill>
            <a:prstDash val="dot"/>
            <a:round/>
            <a:headEnd len="med" w="med" type="none"/>
            <a:tailEnd len="med" w="med" type="stealth"/>
          </a:ln>
        </p:spPr>
      </p:cxnSp>
      <p:cxnSp>
        <p:nvCxnSpPr>
          <p:cNvPr id="4472" name="Google Shape;4472;p82"/>
          <p:cNvCxnSpPr/>
          <p:nvPr/>
        </p:nvCxnSpPr>
        <p:spPr>
          <a:xfrm flipH="1">
            <a:off x="589787" y="3525874"/>
            <a:ext cx="222600" cy="121500"/>
          </a:xfrm>
          <a:prstGeom prst="bentConnector3">
            <a:avLst>
              <a:gd fmla="val 48012" name="adj1"/>
            </a:avLst>
          </a:prstGeom>
          <a:noFill/>
          <a:ln cap="flat" cmpd="sng" w="9525">
            <a:solidFill>
              <a:srgbClr val="595959"/>
            </a:solidFill>
            <a:prstDash val="solid"/>
            <a:round/>
            <a:headEnd len="med" w="med" type="none"/>
            <a:tailEnd len="med" w="med" type="stealth"/>
          </a:ln>
        </p:spPr>
      </p:cxnSp>
      <p:pic>
        <p:nvPicPr>
          <p:cNvPr id="4473" name="Google Shape;4473;p82"/>
          <p:cNvPicPr preferRelativeResize="0"/>
          <p:nvPr/>
        </p:nvPicPr>
        <p:blipFill>
          <a:blip r:embed="rId2">
            <a:alphaModFix/>
          </a:blip>
          <a:stretch>
            <a:fillRect/>
          </a:stretch>
        </p:blipFill>
        <p:spPr>
          <a:xfrm>
            <a:off x="605987" y="4707874"/>
            <a:ext cx="190200" cy="190200"/>
          </a:xfrm>
          <a:prstGeom prst="rect">
            <a:avLst/>
          </a:prstGeom>
          <a:noFill/>
          <a:ln>
            <a:noFill/>
          </a:ln>
        </p:spPr>
      </p:pic>
      <p:pic>
        <p:nvPicPr>
          <p:cNvPr id="4474" name="Google Shape;4474;p82"/>
          <p:cNvPicPr preferRelativeResize="0"/>
          <p:nvPr/>
        </p:nvPicPr>
        <p:blipFill>
          <a:blip r:embed="rId3">
            <a:alphaModFix/>
          </a:blip>
          <a:stretch>
            <a:fillRect/>
          </a:stretch>
        </p:blipFill>
        <p:spPr>
          <a:xfrm>
            <a:off x="627737" y="4296483"/>
            <a:ext cx="146700" cy="146700"/>
          </a:xfrm>
          <a:prstGeom prst="rect">
            <a:avLst/>
          </a:prstGeom>
          <a:noFill/>
          <a:ln>
            <a:noFill/>
          </a:ln>
        </p:spPr>
      </p:pic>
      <p:grpSp>
        <p:nvGrpSpPr>
          <p:cNvPr id="4475" name="Google Shape;4475;p82"/>
          <p:cNvGrpSpPr/>
          <p:nvPr/>
        </p:nvGrpSpPr>
        <p:grpSpPr>
          <a:xfrm>
            <a:off x="521255" y="5985021"/>
            <a:ext cx="359665" cy="471743"/>
            <a:chOff x="168338" y="3891550"/>
            <a:chExt cx="359665" cy="471743"/>
          </a:xfrm>
        </p:grpSpPr>
        <p:cxnSp>
          <p:nvCxnSpPr>
            <p:cNvPr id="4476" name="Google Shape;4476;p82"/>
            <p:cNvCxnSpPr>
              <a:stCxn id="4477" idx="4"/>
            </p:cNvCxnSpPr>
            <p:nvPr/>
          </p:nvCxnSpPr>
          <p:spPr>
            <a:xfrm rot="5400000">
              <a:off x="125438" y="4164693"/>
              <a:ext cx="241500" cy="155700"/>
            </a:xfrm>
            <a:prstGeom prst="bentConnector3">
              <a:avLst>
                <a:gd fmla="val 50000" name="adj1"/>
              </a:avLst>
            </a:prstGeom>
            <a:noFill/>
            <a:ln cap="flat" cmpd="sng" w="9525">
              <a:solidFill>
                <a:srgbClr val="990033"/>
              </a:solidFill>
              <a:prstDash val="dash"/>
              <a:round/>
              <a:headEnd len="sm" w="sm" type="none"/>
              <a:tailEnd len="sm" w="sm" type="none"/>
            </a:ln>
          </p:spPr>
        </p:cxnSp>
        <p:sp>
          <p:nvSpPr>
            <p:cNvPr id="4477" name="Google Shape;4477;p82"/>
            <p:cNvSpPr/>
            <p:nvPr/>
          </p:nvSpPr>
          <p:spPr>
            <a:xfrm>
              <a:off x="241503" y="3891550"/>
              <a:ext cx="286500" cy="192000"/>
            </a:xfrm>
            <a:prstGeom prst="wedgeRectCallout">
              <a:avLst>
                <a:gd fmla="val -21192" name="adj1"/>
                <a:gd fmla="val 69918" name="adj2"/>
              </a:avLst>
            </a:prstGeom>
            <a:solidFill>
              <a:srgbClr val="FFFFCC"/>
            </a:solidFill>
            <a:ln cap="flat" cmpd="sng" w="9525">
              <a:solidFill>
                <a:srgbClr val="990033"/>
              </a:solidFill>
              <a:prstDash val="solid"/>
              <a:round/>
              <a:headEnd len="sm" w="sm" type="none"/>
              <a:tailEnd len="sm" w="sm" type="none"/>
            </a:ln>
          </p:spPr>
          <p:txBody>
            <a:bodyPr anchorCtr="0" anchor="b" bIns="0" lIns="0" spcFirstLastPara="1" rIns="0" wrap="square" tIns="18000">
              <a:noAutofit/>
            </a:bodyPr>
            <a:lstStyle/>
            <a:p>
              <a:pPr indent="0" lvl="0" marL="0" rtl="0" algn="ctr">
                <a:spcBef>
                  <a:spcPts val="0"/>
                </a:spcBef>
                <a:spcAft>
                  <a:spcPts val="0"/>
                </a:spcAft>
                <a:buNone/>
              </a:pPr>
              <a:r>
                <a:rPr lang="es-419" sz="700"/>
                <a:t>&lt;...&gt;</a:t>
              </a:r>
              <a:endParaRPr sz="700"/>
            </a:p>
          </p:txBody>
        </p:sp>
      </p:grpSp>
      <p:grpSp>
        <p:nvGrpSpPr>
          <p:cNvPr id="4478" name="Google Shape;4478;p82"/>
          <p:cNvGrpSpPr/>
          <p:nvPr/>
        </p:nvGrpSpPr>
        <p:grpSpPr>
          <a:xfrm>
            <a:off x="508037" y="3125199"/>
            <a:ext cx="386100" cy="299575"/>
            <a:chOff x="-1238876" y="2158050"/>
            <a:chExt cx="386100" cy="299575"/>
          </a:xfrm>
        </p:grpSpPr>
        <p:cxnSp>
          <p:nvCxnSpPr>
            <p:cNvPr id="4479" name="Google Shape;4479;p82"/>
            <p:cNvCxnSpPr/>
            <p:nvPr/>
          </p:nvCxnSpPr>
          <p:spPr>
            <a:xfrm flipH="1">
              <a:off x="-1221379" y="2158050"/>
              <a:ext cx="268800" cy="152100"/>
            </a:xfrm>
            <a:prstGeom prst="bentConnector3">
              <a:avLst>
                <a:gd fmla="val 50000" name="adj1"/>
              </a:avLst>
            </a:prstGeom>
            <a:noFill/>
            <a:ln cap="flat" cmpd="sng" w="9525">
              <a:solidFill>
                <a:srgbClr val="595959"/>
              </a:solidFill>
              <a:prstDash val="solid"/>
              <a:round/>
              <a:headEnd len="med" w="med" type="none"/>
              <a:tailEnd len="med" w="med" type="stealth"/>
            </a:ln>
          </p:spPr>
        </p:cxnSp>
        <p:sp>
          <p:nvSpPr>
            <p:cNvPr id="4480" name="Google Shape;4480;p82"/>
            <p:cNvSpPr txBox="1"/>
            <p:nvPr/>
          </p:nvSpPr>
          <p:spPr>
            <a:xfrm>
              <a:off x="-1238876" y="2333725"/>
              <a:ext cx="386100" cy="123900"/>
            </a:xfrm>
            <a:prstGeom prst="rect">
              <a:avLst/>
            </a:prstGeom>
            <a:noFill/>
            <a:ln>
              <a:noFill/>
            </a:ln>
          </p:spPr>
          <p:txBody>
            <a:bodyPr anchorCtr="0" anchor="t" bIns="0" lIns="0" spcFirstLastPara="1" rIns="0" wrap="square" tIns="0">
              <a:noAutofit/>
            </a:bodyPr>
            <a:lstStyle/>
            <a:p>
              <a:pPr indent="0" lvl="0" marL="0" rtl="0" algn="l">
                <a:spcBef>
                  <a:spcPts val="0"/>
                </a:spcBef>
                <a:spcAft>
                  <a:spcPts val="0"/>
                </a:spcAft>
                <a:buNone/>
              </a:pPr>
              <a:r>
                <a:rPr lang="es-419" sz="700"/>
                <a:t>&lt;..&gt;</a:t>
              </a:r>
              <a:endParaRPr sz="700"/>
            </a:p>
          </p:txBody>
        </p:sp>
      </p:grpSp>
      <p:grpSp>
        <p:nvGrpSpPr>
          <p:cNvPr id="4481" name="Google Shape;4481;p82"/>
          <p:cNvGrpSpPr/>
          <p:nvPr/>
        </p:nvGrpSpPr>
        <p:grpSpPr>
          <a:xfrm>
            <a:off x="1797453" y="5931843"/>
            <a:ext cx="359665" cy="471743"/>
            <a:chOff x="168338" y="3891550"/>
            <a:chExt cx="359665" cy="471743"/>
          </a:xfrm>
        </p:grpSpPr>
        <p:cxnSp>
          <p:nvCxnSpPr>
            <p:cNvPr id="4482" name="Google Shape;4482;p82"/>
            <p:cNvCxnSpPr>
              <a:stCxn id="4483" idx="4"/>
            </p:cNvCxnSpPr>
            <p:nvPr/>
          </p:nvCxnSpPr>
          <p:spPr>
            <a:xfrm rot="5400000">
              <a:off x="125438" y="4164693"/>
              <a:ext cx="241500" cy="155700"/>
            </a:xfrm>
            <a:prstGeom prst="bentConnector3">
              <a:avLst>
                <a:gd fmla="val 50000" name="adj1"/>
              </a:avLst>
            </a:prstGeom>
            <a:noFill/>
            <a:ln cap="flat" cmpd="sng" w="9525">
              <a:solidFill>
                <a:srgbClr val="990033"/>
              </a:solidFill>
              <a:prstDash val="dash"/>
              <a:round/>
              <a:headEnd len="sm" w="sm" type="none"/>
              <a:tailEnd len="sm" w="sm" type="none"/>
            </a:ln>
          </p:spPr>
        </p:cxnSp>
        <p:sp>
          <p:nvSpPr>
            <p:cNvPr id="4483" name="Google Shape;4483;p82"/>
            <p:cNvSpPr/>
            <p:nvPr/>
          </p:nvSpPr>
          <p:spPr>
            <a:xfrm>
              <a:off x="241503" y="3891550"/>
              <a:ext cx="286500" cy="192000"/>
            </a:xfrm>
            <a:prstGeom prst="wedgeRectCallout">
              <a:avLst>
                <a:gd fmla="val -21192" name="adj1"/>
                <a:gd fmla="val 69918" name="adj2"/>
              </a:avLst>
            </a:prstGeom>
            <a:solidFill>
              <a:srgbClr val="FFFFCC"/>
            </a:solidFill>
            <a:ln cap="flat" cmpd="sng" w="9525">
              <a:solidFill>
                <a:srgbClr val="990033"/>
              </a:solidFill>
              <a:prstDash val="solid"/>
              <a:round/>
              <a:headEnd len="sm" w="sm" type="none"/>
              <a:tailEnd len="sm" w="sm" type="none"/>
            </a:ln>
          </p:spPr>
          <p:txBody>
            <a:bodyPr anchorCtr="0" anchor="b" bIns="0" lIns="0" spcFirstLastPara="1" rIns="0" wrap="square" tIns="18000">
              <a:noAutofit/>
            </a:bodyPr>
            <a:lstStyle/>
            <a:p>
              <a:pPr indent="0" lvl="0" marL="0" rtl="0" algn="ctr">
                <a:spcBef>
                  <a:spcPts val="0"/>
                </a:spcBef>
                <a:spcAft>
                  <a:spcPts val="0"/>
                </a:spcAft>
                <a:buNone/>
              </a:pPr>
              <a:r>
                <a:rPr lang="es-419" sz="700"/>
                <a:t>&lt;...&gt;</a:t>
              </a:r>
              <a:endParaRPr sz="700"/>
            </a:p>
          </p:txBody>
        </p:sp>
      </p:grpSp>
      <p:grpSp>
        <p:nvGrpSpPr>
          <p:cNvPr id="4484" name="Google Shape;4484;p82"/>
          <p:cNvGrpSpPr/>
          <p:nvPr/>
        </p:nvGrpSpPr>
        <p:grpSpPr>
          <a:xfrm>
            <a:off x="1715942" y="5107581"/>
            <a:ext cx="522688" cy="506718"/>
            <a:chOff x="2323550" y="2096250"/>
            <a:chExt cx="522688" cy="648475"/>
          </a:xfrm>
        </p:grpSpPr>
        <p:sp>
          <p:nvSpPr>
            <p:cNvPr id="4485" name="Google Shape;4485;p82"/>
            <p:cNvSpPr/>
            <p:nvPr/>
          </p:nvSpPr>
          <p:spPr>
            <a:xfrm>
              <a:off x="2323550" y="2096250"/>
              <a:ext cx="286500" cy="367500"/>
            </a:xfrm>
            <a:prstGeom prst="wedgeRoundRectCallout">
              <a:avLst>
                <a:gd fmla="val 36634" name="adj1"/>
                <a:gd fmla="val 77667" name="adj2"/>
                <a:gd fmla="val 0" name="adj3"/>
              </a:avLst>
            </a:prstGeom>
            <a:solidFill>
              <a:srgbClr val="CC0000">
                <a:alpha val="15320"/>
              </a:srgbClr>
            </a:solidFill>
            <a:ln cap="flat" cmpd="sng" w="9525">
              <a:solidFill>
                <a:srgbClr val="CC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6" name="Google Shape;4486;p82"/>
            <p:cNvSpPr/>
            <p:nvPr/>
          </p:nvSpPr>
          <p:spPr>
            <a:xfrm>
              <a:off x="2493738" y="2546725"/>
              <a:ext cx="352500" cy="198000"/>
            </a:xfrm>
            <a:prstGeom prst="roundRect">
              <a:avLst>
                <a:gd fmla="val 16667" name="adj"/>
              </a:avLst>
            </a:prstGeom>
            <a:solidFill>
              <a:srgbClr val="FFFFFF">
                <a:alpha val="77480"/>
              </a:srgbClr>
            </a:solidFill>
            <a:ln cap="flat" cmpd="sng" w="9525">
              <a:solidFill>
                <a:srgbClr val="CC0000"/>
              </a:solidFill>
              <a:prstDash val="solid"/>
              <a:round/>
              <a:headEnd len="sm" w="sm" type="none"/>
              <a:tailEnd len="sm" w="sm" type="none"/>
            </a:ln>
          </p:spPr>
          <p:txBody>
            <a:bodyPr anchorCtr="0" anchor="t" bIns="0" lIns="0" spcFirstLastPara="1" rIns="0" wrap="square" tIns="18000">
              <a:noAutofit/>
            </a:bodyPr>
            <a:lstStyle/>
            <a:p>
              <a:pPr indent="0" lvl="0" marL="0" rtl="0" algn="ctr">
                <a:spcBef>
                  <a:spcPts val="0"/>
                </a:spcBef>
                <a:spcAft>
                  <a:spcPts val="0"/>
                </a:spcAft>
                <a:buNone/>
              </a:pPr>
              <a:r>
                <a:rPr lang="es-419" sz="800"/>
                <a:t>&lt;...&gt;</a:t>
              </a:r>
              <a:endParaRPr sz="800"/>
            </a:p>
          </p:txBody>
        </p:sp>
      </p:grpSp>
      <p:grpSp>
        <p:nvGrpSpPr>
          <p:cNvPr id="4487" name="Google Shape;4487;p82"/>
          <p:cNvGrpSpPr/>
          <p:nvPr/>
        </p:nvGrpSpPr>
        <p:grpSpPr>
          <a:xfrm>
            <a:off x="1521285" y="941489"/>
            <a:ext cx="912000" cy="781950"/>
            <a:chOff x="53700" y="449100"/>
            <a:chExt cx="912000" cy="781950"/>
          </a:xfrm>
        </p:grpSpPr>
        <p:pic>
          <p:nvPicPr>
            <p:cNvPr id="4488" name="Google Shape;4488;p82"/>
            <p:cNvPicPr preferRelativeResize="0"/>
            <p:nvPr/>
          </p:nvPicPr>
          <p:blipFill>
            <a:blip r:embed="rId4">
              <a:alphaModFix/>
            </a:blip>
            <a:stretch>
              <a:fillRect/>
            </a:stretch>
          </p:blipFill>
          <p:spPr>
            <a:xfrm>
              <a:off x="282101" y="449103"/>
              <a:ext cx="451796" cy="545996"/>
            </a:xfrm>
            <a:prstGeom prst="rect">
              <a:avLst/>
            </a:prstGeom>
            <a:noFill/>
            <a:ln>
              <a:noFill/>
            </a:ln>
          </p:spPr>
        </p:pic>
        <p:sp>
          <p:nvSpPr>
            <p:cNvPr id="4489" name="Google Shape;4489;p82"/>
            <p:cNvSpPr txBox="1"/>
            <p:nvPr/>
          </p:nvSpPr>
          <p:spPr>
            <a:xfrm>
              <a:off x="282100" y="723325"/>
              <a:ext cx="420600" cy="2781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
          <p:nvSpPr>
            <p:cNvPr id="4490" name="Google Shape;4490;p82"/>
            <p:cNvSpPr txBox="1"/>
            <p:nvPr/>
          </p:nvSpPr>
          <p:spPr>
            <a:xfrm>
              <a:off x="294850" y="449100"/>
              <a:ext cx="420600" cy="2781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
          <p:nvSpPr>
            <p:cNvPr id="4491" name="Google Shape;4491;p82"/>
            <p:cNvSpPr txBox="1"/>
            <p:nvPr/>
          </p:nvSpPr>
          <p:spPr>
            <a:xfrm>
              <a:off x="53700" y="994950"/>
              <a:ext cx="912000" cy="236100"/>
            </a:xfrm>
            <a:prstGeom prst="rect">
              <a:avLst/>
            </a:prstGeom>
            <a:noFill/>
            <a:ln>
              <a:noFill/>
            </a:ln>
          </p:spPr>
          <p:txBody>
            <a:bodyPr anchorCtr="0" anchor="ctr" bIns="0" lIns="0" spcFirstLastPara="1" rIns="0" wrap="square" tIns="0">
              <a:noAutofit/>
            </a:bodyPr>
            <a:lstStyle/>
            <a:p>
              <a:pPr indent="0" lvl="0" marL="0" rtl="0" algn="ctr">
                <a:lnSpc>
                  <a:spcPct val="100000"/>
                </a:lnSpc>
                <a:spcBef>
                  <a:spcPts val="0"/>
                </a:spcBef>
                <a:spcAft>
                  <a:spcPts val="0"/>
                </a:spcAft>
                <a:buNone/>
              </a:pPr>
              <a:r>
                <a:rPr lang="es-419" sz="800"/>
                <a:t>&lt;..&gt;</a:t>
              </a:r>
              <a:endParaRPr sz="800"/>
            </a:p>
          </p:txBody>
        </p:sp>
      </p:grpSp>
      <p:grpSp>
        <p:nvGrpSpPr>
          <p:cNvPr id="4492" name="Google Shape;4492;p82"/>
          <p:cNvGrpSpPr/>
          <p:nvPr/>
        </p:nvGrpSpPr>
        <p:grpSpPr>
          <a:xfrm>
            <a:off x="1774698" y="3766902"/>
            <a:ext cx="405174" cy="394810"/>
            <a:chOff x="282076" y="1560764"/>
            <a:chExt cx="405174" cy="394810"/>
          </a:xfrm>
        </p:grpSpPr>
        <p:cxnSp>
          <p:nvCxnSpPr>
            <p:cNvPr id="4493" name="Google Shape;4493;p82"/>
            <p:cNvCxnSpPr/>
            <p:nvPr/>
          </p:nvCxnSpPr>
          <p:spPr>
            <a:xfrm flipH="1">
              <a:off x="289450" y="1670950"/>
              <a:ext cx="397800" cy="155100"/>
            </a:xfrm>
            <a:prstGeom prst="bentConnector3">
              <a:avLst>
                <a:gd fmla="val 50000" name="adj1"/>
              </a:avLst>
            </a:prstGeom>
            <a:noFill/>
            <a:ln cap="flat" cmpd="sng" w="19050">
              <a:solidFill>
                <a:srgbClr val="595959"/>
              </a:solidFill>
              <a:prstDash val="solid"/>
              <a:round/>
              <a:headEnd len="med" w="med" type="none"/>
              <a:tailEnd len="med" w="med" type="none"/>
            </a:ln>
          </p:spPr>
        </p:cxnSp>
        <p:sp>
          <p:nvSpPr>
            <p:cNvPr id="4494" name="Google Shape;4494;p82"/>
            <p:cNvSpPr txBox="1"/>
            <p:nvPr/>
          </p:nvSpPr>
          <p:spPr>
            <a:xfrm>
              <a:off x="282076" y="1831674"/>
              <a:ext cx="359700" cy="123900"/>
            </a:xfrm>
            <a:prstGeom prst="rect">
              <a:avLst/>
            </a:prstGeom>
            <a:noFill/>
            <a:ln>
              <a:noFill/>
            </a:ln>
          </p:spPr>
          <p:txBody>
            <a:bodyPr anchorCtr="0" anchor="t" bIns="0" lIns="0" spcFirstLastPara="1" rIns="0" wrap="square" tIns="0">
              <a:noAutofit/>
            </a:bodyPr>
            <a:lstStyle/>
            <a:p>
              <a:pPr indent="0" lvl="0" marL="0" rtl="0" algn="l">
                <a:spcBef>
                  <a:spcPts val="0"/>
                </a:spcBef>
                <a:spcAft>
                  <a:spcPts val="0"/>
                </a:spcAft>
                <a:buNone/>
              </a:pPr>
              <a:r>
                <a:rPr lang="es-419" sz="700"/>
                <a:t>[n] &lt;...&gt;</a:t>
              </a:r>
              <a:endParaRPr sz="700"/>
            </a:p>
          </p:txBody>
        </p:sp>
        <p:sp>
          <p:nvSpPr>
            <p:cNvPr id="4495" name="Google Shape;4495;p82"/>
            <p:cNvSpPr txBox="1"/>
            <p:nvPr/>
          </p:nvSpPr>
          <p:spPr>
            <a:xfrm>
              <a:off x="308499" y="1560764"/>
              <a:ext cx="359700" cy="111300"/>
            </a:xfrm>
            <a:prstGeom prst="rect">
              <a:avLst/>
            </a:prstGeom>
            <a:noFill/>
            <a:ln>
              <a:noFill/>
            </a:ln>
          </p:spPr>
          <p:txBody>
            <a:bodyPr anchorCtr="0" anchor="t" bIns="0" lIns="0" spcFirstLastPara="1" rIns="0" wrap="square" tIns="0">
              <a:noAutofit/>
            </a:bodyPr>
            <a:lstStyle/>
            <a:p>
              <a:pPr indent="0" lvl="0" marL="0" marR="0" rtl="0" algn="l">
                <a:lnSpc>
                  <a:spcPct val="100000"/>
                </a:lnSpc>
                <a:spcBef>
                  <a:spcPts val="0"/>
                </a:spcBef>
                <a:spcAft>
                  <a:spcPts val="0"/>
                </a:spcAft>
                <a:buNone/>
              </a:pPr>
              <a:r>
                <a:rPr lang="es-419" sz="700"/>
                <a:t>[1] &lt;...&gt;</a:t>
              </a:r>
              <a:endParaRPr sz="700"/>
            </a:p>
          </p:txBody>
        </p:sp>
      </p:grpSp>
      <p:cxnSp>
        <p:nvCxnSpPr>
          <p:cNvPr id="4496" name="Google Shape;4496;p82"/>
          <p:cNvCxnSpPr/>
          <p:nvPr/>
        </p:nvCxnSpPr>
        <p:spPr>
          <a:xfrm flipH="1" rot="10800000">
            <a:off x="1815585" y="4563581"/>
            <a:ext cx="323400" cy="148200"/>
          </a:xfrm>
          <a:prstGeom prst="bentConnector3">
            <a:avLst>
              <a:gd fmla="val 50000" name="adj1"/>
            </a:avLst>
          </a:prstGeom>
          <a:noFill/>
          <a:ln cap="flat" cmpd="sng" w="19050">
            <a:solidFill>
              <a:srgbClr val="595959"/>
            </a:solidFill>
            <a:prstDash val="solid"/>
            <a:round/>
            <a:headEnd len="med" w="med" type="none"/>
            <a:tailEnd len="med" w="med" type="triangle"/>
          </a:ln>
        </p:spPr>
      </p:cxnSp>
      <p:grpSp>
        <p:nvGrpSpPr>
          <p:cNvPr id="4497" name="Google Shape;4497;p82"/>
          <p:cNvGrpSpPr/>
          <p:nvPr/>
        </p:nvGrpSpPr>
        <p:grpSpPr>
          <a:xfrm>
            <a:off x="1422435" y="1951159"/>
            <a:ext cx="1109700" cy="702700"/>
            <a:chOff x="2659850" y="966500"/>
            <a:chExt cx="1109700" cy="702700"/>
          </a:xfrm>
        </p:grpSpPr>
        <p:pic>
          <p:nvPicPr>
            <p:cNvPr id="4498" name="Google Shape;4498;p82"/>
            <p:cNvPicPr preferRelativeResize="0"/>
            <p:nvPr/>
          </p:nvPicPr>
          <p:blipFill rotWithShape="1">
            <a:blip r:embed="rId5">
              <a:alphaModFix/>
            </a:blip>
            <a:srcRect b="2700" l="0" r="0" t="1201"/>
            <a:stretch/>
          </p:blipFill>
          <p:spPr>
            <a:xfrm>
              <a:off x="3000800" y="966500"/>
              <a:ext cx="434250" cy="412850"/>
            </a:xfrm>
            <a:prstGeom prst="rect">
              <a:avLst/>
            </a:prstGeom>
            <a:noFill/>
            <a:ln>
              <a:noFill/>
            </a:ln>
          </p:spPr>
        </p:pic>
        <p:sp>
          <p:nvSpPr>
            <p:cNvPr id="4499" name="Google Shape;4499;p82"/>
            <p:cNvSpPr txBox="1"/>
            <p:nvPr/>
          </p:nvSpPr>
          <p:spPr>
            <a:xfrm>
              <a:off x="2659850" y="1384500"/>
              <a:ext cx="1109700" cy="2847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0"/>
                </a:spcAft>
                <a:buNone/>
              </a:pPr>
              <a:r>
                <a:rPr lang="es-419" sz="800"/>
                <a:t>&lt;...&gt;</a:t>
              </a:r>
              <a:endParaRPr sz="800"/>
            </a:p>
          </p:txBody>
        </p:sp>
        <p:sp>
          <p:nvSpPr>
            <p:cNvPr id="4500" name="Google Shape;4500;p82"/>
            <p:cNvSpPr txBox="1"/>
            <p:nvPr/>
          </p:nvSpPr>
          <p:spPr>
            <a:xfrm>
              <a:off x="3036600" y="970050"/>
              <a:ext cx="351000" cy="2067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
          <p:nvSpPr>
            <p:cNvPr id="4501" name="Google Shape;4501;p82"/>
            <p:cNvSpPr txBox="1"/>
            <p:nvPr/>
          </p:nvSpPr>
          <p:spPr>
            <a:xfrm>
              <a:off x="3036700" y="1176625"/>
              <a:ext cx="351000" cy="1935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02" name="Google Shape;4502;p82"/>
          <p:cNvGrpSpPr/>
          <p:nvPr/>
        </p:nvGrpSpPr>
        <p:grpSpPr>
          <a:xfrm>
            <a:off x="2986981" y="5214914"/>
            <a:ext cx="522688" cy="506718"/>
            <a:chOff x="2323550" y="2096250"/>
            <a:chExt cx="522688" cy="648475"/>
          </a:xfrm>
        </p:grpSpPr>
        <p:sp>
          <p:nvSpPr>
            <p:cNvPr id="4503" name="Google Shape;4503;p82"/>
            <p:cNvSpPr/>
            <p:nvPr/>
          </p:nvSpPr>
          <p:spPr>
            <a:xfrm>
              <a:off x="2323550" y="2096250"/>
              <a:ext cx="286500" cy="367500"/>
            </a:xfrm>
            <a:prstGeom prst="wedgeRoundRectCallout">
              <a:avLst>
                <a:gd fmla="val 36634" name="adj1"/>
                <a:gd fmla="val 77667" name="adj2"/>
                <a:gd fmla="val 0" name="adj3"/>
              </a:avLst>
            </a:prstGeom>
            <a:solidFill>
              <a:srgbClr val="CC0000">
                <a:alpha val="15320"/>
              </a:srgbClr>
            </a:solidFill>
            <a:ln cap="flat" cmpd="sng" w="9525">
              <a:solidFill>
                <a:srgbClr val="CC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4" name="Google Shape;4504;p82"/>
            <p:cNvSpPr/>
            <p:nvPr/>
          </p:nvSpPr>
          <p:spPr>
            <a:xfrm>
              <a:off x="2493738" y="2546725"/>
              <a:ext cx="352500" cy="198000"/>
            </a:xfrm>
            <a:prstGeom prst="roundRect">
              <a:avLst>
                <a:gd fmla="val 16667" name="adj"/>
              </a:avLst>
            </a:prstGeom>
            <a:solidFill>
              <a:srgbClr val="FFFFFF">
                <a:alpha val="77480"/>
              </a:srgbClr>
            </a:solidFill>
            <a:ln cap="flat" cmpd="sng" w="9525">
              <a:solidFill>
                <a:srgbClr val="CC0000"/>
              </a:solidFill>
              <a:prstDash val="solid"/>
              <a:round/>
              <a:headEnd len="sm" w="sm" type="none"/>
              <a:tailEnd len="sm" w="sm" type="none"/>
            </a:ln>
          </p:spPr>
          <p:txBody>
            <a:bodyPr anchorCtr="0" anchor="t" bIns="0" lIns="0" spcFirstLastPara="1" rIns="0" wrap="square" tIns="18000">
              <a:noAutofit/>
            </a:bodyPr>
            <a:lstStyle/>
            <a:p>
              <a:pPr indent="0" lvl="0" marL="0" rtl="0" algn="ctr">
                <a:spcBef>
                  <a:spcPts val="0"/>
                </a:spcBef>
                <a:spcAft>
                  <a:spcPts val="0"/>
                </a:spcAft>
                <a:buNone/>
              </a:pPr>
              <a:r>
                <a:rPr lang="es-419" sz="800"/>
                <a:t>&lt;...&gt;</a:t>
              </a:r>
              <a:endParaRPr sz="800"/>
            </a:p>
          </p:txBody>
        </p:sp>
      </p:grpSp>
      <p:cxnSp>
        <p:nvCxnSpPr>
          <p:cNvPr id="4505" name="Google Shape;4505;p82"/>
          <p:cNvCxnSpPr/>
          <p:nvPr/>
        </p:nvCxnSpPr>
        <p:spPr>
          <a:xfrm flipH="1" rot="10800000">
            <a:off x="3086625" y="3487563"/>
            <a:ext cx="323400" cy="148200"/>
          </a:xfrm>
          <a:prstGeom prst="bentConnector3">
            <a:avLst>
              <a:gd fmla="val 50000" name="adj1"/>
            </a:avLst>
          </a:prstGeom>
          <a:noFill/>
          <a:ln cap="flat" cmpd="sng" w="19050">
            <a:solidFill>
              <a:srgbClr val="595959"/>
            </a:solidFill>
            <a:prstDash val="solid"/>
            <a:round/>
            <a:headEnd len="med" w="med" type="none"/>
            <a:tailEnd len="med" w="med" type="triangle"/>
          </a:ln>
        </p:spPr>
      </p:cxnSp>
      <p:grpSp>
        <p:nvGrpSpPr>
          <p:cNvPr id="4506" name="Google Shape;4506;p82"/>
          <p:cNvGrpSpPr/>
          <p:nvPr/>
        </p:nvGrpSpPr>
        <p:grpSpPr>
          <a:xfrm>
            <a:off x="3068492" y="4231076"/>
            <a:ext cx="359665" cy="471743"/>
            <a:chOff x="168338" y="3891550"/>
            <a:chExt cx="359665" cy="471743"/>
          </a:xfrm>
        </p:grpSpPr>
        <p:cxnSp>
          <p:nvCxnSpPr>
            <p:cNvPr id="4507" name="Google Shape;4507;p82"/>
            <p:cNvCxnSpPr>
              <a:stCxn id="4508" idx="4"/>
            </p:cNvCxnSpPr>
            <p:nvPr/>
          </p:nvCxnSpPr>
          <p:spPr>
            <a:xfrm rot="5400000">
              <a:off x="125438" y="4164693"/>
              <a:ext cx="241500" cy="155700"/>
            </a:xfrm>
            <a:prstGeom prst="bentConnector3">
              <a:avLst>
                <a:gd fmla="val 50000" name="adj1"/>
              </a:avLst>
            </a:prstGeom>
            <a:noFill/>
            <a:ln cap="flat" cmpd="sng" w="9525">
              <a:solidFill>
                <a:srgbClr val="990033"/>
              </a:solidFill>
              <a:prstDash val="dash"/>
              <a:round/>
              <a:headEnd len="sm" w="sm" type="none"/>
              <a:tailEnd len="sm" w="sm" type="none"/>
            </a:ln>
          </p:spPr>
        </p:cxnSp>
        <p:sp>
          <p:nvSpPr>
            <p:cNvPr id="4508" name="Google Shape;4508;p82"/>
            <p:cNvSpPr/>
            <p:nvPr/>
          </p:nvSpPr>
          <p:spPr>
            <a:xfrm>
              <a:off x="241503" y="3891550"/>
              <a:ext cx="286500" cy="192000"/>
            </a:xfrm>
            <a:prstGeom prst="wedgeRectCallout">
              <a:avLst>
                <a:gd fmla="val -21192" name="adj1"/>
                <a:gd fmla="val 69918" name="adj2"/>
              </a:avLst>
            </a:prstGeom>
            <a:solidFill>
              <a:srgbClr val="FFFFCC"/>
            </a:solidFill>
            <a:ln cap="flat" cmpd="sng" w="9525">
              <a:solidFill>
                <a:srgbClr val="990033"/>
              </a:solidFill>
              <a:prstDash val="solid"/>
              <a:round/>
              <a:headEnd len="sm" w="sm" type="none"/>
              <a:tailEnd len="sm" w="sm" type="none"/>
            </a:ln>
          </p:spPr>
          <p:txBody>
            <a:bodyPr anchorCtr="0" anchor="b" bIns="0" lIns="0" spcFirstLastPara="1" rIns="0" wrap="square" tIns="18000">
              <a:noAutofit/>
            </a:bodyPr>
            <a:lstStyle/>
            <a:p>
              <a:pPr indent="0" lvl="0" marL="0" rtl="0" algn="ctr">
                <a:spcBef>
                  <a:spcPts val="0"/>
                </a:spcBef>
                <a:spcAft>
                  <a:spcPts val="0"/>
                </a:spcAft>
                <a:buNone/>
              </a:pPr>
              <a:r>
                <a:rPr lang="es-419" sz="700"/>
                <a:t>&lt;...&gt;</a:t>
              </a:r>
              <a:endParaRPr sz="700"/>
            </a:p>
          </p:txBody>
        </p:sp>
      </p:grpSp>
      <p:grpSp>
        <p:nvGrpSpPr>
          <p:cNvPr id="4509" name="Google Shape;4509;p82"/>
          <p:cNvGrpSpPr/>
          <p:nvPr/>
        </p:nvGrpSpPr>
        <p:grpSpPr>
          <a:xfrm>
            <a:off x="3045738" y="2656139"/>
            <a:ext cx="405174" cy="394810"/>
            <a:chOff x="282076" y="1560764"/>
            <a:chExt cx="405174" cy="394810"/>
          </a:xfrm>
        </p:grpSpPr>
        <p:cxnSp>
          <p:nvCxnSpPr>
            <p:cNvPr id="4510" name="Google Shape;4510;p82"/>
            <p:cNvCxnSpPr/>
            <p:nvPr/>
          </p:nvCxnSpPr>
          <p:spPr>
            <a:xfrm flipH="1">
              <a:off x="289450" y="1670950"/>
              <a:ext cx="397800" cy="155100"/>
            </a:xfrm>
            <a:prstGeom prst="bentConnector3">
              <a:avLst>
                <a:gd fmla="val 50000" name="adj1"/>
              </a:avLst>
            </a:prstGeom>
            <a:noFill/>
            <a:ln cap="flat" cmpd="sng" w="19050">
              <a:solidFill>
                <a:srgbClr val="595959"/>
              </a:solidFill>
              <a:prstDash val="solid"/>
              <a:round/>
              <a:headEnd len="med" w="med" type="none"/>
              <a:tailEnd len="med" w="med" type="none"/>
            </a:ln>
          </p:spPr>
        </p:cxnSp>
        <p:sp>
          <p:nvSpPr>
            <p:cNvPr id="4511" name="Google Shape;4511;p82"/>
            <p:cNvSpPr txBox="1"/>
            <p:nvPr/>
          </p:nvSpPr>
          <p:spPr>
            <a:xfrm>
              <a:off x="282076" y="1831674"/>
              <a:ext cx="359700" cy="123900"/>
            </a:xfrm>
            <a:prstGeom prst="rect">
              <a:avLst/>
            </a:prstGeom>
            <a:noFill/>
            <a:ln>
              <a:noFill/>
            </a:ln>
          </p:spPr>
          <p:txBody>
            <a:bodyPr anchorCtr="0" anchor="t" bIns="0" lIns="0" spcFirstLastPara="1" rIns="0" wrap="square" tIns="0">
              <a:noAutofit/>
            </a:bodyPr>
            <a:lstStyle/>
            <a:p>
              <a:pPr indent="0" lvl="0" marL="0" rtl="0" algn="l">
                <a:spcBef>
                  <a:spcPts val="0"/>
                </a:spcBef>
                <a:spcAft>
                  <a:spcPts val="0"/>
                </a:spcAft>
                <a:buNone/>
              </a:pPr>
              <a:r>
                <a:rPr lang="es-419" sz="700"/>
                <a:t>[n] &lt;...&gt;</a:t>
              </a:r>
              <a:endParaRPr sz="700"/>
            </a:p>
          </p:txBody>
        </p:sp>
        <p:sp>
          <p:nvSpPr>
            <p:cNvPr id="4512" name="Google Shape;4512;p82"/>
            <p:cNvSpPr txBox="1"/>
            <p:nvPr/>
          </p:nvSpPr>
          <p:spPr>
            <a:xfrm>
              <a:off x="308499" y="1560764"/>
              <a:ext cx="359700" cy="111300"/>
            </a:xfrm>
            <a:prstGeom prst="rect">
              <a:avLst/>
            </a:prstGeom>
            <a:noFill/>
            <a:ln>
              <a:noFill/>
            </a:ln>
          </p:spPr>
          <p:txBody>
            <a:bodyPr anchorCtr="0" anchor="t" bIns="0" lIns="0" spcFirstLastPara="1" rIns="0" wrap="square" tIns="0">
              <a:noAutofit/>
            </a:bodyPr>
            <a:lstStyle/>
            <a:p>
              <a:pPr indent="0" lvl="0" marL="0" marR="0" rtl="0" algn="l">
                <a:lnSpc>
                  <a:spcPct val="100000"/>
                </a:lnSpc>
                <a:spcBef>
                  <a:spcPts val="0"/>
                </a:spcBef>
                <a:spcAft>
                  <a:spcPts val="0"/>
                </a:spcAft>
                <a:buNone/>
              </a:pPr>
              <a:r>
                <a:rPr lang="es-419" sz="700"/>
                <a:t>[1] &lt;...&gt;</a:t>
              </a:r>
              <a:endParaRPr sz="700"/>
            </a:p>
          </p:txBody>
        </p:sp>
      </p:grpSp>
      <p:grpSp>
        <p:nvGrpSpPr>
          <p:cNvPr id="4513" name="Google Shape;4513;p82"/>
          <p:cNvGrpSpPr/>
          <p:nvPr/>
        </p:nvGrpSpPr>
        <p:grpSpPr>
          <a:xfrm>
            <a:off x="4003943" y="2181750"/>
            <a:ext cx="1030800" cy="574313"/>
            <a:chOff x="2166675" y="1113275"/>
            <a:chExt cx="1030800" cy="574313"/>
          </a:xfrm>
        </p:grpSpPr>
        <p:pic>
          <p:nvPicPr>
            <p:cNvPr id="4514" name="Google Shape;4514;p82"/>
            <p:cNvPicPr preferRelativeResize="0"/>
            <p:nvPr/>
          </p:nvPicPr>
          <p:blipFill>
            <a:blip r:embed="rId6">
              <a:alphaModFix/>
            </a:blip>
            <a:stretch>
              <a:fillRect/>
            </a:stretch>
          </p:blipFill>
          <p:spPr>
            <a:xfrm>
              <a:off x="2445938" y="1113275"/>
              <a:ext cx="472264" cy="249625"/>
            </a:xfrm>
            <a:prstGeom prst="rect">
              <a:avLst/>
            </a:prstGeom>
            <a:noFill/>
            <a:ln>
              <a:noFill/>
            </a:ln>
          </p:spPr>
        </p:pic>
        <p:sp>
          <p:nvSpPr>
            <p:cNvPr id="4515" name="Google Shape;4515;p82"/>
            <p:cNvSpPr txBox="1"/>
            <p:nvPr/>
          </p:nvSpPr>
          <p:spPr>
            <a:xfrm>
              <a:off x="2479675" y="1128725"/>
              <a:ext cx="407100" cy="981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
          <p:nvSpPr>
            <p:cNvPr id="4516" name="Google Shape;4516;p82"/>
            <p:cNvSpPr txBox="1"/>
            <p:nvPr/>
          </p:nvSpPr>
          <p:spPr>
            <a:xfrm>
              <a:off x="2479675" y="1245900"/>
              <a:ext cx="407100" cy="981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
          <p:nvSpPr>
            <p:cNvPr id="4517" name="Google Shape;4517;p82"/>
            <p:cNvSpPr txBox="1"/>
            <p:nvPr/>
          </p:nvSpPr>
          <p:spPr>
            <a:xfrm>
              <a:off x="2166675" y="1394188"/>
              <a:ext cx="1030800" cy="2934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lang="es-419" sz="800"/>
                <a:t>&lt;..&gt;</a:t>
              </a:r>
              <a:endParaRPr sz="800"/>
            </a:p>
          </p:txBody>
        </p:sp>
      </p:grpSp>
      <p:grpSp>
        <p:nvGrpSpPr>
          <p:cNvPr id="4518" name="Google Shape;4518;p82"/>
          <p:cNvGrpSpPr/>
          <p:nvPr/>
        </p:nvGrpSpPr>
        <p:grpSpPr>
          <a:xfrm>
            <a:off x="4257999" y="4990363"/>
            <a:ext cx="522688" cy="506718"/>
            <a:chOff x="2323550" y="2096250"/>
            <a:chExt cx="522688" cy="648475"/>
          </a:xfrm>
        </p:grpSpPr>
        <p:sp>
          <p:nvSpPr>
            <p:cNvPr id="4519" name="Google Shape;4519;p82"/>
            <p:cNvSpPr/>
            <p:nvPr/>
          </p:nvSpPr>
          <p:spPr>
            <a:xfrm>
              <a:off x="2323550" y="2096250"/>
              <a:ext cx="286500" cy="367500"/>
            </a:xfrm>
            <a:prstGeom prst="wedgeRoundRectCallout">
              <a:avLst>
                <a:gd fmla="val 36634" name="adj1"/>
                <a:gd fmla="val 77667" name="adj2"/>
                <a:gd fmla="val 0" name="adj3"/>
              </a:avLst>
            </a:prstGeom>
            <a:solidFill>
              <a:srgbClr val="CC0000">
                <a:alpha val="15320"/>
              </a:srgbClr>
            </a:solidFill>
            <a:ln cap="flat" cmpd="sng" w="9525">
              <a:solidFill>
                <a:srgbClr val="CC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0" name="Google Shape;4520;p82"/>
            <p:cNvSpPr/>
            <p:nvPr/>
          </p:nvSpPr>
          <p:spPr>
            <a:xfrm>
              <a:off x="2493738" y="2546725"/>
              <a:ext cx="352500" cy="198000"/>
            </a:xfrm>
            <a:prstGeom prst="roundRect">
              <a:avLst>
                <a:gd fmla="val 16667" name="adj"/>
              </a:avLst>
            </a:prstGeom>
            <a:solidFill>
              <a:srgbClr val="FFFFFF">
                <a:alpha val="77480"/>
              </a:srgbClr>
            </a:solidFill>
            <a:ln cap="flat" cmpd="sng" w="9525">
              <a:solidFill>
                <a:srgbClr val="CC0000"/>
              </a:solidFill>
              <a:prstDash val="solid"/>
              <a:round/>
              <a:headEnd len="sm" w="sm" type="none"/>
              <a:tailEnd len="sm" w="sm" type="none"/>
            </a:ln>
          </p:spPr>
          <p:txBody>
            <a:bodyPr anchorCtr="0" anchor="t" bIns="0" lIns="0" spcFirstLastPara="1" rIns="0" wrap="square" tIns="18000">
              <a:noAutofit/>
            </a:bodyPr>
            <a:lstStyle/>
            <a:p>
              <a:pPr indent="0" lvl="0" marL="0" rtl="0" algn="ctr">
                <a:spcBef>
                  <a:spcPts val="0"/>
                </a:spcBef>
                <a:spcAft>
                  <a:spcPts val="0"/>
                </a:spcAft>
                <a:buNone/>
              </a:pPr>
              <a:r>
                <a:rPr lang="es-419" sz="800"/>
                <a:t>&lt;...&gt;</a:t>
              </a:r>
              <a:endParaRPr sz="800"/>
            </a:p>
          </p:txBody>
        </p:sp>
      </p:grpSp>
      <p:grpSp>
        <p:nvGrpSpPr>
          <p:cNvPr id="4521" name="Google Shape;4521;p82"/>
          <p:cNvGrpSpPr/>
          <p:nvPr/>
        </p:nvGrpSpPr>
        <p:grpSpPr>
          <a:xfrm>
            <a:off x="4258043" y="3028863"/>
            <a:ext cx="522600" cy="249625"/>
            <a:chOff x="140438" y="2815488"/>
            <a:chExt cx="522600" cy="249625"/>
          </a:xfrm>
        </p:grpSpPr>
        <p:cxnSp>
          <p:nvCxnSpPr>
            <p:cNvPr id="4522" name="Google Shape;4522;p82"/>
            <p:cNvCxnSpPr/>
            <p:nvPr/>
          </p:nvCxnSpPr>
          <p:spPr>
            <a:xfrm flipH="1">
              <a:off x="203437" y="2815488"/>
              <a:ext cx="396600" cy="157800"/>
            </a:xfrm>
            <a:prstGeom prst="straightConnector1">
              <a:avLst/>
            </a:prstGeom>
            <a:noFill/>
            <a:ln cap="flat" cmpd="sng" w="9525">
              <a:solidFill>
                <a:srgbClr val="990033"/>
              </a:solidFill>
              <a:prstDash val="dot"/>
              <a:round/>
              <a:headEnd len="med" w="med" type="none"/>
              <a:tailEnd len="med" w="med" type="stealth"/>
            </a:ln>
          </p:spPr>
        </p:cxnSp>
        <p:sp>
          <p:nvSpPr>
            <p:cNvPr id="4523" name="Google Shape;4523;p82"/>
            <p:cNvSpPr txBox="1"/>
            <p:nvPr/>
          </p:nvSpPr>
          <p:spPr>
            <a:xfrm>
              <a:off x="140438" y="2941213"/>
              <a:ext cx="522600" cy="1239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0"/>
                </a:spcAft>
                <a:buNone/>
              </a:pPr>
              <a:r>
                <a:rPr lang="es-419" sz="700"/>
                <a:t>&lt;&lt;include&gt;&gt;</a:t>
              </a:r>
              <a:endParaRPr sz="700"/>
            </a:p>
          </p:txBody>
        </p:sp>
      </p:grpSp>
      <p:cxnSp>
        <p:nvCxnSpPr>
          <p:cNvPr id="4524" name="Google Shape;4524;p82"/>
          <p:cNvCxnSpPr/>
          <p:nvPr/>
        </p:nvCxnSpPr>
        <p:spPr>
          <a:xfrm flipH="1">
            <a:off x="4357643" y="4378150"/>
            <a:ext cx="323400" cy="121200"/>
          </a:xfrm>
          <a:prstGeom prst="bentConnector3">
            <a:avLst>
              <a:gd fmla="val 50000" name="adj1"/>
            </a:avLst>
          </a:prstGeom>
          <a:noFill/>
          <a:ln cap="flat" cmpd="sng" w="9525">
            <a:solidFill>
              <a:srgbClr val="990033"/>
            </a:solidFill>
            <a:prstDash val="solid"/>
            <a:round/>
            <a:headEnd len="med" w="med" type="none"/>
            <a:tailEnd len="med" w="med" type="stealth"/>
          </a:ln>
        </p:spPr>
      </p:cxnSp>
      <p:grpSp>
        <p:nvGrpSpPr>
          <p:cNvPr id="4525" name="Google Shape;4525;p82"/>
          <p:cNvGrpSpPr/>
          <p:nvPr/>
        </p:nvGrpSpPr>
        <p:grpSpPr>
          <a:xfrm>
            <a:off x="4339511" y="5835700"/>
            <a:ext cx="359665" cy="471743"/>
            <a:chOff x="168338" y="3891550"/>
            <a:chExt cx="359665" cy="471743"/>
          </a:xfrm>
        </p:grpSpPr>
        <p:cxnSp>
          <p:nvCxnSpPr>
            <p:cNvPr id="4526" name="Google Shape;4526;p82"/>
            <p:cNvCxnSpPr>
              <a:stCxn id="4527" idx="4"/>
            </p:cNvCxnSpPr>
            <p:nvPr/>
          </p:nvCxnSpPr>
          <p:spPr>
            <a:xfrm rot="5400000">
              <a:off x="125438" y="4164693"/>
              <a:ext cx="241500" cy="155700"/>
            </a:xfrm>
            <a:prstGeom prst="bentConnector3">
              <a:avLst>
                <a:gd fmla="val 50000" name="adj1"/>
              </a:avLst>
            </a:prstGeom>
            <a:noFill/>
            <a:ln cap="flat" cmpd="sng" w="9525">
              <a:solidFill>
                <a:srgbClr val="990033"/>
              </a:solidFill>
              <a:prstDash val="dash"/>
              <a:round/>
              <a:headEnd len="sm" w="sm" type="none"/>
              <a:tailEnd len="sm" w="sm" type="none"/>
            </a:ln>
          </p:spPr>
        </p:cxnSp>
        <p:sp>
          <p:nvSpPr>
            <p:cNvPr id="4527" name="Google Shape;4527;p82"/>
            <p:cNvSpPr/>
            <p:nvPr/>
          </p:nvSpPr>
          <p:spPr>
            <a:xfrm>
              <a:off x="241503" y="3891550"/>
              <a:ext cx="286500" cy="192000"/>
            </a:xfrm>
            <a:prstGeom prst="wedgeRectCallout">
              <a:avLst>
                <a:gd fmla="val -21192" name="adj1"/>
                <a:gd fmla="val 69918" name="adj2"/>
              </a:avLst>
            </a:prstGeom>
            <a:solidFill>
              <a:srgbClr val="FFFFCC"/>
            </a:solidFill>
            <a:ln cap="flat" cmpd="sng" w="9525">
              <a:solidFill>
                <a:srgbClr val="990033"/>
              </a:solidFill>
              <a:prstDash val="solid"/>
              <a:round/>
              <a:headEnd len="sm" w="sm" type="none"/>
              <a:tailEnd len="sm" w="sm" type="none"/>
            </a:ln>
          </p:spPr>
          <p:txBody>
            <a:bodyPr anchorCtr="0" anchor="b" bIns="0" lIns="0" spcFirstLastPara="1" rIns="0" wrap="square" tIns="18000">
              <a:noAutofit/>
            </a:bodyPr>
            <a:lstStyle/>
            <a:p>
              <a:pPr indent="0" lvl="0" marL="0" rtl="0" algn="ctr">
                <a:spcBef>
                  <a:spcPts val="0"/>
                </a:spcBef>
                <a:spcAft>
                  <a:spcPts val="0"/>
                </a:spcAft>
                <a:buNone/>
              </a:pPr>
              <a:r>
                <a:rPr lang="es-419" sz="700"/>
                <a:t>&lt;...&gt;</a:t>
              </a:r>
              <a:endParaRPr sz="700"/>
            </a:p>
          </p:txBody>
        </p:sp>
      </p:grpSp>
      <p:grpSp>
        <p:nvGrpSpPr>
          <p:cNvPr id="4528" name="Google Shape;4528;p82"/>
          <p:cNvGrpSpPr/>
          <p:nvPr/>
        </p:nvGrpSpPr>
        <p:grpSpPr>
          <a:xfrm>
            <a:off x="4063343" y="1177500"/>
            <a:ext cx="912000" cy="715400"/>
            <a:chOff x="1163975" y="697425"/>
            <a:chExt cx="912000" cy="715400"/>
          </a:xfrm>
        </p:grpSpPr>
        <p:pic>
          <p:nvPicPr>
            <p:cNvPr id="4529" name="Google Shape;4529;p82"/>
            <p:cNvPicPr preferRelativeResize="0"/>
            <p:nvPr/>
          </p:nvPicPr>
          <p:blipFill>
            <a:blip r:embed="rId7">
              <a:alphaModFix/>
            </a:blip>
            <a:stretch>
              <a:fillRect/>
            </a:stretch>
          </p:blipFill>
          <p:spPr>
            <a:xfrm>
              <a:off x="1443763" y="697425"/>
              <a:ext cx="352425" cy="485775"/>
            </a:xfrm>
            <a:prstGeom prst="rect">
              <a:avLst/>
            </a:prstGeom>
            <a:noFill/>
            <a:ln>
              <a:noFill/>
            </a:ln>
          </p:spPr>
        </p:pic>
        <p:sp>
          <p:nvSpPr>
            <p:cNvPr id="4530" name="Google Shape;4530;p82"/>
            <p:cNvSpPr txBox="1"/>
            <p:nvPr/>
          </p:nvSpPr>
          <p:spPr>
            <a:xfrm>
              <a:off x="1441625" y="697425"/>
              <a:ext cx="369300" cy="2496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
          <p:nvSpPr>
            <p:cNvPr id="4531" name="Google Shape;4531;p82"/>
            <p:cNvSpPr txBox="1"/>
            <p:nvPr/>
          </p:nvSpPr>
          <p:spPr>
            <a:xfrm>
              <a:off x="1443775" y="947100"/>
              <a:ext cx="369300" cy="2361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
          <p:nvSpPr>
            <p:cNvPr id="4532" name="Google Shape;4532;p82"/>
            <p:cNvSpPr txBox="1"/>
            <p:nvPr/>
          </p:nvSpPr>
          <p:spPr>
            <a:xfrm>
              <a:off x="1163975" y="1176725"/>
              <a:ext cx="912000" cy="236100"/>
            </a:xfrm>
            <a:prstGeom prst="rect">
              <a:avLst/>
            </a:prstGeom>
            <a:noFill/>
            <a:ln>
              <a:noFill/>
            </a:ln>
          </p:spPr>
          <p:txBody>
            <a:bodyPr anchorCtr="0" anchor="ctr" bIns="0" lIns="0" spcFirstLastPara="1" rIns="0" wrap="square" tIns="0">
              <a:noAutofit/>
            </a:bodyPr>
            <a:lstStyle/>
            <a:p>
              <a:pPr indent="0" lvl="0" marL="0" rtl="0" algn="ctr">
                <a:lnSpc>
                  <a:spcPct val="100000"/>
                </a:lnSpc>
                <a:spcBef>
                  <a:spcPts val="0"/>
                </a:spcBef>
                <a:spcAft>
                  <a:spcPts val="0"/>
                </a:spcAft>
                <a:buNone/>
              </a:pPr>
              <a:r>
                <a:rPr lang="es-419" sz="800"/>
                <a:t>&lt;..&gt;</a:t>
              </a:r>
              <a:endParaRPr sz="800"/>
            </a:p>
          </p:txBody>
        </p:sp>
      </p:grpSp>
      <p:grpSp>
        <p:nvGrpSpPr>
          <p:cNvPr id="4533" name="Google Shape;4533;p82"/>
          <p:cNvGrpSpPr/>
          <p:nvPr/>
        </p:nvGrpSpPr>
        <p:grpSpPr>
          <a:xfrm>
            <a:off x="4258043" y="3627488"/>
            <a:ext cx="522600" cy="247062"/>
            <a:chOff x="1761200" y="2490188"/>
            <a:chExt cx="522600" cy="247062"/>
          </a:xfrm>
        </p:grpSpPr>
        <p:cxnSp>
          <p:nvCxnSpPr>
            <p:cNvPr id="4534" name="Google Shape;4534;p82"/>
            <p:cNvCxnSpPr/>
            <p:nvPr/>
          </p:nvCxnSpPr>
          <p:spPr>
            <a:xfrm flipH="1">
              <a:off x="1852463" y="2490188"/>
              <a:ext cx="396600" cy="157800"/>
            </a:xfrm>
            <a:prstGeom prst="straightConnector1">
              <a:avLst/>
            </a:prstGeom>
            <a:noFill/>
            <a:ln cap="flat" cmpd="sng" w="9525">
              <a:solidFill>
                <a:srgbClr val="990033"/>
              </a:solidFill>
              <a:prstDash val="dot"/>
              <a:round/>
              <a:headEnd len="med" w="med" type="none"/>
              <a:tailEnd len="med" w="med" type="stealth"/>
            </a:ln>
          </p:spPr>
        </p:cxnSp>
        <p:sp>
          <p:nvSpPr>
            <p:cNvPr id="4535" name="Google Shape;4535;p82"/>
            <p:cNvSpPr txBox="1"/>
            <p:nvPr/>
          </p:nvSpPr>
          <p:spPr>
            <a:xfrm>
              <a:off x="1761200" y="2613350"/>
              <a:ext cx="522600" cy="1239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0"/>
                </a:spcAft>
                <a:buNone/>
              </a:pPr>
              <a:r>
                <a:rPr lang="es-419" sz="700"/>
                <a:t>&lt;&lt;extend&gt;&gt;</a:t>
              </a:r>
              <a:endParaRPr sz="700"/>
            </a:p>
          </p:txBody>
        </p:sp>
      </p:grpSp>
      <p:grpSp>
        <p:nvGrpSpPr>
          <p:cNvPr id="4536" name="Google Shape;4536;p82"/>
          <p:cNvGrpSpPr/>
          <p:nvPr/>
        </p:nvGrpSpPr>
        <p:grpSpPr>
          <a:xfrm>
            <a:off x="5263390" y="1867587"/>
            <a:ext cx="1030800" cy="669274"/>
            <a:chOff x="1883075" y="3073176"/>
            <a:chExt cx="1030800" cy="669274"/>
          </a:xfrm>
        </p:grpSpPr>
        <p:pic>
          <p:nvPicPr>
            <p:cNvPr id="4537" name="Google Shape;4537;p82"/>
            <p:cNvPicPr preferRelativeResize="0"/>
            <p:nvPr/>
          </p:nvPicPr>
          <p:blipFill>
            <a:blip r:embed="rId8">
              <a:alphaModFix/>
            </a:blip>
            <a:stretch>
              <a:fillRect/>
            </a:stretch>
          </p:blipFill>
          <p:spPr>
            <a:xfrm>
              <a:off x="2104400" y="3073176"/>
              <a:ext cx="623100" cy="363350"/>
            </a:xfrm>
            <a:prstGeom prst="rect">
              <a:avLst/>
            </a:prstGeom>
            <a:noFill/>
            <a:ln>
              <a:noFill/>
            </a:ln>
          </p:spPr>
        </p:pic>
        <p:sp>
          <p:nvSpPr>
            <p:cNvPr id="4538" name="Google Shape;4538;p82"/>
            <p:cNvSpPr txBox="1"/>
            <p:nvPr/>
          </p:nvSpPr>
          <p:spPr>
            <a:xfrm>
              <a:off x="2140930" y="3087337"/>
              <a:ext cx="522600" cy="1563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
          <p:nvSpPr>
            <p:cNvPr id="4539" name="Google Shape;4539;p82"/>
            <p:cNvSpPr txBox="1"/>
            <p:nvPr/>
          </p:nvSpPr>
          <p:spPr>
            <a:xfrm>
              <a:off x="2140913" y="3239759"/>
              <a:ext cx="522600" cy="1563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
          <p:nvSpPr>
            <p:cNvPr id="4540" name="Google Shape;4540;p82"/>
            <p:cNvSpPr txBox="1"/>
            <p:nvPr/>
          </p:nvSpPr>
          <p:spPr>
            <a:xfrm>
              <a:off x="1883075" y="3449050"/>
              <a:ext cx="1030800" cy="2934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lang="es-419" sz="800"/>
                <a:t>&lt;..&gt;</a:t>
              </a:r>
              <a:endParaRPr sz="800"/>
            </a:p>
          </p:txBody>
        </p:sp>
      </p:grpSp>
      <p:grpSp>
        <p:nvGrpSpPr>
          <p:cNvPr id="4541" name="Google Shape;4541;p82"/>
          <p:cNvGrpSpPr/>
          <p:nvPr/>
        </p:nvGrpSpPr>
        <p:grpSpPr>
          <a:xfrm>
            <a:off x="5517446" y="4952751"/>
            <a:ext cx="522688" cy="506718"/>
            <a:chOff x="2323550" y="2096250"/>
            <a:chExt cx="522688" cy="648475"/>
          </a:xfrm>
        </p:grpSpPr>
        <p:sp>
          <p:nvSpPr>
            <p:cNvPr id="4542" name="Google Shape;4542;p82"/>
            <p:cNvSpPr/>
            <p:nvPr/>
          </p:nvSpPr>
          <p:spPr>
            <a:xfrm>
              <a:off x="2323550" y="2096250"/>
              <a:ext cx="286500" cy="367500"/>
            </a:xfrm>
            <a:prstGeom prst="wedgeRoundRectCallout">
              <a:avLst>
                <a:gd fmla="val 36634" name="adj1"/>
                <a:gd fmla="val 77667" name="adj2"/>
                <a:gd fmla="val 0" name="adj3"/>
              </a:avLst>
            </a:prstGeom>
            <a:solidFill>
              <a:srgbClr val="CC0000">
                <a:alpha val="15320"/>
              </a:srgbClr>
            </a:solidFill>
            <a:ln cap="flat" cmpd="sng" w="9525">
              <a:solidFill>
                <a:srgbClr val="CC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3" name="Google Shape;4543;p82"/>
            <p:cNvSpPr/>
            <p:nvPr/>
          </p:nvSpPr>
          <p:spPr>
            <a:xfrm>
              <a:off x="2493738" y="2546725"/>
              <a:ext cx="352500" cy="198000"/>
            </a:xfrm>
            <a:prstGeom prst="roundRect">
              <a:avLst>
                <a:gd fmla="val 16667" name="adj"/>
              </a:avLst>
            </a:prstGeom>
            <a:solidFill>
              <a:srgbClr val="FFFFFF">
                <a:alpha val="77480"/>
              </a:srgbClr>
            </a:solidFill>
            <a:ln cap="flat" cmpd="sng" w="9525">
              <a:solidFill>
                <a:srgbClr val="CC0000"/>
              </a:solidFill>
              <a:prstDash val="solid"/>
              <a:round/>
              <a:headEnd len="sm" w="sm" type="none"/>
              <a:tailEnd len="sm" w="sm" type="none"/>
            </a:ln>
          </p:spPr>
          <p:txBody>
            <a:bodyPr anchorCtr="0" anchor="t" bIns="0" lIns="0" spcFirstLastPara="1" rIns="0" wrap="square" tIns="18000">
              <a:noAutofit/>
            </a:bodyPr>
            <a:lstStyle/>
            <a:p>
              <a:pPr indent="0" lvl="0" marL="0" rtl="0" algn="ctr">
                <a:spcBef>
                  <a:spcPts val="0"/>
                </a:spcBef>
                <a:spcAft>
                  <a:spcPts val="0"/>
                </a:spcAft>
                <a:buNone/>
              </a:pPr>
              <a:r>
                <a:rPr lang="es-419" sz="800"/>
                <a:t>&lt;...&gt;</a:t>
              </a:r>
              <a:endParaRPr sz="800"/>
            </a:p>
          </p:txBody>
        </p:sp>
      </p:grpSp>
      <p:grpSp>
        <p:nvGrpSpPr>
          <p:cNvPr id="4544" name="Google Shape;4544;p82"/>
          <p:cNvGrpSpPr/>
          <p:nvPr/>
        </p:nvGrpSpPr>
        <p:grpSpPr>
          <a:xfrm>
            <a:off x="5322790" y="969363"/>
            <a:ext cx="912000" cy="781950"/>
            <a:chOff x="53700" y="449100"/>
            <a:chExt cx="912000" cy="781950"/>
          </a:xfrm>
        </p:grpSpPr>
        <p:pic>
          <p:nvPicPr>
            <p:cNvPr id="4545" name="Google Shape;4545;p82"/>
            <p:cNvPicPr preferRelativeResize="0"/>
            <p:nvPr/>
          </p:nvPicPr>
          <p:blipFill>
            <a:blip r:embed="rId4">
              <a:alphaModFix/>
            </a:blip>
            <a:stretch>
              <a:fillRect/>
            </a:stretch>
          </p:blipFill>
          <p:spPr>
            <a:xfrm>
              <a:off x="282101" y="449103"/>
              <a:ext cx="451796" cy="545996"/>
            </a:xfrm>
            <a:prstGeom prst="rect">
              <a:avLst/>
            </a:prstGeom>
            <a:noFill/>
            <a:ln>
              <a:noFill/>
            </a:ln>
          </p:spPr>
        </p:pic>
        <p:sp>
          <p:nvSpPr>
            <p:cNvPr id="4546" name="Google Shape;4546;p82"/>
            <p:cNvSpPr txBox="1"/>
            <p:nvPr/>
          </p:nvSpPr>
          <p:spPr>
            <a:xfrm>
              <a:off x="282100" y="723325"/>
              <a:ext cx="420600" cy="2781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
          <p:nvSpPr>
            <p:cNvPr id="4547" name="Google Shape;4547;p82"/>
            <p:cNvSpPr txBox="1"/>
            <p:nvPr/>
          </p:nvSpPr>
          <p:spPr>
            <a:xfrm>
              <a:off x="294850" y="449100"/>
              <a:ext cx="420600" cy="2781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
          <p:nvSpPr>
            <p:cNvPr id="4548" name="Google Shape;4548;p82"/>
            <p:cNvSpPr txBox="1"/>
            <p:nvPr/>
          </p:nvSpPr>
          <p:spPr>
            <a:xfrm>
              <a:off x="53700" y="994950"/>
              <a:ext cx="912000" cy="236100"/>
            </a:xfrm>
            <a:prstGeom prst="rect">
              <a:avLst/>
            </a:prstGeom>
            <a:noFill/>
            <a:ln>
              <a:noFill/>
            </a:ln>
          </p:spPr>
          <p:txBody>
            <a:bodyPr anchorCtr="0" anchor="ctr" bIns="0" lIns="0" spcFirstLastPara="1" rIns="0" wrap="square" tIns="0">
              <a:noAutofit/>
            </a:bodyPr>
            <a:lstStyle/>
            <a:p>
              <a:pPr indent="0" lvl="0" marL="0" rtl="0" algn="ctr">
                <a:lnSpc>
                  <a:spcPct val="100000"/>
                </a:lnSpc>
                <a:spcBef>
                  <a:spcPts val="0"/>
                </a:spcBef>
                <a:spcAft>
                  <a:spcPts val="0"/>
                </a:spcAft>
                <a:buNone/>
              </a:pPr>
              <a:r>
                <a:rPr lang="es-419" sz="800"/>
                <a:t>&lt;..&gt;</a:t>
              </a:r>
              <a:endParaRPr sz="800"/>
            </a:p>
          </p:txBody>
        </p:sp>
      </p:grpSp>
      <p:grpSp>
        <p:nvGrpSpPr>
          <p:cNvPr id="4549" name="Google Shape;4549;p82"/>
          <p:cNvGrpSpPr/>
          <p:nvPr/>
        </p:nvGrpSpPr>
        <p:grpSpPr>
          <a:xfrm>
            <a:off x="5517490" y="3267088"/>
            <a:ext cx="522600" cy="249625"/>
            <a:chOff x="140438" y="2815488"/>
            <a:chExt cx="522600" cy="249625"/>
          </a:xfrm>
        </p:grpSpPr>
        <p:cxnSp>
          <p:nvCxnSpPr>
            <p:cNvPr id="4550" name="Google Shape;4550;p82"/>
            <p:cNvCxnSpPr/>
            <p:nvPr/>
          </p:nvCxnSpPr>
          <p:spPr>
            <a:xfrm flipH="1">
              <a:off x="203437" y="2815488"/>
              <a:ext cx="396600" cy="157800"/>
            </a:xfrm>
            <a:prstGeom prst="straightConnector1">
              <a:avLst/>
            </a:prstGeom>
            <a:noFill/>
            <a:ln cap="flat" cmpd="sng" w="9525">
              <a:solidFill>
                <a:srgbClr val="990033"/>
              </a:solidFill>
              <a:prstDash val="dot"/>
              <a:round/>
              <a:headEnd len="med" w="med" type="none"/>
              <a:tailEnd len="med" w="med" type="stealth"/>
            </a:ln>
          </p:spPr>
        </p:cxnSp>
        <p:sp>
          <p:nvSpPr>
            <p:cNvPr id="4551" name="Google Shape;4551;p82"/>
            <p:cNvSpPr txBox="1"/>
            <p:nvPr/>
          </p:nvSpPr>
          <p:spPr>
            <a:xfrm>
              <a:off x="140438" y="2941213"/>
              <a:ext cx="522600" cy="1239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0"/>
                </a:spcAft>
                <a:buNone/>
              </a:pPr>
              <a:r>
                <a:rPr lang="es-419" sz="700"/>
                <a:t>&lt;&lt;include&gt;&gt;</a:t>
              </a:r>
              <a:endParaRPr sz="700"/>
            </a:p>
          </p:txBody>
        </p:sp>
      </p:grpSp>
      <p:grpSp>
        <p:nvGrpSpPr>
          <p:cNvPr id="4552" name="Google Shape;4552;p82"/>
          <p:cNvGrpSpPr/>
          <p:nvPr/>
        </p:nvGrpSpPr>
        <p:grpSpPr>
          <a:xfrm>
            <a:off x="5543590" y="3813964"/>
            <a:ext cx="470400" cy="247062"/>
            <a:chOff x="164377" y="2815488"/>
            <a:chExt cx="470400" cy="247062"/>
          </a:xfrm>
        </p:grpSpPr>
        <p:cxnSp>
          <p:nvCxnSpPr>
            <p:cNvPr id="4553" name="Google Shape;4553;p82"/>
            <p:cNvCxnSpPr/>
            <p:nvPr/>
          </p:nvCxnSpPr>
          <p:spPr>
            <a:xfrm flipH="1">
              <a:off x="203437" y="2815488"/>
              <a:ext cx="396600" cy="157800"/>
            </a:xfrm>
            <a:prstGeom prst="straightConnector1">
              <a:avLst/>
            </a:prstGeom>
            <a:noFill/>
            <a:ln cap="flat" cmpd="sng" w="9525">
              <a:solidFill>
                <a:srgbClr val="990033"/>
              </a:solidFill>
              <a:prstDash val="dot"/>
              <a:round/>
              <a:headEnd len="med" w="med" type="none"/>
              <a:tailEnd len="med" w="med" type="stealth"/>
            </a:ln>
          </p:spPr>
        </p:cxnSp>
        <p:sp>
          <p:nvSpPr>
            <p:cNvPr id="4554" name="Google Shape;4554;p82"/>
            <p:cNvSpPr txBox="1"/>
            <p:nvPr/>
          </p:nvSpPr>
          <p:spPr>
            <a:xfrm>
              <a:off x="164377" y="2938650"/>
              <a:ext cx="470400" cy="1239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0"/>
                </a:spcAft>
                <a:buNone/>
              </a:pPr>
              <a:r>
                <a:rPr lang="es-419" sz="700"/>
                <a:t>&lt;&lt;extend&gt;&gt;</a:t>
              </a:r>
              <a:endParaRPr sz="700"/>
            </a:p>
          </p:txBody>
        </p:sp>
      </p:grpSp>
      <p:cxnSp>
        <p:nvCxnSpPr>
          <p:cNvPr id="4555" name="Google Shape;4555;p82"/>
          <p:cNvCxnSpPr/>
          <p:nvPr/>
        </p:nvCxnSpPr>
        <p:spPr>
          <a:xfrm flipH="1">
            <a:off x="5617090" y="4492813"/>
            <a:ext cx="323400" cy="121200"/>
          </a:xfrm>
          <a:prstGeom prst="bentConnector3">
            <a:avLst>
              <a:gd fmla="val 50000" name="adj1"/>
            </a:avLst>
          </a:prstGeom>
          <a:noFill/>
          <a:ln cap="flat" cmpd="sng" w="9525">
            <a:solidFill>
              <a:srgbClr val="990033"/>
            </a:solidFill>
            <a:prstDash val="solid"/>
            <a:round/>
            <a:headEnd len="med" w="med" type="none"/>
            <a:tailEnd len="med" w="med" type="stealth"/>
          </a:ln>
        </p:spPr>
      </p:cxnSp>
      <p:grpSp>
        <p:nvGrpSpPr>
          <p:cNvPr id="4556" name="Google Shape;4556;p82"/>
          <p:cNvGrpSpPr/>
          <p:nvPr/>
        </p:nvGrpSpPr>
        <p:grpSpPr>
          <a:xfrm>
            <a:off x="5598957" y="5817938"/>
            <a:ext cx="359665" cy="471743"/>
            <a:chOff x="168338" y="3891550"/>
            <a:chExt cx="359665" cy="471743"/>
          </a:xfrm>
        </p:grpSpPr>
        <p:cxnSp>
          <p:nvCxnSpPr>
            <p:cNvPr id="4557" name="Google Shape;4557;p82"/>
            <p:cNvCxnSpPr>
              <a:stCxn id="4558" idx="4"/>
            </p:cNvCxnSpPr>
            <p:nvPr/>
          </p:nvCxnSpPr>
          <p:spPr>
            <a:xfrm rot="5400000">
              <a:off x="125438" y="4164693"/>
              <a:ext cx="241500" cy="155700"/>
            </a:xfrm>
            <a:prstGeom prst="bentConnector3">
              <a:avLst>
                <a:gd fmla="val 50000" name="adj1"/>
              </a:avLst>
            </a:prstGeom>
            <a:noFill/>
            <a:ln cap="flat" cmpd="sng" w="9525">
              <a:solidFill>
                <a:srgbClr val="990033"/>
              </a:solidFill>
              <a:prstDash val="dash"/>
              <a:round/>
              <a:headEnd len="sm" w="sm" type="none"/>
              <a:tailEnd len="sm" w="sm" type="none"/>
            </a:ln>
          </p:spPr>
        </p:cxnSp>
        <p:sp>
          <p:nvSpPr>
            <p:cNvPr id="4558" name="Google Shape;4558;p82"/>
            <p:cNvSpPr/>
            <p:nvPr/>
          </p:nvSpPr>
          <p:spPr>
            <a:xfrm>
              <a:off x="241503" y="3891550"/>
              <a:ext cx="286500" cy="192000"/>
            </a:xfrm>
            <a:prstGeom prst="wedgeRectCallout">
              <a:avLst>
                <a:gd fmla="val -21192" name="adj1"/>
                <a:gd fmla="val 69918" name="adj2"/>
              </a:avLst>
            </a:prstGeom>
            <a:solidFill>
              <a:srgbClr val="FFFFCC"/>
            </a:solidFill>
            <a:ln cap="flat" cmpd="sng" w="9525">
              <a:solidFill>
                <a:srgbClr val="990033"/>
              </a:solidFill>
              <a:prstDash val="solid"/>
              <a:round/>
              <a:headEnd len="sm" w="sm" type="none"/>
              <a:tailEnd len="sm" w="sm" type="none"/>
            </a:ln>
          </p:spPr>
          <p:txBody>
            <a:bodyPr anchorCtr="0" anchor="b" bIns="0" lIns="0" spcFirstLastPara="1" rIns="0" wrap="square" tIns="18000">
              <a:noAutofit/>
            </a:bodyPr>
            <a:lstStyle/>
            <a:p>
              <a:pPr indent="0" lvl="0" marL="0" rtl="0" algn="ctr">
                <a:spcBef>
                  <a:spcPts val="0"/>
                </a:spcBef>
                <a:spcAft>
                  <a:spcPts val="0"/>
                </a:spcAft>
                <a:buNone/>
              </a:pPr>
              <a:r>
                <a:rPr lang="es-419" sz="700"/>
                <a:t>&lt;...&gt;</a:t>
              </a:r>
              <a:endParaRPr sz="700"/>
            </a:p>
          </p:txBody>
        </p:sp>
      </p:grpSp>
      <p:grpSp>
        <p:nvGrpSpPr>
          <p:cNvPr id="4559" name="Google Shape;4559;p82"/>
          <p:cNvGrpSpPr/>
          <p:nvPr/>
        </p:nvGrpSpPr>
        <p:grpSpPr>
          <a:xfrm>
            <a:off x="5255890" y="2690413"/>
            <a:ext cx="1045800" cy="403950"/>
            <a:chOff x="4759275" y="563750"/>
            <a:chExt cx="1045800" cy="403950"/>
          </a:xfrm>
        </p:grpSpPr>
        <p:pic>
          <p:nvPicPr>
            <p:cNvPr id="4560" name="Google Shape;4560;p82"/>
            <p:cNvPicPr preferRelativeResize="0"/>
            <p:nvPr/>
          </p:nvPicPr>
          <p:blipFill>
            <a:blip r:embed="rId9">
              <a:alphaModFix/>
            </a:blip>
            <a:stretch>
              <a:fillRect/>
            </a:stretch>
          </p:blipFill>
          <p:spPr>
            <a:xfrm>
              <a:off x="5149072" y="569151"/>
              <a:ext cx="308271" cy="270600"/>
            </a:xfrm>
            <a:prstGeom prst="rect">
              <a:avLst/>
            </a:prstGeom>
            <a:noFill/>
            <a:ln>
              <a:noFill/>
            </a:ln>
          </p:spPr>
        </p:pic>
        <p:sp>
          <p:nvSpPr>
            <p:cNvPr id="4561" name="Google Shape;4561;p82"/>
            <p:cNvSpPr txBox="1"/>
            <p:nvPr/>
          </p:nvSpPr>
          <p:spPr>
            <a:xfrm>
              <a:off x="5143200" y="563750"/>
              <a:ext cx="253500" cy="1338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
          <p:nvSpPr>
            <p:cNvPr id="4562" name="Google Shape;4562;p82"/>
            <p:cNvSpPr txBox="1"/>
            <p:nvPr/>
          </p:nvSpPr>
          <p:spPr>
            <a:xfrm>
              <a:off x="5143175" y="697400"/>
              <a:ext cx="253500" cy="1266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
          <p:nvSpPr>
            <p:cNvPr id="4563" name="Google Shape;4563;p82"/>
            <p:cNvSpPr txBox="1"/>
            <p:nvPr/>
          </p:nvSpPr>
          <p:spPr>
            <a:xfrm>
              <a:off x="4759275" y="846500"/>
              <a:ext cx="1045800" cy="1212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i="1" lang="es-419" sz="800">
                  <a:solidFill>
                    <a:srgbClr val="B7B7B7"/>
                  </a:solidFill>
                </a:rPr>
                <a:t>&lt;...&gt;</a:t>
              </a:r>
              <a:endParaRPr i="1" sz="800">
                <a:solidFill>
                  <a:srgbClr val="B7B7B7"/>
                </a:solidFill>
              </a:endParaRPr>
            </a:p>
          </p:txBody>
        </p:sp>
      </p:grpSp>
      <p:grpSp>
        <p:nvGrpSpPr>
          <p:cNvPr id="4564" name="Google Shape;4564;p82"/>
          <p:cNvGrpSpPr/>
          <p:nvPr/>
        </p:nvGrpSpPr>
        <p:grpSpPr>
          <a:xfrm>
            <a:off x="193037" y="2223627"/>
            <a:ext cx="1016100" cy="648675"/>
            <a:chOff x="2711039" y="956525"/>
            <a:chExt cx="1016100" cy="648675"/>
          </a:xfrm>
        </p:grpSpPr>
        <p:sp>
          <p:nvSpPr>
            <p:cNvPr id="4565" name="Google Shape;4565;p82"/>
            <p:cNvSpPr/>
            <p:nvPr/>
          </p:nvSpPr>
          <p:spPr>
            <a:xfrm>
              <a:off x="3036100" y="959050"/>
              <a:ext cx="324900" cy="3069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6" name="Google Shape;4566;p82"/>
            <p:cNvSpPr txBox="1"/>
            <p:nvPr/>
          </p:nvSpPr>
          <p:spPr>
            <a:xfrm>
              <a:off x="2711039" y="1279275"/>
              <a:ext cx="1016100" cy="156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0"/>
                </a:spcAft>
                <a:buNone/>
              </a:pPr>
              <a:r>
                <a:rPr lang="es-419" sz="800"/>
                <a:t>&lt;...&gt;</a:t>
              </a:r>
              <a:endParaRPr sz="800"/>
            </a:p>
          </p:txBody>
        </p:sp>
        <p:sp>
          <p:nvSpPr>
            <p:cNvPr id="4567" name="Google Shape;4567;p82"/>
            <p:cNvSpPr txBox="1"/>
            <p:nvPr/>
          </p:nvSpPr>
          <p:spPr>
            <a:xfrm>
              <a:off x="2922239" y="1448900"/>
              <a:ext cx="593700" cy="156300"/>
            </a:xfrm>
            <a:prstGeom prst="rect">
              <a:avLst/>
            </a:prstGeom>
            <a:noFill/>
            <a:ln>
              <a:noFill/>
            </a:ln>
          </p:spPr>
          <p:txBody>
            <a:bodyPr anchorCtr="0" anchor="t" bIns="0" lIns="18000" spcFirstLastPara="1" rIns="0" wrap="square" tIns="18000">
              <a:noAutofit/>
            </a:bodyPr>
            <a:lstStyle/>
            <a:p>
              <a:pPr indent="0" lvl="0" marL="0" rtl="0" algn="l">
                <a:spcBef>
                  <a:spcPts val="0"/>
                </a:spcBef>
                <a:spcAft>
                  <a:spcPts val="0"/>
                </a:spcAft>
                <a:buNone/>
              </a:pPr>
              <a:r>
                <a:rPr lang="es-419" sz="700"/>
                <a:t>[Estado]</a:t>
              </a:r>
              <a:endParaRPr sz="700"/>
            </a:p>
          </p:txBody>
        </p:sp>
        <p:cxnSp>
          <p:nvCxnSpPr>
            <p:cNvPr id="4568" name="Google Shape;4568;p82"/>
            <p:cNvCxnSpPr/>
            <p:nvPr/>
          </p:nvCxnSpPr>
          <p:spPr>
            <a:xfrm>
              <a:off x="2959289" y="1434463"/>
              <a:ext cx="519600" cy="1800"/>
            </a:xfrm>
            <a:prstGeom prst="straightConnector1">
              <a:avLst/>
            </a:prstGeom>
            <a:noFill/>
            <a:ln cap="flat" cmpd="sng" w="9525">
              <a:solidFill>
                <a:srgbClr val="D9D9D9"/>
              </a:solidFill>
              <a:prstDash val="solid"/>
              <a:round/>
              <a:headEnd len="med" w="med" type="none"/>
              <a:tailEnd len="med" w="med" type="none"/>
            </a:ln>
          </p:spPr>
        </p:cxnSp>
        <p:sp>
          <p:nvSpPr>
            <p:cNvPr id="4569" name="Google Shape;4569;p82"/>
            <p:cNvSpPr txBox="1"/>
            <p:nvPr/>
          </p:nvSpPr>
          <p:spPr>
            <a:xfrm>
              <a:off x="3055750" y="956525"/>
              <a:ext cx="283500" cy="1563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
          <p:nvSpPr>
            <p:cNvPr id="4570" name="Google Shape;4570;p82"/>
            <p:cNvSpPr txBox="1"/>
            <p:nvPr/>
          </p:nvSpPr>
          <p:spPr>
            <a:xfrm>
              <a:off x="3055750" y="1108925"/>
              <a:ext cx="283500" cy="1563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pic>
          <p:nvPicPr>
            <p:cNvPr id="4571" name="Google Shape;4571;p82"/>
            <p:cNvPicPr preferRelativeResize="0"/>
            <p:nvPr/>
          </p:nvPicPr>
          <p:blipFill>
            <a:blip r:embed="rId10">
              <a:alphaModFix/>
            </a:blip>
            <a:stretch>
              <a:fillRect/>
            </a:stretch>
          </p:blipFill>
          <p:spPr>
            <a:xfrm>
              <a:off x="3025212" y="1016937"/>
              <a:ext cx="386100" cy="262357"/>
            </a:xfrm>
            <a:prstGeom prst="rect">
              <a:avLst/>
            </a:prstGeom>
            <a:noFill/>
            <a:ln>
              <a:noFill/>
            </a:ln>
          </p:spPr>
        </p:pic>
      </p:grpSp>
      <p:grpSp>
        <p:nvGrpSpPr>
          <p:cNvPr id="4572" name="Google Shape;4572;p82"/>
          <p:cNvGrpSpPr/>
          <p:nvPr/>
        </p:nvGrpSpPr>
        <p:grpSpPr>
          <a:xfrm>
            <a:off x="1469235" y="2716379"/>
            <a:ext cx="1016100" cy="648675"/>
            <a:chOff x="2711039" y="956525"/>
            <a:chExt cx="1016100" cy="648675"/>
          </a:xfrm>
        </p:grpSpPr>
        <p:sp>
          <p:nvSpPr>
            <p:cNvPr id="4573" name="Google Shape;4573;p82"/>
            <p:cNvSpPr/>
            <p:nvPr/>
          </p:nvSpPr>
          <p:spPr>
            <a:xfrm>
              <a:off x="3036100" y="959050"/>
              <a:ext cx="324900" cy="3069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4" name="Google Shape;4574;p82"/>
            <p:cNvSpPr txBox="1"/>
            <p:nvPr/>
          </p:nvSpPr>
          <p:spPr>
            <a:xfrm>
              <a:off x="2711039" y="1279275"/>
              <a:ext cx="1016100" cy="156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0"/>
                </a:spcAft>
                <a:buNone/>
              </a:pPr>
              <a:r>
                <a:rPr lang="es-419" sz="800"/>
                <a:t>&lt;...&gt;</a:t>
              </a:r>
              <a:endParaRPr sz="800"/>
            </a:p>
          </p:txBody>
        </p:sp>
        <p:sp>
          <p:nvSpPr>
            <p:cNvPr id="4575" name="Google Shape;4575;p82"/>
            <p:cNvSpPr txBox="1"/>
            <p:nvPr/>
          </p:nvSpPr>
          <p:spPr>
            <a:xfrm>
              <a:off x="2922239" y="1448900"/>
              <a:ext cx="593700" cy="156300"/>
            </a:xfrm>
            <a:prstGeom prst="rect">
              <a:avLst/>
            </a:prstGeom>
            <a:noFill/>
            <a:ln>
              <a:noFill/>
            </a:ln>
          </p:spPr>
          <p:txBody>
            <a:bodyPr anchorCtr="0" anchor="t" bIns="0" lIns="18000" spcFirstLastPara="1" rIns="0" wrap="square" tIns="18000">
              <a:noAutofit/>
            </a:bodyPr>
            <a:lstStyle/>
            <a:p>
              <a:pPr indent="0" lvl="0" marL="0" rtl="0" algn="l">
                <a:spcBef>
                  <a:spcPts val="0"/>
                </a:spcBef>
                <a:spcAft>
                  <a:spcPts val="0"/>
                </a:spcAft>
                <a:buNone/>
              </a:pPr>
              <a:r>
                <a:rPr lang="es-419" sz="700"/>
                <a:t>[Estado]</a:t>
              </a:r>
              <a:endParaRPr sz="700"/>
            </a:p>
          </p:txBody>
        </p:sp>
        <p:cxnSp>
          <p:nvCxnSpPr>
            <p:cNvPr id="4576" name="Google Shape;4576;p82"/>
            <p:cNvCxnSpPr/>
            <p:nvPr/>
          </p:nvCxnSpPr>
          <p:spPr>
            <a:xfrm>
              <a:off x="2959289" y="1434463"/>
              <a:ext cx="519600" cy="1800"/>
            </a:xfrm>
            <a:prstGeom prst="straightConnector1">
              <a:avLst/>
            </a:prstGeom>
            <a:noFill/>
            <a:ln cap="flat" cmpd="sng" w="9525">
              <a:solidFill>
                <a:srgbClr val="D9D9D9"/>
              </a:solidFill>
              <a:prstDash val="solid"/>
              <a:round/>
              <a:headEnd len="med" w="med" type="none"/>
              <a:tailEnd len="med" w="med" type="none"/>
            </a:ln>
          </p:spPr>
        </p:cxnSp>
        <p:sp>
          <p:nvSpPr>
            <p:cNvPr id="4577" name="Google Shape;4577;p82"/>
            <p:cNvSpPr txBox="1"/>
            <p:nvPr/>
          </p:nvSpPr>
          <p:spPr>
            <a:xfrm>
              <a:off x="3055750" y="956525"/>
              <a:ext cx="283500" cy="1563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
          <p:nvSpPr>
            <p:cNvPr id="4578" name="Google Shape;4578;p82"/>
            <p:cNvSpPr txBox="1"/>
            <p:nvPr/>
          </p:nvSpPr>
          <p:spPr>
            <a:xfrm>
              <a:off x="3055750" y="1108925"/>
              <a:ext cx="283500" cy="1563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pic>
          <p:nvPicPr>
            <p:cNvPr id="4579" name="Google Shape;4579;p82"/>
            <p:cNvPicPr preferRelativeResize="0"/>
            <p:nvPr/>
          </p:nvPicPr>
          <p:blipFill>
            <a:blip r:embed="rId10">
              <a:alphaModFix/>
            </a:blip>
            <a:stretch>
              <a:fillRect/>
            </a:stretch>
          </p:blipFill>
          <p:spPr>
            <a:xfrm>
              <a:off x="3025212" y="1016937"/>
              <a:ext cx="386100" cy="262357"/>
            </a:xfrm>
            <a:prstGeom prst="rect">
              <a:avLst/>
            </a:prstGeom>
            <a:noFill/>
            <a:ln>
              <a:noFill/>
            </a:ln>
          </p:spPr>
        </p:pic>
      </p:grpSp>
      <p:grpSp>
        <p:nvGrpSpPr>
          <p:cNvPr id="4580" name="Google Shape;4580;p82"/>
          <p:cNvGrpSpPr/>
          <p:nvPr/>
        </p:nvGrpSpPr>
        <p:grpSpPr>
          <a:xfrm>
            <a:off x="2740275" y="1675499"/>
            <a:ext cx="1016100" cy="648675"/>
            <a:chOff x="2711039" y="956525"/>
            <a:chExt cx="1016100" cy="648675"/>
          </a:xfrm>
        </p:grpSpPr>
        <p:sp>
          <p:nvSpPr>
            <p:cNvPr id="4581" name="Google Shape;4581;p82"/>
            <p:cNvSpPr/>
            <p:nvPr/>
          </p:nvSpPr>
          <p:spPr>
            <a:xfrm>
              <a:off x="3036100" y="959050"/>
              <a:ext cx="324900" cy="3069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2" name="Google Shape;4582;p82"/>
            <p:cNvSpPr txBox="1"/>
            <p:nvPr/>
          </p:nvSpPr>
          <p:spPr>
            <a:xfrm>
              <a:off x="2711039" y="1279275"/>
              <a:ext cx="1016100" cy="156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0"/>
                </a:spcAft>
                <a:buNone/>
              </a:pPr>
              <a:r>
                <a:rPr lang="es-419" sz="800"/>
                <a:t>&lt;...&gt;</a:t>
              </a:r>
              <a:endParaRPr sz="800"/>
            </a:p>
          </p:txBody>
        </p:sp>
        <p:sp>
          <p:nvSpPr>
            <p:cNvPr id="4583" name="Google Shape;4583;p82"/>
            <p:cNvSpPr txBox="1"/>
            <p:nvPr/>
          </p:nvSpPr>
          <p:spPr>
            <a:xfrm>
              <a:off x="2922239" y="1448900"/>
              <a:ext cx="593700" cy="156300"/>
            </a:xfrm>
            <a:prstGeom prst="rect">
              <a:avLst/>
            </a:prstGeom>
            <a:noFill/>
            <a:ln>
              <a:noFill/>
            </a:ln>
          </p:spPr>
          <p:txBody>
            <a:bodyPr anchorCtr="0" anchor="t" bIns="0" lIns="18000" spcFirstLastPara="1" rIns="0" wrap="square" tIns="18000">
              <a:noAutofit/>
            </a:bodyPr>
            <a:lstStyle/>
            <a:p>
              <a:pPr indent="0" lvl="0" marL="0" rtl="0" algn="l">
                <a:spcBef>
                  <a:spcPts val="0"/>
                </a:spcBef>
                <a:spcAft>
                  <a:spcPts val="0"/>
                </a:spcAft>
                <a:buNone/>
              </a:pPr>
              <a:r>
                <a:rPr lang="es-419" sz="700"/>
                <a:t>[Estado]</a:t>
              </a:r>
              <a:endParaRPr sz="700"/>
            </a:p>
          </p:txBody>
        </p:sp>
        <p:cxnSp>
          <p:nvCxnSpPr>
            <p:cNvPr id="4584" name="Google Shape;4584;p82"/>
            <p:cNvCxnSpPr/>
            <p:nvPr/>
          </p:nvCxnSpPr>
          <p:spPr>
            <a:xfrm>
              <a:off x="2959289" y="1434463"/>
              <a:ext cx="519600" cy="1800"/>
            </a:xfrm>
            <a:prstGeom prst="straightConnector1">
              <a:avLst/>
            </a:prstGeom>
            <a:noFill/>
            <a:ln cap="flat" cmpd="sng" w="9525">
              <a:solidFill>
                <a:srgbClr val="D9D9D9"/>
              </a:solidFill>
              <a:prstDash val="solid"/>
              <a:round/>
              <a:headEnd len="med" w="med" type="none"/>
              <a:tailEnd len="med" w="med" type="none"/>
            </a:ln>
          </p:spPr>
        </p:cxnSp>
        <p:sp>
          <p:nvSpPr>
            <p:cNvPr id="4585" name="Google Shape;4585;p82"/>
            <p:cNvSpPr txBox="1"/>
            <p:nvPr/>
          </p:nvSpPr>
          <p:spPr>
            <a:xfrm>
              <a:off x="3055750" y="956525"/>
              <a:ext cx="283500" cy="1563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
          <p:nvSpPr>
            <p:cNvPr id="4586" name="Google Shape;4586;p82"/>
            <p:cNvSpPr txBox="1"/>
            <p:nvPr/>
          </p:nvSpPr>
          <p:spPr>
            <a:xfrm>
              <a:off x="3055750" y="1108925"/>
              <a:ext cx="283500" cy="1563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pic>
          <p:nvPicPr>
            <p:cNvPr id="4587" name="Google Shape;4587;p82"/>
            <p:cNvPicPr preferRelativeResize="0"/>
            <p:nvPr/>
          </p:nvPicPr>
          <p:blipFill>
            <a:blip r:embed="rId10">
              <a:alphaModFix/>
            </a:blip>
            <a:stretch>
              <a:fillRect/>
            </a:stretch>
          </p:blipFill>
          <p:spPr>
            <a:xfrm>
              <a:off x="3025212" y="1016937"/>
              <a:ext cx="386100" cy="262357"/>
            </a:xfrm>
            <a:prstGeom prst="rect">
              <a:avLst/>
            </a:prstGeom>
            <a:noFill/>
            <a:ln>
              <a:noFill/>
            </a:ln>
          </p:spPr>
        </p:pic>
      </p:grpSp>
      <p:grpSp>
        <p:nvGrpSpPr>
          <p:cNvPr id="4588" name="Google Shape;4588;p82"/>
          <p:cNvGrpSpPr/>
          <p:nvPr/>
        </p:nvGrpSpPr>
        <p:grpSpPr>
          <a:xfrm>
            <a:off x="463637" y="866084"/>
            <a:ext cx="599794" cy="335546"/>
            <a:chOff x="463637" y="866084"/>
            <a:chExt cx="599794" cy="335546"/>
          </a:xfrm>
        </p:grpSpPr>
        <p:sp>
          <p:nvSpPr>
            <p:cNvPr id="4589" name="Google Shape;4589;p82"/>
            <p:cNvSpPr/>
            <p:nvPr/>
          </p:nvSpPr>
          <p:spPr>
            <a:xfrm>
              <a:off x="463637" y="968229"/>
              <a:ext cx="474900" cy="233400"/>
            </a:xfrm>
            <a:prstGeom prst="roundRect">
              <a:avLst>
                <a:gd fmla="val 50000" name="adj"/>
              </a:avLst>
            </a:prstGeom>
            <a:solidFill>
              <a:srgbClr val="FFFFCC"/>
            </a:solidFill>
            <a:ln cap="flat" cmpd="sng" w="9525">
              <a:solidFill>
                <a:srgbClr val="990033"/>
              </a:solidFill>
              <a:prstDash val="solid"/>
              <a:round/>
              <a:headEnd len="sm" w="sm" type="none"/>
              <a:tailEnd len="sm" w="sm" type="none"/>
            </a:ln>
          </p:spPr>
          <p:txBody>
            <a:bodyPr anchorCtr="0" anchor="b" bIns="0" lIns="0" spcFirstLastPara="1" rIns="0" wrap="square" tIns="18000">
              <a:noAutofit/>
            </a:bodyPr>
            <a:lstStyle/>
            <a:p>
              <a:pPr indent="0" lvl="0" marL="0" marR="0" rtl="0" algn="ctr">
                <a:lnSpc>
                  <a:spcPct val="100000"/>
                </a:lnSpc>
                <a:spcBef>
                  <a:spcPts val="0"/>
                </a:spcBef>
                <a:spcAft>
                  <a:spcPts val="0"/>
                </a:spcAft>
                <a:buNone/>
              </a:pPr>
              <a:r>
                <a:rPr lang="es-419" sz="800"/>
                <a:t>&lt;...&gt;</a:t>
              </a:r>
              <a:endParaRPr sz="800"/>
            </a:p>
          </p:txBody>
        </p:sp>
        <p:pic>
          <p:nvPicPr>
            <p:cNvPr id="4590" name="Google Shape;4590;p82"/>
            <p:cNvPicPr preferRelativeResize="0"/>
            <p:nvPr/>
          </p:nvPicPr>
          <p:blipFill rotWithShape="1">
            <a:blip r:embed="rId11">
              <a:alphaModFix/>
            </a:blip>
            <a:srcRect b="-868" l="0" r="82941" t="66946"/>
            <a:stretch/>
          </p:blipFill>
          <p:spPr>
            <a:xfrm>
              <a:off x="830031" y="866084"/>
              <a:ext cx="233400" cy="233401"/>
            </a:xfrm>
            <a:prstGeom prst="rect">
              <a:avLst/>
            </a:prstGeom>
            <a:noFill/>
            <a:ln>
              <a:noFill/>
            </a:ln>
          </p:spPr>
        </p:pic>
      </p:grpSp>
      <p:grpSp>
        <p:nvGrpSpPr>
          <p:cNvPr id="4591" name="Google Shape;4591;p82"/>
          <p:cNvGrpSpPr/>
          <p:nvPr/>
        </p:nvGrpSpPr>
        <p:grpSpPr>
          <a:xfrm>
            <a:off x="344501" y="1313194"/>
            <a:ext cx="594037" cy="335546"/>
            <a:chOff x="344501" y="866084"/>
            <a:chExt cx="594037" cy="335546"/>
          </a:xfrm>
        </p:grpSpPr>
        <p:sp>
          <p:nvSpPr>
            <p:cNvPr id="4592" name="Google Shape;4592;p82"/>
            <p:cNvSpPr/>
            <p:nvPr/>
          </p:nvSpPr>
          <p:spPr>
            <a:xfrm>
              <a:off x="463637" y="968229"/>
              <a:ext cx="474900" cy="233400"/>
            </a:xfrm>
            <a:prstGeom prst="roundRect">
              <a:avLst>
                <a:gd fmla="val 50000" name="adj"/>
              </a:avLst>
            </a:prstGeom>
            <a:solidFill>
              <a:srgbClr val="FFFFCC"/>
            </a:solidFill>
            <a:ln cap="flat" cmpd="sng" w="9525">
              <a:solidFill>
                <a:srgbClr val="990033"/>
              </a:solidFill>
              <a:prstDash val="solid"/>
              <a:round/>
              <a:headEnd len="sm" w="sm" type="none"/>
              <a:tailEnd len="sm" w="sm" type="none"/>
            </a:ln>
          </p:spPr>
          <p:txBody>
            <a:bodyPr anchorCtr="0" anchor="b" bIns="0" lIns="0" spcFirstLastPara="1" rIns="0" wrap="square" tIns="18000">
              <a:noAutofit/>
            </a:bodyPr>
            <a:lstStyle/>
            <a:p>
              <a:pPr indent="0" lvl="0" marL="0" marR="0" rtl="0" algn="ctr">
                <a:lnSpc>
                  <a:spcPct val="100000"/>
                </a:lnSpc>
                <a:spcBef>
                  <a:spcPts val="0"/>
                </a:spcBef>
                <a:spcAft>
                  <a:spcPts val="0"/>
                </a:spcAft>
                <a:buNone/>
              </a:pPr>
              <a:r>
                <a:rPr lang="es-419" sz="800"/>
                <a:t>&lt;...&gt;</a:t>
              </a:r>
              <a:endParaRPr sz="800"/>
            </a:p>
          </p:txBody>
        </p:sp>
        <p:pic>
          <p:nvPicPr>
            <p:cNvPr id="4593" name="Google Shape;4593;p82"/>
            <p:cNvPicPr preferRelativeResize="0"/>
            <p:nvPr/>
          </p:nvPicPr>
          <p:blipFill rotWithShape="1">
            <a:blip r:embed="rId11">
              <a:alphaModFix/>
            </a:blip>
            <a:srcRect b="-868" l="33603" r="49337" t="66946"/>
            <a:stretch/>
          </p:blipFill>
          <p:spPr>
            <a:xfrm>
              <a:off x="344501" y="866084"/>
              <a:ext cx="233400" cy="233401"/>
            </a:xfrm>
            <a:prstGeom prst="rect">
              <a:avLst/>
            </a:prstGeom>
            <a:noFill/>
            <a:ln>
              <a:noFill/>
            </a:ln>
          </p:spPr>
        </p:pic>
      </p:grpSp>
      <p:cxnSp>
        <p:nvCxnSpPr>
          <p:cNvPr id="4594" name="Google Shape;4594;p82"/>
          <p:cNvCxnSpPr/>
          <p:nvPr/>
        </p:nvCxnSpPr>
        <p:spPr>
          <a:xfrm>
            <a:off x="7052961" y="5152726"/>
            <a:ext cx="933300" cy="306900"/>
          </a:xfrm>
          <a:prstGeom prst="bentConnector3">
            <a:avLst>
              <a:gd fmla="val 45309" name="adj1"/>
            </a:avLst>
          </a:prstGeom>
          <a:noFill/>
          <a:ln cap="flat" cmpd="sng" w="19050">
            <a:solidFill>
              <a:srgbClr val="274E13"/>
            </a:solidFill>
            <a:prstDash val="solid"/>
            <a:round/>
            <a:headEnd len="med" w="med" type="none"/>
            <a:tailEnd len="med" w="med" type="stealth"/>
          </a:ln>
        </p:spPr>
      </p:cxnSp>
      <p:grpSp>
        <p:nvGrpSpPr>
          <p:cNvPr id="4595" name="Google Shape;4595;p82"/>
          <p:cNvGrpSpPr/>
          <p:nvPr/>
        </p:nvGrpSpPr>
        <p:grpSpPr>
          <a:xfrm>
            <a:off x="7131309" y="5702310"/>
            <a:ext cx="776605" cy="288000"/>
            <a:chOff x="1875140" y="1380321"/>
            <a:chExt cx="776605" cy="288000"/>
          </a:xfrm>
        </p:grpSpPr>
        <p:pic>
          <p:nvPicPr>
            <p:cNvPr id="4596" name="Google Shape;4596;p82"/>
            <p:cNvPicPr preferRelativeResize="0"/>
            <p:nvPr/>
          </p:nvPicPr>
          <p:blipFill rotWithShape="1">
            <a:blip r:embed="rId12">
              <a:alphaModFix/>
            </a:blip>
            <a:srcRect b="0" l="73988" r="-415" t="0"/>
            <a:stretch/>
          </p:blipFill>
          <p:spPr>
            <a:xfrm>
              <a:off x="1875140" y="1380321"/>
              <a:ext cx="245107" cy="288000"/>
            </a:xfrm>
            <a:prstGeom prst="rect">
              <a:avLst/>
            </a:prstGeom>
            <a:noFill/>
            <a:ln>
              <a:noFill/>
            </a:ln>
          </p:spPr>
        </p:pic>
        <p:sp>
          <p:nvSpPr>
            <p:cNvPr id="4597" name="Google Shape;4597;p82"/>
            <p:cNvSpPr txBox="1"/>
            <p:nvPr/>
          </p:nvSpPr>
          <p:spPr>
            <a:xfrm>
              <a:off x="2101545" y="1414794"/>
              <a:ext cx="550200" cy="217200"/>
            </a:xfrm>
            <a:prstGeom prst="rect">
              <a:avLst/>
            </a:prstGeom>
            <a:noFill/>
            <a:ln>
              <a:noFill/>
            </a:ln>
          </p:spPr>
          <p:txBody>
            <a:bodyPr anchorCtr="0" anchor="t" bIns="18000" lIns="18000" spcFirstLastPara="1" rIns="18000" wrap="square" tIns="18000">
              <a:noAutofit/>
            </a:bodyPr>
            <a:lstStyle/>
            <a:p>
              <a:pPr indent="0" lvl="0" marL="0" rtl="0" algn="l">
                <a:spcBef>
                  <a:spcPts val="0"/>
                </a:spcBef>
                <a:spcAft>
                  <a:spcPts val="0"/>
                </a:spcAft>
                <a:buNone/>
              </a:pPr>
              <a:r>
                <a:rPr b="1" lang="es-419" sz="600"/>
                <a:t>&lt;...&gt;</a:t>
              </a:r>
              <a:endParaRPr b="1" sz="600"/>
            </a:p>
          </p:txBody>
        </p:sp>
      </p:grpSp>
      <p:grpSp>
        <p:nvGrpSpPr>
          <p:cNvPr id="4598" name="Google Shape;4598;p82"/>
          <p:cNvGrpSpPr/>
          <p:nvPr/>
        </p:nvGrpSpPr>
        <p:grpSpPr>
          <a:xfrm>
            <a:off x="7131309" y="6159510"/>
            <a:ext cx="776605" cy="288000"/>
            <a:chOff x="1875140" y="1380321"/>
            <a:chExt cx="776605" cy="288000"/>
          </a:xfrm>
        </p:grpSpPr>
        <p:pic>
          <p:nvPicPr>
            <p:cNvPr id="4599" name="Google Shape;4599;p82"/>
            <p:cNvPicPr preferRelativeResize="0"/>
            <p:nvPr/>
          </p:nvPicPr>
          <p:blipFill rotWithShape="1">
            <a:blip r:embed="rId12">
              <a:alphaModFix/>
            </a:blip>
            <a:srcRect b="0" l="23692" r="49881" t="0"/>
            <a:stretch/>
          </p:blipFill>
          <p:spPr>
            <a:xfrm>
              <a:off x="1875140" y="1380321"/>
              <a:ext cx="245107" cy="288000"/>
            </a:xfrm>
            <a:prstGeom prst="rect">
              <a:avLst/>
            </a:prstGeom>
            <a:noFill/>
            <a:ln>
              <a:noFill/>
            </a:ln>
          </p:spPr>
        </p:pic>
        <p:sp>
          <p:nvSpPr>
            <p:cNvPr id="4600" name="Google Shape;4600;p82"/>
            <p:cNvSpPr txBox="1"/>
            <p:nvPr/>
          </p:nvSpPr>
          <p:spPr>
            <a:xfrm>
              <a:off x="2101545" y="1414794"/>
              <a:ext cx="550200" cy="217200"/>
            </a:xfrm>
            <a:prstGeom prst="rect">
              <a:avLst/>
            </a:prstGeom>
            <a:noFill/>
            <a:ln>
              <a:noFill/>
            </a:ln>
          </p:spPr>
          <p:txBody>
            <a:bodyPr anchorCtr="0" anchor="t" bIns="18000" lIns="18000" spcFirstLastPara="1" rIns="18000" wrap="square" tIns="18000">
              <a:noAutofit/>
            </a:bodyPr>
            <a:lstStyle/>
            <a:p>
              <a:pPr indent="0" lvl="0" marL="0" rtl="0" algn="l">
                <a:spcBef>
                  <a:spcPts val="0"/>
                </a:spcBef>
                <a:spcAft>
                  <a:spcPts val="0"/>
                </a:spcAft>
                <a:buNone/>
              </a:pPr>
              <a:r>
                <a:rPr b="1" lang="es-419" sz="600"/>
                <a:t>&lt;...&gt;</a:t>
              </a:r>
              <a:endParaRPr b="1" sz="600"/>
            </a:p>
          </p:txBody>
        </p:sp>
      </p:grpSp>
      <p:grpSp>
        <p:nvGrpSpPr>
          <p:cNvPr id="4601" name="Google Shape;4601;p82"/>
          <p:cNvGrpSpPr/>
          <p:nvPr/>
        </p:nvGrpSpPr>
        <p:grpSpPr>
          <a:xfrm>
            <a:off x="6691240" y="2574369"/>
            <a:ext cx="1354963" cy="877500"/>
            <a:chOff x="670700" y="1862346"/>
            <a:chExt cx="1354963" cy="877500"/>
          </a:xfrm>
        </p:grpSpPr>
        <p:sp>
          <p:nvSpPr>
            <p:cNvPr id="4602" name="Google Shape;4602;p82"/>
            <p:cNvSpPr/>
            <p:nvPr/>
          </p:nvSpPr>
          <p:spPr>
            <a:xfrm rot="5400000">
              <a:off x="906800" y="1626246"/>
              <a:ext cx="877500" cy="1349700"/>
            </a:xfrm>
            <a:prstGeom prst="chevron">
              <a:avLst>
                <a:gd fmla="val 10671" name="adj"/>
              </a:avLst>
            </a:prstGeom>
            <a:solidFill>
              <a:srgbClr val="F3F3F3"/>
            </a:solidFill>
            <a:ln cap="flat" cmpd="sng" w="9525">
              <a:solidFill>
                <a:srgbClr val="1C4587"/>
              </a:solidFill>
              <a:prstDash val="solid"/>
              <a:round/>
              <a:headEnd len="sm" w="sm" type="none"/>
              <a:tailEnd len="sm" w="sm" type="none"/>
            </a:ln>
          </p:spPr>
          <p:txBody>
            <a:bodyPr anchorCtr="0" anchor="t" bIns="91425" lIns="91425" spcFirstLastPara="1" rIns="91425" wrap="square" tIns="91425">
              <a:noAutofit/>
            </a:bodyPr>
            <a:lstStyle/>
            <a:p>
              <a:pPr indent="0" lvl="0" marL="0" rtl="0" algn="ctr">
                <a:spcBef>
                  <a:spcPts val="0"/>
                </a:spcBef>
                <a:spcAft>
                  <a:spcPts val="0"/>
                </a:spcAft>
                <a:buNone/>
              </a:pPr>
              <a:r>
                <a:t/>
              </a:r>
              <a:endParaRPr sz="900"/>
            </a:p>
          </p:txBody>
        </p:sp>
        <p:sp>
          <p:nvSpPr>
            <p:cNvPr id="4603" name="Google Shape;4603;p82"/>
            <p:cNvSpPr txBox="1"/>
            <p:nvPr/>
          </p:nvSpPr>
          <p:spPr>
            <a:xfrm>
              <a:off x="721625" y="2345833"/>
              <a:ext cx="1257300" cy="198300"/>
            </a:xfrm>
            <a:prstGeom prst="rect">
              <a:avLst/>
            </a:prstGeom>
            <a:noFill/>
            <a:ln>
              <a:noFill/>
            </a:ln>
          </p:spPr>
          <p:txBody>
            <a:bodyPr anchorCtr="0" anchor="ctr" bIns="18000" lIns="18000" spcFirstLastPara="1" rIns="18000" wrap="square" tIns="18000">
              <a:noAutofit/>
            </a:bodyPr>
            <a:lstStyle/>
            <a:p>
              <a:pPr indent="0" lvl="0" marL="0" marR="0" rtl="0" algn="l">
                <a:lnSpc>
                  <a:spcPct val="100000"/>
                </a:lnSpc>
                <a:spcBef>
                  <a:spcPts val="0"/>
                </a:spcBef>
                <a:spcAft>
                  <a:spcPts val="0"/>
                </a:spcAft>
                <a:buNone/>
              </a:pPr>
              <a:r>
                <a:rPr b="1" lang="es-419" sz="600"/>
                <a:t>&lt;...&gt;</a:t>
              </a:r>
              <a:endParaRPr b="1" sz="600"/>
            </a:p>
          </p:txBody>
        </p:sp>
        <p:sp>
          <p:nvSpPr>
            <p:cNvPr id="4604" name="Google Shape;4604;p82"/>
            <p:cNvSpPr/>
            <p:nvPr/>
          </p:nvSpPr>
          <p:spPr>
            <a:xfrm>
              <a:off x="1050925" y="2040246"/>
              <a:ext cx="899700" cy="311400"/>
            </a:xfrm>
            <a:prstGeom prst="roundRect">
              <a:avLst>
                <a:gd fmla="val 16667" name="adj"/>
              </a:avLst>
            </a:prstGeom>
            <a:solidFill>
              <a:srgbClr val="FFFFFF"/>
            </a:solidFill>
            <a:ln cap="flat" cmpd="sng" w="9525">
              <a:solidFill>
                <a:srgbClr val="274E13"/>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18000" lIns="18000" spcFirstLastPara="1" rIns="18000" wrap="square" tIns="18000">
              <a:noAutofit/>
            </a:bodyPr>
            <a:lstStyle/>
            <a:p>
              <a:pPr indent="0" lvl="0" marL="0" marR="0" rtl="0" algn="ctr">
                <a:lnSpc>
                  <a:spcPct val="100000"/>
                </a:lnSpc>
                <a:spcBef>
                  <a:spcPts val="0"/>
                </a:spcBef>
                <a:spcAft>
                  <a:spcPts val="0"/>
                </a:spcAft>
                <a:buNone/>
              </a:pPr>
              <a:r>
                <a:rPr lang="es-419" sz="600"/>
                <a:t>&lt;...&gt;</a:t>
              </a:r>
              <a:endParaRPr sz="600"/>
            </a:p>
          </p:txBody>
        </p:sp>
        <p:pic>
          <p:nvPicPr>
            <p:cNvPr id="4605" name="Google Shape;4605;p82"/>
            <p:cNvPicPr preferRelativeResize="0"/>
            <p:nvPr/>
          </p:nvPicPr>
          <p:blipFill rotWithShape="1">
            <a:blip r:embed="rId13">
              <a:alphaModFix/>
            </a:blip>
            <a:srcRect b="955" l="75264" r="13084" t="86344"/>
            <a:stretch/>
          </p:blipFill>
          <p:spPr>
            <a:xfrm>
              <a:off x="759565" y="2053302"/>
              <a:ext cx="252631" cy="288000"/>
            </a:xfrm>
            <a:prstGeom prst="rect">
              <a:avLst/>
            </a:prstGeom>
            <a:noFill/>
            <a:ln>
              <a:noFill/>
            </a:ln>
          </p:spPr>
        </p:pic>
        <p:sp>
          <p:nvSpPr>
            <p:cNvPr id="4606" name="Google Shape;4606;p82"/>
            <p:cNvSpPr txBox="1"/>
            <p:nvPr/>
          </p:nvSpPr>
          <p:spPr>
            <a:xfrm>
              <a:off x="672663" y="2508695"/>
              <a:ext cx="1353000" cy="190500"/>
            </a:xfrm>
            <a:prstGeom prst="rect">
              <a:avLst/>
            </a:prstGeom>
            <a:noFill/>
            <a:ln>
              <a:noFill/>
            </a:ln>
          </p:spPr>
          <p:txBody>
            <a:bodyPr anchorCtr="0" anchor="ctr" bIns="18000" lIns="18000" spcFirstLastPara="1" rIns="18000" wrap="square" tIns="18000">
              <a:noAutofit/>
            </a:bodyPr>
            <a:lstStyle/>
            <a:p>
              <a:pPr indent="0" lvl="0" marL="0" marR="0" rtl="0" algn="ctr">
                <a:lnSpc>
                  <a:spcPct val="100000"/>
                </a:lnSpc>
                <a:spcBef>
                  <a:spcPts val="0"/>
                </a:spcBef>
                <a:spcAft>
                  <a:spcPts val="0"/>
                </a:spcAft>
                <a:buNone/>
              </a:pPr>
              <a:r>
                <a:rPr b="1" lang="es-419" sz="900"/>
                <a:t>&lt;...&gt;</a:t>
              </a:r>
              <a:endParaRPr b="1" sz="900"/>
            </a:p>
          </p:txBody>
        </p:sp>
      </p:grpSp>
      <p:grpSp>
        <p:nvGrpSpPr>
          <p:cNvPr id="4607" name="Google Shape;4607;p82"/>
          <p:cNvGrpSpPr/>
          <p:nvPr/>
        </p:nvGrpSpPr>
        <p:grpSpPr>
          <a:xfrm>
            <a:off x="6689360" y="3439246"/>
            <a:ext cx="1358723" cy="781500"/>
            <a:chOff x="667055" y="3519840"/>
            <a:chExt cx="1358723" cy="781500"/>
          </a:xfrm>
        </p:grpSpPr>
        <p:sp>
          <p:nvSpPr>
            <p:cNvPr id="4608" name="Google Shape;4608;p82"/>
            <p:cNvSpPr/>
            <p:nvPr/>
          </p:nvSpPr>
          <p:spPr>
            <a:xfrm rot="5400000">
              <a:off x="956883" y="3235740"/>
              <a:ext cx="781500" cy="1349700"/>
            </a:xfrm>
            <a:prstGeom prst="chevron">
              <a:avLst>
                <a:gd fmla="val 10671" name="adj"/>
              </a:avLst>
            </a:prstGeom>
            <a:solidFill>
              <a:srgbClr val="FFD966"/>
            </a:solidFill>
            <a:ln cap="flat" cmpd="sng" w="19050">
              <a:solidFill>
                <a:srgbClr val="1C4587"/>
              </a:solidFill>
              <a:prstDash val="solid"/>
              <a:round/>
              <a:headEnd len="sm" w="sm" type="none"/>
              <a:tailEnd len="sm" w="sm" type="none"/>
            </a:ln>
          </p:spPr>
          <p:txBody>
            <a:bodyPr anchorCtr="0" anchor="t" bIns="91425" lIns="91425" spcFirstLastPara="1" rIns="91425" wrap="square" tIns="91425">
              <a:noAutofit/>
            </a:bodyPr>
            <a:lstStyle/>
            <a:p>
              <a:pPr indent="0" lvl="0" marL="0" rtl="0" algn="ctr">
                <a:spcBef>
                  <a:spcPts val="0"/>
                </a:spcBef>
                <a:spcAft>
                  <a:spcPts val="0"/>
                </a:spcAft>
                <a:buNone/>
              </a:pPr>
              <a:r>
                <a:t/>
              </a:r>
              <a:endParaRPr sz="900"/>
            </a:p>
          </p:txBody>
        </p:sp>
        <p:sp>
          <p:nvSpPr>
            <p:cNvPr id="4609" name="Google Shape;4609;p82"/>
            <p:cNvSpPr/>
            <p:nvPr/>
          </p:nvSpPr>
          <p:spPr>
            <a:xfrm>
              <a:off x="718354" y="3885482"/>
              <a:ext cx="1257300" cy="288000"/>
            </a:xfrm>
            <a:prstGeom prst="snip2SameRect">
              <a:avLst>
                <a:gd fmla="val 7104" name="adj1"/>
                <a:gd fmla="val 8493" name="adj2"/>
              </a:avLst>
            </a:prstGeom>
            <a:solidFill>
              <a:srgbClr val="FFFFFF"/>
            </a:solidFill>
            <a:ln cap="flat" cmpd="sng" w="9525">
              <a:solidFill>
                <a:srgbClr val="274E13"/>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18000" lIns="18000" spcFirstLastPara="1" rIns="18000" wrap="square" tIns="18000">
              <a:noAutofit/>
            </a:bodyPr>
            <a:lstStyle/>
            <a:p>
              <a:pPr indent="0" lvl="0" marL="0" marR="0" rtl="0" algn="ctr">
                <a:lnSpc>
                  <a:spcPct val="100000"/>
                </a:lnSpc>
                <a:spcBef>
                  <a:spcPts val="0"/>
                </a:spcBef>
                <a:spcAft>
                  <a:spcPts val="0"/>
                </a:spcAft>
                <a:buNone/>
              </a:pPr>
              <a:r>
                <a:rPr lang="es-419" sz="600"/>
                <a:t>&lt;...&gt;</a:t>
              </a:r>
              <a:endParaRPr sz="600"/>
            </a:p>
          </p:txBody>
        </p:sp>
        <p:sp>
          <p:nvSpPr>
            <p:cNvPr id="4610" name="Google Shape;4610;p82"/>
            <p:cNvSpPr txBox="1"/>
            <p:nvPr/>
          </p:nvSpPr>
          <p:spPr>
            <a:xfrm>
              <a:off x="674878" y="3661827"/>
              <a:ext cx="1350900" cy="190500"/>
            </a:xfrm>
            <a:prstGeom prst="rect">
              <a:avLst/>
            </a:prstGeom>
            <a:noFill/>
            <a:ln>
              <a:noFill/>
            </a:ln>
          </p:spPr>
          <p:txBody>
            <a:bodyPr anchorCtr="0" anchor="ctr" bIns="18000" lIns="18000" spcFirstLastPara="1" rIns="18000" wrap="square" tIns="18000">
              <a:noAutofit/>
            </a:bodyPr>
            <a:lstStyle/>
            <a:p>
              <a:pPr indent="0" lvl="0" marL="0" marR="0" rtl="0" algn="ctr">
                <a:lnSpc>
                  <a:spcPct val="100000"/>
                </a:lnSpc>
                <a:spcBef>
                  <a:spcPts val="0"/>
                </a:spcBef>
                <a:spcAft>
                  <a:spcPts val="0"/>
                </a:spcAft>
                <a:buNone/>
              </a:pPr>
              <a:r>
                <a:rPr b="1" lang="es-419" sz="900"/>
                <a:t>&lt;...&gt;</a:t>
              </a:r>
              <a:endParaRPr b="1" sz="900">
                <a:latin typeface="Source Code Pro"/>
                <a:ea typeface="Source Code Pro"/>
                <a:cs typeface="Source Code Pro"/>
                <a:sym typeface="Source Code Pro"/>
              </a:endParaRPr>
            </a:p>
          </p:txBody>
        </p:sp>
        <p:pic>
          <p:nvPicPr>
            <p:cNvPr id="4611" name="Google Shape;4611;p82"/>
            <p:cNvPicPr preferRelativeResize="0"/>
            <p:nvPr/>
          </p:nvPicPr>
          <p:blipFill rotWithShape="1">
            <a:blip r:embed="rId14">
              <a:alphaModFix/>
            </a:blip>
            <a:srcRect b="-366" l="59788" r="19220" t="82753"/>
            <a:stretch/>
          </p:blipFill>
          <p:spPr>
            <a:xfrm>
              <a:off x="667055" y="3586081"/>
              <a:ext cx="271058" cy="287999"/>
            </a:xfrm>
            <a:prstGeom prst="rect">
              <a:avLst/>
            </a:prstGeom>
            <a:noFill/>
            <a:ln>
              <a:noFill/>
            </a:ln>
          </p:spPr>
        </p:pic>
      </p:grpSp>
      <p:grpSp>
        <p:nvGrpSpPr>
          <p:cNvPr id="4612" name="Google Shape;4612;p82"/>
          <p:cNvGrpSpPr/>
          <p:nvPr/>
        </p:nvGrpSpPr>
        <p:grpSpPr>
          <a:xfrm>
            <a:off x="6692573" y="967538"/>
            <a:ext cx="1349700" cy="1602300"/>
            <a:chOff x="221125" y="841375"/>
            <a:chExt cx="1349700" cy="1602300"/>
          </a:xfrm>
        </p:grpSpPr>
        <p:sp>
          <p:nvSpPr>
            <p:cNvPr id="4613" name="Google Shape;4613;p82"/>
            <p:cNvSpPr/>
            <p:nvPr/>
          </p:nvSpPr>
          <p:spPr>
            <a:xfrm rot="5400000">
              <a:off x="94825" y="967675"/>
              <a:ext cx="1602300" cy="1349700"/>
            </a:xfrm>
            <a:prstGeom prst="chevron">
              <a:avLst>
                <a:gd fmla="val 6049" name="adj"/>
              </a:avLst>
            </a:prstGeom>
            <a:solidFill>
              <a:srgbClr val="F4CCCC"/>
            </a:solidFill>
            <a:ln cap="flat" cmpd="sng" w="9525">
              <a:solidFill>
                <a:srgbClr val="1C4587"/>
              </a:solidFill>
              <a:prstDash val="solid"/>
              <a:round/>
              <a:headEnd len="sm" w="sm" type="none"/>
              <a:tailEnd len="sm" w="sm" type="none"/>
            </a:ln>
          </p:spPr>
          <p:txBody>
            <a:bodyPr anchorCtr="0" anchor="t" bIns="91425" lIns="91425" spcFirstLastPara="1" rIns="91425" wrap="square" tIns="91425">
              <a:noAutofit/>
            </a:bodyPr>
            <a:lstStyle/>
            <a:p>
              <a:pPr indent="0" lvl="0" marL="0" rtl="0" algn="ctr">
                <a:spcBef>
                  <a:spcPts val="0"/>
                </a:spcBef>
                <a:spcAft>
                  <a:spcPts val="0"/>
                </a:spcAft>
                <a:buNone/>
              </a:pPr>
              <a:r>
                <a:t/>
              </a:r>
              <a:endParaRPr sz="900"/>
            </a:p>
          </p:txBody>
        </p:sp>
        <p:sp>
          <p:nvSpPr>
            <p:cNvPr id="4614" name="Google Shape;4614;p82"/>
            <p:cNvSpPr txBox="1"/>
            <p:nvPr/>
          </p:nvSpPr>
          <p:spPr>
            <a:xfrm>
              <a:off x="221125" y="1478473"/>
              <a:ext cx="660900" cy="190500"/>
            </a:xfrm>
            <a:prstGeom prst="rect">
              <a:avLst/>
            </a:prstGeom>
            <a:noFill/>
            <a:ln>
              <a:noFill/>
            </a:ln>
          </p:spPr>
          <p:txBody>
            <a:bodyPr anchorCtr="0" anchor="ctr" bIns="18000" lIns="18000" spcFirstLastPara="1" rIns="18000" wrap="square" tIns="18000">
              <a:noAutofit/>
            </a:bodyPr>
            <a:lstStyle/>
            <a:p>
              <a:pPr indent="0" lvl="0" marL="0" marR="0" rtl="0" algn="l">
                <a:lnSpc>
                  <a:spcPct val="100000"/>
                </a:lnSpc>
                <a:spcBef>
                  <a:spcPts val="0"/>
                </a:spcBef>
                <a:spcAft>
                  <a:spcPts val="0"/>
                </a:spcAft>
                <a:buNone/>
              </a:pPr>
              <a:r>
                <a:rPr b="1" lang="es-419" sz="600"/>
                <a:t>&lt;...&gt;</a:t>
              </a:r>
              <a:endParaRPr b="1" sz="1200">
                <a:latin typeface="Source Code Pro"/>
                <a:ea typeface="Source Code Pro"/>
                <a:cs typeface="Source Code Pro"/>
                <a:sym typeface="Source Code Pro"/>
              </a:endParaRPr>
            </a:p>
          </p:txBody>
        </p:sp>
        <p:pic>
          <p:nvPicPr>
            <p:cNvPr id="4615" name="Google Shape;4615;p82"/>
            <p:cNvPicPr preferRelativeResize="0"/>
            <p:nvPr/>
          </p:nvPicPr>
          <p:blipFill rotWithShape="1">
            <a:blip r:embed="rId11">
              <a:alphaModFix/>
            </a:blip>
            <a:srcRect b="-263" l="59" r="83461" t="67407"/>
            <a:stretch/>
          </p:blipFill>
          <p:spPr>
            <a:xfrm>
              <a:off x="237215" y="1231098"/>
              <a:ext cx="288000" cy="288000"/>
            </a:xfrm>
            <a:prstGeom prst="rect">
              <a:avLst/>
            </a:prstGeom>
            <a:noFill/>
            <a:ln>
              <a:noFill/>
            </a:ln>
          </p:spPr>
        </p:pic>
        <p:sp>
          <p:nvSpPr>
            <p:cNvPr id="4616" name="Google Shape;4616;p82"/>
            <p:cNvSpPr txBox="1"/>
            <p:nvPr/>
          </p:nvSpPr>
          <p:spPr>
            <a:xfrm>
              <a:off x="900218" y="1478473"/>
              <a:ext cx="660900" cy="198300"/>
            </a:xfrm>
            <a:prstGeom prst="rect">
              <a:avLst/>
            </a:prstGeom>
            <a:noFill/>
            <a:ln>
              <a:noFill/>
            </a:ln>
          </p:spPr>
          <p:txBody>
            <a:bodyPr anchorCtr="0" anchor="ctr" bIns="18000" lIns="18000" spcFirstLastPara="1" rIns="18000" wrap="square" tIns="18000">
              <a:noAutofit/>
            </a:bodyPr>
            <a:lstStyle/>
            <a:p>
              <a:pPr indent="0" lvl="0" marL="0" marR="0" rtl="0" algn="r">
                <a:lnSpc>
                  <a:spcPct val="100000"/>
                </a:lnSpc>
                <a:spcBef>
                  <a:spcPts val="0"/>
                </a:spcBef>
                <a:spcAft>
                  <a:spcPts val="0"/>
                </a:spcAft>
                <a:buNone/>
              </a:pPr>
              <a:r>
                <a:rPr b="1" lang="es-419" sz="600"/>
                <a:t>&lt;...&gt;</a:t>
              </a:r>
              <a:endParaRPr b="1" sz="600"/>
            </a:p>
          </p:txBody>
        </p:sp>
        <p:pic>
          <p:nvPicPr>
            <p:cNvPr id="4617" name="Google Shape;4617;p82"/>
            <p:cNvPicPr preferRelativeResize="0"/>
            <p:nvPr/>
          </p:nvPicPr>
          <p:blipFill rotWithShape="1">
            <a:blip r:embed="rId13">
              <a:alphaModFix/>
            </a:blip>
            <a:srcRect b="603" l="50354" r="37994" t="86695"/>
            <a:stretch/>
          </p:blipFill>
          <p:spPr>
            <a:xfrm flipH="1">
              <a:off x="1267919" y="1231098"/>
              <a:ext cx="287999" cy="288000"/>
            </a:xfrm>
            <a:prstGeom prst="rect">
              <a:avLst/>
            </a:prstGeom>
            <a:noFill/>
            <a:ln>
              <a:noFill/>
            </a:ln>
          </p:spPr>
        </p:pic>
        <p:cxnSp>
          <p:nvCxnSpPr>
            <p:cNvPr id="4618" name="Google Shape;4618;p82"/>
            <p:cNvCxnSpPr/>
            <p:nvPr/>
          </p:nvCxnSpPr>
          <p:spPr>
            <a:xfrm>
              <a:off x="473504" y="1468805"/>
              <a:ext cx="825300" cy="0"/>
            </a:xfrm>
            <a:prstGeom prst="straightConnector1">
              <a:avLst/>
            </a:prstGeom>
            <a:noFill/>
            <a:ln cap="flat" cmpd="sng" w="9525">
              <a:solidFill>
                <a:schemeClr val="dk2"/>
              </a:solidFill>
              <a:prstDash val="solid"/>
              <a:round/>
              <a:headEnd len="med" w="med" type="none"/>
              <a:tailEnd len="med" w="med" type="none"/>
            </a:ln>
          </p:spPr>
        </p:cxnSp>
        <p:sp>
          <p:nvSpPr>
            <p:cNvPr id="4619" name="Google Shape;4619;p82"/>
            <p:cNvSpPr/>
            <p:nvPr/>
          </p:nvSpPr>
          <p:spPr>
            <a:xfrm>
              <a:off x="426283" y="964116"/>
              <a:ext cx="933300" cy="311400"/>
            </a:xfrm>
            <a:prstGeom prst="wedgeRoundRectCallout">
              <a:avLst>
                <a:gd fmla="val -43625" name="adj1"/>
                <a:gd fmla="val 81812" name="adj2"/>
                <a:gd fmla="val 0" name="adj3"/>
              </a:avLst>
            </a:prstGeom>
            <a:solidFill>
              <a:srgbClr val="F3F3F3"/>
            </a:solidFill>
            <a:ln cap="flat" cmpd="sng" w="9525">
              <a:solidFill>
                <a:srgbClr val="990000"/>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18000" lIns="54000" spcFirstLastPara="1" rIns="18000" wrap="square" tIns="18000">
              <a:noAutofit/>
            </a:bodyPr>
            <a:lstStyle/>
            <a:p>
              <a:pPr indent="0" lvl="0" marL="0" rtl="0" algn="ctr">
                <a:spcBef>
                  <a:spcPts val="0"/>
                </a:spcBef>
                <a:spcAft>
                  <a:spcPts val="0"/>
                </a:spcAft>
                <a:buNone/>
              </a:pPr>
              <a:r>
                <a:rPr lang="es-419" sz="600"/>
                <a:t>&lt;...&gt;</a:t>
              </a:r>
              <a:endParaRPr sz="600"/>
            </a:p>
          </p:txBody>
        </p:sp>
        <p:sp>
          <p:nvSpPr>
            <p:cNvPr id="4620" name="Google Shape;4620;p82"/>
            <p:cNvSpPr/>
            <p:nvPr/>
          </p:nvSpPr>
          <p:spPr>
            <a:xfrm>
              <a:off x="265375" y="1769715"/>
              <a:ext cx="1250400" cy="190500"/>
            </a:xfrm>
            <a:prstGeom prst="foldedCorner">
              <a:avLst>
                <a:gd fmla="val 23024" name="adj"/>
              </a:avLst>
            </a:prstGeom>
            <a:solidFill>
              <a:srgbClr val="FFFFFF"/>
            </a:solidFill>
            <a:ln cap="flat" cmpd="sng" w="9525">
              <a:solidFill>
                <a:srgbClr val="424242"/>
              </a:solidFill>
              <a:prstDash val="solid"/>
              <a:round/>
              <a:headEnd len="sm" w="sm" type="none"/>
              <a:tailEnd len="sm" w="sm" type="none"/>
            </a:ln>
          </p:spPr>
          <p:txBody>
            <a:bodyPr anchorCtr="0" anchor="ctr" bIns="0" lIns="36000" spcFirstLastPara="1" rIns="0" wrap="square" tIns="0">
              <a:noAutofit/>
            </a:bodyPr>
            <a:lstStyle/>
            <a:p>
              <a:pPr indent="0" lvl="0" marL="0" rtl="0" algn="l">
                <a:spcBef>
                  <a:spcPts val="0"/>
                </a:spcBef>
                <a:spcAft>
                  <a:spcPts val="0"/>
                </a:spcAft>
                <a:buNone/>
              </a:pPr>
              <a:r>
                <a:rPr b="1" lang="es-419" sz="600">
                  <a:solidFill>
                    <a:schemeClr val="dk1"/>
                  </a:solidFill>
                </a:rPr>
                <a:t>&lt;...&gt;</a:t>
              </a:r>
              <a:endParaRPr sz="1600"/>
            </a:p>
          </p:txBody>
        </p:sp>
        <p:pic>
          <p:nvPicPr>
            <p:cNvPr id="4621" name="Google Shape;4621;p82"/>
            <p:cNvPicPr preferRelativeResize="0"/>
            <p:nvPr/>
          </p:nvPicPr>
          <p:blipFill rotWithShape="1">
            <a:blip r:embed="rId15">
              <a:alphaModFix/>
            </a:blip>
            <a:srcRect b="32925" l="74881" r="0" t="32921"/>
            <a:stretch/>
          </p:blipFill>
          <p:spPr>
            <a:xfrm>
              <a:off x="291236" y="1641028"/>
              <a:ext cx="179999" cy="180000"/>
            </a:xfrm>
            <a:prstGeom prst="rect">
              <a:avLst/>
            </a:prstGeom>
            <a:noFill/>
            <a:ln>
              <a:noFill/>
            </a:ln>
          </p:spPr>
        </p:pic>
        <p:pic>
          <p:nvPicPr>
            <p:cNvPr id="4622" name="Google Shape;4622;p82"/>
            <p:cNvPicPr preferRelativeResize="0"/>
            <p:nvPr/>
          </p:nvPicPr>
          <p:blipFill rotWithShape="1">
            <a:blip r:embed="rId15">
              <a:alphaModFix/>
            </a:blip>
            <a:srcRect b="-2302" l="74881" r="0" t="68148"/>
            <a:stretch/>
          </p:blipFill>
          <p:spPr>
            <a:xfrm>
              <a:off x="473511" y="1641028"/>
              <a:ext cx="179999" cy="180000"/>
            </a:xfrm>
            <a:prstGeom prst="rect">
              <a:avLst/>
            </a:prstGeom>
            <a:noFill/>
            <a:ln>
              <a:noFill/>
            </a:ln>
          </p:spPr>
        </p:pic>
        <p:pic>
          <p:nvPicPr>
            <p:cNvPr id="4623" name="Google Shape;4623;p82"/>
            <p:cNvPicPr preferRelativeResize="0"/>
            <p:nvPr/>
          </p:nvPicPr>
          <p:blipFill rotWithShape="1">
            <a:blip r:embed="rId15">
              <a:alphaModFix/>
            </a:blip>
            <a:srcRect b="33697" l="50038" r="24843" t="32149"/>
            <a:stretch/>
          </p:blipFill>
          <p:spPr>
            <a:xfrm>
              <a:off x="655786" y="1641028"/>
              <a:ext cx="179999" cy="180000"/>
            </a:xfrm>
            <a:prstGeom prst="rect">
              <a:avLst/>
            </a:prstGeom>
            <a:noFill/>
            <a:ln>
              <a:noFill/>
            </a:ln>
          </p:spPr>
        </p:pic>
        <p:pic>
          <p:nvPicPr>
            <p:cNvPr id="4624" name="Google Shape;4624;p82"/>
            <p:cNvPicPr preferRelativeResize="0"/>
            <p:nvPr/>
          </p:nvPicPr>
          <p:blipFill rotWithShape="1">
            <a:blip r:embed="rId15">
              <a:alphaModFix/>
            </a:blip>
            <a:srcRect b="66403" l="50038" r="24843" t="-557"/>
            <a:stretch/>
          </p:blipFill>
          <p:spPr>
            <a:xfrm>
              <a:off x="854211" y="1641028"/>
              <a:ext cx="179999" cy="180000"/>
            </a:xfrm>
            <a:prstGeom prst="rect">
              <a:avLst/>
            </a:prstGeom>
            <a:noFill/>
            <a:ln>
              <a:noFill/>
            </a:ln>
          </p:spPr>
        </p:pic>
        <p:pic>
          <p:nvPicPr>
            <p:cNvPr id="4625" name="Google Shape;4625;p82"/>
            <p:cNvPicPr preferRelativeResize="0"/>
            <p:nvPr/>
          </p:nvPicPr>
          <p:blipFill rotWithShape="1">
            <a:blip r:embed="rId15">
              <a:alphaModFix/>
            </a:blip>
            <a:srcRect b="65846" l="0" r="74881" t="0"/>
            <a:stretch/>
          </p:blipFill>
          <p:spPr>
            <a:xfrm>
              <a:off x="1052636" y="1641028"/>
              <a:ext cx="179999" cy="180000"/>
            </a:xfrm>
            <a:prstGeom prst="rect">
              <a:avLst/>
            </a:prstGeom>
            <a:noFill/>
            <a:ln>
              <a:noFill/>
            </a:ln>
          </p:spPr>
        </p:pic>
        <p:sp>
          <p:nvSpPr>
            <p:cNvPr id="4626" name="Google Shape;4626;p82"/>
            <p:cNvSpPr/>
            <p:nvPr/>
          </p:nvSpPr>
          <p:spPr>
            <a:xfrm>
              <a:off x="265375" y="2092348"/>
              <a:ext cx="1250400" cy="190500"/>
            </a:xfrm>
            <a:prstGeom prst="foldedCorner">
              <a:avLst>
                <a:gd fmla="val 23024" name="adj"/>
              </a:avLst>
            </a:prstGeom>
            <a:solidFill>
              <a:srgbClr val="FFFFFF"/>
            </a:solidFill>
            <a:ln cap="flat" cmpd="sng" w="9525">
              <a:solidFill>
                <a:srgbClr val="424242"/>
              </a:solidFill>
              <a:prstDash val="solid"/>
              <a:round/>
              <a:headEnd len="sm" w="sm" type="none"/>
              <a:tailEnd len="sm" w="sm" type="none"/>
            </a:ln>
          </p:spPr>
          <p:txBody>
            <a:bodyPr anchorCtr="0" anchor="ctr" bIns="0" lIns="36000" spcFirstLastPara="1" rIns="0" wrap="square" tIns="0">
              <a:noAutofit/>
            </a:bodyPr>
            <a:lstStyle/>
            <a:p>
              <a:pPr indent="0" lvl="0" marL="0" rtl="0" algn="l">
                <a:spcBef>
                  <a:spcPts val="0"/>
                </a:spcBef>
                <a:spcAft>
                  <a:spcPts val="0"/>
                </a:spcAft>
                <a:buNone/>
              </a:pPr>
              <a:r>
                <a:rPr b="1" lang="es-419" sz="600">
                  <a:solidFill>
                    <a:schemeClr val="dk1"/>
                  </a:solidFill>
                </a:rPr>
                <a:t>&lt;...&gt;</a:t>
              </a:r>
              <a:endParaRPr sz="1600"/>
            </a:p>
          </p:txBody>
        </p:sp>
        <p:pic>
          <p:nvPicPr>
            <p:cNvPr id="4627" name="Google Shape;4627;p82"/>
            <p:cNvPicPr preferRelativeResize="0"/>
            <p:nvPr/>
          </p:nvPicPr>
          <p:blipFill rotWithShape="1">
            <a:blip r:embed="rId15">
              <a:alphaModFix/>
            </a:blip>
            <a:srcRect b="32996" l="0" r="74881" t="32849"/>
            <a:stretch/>
          </p:blipFill>
          <p:spPr>
            <a:xfrm>
              <a:off x="291236" y="1960742"/>
              <a:ext cx="179999" cy="180000"/>
            </a:xfrm>
            <a:prstGeom prst="rect">
              <a:avLst/>
            </a:prstGeom>
            <a:noFill/>
            <a:ln>
              <a:noFill/>
            </a:ln>
          </p:spPr>
        </p:pic>
        <p:pic>
          <p:nvPicPr>
            <p:cNvPr id="4628" name="Google Shape;4628;p82"/>
            <p:cNvPicPr preferRelativeResize="0"/>
            <p:nvPr/>
          </p:nvPicPr>
          <p:blipFill rotWithShape="1">
            <a:blip r:embed="rId15">
              <a:alphaModFix/>
            </a:blip>
            <a:srcRect b="-2302" l="74881" r="0" t="68148"/>
            <a:stretch/>
          </p:blipFill>
          <p:spPr>
            <a:xfrm>
              <a:off x="473511" y="1960742"/>
              <a:ext cx="179999" cy="180000"/>
            </a:xfrm>
            <a:prstGeom prst="rect">
              <a:avLst/>
            </a:prstGeom>
            <a:noFill/>
            <a:ln>
              <a:noFill/>
            </a:ln>
          </p:spPr>
        </p:pic>
      </p:grpSp>
      <p:grpSp>
        <p:nvGrpSpPr>
          <p:cNvPr id="4629" name="Google Shape;4629;p82"/>
          <p:cNvGrpSpPr/>
          <p:nvPr/>
        </p:nvGrpSpPr>
        <p:grpSpPr>
          <a:xfrm>
            <a:off x="8372972" y="2417782"/>
            <a:ext cx="1354963" cy="877500"/>
            <a:chOff x="670700" y="1862346"/>
            <a:chExt cx="1354963" cy="877500"/>
          </a:xfrm>
        </p:grpSpPr>
        <p:sp>
          <p:nvSpPr>
            <p:cNvPr id="4630" name="Google Shape;4630;p82"/>
            <p:cNvSpPr/>
            <p:nvPr/>
          </p:nvSpPr>
          <p:spPr>
            <a:xfrm rot="5400000">
              <a:off x="906800" y="1626246"/>
              <a:ext cx="877500" cy="1349700"/>
            </a:xfrm>
            <a:prstGeom prst="chevron">
              <a:avLst>
                <a:gd fmla="val 10671" name="adj"/>
              </a:avLst>
            </a:prstGeom>
            <a:solidFill>
              <a:srgbClr val="F3F3F3"/>
            </a:solidFill>
            <a:ln cap="flat" cmpd="sng" w="9525">
              <a:solidFill>
                <a:srgbClr val="1C4587"/>
              </a:solidFill>
              <a:prstDash val="solid"/>
              <a:round/>
              <a:headEnd len="sm" w="sm" type="none"/>
              <a:tailEnd len="sm" w="sm" type="none"/>
            </a:ln>
          </p:spPr>
          <p:txBody>
            <a:bodyPr anchorCtr="0" anchor="t" bIns="91425" lIns="91425" spcFirstLastPara="1" rIns="91425" wrap="square" tIns="91425">
              <a:noAutofit/>
            </a:bodyPr>
            <a:lstStyle/>
            <a:p>
              <a:pPr indent="0" lvl="0" marL="0" rtl="0" algn="ctr">
                <a:spcBef>
                  <a:spcPts val="0"/>
                </a:spcBef>
                <a:spcAft>
                  <a:spcPts val="0"/>
                </a:spcAft>
                <a:buNone/>
              </a:pPr>
              <a:r>
                <a:t/>
              </a:r>
              <a:endParaRPr sz="900"/>
            </a:p>
          </p:txBody>
        </p:sp>
        <p:sp>
          <p:nvSpPr>
            <p:cNvPr id="4631" name="Google Shape;4631;p82"/>
            <p:cNvSpPr txBox="1"/>
            <p:nvPr/>
          </p:nvSpPr>
          <p:spPr>
            <a:xfrm>
              <a:off x="721625" y="2345833"/>
              <a:ext cx="1257300" cy="198300"/>
            </a:xfrm>
            <a:prstGeom prst="rect">
              <a:avLst/>
            </a:prstGeom>
            <a:noFill/>
            <a:ln>
              <a:noFill/>
            </a:ln>
          </p:spPr>
          <p:txBody>
            <a:bodyPr anchorCtr="0" anchor="ctr" bIns="18000" lIns="18000" spcFirstLastPara="1" rIns="18000" wrap="square" tIns="18000">
              <a:noAutofit/>
            </a:bodyPr>
            <a:lstStyle/>
            <a:p>
              <a:pPr indent="0" lvl="0" marL="0" marR="0" rtl="0" algn="l">
                <a:lnSpc>
                  <a:spcPct val="100000"/>
                </a:lnSpc>
                <a:spcBef>
                  <a:spcPts val="0"/>
                </a:spcBef>
                <a:spcAft>
                  <a:spcPts val="0"/>
                </a:spcAft>
                <a:buNone/>
              </a:pPr>
              <a:r>
                <a:rPr b="1" lang="es-419" sz="600"/>
                <a:t>Comercial</a:t>
              </a:r>
              <a:endParaRPr b="1" sz="600"/>
            </a:p>
          </p:txBody>
        </p:sp>
        <p:sp>
          <p:nvSpPr>
            <p:cNvPr id="4632" name="Google Shape;4632;p82"/>
            <p:cNvSpPr/>
            <p:nvPr/>
          </p:nvSpPr>
          <p:spPr>
            <a:xfrm>
              <a:off x="1050925" y="2040246"/>
              <a:ext cx="899700" cy="311400"/>
            </a:xfrm>
            <a:prstGeom prst="roundRect">
              <a:avLst>
                <a:gd fmla="val 16667" name="adj"/>
              </a:avLst>
            </a:prstGeom>
            <a:solidFill>
              <a:srgbClr val="FFFFFF"/>
            </a:solidFill>
            <a:ln cap="flat" cmpd="sng" w="9525">
              <a:solidFill>
                <a:srgbClr val="274E13"/>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18000" lIns="18000" spcFirstLastPara="1" rIns="18000" wrap="square" tIns="18000">
              <a:noAutofit/>
            </a:bodyPr>
            <a:lstStyle/>
            <a:p>
              <a:pPr indent="0" lvl="0" marL="0" marR="0" rtl="0" algn="ctr">
                <a:lnSpc>
                  <a:spcPct val="100000"/>
                </a:lnSpc>
                <a:spcBef>
                  <a:spcPts val="0"/>
                </a:spcBef>
                <a:spcAft>
                  <a:spcPts val="0"/>
                </a:spcAft>
                <a:buNone/>
              </a:pPr>
              <a:r>
                <a:rPr lang="es-419" sz="600"/>
                <a:t>tramitar el pago</a:t>
              </a:r>
              <a:endParaRPr sz="600"/>
            </a:p>
          </p:txBody>
        </p:sp>
        <p:pic>
          <p:nvPicPr>
            <p:cNvPr id="4633" name="Google Shape;4633;p82"/>
            <p:cNvPicPr preferRelativeResize="0"/>
            <p:nvPr/>
          </p:nvPicPr>
          <p:blipFill rotWithShape="1">
            <a:blip r:embed="rId13">
              <a:alphaModFix/>
            </a:blip>
            <a:srcRect b="955" l="75264" r="13084" t="86344"/>
            <a:stretch/>
          </p:blipFill>
          <p:spPr>
            <a:xfrm>
              <a:off x="759565" y="2053302"/>
              <a:ext cx="252631" cy="288000"/>
            </a:xfrm>
            <a:prstGeom prst="rect">
              <a:avLst/>
            </a:prstGeom>
            <a:noFill/>
            <a:ln>
              <a:noFill/>
            </a:ln>
          </p:spPr>
        </p:pic>
        <p:sp>
          <p:nvSpPr>
            <p:cNvPr id="4634" name="Google Shape;4634;p82"/>
            <p:cNvSpPr txBox="1"/>
            <p:nvPr/>
          </p:nvSpPr>
          <p:spPr>
            <a:xfrm>
              <a:off x="672663" y="2508695"/>
              <a:ext cx="1353000" cy="190500"/>
            </a:xfrm>
            <a:prstGeom prst="rect">
              <a:avLst/>
            </a:prstGeom>
            <a:noFill/>
            <a:ln>
              <a:noFill/>
            </a:ln>
          </p:spPr>
          <p:txBody>
            <a:bodyPr anchorCtr="0" anchor="ctr" bIns="18000" lIns="18000" spcFirstLastPara="1" rIns="18000" wrap="square" tIns="18000">
              <a:noAutofit/>
            </a:bodyPr>
            <a:lstStyle/>
            <a:p>
              <a:pPr indent="0" lvl="0" marL="0" marR="0" rtl="0" algn="ctr">
                <a:lnSpc>
                  <a:spcPct val="100000"/>
                </a:lnSpc>
                <a:spcBef>
                  <a:spcPts val="0"/>
                </a:spcBef>
                <a:spcAft>
                  <a:spcPts val="0"/>
                </a:spcAft>
                <a:buNone/>
              </a:pPr>
              <a:r>
                <a:rPr b="1" lang="es-419" sz="800"/>
                <a:t>Ventas</a:t>
              </a:r>
              <a:endParaRPr b="1" sz="800"/>
            </a:p>
          </p:txBody>
        </p:sp>
      </p:grpSp>
      <p:grpSp>
        <p:nvGrpSpPr>
          <p:cNvPr id="4635" name="Google Shape;4635;p82"/>
          <p:cNvGrpSpPr/>
          <p:nvPr/>
        </p:nvGrpSpPr>
        <p:grpSpPr>
          <a:xfrm>
            <a:off x="8374525" y="841375"/>
            <a:ext cx="1352296" cy="1602300"/>
            <a:chOff x="221125" y="841375"/>
            <a:chExt cx="1352296" cy="1602300"/>
          </a:xfrm>
        </p:grpSpPr>
        <p:sp>
          <p:nvSpPr>
            <p:cNvPr id="4636" name="Google Shape;4636;p82"/>
            <p:cNvSpPr/>
            <p:nvPr/>
          </p:nvSpPr>
          <p:spPr>
            <a:xfrm rot="5400000">
              <a:off x="94825" y="967675"/>
              <a:ext cx="1602300" cy="1349700"/>
            </a:xfrm>
            <a:prstGeom prst="chevron">
              <a:avLst>
                <a:gd fmla="val 6049" name="adj"/>
              </a:avLst>
            </a:prstGeom>
            <a:solidFill>
              <a:srgbClr val="F4CCCC"/>
            </a:solidFill>
            <a:ln cap="flat" cmpd="sng" w="9525">
              <a:solidFill>
                <a:srgbClr val="1C4587"/>
              </a:solidFill>
              <a:prstDash val="solid"/>
              <a:round/>
              <a:headEnd len="sm" w="sm" type="none"/>
              <a:tailEnd len="sm" w="sm" type="none"/>
            </a:ln>
          </p:spPr>
          <p:txBody>
            <a:bodyPr anchorCtr="0" anchor="t" bIns="91425" lIns="91425" spcFirstLastPara="1" rIns="91425" wrap="square" tIns="91425">
              <a:noAutofit/>
            </a:bodyPr>
            <a:lstStyle/>
            <a:p>
              <a:pPr indent="0" lvl="0" marL="0" rtl="0" algn="ctr">
                <a:spcBef>
                  <a:spcPts val="0"/>
                </a:spcBef>
                <a:spcAft>
                  <a:spcPts val="0"/>
                </a:spcAft>
                <a:buNone/>
              </a:pPr>
              <a:r>
                <a:t/>
              </a:r>
              <a:endParaRPr sz="900"/>
            </a:p>
          </p:txBody>
        </p:sp>
        <p:sp>
          <p:nvSpPr>
            <p:cNvPr id="4637" name="Google Shape;4637;p82"/>
            <p:cNvSpPr txBox="1"/>
            <p:nvPr/>
          </p:nvSpPr>
          <p:spPr>
            <a:xfrm>
              <a:off x="221125" y="1478473"/>
              <a:ext cx="660900" cy="190500"/>
            </a:xfrm>
            <a:prstGeom prst="rect">
              <a:avLst/>
            </a:prstGeom>
            <a:noFill/>
            <a:ln>
              <a:noFill/>
            </a:ln>
          </p:spPr>
          <p:txBody>
            <a:bodyPr anchorCtr="0" anchor="ctr" bIns="18000" lIns="18000" spcFirstLastPara="1" rIns="18000" wrap="square" tIns="18000">
              <a:noAutofit/>
            </a:bodyPr>
            <a:lstStyle/>
            <a:p>
              <a:pPr indent="0" lvl="0" marL="0" marR="0" rtl="0" algn="l">
                <a:lnSpc>
                  <a:spcPct val="100000"/>
                </a:lnSpc>
                <a:spcBef>
                  <a:spcPts val="0"/>
                </a:spcBef>
                <a:spcAft>
                  <a:spcPts val="0"/>
                </a:spcAft>
                <a:buNone/>
              </a:pPr>
              <a:r>
                <a:rPr b="1" lang="es-419" sz="600"/>
                <a:t>Consumidor</a:t>
              </a:r>
              <a:endParaRPr b="1" sz="1200">
                <a:latin typeface="Source Code Pro"/>
                <a:ea typeface="Source Code Pro"/>
                <a:cs typeface="Source Code Pro"/>
                <a:sym typeface="Source Code Pro"/>
              </a:endParaRPr>
            </a:p>
          </p:txBody>
        </p:sp>
        <p:pic>
          <p:nvPicPr>
            <p:cNvPr id="4638" name="Google Shape;4638;p82"/>
            <p:cNvPicPr preferRelativeResize="0"/>
            <p:nvPr/>
          </p:nvPicPr>
          <p:blipFill rotWithShape="1">
            <a:blip r:embed="rId11">
              <a:alphaModFix/>
            </a:blip>
            <a:srcRect b="-263" l="59" r="83461" t="67407"/>
            <a:stretch/>
          </p:blipFill>
          <p:spPr>
            <a:xfrm>
              <a:off x="237215" y="1231098"/>
              <a:ext cx="288000" cy="288000"/>
            </a:xfrm>
            <a:prstGeom prst="rect">
              <a:avLst/>
            </a:prstGeom>
            <a:noFill/>
            <a:ln>
              <a:noFill/>
            </a:ln>
          </p:spPr>
        </p:pic>
        <p:sp>
          <p:nvSpPr>
            <p:cNvPr id="4639" name="Google Shape;4639;p82"/>
            <p:cNvSpPr txBox="1"/>
            <p:nvPr/>
          </p:nvSpPr>
          <p:spPr>
            <a:xfrm>
              <a:off x="912521" y="1478473"/>
              <a:ext cx="660900" cy="198300"/>
            </a:xfrm>
            <a:prstGeom prst="rect">
              <a:avLst/>
            </a:prstGeom>
            <a:noFill/>
            <a:ln>
              <a:noFill/>
            </a:ln>
          </p:spPr>
          <p:txBody>
            <a:bodyPr anchorCtr="0" anchor="ctr" bIns="18000" lIns="18000" spcFirstLastPara="1" rIns="18000" wrap="square" tIns="18000">
              <a:noAutofit/>
            </a:bodyPr>
            <a:lstStyle/>
            <a:p>
              <a:pPr indent="0" lvl="0" marL="0" marR="0" rtl="0" algn="r">
                <a:lnSpc>
                  <a:spcPct val="100000"/>
                </a:lnSpc>
                <a:spcBef>
                  <a:spcPts val="0"/>
                </a:spcBef>
                <a:spcAft>
                  <a:spcPts val="0"/>
                </a:spcAft>
                <a:buNone/>
              </a:pPr>
              <a:r>
                <a:rPr b="1" lang="es-419" sz="600"/>
                <a:t>Comercial</a:t>
              </a:r>
              <a:endParaRPr b="1" sz="600"/>
            </a:p>
          </p:txBody>
        </p:sp>
        <p:pic>
          <p:nvPicPr>
            <p:cNvPr id="4640" name="Google Shape;4640;p82"/>
            <p:cNvPicPr preferRelativeResize="0"/>
            <p:nvPr/>
          </p:nvPicPr>
          <p:blipFill rotWithShape="1">
            <a:blip r:embed="rId13">
              <a:alphaModFix/>
            </a:blip>
            <a:srcRect b="603" l="50354" r="37994" t="86695"/>
            <a:stretch/>
          </p:blipFill>
          <p:spPr>
            <a:xfrm flipH="1">
              <a:off x="1267919" y="1231098"/>
              <a:ext cx="287999" cy="288000"/>
            </a:xfrm>
            <a:prstGeom prst="rect">
              <a:avLst/>
            </a:prstGeom>
            <a:noFill/>
            <a:ln>
              <a:noFill/>
            </a:ln>
          </p:spPr>
        </p:pic>
        <p:cxnSp>
          <p:nvCxnSpPr>
            <p:cNvPr id="4641" name="Google Shape;4641;p82"/>
            <p:cNvCxnSpPr/>
            <p:nvPr/>
          </p:nvCxnSpPr>
          <p:spPr>
            <a:xfrm>
              <a:off x="473504" y="1468805"/>
              <a:ext cx="825300" cy="0"/>
            </a:xfrm>
            <a:prstGeom prst="straightConnector1">
              <a:avLst/>
            </a:prstGeom>
            <a:noFill/>
            <a:ln cap="flat" cmpd="sng" w="9525">
              <a:solidFill>
                <a:schemeClr val="dk2"/>
              </a:solidFill>
              <a:prstDash val="solid"/>
              <a:round/>
              <a:headEnd len="med" w="med" type="none"/>
              <a:tailEnd len="med" w="med" type="none"/>
            </a:ln>
          </p:spPr>
        </p:cxnSp>
        <p:sp>
          <p:nvSpPr>
            <p:cNvPr id="4642" name="Google Shape;4642;p82"/>
            <p:cNvSpPr/>
            <p:nvPr/>
          </p:nvSpPr>
          <p:spPr>
            <a:xfrm>
              <a:off x="426283" y="964116"/>
              <a:ext cx="933300" cy="311400"/>
            </a:xfrm>
            <a:prstGeom prst="wedgeRoundRectCallout">
              <a:avLst>
                <a:gd fmla="val -43625" name="adj1"/>
                <a:gd fmla="val 81812" name="adj2"/>
                <a:gd fmla="val 0" name="adj3"/>
              </a:avLst>
            </a:prstGeom>
            <a:solidFill>
              <a:srgbClr val="F3F3F3"/>
            </a:solidFill>
            <a:ln cap="flat" cmpd="sng" w="9525">
              <a:solidFill>
                <a:srgbClr val="990000"/>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18000" lIns="54000" spcFirstLastPara="1" rIns="18000" wrap="square" tIns="18000">
              <a:noAutofit/>
            </a:bodyPr>
            <a:lstStyle/>
            <a:p>
              <a:pPr indent="0" lvl="0" marL="0" rtl="0" algn="ctr">
                <a:spcBef>
                  <a:spcPts val="0"/>
                </a:spcBef>
                <a:spcAft>
                  <a:spcPts val="0"/>
                </a:spcAft>
                <a:buNone/>
              </a:pPr>
              <a:r>
                <a:rPr lang="es-419" sz="600"/>
                <a:t>Realizar Pago</a:t>
              </a:r>
              <a:endParaRPr sz="600"/>
            </a:p>
          </p:txBody>
        </p:sp>
        <p:sp>
          <p:nvSpPr>
            <p:cNvPr id="4643" name="Google Shape;4643;p82"/>
            <p:cNvSpPr/>
            <p:nvPr/>
          </p:nvSpPr>
          <p:spPr>
            <a:xfrm>
              <a:off x="265375" y="1769715"/>
              <a:ext cx="1250400" cy="190500"/>
            </a:xfrm>
            <a:prstGeom prst="foldedCorner">
              <a:avLst>
                <a:gd fmla="val 23024" name="adj"/>
              </a:avLst>
            </a:prstGeom>
            <a:solidFill>
              <a:srgbClr val="FFFFFF"/>
            </a:solidFill>
            <a:ln cap="flat" cmpd="sng" w="9525">
              <a:solidFill>
                <a:srgbClr val="424242"/>
              </a:solidFill>
              <a:prstDash val="solid"/>
              <a:round/>
              <a:headEnd len="sm" w="sm" type="none"/>
              <a:tailEnd len="sm" w="sm" type="none"/>
            </a:ln>
          </p:spPr>
          <p:txBody>
            <a:bodyPr anchorCtr="0" anchor="ctr" bIns="0" lIns="0" spcFirstLastPara="1" rIns="0" wrap="square" tIns="0">
              <a:noAutofit/>
            </a:bodyPr>
            <a:lstStyle/>
            <a:p>
              <a:pPr indent="0" lvl="0" marL="0" rtl="0" algn="l">
                <a:spcBef>
                  <a:spcPts val="0"/>
                </a:spcBef>
                <a:spcAft>
                  <a:spcPts val="0"/>
                </a:spcAft>
                <a:buNone/>
              </a:pPr>
              <a:r>
                <a:rPr b="1" lang="es-419" sz="600">
                  <a:solidFill>
                    <a:schemeClr val="dk1"/>
                  </a:solidFill>
                </a:rPr>
                <a:t>{Pago}</a:t>
              </a:r>
              <a:endParaRPr sz="1600"/>
            </a:p>
          </p:txBody>
        </p:sp>
        <p:pic>
          <p:nvPicPr>
            <p:cNvPr id="4644" name="Google Shape;4644;p82"/>
            <p:cNvPicPr preferRelativeResize="0"/>
            <p:nvPr/>
          </p:nvPicPr>
          <p:blipFill rotWithShape="1">
            <a:blip r:embed="rId15">
              <a:alphaModFix/>
            </a:blip>
            <a:srcRect b="32925" l="74881" r="0" t="32921"/>
            <a:stretch/>
          </p:blipFill>
          <p:spPr>
            <a:xfrm>
              <a:off x="291236" y="1641028"/>
              <a:ext cx="179999" cy="180000"/>
            </a:xfrm>
            <a:prstGeom prst="rect">
              <a:avLst/>
            </a:prstGeom>
            <a:noFill/>
            <a:ln>
              <a:noFill/>
            </a:ln>
          </p:spPr>
        </p:pic>
        <p:pic>
          <p:nvPicPr>
            <p:cNvPr id="4645" name="Google Shape;4645;p82"/>
            <p:cNvPicPr preferRelativeResize="0"/>
            <p:nvPr/>
          </p:nvPicPr>
          <p:blipFill rotWithShape="1">
            <a:blip r:embed="rId15">
              <a:alphaModFix/>
            </a:blip>
            <a:srcRect b="-2302" l="74881" r="0" t="68148"/>
            <a:stretch/>
          </p:blipFill>
          <p:spPr>
            <a:xfrm>
              <a:off x="473511" y="1641028"/>
              <a:ext cx="179999" cy="180000"/>
            </a:xfrm>
            <a:prstGeom prst="rect">
              <a:avLst/>
            </a:prstGeom>
            <a:noFill/>
            <a:ln>
              <a:noFill/>
            </a:ln>
          </p:spPr>
        </p:pic>
        <p:pic>
          <p:nvPicPr>
            <p:cNvPr id="4646" name="Google Shape;4646;p82"/>
            <p:cNvPicPr preferRelativeResize="0"/>
            <p:nvPr/>
          </p:nvPicPr>
          <p:blipFill rotWithShape="1">
            <a:blip r:embed="rId15">
              <a:alphaModFix/>
            </a:blip>
            <a:srcRect b="33697" l="50038" r="24843" t="32149"/>
            <a:stretch/>
          </p:blipFill>
          <p:spPr>
            <a:xfrm>
              <a:off x="655786" y="1641028"/>
              <a:ext cx="179999" cy="180000"/>
            </a:xfrm>
            <a:prstGeom prst="rect">
              <a:avLst/>
            </a:prstGeom>
            <a:noFill/>
            <a:ln>
              <a:noFill/>
            </a:ln>
          </p:spPr>
        </p:pic>
        <p:pic>
          <p:nvPicPr>
            <p:cNvPr id="4647" name="Google Shape;4647;p82"/>
            <p:cNvPicPr preferRelativeResize="0"/>
            <p:nvPr/>
          </p:nvPicPr>
          <p:blipFill rotWithShape="1">
            <a:blip r:embed="rId15">
              <a:alphaModFix/>
            </a:blip>
            <a:srcRect b="66403" l="50038" r="24843" t="-557"/>
            <a:stretch/>
          </p:blipFill>
          <p:spPr>
            <a:xfrm>
              <a:off x="854211" y="1641028"/>
              <a:ext cx="179999" cy="180000"/>
            </a:xfrm>
            <a:prstGeom prst="rect">
              <a:avLst/>
            </a:prstGeom>
            <a:noFill/>
            <a:ln>
              <a:noFill/>
            </a:ln>
          </p:spPr>
        </p:pic>
        <p:pic>
          <p:nvPicPr>
            <p:cNvPr id="4648" name="Google Shape;4648;p82"/>
            <p:cNvPicPr preferRelativeResize="0"/>
            <p:nvPr/>
          </p:nvPicPr>
          <p:blipFill rotWithShape="1">
            <a:blip r:embed="rId15">
              <a:alphaModFix/>
            </a:blip>
            <a:srcRect b="65846" l="0" r="74881" t="0"/>
            <a:stretch/>
          </p:blipFill>
          <p:spPr>
            <a:xfrm>
              <a:off x="1052636" y="1641028"/>
              <a:ext cx="179999" cy="180000"/>
            </a:xfrm>
            <a:prstGeom prst="rect">
              <a:avLst/>
            </a:prstGeom>
            <a:noFill/>
            <a:ln>
              <a:noFill/>
            </a:ln>
          </p:spPr>
        </p:pic>
        <p:sp>
          <p:nvSpPr>
            <p:cNvPr id="4649" name="Google Shape;4649;p82"/>
            <p:cNvSpPr/>
            <p:nvPr/>
          </p:nvSpPr>
          <p:spPr>
            <a:xfrm>
              <a:off x="265375" y="2092348"/>
              <a:ext cx="1250400" cy="190500"/>
            </a:xfrm>
            <a:prstGeom prst="foldedCorner">
              <a:avLst>
                <a:gd fmla="val 23024" name="adj"/>
              </a:avLst>
            </a:prstGeom>
            <a:solidFill>
              <a:srgbClr val="FFFFFF"/>
            </a:solidFill>
            <a:ln cap="flat" cmpd="sng" w="9525">
              <a:solidFill>
                <a:srgbClr val="424242"/>
              </a:solidFill>
              <a:prstDash val="solid"/>
              <a:round/>
              <a:headEnd len="sm" w="sm" type="none"/>
              <a:tailEnd len="sm" w="sm" type="none"/>
            </a:ln>
          </p:spPr>
          <p:txBody>
            <a:bodyPr anchorCtr="0" anchor="ctr" bIns="0" lIns="0" spcFirstLastPara="1" rIns="0" wrap="square" tIns="0">
              <a:noAutofit/>
            </a:bodyPr>
            <a:lstStyle/>
            <a:p>
              <a:pPr indent="0" lvl="0" marL="0" rtl="0" algn="l">
                <a:spcBef>
                  <a:spcPts val="0"/>
                </a:spcBef>
                <a:spcAft>
                  <a:spcPts val="0"/>
                </a:spcAft>
                <a:buNone/>
              </a:pPr>
              <a:r>
                <a:rPr b="1" lang="es-419" sz="600">
                  <a:solidFill>
                    <a:schemeClr val="dk1"/>
                  </a:solidFill>
                </a:rPr>
                <a:t>{Voucher}</a:t>
              </a:r>
              <a:endParaRPr sz="1600"/>
            </a:p>
          </p:txBody>
        </p:sp>
        <p:pic>
          <p:nvPicPr>
            <p:cNvPr id="4650" name="Google Shape;4650;p82"/>
            <p:cNvPicPr preferRelativeResize="0"/>
            <p:nvPr/>
          </p:nvPicPr>
          <p:blipFill rotWithShape="1">
            <a:blip r:embed="rId15">
              <a:alphaModFix/>
            </a:blip>
            <a:srcRect b="32996" l="0" r="74881" t="32849"/>
            <a:stretch/>
          </p:blipFill>
          <p:spPr>
            <a:xfrm>
              <a:off x="291236" y="1960742"/>
              <a:ext cx="179999" cy="180000"/>
            </a:xfrm>
            <a:prstGeom prst="rect">
              <a:avLst/>
            </a:prstGeom>
            <a:noFill/>
            <a:ln>
              <a:noFill/>
            </a:ln>
          </p:spPr>
        </p:pic>
        <p:pic>
          <p:nvPicPr>
            <p:cNvPr id="4651" name="Google Shape;4651;p82"/>
            <p:cNvPicPr preferRelativeResize="0"/>
            <p:nvPr/>
          </p:nvPicPr>
          <p:blipFill rotWithShape="1">
            <a:blip r:embed="rId15">
              <a:alphaModFix/>
            </a:blip>
            <a:srcRect b="-2302" l="74881" r="0" t="68148"/>
            <a:stretch/>
          </p:blipFill>
          <p:spPr>
            <a:xfrm>
              <a:off x="473511" y="1960742"/>
              <a:ext cx="179999" cy="180000"/>
            </a:xfrm>
            <a:prstGeom prst="rect">
              <a:avLst/>
            </a:prstGeom>
            <a:noFill/>
            <a:ln>
              <a:noFill/>
            </a:ln>
          </p:spPr>
        </p:pic>
      </p:grpSp>
      <p:grpSp>
        <p:nvGrpSpPr>
          <p:cNvPr id="4652" name="Google Shape;4652;p82"/>
          <p:cNvGrpSpPr/>
          <p:nvPr/>
        </p:nvGrpSpPr>
        <p:grpSpPr>
          <a:xfrm>
            <a:off x="8362072" y="3274351"/>
            <a:ext cx="1354963" cy="877500"/>
            <a:chOff x="670700" y="1862346"/>
            <a:chExt cx="1354963" cy="877500"/>
          </a:xfrm>
        </p:grpSpPr>
        <p:sp>
          <p:nvSpPr>
            <p:cNvPr id="4653" name="Google Shape;4653;p82"/>
            <p:cNvSpPr/>
            <p:nvPr/>
          </p:nvSpPr>
          <p:spPr>
            <a:xfrm rot="5400000">
              <a:off x="906800" y="1626246"/>
              <a:ext cx="877500" cy="1349700"/>
            </a:xfrm>
            <a:prstGeom prst="chevron">
              <a:avLst>
                <a:gd fmla="val 10671" name="adj"/>
              </a:avLst>
            </a:prstGeom>
            <a:solidFill>
              <a:srgbClr val="F3F3F3"/>
            </a:solidFill>
            <a:ln cap="flat" cmpd="sng" w="9525">
              <a:solidFill>
                <a:srgbClr val="1C4587"/>
              </a:solidFill>
              <a:prstDash val="solid"/>
              <a:round/>
              <a:headEnd len="sm" w="sm" type="none"/>
              <a:tailEnd len="sm" w="sm" type="none"/>
            </a:ln>
          </p:spPr>
          <p:txBody>
            <a:bodyPr anchorCtr="0" anchor="t" bIns="91425" lIns="91425" spcFirstLastPara="1" rIns="91425" wrap="square" tIns="91425">
              <a:noAutofit/>
            </a:bodyPr>
            <a:lstStyle/>
            <a:p>
              <a:pPr indent="0" lvl="0" marL="0" rtl="0" algn="ctr">
                <a:spcBef>
                  <a:spcPts val="0"/>
                </a:spcBef>
                <a:spcAft>
                  <a:spcPts val="0"/>
                </a:spcAft>
                <a:buNone/>
              </a:pPr>
              <a:r>
                <a:t/>
              </a:r>
              <a:endParaRPr sz="900"/>
            </a:p>
          </p:txBody>
        </p:sp>
        <p:sp>
          <p:nvSpPr>
            <p:cNvPr id="4654" name="Google Shape;4654;p82"/>
            <p:cNvSpPr txBox="1"/>
            <p:nvPr/>
          </p:nvSpPr>
          <p:spPr>
            <a:xfrm>
              <a:off x="721625" y="2345833"/>
              <a:ext cx="1257300" cy="198300"/>
            </a:xfrm>
            <a:prstGeom prst="rect">
              <a:avLst/>
            </a:prstGeom>
            <a:noFill/>
            <a:ln>
              <a:noFill/>
            </a:ln>
          </p:spPr>
          <p:txBody>
            <a:bodyPr anchorCtr="0" anchor="ctr" bIns="18000" lIns="18000" spcFirstLastPara="1" rIns="18000" wrap="square" tIns="18000">
              <a:noAutofit/>
            </a:bodyPr>
            <a:lstStyle/>
            <a:p>
              <a:pPr indent="0" lvl="0" marL="0" marR="0" rtl="0" algn="l">
                <a:lnSpc>
                  <a:spcPct val="100000"/>
                </a:lnSpc>
                <a:spcBef>
                  <a:spcPts val="0"/>
                </a:spcBef>
                <a:spcAft>
                  <a:spcPts val="0"/>
                </a:spcAft>
                <a:buNone/>
              </a:pPr>
              <a:r>
                <a:rPr b="1" lang="es-419" sz="600"/>
                <a:t>Auxiliar de Servicio</a:t>
              </a:r>
              <a:endParaRPr b="1" sz="600"/>
            </a:p>
          </p:txBody>
        </p:sp>
        <p:sp>
          <p:nvSpPr>
            <p:cNvPr id="4655" name="Google Shape;4655;p82"/>
            <p:cNvSpPr/>
            <p:nvPr/>
          </p:nvSpPr>
          <p:spPr>
            <a:xfrm>
              <a:off x="1050925" y="2040246"/>
              <a:ext cx="899700" cy="311400"/>
            </a:xfrm>
            <a:prstGeom prst="roundRect">
              <a:avLst>
                <a:gd fmla="val 16667" name="adj"/>
              </a:avLst>
            </a:prstGeom>
            <a:solidFill>
              <a:srgbClr val="FFFFFF"/>
            </a:solidFill>
            <a:ln cap="flat" cmpd="sng" w="9525">
              <a:solidFill>
                <a:srgbClr val="274E13"/>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18000" lIns="18000" spcFirstLastPara="1" rIns="18000" wrap="square" tIns="18000">
              <a:noAutofit/>
            </a:bodyPr>
            <a:lstStyle/>
            <a:p>
              <a:pPr indent="0" lvl="0" marL="0" marR="0" rtl="0" algn="ctr">
                <a:lnSpc>
                  <a:spcPct val="100000"/>
                </a:lnSpc>
                <a:spcBef>
                  <a:spcPts val="0"/>
                </a:spcBef>
                <a:spcAft>
                  <a:spcPts val="0"/>
                </a:spcAft>
                <a:buNone/>
              </a:pPr>
              <a:r>
                <a:rPr lang="es-419" sz="600"/>
                <a:t>tramitar el voucher</a:t>
              </a:r>
              <a:endParaRPr sz="600"/>
            </a:p>
          </p:txBody>
        </p:sp>
        <p:pic>
          <p:nvPicPr>
            <p:cNvPr id="4656" name="Google Shape;4656;p82"/>
            <p:cNvPicPr preferRelativeResize="0"/>
            <p:nvPr/>
          </p:nvPicPr>
          <p:blipFill rotWithShape="1">
            <a:blip r:embed="rId13">
              <a:alphaModFix/>
            </a:blip>
            <a:srcRect b="955" l="75264" r="13084" t="86344"/>
            <a:stretch/>
          </p:blipFill>
          <p:spPr>
            <a:xfrm>
              <a:off x="759565" y="2053302"/>
              <a:ext cx="252631" cy="288000"/>
            </a:xfrm>
            <a:prstGeom prst="rect">
              <a:avLst/>
            </a:prstGeom>
            <a:noFill/>
            <a:ln>
              <a:noFill/>
            </a:ln>
          </p:spPr>
        </p:pic>
        <p:sp>
          <p:nvSpPr>
            <p:cNvPr id="4657" name="Google Shape;4657;p82"/>
            <p:cNvSpPr txBox="1"/>
            <p:nvPr/>
          </p:nvSpPr>
          <p:spPr>
            <a:xfrm>
              <a:off x="672663" y="2508695"/>
              <a:ext cx="1353000" cy="190500"/>
            </a:xfrm>
            <a:prstGeom prst="rect">
              <a:avLst/>
            </a:prstGeom>
            <a:noFill/>
            <a:ln>
              <a:noFill/>
            </a:ln>
          </p:spPr>
          <p:txBody>
            <a:bodyPr anchorCtr="0" anchor="ctr" bIns="18000" lIns="18000" spcFirstLastPara="1" rIns="18000" wrap="square" tIns="18000">
              <a:noAutofit/>
            </a:bodyPr>
            <a:lstStyle/>
            <a:p>
              <a:pPr indent="0" lvl="0" marL="0" marR="0" rtl="0" algn="ctr">
                <a:lnSpc>
                  <a:spcPct val="100000"/>
                </a:lnSpc>
                <a:spcBef>
                  <a:spcPts val="0"/>
                </a:spcBef>
                <a:spcAft>
                  <a:spcPts val="0"/>
                </a:spcAft>
                <a:buNone/>
              </a:pPr>
              <a:r>
                <a:rPr b="1" lang="es-419" sz="800"/>
                <a:t>Servicios al Cliente</a:t>
              </a:r>
              <a:endParaRPr b="1" sz="800"/>
            </a:p>
          </p:txBody>
        </p:sp>
      </p:grpSp>
      <p:grpSp>
        <p:nvGrpSpPr>
          <p:cNvPr id="4658" name="Google Shape;4658;p82"/>
          <p:cNvGrpSpPr/>
          <p:nvPr/>
        </p:nvGrpSpPr>
        <p:grpSpPr>
          <a:xfrm>
            <a:off x="8352452" y="5770472"/>
            <a:ext cx="1354963" cy="877500"/>
            <a:chOff x="670700" y="1862346"/>
            <a:chExt cx="1354963" cy="877500"/>
          </a:xfrm>
        </p:grpSpPr>
        <p:sp>
          <p:nvSpPr>
            <p:cNvPr id="4659" name="Google Shape;4659;p82"/>
            <p:cNvSpPr/>
            <p:nvPr/>
          </p:nvSpPr>
          <p:spPr>
            <a:xfrm rot="5400000">
              <a:off x="906800" y="1626246"/>
              <a:ext cx="877500" cy="1349700"/>
            </a:xfrm>
            <a:prstGeom prst="chevron">
              <a:avLst>
                <a:gd fmla="val 10671" name="adj"/>
              </a:avLst>
            </a:prstGeom>
            <a:solidFill>
              <a:srgbClr val="999999"/>
            </a:solidFill>
            <a:ln cap="flat" cmpd="sng" w="9525">
              <a:solidFill>
                <a:srgbClr val="1C4587"/>
              </a:solidFill>
              <a:prstDash val="solid"/>
              <a:round/>
              <a:headEnd len="sm" w="sm" type="none"/>
              <a:tailEnd len="sm" w="sm" type="none"/>
            </a:ln>
          </p:spPr>
          <p:txBody>
            <a:bodyPr anchorCtr="0" anchor="t" bIns="91425" lIns="91425" spcFirstLastPara="1" rIns="91425" wrap="square" tIns="91425">
              <a:noAutofit/>
            </a:bodyPr>
            <a:lstStyle/>
            <a:p>
              <a:pPr indent="0" lvl="0" marL="0" rtl="0" algn="ctr">
                <a:spcBef>
                  <a:spcPts val="0"/>
                </a:spcBef>
                <a:spcAft>
                  <a:spcPts val="0"/>
                </a:spcAft>
                <a:buNone/>
              </a:pPr>
              <a:r>
                <a:t/>
              </a:r>
              <a:endParaRPr sz="900"/>
            </a:p>
          </p:txBody>
        </p:sp>
        <p:sp>
          <p:nvSpPr>
            <p:cNvPr id="4660" name="Google Shape;4660;p82"/>
            <p:cNvSpPr txBox="1"/>
            <p:nvPr/>
          </p:nvSpPr>
          <p:spPr>
            <a:xfrm>
              <a:off x="721625" y="2345833"/>
              <a:ext cx="1257300" cy="198300"/>
            </a:xfrm>
            <a:prstGeom prst="rect">
              <a:avLst/>
            </a:prstGeom>
            <a:noFill/>
            <a:ln>
              <a:noFill/>
            </a:ln>
          </p:spPr>
          <p:txBody>
            <a:bodyPr anchorCtr="0" anchor="ctr" bIns="18000" lIns="18000" spcFirstLastPara="1" rIns="18000" wrap="square" tIns="18000">
              <a:noAutofit/>
            </a:bodyPr>
            <a:lstStyle/>
            <a:p>
              <a:pPr indent="0" lvl="0" marL="0" marR="0" rtl="0" algn="l">
                <a:lnSpc>
                  <a:spcPct val="100000"/>
                </a:lnSpc>
                <a:spcBef>
                  <a:spcPts val="0"/>
                </a:spcBef>
                <a:spcAft>
                  <a:spcPts val="0"/>
                </a:spcAft>
                <a:buNone/>
              </a:pPr>
              <a:r>
                <a:rPr b="1" lang="es-419" sz="600"/>
                <a:t>Comercial</a:t>
              </a:r>
              <a:endParaRPr b="1" sz="600"/>
            </a:p>
          </p:txBody>
        </p:sp>
        <p:sp>
          <p:nvSpPr>
            <p:cNvPr id="4661" name="Google Shape;4661;p82"/>
            <p:cNvSpPr/>
            <p:nvPr/>
          </p:nvSpPr>
          <p:spPr>
            <a:xfrm>
              <a:off x="1050925" y="2040246"/>
              <a:ext cx="899700" cy="311400"/>
            </a:xfrm>
            <a:prstGeom prst="roundRect">
              <a:avLst>
                <a:gd fmla="val 16667" name="adj"/>
              </a:avLst>
            </a:prstGeom>
            <a:solidFill>
              <a:srgbClr val="F3F3F3"/>
            </a:solidFill>
            <a:ln cap="flat" cmpd="sng" w="9525">
              <a:solidFill>
                <a:srgbClr val="274E13"/>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18000" lIns="18000" spcFirstLastPara="1" rIns="18000" wrap="square" tIns="18000">
              <a:noAutofit/>
            </a:bodyPr>
            <a:lstStyle/>
            <a:p>
              <a:pPr indent="0" lvl="0" marL="0" marR="0" rtl="0" algn="ctr">
                <a:lnSpc>
                  <a:spcPct val="100000"/>
                </a:lnSpc>
                <a:spcBef>
                  <a:spcPts val="0"/>
                </a:spcBef>
                <a:spcAft>
                  <a:spcPts val="0"/>
                </a:spcAft>
                <a:buNone/>
              </a:pPr>
              <a:r>
                <a:rPr lang="es-419" sz="600"/>
                <a:t>tramitar el voucher</a:t>
              </a:r>
              <a:endParaRPr sz="600"/>
            </a:p>
          </p:txBody>
        </p:sp>
        <p:pic>
          <p:nvPicPr>
            <p:cNvPr id="4662" name="Google Shape;4662;p82"/>
            <p:cNvPicPr preferRelativeResize="0"/>
            <p:nvPr/>
          </p:nvPicPr>
          <p:blipFill rotWithShape="1">
            <a:blip r:embed="rId13">
              <a:alphaModFix/>
            </a:blip>
            <a:srcRect b="955" l="75264" r="13084" t="86344"/>
            <a:stretch/>
          </p:blipFill>
          <p:spPr>
            <a:xfrm>
              <a:off x="759565" y="2053302"/>
              <a:ext cx="252631" cy="288000"/>
            </a:xfrm>
            <a:prstGeom prst="rect">
              <a:avLst/>
            </a:prstGeom>
            <a:noFill/>
            <a:ln>
              <a:noFill/>
            </a:ln>
          </p:spPr>
        </p:pic>
        <p:sp>
          <p:nvSpPr>
            <p:cNvPr id="4663" name="Google Shape;4663;p82"/>
            <p:cNvSpPr txBox="1"/>
            <p:nvPr/>
          </p:nvSpPr>
          <p:spPr>
            <a:xfrm>
              <a:off x="672663" y="2508695"/>
              <a:ext cx="1353000" cy="190500"/>
            </a:xfrm>
            <a:prstGeom prst="rect">
              <a:avLst/>
            </a:prstGeom>
            <a:noFill/>
            <a:ln>
              <a:noFill/>
            </a:ln>
          </p:spPr>
          <p:txBody>
            <a:bodyPr anchorCtr="0" anchor="ctr" bIns="18000" lIns="18000" spcFirstLastPara="1" rIns="18000" wrap="square" tIns="18000">
              <a:noAutofit/>
            </a:bodyPr>
            <a:lstStyle/>
            <a:p>
              <a:pPr indent="0" lvl="0" marL="0" marR="0" rtl="0" algn="ctr">
                <a:lnSpc>
                  <a:spcPct val="100000"/>
                </a:lnSpc>
                <a:spcBef>
                  <a:spcPts val="0"/>
                </a:spcBef>
                <a:spcAft>
                  <a:spcPts val="0"/>
                </a:spcAft>
                <a:buNone/>
              </a:pPr>
              <a:r>
                <a:rPr b="1" lang="es-419" sz="900"/>
                <a:t>&lt;...&gt;</a:t>
              </a:r>
              <a:endParaRPr b="1" sz="900"/>
            </a:p>
          </p:txBody>
        </p:sp>
      </p:grpSp>
      <p:grpSp>
        <p:nvGrpSpPr>
          <p:cNvPr id="4664" name="Google Shape;4664;p82"/>
          <p:cNvGrpSpPr/>
          <p:nvPr/>
        </p:nvGrpSpPr>
        <p:grpSpPr>
          <a:xfrm>
            <a:off x="8358639" y="4998764"/>
            <a:ext cx="1358723" cy="781500"/>
            <a:chOff x="667055" y="3519840"/>
            <a:chExt cx="1358723" cy="781500"/>
          </a:xfrm>
        </p:grpSpPr>
        <p:sp>
          <p:nvSpPr>
            <p:cNvPr id="4665" name="Google Shape;4665;p82"/>
            <p:cNvSpPr/>
            <p:nvPr/>
          </p:nvSpPr>
          <p:spPr>
            <a:xfrm rot="5400000">
              <a:off x="956883" y="3235740"/>
              <a:ext cx="781500" cy="1349700"/>
            </a:xfrm>
            <a:prstGeom prst="chevron">
              <a:avLst>
                <a:gd fmla="val 10671" name="adj"/>
              </a:avLst>
            </a:prstGeom>
            <a:solidFill>
              <a:srgbClr val="FFD966"/>
            </a:solidFill>
            <a:ln cap="flat" cmpd="sng" w="9525">
              <a:solidFill>
                <a:srgbClr val="1C4587"/>
              </a:solidFill>
              <a:prstDash val="solid"/>
              <a:round/>
              <a:headEnd len="sm" w="sm" type="none"/>
              <a:tailEnd len="sm" w="sm" type="none"/>
            </a:ln>
          </p:spPr>
          <p:txBody>
            <a:bodyPr anchorCtr="0" anchor="t" bIns="91425" lIns="91425" spcFirstLastPara="1" rIns="91425" wrap="square" tIns="91425">
              <a:noAutofit/>
            </a:bodyPr>
            <a:lstStyle/>
            <a:p>
              <a:pPr indent="0" lvl="0" marL="0" rtl="0" algn="ctr">
                <a:spcBef>
                  <a:spcPts val="0"/>
                </a:spcBef>
                <a:spcAft>
                  <a:spcPts val="0"/>
                </a:spcAft>
                <a:buNone/>
              </a:pPr>
              <a:r>
                <a:t/>
              </a:r>
              <a:endParaRPr sz="900"/>
            </a:p>
          </p:txBody>
        </p:sp>
        <p:sp>
          <p:nvSpPr>
            <p:cNvPr id="4666" name="Google Shape;4666;p82"/>
            <p:cNvSpPr/>
            <p:nvPr/>
          </p:nvSpPr>
          <p:spPr>
            <a:xfrm>
              <a:off x="718358" y="3885490"/>
              <a:ext cx="1257300" cy="311400"/>
            </a:xfrm>
            <a:prstGeom prst="snip2SameRect">
              <a:avLst>
                <a:gd fmla="val 7104" name="adj1"/>
                <a:gd fmla="val 8493" name="adj2"/>
              </a:avLst>
            </a:prstGeom>
            <a:solidFill>
              <a:srgbClr val="F3F3F3"/>
            </a:solidFill>
            <a:ln cap="flat" cmpd="sng" w="9525">
              <a:solidFill>
                <a:srgbClr val="274E13"/>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18000" lIns="18000" spcFirstLastPara="1" rIns="18000" wrap="square" tIns="18000">
              <a:noAutofit/>
            </a:bodyPr>
            <a:lstStyle/>
            <a:p>
              <a:pPr indent="0" lvl="0" marL="0" marR="0" rtl="0" algn="ctr">
                <a:lnSpc>
                  <a:spcPct val="100000"/>
                </a:lnSpc>
                <a:spcBef>
                  <a:spcPts val="0"/>
                </a:spcBef>
                <a:spcAft>
                  <a:spcPts val="0"/>
                </a:spcAft>
                <a:buNone/>
              </a:pPr>
              <a:r>
                <a:rPr lang="es-419" sz="600"/>
                <a:t>&lt;...&gt;</a:t>
              </a:r>
              <a:endParaRPr sz="600"/>
            </a:p>
          </p:txBody>
        </p:sp>
        <p:sp>
          <p:nvSpPr>
            <p:cNvPr id="4667" name="Google Shape;4667;p82"/>
            <p:cNvSpPr txBox="1"/>
            <p:nvPr/>
          </p:nvSpPr>
          <p:spPr>
            <a:xfrm>
              <a:off x="674878" y="3661827"/>
              <a:ext cx="1350900" cy="190500"/>
            </a:xfrm>
            <a:prstGeom prst="rect">
              <a:avLst/>
            </a:prstGeom>
            <a:noFill/>
            <a:ln>
              <a:noFill/>
            </a:ln>
          </p:spPr>
          <p:txBody>
            <a:bodyPr anchorCtr="0" anchor="ctr" bIns="18000" lIns="18000" spcFirstLastPara="1" rIns="18000" wrap="square" tIns="18000">
              <a:noAutofit/>
            </a:bodyPr>
            <a:lstStyle/>
            <a:p>
              <a:pPr indent="0" lvl="0" marL="0" marR="0" rtl="0" algn="ctr">
                <a:lnSpc>
                  <a:spcPct val="100000"/>
                </a:lnSpc>
                <a:spcBef>
                  <a:spcPts val="0"/>
                </a:spcBef>
                <a:spcAft>
                  <a:spcPts val="0"/>
                </a:spcAft>
                <a:buNone/>
              </a:pPr>
              <a:r>
                <a:rPr b="1" lang="es-419" sz="800"/>
                <a:t>&lt;...&gt;</a:t>
              </a:r>
              <a:endParaRPr b="1" sz="800">
                <a:latin typeface="Source Code Pro"/>
                <a:ea typeface="Source Code Pro"/>
                <a:cs typeface="Source Code Pro"/>
                <a:sym typeface="Source Code Pro"/>
              </a:endParaRPr>
            </a:p>
          </p:txBody>
        </p:sp>
        <p:pic>
          <p:nvPicPr>
            <p:cNvPr id="4668" name="Google Shape;4668;p82"/>
            <p:cNvPicPr preferRelativeResize="0"/>
            <p:nvPr/>
          </p:nvPicPr>
          <p:blipFill rotWithShape="1">
            <a:blip r:embed="rId14">
              <a:alphaModFix/>
            </a:blip>
            <a:srcRect b="-366" l="59788" r="19220" t="82753"/>
            <a:stretch/>
          </p:blipFill>
          <p:spPr>
            <a:xfrm>
              <a:off x="667055" y="3586081"/>
              <a:ext cx="271058" cy="287999"/>
            </a:xfrm>
            <a:prstGeom prst="rect">
              <a:avLst/>
            </a:prstGeom>
            <a:noFill/>
            <a:ln>
              <a:noFill/>
            </a:ln>
          </p:spPr>
        </p:pic>
      </p:grpSp>
      <p:grpSp>
        <p:nvGrpSpPr>
          <p:cNvPr id="4669" name="Google Shape;4669;p82"/>
          <p:cNvGrpSpPr/>
          <p:nvPr/>
        </p:nvGrpSpPr>
        <p:grpSpPr>
          <a:xfrm>
            <a:off x="8362072" y="4131791"/>
            <a:ext cx="1354963" cy="877500"/>
            <a:chOff x="670700" y="1862346"/>
            <a:chExt cx="1354963" cy="877500"/>
          </a:xfrm>
        </p:grpSpPr>
        <p:sp>
          <p:nvSpPr>
            <p:cNvPr id="4670" name="Google Shape;4670;p82"/>
            <p:cNvSpPr/>
            <p:nvPr/>
          </p:nvSpPr>
          <p:spPr>
            <a:xfrm rot="5400000">
              <a:off x="906800" y="1626246"/>
              <a:ext cx="877500" cy="1349700"/>
            </a:xfrm>
            <a:prstGeom prst="chevron">
              <a:avLst>
                <a:gd fmla="val 10671" name="adj"/>
              </a:avLst>
            </a:prstGeom>
            <a:solidFill>
              <a:srgbClr val="F3F3F3"/>
            </a:solidFill>
            <a:ln cap="flat" cmpd="sng" w="9525">
              <a:solidFill>
                <a:srgbClr val="1C4587"/>
              </a:solidFill>
              <a:prstDash val="solid"/>
              <a:round/>
              <a:headEnd len="sm" w="sm" type="none"/>
              <a:tailEnd len="sm" w="sm" type="none"/>
            </a:ln>
          </p:spPr>
          <p:txBody>
            <a:bodyPr anchorCtr="0" anchor="t" bIns="91425" lIns="91425" spcFirstLastPara="1" rIns="91425" wrap="square" tIns="91425">
              <a:noAutofit/>
            </a:bodyPr>
            <a:lstStyle/>
            <a:p>
              <a:pPr indent="0" lvl="0" marL="0" rtl="0" algn="ctr">
                <a:spcBef>
                  <a:spcPts val="0"/>
                </a:spcBef>
                <a:spcAft>
                  <a:spcPts val="0"/>
                </a:spcAft>
                <a:buNone/>
              </a:pPr>
              <a:r>
                <a:t/>
              </a:r>
              <a:endParaRPr sz="900"/>
            </a:p>
          </p:txBody>
        </p:sp>
        <p:sp>
          <p:nvSpPr>
            <p:cNvPr id="4671" name="Google Shape;4671;p82"/>
            <p:cNvSpPr txBox="1"/>
            <p:nvPr/>
          </p:nvSpPr>
          <p:spPr>
            <a:xfrm>
              <a:off x="721625" y="2345833"/>
              <a:ext cx="1257300" cy="198300"/>
            </a:xfrm>
            <a:prstGeom prst="rect">
              <a:avLst/>
            </a:prstGeom>
            <a:noFill/>
            <a:ln>
              <a:noFill/>
            </a:ln>
          </p:spPr>
          <p:txBody>
            <a:bodyPr anchorCtr="0" anchor="ctr" bIns="18000" lIns="18000" spcFirstLastPara="1" rIns="18000" wrap="square" tIns="18000">
              <a:noAutofit/>
            </a:bodyPr>
            <a:lstStyle/>
            <a:p>
              <a:pPr indent="0" lvl="0" marL="0" marR="0" rtl="0" algn="l">
                <a:lnSpc>
                  <a:spcPct val="100000"/>
                </a:lnSpc>
                <a:spcBef>
                  <a:spcPts val="0"/>
                </a:spcBef>
                <a:spcAft>
                  <a:spcPts val="0"/>
                </a:spcAft>
                <a:buNone/>
              </a:pPr>
              <a:r>
                <a:rPr b="1" lang="es-419" sz="600"/>
                <a:t>Auxiliar de Servicio</a:t>
              </a:r>
              <a:endParaRPr b="1" sz="600"/>
            </a:p>
          </p:txBody>
        </p:sp>
        <p:sp>
          <p:nvSpPr>
            <p:cNvPr id="4672" name="Google Shape;4672;p82"/>
            <p:cNvSpPr/>
            <p:nvPr/>
          </p:nvSpPr>
          <p:spPr>
            <a:xfrm>
              <a:off x="1050925" y="2040246"/>
              <a:ext cx="899700" cy="311400"/>
            </a:xfrm>
            <a:prstGeom prst="roundRect">
              <a:avLst>
                <a:gd fmla="val 16667" name="adj"/>
              </a:avLst>
            </a:prstGeom>
            <a:solidFill>
              <a:srgbClr val="FFFFFF"/>
            </a:solidFill>
            <a:ln cap="flat" cmpd="sng" w="9525">
              <a:solidFill>
                <a:srgbClr val="274E13"/>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18000" lIns="18000" spcFirstLastPara="1" rIns="18000" wrap="square" tIns="18000">
              <a:noAutofit/>
            </a:bodyPr>
            <a:lstStyle/>
            <a:p>
              <a:pPr indent="0" lvl="0" marL="0" marR="0" rtl="0" algn="ctr">
                <a:lnSpc>
                  <a:spcPct val="100000"/>
                </a:lnSpc>
                <a:spcBef>
                  <a:spcPts val="0"/>
                </a:spcBef>
                <a:spcAft>
                  <a:spcPts val="0"/>
                </a:spcAft>
                <a:buNone/>
              </a:pPr>
              <a:r>
                <a:rPr lang="es-419" sz="600"/>
                <a:t>tramitar el voucher</a:t>
              </a:r>
              <a:endParaRPr sz="600"/>
            </a:p>
          </p:txBody>
        </p:sp>
        <p:pic>
          <p:nvPicPr>
            <p:cNvPr id="4673" name="Google Shape;4673;p82"/>
            <p:cNvPicPr preferRelativeResize="0"/>
            <p:nvPr/>
          </p:nvPicPr>
          <p:blipFill rotWithShape="1">
            <a:blip r:embed="rId13">
              <a:alphaModFix/>
            </a:blip>
            <a:srcRect b="955" l="75264" r="13084" t="86344"/>
            <a:stretch/>
          </p:blipFill>
          <p:spPr>
            <a:xfrm>
              <a:off x="759565" y="2053302"/>
              <a:ext cx="252631" cy="288000"/>
            </a:xfrm>
            <a:prstGeom prst="rect">
              <a:avLst/>
            </a:prstGeom>
            <a:noFill/>
            <a:ln>
              <a:noFill/>
            </a:ln>
          </p:spPr>
        </p:pic>
        <p:sp>
          <p:nvSpPr>
            <p:cNvPr id="4674" name="Google Shape;4674;p82"/>
            <p:cNvSpPr txBox="1"/>
            <p:nvPr/>
          </p:nvSpPr>
          <p:spPr>
            <a:xfrm>
              <a:off x="672663" y="2508695"/>
              <a:ext cx="1353000" cy="190500"/>
            </a:xfrm>
            <a:prstGeom prst="rect">
              <a:avLst/>
            </a:prstGeom>
            <a:noFill/>
            <a:ln>
              <a:noFill/>
            </a:ln>
          </p:spPr>
          <p:txBody>
            <a:bodyPr anchorCtr="0" anchor="ctr" bIns="18000" lIns="18000" spcFirstLastPara="1" rIns="18000" wrap="square" tIns="18000">
              <a:noAutofit/>
            </a:bodyPr>
            <a:lstStyle/>
            <a:p>
              <a:pPr indent="0" lvl="0" marL="0" marR="0" rtl="0" algn="ctr">
                <a:lnSpc>
                  <a:spcPct val="100000"/>
                </a:lnSpc>
                <a:spcBef>
                  <a:spcPts val="0"/>
                </a:spcBef>
                <a:spcAft>
                  <a:spcPts val="0"/>
                </a:spcAft>
                <a:buNone/>
              </a:pPr>
              <a:r>
                <a:rPr b="1" lang="es-419" sz="800"/>
                <a:t>Servicios al Cliente</a:t>
              </a:r>
              <a:endParaRPr b="1" sz="800"/>
            </a:p>
          </p:txBody>
        </p:sp>
      </p:grpSp>
    </p:spTree>
  </p:cSld>
  <p:clrMapOvr>
    <a:masterClrMapping/>
  </p:clrMapOvr>
</p:sldLayout>
</file>

<file path=ppt/slideLayouts/slideLayout8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Paleta 2">
  <p:cSld name="TITLE_3_5">
    <p:spTree>
      <p:nvGrpSpPr>
        <p:cNvPr id="4675" name="Shape 4675"/>
        <p:cNvGrpSpPr/>
        <p:nvPr/>
      </p:nvGrpSpPr>
      <p:grpSpPr>
        <a:xfrm>
          <a:off x="0" y="0"/>
          <a:ext cx="0" cy="0"/>
          <a:chOff x="0" y="0"/>
          <a:chExt cx="0" cy="0"/>
        </a:xfrm>
      </p:grpSpPr>
      <p:sp>
        <p:nvSpPr>
          <p:cNvPr id="4676" name="Google Shape;4676;p83"/>
          <p:cNvSpPr/>
          <p:nvPr/>
        </p:nvSpPr>
        <p:spPr>
          <a:xfrm>
            <a:off x="2037793" y="656300"/>
            <a:ext cx="2591100" cy="6059700"/>
          </a:xfrm>
          <a:prstGeom prst="roundRect">
            <a:avLst>
              <a:gd fmla="val 4880" name="adj"/>
            </a:avLst>
          </a:prstGeom>
          <a:solidFill>
            <a:srgbClr val="F3F3F3"/>
          </a:solidFill>
          <a:ln cap="flat" cmpd="sng" w="9525">
            <a:solidFill>
              <a:srgbClr val="F3F3F3"/>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7" name="Google Shape;4677;p83"/>
          <p:cNvSpPr/>
          <p:nvPr/>
        </p:nvSpPr>
        <p:spPr>
          <a:xfrm>
            <a:off x="2037793" y="110850"/>
            <a:ext cx="2606400" cy="421200"/>
          </a:xfrm>
          <a:prstGeom prst="roundRect">
            <a:avLst>
              <a:gd fmla="val 17492" name="adj"/>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s-419" sz="1200">
                <a:solidFill>
                  <a:srgbClr val="FFFFFF"/>
                </a:solidFill>
              </a:rPr>
              <a:t>Diagrama de Secuencia</a:t>
            </a:r>
            <a:endParaRPr b="1" sz="1100">
              <a:solidFill>
                <a:srgbClr val="FFFFFF"/>
              </a:solidFill>
            </a:endParaRPr>
          </a:p>
        </p:txBody>
      </p:sp>
      <p:grpSp>
        <p:nvGrpSpPr>
          <p:cNvPr id="4678" name="Google Shape;4678;p83"/>
          <p:cNvGrpSpPr/>
          <p:nvPr/>
        </p:nvGrpSpPr>
        <p:grpSpPr>
          <a:xfrm>
            <a:off x="2166425" y="806110"/>
            <a:ext cx="1440000" cy="5760081"/>
            <a:chOff x="221116" y="911918"/>
            <a:chExt cx="1440000" cy="5760081"/>
          </a:xfrm>
        </p:grpSpPr>
        <p:sp>
          <p:nvSpPr>
            <p:cNvPr id="4679" name="Google Shape;4679;p83"/>
            <p:cNvSpPr/>
            <p:nvPr/>
          </p:nvSpPr>
          <p:spPr>
            <a:xfrm>
              <a:off x="221116" y="911918"/>
              <a:ext cx="1440000" cy="5760000"/>
            </a:xfrm>
            <a:prstGeom prst="rect">
              <a:avLst/>
            </a:prstGeom>
            <a:noFill/>
            <a:ln cap="flat" cmpd="sng" w="9525">
              <a:solidFill>
                <a:srgbClr val="999999"/>
              </a:solidFill>
              <a:prstDash val="dash"/>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0" name="Google Shape;4680;p83"/>
            <p:cNvSpPr/>
            <p:nvPr/>
          </p:nvSpPr>
          <p:spPr>
            <a:xfrm>
              <a:off x="293116" y="960488"/>
              <a:ext cx="1296000" cy="400800"/>
            </a:xfrm>
            <a:prstGeom prst="rect">
              <a:avLst/>
            </a:prstGeom>
            <a:solidFill>
              <a:srgbClr val="FFF9DA"/>
            </a:solidFill>
            <a:ln cap="flat" cmpd="sng" w="9525">
              <a:solidFill>
                <a:srgbClr val="990033"/>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s-419" sz="800"/>
                <a:t>&lt;...&gt;</a:t>
              </a:r>
              <a:endParaRPr sz="800"/>
            </a:p>
          </p:txBody>
        </p:sp>
        <p:sp>
          <p:nvSpPr>
            <p:cNvPr id="4681" name="Google Shape;4681;p83"/>
            <p:cNvSpPr/>
            <p:nvPr/>
          </p:nvSpPr>
          <p:spPr>
            <a:xfrm>
              <a:off x="888166" y="1361300"/>
              <a:ext cx="105900" cy="5310600"/>
            </a:xfrm>
            <a:prstGeom prst="rect">
              <a:avLst/>
            </a:prstGeom>
            <a:no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2" name="Google Shape;4682;p83"/>
            <p:cNvSpPr/>
            <p:nvPr/>
          </p:nvSpPr>
          <p:spPr>
            <a:xfrm>
              <a:off x="888175" y="1361300"/>
              <a:ext cx="105900" cy="4893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3" name="Google Shape;4683;p83"/>
            <p:cNvSpPr/>
            <p:nvPr/>
          </p:nvSpPr>
          <p:spPr>
            <a:xfrm>
              <a:off x="888175" y="1850708"/>
              <a:ext cx="105900" cy="4893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4" name="Google Shape;4684;p83"/>
            <p:cNvSpPr/>
            <p:nvPr/>
          </p:nvSpPr>
          <p:spPr>
            <a:xfrm>
              <a:off x="888175" y="2340188"/>
              <a:ext cx="105900" cy="4893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5" name="Google Shape;4685;p83"/>
            <p:cNvSpPr/>
            <p:nvPr/>
          </p:nvSpPr>
          <p:spPr>
            <a:xfrm>
              <a:off x="888175" y="2829596"/>
              <a:ext cx="105900" cy="4893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6" name="Google Shape;4686;p83"/>
            <p:cNvSpPr/>
            <p:nvPr/>
          </p:nvSpPr>
          <p:spPr>
            <a:xfrm>
              <a:off x="888175" y="3318991"/>
              <a:ext cx="105900" cy="4893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7" name="Google Shape;4687;p83"/>
            <p:cNvSpPr/>
            <p:nvPr/>
          </p:nvSpPr>
          <p:spPr>
            <a:xfrm>
              <a:off x="888175" y="3808399"/>
              <a:ext cx="105900" cy="4893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8" name="Google Shape;4688;p83"/>
            <p:cNvSpPr/>
            <p:nvPr/>
          </p:nvSpPr>
          <p:spPr>
            <a:xfrm>
              <a:off x="888175" y="4297879"/>
              <a:ext cx="105900" cy="4893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9" name="Google Shape;4689;p83"/>
            <p:cNvSpPr/>
            <p:nvPr/>
          </p:nvSpPr>
          <p:spPr>
            <a:xfrm>
              <a:off x="888175" y="4787287"/>
              <a:ext cx="105900" cy="4893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0" name="Google Shape;4690;p83"/>
            <p:cNvSpPr/>
            <p:nvPr/>
          </p:nvSpPr>
          <p:spPr>
            <a:xfrm>
              <a:off x="888175" y="5276103"/>
              <a:ext cx="105900" cy="4893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1" name="Google Shape;4691;p83"/>
            <p:cNvSpPr/>
            <p:nvPr/>
          </p:nvSpPr>
          <p:spPr>
            <a:xfrm>
              <a:off x="888175" y="5765583"/>
              <a:ext cx="105900" cy="4893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2" name="Google Shape;4692;p83"/>
            <p:cNvSpPr/>
            <p:nvPr/>
          </p:nvSpPr>
          <p:spPr>
            <a:xfrm>
              <a:off x="888175" y="6254999"/>
              <a:ext cx="105900" cy="4170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93" name="Google Shape;4693;p83"/>
          <p:cNvGrpSpPr/>
          <p:nvPr/>
        </p:nvGrpSpPr>
        <p:grpSpPr>
          <a:xfrm>
            <a:off x="3816216" y="1579562"/>
            <a:ext cx="622490" cy="586379"/>
            <a:chOff x="-1244040" y="2892312"/>
            <a:chExt cx="622490" cy="586379"/>
          </a:xfrm>
        </p:grpSpPr>
        <p:cxnSp>
          <p:nvCxnSpPr>
            <p:cNvPr id="4694" name="Google Shape;4694;p83"/>
            <p:cNvCxnSpPr/>
            <p:nvPr/>
          </p:nvCxnSpPr>
          <p:spPr>
            <a:xfrm flipH="1">
              <a:off x="-1226350" y="3029875"/>
              <a:ext cx="604800" cy="301200"/>
            </a:xfrm>
            <a:prstGeom prst="bentConnector3">
              <a:avLst>
                <a:gd fmla="val 50000" name="adj1"/>
              </a:avLst>
            </a:prstGeom>
            <a:noFill/>
            <a:ln cap="flat" cmpd="sng" w="9525">
              <a:solidFill>
                <a:srgbClr val="990033"/>
              </a:solidFill>
              <a:prstDash val="solid"/>
              <a:round/>
              <a:headEnd len="med" w="med" type="none"/>
              <a:tailEnd len="med" w="med" type="stealth"/>
            </a:ln>
          </p:spPr>
        </p:cxnSp>
        <p:sp>
          <p:nvSpPr>
            <p:cNvPr id="4695" name="Google Shape;4695;p83"/>
            <p:cNvSpPr txBox="1"/>
            <p:nvPr/>
          </p:nvSpPr>
          <p:spPr>
            <a:xfrm>
              <a:off x="-1244040" y="3354791"/>
              <a:ext cx="386100" cy="123900"/>
            </a:xfrm>
            <a:prstGeom prst="rect">
              <a:avLst/>
            </a:prstGeom>
            <a:noFill/>
            <a:ln>
              <a:noFill/>
            </a:ln>
          </p:spPr>
          <p:txBody>
            <a:bodyPr anchorCtr="0" anchor="t" bIns="0" lIns="0" spcFirstLastPara="1" rIns="0" wrap="square" tIns="0">
              <a:noAutofit/>
            </a:bodyPr>
            <a:lstStyle/>
            <a:p>
              <a:pPr indent="0" lvl="0" marL="0" rtl="0" algn="l">
                <a:spcBef>
                  <a:spcPts val="0"/>
                </a:spcBef>
                <a:spcAft>
                  <a:spcPts val="0"/>
                </a:spcAft>
                <a:buNone/>
              </a:pPr>
              <a:r>
                <a:rPr lang="es-419" sz="700"/>
                <a:t>&lt;...&gt;</a:t>
              </a:r>
              <a:endParaRPr sz="700"/>
            </a:p>
          </p:txBody>
        </p:sp>
        <p:sp>
          <p:nvSpPr>
            <p:cNvPr id="4696" name="Google Shape;4696;p83"/>
            <p:cNvSpPr txBox="1"/>
            <p:nvPr/>
          </p:nvSpPr>
          <p:spPr>
            <a:xfrm>
              <a:off x="-1013062" y="2892312"/>
              <a:ext cx="386100" cy="123900"/>
            </a:xfrm>
            <a:prstGeom prst="rect">
              <a:avLst/>
            </a:prstGeom>
            <a:noFill/>
            <a:ln>
              <a:noFill/>
            </a:ln>
          </p:spPr>
          <p:txBody>
            <a:bodyPr anchorCtr="0" anchor="t" bIns="0" lIns="0" spcFirstLastPara="1" rIns="0" wrap="square" tIns="0">
              <a:noAutofit/>
            </a:bodyPr>
            <a:lstStyle/>
            <a:p>
              <a:pPr indent="0" lvl="0" marL="0" rtl="0" algn="r">
                <a:spcBef>
                  <a:spcPts val="0"/>
                </a:spcBef>
                <a:spcAft>
                  <a:spcPts val="0"/>
                </a:spcAft>
                <a:buNone/>
              </a:pPr>
              <a:r>
                <a:rPr lang="es-419" sz="700"/>
                <a:t>&lt;...&gt;</a:t>
              </a:r>
              <a:endParaRPr sz="700"/>
            </a:p>
          </p:txBody>
        </p:sp>
      </p:grpSp>
      <p:grpSp>
        <p:nvGrpSpPr>
          <p:cNvPr id="4697" name="Google Shape;4697;p83"/>
          <p:cNvGrpSpPr/>
          <p:nvPr/>
        </p:nvGrpSpPr>
        <p:grpSpPr>
          <a:xfrm>
            <a:off x="3816216" y="2417762"/>
            <a:ext cx="622490" cy="586379"/>
            <a:chOff x="-1244040" y="2892312"/>
            <a:chExt cx="622490" cy="586379"/>
          </a:xfrm>
        </p:grpSpPr>
        <p:cxnSp>
          <p:nvCxnSpPr>
            <p:cNvPr id="4698" name="Google Shape;4698;p83"/>
            <p:cNvCxnSpPr/>
            <p:nvPr/>
          </p:nvCxnSpPr>
          <p:spPr>
            <a:xfrm flipH="1">
              <a:off x="-1226350" y="3029875"/>
              <a:ext cx="604800" cy="301200"/>
            </a:xfrm>
            <a:prstGeom prst="bentConnector3">
              <a:avLst>
                <a:gd fmla="val 50000" name="adj1"/>
              </a:avLst>
            </a:prstGeom>
            <a:noFill/>
            <a:ln cap="flat" cmpd="sng" w="9525">
              <a:solidFill>
                <a:srgbClr val="990033"/>
              </a:solidFill>
              <a:prstDash val="dash"/>
              <a:round/>
              <a:headEnd len="med" w="med" type="none"/>
              <a:tailEnd len="med" w="med" type="stealth"/>
            </a:ln>
          </p:spPr>
        </p:cxnSp>
        <p:sp>
          <p:nvSpPr>
            <p:cNvPr id="4699" name="Google Shape;4699;p83"/>
            <p:cNvSpPr txBox="1"/>
            <p:nvPr/>
          </p:nvSpPr>
          <p:spPr>
            <a:xfrm>
              <a:off x="-1244040" y="3354791"/>
              <a:ext cx="386100" cy="123900"/>
            </a:xfrm>
            <a:prstGeom prst="rect">
              <a:avLst/>
            </a:prstGeom>
            <a:noFill/>
            <a:ln>
              <a:noFill/>
            </a:ln>
          </p:spPr>
          <p:txBody>
            <a:bodyPr anchorCtr="0" anchor="t" bIns="0" lIns="0" spcFirstLastPara="1" rIns="0" wrap="square" tIns="0">
              <a:noAutofit/>
            </a:bodyPr>
            <a:lstStyle/>
            <a:p>
              <a:pPr indent="0" lvl="0" marL="0" rtl="0" algn="l">
                <a:spcBef>
                  <a:spcPts val="0"/>
                </a:spcBef>
                <a:spcAft>
                  <a:spcPts val="0"/>
                </a:spcAft>
                <a:buNone/>
              </a:pPr>
              <a:r>
                <a:rPr lang="es-419" sz="700"/>
                <a:t>&lt;...&gt;</a:t>
              </a:r>
              <a:endParaRPr sz="700"/>
            </a:p>
          </p:txBody>
        </p:sp>
        <p:sp>
          <p:nvSpPr>
            <p:cNvPr id="4700" name="Google Shape;4700;p83"/>
            <p:cNvSpPr txBox="1"/>
            <p:nvPr/>
          </p:nvSpPr>
          <p:spPr>
            <a:xfrm>
              <a:off x="-1013062" y="2892312"/>
              <a:ext cx="386100" cy="123900"/>
            </a:xfrm>
            <a:prstGeom prst="rect">
              <a:avLst/>
            </a:prstGeom>
            <a:noFill/>
            <a:ln>
              <a:noFill/>
            </a:ln>
          </p:spPr>
          <p:txBody>
            <a:bodyPr anchorCtr="0" anchor="t" bIns="0" lIns="0" spcFirstLastPara="1" rIns="0" wrap="square" tIns="0">
              <a:noAutofit/>
            </a:bodyPr>
            <a:lstStyle/>
            <a:p>
              <a:pPr indent="0" lvl="0" marL="0" rtl="0" algn="r">
                <a:spcBef>
                  <a:spcPts val="0"/>
                </a:spcBef>
                <a:spcAft>
                  <a:spcPts val="0"/>
                </a:spcAft>
                <a:buNone/>
              </a:pPr>
              <a:r>
                <a:rPr lang="es-419" sz="700"/>
                <a:t>&lt;...&gt;</a:t>
              </a:r>
              <a:endParaRPr sz="700"/>
            </a:p>
          </p:txBody>
        </p:sp>
      </p:grpSp>
      <p:sp>
        <p:nvSpPr>
          <p:cNvPr id="4701" name="Google Shape;4701;p83"/>
          <p:cNvSpPr/>
          <p:nvPr/>
        </p:nvSpPr>
        <p:spPr>
          <a:xfrm>
            <a:off x="200475" y="669875"/>
            <a:ext cx="1407900" cy="6059700"/>
          </a:xfrm>
          <a:prstGeom prst="roundRect">
            <a:avLst>
              <a:gd fmla="val 6584" name="adj"/>
            </a:avLst>
          </a:prstGeom>
          <a:solidFill>
            <a:srgbClr val="F3F3F3"/>
          </a:solidFill>
          <a:ln cap="flat" cmpd="sng" w="9525">
            <a:solidFill>
              <a:srgbClr val="F3F3F3"/>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2" name="Google Shape;4702;p83"/>
          <p:cNvSpPr/>
          <p:nvPr/>
        </p:nvSpPr>
        <p:spPr>
          <a:xfrm>
            <a:off x="185368" y="110850"/>
            <a:ext cx="1407900" cy="421200"/>
          </a:xfrm>
          <a:prstGeom prst="roundRect">
            <a:avLst>
              <a:gd fmla="val 17492" name="adj"/>
            </a:avLst>
          </a:prstGeom>
          <a:solidFill>
            <a:srgbClr val="000000"/>
          </a:solidFill>
          <a:ln cap="flat" cmpd="sng" w="9525">
            <a:solidFill>
              <a:srgbClr val="000000"/>
            </a:solidFill>
            <a:prstDash val="solid"/>
            <a:round/>
            <a:headEnd len="sm" w="sm" type="none"/>
            <a:tailEnd len="sm" w="sm" type="none"/>
          </a:ln>
        </p:spPr>
        <p:txBody>
          <a:bodyPr anchorCtr="0" anchor="ctr" bIns="0" lIns="0" spcFirstLastPara="1" rIns="0" wrap="square" tIns="0">
            <a:noAutofit/>
          </a:bodyPr>
          <a:lstStyle/>
          <a:p>
            <a:pPr indent="0" lvl="0" marL="0" rtl="0" algn="ctr">
              <a:spcBef>
                <a:spcPts val="0"/>
              </a:spcBef>
              <a:spcAft>
                <a:spcPts val="0"/>
              </a:spcAft>
              <a:buNone/>
            </a:pPr>
            <a:r>
              <a:rPr b="1" lang="es-419" sz="1200">
                <a:solidFill>
                  <a:srgbClr val="FFFFFF"/>
                </a:solidFill>
              </a:rPr>
              <a:t>Diagrama de Clases</a:t>
            </a:r>
            <a:endParaRPr b="1" sz="1200">
              <a:solidFill>
                <a:srgbClr val="FFFFFF"/>
              </a:solidFill>
            </a:endParaRPr>
          </a:p>
        </p:txBody>
      </p:sp>
      <p:grpSp>
        <p:nvGrpSpPr>
          <p:cNvPr id="4703" name="Google Shape;4703;p83"/>
          <p:cNvGrpSpPr/>
          <p:nvPr/>
        </p:nvGrpSpPr>
        <p:grpSpPr>
          <a:xfrm>
            <a:off x="289564" y="1050864"/>
            <a:ext cx="1229700" cy="1478700"/>
            <a:chOff x="1395625" y="1381825"/>
            <a:chExt cx="1229700" cy="1478700"/>
          </a:xfrm>
        </p:grpSpPr>
        <p:sp>
          <p:nvSpPr>
            <p:cNvPr id="4704" name="Google Shape;4704;p83"/>
            <p:cNvSpPr/>
            <p:nvPr/>
          </p:nvSpPr>
          <p:spPr>
            <a:xfrm>
              <a:off x="1395625" y="1381825"/>
              <a:ext cx="1229700" cy="1478700"/>
            </a:xfrm>
            <a:prstGeom prst="roundRect">
              <a:avLst>
                <a:gd fmla="val 4673" name="adj"/>
              </a:avLst>
            </a:prstGeom>
            <a:solidFill>
              <a:srgbClr val="FFF9DA"/>
            </a:solidFill>
            <a:ln cap="flat" cmpd="sng" w="9525">
              <a:solidFill>
                <a:srgbClr val="990033"/>
              </a:solidFill>
              <a:prstDash val="solid"/>
              <a:round/>
              <a:headEnd len="sm" w="sm" type="none"/>
              <a:tailEnd len="sm" w="sm" type="none"/>
            </a:ln>
          </p:spPr>
          <p:txBody>
            <a:bodyPr anchorCtr="0" anchor="t" bIns="91425" lIns="91425" spcFirstLastPara="1" rIns="91425" wrap="square" tIns="91425">
              <a:noAutofit/>
            </a:bodyPr>
            <a:lstStyle/>
            <a:p>
              <a:pPr indent="0" lvl="0" marL="0" rtl="0" algn="l">
                <a:spcBef>
                  <a:spcPts val="0"/>
                </a:spcBef>
                <a:spcAft>
                  <a:spcPts val="0"/>
                </a:spcAft>
                <a:buNone/>
              </a:pPr>
              <a:r>
                <a:t/>
              </a:r>
              <a:endParaRPr sz="700"/>
            </a:p>
            <a:p>
              <a:pPr indent="0" lvl="0" marL="0" rtl="0" algn="l">
                <a:spcBef>
                  <a:spcPts val="0"/>
                </a:spcBef>
                <a:spcAft>
                  <a:spcPts val="0"/>
                </a:spcAft>
                <a:buNone/>
              </a:pPr>
              <a:r>
                <a:t/>
              </a:r>
              <a:endParaRPr sz="700"/>
            </a:p>
            <a:p>
              <a:pPr indent="0" lvl="0" marL="0" rtl="0" algn="l">
                <a:spcBef>
                  <a:spcPts val="0"/>
                </a:spcBef>
                <a:spcAft>
                  <a:spcPts val="0"/>
                </a:spcAft>
                <a:buNone/>
              </a:pPr>
              <a:r>
                <a:rPr lang="es-419" sz="700"/>
                <a:t>&lt;...&gt;</a:t>
              </a:r>
              <a:endParaRPr sz="700"/>
            </a:p>
            <a:p>
              <a:pPr indent="0" lvl="0" marL="0" rtl="0" algn="l">
                <a:spcBef>
                  <a:spcPts val="0"/>
                </a:spcBef>
                <a:spcAft>
                  <a:spcPts val="0"/>
                </a:spcAft>
                <a:buNone/>
              </a:pPr>
              <a:r>
                <a:rPr lang="es-419" sz="700">
                  <a:solidFill>
                    <a:schemeClr val="dk1"/>
                  </a:solidFill>
                </a:rPr>
                <a:t>&lt;...&gt;</a:t>
              </a:r>
              <a:endParaRPr sz="700">
                <a:solidFill>
                  <a:schemeClr val="dk1"/>
                </a:solidFill>
              </a:endParaRPr>
            </a:p>
            <a:p>
              <a:pPr indent="0" lvl="0" marL="0" rtl="0" algn="l">
                <a:spcBef>
                  <a:spcPts val="0"/>
                </a:spcBef>
                <a:spcAft>
                  <a:spcPts val="0"/>
                </a:spcAft>
                <a:buNone/>
              </a:pPr>
              <a:r>
                <a:rPr lang="es-419" sz="700">
                  <a:solidFill>
                    <a:schemeClr val="dk1"/>
                  </a:solidFill>
                </a:rPr>
                <a:t>&lt;...&gt;</a:t>
              </a:r>
              <a:endParaRPr sz="700">
                <a:solidFill>
                  <a:schemeClr val="dk1"/>
                </a:solidFill>
              </a:endParaRPr>
            </a:p>
            <a:p>
              <a:pPr indent="0" lvl="0" marL="0" rtl="0" algn="l">
                <a:spcBef>
                  <a:spcPts val="0"/>
                </a:spcBef>
                <a:spcAft>
                  <a:spcPts val="0"/>
                </a:spcAft>
                <a:buNone/>
              </a:pPr>
              <a:r>
                <a:rPr lang="es-419" sz="700">
                  <a:solidFill>
                    <a:schemeClr val="dk1"/>
                  </a:solidFill>
                </a:rPr>
                <a:t>&lt;...&gt;</a:t>
              </a:r>
              <a:endParaRPr sz="700">
                <a:solidFill>
                  <a:schemeClr val="dk1"/>
                </a:solidFill>
              </a:endParaRPr>
            </a:p>
            <a:p>
              <a:pPr indent="0" lvl="0" marL="0" rtl="0" algn="l">
                <a:spcBef>
                  <a:spcPts val="0"/>
                </a:spcBef>
                <a:spcAft>
                  <a:spcPts val="0"/>
                </a:spcAft>
                <a:buNone/>
              </a:pPr>
              <a:r>
                <a:rPr lang="es-419" sz="700">
                  <a:solidFill>
                    <a:schemeClr val="dk1"/>
                  </a:solidFill>
                </a:rPr>
                <a:t>&lt;...&gt;</a:t>
              </a:r>
              <a:endParaRPr sz="700">
                <a:solidFill>
                  <a:schemeClr val="dk1"/>
                </a:solidFill>
              </a:endParaRPr>
            </a:p>
          </p:txBody>
        </p:sp>
        <p:sp>
          <p:nvSpPr>
            <p:cNvPr id="4705" name="Google Shape;4705;p83"/>
            <p:cNvSpPr/>
            <p:nvPr/>
          </p:nvSpPr>
          <p:spPr>
            <a:xfrm>
              <a:off x="1395625" y="1381825"/>
              <a:ext cx="1229700" cy="265800"/>
            </a:xfrm>
            <a:prstGeom prst="roundRect">
              <a:avLst>
                <a:gd fmla="val 23119" name="adj"/>
              </a:avLst>
            </a:prstGeom>
            <a:solidFill>
              <a:srgbClr val="FFF9DA"/>
            </a:solidFill>
            <a:ln cap="flat" cmpd="sng" w="9525">
              <a:solidFill>
                <a:srgbClr val="990033"/>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s-419" sz="800"/>
                <a:t>&lt;...&gt;</a:t>
              </a:r>
              <a:endParaRPr sz="800"/>
            </a:p>
          </p:txBody>
        </p:sp>
      </p:grpSp>
      <p:grpSp>
        <p:nvGrpSpPr>
          <p:cNvPr id="4706" name="Google Shape;4706;p83"/>
          <p:cNvGrpSpPr/>
          <p:nvPr/>
        </p:nvGrpSpPr>
        <p:grpSpPr>
          <a:xfrm>
            <a:off x="593169" y="3762498"/>
            <a:ext cx="622490" cy="590192"/>
            <a:chOff x="-1244040" y="3574298"/>
            <a:chExt cx="622490" cy="590192"/>
          </a:xfrm>
        </p:grpSpPr>
        <p:cxnSp>
          <p:nvCxnSpPr>
            <p:cNvPr id="4707" name="Google Shape;4707;p83"/>
            <p:cNvCxnSpPr/>
            <p:nvPr/>
          </p:nvCxnSpPr>
          <p:spPr>
            <a:xfrm flipH="1">
              <a:off x="-1226350" y="3715675"/>
              <a:ext cx="604800" cy="301200"/>
            </a:xfrm>
            <a:prstGeom prst="bentConnector3">
              <a:avLst>
                <a:gd fmla="val 50000" name="adj1"/>
              </a:avLst>
            </a:prstGeom>
            <a:noFill/>
            <a:ln cap="flat" cmpd="sng" w="9525">
              <a:solidFill>
                <a:srgbClr val="000000"/>
              </a:solidFill>
              <a:prstDash val="solid"/>
              <a:round/>
              <a:headEnd len="med" w="med" type="none"/>
              <a:tailEnd len="med" w="med" type="diamond"/>
            </a:ln>
          </p:spPr>
        </p:cxnSp>
        <p:sp>
          <p:nvSpPr>
            <p:cNvPr id="4708" name="Google Shape;4708;p83"/>
            <p:cNvSpPr txBox="1"/>
            <p:nvPr/>
          </p:nvSpPr>
          <p:spPr>
            <a:xfrm>
              <a:off x="-1244040" y="4040591"/>
              <a:ext cx="386100" cy="123900"/>
            </a:xfrm>
            <a:prstGeom prst="rect">
              <a:avLst/>
            </a:prstGeom>
            <a:noFill/>
            <a:ln>
              <a:noFill/>
            </a:ln>
          </p:spPr>
          <p:txBody>
            <a:bodyPr anchorCtr="0" anchor="t" bIns="0" lIns="0" spcFirstLastPara="1" rIns="0" wrap="square" tIns="0">
              <a:noAutofit/>
            </a:bodyPr>
            <a:lstStyle/>
            <a:p>
              <a:pPr indent="0" lvl="0" marL="0" rtl="0" algn="l">
                <a:spcBef>
                  <a:spcPts val="0"/>
                </a:spcBef>
                <a:spcAft>
                  <a:spcPts val="0"/>
                </a:spcAft>
                <a:buNone/>
              </a:pPr>
              <a:r>
                <a:rPr lang="es-419" sz="700"/>
                <a:t>&lt;...&gt;</a:t>
              </a:r>
              <a:endParaRPr sz="700"/>
            </a:p>
          </p:txBody>
        </p:sp>
        <p:sp>
          <p:nvSpPr>
            <p:cNvPr id="4709" name="Google Shape;4709;p83"/>
            <p:cNvSpPr txBox="1"/>
            <p:nvPr/>
          </p:nvSpPr>
          <p:spPr>
            <a:xfrm>
              <a:off x="-1013062" y="3574298"/>
              <a:ext cx="386100" cy="123900"/>
            </a:xfrm>
            <a:prstGeom prst="rect">
              <a:avLst/>
            </a:prstGeom>
            <a:noFill/>
            <a:ln>
              <a:noFill/>
            </a:ln>
          </p:spPr>
          <p:txBody>
            <a:bodyPr anchorCtr="0" anchor="t" bIns="0" lIns="0" spcFirstLastPara="1" rIns="0" wrap="square" tIns="0">
              <a:noAutofit/>
            </a:bodyPr>
            <a:lstStyle/>
            <a:p>
              <a:pPr indent="0" lvl="0" marL="0" rtl="0" algn="r">
                <a:spcBef>
                  <a:spcPts val="0"/>
                </a:spcBef>
                <a:spcAft>
                  <a:spcPts val="0"/>
                </a:spcAft>
                <a:buNone/>
              </a:pPr>
              <a:r>
                <a:rPr lang="es-419" sz="700"/>
                <a:t>&lt;...&gt;</a:t>
              </a:r>
              <a:endParaRPr sz="700"/>
            </a:p>
          </p:txBody>
        </p:sp>
      </p:grpSp>
      <p:grpSp>
        <p:nvGrpSpPr>
          <p:cNvPr id="4710" name="Google Shape;4710;p83"/>
          <p:cNvGrpSpPr/>
          <p:nvPr/>
        </p:nvGrpSpPr>
        <p:grpSpPr>
          <a:xfrm>
            <a:off x="593169" y="2775712"/>
            <a:ext cx="622490" cy="586379"/>
            <a:chOff x="-1244040" y="2892312"/>
            <a:chExt cx="622490" cy="586379"/>
          </a:xfrm>
        </p:grpSpPr>
        <p:cxnSp>
          <p:nvCxnSpPr>
            <p:cNvPr id="4711" name="Google Shape;4711;p83"/>
            <p:cNvCxnSpPr/>
            <p:nvPr/>
          </p:nvCxnSpPr>
          <p:spPr>
            <a:xfrm flipH="1">
              <a:off x="-1226350" y="3029875"/>
              <a:ext cx="604800" cy="301200"/>
            </a:xfrm>
            <a:prstGeom prst="bentConnector3">
              <a:avLst>
                <a:gd fmla="val 50000" name="adj1"/>
              </a:avLst>
            </a:prstGeom>
            <a:noFill/>
            <a:ln cap="flat" cmpd="sng" w="9525">
              <a:solidFill>
                <a:srgbClr val="000000"/>
              </a:solidFill>
              <a:prstDash val="solid"/>
              <a:round/>
              <a:headEnd len="med" w="med" type="none"/>
              <a:tailEnd len="med" w="med" type="triangle"/>
            </a:ln>
          </p:spPr>
        </p:cxnSp>
        <p:sp>
          <p:nvSpPr>
            <p:cNvPr id="4712" name="Google Shape;4712;p83"/>
            <p:cNvSpPr txBox="1"/>
            <p:nvPr/>
          </p:nvSpPr>
          <p:spPr>
            <a:xfrm>
              <a:off x="-1244040" y="3354791"/>
              <a:ext cx="386100" cy="123900"/>
            </a:xfrm>
            <a:prstGeom prst="rect">
              <a:avLst/>
            </a:prstGeom>
            <a:noFill/>
            <a:ln>
              <a:noFill/>
            </a:ln>
          </p:spPr>
          <p:txBody>
            <a:bodyPr anchorCtr="0" anchor="t" bIns="0" lIns="0" spcFirstLastPara="1" rIns="0" wrap="square" tIns="0">
              <a:noAutofit/>
            </a:bodyPr>
            <a:lstStyle/>
            <a:p>
              <a:pPr indent="0" lvl="0" marL="0" rtl="0" algn="l">
                <a:spcBef>
                  <a:spcPts val="0"/>
                </a:spcBef>
                <a:spcAft>
                  <a:spcPts val="0"/>
                </a:spcAft>
                <a:buNone/>
              </a:pPr>
              <a:r>
                <a:rPr lang="es-419" sz="700"/>
                <a:t>&lt;...&gt;</a:t>
              </a:r>
              <a:endParaRPr sz="700"/>
            </a:p>
          </p:txBody>
        </p:sp>
        <p:sp>
          <p:nvSpPr>
            <p:cNvPr id="4713" name="Google Shape;4713;p83"/>
            <p:cNvSpPr txBox="1"/>
            <p:nvPr/>
          </p:nvSpPr>
          <p:spPr>
            <a:xfrm>
              <a:off x="-1013062" y="2892312"/>
              <a:ext cx="386100" cy="123900"/>
            </a:xfrm>
            <a:prstGeom prst="rect">
              <a:avLst/>
            </a:prstGeom>
            <a:noFill/>
            <a:ln>
              <a:noFill/>
            </a:ln>
          </p:spPr>
          <p:txBody>
            <a:bodyPr anchorCtr="0" anchor="t" bIns="0" lIns="0" spcFirstLastPara="1" rIns="0" wrap="square" tIns="0">
              <a:noAutofit/>
            </a:bodyPr>
            <a:lstStyle/>
            <a:p>
              <a:pPr indent="0" lvl="0" marL="0" rtl="0" algn="r">
                <a:spcBef>
                  <a:spcPts val="0"/>
                </a:spcBef>
                <a:spcAft>
                  <a:spcPts val="0"/>
                </a:spcAft>
                <a:buNone/>
              </a:pPr>
              <a:r>
                <a:rPr lang="es-419" sz="700"/>
                <a:t>&lt;...&gt;</a:t>
              </a:r>
              <a:endParaRPr sz="700"/>
            </a:p>
          </p:txBody>
        </p:sp>
      </p:grpSp>
      <p:grpSp>
        <p:nvGrpSpPr>
          <p:cNvPr id="4714" name="Google Shape;4714;p83"/>
          <p:cNvGrpSpPr/>
          <p:nvPr/>
        </p:nvGrpSpPr>
        <p:grpSpPr>
          <a:xfrm>
            <a:off x="593169" y="4753098"/>
            <a:ext cx="622490" cy="590192"/>
            <a:chOff x="-1244040" y="3574298"/>
            <a:chExt cx="622490" cy="590192"/>
          </a:xfrm>
        </p:grpSpPr>
        <p:cxnSp>
          <p:nvCxnSpPr>
            <p:cNvPr id="4715" name="Google Shape;4715;p83"/>
            <p:cNvCxnSpPr/>
            <p:nvPr/>
          </p:nvCxnSpPr>
          <p:spPr>
            <a:xfrm flipH="1">
              <a:off x="-1226350" y="3715675"/>
              <a:ext cx="604800" cy="301200"/>
            </a:xfrm>
            <a:prstGeom prst="bentConnector3">
              <a:avLst>
                <a:gd fmla="val 50000" name="adj1"/>
              </a:avLst>
            </a:prstGeom>
            <a:noFill/>
            <a:ln cap="flat" cmpd="sng" w="9525">
              <a:solidFill>
                <a:srgbClr val="000000"/>
              </a:solidFill>
              <a:prstDash val="solid"/>
              <a:round/>
              <a:headEnd len="med" w="med" type="none"/>
              <a:tailEnd len="med" w="med" type="none"/>
            </a:ln>
          </p:spPr>
        </p:cxnSp>
        <p:sp>
          <p:nvSpPr>
            <p:cNvPr id="4716" name="Google Shape;4716;p83"/>
            <p:cNvSpPr txBox="1"/>
            <p:nvPr/>
          </p:nvSpPr>
          <p:spPr>
            <a:xfrm>
              <a:off x="-1244040" y="4040591"/>
              <a:ext cx="386100" cy="123900"/>
            </a:xfrm>
            <a:prstGeom prst="rect">
              <a:avLst/>
            </a:prstGeom>
            <a:noFill/>
            <a:ln>
              <a:noFill/>
            </a:ln>
          </p:spPr>
          <p:txBody>
            <a:bodyPr anchorCtr="0" anchor="t" bIns="0" lIns="0" spcFirstLastPara="1" rIns="0" wrap="square" tIns="0">
              <a:noAutofit/>
            </a:bodyPr>
            <a:lstStyle/>
            <a:p>
              <a:pPr indent="0" lvl="0" marL="0" rtl="0" algn="l">
                <a:spcBef>
                  <a:spcPts val="0"/>
                </a:spcBef>
                <a:spcAft>
                  <a:spcPts val="0"/>
                </a:spcAft>
                <a:buNone/>
              </a:pPr>
              <a:r>
                <a:rPr lang="es-419" sz="700"/>
                <a:t>&lt;...&gt;</a:t>
              </a:r>
              <a:endParaRPr sz="700"/>
            </a:p>
          </p:txBody>
        </p:sp>
        <p:sp>
          <p:nvSpPr>
            <p:cNvPr id="4717" name="Google Shape;4717;p83"/>
            <p:cNvSpPr txBox="1"/>
            <p:nvPr/>
          </p:nvSpPr>
          <p:spPr>
            <a:xfrm>
              <a:off x="-1013062" y="3574298"/>
              <a:ext cx="386100" cy="123900"/>
            </a:xfrm>
            <a:prstGeom prst="rect">
              <a:avLst/>
            </a:prstGeom>
            <a:noFill/>
            <a:ln>
              <a:noFill/>
            </a:ln>
          </p:spPr>
          <p:txBody>
            <a:bodyPr anchorCtr="0" anchor="t" bIns="0" lIns="0" spcFirstLastPara="1" rIns="0" wrap="square" tIns="0">
              <a:noAutofit/>
            </a:bodyPr>
            <a:lstStyle/>
            <a:p>
              <a:pPr indent="0" lvl="0" marL="0" rtl="0" algn="r">
                <a:spcBef>
                  <a:spcPts val="0"/>
                </a:spcBef>
                <a:spcAft>
                  <a:spcPts val="0"/>
                </a:spcAft>
                <a:buNone/>
              </a:pPr>
              <a:r>
                <a:rPr lang="es-419" sz="700"/>
                <a:t>&lt;...&gt;</a:t>
              </a:r>
              <a:endParaRPr sz="700"/>
            </a:p>
          </p:txBody>
        </p:sp>
      </p:grpSp>
      <p:cxnSp>
        <p:nvCxnSpPr>
          <p:cNvPr id="4718" name="Google Shape;4718;p83"/>
          <p:cNvCxnSpPr/>
          <p:nvPr/>
        </p:nvCxnSpPr>
        <p:spPr>
          <a:xfrm>
            <a:off x="1826987" y="87450"/>
            <a:ext cx="0" cy="6665100"/>
          </a:xfrm>
          <a:prstGeom prst="straightConnector1">
            <a:avLst/>
          </a:prstGeom>
          <a:noFill/>
          <a:ln cap="flat" cmpd="sng" w="28575">
            <a:solidFill>
              <a:srgbClr val="B7B7B7"/>
            </a:solidFill>
            <a:prstDash val="dash"/>
            <a:round/>
            <a:headEnd len="med" w="med" type="none"/>
            <a:tailEnd len="med" w="med" type="none"/>
          </a:ln>
        </p:spPr>
      </p:cxnSp>
    </p:spTree>
  </p:cSld>
  <p:clrMapOvr>
    <a:masterClrMapping/>
  </p:clrMapOvr>
</p:sldLayout>
</file>

<file path=ppt/slideLayouts/slideLayout8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Paleta 2 1">
  <p:cSld name="TITLE_3_5_1">
    <p:spTree>
      <p:nvGrpSpPr>
        <p:cNvPr id="4719" name="Shape 4719"/>
        <p:cNvGrpSpPr/>
        <p:nvPr/>
      </p:nvGrpSpPr>
      <p:grpSpPr>
        <a:xfrm>
          <a:off x="0" y="0"/>
          <a:ext cx="0" cy="0"/>
          <a:chOff x="0" y="0"/>
          <a:chExt cx="0" cy="0"/>
        </a:xfrm>
      </p:grpSpPr>
      <p:sp>
        <p:nvSpPr>
          <p:cNvPr id="4720" name="Google Shape;4720;p84"/>
          <p:cNvSpPr txBox="1"/>
          <p:nvPr/>
        </p:nvSpPr>
        <p:spPr>
          <a:xfrm>
            <a:off x="-5257800" y="838200"/>
            <a:ext cx="4648200" cy="6248400"/>
          </a:xfrm>
          <a:prstGeom prst="rect">
            <a:avLst/>
          </a:prstGeom>
          <a:solidFill>
            <a:srgbClr val="FFFFFF"/>
          </a:solidFill>
          <a:ln cap="flat" cmpd="sng" w="9525">
            <a:solidFill>
              <a:srgbClr val="00B0F0"/>
            </a:solidFill>
            <a:prstDash val="solid"/>
            <a:round/>
            <a:headEnd len="sm" w="sm" type="none"/>
            <a:tailEnd len="sm" w="sm" type="none"/>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A6A6A6"/>
              </a:buClr>
              <a:buSzPts val="1700"/>
              <a:buFont typeface="Tahoma"/>
              <a:buNone/>
            </a:pPr>
            <a:r>
              <a:rPr b="1" i="0" lang="es-419" sz="1700" u="none">
                <a:solidFill>
                  <a:srgbClr val="A6A6A6"/>
                </a:solidFill>
                <a:latin typeface="Tahoma"/>
                <a:ea typeface="Tahoma"/>
                <a:cs typeface="Tahoma"/>
                <a:sym typeface="Tahoma"/>
              </a:rPr>
              <a:t>                                                           Fichas</a:t>
            </a:r>
            <a:endParaRPr/>
          </a:p>
          <a:p>
            <a:pPr indent="0" lvl="0" marL="0" marR="0" rtl="0" algn="r">
              <a:lnSpc>
                <a:spcPct val="100000"/>
              </a:lnSpc>
              <a:spcBef>
                <a:spcPts val="0"/>
              </a:spcBef>
              <a:spcAft>
                <a:spcPts val="0"/>
              </a:spcAft>
              <a:buClr>
                <a:srgbClr val="A6A6A6"/>
              </a:buClr>
              <a:buSzPts val="1700"/>
              <a:buFont typeface="Tahoma"/>
              <a:buNone/>
            </a:pPr>
            <a:r>
              <a:rPr b="1" i="0" lang="es-419" sz="1700" u="none">
                <a:solidFill>
                  <a:srgbClr val="A6A6A6"/>
                </a:solidFill>
                <a:latin typeface="Tahoma"/>
                <a:ea typeface="Tahoma"/>
                <a:cs typeface="Tahoma"/>
                <a:sym typeface="Tahoma"/>
              </a:rPr>
              <a:t>Worker</a:t>
            </a:r>
            <a:endParaRPr/>
          </a:p>
        </p:txBody>
      </p:sp>
      <p:sp>
        <p:nvSpPr>
          <p:cNvPr id="4721" name="Google Shape;4721;p84"/>
          <p:cNvSpPr txBox="1"/>
          <p:nvPr/>
        </p:nvSpPr>
        <p:spPr>
          <a:xfrm>
            <a:off x="10283825" y="838200"/>
            <a:ext cx="4319700" cy="6248400"/>
          </a:xfrm>
          <a:prstGeom prst="rect">
            <a:avLst/>
          </a:prstGeom>
          <a:solidFill>
            <a:srgbClr val="FFFFFF"/>
          </a:solidFill>
          <a:ln cap="flat" cmpd="sng" w="9525">
            <a:solidFill>
              <a:srgbClr val="00B0F0"/>
            </a:solidFill>
            <a:prstDash val="solid"/>
            <a:round/>
            <a:headEnd len="sm" w="sm" type="none"/>
            <a:tailEnd len="sm" w="sm" type="none"/>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A6A6A6"/>
              </a:buClr>
              <a:buSzPts val="1800"/>
              <a:buFont typeface="Tahoma"/>
              <a:buNone/>
            </a:pPr>
            <a:r>
              <a:rPr b="1" i="0" lang="es-419" sz="1800" u="none">
                <a:solidFill>
                  <a:srgbClr val="A6A6A6"/>
                </a:solidFill>
                <a:latin typeface="Tahoma"/>
                <a:ea typeface="Tahoma"/>
                <a:cs typeface="Tahoma"/>
                <a:sym typeface="Tahoma"/>
              </a:rPr>
              <a:t>  </a:t>
            </a:r>
            <a:r>
              <a:rPr b="1" i="0" lang="es-419" sz="1700" u="none">
                <a:solidFill>
                  <a:srgbClr val="A6A6A6"/>
                </a:solidFill>
                <a:latin typeface="Tahoma"/>
                <a:ea typeface="Tahoma"/>
                <a:cs typeface="Tahoma"/>
                <a:sym typeface="Tahoma"/>
              </a:rPr>
              <a:t>Fichas</a:t>
            </a:r>
            <a:endParaRPr/>
          </a:p>
          <a:p>
            <a:pPr indent="0" lvl="0" marL="0" marR="0" rtl="0" algn="l">
              <a:lnSpc>
                <a:spcPct val="100000"/>
              </a:lnSpc>
              <a:spcBef>
                <a:spcPts val="0"/>
              </a:spcBef>
              <a:spcAft>
                <a:spcPts val="0"/>
              </a:spcAft>
              <a:buClr>
                <a:srgbClr val="A6A6A6"/>
              </a:buClr>
              <a:buSzPts val="1700"/>
              <a:buFont typeface="Tahoma"/>
              <a:buNone/>
            </a:pPr>
            <a:r>
              <a:rPr b="1" i="0" lang="es-419" sz="1700" u="none">
                <a:solidFill>
                  <a:srgbClr val="A6A6A6"/>
                </a:solidFill>
                <a:latin typeface="Tahoma"/>
                <a:ea typeface="Tahoma"/>
                <a:cs typeface="Tahoma"/>
                <a:sym typeface="Tahoma"/>
              </a:rPr>
              <a:t>Usuarios</a:t>
            </a:r>
            <a:endParaRPr/>
          </a:p>
        </p:txBody>
      </p:sp>
      <p:sp>
        <p:nvSpPr>
          <p:cNvPr id="4722" name="Google Shape;4722;p84"/>
          <p:cNvSpPr txBox="1"/>
          <p:nvPr/>
        </p:nvSpPr>
        <p:spPr>
          <a:xfrm>
            <a:off x="-5257800" y="7199312"/>
            <a:ext cx="7924800" cy="811200"/>
          </a:xfrm>
          <a:prstGeom prst="rect">
            <a:avLst/>
          </a:prstGeom>
          <a:solidFill>
            <a:srgbClr val="FFFFFF"/>
          </a:solidFill>
          <a:ln cap="flat" cmpd="sng" w="9525">
            <a:solidFill>
              <a:srgbClr val="00B0F0"/>
            </a:solidFill>
            <a:prstDash val="solid"/>
            <a:round/>
            <a:headEnd len="sm" w="sm" type="none"/>
            <a:tailEnd len="sm" w="sm" type="none"/>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A6A6A6"/>
              </a:buClr>
              <a:buSzPts val="1700"/>
              <a:buFont typeface="Tahoma"/>
              <a:buNone/>
            </a:pPr>
            <a:r>
              <a:rPr b="1" i="0" lang="es-419" sz="1700" u="none">
                <a:solidFill>
                  <a:srgbClr val="A6A6A6"/>
                </a:solidFill>
                <a:latin typeface="Tahoma"/>
                <a:ea typeface="Tahoma"/>
                <a:cs typeface="Tahoma"/>
                <a:sym typeface="Tahoma"/>
              </a:rPr>
              <a:t>Elementos</a:t>
            </a:r>
            <a:endParaRPr/>
          </a:p>
        </p:txBody>
      </p:sp>
      <p:sp>
        <p:nvSpPr>
          <p:cNvPr id="4723" name="Google Shape;4723;p84"/>
          <p:cNvSpPr txBox="1"/>
          <p:nvPr/>
        </p:nvSpPr>
        <p:spPr>
          <a:xfrm>
            <a:off x="2820976" y="7199300"/>
            <a:ext cx="11782500" cy="811200"/>
          </a:xfrm>
          <a:prstGeom prst="rect">
            <a:avLst/>
          </a:prstGeom>
          <a:solidFill>
            <a:srgbClr val="FFFFFF"/>
          </a:solidFill>
          <a:ln cap="flat" cmpd="sng" w="9525">
            <a:solidFill>
              <a:srgbClr val="00B0F0"/>
            </a:solidFill>
            <a:prstDash val="solid"/>
            <a:round/>
            <a:headEnd len="sm" w="sm" type="none"/>
            <a:tailEnd len="sm" w="sm" type="none"/>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A6A6A6"/>
              </a:buClr>
              <a:buSzPts val="1700"/>
              <a:buFont typeface="Tahoma"/>
              <a:buNone/>
            </a:pPr>
            <a:r>
              <a:rPr b="1" i="0" lang="es-419" sz="1700" u="none">
                <a:solidFill>
                  <a:srgbClr val="A6A6A6"/>
                </a:solidFill>
                <a:latin typeface="Tahoma"/>
                <a:ea typeface="Tahoma"/>
                <a:cs typeface="Tahoma"/>
                <a:sym typeface="Tahoma"/>
              </a:rPr>
              <a:t>Comunicación</a:t>
            </a:r>
            <a:endParaRPr/>
          </a:p>
        </p:txBody>
      </p:sp>
      <p:pic>
        <p:nvPicPr>
          <p:cNvPr id="4724" name="Google Shape;4724;p84"/>
          <p:cNvPicPr preferRelativeResize="0"/>
          <p:nvPr/>
        </p:nvPicPr>
        <p:blipFill rotWithShape="1">
          <a:blip r:embed="rId2">
            <a:alphaModFix/>
          </a:blip>
          <a:srcRect b="0" l="0" r="0" t="0"/>
          <a:stretch/>
        </p:blipFill>
        <p:spPr>
          <a:xfrm>
            <a:off x="12744537" y="2342855"/>
            <a:ext cx="242721" cy="644138"/>
          </a:xfrm>
          <a:prstGeom prst="rect">
            <a:avLst/>
          </a:prstGeom>
          <a:noFill/>
          <a:ln>
            <a:noFill/>
          </a:ln>
        </p:spPr>
      </p:pic>
      <p:pic>
        <p:nvPicPr>
          <p:cNvPr id="4725" name="Google Shape;4725;p84"/>
          <p:cNvPicPr preferRelativeResize="0"/>
          <p:nvPr/>
        </p:nvPicPr>
        <p:blipFill rotWithShape="1">
          <a:blip r:embed="rId3">
            <a:alphaModFix/>
          </a:blip>
          <a:srcRect b="0" l="0" r="0" t="0"/>
          <a:stretch/>
        </p:blipFill>
        <p:spPr>
          <a:xfrm>
            <a:off x="13685285" y="2343268"/>
            <a:ext cx="242721" cy="643303"/>
          </a:xfrm>
          <a:prstGeom prst="rect">
            <a:avLst/>
          </a:prstGeom>
          <a:noFill/>
          <a:ln>
            <a:noFill/>
          </a:ln>
        </p:spPr>
      </p:pic>
      <p:pic>
        <p:nvPicPr>
          <p:cNvPr id="4726" name="Google Shape;4726;p84"/>
          <p:cNvPicPr preferRelativeResize="0"/>
          <p:nvPr/>
        </p:nvPicPr>
        <p:blipFill rotWithShape="1">
          <a:blip r:embed="rId4">
            <a:alphaModFix/>
          </a:blip>
          <a:srcRect b="0" l="0" r="0" t="0"/>
          <a:stretch/>
        </p:blipFill>
        <p:spPr>
          <a:xfrm>
            <a:off x="12724898" y="1500601"/>
            <a:ext cx="194343" cy="643303"/>
          </a:xfrm>
          <a:prstGeom prst="rect">
            <a:avLst/>
          </a:prstGeom>
          <a:noFill/>
          <a:ln>
            <a:noFill/>
          </a:ln>
        </p:spPr>
      </p:pic>
      <p:pic>
        <p:nvPicPr>
          <p:cNvPr id="4727" name="Google Shape;4727;p84"/>
          <p:cNvPicPr preferRelativeResize="0"/>
          <p:nvPr/>
        </p:nvPicPr>
        <p:blipFill rotWithShape="1">
          <a:blip r:embed="rId5">
            <a:alphaModFix/>
          </a:blip>
          <a:srcRect b="0" l="0" r="0" t="0"/>
          <a:stretch/>
        </p:blipFill>
        <p:spPr>
          <a:xfrm>
            <a:off x="13269668" y="2359148"/>
            <a:ext cx="227707" cy="644136"/>
          </a:xfrm>
          <a:prstGeom prst="rect">
            <a:avLst/>
          </a:prstGeom>
          <a:noFill/>
          <a:ln>
            <a:noFill/>
          </a:ln>
        </p:spPr>
      </p:pic>
      <p:pic>
        <p:nvPicPr>
          <p:cNvPr id="4728" name="Google Shape;4728;p84"/>
          <p:cNvPicPr preferRelativeResize="0"/>
          <p:nvPr/>
        </p:nvPicPr>
        <p:blipFill rotWithShape="1">
          <a:blip r:embed="rId6">
            <a:alphaModFix/>
          </a:blip>
          <a:srcRect b="0" l="0" r="0" t="0"/>
          <a:stretch/>
        </p:blipFill>
        <p:spPr>
          <a:xfrm>
            <a:off x="13722849" y="1529896"/>
            <a:ext cx="309448" cy="643302"/>
          </a:xfrm>
          <a:prstGeom prst="rect">
            <a:avLst/>
          </a:prstGeom>
          <a:noFill/>
          <a:ln>
            <a:noFill/>
          </a:ln>
        </p:spPr>
      </p:pic>
      <p:pic>
        <p:nvPicPr>
          <p:cNvPr id="4729" name="Google Shape;4729;p84"/>
          <p:cNvPicPr preferRelativeResize="0"/>
          <p:nvPr/>
        </p:nvPicPr>
        <p:blipFill rotWithShape="1">
          <a:blip r:embed="rId7">
            <a:alphaModFix/>
          </a:blip>
          <a:srcRect b="0" l="0" r="0" t="0"/>
          <a:stretch/>
        </p:blipFill>
        <p:spPr>
          <a:xfrm>
            <a:off x="13290283" y="1463864"/>
            <a:ext cx="313619" cy="700876"/>
          </a:xfrm>
          <a:prstGeom prst="rect">
            <a:avLst/>
          </a:prstGeom>
          <a:noFill/>
          <a:ln>
            <a:noFill/>
          </a:ln>
        </p:spPr>
      </p:pic>
      <p:pic>
        <p:nvPicPr>
          <p:cNvPr id="4730" name="Google Shape;4730;p84"/>
          <p:cNvPicPr preferRelativeResize="0"/>
          <p:nvPr/>
        </p:nvPicPr>
        <p:blipFill rotWithShape="1">
          <a:blip r:embed="rId8">
            <a:alphaModFix/>
          </a:blip>
          <a:srcRect b="0" l="0" r="0" t="0"/>
          <a:stretch/>
        </p:blipFill>
        <p:spPr>
          <a:xfrm>
            <a:off x="12621058" y="3154802"/>
            <a:ext cx="402033" cy="680849"/>
          </a:xfrm>
          <a:prstGeom prst="rect">
            <a:avLst/>
          </a:prstGeom>
          <a:noFill/>
          <a:ln>
            <a:noFill/>
          </a:ln>
        </p:spPr>
      </p:pic>
      <p:pic>
        <p:nvPicPr>
          <p:cNvPr id="4731" name="Google Shape;4731;p84"/>
          <p:cNvPicPr preferRelativeResize="0"/>
          <p:nvPr/>
        </p:nvPicPr>
        <p:blipFill rotWithShape="1">
          <a:blip r:embed="rId9">
            <a:alphaModFix/>
          </a:blip>
          <a:srcRect b="0" l="0" r="0" t="0"/>
          <a:stretch/>
        </p:blipFill>
        <p:spPr>
          <a:xfrm>
            <a:off x="12624861" y="3944294"/>
            <a:ext cx="482105" cy="661660"/>
          </a:xfrm>
          <a:prstGeom prst="rect">
            <a:avLst/>
          </a:prstGeom>
          <a:noFill/>
          <a:ln>
            <a:noFill/>
          </a:ln>
        </p:spPr>
      </p:pic>
      <p:pic>
        <p:nvPicPr>
          <p:cNvPr id="4732" name="Google Shape;4732;p84"/>
          <p:cNvPicPr preferRelativeResize="0"/>
          <p:nvPr/>
        </p:nvPicPr>
        <p:blipFill rotWithShape="1">
          <a:blip r:embed="rId10">
            <a:alphaModFix/>
          </a:blip>
          <a:srcRect b="0" l="0" r="0" t="0"/>
          <a:stretch/>
        </p:blipFill>
        <p:spPr>
          <a:xfrm>
            <a:off x="13253283" y="3127619"/>
            <a:ext cx="200183" cy="643302"/>
          </a:xfrm>
          <a:prstGeom prst="rect">
            <a:avLst/>
          </a:prstGeom>
          <a:noFill/>
          <a:ln>
            <a:noFill/>
          </a:ln>
        </p:spPr>
      </p:pic>
      <p:pic>
        <p:nvPicPr>
          <p:cNvPr id="4733" name="Google Shape;4733;p84"/>
          <p:cNvPicPr preferRelativeResize="0"/>
          <p:nvPr/>
        </p:nvPicPr>
        <p:blipFill rotWithShape="1">
          <a:blip r:embed="rId11">
            <a:alphaModFix/>
          </a:blip>
          <a:srcRect b="0" l="0" r="0" t="0"/>
          <a:stretch/>
        </p:blipFill>
        <p:spPr>
          <a:xfrm>
            <a:off x="-5155031" y="7503888"/>
            <a:ext cx="221859" cy="202015"/>
          </a:xfrm>
          <a:prstGeom prst="rect">
            <a:avLst/>
          </a:prstGeom>
          <a:noFill/>
          <a:ln>
            <a:noFill/>
          </a:ln>
        </p:spPr>
      </p:pic>
      <p:pic>
        <p:nvPicPr>
          <p:cNvPr id="4734" name="Google Shape;4734;p84"/>
          <p:cNvPicPr preferRelativeResize="0"/>
          <p:nvPr/>
        </p:nvPicPr>
        <p:blipFill rotWithShape="1">
          <a:blip r:embed="rId12">
            <a:alphaModFix/>
          </a:blip>
          <a:srcRect b="0" l="0" r="0" t="0"/>
          <a:stretch/>
        </p:blipFill>
        <p:spPr>
          <a:xfrm>
            <a:off x="13574045" y="3092685"/>
            <a:ext cx="341144" cy="662493"/>
          </a:xfrm>
          <a:prstGeom prst="rect">
            <a:avLst/>
          </a:prstGeom>
          <a:noFill/>
          <a:ln>
            <a:noFill/>
          </a:ln>
        </p:spPr>
      </p:pic>
      <p:pic>
        <p:nvPicPr>
          <p:cNvPr id="4735" name="Google Shape;4735;p84"/>
          <p:cNvPicPr preferRelativeResize="0"/>
          <p:nvPr/>
        </p:nvPicPr>
        <p:blipFill rotWithShape="1">
          <a:blip r:embed="rId13">
            <a:alphaModFix/>
          </a:blip>
          <a:srcRect b="0" l="0" r="0" t="0"/>
          <a:stretch/>
        </p:blipFill>
        <p:spPr>
          <a:xfrm>
            <a:off x="-4879783" y="5443620"/>
            <a:ext cx="1476275" cy="1130237"/>
          </a:xfrm>
          <a:prstGeom prst="rect">
            <a:avLst/>
          </a:prstGeom>
          <a:noFill/>
          <a:ln>
            <a:noFill/>
          </a:ln>
        </p:spPr>
      </p:pic>
      <p:pic>
        <p:nvPicPr>
          <p:cNvPr id="4736" name="Google Shape;4736;p84"/>
          <p:cNvPicPr preferRelativeResize="0"/>
          <p:nvPr/>
        </p:nvPicPr>
        <p:blipFill rotWithShape="1">
          <a:blip r:embed="rId14">
            <a:alphaModFix/>
          </a:blip>
          <a:srcRect b="0" l="0" r="0" t="0"/>
          <a:stretch/>
        </p:blipFill>
        <p:spPr>
          <a:xfrm>
            <a:off x="13238927" y="3895237"/>
            <a:ext cx="228885" cy="644011"/>
          </a:xfrm>
          <a:prstGeom prst="rect">
            <a:avLst/>
          </a:prstGeom>
          <a:noFill/>
          <a:ln>
            <a:noFill/>
          </a:ln>
        </p:spPr>
      </p:pic>
      <p:pic>
        <p:nvPicPr>
          <p:cNvPr id="4737" name="Google Shape;4737;p84"/>
          <p:cNvPicPr preferRelativeResize="0"/>
          <p:nvPr/>
        </p:nvPicPr>
        <p:blipFill rotWithShape="1">
          <a:blip r:embed="rId15">
            <a:alphaModFix/>
          </a:blip>
          <a:srcRect b="0" l="0" r="0" t="0"/>
          <a:stretch/>
        </p:blipFill>
        <p:spPr>
          <a:xfrm>
            <a:off x="-4795587" y="7408056"/>
            <a:ext cx="229994" cy="303581"/>
          </a:xfrm>
          <a:prstGeom prst="rect">
            <a:avLst/>
          </a:prstGeom>
          <a:noFill/>
          <a:ln>
            <a:noFill/>
          </a:ln>
        </p:spPr>
      </p:pic>
      <p:pic>
        <p:nvPicPr>
          <p:cNvPr id="4738" name="Google Shape;4738;p84"/>
          <p:cNvPicPr preferRelativeResize="0"/>
          <p:nvPr/>
        </p:nvPicPr>
        <p:blipFill rotWithShape="1">
          <a:blip r:embed="rId16">
            <a:alphaModFix/>
          </a:blip>
          <a:srcRect b="0" l="0" r="0" t="0"/>
          <a:stretch/>
        </p:blipFill>
        <p:spPr>
          <a:xfrm>
            <a:off x="-4052403" y="7173972"/>
            <a:ext cx="259641" cy="404923"/>
          </a:xfrm>
          <a:prstGeom prst="rect">
            <a:avLst/>
          </a:prstGeom>
          <a:noFill/>
          <a:ln>
            <a:noFill/>
          </a:ln>
        </p:spPr>
      </p:pic>
      <p:pic>
        <p:nvPicPr>
          <p:cNvPr id="4739" name="Google Shape;4739;p84"/>
          <p:cNvPicPr preferRelativeResize="0"/>
          <p:nvPr/>
        </p:nvPicPr>
        <p:blipFill rotWithShape="1">
          <a:blip r:embed="rId17">
            <a:alphaModFix/>
          </a:blip>
          <a:srcRect b="0" l="0" r="0" t="0"/>
          <a:stretch/>
        </p:blipFill>
        <p:spPr>
          <a:xfrm>
            <a:off x="13883458" y="3630078"/>
            <a:ext cx="247261" cy="662387"/>
          </a:xfrm>
          <a:prstGeom prst="rect">
            <a:avLst/>
          </a:prstGeom>
          <a:noFill/>
          <a:ln>
            <a:noFill/>
          </a:ln>
        </p:spPr>
      </p:pic>
      <p:pic>
        <p:nvPicPr>
          <p:cNvPr id="4740" name="Google Shape;4740;p84"/>
          <p:cNvPicPr preferRelativeResize="0"/>
          <p:nvPr/>
        </p:nvPicPr>
        <p:blipFill rotWithShape="1">
          <a:blip r:embed="rId18">
            <a:alphaModFix/>
          </a:blip>
          <a:srcRect b="0" l="0" r="0" t="0"/>
          <a:stretch/>
        </p:blipFill>
        <p:spPr>
          <a:xfrm>
            <a:off x="13589200" y="4184552"/>
            <a:ext cx="356400" cy="673200"/>
          </a:xfrm>
          <a:prstGeom prst="rect">
            <a:avLst/>
          </a:prstGeom>
          <a:noFill/>
          <a:ln>
            <a:noFill/>
          </a:ln>
        </p:spPr>
      </p:pic>
      <p:pic>
        <p:nvPicPr>
          <p:cNvPr id="4741" name="Google Shape;4741;p84"/>
          <p:cNvPicPr preferRelativeResize="0"/>
          <p:nvPr/>
        </p:nvPicPr>
        <p:blipFill rotWithShape="1">
          <a:blip r:embed="rId19">
            <a:alphaModFix/>
          </a:blip>
          <a:srcRect b="0" l="0" r="0" t="0"/>
          <a:stretch/>
        </p:blipFill>
        <p:spPr>
          <a:xfrm>
            <a:off x="2207496" y="7792256"/>
            <a:ext cx="269006" cy="161907"/>
          </a:xfrm>
          <a:prstGeom prst="rect">
            <a:avLst/>
          </a:prstGeom>
          <a:noFill/>
          <a:ln>
            <a:noFill/>
          </a:ln>
        </p:spPr>
      </p:pic>
      <p:pic>
        <p:nvPicPr>
          <p:cNvPr id="4742" name="Google Shape;4742;p84"/>
          <p:cNvPicPr preferRelativeResize="0"/>
          <p:nvPr/>
        </p:nvPicPr>
        <p:blipFill rotWithShape="1">
          <a:blip r:embed="rId20">
            <a:alphaModFix/>
          </a:blip>
          <a:srcRect b="0" l="0" r="0" t="0"/>
          <a:stretch/>
        </p:blipFill>
        <p:spPr>
          <a:xfrm>
            <a:off x="2206766" y="7530804"/>
            <a:ext cx="269717" cy="161194"/>
          </a:xfrm>
          <a:prstGeom prst="rect">
            <a:avLst/>
          </a:prstGeom>
          <a:noFill/>
          <a:ln>
            <a:noFill/>
          </a:ln>
        </p:spPr>
      </p:pic>
      <p:pic>
        <p:nvPicPr>
          <p:cNvPr id="4743" name="Google Shape;4743;p84"/>
          <p:cNvPicPr preferRelativeResize="0"/>
          <p:nvPr/>
        </p:nvPicPr>
        <p:blipFill rotWithShape="1">
          <a:blip r:embed="rId21">
            <a:alphaModFix/>
          </a:blip>
          <a:srcRect b="0" l="0" r="0" t="0"/>
          <a:stretch/>
        </p:blipFill>
        <p:spPr>
          <a:xfrm>
            <a:off x="2179511" y="7268639"/>
            <a:ext cx="182184" cy="161907"/>
          </a:xfrm>
          <a:prstGeom prst="rect">
            <a:avLst/>
          </a:prstGeom>
          <a:noFill/>
          <a:ln>
            <a:noFill/>
          </a:ln>
        </p:spPr>
      </p:pic>
      <p:pic>
        <p:nvPicPr>
          <p:cNvPr id="4744" name="Google Shape;4744;p84"/>
          <p:cNvPicPr preferRelativeResize="0"/>
          <p:nvPr/>
        </p:nvPicPr>
        <p:blipFill rotWithShape="1">
          <a:blip r:embed="rId22">
            <a:alphaModFix/>
          </a:blip>
          <a:srcRect b="0" l="0" r="0" t="0"/>
          <a:stretch/>
        </p:blipFill>
        <p:spPr>
          <a:xfrm>
            <a:off x="2442264" y="7271571"/>
            <a:ext cx="185030" cy="161907"/>
          </a:xfrm>
          <a:prstGeom prst="rect">
            <a:avLst/>
          </a:prstGeom>
          <a:noFill/>
          <a:ln>
            <a:noFill/>
          </a:ln>
        </p:spPr>
      </p:pic>
      <p:pic>
        <p:nvPicPr>
          <p:cNvPr id="4745" name="Google Shape;4745;p84"/>
          <p:cNvPicPr preferRelativeResize="0"/>
          <p:nvPr/>
        </p:nvPicPr>
        <p:blipFill rotWithShape="1">
          <a:blip r:embed="rId23">
            <a:alphaModFix/>
          </a:blip>
          <a:srcRect b="0" l="0" r="0" t="0"/>
          <a:stretch/>
        </p:blipFill>
        <p:spPr>
          <a:xfrm>
            <a:off x="-4899943" y="7792246"/>
            <a:ext cx="182184" cy="161907"/>
          </a:xfrm>
          <a:prstGeom prst="rect">
            <a:avLst/>
          </a:prstGeom>
          <a:noFill/>
          <a:ln>
            <a:noFill/>
          </a:ln>
        </p:spPr>
      </p:pic>
      <p:pic>
        <p:nvPicPr>
          <p:cNvPr id="4746" name="Google Shape;4746;p84"/>
          <p:cNvPicPr preferRelativeResize="0"/>
          <p:nvPr/>
        </p:nvPicPr>
        <p:blipFill rotWithShape="1">
          <a:blip r:embed="rId24">
            <a:alphaModFix/>
          </a:blip>
          <a:srcRect b="0" l="0" r="0" t="0"/>
          <a:stretch/>
        </p:blipFill>
        <p:spPr>
          <a:xfrm>
            <a:off x="-4192846" y="7792251"/>
            <a:ext cx="185030" cy="161907"/>
          </a:xfrm>
          <a:prstGeom prst="rect">
            <a:avLst/>
          </a:prstGeom>
          <a:noFill/>
          <a:ln>
            <a:noFill/>
          </a:ln>
        </p:spPr>
      </p:pic>
      <p:pic>
        <p:nvPicPr>
          <p:cNvPr id="4747" name="Google Shape;4747;p84"/>
          <p:cNvPicPr preferRelativeResize="0"/>
          <p:nvPr/>
        </p:nvPicPr>
        <p:blipFill rotWithShape="1">
          <a:blip r:embed="rId25">
            <a:alphaModFix/>
          </a:blip>
          <a:srcRect b="0" l="0" r="0" t="0"/>
          <a:stretch/>
        </p:blipFill>
        <p:spPr>
          <a:xfrm>
            <a:off x="-3827987" y="7666266"/>
            <a:ext cx="338036" cy="307409"/>
          </a:xfrm>
          <a:prstGeom prst="rect">
            <a:avLst/>
          </a:prstGeom>
          <a:noFill/>
          <a:ln>
            <a:noFill/>
          </a:ln>
        </p:spPr>
      </p:pic>
      <p:pic>
        <p:nvPicPr>
          <p:cNvPr id="4748" name="Google Shape;4748;p84"/>
          <p:cNvPicPr preferRelativeResize="0"/>
          <p:nvPr/>
        </p:nvPicPr>
        <p:blipFill rotWithShape="1">
          <a:blip r:embed="rId26">
            <a:alphaModFix/>
          </a:blip>
          <a:srcRect b="0" l="0" r="0" t="0"/>
          <a:stretch/>
        </p:blipFill>
        <p:spPr>
          <a:xfrm>
            <a:off x="-3350622" y="7739017"/>
            <a:ext cx="184318" cy="161907"/>
          </a:xfrm>
          <a:prstGeom prst="rect">
            <a:avLst/>
          </a:prstGeom>
          <a:noFill/>
          <a:ln>
            <a:noFill/>
          </a:ln>
        </p:spPr>
      </p:pic>
      <p:pic>
        <p:nvPicPr>
          <p:cNvPr id="4749" name="Google Shape;4749;p84"/>
          <p:cNvPicPr preferRelativeResize="0"/>
          <p:nvPr/>
        </p:nvPicPr>
        <p:blipFill rotWithShape="1">
          <a:blip r:embed="rId27">
            <a:alphaModFix/>
          </a:blip>
          <a:srcRect b="0" l="0" r="0" t="0"/>
          <a:stretch/>
        </p:blipFill>
        <p:spPr>
          <a:xfrm>
            <a:off x="-4504406" y="7755430"/>
            <a:ext cx="98208" cy="129097"/>
          </a:xfrm>
          <a:prstGeom prst="rect">
            <a:avLst/>
          </a:prstGeom>
          <a:noFill/>
          <a:ln>
            <a:noFill/>
          </a:ln>
        </p:spPr>
      </p:pic>
      <p:pic>
        <p:nvPicPr>
          <p:cNvPr id="4750" name="Google Shape;4750;p84"/>
          <p:cNvPicPr preferRelativeResize="0"/>
          <p:nvPr/>
        </p:nvPicPr>
        <p:blipFill rotWithShape="1">
          <a:blip r:embed="rId28">
            <a:alphaModFix/>
          </a:blip>
          <a:srcRect b="0" l="0" r="0" t="0"/>
          <a:stretch/>
        </p:blipFill>
        <p:spPr>
          <a:xfrm>
            <a:off x="11586562" y="5793637"/>
            <a:ext cx="540875" cy="548975"/>
          </a:xfrm>
          <a:prstGeom prst="rect">
            <a:avLst/>
          </a:prstGeom>
          <a:noFill/>
          <a:ln>
            <a:noFill/>
          </a:ln>
        </p:spPr>
      </p:pic>
      <p:pic>
        <p:nvPicPr>
          <p:cNvPr id="4751" name="Google Shape;4751;p84"/>
          <p:cNvPicPr preferRelativeResize="0"/>
          <p:nvPr/>
        </p:nvPicPr>
        <p:blipFill rotWithShape="1">
          <a:blip r:embed="rId29">
            <a:alphaModFix/>
          </a:blip>
          <a:srcRect b="0" l="0" r="0" t="0"/>
          <a:stretch/>
        </p:blipFill>
        <p:spPr>
          <a:xfrm>
            <a:off x="12213672" y="5685324"/>
            <a:ext cx="637053" cy="548974"/>
          </a:xfrm>
          <a:prstGeom prst="rect">
            <a:avLst/>
          </a:prstGeom>
          <a:noFill/>
          <a:ln>
            <a:noFill/>
          </a:ln>
        </p:spPr>
      </p:pic>
      <p:pic>
        <p:nvPicPr>
          <p:cNvPr id="4752" name="Google Shape;4752;p84"/>
          <p:cNvPicPr preferRelativeResize="0"/>
          <p:nvPr/>
        </p:nvPicPr>
        <p:blipFill rotWithShape="1">
          <a:blip r:embed="rId30">
            <a:alphaModFix/>
          </a:blip>
          <a:srcRect b="0" l="0" r="0" t="0"/>
          <a:stretch/>
        </p:blipFill>
        <p:spPr>
          <a:xfrm>
            <a:off x="12814667" y="4909970"/>
            <a:ext cx="475941" cy="633431"/>
          </a:xfrm>
          <a:prstGeom prst="rect">
            <a:avLst/>
          </a:prstGeom>
          <a:noFill/>
          <a:ln>
            <a:noFill/>
          </a:ln>
        </p:spPr>
      </p:pic>
      <p:pic>
        <p:nvPicPr>
          <p:cNvPr id="4753" name="Google Shape;4753;p84"/>
          <p:cNvPicPr preferRelativeResize="0"/>
          <p:nvPr/>
        </p:nvPicPr>
        <p:blipFill rotWithShape="1">
          <a:blip r:embed="rId31">
            <a:alphaModFix/>
          </a:blip>
          <a:srcRect b="0" l="0" r="0" t="0"/>
          <a:stretch/>
        </p:blipFill>
        <p:spPr>
          <a:xfrm>
            <a:off x="11518655" y="6390757"/>
            <a:ext cx="551094" cy="591204"/>
          </a:xfrm>
          <a:prstGeom prst="rect">
            <a:avLst/>
          </a:prstGeom>
          <a:noFill/>
          <a:ln>
            <a:noFill/>
          </a:ln>
        </p:spPr>
      </p:pic>
      <p:pic>
        <p:nvPicPr>
          <p:cNvPr id="4754" name="Google Shape;4754;p84"/>
          <p:cNvPicPr preferRelativeResize="0"/>
          <p:nvPr/>
        </p:nvPicPr>
        <p:blipFill rotWithShape="1">
          <a:blip r:embed="rId32">
            <a:alphaModFix/>
          </a:blip>
          <a:srcRect b="0" l="0" r="0" t="0"/>
          <a:stretch/>
        </p:blipFill>
        <p:spPr>
          <a:xfrm>
            <a:off x="12327821" y="6376190"/>
            <a:ext cx="509015" cy="527861"/>
          </a:xfrm>
          <a:prstGeom prst="rect">
            <a:avLst/>
          </a:prstGeom>
          <a:noFill/>
          <a:ln>
            <a:noFill/>
          </a:ln>
        </p:spPr>
      </p:pic>
      <p:pic>
        <p:nvPicPr>
          <p:cNvPr id="4755" name="Google Shape;4755;p84"/>
          <p:cNvPicPr preferRelativeResize="0"/>
          <p:nvPr/>
        </p:nvPicPr>
        <p:blipFill rotWithShape="1">
          <a:blip r:embed="rId33">
            <a:alphaModFix/>
          </a:blip>
          <a:srcRect b="0" l="0" r="0" t="0"/>
          <a:stretch/>
        </p:blipFill>
        <p:spPr>
          <a:xfrm>
            <a:off x="13483510" y="4973316"/>
            <a:ext cx="492608" cy="506746"/>
          </a:xfrm>
          <a:prstGeom prst="rect">
            <a:avLst/>
          </a:prstGeom>
          <a:noFill/>
          <a:ln>
            <a:noFill/>
          </a:ln>
        </p:spPr>
      </p:pic>
      <p:pic>
        <p:nvPicPr>
          <p:cNvPr id="4756" name="Google Shape;4756;p84"/>
          <p:cNvPicPr preferRelativeResize="0"/>
          <p:nvPr/>
        </p:nvPicPr>
        <p:blipFill rotWithShape="1">
          <a:blip r:embed="rId34">
            <a:alphaModFix/>
          </a:blip>
          <a:srcRect b="0" l="0" r="0" t="0"/>
          <a:stretch/>
        </p:blipFill>
        <p:spPr>
          <a:xfrm>
            <a:off x="11613717" y="4972365"/>
            <a:ext cx="336059" cy="696776"/>
          </a:xfrm>
          <a:prstGeom prst="rect">
            <a:avLst/>
          </a:prstGeom>
          <a:noFill/>
          <a:ln>
            <a:noFill/>
          </a:ln>
        </p:spPr>
      </p:pic>
      <p:pic>
        <p:nvPicPr>
          <p:cNvPr id="4757" name="Google Shape;4757;p84"/>
          <p:cNvPicPr preferRelativeResize="0"/>
          <p:nvPr/>
        </p:nvPicPr>
        <p:blipFill rotWithShape="1">
          <a:blip r:embed="rId35">
            <a:alphaModFix/>
          </a:blip>
          <a:srcRect b="0" l="0" r="0" t="0"/>
          <a:stretch/>
        </p:blipFill>
        <p:spPr>
          <a:xfrm>
            <a:off x="-4219334" y="7267135"/>
            <a:ext cx="140330" cy="396835"/>
          </a:xfrm>
          <a:prstGeom prst="rect">
            <a:avLst/>
          </a:prstGeom>
          <a:noFill/>
          <a:ln>
            <a:noFill/>
          </a:ln>
        </p:spPr>
      </p:pic>
      <p:pic>
        <p:nvPicPr>
          <p:cNvPr id="4758" name="Google Shape;4758;p84"/>
          <p:cNvPicPr preferRelativeResize="0"/>
          <p:nvPr/>
        </p:nvPicPr>
        <p:blipFill rotWithShape="1">
          <a:blip r:embed="rId36">
            <a:alphaModFix/>
          </a:blip>
          <a:srcRect b="0" l="0" r="0" t="0"/>
          <a:stretch/>
        </p:blipFill>
        <p:spPr>
          <a:xfrm>
            <a:off x="-4543418" y="7361578"/>
            <a:ext cx="256682" cy="396543"/>
          </a:xfrm>
          <a:prstGeom prst="rect">
            <a:avLst/>
          </a:prstGeom>
          <a:noFill/>
          <a:ln>
            <a:noFill/>
          </a:ln>
        </p:spPr>
      </p:pic>
      <p:pic>
        <p:nvPicPr>
          <p:cNvPr id="4759" name="Google Shape;4759;p84"/>
          <p:cNvPicPr preferRelativeResize="0"/>
          <p:nvPr/>
        </p:nvPicPr>
        <p:blipFill rotWithShape="1">
          <a:blip r:embed="rId37">
            <a:alphaModFix/>
          </a:blip>
          <a:srcRect b="0" l="0" r="0" t="0"/>
          <a:stretch/>
        </p:blipFill>
        <p:spPr>
          <a:xfrm>
            <a:off x="5376897" y="7262797"/>
            <a:ext cx="634453" cy="547741"/>
          </a:xfrm>
          <a:prstGeom prst="rect">
            <a:avLst/>
          </a:prstGeom>
          <a:noFill/>
          <a:ln>
            <a:noFill/>
          </a:ln>
        </p:spPr>
      </p:pic>
      <p:pic>
        <p:nvPicPr>
          <p:cNvPr id="4760" name="Google Shape;4760;p84"/>
          <p:cNvPicPr preferRelativeResize="0"/>
          <p:nvPr/>
        </p:nvPicPr>
        <p:blipFill rotWithShape="1">
          <a:blip r:embed="rId38">
            <a:alphaModFix/>
          </a:blip>
          <a:srcRect b="0" l="0" r="0" t="0"/>
          <a:stretch/>
        </p:blipFill>
        <p:spPr>
          <a:xfrm>
            <a:off x="13633964" y="5595625"/>
            <a:ext cx="746229" cy="633863"/>
          </a:xfrm>
          <a:prstGeom prst="rect">
            <a:avLst/>
          </a:prstGeom>
          <a:noFill/>
          <a:ln>
            <a:noFill/>
          </a:ln>
        </p:spPr>
      </p:pic>
      <p:pic>
        <p:nvPicPr>
          <p:cNvPr id="4761" name="Google Shape;4761;p84"/>
          <p:cNvPicPr preferRelativeResize="0"/>
          <p:nvPr/>
        </p:nvPicPr>
        <p:blipFill rotWithShape="1">
          <a:blip r:embed="rId39">
            <a:alphaModFix/>
          </a:blip>
          <a:srcRect b="0" l="0" r="0" t="0"/>
          <a:stretch/>
        </p:blipFill>
        <p:spPr>
          <a:xfrm>
            <a:off x="13094868" y="6345045"/>
            <a:ext cx="577331" cy="590146"/>
          </a:xfrm>
          <a:prstGeom prst="rect">
            <a:avLst/>
          </a:prstGeom>
          <a:noFill/>
          <a:ln>
            <a:noFill/>
          </a:ln>
        </p:spPr>
      </p:pic>
      <p:pic>
        <p:nvPicPr>
          <p:cNvPr id="4762" name="Google Shape;4762;p84"/>
          <p:cNvPicPr preferRelativeResize="0"/>
          <p:nvPr/>
        </p:nvPicPr>
        <p:blipFill rotWithShape="1">
          <a:blip r:embed="rId40">
            <a:alphaModFix/>
          </a:blip>
          <a:srcRect b="0" l="0" r="0" t="0"/>
          <a:stretch/>
        </p:blipFill>
        <p:spPr>
          <a:xfrm>
            <a:off x="13722847" y="6226699"/>
            <a:ext cx="599425" cy="633860"/>
          </a:xfrm>
          <a:prstGeom prst="rect">
            <a:avLst/>
          </a:prstGeom>
          <a:noFill/>
          <a:ln>
            <a:noFill/>
          </a:ln>
        </p:spPr>
      </p:pic>
      <p:pic>
        <p:nvPicPr>
          <p:cNvPr id="4763" name="Google Shape;4763;p84"/>
          <p:cNvPicPr preferRelativeResize="0"/>
          <p:nvPr/>
        </p:nvPicPr>
        <p:blipFill rotWithShape="1">
          <a:blip r:embed="rId41">
            <a:alphaModFix/>
          </a:blip>
          <a:srcRect b="0" l="0" r="0" t="0"/>
          <a:stretch/>
        </p:blipFill>
        <p:spPr>
          <a:xfrm>
            <a:off x="12992868" y="5465484"/>
            <a:ext cx="485054" cy="874292"/>
          </a:xfrm>
          <a:prstGeom prst="rect">
            <a:avLst/>
          </a:prstGeom>
          <a:noFill/>
          <a:ln>
            <a:noFill/>
          </a:ln>
        </p:spPr>
      </p:pic>
      <p:sp>
        <p:nvSpPr>
          <p:cNvPr id="4764" name="Google Shape;4764;p84"/>
          <p:cNvSpPr/>
          <p:nvPr/>
        </p:nvSpPr>
        <p:spPr>
          <a:xfrm>
            <a:off x="6504029" y="7634678"/>
            <a:ext cx="620100" cy="198600"/>
          </a:xfrm>
          <a:prstGeom prst="wedgeRoundRectCallout">
            <a:avLst>
              <a:gd fmla="val -73788" name="adj1"/>
              <a:gd fmla="val 26786" name="adj2"/>
              <a:gd fmla="val 0" name="adj3"/>
            </a:avLst>
          </a:prstGeom>
          <a:solidFill>
            <a:srgbClr val="E6F0C8"/>
          </a:solidFill>
          <a:ln cap="flat" cmpd="sng" w="9525">
            <a:solidFill>
              <a:srgbClr val="00B050"/>
            </a:solidFill>
            <a:prstDash val="solid"/>
            <a:round/>
            <a:headEnd len="sm" w="sm" type="none"/>
            <a:tailEnd len="sm" w="sm" type="none"/>
          </a:ln>
        </p:spPr>
        <p:txBody>
          <a:bodyPr anchorCtr="0" anchor="ctr" bIns="0" lIns="72000" spcFirstLastPara="1" rIns="72000" wrap="square" tIns="0">
            <a:noAutofit/>
          </a:bodyPr>
          <a:lstStyle/>
          <a:p>
            <a:pPr indent="0" lvl="0" marL="0" marR="0" rtl="0" algn="just">
              <a:lnSpc>
                <a:spcPct val="100000"/>
              </a:lnSpc>
              <a:spcBef>
                <a:spcPts val="0"/>
              </a:spcBef>
              <a:spcAft>
                <a:spcPts val="0"/>
              </a:spcAft>
              <a:buNone/>
            </a:pPr>
            <a:r>
              <a:t/>
            </a:r>
            <a:endParaRPr sz="1000"/>
          </a:p>
        </p:txBody>
      </p:sp>
      <p:sp>
        <p:nvSpPr>
          <p:cNvPr id="4765" name="Google Shape;4765;p84"/>
          <p:cNvSpPr/>
          <p:nvPr/>
        </p:nvSpPr>
        <p:spPr>
          <a:xfrm>
            <a:off x="6504026" y="7280525"/>
            <a:ext cx="620100" cy="198600"/>
          </a:xfrm>
          <a:prstGeom prst="wedgeRoundRectCallout">
            <a:avLst>
              <a:gd fmla="val 67640" name="adj1"/>
              <a:gd fmla="val -31750" name="adj2"/>
              <a:gd fmla="val 0" name="adj3"/>
            </a:avLst>
          </a:prstGeom>
          <a:solidFill>
            <a:srgbClr val="F4CCCC"/>
          </a:solidFill>
          <a:ln cap="flat" cmpd="sng" w="9525">
            <a:solidFill>
              <a:srgbClr val="990000"/>
            </a:solidFill>
            <a:prstDash val="solid"/>
            <a:round/>
            <a:headEnd len="sm" w="sm" type="none"/>
            <a:tailEnd len="sm" w="sm" type="none"/>
          </a:ln>
        </p:spPr>
        <p:txBody>
          <a:bodyPr anchorCtr="0" anchor="ctr" bIns="0" lIns="72000" spcFirstLastPara="1" rIns="72000" wrap="square" tIns="0">
            <a:noAutofit/>
          </a:bodyPr>
          <a:lstStyle/>
          <a:p>
            <a:pPr indent="0" lvl="0" marL="0" marR="0" rtl="0" algn="just">
              <a:lnSpc>
                <a:spcPct val="100000"/>
              </a:lnSpc>
              <a:spcBef>
                <a:spcPts val="0"/>
              </a:spcBef>
              <a:spcAft>
                <a:spcPts val="0"/>
              </a:spcAft>
              <a:buNone/>
            </a:pPr>
            <a:r>
              <a:t/>
            </a:r>
            <a:endParaRPr sz="1000"/>
          </a:p>
        </p:txBody>
      </p:sp>
      <p:grpSp>
        <p:nvGrpSpPr>
          <p:cNvPr id="4766" name="Google Shape;4766;p84"/>
          <p:cNvGrpSpPr/>
          <p:nvPr/>
        </p:nvGrpSpPr>
        <p:grpSpPr>
          <a:xfrm>
            <a:off x="7467493" y="7406393"/>
            <a:ext cx="695100" cy="409994"/>
            <a:chOff x="7501125" y="1477581"/>
            <a:chExt cx="695100" cy="409994"/>
          </a:xfrm>
        </p:grpSpPr>
        <p:pic>
          <p:nvPicPr>
            <p:cNvPr id="4767" name="Google Shape;4767;p84"/>
            <p:cNvPicPr preferRelativeResize="0"/>
            <p:nvPr/>
          </p:nvPicPr>
          <p:blipFill rotWithShape="1">
            <a:blip r:embed="rId42">
              <a:alphaModFix/>
            </a:blip>
            <a:srcRect b="0" l="0" r="0" t="0"/>
            <a:stretch/>
          </p:blipFill>
          <p:spPr>
            <a:xfrm>
              <a:off x="7601707" y="1477581"/>
              <a:ext cx="391905" cy="324356"/>
            </a:xfrm>
            <a:prstGeom prst="rect">
              <a:avLst/>
            </a:prstGeom>
            <a:noFill/>
            <a:ln>
              <a:noFill/>
            </a:ln>
          </p:spPr>
        </p:pic>
        <p:sp>
          <p:nvSpPr>
            <p:cNvPr id="4768" name="Google Shape;4768;p84"/>
            <p:cNvSpPr txBox="1"/>
            <p:nvPr/>
          </p:nvSpPr>
          <p:spPr>
            <a:xfrm>
              <a:off x="7501125" y="1743875"/>
              <a:ext cx="695100" cy="1437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s-419" sz="1000"/>
                <a:t>Entidad</a:t>
              </a:r>
              <a:endParaRPr sz="1000"/>
            </a:p>
          </p:txBody>
        </p:sp>
      </p:grpSp>
      <p:grpSp>
        <p:nvGrpSpPr>
          <p:cNvPr id="4769" name="Google Shape;4769;p84"/>
          <p:cNvGrpSpPr/>
          <p:nvPr/>
        </p:nvGrpSpPr>
        <p:grpSpPr>
          <a:xfrm>
            <a:off x="4658342" y="7338126"/>
            <a:ext cx="1170526" cy="397084"/>
            <a:chOff x="934524" y="1335443"/>
            <a:chExt cx="1170526" cy="397084"/>
          </a:xfrm>
        </p:grpSpPr>
        <p:sp>
          <p:nvSpPr>
            <p:cNvPr id="4770" name="Google Shape;4770;p84"/>
            <p:cNvSpPr txBox="1"/>
            <p:nvPr/>
          </p:nvSpPr>
          <p:spPr>
            <a:xfrm>
              <a:off x="1272550" y="1336092"/>
              <a:ext cx="832500" cy="393900"/>
            </a:xfrm>
            <a:prstGeom prst="rect">
              <a:avLst/>
            </a:prstGeom>
            <a:noFill/>
            <a:ln>
              <a:noFill/>
            </a:ln>
          </p:spPr>
          <p:txBody>
            <a:bodyPr anchorCtr="0" anchor="t" bIns="18000" lIns="18000" spcFirstLastPara="1" rIns="18000" wrap="square" tIns="18000">
              <a:noAutofit/>
            </a:bodyPr>
            <a:lstStyle/>
            <a:p>
              <a:pPr indent="0" lvl="0" marL="0" rtl="0" algn="l">
                <a:spcBef>
                  <a:spcPts val="0"/>
                </a:spcBef>
                <a:spcAft>
                  <a:spcPts val="0"/>
                </a:spcAft>
                <a:buNone/>
              </a:pPr>
              <a:r>
                <a:rPr b="1" lang="es-419" sz="600">
                  <a:solidFill>
                    <a:srgbClr val="000000"/>
                  </a:solidFill>
                </a:rPr>
                <a:t>[</a:t>
              </a:r>
              <a:r>
                <a:rPr b="1" lang="es-419" sz="600"/>
                <a:t>...</a:t>
              </a:r>
              <a:r>
                <a:rPr b="1" lang="es-419" sz="600">
                  <a:solidFill>
                    <a:srgbClr val="000000"/>
                  </a:solidFill>
                </a:rPr>
                <a:t>] </a:t>
              </a:r>
              <a:endParaRPr b="1" sz="600"/>
            </a:p>
          </p:txBody>
        </p:sp>
        <p:pic>
          <p:nvPicPr>
            <p:cNvPr id="4771" name="Google Shape;4771;p84"/>
            <p:cNvPicPr preferRelativeResize="0"/>
            <p:nvPr/>
          </p:nvPicPr>
          <p:blipFill rotWithShape="1">
            <a:blip r:embed="rId43">
              <a:alphaModFix/>
            </a:blip>
            <a:srcRect b="0" l="73988" r="-415" t="0"/>
            <a:stretch/>
          </p:blipFill>
          <p:spPr>
            <a:xfrm>
              <a:off x="934524" y="1335443"/>
              <a:ext cx="338024" cy="397084"/>
            </a:xfrm>
            <a:prstGeom prst="rect">
              <a:avLst/>
            </a:prstGeom>
            <a:noFill/>
            <a:ln>
              <a:noFill/>
            </a:ln>
            <a:effectLst>
              <a:outerShdw blurRad="57150" rotWithShape="0" algn="bl" dir="5400000" dist="19050">
                <a:srgbClr val="000000">
                  <a:alpha val="50000"/>
                </a:srgbClr>
              </a:outerShdw>
            </a:effectLst>
          </p:spPr>
        </p:pic>
      </p:grpSp>
      <p:pic>
        <p:nvPicPr>
          <p:cNvPr id="4772" name="Google Shape;4772;p84"/>
          <p:cNvPicPr preferRelativeResize="0"/>
          <p:nvPr/>
        </p:nvPicPr>
        <p:blipFill rotWithShape="1">
          <a:blip r:embed="rId44">
            <a:alphaModFix/>
          </a:blip>
          <a:srcRect b="0" l="0" r="0" t="0"/>
          <a:stretch/>
        </p:blipFill>
        <p:spPr>
          <a:xfrm>
            <a:off x="10576718" y="5683540"/>
            <a:ext cx="457200" cy="457200"/>
          </a:xfrm>
          <a:prstGeom prst="rect">
            <a:avLst/>
          </a:prstGeom>
          <a:noFill/>
          <a:ln>
            <a:noFill/>
          </a:ln>
        </p:spPr>
      </p:pic>
      <p:pic>
        <p:nvPicPr>
          <p:cNvPr id="4773" name="Google Shape;4773;p84"/>
          <p:cNvPicPr preferRelativeResize="0"/>
          <p:nvPr/>
        </p:nvPicPr>
        <p:blipFill rotWithShape="1">
          <a:blip r:embed="rId45">
            <a:alphaModFix/>
          </a:blip>
          <a:srcRect b="0" l="0" r="0" t="0"/>
          <a:stretch/>
        </p:blipFill>
        <p:spPr>
          <a:xfrm>
            <a:off x="10567556" y="6315027"/>
            <a:ext cx="463550" cy="457200"/>
          </a:xfrm>
          <a:prstGeom prst="rect">
            <a:avLst/>
          </a:prstGeom>
          <a:noFill/>
          <a:ln>
            <a:noFill/>
          </a:ln>
        </p:spPr>
      </p:pic>
      <p:pic>
        <p:nvPicPr>
          <p:cNvPr id="4774" name="Google Shape;4774;p84"/>
          <p:cNvPicPr preferRelativeResize="0"/>
          <p:nvPr/>
        </p:nvPicPr>
        <p:blipFill rotWithShape="1">
          <a:blip r:embed="rId46">
            <a:alphaModFix/>
          </a:blip>
          <a:srcRect b="0" l="0" r="0" t="0"/>
          <a:stretch/>
        </p:blipFill>
        <p:spPr>
          <a:xfrm>
            <a:off x="-1995550" y="4847243"/>
            <a:ext cx="378937" cy="396778"/>
          </a:xfrm>
          <a:prstGeom prst="rect">
            <a:avLst/>
          </a:prstGeom>
          <a:noFill/>
          <a:ln>
            <a:noFill/>
          </a:ln>
        </p:spPr>
      </p:pic>
      <p:pic>
        <p:nvPicPr>
          <p:cNvPr id="4775" name="Google Shape;4775;p84"/>
          <p:cNvPicPr preferRelativeResize="0"/>
          <p:nvPr/>
        </p:nvPicPr>
        <p:blipFill rotWithShape="1">
          <a:blip r:embed="rId47">
            <a:alphaModFix/>
          </a:blip>
          <a:srcRect b="0" l="0" r="0" t="0"/>
          <a:stretch/>
        </p:blipFill>
        <p:spPr>
          <a:xfrm>
            <a:off x="-1789940" y="4254063"/>
            <a:ext cx="378937" cy="396778"/>
          </a:xfrm>
          <a:prstGeom prst="rect">
            <a:avLst/>
          </a:prstGeom>
          <a:noFill/>
          <a:ln>
            <a:noFill/>
          </a:ln>
        </p:spPr>
      </p:pic>
      <p:pic>
        <p:nvPicPr>
          <p:cNvPr id="4776" name="Google Shape;4776;p84"/>
          <p:cNvPicPr preferRelativeResize="0"/>
          <p:nvPr/>
        </p:nvPicPr>
        <p:blipFill rotWithShape="1">
          <a:blip r:embed="rId48">
            <a:alphaModFix/>
          </a:blip>
          <a:srcRect b="0" l="0" r="0" t="0"/>
          <a:stretch/>
        </p:blipFill>
        <p:spPr>
          <a:xfrm>
            <a:off x="-1972768" y="5981041"/>
            <a:ext cx="388146" cy="406422"/>
          </a:xfrm>
          <a:prstGeom prst="rect">
            <a:avLst/>
          </a:prstGeom>
          <a:noFill/>
          <a:ln>
            <a:noFill/>
          </a:ln>
        </p:spPr>
      </p:pic>
      <p:pic>
        <p:nvPicPr>
          <p:cNvPr id="4777" name="Google Shape;4777;p84"/>
          <p:cNvPicPr preferRelativeResize="0"/>
          <p:nvPr/>
        </p:nvPicPr>
        <p:blipFill rotWithShape="1">
          <a:blip r:embed="rId49">
            <a:alphaModFix/>
          </a:blip>
          <a:srcRect b="0" l="0" r="0" t="0"/>
          <a:stretch/>
        </p:blipFill>
        <p:spPr>
          <a:xfrm>
            <a:off x="-1995550" y="5411467"/>
            <a:ext cx="388146" cy="406422"/>
          </a:xfrm>
          <a:prstGeom prst="rect">
            <a:avLst/>
          </a:prstGeom>
          <a:noFill/>
          <a:ln>
            <a:noFill/>
          </a:ln>
        </p:spPr>
      </p:pic>
      <p:pic>
        <p:nvPicPr>
          <p:cNvPr id="4778" name="Google Shape;4778;p84"/>
          <p:cNvPicPr preferRelativeResize="0"/>
          <p:nvPr/>
        </p:nvPicPr>
        <p:blipFill>
          <a:blip r:embed="rId50">
            <a:alphaModFix/>
          </a:blip>
          <a:stretch>
            <a:fillRect/>
          </a:stretch>
        </p:blipFill>
        <p:spPr>
          <a:xfrm>
            <a:off x="-1558039" y="4821476"/>
            <a:ext cx="426389" cy="445579"/>
          </a:xfrm>
          <a:prstGeom prst="rect">
            <a:avLst/>
          </a:prstGeom>
          <a:noFill/>
          <a:ln>
            <a:noFill/>
          </a:ln>
        </p:spPr>
      </p:pic>
      <p:pic>
        <p:nvPicPr>
          <p:cNvPr id="4779" name="Google Shape;4779;p84"/>
          <p:cNvPicPr preferRelativeResize="0"/>
          <p:nvPr/>
        </p:nvPicPr>
        <p:blipFill>
          <a:blip r:embed="rId51">
            <a:alphaModFix/>
          </a:blip>
          <a:stretch>
            <a:fillRect/>
          </a:stretch>
        </p:blipFill>
        <p:spPr>
          <a:xfrm>
            <a:off x="-1568876" y="5401255"/>
            <a:ext cx="426389" cy="445578"/>
          </a:xfrm>
          <a:prstGeom prst="rect">
            <a:avLst/>
          </a:prstGeom>
          <a:noFill/>
          <a:ln>
            <a:noFill/>
          </a:ln>
        </p:spPr>
      </p:pic>
      <p:pic>
        <p:nvPicPr>
          <p:cNvPr id="4780" name="Google Shape;4780;p84"/>
          <p:cNvPicPr preferRelativeResize="0"/>
          <p:nvPr/>
        </p:nvPicPr>
        <p:blipFill rotWithShape="1">
          <a:blip r:embed="rId52">
            <a:alphaModFix/>
          </a:blip>
          <a:srcRect b="0" l="0" r="0" t="0"/>
          <a:stretch/>
        </p:blipFill>
        <p:spPr>
          <a:xfrm>
            <a:off x="-306632" y="7466472"/>
            <a:ext cx="248756" cy="143693"/>
          </a:xfrm>
          <a:prstGeom prst="rect">
            <a:avLst/>
          </a:prstGeom>
          <a:noFill/>
          <a:ln>
            <a:noFill/>
          </a:ln>
        </p:spPr>
      </p:pic>
      <p:pic>
        <p:nvPicPr>
          <p:cNvPr id="4781" name="Google Shape;4781;p84"/>
          <p:cNvPicPr preferRelativeResize="0"/>
          <p:nvPr/>
        </p:nvPicPr>
        <p:blipFill rotWithShape="1">
          <a:blip r:embed="rId53">
            <a:alphaModFix/>
          </a:blip>
          <a:srcRect b="0" l="0" r="0" t="0"/>
          <a:stretch/>
        </p:blipFill>
        <p:spPr>
          <a:xfrm>
            <a:off x="90890" y="7399909"/>
            <a:ext cx="340210" cy="167994"/>
          </a:xfrm>
          <a:prstGeom prst="rect">
            <a:avLst/>
          </a:prstGeom>
          <a:noFill/>
          <a:ln>
            <a:noFill/>
          </a:ln>
        </p:spPr>
      </p:pic>
      <p:pic>
        <p:nvPicPr>
          <p:cNvPr id="4782" name="Google Shape;4782;p84"/>
          <p:cNvPicPr preferRelativeResize="0"/>
          <p:nvPr/>
        </p:nvPicPr>
        <p:blipFill rotWithShape="1">
          <a:blip r:embed="rId54">
            <a:alphaModFix/>
          </a:blip>
          <a:srcRect b="0" l="0" r="0" t="0"/>
          <a:stretch/>
        </p:blipFill>
        <p:spPr>
          <a:xfrm>
            <a:off x="1378567" y="7357647"/>
            <a:ext cx="142668" cy="239841"/>
          </a:xfrm>
          <a:prstGeom prst="rect">
            <a:avLst/>
          </a:prstGeom>
          <a:noFill/>
          <a:ln>
            <a:noFill/>
          </a:ln>
        </p:spPr>
      </p:pic>
      <p:pic>
        <p:nvPicPr>
          <p:cNvPr id="4783" name="Google Shape;4783;p84"/>
          <p:cNvPicPr preferRelativeResize="0"/>
          <p:nvPr/>
        </p:nvPicPr>
        <p:blipFill rotWithShape="1">
          <a:blip r:embed="rId55">
            <a:alphaModFix/>
          </a:blip>
          <a:srcRect b="0" l="0" r="0" t="0"/>
          <a:stretch/>
        </p:blipFill>
        <p:spPr>
          <a:xfrm>
            <a:off x="1713899" y="7347081"/>
            <a:ext cx="271924" cy="239841"/>
          </a:xfrm>
          <a:prstGeom prst="rect">
            <a:avLst/>
          </a:prstGeom>
          <a:noFill/>
          <a:ln>
            <a:noFill/>
          </a:ln>
        </p:spPr>
      </p:pic>
      <p:pic>
        <p:nvPicPr>
          <p:cNvPr id="4784" name="Google Shape;4784;p84"/>
          <p:cNvPicPr preferRelativeResize="0"/>
          <p:nvPr/>
        </p:nvPicPr>
        <p:blipFill rotWithShape="1">
          <a:blip r:embed="rId56">
            <a:alphaModFix/>
          </a:blip>
          <a:srcRect b="0" l="0" r="0" t="0"/>
          <a:stretch/>
        </p:blipFill>
        <p:spPr>
          <a:xfrm>
            <a:off x="601814" y="7441115"/>
            <a:ext cx="179250" cy="95091"/>
          </a:xfrm>
          <a:prstGeom prst="rect">
            <a:avLst/>
          </a:prstGeom>
          <a:noFill/>
          <a:ln>
            <a:noFill/>
          </a:ln>
        </p:spPr>
      </p:pic>
      <p:pic>
        <p:nvPicPr>
          <p:cNvPr id="4785" name="Google Shape;4785;p84"/>
          <p:cNvPicPr preferRelativeResize="0"/>
          <p:nvPr/>
        </p:nvPicPr>
        <p:blipFill rotWithShape="1">
          <a:blip r:embed="rId57">
            <a:alphaModFix/>
          </a:blip>
          <a:srcRect b="0" l="0" r="0" t="0"/>
          <a:stretch/>
        </p:blipFill>
        <p:spPr>
          <a:xfrm>
            <a:off x="961535" y="7286856"/>
            <a:ext cx="264608" cy="359233"/>
          </a:xfrm>
          <a:prstGeom prst="rect">
            <a:avLst/>
          </a:prstGeom>
          <a:noFill/>
          <a:ln>
            <a:noFill/>
          </a:ln>
        </p:spPr>
      </p:pic>
      <p:pic>
        <p:nvPicPr>
          <p:cNvPr id="4786" name="Google Shape;4786;p84"/>
          <p:cNvPicPr preferRelativeResize="0"/>
          <p:nvPr/>
        </p:nvPicPr>
        <p:blipFill rotWithShape="1">
          <a:blip r:embed="rId58">
            <a:alphaModFix/>
          </a:blip>
          <a:srcRect b="0" l="0" r="0" t="0"/>
          <a:stretch/>
        </p:blipFill>
        <p:spPr>
          <a:xfrm>
            <a:off x="-1324824" y="7330704"/>
            <a:ext cx="178031" cy="96147"/>
          </a:xfrm>
          <a:prstGeom prst="rect">
            <a:avLst/>
          </a:prstGeom>
          <a:noFill/>
          <a:ln>
            <a:noFill/>
          </a:ln>
        </p:spPr>
      </p:pic>
      <p:pic>
        <p:nvPicPr>
          <p:cNvPr id="4787" name="Google Shape;4787;p84"/>
          <p:cNvPicPr preferRelativeResize="0"/>
          <p:nvPr/>
        </p:nvPicPr>
        <p:blipFill rotWithShape="1">
          <a:blip r:embed="rId59">
            <a:alphaModFix/>
          </a:blip>
          <a:srcRect b="0" l="0" r="0" t="0"/>
          <a:stretch/>
        </p:blipFill>
        <p:spPr>
          <a:xfrm>
            <a:off x="-772440" y="7263612"/>
            <a:ext cx="264608" cy="360289"/>
          </a:xfrm>
          <a:prstGeom prst="rect">
            <a:avLst/>
          </a:prstGeom>
          <a:noFill/>
          <a:ln>
            <a:noFill/>
          </a:ln>
        </p:spPr>
      </p:pic>
      <p:pic>
        <p:nvPicPr>
          <p:cNvPr id="4788" name="Google Shape;4788;p84"/>
          <p:cNvPicPr preferRelativeResize="0"/>
          <p:nvPr/>
        </p:nvPicPr>
        <p:blipFill rotWithShape="1">
          <a:blip r:embed="rId60">
            <a:alphaModFix/>
          </a:blip>
          <a:srcRect b="0" l="0" r="0" t="0"/>
          <a:stretch/>
        </p:blipFill>
        <p:spPr>
          <a:xfrm>
            <a:off x="-1807434" y="7307987"/>
            <a:ext cx="248756" cy="143693"/>
          </a:xfrm>
          <a:prstGeom prst="rect">
            <a:avLst/>
          </a:prstGeom>
          <a:noFill/>
          <a:ln>
            <a:noFill/>
          </a:ln>
        </p:spPr>
      </p:pic>
      <p:pic>
        <p:nvPicPr>
          <p:cNvPr id="4789" name="Google Shape;4789;p84"/>
          <p:cNvPicPr preferRelativeResize="0"/>
          <p:nvPr/>
        </p:nvPicPr>
        <p:blipFill rotWithShape="1">
          <a:blip r:embed="rId61">
            <a:alphaModFix/>
          </a:blip>
          <a:srcRect b="0" l="0" r="0" t="0"/>
          <a:stretch/>
        </p:blipFill>
        <p:spPr>
          <a:xfrm>
            <a:off x="-2265646" y="7294780"/>
            <a:ext cx="338990" cy="167994"/>
          </a:xfrm>
          <a:prstGeom prst="rect">
            <a:avLst/>
          </a:prstGeom>
          <a:noFill/>
          <a:ln>
            <a:noFill/>
          </a:ln>
        </p:spPr>
      </p:pic>
      <p:pic>
        <p:nvPicPr>
          <p:cNvPr id="4790" name="Google Shape;4790;p84"/>
          <p:cNvPicPr preferRelativeResize="0"/>
          <p:nvPr/>
        </p:nvPicPr>
        <p:blipFill rotWithShape="1">
          <a:blip r:embed="rId62">
            <a:alphaModFix/>
          </a:blip>
          <a:srcRect b="0" l="0" r="0" t="0"/>
          <a:stretch/>
        </p:blipFill>
        <p:spPr>
          <a:xfrm>
            <a:off x="-2540587" y="7276291"/>
            <a:ext cx="142668" cy="239841"/>
          </a:xfrm>
          <a:prstGeom prst="rect">
            <a:avLst/>
          </a:prstGeom>
          <a:noFill/>
          <a:ln>
            <a:noFill/>
          </a:ln>
        </p:spPr>
      </p:pic>
      <p:pic>
        <p:nvPicPr>
          <p:cNvPr id="4791" name="Google Shape;4791;p84"/>
          <p:cNvPicPr preferRelativeResize="0"/>
          <p:nvPr/>
        </p:nvPicPr>
        <p:blipFill rotWithShape="1">
          <a:blip r:embed="rId63">
            <a:alphaModFix/>
          </a:blip>
          <a:srcRect b="0" l="0" r="0" t="0"/>
          <a:stretch/>
        </p:blipFill>
        <p:spPr>
          <a:xfrm>
            <a:off x="-2983102" y="7206201"/>
            <a:ext cx="271924" cy="238784"/>
          </a:xfrm>
          <a:prstGeom prst="rect">
            <a:avLst/>
          </a:prstGeom>
          <a:noFill/>
          <a:ln>
            <a:noFill/>
          </a:ln>
        </p:spPr>
      </p:pic>
      <p:pic>
        <p:nvPicPr>
          <p:cNvPr id="4792" name="Google Shape;4792;p84"/>
          <p:cNvPicPr preferRelativeResize="0"/>
          <p:nvPr/>
        </p:nvPicPr>
        <p:blipFill rotWithShape="1">
          <a:blip r:embed="rId64">
            <a:alphaModFix/>
          </a:blip>
          <a:srcRect b="0" l="0" r="0" t="0"/>
          <a:stretch/>
        </p:blipFill>
        <p:spPr>
          <a:xfrm>
            <a:off x="137400" y="7598390"/>
            <a:ext cx="336432" cy="323310"/>
          </a:xfrm>
          <a:prstGeom prst="rect">
            <a:avLst/>
          </a:prstGeom>
          <a:noFill/>
          <a:ln>
            <a:noFill/>
          </a:ln>
        </p:spPr>
      </p:pic>
      <p:pic>
        <p:nvPicPr>
          <p:cNvPr id="4793" name="Google Shape;4793;p84"/>
          <p:cNvPicPr preferRelativeResize="0"/>
          <p:nvPr/>
        </p:nvPicPr>
        <p:blipFill rotWithShape="1">
          <a:blip r:embed="rId65">
            <a:alphaModFix/>
          </a:blip>
          <a:srcRect b="0" l="0" r="0" t="0"/>
          <a:stretch/>
        </p:blipFill>
        <p:spPr>
          <a:xfrm>
            <a:off x="-1343985" y="7564576"/>
            <a:ext cx="425340" cy="311480"/>
          </a:xfrm>
          <a:prstGeom prst="rect">
            <a:avLst/>
          </a:prstGeom>
          <a:noFill/>
          <a:ln>
            <a:noFill/>
          </a:ln>
        </p:spPr>
      </p:pic>
      <p:pic>
        <p:nvPicPr>
          <p:cNvPr id="4794" name="Google Shape;4794;p84"/>
          <p:cNvPicPr preferRelativeResize="0"/>
          <p:nvPr/>
        </p:nvPicPr>
        <p:blipFill rotWithShape="1">
          <a:blip r:embed="rId66">
            <a:alphaModFix/>
          </a:blip>
          <a:srcRect b="0" l="0" r="0" t="0"/>
          <a:stretch/>
        </p:blipFill>
        <p:spPr>
          <a:xfrm>
            <a:off x="-1853077" y="7578245"/>
            <a:ext cx="425341" cy="311480"/>
          </a:xfrm>
          <a:prstGeom prst="rect">
            <a:avLst/>
          </a:prstGeom>
          <a:noFill/>
          <a:ln>
            <a:noFill/>
          </a:ln>
        </p:spPr>
      </p:pic>
      <p:pic>
        <p:nvPicPr>
          <p:cNvPr id="4795" name="Google Shape;4795;p84"/>
          <p:cNvPicPr preferRelativeResize="0"/>
          <p:nvPr/>
        </p:nvPicPr>
        <p:blipFill rotWithShape="1">
          <a:blip r:embed="rId67">
            <a:alphaModFix/>
          </a:blip>
          <a:srcRect b="0" l="0" r="0" t="0"/>
          <a:stretch/>
        </p:blipFill>
        <p:spPr>
          <a:xfrm>
            <a:off x="-232643" y="7603825"/>
            <a:ext cx="323532" cy="311479"/>
          </a:xfrm>
          <a:prstGeom prst="rect">
            <a:avLst/>
          </a:prstGeom>
          <a:noFill/>
          <a:ln>
            <a:noFill/>
          </a:ln>
        </p:spPr>
      </p:pic>
      <p:pic>
        <p:nvPicPr>
          <p:cNvPr id="4796" name="Google Shape;4796;p84"/>
          <p:cNvPicPr preferRelativeResize="0"/>
          <p:nvPr/>
        </p:nvPicPr>
        <p:blipFill rotWithShape="1">
          <a:blip r:embed="rId68">
            <a:alphaModFix/>
          </a:blip>
          <a:srcRect b="0" l="0" r="0" t="0"/>
          <a:stretch/>
        </p:blipFill>
        <p:spPr>
          <a:xfrm>
            <a:off x="-2384757" y="7564576"/>
            <a:ext cx="389215" cy="359399"/>
          </a:xfrm>
          <a:prstGeom prst="rect">
            <a:avLst/>
          </a:prstGeom>
          <a:noFill/>
          <a:ln>
            <a:noFill/>
          </a:ln>
        </p:spPr>
      </p:pic>
      <p:pic>
        <p:nvPicPr>
          <p:cNvPr id="4797" name="Google Shape;4797;p84"/>
          <p:cNvPicPr preferRelativeResize="0"/>
          <p:nvPr/>
        </p:nvPicPr>
        <p:blipFill rotWithShape="1">
          <a:blip r:embed="rId69">
            <a:alphaModFix/>
          </a:blip>
          <a:srcRect b="0" l="0" r="0" t="0"/>
          <a:stretch/>
        </p:blipFill>
        <p:spPr>
          <a:xfrm>
            <a:off x="-2847082" y="7564576"/>
            <a:ext cx="389215" cy="359399"/>
          </a:xfrm>
          <a:prstGeom prst="rect">
            <a:avLst/>
          </a:prstGeom>
          <a:noFill/>
          <a:ln>
            <a:noFill/>
          </a:ln>
        </p:spPr>
      </p:pic>
      <p:pic>
        <p:nvPicPr>
          <p:cNvPr id="4798" name="Google Shape;4798;p84"/>
          <p:cNvPicPr preferRelativeResize="0"/>
          <p:nvPr/>
        </p:nvPicPr>
        <p:blipFill rotWithShape="1">
          <a:blip r:embed="rId70">
            <a:alphaModFix/>
          </a:blip>
          <a:srcRect b="0" l="0" r="0" t="0"/>
          <a:stretch/>
        </p:blipFill>
        <p:spPr>
          <a:xfrm>
            <a:off x="-1171656" y="7261352"/>
            <a:ext cx="478001" cy="364777"/>
          </a:xfrm>
          <a:prstGeom prst="rect">
            <a:avLst/>
          </a:prstGeom>
          <a:noFill/>
          <a:ln>
            <a:noFill/>
          </a:ln>
        </p:spPr>
      </p:pic>
      <p:pic>
        <p:nvPicPr>
          <p:cNvPr descr="Resultado de imagen de icono lapiz" id="4799" name="Google Shape;4799;p84"/>
          <p:cNvPicPr preferRelativeResize="0"/>
          <p:nvPr/>
        </p:nvPicPr>
        <p:blipFill rotWithShape="1">
          <a:blip r:embed="rId71">
            <a:alphaModFix/>
          </a:blip>
          <a:srcRect b="0" l="0" r="0" t="0"/>
          <a:stretch/>
        </p:blipFill>
        <p:spPr>
          <a:xfrm>
            <a:off x="1842051" y="7688199"/>
            <a:ext cx="173153" cy="150032"/>
          </a:xfrm>
          <a:prstGeom prst="rect">
            <a:avLst/>
          </a:prstGeom>
          <a:noFill/>
          <a:ln>
            <a:noFill/>
          </a:ln>
        </p:spPr>
      </p:pic>
      <p:pic>
        <p:nvPicPr>
          <p:cNvPr descr="Resultado de imagen de icono lapicero" id="4800" name="Google Shape;4800;p84"/>
          <p:cNvPicPr preferRelativeResize="0"/>
          <p:nvPr/>
        </p:nvPicPr>
        <p:blipFill rotWithShape="1">
          <a:blip r:embed="rId72">
            <a:alphaModFix/>
          </a:blip>
          <a:srcRect b="0" l="0" r="0" t="0"/>
          <a:stretch/>
        </p:blipFill>
        <p:spPr>
          <a:xfrm>
            <a:off x="1686194" y="7653323"/>
            <a:ext cx="155857" cy="135046"/>
          </a:xfrm>
          <a:prstGeom prst="rect">
            <a:avLst/>
          </a:prstGeom>
          <a:noFill/>
          <a:ln>
            <a:noFill/>
          </a:ln>
        </p:spPr>
      </p:pic>
      <p:pic>
        <p:nvPicPr>
          <p:cNvPr id="4801" name="Google Shape;4801;p84"/>
          <p:cNvPicPr preferRelativeResize="0"/>
          <p:nvPr/>
        </p:nvPicPr>
        <p:blipFill rotWithShape="1">
          <a:blip r:embed="rId73">
            <a:alphaModFix/>
          </a:blip>
          <a:srcRect b="0" l="0" r="0" t="0"/>
          <a:stretch/>
        </p:blipFill>
        <p:spPr>
          <a:xfrm rot="6798590">
            <a:off x="953240" y="7675070"/>
            <a:ext cx="294009" cy="289796"/>
          </a:xfrm>
          <a:prstGeom prst="rect">
            <a:avLst/>
          </a:prstGeom>
          <a:noFill/>
          <a:ln>
            <a:noFill/>
          </a:ln>
        </p:spPr>
      </p:pic>
      <p:pic>
        <p:nvPicPr>
          <p:cNvPr id="4802" name="Google Shape;4802;p84"/>
          <p:cNvPicPr preferRelativeResize="0"/>
          <p:nvPr/>
        </p:nvPicPr>
        <p:blipFill rotWithShape="1">
          <a:blip r:embed="rId73">
            <a:alphaModFix/>
          </a:blip>
          <a:srcRect b="0" l="0" r="0" t="0"/>
          <a:stretch/>
        </p:blipFill>
        <p:spPr>
          <a:xfrm>
            <a:off x="1309594" y="7786045"/>
            <a:ext cx="260373" cy="199619"/>
          </a:xfrm>
          <a:prstGeom prst="rect">
            <a:avLst/>
          </a:prstGeom>
          <a:noFill/>
          <a:ln>
            <a:noFill/>
          </a:ln>
        </p:spPr>
      </p:pic>
      <p:pic>
        <p:nvPicPr>
          <p:cNvPr id="4803" name="Google Shape;4803;p84"/>
          <p:cNvPicPr preferRelativeResize="0"/>
          <p:nvPr/>
        </p:nvPicPr>
        <p:blipFill rotWithShape="1">
          <a:blip r:embed="rId74">
            <a:alphaModFix/>
          </a:blip>
          <a:srcRect b="0" l="0" r="0" t="0"/>
          <a:stretch/>
        </p:blipFill>
        <p:spPr>
          <a:xfrm>
            <a:off x="-706773" y="7627301"/>
            <a:ext cx="298566" cy="266270"/>
          </a:xfrm>
          <a:prstGeom prst="rect">
            <a:avLst/>
          </a:prstGeom>
          <a:noFill/>
          <a:ln>
            <a:noFill/>
          </a:ln>
        </p:spPr>
      </p:pic>
      <p:pic>
        <p:nvPicPr>
          <p:cNvPr id="4804" name="Google Shape;4804;p84"/>
          <p:cNvPicPr preferRelativeResize="0"/>
          <p:nvPr/>
        </p:nvPicPr>
        <p:blipFill rotWithShape="1">
          <a:blip r:embed="rId75">
            <a:alphaModFix/>
          </a:blip>
          <a:srcRect b="0" l="0" r="0" t="0"/>
          <a:stretch/>
        </p:blipFill>
        <p:spPr>
          <a:xfrm>
            <a:off x="625306" y="7646089"/>
            <a:ext cx="227569" cy="131343"/>
          </a:xfrm>
          <a:prstGeom prst="rect">
            <a:avLst/>
          </a:prstGeom>
          <a:noFill/>
          <a:ln>
            <a:noFill/>
          </a:ln>
        </p:spPr>
      </p:pic>
      <p:pic>
        <p:nvPicPr>
          <p:cNvPr id="4805" name="Google Shape;4805;p84"/>
          <p:cNvPicPr preferRelativeResize="0"/>
          <p:nvPr/>
        </p:nvPicPr>
        <p:blipFill rotWithShape="1">
          <a:blip r:embed="rId76">
            <a:alphaModFix/>
          </a:blip>
          <a:srcRect b="0" l="0" r="0" t="0"/>
          <a:stretch/>
        </p:blipFill>
        <p:spPr>
          <a:xfrm rot="-8707136">
            <a:off x="436889" y="7820853"/>
            <a:ext cx="163258" cy="201694"/>
          </a:xfrm>
          <a:prstGeom prst="rect">
            <a:avLst/>
          </a:prstGeom>
          <a:noFill/>
          <a:ln>
            <a:noFill/>
          </a:ln>
        </p:spPr>
      </p:pic>
      <p:pic>
        <p:nvPicPr>
          <p:cNvPr id="4806" name="Google Shape;4806;p84"/>
          <p:cNvPicPr preferRelativeResize="0"/>
          <p:nvPr/>
        </p:nvPicPr>
        <p:blipFill rotWithShape="1">
          <a:blip r:embed="rId77">
            <a:alphaModFix/>
          </a:blip>
          <a:srcRect b="0" l="0" r="0" t="0"/>
          <a:stretch/>
        </p:blipFill>
        <p:spPr>
          <a:xfrm>
            <a:off x="-5174752" y="3476526"/>
            <a:ext cx="361271" cy="674438"/>
          </a:xfrm>
          <a:prstGeom prst="rect">
            <a:avLst/>
          </a:prstGeom>
          <a:noFill/>
          <a:ln>
            <a:noFill/>
          </a:ln>
        </p:spPr>
      </p:pic>
      <p:pic>
        <p:nvPicPr>
          <p:cNvPr id="4807" name="Google Shape;4807;p84"/>
          <p:cNvPicPr preferRelativeResize="0"/>
          <p:nvPr/>
        </p:nvPicPr>
        <p:blipFill rotWithShape="1">
          <a:blip r:embed="rId78">
            <a:alphaModFix/>
          </a:blip>
          <a:srcRect b="0" l="0" r="0" t="0"/>
          <a:stretch/>
        </p:blipFill>
        <p:spPr>
          <a:xfrm>
            <a:off x="-4168283" y="3587610"/>
            <a:ext cx="661841" cy="674437"/>
          </a:xfrm>
          <a:prstGeom prst="rect">
            <a:avLst/>
          </a:prstGeom>
          <a:noFill/>
          <a:ln>
            <a:noFill/>
          </a:ln>
        </p:spPr>
      </p:pic>
      <p:pic>
        <p:nvPicPr>
          <p:cNvPr id="4808" name="Google Shape;4808;p84"/>
          <p:cNvPicPr preferRelativeResize="0"/>
          <p:nvPr/>
        </p:nvPicPr>
        <p:blipFill rotWithShape="1">
          <a:blip r:embed="rId79">
            <a:alphaModFix/>
          </a:blip>
          <a:srcRect b="0" l="0" r="0" t="0"/>
          <a:stretch/>
        </p:blipFill>
        <p:spPr>
          <a:xfrm>
            <a:off x="-4620607" y="3514215"/>
            <a:ext cx="361271" cy="674438"/>
          </a:xfrm>
          <a:prstGeom prst="rect">
            <a:avLst/>
          </a:prstGeom>
          <a:noFill/>
          <a:ln>
            <a:noFill/>
          </a:ln>
        </p:spPr>
      </p:pic>
      <p:pic>
        <p:nvPicPr>
          <p:cNvPr id="4809" name="Google Shape;4809;p84"/>
          <p:cNvPicPr preferRelativeResize="0"/>
          <p:nvPr/>
        </p:nvPicPr>
        <p:blipFill rotWithShape="1">
          <a:blip r:embed="rId80">
            <a:alphaModFix/>
          </a:blip>
          <a:srcRect b="0" l="0" r="0" t="0"/>
          <a:stretch/>
        </p:blipFill>
        <p:spPr>
          <a:xfrm>
            <a:off x="-2745717" y="1324276"/>
            <a:ext cx="219308" cy="674437"/>
          </a:xfrm>
          <a:prstGeom prst="rect">
            <a:avLst/>
          </a:prstGeom>
          <a:noFill/>
          <a:ln>
            <a:noFill/>
          </a:ln>
        </p:spPr>
      </p:pic>
      <p:pic>
        <p:nvPicPr>
          <p:cNvPr id="4810" name="Google Shape;4810;p84"/>
          <p:cNvPicPr preferRelativeResize="0"/>
          <p:nvPr/>
        </p:nvPicPr>
        <p:blipFill rotWithShape="1">
          <a:blip r:embed="rId81">
            <a:alphaModFix/>
          </a:blip>
          <a:srcRect b="0" l="0" r="0" t="0"/>
          <a:stretch/>
        </p:blipFill>
        <p:spPr>
          <a:xfrm>
            <a:off x="-4747884" y="960277"/>
            <a:ext cx="315256" cy="674438"/>
          </a:xfrm>
          <a:prstGeom prst="rect">
            <a:avLst/>
          </a:prstGeom>
          <a:noFill/>
          <a:ln>
            <a:noFill/>
          </a:ln>
        </p:spPr>
      </p:pic>
      <p:pic>
        <p:nvPicPr>
          <p:cNvPr id="4811" name="Google Shape;4811;p84"/>
          <p:cNvPicPr preferRelativeResize="0"/>
          <p:nvPr/>
        </p:nvPicPr>
        <p:blipFill rotWithShape="1">
          <a:blip r:embed="rId82">
            <a:alphaModFix/>
          </a:blip>
          <a:srcRect b="0" l="0" r="0" t="0"/>
          <a:stretch/>
        </p:blipFill>
        <p:spPr>
          <a:xfrm>
            <a:off x="-3792326" y="970196"/>
            <a:ext cx="315256" cy="674438"/>
          </a:xfrm>
          <a:prstGeom prst="rect">
            <a:avLst/>
          </a:prstGeom>
          <a:noFill/>
          <a:ln>
            <a:noFill/>
          </a:ln>
        </p:spPr>
      </p:pic>
      <p:pic>
        <p:nvPicPr>
          <p:cNvPr id="4812" name="Google Shape;4812;p84"/>
          <p:cNvPicPr preferRelativeResize="0"/>
          <p:nvPr/>
        </p:nvPicPr>
        <p:blipFill rotWithShape="1">
          <a:blip r:embed="rId83">
            <a:alphaModFix/>
          </a:blip>
          <a:srcRect b="0" l="0" r="0" t="0"/>
          <a:stretch/>
        </p:blipFill>
        <p:spPr>
          <a:xfrm>
            <a:off x="-4284791" y="970196"/>
            <a:ext cx="291758" cy="674438"/>
          </a:xfrm>
          <a:prstGeom prst="rect">
            <a:avLst/>
          </a:prstGeom>
          <a:noFill/>
          <a:ln>
            <a:noFill/>
          </a:ln>
        </p:spPr>
      </p:pic>
      <p:pic>
        <p:nvPicPr>
          <p:cNvPr id="4813" name="Google Shape;4813;p84"/>
          <p:cNvPicPr preferRelativeResize="0"/>
          <p:nvPr/>
        </p:nvPicPr>
        <p:blipFill rotWithShape="1">
          <a:blip r:embed="rId84">
            <a:alphaModFix/>
          </a:blip>
          <a:srcRect b="0" l="0" r="0" t="0"/>
          <a:stretch/>
        </p:blipFill>
        <p:spPr>
          <a:xfrm>
            <a:off x="-5173773" y="945400"/>
            <a:ext cx="219308" cy="674437"/>
          </a:xfrm>
          <a:prstGeom prst="rect">
            <a:avLst/>
          </a:prstGeom>
          <a:noFill/>
          <a:ln>
            <a:noFill/>
          </a:ln>
        </p:spPr>
      </p:pic>
      <p:pic>
        <p:nvPicPr>
          <p:cNvPr id="4814" name="Google Shape;4814;p84"/>
          <p:cNvPicPr preferRelativeResize="0"/>
          <p:nvPr/>
        </p:nvPicPr>
        <p:blipFill rotWithShape="1">
          <a:blip r:embed="rId85">
            <a:alphaModFix/>
          </a:blip>
          <a:srcRect b="0" l="0" r="0" t="0"/>
          <a:stretch/>
        </p:blipFill>
        <p:spPr>
          <a:xfrm>
            <a:off x="-3060973" y="2682077"/>
            <a:ext cx="518899" cy="674438"/>
          </a:xfrm>
          <a:prstGeom prst="rect">
            <a:avLst/>
          </a:prstGeom>
          <a:noFill/>
          <a:ln>
            <a:noFill/>
          </a:ln>
        </p:spPr>
      </p:pic>
      <p:pic>
        <p:nvPicPr>
          <p:cNvPr id="4815" name="Google Shape;4815;p84"/>
          <p:cNvPicPr preferRelativeResize="0"/>
          <p:nvPr/>
        </p:nvPicPr>
        <p:blipFill rotWithShape="1">
          <a:blip r:embed="rId86">
            <a:alphaModFix/>
          </a:blip>
          <a:srcRect b="0" l="0" r="0" t="0"/>
          <a:stretch/>
        </p:blipFill>
        <p:spPr>
          <a:xfrm>
            <a:off x="-3139297" y="1323284"/>
            <a:ext cx="290779" cy="674438"/>
          </a:xfrm>
          <a:prstGeom prst="rect">
            <a:avLst/>
          </a:prstGeom>
          <a:noFill/>
          <a:ln>
            <a:noFill/>
          </a:ln>
        </p:spPr>
      </p:pic>
      <p:pic>
        <p:nvPicPr>
          <p:cNvPr id="4816" name="Google Shape;4816;p84"/>
          <p:cNvPicPr preferRelativeResize="0"/>
          <p:nvPr/>
        </p:nvPicPr>
        <p:blipFill rotWithShape="1">
          <a:blip r:embed="rId87">
            <a:alphaModFix/>
          </a:blip>
          <a:srcRect b="0" l="0" r="0" t="0"/>
          <a:stretch/>
        </p:blipFill>
        <p:spPr>
          <a:xfrm>
            <a:off x="-2772151" y="2189143"/>
            <a:ext cx="314276" cy="360031"/>
          </a:xfrm>
          <a:prstGeom prst="rect">
            <a:avLst/>
          </a:prstGeom>
          <a:noFill/>
          <a:ln>
            <a:noFill/>
          </a:ln>
        </p:spPr>
      </p:pic>
      <p:pic>
        <p:nvPicPr>
          <p:cNvPr id="4817" name="Google Shape;4817;p84"/>
          <p:cNvPicPr preferRelativeResize="0"/>
          <p:nvPr/>
        </p:nvPicPr>
        <p:blipFill rotWithShape="1">
          <a:blip r:embed="rId88">
            <a:alphaModFix/>
          </a:blip>
          <a:srcRect b="0" l="0" r="0" t="0"/>
          <a:stretch/>
        </p:blipFill>
        <p:spPr>
          <a:xfrm>
            <a:off x="-3214684" y="2173274"/>
            <a:ext cx="313298" cy="360031"/>
          </a:xfrm>
          <a:prstGeom prst="rect">
            <a:avLst/>
          </a:prstGeom>
          <a:noFill/>
          <a:ln>
            <a:noFill/>
          </a:ln>
        </p:spPr>
      </p:pic>
      <p:pic>
        <p:nvPicPr>
          <p:cNvPr id="4818" name="Google Shape;4818;p84"/>
          <p:cNvPicPr preferRelativeResize="0"/>
          <p:nvPr/>
        </p:nvPicPr>
        <p:blipFill rotWithShape="1">
          <a:blip r:embed="rId89">
            <a:alphaModFix/>
          </a:blip>
          <a:srcRect b="0" l="0" r="0" t="0"/>
          <a:stretch/>
        </p:blipFill>
        <p:spPr>
          <a:xfrm>
            <a:off x="-5171815" y="2682077"/>
            <a:ext cx="518899" cy="674438"/>
          </a:xfrm>
          <a:prstGeom prst="rect">
            <a:avLst/>
          </a:prstGeom>
          <a:noFill/>
          <a:ln>
            <a:noFill/>
          </a:ln>
        </p:spPr>
      </p:pic>
      <p:pic>
        <p:nvPicPr>
          <p:cNvPr id="4819" name="Google Shape;4819;p84"/>
          <p:cNvPicPr preferRelativeResize="0"/>
          <p:nvPr/>
        </p:nvPicPr>
        <p:blipFill rotWithShape="1">
          <a:blip r:embed="rId90">
            <a:alphaModFix/>
          </a:blip>
          <a:srcRect b="0" l="0" r="0" t="0"/>
          <a:stretch/>
        </p:blipFill>
        <p:spPr>
          <a:xfrm>
            <a:off x="-3705191" y="2682077"/>
            <a:ext cx="519878" cy="674437"/>
          </a:xfrm>
          <a:prstGeom prst="rect">
            <a:avLst/>
          </a:prstGeom>
          <a:noFill/>
          <a:ln>
            <a:noFill/>
          </a:ln>
        </p:spPr>
      </p:pic>
      <p:pic>
        <p:nvPicPr>
          <p:cNvPr id="4820" name="Google Shape;4820;p84"/>
          <p:cNvPicPr preferRelativeResize="0"/>
          <p:nvPr/>
        </p:nvPicPr>
        <p:blipFill rotWithShape="1">
          <a:blip r:embed="rId91">
            <a:alphaModFix/>
          </a:blip>
          <a:srcRect b="0" l="0" r="0" t="0"/>
          <a:stretch/>
        </p:blipFill>
        <p:spPr>
          <a:xfrm>
            <a:off x="-3847153" y="1912425"/>
            <a:ext cx="520857" cy="674437"/>
          </a:xfrm>
          <a:prstGeom prst="rect">
            <a:avLst/>
          </a:prstGeom>
          <a:noFill/>
          <a:ln>
            <a:noFill/>
          </a:ln>
        </p:spPr>
      </p:pic>
      <p:pic>
        <p:nvPicPr>
          <p:cNvPr id="4821" name="Google Shape;4821;p84"/>
          <p:cNvPicPr preferRelativeResize="0"/>
          <p:nvPr/>
        </p:nvPicPr>
        <p:blipFill rotWithShape="1">
          <a:blip r:embed="rId92">
            <a:alphaModFix/>
          </a:blip>
          <a:srcRect b="0" l="0" r="0" t="0"/>
          <a:stretch/>
        </p:blipFill>
        <p:spPr>
          <a:xfrm>
            <a:off x="-4509974" y="1916392"/>
            <a:ext cx="520857" cy="674437"/>
          </a:xfrm>
          <a:prstGeom prst="rect">
            <a:avLst/>
          </a:prstGeom>
          <a:noFill/>
          <a:ln>
            <a:noFill/>
          </a:ln>
        </p:spPr>
      </p:pic>
      <p:pic>
        <p:nvPicPr>
          <p:cNvPr id="4822" name="Google Shape;4822;p84"/>
          <p:cNvPicPr preferRelativeResize="0"/>
          <p:nvPr/>
        </p:nvPicPr>
        <p:blipFill rotWithShape="1">
          <a:blip r:embed="rId93">
            <a:alphaModFix/>
          </a:blip>
          <a:srcRect b="0" l="0" r="0" t="0"/>
          <a:stretch/>
        </p:blipFill>
        <p:spPr>
          <a:xfrm>
            <a:off x="-5192375" y="1896556"/>
            <a:ext cx="520857" cy="674437"/>
          </a:xfrm>
          <a:prstGeom prst="rect">
            <a:avLst/>
          </a:prstGeom>
          <a:noFill/>
          <a:ln>
            <a:noFill/>
          </a:ln>
        </p:spPr>
      </p:pic>
      <p:pic>
        <p:nvPicPr>
          <p:cNvPr id="4823" name="Google Shape;4823;p84"/>
          <p:cNvPicPr preferRelativeResize="0"/>
          <p:nvPr/>
        </p:nvPicPr>
        <p:blipFill rotWithShape="1">
          <a:blip r:embed="rId94">
            <a:alphaModFix/>
          </a:blip>
          <a:srcRect b="0" l="0" r="0" t="0"/>
          <a:stretch/>
        </p:blipFill>
        <p:spPr>
          <a:xfrm>
            <a:off x="-4499204" y="2682077"/>
            <a:ext cx="661841" cy="674437"/>
          </a:xfrm>
          <a:prstGeom prst="rect">
            <a:avLst/>
          </a:prstGeom>
          <a:noFill/>
          <a:ln>
            <a:noFill/>
          </a:ln>
        </p:spPr>
      </p:pic>
      <p:pic>
        <p:nvPicPr>
          <p:cNvPr id="4824" name="Google Shape;4824;p84"/>
          <p:cNvPicPr preferRelativeResize="0"/>
          <p:nvPr/>
        </p:nvPicPr>
        <p:blipFill rotWithShape="1">
          <a:blip r:embed="rId95">
            <a:alphaModFix/>
          </a:blip>
          <a:srcRect b="0" l="0" r="0" t="0"/>
          <a:stretch/>
        </p:blipFill>
        <p:spPr>
          <a:xfrm>
            <a:off x="-3558437" y="7261977"/>
            <a:ext cx="253062" cy="363523"/>
          </a:xfrm>
          <a:prstGeom prst="rect">
            <a:avLst/>
          </a:prstGeom>
          <a:noFill/>
          <a:ln>
            <a:noFill/>
          </a:ln>
        </p:spPr>
      </p:pic>
      <p:pic>
        <p:nvPicPr>
          <p:cNvPr id="4825" name="Google Shape;4825;p84"/>
          <p:cNvPicPr preferRelativeResize="0"/>
          <p:nvPr/>
        </p:nvPicPr>
        <p:blipFill rotWithShape="1">
          <a:blip r:embed="rId96">
            <a:alphaModFix/>
          </a:blip>
          <a:srcRect b="0" l="0" r="0" t="0"/>
          <a:stretch/>
        </p:blipFill>
        <p:spPr>
          <a:xfrm>
            <a:off x="-3238924" y="7529675"/>
            <a:ext cx="253062" cy="364165"/>
          </a:xfrm>
          <a:prstGeom prst="rect">
            <a:avLst/>
          </a:prstGeom>
          <a:noFill/>
          <a:ln>
            <a:noFill/>
          </a:ln>
        </p:spPr>
      </p:pic>
      <p:pic>
        <p:nvPicPr>
          <p:cNvPr id="4826" name="Google Shape;4826;p84"/>
          <p:cNvPicPr preferRelativeResize="0"/>
          <p:nvPr/>
        </p:nvPicPr>
        <p:blipFill rotWithShape="1">
          <a:blip r:embed="rId97">
            <a:alphaModFix/>
          </a:blip>
          <a:srcRect b="0" l="0" r="0" t="0"/>
          <a:stretch/>
        </p:blipFill>
        <p:spPr>
          <a:xfrm>
            <a:off x="11209012" y="1489786"/>
            <a:ext cx="239852" cy="652576"/>
          </a:xfrm>
          <a:prstGeom prst="rect">
            <a:avLst/>
          </a:prstGeom>
          <a:noFill/>
          <a:ln>
            <a:noFill/>
          </a:ln>
        </p:spPr>
      </p:pic>
      <p:pic>
        <p:nvPicPr>
          <p:cNvPr id="4827" name="Google Shape;4827;p84"/>
          <p:cNvPicPr preferRelativeResize="0"/>
          <p:nvPr/>
        </p:nvPicPr>
        <p:blipFill rotWithShape="1">
          <a:blip r:embed="rId98">
            <a:alphaModFix/>
          </a:blip>
          <a:srcRect b="0" l="0" r="0" t="0"/>
          <a:stretch/>
        </p:blipFill>
        <p:spPr>
          <a:xfrm>
            <a:off x="11628156" y="1476350"/>
            <a:ext cx="257383" cy="652576"/>
          </a:xfrm>
          <a:prstGeom prst="rect">
            <a:avLst/>
          </a:prstGeom>
          <a:noFill/>
          <a:ln>
            <a:noFill/>
          </a:ln>
        </p:spPr>
      </p:pic>
      <p:pic>
        <p:nvPicPr>
          <p:cNvPr id="4828" name="Google Shape;4828;p84"/>
          <p:cNvPicPr preferRelativeResize="0"/>
          <p:nvPr/>
        </p:nvPicPr>
        <p:blipFill rotWithShape="1">
          <a:blip r:embed="rId99">
            <a:alphaModFix/>
          </a:blip>
          <a:srcRect b="0" l="0" r="0" t="0"/>
          <a:stretch/>
        </p:blipFill>
        <p:spPr>
          <a:xfrm>
            <a:off x="11165185" y="2917777"/>
            <a:ext cx="446237" cy="652576"/>
          </a:xfrm>
          <a:prstGeom prst="rect">
            <a:avLst/>
          </a:prstGeom>
          <a:noFill/>
          <a:ln>
            <a:noFill/>
          </a:ln>
        </p:spPr>
      </p:pic>
      <p:pic>
        <p:nvPicPr>
          <p:cNvPr id="4829" name="Google Shape;4829;p84"/>
          <p:cNvPicPr preferRelativeResize="0"/>
          <p:nvPr/>
        </p:nvPicPr>
        <p:blipFill rotWithShape="1">
          <a:blip r:embed="rId100">
            <a:alphaModFix/>
          </a:blip>
          <a:srcRect b="0" l="0" r="0" t="0"/>
          <a:stretch/>
        </p:blipFill>
        <p:spPr>
          <a:xfrm>
            <a:off x="10338052" y="2884188"/>
            <a:ext cx="539468" cy="652576"/>
          </a:xfrm>
          <a:prstGeom prst="rect">
            <a:avLst/>
          </a:prstGeom>
          <a:noFill/>
          <a:ln>
            <a:noFill/>
          </a:ln>
        </p:spPr>
      </p:pic>
      <p:pic>
        <p:nvPicPr>
          <p:cNvPr id="4830" name="Google Shape;4830;p84"/>
          <p:cNvPicPr preferRelativeResize="0"/>
          <p:nvPr/>
        </p:nvPicPr>
        <p:blipFill rotWithShape="1">
          <a:blip r:embed="rId101">
            <a:alphaModFix/>
          </a:blip>
          <a:srcRect b="0" l="0" r="0" t="0"/>
          <a:stretch/>
        </p:blipFill>
        <p:spPr>
          <a:xfrm>
            <a:off x="11728865" y="3311243"/>
            <a:ext cx="446237" cy="652576"/>
          </a:xfrm>
          <a:prstGeom prst="rect">
            <a:avLst/>
          </a:prstGeom>
          <a:noFill/>
          <a:ln>
            <a:noFill/>
          </a:ln>
        </p:spPr>
      </p:pic>
      <p:pic>
        <p:nvPicPr>
          <p:cNvPr id="4831" name="Google Shape;4831;p84"/>
          <p:cNvPicPr preferRelativeResize="0"/>
          <p:nvPr/>
        </p:nvPicPr>
        <p:blipFill rotWithShape="1">
          <a:blip r:embed="rId102">
            <a:alphaModFix/>
          </a:blip>
          <a:srcRect b="0" l="0" r="0" t="0"/>
          <a:stretch/>
        </p:blipFill>
        <p:spPr>
          <a:xfrm>
            <a:off x="11330133" y="4272832"/>
            <a:ext cx="178495" cy="652576"/>
          </a:xfrm>
          <a:prstGeom prst="rect">
            <a:avLst/>
          </a:prstGeom>
          <a:noFill/>
          <a:ln>
            <a:noFill/>
          </a:ln>
        </p:spPr>
      </p:pic>
      <p:pic>
        <p:nvPicPr>
          <p:cNvPr id="4832" name="Google Shape;4832;p84"/>
          <p:cNvPicPr preferRelativeResize="0"/>
          <p:nvPr/>
        </p:nvPicPr>
        <p:blipFill rotWithShape="1">
          <a:blip r:embed="rId103">
            <a:alphaModFix/>
          </a:blip>
          <a:srcRect b="0" l="0" r="0" t="0"/>
          <a:stretch/>
        </p:blipFill>
        <p:spPr>
          <a:xfrm>
            <a:off x="12080768" y="1476350"/>
            <a:ext cx="178495" cy="652576"/>
          </a:xfrm>
          <a:prstGeom prst="rect">
            <a:avLst/>
          </a:prstGeom>
          <a:noFill/>
          <a:ln>
            <a:noFill/>
          </a:ln>
        </p:spPr>
      </p:pic>
      <p:pic>
        <p:nvPicPr>
          <p:cNvPr id="4833" name="Google Shape;4833;p84"/>
          <p:cNvPicPr preferRelativeResize="0"/>
          <p:nvPr/>
        </p:nvPicPr>
        <p:blipFill rotWithShape="1">
          <a:blip r:embed="rId104">
            <a:alphaModFix/>
          </a:blip>
          <a:srcRect b="0" l="0" r="0" t="0"/>
          <a:stretch/>
        </p:blipFill>
        <p:spPr>
          <a:xfrm>
            <a:off x="10310163" y="4060745"/>
            <a:ext cx="251008" cy="652577"/>
          </a:xfrm>
          <a:prstGeom prst="rect">
            <a:avLst/>
          </a:prstGeom>
          <a:noFill/>
          <a:ln>
            <a:noFill/>
          </a:ln>
        </p:spPr>
      </p:pic>
      <p:pic>
        <p:nvPicPr>
          <p:cNvPr id="4834" name="Google Shape;4834;p84"/>
          <p:cNvPicPr preferRelativeResize="0"/>
          <p:nvPr/>
        </p:nvPicPr>
        <p:blipFill rotWithShape="1">
          <a:blip r:embed="rId105">
            <a:alphaModFix/>
          </a:blip>
          <a:srcRect b="0" l="0" r="0" t="0"/>
          <a:stretch/>
        </p:blipFill>
        <p:spPr>
          <a:xfrm>
            <a:off x="10765165" y="1463874"/>
            <a:ext cx="250212" cy="652577"/>
          </a:xfrm>
          <a:prstGeom prst="rect">
            <a:avLst/>
          </a:prstGeom>
          <a:noFill/>
          <a:ln>
            <a:noFill/>
          </a:ln>
        </p:spPr>
      </p:pic>
      <p:pic>
        <p:nvPicPr>
          <p:cNvPr id="4835" name="Google Shape;4835;p84"/>
          <p:cNvPicPr preferRelativeResize="0"/>
          <p:nvPr/>
        </p:nvPicPr>
        <p:blipFill rotWithShape="1">
          <a:blip r:embed="rId106">
            <a:alphaModFix/>
          </a:blip>
          <a:srcRect b="0" l="0" r="0" t="0"/>
          <a:stretch/>
        </p:blipFill>
        <p:spPr>
          <a:xfrm>
            <a:off x="10803414" y="4283389"/>
            <a:ext cx="258180" cy="653535"/>
          </a:xfrm>
          <a:prstGeom prst="rect">
            <a:avLst/>
          </a:prstGeom>
          <a:noFill/>
          <a:ln>
            <a:noFill/>
          </a:ln>
        </p:spPr>
      </p:pic>
      <p:pic>
        <p:nvPicPr>
          <p:cNvPr id="4836" name="Google Shape;4836;p84"/>
          <p:cNvPicPr preferRelativeResize="0"/>
          <p:nvPr/>
        </p:nvPicPr>
        <p:blipFill rotWithShape="1">
          <a:blip r:embed="rId107">
            <a:alphaModFix/>
          </a:blip>
          <a:srcRect b="0" l="0" r="0" t="0"/>
          <a:stretch/>
        </p:blipFill>
        <p:spPr>
          <a:xfrm>
            <a:off x="11648874" y="2339094"/>
            <a:ext cx="539468" cy="652576"/>
          </a:xfrm>
          <a:prstGeom prst="rect">
            <a:avLst/>
          </a:prstGeom>
          <a:noFill/>
          <a:ln>
            <a:noFill/>
          </a:ln>
        </p:spPr>
      </p:pic>
      <p:pic>
        <p:nvPicPr>
          <p:cNvPr id="4837" name="Google Shape;4837;p84"/>
          <p:cNvPicPr preferRelativeResize="0"/>
          <p:nvPr/>
        </p:nvPicPr>
        <p:blipFill rotWithShape="1">
          <a:blip r:embed="rId108">
            <a:alphaModFix/>
          </a:blip>
          <a:srcRect b="0" l="0" r="0" t="0"/>
          <a:stretch/>
        </p:blipFill>
        <p:spPr>
          <a:xfrm>
            <a:off x="10966769" y="2252724"/>
            <a:ext cx="540265" cy="652577"/>
          </a:xfrm>
          <a:prstGeom prst="rect">
            <a:avLst/>
          </a:prstGeom>
          <a:noFill/>
          <a:ln>
            <a:noFill/>
          </a:ln>
        </p:spPr>
      </p:pic>
      <p:pic>
        <p:nvPicPr>
          <p:cNvPr id="4838" name="Google Shape;4838;p84"/>
          <p:cNvPicPr preferRelativeResize="0"/>
          <p:nvPr/>
        </p:nvPicPr>
        <p:blipFill rotWithShape="1">
          <a:blip r:embed="rId109">
            <a:alphaModFix/>
          </a:blip>
          <a:srcRect b="0" l="0" r="0" t="0"/>
          <a:stretch/>
        </p:blipFill>
        <p:spPr>
          <a:xfrm>
            <a:off x="10481485" y="2013766"/>
            <a:ext cx="239056" cy="653535"/>
          </a:xfrm>
          <a:prstGeom prst="rect">
            <a:avLst/>
          </a:prstGeom>
          <a:noFill/>
          <a:ln>
            <a:noFill/>
          </a:ln>
        </p:spPr>
      </p:pic>
      <p:pic>
        <p:nvPicPr>
          <p:cNvPr id="4839" name="Google Shape;4839;p84"/>
          <p:cNvPicPr preferRelativeResize="0"/>
          <p:nvPr/>
        </p:nvPicPr>
        <p:blipFill rotWithShape="1">
          <a:blip r:embed="rId92">
            <a:alphaModFix/>
          </a:blip>
          <a:srcRect b="0" l="0" r="0" t="0"/>
          <a:stretch/>
        </p:blipFill>
        <p:spPr>
          <a:xfrm>
            <a:off x="10855209" y="3549240"/>
            <a:ext cx="423925" cy="652576"/>
          </a:xfrm>
          <a:prstGeom prst="rect">
            <a:avLst/>
          </a:prstGeom>
          <a:noFill/>
          <a:ln>
            <a:noFill/>
          </a:ln>
        </p:spPr>
      </p:pic>
      <p:pic>
        <p:nvPicPr>
          <p:cNvPr id="4840" name="Google Shape;4840;p84"/>
          <p:cNvPicPr preferRelativeResize="0"/>
          <p:nvPr/>
        </p:nvPicPr>
        <p:blipFill rotWithShape="1">
          <a:blip r:embed="rId110">
            <a:alphaModFix/>
          </a:blip>
          <a:srcRect b="0" l="0" r="0" t="0"/>
          <a:stretch/>
        </p:blipFill>
        <p:spPr>
          <a:xfrm>
            <a:off x="11855565" y="4194376"/>
            <a:ext cx="422332" cy="653535"/>
          </a:xfrm>
          <a:prstGeom prst="rect">
            <a:avLst/>
          </a:prstGeom>
          <a:noFill/>
          <a:ln>
            <a:noFill/>
          </a:ln>
        </p:spPr>
      </p:pic>
      <p:grpSp>
        <p:nvGrpSpPr>
          <p:cNvPr id="4841" name="Google Shape;4841;p84"/>
          <p:cNvGrpSpPr/>
          <p:nvPr/>
        </p:nvGrpSpPr>
        <p:grpSpPr>
          <a:xfrm>
            <a:off x="187550" y="875833"/>
            <a:ext cx="4396608" cy="5774659"/>
            <a:chOff x="111125" y="561600"/>
            <a:chExt cx="5760000" cy="6192000"/>
          </a:xfrm>
        </p:grpSpPr>
        <p:sp>
          <p:nvSpPr>
            <p:cNvPr id="4842" name="Google Shape;4842;p84"/>
            <p:cNvSpPr txBox="1"/>
            <p:nvPr/>
          </p:nvSpPr>
          <p:spPr>
            <a:xfrm>
              <a:off x="111125" y="561600"/>
              <a:ext cx="5760000" cy="6192000"/>
            </a:xfrm>
            <a:prstGeom prst="rect">
              <a:avLst/>
            </a:prstGeom>
            <a:solidFill>
              <a:srgbClr val="FFFFFF"/>
            </a:solidFill>
            <a:ln cap="flat" cmpd="sng" w="38100">
              <a:solidFill>
                <a:srgbClr val="0DC3C3"/>
              </a:solidFill>
              <a:prstDash val="solid"/>
              <a:round/>
              <a:headEnd len="sm" w="sm" type="none"/>
              <a:tailEnd len="sm" w="sm" type="none"/>
            </a:ln>
            <a:effectLst>
              <a:outerShdw blurRad="63500" dir="10800000" dist="38100">
                <a:srgbClr val="000000">
                  <a:alpha val="39220"/>
                </a:srgbClr>
              </a:outerShdw>
            </a:effectLst>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Arial"/>
                <a:ea typeface="Arial"/>
                <a:cs typeface="Arial"/>
                <a:sym typeface="Arial"/>
              </a:endParaRPr>
            </a:p>
          </p:txBody>
        </p:sp>
        <p:sp>
          <p:nvSpPr>
            <p:cNvPr id="4843" name="Google Shape;4843;p84"/>
            <p:cNvSpPr txBox="1"/>
            <p:nvPr/>
          </p:nvSpPr>
          <p:spPr>
            <a:xfrm>
              <a:off x="111125" y="561600"/>
              <a:ext cx="5760000" cy="352500"/>
            </a:xfrm>
            <a:prstGeom prst="rect">
              <a:avLst/>
            </a:prstGeom>
            <a:solidFill>
              <a:srgbClr val="0DC3C3"/>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FFFFFF"/>
                </a:buClr>
                <a:buSzPts val="1800"/>
                <a:buFont typeface="Arial"/>
                <a:buNone/>
              </a:pPr>
              <a:r>
                <a:rPr b="1" lang="es-419" sz="1300">
                  <a:solidFill>
                    <a:srgbClr val="FFFFFF"/>
                  </a:solidFill>
                  <a:latin typeface="Arvo"/>
                  <a:ea typeface="Arvo"/>
                  <a:cs typeface="Arvo"/>
                  <a:sym typeface="Arvo"/>
                </a:rPr>
                <a:t>Escenario</a:t>
              </a:r>
              <a:endParaRPr i="0" sz="1300" u="none" cap="none" strike="noStrike">
                <a:solidFill>
                  <a:srgbClr val="000000"/>
                </a:solidFill>
                <a:latin typeface="Arvo"/>
                <a:ea typeface="Arvo"/>
                <a:cs typeface="Arvo"/>
                <a:sym typeface="Arvo"/>
              </a:endParaRPr>
            </a:p>
          </p:txBody>
        </p:sp>
      </p:grpSp>
      <p:grpSp>
        <p:nvGrpSpPr>
          <p:cNvPr id="4844" name="Google Shape;4844;p84"/>
          <p:cNvGrpSpPr/>
          <p:nvPr/>
        </p:nvGrpSpPr>
        <p:grpSpPr>
          <a:xfrm>
            <a:off x="4728159" y="875834"/>
            <a:ext cx="5135352" cy="5774659"/>
            <a:chOff x="6025601" y="561600"/>
            <a:chExt cx="5773302" cy="6192000"/>
          </a:xfrm>
        </p:grpSpPr>
        <p:sp>
          <p:nvSpPr>
            <p:cNvPr id="4845" name="Google Shape;4845;p84"/>
            <p:cNvSpPr txBox="1"/>
            <p:nvPr/>
          </p:nvSpPr>
          <p:spPr>
            <a:xfrm>
              <a:off x="6025601" y="561600"/>
              <a:ext cx="5760600" cy="6192000"/>
            </a:xfrm>
            <a:prstGeom prst="rect">
              <a:avLst/>
            </a:prstGeom>
            <a:solidFill>
              <a:srgbClr val="FFFFFF"/>
            </a:solidFill>
            <a:ln cap="flat" cmpd="sng" w="38100">
              <a:solidFill>
                <a:srgbClr val="96479C"/>
              </a:solidFill>
              <a:prstDash val="solid"/>
              <a:round/>
              <a:headEnd len="sm" w="sm" type="none"/>
              <a:tailEnd len="sm" w="sm" type="none"/>
            </a:ln>
            <a:effectLst>
              <a:outerShdw blurRad="63500" dir="10800000" dist="38100">
                <a:srgbClr val="000000">
                  <a:alpha val="39220"/>
                </a:srgbClr>
              </a:outerShdw>
            </a:effectLst>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Arial"/>
                <a:ea typeface="Arial"/>
                <a:cs typeface="Arial"/>
                <a:sym typeface="Arial"/>
              </a:endParaRPr>
            </a:p>
          </p:txBody>
        </p:sp>
        <p:sp>
          <p:nvSpPr>
            <p:cNvPr id="4846" name="Google Shape;4846;p84"/>
            <p:cNvSpPr txBox="1"/>
            <p:nvPr/>
          </p:nvSpPr>
          <p:spPr>
            <a:xfrm>
              <a:off x="6038303" y="561600"/>
              <a:ext cx="5760600" cy="352500"/>
            </a:xfrm>
            <a:prstGeom prst="rect">
              <a:avLst/>
            </a:prstGeom>
            <a:solidFill>
              <a:srgbClr val="96479C"/>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FFFFFF"/>
                </a:buClr>
                <a:buSzPts val="1800"/>
                <a:buFont typeface="Arial"/>
                <a:buNone/>
              </a:pPr>
              <a:r>
                <a:rPr b="1" lang="es-419" sz="1200">
                  <a:solidFill>
                    <a:srgbClr val="FFFFFF"/>
                  </a:solidFill>
                  <a:latin typeface="Arvo"/>
                  <a:ea typeface="Arvo"/>
                  <a:cs typeface="Arvo"/>
                  <a:sym typeface="Arvo"/>
                </a:rPr>
                <a:t>Sistema de Información</a:t>
              </a:r>
              <a:endParaRPr i="0" sz="1200" u="none" cap="none" strike="noStrike">
                <a:solidFill>
                  <a:srgbClr val="000000"/>
                </a:solidFill>
                <a:latin typeface="Arvo"/>
                <a:ea typeface="Arvo"/>
                <a:cs typeface="Arvo"/>
                <a:sym typeface="Arvo"/>
              </a:endParaRPr>
            </a:p>
          </p:txBody>
        </p:sp>
      </p:grpSp>
      <p:grpSp>
        <p:nvGrpSpPr>
          <p:cNvPr id="4847" name="Google Shape;4847;p84"/>
          <p:cNvGrpSpPr/>
          <p:nvPr/>
        </p:nvGrpSpPr>
        <p:grpSpPr>
          <a:xfrm>
            <a:off x="4862100" y="1326042"/>
            <a:ext cx="2365102" cy="1823291"/>
            <a:chOff x="4977080" y="1509325"/>
            <a:chExt cx="2028911" cy="1321800"/>
          </a:xfrm>
        </p:grpSpPr>
        <p:sp>
          <p:nvSpPr>
            <p:cNvPr id="4848" name="Google Shape;4848;p84"/>
            <p:cNvSpPr txBox="1"/>
            <p:nvPr/>
          </p:nvSpPr>
          <p:spPr>
            <a:xfrm>
              <a:off x="4977092" y="1509325"/>
              <a:ext cx="2028900" cy="1321800"/>
            </a:xfrm>
            <a:prstGeom prst="rect">
              <a:avLst/>
            </a:prstGeom>
            <a:solidFill>
              <a:srgbClr val="FFFFFF"/>
            </a:solidFill>
            <a:ln cap="flat" cmpd="sng" w="38100">
              <a:solidFill>
                <a:srgbClr val="BFBFBF"/>
              </a:solidFill>
              <a:prstDash val="solid"/>
              <a:round/>
              <a:headEnd len="sm" w="sm" type="none"/>
              <a:tailEnd len="sm" w="sm" type="none"/>
            </a:ln>
            <a:effectLst>
              <a:outerShdw blurRad="63500" dir="2700000" dist="38100">
                <a:srgbClr val="000000">
                  <a:alpha val="39220"/>
                </a:srgbClr>
              </a:outerShdw>
            </a:effectLst>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Arial"/>
                <a:ea typeface="Arial"/>
                <a:cs typeface="Arial"/>
                <a:sym typeface="Arial"/>
              </a:endParaRPr>
            </a:p>
          </p:txBody>
        </p:sp>
        <p:sp>
          <p:nvSpPr>
            <p:cNvPr id="4849" name="Google Shape;4849;p84"/>
            <p:cNvSpPr txBox="1"/>
            <p:nvPr/>
          </p:nvSpPr>
          <p:spPr>
            <a:xfrm>
              <a:off x="4977080" y="1520404"/>
              <a:ext cx="2028900" cy="192600"/>
            </a:xfrm>
            <a:prstGeom prst="rect">
              <a:avLst/>
            </a:prstGeom>
            <a:solidFill>
              <a:srgbClr val="BFBFBF"/>
            </a:solidFill>
            <a:ln>
              <a:noFill/>
            </a:ln>
          </p:spPr>
          <p:txBody>
            <a:bodyPr anchorCtr="0" anchor="ctr" bIns="0" lIns="0" spcFirstLastPara="1" rIns="0" wrap="square" tIns="0">
              <a:noAutofit/>
            </a:bodyPr>
            <a:lstStyle/>
            <a:p>
              <a:pPr indent="0" lvl="0" marL="0" marR="0" rtl="0" algn="ctr">
                <a:lnSpc>
                  <a:spcPct val="100000"/>
                </a:lnSpc>
                <a:spcBef>
                  <a:spcPts val="0"/>
                </a:spcBef>
                <a:spcAft>
                  <a:spcPts val="0"/>
                </a:spcAft>
                <a:buClr>
                  <a:srgbClr val="000000"/>
                </a:buClr>
                <a:buSzPts val="1800"/>
                <a:buFont typeface="Arial"/>
                <a:buNone/>
              </a:pPr>
              <a:r>
                <a:rPr b="1" i="0" lang="es-419" sz="1000" u="none" cap="none" strike="noStrike">
                  <a:solidFill>
                    <a:srgbClr val="000000"/>
                  </a:solidFill>
                  <a:latin typeface="Arvo"/>
                  <a:ea typeface="Arvo"/>
                  <a:cs typeface="Arvo"/>
                  <a:sym typeface="Arvo"/>
                </a:rPr>
                <a:t>Formularios - P</a:t>
              </a:r>
              <a:r>
                <a:rPr b="1" lang="es-419" sz="1000">
                  <a:latin typeface="Arvo"/>
                  <a:ea typeface="Arvo"/>
                  <a:cs typeface="Arvo"/>
                  <a:sym typeface="Arvo"/>
                </a:rPr>
                <a:t>rocesos</a:t>
              </a:r>
              <a:endParaRPr i="0" sz="1000" u="none" cap="none" strike="noStrike">
                <a:solidFill>
                  <a:srgbClr val="000000"/>
                </a:solidFill>
                <a:latin typeface="Arvo"/>
                <a:ea typeface="Arvo"/>
                <a:cs typeface="Arvo"/>
                <a:sym typeface="Arvo"/>
              </a:endParaRPr>
            </a:p>
          </p:txBody>
        </p:sp>
      </p:grpSp>
      <p:grpSp>
        <p:nvGrpSpPr>
          <p:cNvPr id="4850" name="Google Shape;4850;p84"/>
          <p:cNvGrpSpPr/>
          <p:nvPr/>
        </p:nvGrpSpPr>
        <p:grpSpPr>
          <a:xfrm>
            <a:off x="4862112" y="3288193"/>
            <a:ext cx="2365090" cy="1583535"/>
            <a:chOff x="4977091" y="2931792"/>
            <a:chExt cx="2028901" cy="1147988"/>
          </a:xfrm>
        </p:grpSpPr>
        <p:sp>
          <p:nvSpPr>
            <p:cNvPr id="4851" name="Google Shape;4851;p84"/>
            <p:cNvSpPr txBox="1"/>
            <p:nvPr/>
          </p:nvSpPr>
          <p:spPr>
            <a:xfrm>
              <a:off x="4977092" y="2944881"/>
              <a:ext cx="2028900" cy="1134900"/>
            </a:xfrm>
            <a:prstGeom prst="rect">
              <a:avLst/>
            </a:prstGeom>
            <a:solidFill>
              <a:srgbClr val="FFFFFF"/>
            </a:solidFill>
            <a:ln cap="flat" cmpd="sng" w="38100">
              <a:solidFill>
                <a:srgbClr val="D9D9D9"/>
              </a:solidFill>
              <a:prstDash val="solid"/>
              <a:round/>
              <a:headEnd len="sm" w="sm" type="none"/>
              <a:tailEnd len="sm" w="sm" type="none"/>
            </a:ln>
            <a:effectLst>
              <a:outerShdw blurRad="63500" dir="2700000" dist="38100">
                <a:srgbClr val="000000">
                  <a:alpha val="39220"/>
                </a:srgbClr>
              </a:outerShdw>
            </a:effectLst>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Arial"/>
                <a:ea typeface="Arial"/>
                <a:cs typeface="Arial"/>
                <a:sym typeface="Arial"/>
              </a:endParaRPr>
            </a:p>
          </p:txBody>
        </p:sp>
        <p:sp>
          <p:nvSpPr>
            <p:cNvPr id="4852" name="Google Shape;4852;p84"/>
            <p:cNvSpPr txBox="1"/>
            <p:nvPr/>
          </p:nvSpPr>
          <p:spPr>
            <a:xfrm>
              <a:off x="4977091" y="2931792"/>
              <a:ext cx="2028900" cy="208500"/>
            </a:xfrm>
            <a:prstGeom prst="rect">
              <a:avLst/>
            </a:prstGeom>
            <a:solidFill>
              <a:srgbClr val="F2F2F2"/>
            </a:solidFill>
            <a:ln cap="flat" cmpd="sng" w="9525">
              <a:solidFill>
                <a:srgbClr val="D9D9D9"/>
              </a:solidFill>
              <a:prstDash val="solid"/>
              <a:miter lim="800000"/>
              <a:headEnd len="sm" w="sm" type="none"/>
              <a:tailEnd len="sm" w="sm" type="none"/>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rPr b="1" lang="es-419" sz="1000">
                  <a:latin typeface="Arvo"/>
                  <a:ea typeface="Arvo"/>
                  <a:cs typeface="Arvo"/>
                  <a:sym typeface="Arvo"/>
                </a:rPr>
                <a:t>Formulario </a:t>
              </a:r>
              <a:r>
                <a:rPr b="1" i="0" lang="es-419" sz="1000" u="none" cap="none" strike="noStrike">
                  <a:solidFill>
                    <a:srgbClr val="000000"/>
                  </a:solidFill>
                  <a:latin typeface="Arvo"/>
                  <a:ea typeface="Arvo"/>
                  <a:cs typeface="Arvo"/>
                  <a:sym typeface="Arvo"/>
                </a:rPr>
                <a:t>- </a:t>
              </a:r>
              <a:r>
                <a:rPr b="1" lang="es-419" sz="1000">
                  <a:latin typeface="Arvo"/>
                  <a:ea typeface="Arvo"/>
                  <a:cs typeface="Arvo"/>
                  <a:sym typeface="Arvo"/>
                </a:rPr>
                <a:t>Soporte</a:t>
              </a:r>
              <a:endParaRPr i="0" sz="1000" u="none" cap="none" strike="noStrike">
                <a:solidFill>
                  <a:srgbClr val="000000"/>
                </a:solidFill>
                <a:latin typeface="Arvo"/>
                <a:ea typeface="Arvo"/>
                <a:cs typeface="Arvo"/>
                <a:sym typeface="Arvo"/>
              </a:endParaRPr>
            </a:p>
          </p:txBody>
        </p:sp>
      </p:grpSp>
      <p:grpSp>
        <p:nvGrpSpPr>
          <p:cNvPr id="4853" name="Google Shape;4853;p84"/>
          <p:cNvGrpSpPr/>
          <p:nvPr/>
        </p:nvGrpSpPr>
        <p:grpSpPr>
          <a:xfrm>
            <a:off x="4862466" y="5042037"/>
            <a:ext cx="2365089" cy="1466001"/>
            <a:chOff x="4977394" y="4203246"/>
            <a:chExt cx="2028900" cy="1062781"/>
          </a:xfrm>
        </p:grpSpPr>
        <p:sp>
          <p:nvSpPr>
            <p:cNvPr id="4854" name="Google Shape;4854;p84"/>
            <p:cNvSpPr txBox="1"/>
            <p:nvPr/>
          </p:nvSpPr>
          <p:spPr>
            <a:xfrm>
              <a:off x="4977394" y="4216328"/>
              <a:ext cx="2028900" cy="1049700"/>
            </a:xfrm>
            <a:prstGeom prst="rect">
              <a:avLst/>
            </a:prstGeom>
            <a:solidFill>
              <a:srgbClr val="FFFFFF"/>
            </a:solidFill>
            <a:ln cap="flat" cmpd="sng" w="38100">
              <a:solidFill>
                <a:srgbClr val="72BFC5"/>
              </a:solidFill>
              <a:prstDash val="solid"/>
              <a:round/>
              <a:headEnd len="sm" w="sm" type="none"/>
              <a:tailEnd len="sm" w="sm" type="none"/>
            </a:ln>
            <a:effectLst>
              <a:outerShdw blurRad="63500" dir="2700000" dist="38100">
                <a:srgbClr val="000000">
                  <a:alpha val="39220"/>
                </a:srgbClr>
              </a:outerShdw>
            </a:effectLst>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Arial"/>
                <a:ea typeface="Arial"/>
                <a:cs typeface="Arial"/>
                <a:sym typeface="Arial"/>
              </a:endParaRPr>
            </a:p>
          </p:txBody>
        </p:sp>
        <p:sp>
          <p:nvSpPr>
            <p:cNvPr id="4855" name="Google Shape;4855;p84"/>
            <p:cNvSpPr txBox="1"/>
            <p:nvPr/>
          </p:nvSpPr>
          <p:spPr>
            <a:xfrm>
              <a:off x="4977394" y="4203246"/>
              <a:ext cx="2028900" cy="182100"/>
            </a:xfrm>
            <a:prstGeom prst="rect">
              <a:avLst/>
            </a:prstGeom>
            <a:solidFill>
              <a:srgbClr val="72BFC5"/>
            </a:solidFill>
            <a:ln cap="flat" cmpd="sng" w="38100">
              <a:solidFill>
                <a:srgbClr val="72BFC5"/>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rPr b="1" i="0" lang="es-419" sz="1000" u="none" cap="none" strike="noStrike">
                  <a:solidFill>
                    <a:srgbClr val="000000"/>
                  </a:solidFill>
                  <a:latin typeface="Arvo"/>
                  <a:ea typeface="Arvo"/>
                  <a:cs typeface="Arvo"/>
                  <a:sym typeface="Arvo"/>
                </a:rPr>
                <a:t>Formularios - D</a:t>
              </a:r>
              <a:r>
                <a:rPr b="1" lang="es-419" sz="1000">
                  <a:latin typeface="Arvo"/>
                  <a:ea typeface="Arvo"/>
                  <a:cs typeface="Arvo"/>
                  <a:sym typeface="Arvo"/>
                </a:rPr>
                <a:t>ialogo</a:t>
              </a:r>
              <a:endParaRPr i="0" sz="1000" u="none" cap="none" strike="noStrike">
                <a:solidFill>
                  <a:srgbClr val="000000"/>
                </a:solidFill>
                <a:latin typeface="Arvo"/>
                <a:ea typeface="Arvo"/>
                <a:cs typeface="Arvo"/>
                <a:sym typeface="Arvo"/>
              </a:endParaRPr>
            </a:p>
          </p:txBody>
        </p:sp>
      </p:grpSp>
      <p:grpSp>
        <p:nvGrpSpPr>
          <p:cNvPr id="4856" name="Google Shape;4856;p84"/>
          <p:cNvGrpSpPr/>
          <p:nvPr/>
        </p:nvGrpSpPr>
        <p:grpSpPr>
          <a:xfrm>
            <a:off x="7414088" y="1326038"/>
            <a:ext cx="2297245" cy="1823436"/>
            <a:chOff x="7166313" y="1509322"/>
            <a:chExt cx="1970700" cy="1321905"/>
          </a:xfrm>
        </p:grpSpPr>
        <p:sp>
          <p:nvSpPr>
            <p:cNvPr id="4857" name="Google Shape;4857;p84"/>
            <p:cNvSpPr txBox="1"/>
            <p:nvPr/>
          </p:nvSpPr>
          <p:spPr>
            <a:xfrm>
              <a:off x="7166313" y="1510328"/>
              <a:ext cx="1970700" cy="1320900"/>
            </a:xfrm>
            <a:prstGeom prst="rect">
              <a:avLst/>
            </a:prstGeom>
            <a:solidFill>
              <a:srgbClr val="FFFFFF"/>
            </a:solidFill>
            <a:ln cap="flat" cmpd="sng" w="38100">
              <a:solidFill>
                <a:srgbClr val="D9D9D9"/>
              </a:solidFill>
              <a:prstDash val="solid"/>
              <a:round/>
              <a:headEnd len="sm" w="sm" type="none"/>
              <a:tailEnd len="sm" w="sm" type="none"/>
            </a:ln>
            <a:effectLst>
              <a:outerShdw blurRad="63500" dir="2700000" dist="38100">
                <a:srgbClr val="000000">
                  <a:alpha val="39220"/>
                </a:srgbClr>
              </a:outerShdw>
            </a:effectLst>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Arial"/>
                <a:ea typeface="Arial"/>
                <a:cs typeface="Arial"/>
                <a:sym typeface="Arial"/>
              </a:endParaRPr>
            </a:p>
          </p:txBody>
        </p:sp>
        <p:sp>
          <p:nvSpPr>
            <p:cNvPr id="4858" name="Google Shape;4858;p84"/>
            <p:cNvSpPr txBox="1"/>
            <p:nvPr/>
          </p:nvSpPr>
          <p:spPr>
            <a:xfrm>
              <a:off x="7166313" y="1509322"/>
              <a:ext cx="1970700" cy="181800"/>
            </a:xfrm>
            <a:prstGeom prst="rect">
              <a:avLst/>
            </a:prstGeom>
            <a:solidFill>
              <a:srgbClr val="F2F2F2"/>
            </a:solidFill>
            <a:ln cap="flat" cmpd="sng" w="38100">
              <a:solidFill>
                <a:srgbClr val="D9D9D9"/>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rPr b="1" lang="es-419" sz="1000">
                  <a:latin typeface="Arvo"/>
                  <a:ea typeface="Arvo"/>
                  <a:cs typeface="Arvo"/>
                  <a:sym typeface="Arvo"/>
                </a:rPr>
                <a:t>Entidades </a:t>
              </a:r>
              <a:r>
                <a:rPr b="1" i="0" lang="es-419" sz="1000" u="none" cap="none" strike="noStrike">
                  <a:solidFill>
                    <a:srgbClr val="000000"/>
                  </a:solidFill>
                  <a:latin typeface="Arvo"/>
                  <a:ea typeface="Arvo"/>
                  <a:cs typeface="Arvo"/>
                  <a:sym typeface="Arvo"/>
                </a:rPr>
                <a:t>- </a:t>
              </a:r>
              <a:r>
                <a:rPr b="1" lang="es-419" sz="1000">
                  <a:latin typeface="Arvo"/>
                  <a:ea typeface="Arvo"/>
                  <a:cs typeface="Arvo"/>
                  <a:sym typeface="Arvo"/>
                </a:rPr>
                <a:t>Dominio</a:t>
              </a:r>
              <a:endParaRPr b="1" i="0" sz="1000" u="none" cap="none" strike="noStrike">
                <a:solidFill>
                  <a:srgbClr val="000000"/>
                </a:solidFill>
                <a:latin typeface="Arvo"/>
                <a:ea typeface="Arvo"/>
                <a:cs typeface="Arvo"/>
                <a:sym typeface="Arvo"/>
              </a:endParaRPr>
            </a:p>
          </p:txBody>
        </p:sp>
      </p:grpSp>
      <p:grpSp>
        <p:nvGrpSpPr>
          <p:cNvPr id="4859" name="Google Shape;4859;p84"/>
          <p:cNvGrpSpPr/>
          <p:nvPr/>
        </p:nvGrpSpPr>
        <p:grpSpPr>
          <a:xfrm>
            <a:off x="7413883" y="3312381"/>
            <a:ext cx="2297249" cy="3195411"/>
            <a:chOff x="7166309" y="2980271"/>
            <a:chExt cx="1970704" cy="2285701"/>
          </a:xfrm>
        </p:grpSpPr>
        <p:sp>
          <p:nvSpPr>
            <p:cNvPr id="4860" name="Google Shape;4860;p84"/>
            <p:cNvSpPr txBox="1"/>
            <p:nvPr/>
          </p:nvSpPr>
          <p:spPr>
            <a:xfrm>
              <a:off x="7166313" y="2980272"/>
              <a:ext cx="1970700" cy="2285700"/>
            </a:xfrm>
            <a:prstGeom prst="rect">
              <a:avLst/>
            </a:prstGeom>
            <a:solidFill>
              <a:srgbClr val="FFFFFF"/>
            </a:solidFill>
            <a:ln cap="flat" cmpd="sng" w="38100">
              <a:solidFill>
                <a:srgbClr val="C00000"/>
              </a:solidFill>
              <a:prstDash val="solid"/>
              <a:round/>
              <a:headEnd len="sm" w="sm" type="none"/>
              <a:tailEnd len="sm" w="sm" type="none"/>
            </a:ln>
            <a:effectLst>
              <a:outerShdw blurRad="63500" dir="2700000" dist="38100">
                <a:srgbClr val="000000">
                  <a:alpha val="39220"/>
                </a:srgbClr>
              </a:outerShdw>
            </a:effectLst>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Arial"/>
                <a:ea typeface="Arial"/>
                <a:cs typeface="Arial"/>
                <a:sym typeface="Arial"/>
              </a:endParaRPr>
            </a:p>
          </p:txBody>
        </p:sp>
        <p:sp>
          <p:nvSpPr>
            <p:cNvPr id="4861" name="Google Shape;4861;p84"/>
            <p:cNvSpPr txBox="1"/>
            <p:nvPr/>
          </p:nvSpPr>
          <p:spPr>
            <a:xfrm>
              <a:off x="7166309" y="2980271"/>
              <a:ext cx="1970700" cy="171300"/>
            </a:xfrm>
            <a:prstGeom prst="rect">
              <a:avLst/>
            </a:prstGeom>
            <a:solidFill>
              <a:srgbClr val="C00000"/>
            </a:solidFill>
            <a:ln cap="flat" cmpd="sng" w="38100">
              <a:solidFill>
                <a:srgbClr val="C00000"/>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FFFFFF"/>
                </a:buClr>
                <a:buSzPts val="1800"/>
                <a:buFont typeface="Arial"/>
                <a:buNone/>
              </a:pPr>
              <a:r>
                <a:rPr b="1" lang="es-419" sz="1000">
                  <a:solidFill>
                    <a:srgbClr val="FFFFFF"/>
                  </a:solidFill>
                  <a:latin typeface="Arvo"/>
                  <a:ea typeface="Arvo"/>
                  <a:cs typeface="Arvo"/>
                  <a:sym typeface="Arvo"/>
                </a:rPr>
                <a:t>Comunicación</a:t>
              </a:r>
              <a:endParaRPr i="0" sz="1000" u="none" cap="none" strike="noStrike">
                <a:solidFill>
                  <a:srgbClr val="000000"/>
                </a:solidFill>
                <a:latin typeface="Arvo"/>
                <a:ea typeface="Arvo"/>
                <a:cs typeface="Arvo"/>
                <a:sym typeface="Arvo"/>
              </a:endParaRPr>
            </a:p>
          </p:txBody>
        </p:sp>
      </p:grpSp>
    </p:spTree>
  </p:cSld>
  <p:clrMapOvr>
    <a:masterClrMapping/>
  </p:clrMapOvr>
</p:sldLayout>
</file>

<file path=ppt/slideLayouts/slideLayout8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Paleta 3">
  <p:cSld name="CUSTOM_3">
    <p:spTree>
      <p:nvGrpSpPr>
        <p:cNvPr id="4862" name="Shape 4862"/>
        <p:cNvGrpSpPr/>
        <p:nvPr/>
      </p:nvGrpSpPr>
      <p:grpSpPr>
        <a:xfrm>
          <a:off x="0" y="0"/>
          <a:ext cx="0" cy="0"/>
          <a:chOff x="0" y="0"/>
          <a:chExt cx="0" cy="0"/>
        </a:xfrm>
      </p:grpSpPr>
      <p:sp>
        <p:nvSpPr>
          <p:cNvPr id="4863" name="Google Shape;4863;p85"/>
          <p:cNvSpPr/>
          <p:nvPr/>
        </p:nvSpPr>
        <p:spPr>
          <a:xfrm>
            <a:off x="195013" y="263250"/>
            <a:ext cx="3319800" cy="421200"/>
          </a:xfrm>
          <a:prstGeom prst="roundRect">
            <a:avLst>
              <a:gd fmla="val 17492" name="adj"/>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s-419" sz="1200">
                <a:solidFill>
                  <a:srgbClr val="FFFFFF"/>
                </a:solidFill>
              </a:rPr>
              <a:t>Estructura de Procesos</a:t>
            </a:r>
            <a:endParaRPr b="1" sz="1100">
              <a:solidFill>
                <a:srgbClr val="FFFFFF"/>
              </a:solidFill>
            </a:endParaRPr>
          </a:p>
        </p:txBody>
      </p:sp>
      <p:cxnSp>
        <p:nvCxnSpPr>
          <p:cNvPr id="4864" name="Google Shape;4864;p85"/>
          <p:cNvCxnSpPr/>
          <p:nvPr/>
        </p:nvCxnSpPr>
        <p:spPr>
          <a:xfrm>
            <a:off x="3706088" y="164100"/>
            <a:ext cx="0" cy="6511800"/>
          </a:xfrm>
          <a:prstGeom prst="straightConnector1">
            <a:avLst/>
          </a:prstGeom>
          <a:noFill/>
          <a:ln cap="flat" cmpd="sng" w="28575">
            <a:solidFill>
              <a:srgbClr val="B7B7B7"/>
            </a:solidFill>
            <a:prstDash val="dash"/>
            <a:round/>
            <a:headEnd len="med" w="med" type="none"/>
            <a:tailEnd len="med" w="med" type="none"/>
          </a:ln>
        </p:spPr>
      </p:cxnSp>
      <p:sp>
        <p:nvSpPr>
          <p:cNvPr id="4865" name="Google Shape;4865;p85"/>
          <p:cNvSpPr/>
          <p:nvPr/>
        </p:nvSpPr>
        <p:spPr>
          <a:xfrm>
            <a:off x="195000" y="822275"/>
            <a:ext cx="3319800" cy="5853600"/>
          </a:xfrm>
          <a:prstGeom prst="roundRect">
            <a:avLst>
              <a:gd fmla="val 4230" name="adj"/>
            </a:avLst>
          </a:prstGeom>
          <a:solidFill>
            <a:srgbClr val="F3F3F3"/>
          </a:solidFill>
          <a:ln cap="flat" cmpd="sng" w="9525">
            <a:solidFill>
              <a:srgbClr val="F3F3F3"/>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6" name="Google Shape;4866;p85"/>
          <p:cNvSpPr/>
          <p:nvPr/>
        </p:nvSpPr>
        <p:spPr>
          <a:xfrm>
            <a:off x="287014" y="1073599"/>
            <a:ext cx="687600" cy="366900"/>
          </a:xfrm>
          <a:prstGeom prst="foldedCorner">
            <a:avLst>
              <a:gd fmla="val 16667" name="adj"/>
            </a:avLst>
          </a:prstGeom>
          <a:solidFill>
            <a:srgbClr val="F3F3F3"/>
          </a:solidFill>
          <a:ln cap="flat" cmpd="sng" w="9525">
            <a:solidFill>
              <a:srgbClr val="999999"/>
            </a:solidFill>
            <a:prstDash val="solid"/>
            <a:round/>
            <a:headEnd len="sm" w="sm" type="none"/>
            <a:tailEnd len="sm" w="sm" type="none"/>
          </a:ln>
          <a:effectLst>
            <a:outerShdw blurRad="57150" rotWithShape="0" algn="bl" dir="1920000" dist="19050">
              <a:srgbClr val="000000">
                <a:alpha val="22000"/>
              </a:srgbClr>
            </a:outerShdw>
          </a:effectLst>
        </p:spPr>
        <p:txBody>
          <a:bodyPr anchorCtr="0" anchor="t" bIns="18000" lIns="18000" spcFirstLastPara="1" rIns="18000" wrap="square" tIns="18000">
            <a:noAutofit/>
          </a:bodyPr>
          <a:lstStyle/>
          <a:p>
            <a:pPr indent="0" lvl="0" marL="0" rtl="0" algn="ctr">
              <a:spcBef>
                <a:spcPts val="0"/>
              </a:spcBef>
              <a:spcAft>
                <a:spcPts val="0"/>
              </a:spcAft>
              <a:buNone/>
            </a:pPr>
            <a:r>
              <a:rPr b="1" lang="es-419" sz="800"/>
              <a:t>&lt;...&gt;</a:t>
            </a:r>
            <a:endParaRPr b="1" sz="800"/>
          </a:p>
          <a:p>
            <a:pPr indent="0" lvl="0" marL="0" rtl="0" algn="ctr">
              <a:spcBef>
                <a:spcPts val="0"/>
              </a:spcBef>
              <a:spcAft>
                <a:spcPts val="0"/>
              </a:spcAft>
              <a:buNone/>
            </a:pPr>
            <a:r>
              <a:rPr lang="es-419" sz="800"/>
              <a:t>&lt;...&gt;</a:t>
            </a:r>
            <a:endParaRPr sz="800"/>
          </a:p>
        </p:txBody>
      </p:sp>
      <p:grpSp>
        <p:nvGrpSpPr>
          <p:cNvPr id="4867" name="Google Shape;4867;p85"/>
          <p:cNvGrpSpPr/>
          <p:nvPr/>
        </p:nvGrpSpPr>
        <p:grpSpPr>
          <a:xfrm>
            <a:off x="791843" y="2540959"/>
            <a:ext cx="801000" cy="434150"/>
            <a:chOff x="6170025" y="1408150"/>
            <a:chExt cx="801000" cy="434150"/>
          </a:xfrm>
        </p:grpSpPr>
        <p:cxnSp>
          <p:nvCxnSpPr>
            <p:cNvPr id="4868" name="Google Shape;4868;p85"/>
            <p:cNvCxnSpPr/>
            <p:nvPr/>
          </p:nvCxnSpPr>
          <p:spPr>
            <a:xfrm>
              <a:off x="6170025" y="1555500"/>
              <a:ext cx="801000" cy="286800"/>
            </a:xfrm>
            <a:prstGeom prst="bentConnector3">
              <a:avLst>
                <a:gd fmla="val 50000" name="adj1"/>
              </a:avLst>
            </a:prstGeom>
            <a:noFill/>
            <a:ln cap="flat" cmpd="sng" w="19050">
              <a:solidFill>
                <a:srgbClr val="274E13"/>
              </a:solidFill>
              <a:prstDash val="lgDash"/>
              <a:round/>
              <a:headEnd len="med" w="med" type="none"/>
              <a:tailEnd len="med" w="med" type="stealth"/>
            </a:ln>
          </p:spPr>
        </p:cxnSp>
        <p:sp>
          <p:nvSpPr>
            <p:cNvPr id="4869" name="Google Shape;4869;p85"/>
            <p:cNvSpPr txBox="1"/>
            <p:nvPr/>
          </p:nvSpPr>
          <p:spPr>
            <a:xfrm>
              <a:off x="6255333" y="1408150"/>
              <a:ext cx="623400" cy="123000"/>
            </a:xfrm>
            <a:prstGeom prst="rect">
              <a:avLst/>
            </a:prstGeom>
            <a:noFill/>
            <a:ln>
              <a:noFill/>
            </a:ln>
          </p:spPr>
          <p:txBody>
            <a:bodyPr anchorCtr="0" anchor="t" bIns="0" lIns="0" spcFirstLastPara="1" rIns="0" wrap="square" tIns="0">
              <a:spAutoFit/>
            </a:bodyPr>
            <a:lstStyle/>
            <a:p>
              <a:pPr indent="0" lvl="0" marL="0" rtl="0" algn="ctr">
                <a:spcBef>
                  <a:spcPts val="0"/>
                </a:spcBef>
                <a:spcAft>
                  <a:spcPts val="0"/>
                </a:spcAft>
                <a:buNone/>
              </a:pPr>
              <a:r>
                <a:rPr b="1" i="1" lang="es-419" sz="800">
                  <a:solidFill>
                    <a:srgbClr val="274E13"/>
                  </a:solidFill>
                </a:rPr>
                <a:t>includes</a:t>
              </a:r>
              <a:endParaRPr b="1" i="1" sz="800">
                <a:solidFill>
                  <a:srgbClr val="274E13"/>
                </a:solidFill>
              </a:endParaRPr>
            </a:p>
          </p:txBody>
        </p:sp>
      </p:grpSp>
      <p:grpSp>
        <p:nvGrpSpPr>
          <p:cNvPr id="4870" name="Google Shape;4870;p85"/>
          <p:cNvGrpSpPr/>
          <p:nvPr/>
        </p:nvGrpSpPr>
        <p:grpSpPr>
          <a:xfrm>
            <a:off x="2026468" y="2580397"/>
            <a:ext cx="801000" cy="434150"/>
            <a:chOff x="6170025" y="1408150"/>
            <a:chExt cx="801000" cy="434150"/>
          </a:xfrm>
        </p:grpSpPr>
        <p:cxnSp>
          <p:nvCxnSpPr>
            <p:cNvPr id="4871" name="Google Shape;4871;p85"/>
            <p:cNvCxnSpPr/>
            <p:nvPr/>
          </p:nvCxnSpPr>
          <p:spPr>
            <a:xfrm>
              <a:off x="6170025" y="1555500"/>
              <a:ext cx="801000" cy="286800"/>
            </a:xfrm>
            <a:prstGeom prst="bentConnector3">
              <a:avLst>
                <a:gd fmla="val 50000" name="adj1"/>
              </a:avLst>
            </a:prstGeom>
            <a:noFill/>
            <a:ln cap="flat" cmpd="sng" w="19050">
              <a:solidFill>
                <a:srgbClr val="990000"/>
              </a:solidFill>
              <a:prstDash val="lgDash"/>
              <a:round/>
              <a:headEnd len="med" w="med" type="none"/>
              <a:tailEnd len="med" w="med" type="stealth"/>
            </a:ln>
          </p:spPr>
        </p:cxnSp>
        <p:sp>
          <p:nvSpPr>
            <p:cNvPr id="4872" name="Google Shape;4872;p85"/>
            <p:cNvSpPr txBox="1"/>
            <p:nvPr/>
          </p:nvSpPr>
          <p:spPr>
            <a:xfrm>
              <a:off x="6255333" y="1408150"/>
              <a:ext cx="623400" cy="123000"/>
            </a:xfrm>
            <a:prstGeom prst="rect">
              <a:avLst/>
            </a:prstGeom>
            <a:noFill/>
            <a:ln>
              <a:noFill/>
            </a:ln>
          </p:spPr>
          <p:txBody>
            <a:bodyPr anchorCtr="0" anchor="t" bIns="0" lIns="0" spcFirstLastPara="1" rIns="0" wrap="square" tIns="0">
              <a:spAutoFit/>
            </a:bodyPr>
            <a:lstStyle/>
            <a:p>
              <a:pPr indent="0" lvl="0" marL="0" rtl="0" algn="ctr">
                <a:spcBef>
                  <a:spcPts val="0"/>
                </a:spcBef>
                <a:spcAft>
                  <a:spcPts val="0"/>
                </a:spcAft>
                <a:buNone/>
              </a:pPr>
              <a:r>
                <a:rPr b="1" i="1" lang="es-419" sz="800">
                  <a:solidFill>
                    <a:srgbClr val="990000"/>
                  </a:solidFill>
                </a:rPr>
                <a:t>extends</a:t>
              </a:r>
              <a:endParaRPr b="1" i="1" sz="800">
                <a:solidFill>
                  <a:srgbClr val="990000"/>
                </a:solidFill>
              </a:endParaRPr>
            </a:p>
          </p:txBody>
        </p:sp>
      </p:grpSp>
      <p:pic>
        <p:nvPicPr>
          <p:cNvPr id="4873" name="Google Shape;4873;p85"/>
          <p:cNvPicPr preferRelativeResize="0"/>
          <p:nvPr/>
        </p:nvPicPr>
        <p:blipFill rotWithShape="1">
          <a:blip r:embed="rId2">
            <a:alphaModFix/>
          </a:blip>
          <a:srcRect b="0" l="0" r="0" t="0"/>
          <a:stretch/>
        </p:blipFill>
        <p:spPr>
          <a:xfrm>
            <a:off x="2665759" y="1883602"/>
            <a:ext cx="189000" cy="540000"/>
          </a:xfrm>
          <a:prstGeom prst="rect">
            <a:avLst/>
          </a:prstGeom>
          <a:noFill/>
          <a:ln>
            <a:noFill/>
          </a:ln>
        </p:spPr>
      </p:pic>
      <p:pic>
        <p:nvPicPr>
          <p:cNvPr id="4874" name="Google Shape;4874;p85"/>
          <p:cNvPicPr preferRelativeResize="0"/>
          <p:nvPr/>
        </p:nvPicPr>
        <p:blipFill rotWithShape="1">
          <a:blip r:embed="rId3">
            <a:alphaModFix/>
          </a:blip>
          <a:srcRect b="0" l="0" r="0" t="0"/>
          <a:stretch/>
        </p:blipFill>
        <p:spPr>
          <a:xfrm>
            <a:off x="2236333" y="1883594"/>
            <a:ext cx="259200" cy="540000"/>
          </a:xfrm>
          <a:prstGeom prst="rect">
            <a:avLst/>
          </a:prstGeom>
          <a:noFill/>
          <a:ln>
            <a:noFill/>
          </a:ln>
        </p:spPr>
      </p:pic>
      <p:pic>
        <p:nvPicPr>
          <p:cNvPr id="4875" name="Google Shape;4875;p85"/>
          <p:cNvPicPr preferRelativeResize="0"/>
          <p:nvPr/>
        </p:nvPicPr>
        <p:blipFill rotWithShape="1">
          <a:blip r:embed="rId4">
            <a:alphaModFix/>
          </a:blip>
          <a:srcRect b="0" l="0" r="0" t="0"/>
          <a:stretch/>
        </p:blipFill>
        <p:spPr>
          <a:xfrm>
            <a:off x="3060890" y="1883600"/>
            <a:ext cx="259200" cy="540000"/>
          </a:xfrm>
          <a:prstGeom prst="rect">
            <a:avLst/>
          </a:prstGeom>
          <a:noFill/>
          <a:ln>
            <a:noFill/>
          </a:ln>
        </p:spPr>
      </p:pic>
      <p:grpSp>
        <p:nvGrpSpPr>
          <p:cNvPr id="4876" name="Google Shape;4876;p85"/>
          <p:cNvGrpSpPr/>
          <p:nvPr/>
        </p:nvGrpSpPr>
        <p:grpSpPr>
          <a:xfrm>
            <a:off x="1855443" y="936425"/>
            <a:ext cx="1541275" cy="839850"/>
            <a:chOff x="849038" y="4592425"/>
            <a:chExt cx="1541275" cy="839850"/>
          </a:xfrm>
        </p:grpSpPr>
        <p:sp>
          <p:nvSpPr>
            <p:cNvPr id="4877" name="Google Shape;4877;p85"/>
            <p:cNvSpPr/>
            <p:nvPr/>
          </p:nvSpPr>
          <p:spPr>
            <a:xfrm>
              <a:off x="850363" y="4592425"/>
              <a:ext cx="1527600" cy="831300"/>
            </a:xfrm>
            <a:prstGeom prst="snip2SameRect">
              <a:avLst>
                <a:gd fmla="val 37547" name="adj1"/>
                <a:gd fmla="val 0" name="adj2"/>
              </a:avLst>
            </a:prstGeom>
            <a:solidFill>
              <a:schemeClr val="l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i="1" lang="es-419" sz="1000"/>
                <a:t>&lt;...&gt;</a:t>
              </a:r>
              <a:endParaRPr i="1" sz="1000"/>
            </a:p>
          </p:txBody>
        </p:sp>
        <p:cxnSp>
          <p:nvCxnSpPr>
            <p:cNvPr id="4878" name="Google Shape;4878;p85"/>
            <p:cNvCxnSpPr/>
            <p:nvPr/>
          </p:nvCxnSpPr>
          <p:spPr>
            <a:xfrm flipH="1">
              <a:off x="849038" y="5009550"/>
              <a:ext cx="320100" cy="413700"/>
            </a:xfrm>
            <a:prstGeom prst="straightConnector1">
              <a:avLst/>
            </a:prstGeom>
            <a:noFill/>
            <a:ln cap="flat" cmpd="sng" w="9525">
              <a:solidFill>
                <a:schemeClr val="dk2"/>
              </a:solidFill>
              <a:prstDash val="solid"/>
              <a:round/>
              <a:headEnd len="med" w="med" type="none"/>
              <a:tailEnd len="med" w="med" type="none"/>
            </a:ln>
          </p:spPr>
        </p:cxnSp>
        <p:cxnSp>
          <p:nvCxnSpPr>
            <p:cNvPr id="4879" name="Google Shape;4879;p85"/>
            <p:cNvCxnSpPr/>
            <p:nvPr/>
          </p:nvCxnSpPr>
          <p:spPr>
            <a:xfrm>
              <a:off x="1163288" y="4592700"/>
              <a:ext cx="0" cy="425700"/>
            </a:xfrm>
            <a:prstGeom prst="straightConnector1">
              <a:avLst/>
            </a:prstGeom>
            <a:noFill/>
            <a:ln cap="flat" cmpd="sng" w="9525">
              <a:solidFill>
                <a:schemeClr val="dk2"/>
              </a:solidFill>
              <a:prstDash val="solid"/>
              <a:round/>
              <a:headEnd len="med" w="med" type="none"/>
              <a:tailEnd len="med" w="med" type="none"/>
            </a:ln>
          </p:spPr>
        </p:cxnSp>
        <p:cxnSp>
          <p:nvCxnSpPr>
            <p:cNvPr id="4880" name="Google Shape;4880;p85"/>
            <p:cNvCxnSpPr/>
            <p:nvPr/>
          </p:nvCxnSpPr>
          <p:spPr>
            <a:xfrm flipH="1" rot="10800000">
              <a:off x="1169138" y="5012425"/>
              <a:ext cx="892500" cy="3000"/>
            </a:xfrm>
            <a:prstGeom prst="straightConnector1">
              <a:avLst/>
            </a:prstGeom>
            <a:noFill/>
            <a:ln cap="flat" cmpd="sng" w="9525">
              <a:solidFill>
                <a:schemeClr val="dk2"/>
              </a:solidFill>
              <a:prstDash val="solid"/>
              <a:round/>
              <a:headEnd len="med" w="med" type="none"/>
              <a:tailEnd len="med" w="med" type="none"/>
            </a:ln>
          </p:spPr>
        </p:cxnSp>
        <p:cxnSp>
          <p:nvCxnSpPr>
            <p:cNvPr id="4881" name="Google Shape;4881;p85"/>
            <p:cNvCxnSpPr/>
            <p:nvPr/>
          </p:nvCxnSpPr>
          <p:spPr>
            <a:xfrm>
              <a:off x="2064138" y="4592700"/>
              <a:ext cx="0" cy="425700"/>
            </a:xfrm>
            <a:prstGeom prst="straightConnector1">
              <a:avLst/>
            </a:prstGeom>
            <a:noFill/>
            <a:ln cap="flat" cmpd="sng" w="9525">
              <a:solidFill>
                <a:schemeClr val="dk2"/>
              </a:solidFill>
              <a:prstDash val="solid"/>
              <a:round/>
              <a:headEnd len="med" w="med" type="none"/>
              <a:tailEnd len="med" w="med" type="none"/>
            </a:ln>
          </p:spPr>
        </p:cxnSp>
        <p:cxnSp>
          <p:nvCxnSpPr>
            <p:cNvPr id="4882" name="Google Shape;4882;p85"/>
            <p:cNvCxnSpPr/>
            <p:nvPr/>
          </p:nvCxnSpPr>
          <p:spPr>
            <a:xfrm rot="10800000">
              <a:off x="2067513" y="5018275"/>
              <a:ext cx="322800" cy="414000"/>
            </a:xfrm>
            <a:prstGeom prst="straightConnector1">
              <a:avLst/>
            </a:prstGeom>
            <a:noFill/>
            <a:ln cap="flat" cmpd="sng" w="9525">
              <a:solidFill>
                <a:schemeClr val="dk2"/>
              </a:solidFill>
              <a:prstDash val="solid"/>
              <a:round/>
              <a:headEnd len="med" w="med" type="none"/>
              <a:tailEnd len="med" w="med" type="none"/>
            </a:ln>
          </p:spPr>
        </p:cxnSp>
      </p:grpSp>
      <p:grpSp>
        <p:nvGrpSpPr>
          <p:cNvPr id="4883" name="Google Shape;4883;p85"/>
          <p:cNvGrpSpPr/>
          <p:nvPr/>
        </p:nvGrpSpPr>
        <p:grpSpPr>
          <a:xfrm>
            <a:off x="506231" y="3169679"/>
            <a:ext cx="2716200" cy="1366800"/>
            <a:chOff x="6859675" y="892675"/>
            <a:chExt cx="2716200" cy="1366800"/>
          </a:xfrm>
        </p:grpSpPr>
        <p:sp>
          <p:nvSpPr>
            <p:cNvPr id="4884" name="Google Shape;4884;p85"/>
            <p:cNvSpPr/>
            <p:nvPr/>
          </p:nvSpPr>
          <p:spPr>
            <a:xfrm>
              <a:off x="6859675" y="892675"/>
              <a:ext cx="2716200" cy="1366800"/>
            </a:xfrm>
            <a:prstGeom prst="roundRect">
              <a:avLst>
                <a:gd fmla="val 3146" name="adj"/>
              </a:avLst>
            </a:prstGeom>
            <a:solidFill>
              <a:srgbClr val="FFFFFF"/>
            </a:solidFill>
            <a:ln cap="flat" cmpd="sng" w="9525">
              <a:solidFill>
                <a:srgbClr val="EFEFEF"/>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t" bIns="18000" lIns="18000" spcFirstLastPara="1" rIns="18000" wrap="square" tIns="18000">
              <a:noAutofit/>
            </a:bodyPr>
            <a:lstStyle/>
            <a:p>
              <a:pPr indent="0" lvl="0" marL="0" rtl="0" algn="r">
                <a:spcBef>
                  <a:spcPts val="0"/>
                </a:spcBef>
                <a:spcAft>
                  <a:spcPts val="0"/>
                </a:spcAft>
                <a:buNone/>
              </a:pPr>
              <a:r>
                <a:t/>
              </a:r>
              <a:endParaRPr b="1" i="1" sz="900">
                <a:solidFill>
                  <a:srgbClr val="434343"/>
                </a:solidFill>
              </a:endParaRPr>
            </a:p>
          </p:txBody>
        </p:sp>
        <p:sp>
          <p:nvSpPr>
            <p:cNvPr id="4885" name="Google Shape;4885;p85"/>
            <p:cNvSpPr txBox="1"/>
            <p:nvPr/>
          </p:nvSpPr>
          <p:spPr>
            <a:xfrm>
              <a:off x="6939508" y="944250"/>
              <a:ext cx="376500" cy="265800"/>
            </a:xfrm>
            <a:prstGeom prst="rect">
              <a:avLst/>
            </a:prstGeom>
            <a:noFill/>
            <a:ln>
              <a:noFill/>
            </a:ln>
          </p:spPr>
          <p:txBody>
            <a:bodyPr anchorCtr="0" anchor="ctr" bIns="0" lIns="0" spcFirstLastPara="1" rIns="0" wrap="square" tIns="0">
              <a:noAutofit/>
            </a:bodyPr>
            <a:lstStyle/>
            <a:p>
              <a:pPr indent="0" lvl="0" marL="0" rtl="0" algn="r">
                <a:spcBef>
                  <a:spcPts val="0"/>
                </a:spcBef>
                <a:spcAft>
                  <a:spcPts val="0"/>
                </a:spcAft>
                <a:buNone/>
              </a:pPr>
              <a:r>
                <a:rPr lang="es-419" sz="700">
                  <a:latin typeface="Arvo"/>
                  <a:ea typeface="Arvo"/>
                  <a:cs typeface="Arvo"/>
                  <a:sym typeface="Arvo"/>
                </a:rPr>
                <a:t>Proceso:</a:t>
              </a:r>
              <a:endParaRPr sz="700">
                <a:latin typeface="Arvo"/>
                <a:ea typeface="Arvo"/>
                <a:cs typeface="Arvo"/>
                <a:sym typeface="Arvo"/>
              </a:endParaRPr>
            </a:p>
            <a:p>
              <a:pPr indent="0" lvl="0" marL="0" rtl="0" algn="r">
                <a:spcBef>
                  <a:spcPts val="0"/>
                </a:spcBef>
                <a:spcAft>
                  <a:spcPts val="0"/>
                </a:spcAft>
                <a:buNone/>
              </a:pPr>
              <a:r>
                <a:t/>
              </a:r>
              <a:endParaRPr i="1" sz="600">
                <a:solidFill>
                  <a:srgbClr val="666666"/>
                </a:solidFill>
                <a:latin typeface="Arvo"/>
                <a:ea typeface="Arvo"/>
                <a:cs typeface="Arvo"/>
                <a:sym typeface="Arvo"/>
              </a:endParaRPr>
            </a:p>
          </p:txBody>
        </p:sp>
        <p:sp>
          <p:nvSpPr>
            <p:cNvPr id="4886" name="Google Shape;4886;p85"/>
            <p:cNvSpPr/>
            <p:nvPr/>
          </p:nvSpPr>
          <p:spPr>
            <a:xfrm>
              <a:off x="7450814" y="951063"/>
              <a:ext cx="2049300" cy="160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600">
                <a:latin typeface="Roboto"/>
                <a:ea typeface="Roboto"/>
                <a:cs typeface="Roboto"/>
                <a:sym typeface="Roboto"/>
              </a:endParaRPr>
            </a:p>
          </p:txBody>
        </p:sp>
        <p:sp>
          <p:nvSpPr>
            <p:cNvPr id="4887" name="Google Shape;4887;p85"/>
            <p:cNvSpPr txBox="1"/>
            <p:nvPr/>
          </p:nvSpPr>
          <p:spPr>
            <a:xfrm>
              <a:off x="7450814" y="946863"/>
              <a:ext cx="1736100" cy="169200"/>
            </a:xfrm>
            <a:prstGeom prst="rect">
              <a:avLst/>
            </a:prstGeom>
            <a:noFill/>
            <a:ln>
              <a:noFill/>
            </a:ln>
          </p:spPr>
          <p:txBody>
            <a:bodyPr anchorCtr="0" anchor="ctr" bIns="18000" lIns="18000" spcFirstLastPara="1" rIns="18000" wrap="square" tIns="18000">
              <a:noAutofit/>
            </a:bodyPr>
            <a:lstStyle/>
            <a:p>
              <a:pPr indent="0" lvl="0" marL="0" rtl="0" algn="ctr">
                <a:spcBef>
                  <a:spcPts val="0"/>
                </a:spcBef>
                <a:spcAft>
                  <a:spcPts val="0"/>
                </a:spcAft>
                <a:buNone/>
              </a:pPr>
              <a:r>
                <a:rPr b="1" i="1" lang="es-419" sz="800">
                  <a:solidFill>
                    <a:srgbClr val="434343"/>
                  </a:solidFill>
                </a:rPr>
                <a:t>&lt;...&gt;</a:t>
              </a:r>
              <a:endParaRPr b="1" i="1" sz="800">
                <a:solidFill>
                  <a:srgbClr val="434343"/>
                </a:solidFill>
              </a:endParaRPr>
            </a:p>
          </p:txBody>
        </p:sp>
        <p:sp>
          <p:nvSpPr>
            <p:cNvPr id="4888" name="Google Shape;4888;p85"/>
            <p:cNvSpPr/>
            <p:nvPr/>
          </p:nvSpPr>
          <p:spPr>
            <a:xfrm>
              <a:off x="6965508" y="1159663"/>
              <a:ext cx="461700" cy="1038600"/>
            </a:xfrm>
            <a:prstGeom prst="roundRect">
              <a:avLst>
                <a:gd fmla="val 9856" name="adj"/>
              </a:avLst>
            </a:prstGeom>
            <a:solidFill>
              <a:schemeClr val="l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9" name="Google Shape;4889;p85"/>
            <p:cNvSpPr txBox="1"/>
            <p:nvPr/>
          </p:nvSpPr>
          <p:spPr>
            <a:xfrm>
              <a:off x="6965508" y="1204638"/>
              <a:ext cx="454500" cy="386700"/>
            </a:xfrm>
            <a:prstGeom prst="rect">
              <a:avLst/>
            </a:prstGeom>
            <a:noFill/>
            <a:ln>
              <a:noFill/>
            </a:ln>
          </p:spPr>
          <p:txBody>
            <a:bodyPr anchorCtr="0" anchor="t" bIns="18000" lIns="18000" spcFirstLastPara="1" rIns="18000" wrap="square" tIns="18000">
              <a:noAutofit/>
            </a:bodyPr>
            <a:lstStyle/>
            <a:p>
              <a:pPr indent="0" lvl="0" marL="0" rtl="0" algn="ctr">
                <a:spcBef>
                  <a:spcPts val="0"/>
                </a:spcBef>
                <a:spcAft>
                  <a:spcPts val="0"/>
                </a:spcAft>
                <a:buNone/>
              </a:pPr>
              <a:r>
                <a:rPr lang="es-419" sz="700"/>
                <a:t>&lt;...&gt;</a:t>
              </a:r>
              <a:endParaRPr sz="700"/>
            </a:p>
            <a:p>
              <a:pPr indent="0" lvl="0" marL="457200" rtl="0" algn="ctr">
                <a:spcBef>
                  <a:spcPts val="0"/>
                </a:spcBef>
                <a:spcAft>
                  <a:spcPts val="0"/>
                </a:spcAft>
                <a:buNone/>
              </a:pPr>
              <a:r>
                <a:t/>
              </a:r>
              <a:endParaRPr sz="700"/>
            </a:p>
          </p:txBody>
        </p:sp>
        <p:sp>
          <p:nvSpPr>
            <p:cNvPr id="4890" name="Google Shape;4890;p85"/>
            <p:cNvSpPr/>
            <p:nvPr/>
          </p:nvSpPr>
          <p:spPr>
            <a:xfrm>
              <a:off x="7479206" y="1159663"/>
              <a:ext cx="461700" cy="1038600"/>
            </a:xfrm>
            <a:prstGeom prst="roundRect">
              <a:avLst>
                <a:gd fmla="val 9856" name="adj"/>
              </a:avLst>
            </a:prstGeom>
            <a:solidFill>
              <a:schemeClr val="l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1" name="Google Shape;4891;p85"/>
            <p:cNvSpPr txBox="1"/>
            <p:nvPr/>
          </p:nvSpPr>
          <p:spPr>
            <a:xfrm>
              <a:off x="7479206" y="1204638"/>
              <a:ext cx="454500" cy="386700"/>
            </a:xfrm>
            <a:prstGeom prst="rect">
              <a:avLst/>
            </a:prstGeom>
            <a:noFill/>
            <a:ln>
              <a:noFill/>
            </a:ln>
          </p:spPr>
          <p:txBody>
            <a:bodyPr anchorCtr="0" anchor="t" bIns="18000" lIns="18000" spcFirstLastPara="1" rIns="18000" wrap="square" tIns="18000">
              <a:noAutofit/>
            </a:bodyPr>
            <a:lstStyle/>
            <a:p>
              <a:pPr indent="0" lvl="0" marL="0" rtl="0" algn="ctr">
                <a:spcBef>
                  <a:spcPts val="0"/>
                </a:spcBef>
                <a:spcAft>
                  <a:spcPts val="0"/>
                </a:spcAft>
                <a:buNone/>
              </a:pPr>
              <a:r>
                <a:rPr lang="es-419" sz="700"/>
                <a:t>&lt;...&gt;</a:t>
              </a:r>
              <a:endParaRPr sz="700"/>
            </a:p>
            <a:p>
              <a:pPr indent="0" lvl="0" marL="457200" rtl="0" algn="ctr">
                <a:spcBef>
                  <a:spcPts val="0"/>
                </a:spcBef>
                <a:spcAft>
                  <a:spcPts val="0"/>
                </a:spcAft>
                <a:buNone/>
              </a:pPr>
              <a:r>
                <a:t/>
              </a:r>
              <a:endParaRPr sz="700"/>
            </a:p>
          </p:txBody>
        </p:sp>
        <p:sp>
          <p:nvSpPr>
            <p:cNvPr id="4892" name="Google Shape;4892;p85"/>
            <p:cNvSpPr/>
            <p:nvPr/>
          </p:nvSpPr>
          <p:spPr>
            <a:xfrm>
              <a:off x="7998866" y="1159663"/>
              <a:ext cx="461700" cy="1038600"/>
            </a:xfrm>
            <a:prstGeom prst="roundRect">
              <a:avLst>
                <a:gd fmla="val 9856" name="adj"/>
              </a:avLst>
            </a:prstGeom>
            <a:solidFill>
              <a:schemeClr val="l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3" name="Google Shape;4893;p85"/>
            <p:cNvSpPr txBox="1"/>
            <p:nvPr/>
          </p:nvSpPr>
          <p:spPr>
            <a:xfrm>
              <a:off x="7998866" y="1204638"/>
              <a:ext cx="454500" cy="386700"/>
            </a:xfrm>
            <a:prstGeom prst="rect">
              <a:avLst/>
            </a:prstGeom>
            <a:noFill/>
            <a:ln>
              <a:noFill/>
            </a:ln>
          </p:spPr>
          <p:txBody>
            <a:bodyPr anchorCtr="0" anchor="t" bIns="18000" lIns="18000" spcFirstLastPara="1" rIns="18000" wrap="square" tIns="18000">
              <a:noAutofit/>
            </a:bodyPr>
            <a:lstStyle/>
            <a:p>
              <a:pPr indent="0" lvl="0" marL="0" rtl="0" algn="ctr">
                <a:spcBef>
                  <a:spcPts val="0"/>
                </a:spcBef>
                <a:spcAft>
                  <a:spcPts val="0"/>
                </a:spcAft>
                <a:buNone/>
              </a:pPr>
              <a:r>
                <a:rPr lang="es-419" sz="700"/>
                <a:t>&lt;...&gt;</a:t>
              </a:r>
              <a:endParaRPr sz="700"/>
            </a:p>
            <a:p>
              <a:pPr indent="0" lvl="0" marL="457200" rtl="0" algn="ctr">
                <a:spcBef>
                  <a:spcPts val="0"/>
                </a:spcBef>
                <a:spcAft>
                  <a:spcPts val="0"/>
                </a:spcAft>
                <a:buNone/>
              </a:pPr>
              <a:r>
                <a:t/>
              </a:r>
              <a:endParaRPr sz="700"/>
            </a:p>
          </p:txBody>
        </p:sp>
        <p:sp>
          <p:nvSpPr>
            <p:cNvPr id="4894" name="Google Shape;4894;p85"/>
            <p:cNvSpPr/>
            <p:nvPr/>
          </p:nvSpPr>
          <p:spPr>
            <a:xfrm>
              <a:off x="8518526" y="1159663"/>
              <a:ext cx="461700" cy="1038600"/>
            </a:xfrm>
            <a:prstGeom prst="roundRect">
              <a:avLst>
                <a:gd fmla="val 9856" name="adj"/>
              </a:avLst>
            </a:prstGeom>
            <a:solidFill>
              <a:schemeClr val="l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5" name="Google Shape;4895;p85"/>
            <p:cNvSpPr txBox="1"/>
            <p:nvPr/>
          </p:nvSpPr>
          <p:spPr>
            <a:xfrm>
              <a:off x="8518526" y="1204638"/>
              <a:ext cx="454500" cy="386700"/>
            </a:xfrm>
            <a:prstGeom prst="rect">
              <a:avLst/>
            </a:prstGeom>
            <a:noFill/>
            <a:ln>
              <a:noFill/>
            </a:ln>
          </p:spPr>
          <p:txBody>
            <a:bodyPr anchorCtr="0" anchor="t" bIns="18000" lIns="18000" spcFirstLastPara="1" rIns="18000" wrap="square" tIns="18000">
              <a:noAutofit/>
            </a:bodyPr>
            <a:lstStyle/>
            <a:p>
              <a:pPr indent="0" lvl="0" marL="0" rtl="0" algn="ctr">
                <a:spcBef>
                  <a:spcPts val="0"/>
                </a:spcBef>
                <a:spcAft>
                  <a:spcPts val="0"/>
                </a:spcAft>
                <a:buNone/>
              </a:pPr>
              <a:r>
                <a:rPr lang="es-419" sz="700"/>
                <a:t>&lt;...&gt;</a:t>
              </a:r>
              <a:endParaRPr sz="700"/>
            </a:p>
            <a:p>
              <a:pPr indent="0" lvl="0" marL="457200" rtl="0" algn="ctr">
                <a:spcBef>
                  <a:spcPts val="0"/>
                </a:spcBef>
                <a:spcAft>
                  <a:spcPts val="0"/>
                </a:spcAft>
                <a:buNone/>
              </a:pPr>
              <a:r>
                <a:t/>
              </a:r>
              <a:endParaRPr sz="700"/>
            </a:p>
          </p:txBody>
        </p:sp>
        <p:sp>
          <p:nvSpPr>
            <p:cNvPr id="4896" name="Google Shape;4896;p85"/>
            <p:cNvSpPr/>
            <p:nvPr/>
          </p:nvSpPr>
          <p:spPr>
            <a:xfrm>
              <a:off x="9038185" y="1159663"/>
              <a:ext cx="461700" cy="1038600"/>
            </a:xfrm>
            <a:prstGeom prst="roundRect">
              <a:avLst>
                <a:gd fmla="val 9856" name="adj"/>
              </a:avLst>
            </a:prstGeom>
            <a:solidFill>
              <a:schemeClr val="l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7" name="Google Shape;4897;p85"/>
            <p:cNvSpPr txBox="1"/>
            <p:nvPr/>
          </p:nvSpPr>
          <p:spPr>
            <a:xfrm>
              <a:off x="9038185" y="1204638"/>
              <a:ext cx="454500" cy="386700"/>
            </a:xfrm>
            <a:prstGeom prst="rect">
              <a:avLst/>
            </a:prstGeom>
            <a:noFill/>
            <a:ln>
              <a:noFill/>
            </a:ln>
          </p:spPr>
          <p:txBody>
            <a:bodyPr anchorCtr="0" anchor="t" bIns="18000" lIns="18000" spcFirstLastPara="1" rIns="18000" wrap="square" tIns="18000">
              <a:noAutofit/>
            </a:bodyPr>
            <a:lstStyle/>
            <a:p>
              <a:pPr indent="0" lvl="0" marL="0" rtl="0" algn="ctr">
                <a:spcBef>
                  <a:spcPts val="0"/>
                </a:spcBef>
                <a:spcAft>
                  <a:spcPts val="0"/>
                </a:spcAft>
                <a:buNone/>
              </a:pPr>
              <a:r>
                <a:rPr lang="es-419" sz="700"/>
                <a:t>&lt;...&gt;</a:t>
              </a:r>
              <a:endParaRPr sz="700"/>
            </a:p>
          </p:txBody>
        </p:sp>
      </p:grpSp>
      <p:cxnSp>
        <p:nvCxnSpPr>
          <p:cNvPr id="4898" name="Google Shape;4898;p85"/>
          <p:cNvCxnSpPr/>
          <p:nvPr/>
        </p:nvCxnSpPr>
        <p:spPr>
          <a:xfrm>
            <a:off x="473468" y="1675158"/>
            <a:ext cx="773700" cy="442200"/>
          </a:xfrm>
          <a:prstGeom prst="bentConnector3">
            <a:avLst>
              <a:gd fmla="val 50000" name="adj1"/>
            </a:avLst>
          </a:prstGeom>
          <a:noFill/>
          <a:ln cap="flat" cmpd="sng" w="19050">
            <a:solidFill>
              <a:schemeClr val="dk2"/>
            </a:solidFill>
            <a:prstDash val="dash"/>
            <a:round/>
            <a:headEnd len="med" w="med" type="none"/>
            <a:tailEnd len="med" w="med" type="stealth"/>
          </a:ln>
        </p:spPr>
      </p:cxnSp>
      <p:sp>
        <p:nvSpPr>
          <p:cNvPr id="4899" name="Google Shape;4899;p85"/>
          <p:cNvSpPr/>
          <p:nvPr/>
        </p:nvSpPr>
        <p:spPr>
          <a:xfrm>
            <a:off x="1059443" y="1103150"/>
            <a:ext cx="691500" cy="307800"/>
          </a:xfrm>
          <a:prstGeom prst="roundRect">
            <a:avLst>
              <a:gd fmla="val 5590" name="adj"/>
            </a:avLst>
          </a:prstGeom>
          <a:solidFill>
            <a:srgbClr val="D9EAD3"/>
          </a:solidFill>
          <a:ln cap="flat" cmpd="sng" w="9525">
            <a:solidFill>
              <a:srgbClr val="EFEFEF"/>
            </a:solidFill>
            <a:prstDash val="solid"/>
            <a:round/>
            <a:headEnd len="sm" w="sm" type="none"/>
            <a:tailEnd len="sm" w="sm" type="none"/>
          </a:ln>
          <a:effectLst>
            <a:outerShdw rotWithShape="0" algn="bl" dir="2820000" dist="9525">
              <a:srgbClr val="660000">
                <a:alpha val="50000"/>
              </a:srgbClr>
            </a:outerShdw>
          </a:effectLst>
        </p:spPr>
        <p:txBody>
          <a:bodyPr anchorCtr="0" anchor="ctr" bIns="18000" lIns="18000" spcFirstLastPara="1" rIns="18000" wrap="square" tIns="18000">
            <a:noAutofit/>
          </a:bodyPr>
          <a:lstStyle/>
          <a:p>
            <a:pPr indent="0" lvl="0" marL="0" rtl="0" algn="ctr">
              <a:spcBef>
                <a:spcPts val="0"/>
              </a:spcBef>
              <a:spcAft>
                <a:spcPts val="0"/>
              </a:spcAft>
              <a:buNone/>
            </a:pPr>
            <a:r>
              <a:rPr b="1" lang="es-419" sz="800"/>
              <a:t>&lt;..&gt;</a:t>
            </a:r>
            <a:endParaRPr b="1" sz="800">
              <a:latin typeface="Roboto"/>
              <a:ea typeface="Roboto"/>
              <a:cs typeface="Roboto"/>
              <a:sym typeface="Roboto"/>
            </a:endParaRPr>
          </a:p>
        </p:txBody>
      </p:sp>
      <p:pic>
        <p:nvPicPr>
          <p:cNvPr id="4900" name="Google Shape;4900;p85"/>
          <p:cNvPicPr preferRelativeResize="0"/>
          <p:nvPr/>
        </p:nvPicPr>
        <p:blipFill rotWithShape="1">
          <a:blip r:embed="rId5">
            <a:alphaModFix/>
          </a:blip>
          <a:srcRect b="0" l="0" r="0" t="0"/>
          <a:stretch/>
        </p:blipFill>
        <p:spPr>
          <a:xfrm>
            <a:off x="1839124" y="1883611"/>
            <a:ext cx="167400" cy="540000"/>
          </a:xfrm>
          <a:prstGeom prst="rect">
            <a:avLst/>
          </a:prstGeom>
          <a:noFill/>
          <a:ln>
            <a:noFill/>
          </a:ln>
        </p:spPr>
      </p:pic>
      <p:sp>
        <p:nvSpPr>
          <p:cNvPr id="4901" name="Google Shape;4901;p85"/>
          <p:cNvSpPr/>
          <p:nvPr/>
        </p:nvSpPr>
        <p:spPr>
          <a:xfrm>
            <a:off x="4005026" y="263250"/>
            <a:ext cx="3472500" cy="421200"/>
          </a:xfrm>
          <a:prstGeom prst="roundRect">
            <a:avLst>
              <a:gd fmla="val 17492" name="adj"/>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s-419" sz="1200">
                <a:solidFill>
                  <a:srgbClr val="FFFFFF"/>
                </a:solidFill>
              </a:rPr>
              <a:t>Estructura de Puntos de Automatización</a:t>
            </a:r>
            <a:endParaRPr b="1" sz="1100">
              <a:solidFill>
                <a:srgbClr val="FFFFFF"/>
              </a:solidFill>
            </a:endParaRPr>
          </a:p>
        </p:txBody>
      </p:sp>
      <p:sp>
        <p:nvSpPr>
          <p:cNvPr id="4902" name="Google Shape;4902;p85"/>
          <p:cNvSpPr/>
          <p:nvPr/>
        </p:nvSpPr>
        <p:spPr>
          <a:xfrm>
            <a:off x="4005000" y="822275"/>
            <a:ext cx="3472500" cy="5853600"/>
          </a:xfrm>
          <a:prstGeom prst="roundRect">
            <a:avLst>
              <a:gd fmla="val 4230" name="adj"/>
            </a:avLst>
          </a:prstGeom>
          <a:solidFill>
            <a:srgbClr val="F3F3F3"/>
          </a:solidFill>
          <a:ln cap="flat" cmpd="sng" w="9525">
            <a:solidFill>
              <a:srgbClr val="F3F3F3"/>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903" name="Google Shape;4903;p85"/>
          <p:cNvGrpSpPr/>
          <p:nvPr/>
        </p:nvGrpSpPr>
        <p:grpSpPr>
          <a:xfrm>
            <a:off x="4200298" y="1006178"/>
            <a:ext cx="3098700" cy="2874900"/>
            <a:chOff x="-3269900" y="813200"/>
            <a:chExt cx="3098700" cy="2874900"/>
          </a:xfrm>
        </p:grpSpPr>
        <p:sp>
          <p:nvSpPr>
            <p:cNvPr id="4904" name="Google Shape;4904;p85"/>
            <p:cNvSpPr/>
            <p:nvPr/>
          </p:nvSpPr>
          <p:spPr>
            <a:xfrm>
              <a:off x="-3269900" y="813200"/>
              <a:ext cx="3098700" cy="2874900"/>
            </a:xfrm>
            <a:prstGeom prst="roundRect">
              <a:avLst>
                <a:gd fmla="val 3233" name="adj"/>
              </a:avLst>
            </a:prstGeom>
            <a:solidFill>
              <a:srgbClr val="FFFFFF"/>
            </a:solidFill>
            <a:ln cap="flat" cmpd="sng" w="9525">
              <a:solidFill>
                <a:srgbClr val="EFEFEF"/>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t" bIns="18000" lIns="18000" spcFirstLastPara="1" rIns="18000" wrap="square" tIns="18000">
              <a:noAutofit/>
            </a:bodyPr>
            <a:lstStyle/>
            <a:p>
              <a:pPr indent="0" lvl="0" marL="0" rtl="0" algn="ctr">
                <a:spcBef>
                  <a:spcPts val="0"/>
                </a:spcBef>
                <a:spcAft>
                  <a:spcPts val="0"/>
                </a:spcAft>
                <a:buNone/>
              </a:pPr>
              <a:r>
                <a:rPr b="1" i="1" lang="es-419" sz="900">
                  <a:solidFill>
                    <a:srgbClr val="434343"/>
                  </a:solidFill>
                </a:rPr>
                <a:t>Puntos de Automatización</a:t>
              </a:r>
              <a:endParaRPr b="1" i="1" sz="900">
                <a:solidFill>
                  <a:srgbClr val="434343"/>
                </a:solidFill>
              </a:endParaRPr>
            </a:p>
          </p:txBody>
        </p:sp>
        <p:sp>
          <p:nvSpPr>
            <p:cNvPr id="4905" name="Google Shape;4905;p85"/>
            <p:cNvSpPr txBox="1"/>
            <p:nvPr/>
          </p:nvSpPr>
          <p:spPr>
            <a:xfrm>
              <a:off x="-3089724" y="1083825"/>
              <a:ext cx="1098600" cy="232500"/>
            </a:xfrm>
            <a:prstGeom prst="rect">
              <a:avLst/>
            </a:prstGeom>
            <a:noFill/>
            <a:ln>
              <a:noFill/>
            </a:ln>
          </p:spPr>
          <p:txBody>
            <a:bodyPr anchorCtr="0" anchor="ctr" bIns="0" lIns="0" spcFirstLastPara="1" rIns="0" wrap="square" tIns="0">
              <a:noAutofit/>
            </a:bodyPr>
            <a:lstStyle/>
            <a:p>
              <a:pPr indent="0" lvl="0" marL="0" rtl="0" algn="r">
                <a:spcBef>
                  <a:spcPts val="0"/>
                </a:spcBef>
                <a:spcAft>
                  <a:spcPts val="0"/>
                </a:spcAft>
                <a:buNone/>
              </a:pPr>
              <a:r>
                <a:rPr lang="es-419" sz="800">
                  <a:latin typeface="Arvo"/>
                  <a:ea typeface="Arvo"/>
                  <a:cs typeface="Arvo"/>
                  <a:sym typeface="Arvo"/>
                </a:rPr>
                <a:t>Actividad de Negocio</a:t>
              </a:r>
              <a:endParaRPr sz="800">
                <a:latin typeface="Arvo"/>
                <a:ea typeface="Arvo"/>
                <a:cs typeface="Arvo"/>
                <a:sym typeface="Arvo"/>
              </a:endParaRPr>
            </a:p>
            <a:p>
              <a:pPr indent="0" lvl="0" marL="0" rtl="0" algn="r">
                <a:spcBef>
                  <a:spcPts val="0"/>
                </a:spcBef>
                <a:spcAft>
                  <a:spcPts val="0"/>
                </a:spcAft>
                <a:buNone/>
              </a:pPr>
              <a:r>
                <a:rPr i="1" lang="es-419" sz="600">
                  <a:latin typeface="Arvo"/>
                  <a:ea typeface="Arvo"/>
                  <a:cs typeface="Arvo"/>
                  <a:sym typeface="Arvo"/>
                </a:rPr>
                <a:t>&lt;ej: Identificarse&gt;</a:t>
              </a:r>
              <a:endParaRPr i="1" sz="600">
                <a:latin typeface="Arvo"/>
                <a:ea typeface="Arvo"/>
                <a:cs typeface="Arvo"/>
                <a:sym typeface="Arvo"/>
              </a:endParaRPr>
            </a:p>
          </p:txBody>
        </p:sp>
        <p:sp>
          <p:nvSpPr>
            <p:cNvPr id="4906" name="Google Shape;4906;p85"/>
            <p:cNvSpPr/>
            <p:nvPr/>
          </p:nvSpPr>
          <p:spPr>
            <a:xfrm>
              <a:off x="-1959300" y="1060675"/>
              <a:ext cx="17313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600">
                <a:latin typeface="Roboto"/>
                <a:ea typeface="Roboto"/>
                <a:cs typeface="Roboto"/>
                <a:sym typeface="Roboto"/>
              </a:endParaRPr>
            </a:p>
          </p:txBody>
        </p:sp>
        <p:sp>
          <p:nvSpPr>
            <p:cNvPr id="4907" name="Google Shape;4907;p85"/>
            <p:cNvSpPr txBox="1"/>
            <p:nvPr/>
          </p:nvSpPr>
          <p:spPr>
            <a:xfrm>
              <a:off x="-1947450" y="1043175"/>
              <a:ext cx="1731300" cy="351900"/>
            </a:xfrm>
            <a:prstGeom prst="rect">
              <a:avLst/>
            </a:prstGeom>
            <a:noFill/>
            <a:ln>
              <a:noFill/>
            </a:ln>
          </p:spPr>
          <p:txBody>
            <a:bodyPr anchorCtr="0" anchor="ctr" bIns="18000" lIns="18000" spcFirstLastPara="1" rIns="18000" wrap="square" tIns="18000">
              <a:noAutofit/>
            </a:bodyPr>
            <a:lstStyle/>
            <a:p>
              <a:pPr indent="0" lvl="0" marL="0" rtl="0" algn="ctr">
                <a:spcBef>
                  <a:spcPts val="0"/>
                </a:spcBef>
                <a:spcAft>
                  <a:spcPts val="0"/>
                </a:spcAft>
                <a:buNone/>
              </a:pPr>
              <a:r>
                <a:t/>
              </a:r>
              <a:endParaRPr b="1" i="1" sz="800">
                <a:solidFill>
                  <a:srgbClr val="434343"/>
                </a:solidFill>
              </a:endParaRPr>
            </a:p>
          </p:txBody>
        </p:sp>
        <p:sp>
          <p:nvSpPr>
            <p:cNvPr id="4908" name="Google Shape;4908;p85"/>
            <p:cNvSpPr/>
            <p:nvPr/>
          </p:nvSpPr>
          <p:spPr>
            <a:xfrm>
              <a:off x="-2264100" y="1976599"/>
              <a:ext cx="6333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600">
                <a:latin typeface="Roboto"/>
                <a:ea typeface="Roboto"/>
                <a:cs typeface="Roboto"/>
                <a:sym typeface="Roboto"/>
              </a:endParaRPr>
            </a:p>
          </p:txBody>
        </p:sp>
        <p:sp>
          <p:nvSpPr>
            <p:cNvPr id="4909" name="Google Shape;4909;p85"/>
            <p:cNvSpPr/>
            <p:nvPr/>
          </p:nvSpPr>
          <p:spPr>
            <a:xfrm>
              <a:off x="-2264100" y="2361045"/>
              <a:ext cx="6333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600">
                <a:latin typeface="Roboto"/>
                <a:ea typeface="Roboto"/>
                <a:cs typeface="Roboto"/>
                <a:sym typeface="Roboto"/>
              </a:endParaRPr>
            </a:p>
          </p:txBody>
        </p:sp>
        <p:sp>
          <p:nvSpPr>
            <p:cNvPr id="4910" name="Google Shape;4910;p85"/>
            <p:cNvSpPr/>
            <p:nvPr/>
          </p:nvSpPr>
          <p:spPr>
            <a:xfrm>
              <a:off x="-2264100" y="2754449"/>
              <a:ext cx="6333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600">
                <a:latin typeface="Roboto"/>
                <a:ea typeface="Roboto"/>
                <a:cs typeface="Roboto"/>
                <a:sym typeface="Roboto"/>
              </a:endParaRPr>
            </a:p>
          </p:txBody>
        </p:sp>
        <p:sp>
          <p:nvSpPr>
            <p:cNvPr id="4911" name="Google Shape;4911;p85"/>
            <p:cNvSpPr/>
            <p:nvPr/>
          </p:nvSpPr>
          <p:spPr>
            <a:xfrm>
              <a:off x="-2264100" y="3130951"/>
              <a:ext cx="6333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600">
                <a:latin typeface="Roboto"/>
                <a:ea typeface="Roboto"/>
                <a:cs typeface="Roboto"/>
                <a:sym typeface="Roboto"/>
              </a:endParaRPr>
            </a:p>
          </p:txBody>
        </p:sp>
        <p:pic>
          <p:nvPicPr>
            <p:cNvPr id="4912" name="Google Shape;4912;p85"/>
            <p:cNvPicPr preferRelativeResize="0"/>
            <p:nvPr/>
          </p:nvPicPr>
          <p:blipFill rotWithShape="1">
            <a:blip r:embed="rId6">
              <a:alphaModFix/>
            </a:blip>
            <a:srcRect b="603" l="50354" r="37994" t="86695"/>
            <a:stretch/>
          </p:blipFill>
          <p:spPr>
            <a:xfrm>
              <a:off x="-2213375" y="2387276"/>
              <a:ext cx="261818" cy="288000"/>
            </a:xfrm>
            <a:prstGeom prst="rect">
              <a:avLst/>
            </a:prstGeom>
            <a:noFill/>
            <a:ln>
              <a:noFill/>
            </a:ln>
          </p:spPr>
        </p:pic>
        <p:pic>
          <p:nvPicPr>
            <p:cNvPr id="4913" name="Google Shape;4913;p85"/>
            <p:cNvPicPr preferRelativeResize="0"/>
            <p:nvPr/>
          </p:nvPicPr>
          <p:blipFill rotWithShape="1">
            <a:blip r:embed="rId6">
              <a:alphaModFix/>
            </a:blip>
            <a:srcRect b="603" l="50354" r="37994" t="86695"/>
            <a:stretch/>
          </p:blipFill>
          <p:spPr>
            <a:xfrm>
              <a:off x="-2191453" y="3156710"/>
              <a:ext cx="261818" cy="288000"/>
            </a:xfrm>
            <a:prstGeom prst="rect">
              <a:avLst/>
            </a:prstGeom>
            <a:noFill/>
            <a:ln>
              <a:noFill/>
            </a:ln>
          </p:spPr>
        </p:pic>
        <p:sp>
          <p:nvSpPr>
            <p:cNvPr id="4914" name="Google Shape;4914;p85"/>
            <p:cNvSpPr/>
            <p:nvPr/>
          </p:nvSpPr>
          <p:spPr>
            <a:xfrm>
              <a:off x="-1560550" y="1976600"/>
              <a:ext cx="13251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2000" lIns="72000" spcFirstLastPara="1" rIns="72000" wrap="square" tIns="72000">
              <a:noAutofit/>
            </a:bodyPr>
            <a:lstStyle/>
            <a:p>
              <a:pPr indent="0" lvl="0" marL="0" rtl="0" algn="l">
                <a:spcBef>
                  <a:spcPts val="0"/>
                </a:spcBef>
                <a:spcAft>
                  <a:spcPts val="0"/>
                </a:spcAft>
                <a:buNone/>
              </a:pPr>
              <a:r>
                <a:rPr lang="es-419" sz="800">
                  <a:latin typeface="Roboto"/>
                  <a:ea typeface="Roboto"/>
                  <a:cs typeface="Roboto"/>
                  <a:sym typeface="Roboto"/>
                </a:rPr>
                <a:t>&lt;...&gt;</a:t>
              </a:r>
              <a:endParaRPr sz="800">
                <a:latin typeface="Roboto"/>
                <a:ea typeface="Roboto"/>
                <a:cs typeface="Roboto"/>
                <a:sym typeface="Roboto"/>
              </a:endParaRPr>
            </a:p>
          </p:txBody>
        </p:sp>
        <p:sp>
          <p:nvSpPr>
            <p:cNvPr id="4915" name="Google Shape;4915;p85"/>
            <p:cNvSpPr/>
            <p:nvPr/>
          </p:nvSpPr>
          <p:spPr>
            <a:xfrm>
              <a:off x="-1560550" y="2361043"/>
              <a:ext cx="13251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2000" lIns="72000" spcFirstLastPara="1" rIns="72000" wrap="square" tIns="72000">
              <a:noAutofit/>
            </a:bodyPr>
            <a:lstStyle/>
            <a:p>
              <a:pPr indent="0" lvl="0" marL="0" rtl="0" algn="l">
                <a:spcBef>
                  <a:spcPts val="0"/>
                </a:spcBef>
                <a:spcAft>
                  <a:spcPts val="0"/>
                </a:spcAft>
                <a:buNone/>
              </a:pPr>
              <a:r>
                <a:rPr lang="es-419" sz="800">
                  <a:latin typeface="Roboto"/>
                  <a:ea typeface="Roboto"/>
                  <a:cs typeface="Roboto"/>
                  <a:sym typeface="Roboto"/>
                </a:rPr>
                <a:t>&lt;...&gt;</a:t>
              </a:r>
              <a:endParaRPr sz="800">
                <a:latin typeface="Roboto"/>
                <a:ea typeface="Roboto"/>
                <a:cs typeface="Roboto"/>
                <a:sym typeface="Roboto"/>
              </a:endParaRPr>
            </a:p>
          </p:txBody>
        </p:sp>
        <p:sp>
          <p:nvSpPr>
            <p:cNvPr id="4916" name="Google Shape;4916;p85"/>
            <p:cNvSpPr/>
            <p:nvPr/>
          </p:nvSpPr>
          <p:spPr>
            <a:xfrm>
              <a:off x="-1560550" y="2754444"/>
              <a:ext cx="13251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2000" lIns="72000" spcFirstLastPara="1" rIns="72000" wrap="square" tIns="72000">
              <a:noAutofit/>
            </a:bodyPr>
            <a:lstStyle/>
            <a:p>
              <a:pPr indent="0" lvl="0" marL="0" rtl="0" algn="l">
                <a:spcBef>
                  <a:spcPts val="0"/>
                </a:spcBef>
                <a:spcAft>
                  <a:spcPts val="0"/>
                </a:spcAft>
                <a:buNone/>
              </a:pPr>
              <a:r>
                <a:rPr lang="es-419" sz="800">
                  <a:latin typeface="Roboto"/>
                  <a:ea typeface="Roboto"/>
                  <a:cs typeface="Roboto"/>
                  <a:sym typeface="Roboto"/>
                </a:rPr>
                <a:t>&lt;...&gt;</a:t>
              </a:r>
              <a:endParaRPr sz="800">
                <a:latin typeface="Roboto"/>
                <a:ea typeface="Roboto"/>
                <a:cs typeface="Roboto"/>
                <a:sym typeface="Roboto"/>
              </a:endParaRPr>
            </a:p>
          </p:txBody>
        </p:sp>
        <p:sp>
          <p:nvSpPr>
            <p:cNvPr id="4917" name="Google Shape;4917;p85"/>
            <p:cNvSpPr/>
            <p:nvPr/>
          </p:nvSpPr>
          <p:spPr>
            <a:xfrm>
              <a:off x="-1560550" y="3140903"/>
              <a:ext cx="13251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2000" lIns="72000" spcFirstLastPara="1" rIns="72000" wrap="square" tIns="72000">
              <a:noAutofit/>
            </a:bodyPr>
            <a:lstStyle/>
            <a:p>
              <a:pPr indent="0" lvl="0" marL="0" rtl="0" algn="l">
                <a:spcBef>
                  <a:spcPts val="0"/>
                </a:spcBef>
                <a:spcAft>
                  <a:spcPts val="0"/>
                </a:spcAft>
                <a:buNone/>
              </a:pPr>
              <a:r>
                <a:rPr lang="es-419" sz="800">
                  <a:latin typeface="Roboto"/>
                  <a:ea typeface="Roboto"/>
                  <a:cs typeface="Roboto"/>
                  <a:sym typeface="Roboto"/>
                </a:rPr>
                <a:t>&lt;...&gt;</a:t>
              </a:r>
              <a:endParaRPr sz="800">
                <a:latin typeface="Roboto"/>
                <a:ea typeface="Roboto"/>
                <a:cs typeface="Roboto"/>
                <a:sym typeface="Roboto"/>
              </a:endParaRPr>
            </a:p>
          </p:txBody>
        </p:sp>
        <p:sp>
          <p:nvSpPr>
            <p:cNvPr id="4918" name="Google Shape;4918;p85"/>
            <p:cNvSpPr/>
            <p:nvPr/>
          </p:nvSpPr>
          <p:spPr>
            <a:xfrm>
              <a:off x="-3205580" y="2362700"/>
              <a:ext cx="8817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600">
                <a:latin typeface="Roboto"/>
                <a:ea typeface="Roboto"/>
                <a:cs typeface="Roboto"/>
                <a:sym typeface="Roboto"/>
              </a:endParaRPr>
            </a:p>
          </p:txBody>
        </p:sp>
        <p:sp>
          <p:nvSpPr>
            <p:cNvPr id="4919" name="Google Shape;4919;p85"/>
            <p:cNvSpPr txBox="1"/>
            <p:nvPr/>
          </p:nvSpPr>
          <p:spPr>
            <a:xfrm>
              <a:off x="-1447300" y="1458400"/>
              <a:ext cx="1098600" cy="4653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b="1" lang="es-419" sz="800">
                  <a:latin typeface="Arvo"/>
                  <a:ea typeface="Arvo"/>
                  <a:cs typeface="Arvo"/>
                  <a:sym typeface="Arvo"/>
                </a:rPr>
                <a:t>Acción interactiva:</a:t>
              </a:r>
              <a:endParaRPr b="1" sz="800">
                <a:latin typeface="Arvo"/>
                <a:ea typeface="Arvo"/>
                <a:cs typeface="Arvo"/>
                <a:sym typeface="Arvo"/>
              </a:endParaRPr>
            </a:p>
            <a:p>
              <a:pPr indent="0" lvl="0" marL="0" rtl="0" algn="ctr">
                <a:spcBef>
                  <a:spcPts val="0"/>
                </a:spcBef>
                <a:spcAft>
                  <a:spcPts val="0"/>
                </a:spcAft>
                <a:buNone/>
              </a:pPr>
              <a:r>
                <a:rPr i="1" lang="es-419" sz="600">
                  <a:latin typeface="Arvo"/>
                  <a:ea typeface="Arvo"/>
                  <a:cs typeface="Arvo"/>
                  <a:sym typeface="Arvo"/>
                </a:rPr>
                <a:t>&lt;ej: </a:t>
              </a:r>
              <a:r>
                <a:rPr i="1" lang="es-419" sz="600">
                  <a:solidFill>
                    <a:schemeClr val="dk1"/>
                  </a:solidFill>
                  <a:latin typeface="Roboto"/>
                  <a:ea typeface="Roboto"/>
                  <a:cs typeface="Roboto"/>
                  <a:sym typeface="Roboto"/>
                </a:rPr>
                <a:t>autenticar por huella y cara</a:t>
              </a:r>
              <a:r>
                <a:rPr i="1" lang="es-419" sz="600">
                  <a:latin typeface="Arvo"/>
                  <a:ea typeface="Arvo"/>
                  <a:cs typeface="Arvo"/>
                  <a:sym typeface="Arvo"/>
                </a:rPr>
                <a:t>&gt;</a:t>
              </a:r>
              <a:endParaRPr i="1" sz="600">
                <a:latin typeface="Arvo"/>
                <a:ea typeface="Arvo"/>
                <a:cs typeface="Arvo"/>
                <a:sym typeface="Arvo"/>
              </a:endParaRPr>
            </a:p>
          </p:txBody>
        </p:sp>
        <p:sp>
          <p:nvSpPr>
            <p:cNvPr id="4920" name="Google Shape;4920;p85"/>
            <p:cNvSpPr txBox="1"/>
            <p:nvPr/>
          </p:nvSpPr>
          <p:spPr>
            <a:xfrm>
              <a:off x="-2270600" y="1458400"/>
              <a:ext cx="702600" cy="4653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b="1" lang="es-419" sz="800">
                  <a:latin typeface="Arvo"/>
                  <a:ea typeface="Arvo"/>
                  <a:cs typeface="Arvo"/>
                  <a:sym typeface="Arvo"/>
                </a:rPr>
                <a:t>Punto de contacto</a:t>
              </a:r>
              <a:endParaRPr sz="800">
                <a:latin typeface="Arvo"/>
                <a:ea typeface="Arvo"/>
                <a:cs typeface="Arvo"/>
                <a:sym typeface="Arvo"/>
              </a:endParaRPr>
            </a:p>
          </p:txBody>
        </p:sp>
        <p:sp>
          <p:nvSpPr>
            <p:cNvPr id="4921" name="Google Shape;4921;p85"/>
            <p:cNvSpPr txBox="1"/>
            <p:nvPr/>
          </p:nvSpPr>
          <p:spPr>
            <a:xfrm>
              <a:off x="-3126063" y="1469121"/>
              <a:ext cx="702600" cy="4653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b="1" lang="es-419" sz="800">
                  <a:latin typeface="Arvo"/>
                  <a:ea typeface="Arvo"/>
                  <a:cs typeface="Arvo"/>
                  <a:sym typeface="Arvo"/>
                </a:rPr>
                <a:t>Rol</a:t>
              </a:r>
              <a:endParaRPr sz="800">
                <a:latin typeface="Arvo"/>
                <a:ea typeface="Arvo"/>
                <a:cs typeface="Arvo"/>
                <a:sym typeface="Arvo"/>
              </a:endParaRPr>
            </a:p>
          </p:txBody>
        </p:sp>
        <p:pic>
          <p:nvPicPr>
            <p:cNvPr id="4922" name="Google Shape;4922;p85"/>
            <p:cNvPicPr preferRelativeResize="0"/>
            <p:nvPr/>
          </p:nvPicPr>
          <p:blipFill rotWithShape="1">
            <a:blip r:embed="rId7">
              <a:alphaModFix/>
            </a:blip>
            <a:srcRect b="-868" l="0" r="82941" t="66946"/>
            <a:stretch/>
          </p:blipFill>
          <p:spPr>
            <a:xfrm>
              <a:off x="-3127829" y="1726844"/>
              <a:ext cx="702701" cy="702700"/>
            </a:xfrm>
            <a:prstGeom prst="rect">
              <a:avLst/>
            </a:prstGeom>
            <a:noFill/>
            <a:ln>
              <a:noFill/>
            </a:ln>
          </p:spPr>
        </p:pic>
        <p:sp>
          <p:nvSpPr>
            <p:cNvPr id="4923" name="Google Shape;4923;p85"/>
            <p:cNvSpPr txBox="1"/>
            <p:nvPr/>
          </p:nvSpPr>
          <p:spPr>
            <a:xfrm>
              <a:off x="-3127825" y="2377125"/>
              <a:ext cx="761100" cy="2325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b="1" lang="es-419" sz="800">
                  <a:latin typeface="Arvo"/>
                  <a:ea typeface="Arvo"/>
                  <a:cs typeface="Arvo"/>
                  <a:sym typeface="Arvo"/>
                </a:rPr>
                <a:t>Conductor</a:t>
              </a:r>
              <a:endParaRPr b="1" i="1" sz="700">
                <a:solidFill>
                  <a:srgbClr val="666666"/>
                </a:solidFill>
                <a:latin typeface="Arvo"/>
                <a:ea typeface="Arvo"/>
                <a:cs typeface="Arvo"/>
                <a:sym typeface="Arvo"/>
              </a:endParaRPr>
            </a:p>
          </p:txBody>
        </p:sp>
        <p:sp>
          <p:nvSpPr>
            <p:cNvPr id="4924" name="Google Shape;4924;p85"/>
            <p:cNvSpPr txBox="1"/>
            <p:nvPr/>
          </p:nvSpPr>
          <p:spPr>
            <a:xfrm>
              <a:off x="-3205576" y="2570725"/>
              <a:ext cx="964800" cy="232500"/>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t/>
              </a:r>
              <a:endParaRPr b="1" sz="800">
                <a:latin typeface="Arvo"/>
                <a:ea typeface="Arvo"/>
                <a:cs typeface="Arvo"/>
                <a:sym typeface="Arvo"/>
              </a:endParaRPr>
            </a:p>
            <a:p>
              <a:pPr indent="0" lvl="0" marL="0" rtl="0" algn="ctr">
                <a:spcBef>
                  <a:spcPts val="0"/>
                </a:spcBef>
                <a:spcAft>
                  <a:spcPts val="0"/>
                </a:spcAft>
                <a:buNone/>
              </a:pPr>
              <a:r>
                <a:rPr i="1" lang="es-419" sz="600">
                  <a:latin typeface="Arvo"/>
                  <a:ea typeface="Arvo"/>
                  <a:cs typeface="Arvo"/>
                  <a:sym typeface="Arvo"/>
                </a:rPr>
                <a:t>&lt;ej: conductor&gt;</a:t>
              </a:r>
              <a:endParaRPr i="1" sz="600">
                <a:latin typeface="Arvo"/>
                <a:ea typeface="Arvo"/>
                <a:cs typeface="Arvo"/>
                <a:sym typeface="Arvo"/>
              </a:endParaRPr>
            </a:p>
          </p:txBody>
        </p:sp>
        <p:pic>
          <p:nvPicPr>
            <p:cNvPr id="4925" name="Google Shape;4925;p85"/>
            <p:cNvPicPr preferRelativeResize="0"/>
            <p:nvPr/>
          </p:nvPicPr>
          <p:blipFill rotWithShape="1">
            <a:blip r:embed="rId8">
              <a:alphaModFix/>
            </a:blip>
            <a:srcRect b="0" l="0" r="65599" t="84478"/>
            <a:stretch/>
          </p:blipFill>
          <p:spPr>
            <a:xfrm>
              <a:off x="-1929625" y="3173750"/>
              <a:ext cx="261825" cy="265800"/>
            </a:xfrm>
            <a:prstGeom prst="rect">
              <a:avLst/>
            </a:prstGeom>
            <a:noFill/>
            <a:ln>
              <a:noFill/>
            </a:ln>
            <a:effectLst>
              <a:outerShdw blurRad="57150" rotWithShape="0" algn="bl" dir="5400000" dist="19050">
                <a:srgbClr val="000000">
                  <a:alpha val="50000"/>
                </a:srgbClr>
              </a:outerShdw>
            </a:effectLst>
          </p:spPr>
        </p:pic>
        <p:pic>
          <p:nvPicPr>
            <p:cNvPr id="4926" name="Google Shape;4926;p85"/>
            <p:cNvPicPr preferRelativeResize="0"/>
            <p:nvPr/>
          </p:nvPicPr>
          <p:blipFill rotWithShape="1">
            <a:blip r:embed="rId8">
              <a:alphaModFix/>
            </a:blip>
            <a:srcRect b="56583" l="0" r="65599" t="27896"/>
            <a:stretch/>
          </p:blipFill>
          <p:spPr>
            <a:xfrm>
              <a:off x="-1951550" y="2398375"/>
              <a:ext cx="261825" cy="265800"/>
            </a:xfrm>
            <a:prstGeom prst="rect">
              <a:avLst/>
            </a:prstGeom>
            <a:noFill/>
            <a:ln>
              <a:noFill/>
            </a:ln>
            <a:effectLst>
              <a:outerShdw blurRad="57150" rotWithShape="0" algn="bl" dir="5400000" dist="19050">
                <a:srgbClr val="000000">
                  <a:alpha val="50000"/>
                </a:srgbClr>
              </a:outerShdw>
            </a:effectLst>
          </p:spPr>
        </p:pic>
        <p:pic>
          <p:nvPicPr>
            <p:cNvPr id="4927" name="Google Shape;4927;p85"/>
            <p:cNvPicPr preferRelativeResize="0"/>
            <p:nvPr/>
          </p:nvPicPr>
          <p:blipFill rotWithShape="1">
            <a:blip r:embed="rId6">
              <a:alphaModFix/>
            </a:blip>
            <a:srcRect b="603" l="50354" r="37994" t="86695"/>
            <a:stretch/>
          </p:blipFill>
          <p:spPr>
            <a:xfrm>
              <a:off x="-2213375" y="2006276"/>
              <a:ext cx="261818" cy="288000"/>
            </a:xfrm>
            <a:prstGeom prst="rect">
              <a:avLst/>
            </a:prstGeom>
            <a:noFill/>
            <a:ln>
              <a:noFill/>
            </a:ln>
          </p:spPr>
        </p:pic>
        <p:pic>
          <p:nvPicPr>
            <p:cNvPr id="4928" name="Google Shape;4928;p85"/>
            <p:cNvPicPr preferRelativeResize="0"/>
            <p:nvPr/>
          </p:nvPicPr>
          <p:blipFill rotWithShape="1">
            <a:blip r:embed="rId8">
              <a:alphaModFix/>
            </a:blip>
            <a:srcRect b="26533" l="31394" r="34205" t="57946"/>
            <a:stretch/>
          </p:blipFill>
          <p:spPr>
            <a:xfrm>
              <a:off x="-1951550" y="2017375"/>
              <a:ext cx="261825" cy="265800"/>
            </a:xfrm>
            <a:prstGeom prst="rect">
              <a:avLst/>
            </a:prstGeom>
            <a:noFill/>
            <a:ln>
              <a:noFill/>
            </a:ln>
            <a:effectLst>
              <a:outerShdw blurRad="57150" rotWithShape="0" algn="bl" dir="5400000" dist="19050">
                <a:srgbClr val="000000">
                  <a:alpha val="50000"/>
                </a:srgbClr>
              </a:outerShdw>
            </a:effectLst>
          </p:spPr>
        </p:pic>
      </p:grpSp>
      <p:grpSp>
        <p:nvGrpSpPr>
          <p:cNvPr id="4929" name="Google Shape;4929;p85"/>
          <p:cNvGrpSpPr/>
          <p:nvPr/>
        </p:nvGrpSpPr>
        <p:grpSpPr>
          <a:xfrm>
            <a:off x="410000" y="4705769"/>
            <a:ext cx="2955900" cy="1814700"/>
            <a:chOff x="-3261600" y="4165325"/>
            <a:chExt cx="2955900" cy="1814700"/>
          </a:xfrm>
        </p:grpSpPr>
        <p:sp>
          <p:nvSpPr>
            <p:cNvPr id="4930" name="Google Shape;4930;p85"/>
            <p:cNvSpPr/>
            <p:nvPr/>
          </p:nvSpPr>
          <p:spPr>
            <a:xfrm>
              <a:off x="-3261600" y="4165325"/>
              <a:ext cx="2955900" cy="1814700"/>
            </a:xfrm>
            <a:prstGeom prst="roundRect">
              <a:avLst>
                <a:gd fmla="val 3233" name="adj"/>
              </a:avLst>
            </a:prstGeom>
            <a:solidFill>
              <a:srgbClr val="FFFFFF"/>
            </a:solidFill>
            <a:ln cap="flat" cmpd="sng" w="9525">
              <a:solidFill>
                <a:srgbClr val="EFEFEF"/>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t" bIns="18000" lIns="18000" spcFirstLastPara="1" rIns="18000" wrap="square" tIns="18000">
              <a:noAutofit/>
            </a:bodyPr>
            <a:lstStyle/>
            <a:p>
              <a:pPr indent="0" lvl="0" marL="0" rtl="0" algn="ctr">
                <a:spcBef>
                  <a:spcPts val="0"/>
                </a:spcBef>
                <a:spcAft>
                  <a:spcPts val="0"/>
                </a:spcAft>
                <a:buNone/>
              </a:pPr>
              <a:r>
                <a:rPr b="1" i="1" lang="es-419" sz="900">
                  <a:solidFill>
                    <a:srgbClr val="434343"/>
                  </a:solidFill>
                </a:rPr>
                <a:t>Objetivos de Proceso</a:t>
              </a:r>
              <a:endParaRPr b="1" i="1" sz="900">
                <a:solidFill>
                  <a:srgbClr val="434343"/>
                </a:solidFill>
              </a:endParaRPr>
            </a:p>
          </p:txBody>
        </p:sp>
        <p:sp>
          <p:nvSpPr>
            <p:cNvPr id="4931" name="Google Shape;4931;p85"/>
            <p:cNvSpPr txBox="1"/>
            <p:nvPr/>
          </p:nvSpPr>
          <p:spPr>
            <a:xfrm>
              <a:off x="-1831833" y="4425758"/>
              <a:ext cx="1069200" cy="2166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t/>
              </a:r>
              <a:endParaRPr b="1" sz="600"/>
            </a:p>
          </p:txBody>
        </p:sp>
        <p:sp>
          <p:nvSpPr>
            <p:cNvPr id="4932" name="Google Shape;4932;p85"/>
            <p:cNvSpPr txBox="1"/>
            <p:nvPr/>
          </p:nvSpPr>
          <p:spPr>
            <a:xfrm>
              <a:off x="-3145225" y="4433975"/>
              <a:ext cx="1011000" cy="232500"/>
            </a:xfrm>
            <a:prstGeom prst="rect">
              <a:avLst/>
            </a:prstGeom>
            <a:noFill/>
            <a:ln>
              <a:noFill/>
            </a:ln>
          </p:spPr>
          <p:txBody>
            <a:bodyPr anchorCtr="0" anchor="ctr" bIns="0" lIns="0" spcFirstLastPara="1" rIns="0" wrap="square" tIns="0">
              <a:noAutofit/>
            </a:bodyPr>
            <a:lstStyle/>
            <a:p>
              <a:pPr indent="0" lvl="0" marL="0" rtl="0" algn="r">
                <a:spcBef>
                  <a:spcPts val="0"/>
                </a:spcBef>
                <a:spcAft>
                  <a:spcPts val="0"/>
                </a:spcAft>
                <a:buNone/>
              </a:pPr>
              <a:r>
                <a:rPr lang="es-419" sz="700">
                  <a:latin typeface="Arvo"/>
                  <a:ea typeface="Arvo"/>
                  <a:cs typeface="Arvo"/>
                  <a:sym typeface="Arvo"/>
                </a:rPr>
                <a:t>Nombre del Proceso:</a:t>
              </a:r>
              <a:endParaRPr sz="700">
                <a:latin typeface="Arvo"/>
                <a:ea typeface="Arvo"/>
                <a:cs typeface="Arvo"/>
                <a:sym typeface="Arvo"/>
              </a:endParaRPr>
            </a:p>
            <a:p>
              <a:pPr indent="0" lvl="0" marL="0" rtl="0" algn="r">
                <a:spcBef>
                  <a:spcPts val="0"/>
                </a:spcBef>
                <a:spcAft>
                  <a:spcPts val="0"/>
                </a:spcAft>
                <a:buNone/>
              </a:pPr>
              <a:r>
                <a:rPr i="1" lang="es-419" sz="600">
                  <a:solidFill>
                    <a:srgbClr val="666666"/>
                  </a:solidFill>
                  <a:latin typeface="Arvo"/>
                  <a:ea typeface="Arvo"/>
                  <a:cs typeface="Arvo"/>
                  <a:sym typeface="Arvo"/>
                </a:rPr>
                <a:t>ej: Reserva de citas médicas</a:t>
              </a:r>
              <a:endParaRPr i="1" sz="600">
                <a:solidFill>
                  <a:srgbClr val="666666"/>
                </a:solidFill>
                <a:latin typeface="Arvo"/>
                <a:ea typeface="Arvo"/>
                <a:cs typeface="Arvo"/>
                <a:sym typeface="Arvo"/>
              </a:endParaRPr>
            </a:p>
          </p:txBody>
        </p:sp>
        <p:sp>
          <p:nvSpPr>
            <p:cNvPr id="4933" name="Google Shape;4933;p85"/>
            <p:cNvSpPr txBox="1"/>
            <p:nvPr/>
          </p:nvSpPr>
          <p:spPr>
            <a:xfrm>
              <a:off x="-3145224" y="5374533"/>
              <a:ext cx="1011000" cy="232500"/>
            </a:xfrm>
            <a:prstGeom prst="rect">
              <a:avLst/>
            </a:prstGeom>
            <a:noFill/>
            <a:ln>
              <a:noFill/>
            </a:ln>
          </p:spPr>
          <p:txBody>
            <a:bodyPr anchorCtr="0" anchor="ctr" bIns="0" lIns="0" spcFirstLastPara="1" rIns="0" wrap="square" tIns="0">
              <a:noAutofit/>
            </a:bodyPr>
            <a:lstStyle/>
            <a:p>
              <a:pPr indent="0" lvl="0" marL="0" rtl="0" algn="r">
                <a:spcBef>
                  <a:spcPts val="0"/>
                </a:spcBef>
                <a:spcAft>
                  <a:spcPts val="0"/>
                </a:spcAft>
                <a:buNone/>
              </a:pPr>
              <a:r>
                <a:rPr lang="es-419" sz="700">
                  <a:latin typeface="Arvo"/>
                  <a:ea typeface="Arvo"/>
                  <a:cs typeface="Arvo"/>
                  <a:sym typeface="Arvo"/>
                </a:rPr>
                <a:t>Meta Cliente:</a:t>
              </a:r>
              <a:endParaRPr sz="700">
                <a:latin typeface="Arvo"/>
                <a:ea typeface="Arvo"/>
                <a:cs typeface="Arvo"/>
                <a:sym typeface="Arvo"/>
              </a:endParaRPr>
            </a:p>
            <a:p>
              <a:pPr indent="0" lvl="0" marL="0" rtl="0" algn="r">
                <a:lnSpc>
                  <a:spcPct val="85000"/>
                </a:lnSpc>
                <a:spcBef>
                  <a:spcPts val="0"/>
                </a:spcBef>
                <a:spcAft>
                  <a:spcPts val="0"/>
                </a:spcAft>
                <a:buClr>
                  <a:srgbClr val="000000"/>
                </a:buClr>
                <a:buSzPts val="1100"/>
                <a:buFont typeface="Arial"/>
                <a:buNone/>
              </a:pPr>
              <a:r>
                <a:rPr lang="es-419" sz="500">
                  <a:solidFill>
                    <a:srgbClr val="000000"/>
                  </a:solidFill>
                  <a:latin typeface="Arvo"/>
                  <a:ea typeface="Arvo"/>
                  <a:cs typeface="Arvo"/>
                  <a:sym typeface="Arvo"/>
                </a:rPr>
                <a:t>&lt;sustantivo&gt;&lt;adjetivo&gt;</a:t>
              </a:r>
              <a:endParaRPr sz="600">
                <a:latin typeface="Arvo"/>
                <a:ea typeface="Arvo"/>
                <a:cs typeface="Arvo"/>
                <a:sym typeface="Arvo"/>
              </a:endParaRPr>
            </a:p>
            <a:p>
              <a:pPr indent="0" lvl="0" marL="0" rtl="0" algn="r">
                <a:spcBef>
                  <a:spcPts val="0"/>
                </a:spcBef>
                <a:spcAft>
                  <a:spcPts val="0"/>
                </a:spcAft>
                <a:buNone/>
              </a:pPr>
              <a:r>
                <a:rPr i="1" lang="es-419" sz="600">
                  <a:latin typeface="Arvo"/>
                  <a:ea typeface="Arvo"/>
                  <a:cs typeface="Arvo"/>
                  <a:sym typeface="Arvo"/>
                </a:rPr>
                <a:t> </a:t>
              </a:r>
              <a:r>
                <a:rPr i="1" lang="es-419" sz="600">
                  <a:solidFill>
                    <a:srgbClr val="666666"/>
                  </a:solidFill>
                  <a:latin typeface="Arvo"/>
                  <a:ea typeface="Arvo"/>
                  <a:cs typeface="Arvo"/>
                  <a:sym typeface="Arvo"/>
                </a:rPr>
                <a:t>ej: cita reservada</a:t>
              </a:r>
              <a:endParaRPr i="1" sz="600">
                <a:solidFill>
                  <a:srgbClr val="666666"/>
                </a:solidFill>
                <a:latin typeface="Arvo"/>
                <a:ea typeface="Arvo"/>
                <a:cs typeface="Arvo"/>
                <a:sym typeface="Arvo"/>
              </a:endParaRPr>
            </a:p>
          </p:txBody>
        </p:sp>
        <p:sp>
          <p:nvSpPr>
            <p:cNvPr id="4934" name="Google Shape;4934;p85"/>
            <p:cNvSpPr txBox="1"/>
            <p:nvPr/>
          </p:nvSpPr>
          <p:spPr>
            <a:xfrm>
              <a:off x="-3145224" y="5658000"/>
              <a:ext cx="1011000" cy="248700"/>
            </a:xfrm>
            <a:prstGeom prst="rect">
              <a:avLst/>
            </a:prstGeom>
            <a:noFill/>
            <a:ln>
              <a:noFill/>
            </a:ln>
          </p:spPr>
          <p:txBody>
            <a:bodyPr anchorCtr="0" anchor="ctr" bIns="0" lIns="0" spcFirstLastPara="1" rIns="0" wrap="square" tIns="0">
              <a:spAutoFit/>
            </a:bodyPr>
            <a:lstStyle/>
            <a:p>
              <a:pPr indent="0" lvl="0" marL="0" marR="0" rtl="0" algn="r">
                <a:lnSpc>
                  <a:spcPct val="85000"/>
                </a:lnSpc>
                <a:spcBef>
                  <a:spcPts val="0"/>
                </a:spcBef>
                <a:spcAft>
                  <a:spcPts val="0"/>
                </a:spcAft>
                <a:buNone/>
              </a:pPr>
              <a:r>
                <a:rPr lang="es-419" sz="700">
                  <a:latin typeface="Arvo"/>
                  <a:ea typeface="Arvo"/>
                  <a:cs typeface="Arvo"/>
                  <a:sym typeface="Arvo"/>
                </a:rPr>
                <a:t>Meta Empresa:</a:t>
              </a:r>
              <a:endParaRPr sz="700">
                <a:latin typeface="Arvo"/>
                <a:ea typeface="Arvo"/>
                <a:cs typeface="Arvo"/>
                <a:sym typeface="Arvo"/>
              </a:endParaRPr>
            </a:p>
            <a:p>
              <a:pPr indent="0" lvl="0" marL="0" marR="0" rtl="0" algn="r">
                <a:lnSpc>
                  <a:spcPct val="85000"/>
                </a:lnSpc>
                <a:spcBef>
                  <a:spcPts val="0"/>
                </a:spcBef>
                <a:spcAft>
                  <a:spcPts val="0"/>
                </a:spcAft>
                <a:buNone/>
              </a:pPr>
              <a:r>
                <a:rPr lang="es-419" sz="500">
                  <a:latin typeface="Arvo"/>
                  <a:ea typeface="Arvo"/>
                  <a:cs typeface="Arvo"/>
                  <a:sym typeface="Arvo"/>
                </a:rPr>
                <a:t>&lt;sustantivo&gt;&lt;adjetivo&gt;</a:t>
              </a:r>
              <a:r>
                <a:rPr lang="es-419" sz="600">
                  <a:solidFill>
                    <a:srgbClr val="000000"/>
                  </a:solidFill>
                </a:rPr>
                <a:t> </a:t>
              </a:r>
              <a:endParaRPr sz="600">
                <a:solidFill>
                  <a:srgbClr val="000000"/>
                </a:solidFill>
              </a:endParaRPr>
            </a:p>
            <a:p>
              <a:pPr indent="0" lvl="0" marL="0" marR="0" rtl="0" algn="r">
                <a:lnSpc>
                  <a:spcPct val="85000"/>
                </a:lnSpc>
                <a:spcBef>
                  <a:spcPts val="0"/>
                </a:spcBef>
                <a:spcAft>
                  <a:spcPts val="0"/>
                </a:spcAft>
                <a:buNone/>
              </a:pPr>
              <a:r>
                <a:rPr i="1" lang="es-419" sz="600">
                  <a:solidFill>
                    <a:srgbClr val="666666"/>
                  </a:solidFill>
                  <a:latin typeface="Arvo"/>
                  <a:ea typeface="Arvo"/>
                  <a:cs typeface="Arvo"/>
                  <a:sym typeface="Arvo"/>
                </a:rPr>
                <a:t>ej: agenda actualizada</a:t>
              </a:r>
              <a:endParaRPr i="1" sz="600">
                <a:latin typeface="Arvo"/>
                <a:ea typeface="Arvo"/>
                <a:cs typeface="Arvo"/>
                <a:sym typeface="Arvo"/>
              </a:endParaRPr>
            </a:p>
          </p:txBody>
        </p:sp>
        <p:sp>
          <p:nvSpPr>
            <p:cNvPr id="4935" name="Google Shape;4935;p85"/>
            <p:cNvSpPr txBox="1"/>
            <p:nvPr/>
          </p:nvSpPr>
          <p:spPr>
            <a:xfrm>
              <a:off x="-3145224" y="4720952"/>
              <a:ext cx="1011000" cy="265500"/>
            </a:xfrm>
            <a:prstGeom prst="rect">
              <a:avLst/>
            </a:prstGeom>
            <a:noFill/>
            <a:ln>
              <a:noFill/>
            </a:ln>
          </p:spPr>
          <p:txBody>
            <a:bodyPr anchorCtr="0" anchor="ctr" bIns="0" lIns="0" spcFirstLastPara="1" rIns="0" wrap="square" tIns="0">
              <a:spAutoFit/>
            </a:bodyPr>
            <a:lstStyle/>
            <a:p>
              <a:pPr indent="0" lvl="0" marL="0" rtl="0" algn="r">
                <a:spcBef>
                  <a:spcPts val="0"/>
                </a:spcBef>
                <a:spcAft>
                  <a:spcPts val="0"/>
                </a:spcAft>
                <a:buNone/>
              </a:pPr>
              <a:r>
                <a:rPr lang="es-419" sz="700">
                  <a:latin typeface="Arvo"/>
                  <a:ea typeface="Arvo"/>
                  <a:cs typeface="Arvo"/>
                  <a:sym typeface="Arvo"/>
                </a:rPr>
                <a:t>Precondiciones:</a:t>
              </a:r>
              <a:endParaRPr sz="700">
                <a:latin typeface="Arvo"/>
                <a:ea typeface="Arvo"/>
                <a:cs typeface="Arvo"/>
                <a:sym typeface="Arvo"/>
              </a:endParaRPr>
            </a:p>
            <a:p>
              <a:pPr indent="0" lvl="0" marL="0" rtl="0" algn="r">
                <a:lnSpc>
                  <a:spcPct val="85000"/>
                </a:lnSpc>
                <a:spcBef>
                  <a:spcPts val="0"/>
                </a:spcBef>
                <a:spcAft>
                  <a:spcPts val="0"/>
                </a:spcAft>
                <a:buClr>
                  <a:srgbClr val="000000"/>
                </a:buClr>
                <a:buSzPts val="1100"/>
                <a:buFont typeface="Arial"/>
                <a:buNone/>
              </a:pPr>
              <a:r>
                <a:rPr lang="es-419" sz="500">
                  <a:solidFill>
                    <a:srgbClr val="000000"/>
                  </a:solidFill>
                  <a:latin typeface="Arvo"/>
                  <a:ea typeface="Arvo"/>
                  <a:cs typeface="Arvo"/>
                  <a:sym typeface="Arvo"/>
                </a:rPr>
                <a:t>&lt;sustantivo&gt;&lt;adjetivo&gt;</a:t>
              </a:r>
              <a:endParaRPr sz="600">
                <a:latin typeface="Arvo"/>
                <a:ea typeface="Arvo"/>
                <a:cs typeface="Arvo"/>
                <a:sym typeface="Arvo"/>
              </a:endParaRPr>
            </a:p>
            <a:p>
              <a:pPr indent="0" lvl="0" marL="0" rtl="0" algn="r">
                <a:spcBef>
                  <a:spcPts val="0"/>
                </a:spcBef>
                <a:spcAft>
                  <a:spcPts val="0"/>
                </a:spcAft>
                <a:buNone/>
              </a:pPr>
              <a:r>
                <a:rPr i="1" lang="es-419" sz="600">
                  <a:solidFill>
                    <a:srgbClr val="666666"/>
                  </a:solidFill>
                  <a:latin typeface="Arvo"/>
                  <a:ea typeface="Arvo"/>
                  <a:cs typeface="Arvo"/>
                  <a:sym typeface="Arvo"/>
                </a:rPr>
                <a:t>ej: comprador registrado</a:t>
              </a:r>
              <a:endParaRPr i="1" sz="600">
                <a:solidFill>
                  <a:srgbClr val="666666"/>
                </a:solidFill>
                <a:latin typeface="Arvo"/>
                <a:ea typeface="Arvo"/>
                <a:cs typeface="Arvo"/>
                <a:sym typeface="Arvo"/>
              </a:endParaRPr>
            </a:p>
          </p:txBody>
        </p:sp>
        <p:sp>
          <p:nvSpPr>
            <p:cNvPr id="4936" name="Google Shape;4936;p85"/>
            <p:cNvSpPr txBox="1"/>
            <p:nvPr/>
          </p:nvSpPr>
          <p:spPr>
            <a:xfrm>
              <a:off x="-3145224" y="5031405"/>
              <a:ext cx="1011000" cy="232500"/>
            </a:xfrm>
            <a:prstGeom prst="rect">
              <a:avLst/>
            </a:prstGeom>
            <a:noFill/>
            <a:ln>
              <a:noFill/>
            </a:ln>
          </p:spPr>
          <p:txBody>
            <a:bodyPr anchorCtr="0" anchor="ctr" bIns="0" lIns="0" spcFirstLastPara="1" rIns="0" wrap="square" tIns="0">
              <a:noAutofit/>
            </a:bodyPr>
            <a:lstStyle/>
            <a:p>
              <a:pPr indent="0" lvl="0" marL="0" rtl="0" algn="r">
                <a:spcBef>
                  <a:spcPts val="0"/>
                </a:spcBef>
                <a:spcAft>
                  <a:spcPts val="0"/>
                </a:spcAft>
                <a:buNone/>
              </a:pPr>
              <a:r>
                <a:rPr lang="es-419" sz="700">
                  <a:latin typeface="Arvo"/>
                  <a:ea typeface="Arvo"/>
                  <a:cs typeface="Arvo"/>
                  <a:sym typeface="Arvo"/>
                </a:rPr>
                <a:t>Poscondición:</a:t>
              </a:r>
              <a:endParaRPr sz="700">
                <a:latin typeface="Arvo"/>
                <a:ea typeface="Arvo"/>
                <a:cs typeface="Arvo"/>
                <a:sym typeface="Arvo"/>
              </a:endParaRPr>
            </a:p>
            <a:p>
              <a:pPr indent="0" lvl="0" marL="0" rtl="0" algn="r">
                <a:lnSpc>
                  <a:spcPct val="85000"/>
                </a:lnSpc>
                <a:spcBef>
                  <a:spcPts val="0"/>
                </a:spcBef>
                <a:spcAft>
                  <a:spcPts val="0"/>
                </a:spcAft>
                <a:buClr>
                  <a:srgbClr val="000000"/>
                </a:buClr>
                <a:buSzPts val="1100"/>
                <a:buFont typeface="Arial"/>
                <a:buNone/>
              </a:pPr>
              <a:r>
                <a:rPr lang="es-419" sz="500">
                  <a:solidFill>
                    <a:srgbClr val="000000"/>
                  </a:solidFill>
                  <a:latin typeface="Arvo"/>
                  <a:ea typeface="Arvo"/>
                  <a:cs typeface="Arvo"/>
                  <a:sym typeface="Arvo"/>
                </a:rPr>
                <a:t>&lt;sustantivo&gt;&lt;adjetivo&gt;</a:t>
              </a:r>
              <a:endParaRPr sz="600">
                <a:latin typeface="Arvo"/>
                <a:ea typeface="Arvo"/>
                <a:cs typeface="Arvo"/>
                <a:sym typeface="Arvo"/>
              </a:endParaRPr>
            </a:p>
            <a:p>
              <a:pPr indent="0" lvl="0" marL="0" rtl="0" algn="r">
                <a:spcBef>
                  <a:spcPts val="0"/>
                </a:spcBef>
                <a:spcAft>
                  <a:spcPts val="0"/>
                </a:spcAft>
                <a:buNone/>
              </a:pPr>
              <a:r>
                <a:rPr i="1" lang="es-419" sz="600">
                  <a:solidFill>
                    <a:srgbClr val="666666"/>
                  </a:solidFill>
                  <a:latin typeface="Arvo"/>
                  <a:ea typeface="Arvo"/>
                  <a:cs typeface="Arvo"/>
                  <a:sym typeface="Arvo"/>
                </a:rPr>
                <a:t>ej: pago  realizado</a:t>
              </a:r>
              <a:endParaRPr i="1" sz="600">
                <a:solidFill>
                  <a:srgbClr val="666666"/>
                </a:solidFill>
                <a:latin typeface="Arvo"/>
                <a:ea typeface="Arvo"/>
                <a:cs typeface="Arvo"/>
                <a:sym typeface="Arvo"/>
              </a:endParaRPr>
            </a:p>
          </p:txBody>
        </p:sp>
        <p:sp>
          <p:nvSpPr>
            <p:cNvPr id="4937" name="Google Shape;4937;p85"/>
            <p:cNvSpPr txBox="1"/>
            <p:nvPr/>
          </p:nvSpPr>
          <p:spPr>
            <a:xfrm>
              <a:off x="-1831833" y="4822921"/>
              <a:ext cx="1069200" cy="2166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t/>
              </a:r>
              <a:endParaRPr b="1" sz="600"/>
            </a:p>
          </p:txBody>
        </p:sp>
        <p:sp>
          <p:nvSpPr>
            <p:cNvPr id="4938" name="Google Shape;4938;p85"/>
            <p:cNvSpPr/>
            <p:nvPr/>
          </p:nvSpPr>
          <p:spPr>
            <a:xfrm>
              <a:off x="-2029275" y="4746721"/>
              <a:ext cx="1551300" cy="2166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600">
                <a:latin typeface="Roboto"/>
                <a:ea typeface="Roboto"/>
                <a:cs typeface="Roboto"/>
                <a:sym typeface="Roboto"/>
              </a:endParaRPr>
            </a:p>
          </p:txBody>
        </p:sp>
        <p:sp>
          <p:nvSpPr>
            <p:cNvPr id="4939" name="Google Shape;4939;p85"/>
            <p:cNvSpPr/>
            <p:nvPr/>
          </p:nvSpPr>
          <p:spPr>
            <a:xfrm>
              <a:off x="-2029275" y="5024235"/>
              <a:ext cx="1551300" cy="2166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600">
                <a:latin typeface="Roboto"/>
                <a:ea typeface="Roboto"/>
                <a:cs typeface="Roboto"/>
                <a:sym typeface="Roboto"/>
              </a:endParaRPr>
            </a:p>
          </p:txBody>
        </p:sp>
        <p:sp>
          <p:nvSpPr>
            <p:cNvPr id="4940" name="Google Shape;4940;p85"/>
            <p:cNvSpPr/>
            <p:nvPr/>
          </p:nvSpPr>
          <p:spPr>
            <a:xfrm>
              <a:off x="-2029275" y="5376429"/>
              <a:ext cx="1551300" cy="2166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600">
                <a:latin typeface="Roboto"/>
                <a:ea typeface="Roboto"/>
                <a:cs typeface="Roboto"/>
                <a:sym typeface="Roboto"/>
              </a:endParaRPr>
            </a:p>
          </p:txBody>
        </p:sp>
        <p:sp>
          <p:nvSpPr>
            <p:cNvPr id="4941" name="Google Shape;4941;p85"/>
            <p:cNvSpPr/>
            <p:nvPr/>
          </p:nvSpPr>
          <p:spPr>
            <a:xfrm>
              <a:off x="-2029275" y="5674405"/>
              <a:ext cx="1551300" cy="2166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600">
                <a:latin typeface="Roboto"/>
                <a:ea typeface="Roboto"/>
                <a:cs typeface="Roboto"/>
                <a:sym typeface="Roboto"/>
              </a:endParaRPr>
            </a:p>
          </p:txBody>
        </p:sp>
        <p:sp>
          <p:nvSpPr>
            <p:cNvPr id="4942" name="Google Shape;4942;p85"/>
            <p:cNvSpPr txBox="1"/>
            <p:nvPr/>
          </p:nvSpPr>
          <p:spPr>
            <a:xfrm>
              <a:off x="-2005450" y="4760200"/>
              <a:ext cx="1527600" cy="203100"/>
            </a:xfrm>
            <a:prstGeom prst="rect">
              <a:avLst/>
            </a:prstGeom>
            <a:solidFill>
              <a:srgbClr val="F3F3F3"/>
            </a:solidFill>
            <a:ln>
              <a:noFill/>
            </a:ln>
          </p:spPr>
          <p:txBody>
            <a:bodyPr anchorCtr="0" anchor="ctr" bIns="18000" lIns="18000" spcFirstLastPara="1" rIns="18000" wrap="square" tIns="18000">
              <a:noAutofit/>
            </a:bodyPr>
            <a:lstStyle/>
            <a:p>
              <a:pPr indent="0" lvl="0" marL="0" rtl="0" algn="l">
                <a:spcBef>
                  <a:spcPts val="0"/>
                </a:spcBef>
                <a:spcAft>
                  <a:spcPts val="0"/>
                </a:spcAft>
                <a:buNone/>
              </a:pPr>
              <a:r>
                <a:t/>
              </a:r>
              <a:endParaRPr b="1" i="1" sz="800">
                <a:solidFill>
                  <a:srgbClr val="434343"/>
                </a:solidFill>
              </a:endParaRPr>
            </a:p>
          </p:txBody>
        </p:sp>
        <p:sp>
          <p:nvSpPr>
            <p:cNvPr id="4943" name="Google Shape;4943;p85"/>
            <p:cNvSpPr txBox="1"/>
            <p:nvPr/>
          </p:nvSpPr>
          <p:spPr>
            <a:xfrm>
              <a:off x="-2005450" y="5028638"/>
              <a:ext cx="1527600" cy="203100"/>
            </a:xfrm>
            <a:prstGeom prst="rect">
              <a:avLst/>
            </a:prstGeom>
            <a:solidFill>
              <a:srgbClr val="F3F3F3"/>
            </a:solidFill>
            <a:ln>
              <a:noFill/>
            </a:ln>
          </p:spPr>
          <p:txBody>
            <a:bodyPr anchorCtr="0" anchor="ctr" bIns="18000" lIns="18000" spcFirstLastPara="1" rIns="18000" wrap="square" tIns="18000">
              <a:noAutofit/>
            </a:bodyPr>
            <a:lstStyle/>
            <a:p>
              <a:pPr indent="0" lvl="0" marL="0" rtl="0" algn="l">
                <a:spcBef>
                  <a:spcPts val="0"/>
                </a:spcBef>
                <a:spcAft>
                  <a:spcPts val="0"/>
                </a:spcAft>
                <a:buNone/>
              </a:pPr>
              <a:r>
                <a:t/>
              </a:r>
              <a:endParaRPr b="1" i="1" sz="800">
                <a:solidFill>
                  <a:srgbClr val="434343"/>
                </a:solidFill>
              </a:endParaRPr>
            </a:p>
          </p:txBody>
        </p:sp>
        <p:sp>
          <p:nvSpPr>
            <p:cNvPr id="4944" name="Google Shape;4944;p85"/>
            <p:cNvSpPr txBox="1"/>
            <p:nvPr/>
          </p:nvSpPr>
          <p:spPr>
            <a:xfrm>
              <a:off x="-2005450" y="5387503"/>
              <a:ext cx="1527600" cy="203100"/>
            </a:xfrm>
            <a:prstGeom prst="rect">
              <a:avLst/>
            </a:prstGeom>
            <a:solidFill>
              <a:srgbClr val="F3F3F3"/>
            </a:solidFill>
            <a:ln>
              <a:noFill/>
            </a:ln>
          </p:spPr>
          <p:txBody>
            <a:bodyPr anchorCtr="0" anchor="ctr" bIns="18000" lIns="18000" spcFirstLastPara="1" rIns="18000" wrap="square" tIns="18000">
              <a:noAutofit/>
            </a:bodyPr>
            <a:lstStyle/>
            <a:p>
              <a:pPr indent="0" lvl="0" marL="0" rtl="0" algn="l">
                <a:spcBef>
                  <a:spcPts val="0"/>
                </a:spcBef>
                <a:spcAft>
                  <a:spcPts val="0"/>
                </a:spcAft>
                <a:buNone/>
              </a:pPr>
              <a:r>
                <a:t/>
              </a:r>
              <a:endParaRPr b="1" i="1" sz="800">
                <a:solidFill>
                  <a:srgbClr val="434343"/>
                </a:solidFill>
              </a:endParaRPr>
            </a:p>
          </p:txBody>
        </p:sp>
        <p:sp>
          <p:nvSpPr>
            <p:cNvPr id="4945" name="Google Shape;4945;p85"/>
            <p:cNvSpPr txBox="1"/>
            <p:nvPr/>
          </p:nvSpPr>
          <p:spPr>
            <a:xfrm>
              <a:off x="-2005450" y="5667006"/>
              <a:ext cx="1527600" cy="203100"/>
            </a:xfrm>
            <a:prstGeom prst="rect">
              <a:avLst/>
            </a:prstGeom>
            <a:solidFill>
              <a:srgbClr val="F3F3F3"/>
            </a:solidFill>
            <a:ln>
              <a:noFill/>
            </a:ln>
          </p:spPr>
          <p:txBody>
            <a:bodyPr anchorCtr="0" anchor="ctr" bIns="18000" lIns="18000" spcFirstLastPara="1" rIns="18000" wrap="square" tIns="18000">
              <a:noAutofit/>
            </a:bodyPr>
            <a:lstStyle/>
            <a:p>
              <a:pPr indent="0" lvl="0" marL="0" rtl="0" algn="l">
                <a:spcBef>
                  <a:spcPts val="0"/>
                </a:spcBef>
                <a:spcAft>
                  <a:spcPts val="0"/>
                </a:spcAft>
                <a:buNone/>
              </a:pPr>
              <a:r>
                <a:t/>
              </a:r>
              <a:endParaRPr b="1" i="1" sz="800">
                <a:solidFill>
                  <a:srgbClr val="434343"/>
                </a:solidFill>
              </a:endParaRPr>
            </a:p>
          </p:txBody>
        </p:sp>
        <p:sp>
          <p:nvSpPr>
            <p:cNvPr id="4946" name="Google Shape;4946;p85"/>
            <p:cNvSpPr txBox="1"/>
            <p:nvPr/>
          </p:nvSpPr>
          <p:spPr>
            <a:xfrm>
              <a:off x="-1819858" y="4435254"/>
              <a:ext cx="1069200" cy="2166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t/>
              </a:r>
              <a:endParaRPr b="1" sz="600"/>
            </a:p>
          </p:txBody>
        </p:sp>
        <p:sp>
          <p:nvSpPr>
            <p:cNvPr id="4947" name="Google Shape;4947;p85"/>
            <p:cNvSpPr/>
            <p:nvPr/>
          </p:nvSpPr>
          <p:spPr>
            <a:xfrm>
              <a:off x="-2017300" y="4377771"/>
              <a:ext cx="15513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600">
                <a:latin typeface="Roboto"/>
                <a:ea typeface="Roboto"/>
                <a:cs typeface="Roboto"/>
                <a:sym typeface="Roboto"/>
              </a:endParaRPr>
            </a:p>
          </p:txBody>
        </p:sp>
        <p:sp>
          <p:nvSpPr>
            <p:cNvPr id="4948" name="Google Shape;4948;p85"/>
            <p:cNvSpPr txBox="1"/>
            <p:nvPr/>
          </p:nvSpPr>
          <p:spPr>
            <a:xfrm>
              <a:off x="-2005450" y="4360282"/>
              <a:ext cx="1527600" cy="351900"/>
            </a:xfrm>
            <a:prstGeom prst="rect">
              <a:avLst/>
            </a:prstGeom>
            <a:noFill/>
            <a:ln>
              <a:noFill/>
            </a:ln>
          </p:spPr>
          <p:txBody>
            <a:bodyPr anchorCtr="0" anchor="ctr" bIns="18000" lIns="18000" spcFirstLastPara="1" rIns="18000" wrap="square" tIns="18000">
              <a:noAutofit/>
            </a:bodyPr>
            <a:lstStyle/>
            <a:p>
              <a:pPr indent="0" lvl="0" marL="0" rtl="0" algn="ctr">
                <a:spcBef>
                  <a:spcPts val="0"/>
                </a:spcBef>
                <a:spcAft>
                  <a:spcPts val="0"/>
                </a:spcAft>
                <a:buNone/>
              </a:pPr>
              <a:r>
                <a:t/>
              </a:r>
              <a:endParaRPr b="1" i="1" sz="1100">
                <a:solidFill>
                  <a:srgbClr val="434343"/>
                </a:solidFill>
              </a:endParaRPr>
            </a:p>
          </p:txBody>
        </p:sp>
      </p:grpSp>
    </p:spTree>
  </p:cSld>
  <p:clrMapOvr>
    <a:masterClrMapping/>
  </p:clrMapOvr>
</p:sldLayout>
</file>

<file path=ppt/slideLayouts/slideLayout8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Paleta 3 2">
  <p:cSld name="CUSTOM_3_2">
    <p:spTree>
      <p:nvGrpSpPr>
        <p:cNvPr id="4949" name="Shape 4949"/>
        <p:cNvGrpSpPr/>
        <p:nvPr/>
      </p:nvGrpSpPr>
      <p:grpSpPr>
        <a:xfrm>
          <a:off x="0" y="0"/>
          <a:ext cx="0" cy="0"/>
          <a:chOff x="0" y="0"/>
          <a:chExt cx="0" cy="0"/>
        </a:xfrm>
      </p:grpSpPr>
      <p:sp>
        <p:nvSpPr>
          <p:cNvPr id="4950" name="Google Shape;4950;p86"/>
          <p:cNvSpPr/>
          <p:nvPr/>
        </p:nvSpPr>
        <p:spPr>
          <a:xfrm>
            <a:off x="195013" y="263250"/>
            <a:ext cx="3319800" cy="421200"/>
          </a:xfrm>
          <a:prstGeom prst="roundRect">
            <a:avLst>
              <a:gd fmla="val 17492" name="adj"/>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s-419" sz="1200">
                <a:solidFill>
                  <a:srgbClr val="FFFFFF"/>
                </a:solidFill>
              </a:rPr>
              <a:t>Estructura de Funcionalidades</a:t>
            </a:r>
            <a:endParaRPr b="1" sz="1100">
              <a:solidFill>
                <a:srgbClr val="FFFFFF"/>
              </a:solidFill>
            </a:endParaRPr>
          </a:p>
        </p:txBody>
      </p:sp>
      <p:sp>
        <p:nvSpPr>
          <p:cNvPr id="4951" name="Google Shape;4951;p86"/>
          <p:cNvSpPr/>
          <p:nvPr/>
        </p:nvSpPr>
        <p:spPr>
          <a:xfrm>
            <a:off x="195000" y="822275"/>
            <a:ext cx="3319800" cy="4765500"/>
          </a:xfrm>
          <a:prstGeom prst="roundRect">
            <a:avLst>
              <a:gd fmla="val 4230" name="adj"/>
            </a:avLst>
          </a:prstGeom>
          <a:solidFill>
            <a:srgbClr val="F3F3F3"/>
          </a:solidFill>
          <a:ln cap="flat" cmpd="sng" w="9525">
            <a:solidFill>
              <a:srgbClr val="F3F3F3"/>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2" name="Google Shape;4952;p86"/>
          <p:cNvSpPr/>
          <p:nvPr/>
        </p:nvSpPr>
        <p:spPr>
          <a:xfrm>
            <a:off x="849764" y="996349"/>
            <a:ext cx="687600" cy="366900"/>
          </a:xfrm>
          <a:prstGeom prst="foldedCorner">
            <a:avLst>
              <a:gd fmla="val 16667" name="adj"/>
            </a:avLst>
          </a:prstGeom>
          <a:solidFill>
            <a:srgbClr val="F3F3F3"/>
          </a:solidFill>
          <a:ln cap="flat" cmpd="sng" w="9525">
            <a:solidFill>
              <a:srgbClr val="999999"/>
            </a:solidFill>
            <a:prstDash val="solid"/>
            <a:round/>
            <a:headEnd len="sm" w="sm" type="none"/>
            <a:tailEnd len="sm" w="sm" type="none"/>
          </a:ln>
          <a:effectLst>
            <a:outerShdw blurRad="57150" rotWithShape="0" algn="bl" dir="1920000" dist="19050">
              <a:srgbClr val="000000">
                <a:alpha val="22000"/>
              </a:srgbClr>
            </a:outerShdw>
          </a:effectLst>
        </p:spPr>
        <p:txBody>
          <a:bodyPr anchorCtr="0" anchor="t" bIns="18000" lIns="18000" spcFirstLastPara="1" rIns="18000" wrap="square" tIns="18000">
            <a:noAutofit/>
          </a:bodyPr>
          <a:lstStyle/>
          <a:p>
            <a:pPr indent="0" lvl="0" marL="0" rtl="0" algn="ctr">
              <a:spcBef>
                <a:spcPts val="0"/>
              </a:spcBef>
              <a:spcAft>
                <a:spcPts val="0"/>
              </a:spcAft>
              <a:buNone/>
            </a:pPr>
            <a:r>
              <a:rPr b="1" lang="es-419" sz="800"/>
              <a:t>&lt;...&gt;</a:t>
            </a:r>
            <a:endParaRPr b="1" sz="800"/>
          </a:p>
          <a:p>
            <a:pPr indent="0" lvl="0" marL="0" rtl="0" algn="ctr">
              <a:spcBef>
                <a:spcPts val="0"/>
              </a:spcBef>
              <a:spcAft>
                <a:spcPts val="0"/>
              </a:spcAft>
              <a:buNone/>
            </a:pPr>
            <a:r>
              <a:rPr lang="es-419" sz="800"/>
              <a:t>&lt;...&gt;</a:t>
            </a:r>
            <a:endParaRPr sz="800"/>
          </a:p>
        </p:txBody>
      </p:sp>
      <p:grpSp>
        <p:nvGrpSpPr>
          <p:cNvPr id="4953" name="Google Shape;4953;p86"/>
          <p:cNvGrpSpPr/>
          <p:nvPr/>
        </p:nvGrpSpPr>
        <p:grpSpPr>
          <a:xfrm>
            <a:off x="2300118" y="1679184"/>
            <a:ext cx="801000" cy="434150"/>
            <a:chOff x="6170025" y="1408150"/>
            <a:chExt cx="801000" cy="434150"/>
          </a:xfrm>
        </p:grpSpPr>
        <p:cxnSp>
          <p:nvCxnSpPr>
            <p:cNvPr id="4954" name="Google Shape;4954;p86"/>
            <p:cNvCxnSpPr/>
            <p:nvPr/>
          </p:nvCxnSpPr>
          <p:spPr>
            <a:xfrm>
              <a:off x="6170025" y="1555500"/>
              <a:ext cx="801000" cy="286800"/>
            </a:xfrm>
            <a:prstGeom prst="bentConnector3">
              <a:avLst>
                <a:gd fmla="val 50000" name="adj1"/>
              </a:avLst>
            </a:prstGeom>
            <a:noFill/>
            <a:ln cap="flat" cmpd="sng" w="19050">
              <a:solidFill>
                <a:srgbClr val="274E13"/>
              </a:solidFill>
              <a:prstDash val="lgDash"/>
              <a:round/>
              <a:headEnd len="med" w="med" type="none"/>
              <a:tailEnd len="med" w="med" type="stealth"/>
            </a:ln>
          </p:spPr>
        </p:cxnSp>
        <p:sp>
          <p:nvSpPr>
            <p:cNvPr id="4955" name="Google Shape;4955;p86"/>
            <p:cNvSpPr txBox="1"/>
            <p:nvPr/>
          </p:nvSpPr>
          <p:spPr>
            <a:xfrm>
              <a:off x="6255333" y="1408150"/>
              <a:ext cx="623400" cy="123000"/>
            </a:xfrm>
            <a:prstGeom prst="rect">
              <a:avLst/>
            </a:prstGeom>
            <a:noFill/>
            <a:ln>
              <a:noFill/>
            </a:ln>
          </p:spPr>
          <p:txBody>
            <a:bodyPr anchorCtr="0" anchor="t" bIns="0" lIns="0" spcFirstLastPara="1" rIns="0" wrap="square" tIns="0">
              <a:spAutoFit/>
            </a:bodyPr>
            <a:lstStyle/>
            <a:p>
              <a:pPr indent="0" lvl="0" marL="0" rtl="0" algn="ctr">
                <a:spcBef>
                  <a:spcPts val="0"/>
                </a:spcBef>
                <a:spcAft>
                  <a:spcPts val="0"/>
                </a:spcAft>
                <a:buNone/>
              </a:pPr>
              <a:r>
                <a:rPr b="1" i="1" lang="es-419" sz="800">
                  <a:solidFill>
                    <a:srgbClr val="274E13"/>
                  </a:solidFill>
                </a:rPr>
                <a:t>includes</a:t>
              </a:r>
              <a:endParaRPr b="1" i="1" sz="800">
                <a:solidFill>
                  <a:srgbClr val="274E13"/>
                </a:solidFill>
              </a:endParaRPr>
            </a:p>
          </p:txBody>
        </p:sp>
      </p:grpSp>
      <p:grpSp>
        <p:nvGrpSpPr>
          <p:cNvPr id="4956" name="Google Shape;4956;p86"/>
          <p:cNvGrpSpPr/>
          <p:nvPr/>
        </p:nvGrpSpPr>
        <p:grpSpPr>
          <a:xfrm>
            <a:off x="1335043" y="1602972"/>
            <a:ext cx="801000" cy="434150"/>
            <a:chOff x="6170025" y="1408150"/>
            <a:chExt cx="801000" cy="434150"/>
          </a:xfrm>
        </p:grpSpPr>
        <p:cxnSp>
          <p:nvCxnSpPr>
            <p:cNvPr id="4957" name="Google Shape;4957;p86"/>
            <p:cNvCxnSpPr/>
            <p:nvPr/>
          </p:nvCxnSpPr>
          <p:spPr>
            <a:xfrm>
              <a:off x="6170025" y="1555500"/>
              <a:ext cx="801000" cy="286800"/>
            </a:xfrm>
            <a:prstGeom prst="bentConnector3">
              <a:avLst>
                <a:gd fmla="val 50000" name="adj1"/>
              </a:avLst>
            </a:prstGeom>
            <a:noFill/>
            <a:ln cap="flat" cmpd="sng" w="19050">
              <a:solidFill>
                <a:srgbClr val="990000"/>
              </a:solidFill>
              <a:prstDash val="lgDash"/>
              <a:round/>
              <a:headEnd len="med" w="med" type="none"/>
              <a:tailEnd len="med" w="med" type="stealth"/>
            </a:ln>
          </p:spPr>
        </p:cxnSp>
        <p:sp>
          <p:nvSpPr>
            <p:cNvPr id="4958" name="Google Shape;4958;p86"/>
            <p:cNvSpPr txBox="1"/>
            <p:nvPr/>
          </p:nvSpPr>
          <p:spPr>
            <a:xfrm>
              <a:off x="6255333" y="1408150"/>
              <a:ext cx="623400" cy="123000"/>
            </a:xfrm>
            <a:prstGeom prst="rect">
              <a:avLst/>
            </a:prstGeom>
            <a:noFill/>
            <a:ln>
              <a:noFill/>
            </a:ln>
          </p:spPr>
          <p:txBody>
            <a:bodyPr anchorCtr="0" anchor="t" bIns="0" lIns="0" spcFirstLastPara="1" rIns="0" wrap="square" tIns="0">
              <a:spAutoFit/>
            </a:bodyPr>
            <a:lstStyle/>
            <a:p>
              <a:pPr indent="0" lvl="0" marL="0" rtl="0" algn="ctr">
                <a:spcBef>
                  <a:spcPts val="0"/>
                </a:spcBef>
                <a:spcAft>
                  <a:spcPts val="0"/>
                </a:spcAft>
                <a:buNone/>
              </a:pPr>
              <a:r>
                <a:rPr b="1" i="1" lang="es-419" sz="800">
                  <a:solidFill>
                    <a:srgbClr val="990000"/>
                  </a:solidFill>
                </a:rPr>
                <a:t>extends</a:t>
              </a:r>
              <a:endParaRPr b="1" i="1" sz="800">
                <a:solidFill>
                  <a:srgbClr val="990000"/>
                </a:solidFill>
              </a:endParaRPr>
            </a:p>
          </p:txBody>
        </p:sp>
      </p:grpSp>
      <p:sp>
        <p:nvSpPr>
          <p:cNvPr id="4959" name="Google Shape;4959;p86"/>
          <p:cNvSpPr/>
          <p:nvPr/>
        </p:nvSpPr>
        <p:spPr>
          <a:xfrm>
            <a:off x="529850" y="2389750"/>
            <a:ext cx="2620800" cy="1493100"/>
          </a:xfrm>
          <a:prstGeom prst="roundRect">
            <a:avLst>
              <a:gd fmla="val 3146" name="adj"/>
            </a:avLst>
          </a:prstGeom>
          <a:solidFill>
            <a:srgbClr val="FFFFFF"/>
          </a:solidFill>
          <a:ln cap="flat" cmpd="sng" w="9525">
            <a:solidFill>
              <a:srgbClr val="EFEFEF"/>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t" bIns="18000" lIns="18000" spcFirstLastPara="1" rIns="18000" wrap="square" tIns="18000">
            <a:noAutofit/>
          </a:bodyPr>
          <a:lstStyle/>
          <a:p>
            <a:pPr indent="0" lvl="0" marL="0" rtl="0" algn="r">
              <a:spcBef>
                <a:spcPts val="0"/>
              </a:spcBef>
              <a:spcAft>
                <a:spcPts val="0"/>
              </a:spcAft>
              <a:buNone/>
            </a:pPr>
            <a:r>
              <a:t/>
            </a:r>
            <a:endParaRPr b="1" i="1" sz="900">
              <a:solidFill>
                <a:srgbClr val="434343"/>
              </a:solidFill>
            </a:endParaRPr>
          </a:p>
        </p:txBody>
      </p:sp>
      <p:sp>
        <p:nvSpPr>
          <p:cNvPr id="4960" name="Google Shape;4960;p86"/>
          <p:cNvSpPr txBox="1"/>
          <p:nvPr/>
        </p:nvSpPr>
        <p:spPr>
          <a:xfrm>
            <a:off x="555675" y="2429250"/>
            <a:ext cx="691500" cy="2658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lang="es-419" sz="700">
                <a:latin typeface="Arvo"/>
                <a:ea typeface="Arvo"/>
                <a:cs typeface="Arvo"/>
                <a:sym typeface="Arvo"/>
              </a:rPr>
              <a:t>Funcionalidad:</a:t>
            </a:r>
            <a:endParaRPr i="1" sz="600">
              <a:solidFill>
                <a:srgbClr val="666666"/>
              </a:solidFill>
              <a:latin typeface="Arvo"/>
              <a:ea typeface="Arvo"/>
              <a:cs typeface="Arvo"/>
              <a:sym typeface="Arvo"/>
            </a:endParaRPr>
          </a:p>
        </p:txBody>
      </p:sp>
      <p:sp>
        <p:nvSpPr>
          <p:cNvPr id="4961" name="Google Shape;4961;p86"/>
          <p:cNvSpPr/>
          <p:nvPr/>
        </p:nvSpPr>
        <p:spPr>
          <a:xfrm>
            <a:off x="1260100" y="2485425"/>
            <a:ext cx="1783200" cy="160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600">
              <a:latin typeface="Roboto"/>
              <a:ea typeface="Roboto"/>
              <a:cs typeface="Roboto"/>
              <a:sym typeface="Roboto"/>
            </a:endParaRPr>
          </a:p>
        </p:txBody>
      </p:sp>
      <p:sp>
        <p:nvSpPr>
          <p:cNvPr id="4962" name="Google Shape;4962;p86"/>
          <p:cNvSpPr txBox="1"/>
          <p:nvPr/>
        </p:nvSpPr>
        <p:spPr>
          <a:xfrm>
            <a:off x="1260100" y="2481225"/>
            <a:ext cx="1783200" cy="169200"/>
          </a:xfrm>
          <a:prstGeom prst="rect">
            <a:avLst/>
          </a:prstGeom>
          <a:noFill/>
          <a:ln>
            <a:noFill/>
          </a:ln>
        </p:spPr>
        <p:txBody>
          <a:bodyPr anchorCtr="0" anchor="ctr" bIns="18000" lIns="18000" spcFirstLastPara="1" rIns="18000" wrap="square" tIns="18000">
            <a:noAutofit/>
          </a:bodyPr>
          <a:lstStyle/>
          <a:p>
            <a:pPr indent="0" lvl="0" marL="0" rtl="0" algn="ctr">
              <a:spcBef>
                <a:spcPts val="0"/>
              </a:spcBef>
              <a:spcAft>
                <a:spcPts val="0"/>
              </a:spcAft>
              <a:buNone/>
            </a:pPr>
            <a:r>
              <a:rPr b="1" i="1" lang="es-419" sz="800">
                <a:solidFill>
                  <a:srgbClr val="434343"/>
                </a:solidFill>
              </a:rPr>
              <a:t>&lt;...&gt;</a:t>
            </a:r>
            <a:endParaRPr b="1" i="1" sz="800">
              <a:solidFill>
                <a:srgbClr val="434343"/>
              </a:solidFill>
            </a:endParaRPr>
          </a:p>
        </p:txBody>
      </p:sp>
      <p:cxnSp>
        <p:nvCxnSpPr>
          <p:cNvPr id="4963" name="Google Shape;4963;p86"/>
          <p:cNvCxnSpPr/>
          <p:nvPr/>
        </p:nvCxnSpPr>
        <p:spPr>
          <a:xfrm>
            <a:off x="473468" y="1675158"/>
            <a:ext cx="773700" cy="442200"/>
          </a:xfrm>
          <a:prstGeom prst="bentConnector3">
            <a:avLst>
              <a:gd fmla="val 50000" name="adj1"/>
            </a:avLst>
          </a:prstGeom>
          <a:noFill/>
          <a:ln cap="flat" cmpd="sng" w="19050">
            <a:solidFill>
              <a:schemeClr val="dk2"/>
            </a:solidFill>
            <a:prstDash val="dash"/>
            <a:round/>
            <a:headEnd len="med" w="med" type="none"/>
            <a:tailEnd len="med" w="med" type="stealth"/>
          </a:ln>
        </p:spPr>
      </p:cxnSp>
      <p:sp>
        <p:nvSpPr>
          <p:cNvPr id="4964" name="Google Shape;4964;p86"/>
          <p:cNvSpPr/>
          <p:nvPr/>
        </p:nvSpPr>
        <p:spPr>
          <a:xfrm>
            <a:off x="1994606" y="1027913"/>
            <a:ext cx="691500" cy="307800"/>
          </a:xfrm>
          <a:prstGeom prst="roundRect">
            <a:avLst>
              <a:gd fmla="val 5590" name="adj"/>
            </a:avLst>
          </a:prstGeom>
          <a:solidFill>
            <a:srgbClr val="D9EAD3"/>
          </a:solidFill>
          <a:ln cap="flat" cmpd="sng" w="9525">
            <a:solidFill>
              <a:srgbClr val="EFEFEF"/>
            </a:solidFill>
            <a:prstDash val="solid"/>
            <a:round/>
            <a:headEnd len="sm" w="sm" type="none"/>
            <a:tailEnd len="sm" w="sm" type="none"/>
          </a:ln>
          <a:effectLst>
            <a:outerShdw rotWithShape="0" algn="bl" dir="2820000" dist="9525">
              <a:srgbClr val="660000">
                <a:alpha val="50000"/>
              </a:srgbClr>
            </a:outerShdw>
          </a:effectLst>
        </p:spPr>
        <p:txBody>
          <a:bodyPr anchorCtr="0" anchor="ctr" bIns="18000" lIns="18000" spcFirstLastPara="1" rIns="18000" wrap="square" tIns="18000">
            <a:noAutofit/>
          </a:bodyPr>
          <a:lstStyle/>
          <a:p>
            <a:pPr indent="0" lvl="0" marL="0" rtl="0" algn="ctr">
              <a:spcBef>
                <a:spcPts val="0"/>
              </a:spcBef>
              <a:spcAft>
                <a:spcPts val="0"/>
              </a:spcAft>
              <a:buNone/>
            </a:pPr>
            <a:r>
              <a:rPr b="1" lang="es-419" sz="800"/>
              <a:t>&lt;..&gt;</a:t>
            </a:r>
            <a:endParaRPr b="1" sz="800">
              <a:latin typeface="Roboto"/>
              <a:ea typeface="Roboto"/>
              <a:cs typeface="Roboto"/>
              <a:sym typeface="Roboto"/>
            </a:endParaRPr>
          </a:p>
        </p:txBody>
      </p:sp>
      <p:grpSp>
        <p:nvGrpSpPr>
          <p:cNvPr id="4965" name="Google Shape;4965;p86"/>
          <p:cNvGrpSpPr/>
          <p:nvPr/>
        </p:nvGrpSpPr>
        <p:grpSpPr>
          <a:xfrm>
            <a:off x="454975" y="4061650"/>
            <a:ext cx="2799900" cy="1366800"/>
            <a:chOff x="454975" y="4155250"/>
            <a:chExt cx="2799900" cy="1366800"/>
          </a:xfrm>
        </p:grpSpPr>
        <p:sp>
          <p:nvSpPr>
            <p:cNvPr id="4966" name="Google Shape;4966;p86"/>
            <p:cNvSpPr/>
            <p:nvPr/>
          </p:nvSpPr>
          <p:spPr>
            <a:xfrm>
              <a:off x="454975" y="4155250"/>
              <a:ext cx="2799900" cy="1366800"/>
            </a:xfrm>
            <a:prstGeom prst="roundRect">
              <a:avLst>
                <a:gd fmla="val 3233" name="adj"/>
              </a:avLst>
            </a:prstGeom>
            <a:solidFill>
              <a:srgbClr val="FFFFFF"/>
            </a:solidFill>
            <a:ln cap="flat" cmpd="sng" w="9525">
              <a:solidFill>
                <a:srgbClr val="EFEFEF"/>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t" bIns="18000" lIns="18000" spcFirstLastPara="1" rIns="18000" wrap="square" tIns="18000">
              <a:noAutofit/>
            </a:bodyPr>
            <a:lstStyle/>
            <a:p>
              <a:pPr indent="0" lvl="0" marL="0" rtl="0" algn="ctr">
                <a:spcBef>
                  <a:spcPts val="0"/>
                </a:spcBef>
                <a:spcAft>
                  <a:spcPts val="0"/>
                </a:spcAft>
                <a:buNone/>
              </a:pPr>
              <a:r>
                <a:rPr b="1" i="1" lang="es-419" sz="900">
                  <a:solidFill>
                    <a:srgbClr val="434343"/>
                  </a:solidFill>
                </a:rPr>
                <a:t>Objetivos de la Funcionalidad</a:t>
              </a:r>
              <a:endParaRPr b="1" i="1" sz="900">
                <a:solidFill>
                  <a:srgbClr val="434343"/>
                </a:solidFill>
              </a:endParaRPr>
            </a:p>
          </p:txBody>
        </p:sp>
        <p:sp>
          <p:nvSpPr>
            <p:cNvPr id="4967" name="Google Shape;4967;p86"/>
            <p:cNvSpPr txBox="1"/>
            <p:nvPr/>
          </p:nvSpPr>
          <p:spPr>
            <a:xfrm>
              <a:off x="1764892" y="4415677"/>
              <a:ext cx="1069200" cy="2166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t/>
              </a:r>
              <a:endParaRPr b="1" sz="600"/>
            </a:p>
          </p:txBody>
        </p:sp>
        <p:sp>
          <p:nvSpPr>
            <p:cNvPr id="4968" name="Google Shape;4968;p86"/>
            <p:cNvSpPr txBox="1"/>
            <p:nvPr/>
          </p:nvSpPr>
          <p:spPr>
            <a:xfrm>
              <a:off x="661500" y="4423900"/>
              <a:ext cx="801000" cy="232500"/>
            </a:xfrm>
            <a:prstGeom prst="rect">
              <a:avLst/>
            </a:prstGeom>
            <a:noFill/>
            <a:ln>
              <a:noFill/>
            </a:ln>
          </p:spPr>
          <p:txBody>
            <a:bodyPr anchorCtr="0" anchor="ctr" bIns="0" lIns="0" spcFirstLastPara="1" rIns="0" wrap="square" tIns="0">
              <a:noAutofit/>
            </a:bodyPr>
            <a:lstStyle/>
            <a:p>
              <a:pPr indent="0" lvl="0" marL="0" rtl="0" algn="r">
                <a:spcBef>
                  <a:spcPts val="0"/>
                </a:spcBef>
                <a:spcAft>
                  <a:spcPts val="0"/>
                </a:spcAft>
                <a:buNone/>
              </a:pPr>
              <a:r>
                <a:rPr lang="es-419" sz="700">
                  <a:latin typeface="Arvo"/>
                  <a:ea typeface="Arvo"/>
                  <a:cs typeface="Arvo"/>
                  <a:sym typeface="Arvo"/>
                </a:rPr>
                <a:t>Nombre de la Funcionalidad:</a:t>
              </a:r>
              <a:endParaRPr sz="700">
                <a:latin typeface="Arvo"/>
                <a:ea typeface="Arvo"/>
                <a:cs typeface="Arvo"/>
                <a:sym typeface="Arvo"/>
              </a:endParaRPr>
            </a:p>
            <a:p>
              <a:pPr indent="0" lvl="0" marL="0" rtl="0" algn="r">
                <a:spcBef>
                  <a:spcPts val="0"/>
                </a:spcBef>
                <a:spcAft>
                  <a:spcPts val="0"/>
                </a:spcAft>
                <a:buNone/>
              </a:pPr>
              <a:r>
                <a:rPr i="1" lang="es-419" sz="600">
                  <a:solidFill>
                    <a:srgbClr val="666666"/>
                  </a:solidFill>
                  <a:latin typeface="Arvo"/>
                  <a:ea typeface="Arvo"/>
                  <a:cs typeface="Arvo"/>
                  <a:sym typeface="Arvo"/>
                </a:rPr>
                <a:t>ej: Reserva de citas médicas</a:t>
              </a:r>
              <a:endParaRPr i="1" sz="600">
                <a:solidFill>
                  <a:srgbClr val="666666"/>
                </a:solidFill>
                <a:latin typeface="Arvo"/>
                <a:ea typeface="Arvo"/>
                <a:cs typeface="Arvo"/>
                <a:sym typeface="Arvo"/>
              </a:endParaRPr>
            </a:p>
          </p:txBody>
        </p:sp>
        <p:sp>
          <p:nvSpPr>
            <p:cNvPr id="4969" name="Google Shape;4969;p86"/>
            <p:cNvSpPr txBox="1"/>
            <p:nvPr/>
          </p:nvSpPr>
          <p:spPr>
            <a:xfrm>
              <a:off x="536975" y="5190725"/>
              <a:ext cx="925500" cy="248700"/>
            </a:xfrm>
            <a:prstGeom prst="rect">
              <a:avLst/>
            </a:prstGeom>
            <a:noFill/>
            <a:ln>
              <a:noFill/>
            </a:ln>
          </p:spPr>
          <p:txBody>
            <a:bodyPr anchorCtr="0" anchor="ctr" bIns="0" lIns="0" spcFirstLastPara="1" rIns="0" wrap="square" tIns="0">
              <a:spAutoFit/>
            </a:bodyPr>
            <a:lstStyle/>
            <a:p>
              <a:pPr indent="0" lvl="0" marL="0" marR="0" rtl="0" algn="r">
                <a:lnSpc>
                  <a:spcPct val="85000"/>
                </a:lnSpc>
                <a:spcBef>
                  <a:spcPts val="0"/>
                </a:spcBef>
                <a:spcAft>
                  <a:spcPts val="0"/>
                </a:spcAft>
                <a:buNone/>
              </a:pPr>
              <a:r>
                <a:rPr lang="es-419" sz="700">
                  <a:latin typeface="Arvo"/>
                  <a:ea typeface="Arvo"/>
                  <a:cs typeface="Arvo"/>
                  <a:sym typeface="Arvo"/>
                </a:rPr>
                <a:t>Meta Empresa:</a:t>
              </a:r>
              <a:endParaRPr sz="700">
                <a:latin typeface="Arvo"/>
                <a:ea typeface="Arvo"/>
                <a:cs typeface="Arvo"/>
                <a:sym typeface="Arvo"/>
              </a:endParaRPr>
            </a:p>
            <a:p>
              <a:pPr indent="0" lvl="0" marL="0" marR="0" rtl="0" algn="r">
                <a:lnSpc>
                  <a:spcPct val="85000"/>
                </a:lnSpc>
                <a:spcBef>
                  <a:spcPts val="0"/>
                </a:spcBef>
                <a:spcAft>
                  <a:spcPts val="0"/>
                </a:spcAft>
                <a:buNone/>
              </a:pPr>
              <a:r>
                <a:rPr lang="es-419" sz="500">
                  <a:latin typeface="Arvo"/>
                  <a:ea typeface="Arvo"/>
                  <a:cs typeface="Arvo"/>
                  <a:sym typeface="Arvo"/>
                </a:rPr>
                <a:t>&lt;sustantivo&gt;&lt;adjetivo&gt;</a:t>
              </a:r>
              <a:r>
                <a:rPr lang="es-419" sz="600">
                  <a:solidFill>
                    <a:srgbClr val="000000"/>
                  </a:solidFill>
                </a:rPr>
                <a:t> </a:t>
              </a:r>
              <a:endParaRPr sz="600">
                <a:solidFill>
                  <a:srgbClr val="000000"/>
                </a:solidFill>
              </a:endParaRPr>
            </a:p>
            <a:p>
              <a:pPr indent="0" lvl="0" marL="0" marR="0" rtl="0" algn="r">
                <a:lnSpc>
                  <a:spcPct val="85000"/>
                </a:lnSpc>
                <a:spcBef>
                  <a:spcPts val="0"/>
                </a:spcBef>
                <a:spcAft>
                  <a:spcPts val="0"/>
                </a:spcAft>
                <a:buNone/>
              </a:pPr>
              <a:r>
                <a:rPr i="1" lang="es-419" sz="600">
                  <a:solidFill>
                    <a:srgbClr val="666666"/>
                  </a:solidFill>
                  <a:latin typeface="Arvo"/>
                  <a:ea typeface="Arvo"/>
                  <a:cs typeface="Arvo"/>
                  <a:sym typeface="Arvo"/>
                </a:rPr>
                <a:t>ej: agenda actualizada</a:t>
              </a:r>
              <a:endParaRPr i="1" sz="600">
                <a:latin typeface="Arvo"/>
                <a:ea typeface="Arvo"/>
                <a:cs typeface="Arvo"/>
                <a:sym typeface="Arvo"/>
              </a:endParaRPr>
            </a:p>
          </p:txBody>
        </p:sp>
        <p:sp>
          <p:nvSpPr>
            <p:cNvPr id="4970" name="Google Shape;4970;p86"/>
            <p:cNvSpPr txBox="1"/>
            <p:nvPr/>
          </p:nvSpPr>
          <p:spPr>
            <a:xfrm>
              <a:off x="537000" y="4868925"/>
              <a:ext cx="925500" cy="232500"/>
            </a:xfrm>
            <a:prstGeom prst="rect">
              <a:avLst/>
            </a:prstGeom>
            <a:noFill/>
            <a:ln>
              <a:noFill/>
            </a:ln>
          </p:spPr>
          <p:txBody>
            <a:bodyPr anchorCtr="0" anchor="ctr" bIns="0" lIns="0" spcFirstLastPara="1" rIns="0" wrap="square" tIns="0">
              <a:noAutofit/>
            </a:bodyPr>
            <a:lstStyle/>
            <a:p>
              <a:pPr indent="0" lvl="0" marL="0" rtl="0" algn="r">
                <a:spcBef>
                  <a:spcPts val="0"/>
                </a:spcBef>
                <a:spcAft>
                  <a:spcPts val="0"/>
                </a:spcAft>
                <a:buNone/>
              </a:pPr>
              <a:r>
                <a:rPr lang="es-419" sz="700">
                  <a:latin typeface="Arvo"/>
                  <a:ea typeface="Arvo"/>
                  <a:cs typeface="Arvo"/>
                  <a:sym typeface="Arvo"/>
                </a:rPr>
                <a:t>Poscondición:</a:t>
              </a:r>
              <a:endParaRPr sz="700">
                <a:latin typeface="Arvo"/>
                <a:ea typeface="Arvo"/>
                <a:cs typeface="Arvo"/>
                <a:sym typeface="Arvo"/>
              </a:endParaRPr>
            </a:p>
            <a:p>
              <a:pPr indent="0" lvl="0" marL="0" rtl="0" algn="r">
                <a:lnSpc>
                  <a:spcPct val="85000"/>
                </a:lnSpc>
                <a:spcBef>
                  <a:spcPts val="0"/>
                </a:spcBef>
                <a:spcAft>
                  <a:spcPts val="0"/>
                </a:spcAft>
                <a:buClr>
                  <a:srgbClr val="000000"/>
                </a:buClr>
                <a:buSzPts val="1100"/>
                <a:buFont typeface="Arial"/>
                <a:buNone/>
              </a:pPr>
              <a:r>
                <a:rPr lang="es-419" sz="500">
                  <a:solidFill>
                    <a:srgbClr val="000000"/>
                  </a:solidFill>
                  <a:latin typeface="Arvo"/>
                  <a:ea typeface="Arvo"/>
                  <a:cs typeface="Arvo"/>
                  <a:sym typeface="Arvo"/>
                </a:rPr>
                <a:t>&lt;sustantivo&gt;&lt;adjetivo&gt;</a:t>
              </a:r>
              <a:endParaRPr sz="600">
                <a:latin typeface="Arvo"/>
                <a:ea typeface="Arvo"/>
                <a:cs typeface="Arvo"/>
                <a:sym typeface="Arvo"/>
              </a:endParaRPr>
            </a:p>
            <a:p>
              <a:pPr indent="0" lvl="0" marL="0" rtl="0" algn="r">
                <a:spcBef>
                  <a:spcPts val="0"/>
                </a:spcBef>
                <a:spcAft>
                  <a:spcPts val="0"/>
                </a:spcAft>
                <a:buNone/>
              </a:pPr>
              <a:r>
                <a:rPr i="1" lang="es-419" sz="600">
                  <a:solidFill>
                    <a:srgbClr val="666666"/>
                  </a:solidFill>
                  <a:latin typeface="Arvo"/>
                  <a:ea typeface="Arvo"/>
                  <a:cs typeface="Arvo"/>
                  <a:sym typeface="Arvo"/>
                </a:rPr>
                <a:t>ej: pago  realizado</a:t>
              </a:r>
              <a:endParaRPr i="1" sz="600">
                <a:solidFill>
                  <a:srgbClr val="666666"/>
                </a:solidFill>
                <a:latin typeface="Arvo"/>
                <a:ea typeface="Arvo"/>
                <a:cs typeface="Arvo"/>
                <a:sym typeface="Arvo"/>
              </a:endParaRPr>
            </a:p>
          </p:txBody>
        </p:sp>
        <p:sp>
          <p:nvSpPr>
            <p:cNvPr id="4971" name="Google Shape;4971;p86"/>
            <p:cNvSpPr/>
            <p:nvPr/>
          </p:nvSpPr>
          <p:spPr>
            <a:xfrm>
              <a:off x="1567450" y="4861754"/>
              <a:ext cx="1551300" cy="2166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600">
                <a:latin typeface="Roboto"/>
                <a:ea typeface="Roboto"/>
                <a:cs typeface="Roboto"/>
                <a:sym typeface="Roboto"/>
              </a:endParaRPr>
            </a:p>
          </p:txBody>
        </p:sp>
        <p:sp>
          <p:nvSpPr>
            <p:cNvPr id="4972" name="Google Shape;4972;p86"/>
            <p:cNvSpPr/>
            <p:nvPr/>
          </p:nvSpPr>
          <p:spPr>
            <a:xfrm>
              <a:off x="1567450" y="5207124"/>
              <a:ext cx="1551300" cy="2166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600">
                <a:latin typeface="Roboto"/>
                <a:ea typeface="Roboto"/>
                <a:cs typeface="Roboto"/>
                <a:sym typeface="Roboto"/>
              </a:endParaRPr>
            </a:p>
          </p:txBody>
        </p:sp>
        <p:sp>
          <p:nvSpPr>
            <p:cNvPr id="4973" name="Google Shape;4973;p86"/>
            <p:cNvSpPr txBox="1"/>
            <p:nvPr/>
          </p:nvSpPr>
          <p:spPr>
            <a:xfrm>
              <a:off x="1591275" y="4866157"/>
              <a:ext cx="1527600" cy="203100"/>
            </a:xfrm>
            <a:prstGeom prst="rect">
              <a:avLst/>
            </a:prstGeom>
            <a:solidFill>
              <a:srgbClr val="F3F3F3"/>
            </a:solidFill>
            <a:ln>
              <a:noFill/>
            </a:ln>
          </p:spPr>
          <p:txBody>
            <a:bodyPr anchorCtr="0" anchor="ctr" bIns="18000" lIns="18000" spcFirstLastPara="1" rIns="18000" wrap="square" tIns="18000">
              <a:noAutofit/>
            </a:bodyPr>
            <a:lstStyle/>
            <a:p>
              <a:pPr indent="0" lvl="0" marL="0" rtl="0" algn="l">
                <a:spcBef>
                  <a:spcPts val="0"/>
                </a:spcBef>
                <a:spcAft>
                  <a:spcPts val="0"/>
                </a:spcAft>
                <a:buNone/>
              </a:pPr>
              <a:r>
                <a:t/>
              </a:r>
              <a:endParaRPr b="1" i="1" sz="800">
                <a:solidFill>
                  <a:srgbClr val="434343"/>
                </a:solidFill>
              </a:endParaRPr>
            </a:p>
          </p:txBody>
        </p:sp>
        <p:sp>
          <p:nvSpPr>
            <p:cNvPr id="4974" name="Google Shape;4974;p86"/>
            <p:cNvSpPr txBox="1"/>
            <p:nvPr/>
          </p:nvSpPr>
          <p:spPr>
            <a:xfrm>
              <a:off x="1591275" y="5199725"/>
              <a:ext cx="1527600" cy="203100"/>
            </a:xfrm>
            <a:prstGeom prst="rect">
              <a:avLst/>
            </a:prstGeom>
            <a:solidFill>
              <a:srgbClr val="F3F3F3"/>
            </a:solidFill>
            <a:ln>
              <a:noFill/>
            </a:ln>
          </p:spPr>
          <p:txBody>
            <a:bodyPr anchorCtr="0" anchor="ctr" bIns="18000" lIns="18000" spcFirstLastPara="1" rIns="18000" wrap="square" tIns="18000">
              <a:noAutofit/>
            </a:bodyPr>
            <a:lstStyle/>
            <a:p>
              <a:pPr indent="0" lvl="0" marL="0" rtl="0" algn="l">
                <a:spcBef>
                  <a:spcPts val="0"/>
                </a:spcBef>
                <a:spcAft>
                  <a:spcPts val="0"/>
                </a:spcAft>
                <a:buNone/>
              </a:pPr>
              <a:r>
                <a:t/>
              </a:r>
              <a:endParaRPr b="1" i="1" sz="800">
                <a:solidFill>
                  <a:srgbClr val="434343"/>
                </a:solidFill>
              </a:endParaRPr>
            </a:p>
          </p:txBody>
        </p:sp>
        <p:sp>
          <p:nvSpPr>
            <p:cNvPr id="4975" name="Google Shape;4975;p86"/>
            <p:cNvSpPr txBox="1"/>
            <p:nvPr/>
          </p:nvSpPr>
          <p:spPr>
            <a:xfrm>
              <a:off x="1776867" y="4425173"/>
              <a:ext cx="1069200" cy="2166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t/>
              </a:r>
              <a:endParaRPr b="1" sz="600"/>
            </a:p>
          </p:txBody>
        </p:sp>
        <p:sp>
          <p:nvSpPr>
            <p:cNvPr id="4976" name="Google Shape;4976;p86"/>
            <p:cNvSpPr/>
            <p:nvPr/>
          </p:nvSpPr>
          <p:spPr>
            <a:xfrm>
              <a:off x="1579425" y="4367690"/>
              <a:ext cx="15513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600">
                <a:latin typeface="Roboto"/>
                <a:ea typeface="Roboto"/>
                <a:cs typeface="Roboto"/>
                <a:sym typeface="Roboto"/>
              </a:endParaRPr>
            </a:p>
          </p:txBody>
        </p:sp>
        <p:sp>
          <p:nvSpPr>
            <p:cNvPr id="4977" name="Google Shape;4977;p86"/>
            <p:cNvSpPr txBox="1"/>
            <p:nvPr/>
          </p:nvSpPr>
          <p:spPr>
            <a:xfrm>
              <a:off x="1591275" y="4350201"/>
              <a:ext cx="1527600" cy="351900"/>
            </a:xfrm>
            <a:prstGeom prst="rect">
              <a:avLst/>
            </a:prstGeom>
            <a:noFill/>
            <a:ln>
              <a:noFill/>
            </a:ln>
          </p:spPr>
          <p:txBody>
            <a:bodyPr anchorCtr="0" anchor="ctr" bIns="18000" lIns="18000" spcFirstLastPara="1" rIns="18000" wrap="square" tIns="18000">
              <a:noAutofit/>
            </a:bodyPr>
            <a:lstStyle/>
            <a:p>
              <a:pPr indent="0" lvl="0" marL="0" rtl="0" algn="ctr">
                <a:spcBef>
                  <a:spcPts val="0"/>
                </a:spcBef>
                <a:spcAft>
                  <a:spcPts val="0"/>
                </a:spcAft>
                <a:buNone/>
              </a:pPr>
              <a:r>
                <a:t/>
              </a:r>
              <a:endParaRPr b="1" i="1" sz="1100">
                <a:solidFill>
                  <a:srgbClr val="434343"/>
                </a:solidFill>
              </a:endParaRPr>
            </a:p>
          </p:txBody>
        </p:sp>
      </p:grpSp>
      <p:grpSp>
        <p:nvGrpSpPr>
          <p:cNvPr id="4978" name="Google Shape;4978;p86"/>
          <p:cNvGrpSpPr/>
          <p:nvPr/>
        </p:nvGrpSpPr>
        <p:grpSpPr>
          <a:xfrm>
            <a:off x="666588" y="2714647"/>
            <a:ext cx="2376625" cy="200100"/>
            <a:chOff x="624700" y="1498750"/>
            <a:chExt cx="2376625" cy="200100"/>
          </a:xfrm>
        </p:grpSpPr>
        <p:sp>
          <p:nvSpPr>
            <p:cNvPr id="4979" name="Google Shape;4979;p86"/>
            <p:cNvSpPr txBox="1"/>
            <p:nvPr/>
          </p:nvSpPr>
          <p:spPr>
            <a:xfrm>
              <a:off x="747725" y="1498750"/>
              <a:ext cx="2253600" cy="200100"/>
            </a:xfrm>
            <a:prstGeom prst="rect">
              <a:avLst/>
            </a:prstGeom>
            <a:solidFill>
              <a:srgbClr val="F3F3F3"/>
            </a:solidFill>
            <a:ln>
              <a:noFill/>
            </a:ln>
          </p:spPr>
          <p:txBody>
            <a:bodyPr anchorCtr="0" anchor="ctr" bIns="18000" lIns="18000" spcFirstLastPara="1" rIns="18000" wrap="square" tIns="18000">
              <a:noAutofit/>
            </a:bodyPr>
            <a:lstStyle/>
            <a:p>
              <a:pPr indent="0" lvl="0" marL="0" rtl="0" algn="l">
                <a:spcBef>
                  <a:spcPts val="0"/>
                </a:spcBef>
                <a:spcAft>
                  <a:spcPts val="0"/>
                </a:spcAft>
                <a:buNone/>
              </a:pPr>
              <a:r>
                <a:t/>
              </a:r>
              <a:endParaRPr sz="800">
                <a:solidFill>
                  <a:srgbClr val="434343"/>
                </a:solidFill>
              </a:endParaRPr>
            </a:p>
          </p:txBody>
        </p:sp>
        <p:sp>
          <p:nvSpPr>
            <p:cNvPr id="4980" name="Google Shape;4980;p86"/>
            <p:cNvSpPr txBox="1"/>
            <p:nvPr/>
          </p:nvSpPr>
          <p:spPr>
            <a:xfrm>
              <a:off x="624700" y="1514200"/>
              <a:ext cx="86100" cy="169200"/>
            </a:xfrm>
            <a:prstGeom prst="rect">
              <a:avLst/>
            </a:prstGeom>
            <a:noFill/>
            <a:ln>
              <a:noFill/>
            </a:ln>
          </p:spPr>
          <p:txBody>
            <a:bodyPr anchorCtr="0" anchor="ctr" bIns="0" lIns="0" spcFirstLastPara="1" rIns="0" wrap="square" tIns="0">
              <a:spAutoFit/>
            </a:bodyPr>
            <a:lstStyle/>
            <a:p>
              <a:pPr indent="0" lvl="0" marL="0" rtl="0" algn="r">
                <a:spcBef>
                  <a:spcPts val="0"/>
                </a:spcBef>
                <a:spcAft>
                  <a:spcPts val="0"/>
                </a:spcAft>
                <a:buNone/>
              </a:pPr>
              <a:r>
                <a:rPr lang="es-419" sz="700">
                  <a:latin typeface="Arvo"/>
                  <a:ea typeface="Arvo"/>
                  <a:cs typeface="Arvo"/>
                  <a:sym typeface="Arvo"/>
                </a:rPr>
                <a:t>1.</a:t>
              </a:r>
              <a:endParaRPr sz="700">
                <a:latin typeface="Arvo"/>
                <a:ea typeface="Arvo"/>
                <a:cs typeface="Arvo"/>
                <a:sym typeface="Arvo"/>
              </a:endParaRPr>
            </a:p>
            <a:p>
              <a:pPr indent="0" lvl="0" marL="0" rtl="0" algn="r">
                <a:spcBef>
                  <a:spcPts val="0"/>
                </a:spcBef>
                <a:spcAft>
                  <a:spcPts val="0"/>
                </a:spcAft>
                <a:buNone/>
              </a:pPr>
              <a:r>
                <a:t/>
              </a:r>
              <a:endParaRPr i="1" sz="400">
                <a:solidFill>
                  <a:srgbClr val="666666"/>
                </a:solidFill>
                <a:latin typeface="Arvo"/>
                <a:ea typeface="Arvo"/>
                <a:cs typeface="Arvo"/>
                <a:sym typeface="Arvo"/>
              </a:endParaRPr>
            </a:p>
          </p:txBody>
        </p:sp>
      </p:grpSp>
      <p:grpSp>
        <p:nvGrpSpPr>
          <p:cNvPr id="4981" name="Google Shape;4981;p86"/>
          <p:cNvGrpSpPr/>
          <p:nvPr/>
        </p:nvGrpSpPr>
        <p:grpSpPr>
          <a:xfrm>
            <a:off x="666588" y="2937184"/>
            <a:ext cx="2376625" cy="200100"/>
            <a:chOff x="624700" y="1498750"/>
            <a:chExt cx="2376625" cy="200100"/>
          </a:xfrm>
        </p:grpSpPr>
        <p:sp>
          <p:nvSpPr>
            <p:cNvPr id="4982" name="Google Shape;4982;p86"/>
            <p:cNvSpPr txBox="1"/>
            <p:nvPr/>
          </p:nvSpPr>
          <p:spPr>
            <a:xfrm>
              <a:off x="747725" y="1498750"/>
              <a:ext cx="2253600" cy="200100"/>
            </a:xfrm>
            <a:prstGeom prst="rect">
              <a:avLst/>
            </a:prstGeom>
            <a:solidFill>
              <a:srgbClr val="F3F3F3"/>
            </a:solidFill>
            <a:ln>
              <a:noFill/>
            </a:ln>
          </p:spPr>
          <p:txBody>
            <a:bodyPr anchorCtr="0" anchor="ctr" bIns="18000" lIns="18000" spcFirstLastPara="1" rIns="18000" wrap="square" tIns="18000">
              <a:noAutofit/>
            </a:bodyPr>
            <a:lstStyle/>
            <a:p>
              <a:pPr indent="0" lvl="0" marL="0" rtl="0" algn="l">
                <a:spcBef>
                  <a:spcPts val="0"/>
                </a:spcBef>
                <a:spcAft>
                  <a:spcPts val="0"/>
                </a:spcAft>
                <a:buNone/>
              </a:pPr>
              <a:r>
                <a:t/>
              </a:r>
              <a:endParaRPr sz="800">
                <a:solidFill>
                  <a:srgbClr val="434343"/>
                </a:solidFill>
              </a:endParaRPr>
            </a:p>
          </p:txBody>
        </p:sp>
        <p:sp>
          <p:nvSpPr>
            <p:cNvPr id="4983" name="Google Shape;4983;p86"/>
            <p:cNvSpPr txBox="1"/>
            <p:nvPr/>
          </p:nvSpPr>
          <p:spPr>
            <a:xfrm>
              <a:off x="624700" y="1514200"/>
              <a:ext cx="86100" cy="169200"/>
            </a:xfrm>
            <a:prstGeom prst="rect">
              <a:avLst/>
            </a:prstGeom>
            <a:noFill/>
            <a:ln>
              <a:noFill/>
            </a:ln>
          </p:spPr>
          <p:txBody>
            <a:bodyPr anchorCtr="0" anchor="ctr" bIns="0" lIns="0" spcFirstLastPara="1" rIns="0" wrap="square" tIns="0">
              <a:spAutoFit/>
            </a:bodyPr>
            <a:lstStyle/>
            <a:p>
              <a:pPr indent="0" lvl="0" marL="0" rtl="0" algn="r">
                <a:spcBef>
                  <a:spcPts val="0"/>
                </a:spcBef>
                <a:spcAft>
                  <a:spcPts val="0"/>
                </a:spcAft>
                <a:buNone/>
              </a:pPr>
              <a:r>
                <a:rPr lang="es-419" sz="700">
                  <a:latin typeface="Arvo"/>
                  <a:ea typeface="Arvo"/>
                  <a:cs typeface="Arvo"/>
                  <a:sym typeface="Arvo"/>
                </a:rPr>
                <a:t>2.</a:t>
              </a:r>
              <a:endParaRPr sz="700">
                <a:latin typeface="Arvo"/>
                <a:ea typeface="Arvo"/>
                <a:cs typeface="Arvo"/>
                <a:sym typeface="Arvo"/>
              </a:endParaRPr>
            </a:p>
            <a:p>
              <a:pPr indent="0" lvl="0" marL="0" rtl="0" algn="r">
                <a:spcBef>
                  <a:spcPts val="0"/>
                </a:spcBef>
                <a:spcAft>
                  <a:spcPts val="0"/>
                </a:spcAft>
                <a:buNone/>
              </a:pPr>
              <a:r>
                <a:t/>
              </a:r>
              <a:endParaRPr i="1" sz="400">
                <a:solidFill>
                  <a:srgbClr val="666666"/>
                </a:solidFill>
                <a:latin typeface="Arvo"/>
                <a:ea typeface="Arvo"/>
                <a:cs typeface="Arvo"/>
                <a:sym typeface="Arvo"/>
              </a:endParaRPr>
            </a:p>
          </p:txBody>
        </p:sp>
      </p:grpSp>
      <p:grpSp>
        <p:nvGrpSpPr>
          <p:cNvPr id="4984" name="Google Shape;4984;p86"/>
          <p:cNvGrpSpPr/>
          <p:nvPr/>
        </p:nvGrpSpPr>
        <p:grpSpPr>
          <a:xfrm>
            <a:off x="666588" y="3159747"/>
            <a:ext cx="2376625" cy="200100"/>
            <a:chOff x="624700" y="1498750"/>
            <a:chExt cx="2376625" cy="200100"/>
          </a:xfrm>
        </p:grpSpPr>
        <p:sp>
          <p:nvSpPr>
            <p:cNvPr id="4985" name="Google Shape;4985;p86"/>
            <p:cNvSpPr txBox="1"/>
            <p:nvPr/>
          </p:nvSpPr>
          <p:spPr>
            <a:xfrm>
              <a:off x="747725" y="1498750"/>
              <a:ext cx="2253600" cy="200100"/>
            </a:xfrm>
            <a:prstGeom prst="rect">
              <a:avLst/>
            </a:prstGeom>
            <a:solidFill>
              <a:srgbClr val="F3F3F3"/>
            </a:solidFill>
            <a:ln>
              <a:noFill/>
            </a:ln>
          </p:spPr>
          <p:txBody>
            <a:bodyPr anchorCtr="0" anchor="ctr" bIns="18000" lIns="18000" spcFirstLastPara="1" rIns="18000" wrap="square" tIns="18000">
              <a:noAutofit/>
            </a:bodyPr>
            <a:lstStyle/>
            <a:p>
              <a:pPr indent="0" lvl="0" marL="0" rtl="0" algn="l">
                <a:spcBef>
                  <a:spcPts val="0"/>
                </a:spcBef>
                <a:spcAft>
                  <a:spcPts val="0"/>
                </a:spcAft>
                <a:buNone/>
              </a:pPr>
              <a:r>
                <a:t/>
              </a:r>
              <a:endParaRPr sz="800">
                <a:solidFill>
                  <a:srgbClr val="434343"/>
                </a:solidFill>
              </a:endParaRPr>
            </a:p>
          </p:txBody>
        </p:sp>
        <p:sp>
          <p:nvSpPr>
            <p:cNvPr id="4986" name="Google Shape;4986;p86"/>
            <p:cNvSpPr txBox="1"/>
            <p:nvPr/>
          </p:nvSpPr>
          <p:spPr>
            <a:xfrm>
              <a:off x="624700" y="1514200"/>
              <a:ext cx="86100" cy="169200"/>
            </a:xfrm>
            <a:prstGeom prst="rect">
              <a:avLst/>
            </a:prstGeom>
            <a:noFill/>
            <a:ln>
              <a:noFill/>
            </a:ln>
          </p:spPr>
          <p:txBody>
            <a:bodyPr anchorCtr="0" anchor="ctr" bIns="0" lIns="0" spcFirstLastPara="1" rIns="0" wrap="square" tIns="0">
              <a:spAutoFit/>
            </a:bodyPr>
            <a:lstStyle/>
            <a:p>
              <a:pPr indent="0" lvl="0" marL="0" rtl="0" algn="r">
                <a:spcBef>
                  <a:spcPts val="0"/>
                </a:spcBef>
                <a:spcAft>
                  <a:spcPts val="0"/>
                </a:spcAft>
                <a:buNone/>
              </a:pPr>
              <a:r>
                <a:rPr lang="es-419" sz="700">
                  <a:latin typeface="Arvo"/>
                  <a:ea typeface="Arvo"/>
                  <a:cs typeface="Arvo"/>
                  <a:sym typeface="Arvo"/>
                </a:rPr>
                <a:t>3.</a:t>
              </a:r>
              <a:endParaRPr sz="700">
                <a:latin typeface="Arvo"/>
                <a:ea typeface="Arvo"/>
                <a:cs typeface="Arvo"/>
                <a:sym typeface="Arvo"/>
              </a:endParaRPr>
            </a:p>
            <a:p>
              <a:pPr indent="0" lvl="0" marL="0" rtl="0" algn="r">
                <a:spcBef>
                  <a:spcPts val="0"/>
                </a:spcBef>
                <a:spcAft>
                  <a:spcPts val="0"/>
                </a:spcAft>
                <a:buNone/>
              </a:pPr>
              <a:r>
                <a:t/>
              </a:r>
              <a:endParaRPr i="1" sz="400">
                <a:solidFill>
                  <a:srgbClr val="666666"/>
                </a:solidFill>
                <a:latin typeface="Arvo"/>
                <a:ea typeface="Arvo"/>
                <a:cs typeface="Arvo"/>
                <a:sym typeface="Arvo"/>
              </a:endParaRPr>
            </a:p>
          </p:txBody>
        </p:sp>
      </p:grpSp>
      <p:grpSp>
        <p:nvGrpSpPr>
          <p:cNvPr id="4987" name="Google Shape;4987;p86"/>
          <p:cNvGrpSpPr/>
          <p:nvPr/>
        </p:nvGrpSpPr>
        <p:grpSpPr>
          <a:xfrm>
            <a:off x="666588" y="3382284"/>
            <a:ext cx="2376625" cy="200100"/>
            <a:chOff x="624700" y="1498750"/>
            <a:chExt cx="2376625" cy="200100"/>
          </a:xfrm>
        </p:grpSpPr>
        <p:sp>
          <p:nvSpPr>
            <p:cNvPr id="4988" name="Google Shape;4988;p86"/>
            <p:cNvSpPr txBox="1"/>
            <p:nvPr/>
          </p:nvSpPr>
          <p:spPr>
            <a:xfrm>
              <a:off x="747725" y="1498750"/>
              <a:ext cx="2253600" cy="200100"/>
            </a:xfrm>
            <a:prstGeom prst="rect">
              <a:avLst/>
            </a:prstGeom>
            <a:solidFill>
              <a:srgbClr val="F3F3F3"/>
            </a:solidFill>
            <a:ln>
              <a:noFill/>
            </a:ln>
          </p:spPr>
          <p:txBody>
            <a:bodyPr anchorCtr="0" anchor="ctr" bIns="18000" lIns="18000" spcFirstLastPara="1" rIns="18000" wrap="square" tIns="18000">
              <a:noAutofit/>
            </a:bodyPr>
            <a:lstStyle/>
            <a:p>
              <a:pPr indent="0" lvl="0" marL="0" rtl="0" algn="l">
                <a:spcBef>
                  <a:spcPts val="0"/>
                </a:spcBef>
                <a:spcAft>
                  <a:spcPts val="0"/>
                </a:spcAft>
                <a:buNone/>
              </a:pPr>
              <a:r>
                <a:t/>
              </a:r>
              <a:endParaRPr sz="800">
                <a:solidFill>
                  <a:srgbClr val="434343"/>
                </a:solidFill>
              </a:endParaRPr>
            </a:p>
          </p:txBody>
        </p:sp>
        <p:sp>
          <p:nvSpPr>
            <p:cNvPr id="4989" name="Google Shape;4989;p86"/>
            <p:cNvSpPr txBox="1"/>
            <p:nvPr/>
          </p:nvSpPr>
          <p:spPr>
            <a:xfrm>
              <a:off x="624700" y="1514200"/>
              <a:ext cx="86100" cy="169200"/>
            </a:xfrm>
            <a:prstGeom prst="rect">
              <a:avLst/>
            </a:prstGeom>
            <a:noFill/>
            <a:ln>
              <a:noFill/>
            </a:ln>
          </p:spPr>
          <p:txBody>
            <a:bodyPr anchorCtr="0" anchor="ctr" bIns="0" lIns="0" spcFirstLastPara="1" rIns="0" wrap="square" tIns="0">
              <a:spAutoFit/>
            </a:bodyPr>
            <a:lstStyle/>
            <a:p>
              <a:pPr indent="0" lvl="0" marL="0" rtl="0" algn="r">
                <a:spcBef>
                  <a:spcPts val="0"/>
                </a:spcBef>
                <a:spcAft>
                  <a:spcPts val="0"/>
                </a:spcAft>
                <a:buNone/>
              </a:pPr>
              <a:r>
                <a:rPr lang="es-419" sz="700">
                  <a:latin typeface="Arvo"/>
                  <a:ea typeface="Arvo"/>
                  <a:cs typeface="Arvo"/>
                  <a:sym typeface="Arvo"/>
                </a:rPr>
                <a:t>4.</a:t>
              </a:r>
              <a:endParaRPr sz="700">
                <a:latin typeface="Arvo"/>
                <a:ea typeface="Arvo"/>
                <a:cs typeface="Arvo"/>
                <a:sym typeface="Arvo"/>
              </a:endParaRPr>
            </a:p>
            <a:p>
              <a:pPr indent="0" lvl="0" marL="0" rtl="0" algn="r">
                <a:spcBef>
                  <a:spcPts val="0"/>
                </a:spcBef>
                <a:spcAft>
                  <a:spcPts val="0"/>
                </a:spcAft>
                <a:buNone/>
              </a:pPr>
              <a:r>
                <a:t/>
              </a:r>
              <a:endParaRPr i="1" sz="400">
                <a:solidFill>
                  <a:srgbClr val="666666"/>
                </a:solidFill>
                <a:latin typeface="Arvo"/>
                <a:ea typeface="Arvo"/>
                <a:cs typeface="Arvo"/>
                <a:sym typeface="Arvo"/>
              </a:endParaRPr>
            </a:p>
          </p:txBody>
        </p:sp>
      </p:grpSp>
      <p:grpSp>
        <p:nvGrpSpPr>
          <p:cNvPr id="4990" name="Google Shape;4990;p86"/>
          <p:cNvGrpSpPr/>
          <p:nvPr/>
        </p:nvGrpSpPr>
        <p:grpSpPr>
          <a:xfrm>
            <a:off x="666588" y="3610709"/>
            <a:ext cx="2376625" cy="200100"/>
            <a:chOff x="624700" y="1498750"/>
            <a:chExt cx="2376625" cy="200100"/>
          </a:xfrm>
        </p:grpSpPr>
        <p:sp>
          <p:nvSpPr>
            <p:cNvPr id="4991" name="Google Shape;4991;p86"/>
            <p:cNvSpPr txBox="1"/>
            <p:nvPr/>
          </p:nvSpPr>
          <p:spPr>
            <a:xfrm>
              <a:off x="747725" y="1498750"/>
              <a:ext cx="2253600" cy="200100"/>
            </a:xfrm>
            <a:prstGeom prst="rect">
              <a:avLst/>
            </a:prstGeom>
            <a:solidFill>
              <a:srgbClr val="F3F3F3"/>
            </a:solidFill>
            <a:ln>
              <a:noFill/>
            </a:ln>
          </p:spPr>
          <p:txBody>
            <a:bodyPr anchorCtr="0" anchor="ctr" bIns="18000" lIns="18000" spcFirstLastPara="1" rIns="18000" wrap="square" tIns="18000">
              <a:noAutofit/>
            </a:bodyPr>
            <a:lstStyle/>
            <a:p>
              <a:pPr indent="0" lvl="0" marL="0" rtl="0" algn="l">
                <a:spcBef>
                  <a:spcPts val="0"/>
                </a:spcBef>
                <a:spcAft>
                  <a:spcPts val="0"/>
                </a:spcAft>
                <a:buNone/>
              </a:pPr>
              <a:r>
                <a:t/>
              </a:r>
              <a:endParaRPr sz="800">
                <a:solidFill>
                  <a:srgbClr val="434343"/>
                </a:solidFill>
              </a:endParaRPr>
            </a:p>
          </p:txBody>
        </p:sp>
        <p:sp>
          <p:nvSpPr>
            <p:cNvPr id="4992" name="Google Shape;4992;p86"/>
            <p:cNvSpPr txBox="1"/>
            <p:nvPr/>
          </p:nvSpPr>
          <p:spPr>
            <a:xfrm>
              <a:off x="624700" y="1514200"/>
              <a:ext cx="86100" cy="169200"/>
            </a:xfrm>
            <a:prstGeom prst="rect">
              <a:avLst/>
            </a:prstGeom>
            <a:noFill/>
            <a:ln>
              <a:noFill/>
            </a:ln>
          </p:spPr>
          <p:txBody>
            <a:bodyPr anchorCtr="0" anchor="ctr" bIns="0" lIns="0" spcFirstLastPara="1" rIns="0" wrap="square" tIns="0">
              <a:spAutoFit/>
            </a:bodyPr>
            <a:lstStyle/>
            <a:p>
              <a:pPr indent="0" lvl="0" marL="0" rtl="0" algn="r">
                <a:spcBef>
                  <a:spcPts val="0"/>
                </a:spcBef>
                <a:spcAft>
                  <a:spcPts val="0"/>
                </a:spcAft>
                <a:buNone/>
              </a:pPr>
              <a:r>
                <a:rPr lang="es-419" sz="700">
                  <a:latin typeface="Arvo"/>
                  <a:ea typeface="Arvo"/>
                  <a:cs typeface="Arvo"/>
                  <a:sym typeface="Arvo"/>
                </a:rPr>
                <a:t>5.</a:t>
              </a:r>
              <a:endParaRPr sz="700">
                <a:latin typeface="Arvo"/>
                <a:ea typeface="Arvo"/>
                <a:cs typeface="Arvo"/>
                <a:sym typeface="Arvo"/>
              </a:endParaRPr>
            </a:p>
            <a:p>
              <a:pPr indent="0" lvl="0" marL="0" rtl="0" algn="r">
                <a:spcBef>
                  <a:spcPts val="0"/>
                </a:spcBef>
                <a:spcAft>
                  <a:spcPts val="0"/>
                </a:spcAft>
                <a:buNone/>
              </a:pPr>
              <a:r>
                <a:t/>
              </a:r>
              <a:endParaRPr i="1" sz="400">
                <a:solidFill>
                  <a:srgbClr val="666666"/>
                </a:solidFill>
                <a:latin typeface="Arvo"/>
                <a:ea typeface="Arvo"/>
                <a:cs typeface="Arvo"/>
                <a:sym typeface="Arvo"/>
              </a:endParaRPr>
            </a:p>
          </p:txBody>
        </p:sp>
      </p:grpSp>
    </p:spTree>
  </p:cSld>
  <p:clrMapOvr>
    <a:masterClrMapping/>
  </p:clrMapOvr>
</p:sldLayout>
</file>

<file path=ppt/slideLayouts/slideLayout8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Paleta 3 1">
  <p:cSld name="CUSTOM_3_1">
    <p:spTree>
      <p:nvGrpSpPr>
        <p:cNvPr id="4993" name="Shape 4993"/>
        <p:cNvGrpSpPr/>
        <p:nvPr/>
      </p:nvGrpSpPr>
      <p:grpSpPr>
        <a:xfrm>
          <a:off x="0" y="0"/>
          <a:ext cx="0" cy="0"/>
          <a:chOff x="0" y="0"/>
          <a:chExt cx="0" cy="0"/>
        </a:xfrm>
      </p:grpSpPr>
      <p:sp>
        <p:nvSpPr>
          <p:cNvPr id="4994" name="Google Shape;4994;p87"/>
          <p:cNvSpPr/>
          <p:nvPr/>
        </p:nvSpPr>
        <p:spPr>
          <a:xfrm>
            <a:off x="195025" y="263250"/>
            <a:ext cx="5567400" cy="421200"/>
          </a:xfrm>
          <a:prstGeom prst="roundRect">
            <a:avLst>
              <a:gd fmla="val 17492" name="adj"/>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s-419" sz="1200">
                <a:solidFill>
                  <a:srgbClr val="FFFFFF"/>
                </a:solidFill>
              </a:rPr>
              <a:t>Especificación de Caso de Uso</a:t>
            </a:r>
            <a:endParaRPr b="1" sz="1100">
              <a:solidFill>
                <a:srgbClr val="FFFFFF"/>
              </a:solidFill>
            </a:endParaRPr>
          </a:p>
        </p:txBody>
      </p:sp>
      <p:sp>
        <p:nvSpPr>
          <p:cNvPr id="4995" name="Google Shape;4995;p87"/>
          <p:cNvSpPr/>
          <p:nvPr/>
        </p:nvSpPr>
        <p:spPr>
          <a:xfrm>
            <a:off x="195000" y="822275"/>
            <a:ext cx="5567400" cy="5853600"/>
          </a:xfrm>
          <a:prstGeom prst="roundRect">
            <a:avLst>
              <a:gd fmla="val 2402" name="adj"/>
            </a:avLst>
          </a:prstGeom>
          <a:solidFill>
            <a:srgbClr val="F3F3F3"/>
          </a:solidFill>
          <a:ln cap="flat" cmpd="sng" w="9525">
            <a:solidFill>
              <a:srgbClr val="F3F3F3"/>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996" name="Google Shape;4996;p87"/>
          <p:cNvGrpSpPr/>
          <p:nvPr/>
        </p:nvGrpSpPr>
        <p:grpSpPr>
          <a:xfrm>
            <a:off x="300175" y="1002322"/>
            <a:ext cx="2562300" cy="3616200"/>
            <a:chOff x="300175" y="1002322"/>
            <a:chExt cx="2562300" cy="3616200"/>
          </a:xfrm>
        </p:grpSpPr>
        <p:sp>
          <p:nvSpPr>
            <p:cNvPr id="4997" name="Google Shape;4997;p87"/>
            <p:cNvSpPr/>
            <p:nvPr/>
          </p:nvSpPr>
          <p:spPr>
            <a:xfrm>
              <a:off x="300175" y="1002322"/>
              <a:ext cx="2562300" cy="3616200"/>
            </a:xfrm>
            <a:prstGeom prst="roundRect">
              <a:avLst>
                <a:gd fmla="val 3233" name="adj"/>
              </a:avLst>
            </a:prstGeom>
            <a:solidFill>
              <a:srgbClr val="FFFFFF"/>
            </a:solidFill>
            <a:ln cap="flat" cmpd="sng" w="9525">
              <a:solidFill>
                <a:srgbClr val="EFEFEF"/>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t" bIns="18000" lIns="18000" spcFirstLastPara="1" rIns="18000" wrap="square" tIns="18000">
              <a:noAutofit/>
            </a:bodyPr>
            <a:lstStyle/>
            <a:p>
              <a:pPr indent="0" lvl="0" marL="0" rtl="0" algn="l">
                <a:spcBef>
                  <a:spcPts val="0"/>
                </a:spcBef>
                <a:spcAft>
                  <a:spcPts val="0"/>
                </a:spcAft>
                <a:buNone/>
              </a:pPr>
              <a:r>
                <a:rPr b="1" i="1" lang="es-419" sz="900">
                  <a:solidFill>
                    <a:srgbClr val="434343"/>
                  </a:solidFill>
                </a:rPr>
                <a:t>Pasos del Flujo Básico:</a:t>
              </a:r>
              <a:endParaRPr b="1" i="1" sz="900">
                <a:solidFill>
                  <a:srgbClr val="434343"/>
                </a:solidFill>
              </a:endParaRPr>
            </a:p>
          </p:txBody>
        </p:sp>
        <p:grpSp>
          <p:nvGrpSpPr>
            <p:cNvPr id="4998" name="Google Shape;4998;p87"/>
            <p:cNvGrpSpPr/>
            <p:nvPr/>
          </p:nvGrpSpPr>
          <p:grpSpPr>
            <a:xfrm>
              <a:off x="396100" y="1221347"/>
              <a:ext cx="2376625" cy="200100"/>
              <a:chOff x="624700" y="1498750"/>
              <a:chExt cx="2376625" cy="200100"/>
            </a:xfrm>
          </p:grpSpPr>
          <p:sp>
            <p:nvSpPr>
              <p:cNvPr id="4999" name="Google Shape;4999;p87"/>
              <p:cNvSpPr txBox="1"/>
              <p:nvPr/>
            </p:nvSpPr>
            <p:spPr>
              <a:xfrm>
                <a:off x="747725" y="1498750"/>
                <a:ext cx="2253600" cy="200100"/>
              </a:xfrm>
              <a:prstGeom prst="rect">
                <a:avLst/>
              </a:prstGeom>
              <a:solidFill>
                <a:srgbClr val="F3F3F3"/>
              </a:solidFill>
              <a:ln>
                <a:noFill/>
              </a:ln>
            </p:spPr>
            <p:txBody>
              <a:bodyPr anchorCtr="0" anchor="ctr" bIns="18000" lIns="18000" spcFirstLastPara="1" rIns="18000" wrap="square" tIns="18000">
                <a:noAutofit/>
              </a:bodyPr>
              <a:lstStyle/>
              <a:p>
                <a:pPr indent="0" lvl="0" marL="0" rtl="0" algn="l">
                  <a:spcBef>
                    <a:spcPts val="0"/>
                  </a:spcBef>
                  <a:spcAft>
                    <a:spcPts val="0"/>
                  </a:spcAft>
                  <a:buNone/>
                </a:pPr>
                <a:r>
                  <a:t/>
                </a:r>
                <a:endParaRPr sz="800">
                  <a:solidFill>
                    <a:srgbClr val="434343"/>
                  </a:solidFill>
                </a:endParaRPr>
              </a:p>
            </p:txBody>
          </p:sp>
          <p:sp>
            <p:nvSpPr>
              <p:cNvPr id="5000" name="Google Shape;5000;p87"/>
              <p:cNvSpPr txBox="1"/>
              <p:nvPr/>
            </p:nvSpPr>
            <p:spPr>
              <a:xfrm>
                <a:off x="624700" y="1514200"/>
                <a:ext cx="86100" cy="169200"/>
              </a:xfrm>
              <a:prstGeom prst="rect">
                <a:avLst/>
              </a:prstGeom>
              <a:noFill/>
              <a:ln>
                <a:noFill/>
              </a:ln>
            </p:spPr>
            <p:txBody>
              <a:bodyPr anchorCtr="0" anchor="ctr" bIns="0" lIns="0" spcFirstLastPara="1" rIns="0" wrap="square" tIns="0">
                <a:spAutoFit/>
              </a:bodyPr>
              <a:lstStyle/>
              <a:p>
                <a:pPr indent="0" lvl="0" marL="0" rtl="0" algn="r">
                  <a:spcBef>
                    <a:spcPts val="0"/>
                  </a:spcBef>
                  <a:spcAft>
                    <a:spcPts val="0"/>
                  </a:spcAft>
                  <a:buNone/>
                </a:pPr>
                <a:r>
                  <a:rPr lang="es-419" sz="700">
                    <a:latin typeface="Arvo"/>
                    <a:ea typeface="Arvo"/>
                    <a:cs typeface="Arvo"/>
                    <a:sym typeface="Arvo"/>
                  </a:rPr>
                  <a:t>1.</a:t>
                </a:r>
                <a:endParaRPr sz="700">
                  <a:latin typeface="Arvo"/>
                  <a:ea typeface="Arvo"/>
                  <a:cs typeface="Arvo"/>
                  <a:sym typeface="Arvo"/>
                </a:endParaRPr>
              </a:p>
              <a:p>
                <a:pPr indent="0" lvl="0" marL="0" rtl="0" algn="r">
                  <a:spcBef>
                    <a:spcPts val="0"/>
                  </a:spcBef>
                  <a:spcAft>
                    <a:spcPts val="0"/>
                  </a:spcAft>
                  <a:buNone/>
                </a:pPr>
                <a:r>
                  <a:t/>
                </a:r>
                <a:endParaRPr i="1" sz="400">
                  <a:solidFill>
                    <a:srgbClr val="666666"/>
                  </a:solidFill>
                  <a:latin typeface="Arvo"/>
                  <a:ea typeface="Arvo"/>
                  <a:cs typeface="Arvo"/>
                  <a:sym typeface="Arvo"/>
                </a:endParaRPr>
              </a:p>
            </p:txBody>
          </p:sp>
        </p:grpSp>
        <p:grpSp>
          <p:nvGrpSpPr>
            <p:cNvPr id="5001" name="Google Shape;5001;p87"/>
            <p:cNvGrpSpPr/>
            <p:nvPr/>
          </p:nvGrpSpPr>
          <p:grpSpPr>
            <a:xfrm>
              <a:off x="396100" y="1443884"/>
              <a:ext cx="2376625" cy="200100"/>
              <a:chOff x="624700" y="1498750"/>
              <a:chExt cx="2376625" cy="200100"/>
            </a:xfrm>
          </p:grpSpPr>
          <p:sp>
            <p:nvSpPr>
              <p:cNvPr id="5002" name="Google Shape;5002;p87"/>
              <p:cNvSpPr txBox="1"/>
              <p:nvPr/>
            </p:nvSpPr>
            <p:spPr>
              <a:xfrm>
                <a:off x="747725" y="1498750"/>
                <a:ext cx="2253600" cy="200100"/>
              </a:xfrm>
              <a:prstGeom prst="rect">
                <a:avLst/>
              </a:prstGeom>
              <a:solidFill>
                <a:srgbClr val="F3F3F3"/>
              </a:solidFill>
              <a:ln>
                <a:noFill/>
              </a:ln>
            </p:spPr>
            <p:txBody>
              <a:bodyPr anchorCtr="0" anchor="ctr" bIns="18000" lIns="18000" spcFirstLastPara="1" rIns="18000" wrap="square" tIns="18000">
                <a:noAutofit/>
              </a:bodyPr>
              <a:lstStyle/>
              <a:p>
                <a:pPr indent="0" lvl="0" marL="0" rtl="0" algn="l">
                  <a:spcBef>
                    <a:spcPts val="0"/>
                  </a:spcBef>
                  <a:spcAft>
                    <a:spcPts val="0"/>
                  </a:spcAft>
                  <a:buNone/>
                </a:pPr>
                <a:r>
                  <a:t/>
                </a:r>
                <a:endParaRPr sz="800">
                  <a:solidFill>
                    <a:srgbClr val="434343"/>
                  </a:solidFill>
                </a:endParaRPr>
              </a:p>
            </p:txBody>
          </p:sp>
          <p:sp>
            <p:nvSpPr>
              <p:cNvPr id="5003" name="Google Shape;5003;p87"/>
              <p:cNvSpPr txBox="1"/>
              <p:nvPr/>
            </p:nvSpPr>
            <p:spPr>
              <a:xfrm>
                <a:off x="624700" y="1514200"/>
                <a:ext cx="86100" cy="169200"/>
              </a:xfrm>
              <a:prstGeom prst="rect">
                <a:avLst/>
              </a:prstGeom>
              <a:noFill/>
              <a:ln>
                <a:noFill/>
              </a:ln>
            </p:spPr>
            <p:txBody>
              <a:bodyPr anchorCtr="0" anchor="ctr" bIns="0" lIns="0" spcFirstLastPara="1" rIns="0" wrap="square" tIns="0">
                <a:spAutoFit/>
              </a:bodyPr>
              <a:lstStyle/>
              <a:p>
                <a:pPr indent="0" lvl="0" marL="0" rtl="0" algn="r">
                  <a:spcBef>
                    <a:spcPts val="0"/>
                  </a:spcBef>
                  <a:spcAft>
                    <a:spcPts val="0"/>
                  </a:spcAft>
                  <a:buNone/>
                </a:pPr>
                <a:r>
                  <a:rPr lang="es-419" sz="700">
                    <a:latin typeface="Arvo"/>
                    <a:ea typeface="Arvo"/>
                    <a:cs typeface="Arvo"/>
                    <a:sym typeface="Arvo"/>
                  </a:rPr>
                  <a:t>2.</a:t>
                </a:r>
                <a:endParaRPr sz="700">
                  <a:latin typeface="Arvo"/>
                  <a:ea typeface="Arvo"/>
                  <a:cs typeface="Arvo"/>
                  <a:sym typeface="Arvo"/>
                </a:endParaRPr>
              </a:p>
              <a:p>
                <a:pPr indent="0" lvl="0" marL="0" rtl="0" algn="r">
                  <a:spcBef>
                    <a:spcPts val="0"/>
                  </a:spcBef>
                  <a:spcAft>
                    <a:spcPts val="0"/>
                  </a:spcAft>
                  <a:buNone/>
                </a:pPr>
                <a:r>
                  <a:t/>
                </a:r>
                <a:endParaRPr i="1" sz="400">
                  <a:solidFill>
                    <a:srgbClr val="666666"/>
                  </a:solidFill>
                  <a:latin typeface="Arvo"/>
                  <a:ea typeface="Arvo"/>
                  <a:cs typeface="Arvo"/>
                  <a:sym typeface="Arvo"/>
                </a:endParaRPr>
              </a:p>
            </p:txBody>
          </p:sp>
        </p:grpSp>
        <p:grpSp>
          <p:nvGrpSpPr>
            <p:cNvPr id="5004" name="Google Shape;5004;p87"/>
            <p:cNvGrpSpPr/>
            <p:nvPr/>
          </p:nvGrpSpPr>
          <p:grpSpPr>
            <a:xfrm>
              <a:off x="396100" y="1666447"/>
              <a:ext cx="2376625" cy="200100"/>
              <a:chOff x="624700" y="1498750"/>
              <a:chExt cx="2376625" cy="200100"/>
            </a:xfrm>
          </p:grpSpPr>
          <p:sp>
            <p:nvSpPr>
              <p:cNvPr id="5005" name="Google Shape;5005;p87"/>
              <p:cNvSpPr txBox="1"/>
              <p:nvPr/>
            </p:nvSpPr>
            <p:spPr>
              <a:xfrm>
                <a:off x="747725" y="1498750"/>
                <a:ext cx="2253600" cy="200100"/>
              </a:xfrm>
              <a:prstGeom prst="rect">
                <a:avLst/>
              </a:prstGeom>
              <a:solidFill>
                <a:srgbClr val="F3F3F3"/>
              </a:solidFill>
              <a:ln>
                <a:noFill/>
              </a:ln>
            </p:spPr>
            <p:txBody>
              <a:bodyPr anchorCtr="0" anchor="ctr" bIns="18000" lIns="18000" spcFirstLastPara="1" rIns="18000" wrap="square" tIns="18000">
                <a:noAutofit/>
              </a:bodyPr>
              <a:lstStyle/>
              <a:p>
                <a:pPr indent="0" lvl="0" marL="0" rtl="0" algn="l">
                  <a:spcBef>
                    <a:spcPts val="0"/>
                  </a:spcBef>
                  <a:spcAft>
                    <a:spcPts val="0"/>
                  </a:spcAft>
                  <a:buNone/>
                </a:pPr>
                <a:r>
                  <a:t/>
                </a:r>
                <a:endParaRPr sz="800">
                  <a:solidFill>
                    <a:srgbClr val="434343"/>
                  </a:solidFill>
                </a:endParaRPr>
              </a:p>
            </p:txBody>
          </p:sp>
          <p:sp>
            <p:nvSpPr>
              <p:cNvPr id="5006" name="Google Shape;5006;p87"/>
              <p:cNvSpPr txBox="1"/>
              <p:nvPr/>
            </p:nvSpPr>
            <p:spPr>
              <a:xfrm>
                <a:off x="624700" y="1514200"/>
                <a:ext cx="86100" cy="169200"/>
              </a:xfrm>
              <a:prstGeom prst="rect">
                <a:avLst/>
              </a:prstGeom>
              <a:noFill/>
              <a:ln>
                <a:noFill/>
              </a:ln>
            </p:spPr>
            <p:txBody>
              <a:bodyPr anchorCtr="0" anchor="ctr" bIns="0" lIns="0" spcFirstLastPara="1" rIns="0" wrap="square" tIns="0">
                <a:spAutoFit/>
              </a:bodyPr>
              <a:lstStyle/>
              <a:p>
                <a:pPr indent="0" lvl="0" marL="0" rtl="0" algn="r">
                  <a:spcBef>
                    <a:spcPts val="0"/>
                  </a:spcBef>
                  <a:spcAft>
                    <a:spcPts val="0"/>
                  </a:spcAft>
                  <a:buNone/>
                </a:pPr>
                <a:r>
                  <a:rPr lang="es-419" sz="700">
                    <a:latin typeface="Arvo"/>
                    <a:ea typeface="Arvo"/>
                    <a:cs typeface="Arvo"/>
                    <a:sym typeface="Arvo"/>
                  </a:rPr>
                  <a:t>3.</a:t>
                </a:r>
                <a:endParaRPr sz="700">
                  <a:latin typeface="Arvo"/>
                  <a:ea typeface="Arvo"/>
                  <a:cs typeface="Arvo"/>
                  <a:sym typeface="Arvo"/>
                </a:endParaRPr>
              </a:p>
              <a:p>
                <a:pPr indent="0" lvl="0" marL="0" rtl="0" algn="r">
                  <a:spcBef>
                    <a:spcPts val="0"/>
                  </a:spcBef>
                  <a:spcAft>
                    <a:spcPts val="0"/>
                  </a:spcAft>
                  <a:buNone/>
                </a:pPr>
                <a:r>
                  <a:t/>
                </a:r>
                <a:endParaRPr i="1" sz="400">
                  <a:solidFill>
                    <a:srgbClr val="666666"/>
                  </a:solidFill>
                  <a:latin typeface="Arvo"/>
                  <a:ea typeface="Arvo"/>
                  <a:cs typeface="Arvo"/>
                  <a:sym typeface="Arvo"/>
                </a:endParaRPr>
              </a:p>
            </p:txBody>
          </p:sp>
        </p:grpSp>
        <p:grpSp>
          <p:nvGrpSpPr>
            <p:cNvPr id="5007" name="Google Shape;5007;p87"/>
            <p:cNvGrpSpPr/>
            <p:nvPr/>
          </p:nvGrpSpPr>
          <p:grpSpPr>
            <a:xfrm>
              <a:off x="396100" y="1888984"/>
              <a:ext cx="2376625" cy="200100"/>
              <a:chOff x="624700" y="1498750"/>
              <a:chExt cx="2376625" cy="200100"/>
            </a:xfrm>
          </p:grpSpPr>
          <p:sp>
            <p:nvSpPr>
              <p:cNvPr id="5008" name="Google Shape;5008;p87"/>
              <p:cNvSpPr txBox="1"/>
              <p:nvPr/>
            </p:nvSpPr>
            <p:spPr>
              <a:xfrm>
                <a:off x="747725" y="1498750"/>
                <a:ext cx="2253600" cy="200100"/>
              </a:xfrm>
              <a:prstGeom prst="rect">
                <a:avLst/>
              </a:prstGeom>
              <a:solidFill>
                <a:srgbClr val="F3F3F3"/>
              </a:solidFill>
              <a:ln>
                <a:noFill/>
              </a:ln>
            </p:spPr>
            <p:txBody>
              <a:bodyPr anchorCtr="0" anchor="ctr" bIns="18000" lIns="18000" spcFirstLastPara="1" rIns="18000" wrap="square" tIns="18000">
                <a:noAutofit/>
              </a:bodyPr>
              <a:lstStyle/>
              <a:p>
                <a:pPr indent="0" lvl="0" marL="0" rtl="0" algn="l">
                  <a:spcBef>
                    <a:spcPts val="0"/>
                  </a:spcBef>
                  <a:spcAft>
                    <a:spcPts val="0"/>
                  </a:spcAft>
                  <a:buNone/>
                </a:pPr>
                <a:r>
                  <a:t/>
                </a:r>
                <a:endParaRPr sz="800">
                  <a:solidFill>
                    <a:srgbClr val="434343"/>
                  </a:solidFill>
                </a:endParaRPr>
              </a:p>
            </p:txBody>
          </p:sp>
          <p:sp>
            <p:nvSpPr>
              <p:cNvPr id="5009" name="Google Shape;5009;p87"/>
              <p:cNvSpPr txBox="1"/>
              <p:nvPr/>
            </p:nvSpPr>
            <p:spPr>
              <a:xfrm>
                <a:off x="624700" y="1514200"/>
                <a:ext cx="86100" cy="169200"/>
              </a:xfrm>
              <a:prstGeom prst="rect">
                <a:avLst/>
              </a:prstGeom>
              <a:noFill/>
              <a:ln>
                <a:noFill/>
              </a:ln>
            </p:spPr>
            <p:txBody>
              <a:bodyPr anchorCtr="0" anchor="ctr" bIns="0" lIns="0" spcFirstLastPara="1" rIns="0" wrap="square" tIns="0">
                <a:spAutoFit/>
              </a:bodyPr>
              <a:lstStyle/>
              <a:p>
                <a:pPr indent="0" lvl="0" marL="0" rtl="0" algn="r">
                  <a:spcBef>
                    <a:spcPts val="0"/>
                  </a:spcBef>
                  <a:spcAft>
                    <a:spcPts val="0"/>
                  </a:spcAft>
                  <a:buNone/>
                </a:pPr>
                <a:r>
                  <a:rPr lang="es-419" sz="700">
                    <a:latin typeface="Arvo"/>
                    <a:ea typeface="Arvo"/>
                    <a:cs typeface="Arvo"/>
                    <a:sym typeface="Arvo"/>
                  </a:rPr>
                  <a:t>4.</a:t>
                </a:r>
                <a:endParaRPr sz="700">
                  <a:latin typeface="Arvo"/>
                  <a:ea typeface="Arvo"/>
                  <a:cs typeface="Arvo"/>
                  <a:sym typeface="Arvo"/>
                </a:endParaRPr>
              </a:p>
              <a:p>
                <a:pPr indent="0" lvl="0" marL="0" rtl="0" algn="r">
                  <a:spcBef>
                    <a:spcPts val="0"/>
                  </a:spcBef>
                  <a:spcAft>
                    <a:spcPts val="0"/>
                  </a:spcAft>
                  <a:buNone/>
                </a:pPr>
                <a:r>
                  <a:t/>
                </a:r>
                <a:endParaRPr i="1" sz="400">
                  <a:solidFill>
                    <a:srgbClr val="666666"/>
                  </a:solidFill>
                  <a:latin typeface="Arvo"/>
                  <a:ea typeface="Arvo"/>
                  <a:cs typeface="Arvo"/>
                  <a:sym typeface="Arvo"/>
                </a:endParaRPr>
              </a:p>
            </p:txBody>
          </p:sp>
        </p:grpSp>
        <p:grpSp>
          <p:nvGrpSpPr>
            <p:cNvPr id="5010" name="Google Shape;5010;p87"/>
            <p:cNvGrpSpPr/>
            <p:nvPr/>
          </p:nvGrpSpPr>
          <p:grpSpPr>
            <a:xfrm>
              <a:off x="396100" y="2117409"/>
              <a:ext cx="2376625" cy="200100"/>
              <a:chOff x="624700" y="1498750"/>
              <a:chExt cx="2376625" cy="200100"/>
            </a:xfrm>
          </p:grpSpPr>
          <p:sp>
            <p:nvSpPr>
              <p:cNvPr id="5011" name="Google Shape;5011;p87"/>
              <p:cNvSpPr txBox="1"/>
              <p:nvPr/>
            </p:nvSpPr>
            <p:spPr>
              <a:xfrm>
                <a:off x="747725" y="1498750"/>
                <a:ext cx="2253600" cy="200100"/>
              </a:xfrm>
              <a:prstGeom prst="rect">
                <a:avLst/>
              </a:prstGeom>
              <a:solidFill>
                <a:srgbClr val="F3F3F3"/>
              </a:solidFill>
              <a:ln>
                <a:noFill/>
              </a:ln>
            </p:spPr>
            <p:txBody>
              <a:bodyPr anchorCtr="0" anchor="ctr" bIns="18000" lIns="18000" spcFirstLastPara="1" rIns="18000" wrap="square" tIns="18000">
                <a:noAutofit/>
              </a:bodyPr>
              <a:lstStyle/>
              <a:p>
                <a:pPr indent="0" lvl="0" marL="0" rtl="0" algn="l">
                  <a:spcBef>
                    <a:spcPts val="0"/>
                  </a:spcBef>
                  <a:spcAft>
                    <a:spcPts val="0"/>
                  </a:spcAft>
                  <a:buNone/>
                </a:pPr>
                <a:r>
                  <a:t/>
                </a:r>
                <a:endParaRPr sz="800">
                  <a:solidFill>
                    <a:srgbClr val="434343"/>
                  </a:solidFill>
                </a:endParaRPr>
              </a:p>
            </p:txBody>
          </p:sp>
          <p:sp>
            <p:nvSpPr>
              <p:cNvPr id="5012" name="Google Shape;5012;p87"/>
              <p:cNvSpPr txBox="1"/>
              <p:nvPr/>
            </p:nvSpPr>
            <p:spPr>
              <a:xfrm>
                <a:off x="624700" y="1514200"/>
                <a:ext cx="86100" cy="169200"/>
              </a:xfrm>
              <a:prstGeom prst="rect">
                <a:avLst/>
              </a:prstGeom>
              <a:noFill/>
              <a:ln>
                <a:noFill/>
              </a:ln>
            </p:spPr>
            <p:txBody>
              <a:bodyPr anchorCtr="0" anchor="ctr" bIns="0" lIns="0" spcFirstLastPara="1" rIns="0" wrap="square" tIns="0">
                <a:spAutoFit/>
              </a:bodyPr>
              <a:lstStyle/>
              <a:p>
                <a:pPr indent="0" lvl="0" marL="0" rtl="0" algn="r">
                  <a:spcBef>
                    <a:spcPts val="0"/>
                  </a:spcBef>
                  <a:spcAft>
                    <a:spcPts val="0"/>
                  </a:spcAft>
                  <a:buNone/>
                </a:pPr>
                <a:r>
                  <a:rPr lang="es-419" sz="700">
                    <a:latin typeface="Arvo"/>
                    <a:ea typeface="Arvo"/>
                    <a:cs typeface="Arvo"/>
                    <a:sym typeface="Arvo"/>
                  </a:rPr>
                  <a:t>5.</a:t>
                </a:r>
                <a:endParaRPr sz="700">
                  <a:latin typeface="Arvo"/>
                  <a:ea typeface="Arvo"/>
                  <a:cs typeface="Arvo"/>
                  <a:sym typeface="Arvo"/>
                </a:endParaRPr>
              </a:p>
              <a:p>
                <a:pPr indent="0" lvl="0" marL="0" rtl="0" algn="r">
                  <a:spcBef>
                    <a:spcPts val="0"/>
                  </a:spcBef>
                  <a:spcAft>
                    <a:spcPts val="0"/>
                  </a:spcAft>
                  <a:buNone/>
                </a:pPr>
                <a:r>
                  <a:t/>
                </a:r>
                <a:endParaRPr i="1" sz="400">
                  <a:solidFill>
                    <a:srgbClr val="666666"/>
                  </a:solidFill>
                  <a:latin typeface="Arvo"/>
                  <a:ea typeface="Arvo"/>
                  <a:cs typeface="Arvo"/>
                  <a:sym typeface="Arvo"/>
                </a:endParaRPr>
              </a:p>
            </p:txBody>
          </p:sp>
        </p:grpSp>
        <p:grpSp>
          <p:nvGrpSpPr>
            <p:cNvPr id="5013" name="Google Shape;5013;p87"/>
            <p:cNvGrpSpPr/>
            <p:nvPr/>
          </p:nvGrpSpPr>
          <p:grpSpPr>
            <a:xfrm>
              <a:off x="396100" y="2339947"/>
              <a:ext cx="2376625" cy="200100"/>
              <a:chOff x="624700" y="1498750"/>
              <a:chExt cx="2376625" cy="200100"/>
            </a:xfrm>
          </p:grpSpPr>
          <p:sp>
            <p:nvSpPr>
              <p:cNvPr id="5014" name="Google Shape;5014;p87"/>
              <p:cNvSpPr txBox="1"/>
              <p:nvPr/>
            </p:nvSpPr>
            <p:spPr>
              <a:xfrm>
                <a:off x="747725" y="1498750"/>
                <a:ext cx="2253600" cy="200100"/>
              </a:xfrm>
              <a:prstGeom prst="rect">
                <a:avLst/>
              </a:prstGeom>
              <a:solidFill>
                <a:srgbClr val="F3F3F3"/>
              </a:solidFill>
              <a:ln>
                <a:noFill/>
              </a:ln>
            </p:spPr>
            <p:txBody>
              <a:bodyPr anchorCtr="0" anchor="ctr" bIns="18000" lIns="18000" spcFirstLastPara="1" rIns="18000" wrap="square" tIns="18000">
                <a:noAutofit/>
              </a:bodyPr>
              <a:lstStyle/>
              <a:p>
                <a:pPr indent="0" lvl="0" marL="0" rtl="0" algn="l">
                  <a:spcBef>
                    <a:spcPts val="0"/>
                  </a:spcBef>
                  <a:spcAft>
                    <a:spcPts val="0"/>
                  </a:spcAft>
                  <a:buNone/>
                </a:pPr>
                <a:r>
                  <a:t/>
                </a:r>
                <a:endParaRPr sz="800">
                  <a:solidFill>
                    <a:srgbClr val="434343"/>
                  </a:solidFill>
                </a:endParaRPr>
              </a:p>
            </p:txBody>
          </p:sp>
          <p:sp>
            <p:nvSpPr>
              <p:cNvPr id="5015" name="Google Shape;5015;p87"/>
              <p:cNvSpPr txBox="1"/>
              <p:nvPr/>
            </p:nvSpPr>
            <p:spPr>
              <a:xfrm>
                <a:off x="624700" y="1514200"/>
                <a:ext cx="86100" cy="169200"/>
              </a:xfrm>
              <a:prstGeom prst="rect">
                <a:avLst/>
              </a:prstGeom>
              <a:noFill/>
              <a:ln>
                <a:noFill/>
              </a:ln>
            </p:spPr>
            <p:txBody>
              <a:bodyPr anchorCtr="0" anchor="ctr" bIns="0" lIns="0" spcFirstLastPara="1" rIns="0" wrap="square" tIns="0">
                <a:spAutoFit/>
              </a:bodyPr>
              <a:lstStyle/>
              <a:p>
                <a:pPr indent="0" lvl="0" marL="0" rtl="0" algn="r">
                  <a:spcBef>
                    <a:spcPts val="0"/>
                  </a:spcBef>
                  <a:spcAft>
                    <a:spcPts val="0"/>
                  </a:spcAft>
                  <a:buNone/>
                </a:pPr>
                <a:r>
                  <a:rPr lang="es-419" sz="700">
                    <a:latin typeface="Arvo"/>
                    <a:ea typeface="Arvo"/>
                    <a:cs typeface="Arvo"/>
                    <a:sym typeface="Arvo"/>
                  </a:rPr>
                  <a:t>6.</a:t>
                </a:r>
                <a:endParaRPr sz="700">
                  <a:latin typeface="Arvo"/>
                  <a:ea typeface="Arvo"/>
                  <a:cs typeface="Arvo"/>
                  <a:sym typeface="Arvo"/>
                </a:endParaRPr>
              </a:p>
              <a:p>
                <a:pPr indent="0" lvl="0" marL="0" rtl="0" algn="r">
                  <a:spcBef>
                    <a:spcPts val="0"/>
                  </a:spcBef>
                  <a:spcAft>
                    <a:spcPts val="0"/>
                  </a:spcAft>
                  <a:buNone/>
                </a:pPr>
                <a:r>
                  <a:t/>
                </a:r>
                <a:endParaRPr i="1" sz="400">
                  <a:solidFill>
                    <a:srgbClr val="666666"/>
                  </a:solidFill>
                  <a:latin typeface="Arvo"/>
                  <a:ea typeface="Arvo"/>
                  <a:cs typeface="Arvo"/>
                  <a:sym typeface="Arvo"/>
                </a:endParaRPr>
              </a:p>
            </p:txBody>
          </p:sp>
        </p:grpSp>
        <p:grpSp>
          <p:nvGrpSpPr>
            <p:cNvPr id="5016" name="Google Shape;5016;p87"/>
            <p:cNvGrpSpPr/>
            <p:nvPr/>
          </p:nvGrpSpPr>
          <p:grpSpPr>
            <a:xfrm>
              <a:off x="400875" y="2562472"/>
              <a:ext cx="2376625" cy="200100"/>
              <a:chOff x="624700" y="1498750"/>
              <a:chExt cx="2376625" cy="200100"/>
            </a:xfrm>
          </p:grpSpPr>
          <p:sp>
            <p:nvSpPr>
              <p:cNvPr id="5017" name="Google Shape;5017;p87"/>
              <p:cNvSpPr txBox="1"/>
              <p:nvPr/>
            </p:nvSpPr>
            <p:spPr>
              <a:xfrm>
                <a:off x="747725" y="1498750"/>
                <a:ext cx="2253600" cy="200100"/>
              </a:xfrm>
              <a:prstGeom prst="rect">
                <a:avLst/>
              </a:prstGeom>
              <a:solidFill>
                <a:srgbClr val="F3F3F3"/>
              </a:solidFill>
              <a:ln>
                <a:noFill/>
              </a:ln>
            </p:spPr>
            <p:txBody>
              <a:bodyPr anchorCtr="0" anchor="ctr" bIns="18000" lIns="18000" spcFirstLastPara="1" rIns="18000" wrap="square" tIns="18000">
                <a:noAutofit/>
              </a:bodyPr>
              <a:lstStyle/>
              <a:p>
                <a:pPr indent="0" lvl="0" marL="0" rtl="0" algn="l">
                  <a:spcBef>
                    <a:spcPts val="0"/>
                  </a:spcBef>
                  <a:spcAft>
                    <a:spcPts val="0"/>
                  </a:spcAft>
                  <a:buNone/>
                </a:pPr>
                <a:r>
                  <a:t/>
                </a:r>
                <a:endParaRPr sz="800">
                  <a:solidFill>
                    <a:srgbClr val="434343"/>
                  </a:solidFill>
                </a:endParaRPr>
              </a:p>
            </p:txBody>
          </p:sp>
          <p:sp>
            <p:nvSpPr>
              <p:cNvPr id="5018" name="Google Shape;5018;p87"/>
              <p:cNvSpPr txBox="1"/>
              <p:nvPr/>
            </p:nvSpPr>
            <p:spPr>
              <a:xfrm>
                <a:off x="624700" y="1514200"/>
                <a:ext cx="86100" cy="169200"/>
              </a:xfrm>
              <a:prstGeom prst="rect">
                <a:avLst/>
              </a:prstGeom>
              <a:noFill/>
              <a:ln>
                <a:noFill/>
              </a:ln>
            </p:spPr>
            <p:txBody>
              <a:bodyPr anchorCtr="0" anchor="ctr" bIns="0" lIns="0" spcFirstLastPara="1" rIns="0" wrap="square" tIns="0">
                <a:spAutoFit/>
              </a:bodyPr>
              <a:lstStyle/>
              <a:p>
                <a:pPr indent="0" lvl="0" marL="0" rtl="0" algn="r">
                  <a:spcBef>
                    <a:spcPts val="0"/>
                  </a:spcBef>
                  <a:spcAft>
                    <a:spcPts val="0"/>
                  </a:spcAft>
                  <a:buNone/>
                </a:pPr>
                <a:r>
                  <a:rPr lang="es-419" sz="700">
                    <a:latin typeface="Arvo"/>
                    <a:ea typeface="Arvo"/>
                    <a:cs typeface="Arvo"/>
                    <a:sym typeface="Arvo"/>
                  </a:rPr>
                  <a:t>7.</a:t>
                </a:r>
                <a:endParaRPr sz="700">
                  <a:latin typeface="Arvo"/>
                  <a:ea typeface="Arvo"/>
                  <a:cs typeface="Arvo"/>
                  <a:sym typeface="Arvo"/>
                </a:endParaRPr>
              </a:p>
              <a:p>
                <a:pPr indent="0" lvl="0" marL="0" rtl="0" algn="r">
                  <a:spcBef>
                    <a:spcPts val="0"/>
                  </a:spcBef>
                  <a:spcAft>
                    <a:spcPts val="0"/>
                  </a:spcAft>
                  <a:buNone/>
                </a:pPr>
                <a:r>
                  <a:t/>
                </a:r>
                <a:endParaRPr i="1" sz="400">
                  <a:solidFill>
                    <a:srgbClr val="666666"/>
                  </a:solidFill>
                  <a:latin typeface="Arvo"/>
                  <a:ea typeface="Arvo"/>
                  <a:cs typeface="Arvo"/>
                  <a:sym typeface="Arvo"/>
                </a:endParaRPr>
              </a:p>
            </p:txBody>
          </p:sp>
        </p:grpSp>
        <p:grpSp>
          <p:nvGrpSpPr>
            <p:cNvPr id="5019" name="Google Shape;5019;p87"/>
            <p:cNvGrpSpPr/>
            <p:nvPr/>
          </p:nvGrpSpPr>
          <p:grpSpPr>
            <a:xfrm>
              <a:off x="400875" y="2785009"/>
              <a:ext cx="2376625" cy="200100"/>
              <a:chOff x="624700" y="1498750"/>
              <a:chExt cx="2376625" cy="200100"/>
            </a:xfrm>
          </p:grpSpPr>
          <p:sp>
            <p:nvSpPr>
              <p:cNvPr id="5020" name="Google Shape;5020;p87"/>
              <p:cNvSpPr txBox="1"/>
              <p:nvPr/>
            </p:nvSpPr>
            <p:spPr>
              <a:xfrm>
                <a:off x="747725" y="1498750"/>
                <a:ext cx="2253600" cy="200100"/>
              </a:xfrm>
              <a:prstGeom prst="rect">
                <a:avLst/>
              </a:prstGeom>
              <a:solidFill>
                <a:srgbClr val="F3F3F3"/>
              </a:solidFill>
              <a:ln>
                <a:noFill/>
              </a:ln>
            </p:spPr>
            <p:txBody>
              <a:bodyPr anchorCtr="0" anchor="ctr" bIns="18000" lIns="18000" spcFirstLastPara="1" rIns="18000" wrap="square" tIns="18000">
                <a:noAutofit/>
              </a:bodyPr>
              <a:lstStyle/>
              <a:p>
                <a:pPr indent="0" lvl="0" marL="0" rtl="0" algn="l">
                  <a:spcBef>
                    <a:spcPts val="0"/>
                  </a:spcBef>
                  <a:spcAft>
                    <a:spcPts val="0"/>
                  </a:spcAft>
                  <a:buNone/>
                </a:pPr>
                <a:r>
                  <a:t/>
                </a:r>
                <a:endParaRPr sz="800">
                  <a:solidFill>
                    <a:srgbClr val="434343"/>
                  </a:solidFill>
                </a:endParaRPr>
              </a:p>
            </p:txBody>
          </p:sp>
          <p:sp>
            <p:nvSpPr>
              <p:cNvPr id="5021" name="Google Shape;5021;p87"/>
              <p:cNvSpPr txBox="1"/>
              <p:nvPr/>
            </p:nvSpPr>
            <p:spPr>
              <a:xfrm>
                <a:off x="624700" y="1514200"/>
                <a:ext cx="86100" cy="169200"/>
              </a:xfrm>
              <a:prstGeom prst="rect">
                <a:avLst/>
              </a:prstGeom>
              <a:noFill/>
              <a:ln>
                <a:noFill/>
              </a:ln>
            </p:spPr>
            <p:txBody>
              <a:bodyPr anchorCtr="0" anchor="ctr" bIns="0" lIns="0" spcFirstLastPara="1" rIns="0" wrap="square" tIns="0">
                <a:spAutoFit/>
              </a:bodyPr>
              <a:lstStyle/>
              <a:p>
                <a:pPr indent="0" lvl="0" marL="0" rtl="0" algn="r">
                  <a:spcBef>
                    <a:spcPts val="0"/>
                  </a:spcBef>
                  <a:spcAft>
                    <a:spcPts val="0"/>
                  </a:spcAft>
                  <a:buNone/>
                </a:pPr>
                <a:r>
                  <a:rPr lang="es-419" sz="700">
                    <a:latin typeface="Arvo"/>
                    <a:ea typeface="Arvo"/>
                    <a:cs typeface="Arvo"/>
                    <a:sym typeface="Arvo"/>
                  </a:rPr>
                  <a:t>8.</a:t>
                </a:r>
                <a:endParaRPr sz="700">
                  <a:latin typeface="Arvo"/>
                  <a:ea typeface="Arvo"/>
                  <a:cs typeface="Arvo"/>
                  <a:sym typeface="Arvo"/>
                </a:endParaRPr>
              </a:p>
              <a:p>
                <a:pPr indent="0" lvl="0" marL="0" rtl="0" algn="r">
                  <a:spcBef>
                    <a:spcPts val="0"/>
                  </a:spcBef>
                  <a:spcAft>
                    <a:spcPts val="0"/>
                  </a:spcAft>
                  <a:buNone/>
                </a:pPr>
                <a:r>
                  <a:t/>
                </a:r>
                <a:endParaRPr i="1" sz="400">
                  <a:solidFill>
                    <a:srgbClr val="666666"/>
                  </a:solidFill>
                  <a:latin typeface="Arvo"/>
                  <a:ea typeface="Arvo"/>
                  <a:cs typeface="Arvo"/>
                  <a:sym typeface="Arvo"/>
                </a:endParaRPr>
              </a:p>
            </p:txBody>
          </p:sp>
        </p:grpSp>
        <p:grpSp>
          <p:nvGrpSpPr>
            <p:cNvPr id="5022" name="Google Shape;5022;p87"/>
            <p:cNvGrpSpPr/>
            <p:nvPr/>
          </p:nvGrpSpPr>
          <p:grpSpPr>
            <a:xfrm>
              <a:off x="400875" y="3013434"/>
              <a:ext cx="2376625" cy="200100"/>
              <a:chOff x="624700" y="1498750"/>
              <a:chExt cx="2376625" cy="200100"/>
            </a:xfrm>
          </p:grpSpPr>
          <p:sp>
            <p:nvSpPr>
              <p:cNvPr id="5023" name="Google Shape;5023;p87"/>
              <p:cNvSpPr txBox="1"/>
              <p:nvPr/>
            </p:nvSpPr>
            <p:spPr>
              <a:xfrm>
                <a:off x="747725" y="1498750"/>
                <a:ext cx="2253600" cy="200100"/>
              </a:xfrm>
              <a:prstGeom prst="rect">
                <a:avLst/>
              </a:prstGeom>
              <a:solidFill>
                <a:srgbClr val="F3F3F3"/>
              </a:solidFill>
              <a:ln>
                <a:noFill/>
              </a:ln>
            </p:spPr>
            <p:txBody>
              <a:bodyPr anchorCtr="0" anchor="ctr" bIns="18000" lIns="18000" spcFirstLastPara="1" rIns="18000" wrap="square" tIns="18000">
                <a:noAutofit/>
              </a:bodyPr>
              <a:lstStyle/>
              <a:p>
                <a:pPr indent="0" lvl="0" marL="0" rtl="0" algn="l">
                  <a:spcBef>
                    <a:spcPts val="0"/>
                  </a:spcBef>
                  <a:spcAft>
                    <a:spcPts val="0"/>
                  </a:spcAft>
                  <a:buNone/>
                </a:pPr>
                <a:r>
                  <a:t/>
                </a:r>
                <a:endParaRPr sz="800">
                  <a:solidFill>
                    <a:srgbClr val="434343"/>
                  </a:solidFill>
                </a:endParaRPr>
              </a:p>
            </p:txBody>
          </p:sp>
          <p:sp>
            <p:nvSpPr>
              <p:cNvPr id="5024" name="Google Shape;5024;p87"/>
              <p:cNvSpPr txBox="1"/>
              <p:nvPr/>
            </p:nvSpPr>
            <p:spPr>
              <a:xfrm>
                <a:off x="624700" y="1514200"/>
                <a:ext cx="86100" cy="169200"/>
              </a:xfrm>
              <a:prstGeom prst="rect">
                <a:avLst/>
              </a:prstGeom>
              <a:noFill/>
              <a:ln>
                <a:noFill/>
              </a:ln>
            </p:spPr>
            <p:txBody>
              <a:bodyPr anchorCtr="0" anchor="ctr" bIns="0" lIns="0" spcFirstLastPara="1" rIns="0" wrap="square" tIns="0">
                <a:spAutoFit/>
              </a:bodyPr>
              <a:lstStyle/>
              <a:p>
                <a:pPr indent="0" lvl="0" marL="0" rtl="0" algn="r">
                  <a:spcBef>
                    <a:spcPts val="0"/>
                  </a:spcBef>
                  <a:spcAft>
                    <a:spcPts val="0"/>
                  </a:spcAft>
                  <a:buNone/>
                </a:pPr>
                <a:r>
                  <a:rPr lang="es-419" sz="700">
                    <a:latin typeface="Arvo"/>
                    <a:ea typeface="Arvo"/>
                    <a:cs typeface="Arvo"/>
                    <a:sym typeface="Arvo"/>
                  </a:rPr>
                  <a:t>9.</a:t>
                </a:r>
                <a:endParaRPr sz="700">
                  <a:latin typeface="Arvo"/>
                  <a:ea typeface="Arvo"/>
                  <a:cs typeface="Arvo"/>
                  <a:sym typeface="Arvo"/>
                </a:endParaRPr>
              </a:p>
              <a:p>
                <a:pPr indent="0" lvl="0" marL="0" rtl="0" algn="r">
                  <a:spcBef>
                    <a:spcPts val="0"/>
                  </a:spcBef>
                  <a:spcAft>
                    <a:spcPts val="0"/>
                  </a:spcAft>
                  <a:buNone/>
                </a:pPr>
                <a:r>
                  <a:t/>
                </a:r>
                <a:endParaRPr i="1" sz="400">
                  <a:solidFill>
                    <a:srgbClr val="666666"/>
                  </a:solidFill>
                  <a:latin typeface="Arvo"/>
                  <a:ea typeface="Arvo"/>
                  <a:cs typeface="Arvo"/>
                  <a:sym typeface="Arvo"/>
                </a:endParaRPr>
              </a:p>
            </p:txBody>
          </p:sp>
        </p:grpSp>
        <p:grpSp>
          <p:nvGrpSpPr>
            <p:cNvPr id="5025" name="Google Shape;5025;p87"/>
            <p:cNvGrpSpPr/>
            <p:nvPr/>
          </p:nvGrpSpPr>
          <p:grpSpPr>
            <a:xfrm>
              <a:off x="371475" y="3235972"/>
              <a:ext cx="2406025" cy="200100"/>
              <a:chOff x="595300" y="1498750"/>
              <a:chExt cx="2406025" cy="200100"/>
            </a:xfrm>
          </p:grpSpPr>
          <p:sp>
            <p:nvSpPr>
              <p:cNvPr id="5026" name="Google Shape;5026;p87"/>
              <p:cNvSpPr txBox="1"/>
              <p:nvPr/>
            </p:nvSpPr>
            <p:spPr>
              <a:xfrm>
                <a:off x="747725" y="1498750"/>
                <a:ext cx="2253600" cy="200100"/>
              </a:xfrm>
              <a:prstGeom prst="rect">
                <a:avLst/>
              </a:prstGeom>
              <a:solidFill>
                <a:srgbClr val="F3F3F3"/>
              </a:solidFill>
              <a:ln>
                <a:noFill/>
              </a:ln>
            </p:spPr>
            <p:txBody>
              <a:bodyPr anchorCtr="0" anchor="ctr" bIns="18000" lIns="18000" spcFirstLastPara="1" rIns="18000" wrap="square" tIns="18000">
                <a:noAutofit/>
              </a:bodyPr>
              <a:lstStyle/>
              <a:p>
                <a:pPr indent="0" lvl="0" marL="0" rtl="0" algn="l">
                  <a:spcBef>
                    <a:spcPts val="0"/>
                  </a:spcBef>
                  <a:spcAft>
                    <a:spcPts val="0"/>
                  </a:spcAft>
                  <a:buNone/>
                </a:pPr>
                <a:r>
                  <a:t/>
                </a:r>
                <a:endParaRPr sz="800">
                  <a:solidFill>
                    <a:srgbClr val="434343"/>
                  </a:solidFill>
                </a:endParaRPr>
              </a:p>
            </p:txBody>
          </p:sp>
          <p:sp>
            <p:nvSpPr>
              <p:cNvPr id="5027" name="Google Shape;5027;p87"/>
              <p:cNvSpPr txBox="1"/>
              <p:nvPr/>
            </p:nvSpPr>
            <p:spPr>
              <a:xfrm>
                <a:off x="595300" y="1514200"/>
                <a:ext cx="115500" cy="169200"/>
              </a:xfrm>
              <a:prstGeom prst="rect">
                <a:avLst/>
              </a:prstGeom>
              <a:noFill/>
              <a:ln>
                <a:noFill/>
              </a:ln>
            </p:spPr>
            <p:txBody>
              <a:bodyPr anchorCtr="0" anchor="ctr" bIns="0" lIns="0" spcFirstLastPara="1" rIns="0" wrap="square" tIns="0">
                <a:spAutoFit/>
              </a:bodyPr>
              <a:lstStyle/>
              <a:p>
                <a:pPr indent="0" lvl="0" marL="0" rtl="0" algn="r">
                  <a:spcBef>
                    <a:spcPts val="0"/>
                  </a:spcBef>
                  <a:spcAft>
                    <a:spcPts val="0"/>
                  </a:spcAft>
                  <a:buNone/>
                </a:pPr>
                <a:r>
                  <a:rPr lang="es-419" sz="700">
                    <a:latin typeface="Arvo"/>
                    <a:ea typeface="Arvo"/>
                    <a:cs typeface="Arvo"/>
                    <a:sym typeface="Arvo"/>
                  </a:rPr>
                  <a:t>10.</a:t>
                </a:r>
                <a:endParaRPr sz="700">
                  <a:latin typeface="Arvo"/>
                  <a:ea typeface="Arvo"/>
                  <a:cs typeface="Arvo"/>
                  <a:sym typeface="Arvo"/>
                </a:endParaRPr>
              </a:p>
              <a:p>
                <a:pPr indent="0" lvl="0" marL="0" rtl="0" algn="r">
                  <a:spcBef>
                    <a:spcPts val="0"/>
                  </a:spcBef>
                  <a:spcAft>
                    <a:spcPts val="0"/>
                  </a:spcAft>
                  <a:buNone/>
                </a:pPr>
                <a:r>
                  <a:t/>
                </a:r>
                <a:endParaRPr i="1" sz="400">
                  <a:solidFill>
                    <a:srgbClr val="666666"/>
                  </a:solidFill>
                  <a:latin typeface="Arvo"/>
                  <a:ea typeface="Arvo"/>
                  <a:cs typeface="Arvo"/>
                  <a:sym typeface="Arvo"/>
                </a:endParaRPr>
              </a:p>
            </p:txBody>
          </p:sp>
        </p:grpSp>
        <p:grpSp>
          <p:nvGrpSpPr>
            <p:cNvPr id="5028" name="Google Shape;5028;p87"/>
            <p:cNvGrpSpPr/>
            <p:nvPr/>
          </p:nvGrpSpPr>
          <p:grpSpPr>
            <a:xfrm>
              <a:off x="381000" y="3458497"/>
              <a:ext cx="2401250" cy="200100"/>
              <a:chOff x="600075" y="1498750"/>
              <a:chExt cx="2401250" cy="200100"/>
            </a:xfrm>
          </p:grpSpPr>
          <p:sp>
            <p:nvSpPr>
              <p:cNvPr id="5029" name="Google Shape;5029;p87"/>
              <p:cNvSpPr txBox="1"/>
              <p:nvPr/>
            </p:nvSpPr>
            <p:spPr>
              <a:xfrm>
                <a:off x="747725" y="1498750"/>
                <a:ext cx="2253600" cy="200100"/>
              </a:xfrm>
              <a:prstGeom prst="rect">
                <a:avLst/>
              </a:prstGeom>
              <a:solidFill>
                <a:srgbClr val="F3F3F3"/>
              </a:solidFill>
              <a:ln>
                <a:noFill/>
              </a:ln>
            </p:spPr>
            <p:txBody>
              <a:bodyPr anchorCtr="0" anchor="ctr" bIns="18000" lIns="18000" spcFirstLastPara="1" rIns="18000" wrap="square" tIns="18000">
                <a:noAutofit/>
              </a:bodyPr>
              <a:lstStyle/>
              <a:p>
                <a:pPr indent="0" lvl="0" marL="0" rtl="0" algn="l">
                  <a:spcBef>
                    <a:spcPts val="0"/>
                  </a:spcBef>
                  <a:spcAft>
                    <a:spcPts val="0"/>
                  </a:spcAft>
                  <a:buNone/>
                </a:pPr>
                <a:r>
                  <a:t/>
                </a:r>
                <a:endParaRPr sz="800">
                  <a:solidFill>
                    <a:srgbClr val="434343"/>
                  </a:solidFill>
                </a:endParaRPr>
              </a:p>
            </p:txBody>
          </p:sp>
          <p:sp>
            <p:nvSpPr>
              <p:cNvPr id="5030" name="Google Shape;5030;p87"/>
              <p:cNvSpPr txBox="1"/>
              <p:nvPr/>
            </p:nvSpPr>
            <p:spPr>
              <a:xfrm>
                <a:off x="600075" y="1514200"/>
                <a:ext cx="110700" cy="169200"/>
              </a:xfrm>
              <a:prstGeom prst="rect">
                <a:avLst/>
              </a:prstGeom>
              <a:noFill/>
              <a:ln>
                <a:noFill/>
              </a:ln>
            </p:spPr>
            <p:txBody>
              <a:bodyPr anchorCtr="0" anchor="ctr" bIns="0" lIns="0" spcFirstLastPara="1" rIns="0" wrap="square" tIns="0">
                <a:spAutoFit/>
              </a:bodyPr>
              <a:lstStyle/>
              <a:p>
                <a:pPr indent="0" lvl="0" marL="0" rtl="0" algn="r">
                  <a:spcBef>
                    <a:spcPts val="0"/>
                  </a:spcBef>
                  <a:spcAft>
                    <a:spcPts val="0"/>
                  </a:spcAft>
                  <a:buNone/>
                </a:pPr>
                <a:r>
                  <a:rPr lang="es-419" sz="700">
                    <a:latin typeface="Arvo"/>
                    <a:ea typeface="Arvo"/>
                    <a:cs typeface="Arvo"/>
                    <a:sym typeface="Arvo"/>
                  </a:rPr>
                  <a:t>11.</a:t>
                </a:r>
                <a:endParaRPr sz="700">
                  <a:latin typeface="Arvo"/>
                  <a:ea typeface="Arvo"/>
                  <a:cs typeface="Arvo"/>
                  <a:sym typeface="Arvo"/>
                </a:endParaRPr>
              </a:p>
              <a:p>
                <a:pPr indent="0" lvl="0" marL="0" rtl="0" algn="r">
                  <a:spcBef>
                    <a:spcPts val="0"/>
                  </a:spcBef>
                  <a:spcAft>
                    <a:spcPts val="0"/>
                  </a:spcAft>
                  <a:buNone/>
                </a:pPr>
                <a:r>
                  <a:t/>
                </a:r>
                <a:endParaRPr i="1" sz="400">
                  <a:solidFill>
                    <a:srgbClr val="666666"/>
                  </a:solidFill>
                  <a:latin typeface="Arvo"/>
                  <a:ea typeface="Arvo"/>
                  <a:cs typeface="Arvo"/>
                  <a:sym typeface="Arvo"/>
                </a:endParaRPr>
              </a:p>
            </p:txBody>
          </p:sp>
        </p:grpSp>
        <p:grpSp>
          <p:nvGrpSpPr>
            <p:cNvPr id="5031" name="Google Shape;5031;p87"/>
            <p:cNvGrpSpPr/>
            <p:nvPr/>
          </p:nvGrpSpPr>
          <p:grpSpPr>
            <a:xfrm>
              <a:off x="381000" y="3681022"/>
              <a:ext cx="2406025" cy="200100"/>
              <a:chOff x="595300" y="1498750"/>
              <a:chExt cx="2406025" cy="200100"/>
            </a:xfrm>
          </p:grpSpPr>
          <p:sp>
            <p:nvSpPr>
              <p:cNvPr id="5032" name="Google Shape;5032;p87"/>
              <p:cNvSpPr txBox="1"/>
              <p:nvPr/>
            </p:nvSpPr>
            <p:spPr>
              <a:xfrm>
                <a:off x="747725" y="1498750"/>
                <a:ext cx="2253600" cy="200100"/>
              </a:xfrm>
              <a:prstGeom prst="rect">
                <a:avLst/>
              </a:prstGeom>
              <a:solidFill>
                <a:srgbClr val="F3F3F3"/>
              </a:solidFill>
              <a:ln>
                <a:noFill/>
              </a:ln>
            </p:spPr>
            <p:txBody>
              <a:bodyPr anchorCtr="0" anchor="ctr" bIns="18000" lIns="18000" spcFirstLastPara="1" rIns="18000" wrap="square" tIns="18000">
                <a:noAutofit/>
              </a:bodyPr>
              <a:lstStyle/>
              <a:p>
                <a:pPr indent="0" lvl="0" marL="0" rtl="0" algn="l">
                  <a:spcBef>
                    <a:spcPts val="0"/>
                  </a:spcBef>
                  <a:spcAft>
                    <a:spcPts val="0"/>
                  </a:spcAft>
                  <a:buNone/>
                </a:pPr>
                <a:r>
                  <a:t/>
                </a:r>
                <a:endParaRPr sz="800">
                  <a:solidFill>
                    <a:srgbClr val="434343"/>
                  </a:solidFill>
                </a:endParaRPr>
              </a:p>
            </p:txBody>
          </p:sp>
          <p:sp>
            <p:nvSpPr>
              <p:cNvPr id="5033" name="Google Shape;5033;p87"/>
              <p:cNvSpPr txBox="1"/>
              <p:nvPr/>
            </p:nvSpPr>
            <p:spPr>
              <a:xfrm>
                <a:off x="595300" y="1514200"/>
                <a:ext cx="115500" cy="169200"/>
              </a:xfrm>
              <a:prstGeom prst="rect">
                <a:avLst/>
              </a:prstGeom>
              <a:noFill/>
              <a:ln>
                <a:noFill/>
              </a:ln>
            </p:spPr>
            <p:txBody>
              <a:bodyPr anchorCtr="0" anchor="ctr" bIns="0" lIns="0" spcFirstLastPara="1" rIns="0" wrap="square" tIns="0">
                <a:spAutoFit/>
              </a:bodyPr>
              <a:lstStyle/>
              <a:p>
                <a:pPr indent="0" lvl="0" marL="0" rtl="0" algn="r">
                  <a:spcBef>
                    <a:spcPts val="0"/>
                  </a:spcBef>
                  <a:spcAft>
                    <a:spcPts val="0"/>
                  </a:spcAft>
                  <a:buNone/>
                </a:pPr>
                <a:r>
                  <a:rPr lang="es-419" sz="700">
                    <a:latin typeface="Arvo"/>
                    <a:ea typeface="Arvo"/>
                    <a:cs typeface="Arvo"/>
                    <a:sym typeface="Arvo"/>
                  </a:rPr>
                  <a:t>12.</a:t>
                </a:r>
                <a:endParaRPr sz="700">
                  <a:latin typeface="Arvo"/>
                  <a:ea typeface="Arvo"/>
                  <a:cs typeface="Arvo"/>
                  <a:sym typeface="Arvo"/>
                </a:endParaRPr>
              </a:p>
              <a:p>
                <a:pPr indent="0" lvl="0" marL="0" rtl="0" algn="r">
                  <a:spcBef>
                    <a:spcPts val="0"/>
                  </a:spcBef>
                  <a:spcAft>
                    <a:spcPts val="0"/>
                  </a:spcAft>
                  <a:buNone/>
                </a:pPr>
                <a:r>
                  <a:t/>
                </a:r>
                <a:endParaRPr i="1" sz="400">
                  <a:solidFill>
                    <a:srgbClr val="666666"/>
                  </a:solidFill>
                  <a:latin typeface="Arvo"/>
                  <a:ea typeface="Arvo"/>
                  <a:cs typeface="Arvo"/>
                  <a:sym typeface="Arvo"/>
                </a:endParaRPr>
              </a:p>
            </p:txBody>
          </p:sp>
        </p:grpSp>
        <p:grpSp>
          <p:nvGrpSpPr>
            <p:cNvPr id="5034" name="Google Shape;5034;p87"/>
            <p:cNvGrpSpPr/>
            <p:nvPr/>
          </p:nvGrpSpPr>
          <p:grpSpPr>
            <a:xfrm>
              <a:off x="381000" y="3903559"/>
              <a:ext cx="2406025" cy="200100"/>
              <a:chOff x="595300" y="1498750"/>
              <a:chExt cx="2406025" cy="200100"/>
            </a:xfrm>
          </p:grpSpPr>
          <p:sp>
            <p:nvSpPr>
              <p:cNvPr id="5035" name="Google Shape;5035;p87"/>
              <p:cNvSpPr txBox="1"/>
              <p:nvPr/>
            </p:nvSpPr>
            <p:spPr>
              <a:xfrm>
                <a:off x="747725" y="1498750"/>
                <a:ext cx="2253600" cy="200100"/>
              </a:xfrm>
              <a:prstGeom prst="rect">
                <a:avLst/>
              </a:prstGeom>
              <a:solidFill>
                <a:srgbClr val="F3F3F3"/>
              </a:solidFill>
              <a:ln>
                <a:noFill/>
              </a:ln>
            </p:spPr>
            <p:txBody>
              <a:bodyPr anchorCtr="0" anchor="ctr" bIns="18000" lIns="18000" spcFirstLastPara="1" rIns="18000" wrap="square" tIns="18000">
                <a:noAutofit/>
              </a:bodyPr>
              <a:lstStyle/>
              <a:p>
                <a:pPr indent="0" lvl="0" marL="0" rtl="0" algn="l">
                  <a:spcBef>
                    <a:spcPts val="0"/>
                  </a:spcBef>
                  <a:spcAft>
                    <a:spcPts val="0"/>
                  </a:spcAft>
                  <a:buNone/>
                </a:pPr>
                <a:r>
                  <a:t/>
                </a:r>
                <a:endParaRPr sz="800">
                  <a:solidFill>
                    <a:srgbClr val="434343"/>
                  </a:solidFill>
                </a:endParaRPr>
              </a:p>
            </p:txBody>
          </p:sp>
          <p:sp>
            <p:nvSpPr>
              <p:cNvPr id="5036" name="Google Shape;5036;p87"/>
              <p:cNvSpPr txBox="1"/>
              <p:nvPr/>
            </p:nvSpPr>
            <p:spPr>
              <a:xfrm>
                <a:off x="595300" y="1514213"/>
                <a:ext cx="115500" cy="169200"/>
              </a:xfrm>
              <a:prstGeom prst="rect">
                <a:avLst/>
              </a:prstGeom>
              <a:noFill/>
              <a:ln>
                <a:noFill/>
              </a:ln>
            </p:spPr>
            <p:txBody>
              <a:bodyPr anchorCtr="0" anchor="ctr" bIns="0" lIns="0" spcFirstLastPara="1" rIns="0" wrap="square" tIns="0">
                <a:spAutoFit/>
              </a:bodyPr>
              <a:lstStyle/>
              <a:p>
                <a:pPr indent="0" lvl="0" marL="0" rtl="0" algn="r">
                  <a:spcBef>
                    <a:spcPts val="0"/>
                  </a:spcBef>
                  <a:spcAft>
                    <a:spcPts val="0"/>
                  </a:spcAft>
                  <a:buNone/>
                </a:pPr>
                <a:r>
                  <a:rPr lang="es-419" sz="700">
                    <a:latin typeface="Arvo"/>
                    <a:ea typeface="Arvo"/>
                    <a:cs typeface="Arvo"/>
                    <a:sym typeface="Arvo"/>
                  </a:rPr>
                  <a:t>13.</a:t>
                </a:r>
                <a:endParaRPr sz="700">
                  <a:latin typeface="Arvo"/>
                  <a:ea typeface="Arvo"/>
                  <a:cs typeface="Arvo"/>
                  <a:sym typeface="Arvo"/>
                </a:endParaRPr>
              </a:p>
              <a:p>
                <a:pPr indent="0" lvl="0" marL="0" rtl="0" algn="r">
                  <a:spcBef>
                    <a:spcPts val="0"/>
                  </a:spcBef>
                  <a:spcAft>
                    <a:spcPts val="0"/>
                  </a:spcAft>
                  <a:buNone/>
                </a:pPr>
                <a:r>
                  <a:t/>
                </a:r>
                <a:endParaRPr i="1" sz="400">
                  <a:solidFill>
                    <a:srgbClr val="666666"/>
                  </a:solidFill>
                  <a:latin typeface="Arvo"/>
                  <a:ea typeface="Arvo"/>
                  <a:cs typeface="Arvo"/>
                  <a:sym typeface="Arvo"/>
                </a:endParaRPr>
              </a:p>
            </p:txBody>
          </p:sp>
        </p:grpSp>
        <p:grpSp>
          <p:nvGrpSpPr>
            <p:cNvPr id="5037" name="Google Shape;5037;p87"/>
            <p:cNvGrpSpPr/>
            <p:nvPr/>
          </p:nvGrpSpPr>
          <p:grpSpPr>
            <a:xfrm>
              <a:off x="371475" y="4131984"/>
              <a:ext cx="2415550" cy="200100"/>
              <a:chOff x="585775" y="1498750"/>
              <a:chExt cx="2415550" cy="200100"/>
            </a:xfrm>
          </p:grpSpPr>
          <p:sp>
            <p:nvSpPr>
              <p:cNvPr id="5038" name="Google Shape;5038;p87"/>
              <p:cNvSpPr txBox="1"/>
              <p:nvPr/>
            </p:nvSpPr>
            <p:spPr>
              <a:xfrm>
                <a:off x="747725" y="1498750"/>
                <a:ext cx="2253600" cy="200100"/>
              </a:xfrm>
              <a:prstGeom prst="rect">
                <a:avLst/>
              </a:prstGeom>
              <a:solidFill>
                <a:srgbClr val="F3F3F3"/>
              </a:solidFill>
              <a:ln>
                <a:noFill/>
              </a:ln>
            </p:spPr>
            <p:txBody>
              <a:bodyPr anchorCtr="0" anchor="ctr" bIns="18000" lIns="18000" spcFirstLastPara="1" rIns="18000" wrap="square" tIns="18000">
                <a:noAutofit/>
              </a:bodyPr>
              <a:lstStyle/>
              <a:p>
                <a:pPr indent="0" lvl="0" marL="0" rtl="0" algn="l">
                  <a:spcBef>
                    <a:spcPts val="0"/>
                  </a:spcBef>
                  <a:spcAft>
                    <a:spcPts val="0"/>
                  </a:spcAft>
                  <a:buNone/>
                </a:pPr>
                <a:r>
                  <a:t/>
                </a:r>
                <a:endParaRPr sz="800">
                  <a:solidFill>
                    <a:srgbClr val="434343"/>
                  </a:solidFill>
                </a:endParaRPr>
              </a:p>
            </p:txBody>
          </p:sp>
          <p:sp>
            <p:nvSpPr>
              <p:cNvPr id="5039" name="Google Shape;5039;p87"/>
              <p:cNvSpPr txBox="1"/>
              <p:nvPr/>
            </p:nvSpPr>
            <p:spPr>
              <a:xfrm>
                <a:off x="585775" y="1514213"/>
                <a:ext cx="125100" cy="169200"/>
              </a:xfrm>
              <a:prstGeom prst="rect">
                <a:avLst/>
              </a:prstGeom>
              <a:noFill/>
              <a:ln>
                <a:noFill/>
              </a:ln>
            </p:spPr>
            <p:txBody>
              <a:bodyPr anchorCtr="0" anchor="ctr" bIns="0" lIns="0" spcFirstLastPara="1" rIns="0" wrap="square" tIns="0">
                <a:spAutoFit/>
              </a:bodyPr>
              <a:lstStyle/>
              <a:p>
                <a:pPr indent="0" lvl="0" marL="0" rtl="0" algn="r">
                  <a:spcBef>
                    <a:spcPts val="0"/>
                  </a:spcBef>
                  <a:spcAft>
                    <a:spcPts val="0"/>
                  </a:spcAft>
                  <a:buNone/>
                </a:pPr>
                <a:r>
                  <a:rPr lang="es-419" sz="700">
                    <a:latin typeface="Arvo"/>
                    <a:ea typeface="Arvo"/>
                    <a:cs typeface="Arvo"/>
                    <a:sym typeface="Arvo"/>
                  </a:rPr>
                  <a:t>14.</a:t>
                </a:r>
                <a:endParaRPr sz="700">
                  <a:latin typeface="Arvo"/>
                  <a:ea typeface="Arvo"/>
                  <a:cs typeface="Arvo"/>
                  <a:sym typeface="Arvo"/>
                </a:endParaRPr>
              </a:p>
              <a:p>
                <a:pPr indent="0" lvl="0" marL="0" rtl="0" algn="r">
                  <a:spcBef>
                    <a:spcPts val="0"/>
                  </a:spcBef>
                  <a:spcAft>
                    <a:spcPts val="0"/>
                  </a:spcAft>
                  <a:buNone/>
                </a:pPr>
                <a:r>
                  <a:t/>
                </a:r>
                <a:endParaRPr i="1" sz="400">
                  <a:solidFill>
                    <a:srgbClr val="666666"/>
                  </a:solidFill>
                  <a:latin typeface="Arvo"/>
                  <a:ea typeface="Arvo"/>
                  <a:cs typeface="Arvo"/>
                  <a:sym typeface="Arvo"/>
                </a:endParaRPr>
              </a:p>
            </p:txBody>
          </p:sp>
        </p:grpSp>
        <p:grpSp>
          <p:nvGrpSpPr>
            <p:cNvPr id="5040" name="Google Shape;5040;p87"/>
            <p:cNvGrpSpPr/>
            <p:nvPr/>
          </p:nvGrpSpPr>
          <p:grpSpPr>
            <a:xfrm>
              <a:off x="381000" y="4354522"/>
              <a:ext cx="2406025" cy="200100"/>
              <a:chOff x="595300" y="1498750"/>
              <a:chExt cx="2406025" cy="200100"/>
            </a:xfrm>
          </p:grpSpPr>
          <p:sp>
            <p:nvSpPr>
              <p:cNvPr id="5041" name="Google Shape;5041;p87"/>
              <p:cNvSpPr txBox="1"/>
              <p:nvPr/>
            </p:nvSpPr>
            <p:spPr>
              <a:xfrm>
                <a:off x="747725" y="1498750"/>
                <a:ext cx="2253600" cy="200100"/>
              </a:xfrm>
              <a:prstGeom prst="rect">
                <a:avLst/>
              </a:prstGeom>
              <a:solidFill>
                <a:srgbClr val="F3F3F3"/>
              </a:solidFill>
              <a:ln>
                <a:noFill/>
              </a:ln>
            </p:spPr>
            <p:txBody>
              <a:bodyPr anchorCtr="0" anchor="ctr" bIns="18000" lIns="18000" spcFirstLastPara="1" rIns="18000" wrap="square" tIns="18000">
                <a:noAutofit/>
              </a:bodyPr>
              <a:lstStyle/>
              <a:p>
                <a:pPr indent="0" lvl="0" marL="0" rtl="0" algn="l">
                  <a:spcBef>
                    <a:spcPts val="0"/>
                  </a:spcBef>
                  <a:spcAft>
                    <a:spcPts val="0"/>
                  </a:spcAft>
                  <a:buNone/>
                </a:pPr>
                <a:r>
                  <a:t/>
                </a:r>
                <a:endParaRPr sz="800">
                  <a:solidFill>
                    <a:srgbClr val="434343"/>
                  </a:solidFill>
                </a:endParaRPr>
              </a:p>
            </p:txBody>
          </p:sp>
          <p:sp>
            <p:nvSpPr>
              <p:cNvPr id="5042" name="Google Shape;5042;p87"/>
              <p:cNvSpPr txBox="1"/>
              <p:nvPr/>
            </p:nvSpPr>
            <p:spPr>
              <a:xfrm>
                <a:off x="595300" y="1514200"/>
                <a:ext cx="115500" cy="169200"/>
              </a:xfrm>
              <a:prstGeom prst="rect">
                <a:avLst/>
              </a:prstGeom>
              <a:noFill/>
              <a:ln>
                <a:noFill/>
              </a:ln>
            </p:spPr>
            <p:txBody>
              <a:bodyPr anchorCtr="0" anchor="ctr" bIns="0" lIns="0" spcFirstLastPara="1" rIns="0" wrap="square" tIns="0">
                <a:spAutoFit/>
              </a:bodyPr>
              <a:lstStyle/>
              <a:p>
                <a:pPr indent="0" lvl="0" marL="0" rtl="0" algn="r">
                  <a:spcBef>
                    <a:spcPts val="0"/>
                  </a:spcBef>
                  <a:spcAft>
                    <a:spcPts val="0"/>
                  </a:spcAft>
                  <a:buNone/>
                </a:pPr>
                <a:r>
                  <a:rPr lang="es-419" sz="700">
                    <a:latin typeface="Arvo"/>
                    <a:ea typeface="Arvo"/>
                    <a:cs typeface="Arvo"/>
                    <a:sym typeface="Arvo"/>
                  </a:rPr>
                  <a:t>15.</a:t>
                </a:r>
                <a:endParaRPr sz="700">
                  <a:latin typeface="Arvo"/>
                  <a:ea typeface="Arvo"/>
                  <a:cs typeface="Arvo"/>
                  <a:sym typeface="Arvo"/>
                </a:endParaRPr>
              </a:p>
              <a:p>
                <a:pPr indent="0" lvl="0" marL="0" rtl="0" algn="r">
                  <a:spcBef>
                    <a:spcPts val="0"/>
                  </a:spcBef>
                  <a:spcAft>
                    <a:spcPts val="0"/>
                  </a:spcAft>
                  <a:buNone/>
                </a:pPr>
                <a:r>
                  <a:t/>
                </a:r>
                <a:endParaRPr i="1" sz="400">
                  <a:solidFill>
                    <a:srgbClr val="666666"/>
                  </a:solidFill>
                  <a:latin typeface="Arvo"/>
                  <a:ea typeface="Arvo"/>
                  <a:cs typeface="Arvo"/>
                  <a:sym typeface="Arvo"/>
                </a:endParaRPr>
              </a:p>
            </p:txBody>
          </p:sp>
        </p:grpSp>
      </p:grpSp>
      <p:grpSp>
        <p:nvGrpSpPr>
          <p:cNvPr id="5043" name="Google Shape;5043;p87"/>
          <p:cNvGrpSpPr/>
          <p:nvPr/>
        </p:nvGrpSpPr>
        <p:grpSpPr>
          <a:xfrm>
            <a:off x="288239" y="4783900"/>
            <a:ext cx="2562300" cy="1689300"/>
            <a:chOff x="5068625" y="1150650"/>
            <a:chExt cx="2562300" cy="1689300"/>
          </a:xfrm>
        </p:grpSpPr>
        <p:sp>
          <p:nvSpPr>
            <p:cNvPr id="5044" name="Google Shape;5044;p87"/>
            <p:cNvSpPr/>
            <p:nvPr/>
          </p:nvSpPr>
          <p:spPr>
            <a:xfrm>
              <a:off x="5068625" y="1150650"/>
              <a:ext cx="2562300" cy="1689300"/>
            </a:xfrm>
            <a:prstGeom prst="roundRect">
              <a:avLst>
                <a:gd fmla="val 3233" name="adj"/>
              </a:avLst>
            </a:prstGeom>
            <a:solidFill>
              <a:srgbClr val="FFFFFF"/>
            </a:solidFill>
            <a:ln cap="flat" cmpd="sng" w="9525">
              <a:solidFill>
                <a:srgbClr val="EFEFEF"/>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t" bIns="18000" lIns="18000" spcFirstLastPara="1" rIns="18000" wrap="square" tIns="18000">
              <a:noAutofit/>
            </a:bodyPr>
            <a:lstStyle/>
            <a:p>
              <a:pPr indent="0" lvl="0" marL="0" rtl="0" algn="l">
                <a:spcBef>
                  <a:spcPts val="0"/>
                </a:spcBef>
                <a:spcAft>
                  <a:spcPts val="0"/>
                </a:spcAft>
                <a:buNone/>
              </a:pPr>
              <a:r>
                <a:t/>
              </a:r>
              <a:endParaRPr b="1" i="1" sz="900">
                <a:solidFill>
                  <a:srgbClr val="434343"/>
                </a:solidFill>
              </a:endParaRPr>
            </a:p>
          </p:txBody>
        </p:sp>
        <p:sp>
          <p:nvSpPr>
            <p:cNvPr id="5045" name="Google Shape;5045;p87"/>
            <p:cNvSpPr txBox="1"/>
            <p:nvPr/>
          </p:nvSpPr>
          <p:spPr>
            <a:xfrm>
              <a:off x="6040800" y="1202400"/>
              <a:ext cx="1527600" cy="210900"/>
            </a:xfrm>
            <a:prstGeom prst="rect">
              <a:avLst/>
            </a:prstGeom>
            <a:solidFill>
              <a:srgbClr val="F3F3F3"/>
            </a:solidFill>
            <a:ln>
              <a:noFill/>
            </a:ln>
          </p:spPr>
          <p:txBody>
            <a:bodyPr anchorCtr="0" anchor="ctr" bIns="18000" lIns="18000" spcFirstLastPara="1" rIns="18000" wrap="square" tIns="18000">
              <a:noAutofit/>
            </a:bodyPr>
            <a:lstStyle/>
            <a:p>
              <a:pPr indent="0" lvl="0" marL="0" rtl="0" algn="l">
                <a:spcBef>
                  <a:spcPts val="0"/>
                </a:spcBef>
                <a:spcAft>
                  <a:spcPts val="0"/>
                </a:spcAft>
                <a:buNone/>
              </a:pPr>
              <a:r>
                <a:t/>
              </a:r>
              <a:endParaRPr i="1" sz="800">
                <a:solidFill>
                  <a:srgbClr val="434343"/>
                </a:solidFill>
              </a:endParaRPr>
            </a:p>
          </p:txBody>
        </p:sp>
        <p:sp>
          <p:nvSpPr>
            <p:cNvPr id="5046" name="Google Shape;5046;p87"/>
            <p:cNvSpPr txBox="1"/>
            <p:nvPr/>
          </p:nvSpPr>
          <p:spPr>
            <a:xfrm>
              <a:off x="5427300" y="1175175"/>
              <a:ext cx="591300" cy="169200"/>
            </a:xfrm>
            <a:prstGeom prst="rect">
              <a:avLst/>
            </a:prstGeom>
            <a:noFill/>
            <a:ln>
              <a:noFill/>
            </a:ln>
          </p:spPr>
          <p:txBody>
            <a:bodyPr anchorCtr="0" anchor="ctr" bIns="0" lIns="0" spcFirstLastPara="1" rIns="0" wrap="square" tIns="0">
              <a:noAutofit/>
            </a:bodyPr>
            <a:lstStyle/>
            <a:p>
              <a:pPr indent="0" lvl="0" marL="0" rtl="0" algn="r">
                <a:spcBef>
                  <a:spcPts val="0"/>
                </a:spcBef>
                <a:spcAft>
                  <a:spcPts val="0"/>
                </a:spcAft>
                <a:buNone/>
              </a:pPr>
              <a:r>
                <a:rPr b="1" i="1" lang="es-419" sz="800">
                  <a:solidFill>
                    <a:srgbClr val="434343"/>
                  </a:solidFill>
                </a:rPr>
                <a:t>Subflujo 1:</a:t>
              </a:r>
              <a:endParaRPr i="1" sz="500">
                <a:solidFill>
                  <a:srgbClr val="666666"/>
                </a:solidFill>
                <a:latin typeface="Arvo"/>
                <a:ea typeface="Arvo"/>
                <a:cs typeface="Arvo"/>
                <a:sym typeface="Arvo"/>
              </a:endParaRPr>
            </a:p>
          </p:txBody>
        </p:sp>
        <p:sp>
          <p:nvSpPr>
            <p:cNvPr id="5047" name="Google Shape;5047;p87"/>
            <p:cNvSpPr txBox="1"/>
            <p:nvPr/>
          </p:nvSpPr>
          <p:spPr>
            <a:xfrm>
              <a:off x="5116238" y="1403775"/>
              <a:ext cx="902400" cy="169200"/>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i="1" lang="es-419" sz="700">
                  <a:solidFill>
                    <a:srgbClr val="434343"/>
                  </a:solidFill>
                </a:rPr>
                <a:t>Pasos del subflujo: </a:t>
              </a:r>
              <a:endParaRPr i="1" sz="400">
                <a:solidFill>
                  <a:srgbClr val="666666"/>
                </a:solidFill>
                <a:latin typeface="Arvo"/>
                <a:ea typeface="Arvo"/>
                <a:cs typeface="Arvo"/>
                <a:sym typeface="Arvo"/>
              </a:endParaRPr>
            </a:p>
          </p:txBody>
        </p:sp>
        <p:grpSp>
          <p:nvGrpSpPr>
            <p:cNvPr id="5048" name="Google Shape;5048;p87"/>
            <p:cNvGrpSpPr/>
            <p:nvPr/>
          </p:nvGrpSpPr>
          <p:grpSpPr>
            <a:xfrm>
              <a:off x="5161463" y="1594275"/>
              <a:ext cx="2376625" cy="200100"/>
              <a:chOff x="624700" y="1498750"/>
              <a:chExt cx="2376625" cy="200100"/>
            </a:xfrm>
          </p:grpSpPr>
          <p:sp>
            <p:nvSpPr>
              <p:cNvPr id="5049" name="Google Shape;5049;p87"/>
              <p:cNvSpPr txBox="1"/>
              <p:nvPr/>
            </p:nvSpPr>
            <p:spPr>
              <a:xfrm>
                <a:off x="747725" y="1498750"/>
                <a:ext cx="2253600" cy="200100"/>
              </a:xfrm>
              <a:prstGeom prst="rect">
                <a:avLst/>
              </a:prstGeom>
              <a:solidFill>
                <a:srgbClr val="F3F3F3"/>
              </a:solidFill>
              <a:ln>
                <a:noFill/>
              </a:ln>
            </p:spPr>
            <p:txBody>
              <a:bodyPr anchorCtr="0" anchor="ctr" bIns="18000" lIns="18000" spcFirstLastPara="1" rIns="18000" wrap="square" tIns="18000">
                <a:noAutofit/>
              </a:bodyPr>
              <a:lstStyle/>
              <a:p>
                <a:pPr indent="0" lvl="0" marL="0" rtl="0" algn="l">
                  <a:spcBef>
                    <a:spcPts val="0"/>
                  </a:spcBef>
                  <a:spcAft>
                    <a:spcPts val="0"/>
                  </a:spcAft>
                  <a:buNone/>
                </a:pPr>
                <a:r>
                  <a:t/>
                </a:r>
                <a:endParaRPr sz="800">
                  <a:solidFill>
                    <a:srgbClr val="434343"/>
                  </a:solidFill>
                </a:endParaRPr>
              </a:p>
            </p:txBody>
          </p:sp>
          <p:sp>
            <p:nvSpPr>
              <p:cNvPr id="5050" name="Google Shape;5050;p87"/>
              <p:cNvSpPr txBox="1"/>
              <p:nvPr/>
            </p:nvSpPr>
            <p:spPr>
              <a:xfrm>
                <a:off x="624700" y="1514200"/>
                <a:ext cx="86100" cy="169200"/>
              </a:xfrm>
              <a:prstGeom prst="rect">
                <a:avLst/>
              </a:prstGeom>
              <a:noFill/>
              <a:ln>
                <a:noFill/>
              </a:ln>
            </p:spPr>
            <p:txBody>
              <a:bodyPr anchorCtr="0" anchor="ctr" bIns="0" lIns="0" spcFirstLastPara="1" rIns="0" wrap="square" tIns="0">
                <a:spAutoFit/>
              </a:bodyPr>
              <a:lstStyle/>
              <a:p>
                <a:pPr indent="0" lvl="0" marL="0" rtl="0" algn="r">
                  <a:spcBef>
                    <a:spcPts val="0"/>
                  </a:spcBef>
                  <a:spcAft>
                    <a:spcPts val="0"/>
                  </a:spcAft>
                  <a:buNone/>
                </a:pPr>
                <a:r>
                  <a:rPr lang="es-419" sz="700">
                    <a:latin typeface="Arvo"/>
                    <a:ea typeface="Arvo"/>
                    <a:cs typeface="Arvo"/>
                    <a:sym typeface="Arvo"/>
                  </a:rPr>
                  <a:t>1.</a:t>
                </a:r>
                <a:endParaRPr sz="700">
                  <a:latin typeface="Arvo"/>
                  <a:ea typeface="Arvo"/>
                  <a:cs typeface="Arvo"/>
                  <a:sym typeface="Arvo"/>
                </a:endParaRPr>
              </a:p>
              <a:p>
                <a:pPr indent="0" lvl="0" marL="0" rtl="0" algn="r">
                  <a:spcBef>
                    <a:spcPts val="0"/>
                  </a:spcBef>
                  <a:spcAft>
                    <a:spcPts val="0"/>
                  </a:spcAft>
                  <a:buNone/>
                </a:pPr>
                <a:r>
                  <a:t/>
                </a:r>
                <a:endParaRPr i="1" sz="400">
                  <a:solidFill>
                    <a:srgbClr val="666666"/>
                  </a:solidFill>
                  <a:latin typeface="Arvo"/>
                  <a:ea typeface="Arvo"/>
                  <a:cs typeface="Arvo"/>
                  <a:sym typeface="Arvo"/>
                </a:endParaRPr>
              </a:p>
            </p:txBody>
          </p:sp>
        </p:grpSp>
        <p:grpSp>
          <p:nvGrpSpPr>
            <p:cNvPr id="5051" name="Google Shape;5051;p87"/>
            <p:cNvGrpSpPr/>
            <p:nvPr/>
          </p:nvGrpSpPr>
          <p:grpSpPr>
            <a:xfrm>
              <a:off x="5161463" y="1816813"/>
              <a:ext cx="2376625" cy="200100"/>
              <a:chOff x="624700" y="1498750"/>
              <a:chExt cx="2376625" cy="200100"/>
            </a:xfrm>
          </p:grpSpPr>
          <p:sp>
            <p:nvSpPr>
              <p:cNvPr id="5052" name="Google Shape;5052;p87"/>
              <p:cNvSpPr txBox="1"/>
              <p:nvPr/>
            </p:nvSpPr>
            <p:spPr>
              <a:xfrm>
                <a:off x="747725" y="1498750"/>
                <a:ext cx="2253600" cy="200100"/>
              </a:xfrm>
              <a:prstGeom prst="rect">
                <a:avLst/>
              </a:prstGeom>
              <a:solidFill>
                <a:srgbClr val="F3F3F3"/>
              </a:solidFill>
              <a:ln>
                <a:noFill/>
              </a:ln>
            </p:spPr>
            <p:txBody>
              <a:bodyPr anchorCtr="0" anchor="ctr" bIns="18000" lIns="18000" spcFirstLastPara="1" rIns="18000" wrap="square" tIns="18000">
                <a:noAutofit/>
              </a:bodyPr>
              <a:lstStyle/>
              <a:p>
                <a:pPr indent="0" lvl="0" marL="0" rtl="0" algn="l">
                  <a:spcBef>
                    <a:spcPts val="0"/>
                  </a:spcBef>
                  <a:spcAft>
                    <a:spcPts val="0"/>
                  </a:spcAft>
                  <a:buNone/>
                </a:pPr>
                <a:r>
                  <a:t/>
                </a:r>
                <a:endParaRPr sz="800">
                  <a:solidFill>
                    <a:srgbClr val="434343"/>
                  </a:solidFill>
                </a:endParaRPr>
              </a:p>
            </p:txBody>
          </p:sp>
          <p:sp>
            <p:nvSpPr>
              <p:cNvPr id="5053" name="Google Shape;5053;p87"/>
              <p:cNvSpPr txBox="1"/>
              <p:nvPr/>
            </p:nvSpPr>
            <p:spPr>
              <a:xfrm>
                <a:off x="624700" y="1514200"/>
                <a:ext cx="86100" cy="169200"/>
              </a:xfrm>
              <a:prstGeom prst="rect">
                <a:avLst/>
              </a:prstGeom>
              <a:noFill/>
              <a:ln>
                <a:noFill/>
              </a:ln>
            </p:spPr>
            <p:txBody>
              <a:bodyPr anchorCtr="0" anchor="ctr" bIns="0" lIns="0" spcFirstLastPara="1" rIns="0" wrap="square" tIns="0">
                <a:spAutoFit/>
              </a:bodyPr>
              <a:lstStyle/>
              <a:p>
                <a:pPr indent="0" lvl="0" marL="0" rtl="0" algn="r">
                  <a:spcBef>
                    <a:spcPts val="0"/>
                  </a:spcBef>
                  <a:spcAft>
                    <a:spcPts val="0"/>
                  </a:spcAft>
                  <a:buNone/>
                </a:pPr>
                <a:r>
                  <a:rPr lang="es-419" sz="700">
                    <a:latin typeface="Arvo"/>
                    <a:ea typeface="Arvo"/>
                    <a:cs typeface="Arvo"/>
                    <a:sym typeface="Arvo"/>
                  </a:rPr>
                  <a:t>2.</a:t>
                </a:r>
                <a:endParaRPr sz="700">
                  <a:latin typeface="Arvo"/>
                  <a:ea typeface="Arvo"/>
                  <a:cs typeface="Arvo"/>
                  <a:sym typeface="Arvo"/>
                </a:endParaRPr>
              </a:p>
              <a:p>
                <a:pPr indent="0" lvl="0" marL="0" rtl="0" algn="r">
                  <a:spcBef>
                    <a:spcPts val="0"/>
                  </a:spcBef>
                  <a:spcAft>
                    <a:spcPts val="0"/>
                  </a:spcAft>
                  <a:buNone/>
                </a:pPr>
                <a:r>
                  <a:t/>
                </a:r>
                <a:endParaRPr i="1" sz="400">
                  <a:solidFill>
                    <a:srgbClr val="666666"/>
                  </a:solidFill>
                  <a:latin typeface="Arvo"/>
                  <a:ea typeface="Arvo"/>
                  <a:cs typeface="Arvo"/>
                  <a:sym typeface="Arvo"/>
                </a:endParaRPr>
              </a:p>
            </p:txBody>
          </p:sp>
        </p:grpSp>
        <p:grpSp>
          <p:nvGrpSpPr>
            <p:cNvPr id="5054" name="Google Shape;5054;p87"/>
            <p:cNvGrpSpPr/>
            <p:nvPr/>
          </p:nvGrpSpPr>
          <p:grpSpPr>
            <a:xfrm>
              <a:off x="5161463" y="2039375"/>
              <a:ext cx="2376625" cy="200100"/>
              <a:chOff x="624700" y="1498750"/>
              <a:chExt cx="2376625" cy="200100"/>
            </a:xfrm>
          </p:grpSpPr>
          <p:sp>
            <p:nvSpPr>
              <p:cNvPr id="5055" name="Google Shape;5055;p87"/>
              <p:cNvSpPr txBox="1"/>
              <p:nvPr/>
            </p:nvSpPr>
            <p:spPr>
              <a:xfrm>
                <a:off x="747725" y="1498750"/>
                <a:ext cx="2253600" cy="200100"/>
              </a:xfrm>
              <a:prstGeom prst="rect">
                <a:avLst/>
              </a:prstGeom>
              <a:solidFill>
                <a:srgbClr val="F3F3F3"/>
              </a:solidFill>
              <a:ln>
                <a:noFill/>
              </a:ln>
            </p:spPr>
            <p:txBody>
              <a:bodyPr anchorCtr="0" anchor="ctr" bIns="18000" lIns="18000" spcFirstLastPara="1" rIns="18000" wrap="square" tIns="18000">
                <a:noAutofit/>
              </a:bodyPr>
              <a:lstStyle/>
              <a:p>
                <a:pPr indent="0" lvl="0" marL="0" rtl="0" algn="l">
                  <a:spcBef>
                    <a:spcPts val="0"/>
                  </a:spcBef>
                  <a:spcAft>
                    <a:spcPts val="0"/>
                  </a:spcAft>
                  <a:buNone/>
                </a:pPr>
                <a:r>
                  <a:t/>
                </a:r>
                <a:endParaRPr sz="800">
                  <a:solidFill>
                    <a:srgbClr val="434343"/>
                  </a:solidFill>
                </a:endParaRPr>
              </a:p>
            </p:txBody>
          </p:sp>
          <p:sp>
            <p:nvSpPr>
              <p:cNvPr id="5056" name="Google Shape;5056;p87"/>
              <p:cNvSpPr txBox="1"/>
              <p:nvPr/>
            </p:nvSpPr>
            <p:spPr>
              <a:xfrm>
                <a:off x="624700" y="1514200"/>
                <a:ext cx="86100" cy="169200"/>
              </a:xfrm>
              <a:prstGeom prst="rect">
                <a:avLst/>
              </a:prstGeom>
              <a:noFill/>
              <a:ln>
                <a:noFill/>
              </a:ln>
            </p:spPr>
            <p:txBody>
              <a:bodyPr anchorCtr="0" anchor="ctr" bIns="0" lIns="0" spcFirstLastPara="1" rIns="0" wrap="square" tIns="0">
                <a:spAutoFit/>
              </a:bodyPr>
              <a:lstStyle/>
              <a:p>
                <a:pPr indent="0" lvl="0" marL="0" rtl="0" algn="r">
                  <a:spcBef>
                    <a:spcPts val="0"/>
                  </a:spcBef>
                  <a:spcAft>
                    <a:spcPts val="0"/>
                  </a:spcAft>
                  <a:buNone/>
                </a:pPr>
                <a:r>
                  <a:rPr lang="es-419" sz="700">
                    <a:latin typeface="Arvo"/>
                    <a:ea typeface="Arvo"/>
                    <a:cs typeface="Arvo"/>
                    <a:sym typeface="Arvo"/>
                  </a:rPr>
                  <a:t>3.</a:t>
                </a:r>
                <a:endParaRPr sz="700">
                  <a:latin typeface="Arvo"/>
                  <a:ea typeface="Arvo"/>
                  <a:cs typeface="Arvo"/>
                  <a:sym typeface="Arvo"/>
                </a:endParaRPr>
              </a:p>
              <a:p>
                <a:pPr indent="0" lvl="0" marL="0" rtl="0" algn="r">
                  <a:spcBef>
                    <a:spcPts val="0"/>
                  </a:spcBef>
                  <a:spcAft>
                    <a:spcPts val="0"/>
                  </a:spcAft>
                  <a:buNone/>
                </a:pPr>
                <a:r>
                  <a:t/>
                </a:r>
                <a:endParaRPr i="1" sz="400">
                  <a:solidFill>
                    <a:srgbClr val="666666"/>
                  </a:solidFill>
                  <a:latin typeface="Arvo"/>
                  <a:ea typeface="Arvo"/>
                  <a:cs typeface="Arvo"/>
                  <a:sym typeface="Arvo"/>
                </a:endParaRPr>
              </a:p>
            </p:txBody>
          </p:sp>
        </p:grpSp>
        <p:grpSp>
          <p:nvGrpSpPr>
            <p:cNvPr id="5057" name="Google Shape;5057;p87"/>
            <p:cNvGrpSpPr/>
            <p:nvPr/>
          </p:nvGrpSpPr>
          <p:grpSpPr>
            <a:xfrm>
              <a:off x="5161463" y="2261913"/>
              <a:ext cx="2376625" cy="200100"/>
              <a:chOff x="624700" y="1498750"/>
              <a:chExt cx="2376625" cy="200100"/>
            </a:xfrm>
          </p:grpSpPr>
          <p:sp>
            <p:nvSpPr>
              <p:cNvPr id="5058" name="Google Shape;5058;p87"/>
              <p:cNvSpPr txBox="1"/>
              <p:nvPr/>
            </p:nvSpPr>
            <p:spPr>
              <a:xfrm>
                <a:off x="747725" y="1498750"/>
                <a:ext cx="2253600" cy="200100"/>
              </a:xfrm>
              <a:prstGeom prst="rect">
                <a:avLst/>
              </a:prstGeom>
              <a:solidFill>
                <a:srgbClr val="F3F3F3"/>
              </a:solidFill>
              <a:ln>
                <a:noFill/>
              </a:ln>
            </p:spPr>
            <p:txBody>
              <a:bodyPr anchorCtr="0" anchor="ctr" bIns="18000" lIns="18000" spcFirstLastPara="1" rIns="18000" wrap="square" tIns="18000">
                <a:noAutofit/>
              </a:bodyPr>
              <a:lstStyle/>
              <a:p>
                <a:pPr indent="0" lvl="0" marL="0" rtl="0" algn="l">
                  <a:spcBef>
                    <a:spcPts val="0"/>
                  </a:spcBef>
                  <a:spcAft>
                    <a:spcPts val="0"/>
                  </a:spcAft>
                  <a:buNone/>
                </a:pPr>
                <a:r>
                  <a:t/>
                </a:r>
                <a:endParaRPr sz="800">
                  <a:solidFill>
                    <a:srgbClr val="434343"/>
                  </a:solidFill>
                </a:endParaRPr>
              </a:p>
            </p:txBody>
          </p:sp>
          <p:sp>
            <p:nvSpPr>
              <p:cNvPr id="5059" name="Google Shape;5059;p87"/>
              <p:cNvSpPr txBox="1"/>
              <p:nvPr/>
            </p:nvSpPr>
            <p:spPr>
              <a:xfrm>
                <a:off x="624700" y="1514200"/>
                <a:ext cx="86100" cy="169200"/>
              </a:xfrm>
              <a:prstGeom prst="rect">
                <a:avLst/>
              </a:prstGeom>
              <a:noFill/>
              <a:ln>
                <a:noFill/>
              </a:ln>
            </p:spPr>
            <p:txBody>
              <a:bodyPr anchorCtr="0" anchor="ctr" bIns="0" lIns="0" spcFirstLastPara="1" rIns="0" wrap="square" tIns="0">
                <a:spAutoFit/>
              </a:bodyPr>
              <a:lstStyle/>
              <a:p>
                <a:pPr indent="0" lvl="0" marL="0" rtl="0" algn="r">
                  <a:spcBef>
                    <a:spcPts val="0"/>
                  </a:spcBef>
                  <a:spcAft>
                    <a:spcPts val="0"/>
                  </a:spcAft>
                  <a:buNone/>
                </a:pPr>
                <a:r>
                  <a:rPr lang="es-419" sz="700">
                    <a:latin typeface="Arvo"/>
                    <a:ea typeface="Arvo"/>
                    <a:cs typeface="Arvo"/>
                    <a:sym typeface="Arvo"/>
                  </a:rPr>
                  <a:t>4.</a:t>
                </a:r>
                <a:endParaRPr sz="700">
                  <a:latin typeface="Arvo"/>
                  <a:ea typeface="Arvo"/>
                  <a:cs typeface="Arvo"/>
                  <a:sym typeface="Arvo"/>
                </a:endParaRPr>
              </a:p>
              <a:p>
                <a:pPr indent="0" lvl="0" marL="0" rtl="0" algn="r">
                  <a:spcBef>
                    <a:spcPts val="0"/>
                  </a:spcBef>
                  <a:spcAft>
                    <a:spcPts val="0"/>
                  </a:spcAft>
                  <a:buNone/>
                </a:pPr>
                <a:r>
                  <a:t/>
                </a:r>
                <a:endParaRPr i="1" sz="400">
                  <a:solidFill>
                    <a:srgbClr val="666666"/>
                  </a:solidFill>
                  <a:latin typeface="Arvo"/>
                  <a:ea typeface="Arvo"/>
                  <a:cs typeface="Arvo"/>
                  <a:sym typeface="Arvo"/>
                </a:endParaRPr>
              </a:p>
            </p:txBody>
          </p:sp>
        </p:grpSp>
        <p:grpSp>
          <p:nvGrpSpPr>
            <p:cNvPr id="5060" name="Google Shape;5060;p87"/>
            <p:cNvGrpSpPr/>
            <p:nvPr/>
          </p:nvGrpSpPr>
          <p:grpSpPr>
            <a:xfrm>
              <a:off x="5161463" y="2490338"/>
              <a:ext cx="2376625" cy="200100"/>
              <a:chOff x="624700" y="1498750"/>
              <a:chExt cx="2376625" cy="200100"/>
            </a:xfrm>
          </p:grpSpPr>
          <p:sp>
            <p:nvSpPr>
              <p:cNvPr id="5061" name="Google Shape;5061;p87"/>
              <p:cNvSpPr txBox="1"/>
              <p:nvPr/>
            </p:nvSpPr>
            <p:spPr>
              <a:xfrm>
                <a:off x="747725" y="1498750"/>
                <a:ext cx="2253600" cy="200100"/>
              </a:xfrm>
              <a:prstGeom prst="rect">
                <a:avLst/>
              </a:prstGeom>
              <a:solidFill>
                <a:srgbClr val="F3F3F3"/>
              </a:solidFill>
              <a:ln>
                <a:noFill/>
              </a:ln>
            </p:spPr>
            <p:txBody>
              <a:bodyPr anchorCtr="0" anchor="ctr" bIns="18000" lIns="18000" spcFirstLastPara="1" rIns="18000" wrap="square" tIns="18000">
                <a:noAutofit/>
              </a:bodyPr>
              <a:lstStyle/>
              <a:p>
                <a:pPr indent="0" lvl="0" marL="0" rtl="0" algn="l">
                  <a:spcBef>
                    <a:spcPts val="0"/>
                  </a:spcBef>
                  <a:spcAft>
                    <a:spcPts val="0"/>
                  </a:spcAft>
                  <a:buNone/>
                </a:pPr>
                <a:r>
                  <a:t/>
                </a:r>
                <a:endParaRPr sz="800">
                  <a:solidFill>
                    <a:srgbClr val="434343"/>
                  </a:solidFill>
                </a:endParaRPr>
              </a:p>
            </p:txBody>
          </p:sp>
          <p:sp>
            <p:nvSpPr>
              <p:cNvPr id="5062" name="Google Shape;5062;p87"/>
              <p:cNvSpPr txBox="1"/>
              <p:nvPr/>
            </p:nvSpPr>
            <p:spPr>
              <a:xfrm>
                <a:off x="624700" y="1514200"/>
                <a:ext cx="86100" cy="169200"/>
              </a:xfrm>
              <a:prstGeom prst="rect">
                <a:avLst/>
              </a:prstGeom>
              <a:noFill/>
              <a:ln>
                <a:noFill/>
              </a:ln>
            </p:spPr>
            <p:txBody>
              <a:bodyPr anchorCtr="0" anchor="ctr" bIns="0" lIns="0" spcFirstLastPara="1" rIns="0" wrap="square" tIns="0">
                <a:spAutoFit/>
              </a:bodyPr>
              <a:lstStyle/>
              <a:p>
                <a:pPr indent="0" lvl="0" marL="0" rtl="0" algn="r">
                  <a:spcBef>
                    <a:spcPts val="0"/>
                  </a:spcBef>
                  <a:spcAft>
                    <a:spcPts val="0"/>
                  </a:spcAft>
                  <a:buNone/>
                </a:pPr>
                <a:r>
                  <a:rPr lang="es-419" sz="700">
                    <a:latin typeface="Arvo"/>
                    <a:ea typeface="Arvo"/>
                    <a:cs typeface="Arvo"/>
                    <a:sym typeface="Arvo"/>
                  </a:rPr>
                  <a:t>5.</a:t>
                </a:r>
                <a:endParaRPr sz="700">
                  <a:latin typeface="Arvo"/>
                  <a:ea typeface="Arvo"/>
                  <a:cs typeface="Arvo"/>
                  <a:sym typeface="Arvo"/>
                </a:endParaRPr>
              </a:p>
              <a:p>
                <a:pPr indent="0" lvl="0" marL="0" rtl="0" algn="r">
                  <a:spcBef>
                    <a:spcPts val="0"/>
                  </a:spcBef>
                  <a:spcAft>
                    <a:spcPts val="0"/>
                  </a:spcAft>
                  <a:buNone/>
                </a:pPr>
                <a:r>
                  <a:t/>
                </a:r>
                <a:endParaRPr i="1" sz="400">
                  <a:solidFill>
                    <a:srgbClr val="666666"/>
                  </a:solidFill>
                  <a:latin typeface="Arvo"/>
                  <a:ea typeface="Arvo"/>
                  <a:cs typeface="Arvo"/>
                  <a:sym typeface="Arvo"/>
                </a:endParaRPr>
              </a:p>
            </p:txBody>
          </p:sp>
        </p:grpSp>
      </p:grpSp>
      <p:grpSp>
        <p:nvGrpSpPr>
          <p:cNvPr id="5063" name="Google Shape;5063;p87"/>
          <p:cNvGrpSpPr/>
          <p:nvPr/>
        </p:nvGrpSpPr>
        <p:grpSpPr>
          <a:xfrm>
            <a:off x="3031238" y="1002325"/>
            <a:ext cx="2562300" cy="1786500"/>
            <a:chOff x="4624325" y="4703025"/>
            <a:chExt cx="2562300" cy="1786500"/>
          </a:xfrm>
        </p:grpSpPr>
        <p:sp>
          <p:nvSpPr>
            <p:cNvPr id="5064" name="Google Shape;5064;p87"/>
            <p:cNvSpPr/>
            <p:nvPr/>
          </p:nvSpPr>
          <p:spPr>
            <a:xfrm>
              <a:off x="4624325" y="4703025"/>
              <a:ext cx="2562300" cy="1786500"/>
            </a:xfrm>
            <a:prstGeom prst="roundRect">
              <a:avLst>
                <a:gd fmla="val 3233" name="adj"/>
              </a:avLst>
            </a:prstGeom>
            <a:solidFill>
              <a:srgbClr val="FFFFFF"/>
            </a:solidFill>
            <a:ln cap="flat" cmpd="sng" w="9525">
              <a:solidFill>
                <a:srgbClr val="EFEFEF"/>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t" bIns="18000" lIns="18000" spcFirstLastPara="1" rIns="18000" wrap="square" tIns="18000">
              <a:noAutofit/>
            </a:bodyPr>
            <a:lstStyle/>
            <a:p>
              <a:pPr indent="0" lvl="0" marL="0" rtl="0" algn="l">
                <a:spcBef>
                  <a:spcPts val="0"/>
                </a:spcBef>
                <a:spcAft>
                  <a:spcPts val="0"/>
                </a:spcAft>
                <a:buNone/>
              </a:pPr>
              <a:r>
                <a:t/>
              </a:r>
              <a:endParaRPr b="1" i="1" sz="900">
                <a:solidFill>
                  <a:srgbClr val="434343"/>
                </a:solidFill>
              </a:endParaRPr>
            </a:p>
          </p:txBody>
        </p:sp>
        <p:sp>
          <p:nvSpPr>
            <p:cNvPr id="5065" name="Google Shape;5065;p87"/>
            <p:cNvSpPr txBox="1"/>
            <p:nvPr/>
          </p:nvSpPr>
          <p:spPr>
            <a:xfrm>
              <a:off x="5596488" y="4754775"/>
              <a:ext cx="1527600" cy="133800"/>
            </a:xfrm>
            <a:prstGeom prst="rect">
              <a:avLst/>
            </a:prstGeom>
            <a:solidFill>
              <a:srgbClr val="F3F3F3"/>
            </a:solidFill>
            <a:ln>
              <a:noFill/>
            </a:ln>
          </p:spPr>
          <p:txBody>
            <a:bodyPr anchorCtr="0" anchor="ctr" bIns="18000" lIns="18000" spcFirstLastPara="1" rIns="18000" wrap="square" tIns="18000">
              <a:noAutofit/>
            </a:bodyPr>
            <a:lstStyle/>
            <a:p>
              <a:pPr indent="0" lvl="0" marL="0" rtl="0" algn="l">
                <a:spcBef>
                  <a:spcPts val="0"/>
                </a:spcBef>
                <a:spcAft>
                  <a:spcPts val="0"/>
                </a:spcAft>
                <a:buNone/>
              </a:pPr>
              <a:r>
                <a:t/>
              </a:r>
              <a:endParaRPr sz="800">
                <a:solidFill>
                  <a:srgbClr val="434343"/>
                </a:solidFill>
              </a:endParaRPr>
            </a:p>
          </p:txBody>
        </p:sp>
        <p:sp>
          <p:nvSpPr>
            <p:cNvPr id="5066" name="Google Shape;5066;p87"/>
            <p:cNvSpPr txBox="1"/>
            <p:nvPr/>
          </p:nvSpPr>
          <p:spPr>
            <a:xfrm>
              <a:off x="4671950" y="4727550"/>
              <a:ext cx="902400" cy="169200"/>
            </a:xfrm>
            <a:prstGeom prst="rect">
              <a:avLst/>
            </a:prstGeom>
            <a:noFill/>
            <a:ln>
              <a:noFill/>
            </a:ln>
          </p:spPr>
          <p:txBody>
            <a:bodyPr anchorCtr="0" anchor="ctr" bIns="0" lIns="0" spcFirstLastPara="1" rIns="0" wrap="square" tIns="0">
              <a:noAutofit/>
            </a:bodyPr>
            <a:lstStyle/>
            <a:p>
              <a:pPr indent="0" lvl="0" marL="0" rtl="0" algn="r">
                <a:spcBef>
                  <a:spcPts val="0"/>
                </a:spcBef>
                <a:spcAft>
                  <a:spcPts val="0"/>
                </a:spcAft>
                <a:buNone/>
              </a:pPr>
              <a:r>
                <a:rPr b="1" i="1" lang="es-419" sz="800">
                  <a:solidFill>
                    <a:srgbClr val="434343"/>
                  </a:solidFill>
                </a:rPr>
                <a:t>Flujo Alterno 1:</a:t>
              </a:r>
              <a:endParaRPr i="1" sz="500">
                <a:solidFill>
                  <a:srgbClr val="666666"/>
                </a:solidFill>
                <a:latin typeface="Arvo"/>
                <a:ea typeface="Arvo"/>
                <a:cs typeface="Arvo"/>
                <a:sym typeface="Arvo"/>
              </a:endParaRPr>
            </a:p>
          </p:txBody>
        </p:sp>
        <p:sp>
          <p:nvSpPr>
            <p:cNvPr id="5067" name="Google Shape;5067;p87"/>
            <p:cNvSpPr txBox="1"/>
            <p:nvPr/>
          </p:nvSpPr>
          <p:spPr>
            <a:xfrm>
              <a:off x="5594263" y="4945275"/>
              <a:ext cx="1527600" cy="133800"/>
            </a:xfrm>
            <a:prstGeom prst="rect">
              <a:avLst/>
            </a:prstGeom>
            <a:solidFill>
              <a:srgbClr val="F3F3F3"/>
            </a:solidFill>
            <a:ln>
              <a:noFill/>
            </a:ln>
          </p:spPr>
          <p:txBody>
            <a:bodyPr anchorCtr="0" anchor="ctr" bIns="18000" lIns="18000" spcFirstLastPara="1" rIns="18000" wrap="square" tIns="18000">
              <a:noAutofit/>
            </a:bodyPr>
            <a:lstStyle/>
            <a:p>
              <a:pPr indent="0" lvl="0" marL="0" rtl="0" algn="l">
                <a:spcBef>
                  <a:spcPts val="0"/>
                </a:spcBef>
                <a:spcAft>
                  <a:spcPts val="0"/>
                </a:spcAft>
                <a:buNone/>
              </a:pPr>
              <a:r>
                <a:t/>
              </a:r>
              <a:endParaRPr sz="800">
                <a:solidFill>
                  <a:srgbClr val="434343"/>
                </a:solidFill>
              </a:endParaRPr>
            </a:p>
          </p:txBody>
        </p:sp>
        <p:sp>
          <p:nvSpPr>
            <p:cNvPr id="5068" name="Google Shape;5068;p87"/>
            <p:cNvSpPr txBox="1"/>
            <p:nvPr/>
          </p:nvSpPr>
          <p:spPr>
            <a:xfrm>
              <a:off x="4665138" y="4918050"/>
              <a:ext cx="902400" cy="169200"/>
            </a:xfrm>
            <a:prstGeom prst="rect">
              <a:avLst/>
            </a:prstGeom>
            <a:noFill/>
            <a:ln>
              <a:noFill/>
            </a:ln>
          </p:spPr>
          <p:txBody>
            <a:bodyPr anchorCtr="0" anchor="ctr" bIns="0" lIns="0" spcFirstLastPara="1" rIns="0" wrap="square" tIns="0">
              <a:noAutofit/>
            </a:bodyPr>
            <a:lstStyle/>
            <a:p>
              <a:pPr indent="0" lvl="0" marL="0" rtl="0" algn="r">
                <a:spcBef>
                  <a:spcPts val="0"/>
                </a:spcBef>
                <a:spcAft>
                  <a:spcPts val="0"/>
                </a:spcAft>
                <a:buNone/>
              </a:pPr>
              <a:r>
                <a:rPr i="1" lang="es-419" sz="700">
                  <a:solidFill>
                    <a:srgbClr val="434343"/>
                  </a:solidFill>
                </a:rPr>
                <a:t>Paso del flujo básico:</a:t>
              </a:r>
              <a:endParaRPr i="1" sz="400">
                <a:solidFill>
                  <a:srgbClr val="666666"/>
                </a:solidFill>
                <a:latin typeface="Arvo"/>
                <a:ea typeface="Arvo"/>
                <a:cs typeface="Arvo"/>
                <a:sym typeface="Arvo"/>
              </a:endParaRPr>
            </a:p>
          </p:txBody>
        </p:sp>
        <p:sp>
          <p:nvSpPr>
            <p:cNvPr id="5069" name="Google Shape;5069;p87"/>
            <p:cNvSpPr txBox="1"/>
            <p:nvPr/>
          </p:nvSpPr>
          <p:spPr>
            <a:xfrm>
              <a:off x="4671938" y="5108550"/>
              <a:ext cx="902400" cy="169200"/>
            </a:xfrm>
            <a:prstGeom prst="rect">
              <a:avLst/>
            </a:prstGeom>
            <a:noFill/>
            <a:ln>
              <a:noFill/>
            </a:ln>
          </p:spPr>
          <p:txBody>
            <a:bodyPr anchorCtr="0" anchor="ctr" bIns="0" lIns="0" spcFirstLastPara="1" rIns="0" wrap="square" tIns="0">
              <a:noAutofit/>
            </a:bodyPr>
            <a:lstStyle/>
            <a:p>
              <a:pPr indent="0" lvl="0" marL="0" rtl="0" algn="r">
                <a:spcBef>
                  <a:spcPts val="0"/>
                </a:spcBef>
                <a:spcAft>
                  <a:spcPts val="0"/>
                </a:spcAft>
                <a:buNone/>
              </a:pPr>
              <a:r>
                <a:rPr i="1" lang="es-419" sz="700">
                  <a:solidFill>
                    <a:srgbClr val="434343"/>
                  </a:solidFill>
                </a:rPr>
                <a:t>Pasos del flujo alterno:</a:t>
              </a:r>
              <a:endParaRPr i="1" sz="400">
                <a:solidFill>
                  <a:srgbClr val="666666"/>
                </a:solidFill>
                <a:latin typeface="Arvo"/>
                <a:ea typeface="Arvo"/>
                <a:cs typeface="Arvo"/>
                <a:sym typeface="Arvo"/>
              </a:endParaRPr>
            </a:p>
          </p:txBody>
        </p:sp>
        <p:grpSp>
          <p:nvGrpSpPr>
            <p:cNvPr id="5070" name="Google Shape;5070;p87"/>
            <p:cNvGrpSpPr/>
            <p:nvPr/>
          </p:nvGrpSpPr>
          <p:grpSpPr>
            <a:xfrm>
              <a:off x="4717163" y="5299050"/>
              <a:ext cx="2376625" cy="200100"/>
              <a:chOff x="624700" y="1498750"/>
              <a:chExt cx="2376625" cy="200100"/>
            </a:xfrm>
          </p:grpSpPr>
          <p:sp>
            <p:nvSpPr>
              <p:cNvPr id="5071" name="Google Shape;5071;p87"/>
              <p:cNvSpPr txBox="1"/>
              <p:nvPr/>
            </p:nvSpPr>
            <p:spPr>
              <a:xfrm>
                <a:off x="747725" y="1498750"/>
                <a:ext cx="2253600" cy="200100"/>
              </a:xfrm>
              <a:prstGeom prst="rect">
                <a:avLst/>
              </a:prstGeom>
              <a:solidFill>
                <a:srgbClr val="F3F3F3"/>
              </a:solidFill>
              <a:ln>
                <a:noFill/>
              </a:ln>
            </p:spPr>
            <p:txBody>
              <a:bodyPr anchorCtr="0" anchor="ctr" bIns="18000" lIns="18000" spcFirstLastPara="1" rIns="18000" wrap="square" tIns="18000">
                <a:noAutofit/>
              </a:bodyPr>
              <a:lstStyle/>
              <a:p>
                <a:pPr indent="0" lvl="0" marL="0" rtl="0" algn="l">
                  <a:spcBef>
                    <a:spcPts val="0"/>
                  </a:spcBef>
                  <a:spcAft>
                    <a:spcPts val="0"/>
                  </a:spcAft>
                  <a:buNone/>
                </a:pPr>
                <a:r>
                  <a:t/>
                </a:r>
                <a:endParaRPr sz="800">
                  <a:solidFill>
                    <a:srgbClr val="434343"/>
                  </a:solidFill>
                </a:endParaRPr>
              </a:p>
            </p:txBody>
          </p:sp>
          <p:sp>
            <p:nvSpPr>
              <p:cNvPr id="5072" name="Google Shape;5072;p87"/>
              <p:cNvSpPr txBox="1"/>
              <p:nvPr/>
            </p:nvSpPr>
            <p:spPr>
              <a:xfrm>
                <a:off x="624700" y="1514200"/>
                <a:ext cx="86100" cy="169200"/>
              </a:xfrm>
              <a:prstGeom prst="rect">
                <a:avLst/>
              </a:prstGeom>
              <a:noFill/>
              <a:ln>
                <a:noFill/>
              </a:ln>
            </p:spPr>
            <p:txBody>
              <a:bodyPr anchorCtr="0" anchor="ctr" bIns="0" lIns="0" spcFirstLastPara="1" rIns="0" wrap="square" tIns="0">
                <a:spAutoFit/>
              </a:bodyPr>
              <a:lstStyle/>
              <a:p>
                <a:pPr indent="0" lvl="0" marL="0" rtl="0" algn="r">
                  <a:spcBef>
                    <a:spcPts val="0"/>
                  </a:spcBef>
                  <a:spcAft>
                    <a:spcPts val="0"/>
                  </a:spcAft>
                  <a:buNone/>
                </a:pPr>
                <a:r>
                  <a:rPr lang="es-419" sz="700">
                    <a:latin typeface="Arvo"/>
                    <a:ea typeface="Arvo"/>
                    <a:cs typeface="Arvo"/>
                    <a:sym typeface="Arvo"/>
                  </a:rPr>
                  <a:t>1.</a:t>
                </a:r>
                <a:endParaRPr sz="700">
                  <a:latin typeface="Arvo"/>
                  <a:ea typeface="Arvo"/>
                  <a:cs typeface="Arvo"/>
                  <a:sym typeface="Arvo"/>
                </a:endParaRPr>
              </a:p>
              <a:p>
                <a:pPr indent="0" lvl="0" marL="0" rtl="0" algn="r">
                  <a:spcBef>
                    <a:spcPts val="0"/>
                  </a:spcBef>
                  <a:spcAft>
                    <a:spcPts val="0"/>
                  </a:spcAft>
                  <a:buNone/>
                </a:pPr>
                <a:r>
                  <a:t/>
                </a:r>
                <a:endParaRPr i="1" sz="400">
                  <a:solidFill>
                    <a:srgbClr val="666666"/>
                  </a:solidFill>
                  <a:latin typeface="Arvo"/>
                  <a:ea typeface="Arvo"/>
                  <a:cs typeface="Arvo"/>
                  <a:sym typeface="Arvo"/>
                </a:endParaRPr>
              </a:p>
            </p:txBody>
          </p:sp>
        </p:grpSp>
        <p:grpSp>
          <p:nvGrpSpPr>
            <p:cNvPr id="5073" name="Google Shape;5073;p87"/>
            <p:cNvGrpSpPr/>
            <p:nvPr/>
          </p:nvGrpSpPr>
          <p:grpSpPr>
            <a:xfrm>
              <a:off x="4717163" y="5521588"/>
              <a:ext cx="2376625" cy="200100"/>
              <a:chOff x="624700" y="1498750"/>
              <a:chExt cx="2376625" cy="200100"/>
            </a:xfrm>
          </p:grpSpPr>
          <p:sp>
            <p:nvSpPr>
              <p:cNvPr id="5074" name="Google Shape;5074;p87"/>
              <p:cNvSpPr txBox="1"/>
              <p:nvPr/>
            </p:nvSpPr>
            <p:spPr>
              <a:xfrm>
                <a:off x="747725" y="1498750"/>
                <a:ext cx="2253600" cy="200100"/>
              </a:xfrm>
              <a:prstGeom prst="rect">
                <a:avLst/>
              </a:prstGeom>
              <a:solidFill>
                <a:srgbClr val="F3F3F3"/>
              </a:solidFill>
              <a:ln>
                <a:noFill/>
              </a:ln>
            </p:spPr>
            <p:txBody>
              <a:bodyPr anchorCtr="0" anchor="ctr" bIns="18000" lIns="18000" spcFirstLastPara="1" rIns="18000" wrap="square" tIns="18000">
                <a:noAutofit/>
              </a:bodyPr>
              <a:lstStyle/>
              <a:p>
                <a:pPr indent="0" lvl="0" marL="0" rtl="0" algn="l">
                  <a:spcBef>
                    <a:spcPts val="0"/>
                  </a:spcBef>
                  <a:spcAft>
                    <a:spcPts val="0"/>
                  </a:spcAft>
                  <a:buNone/>
                </a:pPr>
                <a:r>
                  <a:t/>
                </a:r>
                <a:endParaRPr sz="800">
                  <a:solidFill>
                    <a:srgbClr val="434343"/>
                  </a:solidFill>
                </a:endParaRPr>
              </a:p>
            </p:txBody>
          </p:sp>
          <p:sp>
            <p:nvSpPr>
              <p:cNvPr id="5075" name="Google Shape;5075;p87"/>
              <p:cNvSpPr txBox="1"/>
              <p:nvPr/>
            </p:nvSpPr>
            <p:spPr>
              <a:xfrm>
                <a:off x="624700" y="1514200"/>
                <a:ext cx="86100" cy="169200"/>
              </a:xfrm>
              <a:prstGeom prst="rect">
                <a:avLst/>
              </a:prstGeom>
              <a:noFill/>
              <a:ln>
                <a:noFill/>
              </a:ln>
            </p:spPr>
            <p:txBody>
              <a:bodyPr anchorCtr="0" anchor="ctr" bIns="0" lIns="0" spcFirstLastPara="1" rIns="0" wrap="square" tIns="0">
                <a:spAutoFit/>
              </a:bodyPr>
              <a:lstStyle/>
              <a:p>
                <a:pPr indent="0" lvl="0" marL="0" rtl="0" algn="r">
                  <a:spcBef>
                    <a:spcPts val="0"/>
                  </a:spcBef>
                  <a:spcAft>
                    <a:spcPts val="0"/>
                  </a:spcAft>
                  <a:buNone/>
                </a:pPr>
                <a:r>
                  <a:rPr lang="es-419" sz="700">
                    <a:latin typeface="Arvo"/>
                    <a:ea typeface="Arvo"/>
                    <a:cs typeface="Arvo"/>
                    <a:sym typeface="Arvo"/>
                  </a:rPr>
                  <a:t>2.</a:t>
                </a:r>
                <a:endParaRPr sz="700">
                  <a:latin typeface="Arvo"/>
                  <a:ea typeface="Arvo"/>
                  <a:cs typeface="Arvo"/>
                  <a:sym typeface="Arvo"/>
                </a:endParaRPr>
              </a:p>
              <a:p>
                <a:pPr indent="0" lvl="0" marL="0" rtl="0" algn="r">
                  <a:spcBef>
                    <a:spcPts val="0"/>
                  </a:spcBef>
                  <a:spcAft>
                    <a:spcPts val="0"/>
                  </a:spcAft>
                  <a:buNone/>
                </a:pPr>
                <a:r>
                  <a:t/>
                </a:r>
                <a:endParaRPr i="1" sz="400">
                  <a:solidFill>
                    <a:srgbClr val="666666"/>
                  </a:solidFill>
                  <a:latin typeface="Arvo"/>
                  <a:ea typeface="Arvo"/>
                  <a:cs typeface="Arvo"/>
                  <a:sym typeface="Arvo"/>
                </a:endParaRPr>
              </a:p>
            </p:txBody>
          </p:sp>
        </p:grpSp>
        <p:grpSp>
          <p:nvGrpSpPr>
            <p:cNvPr id="5076" name="Google Shape;5076;p87"/>
            <p:cNvGrpSpPr/>
            <p:nvPr/>
          </p:nvGrpSpPr>
          <p:grpSpPr>
            <a:xfrm>
              <a:off x="4717163" y="5744150"/>
              <a:ext cx="2376625" cy="200100"/>
              <a:chOff x="624700" y="1498750"/>
              <a:chExt cx="2376625" cy="200100"/>
            </a:xfrm>
          </p:grpSpPr>
          <p:sp>
            <p:nvSpPr>
              <p:cNvPr id="5077" name="Google Shape;5077;p87"/>
              <p:cNvSpPr txBox="1"/>
              <p:nvPr/>
            </p:nvSpPr>
            <p:spPr>
              <a:xfrm>
                <a:off x="747725" y="1498750"/>
                <a:ext cx="2253600" cy="200100"/>
              </a:xfrm>
              <a:prstGeom prst="rect">
                <a:avLst/>
              </a:prstGeom>
              <a:solidFill>
                <a:srgbClr val="F3F3F3"/>
              </a:solidFill>
              <a:ln>
                <a:noFill/>
              </a:ln>
            </p:spPr>
            <p:txBody>
              <a:bodyPr anchorCtr="0" anchor="ctr" bIns="18000" lIns="18000" spcFirstLastPara="1" rIns="18000" wrap="square" tIns="18000">
                <a:noAutofit/>
              </a:bodyPr>
              <a:lstStyle/>
              <a:p>
                <a:pPr indent="0" lvl="0" marL="0" rtl="0" algn="l">
                  <a:spcBef>
                    <a:spcPts val="0"/>
                  </a:spcBef>
                  <a:spcAft>
                    <a:spcPts val="0"/>
                  </a:spcAft>
                  <a:buNone/>
                </a:pPr>
                <a:r>
                  <a:t/>
                </a:r>
                <a:endParaRPr sz="800">
                  <a:solidFill>
                    <a:srgbClr val="434343"/>
                  </a:solidFill>
                </a:endParaRPr>
              </a:p>
            </p:txBody>
          </p:sp>
          <p:sp>
            <p:nvSpPr>
              <p:cNvPr id="5078" name="Google Shape;5078;p87"/>
              <p:cNvSpPr txBox="1"/>
              <p:nvPr/>
            </p:nvSpPr>
            <p:spPr>
              <a:xfrm>
                <a:off x="624700" y="1514200"/>
                <a:ext cx="86100" cy="169200"/>
              </a:xfrm>
              <a:prstGeom prst="rect">
                <a:avLst/>
              </a:prstGeom>
              <a:noFill/>
              <a:ln>
                <a:noFill/>
              </a:ln>
            </p:spPr>
            <p:txBody>
              <a:bodyPr anchorCtr="0" anchor="ctr" bIns="0" lIns="0" spcFirstLastPara="1" rIns="0" wrap="square" tIns="0">
                <a:spAutoFit/>
              </a:bodyPr>
              <a:lstStyle/>
              <a:p>
                <a:pPr indent="0" lvl="0" marL="0" rtl="0" algn="r">
                  <a:spcBef>
                    <a:spcPts val="0"/>
                  </a:spcBef>
                  <a:spcAft>
                    <a:spcPts val="0"/>
                  </a:spcAft>
                  <a:buNone/>
                </a:pPr>
                <a:r>
                  <a:rPr lang="es-419" sz="700">
                    <a:latin typeface="Arvo"/>
                    <a:ea typeface="Arvo"/>
                    <a:cs typeface="Arvo"/>
                    <a:sym typeface="Arvo"/>
                  </a:rPr>
                  <a:t>3.</a:t>
                </a:r>
                <a:endParaRPr sz="700">
                  <a:latin typeface="Arvo"/>
                  <a:ea typeface="Arvo"/>
                  <a:cs typeface="Arvo"/>
                  <a:sym typeface="Arvo"/>
                </a:endParaRPr>
              </a:p>
              <a:p>
                <a:pPr indent="0" lvl="0" marL="0" rtl="0" algn="r">
                  <a:spcBef>
                    <a:spcPts val="0"/>
                  </a:spcBef>
                  <a:spcAft>
                    <a:spcPts val="0"/>
                  </a:spcAft>
                  <a:buNone/>
                </a:pPr>
                <a:r>
                  <a:t/>
                </a:r>
                <a:endParaRPr i="1" sz="400">
                  <a:solidFill>
                    <a:srgbClr val="666666"/>
                  </a:solidFill>
                  <a:latin typeface="Arvo"/>
                  <a:ea typeface="Arvo"/>
                  <a:cs typeface="Arvo"/>
                  <a:sym typeface="Arvo"/>
                </a:endParaRPr>
              </a:p>
            </p:txBody>
          </p:sp>
        </p:grpSp>
        <p:grpSp>
          <p:nvGrpSpPr>
            <p:cNvPr id="5079" name="Google Shape;5079;p87"/>
            <p:cNvGrpSpPr/>
            <p:nvPr/>
          </p:nvGrpSpPr>
          <p:grpSpPr>
            <a:xfrm>
              <a:off x="4717163" y="5966688"/>
              <a:ext cx="2376625" cy="200100"/>
              <a:chOff x="624700" y="1498750"/>
              <a:chExt cx="2376625" cy="200100"/>
            </a:xfrm>
          </p:grpSpPr>
          <p:sp>
            <p:nvSpPr>
              <p:cNvPr id="5080" name="Google Shape;5080;p87"/>
              <p:cNvSpPr txBox="1"/>
              <p:nvPr/>
            </p:nvSpPr>
            <p:spPr>
              <a:xfrm>
                <a:off x="747725" y="1498750"/>
                <a:ext cx="2253600" cy="200100"/>
              </a:xfrm>
              <a:prstGeom prst="rect">
                <a:avLst/>
              </a:prstGeom>
              <a:solidFill>
                <a:srgbClr val="F3F3F3"/>
              </a:solidFill>
              <a:ln>
                <a:noFill/>
              </a:ln>
            </p:spPr>
            <p:txBody>
              <a:bodyPr anchorCtr="0" anchor="ctr" bIns="18000" lIns="18000" spcFirstLastPara="1" rIns="18000" wrap="square" tIns="18000">
                <a:noAutofit/>
              </a:bodyPr>
              <a:lstStyle/>
              <a:p>
                <a:pPr indent="0" lvl="0" marL="0" rtl="0" algn="l">
                  <a:spcBef>
                    <a:spcPts val="0"/>
                  </a:spcBef>
                  <a:spcAft>
                    <a:spcPts val="0"/>
                  </a:spcAft>
                  <a:buNone/>
                </a:pPr>
                <a:r>
                  <a:t/>
                </a:r>
                <a:endParaRPr sz="800">
                  <a:solidFill>
                    <a:srgbClr val="434343"/>
                  </a:solidFill>
                </a:endParaRPr>
              </a:p>
            </p:txBody>
          </p:sp>
          <p:sp>
            <p:nvSpPr>
              <p:cNvPr id="5081" name="Google Shape;5081;p87"/>
              <p:cNvSpPr txBox="1"/>
              <p:nvPr/>
            </p:nvSpPr>
            <p:spPr>
              <a:xfrm>
                <a:off x="624700" y="1514200"/>
                <a:ext cx="86100" cy="169200"/>
              </a:xfrm>
              <a:prstGeom prst="rect">
                <a:avLst/>
              </a:prstGeom>
              <a:noFill/>
              <a:ln>
                <a:noFill/>
              </a:ln>
            </p:spPr>
            <p:txBody>
              <a:bodyPr anchorCtr="0" anchor="ctr" bIns="0" lIns="0" spcFirstLastPara="1" rIns="0" wrap="square" tIns="0">
                <a:spAutoFit/>
              </a:bodyPr>
              <a:lstStyle/>
              <a:p>
                <a:pPr indent="0" lvl="0" marL="0" rtl="0" algn="r">
                  <a:spcBef>
                    <a:spcPts val="0"/>
                  </a:spcBef>
                  <a:spcAft>
                    <a:spcPts val="0"/>
                  </a:spcAft>
                  <a:buNone/>
                </a:pPr>
                <a:r>
                  <a:rPr lang="es-419" sz="700">
                    <a:latin typeface="Arvo"/>
                    <a:ea typeface="Arvo"/>
                    <a:cs typeface="Arvo"/>
                    <a:sym typeface="Arvo"/>
                  </a:rPr>
                  <a:t>4.</a:t>
                </a:r>
                <a:endParaRPr sz="700">
                  <a:latin typeface="Arvo"/>
                  <a:ea typeface="Arvo"/>
                  <a:cs typeface="Arvo"/>
                  <a:sym typeface="Arvo"/>
                </a:endParaRPr>
              </a:p>
              <a:p>
                <a:pPr indent="0" lvl="0" marL="0" rtl="0" algn="r">
                  <a:spcBef>
                    <a:spcPts val="0"/>
                  </a:spcBef>
                  <a:spcAft>
                    <a:spcPts val="0"/>
                  </a:spcAft>
                  <a:buNone/>
                </a:pPr>
                <a:r>
                  <a:t/>
                </a:r>
                <a:endParaRPr i="1" sz="400">
                  <a:solidFill>
                    <a:srgbClr val="666666"/>
                  </a:solidFill>
                  <a:latin typeface="Arvo"/>
                  <a:ea typeface="Arvo"/>
                  <a:cs typeface="Arvo"/>
                  <a:sym typeface="Arvo"/>
                </a:endParaRPr>
              </a:p>
            </p:txBody>
          </p:sp>
        </p:grpSp>
        <p:grpSp>
          <p:nvGrpSpPr>
            <p:cNvPr id="5082" name="Google Shape;5082;p87"/>
            <p:cNvGrpSpPr/>
            <p:nvPr/>
          </p:nvGrpSpPr>
          <p:grpSpPr>
            <a:xfrm>
              <a:off x="4717163" y="6195113"/>
              <a:ext cx="2376625" cy="200100"/>
              <a:chOff x="624700" y="1498750"/>
              <a:chExt cx="2376625" cy="200100"/>
            </a:xfrm>
          </p:grpSpPr>
          <p:sp>
            <p:nvSpPr>
              <p:cNvPr id="5083" name="Google Shape;5083;p87"/>
              <p:cNvSpPr txBox="1"/>
              <p:nvPr/>
            </p:nvSpPr>
            <p:spPr>
              <a:xfrm>
                <a:off x="747725" y="1498750"/>
                <a:ext cx="2253600" cy="200100"/>
              </a:xfrm>
              <a:prstGeom prst="rect">
                <a:avLst/>
              </a:prstGeom>
              <a:solidFill>
                <a:srgbClr val="F3F3F3"/>
              </a:solidFill>
              <a:ln>
                <a:noFill/>
              </a:ln>
            </p:spPr>
            <p:txBody>
              <a:bodyPr anchorCtr="0" anchor="ctr" bIns="18000" lIns="18000" spcFirstLastPara="1" rIns="18000" wrap="square" tIns="18000">
                <a:noAutofit/>
              </a:bodyPr>
              <a:lstStyle/>
              <a:p>
                <a:pPr indent="0" lvl="0" marL="0" rtl="0" algn="l">
                  <a:spcBef>
                    <a:spcPts val="0"/>
                  </a:spcBef>
                  <a:spcAft>
                    <a:spcPts val="0"/>
                  </a:spcAft>
                  <a:buNone/>
                </a:pPr>
                <a:r>
                  <a:t/>
                </a:r>
                <a:endParaRPr sz="800">
                  <a:solidFill>
                    <a:srgbClr val="434343"/>
                  </a:solidFill>
                </a:endParaRPr>
              </a:p>
            </p:txBody>
          </p:sp>
          <p:sp>
            <p:nvSpPr>
              <p:cNvPr id="5084" name="Google Shape;5084;p87"/>
              <p:cNvSpPr txBox="1"/>
              <p:nvPr/>
            </p:nvSpPr>
            <p:spPr>
              <a:xfrm>
                <a:off x="624700" y="1514200"/>
                <a:ext cx="86100" cy="169200"/>
              </a:xfrm>
              <a:prstGeom prst="rect">
                <a:avLst/>
              </a:prstGeom>
              <a:noFill/>
              <a:ln>
                <a:noFill/>
              </a:ln>
            </p:spPr>
            <p:txBody>
              <a:bodyPr anchorCtr="0" anchor="ctr" bIns="0" lIns="0" spcFirstLastPara="1" rIns="0" wrap="square" tIns="0">
                <a:spAutoFit/>
              </a:bodyPr>
              <a:lstStyle/>
              <a:p>
                <a:pPr indent="0" lvl="0" marL="0" rtl="0" algn="r">
                  <a:spcBef>
                    <a:spcPts val="0"/>
                  </a:spcBef>
                  <a:spcAft>
                    <a:spcPts val="0"/>
                  </a:spcAft>
                  <a:buNone/>
                </a:pPr>
                <a:r>
                  <a:rPr lang="es-419" sz="700">
                    <a:latin typeface="Arvo"/>
                    <a:ea typeface="Arvo"/>
                    <a:cs typeface="Arvo"/>
                    <a:sym typeface="Arvo"/>
                  </a:rPr>
                  <a:t>5.</a:t>
                </a:r>
                <a:endParaRPr sz="700">
                  <a:latin typeface="Arvo"/>
                  <a:ea typeface="Arvo"/>
                  <a:cs typeface="Arvo"/>
                  <a:sym typeface="Arvo"/>
                </a:endParaRPr>
              </a:p>
              <a:p>
                <a:pPr indent="0" lvl="0" marL="0" rtl="0" algn="r">
                  <a:spcBef>
                    <a:spcPts val="0"/>
                  </a:spcBef>
                  <a:spcAft>
                    <a:spcPts val="0"/>
                  </a:spcAft>
                  <a:buNone/>
                </a:pPr>
                <a:r>
                  <a:t/>
                </a:r>
                <a:endParaRPr i="1" sz="400">
                  <a:solidFill>
                    <a:srgbClr val="666666"/>
                  </a:solidFill>
                  <a:latin typeface="Arvo"/>
                  <a:ea typeface="Arvo"/>
                  <a:cs typeface="Arvo"/>
                  <a:sym typeface="Arvo"/>
                </a:endParaRPr>
              </a:p>
            </p:txBody>
          </p:sp>
        </p:grpSp>
      </p:grpSp>
      <p:cxnSp>
        <p:nvCxnSpPr>
          <p:cNvPr id="5085" name="Google Shape;5085;p87"/>
          <p:cNvCxnSpPr/>
          <p:nvPr/>
        </p:nvCxnSpPr>
        <p:spPr>
          <a:xfrm flipH="1" rot="10800000">
            <a:off x="3031250" y="3171713"/>
            <a:ext cx="642300" cy="345000"/>
          </a:xfrm>
          <a:prstGeom prst="bentConnector3">
            <a:avLst>
              <a:gd fmla="val 50000" name="adj1"/>
            </a:avLst>
          </a:prstGeom>
          <a:noFill/>
          <a:ln cap="flat" cmpd="sng" w="9525">
            <a:solidFill>
              <a:srgbClr val="595959"/>
            </a:solidFill>
            <a:prstDash val="dash"/>
            <a:round/>
            <a:headEnd len="med" w="med" type="none"/>
            <a:tailEnd len="med" w="med" type="stealth"/>
          </a:ln>
        </p:spPr>
      </p:cxnSp>
      <p:sp>
        <p:nvSpPr>
          <p:cNvPr id="5086" name="Google Shape;5086;p87"/>
          <p:cNvSpPr/>
          <p:nvPr/>
        </p:nvSpPr>
        <p:spPr>
          <a:xfrm>
            <a:off x="6267913" y="208450"/>
            <a:ext cx="3319800" cy="421200"/>
          </a:xfrm>
          <a:prstGeom prst="roundRect">
            <a:avLst>
              <a:gd fmla="val 17492" name="adj"/>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s-419" sz="1200">
                <a:solidFill>
                  <a:srgbClr val="FFFFFF"/>
                </a:solidFill>
              </a:rPr>
              <a:t>Estructura de Funcionalidades</a:t>
            </a:r>
            <a:endParaRPr b="1" sz="1100">
              <a:solidFill>
                <a:srgbClr val="FFFFFF"/>
              </a:solidFill>
            </a:endParaRPr>
          </a:p>
        </p:txBody>
      </p:sp>
      <p:sp>
        <p:nvSpPr>
          <p:cNvPr id="5087" name="Google Shape;5087;p87"/>
          <p:cNvSpPr/>
          <p:nvPr/>
        </p:nvSpPr>
        <p:spPr>
          <a:xfrm>
            <a:off x="6267900" y="767475"/>
            <a:ext cx="3319800" cy="4765500"/>
          </a:xfrm>
          <a:prstGeom prst="roundRect">
            <a:avLst>
              <a:gd fmla="val 4230" name="adj"/>
            </a:avLst>
          </a:prstGeom>
          <a:solidFill>
            <a:srgbClr val="F3F3F3"/>
          </a:solidFill>
          <a:ln cap="flat" cmpd="sng" w="9525">
            <a:solidFill>
              <a:srgbClr val="F3F3F3"/>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8" name="Google Shape;5088;p87"/>
          <p:cNvSpPr/>
          <p:nvPr/>
        </p:nvSpPr>
        <p:spPr>
          <a:xfrm>
            <a:off x="6922664" y="941549"/>
            <a:ext cx="687600" cy="366900"/>
          </a:xfrm>
          <a:prstGeom prst="foldedCorner">
            <a:avLst>
              <a:gd fmla="val 16667" name="adj"/>
            </a:avLst>
          </a:prstGeom>
          <a:solidFill>
            <a:srgbClr val="F3F3F3"/>
          </a:solidFill>
          <a:ln cap="flat" cmpd="sng" w="9525">
            <a:solidFill>
              <a:srgbClr val="999999"/>
            </a:solidFill>
            <a:prstDash val="solid"/>
            <a:round/>
            <a:headEnd len="sm" w="sm" type="none"/>
            <a:tailEnd len="sm" w="sm" type="none"/>
          </a:ln>
          <a:effectLst>
            <a:outerShdw blurRad="57150" rotWithShape="0" algn="bl" dir="1920000" dist="19050">
              <a:srgbClr val="000000">
                <a:alpha val="22000"/>
              </a:srgbClr>
            </a:outerShdw>
          </a:effectLst>
        </p:spPr>
        <p:txBody>
          <a:bodyPr anchorCtr="0" anchor="t" bIns="18000" lIns="18000" spcFirstLastPara="1" rIns="18000" wrap="square" tIns="18000">
            <a:noAutofit/>
          </a:bodyPr>
          <a:lstStyle/>
          <a:p>
            <a:pPr indent="0" lvl="0" marL="0" rtl="0" algn="ctr">
              <a:spcBef>
                <a:spcPts val="0"/>
              </a:spcBef>
              <a:spcAft>
                <a:spcPts val="0"/>
              </a:spcAft>
              <a:buNone/>
            </a:pPr>
            <a:r>
              <a:rPr b="1" lang="es-419" sz="800"/>
              <a:t>&lt;...&gt;</a:t>
            </a:r>
            <a:endParaRPr b="1" sz="800"/>
          </a:p>
          <a:p>
            <a:pPr indent="0" lvl="0" marL="0" rtl="0" algn="ctr">
              <a:spcBef>
                <a:spcPts val="0"/>
              </a:spcBef>
              <a:spcAft>
                <a:spcPts val="0"/>
              </a:spcAft>
              <a:buNone/>
            </a:pPr>
            <a:r>
              <a:rPr lang="es-419" sz="800"/>
              <a:t>&lt;...&gt;</a:t>
            </a:r>
            <a:endParaRPr sz="800"/>
          </a:p>
        </p:txBody>
      </p:sp>
      <p:grpSp>
        <p:nvGrpSpPr>
          <p:cNvPr id="5089" name="Google Shape;5089;p87"/>
          <p:cNvGrpSpPr/>
          <p:nvPr/>
        </p:nvGrpSpPr>
        <p:grpSpPr>
          <a:xfrm>
            <a:off x="8373018" y="1624384"/>
            <a:ext cx="801000" cy="434150"/>
            <a:chOff x="6170025" y="1408150"/>
            <a:chExt cx="801000" cy="434150"/>
          </a:xfrm>
        </p:grpSpPr>
        <p:cxnSp>
          <p:nvCxnSpPr>
            <p:cNvPr id="5090" name="Google Shape;5090;p87"/>
            <p:cNvCxnSpPr/>
            <p:nvPr/>
          </p:nvCxnSpPr>
          <p:spPr>
            <a:xfrm>
              <a:off x="6170025" y="1555500"/>
              <a:ext cx="801000" cy="286800"/>
            </a:xfrm>
            <a:prstGeom prst="bentConnector3">
              <a:avLst>
                <a:gd fmla="val 50000" name="adj1"/>
              </a:avLst>
            </a:prstGeom>
            <a:noFill/>
            <a:ln cap="flat" cmpd="sng" w="19050">
              <a:solidFill>
                <a:srgbClr val="274E13"/>
              </a:solidFill>
              <a:prstDash val="lgDash"/>
              <a:round/>
              <a:headEnd len="med" w="med" type="none"/>
              <a:tailEnd len="med" w="med" type="stealth"/>
            </a:ln>
          </p:spPr>
        </p:cxnSp>
        <p:sp>
          <p:nvSpPr>
            <p:cNvPr id="5091" name="Google Shape;5091;p87"/>
            <p:cNvSpPr txBox="1"/>
            <p:nvPr/>
          </p:nvSpPr>
          <p:spPr>
            <a:xfrm>
              <a:off x="6255333" y="1408150"/>
              <a:ext cx="623400" cy="123000"/>
            </a:xfrm>
            <a:prstGeom prst="rect">
              <a:avLst/>
            </a:prstGeom>
            <a:noFill/>
            <a:ln>
              <a:noFill/>
            </a:ln>
          </p:spPr>
          <p:txBody>
            <a:bodyPr anchorCtr="0" anchor="t" bIns="0" lIns="0" spcFirstLastPara="1" rIns="0" wrap="square" tIns="0">
              <a:spAutoFit/>
            </a:bodyPr>
            <a:lstStyle/>
            <a:p>
              <a:pPr indent="0" lvl="0" marL="0" rtl="0" algn="ctr">
                <a:spcBef>
                  <a:spcPts val="0"/>
                </a:spcBef>
                <a:spcAft>
                  <a:spcPts val="0"/>
                </a:spcAft>
                <a:buNone/>
              </a:pPr>
              <a:r>
                <a:rPr b="1" i="1" lang="es-419" sz="800">
                  <a:solidFill>
                    <a:srgbClr val="274E13"/>
                  </a:solidFill>
                </a:rPr>
                <a:t>includes</a:t>
              </a:r>
              <a:endParaRPr b="1" i="1" sz="800">
                <a:solidFill>
                  <a:srgbClr val="274E13"/>
                </a:solidFill>
              </a:endParaRPr>
            </a:p>
          </p:txBody>
        </p:sp>
      </p:grpSp>
      <p:grpSp>
        <p:nvGrpSpPr>
          <p:cNvPr id="5092" name="Google Shape;5092;p87"/>
          <p:cNvGrpSpPr/>
          <p:nvPr/>
        </p:nvGrpSpPr>
        <p:grpSpPr>
          <a:xfrm>
            <a:off x="7407943" y="1548172"/>
            <a:ext cx="801000" cy="434150"/>
            <a:chOff x="6170025" y="1408150"/>
            <a:chExt cx="801000" cy="434150"/>
          </a:xfrm>
        </p:grpSpPr>
        <p:cxnSp>
          <p:nvCxnSpPr>
            <p:cNvPr id="5093" name="Google Shape;5093;p87"/>
            <p:cNvCxnSpPr/>
            <p:nvPr/>
          </p:nvCxnSpPr>
          <p:spPr>
            <a:xfrm>
              <a:off x="6170025" y="1555500"/>
              <a:ext cx="801000" cy="286800"/>
            </a:xfrm>
            <a:prstGeom prst="bentConnector3">
              <a:avLst>
                <a:gd fmla="val 50000" name="adj1"/>
              </a:avLst>
            </a:prstGeom>
            <a:noFill/>
            <a:ln cap="flat" cmpd="sng" w="19050">
              <a:solidFill>
                <a:srgbClr val="990000"/>
              </a:solidFill>
              <a:prstDash val="lgDash"/>
              <a:round/>
              <a:headEnd len="med" w="med" type="none"/>
              <a:tailEnd len="med" w="med" type="stealth"/>
            </a:ln>
          </p:spPr>
        </p:cxnSp>
        <p:sp>
          <p:nvSpPr>
            <p:cNvPr id="5094" name="Google Shape;5094;p87"/>
            <p:cNvSpPr txBox="1"/>
            <p:nvPr/>
          </p:nvSpPr>
          <p:spPr>
            <a:xfrm>
              <a:off x="6255333" y="1408150"/>
              <a:ext cx="623400" cy="123000"/>
            </a:xfrm>
            <a:prstGeom prst="rect">
              <a:avLst/>
            </a:prstGeom>
            <a:noFill/>
            <a:ln>
              <a:noFill/>
            </a:ln>
          </p:spPr>
          <p:txBody>
            <a:bodyPr anchorCtr="0" anchor="t" bIns="0" lIns="0" spcFirstLastPara="1" rIns="0" wrap="square" tIns="0">
              <a:spAutoFit/>
            </a:bodyPr>
            <a:lstStyle/>
            <a:p>
              <a:pPr indent="0" lvl="0" marL="0" rtl="0" algn="ctr">
                <a:spcBef>
                  <a:spcPts val="0"/>
                </a:spcBef>
                <a:spcAft>
                  <a:spcPts val="0"/>
                </a:spcAft>
                <a:buNone/>
              </a:pPr>
              <a:r>
                <a:rPr b="1" i="1" lang="es-419" sz="800">
                  <a:solidFill>
                    <a:srgbClr val="990000"/>
                  </a:solidFill>
                </a:rPr>
                <a:t>extends</a:t>
              </a:r>
              <a:endParaRPr b="1" i="1" sz="800">
                <a:solidFill>
                  <a:srgbClr val="990000"/>
                </a:solidFill>
              </a:endParaRPr>
            </a:p>
          </p:txBody>
        </p:sp>
      </p:grpSp>
      <p:cxnSp>
        <p:nvCxnSpPr>
          <p:cNvPr id="5095" name="Google Shape;5095;p87"/>
          <p:cNvCxnSpPr/>
          <p:nvPr/>
        </p:nvCxnSpPr>
        <p:spPr>
          <a:xfrm>
            <a:off x="6546368" y="1620358"/>
            <a:ext cx="773700" cy="442200"/>
          </a:xfrm>
          <a:prstGeom prst="bentConnector3">
            <a:avLst>
              <a:gd fmla="val 50000" name="adj1"/>
            </a:avLst>
          </a:prstGeom>
          <a:noFill/>
          <a:ln cap="flat" cmpd="sng" w="19050">
            <a:solidFill>
              <a:schemeClr val="dk2"/>
            </a:solidFill>
            <a:prstDash val="dash"/>
            <a:round/>
            <a:headEnd len="med" w="med" type="none"/>
            <a:tailEnd len="med" w="med" type="stealth"/>
          </a:ln>
        </p:spPr>
      </p:cxnSp>
      <p:sp>
        <p:nvSpPr>
          <p:cNvPr id="5096" name="Google Shape;5096;p87"/>
          <p:cNvSpPr/>
          <p:nvPr/>
        </p:nvSpPr>
        <p:spPr>
          <a:xfrm>
            <a:off x="8067506" y="973113"/>
            <a:ext cx="691500" cy="307800"/>
          </a:xfrm>
          <a:prstGeom prst="roundRect">
            <a:avLst>
              <a:gd fmla="val 5590" name="adj"/>
            </a:avLst>
          </a:prstGeom>
          <a:solidFill>
            <a:srgbClr val="D9EAD3"/>
          </a:solidFill>
          <a:ln cap="flat" cmpd="sng" w="9525">
            <a:solidFill>
              <a:srgbClr val="EFEFEF"/>
            </a:solidFill>
            <a:prstDash val="solid"/>
            <a:round/>
            <a:headEnd len="sm" w="sm" type="none"/>
            <a:tailEnd len="sm" w="sm" type="none"/>
          </a:ln>
          <a:effectLst>
            <a:outerShdw rotWithShape="0" algn="bl" dir="2820000" dist="9525">
              <a:srgbClr val="660000">
                <a:alpha val="50000"/>
              </a:srgbClr>
            </a:outerShdw>
          </a:effectLst>
        </p:spPr>
        <p:txBody>
          <a:bodyPr anchorCtr="0" anchor="ctr" bIns="18000" lIns="18000" spcFirstLastPara="1" rIns="18000" wrap="square" tIns="18000">
            <a:noAutofit/>
          </a:bodyPr>
          <a:lstStyle/>
          <a:p>
            <a:pPr indent="0" lvl="0" marL="0" rtl="0" algn="ctr">
              <a:spcBef>
                <a:spcPts val="0"/>
              </a:spcBef>
              <a:spcAft>
                <a:spcPts val="0"/>
              </a:spcAft>
              <a:buNone/>
            </a:pPr>
            <a:r>
              <a:rPr b="1" lang="es-419" sz="800"/>
              <a:t>&lt;..&gt;</a:t>
            </a:r>
            <a:endParaRPr b="1" sz="800">
              <a:latin typeface="Roboto"/>
              <a:ea typeface="Roboto"/>
              <a:cs typeface="Roboto"/>
              <a:sym typeface="Roboto"/>
            </a:endParaRPr>
          </a:p>
        </p:txBody>
      </p:sp>
      <p:grpSp>
        <p:nvGrpSpPr>
          <p:cNvPr id="5097" name="Google Shape;5097;p87"/>
          <p:cNvGrpSpPr/>
          <p:nvPr/>
        </p:nvGrpSpPr>
        <p:grpSpPr>
          <a:xfrm>
            <a:off x="6527875" y="4006850"/>
            <a:ext cx="2799900" cy="1366800"/>
            <a:chOff x="454975" y="4155250"/>
            <a:chExt cx="2799900" cy="1366800"/>
          </a:xfrm>
        </p:grpSpPr>
        <p:sp>
          <p:nvSpPr>
            <p:cNvPr id="5098" name="Google Shape;5098;p87"/>
            <p:cNvSpPr/>
            <p:nvPr/>
          </p:nvSpPr>
          <p:spPr>
            <a:xfrm>
              <a:off x="454975" y="4155250"/>
              <a:ext cx="2799900" cy="1366800"/>
            </a:xfrm>
            <a:prstGeom prst="roundRect">
              <a:avLst>
                <a:gd fmla="val 3233" name="adj"/>
              </a:avLst>
            </a:prstGeom>
            <a:solidFill>
              <a:srgbClr val="FFFFFF"/>
            </a:solidFill>
            <a:ln cap="flat" cmpd="sng" w="9525">
              <a:solidFill>
                <a:srgbClr val="EFEFEF"/>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t" bIns="18000" lIns="18000" spcFirstLastPara="1" rIns="18000" wrap="square" tIns="18000">
              <a:noAutofit/>
            </a:bodyPr>
            <a:lstStyle/>
            <a:p>
              <a:pPr indent="0" lvl="0" marL="0" rtl="0" algn="ctr">
                <a:spcBef>
                  <a:spcPts val="0"/>
                </a:spcBef>
                <a:spcAft>
                  <a:spcPts val="0"/>
                </a:spcAft>
                <a:buNone/>
              </a:pPr>
              <a:r>
                <a:rPr b="1" i="1" lang="es-419" sz="900">
                  <a:solidFill>
                    <a:srgbClr val="434343"/>
                  </a:solidFill>
                </a:rPr>
                <a:t>Objetivos de la Funcionalidad</a:t>
              </a:r>
              <a:endParaRPr b="1" i="1" sz="900">
                <a:solidFill>
                  <a:srgbClr val="434343"/>
                </a:solidFill>
              </a:endParaRPr>
            </a:p>
          </p:txBody>
        </p:sp>
        <p:sp>
          <p:nvSpPr>
            <p:cNvPr id="5099" name="Google Shape;5099;p87"/>
            <p:cNvSpPr txBox="1"/>
            <p:nvPr/>
          </p:nvSpPr>
          <p:spPr>
            <a:xfrm>
              <a:off x="1764892" y="4415677"/>
              <a:ext cx="1069200" cy="2166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t/>
              </a:r>
              <a:endParaRPr b="1" sz="600"/>
            </a:p>
          </p:txBody>
        </p:sp>
        <p:sp>
          <p:nvSpPr>
            <p:cNvPr id="5100" name="Google Shape;5100;p87"/>
            <p:cNvSpPr txBox="1"/>
            <p:nvPr/>
          </p:nvSpPr>
          <p:spPr>
            <a:xfrm>
              <a:off x="661500" y="4423900"/>
              <a:ext cx="801000" cy="232500"/>
            </a:xfrm>
            <a:prstGeom prst="rect">
              <a:avLst/>
            </a:prstGeom>
            <a:noFill/>
            <a:ln>
              <a:noFill/>
            </a:ln>
          </p:spPr>
          <p:txBody>
            <a:bodyPr anchorCtr="0" anchor="ctr" bIns="0" lIns="0" spcFirstLastPara="1" rIns="0" wrap="square" tIns="0">
              <a:noAutofit/>
            </a:bodyPr>
            <a:lstStyle/>
            <a:p>
              <a:pPr indent="0" lvl="0" marL="0" rtl="0" algn="r">
                <a:spcBef>
                  <a:spcPts val="0"/>
                </a:spcBef>
                <a:spcAft>
                  <a:spcPts val="0"/>
                </a:spcAft>
                <a:buNone/>
              </a:pPr>
              <a:r>
                <a:rPr lang="es-419" sz="700">
                  <a:latin typeface="Arvo"/>
                  <a:ea typeface="Arvo"/>
                  <a:cs typeface="Arvo"/>
                  <a:sym typeface="Arvo"/>
                </a:rPr>
                <a:t>Nombre de la Funcionalidad:</a:t>
              </a:r>
              <a:endParaRPr sz="700">
                <a:latin typeface="Arvo"/>
                <a:ea typeface="Arvo"/>
                <a:cs typeface="Arvo"/>
                <a:sym typeface="Arvo"/>
              </a:endParaRPr>
            </a:p>
            <a:p>
              <a:pPr indent="0" lvl="0" marL="0" rtl="0" algn="r">
                <a:spcBef>
                  <a:spcPts val="0"/>
                </a:spcBef>
                <a:spcAft>
                  <a:spcPts val="0"/>
                </a:spcAft>
                <a:buNone/>
              </a:pPr>
              <a:r>
                <a:rPr i="1" lang="es-419" sz="600">
                  <a:solidFill>
                    <a:srgbClr val="666666"/>
                  </a:solidFill>
                  <a:latin typeface="Arvo"/>
                  <a:ea typeface="Arvo"/>
                  <a:cs typeface="Arvo"/>
                  <a:sym typeface="Arvo"/>
                </a:rPr>
                <a:t>ej: Reserva de citas médicas</a:t>
              </a:r>
              <a:endParaRPr i="1" sz="600">
                <a:solidFill>
                  <a:srgbClr val="666666"/>
                </a:solidFill>
                <a:latin typeface="Arvo"/>
                <a:ea typeface="Arvo"/>
                <a:cs typeface="Arvo"/>
                <a:sym typeface="Arvo"/>
              </a:endParaRPr>
            </a:p>
          </p:txBody>
        </p:sp>
        <p:sp>
          <p:nvSpPr>
            <p:cNvPr id="5101" name="Google Shape;5101;p87"/>
            <p:cNvSpPr txBox="1"/>
            <p:nvPr/>
          </p:nvSpPr>
          <p:spPr>
            <a:xfrm>
              <a:off x="536975" y="5190725"/>
              <a:ext cx="925500" cy="248700"/>
            </a:xfrm>
            <a:prstGeom prst="rect">
              <a:avLst/>
            </a:prstGeom>
            <a:noFill/>
            <a:ln>
              <a:noFill/>
            </a:ln>
          </p:spPr>
          <p:txBody>
            <a:bodyPr anchorCtr="0" anchor="ctr" bIns="0" lIns="0" spcFirstLastPara="1" rIns="0" wrap="square" tIns="0">
              <a:spAutoFit/>
            </a:bodyPr>
            <a:lstStyle/>
            <a:p>
              <a:pPr indent="0" lvl="0" marL="0" marR="0" rtl="0" algn="r">
                <a:lnSpc>
                  <a:spcPct val="85000"/>
                </a:lnSpc>
                <a:spcBef>
                  <a:spcPts val="0"/>
                </a:spcBef>
                <a:spcAft>
                  <a:spcPts val="0"/>
                </a:spcAft>
                <a:buNone/>
              </a:pPr>
              <a:r>
                <a:rPr lang="es-419" sz="700">
                  <a:latin typeface="Arvo"/>
                  <a:ea typeface="Arvo"/>
                  <a:cs typeface="Arvo"/>
                  <a:sym typeface="Arvo"/>
                </a:rPr>
                <a:t>Meta Empresa:</a:t>
              </a:r>
              <a:endParaRPr sz="700">
                <a:latin typeface="Arvo"/>
                <a:ea typeface="Arvo"/>
                <a:cs typeface="Arvo"/>
                <a:sym typeface="Arvo"/>
              </a:endParaRPr>
            </a:p>
            <a:p>
              <a:pPr indent="0" lvl="0" marL="0" marR="0" rtl="0" algn="r">
                <a:lnSpc>
                  <a:spcPct val="85000"/>
                </a:lnSpc>
                <a:spcBef>
                  <a:spcPts val="0"/>
                </a:spcBef>
                <a:spcAft>
                  <a:spcPts val="0"/>
                </a:spcAft>
                <a:buNone/>
              </a:pPr>
              <a:r>
                <a:rPr lang="es-419" sz="500">
                  <a:latin typeface="Arvo"/>
                  <a:ea typeface="Arvo"/>
                  <a:cs typeface="Arvo"/>
                  <a:sym typeface="Arvo"/>
                </a:rPr>
                <a:t>&lt;sustantivo&gt;&lt;adjetivo&gt;</a:t>
              </a:r>
              <a:r>
                <a:rPr lang="es-419" sz="600">
                  <a:solidFill>
                    <a:srgbClr val="000000"/>
                  </a:solidFill>
                </a:rPr>
                <a:t> </a:t>
              </a:r>
              <a:endParaRPr sz="600">
                <a:solidFill>
                  <a:srgbClr val="000000"/>
                </a:solidFill>
              </a:endParaRPr>
            </a:p>
            <a:p>
              <a:pPr indent="0" lvl="0" marL="0" marR="0" rtl="0" algn="r">
                <a:lnSpc>
                  <a:spcPct val="85000"/>
                </a:lnSpc>
                <a:spcBef>
                  <a:spcPts val="0"/>
                </a:spcBef>
                <a:spcAft>
                  <a:spcPts val="0"/>
                </a:spcAft>
                <a:buNone/>
              </a:pPr>
              <a:r>
                <a:rPr i="1" lang="es-419" sz="600">
                  <a:solidFill>
                    <a:srgbClr val="666666"/>
                  </a:solidFill>
                  <a:latin typeface="Arvo"/>
                  <a:ea typeface="Arvo"/>
                  <a:cs typeface="Arvo"/>
                  <a:sym typeface="Arvo"/>
                </a:rPr>
                <a:t>ej: agenda actualizada</a:t>
              </a:r>
              <a:endParaRPr i="1" sz="600">
                <a:latin typeface="Arvo"/>
                <a:ea typeface="Arvo"/>
                <a:cs typeface="Arvo"/>
                <a:sym typeface="Arvo"/>
              </a:endParaRPr>
            </a:p>
          </p:txBody>
        </p:sp>
        <p:sp>
          <p:nvSpPr>
            <p:cNvPr id="5102" name="Google Shape;5102;p87"/>
            <p:cNvSpPr txBox="1"/>
            <p:nvPr/>
          </p:nvSpPr>
          <p:spPr>
            <a:xfrm>
              <a:off x="537000" y="4868925"/>
              <a:ext cx="925500" cy="232500"/>
            </a:xfrm>
            <a:prstGeom prst="rect">
              <a:avLst/>
            </a:prstGeom>
            <a:noFill/>
            <a:ln>
              <a:noFill/>
            </a:ln>
          </p:spPr>
          <p:txBody>
            <a:bodyPr anchorCtr="0" anchor="ctr" bIns="0" lIns="0" spcFirstLastPara="1" rIns="0" wrap="square" tIns="0">
              <a:noAutofit/>
            </a:bodyPr>
            <a:lstStyle/>
            <a:p>
              <a:pPr indent="0" lvl="0" marL="0" rtl="0" algn="r">
                <a:spcBef>
                  <a:spcPts val="0"/>
                </a:spcBef>
                <a:spcAft>
                  <a:spcPts val="0"/>
                </a:spcAft>
                <a:buNone/>
              </a:pPr>
              <a:r>
                <a:rPr lang="es-419" sz="700">
                  <a:latin typeface="Arvo"/>
                  <a:ea typeface="Arvo"/>
                  <a:cs typeface="Arvo"/>
                  <a:sym typeface="Arvo"/>
                </a:rPr>
                <a:t>Poscondición:</a:t>
              </a:r>
              <a:endParaRPr sz="700">
                <a:latin typeface="Arvo"/>
                <a:ea typeface="Arvo"/>
                <a:cs typeface="Arvo"/>
                <a:sym typeface="Arvo"/>
              </a:endParaRPr>
            </a:p>
            <a:p>
              <a:pPr indent="0" lvl="0" marL="0" rtl="0" algn="r">
                <a:lnSpc>
                  <a:spcPct val="85000"/>
                </a:lnSpc>
                <a:spcBef>
                  <a:spcPts val="0"/>
                </a:spcBef>
                <a:spcAft>
                  <a:spcPts val="0"/>
                </a:spcAft>
                <a:buClr>
                  <a:srgbClr val="000000"/>
                </a:buClr>
                <a:buSzPts val="1100"/>
                <a:buFont typeface="Arial"/>
                <a:buNone/>
              </a:pPr>
              <a:r>
                <a:rPr lang="es-419" sz="500">
                  <a:solidFill>
                    <a:srgbClr val="000000"/>
                  </a:solidFill>
                  <a:latin typeface="Arvo"/>
                  <a:ea typeface="Arvo"/>
                  <a:cs typeface="Arvo"/>
                  <a:sym typeface="Arvo"/>
                </a:rPr>
                <a:t>&lt;sustantivo&gt;&lt;adjetivo&gt;</a:t>
              </a:r>
              <a:endParaRPr sz="600">
                <a:latin typeface="Arvo"/>
                <a:ea typeface="Arvo"/>
                <a:cs typeface="Arvo"/>
                <a:sym typeface="Arvo"/>
              </a:endParaRPr>
            </a:p>
            <a:p>
              <a:pPr indent="0" lvl="0" marL="0" rtl="0" algn="r">
                <a:spcBef>
                  <a:spcPts val="0"/>
                </a:spcBef>
                <a:spcAft>
                  <a:spcPts val="0"/>
                </a:spcAft>
                <a:buNone/>
              </a:pPr>
              <a:r>
                <a:rPr i="1" lang="es-419" sz="600">
                  <a:solidFill>
                    <a:srgbClr val="666666"/>
                  </a:solidFill>
                  <a:latin typeface="Arvo"/>
                  <a:ea typeface="Arvo"/>
                  <a:cs typeface="Arvo"/>
                  <a:sym typeface="Arvo"/>
                </a:rPr>
                <a:t>ej: pago  realizado</a:t>
              </a:r>
              <a:endParaRPr i="1" sz="600">
                <a:solidFill>
                  <a:srgbClr val="666666"/>
                </a:solidFill>
                <a:latin typeface="Arvo"/>
                <a:ea typeface="Arvo"/>
                <a:cs typeface="Arvo"/>
                <a:sym typeface="Arvo"/>
              </a:endParaRPr>
            </a:p>
          </p:txBody>
        </p:sp>
        <p:sp>
          <p:nvSpPr>
            <p:cNvPr id="5103" name="Google Shape;5103;p87"/>
            <p:cNvSpPr/>
            <p:nvPr/>
          </p:nvSpPr>
          <p:spPr>
            <a:xfrm>
              <a:off x="1567450" y="4861754"/>
              <a:ext cx="1551300" cy="2166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600">
                <a:latin typeface="Roboto"/>
                <a:ea typeface="Roboto"/>
                <a:cs typeface="Roboto"/>
                <a:sym typeface="Roboto"/>
              </a:endParaRPr>
            </a:p>
          </p:txBody>
        </p:sp>
        <p:sp>
          <p:nvSpPr>
            <p:cNvPr id="5104" name="Google Shape;5104;p87"/>
            <p:cNvSpPr/>
            <p:nvPr/>
          </p:nvSpPr>
          <p:spPr>
            <a:xfrm>
              <a:off x="1567450" y="5207124"/>
              <a:ext cx="1551300" cy="2166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600">
                <a:latin typeface="Roboto"/>
                <a:ea typeface="Roboto"/>
                <a:cs typeface="Roboto"/>
                <a:sym typeface="Roboto"/>
              </a:endParaRPr>
            </a:p>
          </p:txBody>
        </p:sp>
        <p:sp>
          <p:nvSpPr>
            <p:cNvPr id="5105" name="Google Shape;5105;p87"/>
            <p:cNvSpPr txBox="1"/>
            <p:nvPr/>
          </p:nvSpPr>
          <p:spPr>
            <a:xfrm>
              <a:off x="1591275" y="4866157"/>
              <a:ext cx="1527600" cy="203100"/>
            </a:xfrm>
            <a:prstGeom prst="rect">
              <a:avLst/>
            </a:prstGeom>
            <a:solidFill>
              <a:srgbClr val="F3F3F3"/>
            </a:solidFill>
            <a:ln>
              <a:noFill/>
            </a:ln>
          </p:spPr>
          <p:txBody>
            <a:bodyPr anchorCtr="0" anchor="ctr" bIns="18000" lIns="18000" spcFirstLastPara="1" rIns="18000" wrap="square" tIns="18000">
              <a:noAutofit/>
            </a:bodyPr>
            <a:lstStyle/>
            <a:p>
              <a:pPr indent="0" lvl="0" marL="0" rtl="0" algn="l">
                <a:spcBef>
                  <a:spcPts val="0"/>
                </a:spcBef>
                <a:spcAft>
                  <a:spcPts val="0"/>
                </a:spcAft>
                <a:buNone/>
              </a:pPr>
              <a:r>
                <a:t/>
              </a:r>
              <a:endParaRPr b="1" i="1" sz="800">
                <a:solidFill>
                  <a:srgbClr val="434343"/>
                </a:solidFill>
              </a:endParaRPr>
            </a:p>
          </p:txBody>
        </p:sp>
        <p:sp>
          <p:nvSpPr>
            <p:cNvPr id="5106" name="Google Shape;5106;p87"/>
            <p:cNvSpPr txBox="1"/>
            <p:nvPr/>
          </p:nvSpPr>
          <p:spPr>
            <a:xfrm>
              <a:off x="1591275" y="5199725"/>
              <a:ext cx="1527600" cy="203100"/>
            </a:xfrm>
            <a:prstGeom prst="rect">
              <a:avLst/>
            </a:prstGeom>
            <a:solidFill>
              <a:srgbClr val="F3F3F3"/>
            </a:solidFill>
            <a:ln>
              <a:noFill/>
            </a:ln>
          </p:spPr>
          <p:txBody>
            <a:bodyPr anchorCtr="0" anchor="ctr" bIns="18000" lIns="18000" spcFirstLastPara="1" rIns="18000" wrap="square" tIns="18000">
              <a:noAutofit/>
            </a:bodyPr>
            <a:lstStyle/>
            <a:p>
              <a:pPr indent="0" lvl="0" marL="0" rtl="0" algn="l">
                <a:spcBef>
                  <a:spcPts val="0"/>
                </a:spcBef>
                <a:spcAft>
                  <a:spcPts val="0"/>
                </a:spcAft>
                <a:buNone/>
              </a:pPr>
              <a:r>
                <a:t/>
              </a:r>
              <a:endParaRPr b="1" i="1" sz="800">
                <a:solidFill>
                  <a:srgbClr val="434343"/>
                </a:solidFill>
              </a:endParaRPr>
            </a:p>
          </p:txBody>
        </p:sp>
        <p:sp>
          <p:nvSpPr>
            <p:cNvPr id="5107" name="Google Shape;5107;p87"/>
            <p:cNvSpPr txBox="1"/>
            <p:nvPr/>
          </p:nvSpPr>
          <p:spPr>
            <a:xfrm>
              <a:off x="1776867" y="4425173"/>
              <a:ext cx="1069200" cy="2166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t/>
              </a:r>
              <a:endParaRPr b="1" sz="600"/>
            </a:p>
          </p:txBody>
        </p:sp>
        <p:sp>
          <p:nvSpPr>
            <p:cNvPr id="5108" name="Google Shape;5108;p87"/>
            <p:cNvSpPr/>
            <p:nvPr/>
          </p:nvSpPr>
          <p:spPr>
            <a:xfrm>
              <a:off x="1579425" y="4367690"/>
              <a:ext cx="15513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600">
                <a:latin typeface="Roboto"/>
                <a:ea typeface="Roboto"/>
                <a:cs typeface="Roboto"/>
                <a:sym typeface="Roboto"/>
              </a:endParaRPr>
            </a:p>
          </p:txBody>
        </p:sp>
        <p:sp>
          <p:nvSpPr>
            <p:cNvPr id="5109" name="Google Shape;5109;p87"/>
            <p:cNvSpPr txBox="1"/>
            <p:nvPr/>
          </p:nvSpPr>
          <p:spPr>
            <a:xfrm>
              <a:off x="1591275" y="4350201"/>
              <a:ext cx="1527600" cy="351900"/>
            </a:xfrm>
            <a:prstGeom prst="rect">
              <a:avLst/>
            </a:prstGeom>
            <a:noFill/>
            <a:ln>
              <a:noFill/>
            </a:ln>
          </p:spPr>
          <p:txBody>
            <a:bodyPr anchorCtr="0" anchor="ctr" bIns="18000" lIns="18000" spcFirstLastPara="1" rIns="18000" wrap="square" tIns="18000">
              <a:noAutofit/>
            </a:bodyPr>
            <a:lstStyle/>
            <a:p>
              <a:pPr indent="0" lvl="0" marL="0" rtl="0" algn="ctr">
                <a:spcBef>
                  <a:spcPts val="0"/>
                </a:spcBef>
                <a:spcAft>
                  <a:spcPts val="0"/>
                </a:spcAft>
                <a:buNone/>
              </a:pPr>
              <a:r>
                <a:t/>
              </a:r>
              <a:endParaRPr b="1" i="1" sz="1100">
                <a:solidFill>
                  <a:srgbClr val="434343"/>
                </a:solidFill>
              </a:endParaRPr>
            </a:p>
          </p:txBody>
        </p:sp>
      </p:grpSp>
      <p:grpSp>
        <p:nvGrpSpPr>
          <p:cNvPr id="5110" name="Google Shape;5110;p87"/>
          <p:cNvGrpSpPr/>
          <p:nvPr/>
        </p:nvGrpSpPr>
        <p:grpSpPr>
          <a:xfrm>
            <a:off x="6602750" y="2334950"/>
            <a:ext cx="2620800" cy="1493100"/>
            <a:chOff x="6602750" y="2334950"/>
            <a:chExt cx="2620800" cy="1493100"/>
          </a:xfrm>
        </p:grpSpPr>
        <p:sp>
          <p:nvSpPr>
            <p:cNvPr id="5111" name="Google Shape;5111;p87"/>
            <p:cNvSpPr/>
            <p:nvPr/>
          </p:nvSpPr>
          <p:spPr>
            <a:xfrm>
              <a:off x="6602750" y="2334950"/>
              <a:ext cx="2620800" cy="1493100"/>
            </a:xfrm>
            <a:prstGeom prst="roundRect">
              <a:avLst>
                <a:gd fmla="val 3146" name="adj"/>
              </a:avLst>
            </a:prstGeom>
            <a:solidFill>
              <a:srgbClr val="FFFFFF"/>
            </a:solidFill>
            <a:ln cap="flat" cmpd="sng" w="9525">
              <a:solidFill>
                <a:srgbClr val="EFEFEF"/>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t" bIns="18000" lIns="18000" spcFirstLastPara="1" rIns="18000" wrap="square" tIns="18000">
              <a:noAutofit/>
            </a:bodyPr>
            <a:lstStyle/>
            <a:p>
              <a:pPr indent="0" lvl="0" marL="0" rtl="0" algn="r">
                <a:spcBef>
                  <a:spcPts val="0"/>
                </a:spcBef>
                <a:spcAft>
                  <a:spcPts val="0"/>
                </a:spcAft>
                <a:buNone/>
              </a:pPr>
              <a:r>
                <a:t/>
              </a:r>
              <a:endParaRPr b="1" i="1" sz="900">
                <a:solidFill>
                  <a:srgbClr val="434343"/>
                </a:solidFill>
              </a:endParaRPr>
            </a:p>
          </p:txBody>
        </p:sp>
        <p:sp>
          <p:nvSpPr>
            <p:cNvPr id="5112" name="Google Shape;5112;p87"/>
            <p:cNvSpPr txBox="1"/>
            <p:nvPr/>
          </p:nvSpPr>
          <p:spPr>
            <a:xfrm>
              <a:off x="6628575" y="2374450"/>
              <a:ext cx="691500" cy="2658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lang="es-419" sz="700">
                  <a:latin typeface="Arvo"/>
                  <a:ea typeface="Arvo"/>
                  <a:cs typeface="Arvo"/>
                  <a:sym typeface="Arvo"/>
                </a:rPr>
                <a:t>Funcionalidad:</a:t>
              </a:r>
              <a:endParaRPr i="1" sz="600">
                <a:solidFill>
                  <a:srgbClr val="666666"/>
                </a:solidFill>
                <a:latin typeface="Arvo"/>
                <a:ea typeface="Arvo"/>
                <a:cs typeface="Arvo"/>
                <a:sym typeface="Arvo"/>
              </a:endParaRPr>
            </a:p>
          </p:txBody>
        </p:sp>
        <p:sp>
          <p:nvSpPr>
            <p:cNvPr id="5113" name="Google Shape;5113;p87"/>
            <p:cNvSpPr/>
            <p:nvPr/>
          </p:nvSpPr>
          <p:spPr>
            <a:xfrm>
              <a:off x="7333000" y="2430625"/>
              <a:ext cx="1783200" cy="160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600">
                <a:latin typeface="Roboto"/>
                <a:ea typeface="Roboto"/>
                <a:cs typeface="Roboto"/>
                <a:sym typeface="Roboto"/>
              </a:endParaRPr>
            </a:p>
          </p:txBody>
        </p:sp>
        <p:sp>
          <p:nvSpPr>
            <p:cNvPr id="5114" name="Google Shape;5114;p87"/>
            <p:cNvSpPr txBox="1"/>
            <p:nvPr/>
          </p:nvSpPr>
          <p:spPr>
            <a:xfrm>
              <a:off x="7333000" y="2426425"/>
              <a:ext cx="1783200" cy="169200"/>
            </a:xfrm>
            <a:prstGeom prst="rect">
              <a:avLst/>
            </a:prstGeom>
            <a:noFill/>
            <a:ln>
              <a:noFill/>
            </a:ln>
          </p:spPr>
          <p:txBody>
            <a:bodyPr anchorCtr="0" anchor="ctr" bIns="18000" lIns="18000" spcFirstLastPara="1" rIns="18000" wrap="square" tIns="18000">
              <a:noAutofit/>
            </a:bodyPr>
            <a:lstStyle/>
            <a:p>
              <a:pPr indent="0" lvl="0" marL="0" rtl="0" algn="ctr">
                <a:spcBef>
                  <a:spcPts val="0"/>
                </a:spcBef>
                <a:spcAft>
                  <a:spcPts val="0"/>
                </a:spcAft>
                <a:buNone/>
              </a:pPr>
              <a:r>
                <a:rPr b="1" i="1" lang="es-419" sz="800">
                  <a:solidFill>
                    <a:srgbClr val="434343"/>
                  </a:solidFill>
                </a:rPr>
                <a:t>&lt;...&gt;</a:t>
              </a:r>
              <a:endParaRPr b="1" i="1" sz="800">
                <a:solidFill>
                  <a:srgbClr val="434343"/>
                </a:solidFill>
              </a:endParaRPr>
            </a:p>
          </p:txBody>
        </p:sp>
        <p:grpSp>
          <p:nvGrpSpPr>
            <p:cNvPr id="5115" name="Google Shape;5115;p87"/>
            <p:cNvGrpSpPr/>
            <p:nvPr/>
          </p:nvGrpSpPr>
          <p:grpSpPr>
            <a:xfrm>
              <a:off x="6739488" y="2659847"/>
              <a:ext cx="2376625" cy="200100"/>
              <a:chOff x="624700" y="1498750"/>
              <a:chExt cx="2376625" cy="200100"/>
            </a:xfrm>
          </p:grpSpPr>
          <p:sp>
            <p:nvSpPr>
              <p:cNvPr id="5116" name="Google Shape;5116;p87"/>
              <p:cNvSpPr txBox="1"/>
              <p:nvPr/>
            </p:nvSpPr>
            <p:spPr>
              <a:xfrm>
                <a:off x="747725" y="1498750"/>
                <a:ext cx="2253600" cy="200100"/>
              </a:xfrm>
              <a:prstGeom prst="rect">
                <a:avLst/>
              </a:prstGeom>
              <a:solidFill>
                <a:srgbClr val="F3F3F3"/>
              </a:solidFill>
              <a:ln>
                <a:noFill/>
              </a:ln>
            </p:spPr>
            <p:txBody>
              <a:bodyPr anchorCtr="0" anchor="ctr" bIns="18000" lIns="18000" spcFirstLastPara="1" rIns="18000" wrap="square" tIns="18000">
                <a:noAutofit/>
              </a:bodyPr>
              <a:lstStyle/>
              <a:p>
                <a:pPr indent="0" lvl="0" marL="0" rtl="0" algn="l">
                  <a:spcBef>
                    <a:spcPts val="0"/>
                  </a:spcBef>
                  <a:spcAft>
                    <a:spcPts val="0"/>
                  </a:spcAft>
                  <a:buNone/>
                </a:pPr>
                <a:r>
                  <a:t/>
                </a:r>
                <a:endParaRPr sz="800">
                  <a:solidFill>
                    <a:srgbClr val="434343"/>
                  </a:solidFill>
                </a:endParaRPr>
              </a:p>
            </p:txBody>
          </p:sp>
          <p:sp>
            <p:nvSpPr>
              <p:cNvPr id="5117" name="Google Shape;5117;p87"/>
              <p:cNvSpPr txBox="1"/>
              <p:nvPr/>
            </p:nvSpPr>
            <p:spPr>
              <a:xfrm>
                <a:off x="624700" y="1514200"/>
                <a:ext cx="86100" cy="169200"/>
              </a:xfrm>
              <a:prstGeom prst="rect">
                <a:avLst/>
              </a:prstGeom>
              <a:noFill/>
              <a:ln>
                <a:noFill/>
              </a:ln>
            </p:spPr>
            <p:txBody>
              <a:bodyPr anchorCtr="0" anchor="ctr" bIns="0" lIns="0" spcFirstLastPara="1" rIns="0" wrap="square" tIns="0">
                <a:spAutoFit/>
              </a:bodyPr>
              <a:lstStyle/>
              <a:p>
                <a:pPr indent="0" lvl="0" marL="0" rtl="0" algn="r">
                  <a:spcBef>
                    <a:spcPts val="0"/>
                  </a:spcBef>
                  <a:spcAft>
                    <a:spcPts val="0"/>
                  </a:spcAft>
                  <a:buNone/>
                </a:pPr>
                <a:r>
                  <a:rPr lang="es-419" sz="700">
                    <a:latin typeface="Arvo"/>
                    <a:ea typeface="Arvo"/>
                    <a:cs typeface="Arvo"/>
                    <a:sym typeface="Arvo"/>
                  </a:rPr>
                  <a:t>1.</a:t>
                </a:r>
                <a:endParaRPr sz="700">
                  <a:latin typeface="Arvo"/>
                  <a:ea typeface="Arvo"/>
                  <a:cs typeface="Arvo"/>
                  <a:sym typeface="Arvo"/>
                </a:endParaRPr>
              </a:p>
              <a:p>
                <a:pPr indent="0" lvl="0" marL="0" rtl="0" algn="r">
                  <a:spcBef>
                    <a:spcPts val="0"/>
                  </a:spcBef>
                  <a:spcAft>
                    <a:spcPts val="0"/>
                  </a:spcAft>
                  <a:buNone/>
                </a:pPr>
                <a:r>
                  <a:t/>
                </a:r>
                <a:endParaRPr i="1" sz="400">
                  <a:solidFill>
                    <a:srgbClr val="666666"/>
                  </a:solidFill>
                  <a:latin typeface="Arvo"/>
                  <a:ea typeface="Arvo"/>
                  <a:cs typeface="Arvo"/>
                  <a:sym typeface="Arvo"/>
                </a:endParaRPr>
              </a:p>
            </p:txBody>
          </p:sp>
        </p:grpSp>
        <p:grpSp>
          <p:nvGrpSpPr>
            <p:cNvPr id="5118" name="Google Shape;5118;p87"/>
            <p:cNvGrpSpPr/>
            <p:nvPr/>
          </p:nvGrpSpPr>
          <p:grpSpPr>
            <a:xfrm>
              <a:off x="6739488" y="2882384"/>
              <a:ext cx="2376625" cy="200100"/>
              <a:chOff x="624700" y="1498750"/>
              <a:chExt cx="2376625" cy="200100"/>
            </a:xfrm>
          </p:grpSpPr>
          <p:sp>
            <p:nvSpPr>
              <p:cNvPr id="5119" name="Google Shape;5119;p87"/>
              <p:cNvSpPr txBox="1"/>
              <p:nvPr/>
            </p:nvSpPr>
            <p:spPr>
              <a:xfrm>
                <a:off x="747725" y="1498750"/>
                <a:ext cx="2253600" cy="200100"/>
              </a:xfrm>
              <a:prstGeom prst="rect">
                <a:avLst/>
              </a:prstGeom>
              <a:solidFill>
                <a:srgbClr val="F3F3F3"/>
              </a:solidFill>
              <a:ln>
                <a:noFill/>
              </a:ln>
            </p:spPr>
            <p:txBody>
              <a:bodyPr anchorCtr="0" anchor="ctr" bIns="18000" lIns="18000" spcFirstLastPara="1" rIns="18000" wrap="square" tIns="18000">
                <a:noAutofit/>
              </a:bodyPr>
              <a:lstStyle/>
              <a:p>
                <a:pPr indent="0" lvl="0" marL="0" rtl="0" algn="l">
                  <a:spcBef>
                    <a:spcPts val="0"/>
                  </a:spcBef>
                  <a:spcAft>
                    <a:spcPts val="0"/>
                  </a:spcAft>
                  <a:buNone/>
                </a:pPr>
                <a:r>
                  <a:t/>
                </a:r>
                <a:endParaRPr sz="800">
                  <a:solidFill>
                    <a:srgbClr val="434343"/>
                  </a:solidFill>
                </a:endParaRPr>
              </a:p>
            </p:txBody>
          </p:sp>
          <p:sp>
            <p:nvSpPr>
              <p:cNvPr id="5120" name="Google Shape;5120;p87"/>
              <p:cNvSpPr txBox="1"/>
              <p:nvPr/>
            </p:nvSpPr>
            <p:spPr>
              <a:xfrm>
                <a:off x="624700" y="1514200"/>
                <a:ext cx="86100" cy="169200"/>
              </a:xfrm>
              <a:prstGeom prst="rect">
                <a:avLst/>
              </a:prstGeom>
              <a:noFill/>
              <a:ln>
                <a:noFill/>
              </a:ln>
            </p:spPr>
            <p:txBody>
              <a:bodyPr anchorCtr="0" anchor="ctr" bIns="0" lIns="0" spcFirstLastPara="1" rIns="0" wrap="square" tIns="0">
                <a:spAutoFit/>
              </a:bodyPr>
              <a:lstStyle/>
              <a:p>
                <a:pPr indent="0" lvl="0" marL="0" rtl="0" algn="r">
                  <a:spcBef>
                    <a:spcPts val="0"/>
                  </a:spcBef>
                  <a:spcAft>
                    <a:spcPts val="0"/>
                  </a:spcAft>
                  <a:buNone/>
                </a:pPr>
                <a:r>
                  <a:rPr lang="es-419" sz="700">
                    <a:latin typeface="Arvo"/>
                    <a:ea typeface="Arvo"/>
                    <a:cs typeface="Arvo"/>
                    <a:sym typeface="Arvo"/>
                  </a:rPr>
                  <a:t>2.</a:t>
                </a:r>
                <a:endParaRPr sz="700">
                  <a:latin typeface="Arvo"/>
                  <a:ea typeface="Arvo"/>
                  <a:cs typeface="Arvo"/>
                  <a:sym typeface="Arvo"/>
                </a:endParaRPr>
              </a:p>
              <a:p>
                <a:pPr indent="0" lvl="0" marL="0" rtl="0" algn="r">
                  <a:spcBef>
                    <a:spcPts val="0"/>
                  </a:spcBef>
                  <a:spcAft>
                    <a:spcPts val="0"/>
                  </a:spcAft>
                  <a:buNone/>
                </a:pPr>
                <a:r>
                  <a:t/>
                </a:r>
                <a:endParaRPr i="1" sz="400">
                  <a:solidFill>
                    <a:srgbClr val="666666"/>
                  </a:solidFill>
                  <a:latin typeface="Arvo"/>
                  <a:ea typeface="Arvo"/>
                  <a:cs typeface="Arvo"/>
                  <a:sym typeface="Arvo"/>
                </a:endParaRPr>
              </a:p>
            </p:txBody>
          </p:sp>
        </p:grpSp>
        <p:grpSp>
          <p:nvGrpSpPr>
            <p:cNvPr id="5121" name="Google Shape;5121;p87"/>
            <p:cNvGrpSpPr/>
            <p:nvPr/>
          </p:nvGrpSpPr>
          <p:grpSpPr>
            <a:xfrm>
              <a:off x="6739488" y="3104947"/>
              <a:ext cx="2376625" cy="200100"/>
              <a:chOff x="624700" y="1498750"/>
              <a:chExt cx="2376625" cy="200100"/>
            </a:xfrm>
          </p:grpSpPr>
          <p:sp>
            <p:nvSpPr>
              <p:cNvPr id="5122" name="Google Shape;5122;p87"/>
              <p:cNvSpPr txBox="1"/>
              <p:nvPr/>
            </p:nvSpPr>
            <p:spPr>
              <a:xfrm>
                <a:off x="747725" y="1498750"/>
                <a:ext cx="2253600" cy="200100"/>
              </a:xfrm>
              <a:prstGeom prst="rect">
                <a:avLst/>
              </a:prstGeom>
              <a:solidFill>
                <a:srgbClr val="F3F3F3"/>
              </a:solidFill>
              <a:ln>
                <a:noFill/>
              </a:ln>
            </p:spPr>
            <p:txBody>
              <a:bodyPr anchorCtr="0" anchor="ctr" bIns="18000" lIns="18000" spcFirstLastPara="1" rIns="18000" wrap="square" tIns="18000">
                <a:noAutofit/>
              </a:bodyPr>
              <a:lstStyle/>
              <a:p>
                <a:pPr indent="0" lvl="0" marL="0" rtl="0" algn="l">
                  <a:spcBef>
                    <a:spcPts val="0"/>
                  </a:spcBef>
                  <a:spcAft>
                    <a:spcPts val="0"/>
                  </a:spcAft>
                  <a:buNone/>
                </a:pPr>
                <a:r>
                  <a:t/>
                </a:r>
                <a:endParaRPr sz="800">
                  <a:solidFill>
                    <a:srgbClr val="434343"/>
                  </a:solidFill>
                </a:endParaRPr>
              </a:p>
            </p:txBody>
          </p:sp>
          <p:sp>
            <p:nvSpPr>
              <p:cNvPr id="5123" name="Google Shape;5123;p87"/>
              <p:cNvSpPr txBox="1"/>
              <p:nvPr/>
            </p:nvSpPr>
            <p:spPr>
              <a:xfrm>
                <a:off x="624700" y="1514200"/>
                <a:ext cx="86100" cy="169200"/>
              </a:xfrm>
              <a:prstGeom prst="rect">
                <a:avLst/>
              </a:prstGeom>
              <a:noFill/>
              <a:ln>
                <a:noFill/>
              </a:ln>
            </p:spPr>
            <p:txBody>
              <a:bodyPr anchorCtr="0" anchor="ctr" bIns="0" lIns="0" spcFirstLastPara="1" rIns="0" wrap="square" tIns="0">
                <a:spAutoFit/>
              </a:bodyPr>
              <a:lstStyle/>
              <a:p>
                <a:pPr indent="0" lvl="0" marL="0" rtl="0" algn="r">
                  <a:spcBef>
                    <a:spcPts val="0"/>
                  </a:spcBef>
                  <a:spcAft>
                    <a:spcPts val="0"/>
                  </a:spcAft>
                  <a:buNone/>
                </a:pPr>
                <a:r>
                  <a:rPr lang="es-419" sz="700">
                    <a:latin typeface="Arvo"/>
                    <a:ea typeface="Arvo"/>
                    <a:cs typeface="Arvo"/>
                    <a:sym typeface="Arvo"/>
                  </a:rPr>
                  <a:t>3.</a:t>
                </a:r>
                <a:endParaRPr sz="700">
                  <a:latin typeface="Arvo"/>
                  <a:ea typeface="Arvo"/>
                  <a:cs typeface="Arvo"/>
                  <a:sym typeface="Arvo"/>
                </a:endParaRPr>
              </a:p>
              <a:p>
                <a:pPr indent="0" lvl="0" marL="0" rtl="0" algn="r">
                  <a:spcBef>
                    <a:spcPts val="0"/>
                  </a:spcBef>
                  <a:spcAft>
                    <a:spcPts val="0"/>
                  </a:spcAft>
                  <a:buNone/>
                </a:pPr>
                <a:r>
                  <a:t/>
                </a:r>
                <a:endParaRPr i="1" sz="400">
                  <a:solidFill>
                    <a:srgbClr val="666666"/>
                  </a:solidFill>
                  <a:latin typeface="Arvo"/>
                  <a:ea typeface="Arvo"/>
                  <a:cs typeface="Arvo"/>
                  <a:sym typeface="Arvo"/>
                </a:endParaRPr>
              </a:p>
            </p:txBody>
          </p:sp>
        </p:grpSp>
        <p:grpSp>
          <p:nvGrpSpPr>
            <p:cNvPr id="5124" name="Google Shape;5124;p87"/>
            <p:cNvGrpSpPr/>
            <p:nvPr/>
          </p:nvGrpSpPr>
          <p:grpSpPr>
            <a:xfrm>
              <a:off x="6739488" y="3327484"/>
              <a:ext cx="2376625" cy="200100"/>
              <a:chOff x="624700" y="1498750"/>
              <a:chExt cx="2376625" cy="200100"/>
            </a:xfrm>
          </p:grpSpPr>
          <p:sp>
            <p:nvSpPr>
              <p:cNvPr id="5125" name="Google Shape;5125;p87"/>
              <p:cNvSpPr txBox="1"/>
              <p:nvPr/>
            </p:nvSpPr>
            <p:spPr>
              <a:xfrm>
                <a:off x="747725" y="1498750"/>
                <a:ext cx="2253600" cy="200100"/>
              </a:xfrm>
              <a:prstGeom prst="rect">
                <a:avLst/>
              </a:prstGeom>
              <a:solidFill>
                <a:srgbClr val="F3F3F3"/>
              </a:solidFill>
              <a:ln>
                <a:noFill/>
              </a:ln>
            </p:spPr>
            <p:txBody>
              <a:bodyPr anchorCtr="0" anchor="ctr" bIns="18000" lIns="18000" spcFirstLastPara="1" rIns="18000" wrap="square" tIns="18000">
                <a:noAutofit/>
              </a:bodyPr>
              <a:lstStyle/>
              <a:p>
                <a:pPr indent="0" lvl="0" marL="0" rtl="0" algn="l">
                  <a:spcBef>
                    <a:spcPts val="0"/>
                  </a:spcBef>
                  <a:spcAft>
                    <a:spcPts val="0"/>
                  </a:spcAft>
                  <a:buNone/>
                </a:pPr>
                <a:r>
                  <a:t/>
                </a:r>
                <a:endParaRPr sz="800">
                  <a:solidFill>
                    <a:srgbClr val="434343"/>
                  </a:solidFill>
                </a:endParaRPr>
              </a:p>
            </p:txBody>
          </p:sp>
          <p:sp>
            <p:nvSpPr>
              <p:cNvPr id="5126" name="Google Shape;5126;p87"/>
              <p:cNvSpPr txBox="1"/>
              <p:nvPr/>
            </p:nvSpPr>
            <p:spPr>
              <a:xfrm>
                <a:off x="624700" y="1514200"/>
                <a:ext cx="86100" cy="169200"/>
              </a:xfrm>
              <a:prstGeom prst="rect">
                <a:avLst/>
              </a:prstGeom>
              <a:noFill/>
              <a:ln>
                <a:noFill/>
              </a:ln>
            </p:spPr>
            <p:txBody>
              <a:bodyPr anchorCtr="0" anchor="ctr" bIns="0" lIns="0" spcFirstLastPara="1" rIns="0" wrap="square" tIns="0">
                <a:spAutoFit/>
              </a:bodyPr>
              <a:lstStyle/>
              <a:p>
                <a:pPr indent="0" lvl="0" marL="0" rtl="0" algn="r">
                  <a:spcBef>
                    <a:spcPts val="0"/>
                  </a:spcBef>
                  <a:spcAft>
                    <a:spcPts val="0"/>
                  </a:spcAft>
                  <a:buNone/>
                </a:pPr>
                <a:r>
                  <a:rPr lang="es-419" sz="700">
                    <a:latin typeface="Arvo"/>
                    <a:ea typeface="Arvo"/>
                    <a:cs typeface="Arvo"/>
                    <a:sym typeface="Arvo"/>
                  </a:rPr>
                  <a:t>4.</a:t>
                </a:r>
                <a:endParaRPr sz="700">
                  <a:latin typeface="Arvo"/>
                  <a:ea typeface="Arvo"/>
                  <a:cs typeface="Arvo"/>
                  <a:sym typeface="Arvo"/>
                </a:endParaRPr>
              </a:p>
              <a:p>
                <a:pPr indent="0" lvl="0" marL="0" rtl="0" algn="r">
                  <a:spcBef>
                    <a:spcPts val="0"/>
                  </a:spcBef>
                  <a:spcAft>
                    <a:spcPts val="0"/>
                  </a:spcAft>
                  <a:buNone/>
                </a:pPr>
                <a:r>
                  <a:t/>
                </a:r>
                <a:endParaRPr i="1" sz="400">
                  <a:solidFill>
                    <a:srgbClr val="666666"/>
                  </a:solidFill>
                  <a:latin typeface="Arvo"/>
                  <a:ea typeface="Arvo"/>
                  <a:cs typeface="Arvo"/>
                  <a:sym typeface="Arvo"/>
                </a:endParaRPr>
              </a:p>
            </p:txBody>
          </p:sp>
        </p:grpSp>
        <p:grpSp>
          <p:nvGrpSpPr>
            <p:cNvPr id="5127" name="Google Shape;5127;p87"/>
            <p:cNvGrpSpPr/>
            <p:nvPr/>
          </p:nvGrpSpPr>
          <p:grpSpPr>
            <a:xfrm>
              <a:off x="6739488" y="3555909"/>
              <a:ext cx="2376625" cy="200100"/>
              <a:chOff x="624700" y="1498750"/>
              <a:chExt cx="2376625" cy="200100"/>
            </a:xfrm>
          </p:grpSpPr>
          <p:sp>
            <p:nvSpPr>
              <p:cNvPr id="5128" name="Google Shape;5128;p87"/>
              <p:cNvSpPr txBox="1"/>
              <p:nvPr/>
            </p:nvSpPr>
            <p:spPr>
              <a:xfrm>
                <a:off x="747725" y="1498750"/>
                <a:ext cx="2253600" cy="200100"/>
              </a:xfrm>
              <a:prstGeom prst="rect">
                <a:avLst/>
              </a:prstGeom>
              <a:solidFill>
                <a:srgbClr val="F3F3F3"/>
              </a:solidFill>
              <a:ln>
                <a:noFill/>
              </a:ln>
            </p:spPr>
            <p:txBody>
              <a:bodyPr anchorCtr="0" anchor="ctr" bIns="18000" lIns="18000" spcFirstLastPara="1" rIns="18000" wrap="square" tIns="18000">
                <a:noAutofit/>
              </a:bodyPr>
              <a:lstStyle/>
              <a:p>
                <a:pPr indent="0" lvl="0" marL="0" rtl="0" algn="l">
                  <a:spcBef>
                    <a:spcPts val="0"/>
                  </a:spcBef>
                  <a:spcAft>
                    <a:spcPts val="0"/>
                  </a:spcAft>
                  <a:buNone/>
                </a:pPr>
                <a:r>
                  <a:t/>
                </a:r>
                <a:endParaRPr sz="800">
                  <a:solidFill>
                    <a:srgbClr val="434343"/>
                  </a:solidFill>
                </a:endParaRPr>
              </a:p>
            </p:txBody>
          </p:sp>
          <p:sp>
            <p:nvSpPr>
              <p:cNvPr id="5129" name="Google Shape;5129;p87"/>
              <p:cNvSpPr txBox="1"/>
              <p:nvPr/>
            </p:nvSpPr>
            <p:spPr>
              <a:xfrm>
                <a:off x="624700" y="1514200"/>
                <a:ext cx="86100" cy="169200"/>
              </a:xfrm>
              <a:prstGeom prst="rect">
                <a:avLst/>
              </a:prstGeom>
              <a:noFill/>
              <a:ln>
                <a:noFill/>
              </a:ln>
            </p:spPr>
            <p:txBody>
              <a:bodyPr anchorCtr="0" anchor="ctr" bIns="0" lIns="0" spcFirstLastPara="1" rIns="0" wrap="square" tIns="0">
                <a:spAutoFit/>
              </a:bodyPr>
              <a:lstStyle/>
              <a:p>
                <a:pPr indent="0" lvl="0" marL="0" rtl="0" algn="r">
                  <a:spcBef>
                    <a:spcPts val="0"/>
                  </a:spcBef>
                  <a:spcAft>
                    <a:spcPts val="0"/>
                  </a:spcAft>
                  <a:buNone/>
                </a:pPr>
                <a:r>
                  <a:rPr lang="es-419" sz="700">
                    <a:latin typeface="Arvo"/>
                    <a:ea typeface="Arvo"/>
                    <a:cs typeface="Arvo"/>
                    <a:sym typeface="Arvo"/>
                  </a:rPr>
                  <a:t>5.</a:t>
                </a:r>
                <a:endParaRPr sz="700">
                  <a:latin typeface="Arvo"/>
                  <a:ea typeface="Arvo"/>
                  <a:cs typeface="Arvo"/>
                  <a:sym typeface="Arvo"/>
                </a:endParaRPr>
              </a:p>
              <a:p>
                <a:pPr indent="0" lvl="0" marL="0" rtl="0" algn="r">
                  <a:spcBef>
                    <a:spcPts val="0"/>
                  </a:spcBef>
                  <a:spcAft>
                    <a:spcPts val="0"/>
                  </a:spcAft>
                  <a:buNone/>
                </a:pPr>
                <a:r>
                  <a:t/>
                </a:r>
                <a:endParaRPr i="1" sz="400">
                  <a:solidFill>
                    <a:srgbClr val="666666"/>
                  </a:solidFill>
                  <a:latin typeface="Arvo"/>
                  <a:ea typeface="Arvo"/>
                  <a:cs typeface="Arvo"/>
                  <a:sym typeface="Arvo"/>
                </a:endParaRPr>
              </a:p>
            </p:txBody>
          </p:sp>
        </p:grpSp>
      </p:grpSp>
    </p:spTree>
  </p:cSld>
  <p:clrMapOvr>
    <a:masterClrMapping/>
  </p:clrMapOvr>
</p:sldLayout>
</file>

<file path=ppt/slideLayouts/slideLayout8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0.1 Plantilla de Proceso">
  <p:cSld name="TITLE_3">
    <p:spTree>
      <p:nvGrpSpPr>
        <p:cNvPr id="5134" name="Shape 5134"/>
        <p:cNvGrpSpPr/>
        <p:nvPr/>
      </p:nvGrpSpPr>
      <p:grpSpPr>
        <a:xfrm>
          <a:off x="0" y="0"/>
          <a:ext cx="0" cy="0"/>
          <a:chOff x="0" y="0"/>
          <a:chExt cx="0" cy="0"/>
        </a:xfrm>
      </p:grpSpPr>
      <p:sp>
        <p:nvSpPr>
          <p:cNvPr id="5135" name="Google Shape;5135;p89"/>
          <p:cNvSpPr/>
          <p:nvPr/>
        </p:nvSpPr>
        <p:spPr>
          <a:xfrm>
            <a:off x="97888" y="377012"/>
            <a:ext cx="9893400" cy="296700"/>
          </a:xfrm>
          <a:prstGeom prst="roundRect">
            <a:avLst>
              <a:gd fmla="val 22902" name="adj"/>
            </a:avLst>
          </a:prstGeom>
          <a:solidFill>
            <a:srgbClr val="F3F3F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5136" name="Google Shape;5136;p89"/>
          <p:cNvSpPr/>
          <p:nvPr/>
        </p:nvSpPr>
        <p:spPr>
          <a:xfrm>
            <a:off x="77688" y="358938"/>
            <a:ext cx="9935700" cy="6438000"/>
          </a:xfrm>
          <a:prstGeom prst="roundRect">
            <a:avLst>
              <a:gd fmla="val 2618" name="adj"/>
            </a:avLst>
          </a:prstGeom>
          <a:solidFill>
            <a:srgbClr val="FFFFFF"/>
          </a:solidFill>
          <a:ln cap="flat" cmpd="sng" w="38100">
            <a:solidFill>
              <a:srgbClr val="000000"/>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137" name="Google Shape;5137;p89"/>
          <p:cNvCxnSpPr/>
          <p:nvPr/>
        </p:nvCxnSpPr>
        <p:spPr>
          <a:xfrm>
            <a:off x="77688" y="772614"/>
            <a:ext cx="9935700" cy="0"/>
          </a:xfrm>
          <a:prstGeom prst="straightConnector1">
            <a:avLst/>
          </a:prstGeom>
          <a:noFill/>
          <a:ln cap="flat" cmpd="sng" w="19050">
            <a:solidFill>
              <a:srgbClr val="000000"/>
            </a:solidFill>
            <a:prstDash val="solid"/>
            <a:round/>
            <a:headEnd len="med" w="med" type="none"/>
            <a:tailEnd len="med" w="med" type="none"/>
          </a:ln>
        </p:spPr>
      </p:cxnSp>
      <p:cxnSp>
        <p:nvCxnSpPr>
          <p:cNvPr id="5138" name="Google Shape;5138;p89"/>
          <p:cNvCxnSpPr/>
          <p:nvPr/>
        </p:nvCxnSpPr>
        <p:spPr>
          <a:xfrm rot="10800000">
            <a:off x="2439038" y="368188"/>
            <a:ext cx="0" cy="402300"/>
          </a:xfrm>
          <a:prstGeom prst="straightConnector1">
            <a:avLst/>
          </a:prstGeom>
          <a:noFill/>
          <a:ln cap="flat" cmpd="sng" w="19050">
            <a:solidFill>
              <a:srgbClr val="000000"/>
            </a:solidFill>
            <a:prstDash val="solid"/>
            <a:round/>
            <a:headEnd len="med" w="med" type="none"/>
            <a:tailEnd len="med" w="med" type="none"/>
          </a:ln>
        </p:spPr>
      </p:cxnSp>
      <p:sp>
        <p:nvSpPr>
          <p:cNvPr id="5139" name="Google Shape;5139;p89"/>
          <p:cNvSpPr txBox="1"/>
          <p:nvPr>
            <p:ph type="title"/>
          </p:nvPr>
        </p:nvSpPr>
        <p:spPr>
          <a:xfrm flipH="1">
            <a:off x="3219174" y="437575"/>
            <a:ext cx="1731300" cy="2658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200"/>
              <a:buNone/>
              <a:defRPr sz="1200">
                <a:solidFill>
                  <a:srgbClr val="000000"/>
                </a:solidFill>
              </a:defRPr>
            </a:lvl1pPr>
            <a:lvl2pPr lvl="1">
              <a:spcBef>
                <a:spcPts val="0"/>
              </a:spcBef>
              <a:spcAft>
                <a:spcPts val="0"/>
              </a:spcAft>
              <a:buClr>
                <a:srgbClr val="000000"/>
              </a:buClr>
              <a:buSzPts val="1100"/>
              <a:buNone/>
              <a:defRPr sz="1100">
                <a:solidFill>
                  <a:srgbClr val="000000"/>
                </a:solidFill>
              </a:defRPr>
            </a:lvl2pPr>
            <a:lvl3pPr lvl="2">
              <a:spcBef>
                <a:spcPts val="0"/>
              </a:spcBef>
              <a:spcAft>
                <a:spcPts val="0"/>
              </a:spcAft>
              <a:buClr>
                <a:srgbClr val="000000"/>
              </a:buClr>
              <a:buSzPts val="1100"/>
              <a:buNone/>
              <a:defRPr sz="1100">
                <a:solidFill>
                  <a:srgbClr val="000000"/>
                </a:solidFill>
              </a:defRPr>
            </a:lvl3pPr>
            <a:lvl4pPr lvl="3">
              <a:spcBef>
                <a:spcPts val="0"/>
              </a:spcBef>
              <a:spcAft>
                <a:spcPts val="0"/>
              </a:spcAft>
              <a:buClr>
                <a:srgbClr val="000000"/>
              </a:buClr>
              <a:buSzPts val="1100"/>
              <a:buNone/>
              <a:defRPr sz="1100">
                <a:solidFill>
                  <a:srgbClr val="000000"/>
                </a:solidFill>
              </a:defRPr>
            </a:lvl4pPr>
            <a:lvl5pPr lvl="4">
              <a:spcBef>
                <a:spcPts val="0"/>
              </a:spcBef>
              <a:spcAft>
                <a:spcPts val="0"/>
              </a:spcAft>
              <a:buClr>
                <a:srgbClr val="000000"/>
              </a:buClr>
              <a:buSzPts val="1100"/>
              <a:buNone/>
              <a:defRPr sz="1100">
                <a:solidFill>
                  <a:srgbClr val="000000"/>
                </a:solidFill>
              </a:defRPr>
            </a:lvl5pPr>
            <a:lvl6pPr lvl="5">
              <a:spcBef>
                <a:spcPts val="0"/>
              </a:spcBef>
              <a:spcAft>
                <a:spcPts val="0"/>
              </a:spcAft>
              <a:buClr>
                <a:srgbClr val="000000"/>
              </a:buClr>
              <a:buSzPts val="1100"/>
              <a:buNone/>
              <a:defRPr sz="1100">
                <a:solidFill>
                  <a:srgbClr val="000000"/>
                </a:solidFill>
              </a:defRPr>
            </a:lvl6pPr>
            <a:lvl7pPr lvl="6">
              <a:spcBef>
                <a:spcPts val="0"/>
              </a:spcBef>
              <a:spcAft>
                <a:spcPts val="0"/>
              </a:spcAft>
              <a:buClr>
                <a:srgbClr val="000000"/>
              </a:buClr>
              <a:buSzPts val="1100"/>
              <a:buNone/>
              <a:defRPr sz="1100">
                <a:solidFill>
                  <a:srgbClr val="000000"/>
                </a:solidFill>
              </a:defRPr>
            </a:lvl7pPr>
            <a:lvl8pPr lvl="7">
              <a:spcBef>
                <a:spcPts val="0"/>
              </a:spcBef>
              <a:spcAft>
                <a:spcPts val="0"/>
              </a:spcAft>
              <a:buClr>
                <a:srgbClr val="000000"/>
              </a:buClr>
              <a:buSzPts val="1100"/>
              <a:buNone/>
              <a:defRPr sz="1100">
                <a:solidFill>
                  <a:srgbClr val="000000"/>
                </a:solidFill>
              </a:defRPr>
            </a:lvl8pPr>
            <a:lvl9pPr lvl="8">
              <a:spcBef>
                <a:spcPts val="0"/>
              </a:spcBef>
              <a:spcAft>
                <a:spcPts val="0"/>
              </a:spcAft>
              <a:buClr>
                <a:srgbClr val="000000"/>
              </a:buClr>
              <a:buSzPts val="1100"/>
              <a:buNone/>
              <a:defRPr sz="1100">
                <a:solidFill>
                  <a:srgbClr val="000000"/>
                </a:solidFill>
              </a:defRPr>
            </a:lvl9pPr>
          </a:lstStyle>
          <a:p/>
        </p:txBody>
      </p:sp>
      <p:sp>
        <p:nvSpPr>
          <p:cNvPr id="5140" name="Google Shape;5140;p89"/>
          <p:cNvSpPr txBox="1"/>
          <p:nvPr/>
        </p:nvSpPr>
        <p:spPr>
          <a:xfrm>
            <a:off x="2513487" y="437267"/>
            <a:ext cx="679500" cy="2664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b="1" lang="es-419" sz="1100"/>
              <a:t>Proceso:</a:t>
            </a:r>
            <a:endParaRPr b="1" sz="1100"/>
          </a:p>
        </p:txBody>
      </p:sp>
      <p:cxnSp>
        <p:nvCxnSpPr>
          <p:cNvPr id="5141" name="Google Shape;5141;p89"/>
          <p:cNvCxnSpPr/>
          <p:nvPr/>
        </p:nvCxnSpPr>
        <p:spPr>
          <a:xfrm rot="10800000">
            <a:off x="5070754" y="368188"/>
            <a:ext cx="0" cy="402300"/>
          </a:xfrm>
          <a:prstGeom prst="straightConnector1">
            <a:avLst/>
          </a:prstGeom>
          <a:noFill/>
          <a:ln cap="flat" cmpd="sng" w="19050">
            <a:solidFill>
              <a:srgbClr val="000000"/>
            </a:solidFill>
            <a:prstDash val="solid"/>
            <a:round/>
            <a:headEnd len="med" w="med" type="none"/>
            <a:tailEnd len="med" w="med" type="none"/>
          </a:ln>
        </p:spPr>
      </p:cxnSp>
      <p:sp>
        <p:nvSpPr>
          <p:cNvPr id="5142" name="Google Shape;5142;p89"/>
          <p:cNvSpPr/>
          <p:nvPr/>
        </p:nvSpPr>
        <p:spPr>
          <a:xfrm>
            <a:off x="77688" y="349338"/>
            <a:ext cx="2361300" cy="421200"/>
          </a:xfrm>
          <a:prstGeom prst="roundRect">
            <a:avLst>
              <a:gd fmla="val 50000" name="adj"/>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s-419" sz="1200">
                <a:solidFill>
                  <a:srgbClr val="FFFFFF"/>
                </a:solidFill>
              </a:rPr>
              <a:t>Plantilla de proceso</a:t>
            </a:r>
            <a:endParaRPr b="1" sz="1200">
              <a:solidFill>
                <a:srgbClr val="FFFFFF"/>
              </a:solidFill>
            </a:endParaRPr>
          </a:p>
          <a:p>
            <a:pPr indent="0" lvl="0" marL="0" rtl="0" algn="ctr">
              <a:spcBef>
                <a:spcPts val="0"/>
              </a:spcBef>
              <a:spcAft>
                <a:spcPts val="0"/>
              </a:spcAft>
              <a:buNone/>
            </a:pPr>
            <a:r>
              <a:t/>
            </a:r>
            <a:endParaRPr b="1" sz="1200">
              <a:solidFill>
                <a:srgbClr val="FFFFFF"/>
              </a:solidFill>
            </a:endParaRPr>
          </a:p>
        </p:txBody>
      </p:sp>
      <p:sp>
        <p:nvSpPr>
          <p:cNvPr id="5143" name="Google Shape;5143;p89"/>
          <p:cNvSpPr/>
          <p:nvPr/>
        </p:nvSpPr>
        <p:spPr>
          <a:xfrm>
            <a:off x="83988" y="595504"/>
            <a:ext cx="190200" cy="1692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4" name="Google Shape;5144;p89"/>
          <p:cNvSpPr/>
          <p:nvPr/>
        </p:nvSpPr>
        <p:spPr>
          <a:xfrm>
            <a:off x="2292338" y="358938"/>
            <a:ext cx="146700" cy="4023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5" name="Google Shape;5145;p89"/>
          <p:cNvSpPr txBox="1"/>
          <p:nvPr>
            <p:ph idx="1" type="body"/>
          </p:nvPr>
        </p:nvSpPr>
        <p:spPr>
          <a:xfrm>
            <a:off x="641150" y="612125"/>
            <a:ext cx="1770300" cy="160500"/>
          </a:xfrm>
          <a:prstGeom prst="rect">
            <a:avLst/>
          </a:prstGeom>
          <a:noFill/>
          <a:ln>
            <a:noFill/>
          </a:ln>
        </p:spPr>
        <p:txBody>
          <a:bodyPr anchorCtr="0" anchor="t" bIns="0" lIns="0" spcFirstLastPara="1" rIns="0" wrap="square" tIns="0">
            <a:noAutofit/>
          </a:bodyPr>
          <a:lstStyle>
            <a:lvl1pPr indent="-292100" lvl="0" marL="457200" algn="ctr">
              <a:spcBef>
                <a:spcPts val="0"/>
              </a:spcBef>
              <a:spcAft>
                <a:spcPts val="0"/>
              </a:spcAft>
              <a:buClr>
                <a:srgbClr val="FFFFFF"/>
              </a:buClr>
              <a:buSzPts val="1000"/>
              <a:buChar char="●"/>
              <a:defRPr sz="1000">
                <a:solidFill>
                  <a:srgbClr val="FFFFFF"/>
                </a:solidFill>
              </a:defRPr>
            </a:lvl1pPr>
            <a:lvl2pPr indent="-292100" lvl="1" marL="914400" algn="ctr">
              <a:spcBef>
                <a:spcPts val="0"/>
              </a:spcBef>
              <a:spcAft>
                <a:spcPts val="0"/>
              </a:spcAft>
              <a:buClr>
                <a:srgbClr val="FFFFFF"/>
              </a:buClr>
              <a:buSzPts val="1000"/>
              <a:buChar char="○"/>
              <a:defRPr sz="1000">
                <a:solidFill>
                  <a:srgbClr val="FFFFFF"/>
                </a:solidFill>
              </a:defRPr>
            </a:lvl2pPr>
            <a:lvl3pPr indent="-292100" lvl="2" marL="1371600" algn="ctr">
              <a:spcBef>
                <a:spcPts val="0"/>
              </a:spcBef>
              <a:spcAft>
                <a:spcPts val="0"/>
              </a:spcAft>
              <a:buClr>
                <a:srgbClr val="FFFFFF"/>
              </a:buClr>
              <a:buSzPts val="1000"/>
              <a:buChar char="■"/>
              <a:defRPr sz="1000">
                <a:solidFill>
                  <a:srgbClr val="FFFFFF"/>
                </a:solidFill>
              </a:defRPr>
            </a:lvl3pPr>
            <a:lvl4pPr indent="-292100" lvl="3" marL="1828800" algn="ctr">
              <a:spcBef>
                <a:spcPts val="0"/>
              </a:spcBef>
              <a:spcAft>
                <a:spcPts val="0"/>
              </a:spcAft>
              <a:buClr>
                <a:srgbClr val="FFFFFF"/>
              </a:buClr>
              <a:buSzPts val="1000"/>
              <a:buChar char="●"/>
              <a:defRPr sz="1000">
                <a:solidFill>
                  <a:srgbClr val="FFFFFF"/>
                </a:solidFill>
              </a:defRPr>
            </a:lvl4pPr>
            <a:lvl5pPr indent="-292100" lvl="4" marL="2286000" algn="ctr">
              <a:spcBef>
                <a:spcPts val="0"/>
              </a:spcBef>
              <a:spcAft>
                <a:spcPts val="0"/>
              </a:spcAft>
              <a:buClr>
                <a:srgbClr val="FFFFFF"/>
              </a:buClr>
              <a:buSzPts val="1000"/>
              <a:buChar char="○"/>
              <a:defRPr sz="1000">
                <a:solidFill>
                  <a:srgbClr val="FFFFFF"/>
                </a:solidFill>
              </a:defRPr>
            </a:lvl5pPr>
            <a:lvl6pPr indent="-292100" lvl="5" marL="2743200" algn="ctr">
              <a:spcBef>
                <a:spcPts val="0"/>
              </a:spcBef>
              <a:spcAft>
                <a:spcPts val="0"/>
              </a:spcAft>
              <a:buClr>
                <a:srgbClr val="FFFFFF"/>
              </a:buClr>
              <a:buSzPts val="1000"/>
              <a:buChar char="■"/>
              <a:defRPr sz="1000">
                <a:solidFill>
                  <a:srgbClr val="FFFFFF"/>
                </a:solidFill>
              </a:defRPr>
            </a:lvl6pPr>
            <a:lvl7pPr indent="-292100" lvl="6" marL="3200400" algn="ctr">
              <a:spcBef>
                <a:spcPts val="0"/>
              </a:spcBef>
              <a:spcAft>
                <a:spcPts val="0"/>
              </a:spcAft>
              <a:buClr>
                <a:srgbClr val="FFFFFF"/>
              </a:buClr>
              <a:buSzPts val="1000"/>
              <a:buChar char="●"/>
              <a:defRPr sz="1000">
                <a:solidFill>
                  <a:srgbClr val="FFFFFF"/>
                </a:solidFill>
              </a:defRPr>
            </a:lvl7pPr>
            <a:lvl8pPr indent="-292100" lvl="7" marL="3657600" algn="ctr">
              <a:spcBef>
                <a:spcPts val="0"/>
              </a:spcBef>
              <a:spcAft>
                <a:spcPts val="0"/>
              </a:spcAft>
              <a:buClr>
                <a:srgbClr val="FFFFFF"/>
              </a:buClr>
              <a:buSzPts val="1000"/>
              <a:buChar char="○"/>
              <a:defRPr sz="1000">
                <a:solidFill>
                  <a:srgbClr val="FFFFFF"/>
                </a:solidFill>
              </a:defRPr>
            </a:lvl8pPr>
            <a:lvl9pPr indent="-292100" lvl="8" marL="4114800" algn="ctr">
              <a:spcBef>
                <a:spcPts val="0"/>
              </a:spcBef>
              <a:spcAft>
                <a:spcPts val="0"/>
              </a:spcAft>
              <a:buClr>
                <a:srgbClr val="FFFFFF"/>
              </a:buClr>
              <a:buSzPts val="1000"/>
              <a:buChar char="■"/>
              <a:defRPr sz="1000">
                <a:solidFill>
                  <a:srgbClr val="FFFFFF"/>
                </a:solidFill>
              </a:defRPr>
            </a:lvl9pPr>
          </a:lstStyle>
          <a:p/>
        </p:txBody>
      </p:sp>
      <p:sp>
        <p:nvSpPr>
          <p:cNvPr id="5146" name="Google Shape;5146;p89"/>
          <p:cNvSpPr txBox="1"/>
          <p:nvPr/>
        </p:nvSpPr>
        <p:spPr>
          <a:xfrm>
            <a:off x="278183" y="2523036"/>
            <a:ext cx="509100" cy="878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b="1">
              <a:latin typeface="Arvo"/>
              <a:ea typeface="Arvo"/>
              <a:cs typeface="Arvo"/>
              <a:sym typeface="Arvo"/>
            </a:endParaRPr>
          </a:p>
        </p:txBody>
      </p:sp>
      <p:sp>
        <p:nvSpPr>
          <p:cNvPr id="5147" name="Google Shape;5147;p89"/>
          <p:cNvSpPr txBox="1"/>
          <p:nvPr/>
        </p:nvSpPr>
        <p:spPr>
          <a:xfrm>
            <a:off x="278183" y="3536053"/>
            <a:ext cx="509100" cy="878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b="1">
              <a:latin typeface="Arvo"/>
              <a:ea typeface="Arvo"/>
              <a:cs typeface="Arvo"/>
              <a:sym typeface="Arvo"/>
            </a:endParaRPr>
          </a:p>
        </p:txBody>
      </p:sp>
      <p:sp>
        <p:nvSpPr>
          <p:cNvPr id="5148" name="Google Shape;5148;p89"/>
          <p:cNvSpPr txBox="1"/>
          <p:nvPr/>
        </p:nvSpPr>
        <p:spPr>
          <a:xfrm>
            <a:off x="278183" y="4553002"/>
            <a:ext cx="509100" cy="878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b="1">
              <a:latin typeface="Arvo"/>
              <a:ea typeface="Arvo"/>
              <a:cs typeface="Arvo"/>
              <a:sym typeface="Arvo"/>
            </a:endParaRPr>
          </a:p>
        </p:txBody>
      </p:sp>
      <p:sp>
        <p:nvSpPr>
          <p:cNvPr id="5149" name="Google Shape;5149;p89"/>
          <p:cNvSpPr txBox="1"/>
          <p:nvPr/>
        </p:nvSpPr>
        <p:spPr>
          <a:xfrm>
            <a:off x="5191013" y="387663"/>
            <a:ext cx="13026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Finalidad empresa</a:t>
            </a:r>
            <a:endParaRPr b="1" sz="1100"/>
          </a:p>
        </p:txBody>
      </p:sp>
      <p:sp>
        <p:nvSpPr>
          <p:cNvPr id="5150" name="Google Shape;5150;p89"/>
          <p:cNvSpPr txBox="1"/>
          <p:nvPr/>
        </p:nvSpPr>
        <p:spPr>
          <a:xfrm>
            <a:off x="5191013" y="579538"/>
            <a:ext cx="11637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Finalidad cliente</a:t>
            </a:r>
            <a:endParaRPr b="1" sz="1100"/>
          </a:p>
        </p:txBody>
      </p:sp>
      <p:sp>
        <p:nvSpPr>
          <p:cNvPr id="5151" name="Google Shape;5151;p89"/>
          <p:cNvSpPr txBox="1"/>
          <p:nvPr>
            <p:ph idx="2" type="title"/>
          </p:nvPr>
        </p:nvSpPr>
        <p:spPr>
          <a:xfrm flipH="1">
            <a:off x="6546263" y="387663"/>
            <a:ext cx="3350100" cy="1692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000"/>
              <a:buNone/>
              <a:defRPr sz="1000">
                <a:solidFill>
                  <a:srgbClr val="000000"/>
                </a:solidFill>
              </a:defRPr>
            </a:lvl1pPr>
            <a:lvl2pPr lvl="1">
              <a:spcBef>
                <a:spcPts val="0"/>
              </a:spcBef>
              <a:spcAft>
                <a:spcPts val="0"/>
              </a:spcAft>
              <a:buClr>
                <a:srgbClr val="000000"/>
              </a:buClr>
              <a:buSzPts val="1000"/>
              <a:buNone/>
              <a:defRPr sz="1000">
                <a:solidFill>
                  <a:srgbClr val="000000"/>
                </a:solidFill>
              </a:defRPr>
            </a:lvl2pPr>
            <a:lvl3pPr lvl="2">
              <a:spcBef>
                <a:spcPts val="0"/>
              </a:spcBef>
              <a:spcAft>
                <a:spcPts val="0"/>
              </a:spcAft>
              <a:buClr>
                <a:srgbClr val="000000"/>
              </a:buClr>
              <a:buSzPts val="1000"/>
              <a:buNone/>
              <a:defRPr sz="1000">
                <a:solidFill>
                  <a:srgbClr val="000000"/>
                </a:solidFill>
              </a:defRPr>
            </a:lvl3pPr>
            <a:lvl4pPr lvl="3">
              <a:spcBef>
                <a:spcPts val="0"/>
              </a:spcBef>
              <a:spcAft>
                <a:spcPts val="0"/>
              </a:spcAft>
              <a:buClr>
                <a:srgbClr val="000000"/>
              </a:buClr>
              <a:buSzPts val="1000"/>
              <a:buNone/>
              <a:defRPr sz="1000">
                <a:solidFill>
                  <a:srgbClr val="000000"/>
                </a:solidFill>
              </a:defRPr>
            </a:lvl4pPr>
            <a:lvl5pPr lvl="4">
              <a:spcBef>
                <a:spcPts val="0"/>
              </a:spcBef>
              <a:spcAft>
                <a:spcPts val="0"/>
              </a:spcAft>
              <a:buClr>
                <a:srgbClr val="000000"/>
              </a:buClr>
              <a:buSzPts val="1000"/>
              <a:buNone/>
              <a:defRPr sz="1000">
                <a:solidFill>
                  <a:srgbClr val="000000"/>
                </a:solidFill>
              </a:defRPr>
            </a:lvl5pPr>
            <a:lvl6pPr lvl="5">
              <a:spcBef>
                <a:spcPts val="0"/>
              </a:spcBef>
              <a:spcAft>
                <a:spcPts val="0"/>
              </a:spcAft>
              <a:buClr>
                <a:srgbClr val="000000"/>
              </a:buClr>
              <a:buSzPts val="1000"/>
              <a:buNone/>
              <a:defRPr sz="1000">
                <a:solidFill>
                  <a:srgbClr val="000000"/>
                </a:solidFill>
              </a:defRPr>
            </a:lvl6pPr>
            <a:lvl7pPr lvl="6">
              <a:spcBef>
                <a:spcPts val="0"/>
              </a:spcBef>
              <a:spcAft>
                <a:spcPts val="0"/>
              </a:spcAft>
              <a:buClr>
                <a:srgbClr val="000000"/>
              </a:buClr>
              <a:buSzPts val="1000"/>
              <a:buNone/>
              <a:defRPr sz="1000">
                <a:solidFill>
                  <a:srgbClr val="000000"/>
                </a:solidFill>
              </a:defRPr>
            </a:lvl7pPr>
            <a:lvl8pPr lvl="7">
              <a:spcBef>
                <a:spcPts val="0"/>
              </a:spcBef>
              <a:spcAft>
                <a:spcPts val="0"/>
              </a:spcAft>
              <a:buClr>
                <a:srgbClr val="000000"/>
              </a:buClr>
              <a:buSzPts val="1000"/>
              <a:buNone/>
              <a:defRPr sz="1000">
                <a:solidFill>
                  <a:srgbClr val="000000"/>
                </a:solidFill>
              </a:defRPr>
            </a:lvl8pPr>
            <a:lvl9pPr lvl="8">
              <a:spcBef>
                <a:spcPts val="0"/>
              </a:spcBef>
              <a:spcAft>
                <a:spcPts val="0"/>
              </a:spcAft>
              <a:buClr>
                <a:srgbClr val="000000"/>
              </a:buClr>
              <a:buSzPts val="1000"/>
              <a:buNone/>
              <a:defRPr sz="1000">
                <a:solidFill>
                  <a:srgbClr val="000000"/>
                </a:solidFill>
              </a:defRPr>
            </a:lvl9pPr>
          </a:lstStyle>
          <a:p/>
        </p:txBody>
      </p:sp>
      <p:sp>
        <p:nvSpPr>
          <p:cNvPr id="5152" name="Google Shape;5152;p89"/>
          <p:cNvSpPr txBox="1"/>
          <p:nvPr>
            <p:ph idx="3" type="title"/>
          </p:nvPr>
        </p:nvSpPr>
        <p:spPr>
          <a:xfrm flipH="1">
            <a:off x="6546263" y="579538"/>
            <a:ext cx="3350100" cy="1692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000"/>
              <a:buNone/>
              <a:defRPr sz="1000">
                <a:solidFill>
                  <a:srgbClr val="000000"/>
                </a:solidFill>
              </a:defRPr>
            </a:lvl1pPr>
            <a:lvl2pPr lvl="1">
              <a:spcBef>
                <a:spcPts val="0"/>
              </a:spcBef>
              <a:spcAft>
                <a:spcPts val="0"/>
              </a:spcAft>
              <a:buClr>
                <a:srgbClr val="000000"/>
              </a:buClr>
              <a:buSzPts val="1000"/>
              <a:buNone/>
              <a:defRPr sz="1000">
                <a:solidFill>
                  <a:srgbClr val="000000"/>
                </a:solidFill>
              </a:defRPr>
            </a:lvl2pPr>
            <a:lvl3pPr lvl="2">
              <a:spcBef>
                <a:spcPts val="0"/>
              </a:spcBef>
              <a:spcAft>
                <a:spcPts val="0"/>
              </a:spcAft>
              <a:buClr>
                <a:srgbClr val="000000"/>
              </a:buClr>
              <a:buSzPts val="1000"/>
              <a:buNone/>
              <a:defRPr sz="1000">
                <a:solidFill>
                  <a:srgbClr val="000000"/>
                </a:solidFill>
              </a:defRPr>
            </a:lvl3pPr>
            <a:lvl4pPr lvl="3">
              <a:spcBef>
                <a:spcPts val="0"/>
              </a:spcBef>
              <a:spcAft>
                <a:spcPts val="0"/>
              </a:spcAft>
              <a:buClr>
                <a:srgbClr val="000000"/>
              </a:buClr>
              <a:buSzPts val="1000"/>
              <a:buNone/>
              <a:defRPr sz="1000">
                <a:solidFill>
                  <a:srgbClr val="000000"/>
                </a:solidFill>
              </a:defRPr>
            </a:lvl4pPr>
            <a:lvl5pPr lvl="4">
              <a:spcBef>
                <a:spcPts val="0"/>
              </a:spcBef>
              <a:spcAft>
                <a:spcPts val="0"/>
              </a:spcAft>
              <a:buClr>
                <a:srgbClr val="000000"/>
              </a:buClr>
              <a:buSzPts val="1000"/>
              <a:buNone/>
              <a:defRPr sz="1000">
                <a:solidFill>
                  <a:srgbClr val="000000"/>
                </a:solidFill>
              </a:defRPr>
            </a:lvl5pPr>
            <a:lvl6pPr lvl="5">
              <a:spcBef>
                <a:spcPts val="0"/>
              </a:spcBef>
              <a:spcAft>
                <a:spcPts val="0"/>
              </a:spcAft>
              <a:buClr>
                <a:srgbClr val="000000"/>
              </a:buClr>
              <a:buSzPts val="1000"/>
              <a:buNone/>
              <a:defRPr sz="1000">
                <a:solidFill>
                  <a:srgbClr val="000000"/>
                </a:solidFill>
              </a:defRPr>
            </a:lvl6pPr>
            <a:lvl7pPr lvl="6">
              <a:spcBef>
                <a:spcPts val="0"/>
              </a:spcBef>
              <a:spcAft>
                <a:spcPts val="0"/>
              </a:spcAft>
              <a:buClr>
                <a:srgbClr val="000000"/>
              </a:buClr>
              <a:buSzPts val="1000"/>
              <a:buNone/>
              <a:defRPr sz="1000">
                <a:solidFill>
                  <a:srgbClr val="000000"/>
                </a:solidFill>
              </a:defRPr>
            </a:lvl7pPr>
            <a:lvl8pPr lvl="7">
              <a:spcBef>
                <a:spcPts val="0"/>
              </a:spcBef>
              <a:spcAft>
                <a:spcPts val="0"/>
              </a:spcAft>
              <a:buClr>
                <a:srgbClr val="000000"/>
              </a:buClr>
              <a:buSzPts val="1000"/>
              <a:buNone/>
              <a:defRPr sz="1000">
                <a:solidFill>
                  <a:srgbClr val="000000"/>
                </a:solidFill>
              </a:defRPr>
            </a:lvl8pPr>
            <a:lvl9pPr lvl="8">
              <a:spcBef>
                <a:spcPts val="0"/>
              </a:spcBef>
              <a:spcAft>
                <a:spcPts val="0"/>
              </a:spcAft>
              <a:buClr>
                <a:srgbClr val="000000"/>
              </a:buClr>
              <a:buSzPts val="1000"/>
              <a:buNone/>
              <a:defRPr sz="1000">
                <a:solidFill>
                  <a:srgbClr val="000000"/>
                </a:solidFill>
              </a:defRPr>
            </a:lvl9pPr>
          </a:lstStyle>
          <a:p/>
        </p:txBody>
      </p:sp>
      <p:sp>
        <p:nvSpPr>
          <p:cNvPr id="5153" name="Google Shape;5153;p89"/>
          <p:cNvSpPr/>
          <p:nvPr/>
        </p:nvSpPr>
        <p:spPr>
          <a:xfrm>
            <a:off x="263400" y="1781844"/>
            <a:ext cx="7965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sp>
        <p:nvSpPr>
          <p:cNvPr id="5154" name="Google Shape;5154;p89"/>
          <p:cNvSpPr/>
          <p:nvPr/>
        </p:nvSpPr>
        <p:spPr>
          <a:xfrm>
            <a:off x="1179085" y="1781844"/>
            <a:ext cx="16236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cxnSp>
        <p:nvCxnSpPr>
          <p:cNvPr id="5155" name="Google Shape;5155;p89"/>
          <p:cNvCxnSpPr/>
          <p:nvPr/>
        </p:nvCxnSpPr>
        <p:spPr>
          <a:xfrm>
            <a:off x="1971290" y="1777312"/>
            <a:ext cx="2700" cy="446700"/>
          </a:xfrm>
          <a:prstGeom prst="straightConnector1">
            <a:avLst/>
          </a:prstGeom>
          <a:noFill/>
          <a:ln cap="flat" cmpd="sng" w="28575">
            <a:solidFill>
              <a:srgbClr val="D9D9D9"/>
            </a:solidFill>
            <a:prstDash val="solid"/>
            <a:round/>
            <a:headEnd len="sm" w="sm" type="none"/>
            <a:tailEnd len="sm" w="sm" type="none"/>
          </a:ln>
        </p:spPr>
      </p:cxnSp>
      <p:sp>
        <p:nvSpPr>
          <p:cNvPr id="5156" name="Google Shape;5156;p89"/>
          <p:cNvSpPr/>
          <p:nvPr/>
        </p:nvSpPr>
        <p:spPr>
          <a:xfrm>
            <a:off x="2921957" y="1781844"/>
            <a:ext cx="16236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cxnSp>
        <p:nvCxnSpPr>
          <p:cNvPr id="5157" name="Google Shape;5157;p89"/>
          <p:cNvCxnSpPr/>
          <p:nvPr/>
        </p:nvCxnSpPr>
        <p:spPr>
          <a:xfrm>
            <a:off x="3717505" y="1777459"/>
            <a:ext cx="2700" cy="446700"/>
          </a:xfrm>
          <a:prstGeom prst="straightConnector1">
            <a:avLst/>
          </a:prstGeom>
          <a:noFill/>
          <a:ln cap="flat" cmpd="sng" w="28575">
            <a:solidFill>
              <a:srgbClr val="D9D9D9"/>
            </a:solidFill>
            <a:prstDash val="solid"/>
            <a:round/>
            <a:headEnd len="sm" w="sm" type="none"/>
            <a:tailEnd len="sm" w="sm" type="none"/>
          </a:ln>
        </p:spPr>
      </p:cxnSp>
      <p:sp>
        <p:nvSpPr>
          <p:cNvPr id="5158" name="Google Shape;5158;p89"/>
          <p:cNvSpPr/>
          <p:nvPr/>
        </p:nvSpPr>
        <p:spPr>
          <a:xfrm>
            <a:off x="4664829" y="1781844"/>
            <a:ext cx="16236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cxnSp>
        <p:nvCxnSpPr>
          <p:cNvPr id="5159" name="Google Shape;5159;p89"/>
          <p:cNvCxnSpPr/>
          <p:nvPr/>
        </p:nvCxnSpPr>
        <p:spPr>
          <a:xfrm>
            <a:off x="5459249" y="1777300"/>
            <a:ext cx="2700" cy="446700"/>
          </a:xfrm>
          <a:prstGeom prst="straightConnector1">
            <a:avLst/>
          </a:prstGeom>
          <a:noFill/>
          <a:ln cap="flat" cmpd="sng" w="28575">
            <a:solidFill>
              <a:srgbClr val="D9D9D9"/>
            </a:solidFill>
            <a:prstDash val="solid"/>
            <a:round/>
            <a:headEnd len="sm" w="sm" type="none"/>
            <a:tailEnd len="sm" w="sm" type="none"/>
          </a:ln>
        </p:spPr>
      </p:cxnSp>
      <p:sp>
        <p:nvSpPr>
          <p:cNvPr id="5160" name="Google Shape;5160;p89"/>
          <p:cNvSpPr/>
          <p:nvPr/>
        </p:nvSpPr>
        <p:spPr>
          <a:xfrm>
            <a:off x="6418185" y="1781844"/>
            <a:ext cx="7965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sp>
        <p:nvSpPr>
          <p:cNvPr id="5161" name="Google Shape;5161;p89"/>
          <p:cNvSpPr/>
          <p:nvPr/>
        </p:nvSpPr>
        <p:spPr>
          <a:xfrm>
            <a:off x="7344354" y="1781844"/>
            <a:ext cx="24660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cxnSp>
        <p:nvCxnSpPr>
          <p:cNvPr id="5162" name="Google Shape;5162;p89"/>
          <p:cNvCxnSpPr/>
          <p:nvPr/>
        </p:nvCxnSpPr>
        <p:spPr>
          <a:xfrm>
            <a:off x="8159743" y="1777300"/>
            <a:ext cx="2700" cy="446700"/>
          </a:xfrm>
          <a:prstGeom prst="straightConnector1">
            <a:avLst/>
          </a:prstGeom>
          <a:noFill/>
          <a:ln cap="flat" cmpd="sng" w="28575">
            <a:solidFill>
              <a:srgbClr val="D9D9D9"/>
            </a:solidFill>
            <a:prstDash val="solid"/>
            <a:round/>
            <a:headEnd len="sm" w="sm" type="none"/>
            <a:tailEnd len="sm" w="sm" type="none"/>
          </a:ln>
        </p:spPr>
      </p:cxnSp>
      <p:cxnSp>
        <p:nvCxnSpPr>
          <p:cNvPr id="5163" name="Google Shape;5163;p89"/>
          <p:cNvCxnSpPr/>
          <p:nvPr/>
        </p:nvCxnSpPr>
        <p:spPr>
          <a:xfrm>
            <a:off x="8989875" y="1777337"/>
            <a:ext cx="2700" cy="446700"/>
          </a:xfrm>
          <a:prstGeom prst="straightConnector1">
            <a:avLst/>
          </a:prstGeom>
          <a:noFill/>
          <a:ln cap="flat" cmpd="sng" w="28575">
            <a:solidFill>
              <a:srgbClr val="D9D9D9"/>
            </a:solidFill>
            <a:prstDash val="solid"/>
            <a:round/>
            <a:headEnd len="sm" w="sm" type="none"/>
            <a:tailEnd len="sm" w="sm" type="none"/>
          </a:ln>
        </p:spPr>
      </p:cxnSp>
      <p:sp>
        <p:nvSpPr>
          <p:cNvPr id="5164" name="Google Shape;5164;p89"/>
          <p:cNvSpPr/>
          <p:nvPr/>
        </p:nvSpPr>
        <p:spPr>
          <a:xfrm>
            <a:off x="267899" y="2267276"/>
            <a:ext cx="7965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sp>
        <p:nvSpPr>
          <p:cNvPr id="5165" name="Google Shape;5165;p89"/>
          <p:cNvSpPr/>
          <p:nvPr/>
        </p:nvSpPr>
        <p:spPr>
          <a:xfrm>
            <a:off x="1183584" y="2267276"/>
            <a:ext cx="16236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cxnSp>
        <p:nvCxnSpPr>
          <p:cNvPr id="5166" name="Google Shape;5166;p89"/>
          <p:cNvCxnSpPr/>
          <p:nvPr/>
        </p:nvCxnSpPr>
        <p:spPr>
          <a:xfrm>
            <a:off x="1975789" y="2262744"/>
            <a:ext cx="2700" cy="446700"/>
          </a:xfrm>
          <a:prstGeom prst="straightConnector1">
            <a:avLst/>
          </a:prstGeom>
          <a:noFill/>
          <a:ln cap="flat" cmpd="sng" w="28575">
            <a:solidFill>
              <a:srgbClr val="D9D9D9"/>
            </a:solidFill>
            <a:prstDash val="solid"/>
            <a:round/>
            <a:headEnd len="sm" w="sm" type="none"/>
            <a:tailEnd len="sm" w="sm" type="none"/>
          </a:ln>
        </p:spPr>
      </p:cxnSp>
      <p:sp>
        <p:nvSpPr>
          <p:cNvPr id="5167" name="Google Shape;5167;p89"/>
          <p:cNvSpPr/>
          <p:nvPr/>
        </p:nvSpPr>
        <p:spPr>
          <a:xfrm>
            <a:off x="2926456" y="2267276"/>
            <a:ext cx="16236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cxnSp>
        <p:nvCxnSpPr>
          <p:cNvPr id="5168" name="Google Shape;5168;p89"/>
          <p:cNvCxnSpPr/>
          <p:nvPr/>
        </p:nvCxnSpPr>
        <p:spPr>
          <a:xfrm>
            <a:off x="3722005" y="2262891"/>
            <a:ext cx="2700" cy="446700"/>
          </a:xfrm>
          <a:prstGeom prst="straightConnector1">
            <a:avLst/>
          </a:prstGeom>
          <a:noFill/>
          <a:ln cap="flat" cmpd="sng" w="28575">
            <a:solidFill>
              <a:srgbClr val="D9D9D9"/>
            </a:solidFill>
            <a:prstDash val="solid"/>
            <a:round/>
            <a:headEnd len="sm" w="sm" type="none"/>
            <a:tailEnd len="sm" w="sm" type="none"/>
          </a:ln>
        </p:spPr>
      </p:cxnSp>
      <p:sp>
        <p:nvSpPr>
          <p:cNvPr id="5169" name="Google Shape;5169;p89"/>
          <p:cNvSpPr/>
          <p:nvPr/>
        </p:nvSpPr>
        <p:spPr>
          <a:xfrm>
            <a:off x="4669328" y="2267276"/>
            <a:ext cx="16236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cxnSp>
        <p:nvCxnSpPr>
          <p:cNvPr id="5170" name="Google Shape;5170;p89"/>
          <p:cNvCxnSpPr/>
          <p:nvPr/>
        </p:nvCxnSpPr>
        <p:spPr>
          <a:xfrm>
            <a:off x="5463748" y="2262732"/>
            <a:ext cx="2700" cy="446700"/>
          </a:xfrm>
          <a:prstGeom prst="straightConnector1">
            <a:avLst/>
          </a:prstGeom>
          <a:noFill/>
          <a:ln cap="flat" cmpd="sng" w="28575">
            <a:solidFill>
              <a:srgbClr val="D9D9D9"/>
            </a:solidFill>
            <a:prstDash val="solid"/>
            <a:round/>
            <a:headEnd len="sm" w="sm" type="none"/>
            <a:tailEnd len="sm" w="sm" type="none"/>
          </a:ln>
        </p:spPr>
      </p:cxnSp>
      <p:sp>
        <p:nvSpPr>
          <p:cNvPr id="5171" name="Google Shape;5171;p89"/>
          <p:cNvSpPr/>
          <p:nvPr/>
        </p:nvSpPr>
        <p:spPr>
          <a:xfrm>
            <a:off x="6422684" y="2267276"/>
            <a:ext cx="7965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sp>
        <p:nvSpPr>
          <p:cNvPr id="5172" name="Google Shape;5172;p89"/>
          <p:cNvSpPr/>
          <p:nvPr/>
        </p:nvSpPr>
        <p:spPr>
          <a:xfrm>
            <a:off x="7348853" y="2267276"/>
            <a:ext cx="24660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cxnSp>
        <p:nvCxnSpPr>
          <p:cNvPr id="5173" name="Google Shape;5173;p89"/>
          <p:cNvCxnSpPr/>
          <p:nvPr/>
        </p:nvCxnSpPr>
        <p:spPr>
          <a:xfrm>
            <a:off x="8164242" y="2262732"/>
            <a:ext cx="2700" cy="446700"/>
          </a:xfrm>
          <a:prstGeom prst="straightConnector1">
            <a:avLst/>
          </a:prstGeom>
          <a:noFill/>
          <a:ln cap="flat" cmpd="sng" w="28575">
            <a:solidFill>
              <a:srgbClr val="D9D9D9"/>
            </a:solidFill>
            <a:prstDash val="solid"/>
            <a:round/>
            <a:headEnd len="sm" w="sm" type="none"/>
            <a:tailEnd len="sm" w="sm" type="none"/>
          </a:ln>
        </p:spPr>
      </p:cxnSp>
      <p:cxnSp>
        <p:nvCxnSpPr>
          <p:cNvPr id="5174" name="Google Shape;5174;p89"/>
          <p:cNvCxnSpPr/>
          <p:nvPr/>
        </p:nvCxnSpPr>
        <p:spPr>
          <a:xfrm>
            <a:off x="8994374" y="2262769"/>
            <a:ext cx="2700" cy="446700"/>
          </a:xfrm>
          <a:prstGeom prst="straightConnector1">
            <a:avLst/>
          </a:prstGeom>
          <a:noFill/>
          <a:ln cap="flat" cmpd="sng" w="28575">
            <a:solidFill>
              <a:srgbClr val="D9D9D9"/>
            </a:solidFill>
            <a:prstDash val="solid"/>
            <a:round/>
            <a:headEnd len="sm" w="sm" type="none"/>
            <a:tailEnd len="sm" w="sm" type="none"/>
          </a:ln>
        </p:spPr>
      </p:cxnSp>
      <p:sp>
        <p:nvSpPr>
          <p:cNvPr id="5175" name="Google Shape;5175;p89"/>
          <p:cNvSpPr/>
          <p:nvPr/>
        </p:nvSpPr>
        <p:spPr>
          <a:xfrm>
            <a:off x="265150" y="2781289"/>
            <a:ext cx="7965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sp>
        <p:nvSpPr>
          <p:cNvPr id="5176" name="Google Shape;5176;p89"/>
          <p:cNvSpPr/>
          <p:nvPr/>
        </p:nvSpPr>
        <p:spPr>
          <a:xfrm>
            <a:off x="1180835" y="2781289"/>
            <a:ext cx="16236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cxnSp>
        <p:nvCxnSpPr>
          <p:cNvPr id="5177" name="Google Shape;5177;p89"/>
          <p:cNvCxnSpPr/>
          <p:nvPr/>
        </p:nvCxnSpPr>
        <p:spPr>
          <a:xfrm>
            <a:off x="1973040" y="2776758"/>
            <a:ext cx="2700" cy="446700"/>
          </a:xfrm>
          <a:prstGeom prst="straightConnector1">
            <a:avLst/>
          </a:prstGeom>
          <a:noFill/>
          <a:ln cap="flat" cmpd="sng" w="28575">
            <a:solidFill>
              <a:srgbClr val="D9D9D9"/>
            </a:solidFill>
            <a:prstDash val="solid"/>
            <a:round/>
            <a:headEnd len="sm" w="sm" type="none"/>
            <a:tailEnd len="sm" w="sm" type="none"/>
          </a:ln>
        </p:spPr>
      </p:cxnSp>
      <p:sp>
        <p:nvSpPr>
          <p:cNvPr id="5178" name="Google Shape;5178;p89"/>
          <p:cNvSpPr/>
          <p:nvPr/>
        </p:nvSpPr>
        <p:spPr>
          <a:xfrm>
            <a:off x="2923707" y="2781289"/>
            <a:ext cx="16236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cxnSp>
        <p:nvCxnSpPr>
          <p:cNvPr id="5179" name="Google Shape;5179;p89"/>
          <p:cNvCxnSpPr/>
          <p:nvPr/>
        </p:nvCxnSpPr>
        <p:spPr>
          <a:xfrm>
            <a:off x="3719255" y="2776904"/>
            <a:ext cx="2700" cy="446700"/>
          </a:xfrm>
          <a:prstGeom prst="straightConnector1">
            <a:avLst/>
          </a:prstGeom>
          <a:noFill/>
          <a:ln cap="flat" cmpd="sng" w="28575">
            <a:solidFill>
              <a:srgbClr val="D9D9D9"/>
            </a:solidFill>
            <a:prstDash val="solid"/>
            <a:round/>
            <a:headEnd len="sm" w="sm" type="none"/>
            <a:tailEnd len="sm" w="sm" type="none"/>
          </a:ln>
        </p:spPr>
      </p:cxnSp>
      <p:sp>
        <p:nvSpPr>
          <p:cNvPr id="5180" name="Google Shape;5180;p89"/>
          <p:cNvSpPr/>
          <p:nvPr/>
        </p:nvSpPr>
        <p:spPr>
          <a:xfrm>
            <a:off x="4666579" y="2781289"/>
            <a:ext cx="16236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cxnSp>
        <p:nvCxnSpPr>
          <p:cNvPr id="5181" name="Google Shape;5181;p89"/>
          <p:cNvCxnSpPr/>
          <p:nvPr/>
        </p:nvCxnSpPr>
        <p:spPr>
          <a:xfrm>
            <a:off x="5460999" y="2776745"/>
            <a:ext cx="2700" cy="446700"/>
          </a:xfrm>
          <a:prstGeom prst="straightConnector1">
            <a:avLst/>
          </a:prstGeom>
          <a:noFill/>
          <a:ln cap="flat" cmpd="sng" w="28575">
            <a:solidFill>
              <a:srgbClr val="D9D9D9"/>
            </a:solidFill>
            <a:prstDash val="solid"/>
            <a:round/>
            <a:headEnd len="sm" w="sm" type="none"/>
            <a:tailEnd len="sm" w="sm" type="none"/>
          </a:ln>
        </p:spPr>
      </p:cxnSp>
      <p:sp>
        <p:nvSpPr>
          <p:cNvPr id="5182" name="Google Shape;5182;p89"/>
          <p:cNvSpPr/>
          <p:nvPr/>
        </p:nvSpPr>
        <p:spPr>
          <a:xfrm>
            <a:off x="6419935" y="2781289"/>
            <a:ext cx="7965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sp>
        <p:nvSpPr>
          <p:cNvPr id="5183" name="Google Shape;5183;p89"/>
          <p:cNvSpPr/>
          <p:nvPr/>
        </p:nvSpPr>
        <p:spPr>
          <a:xfrm>
            <a:off x="7346104" y="2781289"/>
            <a:ext cx="24660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cxnSp>
        <p:nvCxnSpPr>
          <p:cNvPr id="5184" name="Google Shape;5184;p89"/>
          <p:cNvCxnSpPr/>
          <p:nvPr/>
        </p:nvCxnSpPr>
        <p:spPr>
          <a:xfrm>
            <a:off x="8161493" y="2776745"/>
            <a:ext cx="2700" cy="446700"/>
          </a:xfrm>
          <a:prstGeom prst="straightConnector1">
            <a:avLst/>
          </a:prstGeom>
          <a:noFill/>
          <a:ln cap="flat" cmpd="sng" w="28575">
            <a:solidFill>
              <a:srgbClr val="D9D9D9"/>
            </a:solidFill>
            <a:prstDash val="solid"/>
            <a:round/>
            <a:headEnd len="sm" w="sm" type="none"/>
            <a:tailEnd len="sm" w="sm" type="none"/>
          </a:ln>
        </p:spPr>
      </p:cxnSp>
      <p:cxnSp>
        <p:nvCxnSpPr>
          <p:cNvPr id="5185" name="Google Shape;5185;p89"/>
          <p:cNvCxnSpPr/>
          <p:nvPr/>
        </p:nvCxnSpPr>
        <p:spPr>
          <a:xfrm>
            <a:off x="8991625" y="2776782"/>
            <a:ext cx="2700" cy="446700"/>
          </a:xfrm>
          <a:prstGeom prst="straightConnector1">
            <a:avLst/>
          </a:prstGeom>
          <a:noFill/>
          <a:ln cap="flat" cmpd="sng" w="28575">
            <a:solidFill>
              <a:srgbClr val="D9D9D9"/>
            </a:solidFill>
            <a:prstDash val="solid"/>
            <a:round/>
            <a:headEnd len="sm" w="sm" type="none"/>
            <a:tailEnd len="sm" w="sm" type="none"/>
          </a:ln>
        </p:spPr>
      </p:cxnSp>
      <p:sp>
        <p:nvSpPr>
          <p:cNvPr id="5186" name="Google Shape;5186;p89"/>
          <p:cNvSpPr/>
          <p:nvPr/>
        </p:nvSpPr>
        <p:spPr>
          <a:xfrm>
            <a:off x="269649" y="3266721"/>
            <a:ext cx="7965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sp>
        <p:nvSpPr>
          <p:cNvPr id="5187" name="Google Shape;5187;p89"/>
          <p:cNvSpPr/>
          <p:nvPr/>
        </p:nvSpPr>
        <p:spPr>
          <a:xfrm>
            <a:off x="1185334" y="3266721"/>
            <a:ext cx="16236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cxnSp>
        <p:nvCxnSpPr>
          <p:cNvPr id="5188" name="Google Shape;5188;p89"/>
          <p:cNvCxnSpPr/>
          <p:nvPr/>
        </p:nvCxnSpPr>
        <p:spPr>
          <a:xfrm>
            <a:off x="1977539" y="3262190"/>
            <a:ext cx="2700" cy="446700"/>
          </a:xfrm>
          <a:prstGeom prst="straightConnector1">
            <a:avLst/>
          </a:prstGeom>
          <a:noFill/>
          <a:ln cap="flat" cmpd="sng" w="28575">
            <a:solidFill>
              <a:srgbClr val="D9D9D9"/>
            </a:solidFill>
            <a:prstDash val="solid"/>
            <a:round/>
            <a:headEnd len="sm" w="sm" type="none"/>
            <a:tailEnd len="sm" w="sm" type="none"/>
          </a:ln>
        </p:spPr>
      </p:cxnSp>
      <p:sp>
        <p:nvSpPr>
          <p:cNvPr id="5189" name="Google Shape;5189;p89"/>
          <p:cNvSpPr/>
          <p:nvPr/>
        </p:nvSpPr>
        <p:spPr>
          <a:xfrm>
            <a:off x="2928206" y="3266721"/>
            <a:ext cx="16236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cxnSp>
        <p:nvCxnSpPr>
          <p:cNvPr id="5190" name="Google Shape;5190;p89"/>
          <p:cNvCxnSpPr/>
          <p:nvPr/>
        </p:nvCxnSpPr>
        <p:spPr>
          <a:xfrm>
            <a:off x="3723755" y="3262336"/>
            <a:ext cx="2700" cy="446700"/>
          </a:xfrm>
          <a:prstGeom prst="straightConnector1">
            <a:avLst/>
          </a:prstGeom>
          <a:noFill/>
          <a:ln cap="flat" cmpd="sng" w="28575">
            <a:solidFill>
              <a:srgbClr val="D9D9D9"/>
            </a:solidFill>
            <a:prstDash val="solid"/>
            <a:round/>
            <a:headEnd len="sm" w="sm" type="none"/>
            <a:tailEnd len="sm" w="sm" type="none"/>
          </a:ln>
        </p:spPr>
      </p:cxnSp>
      <p:sp>
        <p:nvSpPr>
          <p:cNvPr id="5191" name="Google Shape;5191;p89"/>
          <p:cNvSpPr/>
          <p:nvPr/>
        </p:nvSpPr>
        <p:spPr>
          <a:xfrm>
            <a:off x="4671078" y="3266721"/>
            <a:ext cx="16236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cxnSp>
        <p:nvCxnSpPr>
          <p:cNvPr id="5192" name="Google Shape;5192;p89"/>
          <p:cNvCxnSpPr/>
          <p:nvPr/>
        </p:nvCxnSpPr>
        <p:spPr>
          <a:xfrm>
            <a:off x="5465498" y="3262178"/>
            <a:ext cx="2700" cy="446700"/>
          </a:xfrm>
          <a:prstGeom prst="straightConnector1">
            <a:avLst/>
          </a:prstGeom>
          <a:noFill/>
          <a:ln cap="flat" cmpd="sng" w="28575">
            <a:solidFill>
              <a:srgbClr val="D9D9D9"/>
            </a:solidFill>
            <a:prstDash val="solid"/>
            <a:round/>
            <a:headEnd len="sm" w="sm" type="none"/>
            <a:tailEnd len="sm" w="sm" type="none"/>
          </a:ln>
        </p:spPr>
      </p:cxnSp>
      <p:sp>
        <p:nvSpPr>
          <p:cNvPr id="5193" name="Google Shape;5193;p89"/>
          <p:cNvSpPr/>
          <p:nvPr/>
        </p:nvSpPr>
        <p:spPr>
          <a:xfrm>
            <a:off x="6424434" y="3266721"/>
            <a:ext cx="7965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sp>
        <p:nvSpPr>
          <p:cNvPr id="5194" name="Google Shape;5194;p89"/>
          <p:cNvSpPr/>
          <p:nvPr/>
        </p:nvSpPr>
        <p:spPr>
          <a:xfrm>
            <a:off x="7350603" y="3266721"/>
            <a:ext cx="24660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cxnSp>
        <p:nvCxnSpPr>
          <p:cNvPr id="5195" name="Google Shape;5195;p89"/>
          <p:cNvCxnSpPr/>
          <p:nvPr/>
        </p:nvCxnSpPr>
        <p:spPr>
          <a:xfrm>
            <a:off x="8165992" y="3262178"/>
            <a:ext cx="2700" cy="446700"/>
          </a:xfrm>
          <a:prstGeom prst="straightConnector1">
            <a:avLst/>
          </a:prstGeom>
          <a:noFill/>
          <a:ln cap="flat" cmpd="sng" w="28575">
            <a:solidFill>
              <a:srgbClr val="D9D9D9"/>
            </a:solidFill>
            <a:prstDash val="solid"/>
            <a:round/>
            <a:headEnd len="sm" w="sm" type="none"/>
            <a:tailEnd len="sm" w="sm" type="none"/>
          </a:ln>
        </p:spPr>
      </p:cxnSp>
      <p:cxnSp>
        <p:nvCxnSpPr>
          <p:cNvPr id="5196" name="Google Shape;5196;p89"/>
          <p:cNvCxnSpPr/>
          <p:nvPr/>
        </p:nvCxnSpPr>
        <p:spPr>
          <a:xfrm>
            <a:off x="8996124" y="3262214"/>
            <a:ext cx="2700" cy="446700"/>
          </a:xfrm>
          <a:prstGeom prst="straightConnector1">
            <a:avLst/>
          </a:prstGeom>
          <a:noFill/>
          <a:ln cap="flat" cmpd="sng" w="28575">
            <a:solidFill>
              <a:srgbClr val="D9D9D9"/>
            </a:solidFill>
            <a:prstDash val="solid"/>
            <a:round/>
            <a:headEnd len="sm" w="sm" type="none"/>
            <a:tailEnd len="sm" w="sm" type="none"/>
          </a:ln>
        </p:spPr>
      </p:cxnSp>
      <p:sp>
        <p:nvSpPr>
          <p:cNvPr id="5197" name="Google Shape;5197;p89"/>
          <p:cNvSpPr/>
          <p:nvPr/>
        </p:nvSpPr>
        <p:spPr>
          <a:xfrm>
            <a:off x="267345" y="3763862"/>
            <a:ext cx="7965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sp>
        <p:nvSpPr>
          <p:cNvPr id="5198" name="Google Shape;5198;p89"/>
          <p:cNvSpPr/>
          <p:nvPr/>
        </p:nvSpPr>
        <p:spPr>
          <a:xfrm>
            <a:off x="1183030" y="3763862"/>
            <a:ext cx="16236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cxnSp>
        <p:nvCxnSpPr>
          <p:cNvPr id="5199" name="Google Shape;5199;p89"/>
          <p:cNvCxnSpPr/>
          <p:nvPr/>
        </p:nvCxnSpPr>
        <p:spPr>
          <a:xfrm>
            <a:off x="1975235" y="3759330"/>
            <a:ext cx="2700" cy="446700"/>
          </a:xfrm>
          <a:prstGeom prst="straightConnector1">
            <a:avLst/>
          </a:prstGeom>
          <a:noFill/>
          <a:ln cap="flat" cmpd="sng" w="28575">
            <a:solidFill>
              <a:srgbClr val="D9D9D9"/>
            </a:solidFill>
            <a:prstDash val="solid"/>
            <a:round/>
            <a:headEnd len="sm" w="sm" type="none"/>
            <a:tailEnd len="sm" w="sm" type="none"/>
          </a:ln>
        </p:spPr>
      </p:cxnSp>
      <p:sp>
        <p:nvSpPr>
          <p:cNvPr id="5200" name="Google Shape;5200;p89"/>
          <p:cNvSpPr/>
          <p:nvPr/>
        </p:nvSpPr>
        <p:spPr>
          <a:xfrm>
            <a:off x="2925902" y="3763862"/>
            <a:ext cx="16236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cxnSp>
        <p:nvCxnSpPr>
          <p:cNvPr id="5201" name="Google Shape;5201;p89"/>
          <p:cNvCxnSpPr/>
          <p:nvPr/>
        </p:nvCxnSpPr>
        <p:spPr>
          <a:xfrm>
            <a:off x="3721450" y="3759477"/>
            <a:ext cx="2700" cy="446700"/>
          </a:xfrm>
          <a:prstGeom prst="straightConnector1">
            <a:avLst/>
          </a:prstGeom>
          <a:noFill/>
          <a:ln cap="flat" cmpd="sng" w="28575">
            <a:solidFill>
              <a:srgbClr val="D9D9D9"/>
            </a:solidFill>
            <a:prstDash val="solid"/>
            <a:round/>
            <a:headEnd len="sm" w="sm" type="none"/>
            <a:tailEnd len="sm" w="sm" type="none"/>
          </a:ln>
        </p:spPr>
      </p:cxnSp>
      <p:sp>
        <p:nvSpPr>
          <p:cNvPr id="5202" name="Google Shape;5202;p89"/>
          <p:cNvSpPr/>
          <p:nvPr/>
        </p:nvSpPr>
        <p:spPr>
          <a:xfrm>
            <a:off x="4668774" y="3763862"/>
            <a:ext cx="16236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cxnSp>
        <p:nvCxnSpPr>
          <p:cNvPr id="5203" name="Google Shape;5203;p89"/>
          <p:cNvCxnSpPr/>
          <p:nvPr/>
        </p:nvCxnSpPr>
        <p:spPr>
          <a:xfrm>
            <a:off x="5463194" y="3759318"/>
            <a:ext cx="2700" cy="446700"/>
          </a:xfrm>
          <a:prstGeom prst="straightConnector1">
            <a:avLst/>
          </a:prstGeom>
          <a:noFill/>
          <a:ln cap="flat" cmpd="sng" w="28575">
            <a:solidFill>
              <a:srgbClr val="D9D9D9"/>
            </a:solidFill>
            <a:prstDash val="solid"/>
            <a:round/>
            <a:headEnd len="sm" w="sm" type="none"/>
            <a:tailEnd len="sm" w="sm" type="none"/>
          </a:ln>
        </p:spPr>
      </p:cxnSp>
      <p:sp>
        <p:nvSpPr>
          <p:cNvPr id="5204" name="Google Shape;5204;p89"/>
          <p:cNvSpPr/>
          <p:nvPr/>
        </p:nvSpPr>
        <p:spPr>
          <a:xfrm>
            <a:off x="6422130" y="3763862"/>
            <a:ext cx="7965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sp>
        <p:nvSpPr>
          <p:cNvPr id="5205" name="Google Shape;5205;p89"/>
          <p:cNvSpPr/>
          <p:nvPr/>
        </p:nvSpPr>
        <p:spPr>
          <a:xfrm>
            <a:off x="7348299" y="3763862"/>
            <a:ext cx="24660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cxnSp>
        <p:nvCxnSpPr>
          <p:cNvPr id="5206" name="Google Shape;5206;p89"/>
          <p:cNvCxnSpPr/>
          <p:nvPr/>
        </p:nvCxnSpPr>
        <p:spPr>
          <a:xfrm>
            <a:off x="8163688" y="3759318"/>
            <a:ext cx="2700" cy="446700"/>
          </a:xfrm>
          <a:prstGeom prst="straightConnector1">
            <a:avLst/>
          </a:prstGeom>
          <a:noFill/>
          <a:ln cap="flat" cmpd="sng" w="28575">
            <a:solidFill>
              <a:srgbClr val="D9D9D9"/>
            </a:solidFill>
            <a:prstDash val="solid"/>
            <a:round/>
            <a:headEnd len="sm" w="sm" type="none"/>
            <a:tailEnd len="sm" w="sm" type="none"/>
          </a:ln>
        </p:spPr>
      </p:cxnSp>
      <p:cxnSp>
        <p:nvCxnSpPr>
          <p:cNvPr id="5207" name="Google Shape;5207;p89"/>
          <p:cNvCxnSpPr/>
          <p:nvPr/>
        </p:nvCxnSpPr>
        <p:spPr>
          <a:xfrm>
            <a:off x="8993820" y="3759355"/>
            <a:ext cx="2700" cy="446700"/>
          </a:xfrm>
          <a:prstGeom prst="straightConnector1">
            <a:avLst/>
          </a:prstGeom>
          <a:noFill/>
          <a:ln cap="flat" cmpd="sng" w="28575">
            <a:solidFill>
              <a:srgbClr val="D9D9D9"/>
            </a:solidFill>
            <a:prstDash val="solid"/>
            <a:round/>
            <a:headEnd len="sm" w="sm" type="none"/>
            <a:tailEnd len="sm" w="sm" type="none"/>
          </a:ln>
        </p:spPr>
      </p:cxnSp>
      <p:sp>
        <p:nvSpPr>
          <p:cNvPr id="5208" name="Google Shape;5208;p89"/>
          <p:cNvSpPr/>
          <p:nvPr/>
        </p:nvSpPr>
        <p:spPr>
          <a:xfrm>
            <a:off x="264596" y="4277875"/>
            <a:ext cx="7965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sp>
        <p:nvSpPr>
          <p:cNvPr id="5209" name="Google Shape;5209;p89"/>
          <p:cNvSpPr/>
          <p:nvPr/>
        </p:nvSpPr>
        <p:spPr>
          <a:xfrm>
            <a:off x="1180280" y="4277875"/>
            <a:ext cx="16236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cxnSp>
        <p:nvCxnSpPr>
          <p:cNvPr id="5210" name="Google Shape;5210;p89"/>
          <p:cNvCxnSpPr/>
          <p:nvPr/>
        </p:nvCxnSpPr>
        <p:spPr>
          <a:xfrm>
            <a:off x="1972486" y="4273343"/>
            <a:ext cx="2700" cy="446700"/>
          </a:xfrm>
          <a:prstGeom prst="straightConnector1">
            <a:avLst/>
          </a:prstGeom>
          <a:noFill/>
          <a:ln cap="flat" cmpd="sng" w="28575">
            <a:solidFill>
              <a:srgbClr val="D9D9D9"/>
            </a:solidFill>
            <a:prstDash val="solid"/>
            <a:round/>
            <a:headEnd len="sm" w="sm" type="none"/>
            <a:tailEnd len="sm" w="sm" type="none"/>
          </a:ln>
        </p:spPr>
      </p:cxnSp>
      <p:sp>
        <p:nvSpPr>
          <p:cNvPr id="5211" name="Google Shape;5211;p89"/>
          <p:cNvSpPr/>
          <p:nvPr/>
        </p:nvSpPr>
        <p:spPr>
          <a:xfrm>
            <a:off x="2923152" y="4277875"/>
            <a:ext cx="16236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cxnSp>
        <p:nvCxnSpPr>
          <p:cNvPr id="5212" name="Google Shape;5212;p89"/>
          <p:cNvCxnSpPr/>
          <p:nvPr/>
        </p:nvCxnSpPr>
        <p:spPr>
          <a:xfrm>
            <a:off x="3718701" y="4273490"/>
            <a:ext cx="2700" cy="446700"/>
          </a:xfrm>
          <a:prstGeom prst="straightConnector1">
            <a:avLst/>
          </a:prstGeom>
          <a:noFill/>
          <a:ln cap="flat" cmpd="sng" w="28575">
            <a:solidFill>
              <a:srgbClr val="D9D9D9"/>
            </a:solidFill>
            <a:prstDash val="solid"/>
            <a:round/>
            <a:headEnd len="sm" w="sm" type="none"/>
            <a:tailEnd len="sm" w="sm" type="none"/>
          </a:ln>
        </p:spPr>
      </p:cxnSp>
      <p:sp>
        <p:nvSpPr>
          <p:cNvPr id="5213" name="Google Shape;5213;p89"/>
          <p:cNvSpPr/>
          <p:nvPr/>
        </p:nvSpPr>
        <p:spPr>
          <a:xfrm>
            <a:off x="4666024" y="4277875"/>
            <a:ext cx="16236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cxnSp>
        <p:nvCxnSpPr>
          <p:cNvPr id="5214" name="Google Shape;5214;p89"/>
          <p:cNvCxnSpPr/>
          <p:nvPr/>
        </p:nvCxnSpPr>
        <p:spPr>
          <a:xfrm>
            <a:off x="5460445" y="4273331"/>
            <a:ext cx="2700" cy="446700"/>
          </a:xfrm>
          <a:prstGeom prst="straightConnector1">
            <a:avLst/>
          </a:prstGeom>
          <a:noFill/>
          <a:ln cap="flat" cmpd="sng" w="28575">
            <a:solidFill>
              <a:srgbClr val="D9D9D9"/>
            </a:solidFill>
            <a:prstDash val="solid"/>
            <a:round/>
            <a:headEnd len="sm" w="sm" type="none"/>
            <a:tailEnd len="sm" w="sm" type="none"/>
          </a:ln>
        </p:spPr>
      </p:cxnSp>
      <p:sp>
        <p:nvSpPr>
          <p:cNvPr id="5215" name="Google Shape;5215;p89"/>
          <p:cNvSpPr/>
          <p:nvPr/>
        </p:nvSpPr>
        <p:spPr>
          <a:xfrm>
            <a:off x="6419381" y="4277875"/>
            <a:ext cx="7965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sp>
        <p:nvSpPr>
          <p:cNvPr id="5216" name="Google Shape;5216;p89"/>
          <p:cNvSpPr/>
          <p:nvPr/>
        </p:nvSpPr>
        <p:spPr>
          <a:xfrm>
            <a:off x="7345550" y="4277875"/>
            <a:ext cx="24660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cxnSp>
        <p:nvCxnSpPr>
          <p:cNvPr id="5217" name="Google Shape;5217;p89"/>
          <p:cNvCxnSpPr/>
          <p:nvPr/>
        </p:nvCxnSpPr>
        <p:spPr>
          <a:xfrm>
            <a:off x="8160939" y="4273331"/>
            <a:ext cx="2700" cy="446700"/>
          </a:xfrm>
          <a:prstGeom prst="straightConnector1">
            <a:avLst/>
          </a:prstGeom>
          <a:noFill/>
          <a:ln cap="flat" cmpd="sng" w="28575">
            <a:solidFill>
              <a:srgbClr val="D9D9D9"/>
            </a:solidFill>
            <a:prstDash val="solid"/>
            <a:round/>
            <a:headEnd len="sm" w="sm" type="none"/>
            <a:tailEnd len="sm" w="sm" type="none"/>
          </a:ln>
        </p:spPr>
      </p:cxnSp>
      <p:cxnSp>
        <p:nvCxnSpPr>
          <p:cNvPr id="5218" name="Google Shape;5218;p89"/>
          <p:cNvCxnSpPr/>
          <p:nvPr/>
        </p:nvCxnSpPr>
        <p:spPr>
          <a:xfrm>
            <a:off x="8991070" y="4273368"/>
            <a:ext cx="2700" cy="446700"/>
          </a:xfrm>
          <a:prstGeom prst="straightConnector1">
            <a:avLst/>
          </a:prstGeom>
          <a:noFill/>
          <a:ln cap="flat" cmpd="sng" w="28575">
            <a:solidFill>
              <a:srgbClr val="D9D9D9"/>
            </a:solidFill>
            <a:prstDash val="solid"/>
            <a:round/>
            <a:headEnd len="sm" w="sm" type="none"/>
            <a:tailEnd len="sm" w="sm" type="none"/>
          </a:ln>
        </p:spPr>
      </p:cxnSp>
      <p:sp>
        <p:nvSpPr>
          <p:cNvPr id="5219" name="Google Shape;5219;p89"/>
          <p:cNvSpPr/>
          <p:nvPr/>
        </p:nvSpPr>
        <p:spPr>
          <a:xfrm>
            <a:off x="269095" y="4763307"/>
            <a:ext cx="7965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sp>
        <p:nvSpPr>
          <p:cNvPr id="5220" name="Google Shape;5220;p89"/>
          <p:cNvSpPr/>
          <p:nvPr/>
        </p:nvSpPr>
        <p:spPr>
          <a:xfrm>
            <a:off x="1184780" y="4763307"/>
            <a:ext cx="16236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cxnSp>
        <p:nvCxnSpPr>
          <p:cNvPr id="5221" name="Google Shape;5221;p89"/>
          <p:cNvCxnSpPr/>
          <p:nvPr/>
        </p:nvCxnSpPr>
        <p:spPr>
          <a:xfrm>
            <a:off x="1976985" y="4758776"/>
            <a:ext cx="2700" cy="446700"/>
          </a:xfrm>
          <a:prstGeom prst="straightConnector1">
            <a:avLst/>
          </a:prstGeom>
          <a:noFill/>
          <a:ln cap="flat" cmpd="sng" w="28575">
            <a:solidFill>
              <a:srgbClr val="D9D9D9"/>
            </a:solidFill>
            <a:prstDash val="solid"/>
            <a:round/>
            <a:headEnd len="sm" w="sm" type="none"/>
            <a:tailEnd len="sm" w="sm" type="none"/>
          </a:ln>
        </p:spPr>
      </p:cxnSp>
      <p:sp>
        <p:nvSpPr>
          <p:cNvPr id="5222" name="Google Shape;5222;p89"/>
          <p:cNvSpPr/>
          <p:nvPr/>
        </p:nvSpPr>
        <p:spPr>
          <a:xfrm>
            <a:off x="2927652" y="4763307"/>
            <a:ext cx="16236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cxnSp>
        <p:nvCxnSpPr>
          <p:cNvPr id="5223" name="Google Shape;5223;p89"/>
          <p:cNvCxnSpPr/>
          <p:nvPr/>
        </p:nvCxnSpPr>
        <p:spPr>
          <a:xfrm>
            <a:off x="3723200" y="4758922"/>
            <a:ext cx="2700" cy="446700"/>
          </a:xfrm>
          <a:prstGeom prst="straightConnector1">
            <a:avLst/>
          </a:prstGeom>
          <a:noFill/>
          <a:ln cap="flat" cmpd="sng" w="28575">
            <a:solidFill>
              <a:srgbClr val="D9D9D9"/>
            </a:solidFill>
            <a:prstDash val="solid"/>
            <a:round/>
            <a:headEnd len="sm" w="sm" type="none"/>
            <a:tailEnd len="sm" w="sm" type="none"/>
          </a:ln>
        </p:spPr>
      </p:cxnSp>
      <p:sp>
        <p:nvSpPr>
          <p:cNvPr id="5224" name="Google Shape;5224;p89"/>
          <p:cNvSpPr/>
          <p:nvPr/>
        </p:nvSpPr>
        <p:spPr>
          <a:xfrm>
            <a:off x="4670524" y="4763307"/>
            <a:ext cx="16236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cxnSp>
        <p:nvCxnSpPr>
          <p:cNvPr id="5225" name="Google Shape;5225;p89"/>
          <p:cNvCxnSpPr/>
          <p:nvPr/>
        </p:nvCxnSpPr>
        <p:spPr>
          <a:xfrm>
            <a:off x="5464944" y="4758764"/>
            <a:ext cx="2700" cy="446700"/>
          </a:xfrm>
          <a:prstGeom prst="straightConnector1">
            <a:avLst/>
          </a:prstGeom>
          <a:noFill/>
          <a:ln cap="flat" cmpd="sng" w="28575">
            <a:solidFill>
              <a:srgbClr val="D9D9D9"/>
            </a:solidFill>
            <a:prstDash val="solid"/>
            <a:round/>
            <a:headEnd len="sm" w="sm" type="none"/>
            <a:tailEnd len="sm" w="sm" type="none"/>
          </a:ln>
        </p:spPr>
      </p:cxnSp>
      <p:sp>
        <p:nvSpPr>
          <p:cNvPr id="5226" name="Google Shape;5226;p89"/>
          <p:cNvSpPr/>
          <p:nvPr/>
        </p:nvSpPr>
        <p:spPr>
          <a:xfrm>
            <a:off x="6423880" y="4763307"/>
            <a:ext cx="7965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sp>
        <p:nvSpPr>
          <p:cNvPr id="5227" name="Google Shape;5227;p89"/>
          <p:cNvSpPr/>
          <p:nvPr/>
        </p:nvSpPr>
        <p:spPr>
          <a:xfrm>
            <a:off x="7350049" y="4763307"/>
            <a:ext cx="24660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cxnSp>
        <p:nvCxnSpPr>
          <p:cNvPr id="5228" name="Google Shape;5228;p89"/>
          <p:cNvCxnSpPr/>
          <p:nvPr/>
        </p:nvCxnSpPr>
        <p:spPr>
          <a:xfrm>
            <a:off x="8165438" y="4758764"/>
            <a:ext cx="2700" cy="446700"/>
          </a:xfrm>
          <a:prstGeom prst="straightConnector1">
            <a:avLst/>
          </a:prstGeom>
          <a:noFill/>
          <a:ln cap="flat" cmpd="sng" w="28575">
            <a:solidFill>
              <a:srgbClr val="D9D9D9"/>
            </a:solidFill>
            <a:prstDash val="solid"/>
            <a:round/>
            <a:headEnd len="sm" w="sm" type="none"/>
            <a:tailEnd len="sm" w="sm" type="none"/>
          </a:ln>
        </p:spPr>
      </p:cxnSp>
      <p:cxnSp>
        <p:nvCxnSpPr>
          <p:cNvPr id="5229" name="Google Shape;5229;p89"/>
          <p:cNvCxnSpPr/>
          <p:nvPr/>
        </p:nvCxnSpPr>
        <p:spPr>
          <a:xfrm>
            <a:off x="8995570" y="4758800"/>
            <a:ext cx="2700" cy="446700"/>
          </a:xfrm>
          <a:prstGeom prst="straightConnector1">
            <a:avLst/>
          </a:prstGeom>
          <a:noFill/>
          <a:ln cap="flat" cmpd="sng" w="28575">
            <a:solidFill>
              <a:srgbClr val="D9D9D9"/>
            </a:solidFill>
            <a:prstDash val="solid"/>
            <a:round/>
            <a:headEnd len="sm" w="sm" type="none"/>
            <a:tailEnd len="sm" w="sm" type="none"/>
          </a:ln>
        </p:spPr>
      </p:cxnSp>
      <p:sp>
        <p:nvSpPr>
          <p:cNvPr id="5230" name="Google Shape;5230;p89"/>
          <p:cNvSpPr/>
          <p:nvPr/>
        </p:nvSpPr>
        <p:spPr>
          <a:xfrm>
            <a:off x="267899" y="5253569"/>
            <a:ext cx="7965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sp>
        <p:nvSpPr>
          <p:cNvPr id="5231" name="Google Shape;5231;p89"/>
          <p:cNvSpPr/>
          <p:nvPr/>
        </p:nvSpPr>
        <p:spPr>
          <a:xfrm>
            <a:off x="1183584" y="5253569"/>
            <a:ext cx="16236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cxnSp>
        <p:nvCxnSpPr>
          <p:cNvPr id="5232" name="Google Shape;5232;p89"/>
          <p:cNvCxnSpPr/>
          <p:nvPr/>
        </p:nvCxnSpPr>
        <p:spPr>
          <a:xfrm>
            <a:off x="1975789" y="5249038"/>
            <a:ext cx="2700" cy="446700"/>
          </a:xfrm>
          <a:prstGeom prst="straightConnector1">
            <a:avLst/>
          </a:prstGeom>
          <a:noFill/>
          <a:ln cap="flat" cmpd="sng" w="28575">
            <a:solidFill>
              <a:srgbClr val="D9D9D9"/>
            </a:solidFill>
            <a:prstDash val="solid"/>
            <a:round/>
            <a:headEnd len="sm" w="sm" type="none"/>
            <a:tailEnd len="sm" w="sm" type="none"/>
          </a:ln>
        </p:spPr>
      </p:cxnSp>
      <p:sp>
        <p:nvSpPr>
          <p:cNvPr id="5233" name="Google Shape;5233;p89"/>
          <p:cNvSpPr/>
          <p:nvPr/>
        </p:nvSpPr>
        <p:spPr>
          <a:xfrm>
            <a:off x="2926456" y="5253569"/>
            <a:ext cx="16236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cxnSp>
        <p:nvCxnSpPr>
          <p:cNvPr id="5234" name="Google Shape;5234;p89"/>
          <p:cNvCxnSpPr/>
          <p:nvPr/>
        </p:nvCxnSpPr>
        <p:spPr>
          <a:xfrm>
            <a:off x="3722005" y="5249184"/>
            <a:ext cx="2700" cy="446700"/>
          </a:xfrm>
          <a:prstGeom prst="straightConnector1">
            <a:avLst/>
          </a:prstGeom>
          <a:noFill/>
          <a:ln cap="flat" cmpd="sng" w="28575">
            <a:solidFill>
              <a:srgbClr val="D9D9D9"/>
            </a:solidFill>
            <a:prstDash val="solid"/>
            <a:round/>
            <a:headEnd len="sm" w="sm" type="none"/>
            <a:tailEnd len="sm" w="sm" type="none"/>
          </a:ln>
        </p:spPr>
      </p:cxnSp>
      <p:sp>
        <p:nvSpPr>
          <p:cNvPr id="5235" name="Google Shape;5235;p89"/>
          <p:cNvSpPr/>
          <p:nvPr/>
        </p:nvSpPr>
        <p:spPr>
          <a:xfrm>
            <a:off x="4669328" y="5253569"/>
            <a:ext cx="16236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cxnSp>
        <p:nvCxnSpPr>
          <p:cNvPr id="5236" name="Google Shape;5236;p89"/>
          <p:cNvCxnSpPr/>
          <p:nvPr/>
        </p:nvCxnSpPr>
        <p:spPr>
          <a:xfrm>
            <a:off x="5463748" y="5249025"/>
            <a:ext cx="2700" cy="446700"/>
          </a:xfrm>
          <a:prstGeom prst="straightConnector1">
            <a:avLst/>
          </a:prstGeom>
          <a:noFill/>
          <a:ln cap="flat" cmpd="sng" w="28575">
            <a:solidFill>
              <a:srgbClr val="D9D9D9"/>
            </a:solidFill>
            <a:prstDash val="solid"/>
            <a:round/>
            <a:headEnd len="sm" w="sm" type="none"/>
            <a:tailEnd len="sm" w="sm" type="none"/>
          </a:ln>
        </p:spPr>
      </p:cxnSp>
      <p:sp>
        <p:nvSpPr>
          <p:cNvPr id="5237" name="Google Shape;5237;p89"/>
          <p:cNvSpPr/>
          <p:nvPr/>
        </p:nvSpPr>
        <p:spPr>
          <a:xfrm>
            <a:off x="6422684" y="5253569"/>
            <a:ext cx="7965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sp>
        <p:nvSpPr>
          <p:cNvPr id="5238" name="Google Shape;5238;p89"/>
          <p:cNvSpPr/>
          <p:nvPr/>
        </p:nvSpPr>
        <p:spPr>
          <a:xfrm>
            <a:off x="7348853" y="5253569"/>
            <a:ext cx="24660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cxnSp>
        <p:nvCxnSpPr>
          <p:cNvPr id="5239" name="Google Shape;5239;p89"/>
          <p:cNvCxnSpPr/>
          <p:nvPr/>
        </p:nvCxnSpPr>
        <p:spPr>
          <a:xfrm>
            <a:off x="8164242" y="5249025"/>
            <a:ext cx="2700" cy="446700"/>
          </a:xfrm>
          <a:prstGeom prst="straightConnector1">
            <a:avLst/>
          </a:prstGeom>
          <a:noFill/>
          <a:ln cap="flat" cmpd="sng" w="28575">
            <a:solidFill>
              <a:srgbClr val="D9D9D9"/>
            </a:solidFill>
            <a:prstDash val="solid"/>
            <a:round/>
            <a:headEnd len="sm" w="sm" type="none"/>
            <a:tailEnd len="sm" w="sm" type="none"/>
          </a:ln>
        </p:spPr>
      </p:cxnSp>
      <p:cxnSp>
        <p:nvCxnSpPr>
          <p:cNvPr id="5240" name="Google Shape;5240;p89"/>
          <p:cNvCxnSpPr/>
          <p:nvPr/>
        </p:nvCxnSpPr>
        <p:spPr>
          <a:xfrm>
            <a:off x="8994374" y="5249062"/>
            <a:ext cx="2700" cy="446700"/>
          </a:xfrm>
          <a:prstGeom prst="straightConnector1">
            <a:avLst/>
          </a:prstGeom>
          <a:noFill/>
          <a:ln cap="flat" cmpd="sng" w="28575">
            <a:solidFill>
              <a:srgbClr val="D9D9D9"/>
            </a:solidFill>
            <a:prstDash val="solid"/>
            <a:round/>
            <a:headEnd len="sm" w="sm" type="none"/>
            <a:tailEnd len="sm" w="sm" type="none"/>
          </a:ln>
        </p:spPr>
      </p:cxnSp>
      <p:sp>
        <p:nvSpPr>
          <p:cNvPr id="5241" name="Google Shape;5241;p89"/>
          <p:cNvSpPr/>
          <p:nvPr/>
        </p:nvSpPr>
        <p:spPr>
          <a:xfrm>
            <a:off x="265150" y="5767582"/>
            <a:ext cx="7965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sp>
        <p:nvSpPr>
          <p:cNvPr id="5242" name="Google Shape;5242;p89"/>
          <p:cNvSpPr/>
          <p:nvPr/>
        </p:nvSpPr>
        <p:spPr>
          <a:xfrm>
            <a:off x="1180835" y="5767582"/>
            <a:ext cx="16236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cxnSp>
        <p:nvCxnSpPr>
          <p:cNvPr id="5243" name="Google Shape;5243;p89"/>
          <p:cNvCxnSpPr/>
          <p:nvPr/>
        </p:nvCxnSpPr>
        <p:spPr>
          <a:xfrm>
            <a:off x="1973040" y="5763051"/>
            <a:ext cx="2700" cy="446700"/>
          </a:xfrm>
          <a:prstGeom prst="straightConnector1">
            <a:avLst/>
          </a:prstGeom>
          <a:noFill/>
          <a:ln cap="flat" cmpd="sng" w="28575">
            <a:solidFill>
              <a:srgbClr val="D9D9D9"/>
            </a:solidFill>
            <a:prstDash val="solid"/>
            <a:round/>
            <a:headEnd len="sm" w="sm" type="none"/>
            <a:tailEnd len="sm" w="sm" type="none"/>
          </a:ln>
        </p:spPr>
      </p:cxnSp>
      <p:sp>
        <p:nvSpPr>
          <p:cNvPr id="5244" name="Google Shape;5244;p89"/>
          <p:cNvSpPr/>
          <p:nvPr/>
        </p:nvSpPr>
        <p:spPr>
          <a:xfrm>
            <a:off x="2923707" y="5767582"/>
            <a:ext cx="16236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cxnSp>
        <p:nvCxnSpPr>
          <p:cNvPr id="5245" name="Google Shape;5245;p89"/>
          <p:cNvCxnSpPr/>
          <p:nvPr/>
        </p:nvCxnSpPr>
        <p:spPr>
          <a:xfrm>
            <a:off x="3719255" y="5763197"/>
            <a:ext cx="2700" cy="446700"/>
          </a:xfrm>
          <a:prstGeom prst="straightConnector1">
            <a:avLst/>
          </a:prstGeom>
          <a:noFill/>
          <a:ln cap="flat" cmpd="sng" w="28575">
            <a:solidFill>
              <a:srgbClr val="D9D9D9"/>
            </a:solidFill>
            <a:prstDash val="solid"/>
            <a:round/>
            <a:headEnd len="sm" w="sm" type="none"/>
            <a:tailEnd len="sm" w="sm" type="none"/>
          </a:ln>
        </p:spPr>
      </p:cxnSp>
      <p:sp>
        <p:nvSpPr>
          <p:cNvPr id="5246" name="Google Shape;5246;p89"/>
          <p:cNvSpPr/>
          <p:nvPr/>
        </p:nvSpPr>
        <p:spPr>
          <a:xfrm>
            <a:off x="4666579" y="5767582"/>
            <a:ext cx="16236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cxnSp>
        <p:nvCxnSpPr>
          <p:cNvPr id="5247" name="Google Shape;5247;p89"/>
          <p:cNvCxnSpPr/>
          <p:nvPr/>
        </p:nvCxnSpPr>
        <p:spPr>
          <a:xfrm>
            <a:off x="5460999" y="5763038"/>
            <a:ext cx="2700" cy="446700"/>
          </a:xfrm>
          <a:prstGeom prst="straightConnector1">
            <a:avLst/>
          </a:prstGeom>
          <a:noFill/>
          <a:ln cap="flat" cmpd="sng" w="28575">
            <a:solidFill>
              <a:srgbClr val="D9D9D9"/>
            </a:solidFill>
            <a:prstDash val="solid"/>
            <a:round/>
            <a:headEnd len="sm" w="sm" type="none"/>
            <a:tailEnd len="sm" w="sm" type="none"/>
          </a:ln>
        </p:spPr>
      </p:cxnSp>
      <p:sp>
        <p:nvSpPr>
          <p:cNvPr id="5248" name="Google Shape;5248;p89"/>
          <p:cNvSpPr/>
          <p:nvPr/>
        </p:nvSpPr>
        <p:spPr>
          <a:xfrm>
            <a:off x="6419935" y="5767582"/>
            <a:ext cx="7965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sp>
        <p:nvSpPr>
          <p:cNvPr id="5249" name="Google Shape;5249;p89"/>
          <p:cNvSpPr/>
          <p:nvPr/>
        </p:nvSpPr>
        <p:spPr>
          <a:xfrm>
            <a:off x="7346104" y="5767582"/>
            <a:ext cx="24660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cxnSp>
        <p:nvCxnSpPr>
          <p:cNvPr id="5250" name="Google Shape;5250;p89"/>
          <p:cNvCxnSpPr/>
          <p:nvPr/>
        </p:nvCxnSpPr>
        <p:spPr>
          <a:xfrm>
            <a:off x="8161493" y="5763038"/>
            <a:ext cx="2700" cy="446700"/>
          </a:xfrm>
          <a:prstGeom prst="straightConnector1">
            <a:avLst/>
          </a:prstGeom>
          <a:noFill/>
          <a:ln cap="flat" cmpd="sng" w="28575">
            <a:solidFill>
              <a:srgbClr val="D9D9D9"/>
            </a:solidFill>
            <a:prstDash val="solid"/>
            <a:round/>
            <a:headEnd len="sm" w="sm" type="none"/>
            <a:tailEnd len="sm" w="sm" type="none"/>
          </a:ln>
        </p:spPr>
      </p:cxnSp>
      <p:cxnSp>
        <p:nvCxnSpPr>
          <p:cNvPr id="5251" name="Google Shape;5251;p89"/>
          <p:cNvCxnSpPr/>
          <p:nvPr/>
        </p:nvCxnSpPr>
        <p:spPr>
          <a:xfrm>
            <a:off x="8991625" y="5763075"/>
            <a:ext cx="2700" cy="446700"/>
          </a:xfrm>
          <a:prstGeom prst="straightConnector1">
            <a:avLst/>
          </a:prstGeom>
          <a:noFill/>
          <a:ln cap="flat" cmpd="sng" w="28575">
            <a:solidFill>
              <a:srgbClr val="D9D9D9"/>
            </a:solidFill>
            <a:prstDash val="solid"/>
            <a:round/>
            <a:headEnd len="sm" w="sm" type="none"/>
            <a:tailEnd len="sm" w="sm" type="none"/>
          </a:ln>
        </p:spPr>
      </p:cxnSp>
      <p:sp>
        <p:nvSpPr>
          <p:cNvPr id="5252" name="Google Shape;5252;p89"/>
          <p:cNvSpPr txBox="1"/>
          <p:nvPr>
            <p:ph idx="4" type="subTitle"/>
          </p:nvPr>
        </p:nvSpPr>
        <p:spPr>
          <a:xfrm>
            <a:off x="263406" y="1782608"/>
            <a:ext cx="7965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5253" name="Google Shape;5253;p89"/>
          <p:cNvSpPr txBox="1"/>
          <p:nvPr>
            <p:ph idx="5" type="subTitle"/>
          </p:nvPr>
        </p:nvSpPr>
        <p:spPr>
          <a:xfrm>
            <a:off x="1177829" y="1782608"/>
            <a:ext cx="7779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5254" name="Google Shape;5254;p89"/>
          <p:cNvSpPr txBox="1"/>
          <p:nvPr>
            <p:ph idx="6" type="subTitle"/>
          </p:nvPr>
        </p:nvSpPr>
        <p:spPr>
          <a:xfrm>
            <a:off x="1988728" y="1782608"/>
            <a:ext cx="8151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5255" name="Google Shape;5255;p89"/>
          <p:cNvSpPr txBox="1"/>
          <p:nvPr>
            <p:ph idx="7" type="subTitle"/>
          </p:nvPr>
        </p:nvSpPr>
        <p:spPr>
          <a:xfrm>
            <a:off x="2923907" y="1782608"/>
            <a:ext cx="7779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5256" name="Google Shape;5256;p89"/>
          <p:cNvSpPr txBox="1"/>
          <p:nvPr>
            <p:ph idx="8" type="subTitle"/>
          </p:nvPr>
        </p:nvSpPr>
        <p:spPr>
          <a:xfrm>
            <a:off x="3734801" y="1782608"/>
            <a:ext cx="8151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5257" name="Google Shape;5257;p89"/>
          <p:cNvSpPr txBox="1"/>
          <p:nvPr>
            <p:ph idx="9" type="subTitle"/>
          </p:nvPr>
        </p:nvSpPr>
        <p:spPr>
          <a:xfrm>
            <a:off x="4669984" y="1782608"/>
            <a:ext cx="7779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5258" name="Google Shape;5258;p89"/>
          <p:cNvSpPr txBox="1"/>
          <p:nvPr>
            <p:ph idx="13" type="subTitle"/>
          </p:nvPr>
        </p:nvSpPr>
        <p:spPr>
          <a:xfrm>
            <a:off x="5480878" y="1782608"/>
            <a:ext cx="8151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5259" name="Google Shape;5259;p89"/>
          <p:cNvSpPr txBox="1"/>
          <p:nvPr>
            <p:ph idx="14" type="subTitle"/>
          </p:nvPr>
        </p:nvSpPr>
        <p:spPr>
          <a:xfrm>
            <a:off x="6410573" y="1782608"/>
            <a:ext cx="8136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5260" name="Google Shape;5260;p89"/>
          <p:cNvSpPr txBox="1"/>
          <p:nvPr>
            <p:ph idx="15" type="subTitle"/>
          </p:nvPr>
        </p:nvSpPr>
        <p:spPr>
          <a:xfrm>
            <a:off x="7344346" y="1782608"/>
            <a:ext cx="7965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5261" name="Google Shape;5261;p89"/>
          <p:cNvSpPr txBox="1"/>
          <p:nvPr>
            <p:ph idx="16" type="subTitle"/>
          </p:nvPr>
        </p:nvSpPr>
        <p:spPr>
          <a:xfrm>
            <a:off x="8181345" y="1782608"/>
            <a:ext cx="7965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5262" name="Google Shape;5262;p89"/>
          <p:cNvSpPr txBox="1"/>
          <p:nvPr>
            <p:ph idx="17" type="subTitle"/>
          </p:nvPr>
        </p:nvSpPr>
        <p:spPr>
          <a:xfrm>
            <a:off x="8998819" y="1782608"/>
            <a:ext cx="8151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5263" name="Google Shape;5263;p89"/>
          <p:cNvSpPr txBox="1"/>
          <p:nvPr>
            <p:ph idx="18" type="subTitle"/>
          </p:nvPr>
        </p:nvSpPr>
        <p:spPr>
          <a:xfrm>
            <a:off x="263406" y="2268846"/>
            <a:ext cx="7965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5264" name="Google Shape;5264;p89"/>
          <p:cNvSpPr txBox="1"/>
          <p:nvPr>
            <p:ph idx="19" type="subTitle"/>
          </p:nvPr>
        </p:nvSpPr>
        <p:spPr>
          <a:xfrm>
            <a:off x="1177829" y="2268846"/>
            <a:ext cx="7779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5265" name="Google Shape;5265;p89"/>
          <p:cNvSpPr txBox="1"/>
          <p:nvPr>
            <p:ph idx="20" type="subTitle"/>
          </p:nvPr>
        </p:nvSpPr>
        <p:spPr>
          <a:xfrm>
            <a:off x="1988728" y="2268846"/>
            <a:ext cx="8151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5266" name="Google Shape;5266;p89"/>
          <p:cNvSpPr txBox="1"/>
          <p:nvPr>
            <p:ph idx="21" type="subTitle"/>
          </p:nvPr>
        </p:nvSpPr>
        <p:spPr>
          <a:xfrm>
            <a:off x="2923907" y="2268846"/>
            <a:ext cx="7779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5267" name="Google Shape;5267;p89"/>
          <p:cNvSpPr txBox="1"/>
          <p:nvPr>
            <p:ph idx="22" type="subTitle"/>
          </p:nvPr>
        </p:nvSpPr>
        <p:spPr>
          <a:xfrm>
            <a:off x="3734801" y="2268846"/>
            <a:ext cx="8151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5268" name="Google Shape;5268;p89"/>
          <p:cNvSpPr txBox="1"/>
          <p:nvPr>
            <p:ph idx="23" type="subTitle"/>
          </p:nvPr>
        </p:nvSpPr>
        <p:spPr>
          <a:xfrm>
            <a:off x="4669984" y="2268846"/>
            <a:ext cx="7779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5269" name="Google Shape;5269;p89"/>
          <p:cNvSpPr txBox="1"/>
          <p:nvPr>
            <p:ph idx="24" type="subTitle"/>
          </p:nvPr>
        </p:nvSpPr>
        <p:spPr>
          <a:xfrm>
            <a:off x="5480878" y="2268846"/>
            <a:ext cx="8151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5270" name="Google Shape;5270;p89"/>
          <p:cNvSpPr txBox="1"/>
          <p:nvPr>
            <p:ph idx="25" type="subTitle"/>
          </p:nvPr>
        </p:nvSpPr>
        <p:spPr>
          <a:xfrm>
            <a:off x="6410573" y="2268846"/>
            <a:ext cx="8136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5271" name="Google Shape;5271;p89"/>
          <p:cNvSpPr txBox="1"/>
          <p:nvPr>
            <p:ph idx="26" type="subTitle"/>
          </p:nvPr>
        </p:nvSpPr>
        <p:spPr>
          <a:xfrm>
            <a:off x="7344346" y="2268846"/>
            <a:ext cx="7965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5272" name="Google Shape;5272;p89"/>
          <p:cNvSpPr txBox="1"/>
          <p:nvPr>
            <p:ph idx="27" type="subTitle"/>
          </p:nvPr>
        </p:nvSpPr>
        <p:spPr>
          <a:xfrm>
            <a:off x="8181345" y="2268846"/>
            <a:ext cx="7965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5273" name="Google Shape;5273;p89"/>
          <p:cNvSpPr txBox="1"/>
          <p:nvPr>
            <p:ph idx="28" type="subTitle"/>
          </p:nvPr>
        </p:nvSpPr>
        <p:spPr>
          <a:xfrm>
            <a:off x="8998819" y="2268846"/>
            <a:ext cx="8151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5274" name="Google Shape;5274;p89"/>
          <p:cNvSpPr txBox="1"/>
          <p:nvPr>
            <p:ph idx="29" type="subTitle"/>
          </p:nvPr>
        </p:nvSpPr>
        <p:spPr>
          <a:xfrm>
            <a:off x="263406" y="2782511"/>
            <a:ext cx="7965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5275" name="Google Shape;5275;p89"/>
          <p:cNvSpPr txBox="1"/>
          <p:nvPr>
            <p:ph idx="30" type="subTitle"/>
          </p:nvPr>
        </p:nvSpPr>
        <p:spPr>
          <a:xfrm>
            <a:off x="1177829" y="2782511"/>
            <a:ext cx="7779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5276" name="Google Shape;5276;p89"/>
          <p:cNvSpPr txBox="1"/>
          <p:nvPr>
            <p:ph idx="31" type="subTitle"/>
          </p:nvPr>
        </p:nvSpPr>
        <p:spPr>
          <a:xfrm>
            <a:off x="1988728" y="2782511"/>
            <a:ext cx="8151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5277" name="Google Shape;5277;p89"/>
          <p:cNvSpPr txBox="1"/>
          <p:nvPr>
            <p:ph idx="32" type="subTitle"/>
          </p:nvPr>
        </p:nvSpPr>
        <p:spPr>
          <a:xfrm>
            <a:off x="2923907" y="2782511"/>
            <a:ext cx="7779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5278" name="Google Shape;5278;p89"/>
          <p:cNvSpPr txBox="1"/>
          <p:nvPr>
            <p:ph idx="33" type="subTitle"/>
          </p:nvPr>
        </p:nvSpPr>
        <p:spPr>
          <a:xfrm>
            <a:off x="3734801" y="2782511"/>
            <a:ext cx="8151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5279" name="Google Shape;5279;p89"/>
          <p:cNvSpPr txBox="1"/>
          <p:nvPr>
            <p:ph idx="34" type="subTitle"/>
          </p:nvPr>
        </p:nvSpPr>
        <p:spPr>
          <a:xfrm>
            <a:off x="4669984" y="2782511"/>
            <a:ext cx="7779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5280" name="Google Shape;5280;p89"/>
          <p:cNvSpPr txBox="1"/>
          <p:nvPr>
            <p:ph idx="35" type="subTitle"/>
          </p:nvPr>
        </p:nvSpPr>
        <p:spPr>
          <a:xfrm>
            <a:off x="5480878" y="2782511"/>
            <a:ext cx="8151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5281" name="Google Shape;5281;p89"/>
          <p:cNvSpPr txBox="1"/>
          <p:nvPr>
            <p:ph idx="36" type="subTitle"/>
          </p:nvPr>
        </p:nvSpPr>
        <p:spPr>
          <a:xfrm>
            <a:off x="6410573" y="2782510"/>
            <a:ext cx="8136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5282" name="Google Shape;5282;p89"/>
          <p:cNvSpPr txBox="1"/>
          <p:nvPr>
            <p:ph idx="37" type="subTitle"/>
          </p:nvPr>
        </p:nvSpPr>
        <p:spPr>
          <a:xfrm>
            <a:off x="7344346" y="2782511"/>
            <a:ext cx="7965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5283" name="Google Shape;5283;p89"/>
          <p:cNvSpPr txBox="1"/>
          <p:nvPr>
            <p:ph idx="38" type="subTitle"/>
          </p:nvPr>
        </p:nvSpPr>
        <p:spPr>
          <a:xfrm>
            <a:off x="8181345" y="2782511"/>
            <a:ext cx="7965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5284" name="Google Shape;5284;p89"/>
          <p:cNvSpPr txBox="1"/>
          <p:nvPr>
            <p:ph idx="39" type="subTitle"/>
          </p:nvPr>
        </p:nvSpPr>
        <p:spPr>
          <a:xfrm>
            <a:off x="8998819" y="2782511"/>
            <a:ext cx="8151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5285" name="Google Shape;5285;p89"/>
          <p:cNvSpPr txBox="1"/>
          <p:nvPr>
            <p:ph idx="40" type="subTitle"/>
          </p:nvPr>
        </p:nvSpPr>
        <p:spPr>
          <a:xfrm>
            <a:off x="263406" y="3269058"/>
            <a:ext cx="7965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5286" name="Google Shape;5286;p89"/>
          <p:cNvSpPr txBox="1"/>
          <p:nvPr>
            <p:ph idx="41" type="subTitle"/>
          </p:nvPr>
        </p:nvSpPr>
        <p:spPr>
          <a:xfrm>
            <a:off x="1177829" y="3269058"/>
            <a:ext cx="7779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5287" name="Google Shape;5287;p89"/>
          <p:cNvSpPr txBox="1"/>
          <p:nvPr>
            <p:ph idx="42" type="subTitle"/>
          </p:nvPr>
        </p:nvSpPr>
        <p:spPr>
          <a:xfrm>
            <a:off x="1988728" y="3269058"/>
            <a:ext cx="8151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5288" name="Google Shape;5288;p89"/>
          <p:cNvSpPr txBox="1"/>
          <p:nvPr>
            <p:ph idx="43" type="subTitle"/>
          </p:nvPr>
        </p:nvSpPr>
        <p:spPr>
          <a:xfrm>
            <a:off x="2923907" y="3269058"/>
            <a:ext cx="7779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5289" name="Google Shape;5289;p89"/>
          <p:cNvSpPr txBox="1"/>
          <p:nvPr>
            <p:ph idx="44" type="subTitle"/>
          </p:nvPr>
        </p:nvSpPr>
        <p:spPr>
          <a:xfrm>
            <a:off x="3734801" y="3269058"/>
            <a:ext cx="8151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5290" name="Google Shape;5290;p89"/>
          <p:cNvSpPr txBox="1"/>
          <p:nvPr>
            <p:ph idx="45" type="subTitle"/>
          </p:nvPr>
        </p:nvSpPr>
        <p:spPr>
          <a:xfrm>
            <a:off x="4669984" y="3269058"/>
            <a:ext cx="7779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5291" name="Google Shape;5291;p89"/>
          <p:cNvSpPr txBox="1"/>
          <p:nvPr>
            <p:ph idx="46" type="subTitle"/>
          </p:nvPr>
        </p:nvSpPr>
        <p:spPr>
          <a:xfrm>
            <a:off x="5480878" y="3269058"/>
            <a:ext cx="8151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5292" name="Google Shape;5292;p89"/>
          <p:cNvSpPr txBox="1"/>
          <p:nvPr>
            <p:ph idx="47" type="subTitle"/>
          </p:nvPr>
        </p:nvSpPr>
        <p:spPr>
          <a:xfrm>
            <a:off x="6410573" y="3269056"/>
            <a:ext cx="8136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5293" name="Google Shape;5293;p89"/>
          <p:cNvSpPr txBox="1"/>
          <p:nvPr>
            <p:ph idx="48" type="subTitle"/>
          </p:nvPr>
        </p:nvSpPr>
        <p:spPr>
          <a:xfrm>
            <a:off x="7344346" y="3269058"/>
            <a:ext cx="7965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5294" name="Google Shape;5294;p89"/>
          <p:cNvSpPr txBox="1"/>
          <p:nvPr>
            <p:ph idx="49" type="subTitle"/>
          </p:nvPr>
        </p:nvSpPr>
        <p:spPr>
          <a:xfrm>
            <a:off x="8181345" y="3269058"/>
            <a:ext cx="7965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5295" name="Google Shape;5295;p89"/>
          <p:cNvSpPr txBox="1"/>
          <p:nvPr>
            <p:ph idx="50" type="subTitle"/>
          </p:nvPr>
        </p:nvSpPr>
        <p:spPr>
          <a:xfrm>
            <a:off x="8998819" y="3269058"/>
            <a:ext cx="8151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5296" name="Google Shape;5296;p89"/>
          <p:cNvSpPr txBox="1"/>
          <p:nvPr>
            <p:ph idx="51" type="subTitle"/>
          </p:nvPr>
        </p:nvSpPr>
        <p:spPr>
          <a:xfrm>
            <a:off x="263406" y="3763699"/>
            <a:ext cx="7965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5297" name="Google Shape;5297;p89"/>
          <p:cNvSpPr txBox="1"/>
          <p:nvPr>
            <p:ph idx="52" type="subTitle"/>
          </p:nvPr>
        </p:nvSpPr>
        <p:spPr>
          <a:xfrm>
            <a:off x="1177829" y="3763699"/>
            <a:ext cx="7779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5298" name="Google Shape;5298;p89"/>
          <p:cNvSpPr txBox="1"/>
          <p:nvPr>
            <p:ph idx="53" type="subTitle"/>
          </p:nvPr>
        </p:nvSpPr>
        <p:spPr>
          <a:xfrm>
            <a:off x="1988728" y="3763699"/>
            <a:ext cx="8151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5299" name="Google Shape;5299;p89"/>
          <p:cNvSpPr txBox="1"/>
          <p:nvPr>
            <p:ph idx="54" type="subTitle"/>
          </p:nvPr>
        </p:nvSpPr>
        <p:spPr>
          <a:xfrm>
            <a:off x="2923907" y="3763699"/>
            <a:ext cx="7779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5300" name="Google Shape;5300;p89"/>
          <p:cNvSpPr txBox="1"/>
          <p:nvPr>
            <p:ph idx="55" type="subTitle"/>
          </p:nvPr>
        </p:nvSpPr>
        <p:spPr>
          <a:xfrm>
            <a:off x="3734801" y="3763699"/>
            <a:ext cx="8151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5301" name="Google Shape;5301;p89"/>
          <p:cNvSpPr txBox="1"/>
          <p:nvPr>
            <p:ph idx="56" type="subTitle"/>
          </p:nvPr>
        </p:nvSpPr>
        <p:spPr>
          <a:xfrm>
            <a:off x="4669984" y="3763699"/>
            <a:ext cx="7779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5302" name="Google Shape;5302;p89"/>
          <p:cNvSpPr txBox="1"/>
          <p:nvPr>
            <p:ph idx="57" type="subTitle"/>
          </p:nvPr>
        </p:nvSpPr>
        <p:spPr>
          <a:xfrm>
            <a:off x="5480878" y="3763699"/>
            <a:ext cx="8151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5303" name="Google Shape;5303;p89"/>
          <p:cNvSpPr txBox="1"/>
          <p:nvPr>
            <p:ph idx="58" type="subTitle"/>
          </p:nvPr>
        </p:nvSpPr>
        <p:spPr>
          <a:xfrm>
            <a:off x="6410573" y="3763697"/>
            <a:ext cx="8136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5304" name="Google Shape;5304;p89"/>
          <p:cNvSpPr txBox="1"/>
          <p:nvPr>
            <p:ph idx="59" type="subTitle"/>
          </p:nvPr>
        </p:nvSpPr>
        <p:spPr>
          <a:xfrm>
            <a:off x="7344346" y="3763699"/>
            <a:ext cx="7965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5305" name="Google Shape;5305;p89"/>
          <p:cNvSpPr txBox="1"/>
          <p:nvPr>
            <p:ph idx="60" type="subTitle"/>
          </p:nvPr>
        </p:nvSpPr>
        <p:spPr>
          <a:xfrm>
            <a:off x="8181345" y="3763699"/>
            <a:ext cx="7965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5306" name="Google Shape;5306;p89"/>
          <p:cNvSpPr txBox="1"/>
          <p:nvPr>
            <p:ph idx="61" type="subTitle"/>
          </p:nvPr>
        </p:nvSpPr>
        <p:spPr>
          <a:xfrm>
            <a:off x="8998819" y="3763699"/>
            <a:ext cx="8151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5307" name="Google Shape;5307;p89"/>
          <p:cNvSpPr txBox="1"/>
          <p:nvPr>
            <p:ph idx="62" type="subTitle"/>
          </p:nvPr>
        </p:nvSpPr>
        <p:spPr>
          <a:xfrm>
            <a:off x="263406" y="4278991"/>
            <a:ext cx="7965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5308" name="Google Shape;5308;p89"/>
          <p:cNvSpPr txBox="1"/>
          <p:nvPr>
            <p:ph idx="63" type="subTitle"/>
          </p:nvPr>
        </p:nvSpPr>
        <p:spPr>
          <a:xfrm>
            <a:off x="1177829" y="4278991"/>
            <a:ext cx="7779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5309" name="Google Shape;5309;p89"/>
          <p:cNvSpPr txBox="1"/>
          <p:nvPr>
            <p:ph idx="64" type="subTitle"/>
          </p:nvPr>
        </p:nvSpPr>
        <p:spPr>
          <a:xfrm>
            <a:off x="1988728" y="4278991"/>
            <a:ext cx="8151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5310" name="Google Shape;5310;p89"/>
          <p:cNvSpPr txBox="1"/>
          <p:nvPr>
            <p:ph idx="65" type="subTitle"/>
          </p:nvPr>
        </p:nvSpPr>
        <p:spPr>
          <a:xfrm>
            <a:off x="2923907" y="4278991"/>
            <a:ext cx="7779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5311" name="Google Shape;5311;p89"/>
          <p:cNvSpPr txBox="1"/>
          <p:nvPr>
            <p:ph idx="66" type="subTitle"/>
          </p:nvPr>
        </p:nvSpPr>
        <p:spPr>
          <a:xfrm>
            <a:off x="3734801" y="4278991"/>
            <a:ext cx="8151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5312" name="Google Shape;5312;p89"/>
          <p:cNvSpPr txBox="1"/>
          <p:nvPr>
            <p:ph idx="67" type="subTitle"/>
          </p:nvPr>
        </p:nvSpPr>
        <p:spPr>
          <a:xfrm>
            <a:off x="4669984" y="4278991"/>
            <a:ext cx="7779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5313" name="Google Shape;5313;p89"/>
          <p:cNvSpPr txBox="1"/>
          <p:nvPr>
            <p:ph idx="68" type="subTitle"/>
          </p:nvPr>
        </p:nvSpPr>
        <p:spPr>
          <a:xfrm>
            <a:off x="5480878" y="4278991"/>
            <a:ext cx="8151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5314" name="Google Shape;5314;p89"/>
          <p:cNvSpPr txBox="1"/>
          <p:nvPr>
            <p:ph idx="69" type="subTitle"/>
          </p:nvPr>
        </p:nvSpPr>
        <p:spPr>
          <a:xfrm>
            <a:off x="6410573" y="4278988"/>
            <a:ext cx="8136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5315" name="Google Shape;5315;p89"/>
          <p:cNvSpPr txBox="1"/>
          <p:nvPr>
            <p:ph idx="70" type="subTitle"/>
          </p:nvPr>
        </p:nvSpPr>
        <p:spPr>
          <a:xfrm>
            <a:off x="7344346" y="4278991"/>
            <a:ext cx="7965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5316" name="Google Shape;5316;p89"/>
          <p:cNvSpPr txBox="1"/>
          <p:nvPr>
            <p:ph idx="71" type="subTitle"/>
          </p:nvPr>
        </p:nvSpPr>
        <p:spPr>
          <a:xfrm>
            <a:off x="8181345" y="4278991"/>
            <a:ext cx="7965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5317" name="Google Shape;5317;p89"/>
          <p:cNvSpPr txBox="1"/>
          <p:nvPr>
            <p:ph idx="72" type="subTitle"/>
          </p:nvPr>
        </p:nvSpPr>
        <p:spPr>
          <a:xfrm>
            <a:off x="8998819" y="4278991"/>
            <a:ext cx="8151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5318" name="Google Shape;5318;p89"/>
          <p:cNvSpPr txBox="1"/>
          <p:nvPr>
            <p:ph idx="73" type="subTitle"/>
          </p:nvPr>
        </p:nvSpPr>
        <p:spPr>
          <a:xfrm>
            <a:off x="264731" y="4765316"/>
            <a:ext cx="7965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5319" name="Google Shape;5319;p89"/>
          <p:cNvSpPr txBox="1"/>
          <p:nvPr>
            <p:ph idx="74" type="subTitle"/>
          </p:nvPr>
        </p:nvSpPr>
        <p:spPr>
          <a:xfrm>
            <a:off x="1179154" y="4765316"/>
            <a:ext cx="7779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5320" name="Google Shape;5320;p89"/>
          <p:cNvSpPr txBox="1"/>
          <p:nvPr>
            <p:ph idx="75" type="subTitle"/>
          </p:nvPr>
        </p:nvSpPr>
        <p:spPr>
          <a:xfrm>
            <a:off x="1990053" y="4765316"/>
            <a:ext cx="8151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5321" name="Google Shape;5321;p89"/>
          <p:cNvSpPr txBox="1"/>
          <p:nvPr>
            <p:ph idx="76" type="subTitle"/>
          </p:nvPr>
        </p:nvSpPr>
        <p:spPr>
          <a:xfrm>
            <a:off x="2925232" y="4765316"/>
            <a:ext cx="7779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5322" name="Google Shape;5322;p89"/>
          <p:cNvSpPr txBox="1"/>
          <p:nvPr>
            <p:ph idx="77" type="subTitle"/>
          </p:nvPr>
        </p:nvSpPr>
        <p:spPr>
          <a:xfrm>
            <a:off x="3736126" y="4765316"/>
            <a:ext cx="8151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5323" name="Google Shape;5323;p89"/>
          <p:cNvSpPr txBox="1"/>
          <p:nvPr>
            <p:ph idx="78" type="subTitle"/>
          </p:nvPr>
        </p:nvSpPr>
        <p:spPr>
          <a:xfrm>
            <a:off x="4671309" y="4765316"/>
            <a:ext cx="7779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5324" name="Google Shape;5324;p89"/>
          <p:cNvSpPr txBox="1"/>
          <p:nvPr>
            <p:ph idx="79" type="subTitle"/>
          </p:nvPr>
        </p:nvSpPr>
        <p:spPr>
          <a:xfrm>
            <a:off x="5482203" y="4765316"/>
            <a:ext cx="8151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5325" name="Google Shape;5325;p89"/>
          <p:cNvSpPr txBox="1"/>
          <p:nvPr>
            <p:ph idx="80" type="subTitle"/>
          </p:nvPr>
        </p:nvSpPr>
        <p:spPr>
          <a:xfrm>
            <a:off x="6411959" y="4765313"/>
            <a:ext cx="8136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5326" name="Google Shape;5326;p89"/>
          <p:cNvSpPr txBox="1"/>
          <p:nvPr>
            <p:ph idx="81" type="subTitle"/>
          </p:nvPr>
        </p:nvSpPr>
        <p:spPr>
          <a:xfrm>
            <a:off x="7345671" y="4765316"/>
            <a:ext cx="7965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5327" name="Google Shape;5327;p89"/>
          <p:cNvSpPr txBox="1"/>
          <p:nvPr>
            <p:ph idx="82" type="subTitle"/>
          </p:nvPr>
        </p:nvSpPr>
        <p:spPr>
          <a:xfrm>
            <a:off x="8182670" y="4765316"/>
            <a:ext cx="7965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5328" name="Google Shape;5328;p89"/>
          <p:cNvSpPr txBox="1"/>
          <p:nvPr>
            <p:ph idx="83" type="subTitle"/>
          </p:nvPr>
        </p:nvSpPr>
        <p:spPr>
          <a:xfrm>
            <a:off x="9000144" y="4765316"/>
            <a:ext cx="8151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5329" name="Google Shape;5329;p89"/>
          <p:cNvSpPr txBox="1"/>
          <p:nvPr>
            <p:ph idx="84" type="subTitle"/>
          </p:nvPr>
        </p:nvSpPr>
        <p:spPr>
          <a:xfrm>
            <a:off x="264731" y="5255657"/>
            <a:ext cx="7965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5330" name="Google Shape;5330;p89"/>
          <p:cNvSpPr txBox="1"/>
          <p:nvPr>
            <p:ph idx="85" type="subTitle"/>
          </p:nvPr>
        </p:nvSpPr>
        <p:spPr>
          <a:xfrm>
            <a:off x="1179154" y="5255657"/>
            <a:ext cx="7779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5331" name="Google Shape;5331;p89"/>
          <p:cNvSpPr txBox="1"/>
          <p:nvPr>
            <p:ph idx="86" type="subTitle"/>
          </p:nvPr>
        </p:nvSpPr>
        <p:spPr>
          <a:xfrm>
            <a:off x="1990053" y="5255657"/>
            <a:ext cx="8151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5332" name="Google Shape;5332;p89"/>
          <p:cNvSpPr txBox="1"/>
          <p:nvPr>
            <p:ph idx="87" type="subTitle"/>
          </p:nvPr>
        </p:nvSpPr>
        <p:spPr>
          <a:xfrm>
            <a:off x="2925232" y="5255657"/>
            <a:ext cx="7779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5333" name="Google Shape;5333;p89"/>
          <p:cNvSpPr txBox="1"/>
          <p:nvPr>
            <p:ph idx="88" type="subTitle"/>
          </p:nvPr>
        </p:nvSpPr>
        <p:spPr>
          <a:xfrm>
            <a:off x="3736126" y="5255657"/>
            <a:ext cx="8151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5334" name="Google Shape;5334;p89"/>
          <p:cNvSpPr txBox="1"/>
          <p:nvPr>
            <p:ph idx="89" type="subTitle"/>
          </p:nvPr>
        </p:nvSpPr>
        <p:spPr>
          <a:xfrm>
            <a:off x="4671309" y="5255657"/>
            <a:ext cx="7779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5335" name="Google Shape;5335;p89"/>
          <p:cNvSpPr txBox="1"/>
          <p:nvPr>
            <p:ph idx="90" type="subTitle"/>
          </p:nvPr>
        </p:nvSpPr>
        <p:spPr>
          <a:xfrm>
            <a:off x="5482203" y="5255657"/>
            <a:ext cx="8151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5336" name="Google Shape;5336;p89"/>
          <p:cNvSpPr txBox="1"/>
          <p:nvPr>
            <p:ph idx="91" type="subTitle"/>
          </p:nvPr>
        </p:nvSpPr>
        <p:spPr>
          <a:xfrm>
            <a:off x="6411959" y="5255653"/>
            <a:ext cx="8136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5337" name="Google Shape;5337;p89"/>
          <p:cNvSpPr txBox="1"/>
          <p:nvPr>
            <p:ph idx="92" type="subTitle"/>
          </p:nvPr>
        </p:nvSpPr>
        <p:spPr>
          <a:xfrm>
            <a:off x="7345671" y="5255657"/>
            <a:ext cx="7965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5338" name="Google Shape;5338;p89"/>
          <p:cNvSpPr txBox="1"/>
          <p:nvPr>
            <p:ph idx="93" type="subTitle"/>
          </p:nvPr>
        </p:nvSpPr>
        <p:spPr>
          <a:xfrm>
            <a:off x="8182670" y="5255657"/>
            <a:ext cx="7965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5339" name="Google Shape;5339;p89"/>
          <p:cNvSpPr txBox="1"/>
          <p:nvPr>
            <p:ph idx="94" type="subTitle"/>
          </p:nvPr>
        </p:nvSpPr>
        <p:spPr>
          <a:xfrm>
            <a:off x="9000144" y="5255657"/>
            <a:ext cx="8151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5340" name="Google Shape;5340;p89"/>
          <p:cNvSpPr txBox="1"/>
          <p:nvPr>
            <p:ph idx="95" type="subTitle"/>
          </p:nvPr>
        </p:nvSpPr>
        <p:spPr>
          <a:xfrm>
            <a:off x="264731" y="5769224"/>
            <a:ext cx="7965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5341" name="Google Shape;5341;p89"/>
          <p:cNvSpPr txBox="1"/>
          <p:nvPr>
            <p:ph idx="96" type="subTitle"/>
          </p:nvPr>
        </p:nvSpPr>
        <p:spPr>
          <a:xfrm>
            <a:off x="1179154" y="5769224"/>
            <a:ext cx="7779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5342" name="Google Shape;5342;p89"/>
          <p:cNvSpPr txBox="1"/>
          <p:nvPr>
            <p:ph idx="97" type="subTitle"/>
          </p:nvPr>
        </p:nvSpPr>
        <p:spPr>
          <a:xfrm>
            <a:off x="1990053" y="5769224"/>
            <a:ext cx="8151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5343" name="Google Shape;5343;p89"/>
          <p:cNvSpPr txBox="1"/>
          <p:nvPr>
            <p:ph idx="98" type="subTitle"/>
          </p:nvPr>
        </p:nvSpPr>
        <p:spPr>
          <a:xfrm>
            <a:off x="2925232" y="5769224"/>
            <a:ext cx="7779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5344" name="Google Shape;5344;p89"/>
          <p:cNvSpPr txBox="1"/>
          <p:nvPr>
            <p:ph idx="99" type="subTitle"/>
          </p:nvPr>
        </p:nvSpPr>
        <p:spPr>
          <a:xfrm>
            <a:off x="3736126" y="5769224"/>
            <a:ext cx="8151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5345" name="Google Shape;5345;p89"/>
          <p:cNvSpPr txBox="1"/>
          <p:nvPr>
            <p:ph idx="100" type="subTitle"/>
          </p:nvPr>
        </p:nvSpPr>
        <p:spPr>
          <a:xfrm>
            <a:off x="4671309" y="5769224"/>
            <a:ext cx="7779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5346" name="Google Shape;5346;p89"/>
          <p:cNvSpPr txBox="1"/>
          <p:nvPr>
            <p:ph idx="101" type="subTitle"/>
          </p:nvPr>
        </p:nvSpPr>
        <p:spPr>
          <a:xfrm>
            <a:off x="5482203" y="5769224"/>
            <a:ext cx="8151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5347" name="Google Shape;5347;p89"/>
          <p:cNvSpPr txBox="1"/>
          <p:nvPr>
            <p:ph idx="102" type="subTitle"/>
          </p:nvPr>
        </p:nvSpPr>
        <p:spPr>
          <a:xfrm>
            <a:off x="6411959" y="5769219"/>
            <a:ext cx="8136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5348" name="Google Shape;5348;p89"/>
          <p:cNvSpPr txBox="1"/>
          <p:nvPr>
            <p:ph idx="103" type="subTitle"/>
          </p:nvPr>
        </p:nvSpPr>
        <p:spPr>
          <a:xfrm>
            <a:off x="7345671" y="5769224"/>
            <a:ext cx="7965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5349" name="Google Shape;5349;p89"/>
          <p:cNvSpPr txBox="1"/>
          <p:nvPr>
            <p:ph idx="104" type="subTitle"/>
          </p:nvPr>
        </p:nvSpPr>
        <p:spPr>
          <a:xfrm>
            <a:off x="8182670" y="5769224"/>
            <a:ext cx="7965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5350" name="Google Shape;5350;p89"/>
          <p:cNvSpPr txBox="1"/>
          <p:nvPr>
            <p:ph idx="105" type="subTitle"/>
          </p:nvPr>
        </p:nvSpPr>
        <p:spPr>
          <a:xfrm>
            <a:off x="9000144" y="5769224"/>
            <a:ext cx="8151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5351" name="Google Shape;5351;p89"/>
          <p:cNvSpPr/>
          <p:nvPr/>
        </p:nvSpPr>
        <p:spPr>
          <a:xfrm>
            <a:off x="2937798" y="843909"/>
            <a:ext cx="1592700" cy="408600"/>
          </a:xfrm>
          <a:prstGeom prst="roundRect">
            <a:avLst>
              <a:gd fmla="val 16667" name="adj"/>
            </a:avLst>
          </a:prstGeom>
          <a:solidFill>
            <a:srgbClr val="D9EAD3"/>
          </a:solidFill>
          <a:ln>
            <a:noFill/>
          </a:ln>
          <a:effectLst>
            <a:outerShdw blurRad="57150" rotWithShape="0" algn="bl" dir="5400000" dist="19050">
              <a:srgbClr val="000000">
                <a:alpha val="49800"/>
              </a:srgbClr>
            </a:outerShdw>
          </a:effectLst>
        </p:spPr>
        <p:txBody>
          <a:bodyPr anchorCtr="0" anchor="ctr" bIns="18000" lIns="18000" spcFirstLastPara="1" rIns="18000" wrap="square" tIns="18000">
            <a:noAutofit/>
          </a:bodyPr>
          <a:lstStyle/>
          <a:p>
            <a:pPr indent="0" lvl="0" marL="0" marR="0" rtl="0" algn="ctr">
              <a:lnSpc>
                <a:spcPct val="100000"/>
              </a:lnSpc>
              <a:spcBef>
                <a:spcPts val="0"/>
              </a:spcBef>
              <a:spcAft>
                <a:spcPts val="0"/>
              </a:spcAft>
              <a:buClr>
                <a:srgbClr val="000000"/>
              </a:buClr>
              <a:buSzPts val="900"/>
              <a:buFont typeface="Arial"/>
              <a:buNone/>
            </a:pPr>
            <a:r>
              <a:rPr b="1" lang="es-419" sz="900">
                <a:latin typeface="Arvo"/>
                <a:ea typeface="Arvo"/>
                <a:cs typeface="Arvo"/>
                <a:sym typeface="Arvo"/>
              </a:rPr>
              <a:t>¿Qué?</a:t>
            </a:r>
            <a:endParaRPr b="1" i="0" sz="900" u="none" cap="none" strike="noStrike">
              <a:solidFill>
                <a:srgbClr val="000000"/>
              </a:solidFill>
              <a:latin typeface="Arvo"/>
              <a:ea typeface="Arvo"/>
              <a:cs typeface="Arvo"/>
              <a:sym typeface="Arvo"/>
            </a:endParaRPr>
          </a:p>
        </p:txBody>
      </p:sp>
      <p:sp>
        <p:nvSpPr>
          <p:cNvPr id="5352" name="Google Shape;5352;p89"/>
          <p:cNvSpPr/>
          <p:nvPr/>
        </p:nvSpPr>
        <p:spPr>
          <a:xfrm>
            <a:off x="6437250" y="843897"/>
            <a:ext cx="781500" cy="408900"/>
          </a:xfrm>
          <a:prstGeom prst="roundRect">
            <a:avLst>
              <a:gd fmla="val 16667" name="adj"/>
            </a:avLst>
          </a:prstGeom>
          <a:solidFill>
            <a:srgbClr val="FFF2CC"/>
          </a:solidFill>
          <a:ln>
            <a:noFill/>
          </a:ln>
          <a:effectLst>
            <a:outerShdw blurRad="57150" rotWithShape="0" algn="bl" dir="5400000" dist="19050">
              <a:srgbClr val="000000">
                <a:alpha val="49800"/>
              </a:srgbClr>
            </a:outerShdw>
          </a:effectLst>
        </p:spPr>
        <p:txBody>
          <a:bodyPr anchorCtr="0" anchor="ctr" bIns="18000" lIns="18000" spcFirstLastPara="1" rIns="18000" wrap="square" tIns="18000">
            <a:noAutofit/>
          </a:bodyPr>
          <a:lstStyle/>
          <a:p>
            <a:pPr indent="0" lvl="0" marL="0" marR="0" rtl="0" algn="ctr">
              <a:lnSpc>
                <a:spcPct val="100000"/>
              </a:lnSpc>
              <a:spcBef>
                <a:spcPts val="0"/>
              </a:spcBef>
              <a:spcAft>
                <a:spcPts val="0"/>
              </a:spcAft>
              <a:buClr>
                <a:srgbClr val="000000"/>
              </a:buClr>
              <a:buSzPts val="900"/>
              <a:buFont typeface="Arial"/>
              <a:buNone/>
            </a:pPr>
            <a:r>
              <a:rPr b="1" lang="es-419" sz="900">
                <a:latin typeface="Arvo"/>
                <a:ea typeface="Arvo"/>
                <a:cs typeface="Arvo"/>
                <a:sym typeface="Arvo"/>
              </a:rPr>
              <a:t>¿Cuándo?</a:t>
            </a:r>
            <a:endParaRPr b="1" i="0" sz="900" u="none" cap="none" strike="noStrike">
              <a:solidFill>
                <a:srgbClr val="000000"/>
              </a:solidFill>
              <a:latin typeface="Arvo"/>
              <a:ea typeface="Arvo"/>
              <a:cs typeface="Arvo"/>
              <a:sym typeface="Arvo"/>
            </a:endParaRPr>
          </a:p>
        </p:txBody>
      </p:sp>
      <p:sp>
        <p:nvSpPr>
          <p:cNvPr id="5353" name="Google Shape;5353;p89"/>
          <p:cNvSpPr/>
          <p:nvPr/>
        </p:nvSpPr>
        <p:spPr>
          <a:xfrm>
            <a:off x="4687703" y="843897"/>
            <a:ext cx="1592700" cy="408600"/>
          </a:xfrm>
          <a:prstGeom prst="roundRect">
            <a:avLst>
              <a:gd fmla="val 16667" name="adj"/>
            </a:avLst>
          </a:prstGeom>
          <a:solidFill>
            <a:srgbClr val="F4CCCC"/>
          </a:solidFill>
          <a:ln>
            <a:noFill/>
          </a:ln>
          <a:effectLst>
            <a:outerShdw blurRad="57150" rotWithShape="0" algn="bl" dir="5400000" dist="19050">
              <a:srgbClr val="000000">
                <a:alpha val="49800"/>
              </a:srgbClr>
            </a:outerShdw>
          </a:effectLst>
        </p:spPr>
        <p:txBody>
          <a:bodyPr anchorCtr="0" anchor="ctr" bIns="18000" lIns="18000" spcFirstLastPara="1" rIns="18000" wrap="square" tIns="18000">
            <a:noAutofit/>
          </a:bodyPr>
          <a:lstStyle/>
          <a:p>
            <a:pPr indent="0" lvl="0" marL="0" marR="0" rtl="0" algn="ctr">
              <a:lnSpc>
                <a:spcPct val="100000"/>
              </a:lnSpc>
              <a:spcBef>
                <a:spcPts val="0"/>
              </a:spcBef>
              <a:spcAft>
                <a:spcPts val="0"/>
              </a:spcAft>
              <a:buClr>
                <a:srgbClr val="000000"/>
              </a:buClr>
              <a:buSzPts val="900"/>
              <a:buFont typeface="Arial"/>
              <a:buNone/>
            </a:pPr>
            <a:r>
              <a:rPr b="1" lang="es-419" sz="900">
                <a:latin typeface="Arvo"/>
                <a:ea typeface="Arvo"/>
                <a:cs typeface="Arvo"/>
                <a:sym typeface="Arvo"/>
              </a:rPr>
              <a:t>¿Dónde?</a:t>
            </a:r>
            <a:endParaRPr b="1" i="0" sz="900" u="none" cap="none" strike="noStrike">
              <a:solidFill>
                <a:srgbClr val="000000"/>
              </a:solidFill>
              <a:latin typeface="Arvo"/>
              <a:ea typeface="Arvo"/>
              <a:cs typeface="Arvo"/>
              <a:sym typeface="Arvo"/>
            </a:endParaRPr>
          </a:p>
        </p:txBody>
      </p:sp>
      <p:sp>
        <p:nvSpPr>
          <p:cNvPr id="5354" name="Google Shape;5354;p89"/>
          <p:cNvSpPr/>
          <p:nvPr/>
        </p:nvSpPr>
        <p:spPr>
          <a:xfrm>
            <a:off x="1169479" y="843909"/>
            <a:ext cx="1631400" cy="448500"/>
          </a:xfrm>
          <a:prstGeom prst="roundRect">
            <a:avLst>
              <a:gd fmla="val 16667" name="adj"/>
            </a:avLst>
          </a:prstGeom>
          <a:solidFill>
            <a:srgbClr val="FFF2CC"/>
          </a:solidFill>
          <a:ln>
            <a:noFill/>
          </a:ln>
          <a:effectLst>
            <a:outerShdw blurRad="57150" rotWithShape="0" algn="bl" dir="5400000" dist="19050">
              <a:srgbClr val="000000">
                <a:alpha val="49800"/>
              </a:srgbClr>
            </a:outerShdw>
          </a:effectLst>
        </p:spPr>
        <p:txBody>
          <a:bodyPr anchorCtr="0" anchor="ctr" bIns="18000" lIns="18000" spcFirstLastPara="1" rIns="18000" wrap="square" tIns="18000">
            <a:noAutofit/>
          </a:bodyPr>
          <a:lstStyle/>
          <a:p>
            <a:pPr indent="0" lvl="0" marL="0" rtl="0" algn="ctr">
              <a:spcBef>
                <a:spcPts val="0"/>
              </a:spcBef>
              <a:spcAft>
                <a:spcPts val="0"/>
              </a:spcAft>
              <a:buClr>
                <a:srgbClr val="000000"/>
              </a:buClr>
              <a:buSzPts val="1100"/>
              <a:buFont typeface="Arial"/>
              <a:buNone/>
            </a:pPr>
            <a:r>
              <a:rPr b="1" lang="es-419" sz="900">
                <a:solidFill>
                  <a:srgbClr val="000000"/>
                </a:solidFill>
              </a:rPr>
              <a:t>¿Quién? </a:t>
            </a:r>
            <a:endParaRPr b="1" sz="900">
              <a:solidFill>
                <a:srgbClr val="000000"/>
              </a:solidFill>
            </a:endParaRPr>
          </a:p>
          <a:p>
            <a:pPr indent="0" lvl="0" marL="0" rtl="0" algn="ctr">
              <a:spcBef>
                <a:spcPts val="0"/>
              </a:spcBef>
              <a:spcAft>
                <a:spcPts val="0"/>
              </a:spcAft>
              <a:buClr>
                <a:srgbClr val="000000"/>
              </a:buClr>
              <a:buSzPts val="1100"/>
              <a:buFont typeface="Arial"/>
              <a:buNone/>
            </a:pPr>
            <a:r>
              <a:rPr b="1" lang="es-419" sz="600">
                <a:solidFill>
                  <a:srgbClr val="000000"/>
                </a:solidFill>
              </a:rPr>
              <a:t>R = responsable. A = Aprobador. C = Consultado. I = Informado. </a:t>
            </a:r>
            <a:endParaRPr b="1" sz="600">
              <a:latin typeface="Arvo"/>
              <a:ea typeface="Arvo"/>
              <a:cs typeface="Arvo"/>
              <a:sym typeface="Arvo"/>
            </a:endParaRPr>
          </a:p>
        </p:txBody>
      </p:sp>
      <p:sp>
        <p:nvSpPr>
          <p:cNvPr id="5355" name="Google Shape;5355;p89"/>
          <p:cNvSpPr/>
          <p:nvPr/>
        </p:nvSpPr>
        <p:spPr>
          <a:xfrm>
            <a:off x="250802" y="843897"/>
            <a:ext cx="781500" cy="448500"/>
          </a:xfrm>
          <a:prstGeom prst="roundRect">
            <a:avLst>
              <a:gd fmla="val 16667" name="adj"/>
            </a:avLst>
          </a:prstGeom>
          <a:solidFill>
            <a:srgbClr val="F3F3F3"/>
          </a:solidFill>
          <a:ln>
            <a:noFill/>
          </a:ln>
          <a:effectLst>
            <a:outerShdw blurRad="57150" rotWithShape="0" algn="bl" dir="5400000" dist="19050">
              <a:srgbClr val="000000">
                <a:alpha val="49800"/>
              </a:srgbClr>
            </a:outerShdw>
          </a:effectLst>
        </p:spPr>
        <p:txBody>
          <a:bodyPr anchorCtr="0" anchor="ctr" bIns="18000" lIns="18000" spcFirstLastPara="1" rIns="18000" wrap="square" tIns="18000">
            <a:noAutofit/>
          </a:bodyPr>
          <a:lstStyle/>
          <a:p>
            <a:pPr indent="0" lvl="0" marL="0" marR="0" rtl="0" algn="ctr">
              <a:lnSpc>
                <a:spcPct val="100000"/>
              </a:lnSpc>
              <a:spcBef>
                <a:spcPts val="0"/>
              </a:spcBef>
              <a:spcAft>
                <a:spcPts val="0"/>
              </a:spcAft>
              <a:buClr>
                <a:srgbClr val="000000"/>
              </a:buClr>
              <a:buSzPts val="900"/>
              <a:buFont typeface="Arial"/>
              <a:buNone/>
            </a:pPr>
            <a:r>
              <a:rPr b="1" lang="es-419" sz="900">
                <a:latin typeface="Arvo"/>
                <a:ea typeface="Arvo"/>
                <a:cs typeface="Arvo"/>
                <a:sym typeface="Arvo"/>
              </a:rPr>
              <a:t>¿Cómo?</a:t>
            </a:r>
            <a:endParaRPr b="1" i="0" sz="900" u="none" cap="none" strike="noStrike">
              <a:solidFill>
                <a:srgbClr val="000000"/>
              </a:solidFill>
              <a:latin typeface="Arvo"/>
              <a:ea typeface="Arvo"/>
              <a:cs typeface="Arvo"/>
              <a:sym typeface="Arvo"/>
            </a:endParaRPr>
          </a:p>
        </p:txBody>
      </p:sp>
      <p:sp>
        <p:nvSpPr>
          <p:cNvPr id="5356" name="Google Shape;5356;p89"/>
          <p:cNvSpPr/>
          <p:nvPr/>
        </p:nvSpPr>
        <p:spPr>
          <a:xfrm>
            <a:off x="7375550" y="843897"/>
            <a:ext cx="2434800" cy="408900"/>
          </a:xfrm>
          <a:prstGeom prst="roundRect">
            <a:avLst>
              <a:gd fmla="val 16667" name="adj"/>
            </a:avLst>
          </a:prstGeom>
          <a:solidFill>
            <a:srgbClr val="B4A7D6"/>
          </a:solidFill>
          <a:ln>
            <a:noFill/>
          </a:ln>
          <a:effectLst>
            <a:outerShdw blurRad="57150" rotWithShape="0" algn="bl" dir="5400000" dist="19050">
              <a:srgbClr val="000000">
                <a:alpha val="49800"/>
              </a:srgbClr>
            </a:outerShdw>
          </a:effectLst>
        </p:spPr>
        <p:txBody>
          <a:bodyPr anchorCtr="0" anchor="ctr" bIns="18000" lIns="18000" spcFirstLastPara="1" rIns="18000" wrap="square" tIns="18000">
            <a:noAutofit/>
          </a:bodyPr>
          <a:lstStyle/>
          <a:p>
            <a:pPr indent="0" lvl="0" marL="0" marR="0" rtl="0" algn="ctr">
              <a:lnSpc>
                <a:spcPct val="100000"/>
              </a:lnSpc>
              <a:spcBef>
                <a:spcPts val="0"/>
              </a:spcBef>
              <a:spcAft>
                <a:spcPts val="0"/>
              </a:spcAft>
              <a:buClr>
                <a:srgbClr val="000000"/>
              </a:buClr>
              <a:buSzPts val="900"/>
              <a:buFont typeface="Arial"/>
              <a:buNone/>
            </a:pPr>
            <a:r>
              <a:rPr b="1" lang="es-419" sz="900">
                <a:latin typeface="Arvo"/>
                <a:ea typeface="Arvo"/>
                <a:cs typeface="Arvo"/>
                <a:sym typeface="Arvo"/>
              </a:rPr>
              <a:t>¿Por qué?</a:t>
            </a:r>
            <a:endParaRPr b="1" sz="900">
              <a:latin typeface="Arvo"/>
              <a:ea typeface="Arvo"/>
              <a:cs typeface="Arvo"/>
              <a:sym typeface="Arvo"/>
            </a:endParaRPr>
          </a:p>
        </p:txBody>
      </p:sp>
      <p:sp>
        <p:nvSpPr>
          <p:cNvPr id="5357" name="Google Shape;5357;p89"/>
          <p:cNvSpPr txBox="1"/>
          <p:nvPr/>
        </p:nvSpPr>
        <p:spPr>
          <a:xfrm>
            <a:off x="9027247" y="1335932"/>
            <a:ext cx="781500" cy="370800"/>
          </a:xfrm>
          <a:prstGeom prst="rect">
            <a:avLst/>
          </a:prstGeom>
          <a:solidFill>
            <a:srgbClr val="B4A7D6"/>
          </a:solidFill>
          <a:ln>
            <a:noFill/>
          </a:ln>
          <a:effectLst>
            <a:outerShdw blurRad="57150" rotWithShape="0" algn="bl" dir="2160000" dist="19050">
              <a:srgbClr val="000000">
                <a:alpha val="78000"/>
              </a:srgbClr>
            </a:outerShdw>
          </a:effectLst>
        </p:spPr>
        <p:txBody>
          <a:bodyPr anchorCtr="0" anchor="ctr" bIns="18000" lIns="18000" spcFirstLastPara="1" rIns="18000" wrap="square" tIns="18000">
            <a:noAutofit/>
          </a:bodyPr>
          <a:lstStyle/>
          <a:p>
            <a:pPr indent="0" lvl="0" marL="0" rtl="0" algn="ctr">
              <a:spcBef>
                <a:spcPts val="0"/>
              </a:spcBef>
              <a:spcAft>
                <a:spcPts val="0"/>
              </a:spcAft>
              <a:buNone/>
            </a:pPr>
            <a:r>
              <a:rPr b="1" lang="es-419" sz="600">
                <a:latin typeface="Arvo"/>
                <a:ea typeface="Arvo"/>
                <a:cs typeface="Arvo"/>
                <a:sym typeface="Arvo"/>
              </a:rPr>
              <a:t>Punto de control / regla de negocio</a:t>
            </a:r>
            <a:endParaRPr b="1" sz="600">
              <a:latin typeface="Arvo"/>
              <a:ea typeface="Arvo"/>
              <a:cs typeface="Arvo"/>
              <a:sym typeface="Arvo"/>
            </a:endParaRPr>
          </a:p>
        </p:txBody>
      </p:sp>
      <p:sp>
        <p:nvSpPr>
          <p:cNvPr id="5358" name="Google Shape;5358;p89"/>
          <p:cNvSpPr txBox="1"/>
          <p:nvPr/>
        </p:nvSpPr>
        <p:spPr>
          <a:xfrm>
            <a:off x="8202044" y="1335932"/>
            <a:ext cx="781500" cy="370800"/>
          </a:xfrm>
          <a:prstGeom prst="rect">
            <a:avLst/>
          </a:prstGeom>
          <a:solidFill>
            <a:srgbClr val="B4A7D6"/>
          </a:solidFill>
          <a:ln>
            <a:noFill/>
          </a:ln>
          <a:effectLst>
            <a:outerShdw blurRad="57150" rotWithShape="0" algn="bl" dir="2160000" dist="19050">
              <a:srgbClr val="000000">
                <a:alpha val="78000"/>
              </a:srgbClr>
            </a:outerShdw>
          </a:effectLst>
        </p:spPr>
        <p:txBody>
          <a:bodyPr anchorCtr="0" anchor="ctr" bIns="18000" lIns="18000" spcFirstLastPara="1" rIns="18000" wrap="square" tIns="18000">
            <a:noAutofit/>
          </a:bodyPr>
          <a:lstStyle/>
          <a:p>
            <a:pPr indent="0" lvl="0" marL="0" rtl="0" algn="ctr">
              <a:spcBef>
                <a:spcPts val="0"/>
              </a:spcBef>
              <a:spcAft>
                <a:spcPts val="0"/>
              </a:spcAft>
              <a:buNone/>
            </a:pPr>
            <a:r>
              <a:rPr b="1" lang="es-419" sz="600">
                <a:latin typeface="Arvo"/>
                <a:ea typeface="Arvo"/>
                <a:cs typeface="Arvo"/>
                <a:sym typeface="Arvo"/>
              </a:rPr>
              <a:t>¿Por qué lo hace?</a:t>
            </a:r>
            <a:endParaRPr b="1" sz="600">
              <a:latin typeface="Arvo"/>
              <a:ea typeface="Arvo"/>
              <a:cs typeface="Arvo"/>
              <a:sym typeface="Arvo"/>
            </a:endParaRPr>
          </a:p>
        </p:txBody>
      </p:sp>
      <p:sp>
        <p:nvSpPr>
          <p:cNvPr id="5359" name="Google Shape;5359;p89"/>
          <p:cNvSpPr txBox="1"/>
          <p:nvPr/>
        </p:nvSpPr>
        <p:spPr>
          <a:xfrm>
            <a:off x="7376842" y="1335932"/>
            <a:ext cx="781500" cy="370800"/>
          </a:xfrm>
          <a:prstGeom prst="rect">
            <a:avLst/>
          </a:prstGeom>
          <a:solidFill>
            <a:srgbClr val="B4A7D6"/>
          </a:solidFill>
          <a:ln>
            <a:noFill/>
          </a:ln>
          <a:effectLst>
            <a:outerShdw blurRad="57150" rotWithShape="0" algn="bl" dir="2160000" dist="19050">
              <a:srgbClr val="000000">
                <a:alpha val="78000"/>
              </a:srgbClr>
            </a:outerShdw>
          </a:effectLst>
        </p:spPr>
        <p:txBody>
          <a:bodyPr anchorCtr="0" anchor="ctr" bIns="18000" lIns="18000" spcFirstLastPara="1" rIns="18000" wrap="square" tIns="18000">
            <a:noAutofit/>
          </a:bodyPr>
          <a:lstStyle/>
          <a:p>
            <a:pPr indent="0" lvl="0" marL="0" rtl="0" algn="ctr">
              <a:spcBef>
                <a:spcPts val="0"/>
              </a:spcBef>
              <a:spcAft>
                <a:spcPts val="0"/>
              </a:spcAft>
              <a:buNone/>
            </a:pPr>
            <a:r>
              <a:rPr b="1" lang="es-419" sz="600">
                <a:latin typeface="Arvo"/>
                <a:ea typeface="Arvo"/>
                <a:cs typeface="Arvo"/>
                <a:sym typeface="Arvo"/>
              </a:rPr>
              <a:t>¿Qué necesita para iniciar?</a:t>
            </a:r>
            <a:endParaRPr b="1" sz="600">
              <a:latin typeface="Arvo"/>
              <a:ea typeface="Arvo"/>
              <a:cs typeface="Arvo"/>
              <a:sym typeface="Arvo"/>
            </a:endParaRPr>
          </a:p>
        </p:txBody>
      </p:sp>
      <p:sp>
        <p:nvSpPr>
          <p:cNvPr id="5360" name="Google Shape;5360;p89"/>
          <p:cNvSpPr txBox="1"/>
          <p:nvPr/>
        </p:nvSpPr>
        <p:spPr>
          <a:xfrm>
            <a:off x="6438453" y="1335932"/>
            <a:ext cx="781500" cy="370800"/>
          </a:xfrm>
          <a:prstGeom prst="rect">
            <a:avLst/>
          </a:prstGeom>
          <a:solidFill>
            <a:srgbClr val="FFF2CC"/>
          </a:solidFill>
          <a:ln>
            <a:noFill/>
          </a:ln>
          <a:effectLst>
            <a:outerShdw blurRad="57150" rotWithShape="0" algn="bl" dir="2160000" dist="19050">
              <a:srgbClr val="000000">
                <a:alpha val="78000"/>
              </a:srgbClr>
            </a:outerShdw>
          </a:effectLst>
        </p:spPr>
        <p:txBody>
          <a:bodyPr anchorCtr="0" anchor="ctr" bIns="18000" lIns="18000" spcFirstLastPara="1" rIns="18000" wrap="square" tIns="18000">
            <a:noAutofit/>
          </a:bodyPr>
          <a:lstStyle/>
          <a:p>
            <a:pPr indent="0" lvl="0" marL="0" rtl="0" algn="ctr">
              <a:spcBef>
                <a:spcPts val="0"/>
              </a:spcBef>
              <a:spcAft>
                <a:spcPts val="0"/>
              </a:spcAft>
              <a:buNone/>
            </a:pPr>
            <a:r>
              <a:rPr b="1" lang="es-419" sz="600">
                <a:latin typeface="Arvo"/>
                <a:ea typeface="Arvo"/>
                <a:cs typeface="Arvo"/>
                <a:sym typeface="Arvo"/>
              </a:rPr>
              <a:t>¿Cuándo lo hace?</a:t>
            </a:r>
            <a:endParaRPr b="1" sz="600">
              <a:latin typeface="Arvo"/>
              <a:ea typeface="Arvo"/>
              <a:cs typeface="Arvo"/>
              <a:sym typeface="Arvo"/>
            </a:endParaRPr>
          </a:p>
        </p:txBody>
      </p:sp>
      <p:sp>
        <p:nvSpPr>
          <p:cNvPr id="5361" name="Google Shape;5361;p89"/>
          <p:cNvSpPr txBox="1"/>
          <p:nvPr/>
        </p:nvSpPr>
        <p:spPr>
          <a:xfrm>
            <a:off x="5504571" y="1335932"/>
            <a:ext cx="781500" cy="370800"/>
          </a:xfrm>
          <a:prstGeom prst="rect">
            <a:avLst/>
          </a:prstGeom>
          <a:solidFill>
            <a:srgbClr val="F4CCCC"/>
          </a:solidFill>
          <a:ln>
            <a:noFill/>
          </a:ln>
          <a:effectLst>
            <a:outerShdw blurRad="57150" rotWithShape="0" algn="bl" dir="2160000" dist="19050">
              <a:srgbClr val="000000">
                <a:alpha val="78000"/>
              </a:srgbClr>
            </a:outerShdw>
          </a:effectLst>
        </p:spPr>
        <p:txBody>
          <a:bodyPr anchorCtr="0" anchor="ctr" bIns="18000" lIns="18000" spcFirstLastPara="1" rIns="18000" wrap="square" tIns="18000">
            <a:noAutofit/>
          </a:bodyPr>
          <a:lstStyle/>
          <a:p>
            <a:pPr indent="0" lvl="0" marL="0" rtl="0" algn="ctr">
              <a:spcBef>
                <a:spcPts val="0"/>
              </a:spcBef>
              <a:spcAft>
                <a:spcPts val="0"/>
              </a:spcAft>
              <a:buNone/>
            </a:pPr>
            <a:r>
              <a:rPr b="1" lang="es-419" sz="600">
                <a:latin typeface="Arvo"/>
                <a:ea typeface="Arvo"/>
                <a:cs typeface="Arvo"/>
                <a:sym typeface="Arvo"/>
              </a:rPr>
              <a:t>¿Dónde lo hace?</a:t>
            </a:r>
            <a:endParaRPr b="1" sz="600">
              <a:latin typeface="Arvo"/>
              <a:ea typeface="Arvo"/>
              <a:cs typeface="Arvo"/>
              <a:sym typeface="Arvo"/>
            </a:endParaRPr>
          </a:p>
        </p:txBody>
      </p:sp>
      <p:sp>
        <p:nvSpPr>
          <p:cNvPr id="5362" name="Google Shape;5362;p89"/>
          <p:cNvSpPr txBox="1"/>
          <p:nvPr/>
        </p:nvSpPr>
        <p:spPr>
          <a:xfrm>
            <a:off x="4679368" y="1335932"/>
            <a:ext cx="781500" cy="370800"/>
          </a:xfrm>
          <a:prstGeom prst="rect">
            <a:avLst/>
          </a:prstGeom>
          <a:solidFill>
            <a:srgbClr val="F4CCCC"/>
          </a:solidFill>
          <a:ln>
            <a:noFill/>
          </a:ln>
          <a:effectLst>
            <a:outerShdw blurRad="57150" rotWithShape="0" algn="bl" dir="2160000" dist="19050">
              <a:srgbClr val="000000">
                <a:alpha val="78000"/>
              </a:srgbClr>
            </a:outerShdw>
          </a:effectLst>
        </p:spPr>
        <p:txBody>
          <a:bodyPr anchorCtr="0" anchor="ctr" bIns="18000" lIns="18000" spcFirstLastPara="1" rIns="18000" wrap="square" tIns="18000">
            <a:noAutofit/>
          </a:bodyPr>
          <a:lstStyle/>
          <a:p>
            <a:pPr indent="0" lvl="0" marL="0" rtl="0" algn="ctr">
              <a:spcBef>
                <a:spcPts val="0"/>
              </a:spcBef>
              <a:spcAft>
                <a:spcPts val="0"/>
              </a:spcAft>
              <a:buNone/>
            </a:pPr>
            <a:r>
              <a:rPr b="1" lang="es-419" sz="600">
                <a:latin typeface="Arvo"/>
                <a:ea typeface="Arvo"/>
                <a:cs typeface="Arvo"/>
                <a:sym typeface="Arvo"/>
              </a:rPr>
              <a:t>¿Recursos con que lo hace?</a:t>
            </a:r>
            <a:endParaRPr b="1" sz="600">
              <a:latin typeface="Arvo"/>
              <a:ea typeface="Arvo"/>
              <a:cs typeface="Arvo"/>
              <a:sym typeface="Arvo"/>
            </a:endParaRPr>
          </a:p>
        </p:txBody>
      </p:sp>
      <p:sp>
        <p:nvSpPr>
          <p:cNvPr id="5363" name="Google Shape;5363;p89"/>
          <p:cNvSpPr txBox="1"/>
          <p:nvPr/>
        </p:nvSpPr>
        <p:spPr>
          <a:xfrm>
            <a:off x="249876" y="1335932"/>
            <a:ext cx="781500" cy="370800"/>
          </a:xfrm>
          <a:prstGeom prst="rect">
            <a:avLst/>
          </a:prstGeom>
          <a:solidFill>
            <a:srgbClr val="F3F3F3"/>
          </a:solidFill>
          <a:ln>
            <a:noFill/>
          </a:ln>
          <a:effectLst>
            <a:outerShdw blurRad="57150" rotWithShape="0" algn="bl" dir="2160000" dist="19050">
              <a:srgbClr val="000000">
                <a:alpha val="78000"/>
              </a:srgbClr>
            </a:outerShdw>
          </a:effectLst>
        </p:spPr>
        <p:txBody>
          <a:bodyPr anchorCtr="0" anchor="ctr" bIns="18000" lIns="18000" spcFirstLastPara="1" rIns="18000" wrap="square" tIns="18000">
            <a:noAutofit/>
          </a:bodyPr>
          <a:lstStyle/>
          <a:p>
            <a:pPr indent="0" lvl="0" marL="0" rtl="0" algn="ctr">
              <a:spcBef>
                <a:spcPts val="0"/>
              </a:spcBef>
              <a:spcAft>
                <a:spcPts val="0"/>
              </a:spcAft>
              <a:buNone/>
            </a:pPr>
            <a:r>
              <a:rPr b="1" lang="es-419" sz="600">
                <a:latin typeface="Arvo"/>
                <a:ea typeface="Arvo"/>
                <a:cs typeface="Arvo"/>
                <a:sym typeface="Arvo"/>
              </a:rPr>
              <a:t>¿Actividad?</a:t>
            </a:r>
            <a:endParaRPr b="1" sz="600">
              <a:latin typeface="Arvo"/>
              <a:ea typeface="Arvo"/>
              <a:cs typeface="Arvo"/>
              <a:sym typeface="Arvo"/>
            </a:endParaRPr>
          </a:p>
        </p:txBody>
      </p:sp>
      <p:sp>
        <p:nvSpPr>
          <p:cNvPr id="5364" name="Google Shape;5364;p89"/>
          <p:cNvSpPr txBox="1"/>
          <p:nvPr/>
        </p:nvSpPr>
        <p:spPr>
          <a:xfrm>
            <a:off x="1995967" y="1335932"/>
            <a:ext cx="781500" cy="370800"/>
          </a:xfrm>
          <a:prstGeom prst="rect">
            <a:avLst/>
          </a:prstGeom>
          <a:solidFill>
            <a:srgbClr val="FFF2CC"/>
          </a:solidFill>
          <a:ln>
            <a:noFill/>
          </a:ln>
          <a:effectLst>
            <a:outerShdw blurRad="57150" rotWithShape="0" algn="bl" dir="2160000" dist="19050">
              <a:srgbClr val="000000">
                <a:alpha val="78000"/>
              </a:srgbClr>
            </a:outerShdw>
          </a:effectLst>
        </p:spPr>
        <p:txBody>
          <a:bodyPr anchorCtr="0" anchor="ctr" bIns="18000" lIns="18000" spcFirstLastPara="1" rIns="18000" wrap="square" tIns="18000">
            <a:noAutofit/>
          </a:bodyPr>
          <a:lstStyle/>
          <a:p>
            <a:pPr indent="0" lvl="0" marL="0" rtl="0" algn="ctr">
              <a:spcBef>
                <a:spcPts val="0"/>
              </a:spcBef>
              <a:spcAft>
                <a:spcPts val="0"/>
              </a:spcAft>
              <a:buNone/>
            </a:pPr>
            <a:r>
              <a:rPr b="1" lang="es-419" sz="600">
                <a:latin typeface="Arvo"/>
                <a:ea typeface="Arvo"/>
                <a:cs typeface="Arvo"/>
                <a:sym typeface="Arvo"/>
              </a:rPr>
              <a:t>¿Roles externos?</a:t>
            </a:r>
            <a:endParaRPr b="1" sz="600">
              <a:latin typeface="Arvo"/>
              <a:ea typeface="Arvo"/>
              <a:cs typeface="Arvo"/>
              <a:sym typeface="Arvo"/>
            </a:endParaRPr>
          </a:p>
        </p:txBody>
      </p:sp>
      <p:sp>
        <p:nvSpPr>
          <p:cNvPr id="5365" name="Google Shape;5365;p89"/>
          <p:cNvSpPr txBox="1"/>
          <p:nvPr/>
        </p:nvSpPr>
        <p:spPr>
          <a:xfrm>
            <a:off x="1170765" y="1335932"/>
            <a:ext cx="781500" cy="370800"/>
          </a:xfrm>
          <a:prstGeom prst="rect">
            <a:avLst/>
          </a:prstGeom>
          <a:solidFill>
            <a:srgbClr val="FFF2CC"/>
          </a:solidFill>
          <a:ln>
            <a:noFill/>
          </a:ln>
          <a:effectLst>
            <a:outerShdw blurRad="57150" rotWithShape="0" algn="bl" dir="2160000" dist="19050">
              <a:srgbClr val="000000">
                <a:alpha val="78000"/>
              </a:srgbClr>
            </a:outerShdw>
          </a:effectLst>
        </p:spPr>
        <p:txBody>
          <a:bodyPr anchorCtr="0" anchor="ctr" bIns="18000" lIns="18000" spcFirstLastPara="1" rIns="18000" wrap="square" tIns="18000">
            <a:noAutofit/>
          </a:bodyPr>
          <a:lstStyle/>
          <a:p>
            <a:pPr indent="0" lvl="0" marL="0" rtl="0" algn="ctr">
              <a:spcBef>
                <a:spcPts val="0"/>
              </a:spcBef>
              <a:spcAft>
                <a:spcPts val="0"/>
              </a:spcAft>
              <a:buNone/>
            </a:pPr>
            <a:r>
              <a:rPr b="1" lang="es-419" sz="600">
                <a:latin typeface="Arvo"/>
                <a:ea typeface="Arvo"/>
                <a:cs typeface="Arvo"/>
                <a:sym typeface="Arvo"/>
              </a:rPr>
              <a:t>¿Roles internos?</a:t>
            </a:r>
            <a:endParaRPr b="1" sz="600">
              <a:latin typeface="Arvo"/>
              <a:ea typeface="Arvo"/>
              <a:cs typeface="Arvo"/>
              <a:sym typeface="Arvo"/>
            </a:endParaRPr>
          </a:p>
        </p:txBody>
      </p:sp>
      <p:sp>
        <p:nvSpPr>
          <p:cNvPr id="5366" name="Google Shape;5366;p89"/>
          <p:cNvSpPr/>
          <p:nvPr/>
        </p:nvSpPr>
        <p:spPr>
          <a:xfrm>
            <a:off x="265150" y="6300982"/>
            <a:ext cx="7965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sp>
        <p:nvSpPr>
          <p:cNvPr id="5367" name="Google Shape;5367;p89"/>
          <p:cNvSpPr/>
          <p:nvPr/>
        </p:nvSpPr>
        <p:spPr>
          <a:xfrm>
            <a:off x="1180835" y="6300982"/>
            <a:ext cx="16236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cxnSp>
        <p:nvCxnSpPr>
          <p:cNvPr id="5368" name="Google Shape;5368;p89"/>
          <p:cNvCxnSpPr/>
          <p:nvPr/>
        </p:nvCxnSpPr>
        <p:spPr>
          <a:xfrm>
            <a:off x="1973040" y="6296451"/>
            <a:ext cx="2700" cy="446700"/>
          </a:xfrm>
          <a:prstGeom prst="straightConnector1">
            <a:avLst/>
          </a:prstGeom>
          <a:noFill/>
          <a:ln cap="flat" cmpd="sng" w="28575">
            <a:solidFill>
              <a:srgbClr val="D9D9D9"/>
            </a:solidFill>
            <a:prstDash val="solid"/>
            <a:round/>
            <a:headEnd len="sm" w="sm" type="none"/>
            <a:tailEnd len="sm" w="sm" type="none"/>
          </a:ln>
        </p:spPr>
      </p:cxnSp>
      <p:sp>
        <p:nvSpPr>
          <p:cNvPr id="5369" name="Google Shape;5369;p89"/>
          <p:cNvSpPr/>
          <p:nvPr/>
        </p:nvSpPr>
        <p:spPr>
          <a:xfrm>
            <a:off x="2923707" y="6300982"/>
            <a:ext cx="16236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cxnSp>
        <p:nvCxnSpPr>
          <p:cNvPr id="5370" name="Google Shape;5370;p89"/>
          <p:cNvCxnSpPr/>
          <p:nvPr/>
        </p:nvCxnSpPr>
        <p:spPr>
          <a:xfrm>
            <a:off x="3719255" y="6296597"/>
            <a:ext cx="2700" cy="446700"/>
          </a:xfrm>
          <a:prstGeom prst="straightConnector1">
            <a:avLst/>
          </a:prstGeom>
          <a:noFill/>
          <a:ln cap="flat" cmpd="sng" w="28575">
            <a:solidFill>
              <a:srgbClr val="D9D9D9"/>
            </a:solidFill>
            <a:prstDash val="solid"/>
            <a:round/>
            <a:headEnd len="sm" w="sm" type="none"/>
            <a:tailEnd len="sm" w="sm" type="none"/>
          </a:ln>
        </p:spPr>
      </p:cxnSp>
      <p:sp>
        <p:nvSpPr>
          <p:cNvPr id="5371" name="Google Shape;5371;p89"/>
          <p:cNvSpPr/>
          <p:nvPr/>
        </p:nvSpPr>
        <p:spPr>
          <a:xfrm>
            <a:off x="4666579" y="6300982"/>
            <a:ext cx="16236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cxnSp>
        <p:nvCxnSpPr>
          <p:cNvPr id="5372" name="Google Shape;5372;p89"/>
          <p:cNvCxnSpPr/>
          <p:nvPr/>
        </p:nvCxnSpPr>
        <p:spPr>
          <a:xfrm>
            <a:off x="5460999" y="6296438"/>
            <a:ext cx="2700" cy="446700"/>
          </a:xfrm>
          <a:prstGeom prst="straightConnector1">
            <a:avLst/>
          </a:prstGeom>
          <a:noFill/>
          <a:ln cap="flat" cmpd="sng" w="28575">
            <a:solidFill>
              <a:srgbClr val="D9D9D9"/>
            </a:solidFill>
            <a:prstDash val="solid"/>
            <a:round/>
            <a:headEnd len="sm" w="sm" type="none"/>
            <a:tailEnd len="sm" w="sm" type="none"/>
          </a:ln>
        </p:spPr>
      </p:cxnSp>
      <p:sp>
        <p:nvSpPr>
          <p:cNvPr id="5373" name="Google Shape;5373;p89"/>
          <p:cNvSpPr/>
          <p:nvPr/>
        </p:nvSpPr>
        <p:spPr>
          <a:xfrm>
            <a:off x="6419935" y="6300982"/>
            <a:ext cx="7965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sp>
        <p:nvSpPr>
          <p:cNvPr id="5374" name="Google Shape;5374;p89"/>
          <p:cNvSpPr/>
          <p:nvPr/>
        </p:nvSpPr>
        <p:spPr>
          <a:xfrm>
            <a:off x="7346104" y="6300982"/>
            <a:ext cx="24660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cxnSp>
        <p:nvCxnSpPr>
          <p:cNvPr id="5375" name="Google Shape;5375;p89"/>
          <p:cNvCxnSpPr/>
          <p:nvPr/>
        </p:nvCxnSpPr>
        <p:spPr>
          <a:xfrm>
            <a:off x="8161493" y="6296438"/>
            <a:ext cx="2700" cy="446700"/>
          </a:xfrm>
          <a:prstGeom prst="straightConnector1">
            <a:avLst/>
          </a:prstGeom>
          <a:noFill/>
          <a:ln cap="flat" cmpd="sng" w="28575">
            <a:solidFill>
              <a:srgbClr val="D9D9D9"/>
            </a:solidFill>
            <a:prstDash val="solid"/>
            <a:round/>
            <a:headEnd len="sm" w="sm" type="none"/>
            <a:tailEnd len="sm" w="sm" type="none"/>
          </a:ln>
        </p:spPr>
      </p:cxnSp>
      <p:cxnSp>
        <p:nvCxnSpPr>
          <p:cNvPr id="5376" name="Google Shape;5376;p89"/>
          <p:cNvCxnSpPr/>
          <p:nvPr/>
        </p:nvCxnSpPr>
        <p:spPr>
          <a:xfrm>
            <a:off x="8991625" y="6296475"/>
            <a:ext cx="2700" cy="446700"/>
          </a:xfrm>
          <a:prstGeom prst="straightConnector1">
            <a:avLst/>
          </a:prstGeom>
          <a:noFill/>
          <a:ln cap="flat" cmpd="sng" w="28575">
            <a:solidFill>
              <a:srgbClr val="D9D9D9"/>
            </a:solidFill>
            <a:prstDash val="solid"/>
            <a:round/>
            <a:headEnd len="sm" w="sm" type="none"/>
            <a:tailEnd len="sm" w="sm" type="none"/>
          </a:ln>
        </p:spPr>
      </p:cxnSp>
      <p:sp>
        <p:nvSpPr>
          <p:cNvPr id="5377" name="Google Shape;5377;p89"/>
          <p:cNvSpPr txBox="1"/>
          <p:nvPr>
            <p:ph idx="106" type="subTitle"/>
          </p:nvPr>
        </p:nvSpPr>
        <p:spPr>
          <a:xfrm>
            <a:off x="264731" y="6302624"/>
            <a:ext cx="7965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5378" name="Google Shape;5378;p89"/>
          <p:cNvSpPr txBox="1"/>
          <p:nvPr>
            <p:ph idx="107" type="subTitle"/>
          </p:nvPr>
        </p:nvSpPr>
        <p:spPr>
          <a:xfrm>
            <a:off x="1179154" y="6302624"/>
            <a:ext cx="7779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5379" name="Google Shape;5379;p89"/>
          <p:cNvSpPr txBox="1"/>
          <p:nvPr>
            <p:ph idx="108" type="subTitle"/>
          </p:nvPr>
        </p:nvSpPr>
        <p:spPr>
          <a:xfrm>
            <a:off x="1990053" y="6302624"/>
            <a:ext cx="8151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5380" name="Google Shape;5380;p89"/>
          <p:cNvSpPr txBox="1"/>
          <p:nvPr>
            <p:ph idx="109" type="subTitle"/>
          </p:nvPr>
        </p:nvSpPr>
        <p:spPr>
          <a:xfrm>
            <a:off x="2925232" y="6302624"/>
            <a:ext cx="7779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5381" name="Google Shape;5381;p89"/>
          <p:cNvSpPr txBox="1"/>
          <p:nvPr>
            <p:ph idx="110" type="subTitle"/>
          </p:nvPr>
        </p:nvSpPr>
        <p:spPr>
          <a:xfrm>
            <a:off x="3736126" y="6302624"/>
            <a:ext cx="8151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5382" name="Google Shape;5382;p89"/>
          <p:cNvSpPr txBox="1"/>
          <p:nvPr>
            <p:ph idx="111" type="subTitle"/>
          </p:nvPr>
        </p:nvSpPr>
        <p:spPr>
          <a:xfrm>
            <a:off x="4671309" y="6302624"/>
            <a:ext cx="7779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5383" name="Google Shape;5383;p89"/>
          <p:cNvSpPr txBox="1"/>
          <p:nvPr>
            <p:ph idx="112" type="subTitle"/>
          </p:nvPr>
        </p:nvSpPr>
        <p:spPr>
          <a:xfrm>
            <a:off x="5482203" y="6302624"/>
            <a:ext cx="8151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5384" name="Google Shape;5384;p89"/>
          <p:cNvSpPr txBox="1"/>
          <p:nvPr>
            <p:ph idx="113" type="subTitle"/>
          </p:nvPr>
        </p:nvSpPr>
        <p:spPr>
          <a:xfrm>
            <a:off x="6411959" y="6302619"/>
            <a:ext cx="8136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5385" name="Google Shape;5385;p89"/>
          <p:cNvSpPr txBox="1"/>
          <p:nvPr>
            <p:ph idx="114" type="subTitle"/>
          </p:nvPr>
        </p:nvSpPr>
        <p:spPr>
          <a:xfrm>
            <a:off x="7345671" y="6302624"/>
            <a:ext cx="7965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5386" name="Google Shape;5386;p89"/>
          <p:cNvSpPr txBox="1"/>
          <p:nvPr>
            <p:ph idx="115" type="subTitle"/>
          </p:nvPr>
        </p:nvSpPr>
        <p:spPr>
          <a:xfrm>
            <a:off x="8182670" y="6302624"/>
            <a:ext cx="7965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5387" name="Google Shape;5387;p89"/>
          <p:cNvSpPr txBox="1"/>
          <p:nvPr>
            <p:ph idx="116" type="subTitle"/>
          </p:nvPr>
        </p:nvSpPr>
        <p:spPr>
          <a:xfrm>
            <a:off x="9000144" y="6302624"/>
            <a:ext cx="8151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5388" name="Google Shape;5388;p89"/>
          <p:cNvSpPr txBox="1"/>
          <p:nvPr/>
        </p:nvSpPr>
        <p:spPr>
          <a:xfrm>
            <a:off x="84825" y="598125"/>
            <a:ext cx="595500" cy="205800"/>
          </a:xfrm>
          <a:prstGeom prst="rect">
            <a:avLst/>
          </a:prstGeom>
          <a:noFill/>
          <a:ln>
            <a:noFill/>
          </a:ln>
        </p:spPr>
        <p:txBody>
          <a:bodyPr anchorCtr="0" anchor="t" bIns="18000" lIns="18000" spcFirstLastPara="1" rIns="18000" wrap="square" tIns="18000">
            <a:spAutoFit/>
          </a:bodyPr>
          <a:lstStyle/>
          <a:p>
            <a:pPr indent="0" lvl="0" marL="0" rtl="0" algn="l">
              <a:spcBef>
                <a:spcPts val="0"/>
              </a:spcBef>
              <a:spcAft>
                <a:spcPts val="0"/>
              </a:spcAft>
              <a:buNone/>
            </a:pPr>
            <a:r>
              <a:rPr lang="es-419" sz="1100">
                <a:solidFill>
                  <a:srgbClr val="FFFFFF"/>
                </a:solidFill>
              </a:rPr>
              <a:t>Nombre:</a:t>
            </a:r>
            <a:endParaRPr sz="1100">
              <a:solidFill>
                <a:srgbClr val="FFFFFF"/>
              </a:solidFill>
            </a:endParaRPr>
          </a:p>
        </p:txBody>
      </p:sp>
      <p:sp>
        <p:nvSpPr>
          <p:cNvPr id="5389" name="Google Shape;5389;p89"/>
          <p:cNvSpPr txBox="1"/>
          <p:nvPr/>
        </p:nvSpPr>
        <p:spPr>
          <a:xfrm>
            <a:off x="3750158" y="1335932"/>
            <a:ext cx="781500" cy="370800"/>
          </a:xfrm>
          <a:prstGeom prst="rect">
            <a:avLst/>
          </a:prstGeom>
          <a:solidFill>
            <a:srgbClr val="D9EAD3"/>
          </a:solidFill>
          <a:ln>
            <a:noFill/>
          </a:ln>
          <a:effectLst>
            <a:outerShdw blurRad="57150" rotWithShape="0" algn="bl" dir="2160000" dist="19050">
              <a:srgbClr val="000000">
                <a:alpha val="78000"/>
              </a:srgbClr>
            </a:outerShdw>
          </a:effectLst>
        </p:spPr>
        <p:txBody>
          <a:bodyPr anchorCtr="0" anchor="ctr" bIns="18000" lIns="18000" spcFirstLastPara="1" rIns="18000" wrap="square" tIns="18000">
            <a:noAutofit/>
          </a:bodyPr>
          <a:lstStyle/>
          <a:p>
            <a:pPr indent="0" lvl="0" marL="0" rtl="0" algn="ctr">
              <a:spcBef>
                <a:spcPts val="0"/>
              </a:spcBef>
              <a:spcAft>
                <a:spcPts val="0"/>
              </a:spcAft>
              <a:buNone/>
            </a:pPr>
            <a:r>
              <a:rPr b="1" lang="es-419" sz="600">
                <a:latin typeface="Arvo"/>
                <a:ea typeface="Arvo"/>
                <a:cs typeface="Arvo"/>
                <a:sym typeface="Arvo"/>
              </a:rPr>
              <a:t>¿Información adicional del cliente o empresa?</a:t>
            </a:r>
            <a:endParaRPr b="1" sz="600">
              <a:latin typeface="Arvo"/>
              <a:ea typeface="Arvo"/>
              <a:cs typeface="Arvo"/>
              <a:sym typeface="Arvo"/>
            </a:endParaRPr>
          </a:p>
        </p:txBody>
      </p:sp>
      <p:sp>
        <p:nvSpPr>
          <p:cNvPr id="5390" name="Google Shape;5390;p89"/>
          <p:cNvSpPr txBox="1"/>
          <p:nvPr/>
        </p:nvSpPr>
        <p:spPr>
          <a:xfrm>
            <a:off x="2924956" y="1335932"/>
            <a:ext cx="781500" cy="370800"/>
          </a:xfrm>
          <a:prstGeom prst="rect">
            <a:avLst/>
          </a:prstGeom>
          <a:solidFill>
            <a:srgbClr val="D9EAD3"/>
          </a:solidFill>
          <a:ln>
            <a:noFill/>
          </a:ln>
          <a:effectLst>
            <a:outerShdw blurRad="57150" rotWithShape="0" algn="bl" dir="2160000" dist="19050">
              <a:srgbClr val="000000">
                <a:alpha val="78000"/>
              </a:srgbClr>
            </a:outerShdw>
          </a:effectLst>
        </p:spPr>
        <p:txBody>
          <a:bodyPr anchorCtr="0" anchor="ctr" bIns="18000" lIns="18000" spcFirstLastPara="1" rIns="18000" wrap="square" tIns="18000">
            <a:noAutofit/>
          </a:bodyPr>
          <a:lstStyle/>
          <a:p>
            <a:pPr indent="0" lvl="0" marL="0" rtl="0" algn="ctr">
              <a:spcBef>
                <a:spcPts val="0"/>
              </a:spcBef>
              <a:spcAft>
                <a:spcPts val="0"/>
              </a:spcAft>
              <a:buNone/>
            </a:pPr>
            <a:r>
              <a:rPr b="1" lang="es-419" sz="600">
                <a:latin typeface="Arvo"/>
                <a:ea typeface="Arvo"/>
                <a:cs typeface="Arvo"/>
                <a:sym typeface="Arvo"/>
              </a:rPr>
              <a:t>¿Información relevante o core?</a:t>
            </a:r>
            <a:endParaRPr b="1" sz="600">
              <a:latin typeface="Arvo"/>
              <a:ea typeface="Arvo"/>
              <a:cs typeface="Arvo"/>
              <a:sym typeface="Arvo"/>
            </a:endParaRPr>
          </a:p>
        </p:txBody>
      </p:sp>
    </p:spTree>
  </p:cSld>
  <p:clrMapOvr>
    <a:masterClrMapping/>
  </p:clrMapOvr>
</p:sldLayout>
</file>

<file path=ppt/slideLayouts/slideLayout8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0.2 Relaciones Estructurales del Dominio">
  <p:cSld name="TITLE_3_6_2">
    <p:spTree>
      <p:nvGrpSpPr>
        <p:cNvPr id="5391" name="Shape 5391"/>
        <p:cNvGrpSpPr/>
        <p:nvPr/>
      </p:nvGrpSpPr>
      <p:grpSpPr>
        <a:xfrm>
          <a:off x="0" y="0"/>
          <a:ext cx="0" cy="0"/>
          <a:chOff x="0" y="0"/>
          <a:chExt cx="0" cy="0"/>
        </a:xfrm>
      </p:grpSpPr>
      <p:sp>
        <p:nvSpPr>
          <p:cNvPr id="5392" name="Google Shape;5392;p90"/>
          <p:cNvSpPr/>
          <p:nvPr/>
        </p:nvSpPr>
        <p:spPr>
          <a:xfrm>
            <a:off x="77688" y="358938"/>
            <a:ext cx="9935700" cy="6438000"/>
          </a:xfrm>
          <a:prstGeom prst="roundRect">
            <a:avLst>
              <a:gd fmla="val 2618" name="adj"/>
            </a:avLst>
          </a:prstGeom>
          <a:solidFill>
            <a:srgbClr val="FFFFFF"/>
          </a:solidFill>
          <a:ln cap="flat" cmpd="sng" w="38100">
            <a:solidFill>
              <a:srgbClr val="000000"/>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393" name="Google Shape;5393;p90"/>
          <p:cNvCxnSpPr/>
          <p:nvPr/>
        </p:nvCxnSpPr>
        <p:spPr>
          <a:xfrm>
            <a:off x="77688" y="772614"/>
            <a:ext cx="9935700" cy="0"/>
          </a:xfrm>
          <a:prstGeom prst="straightConnector1">
            <a:avLst/>
          </a:prstGeom>
          <a:noFill/>
          <a:ln cap="flat" cmpd="sng" w="19050">
            <a:solidFill>
              <a:srgbClr val="000000"/>
            </a:solidFill>
            <a:prstDash val="solid"/>
            <a:round/>
            <a:headEnd len="med" w="med" type="none"/>
            <a:tailEnd len="med" w="med" type="none"/>
          </a:ln>
        </p:spPr>
      </p:cxnSp>
      <p:cxnSp>
        <p:nvCxnSpPr>
          <p:cNvPr id="5394" name="Google Shape;5394;p90"/>
          <p:cNvCxnSpPr/>
          <p:nvPr/>
        </p:nvCxnSpPr>
        <p:spPr>
          <a:xfrm rot="10800000">
            <a:off x="2439038" y="368188"/>
            <a:ext cx="0" cy="402300"/>
          </a:xfrm>
          <a:prstGeom prst="straightConnector1">
            <a:avLst/>
          </a:prstGeom>
          <a:noFill/>
          <a:ln cap="flat" cmpd="sng" w="19050">
            <a:solidFill>
              <a:srgbClr val="000000"/>
            </a:solidFill>
            <a:prstDash val="solid"/>
            <a:round/>
            <a:headEnd len="med" w="med" type="none"/>
            <a:tailEnd len="med" w="med" type="none"/>
          </a:ln>
        </p:spPr>
      </p:cxnSp>
      <p:sp>
        <p:nvSpPr>
          <p:cNvPr id="5395" name="Google Shape;5395;p90"/>
          <p:cNvSpPr/>
          <p:nvPr/>
        </p:nvSpPr>
        <p:spPr>
          <a:xfrm>
            <a:off x="77688" y="349338"/>
            <a:ext cx="2361300" cy="421200"/>
          </a:xfrm>
          <a:prstGeom prst="roundRect">
            <a:avLst>
              <a:gd fmla="val 50000" name="adj"/>
            </a:avLst>
          </a:prstGeom>
          <a:solidFill>
            <a:srgbClr val="000000"/>
          </a:solidFill>
          <a:ln cap="flat" cmpd="sng" w="9525">
            <a:solidFill>
              <a:srgbClr val="000000"/>
            </a:solidFill>
            <a:prstDash val="solid"/>
            <a:round/>
            <a:headEnd len="sm" w="sm" type="none"/>
            <a:tailEnd len="sm" w="sm" type="none"/>
          </a:ln>
        </p:spPr>
        <p:txBody>
          <a:bodyPr anchorCtr="0" anchor="ctr" bIns="91425" lIns="0" spcFirstLastPara="1" rIns="0" wrap="square" tIns="91425">
            <a:noAutofit/>
          </a:bodyPr>
          <a:lstStyle/>
          <a:p>
            <a:pPr indent="0" lvl="0" marL="0" rtl="0" algn="ctr">
              <a:spcBef>
                <a:spcPts val="0"/>
              </a:spcBef>
              <a:spcAft>
                <a:spcPts val="0"/>
              </a:spcAft>
              <a:buNone/>
            </a:pPr>
            <a:r>
              <a:rPr b="1" lang="es-419" sz="1100">
                <a:solidFill>
                  <a:srgbClr val="FFFFFF"/>
                </a:solidFill>
              </a:rPr>
              <a:t>Relaciones Estructurales</a:t>
            </a:r>
            <a:endParaRPr b="1" sz="1100">
              <a:solidFill>
                <a:srgbClr val="FFFFFF"/>
              </a:solidFill>
            </a:endParaRPr>
          </a:p>
          <a:p>
            <a:pPr indent="0" lvl="0" marL="0" rtl="0" algn="ctr">
              <a:spcBef>
                <a:spcPts val="0"/>
              </a:spcBef>
              <a:spcAft>
                <a:spcPts val="0"/>
              </a:spcAft>
              <a:buNone/>
            </a:pPr>
            <a:r>
              <a:t/>
            </a:r>
            <a:endParaRPr b="1" sz="1200">
              <a:solidFill>
                <a:srgbClr val="FFFFFF"/>
              </a:solidFill>
            </a:endParaRPr>
          </a:p>
        </p:txBody>
      </p:sp>
      <p:sp>
        <p:nvSpPr>
          <p:cNvPr id="5396" name="Google Shape;5396;p90"/>
          <p:cNvSpPr/>
          <p:nvPr/>
        </p:nvSpPr>
        <p:spPr>
          <a:xfrm>
            <a:off x="83988" y="595504"/>
            <a:ext cx="190200" cy="1692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7" name="Google Shape;5397;p90"/>
          <p:cNvSpPr/>
          <p:nvPr/>
        </p:nvSpPr>
        <p:spPr>
          <a:xfrm>
            <a:off x="2350598" y="358950"/>
            <a:ext cx="88500" cy="4023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8" name="Google Shape;5398;p90"/>
          <p:cNvSpPr/>
          <p:nvPr/>
        </p:nvSpPr>
        <p:spPr>
          <a:xfrm>
            <a:off x="2277739" y="663750"/>
            <a:ext cx="88500" cy="1089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9" name="Google Shape;5399;p90"/>
          <p:cNvSpPr/>
          <p:nvPr/>
        </p:nvSpPr>
        <p:spPr>
          <a:xfrm>
            <a:off x="1195662" y="1008122"/>
            <a:ext cx="2361300" cy="383700"/>
          </a:xfrm>
          <a:prstGeom prst="roundRect">
            <a:avLst>
              <a:gd fmla="val 16667" name="adj"/>
            </a:avLst>
          </a:prstGeom>
          <a:solidFill>
            <a:srgbClr val="FFF2CC"/>
          </a:solidFill>
          <a:ln cap="flat" cmpd="sng" w="9525">
            <a:solidFill>
              <a:srgbClr val="FFF2CC"/>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36000" lIns="0" spcFirstLastPara="1" rIns="0" wrap="square" tIns="36000">
            <a:noAutofit/>
          </a:bodyPr>
          <a:lstStyle/>
          <a:p>
            <a:pPr indent="0" lvl="0" marL="0" marR="0" rtl="0" algn="ctr">
              <a:lnSpc>
                <a:spcPct val="100000"/>
              </a:lnSpc>
              <a:spcBef>
                <a:spcPts val="0"/>
              </a:spcBef>
              <a:spcAft>
                <a:spcPts val="0"/>
              </a:spcAft>
              <a:buClr>
                <a:srgbClr val="000000"/>
              </a:buClr>
              <a:buSzPts val="1100"/>
              <a:buFont typeface="Arial"/>
              <a:buNone/>
            </a:pPr>
            <a:r>
              <a:rPr b="1" lang="es-419" sz="1100">
                <a:latin typeface="Arvo"/>
                <a:ea typeface="Arvo"/>
                <a:cs typeface="Arvo"/>
                <a:sym typeface="Arvo"/>
              </a:rPr>
              <a:t>Concepto 1</a:t>
            </a:r>
            <a:endParaRPr b="1" sz="1100">
              <a:latin typeface="Arvo"/>
              <a:ea typeface="Arvo"/>
              <a:cs typeface="Arvo"/>
              <a:sym typeface="Arvo"/>
            </a:endParaRPr>
          </a:p>
          <a:p>
            <a:pPr indent="0" lvl="0" marL="0" rtl="0" algn="ctr">
              <a:spcBef>
                <a:spcPts val="300"/>
              </a:spcBef>
              <a:spcAft>
                <a:spcPts val="0"/>
              </a:spcAft>
              <a:buClr>
                <a:schemeClr val="dk1"/>
              </a:buClr>
              <a:buSzPts val="1100"/>
              <a:buFont typeface="Arial"/>
              <a:buNone/>
            </a:pPr>
            <a:r>
              <a:rPr lang="es-419" sz="600">
                <a:solidFill>
                  <a:schemeClr val="dk1"/>
                </a:solidFill>
                <a:latin typeface="Arvo"/>
                <a:ea typeface="Arvo"/>
                <a:cs typeface="Arvo"/>
                <a:sym typeface="Arvo"/>
              </a:rPr>
              <a:t>Un(a) &lt;conductor&gt;</a:t>
            </a:r>
            <a:endParaRPr b="1" sz="1100">
              <a:latin typeface="Arvo"/>
              <a:ea typeface="Arvo"/>
              <a:cs typeface="Arvo"/>
              <a:sym typeface="Arvo"/>
            </a:endParaRPr>
          </a:p>
        </p:txBody>
      </p:sp>
      <p:sp>
        <p:nvSpPr>
          <p:cNvPr id="5400" name="Google Shape;5400;p90"/>
          <p:cNvSpPr/>
          <p:nvPr/>
        </p:nvSpPr>
        <p:spPr>
          <a:xfrm>
            <a:off x="5594950" y="1007972"/>
            <a:ext cx="1650900" cy="384000"/>
          </a:xfrm>
          <a:prstGeom prst="roundRect">
            <a:avLst>
              <a:gd fmla="val 16667" name="adj"/>
            </a:avLst>
          </a:prstGeom>
          <a:solidFill>
            <a:srgbClr val="F3F3F3"/>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36000" lIns="0" spcFirstLastPara="1" rIns="0" wrap="square" tIns="36000">
            <a:noAutofit/>
          </a:bodyPr>
          <a:lstStyle/>
          <a:p>
            <a:pPr indent="0" lvl="0" marL="0" marR="0" rtl="0" algn="ctr">
              <a:lnSpc>
                <a:spcPct val="100000"/>
              </a:lnSpc>
              <a:spcBef>
                <a:spcPts val="0"/>
              </a:spcBef>
              <a:spcAft>
                <a:spcPts val="0"/>
              </a:spcAft>
              <a:buClr>
                <a:srgbClr val="000000"/>
              </a:buClr>
              <a:buSzPts val="1100"/>
              <a:buFont typeface="Arial"/>
              <a:buNone/>
            </a:pPr>
            <a:r>
              <a:rPr b="1" lang="es-419" sz="1100">
                <a:latin typeface="Arvo"/>
                <a:ea typeface="Arvo"/>
                <a:cs typeface="Arvo"/>
                <a:sym typeface="Arvo"/>
              </a:rPr>
              <a:t>Multiplicidad</a:t>
            </a:r>
            <a:endParaRPr b="1" sz="1100">
              <a:latin typeface="Arvo"/>
              <a:ea typeface="Arvo"/>
              <a:cs typeface="Arvo"/>
              <a:sym typeface="Arvo"/>
            </a:endParaRPr>
          </a:p>
          <a:p>
            <a:pPr indent="0" lvl="0" marL="0" marR="0" rtl="0" algn="ctr">
              <a:lnSpc>
                <a:spcPct val="100000"/>
              </a:lnSpc>
              <a:spcBef>
                <a:spcPts val="300"/>
              </a:spcBef>
              <a:spcAft>
                <a:spcPts val="0"/>
              </a:spcAft>
              <a:buClr>
                <a:srgbClr val="000000"/>
              </a:buClr>
              <a:buSzPts val="1100"/>
              <a:buFont typeface="Arial"/>
              <a:buNone/>
            </a:pPr>
            <a:r>
              <a:rPr lang="es-419" sz="600">
                <a:latin typeface="Arvo"/>
                <a:ea typeface="Arvo"/>
                <a:cs typeface="Arvo"/>
                <a:sym typeface="Arvo"/>
              </a:rPr>
              <a:t>[Un(a)] - [Un(a) o Varias] - [Cero o Varias]</a:t>
            </a:r>
            <a:endParaRPr sz="600">
              <a:latin typeface="Arvo"/>
              <a:ea typeface="Arvo"/>
              <a:cs typeface="Arvo"/>
              <a:sym typeface="Arvo"/>
            </a:endParaRPr>
          </a:p>
        </p:txBody>
      </p:sp>
      <p:sp>
        <p:nvSpPr>
          <p:cNvPr id="5401" name="Google Shape;5401;p90"/>
          <p:cNvSpPr/>
          <p:nvPr/>
        </p:nvSpPr>
        <p:spPr>
          <a:xfrm>
            <a:off x="3659414" y="1008122"/>
            <a:ext cx="1841700" cy="383700"/>
          </a:xfrm>
          <a:prstGeom prst="roundRect">
            <a:avLst>
              <a:gd fmla="val 16667" name="adj"/>
            </a:avLst>
          </a:prstGeom>
          <a:solidFill>
            <a:srgbClr val="F3F3F3"/>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36000" lIns="0" spcFirstLastPara="1" rIns="0" wrap="square" tIns="36000">
            <a:noAutofit/>
          </a:bodyPr>
          <a:lstStyle/>
          <a:p>
            <a:pPr indent="0" lvl="0" marL="0" marR="0" rtl="0" algn="ctr">
              <a:lnSpc>
                <a:spcPct val="100000"/>
              </a:lnSpc>
              <a:spcBef>
                <a:spcPts val="0"/>
              </a:spcBef>
              <a:spcAft>
                <a:spcPts val="0"/>
              </a:spcAft>
              <a:buClr>
                <a:srgbClr val="000000"/>
              </a:buClr>
              <a:buSzPts val="1100"/>
              <a:buFont typeface="Arial"/>
              <a:buNone/>
            </a:pPr>
            <a:r>
              <a:rPr b="1" lang="es-419" sz="1100">
                <a:latin typeface="Arvo"/>
                <a:ea typeface="Arvo"/>
                <a:cs typeface="Arvo"/>
                <a:sym typeface="Arvo"/>
              </a:rPr>
              <a:t>Texto de la relación</a:t>
            </a:r>
            <a:endParaRPr b="1" sz="1100">
              <a:latin typeface="Arvo"/>
              <a:ea typeface="Arvo"/>
              <a:cs typeface="Arvo"/>
              <a:sym typeface="Arvo"/>
            </a:endParaRPr>
          </a:p>
          <a:p>
            <a:pPr indent="0" lvl="0" marL="0" rtl="0" algn="ctr">
              <a:spcBef>
                <a:spcPts val="300"/>
              </a:spcBef>
              <a:spcAft>
                <a:spcPts val="0"/>
              </a:spcAft>
              <a:buClr>
                <a:schemeClr val="dk1"/>
              </a:buClr>
              <a:buSzPts val="1100"/>
              <a:buFont typeface="Arial"/>
              <a:buNone/>
            </a:pPr>
            <a:r>
              <a:rPr lang="es-419" sz="600">
                <a:solidFill>
                  <a:schemeClr val="dk1"/>
                </a:solidFill>
                <a:latin typeface="Arvo"/>
                <a:ea typeface="Arvo"/>
                <a:cs typeface="Arvo"/>
                <a:sym typeface="Arvo"/>
              </a:rPr>
              <a:t>&lt;conduce&gt;</a:t>
            </a:r>
            <a:endParaRPr b="1" sz="1100">
              <a:latin typeface="Arvo"/>
              <a:ea typeface="Arvo"/>
              <a:cs typeface="Arvo"/>
              <a:sym typeface="Arvo"/>
            </a:endParaRPr>
          </a:p>
        </p:txBody>
      </p:sp>
      <p:sp>
        <p:nvSpPr>
          <p:cNvPr id="5402" name="Google Shape;5402;p90"/>
          <p:cNvSpPr/>
          <p:nvPr/>
        </p:nvSpPr>
        <p:spPr>
          <a:xfrm>
            <a:off x="7339674" y="1007972"/>
            <a:ext cx="2361600" cy="384000"/>
          </a:xfrm>
          <a:prstGeom prst="roundRect">
            <a:avLst>
              <a:gd fmla="val 16667" name="adj"/>
            </a:avLst>
          </a:prstGeom>
          <a:solidFill>
            <a:srgbClr val="FFF2CC"/>
          </a:solidFill>
          <a:ln cap="flat" cmpd="sng" w="9525">
            <a:solidFill>
              <a:srgbClr val="FFF2CC"/>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36000" lIns="0" spcFirstLastPara="1" rIns="0" wrap="square" tIns="36000">
            <a:noAutofit/>
          </a:bodyPr>
          <a:lstStyle/>
          <a:p>
            <a:pPr indent="0" lvl="0" marL="0" marR="0" rtl="0" algn="ctr">
              <a:lnSpc>
                <a:spcPct val="100000"/>
              </a:lnSpc>
              <a:spcBef>
                <a:spcPts val="0"/>
              </a:spcBef>
              <a:spcAft>
                <a:spcPts val="0"/>
              </a:spcAft>
              <a:buClr>
                <a:srgbClr val="000000"/>
              </a:buClr>
              <a:buSzPts val="1100"/>
              <a:buFont typeface="Arial"/>
              <a:buNone/>
            </a:pPr>
            <a:r>
              <a:rPr b="1" lang="es-419" sz="1100">
                <a:latin typeface="Arvo"/>
                <a:ea typeface="Arvo"/>
                <a:cs typeface="Arvo"/>
                <a:sym typeface="Arvo"/>
              </a:rPr>
              <a:t>Concepto 2</a:t>
            </a:r>
            <a:endParaRPr b="1" sz="1100">
              <a:latin typeface="Arvo"/>
              <a:ea typeface="Arvo"/>
              <a:cs typeface="Arvo"/>
              <a:sym typeface="Arvo"/>
            </a:endParaRPr>
          </a:p>
          <a:p>
            <a:pPr indent="0" lvl="0" marL="0" rtl="0" algn="ctr">
              <a:spcBef>
                <a:spcPts val="300"/>
              </a:spcBef>
              <a:spcAft>
                <a:spcPts val="0"/>
              </a:spcAft>
              <a:buClr>
                <a:schemeClr val="dk1"/>
              </a:buClr>
              <a:buSzPts val="1100"/>
              <a:buFont typeface="Arial"/>
              <a:buNone/>
            </a:pPr>
            <a:r>
              <a:rPr lang="es-419" sz="600">
                <a:solidFill>
                  <a:schemeClr val="dk1"/>
                </a:solidFill>
                <a:latin typeface="Arvo"/>
                <a:ea typeface="Arvo"/>
                <a:cs typeface="Arvo"/>
                <a:sym typeface="Arvo"/>
              </a:rPr>
              <a:t>&lt;busetas&gt;</a:t>
            </a:r>
            <a:endParaRPr b="1" sz="1100">
              <a:latin typeface="Arvo"/>
              <a:ea typeface="Arvo"/>
              <a:cs typeface="Arvo"/>
              <a:sym typeface="Arvo"/>
            </a:endParaRPr>
          </a:p>
        </p:txBody>
      </p:sp>
      <p:sp>
        <p:nvSpPr>
          <p:cNvPr id="5403" name="Google Shape;5403;p90"/>
          <p:cNvSpPr/>
          <p:nvPr/>
        </p:nvSpPr>
        <p:spPr>
          <a:xfrm>
            <a:off x="378600" y="1533949"/>
            <a:ext cx="9322800" cy="266400"/>
          </a:xfrm>
          <a:prstGeom prst="roundRect">
            <a:avLst>
              <a:gd fmla="val 12113" name="adj"/>
            </a:avLst>
          </a:prstGeom>
          <a:solidFill>
            <a:srgbClr val="FFFFFF"/>
          </a:solidFill>
          <a:ln cap="flat" cmpd="sng" w="9525">
            <a:solidFill>
              <a:srgbClr val="EFEFEF"/>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6000" spcFirstLastPara="1" rIns="0" wrap="square" tIns="0">
            <a:noAutofit/>
          </a:bodyPr>
          <a:lstStyle/>
          <a:p>
            <a:pPr indent="0" lvl="0" marL="0" rtl="0" algn="l">
              <a:lnSpc>
                <a:spcPct val="120000"/>
              </a:lnSpc>
              <a:spcBef>
                <a:spcPts val="0"/>
              </a:spcBef>
              <a:spcAft>
                <a:spcPts val="0"/>
              </a:spcAft>
              <a:buClr>
                <a:schemeClr val="dk1"/>
              </a:buClr>
              <a:buSzPts val="1100"/>
              <a:buFont typeface="Arial"/>
              <a:buNone/>
            </a:pPr>
            <a:r>
              <a:rPr b="1" lang="es-419" sz="800">
                <a:solidFill>
                  <a:schemeClr val="dk1"/>
                </a:solidFill>
                <a:latin typeface="Arvo"/>
                <a:ea typeface="Arvo"/>
                <a:cs typeface="Arvo"/>
                <a:sym typeface="Arvo"/>
              </a:rPr>
              <a:t>          Un(a)</a:t>
            </a:r>
            <a:endParaRPr b="1" sz="800">
              <a:latin typeface="Arvo"/>
              <a:ea typeface="Arvo"/>
              <a:cs typeface="Arvo"/>
              <a:sym typeface="Arvo"/>
            </a:endParaRPr>
          </a:p>
        </p:txBody>
      </p:sp>
      <p:sp>
        <p:nvSpPr>
          <p:cNvPr id="5404" name="Google Shape;5404;p90"/>
          <p:cNvSpPr txBox="1"/>
          <p:nvPr>
            <p:ph idx="1" type="subTitle"/>
          </p:nvPr>
        </p:nvSpPr>
        <p:spPr>
          <a:xfrm>
            <a:off x="1195650" y="1537620"/>
            <a:ext cx="2361300" cy="2658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cxnSp>
        <p:nvCxnSpPr>
          <p:cNvPr id="5405" name="Google Shape;5405;p90"/>
          <p:cNvCxnSpPr/>
          <p:nvPr/>
        </p:nvCxnSpPr>
        <p:spPr>
          <a:xfrm flipH="1">
            <a:off x="3614691" y="1542000"/>
            <a:ext cx="600" cy="258300"/>
          </a:xfrm>
          <a:prstGeom prst="straightConnector1">
            <a:avLst/>
          </a:prstGeom>
          <a:noFill/>
          <a:ln cap="flat" cmpd="sng" w="28575">
            <a:solidFill>
              <a:srgbClr val="D9D9D9"/>
            </a:solidFill>
            <a:prstDash val="solid"/>
            <a:round/>
            <a:headEnd len="sm" w="sm" type="none"/>
            <a:tailEnd len="sm" w="sm" type="none"/>
          </a:ln>
        </p:spPr>
      </p:cxnSp>
      <p:sp>
        <p:nvSpPr>
          <p:cNvPr id="5406" name="Google Shape;5406;p90"/>
          <p:cNvSpPr txBox="1"/>
          <p:nvPr>
            <p:ph idx="2" type="subTitle"/>
          </p:nvPr>
        </p:nvSpPr>
        <p:spPr>
          <a:xfrm>
            <a:off x="7340100" y="1537624"/>
            <a:ext cx="2361300" cy="2664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sp>
        <p:nvSpPr>
          <p:cNvPr id="5407" name="Google Shape;5407;p90"/>
          <p:cNvSpPr txBox="1"/>
          <p:nvPr>
            <p:ph idx="3" type="subTitle"/>
          </p:nvPr>
        </p:nvSpPr>
        <p:spPr>
          <a:xfrm>
            <a:off x="3673650" y="1537620"/>
            <a:ext cx="1827600" cy="2658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sp>
        <p:nvSpPr>
          <p:cNvPr id="5408" name="Google Shape;5408;p90"/>
          <p:cNvSpPr txBox="1"/>
          <p:nvPr>
            <p:ph idx="4" type="subTitle"/>
          </p:nvPr>
        </p:nvSpPr>
        <p:spPr>
          <a:xfrm>
            <a:off x="5631975" y="1537625"/>
            <a:ext cx="1584600" cy="2664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cxnSp>
        <p:nvCxnSpPr>
          <p:cNvPr id="5409" name="Google Shape;5409;p90"/>
          <p:cNvCxnSpPr/>
          <p:nvPr/>
        </p:nvCxnSpPr>
        <p:spPr>
          <a:xfrm flipH="1">
            <a:off x="5566304" y="1538000"/>
            <a:ext cx="600" cy="258300"/>
          </a:xfrm>
          <a:prstGeom prst="straightConnector1">
            <a:avLst/>
          </a:prstGeom>
          <a:noFill/>
          <a:ln cap="flat" cmpd="sng" w="28575">
            <a:solidFill>
              <a:srgbClr val="D9D9D9"/>
            </a:solidFill>
            <a:prstDash val="solid"/>
            <a:round/>
            <a:headEnd len="sm" w="sm" type="none"/>
            <a:tailEnd len="sm" w="sm" type="none"/>
          </a:ln>
        </p:spPr>
      </p:cxnSp>
      <p:cxnSp>
        <p:nvCxnSpPr>
          <p:cNvPr id="5410" name="Google Shape;5410;p90"/>
          <p:cNvCxnSpPr/>
          <p:nvPr/>
        </p:nvCxnSpPr>
        <p:spPr>
          <a:xfrm flipH="1">
            <a:off x="7292829" y="1537625"/>
            <a:ext cx="600" cy="258300"/>
          </a:xfrm>
          <a:prstGeom prst="straightConnector1">
            <a:avLst/>
          </a:prstGeom>
          <a:noFill/>
          <a:ln cap="flat" cmpd="sng" w="28575">
            <a:solidFill>
              <a:srgbClr val="D9D9D9"/>
            </a:solidFill>
            <a:prstDash val="solid"/>
            <a:round/>
            <a:headEnd len="sm" w="sm" type="none"/>
            <a:tailEnd len="sm" w="sm" type="none"/>
          </a:ln>
        </p:spPr>
      </p:cxnSp>
      <p:cxnSp>
        <p:nvCxnSpPr>
          <p:cNvPr id="5411" name="Google Shape;5411;p90"/>
          <p:cNvCxnSpPr/>
          <p:nvPr/>
        </p:nvCxnSpPr>
        <p:spPr>
          <a:xfrm flipH="1">
            <a:off x="1137291" y="1537625"/>
            <a:ext cx="600" cy="258300"/>
          </a:xfrm>
          <a:prstGeom prst="straightConnector1">
            <a:avLst/>
          </a:prstGeom>
          <a:noFill/>
          <a:ln cap="flat" cmpd="sng" w="28575">
            <a:solidFill>
              <a:srgbClr val="D9D9D9"/>
            </a:solidFill>
            <a:prstDash val="solid"/>
            <a:round/>
            <a:headEnd len="sm" w="sm" type="none"/>
            <a:tailEnd len="sm" w="sm" type="none"/>
          </a:ln>
        </p:spPr>
      </p:cxnSp>
      <p:sp>
        <p:nvSpPr>
          <p:cNvPr id="5412" name="Google Shape;5412;p90"/>
          <p:cNvSpPr/>
          <p:nvPr/>
        </p:nvSpPr>
        <p:spPr>
          <a:xfrm>
            <a:off x="378600" y="1838911"/>
            <a:ext cx="9322800" cy="266400"/>
          </a:xfrm>
          <a:prstGeom prst="roundRect">
            <a:avLst>
              <a:gd fmla="val 12113" name="adj"/>
            </a:avLst>
          </a:prstGeom>
          <a:solidFill>
            <a:srgbClr val="FFFFFF"/>
          </a:solidFill>
          <a:ln cap="flat" cmpd="sng" w="9525">
            <a:solidFill>
              <a:srgbClr val="EFEFEF"/>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6000" spcFirstLastPara="1" rIns="0" wrap="square" tIns="0">
            <a:noAutofit/>
          </a:bodyPr>
          <a:lstStyle/>
          <a:p>
            <a:pPr indent="0" lvl="0" marL="0" rtl="0" algn="l">
              <a:lnSpc>
                <a:spcPct val="120000"/>
              </a:lnSpc>
              <a:spcBef>
                <a:spcPts val="0"/>
              </a:spcBef>
              <a:spcAft>
                <a:spcPts val="0"/>
              </a:spcAft>
              <a:buClr>
                <a:schemeClr val="dk1"/>
              </a:buClr>
              <a:buSzPts val="1100"/>
              <a:buFont typeface="Arial"/>
              <a:buNone/>
            </a:pPr>
            <a:r>
              <a:rPr b="1" lang="es-419" sz="800">
                <a:solidFill>
                  <a:schemeClr val="dk1"/>
                </a:solidFill>
                <a:latin typeface="Arvo"/>
                <a:ea typeface="Arvo"/>
                <a:cs typeface="Arvo"/>
                <a:sym typeface="Arvo"/>
              </a:rPr>
              <a:t>          Un(a)</a:t>
            </a:r>
            <a:endParaRPr b="1" sz="800">
              <a:latin typeface="Arvo"/>
              <a:ea typeface="Arvo"/>
              <a:cs typeface="Arvo"/>
              <a:sym typeface="Arvo"/>
            </a:endParaRPr>
          </a:p>
        </p:txBody>
      </p:sp>
      <p:sp>
        <p:nvSpPr>
          <p:cNvPr id="5413" name="Google Shape;5413;p90"/>
          <p:cNvSpPr txBox="1"/>
          <p:nvPr>
            <p:ph idx="5" type="subTitle"/>
          </p:nvPr>
        </p:nvSpPr>
        <p:spPr>
          <a:xfrm>
            <a:off x="1195650" y="1842582"/>
            <a:ext cx="2361300" cy="2658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cxnSp>
        <p:nvCxnSpPr>
          <p:cNvPr id="5414" name="Google Shape;5414;p90"/>
          <p:cNvCxnSpPr/>
          <p:nvPr/>
        </p:nvCxnSpPr>
        <p:spPr>
          <a:xfrm flipH="1">
            <a:off x="3614691" y="1846962"/>
            <a:ext cx="600" cy="258300"/>
          </a:xfrm>
          <a:prstGeom prst="straightConnector1">
            <a:avLst/>
          </a:prstGeom>
          <a:noFill/>
          <a:ln cap="flat" cmpd="sng" w="28575">
            <a:solidFill>
              <a:srgbClr val="D9D9D9"/>
            </a:solidFill>
            <a:prstDash val="solid"/>
            <a:round/>
            <a:headEnd len="sm" w="sm" type="none"/>
            <a:tailEnd len="sm" w="sm" type="none"/>
          </a:ln>
        </p:spPr>
      </p:cxnSp>
      <p:sp>
        <p:nvSpPr>
          <p:cNvPr id="5415" name="Google Shape;5415;p90"/>
          <p:cNvSpPr txBox="1"/>
          <p:nvPr>
            <p:ph idx="6" type="subTitle"/>
          </p:nvPr>
        </p:nvSpPr>
        <p:spPr>
          <a:xfrm>
            <a:off x="7340100" y="1842586"/>
            <a:ext cx="2361300" cy="2664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sp>
        <p:nvSpPr>
          <p:cNvPr id="5416" name="Google Shape;5416;p90"/>
          <p:cNvSpPr txBox="1"/>
          <p:nvPr>
            <p:ph idx="7" type="subTitle"/>
          </p:nvPr>
        </p:nvSpPr>
        <p:spPr>
          <a:xfrm>
            <a:off x="3673650" y="1842583"/>
            <a:ext cx="1827600" cy="2658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sp>
        <p:nvSpPr>
          <p:cNvPr id="5417" name="Google Shape;5417;p90"/>
          <p:cNvSpPr txBox="1"/>
          <p:nvPr>
            <p:ph idx="8" type="subTitle"/>
          </p:nvPr>
        </p:nvSpPr>
        <p:spPr>
          <a:xfrm>
            <a:off x="5631975" y="1842588"/>
            <a:ext cx="1584600" cy="2664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cxnSp>
        <p:nvCxnSpPr>
          <p:cNvPr id="5418" name="Google Shape;5418;p90"/>
          <p:cNvCxnSpPr/>
          <p:nvPr/>
        </p:nvCxnSpPr>
        <p:spPr>
          <a:xfrm flipH="1">
            <a:off x="5566304" y="1842962"/>
            <a:ext cx="600" cy="258300"/>
          </a:xfrm>
          <a:prstGeom prst="straightConnector1">
            <a:avLst/>
          </a:prstGeom>
          <a:noFill/>
          <a:ln cap="flat" cmpd="sng" w="28575">
            <a:solidFill>
              <a:srgbClr val="D9D9D9"/>
            </a:solidFill>
            <a:prstDash val="solid"/>
            <a:round/>
            <a:headEnd len="sm" w="sm" type="none"/>
            <a:tailEnd len="sm" w="sm" type="none"/>
          </a:ln>
        </p:spPr>
      </p:cxnSp>
      <p:cxnSp>
        <p:nvCxnSpPr>
          <p:cNvPr id="5419" name="Google Shape;5419;p90"/>
          <p:cNvCxnSpPr/>
          <p:nvPr/>
        </p:nvCxnSpPr>
        <p:spPr>
          <a:xfrm flipH="1">
            <a:off x="7292829" y="1842587"/>
            <a:ext cx="600" cy="258300"/>
          </a:xfrm>
          <a:prstGeom prst="straightConnector1">
            <a:avLst/>
          </a:prstGeom>
          <a:noFill/>
          <a:ln cap="flat" cmpd="sng" w="28575">
            <a:solidFill>
              <a:srgbClr val="D9D9D9"/>
            </a:solidFill>
            <a:prstDash val="solid"/>
            <a:round/>
            <a:headEnd len="sm" w="sm" type="none"/>
            <a:tailEnd len="sm" w="sm" type="none"/>
          </a:ln>
        </p:spPr>
      </p:cxnSp>
      <p:cxnSp>
        <p:nvCxnSpPr>
          <p:cNvPr id="5420" name="Google Shape;5420;p90"/>
          <p:cNvCxnSpPr/>
          <p:nvPr/>
        </p:nvCxnSpPr>
        <p:spPr>
          <a:xfrm flipH="1">
            <a:off x="1137291" y="1842587"/>
            <a:ext cx="600" cy="258300"/>
          </a:xfrm>
          <a:prstGeom prst="straightConnector1">
            <a:avLst/>
          </a:prstGeom>
          <a:noFill/>
          <a:ln cap="flat" cmpd="sng" w="28575">
            <a:solidFill>
              <a:srgbClr val="D9D9D9"/>
            </a:solidFill>
            <a:prstDash val="solid"/>
            <a:round/>
            <a:headEnd len="sm" w="sm" type="none"/>
            <a:tailEnd len="sm" w="sm" type="none"/>
          </a:ln>
        </p:spPr>
      </p:cxnSp>
      <p:sp>
        <p:nvSpPr>
          <p:cNvPr id="5421" name="Google Shape;5421;p90"/>
          <p:cNvSpPr/>
          <p:nvPr/>
        </p:nvSpPr>
        <p:spPr>
          <a:xfrm>
            <a:off x="379388" y="2125324"/>
            <a:ext cx="9322800" cy="266400"/>
          </a:xfrm>
          <a:prstGeom prst="roundRect">
            <a:avLst>
              <a:gd fmla="val 12113" name="adj"/>
            </a:avLst>
          </a:prstGeom>
          <a:solidFill>
            <a:srgbClr val="FFFFFF"/>
          </a:solidFill>
          <a:ln cap="flat" cmpd="sng" w="9525">
            <a:solidFill>
              <a:srgbClr val="EFEFEF"/>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6000" spcFirstLastPara="1" rIns="0" wrap="square" tIns="0">
            <a:noAutofit/>
          </a:bodyPr>
          <a:lstStyle/>
          <a:p>
            <a:pPr indent="0" lvl="0" marL="0" rtl="0" algn="l">
              <a:lnSpc>
                <a:spcPct val="120000"/>
              </a:lnSpc>
              <a:spcBef>
                <a:spcPts val="0"/>
              </a:spcBef>
              <a:spcAft>
                <a:spcPts val="0"/>
              </a:spcAft>
              <a:buClr>
                <a:schemeClr val="dk1"/>
              </a:buClr>
              <a:buSzPts val="1100"/>
              <a:buFont typeface="Arial"/>
              <a:buNone/>
            </a:pPr>
            <a:r>
              <a:rPr b="1" lang="es-419" sz="800">
                <a:solidFill>
                  <a:schemeClr val="dk1"/>
                </a:solidFill>
                <a:latin typeface="Arvo"/>
                <a:ea typeface="Arvo"/>
                <a:cs typeface="Arvo"/>
                <a:sym typeface="Arvo"/>
              </a:rPr>
              <a:t>          Un(a)</a:t>
            </a:r>
            <a:endParaRPr b="1" sz="800">
              <a:latin typeface="Arvo"/>
              <a:ea typeface="Arvo"/>
              <a:cs typeface="Arvo"/>
              <a:sym typeface="Arvo"/>
            </a:endParaRPr>
          </a:p>
        </p:txBody>
      </p:sp>
      <p:sp>
        <p:nvSpPr>
          <p:cNvPr id="5422" name="Google Shape;5422;p90"/>
          <p:cNvSpPr txBox="1"/>
          <p:nvPr>
            <p:ph idx="9" type="subTitle"/>
          </p:nvPr>
        </p:nvSpPr>
        <p:spPr>
          <a:xfrm>
            <a:off x="1196438" y="2128995"/>
            <a:ext cx="2361300" cy="2658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cxnSp>
        <p:nvCxnSpPr>
          <p:cNvPr id="5423" name="Google Shape;5423;p90"/>
          <p:cNvCxnSpPr/>
          <p:nvPr/>
        </p:nvCxnSpPr>
        <p:spPr>
          <a:xfrm flipH="1">
            <a:off x="3615479" y="2133375"/>
            <a:ext cx="600" cy="258300"/>
          </a:xfrm>
          <a:prstGeom prst="straightConnector1">
            <a:avLst/>
          </a:prstGeom>
          <a:noFill/>
          <a:ln cap="flat" cmpd="sng" w="28575">
            <a:solidFill>
              <a:srgbClr val="D9D9D9"/>
            </a:solidFill>
            <a:prstDash val="solid"/>
            <a:round/>
            <a:headEnd len="sm" w="sm" type="none"/>
            <a:tailEnd len="sm" w="sm" type="none"/>
          </a:ln>
        </p:spPr>
      </p:cxnSp>
      <p:sp>
        <p:nvSpPr>
          <p:cNvPr id="5424" name="Google Shape;5424;p90"/>
          <p:cNvSpPr txBox="1"/>
          <p:nvPr>
            <p:ph idx="13" type="subTitle"/>
          </p:nvPr>
        </p:nvSpPr>
        <p:spPr>
          <a:xfrm>
            <a:off x="7340888" y="2128999"/>
            <a:ext cx="2361300" cy="2664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sp>
        <p:nvSpPr>
          <p:cNvPr id="5425" name="Google Shape;5425;p90"/>
          <p:cNvSpPr txBox="1"/>
          <p:nvPr>
            <p:ph idx="14" type="subTitle"/>
          </p:nvPr>
        </p:nvSpPr>
        <p:spPr>
          <a:xfrm>
            <a:off x="3674438" y="2128995"/>
            <a:ext cx="1827600" cy="2658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sp>
        <p:nvSpPr>
          <p:cNvPr id="5426" name="Google Shape;5426;p90"/>
          <p:cNvSpPr txBox="1"/>
          <p:nvPr>
            <p:ph idx="15" type="subTitle"/>
          </p:nvPr>
        </p:nvSpPr>
        <p:spPr>
          <a:xfrm>
            <a:off x="5632763" y="2129000"/>
            <a:ext cx="1584600" cy="2664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cxnSp>
        <p:nvCxnSpPr>
          <p:cNvPr id="5427" name="Google Shape;5427;p90"/>
          <p:cNvCxnSpPr/>
          <p:nvPr/>
        </p:nvCxnSpPr>
        <p:spPr>
          <a:xfrm flipH="1">
            <a:off x="5567091" y="2129375"/>
            <a:ext cx="600" cy="258300"/>
          </a:xfrm>
          <a:prstGeom prst="straightConnector1">
            <a:avLst/>
          </a:prstGeom>
          <a:noFill/>
          <a:ln cap="flat" cmpd="sng" w="28575">
            <a:solidFill>
              <a:srgbClr val="D9D9D9"/>
            </a:solidFill>
            <a:prstDash val="solid"/>
            <a:round/>
            <a:headEnd len="sm" w="sm" type="none"/>
            <a:tailEnd len="sm" w="sm" type="none"/>
          </a:ln>
        </p:spPr>
      </p:cxnSp>
      <p:cxnSp>
        <p:nvCxnSpPr>
          <p:cNvPr id="5428" name="Google Shape;5428;p90"/>
          <p:cNvCxnSpPr/>
          <p:nvPr/>
        </p:nvCxnSpPr>
        <p:spPr>
          <a:xfrm flipH="1">
            <a:off x="7293616" y="2129000"/>
            <a:ext cx="600" cy="258300"/>
          </a:xfrm>
          <a:prstGeom prst="straightConnector1">
            <a:avLst/>
          </a:prstGeom>
          <a:noFill/>
          <a:ln cap="flat" cmpd="sng" w="28575">
            <a:solidFill>
              <a:srgbClr val="D9D9D9"/>
            </a:solidFill>
            <a:prstDash val="solid"/>
            <a:round/>
            <a:headEnd len="sm" w="sm" type="none"/>
            <a:tailEnd len="sm" w="sm" type="none"/>
          </a:ln>
        </p:spPr>
      </p:cxnSp>
      <p:cxnSp>
        <p:nvCxnSpPr>
          <p:cNvPr id="5429" name="Google Shape;5429;p90"/>
          <p:cNvCxnSpPr/>
          <p:nvPr/>
        </p:nvCxnSpPr>
        <p:spPr>
          <a:xfrm flipH="1">
            <a:off x="1138079" y="2129000"/>
            <a:ext cx="600" cy="258300"/>
          </a:xfrm>
          <a:prstGeom prst="straightConnector1">
            <a:avLst/>
          </a:prstGeom>
          <a:noFill/>
          <a:ln cap="flat" cmpd="sng" w="28575">
            <a:solidFill>
              <a:srgbClr val="D9D9D9"/>
            </a:solidFill>
            <a:prstDash val="solid"/>
            <a:round/>
            <a:headEnd len="sm" w="sm" type="none"/>
            <a:tailEnd len="sm" w="sm" type="none"/>
          </a:ln>
        </p:spPr>
      </p:cxnSp>
      <p:sp>
        <p:nvSpPr>
          <p:cNvPr id="5430" name="Google Shape;5430;p90"/>
          <p:cNvSpPr/>
          <p:nvPr/>
        </p:nvSpPr>
        <p:spPr>
          <a:xfrm>
            <a:off x="379388" y="2430286"/>
            <a:ext cx="9322800" cy="266400"/>
          </a:xfrm>
          <a:prstGeom prst="roundRect">
            <a:avLst>
              <a:gd fmla="val 12113" name="adj"/>
            </a:avLst>
          </a:prstGeom>
          <a:solidFill>
            <a:srgbClr val="FFFFFF"/>
          </a:solidFill>
          <a:ln cap="flat" cmpd="sng" w="9525">
            <a:solidFill>
              <a:srgbClr val="EFEFEF"/>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6000" spcFirstLastPara="1" rIns="0" wrap="square" tIns="0">
            <a:noAutofit/>
          </a:bodyPr>
          <a:lstStyle/>
          <a:p>
            <a:pPr indent="0" lvl="0" marL="0" rtl="0" algn="l">
              <a:lnSpc>
                <a:spcPct val="120000"/>
              </a:lnSpc>
              <a:spcBef>
                <a:spcPts val="0"/>
              </a:spcBef>
              <a:spcAft>
                <a:spcPts val="0"/>
              </a:spcAft>
              <a:buClr>
                <a:schemeClr val="dk1"/>
              </a:buClr>
              <a:buSzPts val="1100"/>
              <a:buFont typeface="Arial"/>
              <a:buNone/>
            </a:pPr>
            <a:r>
              <a:rPr b="1" lang="es-419" sz="800">
                <a:solidFill>
                  <a:schemeClr val="dk1"/>
                </a:solidFill>
                <a:latin typeface="Arvo"/>
                <a:ea typeface="Arvo"/>
                <a:cs typeface="Arvo"/>
                <a:sym typeface="Arvo"/>
              </a:rPr>
              <a:t>          Un(a)</a:t>
            </a:r>
            <a:endParaRPr b="1" sz="800">
              <a:latin typeface="Arvo"/>
              <a:ea typeface="Arvo"/>
              <a:cs typeface="Arvo"/>
              <a:sym typeface="Arvo"/>
            </a:endParaRPr>
          </a:p>
        </p:txBody>
      </p:sp>
      <p:sp>
        <p:nvSpPr>
          <p:cNvPr id="5431" name="Google Shape;5431;p90"/>
          <p:cNvSpPr txBox="1"/>
          <p:nvPr>
            <p:ph idx="16" type="subTitle"/>
          </p:nvPr>
        </p:nvSpPr>
        <p:spPr>
          <a:xfrm>
            <a:off x="1196438" y="2433957"/>
            <a:ext cx="2361300" cy="2658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cxnSp>
        <p:nvCxnSpPr>
          <p:cNvPr id="5432" name="Google Shape;5432;p90"/>
          <p:cNvCxnSpPr/>
          <p:nvPr/>
        </p:nvCxnSpPr>
        <p:spPr>
          <a:xfrm flipH="1">
            <a:off x="3615479" y="2438337"/>
            <a:ext cx="600" cy="258300"/>
          </a:xfrm>
          <a:prstGeom prst="straightConnector1">
            <a:avLst/>
          </a:prstGeom>
          <a:noFill/>
          <a:ln cap="flat" cmpd="sng" w="28575">
            <a:solidFill>
              <a:srgbClr val="D9D9D9"/>
            </a:solidFill>
            <a:prstDash val="solid"/>
            <a:round/>
            <a:headEnd len="sm" w="sm" type="none"/>
            <a:tailEnd len="sm" w="sm" type="none"/>
          </a:ln>
        </p:spPr>
      </p:cxnSp>
      <p:sp>
        <p:nvSpPr>
          <p:cNvPr id="5433" name="Google Shape;5433;p90"/>
          <p:cNvSpPr txBox="1"/>
          <p:nvPr>
            <p:ph idx="17" type="subTitle"/>
          </p:nvPr>
        </p:nvSpPr>
        <p:spPr>
          <a:xfrm>
            <a:off x="7340888" y="2433961"/>
            <a:ext cx="2361300" cy="2664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sp>
        <p:nvSpPr>
          <p:cNvPr id="5434" name="Google Shape;5434;p90"/>
          <p:cNvSpPr txBox="1"/>
          <p:nvPr>
            <p:ph idx="18" type="subTitle"/>
          </p:nvPr>
        </p:nvSpPr>
        <p:spPr>
          <a:xfrm>
            <a:off x="3674438" y="2433958"/>
            <a:ext cx="1827600" cy="2658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sp>
        <p:nvSpPr>
          <p:cNvPr id="5435" name="Google Shape;5435;p90"/>
          <p:cNvSpPr txBox="1"/>
          <p:nvPr>
            <p:ph idx="19" type="subTitle"/>
          </p:nvPr>
        </p:nvSpPr>
        <p:spPr>
          <a:xfrm>
            <a:off x="5632763" y="2433963"/>
            <a:ext cx="1584600" cy="2664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cxnSp>
        <p:nvCxnSpPr>
          <p:cNvPr id="5436" name="Google Shape;5436;p90"/>
          <p:cNvCxnSpPr/>
          <p:nvPr/>
        </p:nvCxnSpPr>
        <p:spPr>
          <a:xfrm flipH="1">
            <a:off x="5567091" y="2434337"/>
            <a:ext cx="600" cy="258300"/>
          </a:xfrm>
          <a:prstGeom prst="straightConnector1">
            <a:avLst/>
          </a:prstGeom>
          <a:noFill/>
          <a:ln cap="flat" cmpd="sng" w="28575">
            <a:solidFill>
              <a:srgbClr val="D9D9D9"/>
            </a:solidFill>
            <a:prstDash val="solid"/>
            <a:round/>
            <a:headEnd len="sm" w="sm" type="none"/>
            <a:tailEnd len="sm" w="sm" type="none"/>
          </a:ln>
        </p:spPr>
      </p:cxnSp>
      <p:cxnSp>
        <p:nvCxnSpPr>
          <p:cNvPr id="5437" name="Google Shape;5437;p90"/>
          <p:cNvCxnSpPr/>
          <p:nvPr/>
        </p:nvCxnSpPr>
        <p:spPr>
          <a:xfrm flipH="1">
            <a:off x="7293616" y="2433962"/>
            <a:ext cx="600" cy="258300"/>
          </a:xfrm>
          <a:prstGeom prst="straightConnector1">
            <a:avLst/>
          </a:prstGeom>
          <a:noFill/>
          <a:ln cap="flat" cmpd="sng" w="28575">
            <a:solidFill>
              <a:srgbClr val="D9D9D9"/>
            </a:solidFill>
            <a:prstDash val="solid"/>
            <a:round/>
            <a:headEnd len="sm" w="sm" type="none"/>
            <a:tailEnd len="sm" w="sm" type="none"/>
          </a:ln>
        </p:spPr>
      </p:cxnSp>
      <p:cxnSp>
        <p:nvCxnSpPr>
          <p:cNvPr id="5438" name="Google Shape;5438;p90"/>
          <p:cNvCxnSpPr/>
          <p:nvPr/>
        </p:nvCxnSpPr>
        <p:spPr>
          <a:xfrm flipH="1">
            <a:off x="1138079" y="2433962"/>
            <a:ext cx="600" cy="258300"/>
          </a:xfrm>
          <a:prstGeom prst="straightConnector1">
            <a:avLst/>
          </a:prstGeom>
          <a:noFill/>
          <a:ln cap="flat" cmpd="sng" w="28575">
            <a:solidFill>
              <a:srgbClr val="D9D9D9"/>
            </a:solidFill>
            <a:prstDash val="solid"/>
            <a:round/>
            <a:headEnd len="sm" w="sm" type="none"/>
            <a:tailEnd len="sm" w="sm" type="none"/>
          </a:ln>
        </p:spPr>
      </p:cxnSp>
      <p:sp>
        <p:nvSpPr>
          <p:cNvPr id="5439" name="Google Shape;5439;p90"/>
          <p:cNvSpPr/>
          <p:nvPr/>
        </p:nvSpPr>
        <p:spPr>
          <a:xfrm>
            <a:off x="378600" y="2727911"/>
            <a:ext cx="9322800" cy="266400"/>
          </a:xfrm>
          <a:prstGeom prst="roundRect">
            <a:avLst>
              <a:gd fmla="val 12113" name="adj"/>
            </a:avLst>
          </a:prstGeom>
          <a:solidFill>
            <a:srgbClr val="FFFFFF"/>
          </a:solidFill>
          <a:ln cap="flat" cmpd="sng" w="9525">
            <a:solidFill>
              <a:srgbClr val="EFEFEF"/>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6000" spcFirstLastPara="1" rIns="0" wrap="square" tIns="0">
            <a:noAutofit/>
          </a:bodyPr>
          <a:lstStyle/>
          <a:p>
            <a:pPr indent="0" lvl="0" marL="0" rtl="0" algn="l">
              <a:lnSpc>
                <a:spcPct val="120000"/>
              </a:lnSpc>
              <a:spcBef>
                <a:spcPts val="0"/>
              </a:spcBef>
              <a:spcAft>
                <a:spcPts val="0"/>
              </a:spcAft>
              <a:buClr>
                <a:schemeClr val="dk1"/>
              </a:buClr>
              <a:buSzPts val="1100"/>
              <a:buFont typeface="Arial"/>
              <a:buNone/>
            </a:pPr>
            <a:r>
              <a:rPr b="1" lang="es-419" sz="800">
                <a:solidFill>
                  <a:schemeClr val="dk1"/>
                </a:solidFill>
                <a:latin typeface="Arvo"/>
                <a:ea typeface="Arvo"/>
                <a:cs typeface="Arvo"/>
                <a:sym typeface="Arvo"/>
              </a:rPr>
              <a:t>          Un(a)</a:t>
            </a:r>
            <a:endParaRPr b="1" sz="800">
              <a:latin typeface="Arvo"/>
              <a:ea typeface="Arvo"/>
              <a:cs typeface="Arvo"/>
              <a:sym typeface="Arvo"/>
            </a:endParaRPr>
          </a:p>
        </p:txBody>
      </p:sp>
      <p:sp>
        <p:nvSpPr>
          <p:cNvPr id="5440" name="Google Shape;5440;p90"/>
          <p:cNvSpPr txBox="1"/>
          <p:nvPr>
            <p:ph idx="20" type="subTitle"/>
          </p:nvPr>
        </p:nvSpPr>
        <p:spPr>
          <a:xfrm>
            <a:off x="1195650" y="2731582"/>
            <a:ext cx="2361300" cy="2658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cxnSp>
        <p:nvCxnSpPr>
          <p:cNvPr id="5441" name="Google Shape;5441;p90"/>
          <p:cNvCxnSpPr/>
          <p:nvPr/>
        </p:nvCxnSpPr>
        <p:spPr>
          <a:xfrm flipH="1">
            <a:off x="3614691" y="2735962"/>
            <a:ext cx="600" cy="258300"/>
          </a:xfrm>
          <a:prstGeom prst="straightConnector1">
            <a:avLst/>
          </a:prstGeom>
          <a:noFill/>
          <a:ln cap="flat" cmpd="sng" w="28575">
            <a:solidFill>
              <a:srgbClr val="D9D9D9"/>
            </a:solidFill>
            <a:prstDash val="solid"/>
            <a:round/>
            <a:headEnd len="sm" w="sm" type="none"/>
            <a:tailEnd len="sm" w="sm" type="none"/>
          </a:ln>
        </p:spPr>
      </p:cxnSp>
      <p:sp>
        <p:nvSpPr>
          <p:cNvPr id="5442" name="Google Shape;5442;p90"/>
          <p:cNvSpPr txBox="1"/>
          <p:nvPr>
            <p:ph idx="21" type="subTitle"/>
          </p:nvPr>
        </p:nvSpPr>
        <p:spPr>
          <a:xfrm>
            <a:off x="7340100" y="2731586"/>
            <a:ext cx="2361300" cy="2664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sp>
        <p:nvSpPr>
          <p:cNvPr id="5443" name="Google Shape;5443;p90"/>
          <p:cNvSpPr txBox="1"/>
          <p:nvPr>
            <p:ph idx="22" type="subTitle"/>
          </p:nvPr>
        </p:nvSpPr>
        <p:spPr>
          <a:xfrm>
            <a:off x="3673650" y="2731583"/>
            <a:ext cx="1827600" cy="2658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sp>
        <p:nvSpPr>
          <p:cNvPr id="5444" name="Google Shape;5444;p90"/>
          <p:cNvSpPr txBox="1"/>
          <p:nvPr>
            <p:ph idx="23" type="subTitle"/>
          </p:nvPr>
        </p:nvSpPr>
        <p:spPr>
          <a:xfrm>
            <a:off x="5631975" y="2731588"/>
            <a:ext cx="1584600" cy="2664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cxnSp>
        <p:nvCxnSpPr>
          <p:cNvPr id="5445" name="Google Shape;5445;p90"/>
          <p:cNvCxnSpPr/>
          <p:nvPr/>
        </p:nvCxnSpPr>
        <p:spPr>
          <a:xfrm flipH="1">
            <a:off x="5566304" y="2731962"/>
            <a:ext cx="600" cy="258300"/>
          </a:xfrm>
          <a:prstGeom prst="straightConnector1">
            <a:avLst/>
          </a:prstGeom>
          <a:noFill/>
          <a:ln cap="flat" cmpd="sng" w="28575">
            <a:solidFill>
              <a:srgbClr val="D9D9D9"/>
            </a:solidFill>
            <a:prstDash val="solid"/>
            <a:round/>
            <a:headEnd len="sm" w="sm" type="none"/>
            <a:tailEnd len="sm" w="sm" type="none"/>
          </a:ln>
        </p:spPr>
      </p:cxnSp>
      <p:cxnSp>
        <p:nvCxnSpPr>
          <p:cNvPr id="5446" name="Google Shape;5446;p90"/>
          <p:cNvCxnSpPr/>
          <p:nvPr/>
        </p:nvCxnSpPr>
        <p:spPr>
          <a:xfrm flipH="1">
            <a:off x="7292829" y="2731587"/>
            <a:ext cx="600" cy="258300"/>
          </a:xfrm>
          <a:prstGeom prst="straightConnector1">
            <a:avLst/>
          </a:prstGeom>
          <a:noFill/>
          <a:ln cap="flat" cmpd="sng" w="28575">
            <a:solidFill>
              <a:srgbClr val="D9D9D9"/>
            </a:solidFill>
            <a:prstDash val="solid"/>
            <a:round/>
            <a:headEnd len="sm" w="sm" type="none"/>
            <a:tailEnd len="sm" w="sm" type="none"/>
          </a:ln>
        </p:spPr>
      </p:cxnSp>
      <p:cxnSp>
        <p:nvCxnSpPr>
          <p:cNvPr id="5447" name="Google Shape;5447;p90"/>
          <p:cNvCxnSpPr/>
          <p:nvPr/>
        </p:nvCxnSpPr>
        <p:spPr>
          <a:xfrm flipH="1">
            <a:off x="1137291" y="2731587"/>
            <a:ext cx="600" cy="258300"/>
          </a:xfrm>
          <a:prstGeom prst="straightConnector1">
            <a:avLst/>
          </a:prstGeom>
          <a:noFill/>
          <a:ln cap="flat" cmpd="sng" w="28575">
            <a:solidFill>
              <a:srgbClr val="D9D9D9"/>
            </a:solidFill>
            <a:prstDash val="solid"/>
            <a:round/>
            <a:headEnd len="sm" w="sm" type="none"/>
            <a:tailEnd len="sm" w="sm" type="none"/>
          </a:ln>
        </p:spPr>
      </p:cxnSp>
      <p:sp>
        <p:nvSpPr>
          <p:cNvPr id="5448" name="Google Shape;5448;p90"/>
          <p:cNvSpPr/>
          <p:nvPr/>
        </p:nvSpPr>
        <p:spPr>
          <a:xfrm>
            <a:off x="378600" y="3032874"/>
            <a:ext cx="9322800" cy="266400"/>
          </a:xfrm>
          <a:prstGeom prst="roundRect">
            <a:avLst>
              <a:gd fmla="val 12113" name="adj"/>
            </a:avLst>
          </a:prstGeom>
          <a:solidFill>
            <a:srgbClr val="FFFFFF"/>
          </a:solidFill>
          <a:ln cap="flat" cmpd="sng" w="9525">
            <a:solidFill>
              <a:srgbClr val="EFEFEF"/>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6000" spcFirstLastPara="1" rIns="0" wrap="square" tIns="0">
            <a:noAutofit/>
          </a:bodyPr>
          <a:lstStyle/>
          <a:p>
            <a:pPr indent="0" lvl="0" marL="0" rtl="0" algn="l">
              <a:lnSpc>
                <a:spcPct val="120000"/>
              </a:lnSpc>
              <a:spcBef>
                <a:spcPts val="0"/>
              </a:spcBef>
              <a:spcAft>
                <a:spcPts val="0"/>
              </a:spcAft>
              <a:buClr>
                <a:schemeClr val="dk1"/>
              </a:buClr>
              <a:buSzPts val="1100"/>
              <a:buFont typeface="Arial"/>
              <a:buNone/>
            </a:pPr>
            <a:r>
              <a:rPr b="1" lang="es-419" sz="800">
                <a:solidFill>
                  <a:schemeClr val="dk1"/>
                </a:solidFill>
                <a:latin typeface="Arvo"/>
                <a:ea typeface="Arvo"/>
                <a:cs typeface="Arvo"/>
                <a:sym typeface="Arvo"/>
              </a:rPr>
              <a:t>          Un(a)</a:t>
            </a:r>
            <a:endParaRPr b="1" sz="800">
              <a:latin typeface="Arvo"/>
              <a:ea typeface="Arvo"/>
              <a:cs typeface="Arvo"/>
              <a:sym typeface="Arvo"/>
            </a:endParaRPr>
          </a:p>
        </p:txBody>
      </p:sp>
      <p:sp>
        <p:nvSpPr>
          <p:cNvPr id="5449" name="Google Shape;5449;p90"/>
          <p:cNvSpPr txBox="1"/>
          <p:nvPr>
            <p:ph idx="24" type="subTitle"/>
          </p:nvPr>
        </p:nvSpPr>
        <p:spPr>
          <a:xfrm>
            <a:off x="1195650" y="3036545"/>
            <a:ext cx="2361300" cy="2658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cxnSp>
        <p:nvCxnSpPr>
          <p:cNvPr id="5450" name="Google Shape;5450;p90"/>
          <p:cNvCxnSpPr/>
          <p:nvPr/>
        </p:nvCxnSpPr>
        <p:spPr>
          <a:xfrm flipH="1">
            <a:off x="3614691" y="3040925"/>
            <a:ext cx="600" cy="258300"/>
          </a:xfrm>
          <a:prstGeom prst="straightConnector1">
            <a:avLst/>
          </a:prstGeom>
          <a:noFill/>
          <a:ln cap="flat" cmpd="sng" w="28575">
            <a:solidFill>
              <a:srgbClr val="D9D9D9"/>
            </a:solidFill>
            <a:prstDash val="solid"/>
            <a:round/>
            <a:headEnd len="sm" w="sm" type="none"/>
            <a:tailEnd len="sm" w="sm" type="none"/>
          </a:ln>
        </p:spPr>
      </p:cxnSp>
      <p:sp>
        <p:nvSpPr>
          <p:cNvPr id="5451" name="Google Shape;5451;p90"/>
          <p:cNvSpPr txBox="1"/>
          <p:nvPr>
            <p:ph idx="25" type="subTitle"/>
          </p:nvPr>
        </p:nvSpPr>
        <p:spPr>
          <a:xfrm>
            <a:off x="7340100" y="3036549"/>
            <a:ext cx="2361300" cy="2664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sp>
        <p:nvSpPr>
          <p:cNvPr id="5452" name="Google Shape;5452;p90"/>
          <p:cNvSpPr txBox="1"/>
          <p:nvPr>
            <p:ph idx="26" type="subTitle"/>
          </p:nvPr>
        </p:nvSpPr>
        <p:spPr>
          <a:xfrm>
            <a:off x="3673650" y="3036545"/>
            <a:ext cx="1827600" cy="2658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sp>
        <p:nvSpPr>
          <p:cNvPr id="5453" name="Google Shape;5453;p90"/>
          <p:cNvSpPr txBox="1"/>
          <p:nvPr>
            <p:ph idx="27" type="subTitle"/>
          </p:nvPr>
        </p:nvSpPr>
        <p:spPr>
          <a:xfrm>
            <a:off x="5631975" y="3036550"/>
            <a:ext cx="1584600" cy="2664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cxnSp>
        <p:nvCxnSpPr>
          <p:cNvPr id="5454" name="Google Shape;5454;p90"/>
          <p:cNvCxnSpPr/>
          <p:nvPr/>
        </p:nvCxnSpPr>
        <p:spPr>
          <a:xfrm flipH="1">
            <a:off x="5566304" y="3036925"/>
            <a:ext cx="600" cy="258300"/>
          </a:xfrm>
          <a:prstGeom prst="straightConnector1">
            <a:avLst/>
          </a:prstGeom>
          <a:noFill/>
          <a:ln cap="flat" cmpd="sng" w="28575">
            <a:solidFill>
              <a:srgbClr val="D9D9D9"/>
            </a:solidFill>
            <a:prstDash val="solid"/>
            <a:round/>
            <a:headEnd len="sm" w="sm" type="none"/>
            <a:tailEnd len="sm" w="sm" type="none"/>
          </a:ln>
        </p:spPr>
      </p:cxnSp>
      <p:cxnSp>
        <p:nvCxnSpPr>
          <p:cNvPr id="5455" name="Google Shape;5455;p90"/>
          <p:cNvCxnSpPr/>
          <p:nvPr/>
        </p:nvCxnSpPr>
        <p:spPr>
          <a:xfrm flipH="1">
            <a:off x="7292829" y="3036550"/>
            <a:ext cx="600" cy="258300"/>
          </a:xfrm>
          <a:prstGeom prst="straightConnector1">
            <a:avLst/>
          </a:prstGeom>
          <a:noFill/>
          <a:ln cap="flat" cmpd="sng" w="28575">
            <a:solidFill>
              <a:srgbClr val="D9D9D9"/>
            </a:solidFill>
            <a:prstDash val="solid"/>
            <a:round/>
            <a:headEnd len="sm" w="sm" type="none"/>
            <a:tailEnd len="sm" w="sm" type="none"/>
          </a:ln>
        </p:spPr>
      </p:cxnSp>
      <p:cxnSp>
        <p:nvCxnSpPr>
          <p:cNvPr id="5456" name="Google Shape;5456;p90"/>
          <p:cNvCxnSpPr/>
          <p:nvPr/>
        </p:nvCxnSpPr>
        <p:spPr>
          <a:xfrm flipH="1">
            <a:off x="1137291" y="3036550"/>
            <a:ext cx="600" cy="258300"/>
          </a:xfrm>
          <a:prstGeom prst="straightConnector1">
            <a:avLst/>
          </a:prstGeom>
          <a:noFill/>
          <a:ln cap="flat" cmpd="sng" w="28575">
            <a:solidFill>
              <a:srgbClr val="D9D9D9"/>
            </a:solidFill>
            <a:prstDash val="solid"/>
            <a:round/>
            <a:headEnd len="sm" w="sm" type="none"/>
            <a:tailEnd len="sm" w="sm" type="none"/>
          </a:ln>
        </p:spPr>
      </p:cxnSp>
      <p:sp>
        <p:nvSpPr>
          <p:cNvPr id="5457" name="Google Shape;5457;p90"/>
          <p:cNvSpPr/>
          <p:nvPr/>
        </p:nvSpPr>
        <p:spPr>
          <a:xfrm>
            <a:off x="378600" y="3332511"/>
            <a:ext cx="9322800" cy="266400"/>
          </a:xfrm>
          <a:prstGeom prst="roundRect">
            <a:avLst>
              <a:gd fmla="val 12113" name="adj"/>
            </a:avLst>
          </a:prstGeom>
          <a:solidFill>
            <a:srgbClr val="FFFFFF"/>
          </a:solidFill>
          <a:ln cap="flat" cmpd="sng" w="9525">
            <a:solidFill>
              <a:srgbClr val="EFEFEF"/>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6000" spcFirstLastPara="1" rIns="0" wrap="square" tIns="0">
            <a:noAutofit/>
          </a:bodyPr>
          <a:lstStyle/>
          <a:p>
            <a:pPr indent="0" lvl="0" marL="0" rtl="0" algn="l">
              <a:lnSpc>
                <a:spcPct val="120000"/>
              </a:lnSpc>
              <a:spcBef>
                <a:spcPts val="0"/>
              </a:spcBef>
              <a:spcAft>
                <a:spcPts val="0"/>
              </a:spcAft>
              <a:buClr>
                <a:schemeClr val="dk1"/>
              </a:buClr>
              <a:buSzPts val="1100"/>
              <a:buFont typeface="Arial"/>
              <a:buNone/>
            </a:pPr>
            <a:r>
              <a:rPr b="1" lang="es-419" sz="800">
                <a:solidFill>
                  <a:schemeClr val="dk1"/>
                </a:solidFill>
                <a:latin typeface="Arvo"/>
                <a:ea typeface="Arvo"/>
                <a:cs typeface="Arvo"/>
                <a:sym typeface="Arvo"/>
              </a:rPr>
              <a:t>          Un(a)</a:t>
            </a:r>
            <a:endParaRPr b="1" sz="800">
              <a:latin typeface="Arvo"/>
              <a:ea typeface="Arvo"/>
              <a:cs typeface="Arvo"/>
              <a:sym typeface="Arvo"/>
            </a:endParaRPr>
          </a:p>
        </p:txBody>
      </p:sp>
      <p:sp>
        <p:nvSpPr>
          <p:cNvPr id="5458" name="Google Shape;5458;p90"/>
          <p:cNvSpPr txBox="1"/>
          <p:nvPr>
            <p:ph idx="28" type="subTitle"/>
          </p:nvPr>
        </p:nvSpPr>
        <p:spPr>
          <a:xfrm>
            <a:off x="1195650" y="3336182"/>
            <a:ext cx="2361300" cy="2658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cxnSp>
        <p:nvCxnSpPr>
          <p:cNvPr id="5459" name="Google Shape;5459;p90"/>
          <p:cNvCxnSpPr/>
          <p:nvPr/>
        </p:nvCxnSpPr>
        <p:spPr>
          <a:xfrm flipH="1">
            <a:off x="3614691" y="3340562"/>
            <a:ext cx="600" cy="258300"/>
          </a:xfrm>
          <a:prstGeom prst="straightConnector1">
            <a:avLst/>
          </a:prstGeom>
          <a:noFill/>
          <a:ln cap="flat" cmpd="sng" w="28575">
            <a:solidFill>
              <a:srgbClr val="D9D9D9"/>
            </a:solidFill>
            <a:prstDash val="solid"/>
            <a:round/>
            <a:headEnd len="sm" w="sm" type="none"/>
            <a:tailEnd len="sm" w="sm" type="none"/>
          </a:ln>
        </p:spPr>
      </p:cxnSp>
      <p:sp>
        <p:nvSpPr>
          <p:cNvPr id="5460" name="Google Shape;5460;p90"/>
          <p:cNvSpPr txBox="1"/>
          <p:nvPr>
            <p:ph idx="29" type="subTitle"/>
          </p:nvPr>
        </p:nvSpPr>
        <p:spPr>
          <a:xfrm>
            <a:off x="7340100" y="3336186"/>
            <a:ext cx="2361300" cy="2664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sp>
        <p:nvSpPr>
          <p:cNvPr id="5461" name="Google Shape;5461;p90"/>
          <p:cNvSpPr txBox="1"/>
          <p:nvPr>
            <p:ph idx="30" type="subTitle"/>
          </p:nvPr>
        </p:nvSpPr>
        <p:spPr>
          <a:xfrm>
            <a:off x="3673650" y="3336183"/>
            <a:ext cx="1827600" cy="2658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sp>
        <p:nvSpPr>
          <p:cNvPr id="5462" name="Google Shape;5462;p90"/>
          <p:cNvSpPr txBox="1"/>
          <p:nvPr>
            <p:ph idx="31" type="subTitle"/>
          </p:nvPr>
        </p:nvSpPr>
        <p:spPr>
          <a:xfrm>
            <a:off x="5631975" y="3336188"/>
            <a:ext cx="1584600" cy="2664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cxnSp>
        <p:nvCxnSpPr>
          <p:cNvPr id="5463" name="Google Shape;5463;p90"/>
          <p:cNvCxnSpPr/>
          <p:nvPr/>
        </p:nvCxnSpPr>
        <p:spPr>
          <a:xfrm flipH="1">
            <a:off x="5566304" y="3336562"/>
            <a:ext cx="600" cy="258300"/>
          </a:xfrm>
          <a:prstGeom prst="straightConnector1">
            <a:avLst/>
          </a:prstGeom>
          <a:noFill/>
          <a:ln cap="flat" cmpd="sng" w="28575">
            <a:solidFill>
              <a:srgbClr val="D9D9D9"/>
            </a:solidFill>
            <a:prstDash val="solid"/>
            <a:round/>
            <a:headEnd len="sm" w="sm" type="none"/>
            <a:tailEnd len="sm" w="sm" type="none"/>
          </a:ln>
        </p:spPr>
      </p:cxnSp>
      <p:cxnSp>
        <p:nvCxnSpPr>
          <p:cNvPr id="5464" name="Google Shape;5464;p90"/>
          <p:cNvCxnSpPr/>
          <p:nvPr/>
        </p:nvCxnSpPr>
        <p:spPr>
          <a:xfrm flipH="1">
            <a:off x="7292829" y="3336187"/>
            <a:ext cx="600" cy="258300"/>
          </a:xfrm>
          <a:prstGeom prst="straightConnector1">
            <a:avLst/>
          </a:prstGeom>
          <a:noFill/>
          <a:ln cap="flat" cmpd="sng" w="28575">
            <a:solidFill>
              <a:srgbClr val="D9D9D9"/>
            </a:solidFill>
            <a:prstDash val="solid"/>
            <a:round/>
            <a:headEnd len="sm" w="sm" type="none"/>
            <a:tailEnd len="sm" w="sm" type="none"/>
          </a:ln>
        </p:spPr>
      </p:cxnSp>
      <p:cxnSp>
        <p:nvCxnSpPr>
          <p:cNvPr id="5465" name="Google Shape;5465;p90"/>
          <p:cNvCxnSpPr/>
          <p:nvPr/>
        </p:nvCxnSpPr>
        <p:spPr>
          <a:xfrm flipH="1">
            <a:off x="1137291" y="3336187"/>
            <a:ext cx="600" cy="258300"/>
          </a:xfrm>
          <a:prstGeom prst="straightConnector1">
            <a:avLst/>
          </a:prstGeom>
          <a:noFill/>
          <a:ln cap="flat" cmpd="sng" w="28575">
            <a:solidFill>
              <a:srgbClr val="D9D9D9"/>
            </a:solidFill>
            <a:prstDash val="solid"/>
            <a:round/>
            <a:headEnd len="sm" w="sm" type="none"/>
            <a:tailEnd len="sm" w="sm" type="none"/>
          </a:ln>
        </p:spPr>
      </p:cxnSp>
      <p:sp>
        <p:nvSpPr>
          <p:cNvPr id="5466" name="Google Shape;5466;p90"/>
          <p:cNvSpPr/>
          <p:nvPr/>
        </p:nvSpPr>
        <p:spPr>
          <a:xfrm>
            <a:off x="378600" y="3637474"/>
            <a:ext cx="9322800" cy="266400"/>
          </a:xfrm>
          <a:prstGeom prst="roundRect">
            <a:avLst>
              <a:gd fmla="val 12113" name="adj"/>
            </a:avLst>
          </a:prstGeom>
          <a:solidFill>
            <a:srgbClr val="FFFFFF"/>
          </a:solidFill>
          <a:ln cap="flat" cmpd="sng" w="9525">
            <a:solidFill>
              <a:srgbClr val="EFEFEF"/>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6000" spcFirstLastPara="1" rIns="0" wrap="square" tIns="0">
            <a:noAutofit/>
          </a:bodyPr>
          <a:lstStyle/>
          <a:p>
            <a:pPr indent="0" lvl="0" marL="0" rtl="0" algn="l">
              <a:lnSpc>
                <a:spcPct val="120000"/>
              </a:lnSpc>
              <a:spcBef>
                <a:spcPts val="0"/>
              </a:spcBef>
              <a:spcAft>
                <a:spcPts val="0"/>
              </a:spcAft>
              <a:buClr>
                <a:schemeClr val="dk1"/>
              </a:buClr>
              <a:buSzPts val="1100"/>
              <a:buFont typeface="Arial"/>
              <a:buNone/>
            </a:pPr>
            <a:r>
              <a:rPr b="1" lang="es-419" sz="800">
                <a:solidFill>
                  <a:schemeClr val="dk1"/>
                </a:solidFill>
                <a:latin typeface="Arvo"/>
                <a:ea typeface="Arvo"/>
                <a:cs typeface="Arvo"/>
                <a:sym typeface="Arvo"/>
              </a:rPr>
              <a:t>          Un(a)</a:t>
            </a:r>
            <a:endParaRPr b="1" sz="800">
              <a:latin typeface="Arvo"/>
              <a:ea typeface="Arvo"/>
              <a:cs typeface="Arvo"/>
              <a:sym typeface="Arvo"/>
            </a:endParaRPr>
          </a:p>
        </p:txBody>
      </p:sp>
      <p:sp>
        <p:nvSpPr>
          <p:cNvPr id="5467" name="Google Shape;5467;p90"/>
          <p:cNvSpPr txBox="1"/>
          <p:nvPr>
            <p:ph idx="32" type="subTitle"/>
          </p:nvPr>
        </p:nvSpPr>
        <p:spPr>
          <a:xfrm>
            <a:off x="1195650" y="3641145"/>
            <a:ext cx="2361300" cy="2658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cxnSp>
        <p:nvCxnSpPr>
          <p:cNvPr id="5468" name="Google Shape;5468;p90"/>
          <p:cNvCxnSpPr/>
          <p:nvPr/>
        </p:nvCxnSpPr>
        <p:spPr>
          <a:xfrm flipH="1">
            <a:off x="3614691" y="3645525"/>
            <a:ext cx="600" cy="258300"/>
          </a:xfrm>
          <a:prstGeom prst="straightConnector1">
            <a:avLst/>
          </a:prstGeom>
          <a:noFill/>
          <a:ln cap="flat" cmpd="sng" w="28575">
            <a:solidFill>
              <a:srgbClr val="D9D9D9"/>
            </a:solidFill>
            <a:prstDash val="solid"/>
            <a:round/>
            <a:headEnd len="sm" w="sm" type="none"/>
            <a:tailEnd len="sm" w="sm" type="none"/>
          </a:ln>
        </p:spPr>
      </p:cxnSp>
      <p:sp>
        <p:nvSpPr>
          <p:cNvPr id="5469" name="Google Shape;5469;p90"/>
          <p:cNvSpPr txBox="1"/>
          <p:nvPr>
            <p:ph idx="33" type="subTitle"/>
          </p:nvPr>
        </p:nvSpPr>
        <p:spPr>
          <a:xfrm>
            <a:off x="7340100" y="3641149"/>
            <a:ext cx="2361300" cy="2664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sp>
        <p:nvSpPr>
          <p:cNvPr id="5470" name="Google Shape;5470;p90"/>
          <p:cNvSpPr txBox="1"/>
          <p:nvPr>
            <p:ph idx="34" type="subTitle"/>
          </p:nvPr>
        </p:nvSpPr>
        <p:spPr>
          <a:xfrm>
            <a:off x="3673650" y="3641145"/>
            <a:ext cx="1827600" cy="2658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sp>
        <p:nvSpPr>
          <p:cNvPr id="5471" name="Google Shape;5471;p90"/>
          <p:cNvSpPr txBox="1"/>
          <p:nvPr>
            <p:ph idx="35" type="subTitle"/>
          </p:nvPr>
        </p:nvSpPr>
        <p:spPr>
          <a:xfrm>
            <a:off x="5631975" y="3641150"/>
            <a:ext cx="1584600" cy="2664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cxnSp>
        <p:nvCxnSpPr>
          <p:cNvPr id="5472" name="Google Shape;5472;p90"/>
          <p:cNvCxnSpPr/>
          <p:nvPr/>
        </p:nvCxnSpPr>
        <p:spPr>
          <a:xfrm flipH="1">
            <a:off x="5566304" y="3641525"/>
            <a:ext cx="600" cy="258300"/>
          </a:xfrm>
          <a:prstGeom prst="straightConnector1">
            <a:avLst/>
          </a:prstGeom>
          <a:noFill/>
          <a:ln cap="flat" cmpd="sng" w="28575">
            <a:solidFill>
              <a:srgbClr val="D9D9D9"/>
            </a:solidFill>
            <a:prstDash val="solid"/>
            <a:round/>
            <a:headEnd len="sm" w="sm" type="none"/>
            <a:tailEnd len="sm" w="sm" type="none"/>
          </a:ln>
        </p:spPr>
      </p:cxnSp>
      <p:cxnSp>
        <p:nvCxnSpPr>
          <p:cNvPr id="5473" name="Google Shape;5473;p90"/>
          <p:cNvCxnSpPr/>
          <p:nvPr/>
        </p:nvCxnSpPr>
        <p:spPr>
          <a:xfrm flipH="1">
            <a:off x="7292829" y="3641150"/>
            <a:ext cx="600" cy="258300"/>
          </a:xfrm>
          <a:prstGeom prst="straightConnector1">
            <a:avLst/>
          </a:prstGeom>
          <a:noFill/>
          <a:ln cap="flat" cmpd="sng" w="28575">
            <a:solidFill>
              <a:srgbClr val="D9D9D9"/>
            </a:solidFill>
            <a:prstDash val="solid"/>
            <a:round/>
            <a:headEnd len="sm" w="sm" type="none"/>
            <a:tailEnd len="sm" w="sm" type="none"/>
          </a:ln>
        </p:spPr>
      </p:cxnSp>
      <p:cxnSp>
        <p:nvCxnSpPr>
          <p:cNvPr id="5474" name="Google Shape;5474;p90"/>
          <p:cNvCxnSpPr/>
          <p:nvPr/>
        </p:nvCxnSpPr>
        <p:spPr>
          <a:xfrm flipH="1">
            <a:off x="1137291" y="3641150"/>
            <a:ext cx="600" cy="258300"/>
          </a:xfrm>
          <a:prstGeom prst="straightConnector1">
            <a:avLst/>
          </a:prstGeom>
          <a:noFill/>
          <a:ln cap="flat" cmpd="sng" w="28575">
            <a:solidFill>
              <a:srgbClr val="D9D9D9"/>
            </a:solidFill>
            <a:prstDash val="solid"/>
            <a:round/>
            <a:headEnd len="sm" w="sm" type="none"/>
            <a:tailEnd len="sm" w="sm" type="none"/>
          </a:ln>
        </p:spPr>
      </p:cxnSp>
      <p:sp>
        <p:nvSpPr>
          <p:cNvPr id="5475" name="Google Shape;5475;p90"/>
          <p:cNvSpPr/>
          <p:nvPr/>
        </p:nvSpPr>
        <p:spPr>
          <a:xfrm>
            <a:off x="379263" y="3936611"/>
            <a:ext cx="9322800" cy="266400"/>
          </a:xfrm>
          <a:prstGeom prst="roundRect">
            <a:avLst>
              <a:gd fmla="val 12113" name="adj"/>
            </a:avLst>
          </a:prstGeom>
          <a:solidFill>
            <a:srgbClr val="FFFFFF"/>
          </a:solidFill>
          <a:ln cap="flat" cmpd="sng" w="9525">
            <a:solidFill>
              <a:srgbClr val="EFEFEF"/>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6000" spcFirstLastPara="1" rIns="0" wrap="square" tIns="0">
            <a:noAutofit/>
          </a:bodyPr>
          <a:lstStyle/>
          <a:p>
            <a:pPr indent="0" lvl="0" marL="0" rtl="0" algn="l">
              <a:lnSpc>
                <a:spcPct val="120000"/>
              </a:lnSpc>
              <a:spcBef>
                <a:spcPts val="0"/>
              </a:spcBef>
              <a:spcAft>
                <a:spcPts val="0"/>
              </a:spcAft>
              <a:buClr>
                <a:schemeClr val="dk1"/>
              </a:buClr>
              <a:buSzPts val="1100"/>
              <a:buFont typeface="Arial"/>
              <a:buNone/>
            </a:pPr>
            <a:r>
              <a:rPr b="1" lang="es-419" sz="800">
                <a:solidFill>
                  <a:schemeClr val="dk1"/>
                </a:solidFill>
                <a:latin typeface="Arvo"/>
                <a:ea typeface="Arvo"/>
                <a:cs typeface="Arvo"/>
                <a:sym typeface="Arvo"/>
              </a:rPr>
              <a:t>          Un(a)</a:t>
            </a:r>
            <a:endParaRPr b="1" sz="800">
              <a:latin typeface="Arvo"/>
              <a:ea typeface="Arvo"/>
              <a:cs typeface="Arvo"/>
              <a:sym typeface="Arvo"/>
            </a:endParaRPr>
          </a:p>
        </p:txBody>
      </p:sp>
      <p:sp>
        <p:nvSpPr>
          <p:cNvPr id="5476" name="Google Shape;5476;p90"/>
          <p:cNvSpPr txBox="1"/>
          <p:nvPr>
            <p:ph idx="36" type="subTitle"/>
          </p:nvPr>
        </p:nvSpPr>
        <p:spPr>
          <a:xfrm>
            <a:off x="1196313" y="3940282"/>
            <a:ext cx="2361300" cy="2658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cxnSp>
        <p:nvCxnSpPr>
          <p:cNvPr id="5477" name="Google Shape;5477;p90"/>
          <p:cNvCxnSpPr/>
          <p:nvPr/>
        </p:nvCxnSpPr>
        <p:spPr>
          <a:xfrm flipH="1">
            <a:off x="3615354" y="3944662"/>
            <a:ext cx="600" cy="258300"/>
          </a:xfrm>
          <a:prstGeom prst="straightConnector1">
            <a:avLst/>
          </a:prstGeom>
          <a:noFill/>
          <a:ln cap="flat" cmpd="sng" w="28575">
            <a:solidFill>
              <a:srgbClr val="D9D9D9"/>
            </a:solidFill>
            <a:prstDash val="solid"/>
            <a:round/>
            <a:headEnd len="sm" w="sm" type="none"/>
            <a:tailEnd len="sm" w="sm" type="none"/>
          </a:ln>
        </p:spPr>
      </p:cxnSp>
      <p:sp>
        <p:nvSpPr>
          <p:cNvPr id="5478" name="Google Shape;5478;p90"/>
          <p:cNvSpPr txBox="1"/>
          <p:nvPr>
            <p:ph idx="37" type="subTitle"/>
          </p:nvPr>
        </p:nvSpPr>
        <p:spPr>
          <a:xfrm>
            <a:off x="7340763" y="3940286"/>
            <a:ext cx="2361300" cy="2664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sp>
        <p:nvSpPr>
          <p:cNvPr id="5479" name="Google Shape;5479;p90"/>
          <p:cNvSpPr txBox="1"/>
          <p:nvPr>
            <p:ph idx="38" type="subTitle"/>
          </p:nvPr>
        </p:nvSpPr>
        <p:spPr>
          <a:xfrm>
            <a:off x="3674313" y="3940283"/>
            <a:ext cx="1827600" cy="2658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sp>
        <p:nvSpPr>
          <p:cNvPr id="5480" name="Google Shape;5480;p90"/>
          <p:cNvSpPr txBox="1"/>
          <p:nvPr>
            <p:ph idx="39" type="subTitle"/>
          </p:nvPr>
        </p:nvSpPr>
        <p:spPr>
          <a:xfrm>
            <a:off x="5632638" y="3940288"/>
            <a:ext cx="1584600" cy="2664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cxnSp>
        <p:nvCxnSpPr>
          <p:cNvPr id="5481" name="Google Shape;5481;p90"/>
          <p:cNvCxnSpPr/>
          <p:nvPr/>
        </p:nvCxnSpPr>
        <p:spPr>
          <a:xfrm flipH="1">
            <a:off x="5566966" y="3940662"/>
            <a:ext cx="600" cy="258300"/>
          </a:xfrm>
          <a:prstGeom prst="straightConnector1">
            <a:avLst/>
          </a:prstGeom>
          <a:noFill/>
          <a:ln cap="flat" cmpd="sng" w="28575">
            <a:solidFill>
              <a:srgbClr val="D9D9D9"/>
            </a:solidFill>
            <a:prstDash val="solid"/>
            <a:round/>
            <a:headEnd len="sm" w="sm" type="none"/>
            <a:tailEnd len="sm" w="sm" type="none"/>
          </a:ln>
        </p:spPr>
      </p:cxnSp>
      <p:cxnSp>
        <p:nvCxnSpPr>
          <p:cNvPr id="5482" name="Google Shape;5482;p90"/>
          <p:cNvCxnSpPr/>
          <p:nvPr/>
        </p:nvCxnSpPr>
        <p:spPr>
          <a:xfrm flipH="1">
            <a:off x="7293491" y="3940287"/>
            <a:ext cx="600" cy="258300"/>
          </a:xfrm>
          <a:prstGeom prst="straightConnector1">
            <a:avLst/>
          </a:prstGeom>
          <a:noFill/>
          <a:ln cap="flat" cmpd="sng" w="28575">
            <a:solidFill>
              <a:srgbClr val="D9D9D9"/>
            </a:solidFill>
            <a:prstDash val="solid"/>
            <a:round/>
            <a:headEnd len="sm" w="sm" type="none"/>
            <a:tailEnd len="sm" w="sm" type="none"/>
          </a:ln>
        </p:spPr>
      </p:cxnSp>
      <p:cxnSp>
        <p:nvCxnSpPr>
          <p:cNvPr id="5483" name="Google Shape;5483;p90"/>
          <p:cNvCxnSpPr/>
          <p:nvPr/>
        </p:nvCxnSpPr>
        <p:spPr>
          <a:xfrm flipH="1">
            <a:off x="1137954" y="3940287"/>
            <a:ext cx="600" cy="258300"/>
          </a:xfrm>
          <a:prstGeom prst="straightConnector1">
            <a:avLst/>
          </a:prstGeom>
          <a:noFill/>
          <a:ln cap="flat" cmpd="sng" w="28575">
            <a:solidFill>
              <a:srgbClr val="D9D9D9"/>
            </a:solidFill>
            <a:prstDash val="solid"/>
            <a:round/>
            <a:headEnd len="sm" w="sm" type="none"/>
            <a:tailEnd len="sm" w="sm" type="none"/>
          </a:ln>
        </p:spPr>
      </p:cxnSp>
      <p:sp>
        <p:nvSpPr>
          <p:cNvPr id="5484" name="Google Shape;5484;p90"/>
          <p:cNvSpPr/>
          <p:nvPr/>
        </p:nvSpPr>
        <p:spPr>
          <a:xfrm>
            <a:off x="379263" y="4241574"/>
            <a:ext cx="9322800" cy="266400"/>
          </a:xfrm>
          <a:prstGeom prst="roundRect">
            <a:avLst>
              <a:gd fmla="val 12113" name="adj"/>
            </a:avLst>
          </a:prstGeom>
          <a:solidFill>
            <a:srgbClr val="FFFFFF"/>
          </a:solidFill>
          <a:ln cap="flat" cmpd="sng" w="9525">
            <a:solidFill>
              <a:srgbClr val="EFEFEF"/>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6000" spcFirstLastPara="1" rIns="0" wrap="square" tIns="0">
            <a:noAutofit/>
          </a:bodyPr>
          <a:lstStyle/>
          <a:p>
            <a:pPr indent="0" lvl="0" marL="0" rtl="0" algn="l">
              <a:lnSpc>
                <a:spcPct val="120000"/>
              </a:lnSpc>
              <a:spcBef>
                <a:spcPts val="0"/>
              </a:spcBef>
              <a:spcAft>
                <a:spcPts val="0"/>
              </a:spcAft>
              <a:buClr>
                <a:schemeClr val="dk1"/>
              </a:buClr>
              <a:buSzPts val="1100"/>
              <a:buFont typeface="Arial"/>
              <a:buNone/>
            </a:pPr>
            <a:r>
              <a:rPr b="1" lang="es-419" sz="800">
                <a:solidFill>
                  <a:schemeClr val="dk1"/>
                </a:solidFill>
                <a:latin typeface="Arvo"/>
                <a:ea typeface="Arvo"/>
                <a:cs typeface="Arvo"/>
                <a:sym typeface="Arvo"/>
              </a:rPr>
              <a:t>          Un(a)</a:t>
            </a:r>
            <a:endParaRPr b="1" sz="800">
              <a:latin typeface="Arvo"/>
              <a:ea typeface="Arvo"/>
              <a:cs typeface="Arvo"/>
              <a:sym typeface="Arvo"/>
            </a:endParaRPr>
          </a:p>
        </p:txBody>
      </p:sp>
      <p:sp>
        <p:nvSpPr>
          <p:cNvPr id="5485" name="Google Shape;5485;p90"/>
          <p:cNvSpPr txBox="1"/>
          <p:nvPr>
            <p:ph idx="40" type="subTitle"/>
          </p:nvPr>
        </p:nvSpPr>
        <p:spPr>
          <a:xfrm>
            <a:off x="1196313" y="4245245"/>
            <a:ext cx="2361300" cy="2658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cxnSp>
        <p:nvCxnSpPr>
          <p:cNvPr id="5486" name="Google Shape;5486;p90"/>
          <p:cNvCxnSpPr/>
          <p:nvPr/>
        </p:nvCxnSpPr>
        <p:spPr>
          <a:xfrm flipH="1">
            <a:off x="3615354" y="4249625"/>
            <a:ext cx="600" cy="258300"/>
          </a:xfrm>
          <a:prstGeom prst="straightConnector1">
            <a:avLst/>
          </a:prstGeom>
          <a:noFill/>
          <a:ln cap="flat" cmpd="sng" w="28575">
            <a:solidFill>
              <a:srgbClr val="D9D9D9"/>
            </a:solidFill>
            <a:prstDash val="solid"/>
            <a:round/>
            <a:headEnd len="sm" w="sm" type="none"/>
            <a:tailEnd len="sm" w="sm" type="none"/>
          </a:ln>
        </p:spPr>
      </p:cxnSp>
      <p:sp>
        <p:nvSpPr>
          <p:cNvPr id="5487" name="Google Shape;5487;p90"/>
          <p:cNvSpPr txBox="1"/>
          <p:nvPr>
            <p:ph idx="41" type="subTitle"/>
          </p:nvPr>
        </p:nvSpPr>
        <p:spPr>
          <a:xfrm>
            <a:off x="7340763" y="4245249"/>
            <a:ext cx="2361300" cy="2664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sp>
        <p:nvSpPr>
          <p:cNvPr id="5488" name="Google Shape;5488;p90"/>
          <p:cNvSpPr txBox="1"/>
          <p:nvPr>
            <p:ph idx="42" type="subTitle"/>
          </p:nvPr>
        </p:nvSpPr>
        <p:spPr>
          <a:xfrm>
            <a:off x="3674313" y="4245245"/>
            <a:ext cx="1827600" cy="2658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sp>
        <p:nvSpPr>
          <p:cNvPr id="5489" name="Google Shape;5489;p90"/>
          <p:cNvSpPr txBox="1"/>
          <p:nvPr>
            <p:ph idx="43" type="subTitle"/>
          </p:nvPr>
        </p:nvSpPr>
        <p:spPr>
          <a:xfrm>
            <a:off x="5632638" y="4245250"/>
            <a:ext cx="1584600" cy="2664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cxnSp>
        <p:nvCxnSpPr>
          <p:cNvPr id="5490" name="Google Shape;5490;p90"/>
          <p:cNvCxnSpPr/>
          <p:nvPr/>
        </p:nvCxnSpPr>
        <p:spPr>
          <a:xfrm flipH="1">
            <a:off x="5566966" y="4245625"/>
            <a:ext cx="600" cy="258300"/>
          </a:xfrm>
          <a:prstGeom prst="straightConnector1">
            <a:avLst/>
          </a:prstGeom>
          <a:noFill/>
          <a:ln cap="flat" cmpd="sng" w="28575">
            <a:solidFill>
              <a:srgbClr val="D9D9D9"/>
            </a:solidFill>
            <a:prstDash val="solid"/>
            <a:round/>
            <a:headEnd len="sm" w="sm" type="none"/>
            <a:tailEnd len="sm" w="sm" type="none"/>
          </a:ln>
        </p:spPr>
      </p:cxnSp>
      <p:cxnSp>
        <p:nvCxnSpPr>
          <p:cNvPr id="5491" name="Google Shape;5491;p90"/>
          <p:cNvCxnSpPr/>
          <p:nvPr/>
        </p:nvCxnSpPr>
        <p:spPr>
          <a:xfrm flipH="1">
            <a:off x="7293491" y="4245250"/>
            <a:ext cx="600" cy="258300"/>
          </a:xfrm>
          <a:prstGeom prst="straightConnector1">
            <a:avLst/>
          </a:prstGeom>
          <a:noFill/>
          <a:ln cap="flat" cmpd="sng" w="28575">
            <a:solidFill>
              <a:srgbClr val="D9D9D9"/>
            </a:solidFill>
            <a:prstDash val="solid"/>
            <a:round/>
            <a:headEnd len="sm" w="sm" type="none"/>
            <a:tailEnd len="sm" w="sm" type="none"/>
          </a:ln>
        </p:spPr>
      </p:cxnSp>
      <p:cxnSp>
        <p:nvCxnSpPr>
          <p:cNvPr id="5492" name="Google Shape;5492;p90"/>
          <p:cNvCxnSpPr/>
          <p:nvPr/>
        </p:nvCxnSpPr>
        <p:spPr>
          <a:xfrm flipH="1">
            <a:off x="1137954" y="4245250"/>
            <a:ext cx="600" cy="258300"/>
          </a:xfrm>
          <a:prstGeom prst="straightConnector1">
            <a:avLst/>
          </a:prstGeom>
          <a:noFill/>
          <a:ln cap="flat" cmpd="sng" w="28575">
            <a:solidFill>
              <a:srgbClr val="D9D9D9"/>
            </a:solidFill>
            <a:prstDash val="solid"/>
            <a:round/>
            <a:headEnd len="sm" w="sm" type="none"/>
            <a:tailEnd len="sm" w="sm" type="none"/>
          </a:ln>
        </p:spPr>
      </p:cxnSp>
      <p:sp>
        <p:nvSpPr>
          <p:cNvPr id="5493" name="Google Shape;5493;p90"/>
          <p:cNvSpPr/>
          <p:nvPr/>
        </p:nvSpPr>
        <p:spPr>
          <a:xfrm>
            <a:off x="379388" y="4535949"/>
            <a:ext cx="9322800" cy="266400"/>
          </a:xfrm>
          <a:prstGeom prst="roundRect">
            <a:avLst>
              <a:gd fmla="val 12113" name="adj"/>
            </a:avLst>
          </a:prstGeom>
          <a:solidFill>
            <a:srgbClr val="FFFFFF"/>
          </a:solidFill>
          <a:ln cap="flat" cmpd="sng" w="9525">
            <a:solidFill>
              <a:srgbClr val="EFEFEF"/>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6000" spcFirstLastPara="1" rIns="0" wrap="square" tIns="0">
            <a:noAutofit/>
          </a:bodyPr>
          <a:lstStyle/>
          <a:p>
            <a:pPr indent="0" lvl="0" marL="0" rtl="0" algn="l">
              <a:lnSpc>
                <a:spcPct val="120000"/>
              </a:lnSpc>
              <a:spcBef>
                <a:spcPts val="0"/>
              </a:spcBef>
              <a:spcAft>
                <a:spcPts val="0"/>
              </a:spcAft>
              <a:buClr>
                <a:schemeClr val="dk1"/>
              </a:buClr>
              <a:buSzPts val="1100"/>
              <a:buFont typeface="Arial"/>
              <a:buNone/>
            </a:pPr>
            <a:r>
              <a:rPr b="1" lang="es-419" sz="800">
                <a:solidFill>
                  <a:schemeClr val="dk1"/>
                </a:solidFill>
                <a:latin typeface="Arvo"/>
                <a:ea typeface="Arvo"/>
                <a:cs typeface="Arvo"/>
                <a:sym typeface="Arvo"/>
              </a:rPr>
              <a:t>          Un(a)</a:t>
            </a:r>
            <a:endParaRPr b="1" sz="800">
              <a:latin typeface="Arvo"/>
              <a:ea typeface="Arvo"/>
              <a:cs typeface="Arvo"/>
              <a:sym typeface="Arvo"/>
            </a:endParaRPr>
          </a:p>
        </p:txBody>
      </p:sp>
      <p:sp>
        <p:nvSpPr>
          <p:cNvPr id="5494" name="Google Shape;5494;p90"/>
          <p:cNvSpPr txBox="1"/>
          <p:nvPr>
            <p:ph idx="44" type="subTitle"/>
          </p:nvPr>
        </p:nvSpPr>
        <p:spPr>
          <a:xfrm>
            <a:off x="1196438" y="4539620"/>
            <a:ext cx="2361300" cy="2658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cxnSp>
        <p:nvCxnSpPr>
          <p:cNvPr id="5495" name="Google Shape;5495;p90"/>
          <p:cNvCxnSpPr/>
          <p:nvPr/>
        </p:nvCxnSpPr>
        <p:spPr>
          <a:xfrm flipH="1">
            <a:off x="3615479" y="4544000"/>
            <a:ext cx="600" cy="258300"/>
          </a:xfrm>
          <a:prstGeom prst="straightConnector1">
            <a:avLst/>
          </a:prstGeom>
          <a:noFill/>
          <a:ln cap="flat" cmpd="sng" w="28575">
            <a:solidFill>
              <a:srgbClr val="D9D9D9"/>
            </a:solidFill>
            <a:prstDash val="solid"/>
            <a:round/>
            <a:headEnd len="sm" w="sm" type="none"/>
            <a:tailEnd len="sm" w="sm" type="none"/>
          </a:ln>
        </p:spPr>
      </p:cxnSp>
      <p:sp>
        <p:nvSpPr>
          <p:cNvPr id="5496" name="Google Shape;5496;p90"/>
          <p:cNvSpPr txBox="1"/>
          <p:nvPr>
            <p:ph idx="45" type="subTitle"/>
          </p:nvPr>
        </p:nvSpPr>
        <p:spPr>
          <a:xfrm>
            <a:off x="7340888" y="4539624"/>
            <a:ext cx="2361300" cy="2664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sp>
        <p:nvSpPr>
          <p:cNvPr id="5497" name="Google Shape;5497;p90"/>
          <p:cNvSpPr txBox="1"/>
          <p:nvPr>
            <p:ph idx="46" type="subTitle"/>
          </p:nvPr>
        </p:nvSpPr>
        <p:spPr>
          <a:xfrm>
            <a:off x="3674438" y="4539620"/>
            <a:ext cx="1827600" cy="2658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sp>
        <p:nvSpPr>
          <p:cNvPr id="5498" name="Google Shape;5498;p90"/>
          <p:cNvSpPr txBox="1"/>
          <p:nvPr>
            <p:ph idx="47" type="subTitle"/>
          </p:nvPr>
        </p:nvSpPr>
        <p:spPr>
          <a:xfrm>
            <a:off x="5632763" y="4539625"/>
            <a:ext cx="1584600" cy="2664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cxnSp>
        <p:nvCxnSpPr>
          <p:cNvPr id="5499" name="Google Shape;5499;p90"/>
          <p:cNvCxnSpPr/>
          <p:nvPr/>
        </p:nvCxnSpPr>
        <p:spPr>
          <a:xfrm flipH="1">
            <a:off x="5567091" y="4540000"/>
            <a:ext cx="600" cy="258300"/>
          </a:xfrm>
          <a:prstGeom prst="straightConnector1">
            <a:avLst/>
          </a:prstGeom>
          <a:noFill/>
          <a:ln cap="flat" cmpd="sng" w="28575">
            <a:solidFill>
              <a:srgbClr val="D9D9D9"/>
            </a:solidFill>
            <a:prstDash val="solid"/>
            <a:round/>
            <a:headEnd len="sm" w="sm" type="none"/>
            <a:tailEnd len="sm" w="sm" type="none"/>
          </a:ln>
        </p:spPr>
      </p:cxnSp>
      <p:cxnSp>
        <p:nvCxnSpPr>
          <p:cNvPr id="5500" name="Google Shape;5500;p90"/>
          <p:cNvCxnSpPr/>
          <p:nvPr/>
        </p:nvCxnSpPr>
        <p:spPr>
          <a:xfrm flipH="1">
            <a:off x="7293616" y="4539625"/>
            <a:ext cx="600" cy="258300"/>
          </a:xfrm>
          <a:prstGeom prst="straightConnector1">
            <a:avLst/>
          </a:prstGeom>
          <a:noFill/>
          <a:ln cap="flat" cmpd="sng" w="28575">
            <a:solidFill>
              <a:srgbClr val="D9D9D9"/>
            </a:solidFill>
            <a:prstDash val="solid"/>
            <a:round/>
            <a:headEnd len="sm" w="sm" type="none"/>
            <a:tailEnd len="sm" w="sm" type="none"/>
          </a:ln>
        </p:spPr>
      </p:cxnSp>
      <p:cxnSp>
        <p:nvCxnSpPr>
          <p:cNvPr id="5501" name="Google Shape;5501;p90"/>
          <p:cNvCxnSpPr/>
          <p:nvPr/>
        </p:nvCxnSpPr>
        <p:spPr>
          <a:xfrm flipH="1">
            <a:off x="1138079" y="4539625"/>
            <a:ext cx="600" cy="258300"/>
          </a:xfrm>
          <a:prstGeom prst="straightConnector1">
            <a:avLst/>
          </a:prstGeom>
          <a:noFill/>
          <a:ln cap="flat" cmpd="sng" w="28575">
            <a:solidFill>
              <a:srgbClr val="D9D9D9"/>
            </a:solidFill>
            <a:prstDash val="solid"/>
            <a:round/>
            <a:headEnd len="sm" w="sm" type="none"/>
            <a:tailEnd len="sm" w="sm" type="none"/>
          </a:ln>
        </p:spPr>
      </p:cxnSp>
      <p:sp>
        <p:nvSpPr>
          <p:cNvPr id="5502" name="Google Shape;5502;p90"/>
          <p:cNvSpPr/>
          <p:nvPr/>
        </p:nvSpPr>
        <p:spPr>
          <a:xfrm>
            <a:off x="379388" y="4840911"/>
            <a:ext cx="9322800" cy="266400"/>
          </a:xfrm>
          <a:prstGeom prst="roundRect">
            <a:avLst>
              <a:gd fmla="val 12113" name="adj"/>
            </a:avLst>
          </a:prstGeom>
          <a:solidFill>
            <a:srgbClr val="FFFFFF"/>
          </a:solidFill>
          <a:ln cap="flat" cmpd="sng" w="9525">
            <a:solidFill>
              <a:srgbClr val="EFEFEF"/>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6000" spcFirstLastPara="1" rIns="0" wrap="square" tIns="0">
            <a:noAutofit/>
          </a:bodyPr>
          <a:lstStyle/>
          <a:p>
            <a:pPr indent="0" lvl="0" marL="0" rtl="0" algn="l">
              <a:lnSpc>
                <a:spcPct val="120000"/>
              </a:lnSpc>
              <a:spcBef>
                <a:spcPts val="0"/>
              </a:spcBef>
              <a:spcAft>
                <a:spcPts val="0"/>
              </a:spcAft>
              <a:buClr>
                <a:schemeClr val="dk1"/>
              </a:buClr>
              <a:buSzPts val="1100"/>
              <a:buFont typeface="Arial"/>
              <a:buNone/>
            </a:pPr>
            <a:r>
              <a:rPr b="1" lang="es-419" sz="800">
                <a:solidFill>
                  <a:schemeClr val="dk1"/>
                </a:solidFill>
                <a:latin typeface="Arvo"/>
                <a:ea typeface="Arvo"/>
                <a:cs typeface="Arvo"/>
                <a:sym typeface="Arvo"/>
              </a:rPr>
              <a:t>          Un(a)</a:t>
            </a:r>
            <a:endParaRPr b="1" sz="800">
              <a:latin typeface="Arvo"/>
              <a:ea typeface="Arvo"/>
              <a:cs typeface="Arvo"/>
              <a:sym typeface="Arvo"/>
            </a:endParaRPr>
          </a:p>
        </p:txBody>
      </p:sp>
      <p:sp>
        <p:nvSpPr>
          <p:cNvPr id="5503" name="Google Shape;5503;p90"/>
          <p:cNvSpPr txBox="1"/>
          <p:nvPr>
            <p:ph idx="48" type="subTitle"/>
          </p:nvPr>
        </p:nvSpPr>
        <p:spPr>
          <a:xfrm>
            <a:off x="1196438" y="4844582"/>
            <a:ext cx="2361300" cy="2658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cxnSp>
        <p:nvCxnSpPr>
          <p:cNvPr id="5504" name="Google Shape;5504;p90"/>
          <p:cNvCxnSpPr/>
          <p:nvPr/>
        </p:nvCxnSpPr>
        <p:spPr>
          <a:xfrm flipH="1">
            <a:off x="3615479" y="4848962"/>
            <a:ext cx="600" cy="258300"/>
          </a:xfrm>
          <a:prstGeom prst="straightConnector1">
            <a:avLst/>
          </a:prstGeom>
          <a:noFill/>
          <a:ln cap="flat" cmpd="sng" w="28575">
            <a:solidFill>
              <a:srgbClr val="D9D9D9"/>
            </a:solidFill>
            <a:prstDash val="solid"/>
            <a:round/>
            <a:headEnd len="sm" w="sm" type="none"/>
            <a:tailEnd len="sm" w="sm" type="none"/>
          </a:ln>
        </p:spPr>
      </p:cxnSp>
      <p:sp>
        <p:nvSpPr>
          <p:cNvPr id="5505" name="Google Shape;5505;p90"/>
          <p:cNvSpPr txBox="1"/>
          <p:nvPr>
            <p:ph idx="49" type="subTitle"/>
          </p:nvPr>
        </p:nvSpPr>
        <p:spPr>
          <a:xfrm>
            <a:off x="7340888" y="4844586"/>
            <a:ext cx="2361300" cy="2664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sp>
        <p:nvSpPr>
          <p:cNvPr id="5506" name="Google Shape;5506;p90"/>
          <p:cNvSpPr txBox="1"/>
          <p:nvPr>
            <p:ph idx="50" type="subTitle"/>
          </p:nvPr>
        </p:nvSpPr>
        <p:spPr>
          <a:xfrm>
            <a:off x="3674438" y="4844583"/>
            <a:ext cx="1827600" cy="2658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sp>
        <p:nvSpPr>
          <p:cNvPr id="5507" name="Google Shape;5507;p90"/>
          <p:cNvSpPr txBox="1"/>
          <p:nvPr>
            <p:ph idx="51" type="subTitle"/>
          </p:nvPr>
        </p:nvSpPr>
        <p:spPr>
          <a:xfrm>
            <a:off x="5632763" y="4844588"/>
            <a:ext cx="1584600" cy="2664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cxnSp>
        <p:nvCxnSpPr>
          <p:cNvPr id="5508" name="Google Shape;5508;p90"/>
          <p:cNvCxnSpPr/>
          <p:nvPr/>
        </p:nvCxnSpPr>
        <p:spPr>
          <a:xfrm flipH="1">
            <a:off x="5567091" y="4844962"/>
            <a:ext cx="600" cy="258300"/>
          </a:xfrm>
          <a:prstGeom prst="straightConnector1">
            <a:avLst/>
          </a:prstGeom>
          <a:noFill/>
          <a:ln cap="flat" cmpd="sng" w="28575">
            <a:solidFill>
              <a:srgbClr val="D9D9D9"/>
            </a:solidFill>
            <a:prstDash val="solid"/>
            <a:round/>
            <a:headEnd len="sm" w="sm" type="none"/>
            <a:tailEnd len="sm" w="sm" type="none"/>
          </a:ln>
        </p:spPr>
      </p:cxnSp>
      <p:cxnSp>
        <p:nvCxnSpPr>
          <p:cNvPr id="5509" name="Google Shape;5509;p90"/>
          <p:cNvCxnSpPr/>
          <p:nvPr/>
        </p:nvCxnSpPr>
        <p:spPr>
          <a:xfrm flipH="1">
            <a:off x="7293616" y="4844587"/>
            <a:ext cx="600" cy="258300"/>
          </a:xfrm>
          <a:prstGeom prst="straightConnector1">
            <a:avLst/>
          </a:prstGeom>
          <a:noFill/>
          <a:ln cap="flat" cmpd="sng" w="28575">
            <a:solidFill>
              <a:srgbClr val="D9D9D9"/>
            </a:solidFill>
            <a:prstDash val="solid"/>
            <a:round/>
            <a:headEnd len="sm" w="sm" type="none"/>
            <a:tailEnd len="sm" w="sm" type="none"/>
          </a:ln>
        </p:spPr>
      </p:cxnSp>
      <p:cxnSp>
        <p:nvCxnSpPr>
          <p:cNvPr id="5510" name="Google Shape;5510;p90"/>
          <p:cNvCxnSpPr/>
          <p:nvPr/>
        </p:nvCxnSpPr>
        <p:spPr>
          <a:xfrm flipH="1">
            <a:off x="1138079" y="4844587"/>
            <a:ext cx="600" cy="258300"/>
          </a:xfrm>
          <a:prstGeom prst="straightConnector1">
            <a:avLst/>
          </a:prstGeom>
          <a:noFill/>
          <a:ln cap="flat" cmpd="sng" w="28575">
            <a:solidFill>
              <a:srgbClr val="D9D9D9"/>
            </a:solidFill>
            <a:prstDash val="solid"/>
            <a:round/>
            <a:headEnd len="sm" w="sm" type="none"/>
            <a:tailEnd len="sm" w="sm" type="none"/>
          </a:ln>
        </p:spPr>
      </p:cxnSp>
      <p:sp>
        <p:nvSpPr>
          <p:cNvPr id="5511" name="Google Shape;5511;p90"/>
          <p:cNvSpPr/>
          <p:nvPr/>
        </p:nvSpPr>
        <p:spPr>
          <a:xfrm>
            <a:off x="379388" y="5135286"/>
            <a:ext cx="9322800" cy="266400"/>
          </a:xfrm>
          <a:prstGeom prst="roundRect">
            <a:avLst>
              <a:gd fmla="val 12113" name="adj"/>
            </a:avLst>
          </a:prstGeom>
          <a:solidFill>
            <a:srgbClr val="FFFFFF"/>
          </a:solidFill>
          <a:ln cap="flat" cmpd="sng" w="9525">
            <a:solidFill>
              <a:srgbClr val="EFEFEF"/>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6000" spcFirstLastPara="1" rIns="0" wrap="square" tIns="0">
            <a:noAutofit/>
          </a:bodyPr>
          <a:lstStyle/>
          <a:p>
            <a:pPr indent="0" lvl="0" marL="0" rtl="0" algn="l">
              <a:lnSpc>
                <a:spcPct val="120000"/>
              </a:lnSpc>
              <a:spcBef>
                <a:spcPts val="0"/>
              </a:spcBef>
              <a:spcAft>
                <a:spcPts val="0"/>
              </a:spcAft>
              <a:buClr>
                <a:schemeClr val="dk1"/>
              </a:buClr>
              <a:buSzPts val="1100"/>
              <a:buFont typeface="Arial"/>
              <a:buNone/>
            </a:pPr>
            <a:r>
              <a:rPr b="1" lang="es-419" sz="800">
                <a:solidFill>
                  <a:schemeClr val="dk1"/>
                </a:solidFill>
                <a:latin typeface="Arvo"/>
                <a:ea typeface="Arvo"/>
                <a:cs typeface="Arvo"/>
                <a:sym typeface="Arvo"/>
              </a:rPr>
              <a:t>          Un(a)</a:t>
            </a:r>
            <a:endParaRPr b="1" sz="800">
              <a:latin typeface="Arvo"/>
              <a:ea typeface="Arvo"/>
              <a:cs typeface="Arvo"/>
              <a:sym typeface="Arvo"/>
            </a:endParaRPr>
          </a:p>
        </p:txBody>
      </p:sp>
      <p:sp>
        <p:nvSpPr>
          <p:cNvPr id="5512" name="Google Shape;5512;p90"/>
          <p:cNvSpPr txBox="1"/>
          <p:nvPr>
            <p:ph idx="52" type="subTitle"/>
          </p:nvPr>
        </p:nvSpPr>
        <p:spPr>
          <a:xfrm>
            <a:off x="1196438" y="5138957"/>
            <a:ext cx="2361300" cy="2658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cxnSp>
        <p:nvCxnSpPr>
          <p:cNvPr id="5513" name="Google Shape;5513;p90"/>
          <p:cNvCxnSpPr/>
          <p:nvPr/>
        </p:nvCxnSpPr>
        <p:spPr>
          <a:xfrm flipH="1">
            <a:off x="3615479" y="5143337"/>
            <a:ext cx="600" cy="258300"/>
          </a:xfrm>
          <a:prstGeom prst="straightConnector1">
            <a:avLst/>
          </a:prstGeom>
          <a:noFill/>
          <a:ln cap="flat" cmpd="sng" w="28575">
            <a:solidFill>
              <a:srgbClr val="D9D9D9"/>
            </a:solidFill>
            <a:prstDash val="solid"/>
            <a:round/>
            <a:headEnd len="sm" w="sm" type="none"/>
            <a:tailEnd len="sm" w="sm" type="none"/>
          </a:ln>
        </p:spPr>
      </p:cxnSp>
      <p:sp>
        <p:nvSpPr>
          <p:cNvPr id="5514" name="Google Shape;5514;p90"/>
          <p:cNvSpPr txBox="1"/>
          <p:nvPr>
            <p:ph idx="53" type="subTitle"/>
          </p:nvPr>
        </p:nvSpPr>
        <p:spPr>
          <a:xfrm>
            <a:off x="7340888" y="5138961"/>
            <a:ext cx="2361300" cy="2664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sp>
        <p:nvSpPr>
          <p:cNvPr id="5515" name="Google Shape;5515;p90"/>
          <p:cNvSpPr txBox="1"/>
          <p:nvPr>
            <p:ph idx="54" type="subTitle"/>
          </p:nvPr>
        </p:nvSpPr>
        <p:spPr>
          <a:xfrm>
            <a:off x="3674438" y="5138958"/>
            <a:ext cx="1827600" cy="2658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sp>
        <p:nvSpPr>
          <p:cNvPr id="5516" name="Google Shape;5516;p90"/>
          <p:cNvSpPr txBox="1"/>
          <p:nvPr>
            <p:ph idx="55" type="subTitle"/>
          </p:nvPr>
        </p:nvSpPr>
        <p:spPr>
          <a:xfrm>
            <a:off x="5632763" y="5138963"/>
            <a:ext cx="1584600" cy="2664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cxnSp>
        <p:nvCxnSpPr>
          <p:cNvPr id="5517" name="Google Shape;5517;p90"/>
          <p:cNvCxnSpPr/>
          <p:nvPr/>
        </p:nvCxnSpPr>
        <p:spPr>
          <a:xfrm flipH="1">
            <a:off x="5567091" y="5139337"/>
            <a:ext cx="600" cy="258300"/>
          </a:xfrm>
          <a:prstGeom prst="straightConnector1">
            <a:avLst/>
          </a:prstGeom>
          <a:noFill/>
          <a:ln cap="flat" cmpd="sng" w="28575">
            <a:solidFill>
              <a:srgbClr val="D9D9D9"/>
            </a:solidFill>
            <a:prstDash val="solid"/>
            <a:round/>
            <a:headEnd len="sm" w="sm" type="none"/>
            <a:tailEnd len="sm" w="sm" type="none"/>
          </a:ln>
        </p:spPr>
      </p:cxnSp>
      <p:cxnSp>
        <p:nvCxnSpPr>
          <p:cNvPr id="5518" name="Google Shape;5518;p90"/>
          <p:cNvCxnSpPr/>
          <p:nvPr/>
        </p:nvCxnSpPr>
        <p:spPr>
          <a:xfrm flipH="1">
            <a:off x="7293616" y="5138962"/>
            <a:ext cx="600" cy="258300"/>
          </a:xfrm>
          <a:prstGeom prst="straightConnector1">
            <a:avLst/>
          </a:prstGeom>
          <a:noFill/>
          <a:ln cap="flat" cmpd="sng" w="28575">
            <a:solidFill>
              <a:srgbClr val="D9D9D9"/>
            </a:solidFill>
            <a:prstDash val="solid"/>
            <a:round/>
            <a:headEnd len="sm" w="sm" type="none"/>
            <a:tailEnd len="sm" w="sm" type="none"/>
          </a:ln>
        </p:spPr>
      </p:cxnSp>
      <p:cxnSp>
        <p:nvCxnSpPr>
          <p:cNvPr id="5519" name="Google Shape;5519;p90"/>
          <p:cNvCxnSpPr/>
          <p:nvPr/>
        </p:nvCxnSpPr>
        <p:spPr>
          <a:xfrm flipH="1">
            <a:off x="1138079" y="5138962"/>
            <a:ext cx="600" cy="258300"/>
          </a:xfrm>
          <a:prstGeom prst="straightConnector1">
            <a:avLst/>
          </a:prstGeom>
          <a:noFill/>
          <a:ln cap="flat" cmpd="sng" w="28575">
            <a:solidFill>
              <a:srgbClr val="D9D9D9"/>
            </a:solidFill>
            <a:prstDash val="solid"/>
            <a:round/>
            <a:headEnd len="sm" w="sm" type="none"/>
            <a:tailEnd len="sm" w="sm" type="none"/>
          </a:ln>
        </p:spPr>
      </p:cxnSp>
      <p:sp>
        <p:nvSpPr>
          <p:cNvPr id="5520" name="Google Shape;5520;p90"/>
          <p:cNvSpPr/>
          <p:nvPr/>
        </p:nvSpPr>
        <p:spPr>
          <a:xfrm>
            <a:off x="379388" y="5440249"/>
            <a:ext cx="9322800" cy="266400"/>
          </a:xfrm>
          <a:prstGeom prst="roundRect">
            <a:avLst>
              <a:gd fmla="val 12113" name="adj"/>
            </a:avLst>
          </a:prstGeom>
          <a:solidFill>
            <a:srgbClr val="FFFFFF"/>
          </a:solidFill>
          <a:ln cap="flat" cmpd="sng" w="9525">
            <a:solidFill>
              <a:srgbClr val="EFEFEF"/>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6000" spcFirstLastPara="1" rIns="0" wrap="square" tIns="0">
            <a:noAutofit/>
          </a:bodyPr>
          <a:lstStyle/>
          <a:p>
            <a:pPr indent="0" lvl="0" marL="0" rtl="0" algn="l">
              <a:lnSpc>
                <a:spcPct val="120000"/>
              </a:lnSpc>
              <a:spcBef>
                <a:spcPts val="0"/>
              </a:spcBef>
              <a:spcAft>
                <a:spcPts val="0"/>
              </a:spcAft>
              <a:buClr>
                <a:schemeClr val="dk1"/>
              </a:buClr>
              <a:buSzPts val="1100"/>
              <a:buFont typeface="Arial"/>
              <a:buNone/>
            </a:pPr>
            <a:r>
              <a:rPr b="1" lang="es-419" sz="800">
                <a:solidFill>
                  <a:schemeClr val="dk1"/>
                </a:solidFill>
                <a:latin typeface="Arvo"/>
                <a:ea typeface="Arvo"/>
                <a:cs typeface="Arvo"/>
                <a:sym typeface="Arvo"/>
              </a:rPr>
              <a:t>          Un(a)</a:t>
            </a:r>
            <a:endParaRPr b="1" sz="800">
              <a:latin typeface="Arvo"/>
              <a:ea typeface="Arvo"/>
              <a:cs typeface="Arvo"/>
              <a:sym typeface="Arvo"/>
            </a:endParaRPr>
          </a:p>
        </p:txBody>
      </p:sp>
      <p:sp>
        <p:nvSpPr>
          <p:cNvPr id="5521" name="Google Shape;5521;p90"/>
          <p:cNvSpPr txBox="1"/>
          <p:nvPr>
            <p:ph idx="56" type="subTitle"/>
          </p:nvPr>
        </p:nvSpPr>
        <p:spPr>
          <a:xfrm>
            <a:off x="1196438" y="5443920"/>
            <a:ext cx="2361300" cy="2658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cxnSp>
        <p:nvCxnSpPr>
          <p:cNvPr id="5522" name="Google Shape;5522;p90"/>
          <p:cNvCxnSpPr/>
          <p:nvPr/>
        </p:nvCxnSpPr>
        <p:spPr>
          <a:xfrm flipH="1">
            <a:off x="3615479" y="5448300"/>
            <a:ext cx="600" cy="258300"/>
          </a:xfrm>
          <a:prstGeom prst="straightConnector1">
            <a:avLst/>
          </a:prstGeom>
          <a:noFill/>
          <a:ln cap="flat" cmpd="sng" w="28575">
            <a:solidFill>
              <a:srgbClr val="D9D9D9"/>
            </a:solidFill>
            <a:prstDash val="solid"/>
            <a:round/>
            <a:headEnd len="sm" w="sm" type="none"/>
            <a:tailEnd len="sm" w="sm" type="none"/>
          </a:ln>
        </p:spPr>
      </p:cxnSp>
      <p:sp>
        <p:nvSpPr>
          <p:cNvPr id="5523" name="Google Shape;5523;p90"/>
          <p:cNvSpPr txBox="1"/>
          <p:nvPr>
            <p:ph idx="57" type="subTitle"/>
          </p:nvPr>
        </p:nvSpPr>
        <p:spPr>
          <a:xfrm>
            <a:off x="7340888" y="5443924"/>
            <a:ext cx="2361300" cy="2664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sp>
        <p:nvSpPr>
          <p:cNvPr id="5524" name="Google Shape;5524;p90"/>
          <p:cNvSpPr txBox="1"/>
          <p:nvPr>
            <p:ph idx="58" type="subTitle"/>
          </p:nvPr>
        </p:nvSpPr>
        <p:spPr>
          <a:xfrm>
            <a:off x="3674438" y="5443920"/>
            <a:ext cx="1827600" cy="2658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sp>
        <p:nvSpPr>
          <p:cNvPr id="5525" name="Google Shape;5525;p90"/>
          <p:cNvSpPr txBox="1"/>
          <p:nvPr>
            <p:ph idx="59" type="subTitle"/>
          </p:nvPr>
        </p:nvSpPr>
        <p:spPr>
          <a:xfrm>
            <a:off x="5632763" y="5443925"/>
            <a:ext cx="1584600" cy="2664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cxnSp>
        <p:nvCxnSpPr>
          <p:cNvPr id="5526" name="Google Shape;5526;p90"/>
          <p:cNvCxnSpPr/>
          <p:nvPr/>
        </p:nvCxnSpPr>
        <p:spPr>
          <a:xfrm flipH="1">
            <a:off x="5567091" y="5444300"/>
            <a:ext cx="600" cy="258300"/>
          </a:xfrm>
          <a:prstGeom prst="straightConnector1">
            <a:avLst/>
          </a:prstGeom>
          <a:noFill/>
          <a:ln cap="flat" cmpd="sng" w="28575">
            <a:solidFill>
              <a:srgbClr val="D9D9D9"/>
            </a:solidFill>
            <a:prstDash val="solid"/>
            <a:round/>
            <a:headEnd len="sm" w="sm" type="none"/>
            <a:tailEnd len="sm" w="sm" type="none"/>
          </a:ln>
        </p:spPr>
      </p:cxnSp>
      <p:cxnSp>
        <p:nvCxnSpPr>
          <p:cNvPr id="5527" name="Google Shape;5527;p90"/>
          <p:cNvCxnSpPr/>
          <p:nvPr/>
        </p:nvCxnSpPr>
        <p:spPr>
          <a:xfrm flipH="1">
            <a:off x="7293616" y="5443925"/>
            <a:ext cx="600" cy="258300"/>
          </a:xfrm>
          <a:prstGeom prst="straightConnector1">
            <a:avLst/>
          </a:prstGeom>
          <a:noFill/>
          <a:ln cap="flat" cmpd="sng" w="28575">
            <a:solidFill>
              <a:srgbClr val="D9D9D9"/>
            </a:solidFill>
            <a:prstDash val="solid"/>
            <a:round/>
            <a:headEnd len="sm" w="sm" type="none"/>
            <a:tailEnd len="sm" w="sm" type="none"/>
          </a:ln>
        </p:spPr>
      </p:cxnSp>
      <p:cxnSp>
        <p:nvCxnSpPr>
          <p:cNvPr id="5528" name="Google Shape;5528;p90"/>
          <p:cNvCxnSpPr/>
          <p:nvPr/>
        </p:nvCxnSpPr>
        <p:spPr>
          <a:xfrm flipH="1">
            <a:off x="1138079" y="5443925"/>
            <a:ext cx="600" cy="258300"/>
          </a:xfrm>
          <a:prstGeom prst="straightConnector1">
            <a:avLst/>
          </a:prstGeom>
          <a:noFill/>
          <a:ln cap="flat" cmpd="sng" w="28575">
            <a:solidFill>
              <a:srgbClr val="D9D9D9"/>
            </a:solidFill>
            <a:prstDash val="solid"/>
            <a:round/>
            <a:headEnd len="sm" w="sm" type="none"/>
            <a:tailEnd len="sm" w="sm" type="none"/>
          </a:ln>
        </p:spPr>
      </p:cxnSp>
      <p:sp>
        <p:nvSpPr>
          <p:cNvPr id="5529" name="Google Shape;5529;p90"/>
          <p:cNvSpPr/>
          <p:nvPr/>
        </p:nvSpPr>
        <p:spPr>
          <a:xfrm>
            <a:off x="379388" y="5745211"/>
            <a:ext cx="9322800" cy="266400"/>
          </a:xfrm>
          <a:prstGeom prst="roundRect">
            <a:avLst>
              <a:gd fmla="val 12113" name="adj"/>
            </a:avLst>
          </a:prstGeom>
          <a:solidFill>
            <a:srgbClr val="FFFFFF"/>
          </a:solidFill>
          <a:ln cap="flat" cmpd="sng" w="9525">
            <a:solidFill>
              <a:srgbClr val="EFEFEF"/>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6000" spcFirstLastPara="1" rIns="0" wrap="square" tIns="0">
            <a:noAutofit/>
          </a:bodyPr>
          <a:lstStyle/>
          <a:p>
            <a:pPr indent="0" lvl="0" marL="0" rtl="0" algn="l">
              <a:lnSpc>
                <a:spcPct val="120000"/>
              </a:lnSpc>
              <a:spcBef>
                <a:spcPts val="0"/>
              </a:spcBef>
              <a:spcAft>
                <a:spcPts val="0"/>
              </a:spcAft>
              <a:buClr>
                <a:schemeClr val="dk1"/>
              </a:buClr>
              <a:buSzPts val="1100"/>
              <a:buFont typeface="Arial"/>
              <a:buNone/>
            </a:pPr>
            <a:r>
              <a:rPr b="1" lang="es-419" sz="800">
                <a:solidFill>
                  <a:schemeClr val="dk1"/>
                </a:solidFill>
                <a:latin typeface="Arvo"/>
                <a:ea typeface="Arvo"/>
                <a:cs typeface="Arvo"/>
                <a:sym typeface="Arvo"/>
              </a:rPr>
              <a:t>          Un(a)</a:t>
            </a:r>
            <a:endParaRPr b="1" sz="800">
              <a:latin typeface="Arvo"/>
              <a:ea typeface="Arvo"/>
              <a:cs typeface="Arvo"/>
              <a:sym typeface="Arvo"/>
            </a:endParaRPr>
          </a:p>
        </p:txBody>
      </p:sp>
      <p:sp>
        <p:nvSpPr>
          <p:cNvPr id="5530" name="Google Shape;5530;p90"/>
          <p:cNvSpPr txBox="1"/>
          <p:nvPr>
            <p:ph idx="60" type="subTitle"/>
          </p:nvPr>
        </p:nvSpPr>
        <p:spPr>
          <a:xfrm>
            <a:off x="1196438" y="5748882"/>
            <a:ext cx="2361300" cy="2658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cxnSp>
        <p:nvCxnSpPr>
          <p:cNvPr id="5531" name="Google Shape;5531;p90"/>
          <p:cNvCxnSpPr/>
          <p:nvPr/>
        </p:nvCxnSpPr>
        <p:spPr>
          <a:xfrm flipH="1">
            <a:off x="3615479" y="5753262"/>
            <a:ext cx="600" cy="258300"/>
          </a:xfrm>
          <a:prstGeom prst="straightConnector1">
            <a:avLst/>
          </a:prstGeom>
          <a:noFill/>
          <a:ln cap="flat" cmpd="sng" w="28575">
            <a:solidFill>
              <a:srgbClr val="D9D9D9"/>
            </a:solidFill>
            <a:prstDash val="solid"/>
            <a:round/>
            <a:headEnd len="sm" w="sm" type="none"/>
            <a:tailEnd len="sm" w="sm" type="none"/>
          </a:ln>
        </p:spPr>
      </p:cxnSp>
      <p:sp>
        <p:nvSpPr>
          <p:cNvPr id="5532" name="Google Shape;5532;p90"/>
          <p:cNvSpPr txBox="1"/>
          <p:nvPr>
            <p:ph idx="61" type="subTitle"/>
          </p:nvPr>
        </p:nvSpPr>
        <p:spPr>
          <a:xfrm>
            <a:off x="7340888" y="5748886"/>
            <a:ext cx="2361300" cy="2664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sp>
        <p:nvSpPr>
          <p:cNvPr id="5533" name="Google Shape;5533;p90"/>
          <p:cNvSpPr txBox="1"/>
          <p:nvPr>
            <p:ph idx="62" type="subTitle"/>
          </p:nvPr>
        </p:nvSpPr>
        <p:spPr>
          <a:xfrm>
            <a:off x="3674438" y="5748883"/>
            <a:ext cx="1827600" cy="2658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sp>
        <p:nvSpPr>
          <p:cNvPr id="5534" name="Google Shape;5534;p90"/>
          <p:cNvSpPr txBox="1"/>
          <p:nvPr>
            <p:ph idx="63" type="subTitle"/>
          </p:nvPr>
        </p:nvSpPr>
        <p:spPr>
          <a:xfrm>
            <a:off x="5632763" y="5748888"/>
            <a:ext cx="1584600" cy="2664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cxnSp>
        <p:nvCxnSpPr>
          <p:cNvPr id="5535" name="Google Shape;5535;p90"/>
          <p:cNvCxnSpPr/>
          <p:nvPr/>
        </p:nvCxnSpPr>
        <p:spPr>
          <a:xfrm flipH="1">
            <a:off x="5567091" y="5749262"/>
            <a:ext cx="600" cy="258300"/>
          </a:xfrm>
          <a:prstGeom prst="straightConnector1">
            <a:avLst/>
          </a:prstGeom>
          <a:noFill/>
          <a:ln cap="flat" cmpd="sng" w="28575">
            <a:solidFill>
              <a:srgbClr val="D9D9D9"/>
            </a:solidFill>
            <a:prstDash val="solid"/>
            <a:round/>
            <a:headEnd len="sm" w="sm" type="none"/>
            <a:tailEnd len="sm" w="sm" type="none"/>
          </a:ln>
        </p:spPr>
      </p:cxnSp>
      <p:cxnSp>
        <p:nvCxnSpPr>
          <p:cNvPr id="5536" name="Google Shape;5536;p90"/>
          <p:cNvCxnSpPr/>
          <p:nvPr/>
        </p:nvCxnSpPr>
        <p:spPr>
          <a:xfrm flipH="1">
            <a:off x="7293616" y="5748887"/>
            <a:ext cx="600" cy="258300"/>
          </a:xfrm>
          <a:prstGeom prst="straightConnector1">
            <a:avLst/>
          </a:prstGeom>
          <a:noFill/>
          <a:ln cap="flat" cmpd="sng" w="28575">
            <a:solidFill>
              <a:srgbClr val="D9D9D9"/>
            </a:solidFill>
            <a:prstDash val="solid"/>
            <a:round/>
            <a:headEnd len="sm" w="sm" type="none"/>
            <a:tailEnd len="sm" w="sm" type="none"/>
          </a:ln>
        </p:spPr>
      </p:cxnSp>
      <p:cxnSp>
        <p:nvCxnSpPr>
          <p:cNvPr id="5537" name="Google Shape;5537;p90"/>
          <p:cNvCxnSpPr/>
          <p:nvPr/>
        </p:nvCxnSpPr>
        <p:spPr>
          <a:xfrm flipH="1">
            <a:off x="1138079" y="5748887"/>
            <a:ext cx="600" cy="258300"/>
          </a:xfrm>
          <a:prstGeom prst="straightConnector1">
            <a:avLst/>
          </a:prstGeom>
          <a:noFill/>
          <a:ln cap="flat" cmpd="sng" w="28575">
            <a:solidFill>
              <a:srgbClr val="D9D9D9"/>
            </a:solidFill>
            <a:prstDash val="solid"/>
            <a:round/>
            <a:headEnd len="sm" w="sm" type="none"/>
            <a:tailEnd len="sm" w="sm" type="none"/>
          </a:ln>
        </p:spPr>
      </p:cxnSp>
      <p:sp>
        <p:nvSpPr>
          <p:cNvPr id="5538" name="Google Shape;5538;p90"/>
          <p:cNvSpPr/>
          <p:nvPr/>
        </p:nvSpPr>
        <p:spPr>
          <a:xfrm>
            <a:off x="379388" y="6050174"/>
            <a:ext cx="9322800" cy="266400"/>
          </a:xfrm>
          <a:prstGeom prst="roundRect">
            <a:avLst>
              <a:gd fmla="val 12113" name="adj"/>
            </a:avLst>
          </a:prstGeom>
          <a:solidFill>
            <a:srgbClr val="FFFFFF"/>
          </a:solidFill>
          <a:ln cap="flat" cmpd="sng" w="9525">
            <a:solidFill>
              <a:srgbClr val="EFEFEF"/>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6000" spcFirstLastPara="1" rIns="0" wrap="square" tIns="0">
            <a:noAutofit/>
          </a:bodyPr>
          <a:lstStyle/>
          <a:p>
            <a:pPr indent="0" lvl="0" marL="0" rtl="0" algn="l">
              <a:lnSpc>
                <a:spcPct val="120000"/>
              </a:lnSpc>
              <a:spcBef>
                <a:spcPts val="0"/>
              </a:spcBef>
              <a:spcAft>
                <a:spcPts val="0"/>
              </a:spcAft>
              <a:buClr>
                <a:schemeClr val="dk1"/>
              </a:buClr>
              <a:buSzPts val="1100"/>
              <a:buFont typeface="Arial"/>
              <a:buNone/>
            </a:pPr>
            <a:r>
              <a:rPr b="1" lang="es-419" sz="800">
                <a:solidFill>
                  <a:schemeClr val="dk1"/>
                </a:solidFill>
                <a:latin typeface="Arvo"/>
                <a:ea typeface="Arvo"/>
                <a:cs typeface="Arvo"/>
                <a:sym typeface="Arvo"/>
              </a:rPr>
              <a:t>          Un(a)</a:t>
            </a:r>
            <a:endParaRPr b="1" sz="800">
              <a:latin typeface="Arvo"/>
              <a:ea typeface="Arvo"/>
              <a:cs typeface="Arvo"/>
              <a:sym typeface="Arvo"/>
            </a:endParaRPr>
          </a:p>
        </p:txBody>
      </p:sp>
      <p:sp>
        <p:nvSpPr>
          <p:cNvPr id="5539" name="Google Shape;5539;p90"/>
          <p:cNvSpPr txBox="1"/>
          <p:nvPr>
            <p:ph idx="64" type="subTitle"/>
          </p:nvPr>
        </p:nvSpPr>
        <p:spPr>
          <a:xfrm>
            <a:off x="1196438" y="6053845"/>
            <a:ext cx="2361300" cy="2658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cxnSp>
        <p:nvCxnSpPr>
          <p:cNvPr id="5540" name="Google Shape;5540;p90"/>
          <p:cNvCxnSpPr/>
          <p:nvPr/>
        </p:nvCxnSpPr>
        <p:spPr>
          <a:xfrm flipH="1">
            <a:off x="3615479" y="6058225"/>
            <a:ext cx="600" cy="258300"/>
          </a:xfrm>
          <a:prstGeom prst="straightConnector1">
            <a:avLst/>
          </a:prstGeom>
          <a:noFill/>
          <a:ln cap="flat" cmpd="sng" w="28575">
            <a:solidFill>
              <a:srgbClr val="D9D9D9"/>
            </a:solidFill>
            <a:prstDash val="solid"/>
            <a:round/>
            <a:headEnd len="sm" w="sm" type="none"/>
            <a:tailEnd len="sm" w="sm" type="none"/>
          </a:ln>
        </p:spPr>
      </p:cxnSp>
      <p:sp>
        <p:nvSpPr>
          <p:cNvPr id="5541" name="Google Shape;5541;p90"/>
          <p:cNvSpPr txBox="1"/>
          <p:nvPr>
            <p:ph idx="65" type="subTitle"/>
          </p:nvPr>
        </p:nvSpPr>
        <p:spPr>
          <a:xfrm>
            <a:off x="7340888" y="6053849"/>
            <a:ext cx="2361300" cy="2664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sp>
        <p:nvSpPr>
          <p:cNvPr id="5542" name="Google Shape;5542;p90"/>
          <p:cNvSpPr txBox="1"/>
          <p:nvPr>
            <p:ph idx="66" type="subTitle"/>
          </p:nvPr>
        </p:nvSpPr>
        <p:spPr>
          <a:xfrm>
            <a:off x="3674438" y="6053845"/>
            <a:ext cx="1827600" cy="2658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sp>
        <p:nvSpPr>
          <p:cNvPr id="5543" name="Google Shape;5543;p90"/>
          <p:cNvSpPr txBox="1"/>
          <p:nvPr>
            <p:ph idx="67" type="subTitle"/>
          </p:nvPr>
        </p:nvSpPr>
        <p:spPr>
          <a:xfrm>
            <a:off x="5632763" y="6053850"/>
            <a:ext cx="1584600" cy="2664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cxnSp>
        <p:nvCxnSpPr>
          <p:cNvPr id="5544" name="Google Shape;5544;p90"/>
          <p:cNvCxnSpPr/>
          <p:nvPr/>
        </p:nvCxnSpPr>
        <p:spPr>
          <a:xfrm flipH="1">
            <a:off x="5567091" y="6054225"/>
            <a:ext cx="600" cy="258300"/>
          </a:xfrm>
          <a:prstGeom prst="straightConnector1">
            <a:avLst/>
          </a:prstGeom>
          <a:noFill/>
          <a:ln cap="flat" cmpd="sng" w="28575">
            <a:solidFill>
              <a:srgbClr val="D9D9D9"/>
            </a:solidFill>
            <a:prstDash val="solid"/>
            <a:round/>
            <a:headEnd len="sm" w="sm" type="none"/>
            <a:tailEnd len="sm" w="sm" type="none"/>
          </a:ln>
        </p:spPr>
      </p:cxnSp>
      <p:cxnSp>
        <p:nvCxnSpPr>
          <p:cNvPr id="5545" name="Google Shape;5545;p90"/>
          <p:cNvCxnSpPr/>
          <p:nvPr/>
        </p:nvCxnSpPr>
        <p:spPr>
          <a:xfrm flipH="1">
            <a:off x="7293616" y="6053850"/>
            <a:ext cx="600" cy="258300"/>
          </a:xfrm>
          <a:prstGeom prst="straightConnector1">
            <a:avLst/>
          </a:prstGeom>
          <a:noFill/>
          <a:ln cap="flat" cmpd="sng" w="28575">
            <a:solidFill>
              <a:srgbClr val="D9D9D9"/>
            </a:solidFill>
            <a:prstDash val="solid"/>
            <a:round/>
            <a:headEnd len="sm" w="sm" type="none"/>
            <a:tailEnd len="sm" w="sm" type="none"/>
          </a:ln>
        </p:spPr>
      </p:cxnSp>
      <p:cxnSp>
        <p:nvCxnSpPr>
          <p:cNvPr id="5546" name="Google Shape;5546;p90"/>
          <p:cNvCxnSpPr/>
          <p:nvPr/>
        </p:nvCxnSpPr>
        <p:spPr>
          <a:xfrm flipH="1">
            <a:off x="1138079" y="6053850"/>
            <a:ext cx="600" cy="258300"/>
          </a:xfrm>
          <a:prstGeom prst="straightConnector1">
            <a:avLst/>
          </a:prstGeom>
          <a:noFill/>
          <a:ln cap="flat" cmpd="sng" w="28575">
            <a:solidFill>
              <a:srgbClr val="D9D9D9"/>
            </a:solidFill>
            <a:prstDash val="solid"/>
            <a:round/>
            <a:headEnd len="sm" w="sm" type="none"/>
            <a:tailEnd len="sm" w="sm" type="none"/>
          </a:ln>
        </p:spPr>
      </p:cxnSp>
      <p:sp>
        <p:nvSpPr>
          <p:cNvPr id="5547" name="Google Shape;5547;p90"/>
          <p:cNvSpPr/>
          <p:nvPr/>
        </p:nvSpPr>
        <p:spPr>
          <a:xfrm>
            <a:off x="378575" y="6354074"/>
            <a:ext cx="9322800" cy="266400"/>
          </a:xfrm>
          <a:prstGeom prst="roundRect">
            <a:avLst>
              <a:gd fmla="val 12113" name="adj"/>
            </a:avLst>
          </a:prstGeom>
          <a:solidFill>
            <a:srgbClr val="FFFFFF"/>
          </a:solidFill>
          <a:ln cap="flat" cmpd="sng" w="9525">
            <a:solidFill>
              <a:srgbClr val="EFEFEF"/>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6000" spcFirstLastPara="1" rIns="0" wrap="square" tIns="0">
            <a:noAutofit/>
          </a:bodyPr>
          <a:lstStyle/>
          <a:p>
            <a:pPr indent="0" lvl="0" marL="0" rtl="0" algn="l">
              <a:lnSpc>
                <a:spcPct val="120000"/>
              </a:lnSpc>
              <a:spcBef>
                <a:spcPts val="0"/>
              </a:spcBef>
              <a:spcAft>
                <a:spcPts val="0"/>
              </a:spcAft>
              <a:buClr>
                <a:schemeClr val="dk1"/>
              </a:buClr>
              <a:buSzPts val="1100"/>
              <a:buFont typeface="Arial"/>
              <a:buNone/>
            </a:pPr>
            <a:r>
              <a:rPr b="1" lang="es-419" sz="800">
                <a:solidFill>
                  <a:schemeClr val="dk1"/>
                </a:solidFill>
                <a:latin typeface="Arvo"/>
                <a:ea typeface="Arvo"/>
                <a:cs typeface="Arvo"/>
                <a:sym typeface="Arvo"/>
              </a:rPr>
              <a:t>          Un(a)</a:t>
            </a:r>
            <a:endParaRPr b="1" sz="800">
              <a:latin typeface="Arvo"/>
              <a:ea typeface="Arvo"/>
              <a:cs typeface="Arvo"/>
              <a:sym typeface="Arvo"/>
            </a:endParaRPr>
          </a:p>
        </p:txBody>
      </p:sp>
      <p:sp>
        <p:nvSpPr>
          <p:cNvPr id="5548" name="Google Shape;5548;p90"/>
          <p:cNvSpPr txBox="1"/>
          <p:nvPr>
            <p:ph idx="68" type="subTitle"/>
          </p:nvPr>
        </p:nvSpPr>
        <p:spPr>
          <a:xfrm>
            <a:off x="1195625" y="6357745"/>
            <a:ext cx="2361300" cy="2658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cxnSp>
        <p:nvCxnSpPr>
          <p:cNvPr id="5549" name="Google Shape;5549;p90"/>
          <p:cNvCxnSpPr/>
          <p:nvPr/>
        </p:nvCxnSpPr>
        <p:spPr>
          <a:xfrm flipH="1">
            <a:off x="3614666" y="6362125"/>
            <a:ext cx="600" cy="258300"/>
          </a:xfrm>
          <a:prstGeom prst="straightConnector1">
            <a:avLst/>
          </a:prstGeom>
          <a:noFill/>
          <a:ln cap="flat" cmpd="sng" w="28575">
            <a:solidFill>
              <a:srgbClr val="D9D9D9"/>
            </a:solidFill>
            <a:prstDash val="solid"/>
            <a:round/>
            <a:headEnd len="sm" w="sm" type="none"/>
            <a:tailEnd len="sm" w="sm" type="none"/>
          </a:ln>
        </p:spPr>
      </p:cxnSp>
      <p:sp>
        <p:nvSpPr>
          <p:cNvPr id="5550" name="Google Shape;5550;p90"/>
          <p:cNvSpPr txBox="1"/>
          <p:nvPr>
            <p:ph idx="69" type="subTitle"/>
          </p:nvPr>
        </p:nvSpPr>
        <p:spPr>
          <a:xfrm>
            <a:off x="7340075" y="6357749"/>
            <a:ext cx="2361300" cy="2664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sp>
        <p:nvSpPr>
          <p:cNvPr id="5551" name="Google Shape;5551;p90"/>
          <p:cNvSpPr txBox="1"/>
          <p:nvPr>
            <p:ph idx="70" type="subTitle"/>
          </p:nvPr>
        </p:nvSpPr>
        <p:spPr>
          <a:xfrm>
            <a:off x="3673625" y="6357745"/>
            <a:ext cx="1827600" cy="2658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sp>
        <p:nvSpPr>
          <p:cNvPr id="5552" name="Google Shape;5552;p90"/>
          <p:cNvSpPr txBox="1"/>
          <p:nvPr>
            <p:ph idx="71" type="subTitle"/>
          </p:nvPr>
        </p:nvSpPr>
        <p:spPr>
          <a:xfrm>
            <a:off x="5631950" y="6357750"/>
            <a:ext cx="1584600" cy="2664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cxnSp>
        <p:nvCxnSpPr>
          <p:cNvPr id="5553" name="Google Shape;5553;p90"/>
          <p:cNvCxnSpPr/>
          <p:nvPr/>
        </p:nvCxnSpPr>
        <p:spPr>
          <a:xfrm flipH="1">
            <a:off x="5566279" y="6358125"/>
            <a:ext cx="600" cy="258300"/>
          </a:xfrm>
          <a:prstGeom prst="straightConnector1">
            <a:avLst/>
          </a:prstGeom>
          <a:noFill/>
          <a:ln cap="flat" cmpd="sng" w="28575">
            <a:solidFill>
              <a:srgbClr val="D9D9D9"/>
            </a:solidFill>
            <a:prstDash val="solid"/>
            <a:round/>
            <a:headEnd len="sm" w="sm" type="none"/>
            <a:tailEnd len="sm" w="sm" type="none"/>
          </a:ln>
        </p:spPr>
      </p:cxnSp>
      <p:cxnSp>
        <p:nvCxnSpPr>
          <p:cNvPr id="5554" name="Google Shape;5554;p90"/>
          <p:cNvCxnSpPr/>
          <p:nvPr/>
        </p:nvCxnSpPr>
        <p:spPr>
          <a:xfrm flipH="1">
            <a:off x="7292804" y="6357750"/>
            <a:ext cx="600" cy="258300"/>
          </a:xfrm>
          <a:prstGeom prst="straightConnector1">
            <a:avLst/>
          </a:prstGeom>
          <a:noFill/>
          <a:ln cap="flat" cmpd="sng" w="28575">
            <a:solidFill>
              <a:srgbClr val="D9D9D9"/>
            </a:solidFill>
            <a:prstDash val="solid"/>
            <a:round/>
            <a:headEnd len="sm" w="sm" type="none"/>
            <a:tailEnd len="sm" w="sm" type="none"/>
          </a:ln>
        </p:spPr>
      </p:cxnSp>
      <p:cxnSp>
        <p:nvCxnSpPr>
          <p:cNvPr id="5555" name="Google Shape;5555;p90"/>
          <p:cNvCxnSpPr/>
          <p:nvPr/>
        </p:nvCxnSpPr>
        <p:spPr>
          <a:xfrm flipH="1">
            <a:off x="1137266" y="6357750"/>
            <a:ext cx="600" cy="258300"/>
          </a:xfrm>
          <a:prstGeom prst="straightConnector1">
            <a:avLst/>
          </a:prstGeom>
          <a:noFill/>
          <a:ln cap="flat" cmpd="sng" w="28575">
            <a:solidFill>
              <a:srgbClr val="D9D9D9"/>
            </a:solidFill>
            <a:prstDash val="solid"/>
            <a:round/>
            <a:headEnd len="sm" w="sm" type="none"/>
            <a:tailEnd len="sm" w="sm" type="none"/>
          </a:ln>
        </p:spPr>
      </p:cxnSp>
      <p:sp>
        <p:nvSpPr>
          <p:cNvPr id="5556" name="Google Shape;5556;p90"/>
          <p:cNvSpPr txBox="1"/>
          <p:nvPr/>
        </p:nvSpPr>
        <p:spPr>
          <a:xfrm>
            <a:off x="2524025" y="387675"/>
            <a:ext cx="15012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Unid. Organizacional:</a:t>
            </a:r>
            <a:endParaRPr b="1" sz="1100"/>
          </a:p>
        </p:txBody>
      </p:sp>
      <p:sp>
        <p:nvSpPr>
          <p:cNvPr id="5557" name="Google Shape;5557;p90"/>
          <p:cNvSpPr txBox="1"/>
          <p:nvPr/>
        </p:nvSpPr>
        <p:spPr>
          <a:xfrm>
            <a:off x="2524020" y="579550"/>
            <a:ext cx="6846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Alcance:</a:t>
            </a:r>
            <a:endParaRPr b="1" sz="1100"/>
          </a:p>
        </p:txBody>
      </p:sp>
      <p:sp>
        <p:nvSpPr>
          <p:cNvPr id="5558" name="Google Shape;5558;p90"/>
          <p:cNvSpPr txBox="1"/>
          <p:nvPr>
            <p:ph type="title"/>
          </p:nvPr>
        </p:nvSpPr>
        <p:spPr>
          <a:xfrm flipH="1">
            <a:off x="4025374" y="387675"/>
            <a:ext cx="5863200" cy="1692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000"/>
              <a:buNone/>
              <a:defRPr sz="1000">
                <a:solidFill>
                  <a:srgbClr val="000000"/>
                </a:solidFill>
              </a:defRPr>
            </a:lvl1pPr>
            <a:lvl2pPr lvl="1">
              <a:spcBef>
                <a:spcPts val="0"/>
              </a:spcBef>
              <a:spcAft>
                <a:spcPts val="0"/>
              </a:spcAft>
              <a:buClr>
                <a:srgbClr val="000000"/>
              </a:buClr>
              <a:buSzPts val="1000"/>
              <a:buNone/>
              <a:defRPr sz="1000">
                <a:solidFill>
                  <a:srgbClr val="000000"/>
                </a:solidFill>
              </a:defRPr>
            </a:lvl2pPr>
            <a:lvl3pPr lvl="2">
              <a:spcBef>
                <a:spcPts val="0"/>
              </a:spcBef>
              <a:spcAft>
                <a:spcPts val="0"/>
              </a:spcAft>
              <a:buClr>
                <a:srgbClr val="000000"/>
              </a:buClr>
              <a:buSzPts val="1000"/>
              <a:buNone/>
              <a:defRPr sz="1000">
                <a:solidFill>
                  <a:srgbClr val="000000"/>
                </a:solidFill>
              </a:defRPr>
            </a:lvl3pPr>
            <a:lvl4pPr lvl="3">
              <a:spcBef>
                <a:spcPts val="0"/>
              </a:spcBef>
              <a:spcAft>
                <a:spcPts val="0"/>
              </a:spcAft>
              <a:buClr>
                <a:srgbClr val="000000"/>
              </a:buClr>
              <a:buSzPts val="1000"/>
              <a:buNone/>
              <a:defRPr sz="1000">
                <a:solidFill>
                  <a:srgbClr val="000000"/>
                </a:solidFill>
              </a:defRPr>
            </a:lvl4pPr>
            <a:lvl5pPr lvl="4">
              <a:spcBef>
                <a:spcPts val="0"/>
              </a:spcBef>
              <a:spcAft>
                <a:spcPts val="0"/>
              </a:spcAft>
              <a:buClr>
                <a:srgbClr val="000000"/>
              </a:buClr>
              <a:buSzPts val="1000"/>
              <a:buNone/>
              <a:defRPr sz="1000">
                <a:solidFill>
                  <a:srgbClr val="000000"/>
                </a:solidFill>
              </a:defRPr>
            </a:lvl5pPr>
            <a:lvl6pPr lvl="5">
              <a:spcBef>
                <a:spcPts val="0"/>
              </a:spcBef>
              <a:spcAft>
                <a:spcPts val="0"/>
              </a:spcAft>
              <a:buClr>
                <a:srgbClr val="000000"/>
              </a:buClr>
              <a:buSzPts val="1000"/>
              <a:buNone/>
              <a:defRPr sz="1000">
                <a:solidFill>
                  <a:srgbClr val="000000"/>
                </a:solidFill>
              </a:defRPr>
            </a:lvl6pPr>
            <a:lvl7pPr lvl="6">
              <a:spcBef>
                <a:spcPts val="0"/>
              </a:spcBef>
              <a:spcAft>
                <a:spcPts val="0"/>
              </a:spcAft>
              <a:buClr>
                <a:srgbClr val="000000"/>
              </a:buClr>
              <a:buSzPts val="1000"/>
              <a:buNone/>
              <a:defRPr sz="1000">
                <a:solidFill>
                  <a:srgbClr val="000000"/>
                </a:solidFill>
              </a:defRPr>
            </a:lvl7pPr>
            <a:lvl8pPr lvl="7">
              <a:spcBef>
                <a:spcPts val="0"/>
              </a:spcBef>
              <a:spcAft>
                <a:spcPts val="0"/>
              </a:spcAft>
              <a:buClr>
                <a:srgbClr val="000000"/>
              </a:buClr>
              <a:buSzPts val="1000"/>
              <a:buNone/>
              <a:defRPr sz="1000">
                <a:solidFill>
                  <a:srgbClr val="000000"/>
                </a:solidFill>
              </a:defRPr>
            </a:lvl8pPr>
            <a:lvl9pPr lvl="8">
              <a:spcBef>
                <a:spcPts val="0"/>
              </a:spcBef>
              <a:spcAft>
                <a:spcPts val="0"/>
              </a:spcAft>
              <a:buClr>
                <a:srgbClr val="000000"/>
              </a:buClr>
              <a:buSzPts val="1000"/>
              <a:buNone/>
              <a:defRPr sz="1000">
                <a:solidFill>
                  <a:srgbClr val="000000"/>
                </a:solidFill>
              </a:defRPr>
            </a:lvl9pPr>
          </a:lstStyle>
          <a:p/>
        </p:txBody>
      </p:sp>
      <p:sp>
        <p:nvSpPr>
          <p:cNvPr id="5559" name="Google Shape;5559;p90"/>
          <p:cNvSpPr txBox="1"/>
          <p:nvPr>
            <p:ph idx="72" type="title"/>
          </p:nvPr>
        </p:nvSpPr>
        <p:spPr>
          <a:xfrm flipH="1">
            <a:off x="3208773" y="579550"/>
            <a:ext cx="6679800" cy="1692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000"/>
              <a:buNone/>
              <a:defRPr sz="1000">
                <a:solidFill>
                  <a:srgbClr val="000000"/>
                </a:solidFill>
              </a:defRPr>
            </a:lvl1pPr>
            <a:lvl2pPr lvl="1">
              <a:spcBef>
                <a:spcPts val="0"/>
              </a:spcBef>
              <a:spcAft>
                <a:spcPts val="0"/>
              </a:spcAft>
              <a:buClr>
                <a:srgbClr val="000000"/>
              </a:buClr>
              <a:buSzPts val="1000"/>
              <a:buNone/>
              <a:defRPr sz="1000">
                <a:solidFill>
                  <a:srgbClr val="000000"/>
                </a:solidFill>
              </a:defRPr>
            </a:lvl2pPr>
            <a:lvl3pPr lvl="2">
              <a:spcBef>
                <a:spcPts val="0"/>
              </a:spcBef>
              <a:spcAft>
                <a:spcPts val="0"/>
              </a:spcAft>
              <a:buClr>
                <a:srgbClr val="000000"/>
              </a:buClr>
              <a:buSzPts val="1000"/>
              <a:buNone/>
              <a:defRPr sz="1000">
                <a:solidFill>
                  <a:srgbClr val="000000"/>
                </a:solidFill>
              </a:defRPr>
            </a:lvl3pPr>
            <a:lvl4pPr lvl="3">
              <a:spcBef>
                <a:spcPts val="0"/>
              </a:spcBef>
              <a:spcAft>
                <a:spcPts val="0"/>
              </a:spcAft>
              <a:buClr>
                <a:srgbClr val="000000"/>
              </a:buClr>
              <a:buSzPts val="1000"/>
              <a:buNone/>
              <a:defRPr sz="1000">
                <a:solidFill>
                  <a:srgbClr val="000000"/>
                </a:solidFill>
              </a:defRPr>
            </a:lvl4pPr>
            <a:lvl5pPr lvl="4">
              <a:spcBef>
                <a:spcPts val="0"/>
              </a:spcBef>
              <a:spcAft>
                <a:spcPts val="0"/>
              </a:spcAft>
              <a:buClr>
                <a:srgbClr val="000000"/>
              </a:buClr>
              <a:buSzPts val="1000"/>
              <a:buNone/>
              <a:defRPr sz="1000">
                <a:solidFill>
                  <a:srgbClr val="000000"/>
                </a:solidFill>
              </a:defRPr>
            </a:lvl5pPr>
            <a:lvl6pPr lvl="5">
              <a:spcBef>
                <a:spcPts val="0"/>
              </a:spcBef>
              <a:spcAft>
                <a:spcPts val="0"/>
              </a:spcAft>
              <a:buClr>
                <a:srgbClr val="000000"/>
              </a:buClr>
              <a:buSzPts val="1000"/>
              <a:buNone/>
              <a:defRPr sz="1000">
                <a:solidFill>
                  <a:srgbClr val="000000"/>
                </a:solidFill>
              </a:defRPr>
            </a:lvl6pPr>
            <a:lvl7pPr lvl="6">
              <a:spcBef>
                <a:spcPts val="0"/>
              </a:spcBef>
              <a:spcAft>
                <a:spcPts val="0"/>
              </a:spcAft>
              <a:buClr>
                <a:srgbClr val="000000"/>
              </a:buClr>
              <a:buSzPts val="1000"/>
              <a:buNone/>
              <a:defRPr sz="1000">
                <a:solidFill>
                  <a:srgbClr val="000000"/>
                </a:solidFill>
              </a:defRPr>
            </a:lvl7pPr>
            <a:lvl8pPr lvl="7">
              <a:spcBef>
                <a:spcPts val="0"/>
              </a:spcBef>
              <a:spcAft>
                <a:spcPts val="0"/>
              </a:spcAft>
              <a:buClr>
                <a:srgbClr val="000000"/>
              </a:buClr>
              <a:buSzPts val="1000"/>
              <a:buNone/>
              <a:defRPr sz="1000">
                <a:solidFill>
                  <a:srgbClr val="000000"/>
                </a:solidFill>
              </a:defRPr>
            </a:lvl8pPr>
            <a:lvl9pPr lvl="8">
              <a:spcBef>
                <a:spcPts val="0"/>
              </a:spcBef>
              <a:spcAft>
                <a:spcPts val="0"/>
              </a:spcAft>
              <a:buClr>
                <a:srgbClr val="000000"/>
              </a:buClr>
              <a:buSzPts val="1000"/>
              <a:buNone/>
              <a:defRPr sz="1000">
                <a:solidFill>
                  <a:srgbClr val="000000"/>
                </a:solidFill>
              </a:defRPr>
            </a:lvl9pPr>
          </a:lstStyle>
          <a:p/>
        </p:txBody>
      </p:sp>
      <p:sp>
        <p:nvSpPr>
          <p:cNvPr id="5560" name="Google Shape;5560;p90"/>
          <p:cNvSpPr txBox="1"/>
          <p:nvPr>
            <p:ph idx="73" type="body"/>
          </p:nvPr>
        </p:nvSpPr>
        <p:spPr>
          <a:xfrm>
            <a:off x="641150" y="612125"/>
            <a:ext cx="1770300" cy="160500"/>
          </a:xfrm>
          <a:prstGeom prst="rect">
            <a:avLst/>
          </a:prstGeom>
          <a:noFill/>
          <a:ln>
            <a:noFill/>
          </a:ln>
        </p:spPr>
        <p:txBody>
          <a:bodyPr anchorCtr="0" anchor="t" bIns="0" lIns="0" spcFirstLastPara="1" rIns="0" wrap="square" tIns="0">
            <a:noAutofit/>
          </a:bodyPr>
          <a:lstStyle>
            <a:lvl1pPr indent="-292100" lvl="0" marL="457200" algn="ctr">
              <a:spcBef>
                <a:spcPts val="0"/>
              </a:spcBef>
              <a:spcAft>
                <a:spcPts val="0"/>
              </a:spcAft>
              <a:buClr>
                <a:srgbClr val="FFFFFF"/>
              </a:buClr>
              <a:buSzPts val="1000"/>
              <a:buChar char="●"/>
              <a:defRPr sz="1000">
                <a:solidFill>
                  <a:srgbClr val="FFFFFF"/>
                </a:solidFill>
              </a:defRPr>
            </a:lvl1pPr>
            <a:lvl2pPr indent="-292100" lvl="1" marL="914400" algn="ctr">
              <a:spcBef>
                <a:spcPts val="0"/>
              </a:spcBef>
              <a:spcAft>
                <a:spcPts val="0"/>
              </a:spcAft>
              <a:buClr>
                <a:srgbClr val="FFFFFF"/>
              </a:buClr>
              <a:buSzPts val="1000"/>
              <a:buChar char="○"/>
              <a:defRPr sz="1000">
                <a:solidFill>
                  <a:srgbClr val="FFFFFF"/>
                </a:solidFill>
              </a:defRPr>
            </a:lvl2pPr>
            <a:lvl3pPr indent="-292100" lvl="2" marL="1371600" algn="ctr">
              <a:spcBef>
                <a:spcPts val="0"/>
              </a:spcBef>
              <a:spcAft>
                <a:spcPts val="0"/>
              </a:spcAft>
              <a:buClr>
                <a:srgbClr val="FFFFFF"/>
              </a:buClr>
              <a:buSzPts val="1000"/>
              <a:buChar char="■"/>
              <a:defRPr sz="1000">
                <a:solidFill>
                  <a:srgbClr val="FFFFFF"/>
                </a:solidFill>
              </a:defRPr>
            </a:lvl3pPr>
            <a:lvl4pPr indent="-292100" lvl="3" marL="1828800" algn="ctr">
              <a:spcBef>
                <a:spcPts val="0"/>
              </a:spcBef>
              <a:spcAft>
                <a:spcPts val="0"/>
              </a:spcAft>
              <a:buClr>
                <a:srgbClr val="FFFFFF"/>
              </a:buClr>
              <a:buSzPts val="1000"/>
              <a:buChar char="●"/>
              <a:defRPr sz="1000">
                <a:solidFill>
                  <a:srgbClr val="FFFFFF"/>
                </a:solidFill>
              </a:defRPr>
            </a:lvl4pPr>
            <a:lvl5pPr indent="-292100" lvl="4" marL="2286000" algn="ctr">
              <a:spcBef>
                <a:spcPts val="0"/>
              </a:spcBef>
              <a:spcAft>
                <a:spcPts val="0"/>
              </a:spcAft>
              <a:buClr>
                <a:srgbClr val="FFFFFF"/>
              </a:buClr>
              <a:buSzPts val="1000"/>
              <a:buChar char="○"/>
              <a:defRPr sz="1000">
                <a:solidFill>
                  <a:srgbClr val="FFFFFF"/>
                </a:solidFill>
              </a:defRPr>
            </a:lvl5pPr>
            <a:lvl6pPr indent="-292100" lvl="5" marL="2743200" algn="ctr">
              <a:spcBef>
                <a:spcPts val="0"/>
              </a:spcBef>
              <a:spcAft>
                <a:spcPts val="0"/>
              </a:spcAft>
              <a:buClr>
                <a:srgbClr val="FFFFFF"/>
              </a:buClr>
              <a:buSzPts val="1000"/>
              <a:buChar char="■"/>
              <a:defRPr sz="1000">
                <a:solidFill>
                  <a:srgbClr val="FFFFFF"/>
                </a:solidFill>
              </a:defRPr>
            </a:lvl6pPr>
            <a:lvl7pPr indent="-292100" lvl="6" marL="3200400" algn="ctr">
              <a:spcBef>
                <a:spcPts val="0"/>
              </a:spcBef>
              <a:spcAft>
                <a:spcPts val="0"/>
              </a:spcAft>
              <a:buClr>
                <a:srgbClr val="FFFFFF"/>
              </a:buClr>
              <a:buSzPts val="1000"/>
              <a:buChar char="●"/>
              <a:defRPr sz="1000">
                <a:solidFill>
                  <a:srgbClr val="FFFFFF"/>
                </a:solidFill>
              </a:defRPr>
            </a:lvl7pPr>
            <a:lvl8pPr indent="-292100" lvl="7" marL="3657600" algn="ctr">
              <a:spcBef>
                <a:spcPts val="0"/>
              </a:spcBef>
              <a:spcAft>
                <a:spcPts val="0"/>
              </a:spcAft>
              <a:buClr>
                <a:srgbClr val="FFFFFF"/>
              </a:buClr>
              <a:buSzPts val="1000"/>
              <a:buChar char="○"/>
              <a:defRPr sz="1000">
                <a:solidFill>
                  <a:srgbClr val="FFFFFF"/>
                </a:solidFill>
              </a:defRPr>
            </a:lvl8pPr>
            <a:lvl9pPr indent="-292100" lvl="8" marL="4114800" algn="ctr">
              <a:spcBef>
                <a:spcPts val="0"/>
              </a:spcBef>
              <a:spcAft>
                <a:spcPts val="0"/>
              </a:spcAft>
              <a:buClr>
                <a:srgbClr val="FFFFFF"/>
              </a:buClr>
              <a:buSzPts val="1000"/>
              <a:buChar char="■"/>
              <a:defRPr sz="1000">
                <a:solidFill>
                  <a:srgbClr val="FFFFFF"/>
                </a:solidFill>
              </a:defRPr>
            </a:lvl9pPr>
          </a:lstStyle>
          <a:p/>
        </p:txBody>
      </p:sp>
      <p:sp>
        <p:nvSpPr>
          <p:cNvPr id="5561" name="Google Shape;5561;p90"/>
          <p:cNvSpPr txBox="1"/>
          <p:nvPr/>
        </p:nvSpPr>
        <p:spPr>
          <a:xfrm>
            <a:off x="84825" y="598125"/>
            <a:ext cx="595500" cy="205800"/>
          </a:xfrm>
          <a:prstGeom prst="rect">
            <a:avLst/>
          </a:prstGeom>
          <a:noFill/>
          <a:ln>
            <a:noFill/>
          </a:ln>
        </p:spPr>
        <p:txBody>
          <a:bodyPr anchorCtr="0" anchor="t" bIns="18000" lIns="18000" spcFirstLastPara="1" rIns="18000" wrap="square" tIns="18000">
            <a:spAutoFit/>
          </a:bodyPr>
          <a:lstStyle/>
          <a:p>
            <a:pPr indent="0" lvl="0" marL="0" rtl="0" algn="l">
              <a:spcBef>
                <a:spcPts val="0"/>
              </a:spcBef>
              <a:spcAft>
                <a:spcPts val="0"/>
              </a:spcAft>
              <a:buNone/>
            </a:pPr>
            <a:r>
              <a:rPr lang="es-419" sz="1100">
                <a:solidFill>
                  <a:srgbClr val="FFFFFF"/>
                </a:solidFill>
              </a:rPr>
              <a:t>Nombre:</a:t>
            </a:r>
            <a:endParaRPr sz="1100">
              <a:solidFill>
                <a:srgbClr val="FFFFFF"/>
              </a:solidFill>
            </a:endParaRPr>
          </a:p>
        </p:txBody>
      </p:sp>
    </p:spTree>
  </p:cSld>
  <p:clrMapOvr>
    <a:masterClrMapping/>
  </p:clrMapOvr>
</p:sldLayout>
</file>

<file path=ppt/slideLayouts/slideLayout8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0.3 Regla de Negocio">
  <p:cSld name="TITLE_3_6_1_2">
    <p:spTree>
      <p:nvGrpSpPr>
        <p:cNvPr id="5562" name="Shape 5562"/>
        <p:cNvGrpSpPr/>
        <p:nvPr/>
      </p:nvGrpSpPr>
      <p:grpSpPr>
        <a:xfrm>
          <a:off x="0" y="0"/>
          <a:ext cx="0" cy="0"/>
          <a:chOff x="0" y="0"/>
          <a:chExt cx="0" cy="0"/>
        </a:xfrm>
      </p:grpSpPr>
      <p:sp>
        <p:nvSpPr>
          <p:cNvPr id="5563" name="Google Shape;5563;p91"/>
          <p:cNvSpPr/>
          <p:nvPr/>
        </p:nvSpPr>
        <p:spPr>
          <a:xfrm>
            <a:off x="77688" y="358938"/>
            <a:ext cx="9935700" cy="6438000"/>
          </a:xfrm>
          <a:prstGeom prst="roundRect">
            <a:avLst>
              <a:gd fmla="val 2618" name="adj"/>
            </a:avLst>
          </a:prstGeom>
          <a:solidFill>
            <a:srgbClr val="FFFFFF"/>
          </a:solidFill>
          <a:ln cap="flat" cmpd="sng" w="38100">
            <a:solidFill>
              <a:srgbClr val="000000"/>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564" name="Google Shape;5564;p91"/>
          <p:cNvCxnSpPr/>
          <p:nvPr/>
        </p:nvCxnSpPr>
        <p:spPr>
          <a:xfrm>
            <a:off x="77688" y="772614"/>
            <a:ext cx="9935700" cy="0"/>
          </a:xfrm>
          <a:prstGeom prst="straightConnector1">
            <a:avLst/>
          </a:prstGeom>
          <a:noFill/>
          <a:ln cap="flat" cmpd="sng" w="19050">
            <a:solidFill>
              <a:srgbClr val="000000"/>
            </a:solidFill>
            <a:prstDash val="solid"/>
            <a:round/>
            <a:headEnd len="med" w="med" type="none"/>
            <a:tailEnd len="med" w="med" type="none"/>
          </a:ln>
        </p:spPr>
      </p:cxnSp>
      <p:cxnSp>
        <p:nvCxnSpPr>
          <p:cNvPr id="5565" name="Google Shape;5565;p91"/>
          <p:cNvCxnSpPr/>
          <p:nvPr/>
        </p:nvCxnSpPr>
        <p:spPr>
          <a:xfrm rot="10800000">
            <a:off x="2439038" y="368188"/>
            <a:ext cx="0" cy="402300"/>
          </a:xfrm>
          <a:prstGeom prst="straightConnector1">
            <a:avLst/>
          </a:prstGeom>
          <a:noFill/>
          <a:ln cap="flat" cmpd="sng" w="19050">
            <a:solidFill>
              <a:srgbClr val="000000"/>
            </a:solidFill>
            <a:prstDash val="solid"/>
            <a:round/>
            <a:headEnd len="med" w="med" type="none"/>
            <a:tailEnd len="med" w="med" type="none"/>
          </a:ln>
        </p:spPr>
      </p:cxnSp>
      <p:sp>
        <p:nvSpPr>
          <p:cNvPr id="5566" name="Google Shape;5566;p91"/>
          <p:cNvSpPr txBox="1"/>
          <p:nvPr>
            <p:ph type="title"/>
          </p:nvPr>
        </p:nvSpPr>
        <p:spPr>
          <a:xfrm flipH="1">
            <a:off x="4228300" y="437575"/>
            <a:ext cx="5577600" cy="2658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200"/>
              <a:buNone/>
              <a:defRPr sz="1200">
                <a:solidFill>
                  <a:srgbClr val="000000"/>
                </a:solidFill>
              </a:defRPr>
            </a:lvl1pPr>
            <a:lvl2pPr lvl="1">
              <a:spcBef>
                <a:spcPts val="0"/>
              </a:spcBef>
              <a:spcAft>
                <a:spcPts val="0"/>
              </a:spcAft>
              <a:buClr>
                <a:srgbClr val="000000"/>
              </a:buClr>
              <a:buSzPts val="1100"/>
              <a:buNone/>
              <a:defRPr sz="1100">
                <a:solidFill>
                  <a:srgbClr val="000000"/>
                </a:solidFill>
              </a:defRPr>
            </a:lvl2pPr>
            <a:lvl3pPr lvl="2">
              <a:spcBef>
                <a:spcPts val="0"/>
              </a:spcBef>
              <a:spcAft>
                <a:spcPts val="0"/>
              </a:spcAft>
              <a:buClr>
                <a:srgbClr val="000000"/>
              </a:buClr>
              <a:buSzPts val="1100"/>
              <a:buNone/>
              <a:defRPr sz="1100">
                <a:solidFill>
                  <a:srgbClr val="000000"/>
                </a:solidFill>
              </a:defRPr>
            </a:lvl3pPr>
            <a:lvl4pPr lvl="3">
              <a:spcBef>
                <a:spcPts val="0"/>
              </a:spcBef>
              <a:spcAft>
                <a:spcPts val="0"/>
              </a:spcAft>
              <a:buClr>
                <a:srgbClr val="000000"/>
              </a:buClr>
              <a:buSzPts val="1100"/>
              <a:buNone/>
              <a:defRPr sz="1100">
                <a:solidFill>
                  <a:srgbClr val="000000"/>
                </a:solidFill>
              </a:defRPr>
            </a:lvl4pPr>
            <a:lvl5pPr lvl="4">
              <a:spcBef>
                <a:spcPts val="0"/>
              </a:spcBef>
              <a:spcAft>
                <a:spcPts val="0"/>
              </a:spcAft>
              <a:buClr>
                <a:srgbClr val="000000"/>
              </a:buClr>
              <a:buSzPts val="1100"/>
              <a:buNone/>
              <a:defRPr sz="1100">
                <a:solidFill>
                  <a:srgbClr val="000000"/>
                </a:solidFill>
              </a:defRPr>
            </a:lvl5pPr>
            <a:lvl6pPr lvl="5">
              <a:spcBef>
                <a:spcPts val="0"/>
              </a:spcBef>
              <a:spcAft>
                <a:spcPts val="0"/>
              </a:spcAft>
              <a:buClr>
                <a:srgbClr val="000000"/>
              </a:buClr>
              <a:buSzPts val="1100"/>
              <a:buNone/>
              <a:defRPr sz="1100">
                <a:solidFill>
                  <a:srgbClr val="000000"/>
                </a:solidFill>
              </a:defRPr>
            </a:lvl6pPr>
            <a:lvl7pPr lvl="6">
              <a:spcBef>
                <a:spcPts val="0"/>
              </a:spcBef>
              <a:spcAft>
                <a:spcPts val="0"/>
              </a:spcAft>
              <a:buClr>
                <a:srgbClr val="000000"/>
              </a:buClr>
              <a:buSzPts val="1100"/>
              <a:buNone/>
              <a:defRPr sz="1100">
                <a:solidFill>
                  <a:srgbClr val="000000"/>
                </a:solidFill>
              </a:defRPr>
            </a:lvl7pPr>
            <a:lvl8pPr lvl="7">
              <a:spcBef>
                <a:spcPts val="0"/>
              </a:spcBef>
              <a:spcAft>
                <a:spcPts val="0"/>
              </a:spcAft>
              <a:buClr>
                <a:srgbClr val="000000"/>
              </a:buClr>
              <a:buSzPts val="1100"/>
              <a:buNone/>
              <a:defRPr sz="1100">
                <a:solidFill>
                  <a:srgbClr val="000000"/>
                </a:solidFill>
              </a:defRPr>
            </a:lvl8pPr>
            <a:lvl9pPr lvl="8">
              <a:spcBef>
                <a:spcPts val="0"/>
              </a:spcBef>
              <a:spcAft>
                <a:spcPts val="0"/>
              </a:spcAft>
              <a:buClr>
                <a:srgbClr val="000000"/>
              </a:buClr>
              <a:buSzPts val="1100"/>
              <a:buNone/>
              <a:defRPr sz="1100">
                <a:solidFill>
                  <a:srgbClr val="000000"/>
                </a:solidFill>
              </a:defRPr>
            </a:lvl9pPr>
          </a:lstStyle>
          <a:p/>
        </p:txBody>
      </p:sp>
      <p:sp>
        <p:nvSpPr>
          <p:cNvPr id="5567" name="Google Shape;5567;p91"/>
          <p:cNvSpPr txBox="1"/>
          <p:nvPr/>
        </p:nvSpPr>
        <p:spPr>
          <a:xfrm>
            <a:off x="2513450" y="437275"/>
            <a:ext cx="1641000" cy="2664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b="1" lang="es-419" sz="1100"/>
              <a:t>Procesos involucrados en la regla:</a:t>
            </a:r>
            <a:endParaRPr b="1" sz="1100"/>
          </a:p>
        </p:txBody>
      </p:sp>
      <p:sp>
        <p:nvSpPr>
          <p:cNvPr id="5568" name="Google Shape;5568;p91"/>
          <p:cNvSpPr/>
          <p:nvPr/>
        </p:nvSpPr>
        <p:spPr>
          <a:xfrm>
            <a:off x="77688" y="349338"/>
            <a:ext cx="2361300" cy="421200"/>
          </a:xfrm>
          <a:prstGeom prst="roundRect">
            <a:avLst>
              <a:gd fmla="val 50000" name="adj"/>
            </a:avLst>
          </a:prstGeom>
          <a:solidFill>
            <a:srgbClr val="000000"/>
          </a:solidFill>
          <a:ln cap="flat" cmpd="sng" w="9525">
            <a:solidFill>
              <a:srgbClr val="000000"/>
            </a:solidFill>
            <a:prstDash val="solid"/>
            <a:round/>
            <a:headEnd len="sm" w="sm" type="none"/>
            <a:tailEnd len="sm" w="sm" type="none"/>
          </a:ln>
        </p:spPr>
        <p:txBody>
          <a:bodyPr anchorCtr="0" anchor="ctr" bIns="91425" lIns="0" spcFirstLastPara="1" rIns="0" wrap="square" tIns="91425">
            <a:noAutofit/>
          </a:bodyPr>
          <a:lstStyle/>
          <a:p>
            <a:pPr indent="0" lvl="0" marL="0" rtl="0" algn="ctr">
              <a:spcBef>
                <a:spcPts val="0"/>
              </a:spcBef>
              <a:spcAft>
                <a:spcPts val="0"/>
              </a:spcAft>
              <a:buNone/>
            </a:pPr>
            <a:r>
              <a:rPr b="1" lang="es-419" sz="1100">
                <a:solidFill>
                  <a:srgbClr val="FFFFFF"/>
                </a:solidFill>
              </a:rPr>
              <a:t>Regla de Negocio</a:t>
            </a:r>
            <a:endParaRPr b="1" sz="1100">
              <a:solidFill>
                <a:srgbClr val="FFFFFF"/>
              </a:solidFill>
            </a:endParaRPr>
          </a:p>
          <a:p>
            <a:pPr indent="0" lvl="0" marL="0" rtl="0" algn="ctr">
              <a:spcBef>
                <a:spcPts val="0"/>
              </a:spcBef>
              <a:spcAft>
                <a:spcPts val="0"/>
              </a:spcAft>
              <a:buNone/>
            </a:pPr>
            <a:r>
              <a:t/>
            </a:r>
            <a:endParaRPr b="1" sz="1200">
              <a:solidFill>
                <a:srgbClr val="FFFFFF"/>
              </a:solidFill>
            </a:endParaRPr>
          </a:p>
        </p:txBody>
      </p:sp>
      <p:sp>
        <p:nvSpPr>
          <p:cNvPr id="5569" name="Google Shape;5569;p91"/>
          <p:cNvSpPr/>
          <p:nvPr/>
        </p:nvSpPr>
        <p:spPr>
          <a:xfrm>
            <a:off x="83988" y="595504"/>
            <a:ext cx="190200" cy="1692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0" name="Google Shape;5570;p91"/>
          <p:cNvSpPr/>
          <p:nvPr/>
        </p:nvSpPr>
        <p:spPr>
          <a:xfrm>
            <a:off x="2350598" y="358950"/>
            <a:ext cx="88500" cy="4023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1" name="Google Shape;5571;p91"/>
          <p:cNvSpPr/>
          <p:nvPr/>
        </p:nvSpPr>
        <p:spPr>
          <a:xfrm>
            <a:off x="2277739" y="663750"/>
            <a:ext cx="88500" cy="1089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2" name="Google Shape;5572;p91"/>
          <p:cNvSpPr/>
          <p:nvPr/>
        </p:nvSpPr>
        <p:spPr>
          <a:xfrm>
            <a:off x="1635175" y="2219875"/>
            <a:ext cx="8206800" cy="1399500"/>
          </a:xfrm>
          <a:prstGeom prst="roundRect">
            <a:avLst>
              <a:gd fmla="val 3700"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3" name="Google Shape;5573;p91"/>
          <p:cNvSpPr txBox="1"/>
          <p:nvPr/>
        </p:nvSpPr>
        <p:spPr>
          <a:xfrm>
            <a:off x="121082" y="2118354"/>
            <a:ext cx="1514100" cy="1328100"/>
          </a:xfrm>
          <a:prstGeom prst="rect">
            <a:avLst/>
          </a:prstGeom>
          <a:noFill/>
          <a:ln>
            <a:noFill/>
          </a:ln>
        </p:spPr>
        <p:txBody>
          <a:bodyPr anchorCtr="0" anchor="t" bIns="91425" lIns="91425" spcFirstLastPara="1" rIns="91425" wrap="square" tIns="91425">
            <a:noAutofit/>
          </a:bodyPr>
          <a:lstStyle/>
          <a:p>
            <a:pPr indent="0" lvl="0" marL="45720" rtl="0" algn="r">
              <a:spcBef>
                <a:spcPts val="0"/>
              </a:spcBef>
              <a:spcAft>
                <a:spcPts val="0"/>
              </a:spcAft>
              <a:buNone/>
            </a:pPr>
            <a:r>
              <a:rPr b="1" lang="es-419" sz="1000">
                <a:solidFill>
                  <a:srgbClr val="202124"/>
                </a:solidFill>
                <a:latin typeface="Arvo"/>
                <a:ea typeface="Arvo"/>
                <a:cs typeface="Arvo"/>
                <a:sym typeface="Arvo"/>
              </a:rPr>
              <a:t>El problema que resuelve: </a:t>
            </a:r>
            <a:endParaRPr b="1" sz="1000">
              <a:solidFill>
                <a:srgbClr val="202124"/>
              </a:solidFill>
              <a:latin typeface="Arvo"/>
              <a:ea typeface="Arvo"/>
              <a:cs typeface="Arvo"/>
              <a:sym typeface="Arvo"/>
            </a:endParaRPr>
          </a:p>
          <a:p>
            <a:pPr indent="0" lvl="0" marL="45720" rtl="0" algn="r">
              <a:spcBef>
                <a:spcPts val="0"/>
              </a:spcBef>
              <a:spcAft>
                <a:spcPts val="0"/>
              </a:spcAft>
              <a:buNone/>
            </a:pPr>
            <a:r>
              <a:rPr b="1" lang="es-419" sz="1000">
                <a:solidFill>
                  <a:schemeClr val="dk1"/>
                </a:solidFill>
                <a:latin typeface="Arvo"/>
                <a:ea typeface="Arvo"/>
                <a:cs typeface="Arvo"/>
                <a:sym typeface="Arvo"/>
              </a:rPr>
              <a:t>  </a:t>
            </a:r>
            <a:r>
              <a:rPr i="1" lang="es-419" sz="600">
                <a:solidFill>
                  <a:schemeClr val="dk1"/>
                </a:solidFill>
                <a:latin typeface="Arvo"/>
                <a:ea typeface="Arvo"/>
                <a:cs typeface="Arvo"/>
                <a:sym typeface="Arvo"/>
              </a:rPr>
              <a:t>&lt;e</a:t>
            </a:r>
            <a:r>
              <a:rPr b="1" i="1" lang="es-419" sz="600">
                <a:solidFill>
                  <a:schemeClr val="dk1"/>
                </a:solidFill>
                <a:latin typeface="Arvo"/>
                <a:ea typeface="Arvo"/>
                <a:cs typeface="Arvo"/>
                <a:sym typeface="Arvo"/>
              </a:rPr>
              <a:t>j: </a:t>
            </a:r>
            <a:r>
              <a:rPr i="1" lang="es-419" sz="600">
                <a:solidFill>
                  <a:schemeClr val="dk1"/>
                </a:solidFill>
                <a:latin typeface="Arvo"/>
                <a:ea typeface="Arvo"/>
                <a:cs typeface="Arvo"/>
                <a:sym typeface="Arvo"/>
              </a:rPr>
              <a:t>Un registro escolar debe ser concedido solamente a estudiantes que no estén registrados en la actualidad para este periodo activo. Un estudiante podría registrarse en un solo colegio (para no quedarse sin cupo) mientras busca un colegio que ofrezca mejores condiciones para él&gt;</a:t>
            </a:r>
            <a:endParaRPr i="1" sz="600">
              <a:solidFill>
                <a:schemeClr val="hlink"/>
              </a:solidFill>
              <a:latin typeface="Arvo"/>
              <a:ea typeface="Arvo"/>
              <a:cs typeface="Arvo"/>
              <a:sym typeface="Arvo"/>
            </a:endParaRPr>
          </a:p>
        </p:txBody>
      </p:sp>
      <p:sp>
        <p:nvSpPr>
          <p:cNvPr id="5574" name="Google Shape;5574;p91"/>
          <p:cNvSpPr/>
          <p:nvPr/>
        </p:nvSpPr>
        <p:spPr>
          <a:xfrm>
            <a:off x="1635685" y="3831247"/>
            <a:ext cx="1838700" cy="646500"/>
          </a:xfrm>
          <a:prstGeom prst="roundRect">
            <a:avLst>
              <a:gd fmla="val 6541"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5" name="Google Shape;5575;p91"/>
          <p:cNvSpPr txBox="1"/>
          <p:nvPr/>
        </p:nvSpPr>
        <p:spPr>
          <a:xfrm>
            <a:off x="121075" y="3831250"/>
            <a:ext cx="1454400" cy="6465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0"/>
              </a:spcAft>
              <a:buNone/>
            </a:pPr>
            <a:r>
              <a:rPr b="1" lang="es-419" sz="1000">
                <a:solidFill>
                  <a:schemeClr val="dk1"/>
                </a:solidFill>
                <a:latin typeface="Arvo"/>
                <a:ea typeface="Arvo"/>
                <a:cs typeface="Arvo"/>
                <a:sym typeface="Arvo"/>
              </a:rPr>
              <a:t>Entidad a proteger con la regla:</a:t>
            </a:r>
            <a:endParaRPr b="1" sz="1000">
              <a:solidFill>
                <a:schemeClr val="dk1"/>
              </a:solidFill>
              <a:latin typeface="Arvo"/>
              <a:ea typeface="Arvo"/>
              <a:cs typeface="Arvo"/>
              <a:sym typeface="Arvo"/>
            </a:endParaRPr>
          </a:p>
          <a:p>
            <a:pPr indent="0" lvl="0" marL="0" rtl="0" algn="r">
              <a:lnSpc>
                <a:spcPct val="115000"/>
              </a:lnSpc>
              <a:spcBef>
                <a:spcPts val="0"/>
              </a:spcBef>
              <a:spcAft>
                <a:spcPts val="0"/>
              </a:spcAft>
              <a:buNone/>
            </a:pPr>
            <a:r>
              <a:rPr i="1" lang="es-419" sz="600">
                <a:solidFill>
                  <a:schemeClr val="dk1"/>
                </a:solidFill>
                <a:latin typeface="Arvo"/>
                <a:ea typeface="Arvo"/>
                <a:cs typeface="Arvo"/>
                <a:sym typeface="Arvo"/>
              </a:rPr>
              <a:t>&lt;ej:Registro estudiantil&gt;</a:t>
            </a:r>
            <a:endParaRPr i="1" sz="600">
              <a:solidFill>
                <a:schemeClr val="hlink"/>
              </a:solidFill>
              <a:latin typeface="Arvo"/>
              <a:ea typeface="Arvo"/>
              <a:cs typeface="Arvo"/>
              <a:sym typeface="Arvo"/>
            </a:endParaRPr>
          </a:p>
        </p:txBody>
      </p:sp>
      <p:sp>
        <p:nvSpPr>
          <p:cNvPr id="5576" name="Google Shape;5576;p91"/>
          <p:cNvSpPr/>
          <p:nvPr/>
        </p:nvSpPr>
        <p:spPr>
          <a:xfrm>
            <a:off x="1621925" y="1416400"/>
            <a:ext cx="8206800" cy="711600"/>
          </a:xfrm>
          <a:prstGeom prst="roundRect">
            <a:avLst>
              <a:gd fmla="val 11434"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7" name="Google Shape;5577;p91"/>
          <p:cNvSpPr txBox="1"/>
          <p:nvPr/>
        </p:nvSpPr>
        <p:spPr>
          <a:xfrm>
            <a:off x="6722450" y="3831250"/>
            <a:ext cx="1223100" cy="780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0"/>
              </a:spcAft>
              <a:buNone/>
            </a:pPr>
            <a:r>
              <a:rPr b="1" lang="es-419" sz="1000">
                <a:solidFill>
                  <a:schemeClr val="dk1"/>
                </a:solidFill>
                <a:latin typeface="Arvo"/>
                <a:ea typeface="Arvo"/>
                <a:cs typeface="Arvo"/>
                <a:sym typeface="Arvo"/>
              </a:rPr>
              <a:t>Estado Final de la Entidad si se aprueba la regla:</a:t>
            </a:r>
            <a:endParaRPr b="1" sz="1000">
              <a:solidFill>
                <a:schemeClr val="dk1"/>
              </a:solidFill>
              <a:latin typeface="Arvo"/>
              <a:ea typeface="Arvo"/>
              <a:cs typeface="Arvo"/>
              <a:sym typeface="Arvo"/>
            </a:endParaRPr>
          </a:p>
          <a:p>
            <a:pPr indent="0" lvl="0" marL="0" rtl="0" algn="r">
              <a:lnSpc>
                <a:spcPct val="115000"/>
              </a:lnSpc>
              <a:spcBef>
                <a:spcPts val="0"/>
              </a:spcBef>
              <a:spcAft>
                <a:spcPts val="0"/>
              </a:spcAft>
              <a:buNone/>
            </a:pPr>
            <a:r>
              <a:rPr i="1" lang="es-419" sz="600">
                <a:solidFill>
                  <a:schemeClr val="dk1"/>
                </a:solidFill>
                <a:latin typeface="Arvo"/>
                <a:ea typeface="Arvo"/>
                <a:cs typeface="Arvo"/>
                <a:sym typeface="Arvo"/>
              </a:rPr>
              <a:t>&lt;ej: aprobado&gt;</a:t>
            </a:r>
            <a:endParaRPr i="1" sz="1000">
              <a:solidFill>
                <a:schemeClr val="dk1"/>
              </a:solidFill>
              <a:latin typeface="Arvo"/>
              <a:ea typeface="Arvo"/>
              <a:cs typeface="Arvo"/>
              <a:sym typeface="Arvo"/>
            </a:endParaRPr>
          </a:p>
          <a:p>
            <a:pPr indent="0" lvl="0" marL="45720" rtl="0" algn="r">
              <a:spcBef>
                <a:spcPts val="0"/>
              </a:spcBef>
              <a:spcAft>
                <a:spcPts val="600"/>
              </a:spcAft>
              <a:buNone/>
            </a:pPr>
            <a:r>
              <a:t/>
            </a:r>
            <a:endParaRPr b="1" sz="1200">
              <a:solidFill>
                <a:schemeClr val="dk1"/>
              </a:solidFill>
              <a:latin typeface="Arvo"/>
              <a:ea typeface="Arvo"/>
              <a:cs typeface="Arvo"/>
              <a:sym typeface="Arvo"/>
            </a:endParaRPr>
          </a:p>
        </p:txBody>
      </p:sp>
      <p:sp>
        <p:nvSpPr>
          <p:cNvPr id="5578" name="Google Shape;5578;p91"/>
          <p:cNvSpPr/>
          <p:nvPr/>
        </p:nvSpPr>
        <p:spPr>
          <a:xfrm>
            <a:off x="4734976" y="3831247"/>
            <a:ext cx="1838700" cy="646500"/>
          </a:xfrm>
          <a:prstGeom prst="roundRect">
            <a:avLst>
              <a:gd fmla="val 6541"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9" name="Google Shape;5579;p91"/>
          <p:cNvSpPr/>
          <p:nvPr/>
        </p:nvSpPr>
        <p:spPr>
          <a:xfrm>
            <a:off x="7989981" y="3831265"/>
            <a:ext cx="1851900" cy="646500"/>
          </a:xfrm>
          <a:prstGeom prst="roundRect">
            <a:avLst>
              <a:gd fmla="val 6541"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0" name="Google Shape;5580;p91"/>
          <p:cNvSpPr txBox="1"/>
          <p:nvPr/>
        </p:nvSpPr>
        <p:spPr>
          <a:xfrm>
            <a:off x="3534832" y="3831240"/>
            <a:ext cx="1163700" cy="645000"/>
          </a:xfrm>
          <a:prstGeom prst="rect">
            <a:avLst/>
          </a:prstGeom>
          <a:noFill/>
          <a:ln>
            <a:noFill/>
          </a:ln>
        </p:spPr>
        <p:txBody>
          <a:bodyPr anchorCtr="0" anchor="t" bIns="0" lIns="0" spcFirstLastPara="1" rIns="0" wrap="square" tIns="0">
            <a:spAutoFit/>
          </a:bodyPr>
          <a:lstStyle/>
          <a:p>
            <a:pPr indent="0" lvl="0" marL="0" rtl="0" algn="r">
              <a:lnSpc>
                <a:spcPct val="115000"/>
              </a:lnSpc>
              <a:spcBef>
                <a:spcPts val="0"/>
              </a:spcBef>
              <a:spcAft>
                <a:spcPts val="0"/>
              </a:spcAft>
              <a:buNone/>
            </a:pPr>
            <a:r>
              <a:rPr b="1" lang="es-419" sz="1000">
                <a:solidFill>
                  <a:schemeClr val="dk1"/>
                </a:solidFill>
                <a:latin typeface="Arvo"/>
                <a:ea typeface="Arvo"/>
                <a:cs typeface="Arvo"/>
                <a:sym typeface="Arvo"/>
              </a:rPr>
              <a:t>Estado Inicial de la Entidad:</a:t>
            </a:r>
            <a:endParaRPr b="1" sz="1000">
              <a:solidFill>
                <a:schemeClr val="dk1"/>
              </a:solidFill>
              <a:latin typeface="Arvo"/>
              <a:ea typeface="Arvo"/>
              <a:cs typeface="Arvo"/>
              <a:sym typeface="Arvo"/>
            </a:endParaRPr>
          </a:p>
          <a:p>
            <a:pPr indent="0" lvl="0" marL="0" rtl="0" algn="r">
              <a:lnSpc>
                <a:spcPct val="115000"/>
              </a:lnSpc>
              <a:spcBef>
                <a:spcPts val="0"/>
              </a:spcBef>
              <a:spcAft>
                <a:spcPts val="0"/>
              </a:spcAft>
              <a:buNone/>
            </a:pPr>
            <a:r>
              <a:rPr i="1" lang="es-419" sz="600">
                <a:solidFill>
                  <a:schemeClr val="dk1"/>
                </a:solidFill>
                <a:latin typeface="Arvo"/>
                <a:ea typeface="Arvo"/>
                <a:cs typeface="Arvo"/>
                <a:sym typeface="Arvo"/>
              </a:rPr>
              <a:t>&lt;ej: no aprobado&gt;</a:t>
            </a:r>
            <a:endParaRPr i="1" sz="1000">
              <a:solidFill>
                <a:schemeClr val="dk1"/>
              </a:solidFill>
              <a:latin typeface="Arvo"/>
              <a:ea typeface="Arvo"/>
              <a:cs typeface="Arvo"/>
              <a:sym typeface="Arvo"/>
            </a:endParaRPr>
          </a:p>
          <a:p>
            <a:pPr indent="0" lvl="0" marL="45720" rtl="0" algn="r">
              <a:spcBef>
                <a:spcPts val="0"/>
              </a:spcBef>
              <a:spcAft>
                <a:spcPts val="600"/>
              </a:spcAft>
              <a:buNone/>
            </a:pPr>
            <a:r>
              <a:t/>
            </a:r>
            <a:endParaRPr b="1" sz="1200">
              <a:solidFill>
                <a:schemeClr val="dk1"/>
              </a:solidFill>
              <a:latin typeface="Arvo"/>
              <a:ea typeface="Arvo"/>
              <a:cs typeface="Arvo"/>
              <a:sym typeface="Arvo"/>
            </a:endParaRPr>
          </a:p>
        </p:txBody>
      </p:sp>
      <p:sp>
        <p:nvSpPr>
          <p:cNvPr id="5581" name="Google Shape;5581;p91"/>
          <p:cNvSpPr txBox="1"/>
          <p:nvPr>
            <p:ph idx="1" type="subTitle"/>
          </p:nvPr>
        </p:nvSpPr>
        <p:spPr>
          <a:xfrm>
            <a:off x="1635275" y="2227250"/>
            <a:ext cx="8206800" cy="1399500"/>
          </a:xfrm>
          <a:prstGeom prst="rect">
            <a:avLst/>
          </a:prstGeom>
          <a:noFill/>
          <a:ln>
            <a:noFill/>
          </a:ln>
        </p:spPr>
        <p:txBody>
          <a:bodyPr anchorCtr="0" anchor="t" bIns="36000" lIns="36000" spcFirstLastPara="1" rIns="36000" wrap="square" tIns="36000">
            <a:noAutofit/>
          </a:bodyPr>
          <a:lstStyle>
            <a:lvl1pPr lvl="0">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5582" name="Google Shape;5582;p91"/>
          <p:cNvSpPr txBox="1"/>
          <p:nvPr>
            <p:ph idx="2" type="subTitle"/>
          </p:nvPr>
        </p:nvSpPr>
        <p:spPr>
          <a:xfrm>
            <a:off x="1648125" y="3855575"/>
            <a:ext cx="1831200" cy="646500"/>
          </a:xfrm>
          <a:prstGeom prst="rect">
            <a:avLst/>
          </a:prstGeom>
          <a:noFill/>
          <a:ln>
            <a:noFill/>
          </a:ln>
        </p:spPr>
        <p:txBody>
          <a:bodyPr anchorCtr="0" anchor="t" bIns="36000" lIns="36000" spcFirstLastPara="1" rIns="36000" wrap="square" tIns="36000">
            <a:noAutofit/>
          </a:bodyPr>
          <a:lstStyle>
            <a:lvl1pPr lvl="0">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100000"/>
              </a:lnSpc>
              <a:spcBef>
                <a:spcPts val="0"/>
              </a:spcBef>
              <a:spcAft>
                <a:spcPts val="0"/>
              </a:spcAft>
              <a:buClr>
                <a:srgbClr val="000000"/>
              </a:buClr>
              <a:buSzPts val="800"/>
              <a:buNone/>
              <a:defRPr sz="800">
                <a:solidFill>
                  <a:srgbClr val="000000"/>
                </a:solidFill>
              </a:defRPr>
            </a:lvl2pPr>
            <a:lvl3pPr lvl="2">
              <a:lnSpc>
                <a:spcPct val="100000"/>
              </a:lnSpc>
              <a:spcBef>
                <a:spcPts val="0"/>
              </a:spcBef>
              <a:spcAft>
                <a:spcPts val="0"/>
              </a:spcAft>
              <a:buClr>
                <a:srgbClr val="000000"/>
              </a:buClr>
              <a:buSzPts val="800"/>
              <a:buNone/>
              <a:defRPr sz="800">
                <a:solidFill>
                  <a:srgbClr val="000000"/>
                </a:solidFill>
              </a:defRPr>
            </a:lvl3pPr>
            <a:lvl4pPr lvl="3">
              <a:lnSpc>
                <a:spcPct val="100000"/>
              </a:lnSpc>
              <a:spcBef>
                <a:spcPts val="0"/>
              </a:spcBef>
              <a:spcAft>
                <a:spcPts val="0"/>
              </a:spcAft>
              <a:buClr>
                <a:srgbClr val="000000"/>
              </a:buClr>
              <a:buSzPts val="800"/>
              <a:buNone/>
              <a:defRPr sz="800">
                <a:solidFill>
                  <a:srgbClr val="000000"/>
                </a:solidFill>
              </a:defRPr>
            </a:lvl4pPr>
            <a:lvl5pPr lvl="4">
              <a:lnSpc>
                <a:spcPct val="100000"/>
              </a:lnSpc>
              <a:spcBef>
                <a:spcPts val="0"/>
              </a:spcBef>
              <a:spcAft>
                <a:spcPts val="0"/>
              </a:spcAft>
              <a:buClr>
                <a:srgbClr val="000000"/>
              </a:buClr>
              <a:buSzPts val="800"/>
              <a:buNone/>
              <a:defRPr sz="800">
                <a:solidFill>
                  <a:srgbClr val="000000"/>
                </a:solidFill>
              </a:defRPr>
            </a:lvl5pPr>
            <a:lvl6pPr lvl="5">
              <a:lnSpc>
                <a:spcPct val="100000"/>
              </a:lnSpc>
              <a:spcBef>
                <a:spcPts val="0"/>
              </a:spcBef>
              <a:spcAft>
                <a:spcPts val="0"/>
              </a:spcAft>
              <a:buClr>
                <a:srgbClr val="000000"/>
              </a:buClr>
              <a:buSzPts val="800"/>
              <a:buNone/>
              <a:defRPr sz="800">
                <a:solidFill>
                  <a:srgbClr val="000000"/>
                </a:solidFill>
              </a:defRPr>
            </a:lvl6pPr>
            <a:lvl7pPr lvl="6">
              <a:lnSpc>
                <a:spcPct val="100000"/>
              </a:lnSpc>
              <a:spcBef>
                <a:spcPts val="0"/>
              </a:spcBef>
              <a:spcAft>
                <a:spcPts val="0"/>
              </a:spcAft>
              <a:buClr>
                <a:srgbClr val="000000"/>
              </a:buClr>
              <a:buSzPts val="800"/>
              <a:buNone/>
              <a:defRPr sz="800">
                <a:solidFill>
                  <a:srgbClr val="000000"/>
                </a:solidFill>
              </a:defRPr>
            </a:lvl7pPr>
            <a:lvl8pPr lvl="7">
              <a:lnSpc>
                <a:spcPct val="100000"/>
              </a:lnSpc>
              <a:spcBef>
                <a:spcPts val="0"/>
              </a:spcBef>
              <a:spcAft>
                <a:spcPts val="0"/>
              </a:spcAft>
              <a:buClr>
                <a:srgbClr val="000000"/>
              </a:buClr>
              <a:buSzPts val="800"/>
              <a:buNone/>
              <a:defRPr sz="800">
                <a:solidFill>
                  <a:srgbClr val="000000"/>
                </a:solidFill>
              </a:defRPr>
            </a:lvl8pPr>
            <a:lvl9pPr lvl="8">
              <a:lnSpc>
                <a:spcPct val="100000"/>
              </a:lnSpc>
              <a:spcBef>
                <a:spcPts val="0"/>
              </a:spcBef>
              <a:spcAft>
                <a:spcPts val="0"/>
              </a:spcAft>
              <a:buClr>
                <a:srgbClr val="000000"/>
              </a:buClr>
              <a:buSzPts val="800"/>
              <a:buNone/>
              <a:defRPr sz="800">
                <a:solidFill>
                  <a:srgbClr val="000000"/>
                </a:solidFill>
              </a:defRPr>
            </a:lvl9pPr>
          </a:lstStyle>
          <a:p/>
        </p:txBody>
      </p:sp>
      <p:sp>
        <p:nvSpPr>
          <p:cNvPr id="5583" name="Google Shape;5583;p91"/>
          <p:cNvSpPr/>
          <p:nvPr/>
        </p:nvSpPr>
        <p:spPr>
          <a:xfrm>
            <a:off x="286150" y="4766163"/>
            <a:ext cx="1311300" cy="607500"/>
          </a:xfrm>
          <a:prstGeom prst="roundRect">
            <a:avLst>
              <a:gd fmla="val 9450" name="adj"/>
            </a:avLst>
          </a:prstGeom>
          <a:noFill/>
          <a:ln>
            <a:noFill/>
          </a:ln>
        </p:spPr>
        <p:txBody>
          <a:bodyPr anchorCtr="0" anchor="t" bIns="0" lIns="36000" spcFirstLastPara="1" rIns="0" wrap="square" tIns="0">
            <a:noAutofit/>
          </a:bodyPr>
          <a:lstStyle/>
          <a:p>
            <a:pPr indent="0" lvl="0" marL="0" rtl="0" algn="r">
              <a:lnSpc>
                <a:spcPct val="115000"/>
              </a:lnSpc>
              <a:spcBef>
                <a:spcPts val="0"/>
              </a:spcBef>
              <a:spcAft>
                <a:spcPts val="0"/>
              </a:spcAft>
              <a:buClr>
                <a:schemeClr val="dk1"/>
              </a:buClr>
              <a:buSzPts val="1100"/>
              <a:buFont typeface="Arial"/>
              <a:buNone/>
            </a:pPr>
            <a:r>
              <a:rPr b="1" lang="es-419" sz="1000">
                <a:solidFill>
                  <a:schemeClr val="dk1"/>
                </a:solidFill>
                <a:latin typeface="Arvo"/>
                <a:ea typeface="Arvo"/>
                <a:cs typeface="Arvo"/>
                <a:sym typeface="Arvo"/>
              </a:rPr>
              <a:t>Entidades Participantes:</a:t>
            </a:r>
            <a:endParaRPr sz="1000"/>
          </a:p>
        </p:txBody>
      </p:sp>
      <p:grpSp>
        <p:nvGrpSpPr>
          <p:cNvPr id="5584" name="Google Shape;5584;p91"/>
          <p:cNvGrpSpPr/>
          <p:nvPr/>
        </p:nvGrpSpPr>
        <p:grpSpPr>
          <a:xfrm>
            <a:off x="1670204" y="4672426"/>
            <a:ext cx="3238409" cy="893400"/>
            <a:chOff x="2627447" y="1670375"/>
            <a:chExt cx="3587073" cy="893400"/>
          </a:xfrm>
        </p:grpSpPr>
        <p:sp>
          <p:nvSpPr>
            <p:cNvPr id="5585" name="Google Shape;5585;p91"/>
            <p:cNvSpPr/>
            <p:nvPr/>
          </p:nvSpPr>
          <p:spPr>
            <a:xfrm>
              <a:off x="2627447" y="1670375"/>
              <a:ext cx="1782000" cy="893400"/>
            </a:xfrm>
            <a:prstGeom prst="rect">
              <a:avLst/>
            </a:prstGeom>
            <a:solidFill>
              <a:srgbClr val="FFF2CC"/>
            </a:solidFill>
            <a:ln cap="flat" cmpd="sng" w="9525">
              <a:solidFill>
                <a:srgbClr val="D9EA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6" name="Google Shape;5586;p91"/>
            <p:cNvSpPr/>
            <p:nvPr/>
          </p:nvSpPr>
          <p:spPr>
            <a:xfrm>
              <a:off x="4450520" y="1670375"/>
              <a:ext cx="1764000" cy="893400"/>
            </a:xfrm>
            <a:prstGeom prst="rect">
              <a:avLst/>
            </a:prstGeom>
            <a:solidFill>
              <a:srgbClr val="FFF2CC"/>
            </a:solidFill>
            <a:ln cap="flat" cmpd="sng" w="9525">
              <a:solidFill>
                <a:srgbClr val="F4CCC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cxnSp>
        <p:nvCxnSpPr>
          <p:cNvPr id="5587" name="Google Shape;5587;p91"/>
          <p:cNvCxnSpPr/>
          <p:nvPr/>
        </p:nvCxnSpPr>
        <p:spPr>
          <a:xfrm>
            <a:off x="6548821" y="4666600"/>
            <a:ext cx="0" cy="899700"/>
          </a:xfrm>
          <a:prstGeom prst="straightConnector1">
            <a:avLst/>
          </a:prstGeom>
          <a:noFill/>
          <a:ln cap="flat" cmpd="sng" w="28575">
            <a:solidFill>
              <a:srgbClr val="D9D9D9"/>
            </a:solidFill>
            <a:prstDash val="solid"/>
            <a:round/>
            <a:headEnd len="sm" w="sm" type="none"/>
            <a:tailEnd len="sm" w="sm" type="none"/>
          </a:ln>
        </p:spPr>
      </p:cxnSp>
      <p:grpSp>
        <p:nvGrpSpPr>
          <p:cNvPr id="5588" name="Google Shape;5588;p91"/>
          <p:cNvGrpSpPr/>
          <p:nvPr/>
        </p:nvGrpSpPr>
        <p:grpSpPr>
          <a:xfrm>
            <a:off x="4949628" y="4672426"/>
            <a:ext cx="3238409" cy="893400"/>
            <a:chOff x="2627447" y="1670375"/>
            <a:chExt cx="3587073" cy="893400"/>
          </a:xfrm>
        </p:grpSpPr>
        <p:sp>
          <p:nvSpPr>
            <p:cNvPr id="5589" name="Google Shape;5589;p91"/>
            <p:cNvSpPr/>
            <p:nvPr/>
          </p:nvSpPr>
          <p:spPr>
            <a:xfrm>
              <a:off x="2627447" y="1670375"/>
              <a:ext cx="1782000" cy="893400"/>
            </a:xfrm>
            <a:prstGeom prst="rect">
              <a:avLst/>
            </a:prstGeom>
            <a:solidFill>
              <a:srgbClr val="FFF2CC"/>
            </a:solidFill>
            <a:ln cap="flat" cmpd="sng" w="9525">
              <a:solidFill>
                <a:srgbClr val="D9EA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0" name="Google Shape;5590;p91"/>
            <p:cNvSpPr/>
            <p:nvPr/>
          </p:nvSpPr>
          <p:spPr>
            <a:xfrm>
              <a:off x="4450520" y="1670375"/>
              <a:ext cx="1764000" cy="893400"/>
            </a:xfrm>
            <a:prstGeom prst="rect">
              <a:avLst/>
            </a:prstGeom>
            <a:solidFill>
              <a:srgbClr val="FFF2CC"/>
            </a:solidFill>
            <a:ln cap="flat" cmpd="sng" w="9525">
              <a:solidFill>
                <a:srgbClr val="F4CCC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91" name="Google Shape;5591;p91"/>
          <p:cNvSpPr txBox="1"/>
          <p:nvPr>
            <p:ph idx="3" type="subTitle"/>
          </p:nvPr>
        </p:nvSpPr>
        <p:spPr>
          <a:xfrm>
            <a:off x="4740190" y="3829375"/>
            <a:ext cx="1831200" cy="646500"/>
          </a:xfrm>
          <a:prstGeom prst="rect">
            <a:avLst/>
          </a:prstGeom>
          <a:noFill/>
          <a:ln>
            <a:noFill/>
          </a:ln>
        </p:spPr>
        <p:txBody>
          <a:bodyPr anchorCtr="0" anchor="t" bIns="36000" lIns="36000" spcFirstLastPara="1" rIns="36000" wrap="square" tIns="36000">
            <a:noAutofit/>
          </a:bodyPr>
          <a:lstStyle>
            <a:lvl1pPr lvl="0">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100000"/>
              </a:lnSpc>
              <a:spcBef>
                <a:spcPts val="0"/>
              </a:spcBef>
              <a:spcAft>
                <a:spcPts val="0"/>
              </a:spcAft>
              <a:buClr>
                <a:srgbClr val="000000"/>
              </a:buClr>
              <a:buSzPts val="800"/>
              <a:buNone/>
              <a:defRPr sz="800">
                <a:solidFill>
                  <a:srgbClr val="000000"/>
                </a:solidFill>
              </a:defRPr>
            </a:lvl2pPr>
            <a:lvl3pPr lvl="2">
              <a:lnSpc>
                <a:spcPct val="100000"/>
              </a:lnSpc>
              <a:spcBef>
                <a:spcPts val="0"/>
              </a:spcBef>
              <a:spcAft>
                <a:spcPts val="0"/>
              </a:spcAft>
              <a:buClr>
                <a:srgbClr val="000000"/>
              </a:buClr>
              <a:buSzPts val="800"/>
              <a:buNone/>
              <a:defRPr sz="800">
                <a:solidFill>
                  <a:srgbClr val="000000"/>
                </a:solidFill>
              </a:defRPr>
            </a:lvl3pPr>
            <a:lvl4pPr lvl="3">
              <a:lnSpc>
                <a:spcPct val="100000"/>
              </a:lnSpc>
              <a:spcBef>
                <a:spcPts val="0"/>
              </a:spcBef>
              <a:spcAft>
                <a:spcPts val="0"/>
              </a:spcAft>
              <a:buClr>
                <a:srgbClr val="000000"/>
              </a:buClr>
              <a:buSzPts val="800"/>
              <a:buNone/>
              <a:defRPr sz="800">
                <a:solidFill>
                  <a:srgbClr val="000000"/>
                </a:solidFill>
              </a:defRPr>
            </a:lvl4pPr>
            <a:lvl5pPr lvl="4">
              <a:lnSpc>
                <a:spcPct val="100000"/>
              </a:lnSpc>
              <a:spcBef>
                <a:spcPts val="0"/>
              </a:spcBef>
              <a:spcAft>
                <a:spcPts val="0"/>
              </a:spcAft>
              <a:buClr>
                <a:srgbClr val="000000"/>
              </a:buClr>
              <a:buSzPts val="800"/>
              <a:buNone/>
              <a:defRPr sz="800">
                <a:solidFill>
                  <a:srgbClr val="000000"/>
                </a:solidFill>
              </a:defRPr>
            </a:lvl5pPr>
            <a:lvl6pPr lvl="5">
              <a:lnSpc>
                <a:spcPct val="100000"/>
              </a:lnSpc>
              <a:spcBef>
                <a:spcPts val="0"/>
              </a:spcBef>
              <a:spcAft>
                <a:spcPts val="0"/>
              </a:spcAft>
              <a:buClr>
                <a:srgbClr val="000000"/>
              </a:buClr>
              <a:buSzPts val="800"/>
              <a:buNone/>
              <a:defRPr sz="800">
                <a:solidFill>
                  <a:srgbClr val="000000"/>
                </a:solidFill>
              </a:defRPr>
            </a:lvl6pPr>
            <a:lvl7pPr lvl="6">
              <a:lnSpc>
                <a:spcPct val="100000"/>
              </a:lnSpc>
              <a:spcBef>
                <a:spcPts val="0"/>
              </a:spcBef>
              <a:spcAft>
                <a:spcPts val="0"/>
              </a:spcAft>
              <a:buClr>
                <a:srgbClr val="000000"/>
              </a:buClr>
              <a:buSzPts val="800"/>
              <a:buNone/>
              <a:defRPr sz="800">
                <a:solidFill>
                  <a:srgbClr val="000000"/>
                </a:solidFill>
              </a:defRPr>
            </a:lvl7pPr>
            <a:lvl8pPr lvl="7">
              <a:lnSpc>
                <a:spcPct val="100000"/>
              </a:lnSpc>
              <a:spcBef>
                <a:spcPts val="0"/>
              </a:spcBef>
              <a:spcAft>
                <a:spcPts val="0"/>
              </a:spcAft>
              <a:buClr>
                <a:srgbClr val="000000"/>
              </a:buClr>
              <a:buSzPts val="800"/>
              <a:buNone/>
              <a:defRPr sz="800">
                <a:solidFill>
                  <a:srgbClr val="000000"/>
                </a:solidFill>
              </a:defRPr>
            </a:lvl8pPr>
            <a:lvl9pPr lvl="8">
              <a:lnSpc>
                <a:spcPct val="100000"/>
              </a:lnSpc>
              <a:spcBef>
                <a:spcPts val="0"/>
              </a:spcBef>
              <a:spcAft>
                <a:spcPts val="0"/>
              </a:spcAft>
              <a:buClr>
                <a:srgbClr val="000000"/>
              </a:buClr>
              <a:buSzPts val="800"/>
              <a:buNone/>
              <a:defRPr sz="800">
                <a:solidFill>
                  <a:srgbClr val="000000"/>
                </a:solidFill>
              </a:defRPr>
            </a:lvl9pPr>
          </a:lstStyle>
          <a:p/>
        </p:txBody>
      </p:sp>
      <p:sp>
        <p:nvSpPr>
          <p:cNvPr id="5592" name="Google Shape;5592;p91"/>
          <p:cNvSpPr txBox="1"/>
          <p:nvPr>
            <p:ph idx="4" type="subTitle"/>
          </p:nvPr>
        </p:nvSpPr>
        <p:spPr>
          <a:xfrm>
            <a:off x="7998604" y="3829375"/>
            <a:ext cx="1831200" cy="646500"/>
          </a:xfrm>
          <a:prstGeom prst="rect">
            <a:avLst/>
          </a:prstGeom>
          <a:noFill/>
          <a:ln>
            <a:noFill/>
          </a:ln>
        </p:spPr>
        <p:txBody>
          <a:bodyPr anchorCtr="0" anchor="t" bIns="36000" lIns="36000" spcFirstLastPara="1" rIns="36000" wrap="square" tIns="36000">
            <a:noAutofit/>
          </a:bodyPr>
          <a:lstStyle>
            <a:lvl1pPr lvl="0">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100000"/>
              </a:lnSpc>
              <a:spcBef>
                <a:spcPts val="0"/>
              </a:spcBef>
              <a:spcAft>
                <a:spcPts val="0"/>
              </a:spcAft>
              <a:buClr>
                <a:srgbClr val="000000"/>
              </a:buClr>
              <a:buSzPts val="800"/>
              <a:buNone/>
              <a:defRPr sz="800">
                <a:solidFill>
                  <a:srgbClr val="000000"/>
                </a:solidFill>
              </a:defRPr>
            </a:lvl2pPr>
            <a:lvl3pPr lvl="2">
              <a:lnSpc>
                <a:spcPct val="100000"/>
              </a:lnSpc>
              <a:spcBef>
                <a:spcPts val="0"/>
              </a:spcBef>
              <a:spcAft>
                <a:spcPts val="0"/>
              </a:spcAft>
              <a:buClr>
                <a:srgbClr val="000000"/>
              </a:buClr>
              <a:buSzPts val="800"/>
              <a:buNone/>
              <a:defRPr sz="800">
                <a:solidFill>
                  <a:srgbClr val="000000"/>
                </a:solidFill>
              </a:defRPr>
            </a:lvl3pPr>
            <a:lvl4pPr lvl="3">
              <a:lnSpc>
                <a:spcPct val="100000"/>
              </a:lnSpc>
              <a:spcBef>
                <a:spcPts val="0"/>
              </a:spcBef>
              <a:spcAft>
                <a:spcPts val="0"/>
              </a:spcAft>
              <a:buClr>
                <a:srgbClr val="000000"/>
              </a:buClr>
              <a:buSzPts val="800"/>
              <a:buNone/>
              <a:defRPr sz="800">
                <a:solidFill>
                  <a:srgbClr val="000000"/>
                </a:solidFill>
              </a:defRPr>
            </a:lvl4pPr>
            <a:lvl5pPr lvl="4">
              <a:lnSpc>
                <a:spcPct val="100000"/>
              </a:lnSpc>
              <a:spcBef>
                <a:spcPts val="0"/>
              </a:spcBef>
              <a:spcAft>
                <a:spcPts val="0"/>
              </a:spcAft>
              <a:buClr>
                <a:srgbClr val="000000"/>
              </a:buClr>
              <a:buSzPts val="800"/>
              <a:buNone/>
              <a:defRPr sz="800">
                <a:solidFill>
                  <a:srgbClr val="000000"/>
                </a:solidFill>
              </a:defRPr>
            </a:lvl5pPr>
            <a:lvl6pPr lvl="5">
              <a:lnSpc>
                <a:spcPct val="100000"/>
              </a:lnSpc>
              <a:spcBef>
                <a:spcPts val="0"/>
              </a:spcBef>
              <a:spcAft>
                <a:spcPts val="0"/>
              </a:spcAft>
              <a:buClr>
                <a:srgbClr val="000000"/>
              </a:buClr>
              <a:buSzPts val="800"/>
              <a:buNone/>
              <a:defRPr sz="800">
                <a:solidFill>
                  <a:srgbClr val="000000"/>
                </a:solidFill>
              </a:defRPr>
            </a:lvl6pPr>
            <a:lvl7pPr lvl="6">
              <a:lnSpc>
                <a:spcPct val="100000"/>
              </a:lnSpc>
              <a:spcBef>
                <a:spcPts val="0"/>
              </a:spcBef>
              <a:spcAft>
                <a:spcPts val="0"/>
              </a:spcAft>
              <a:buClr>
                <a:srgbClr val="000000"/>
              </a:buClr>
              <a:buSzPts val="800"/>
              <a:buNone/>
              <a:defRPr sz="800">
                <a:solidFill>
                  <a:srgbClr val="000000"/>
                </a:solidFill>
              </a:defRPr>
            </a:lvl7pPr>
            <a:lvl8pPr lvl="7">
              <a:lnSpc>
                <a:spcPct val="100000"/>
              </a:lnSpc>
              <a:spcBef>
                <a:spcPts val="0"/>
              </a:spcBef>
              <a:spcAft>
                <a:spcPts val="0"/>
              </a:spcAft>
              <a:buClr>
                <a:srgbClr val="000000"/>
              </a:buClr>
              <a:buSzPts val="800"/>
              <a:buNone/>
              <a:defRPr sz="800">
                <a:solidFill>
                  <a:srgbClr val="000000"/>
                </a:solidFill>
              </a:defRPr>
            </a:lvl8pPr>
            <a:lvl9pPr lvl="8">
              <a:lnSpc>
                <a:spcPct val="100000"/>
              </a:lnSpc>
              <a:spcBef>
                <a:spcPts val="0"/>
              </a:spcBef>
              <a:spcAft>
                <a:spcPts val="0"/>
              </a:spcAft>
              <a:buClr>
                <a:srgbClr val="000000"/>
              </a:buClr>
              <a:buSzPts val="800"/>
              <a:buNone/>
              <a:defRPr sz="800">
                <a:solidFill>
                  <a:srgbClr val="000000"/>
                </a:solidFill>
              </a:defRPr>
            </a:lvl9pPr>
          </a:lstStyle>
          <a:p/>
        </p:txBody>
      </p:sp>
      <p:sp>
        <p:nvSpPr>
          <p:cNvPr id="5593" name="Google Shape;5593;p91"/>
          <p:cNvSpPr/>
          <p:nvPr/>
        </p:nvSpPr>
        <p:spPr>
          <a:xfrm>
            <a:off x="1669750" y="4680019"/>
            <a:ext cx="1608900" cy="287400"/>
          </a:xfrm>
          <a:prstGeom prst="rect">
            <a:avLst/>
          </a:prstGeom>
          <a:solidFill>
            <a:srgbClr val="FFF2CC"/>
          </a:solidFill>
          <a:ln cap="flat" cmpd="sng" w="9525">
            <a:solidFill>
              <a:srgbClr val="D9EAD3"/>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s-419" sz="1000">
                <a:solidFill>
                  <a:srgbClr val="666666"/>
                </a:solidFill>
                <a:latin typeface="Arvo"/>
                <a:ea typeface="Arvo"/>
                <a:cs typeface="Arvo"/>
                <a:sym typeface="Arvo"/>
              </a:rPr>
              <a:t>Entidad 1 </a:t>
            </a:r>
            <a:r>
              <a:rPr i="1" lang="es-419" sz="600">
                <a:solidFill>
                  <a:schemeClr val="dk1"/>
                </a:solidFill>
                <a:latin typeface="Arvo"/>
                <a:ea typeface="Arvo"/>
                <a:cs typeface="Arvo"/>
                <a:sym typeface="Arvo"/>
              </a:rPr>
              <a:t>&lt;ej: Estudiante&gt;</a:t>
            </a:r>
            <a:endParaRPr b="1" sz="1000">
              <a:solidFill>
                <a:srgbClr val="666666"/>
              </a:solidFill>
              <a:latin typeface="Arvo"/>
              <a:ea typeface="Arvo"/>
              <a:cs typeface="Arvo"/>
              <a:sym typeface="Arvo"/>
            </a:endParaRPr>
          </a:p>
        </p:txBody>
      </p:sp>
      <p:sp>
        <p:nvSpPr>
          <p:cNvPr id="5594" name="Google Shape;5594;p91"/>
          <p:cNvSpPr/>
          <p:nvPr/>
        </p:nvSpPr>
        <p:spPr>
          <a:xfrm>
            <a:off x="4944270" y="4680020"/>
            <a:ext cx="1608900" cy="287400"/>
          </a:xfrm>
          <a:prstGeom prst="rect">
            <a:avLst/>
          </a:prstGeom>
          <a:solidFill>
            <a:srgbClr val="FFF2CC"/>
          </a:solidFill>
          <a:ln cap="flat" cmpd="sng" w="9525">
            <a:solidFill>
              <a:srgbClr val="D9EAD3"/>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s-419" sz="1000">
                <a:solidFill>
                  <a:srgbClr val="666666"/>
                </a:solidFill>
                <a:latin typeface="Arvo"/>
                <a:ea typeface="Arvo"/>
                <a:cs typeface="Arvo"/>
                <a:sym typeface="Arvo"/>
              </a:rPr>
              <a:t>Entidad 3 </a:t>
            </a:r>
            <a:r>
              <a:rPr i="1" lang="es-419" sz="600">
                <a:solidFill>
                  <a:schemeClr val="dk1"/>
                </a:solidFill>
                <a:latin typeface="Arvo"/>
                <a:ea typeface="Arvo"/>
                <a:cs typeface="Arvo"/>
                <a:sym typeface="Arvo"/>
              </a:rPr>
              <a:t>&lt;ej: Curso&gt;</a:t>
            </a:r>
            <a:endParaRPr b="1" sz="1000">
              <a:solidFill>
                <a:srgbClr val="666666"/>
              </a:solidFill>
              <a:latin typeface="Arvo"/>
              <a:ea typeface="Arvo"/>
              <a:cs typeface="Arvo"/>
              <a:sym typeface="Arvo"/>
            </a:endParaRPr>
          </a:p>
        </p:txBody>
      </p:sp>
      <p:sp>
        <p:nvSpPr>
          <p:cNvPr id="5595" name="Google Shape;5595;p91"/>
          <p:cNvSpPr/>
          <p:nvPr/>
        </p:nvSpPr>
        <p:spPr>
          <a:xfrm>
            <a:off x="6590435" y="4672420"/>
            <a:ext cx="1597800" cy="294900"/>
          </a:xfrm>
          <a:prstGeom prst="rect">
            <a:avLst/>
          </a:prstGeom>
          <a:solidFill>
            <a:srgbClr val="FFF2CC"/>
          </a:solidFill>
          <a:ln cap="flat" cmpd="sng" w="9525">
            <a:solidFill>
              <a:srgbClr val="D9EAD3"/>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s-419" sz="1000">
                <a:solidFill>
                  <a:srgbClr val="666666"/>
                </a:solidFill>
                <a:latin typeface="Arvo"/>
                <a:ea typeface="Arvo"/>
                <a:cs typeface="Arvo"/>
                <a:sym typeface="Arvo"/>
              </a:rPr>
              <a:t>Entidad 4 </a:t>
            </a:r>
            <a:r>
              <a:rPr i="1" lang="es-419" sz="600">
                <a:solidFill>
                  <a:schemeClr val="dk1"/>
                </a:solidFill>
                <a:latin typeface="Arvo"/>
                <a:ea typeface="Arvo"/>
                <a:cs typeface="Arvo"/>
                <a:sym typeface="Arvo"/>
              </a:rPr>
              <a:t>&lt;ej: Periodo&gt;</a:t>
            </a:r>
            <a:endParaRPr b="1" sz="1000">
              <a:solidFill>
                <a:srgbClr val="666666"/>
              </a:solidFill>
              <a:latin typeface="Arvo"/>
              <a:ea typeface="Arvo"/>
              <a:cs typeface="Arvo"/>
              <a:sym typeface="Arvo"/>
            </a:endParaRPr>
          </a:p>
        </p:txBody>
      </p:sp>
      <p:grpSp>
        <p:nvGrpSpPr>
          <p:cNvPr id="5596" name="Google Shape;5596;p91"/>
          <p:cNvGrpSpPr/>
          <p:nvPr/>
        </p:nvGrpSpPr>
        <p:grpSpPr>
          <a:xfrm>
            <a:off x="1670204" y="5595956"/>
            <a:ext cx="3238409" cy="893400"/>
            <a:chOff x="2627447" y="1670375"/>
            <a:chExt cx="3587073" cy="893400"/>
          </a:xfrm>
        </p:grpSpPr>
        <p:sp>
          <p:nvSpPr>
            <p:cNvPr id="5597" name="Google Shape;5597;p91"/>
            <p:cNvSpPr/>
            <p:nvPr/>
          </p:nvSpPr>
          <p:spPr>
            <a:xfrm>
              <a:off x="2627447" y="1670375"/>
              <a:ext cx="1782000" cy="893400"/>
            </a:xfrm>
            <a:prstGeom prst="rect">
              <a:avLst/>
            </a:prstGeom>
            <a:solidFill>
              <a:srgbClr val="F4CCCC"/>
            </a:solidFill>
            <a:ln cap="flat" cmpd="sng" w="9525">
              <a:solidFill>
                <a:srgbClr val="D9EA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8" name="Google Shape;5598;p91"/>
            <p:cNvSpPr/>
            <p:nvPr/>
          </p:nvSpPr>
          <p:spPr>
            <a:xfrm>
              <a:off x="4450520" y="1670375"/>
              <a:ext cx="1764000" cy="893400"/>
            </a:xfrm>
            <a:prstGeom prst="rect">
              <a:avLst/>
            </a:prstGeom>
            <a:solidFill>
              <a:srgbClr val="F4CCCC"/>
            </a:solidFill>
            <a:ln cap="flat" cmpd="sng" w="9525">
              <a:solidFill>
                <a:srgbClr val="F4CCC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cxnSp>
        <p:nvCxnSpPr>
          <p:cNvPr id="5599" name="Google Shape;5599;p91"/>
          <p:cNvCxnSpPr/>
          <p:nvPr/>
        </p:nvCxnSpPr>
        <p:spPr>
          <a:xfrm>
            <a:off x="6548821" y="5590130"/>
            <a:ext cx="0" cy="899700"/>
          </a:xfrm>
          <a:prstGeom prst="straightConnector1">
            <a:avLst/>
          </a:prstGeom>
          <a:noFill/>
          <a:ln cap="flat" cmpd="sng" w="28575">
            <a:solidFill>
              <a:srgbClr val="D9D9D9"/>
            </a:solidFill>
            <a:prstDash val="solid"/>
            <a:round/>
            <a:headEnd len="sm" w="sm" type="none"/>
            <a:tailEnd len="sm" w="sm" type="none"/>
          </a:ln>
        </p:spPr>
      </p:cxnSp>
      <p:grpSp>
        <p:nvGrpSpPr>
          <p:cNvPr id="5600" name="Google Shape;5600;p91"/>
          <p:cNvGrpSpPr/>
          <p:nvPr/>
        </p:nvGrpSpPr>
        <p:grpSpPr>
          <a:xfrm>
            <a:off x="4949628" y="5595956"/>
            <a:ext cx="3238409" cy="893400"/>
            <a:chOff x="2627447" y="1670375"/>
            <a:chExt cx="3587073" cy="893400"/>
          </a:xfrm>
        </p:grpSpPr>
        <p:sp>
          <p:nvSpPr>
            <p:cNvPr id="5601" name="Google Shape;5601;p91"/>
            <p:cNvSpPr/>
            <p:nvPr/>
          </p:nvSpPr>
          <p:spPr>
            <a:xfrm>
              <a:off x="2627447" y="1670375"/>
              <a:ext cx="1782000" cy="893400"/>
            </a:xfrm>
            <a:prstGeom prst="rect">
              <a:avLst/>
            </a:prstGeom>
            <a:solidFill>
              <a:srgbClr val="F4CCCC"/>
            </a:solidFill>
            <a:ln cap="flat" cmpd="sng" w="9525">
              <a:solidFill>
                <a:srgbClr val="D9EA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2" name="Google Shape;5602;p91"/>
            <p:cNvSpPr/>
            <p:nvPr/>
          </p:nvSpPr>
          <p:spPr>
            <a:xfrm>
              <a:off x="4450520" y="1670375"/>
              <a:ext cx="1764000" cy="893400"/>
            </a:xfrm>
            <a:prstGeom prst="rect">
              <a:avLst/>
            </a:prstGeom>
            <a:solidFill>
              <a:srgbClr val="F4CCCC"/>
            </a:solidFill>
            <a:ln cap="flat" cmpd="sng" w="9525">
              <a:solidFill>
                <a:srgbClr val="F4CCC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603" name="Google Shape;5603;p91"/>
          <p:cNvSpPr/>
          <p:nvPr/>
        </p:nvSpPr>
        <p:spPr>
          <a:xfrm>
            <a:off x="1671578" y="5596051"/>
            <a:ext cx="1608900" cy="294900"/>
          </a:xfrm>
          <a:prstGeom prst="rect">
            <a:avLst/>
          </a:prstGeom>
          <a:solidFill>
            <a:srgbClr val="F4CCCC"/>
          </a:solidFill>
          <a:ln cap="flat" cmpd="sng" w="9525">
            <a:solidFill>
              <a:srgbClr val="D9EAD3"/>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s-419" sz="1000">
                <a:solidFill>
                  <a:srgbClr val="666666"/>
                </a:solidFill>
                <a:latin typeface="Arvo"/>
                <a:ea typeface="Arvo"/>
                <a:cs typeface="Arvo"/>
                <a:sym typeface="Arvo"/>
              </a:rPr>
              <a:t>Estado 1 </a:t>
            </a:r>
            <a:r>
              <a:rPr i="1" lang="es-419" sz="600">
                <a:solidFill>
                  <a:schemeClr val="dk1"/>
                </a:solidFill>
                <a:latin typeface="Arvo"/>
                <a:ea typeface="Arvo"/>
                <a:cs typeface="Arvo"/>
                <a:sym typeface="Arvo"/>
              </a:rPr>
              <a:t>&lt;ej:  Activo y no registrado&gt;</a:t>
            </a:r>
            <a:endParaRPr b="1" sz="1000">
              <a:solidFill>
                <a:srgbClr val="666666"/>
              </a:solidFill>
              <a:latin typeface="Arvo"/>
              <a:ea typeface="Arvo"/>
              <a:cs typeface="Arvo"/>
              <a:sym typeface="Arvo"/>
            </a:endParaRPr>
          </a:p>
        </p:txBody>
      </p:sp>
      <p:sp>
        <p:nvSpPr>
          <p:cNvPr id="5604" name="Google Shape;5604;p91"/>
          <p:cNvSpPr/>
          <p:nvPr/>
        </p:nvSpPr>
        <p:spPr>
          <a:xfrm>
            <a:off x="3313635" y="5596051"/>
            <a:ext cx="1597800" cy="294900"/>
          </a:xfrm>
          <a:prstGeom prst="rect">
            <a:avLst/>
          </a:prstGeom>
          <a:solidFill>
            <a:srgbClr val="F4CCCC"/>
          </a:solidFill>
          <a:ln cap="flat" cmpd="sng" w="9525">
            <a:solidFill>
              <a:srgbClr val="D9EAD3"/>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s-419" sz="1000">
                <a:solidFill>
                  <a:srgbClr val="666666"/>
                </a:solidFill>
                <a:latin typeface="Arvo"/>
                <a:ea typeface="Arvo"/>
                <a:cs typeface="Arvo"/>
                <a:sym typeface="Arvo"/>
              </a:rPr>
              <a:t>Estado 2 </a:t>
            </a:r>
            <a:r>
              <a:rPr i="1" lang="es-419" sz="600">
                <a:solidFill>
                  <a:schemeClr val="dk1"/>
                </a:solidFill>
                <a:latin typeface="Arvo"/>
                <a:ea typeface="Arvo"/>
                <a:cs typeface="Arvo"/>
                <a:sym typeface="Arvo"/>
              </a:rPr>
              <a:t>&lt;ej: en Funcionamiento&gt;</a:t>
            </a:r>
            <a:endParaRPr b="1" sz="1000">
              <a:solidFill>
                <a:srgbClr val="666666"/>
              </a:solidFill>
              <a:latin typeface="Arvo"/>
              <a:ea typeface="Arvo"/>
              <a:cs typeface="Arvo"/>
              <a:sym typeface="Arvo"/>
            </a:endParaRPr>
          </a:p>
        </p:txBody>
      </p:sp>
      <p:sp>
        <p:nvSpPr>
          <p:cNvPr id="5605" name="Google Shape;5605;p91"/>
          <p:cNvSpPr/>
          <p:nvPr/>
        </p:nvSpPr>
        <p:spPr>
          <a:xfrm>
            <a:off x="4951479" y="5603550"/>
            <a:ext cx="1608900" cy="287400"/>
          </a:xfrm>
          <a:prstGeom prst="rect">
            <a:avLst/>
          </a:prstGeom>
          <a:solidFill>
            <a:srgbClr val="F4CCCC"/>
          </a:solidFill>
          <a:ln cap="flat" cmpd="sng" w="9525">
            <a:solidFill>
              <a:srgbClr val="D9EAD3"/>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s-419" sz="1000">
                <a:solidFill>
                  <a:srgbClr val="666666"/>
                </a:solidFill>
                <a:latin typeface="Arvo"/>
                <a:ea typeface="Arvo"/>
                <a:cs typeface="Arvo"/>
                <a:sym typeface="Arvo"/>
              </a:rPr>
              <a:t>Estado 3 </a:t>
            </a:r>
            <a:r>
              <a:rPr i="1" lang="es-419" sz="600">
                <a:solidFill>
                  <a:schemeClr val="dk1"/>
                </a:solidFill>
                <a:latin typeface="Arvo"/>
                <a:ea typeface="Arvo"/>
                <a:cs typeface="Arvo"/>
                <a:sym typeface="Arvo"/>
              </a:rPr>
              <a:t>&lt;ej: Con Cupo&gt;</a:t>
            </a:r>
            <a:endParaRPr b="1" sz="1000">
              <a:solidFill>
                <a:srgbClr val="666666"/>
              </a:solidFill>
              <a:latin typeface="Arvo"/>
              <a:ea typeface="Arvo"/>
              <a:cs typeface="Arvo"/>
              <a:sym typeface="Arvo"/>
            </a:endParaRPr>
          </a:p>
        </p:txBody>
      </p:sp>
      <p:sp>
        <p:nvSpPr>
          <p:cNvPr id="5606" name="Google Shape;5606;p91"/>
          <p:cNvSpPr/>
          <p:nvPr/>
        </p:nvSpPr>
        <p:spPr>
          <a:xfrm>
            <a:off x="6593211" y="5596126"/>
            <a:ext cx="1595100" cy="294900"/>
          </a:xfrm>
          <a:prstGeom prst="rect">
            <a:avLst/>
          </a:prstGeom>
          <a:solidFill>
            <a:srgbClr val="F4CCCC"/>
          </a:solidFill>
          <a:ln cap="flat" cmpd="sng" w="9525">
            <a:solidFill>
              <a:srgbClr val="D9EAD3"/>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s-419" sz="1000">
                <a:solidFill>
                  <a:srgbClr val="666666"/>
                </a:solidFill>
                <a:latin typeface="Arvo"/>
                <a:ea typeface="Arvo"/>
                <a:cs typeface="Arvo"/>
                <a:sym typeface="Arvo"/>
              </a:rPr>
              <a:t>Estado 4 </a:t>
            </a:r>
            <a:r>
              <a:rPr i="1" lang="es-419" sz="600">
                <a:solidFill>
                  <a:schemeClr val="dk1"/>
                </a:solidFill>
                <a:latin typeface="Arvo"/>
                <a:ea typeface="Arvo"/>
                <a:cs typeface="Arvo"/>
                <a:sym typeface="Arvo"/>
              </a:rPr>
              <a:t>&lt;ej: Registrado&gt;</a:t>
            </a:r>
            <a:endParaRPr b="1" sz="1000">
              <a:solidFill>
                <a:srgbClr val="666666"/>
              </a:solidFill>
              <a:latin typeface="Arvo"/>
              <a:ea typeface="Arvo"/>
              <a:cs typeface="Arvo"/>
              <a:sym typeface="Arvo"/>
            </a:endParaRPr>
          </a:p>
        </p:txBody>
      </p:sp>
      <p:sp>
        <p:nvSpPr>
          <p:cNvPr id="5607" name="Google Shape;5607;p91"/>
          <p:cNvSpPr/>
          <p:nvPr/>
        </p:nvSpPr>
        <p:spPr>
          <a:xfrm>
            <a:off x="3313635" y="4680020"/>
            <a:ext cx="1595100" cy="287400"/>
          </a:xfrm>
          <a:prstGeom prst="rect">
            <a:avLst/>
          </a:prstGeom>
          <a:solidFill>
            <a:srgbClr val="FFF2CC"/>
          </a:solidFill>
          <a:ln cap="flat" cmpd="sng" w="9525">
            <a:solidFill>
              <a:srgbClr val="D9EAD3"/>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s-419" sz="1000">
                <a:solidFill>
                  <a:srgbClr val="666666"/>
                </a:solidFill>
                <a:latin typeface="Arvo"/>
                <a:ea typeface="Arvo"/>
                <a:cs typeface="Arvo"/>
                <a:sym typeface="Arvo"/>
              </a:rPr>
              <a:t>Entidad 2 </a:t>
            </a:r>
            <a:r>
              <a:rPr i="1" lang="es-419" sz="600">
                <a:solidFill>
                  <a:schemeClr val="dk1"/>
                </a:solidFill>
                <a:latin typeface="Arvo"/>
                <a:ea typeface="Arvo"/>
                <a:cs typeface="Arvo"/>
                <a:sym typeface="Arvo"/>
              </a:rPr>
              <a:t>&lt;ej: Colegio&gt;</a:t>
            </a:r>
            <a:endParaRPr b="1" sz="1000">
              <a:solidFill>
                <a:srgbClr val="666666"/>
              </a:solidFill>
              <a:latin typeface="Arvo"/>
              <a:ea typeface="Arvo"/>
              <a:cs typeface="Arvo"/>
              <a:sym typeface="Arvo"/>
            </a:endParaRPr>
          </a:p>
        </p:txBody>
      </p:sp>
      <p:sp>
        <p:nvSpPr>
          <p:cNvPr id="5608" name="Google Shape;5608;p91"/>
          <p:cNvSpPr txBox="1"/>
          <p:nvPr/>
        </p:nvSpPr>
        <p:spPr>
          <a:xfrm>
            <a:off x="121075" y="1356352"/>
            <a:ext cx="1514100" cy="711600"/>
          </a:xfrm>
          <a:prstGeom prst="rect">
            <a:avLst/>
          </a:prstGeom>
          <a:noFill/>
          <a:ln>
            <a:noFill/>
          </a:ln>
        </p:spPr>
        <p:txBody>
          <a:bodyPr anchorCtr="0" anchor="t" bIns="91425" lIns="91425" spcFirstLastPara="1" rIns="91425" wrap="square" tIns="91425">
            <a:noAutofit/>
          </a:bodyPr>
          <a:lstStyle/>
          <a:p>
            <a:pPr indent="0" lvl="0" marL="45720" rtl="0" algn="r">
              <a:spcBef>
                <a:spcPts val="0"/>
              </a:spcBef>
              <a:spcAft>
                <a:spcPts val="0"/>
              </a:spcAft>
              <a:buNone/>
            </a:pPr>
            <a:r>
              <a:rPr b="1" lang="es-419" sz="1000">
                <a:solidFill>
                  <a:srgbClr val="202124"/>
                </a:solidFill>
                <a:latin typeface="Arvo"/>
                <a:ea typeface="Arvo"/>
                <a:cs typeface="Arvo"/>
                <a:sym typeface="Arvo"/>
              </a:rPr>
              <a:t>Descripción de la regla: </a:t>
            </a:r>
            <a:endParaRPr b="1" sz="1000">
              <a:solidFill>
                <a:srgbClr val="202124"/>
              </a:solidFill>
              <a:latin typeface="Arvo"/>
              <a:ea typeface="Arvo"/>
              <a:cs typeface="Arvo"/>
              <a:sym typeface="Arvo"/>
            </a:endParaRPr>
          </a:p>
          <a:p>
            <a:pPr indent="0" lvl="0" marL="45720" rtl="0" algn="r">
              <a:spcBef>
                <a:spcPts val="0"/>
              </a:spcBef>
              <a:spcAft>
                <a:spcPts val="0"/>
              </a:spcAft>
              <a:buNone/>
            </a:pPr>
            <a:r>
              <a:rPr b="1" lang="es-419" sz="1000">
                <a:solidFill>
                  <a:schemeClr val="dk1"/>
                </a:solidFill>
                <a:latin typeface="Arvo"/>
                <a:ea typeface="Arvo"/>
                <a:cs typeface="Arvo"/>
                <a:sym typeface="Arvo"/>
              </a:rPr>
              <a:t>  </a:t>
            </a:r>
            <a:r>
              <a:rPr i="1" lang="es-419" sz="600">
                <a:solidFill>
                  <a:schemeClr val="dk1"/>
                </a:solidFill>
                <a:latin typeface="Arvo"/>
                <a:ea typeface="Arvo"/>
                <a:cs typeface="Arvo"/>
                <a:sym typeface="Arvo"/>
              </a:rPr>
              <a:t>&lt;e</a:t>
            </a:r>
            <a:r>
              <a:rPr b="1" i="1" lang="es-419" sz="600">
                <a:solidFill>
                  <a:schemeClr val="dk1"/>
                </a:solidFill>
                <a:latin typeface="Arvo"/>
                <a:ea typeface="Arvo"/>
                <a:cs typeface="Arvo"/>
                <a:sym typeface="Arvo"/>
              </a:rPr>
              <a:t>j: </a:t>
            </a:r>
            <a:r>
              <a:rPr i="1" lang="es-419" sz="600">
                <a:solidFill>
                  <a:schemeClr val="dk1"/>
                </a:solidFill>
                <a:latin typeface="Arvo"/>
                <a:ea typeface="Arvo"/>
                <a:cs typeface="Arvo"/>
                <a:sym typeface="Arvo"/>
              </a:rPr>
              <a:t>La regla garantiza la optimización de los recursos del estado&gt;</a:t>
            </a:r>
            <a:endParaRPr i="1" sz="600">
              <a:solidFill>
                <a:schemeClr val="hlink"/>
              </a:solidFill>
              <a:latin typeface="Arvo"/>
              <a:ea typeface="Arvo"/>
              <a:cs typeface="Arvo"/>
              <a:sym typeface="Arvo"/>
            </a:endParaRPr>
          </a:p>
        </p:txBody>
      </p:sp>
      <p:sp>
        <p:nvSpPr>
          <p:cNvPr id="5609" name="Google Shape;5609;p91"/>
          <p:cNvSpPr/>
          <p:nvPr/>
        </p:nvSpPr>
        <p:spPr>
          <a:xfrm>
            <a:off x="1621925" y="883000"/>
            <a:ext cx="8206800" cy="473400"/>
          </a:xfrm>
          <a:prstGeom prst="roundRect">
            <a:avLst>
              <a:gd fmla="val 11434"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0" name="Google Shape;5610;p91"/>
          <p:cNvSpPr txBox="1"/>
          <p:nvPr>
            <p:ph idx="5" type="subTitle"/>
          </p:nvPr>
        </p:nvSpPr>
        <p:spPr>
          <a:xfrm>
            <a:off x="1635275" y="916205"/>
            <a:ext cx="8206800" cy="402300"/>
          </a:xfrm>
          <a:prstGeom prst="rect">
            <a:avLst/>
          </a:prstGeom>
          <a:noFill/>
          <a:ln>
            <a:noFill/>
          </a:ln>
        </p:spPr>
        <p:txBody>
          <a:bodyPr anchorCtr="0" anchor="t" bIns="36000" lIns="36000" spcFirstLastPara="1" rIns="36000" wrap="square" tIns="36000">
            <a:noAutofit/>
          </a:bodyPr>
          <a:lstStyle>
            <a:lvl1pPr lvl="0">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5611" name="Google Shape;5611;p91"/>
          <p:cNvSpPr txBox="1"/>
          <p:nvPr/>
        </p:nvSpPr>
        <p:spPr>
          <a:xfrm>
            <a:off x="121075" y="822952"/>
            <a:ext cx="1514100" cy="711600"/>
          </a:xfrm>
          <a:prstGeom prst="rect">
            <a:avLst/>
          </a:prstGeom>
          <a:noFill/>
          <a:ln>
            <a:noFill/>
          </a:ln>
        </p:spPr>
        <p:txBody>
          <a:bodyPr anchorCtr="0" anchor="t" bIns="91425" lIns="91425" spcFirstLastPara="1" rIns="91425" wrap="square" tIns="91425">
            <a:noAutofit/>
          </a:bodyPr>
          <a:lstStyle/>
          <a:p>
            <a:pPr indent="0" lvl="0" marL="45720" rtl="0" algn="r">
              <a:spcBef>
                <a:spcPts val="0"/>
              </a:spcBef>
              <a:spcAft>
                <a:spcPts val="0"/>
              </a:spcAft>
              <a:buNone/>
            </a:pPr>
            <a:r>
              <a:rPr b="1" lang="es-419" sz="1000">
                <a:solidFill>
                  <a:srgbClr val="202124"/>
                </a:solidFill>
                <a:latin typeface="Arvo"/>
                <a:ea typeface="Arvo"/>
                <a:cs typeface="Arvo"/>
                <a:sym typeface="Arvo"/>
              </a:rPr>
              <a:t>Código y Nombre de la regla: </a:t>
            </a:r>
            <a:endParaRPr b="1" sz="1000">
              <a:solidFill>
                <a:srgbClr val="202124"/>
              </a:solidFill>
              <a:latin typeface="Arvo"/>
              <a:ea typeface="Arvo"/>
              <a:cs typeface="Arvo"/>
              <a:sym typeface="Arvo"/>
            </a:endParaRPr>
          </a:p>
          <a:p>
            <a:pPr indent="0" lvl="0" marL="45720" rtl="0" algn="r">
              <a:spcBef>
                <a:spcPts val="0"/>
              </a:spcBef>
              <a:spcAft>
                <a:spcPts val="0"/>
              </a:spcAft>
              <a:buNone/>
            </a:pPr>
            <a:r>
              <a:rPr b="1" lang="es-419" sz="1000">
                <a:solidFill>
                  <a:schemeClr val="dk1"/>
                </a:solidFill>
                <a:latin typeface="Arvo"/>
                <a:ea typeface="Arvo"/>
                <a:cs typeface="Arvo"/>
                <a:sym typeface="Arvo"/>
              </a:rPr>
              <a:t>  </a:t>
            </a:r>
            <a:r>
              <a:rPr i="1" lang="es-419" sz="600">
                <a:solidFill>
                  <a:schemeClr val="dk1"/>
                </a:solidFill>
                <a:latin typeface="Arvo"/>
                <a:ea typeface="Arvo"/>
                <a:cs typeface="Arvo"/>
                <a:sym typeface="Arvo"/>
              </a:rPr>
              <a:t>&lt;e</a:t>
            </a:r>
            <a:r>
              <a:rPr b="1" i="1" lang="es-419" sz="600">
                <a:solidFill>
                  <a:schemeClr val="dk1"/>
                </a:solidFill>
                <a:latin typeface="Arvo"/>
                <a:ea typeface="Arvo"/>
                <a:cs typeface="Arvo"/>
                <a:sym typeface="Arvo"/>
              </a:rPr>
              <a:t>j: </a:t>
            </a:r>
            <a:r>
              <a:rPr i="1" lang="es-419" sz="600">
                <a:solidFill>
                  <a:schemeClr val="dk1"/>
                </a:solidFill>
                <a:latin typeface="Arvo"/>
                <a:ea typeface="Arvo"/>
                <a:cs typeface="Arvo"/>
                <a:sym typeface="Arvo"/>
              </a:rPr>
              <a:t>Regla 01&gt;</a:t>
            </a:r>
            <a:endParaRPr i="1" sz="600">
              <a:solidFill>
                <a:schemeClr val="hlink"/>
              </a:solidFill>
              <a:latin typeface="Arvo"/>
              <a:ea typeface="Arvo"/>
              <a:cs typeface="Arvo"/>
              <a:sym typeface="Arvo"/>
            </a:endParaRPr>
          </a:p>
        </p:txBody>
      </p:sp>
      <p:sp>
        <p:nvSpPr>
          <p:cNvPr id="5612" name="Google Shape;5612;p91"/>
          <p:cNvSpPr txBox="1"/>
          <p:nvPr>
            <p:ph idx="6" type="subTitle"/>
          </p:nvPr>
        </p:nvSpPr>
        <p:spPr>
          <a:xfrm>
            <a:off x="1635175" y="1466748"/>
            <a:ext cx="8206800" cy="607500"/>
          </a:xfrm>
          <a:prstGeom prst="rect">
            <a:avLst/>
          </a:prstGeom>
          <a:noFill/>
          <a:ln>
            <a:noFill/>
          </a:ln>
        </p:spPr>
        <p:txBody>
          <a:bodyPr anchorCtr="0" anchor="t" bIns="36000" lIns="36000" spcFirstLastPara="1" rIns="36000" wrap="square" tIns="36000">
            <a:noAutofit/>
          </a:bodyPr>
          <a:lstStyle>
            <a:lvl1pPr lvl="0">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5613" name="Google Shape;5613;p91"/>
          <p:cNvSpPr/>
          <p:nvPr/>
        </p:nvSpPr>
        <p:spPr>
          <a:xfrm>
            <a:off x="8231895" y="4671575"/>
            <a:ext cx="1592700" cy="893400"/>
          </a:xfrm>
          <a:prstGeom prst="rect">
            <a:avLst/>
          </a:prstGeom>
          <a:solidFill>
            <a:srgbClr val="FFF2CC"/>
          </a:solidFill>
          <a:ln cap="flat" cmpd="sng" w="9525">
            <a:solidFill>
              <a:srgbClr val="F4CCC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4" name="Google Shape;5614;p91"/>
          <p:cNvSpPr/>
          <p:nvPr/>
        </p:nvSpPr>
        <p:spPr>
          <a:xfrm>
            <a:off x="8226833" y="4671570"/>
            <a:ext cx="1597800" cy="294900"/>
          </a:xfrm>
          <a:prstGeom prst="rect">
            <a:avLst/>
          </a:prstGeom>
          <a:solidFill>
            <a:srgbClr val="FFF2CC"/>
          </a:solidFill>
          <a:ln cap="flat" cmpd="sng" w="9525">
            <a:solidFill>
              <a:srgbClr val="D9EAD3"/>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s-419" sz="1000">
                <a:solidFill>
                  <a:srgbClr val="666666"/>
                </a:solidFill>
                <a:latin typeface="Arvo"/>
                <a:ea typeface="Arvo"/>
                <a:cs typeface="Arvo"/>
                <a:sym typeface="Arvo"/>
              </a:rPr>
              <a:t>Entidad 5 </a:t>
            </a:r>
            <a:r>
              <a:rPr i="1" lang="es-419" sz="600">
                <a:solidFill>
                  <a:schemeClr val="dk1"/>
                </a:solidFill>
                <a:latin typeface="Arvo"/>
                <a:ea typeface="Arvo"/>
                <a:cs typeface="Arvo"/>
                <a:sym typeface="Arvo"/>
              </a:rPr>
              <a:t>&lt;ej: Periodo&gt;</a:t>
            </a:r>
            <a:endParaRPr b="1" sz="1000">
              <a:solidFill>
                <a:srgbClr val="666666"/>
              </a:solidFill>
              <a:latin typeface="Arvo"/>
              <a:ea typeface="Arvo"/>
              <a:cs typeface="Arvo"/>
              <a:sym typeface="Arvo"/>
            </a:endParaRPr>
          </a:p>
        </p:txBody>
      </p:sp>
      <p:sp>
        <p:nvSpPr>
          <p:cNvPr id="5615" name="Google Shape;5615;p91"/>
          <p:cNvSpPr/>
          <p:nvPr/>
        </p:nvSpPr>
        <p:spPr>
          <a:xfrm>
            <a:off x="8231895" y="5595105"/>
            <a:ext cx="1592700" cy="893400"/>
          </a:xfrm>
          <a:prstGeom prst="rect">
            <a:avLst/>
          </a:prstGeom>
          <a:solidFill>
            <a:srgbClr val="F4CCCC"/>
          </a:solidFill>
          <a:ln cap="flat" cmpd="sng" w="9525">
            <a:solidFill>
              <a:srgbClr val="F4CCC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6" name="Google Shape;5616;p91"/>
          <p:cNvSpPr/>
          <p:nvPr/>
        </p:nvSpPr>
        <p:spPr>
          <a:xfrm>
            <a:off x="8229609" y="5595276"/>
            <a:ext cx="1595100" cy="294900"/>
          </a:xfrm>
          <a:prstGeom prst="rect">
            <a:avLst/>
          </a:prstGeom>
          <a:solidFill>
            <a:srgbClr val="F4CCCC"/>
          </a:solidFill>
          <a:ln cap="flat" cmpd="sng" w="9525">
            <a:solidFill>
              <a:srgbClr val="D9EAD3"/>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s-419" sz="1000">
                <a:solidFill>
                  <a:srgbClr val="666666"/>
                </a:solidFill>
                <a:latin typeface="Arvo"/>
                <a:ea typeface="Arvo"/>
                <a:cs typeface="Arvo"/>
                <a:sym typeface="Arvo"/>
              </a:rPr>
              <a:t>Estado 5 </a:t>
            </a:r>
            <a:r>
              <a:rPr i="1" lang="es-419" sz="600">
                <a:solidFill>
                  <a:schemeClr val="dk1"/>
                </a:solidFill>
                <a:latin typeface="Arvo"/>
                <a:ea typeface="Arvo"/>
                <a:cs typeface="Arvo"/>
                <a:sym typeface="Arvo"/>
              </a:rPr>
              <a:t>&lt;ej: Registrado&gt;</a:t>
            </a:r>
            <a:endParaRPr b="1" sz="1000">
              <a:solidFill>
                <a:srgbClr val="666666"/>
              </a:solidFill>
              <a:latin typeface="Arvo"/>
              <a:ea typeface="Arvo"/>
              <a:cs typeface="Arvo"/>
              <a:sym typeface="Arvo"/>
            </a:endParaRPr>
          </a:p>
        </p:txBody>
      </p:sp>
      <p:sp>
        <p:nvSpPr>
          <p:cNvPr id="5617" name="Google Shape;5617;p91"/>
          <p:cNvSpPr txBox="1"/>
          <p:nvPr>
            <p:ph idx="7" type="subTitle"/>
          </p:nvPr>
        </p:nvSpPr>
        <p:spPr>
          <a:xfrm>
            <a:off x="8258625" y="5890100"/>
            <a:ext cx="1547400" cy="572700"/>
          </a:xfrm>
          <a:prstGeom prst="rect">
            <a:avLst/>
          </a:prstGeom>
          <a:noFill/>
          <a:ln>
            <a:noFill/>
          </a:ln>
        </p:spPr>
        <p:txBody>
          <a:bodyPr anchorCtr="0" anchor="t" bIns="36000" lIns="36000" spcFirstLastPara="1" rIns="36000" wrap="square" tIns="36000">
            <a:noAutofit/>
          </a:bodyPr>
          <a:lstStyle>
            <a:lvl1pPr lvl="0">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5618" name="Google Shape;5618;p91"/>
          <p:cNvSpPr/>
          <p:nvPr/>
        </p:nvSpPr>
        <p:spPr>
          <a:xfrm>
            <a:off x="286150" y="5662100"/>
            <a:ext cx="1311300" cy="711600"/>
          </a:xfrm>
          <a:prstGeom prst="roundRect">
            <a:avLst>
              <a:gd fmla="val 9450" name="adj"/>
            </a:avLst>
          </a:prstGeom>
          <a:noFill/>
          <a:ln>
            <a:noFill/>
          </a:ln>
        </p:spPr>
        <p:txBody>
          <a:bodyPr anchorCtr="0" anchor="t" bIns="0" lIns="36000" spcFirstLastPara="1" rIns="0" wrap="square" tIns="0">
            <a:noAutofit/>
          </a:bodyPr>
          <a:lstStyle/>
          <a:p>
            <a:pPr indent="0" lvl="0" marL="0" rtl="0" algn="r">
              <a:lnSpc>
                <a:spcPct val="115000"/>
              </a:lnSpc>
              <a:spcBef>
                <a:spcPts val="0"/>
              </a:spcBef>
              <a:spcAft>
                <a:spcPts val="0"/>
              </a:spcAft>
              <a:buClr>
                <a:schemeClr val="dk1"/>
              </a:buClr>
              <a:buSzPts val="1100"/>
              <a:buFont typeface="Arial"/>
              <a:buNone/>
            </a:pPr>
            <a:r>
              <a:rPr b="1" lang="es-419" sz="1000">
                <a:solidFill>
                  <a:schemeClr val="dk1"/>
                </a:solidFill>
                <a:latin typeface="Arvo"/>
                <a:ea typeface="Arvo"/>
                <a:cs typeface="Arvo"/>
                <a:sym typeface="Arvo"/>
              </a:rPr>
              <a:t>Estado Entidades Participantes:</a:t>
            </a:r>
            <a:endParaRPr b="1" sz="1000">
              <a:solidFill>
                <a:schemeClr val="dk1"/>
              </a:solidFill>
              <a:latin typeface="Arvo"/>
              <a:ea typeface="Arvo"/>
              <a:cs typeface="Arvo"/>
              <a:sym typeface="Arvo"/>
            </a:endParaRPr>
          </a:p>
          <a:p>
            <a:pPr indent="0" lvl="0" marL="0" rtl="0" algn="r">
              <a:lnSpc>
                <a:spcPct val="115000"/>
              </a:lnSpc>
              <a:spcBef>
                <a:spcPts val="0"/>
              </a:spcBef>
              <a:spcAft>
                <a:spcPts val="0"/>
              </a:spcAft>
              <a:buClr>
                <a:schemeClr val="dk1"/>
              </a:buClr>
              <a:buSzPts val="1100"/>
              <a:buFont typeface="Arial"/>
              <a:buNone/>
            </a:pPr>
            <a:r>
              <a:rPr i="1" lang="es-419" sz="600">
                <a:solidFill>
                  <a:schemeClr val="dk1"/>
                </a:solidFill>
                <a:latin typeface="Arvo"/>
                <a:ea typeface="Arvo"/>
                <a:cs typeface="Arvo"/>
                <a:sym typeface="Arvo"/>
              </a:rPr>
              <a:t>&lt;ej:Es el estado que deben tener las entidades para que la regla se apruebe&gt;</a:t>
            </a:r>
            <a:endParaRPr b="1" sz="1000">
              <a:solidFill>
                <a:schemeClr val="dk1"/>
              </a:solidFill>
              <a:latin typeface="Arvo"/>
              <a:ea typeface="Arvo"/>
              <a:cs typeface="Arvo"/>
              <a:sym typeface="Arvo"/>
            </a:endParaRPr>
          </a:p>
        </p:txBody>
      </p:sp>
      <p:sp>
        <p:nvSpPr>
          <p:cNvPr id="5619" name="Google Shape;5619;p91"/>
          <p:cNvSpPr txBox="1"/>
          <p:nvPr>
            <p:ph idx="8" type="subTitle"/>
          </p:nvPr>
        </p:nvSpPr>
        <p:spPr>
          <a:xfrm>
            <a:off x="8250538" y="4976000"/>
            <a:ext cx="1547400" cy="572700"/>
          </a:xfrm>
          <a:prstGeom prst="rect">
            <a:avLst/>
          </a:prstGeom>
          <a:noFill/>
          <a:ln>
            <a:noFill/>
          </a:ln>
        </p:spPr>
        <p:txBody>
          <a:bodyPr anchorCtr="0" anchor="t" bIns="36000" lIns="36000" spcFirstLastPara="1" rIns="36000" wrap="square" tIns="36000">
            <a:noAutofit/>
          </a:bodyPr>
          <a:lstStyle>
            <a:lvl1pPr lvl="0">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5620" name="Google Shape;5620;p91"/>
          <p:cNvSpPr txBox="1"/>
          <p:nvPr>
            <p:ph idx="9" type="subTitle"/>
          </p:nvPr>
        </p:nvSpPr>
        <p:spPr>
          <a:xfrm>
            <a:off x="6623600" y="5890100"/>
            <a:ext cx="1547400" cy="572700"/>
          </a:xfrm>
          <a:prstGeom prst="rect">
            <a:avLst/>
          </a:prstGeom>
          <a:noFill/>
          <a:ln>
            <a:noFill/>
          </a:ln>
        </p:spPr>
        <p:txBody>
          <a:bodyPr anchorCtr="0" anchor="t" bIns="36000" lIns="36000" spcFirstLastPara="1" rIns="36000" wrap="square" tIns="36000">
            <a:noAutofit/>
          </a:bodyPr>
          <a:lstStyle>
            <a:lvl1pPr lvl="0">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5621" name="Google Shape;5621;p91"/>
          <p:cNvSpPr txBox="1"/>
          <p:nvPr>
            <p:ph idx="13" type="subTitle"/>
          </p:nvPr>
        </p:nvSpPr>
        <p:spPr>
          <a:xfrm>
            <a:off x="6615513" y="4976000"/>
            <a:ext cx="1547400" cy="572700"/>
          </a:xfrm>
          <a:prstGeom prst="rect">
            <a:avLst/>
          </a:prstGeom>
          <a:noFill/>
          <a:ln>
            <a:noFill/>
          </a:ln>
        </p:spPr>
        <p:txBody>
          <a:bodyPr anchorCtr="0" anchor="t" bIns="36000" lIns="36000" spcFirstLastPara="1" rIns="36000" wrap="square" tIns="36000">
            <a:noAutofit/>
          </a:bodyPr>
          <a:lstStyle>
            <a:lvl1pPr lvl="0">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5622" name="Google Shape;5622;p91"/>
          <p:cNvSpPr txBox="1"/>
          <p:nvPr>
            <p:ph idx="14" type="subTitle"/>
          </p:nvPr>
        </p:nvSpPr>
        <p:spPr>
          <a:xfrm>
            <a:off x="4982225" y="5899625"/>
            <a:ext cx="1547400" cy="572700"/>
          </a:xfrm>
          <a:prstGeom prst="rect">
            <a:avLst/>
          </a:prstGeom>
          <a:noFill/>
          <a:ln>
            <a:noFill/>
          </a:ln>
        </p:spPr>
        <p:txBody>
          <a:bodyPr anchorCtr="0" anchor="t" bIns="36000" lIns="36000" spcFirstLastPara="1" rIns="36000" wrap="square" tIns="36000">
            <a:noAutofit/>
          </a:bodyPr>
          <a:lstStyle>
            <a:lvl1pPr lvl="0">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5623" name="Google Shape;5623;p91"/>
          <p:cNvSpPr txBox="1"/>
          <p:nvPr>
            <p:ph idx="15" type="subTitle"/>
          </p:nvPr>
        </p:nvSpPr>
        <p:spPr>
          <a:xfrm>
            <a:off x="4974138" y="4985525"/>
            <a:ext cx="1547400" cy="572700"/>
          </a:xfrm>
          <a:prstGeom prst="rect">
            <a:avLst/>
          </a:prstGeom>
          <a:noFill/>
          <a:ln>
            <a:noFill/>
          </a:ln>
        </p:spPr>
        <p:txBody>
          <a:bodyPr anchorCtr="0" anchor="t" bIns="36000" lIns="36000" spcFirstLastPara="1" rIns="36000" wrap="square" tIns="36000">
            <a:noAutofit/>
          </a:bodyPr>
          <a:lstStyle>
            <a:lvl1pPr lvl="0">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5624" name="Google Shape;5624;p91"/>
          <p:cNvSpPr txBox="1"/>
          <p:nvPr>
            <p:ph idx="16" type="subTitle"/>
          </p:nvPr>
        </p:nvSpPr>
        <p:spPr>
          <a:xfrm>
            <a:off x="3337275" y="5899625"/>
            <a:ext cx="1547400" cy="572700"/>
          </a:xfrm>
          <a:prstGeom prst="rect">
            <a:avLst/>
          </a:prstGeom>
          <a:noFill/>
          <a:ln>
            <a:noFill/>
          </a:ln>
        </p:spPr>
        <p:txBody>
          <a:bodyPr anchorCtr="0" anchor="t" bIns="36000" lIns="36000" spcFirstLastPara="1" rIns="36000" wrap="square" tIns="36000">
            <a:noAutofit/>
          </a:bodyPr>
          <a:lstStyle>
            <a:lvl1pPr lvl="0">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5625" name="Google Shape;5625;p91"/>
          <p:cNvSpPr txBox="1"/>
          <p:nvPr>
            <p:ph idx="17" type="subTitle"/>
          </p:nvPr>
        </p:nvSpPr>
        <p:spPr>
          <a:xfrm>
            <a:off x="3329188" y="4985525"/>
            <a:ext cx="1547400" cy="572700"/>
          </a:xfrm>
          <a:prstGeom prst="rect">
            <a:avLst/>
          </a:prstGeom>
          <a:noFill/>
          <a:ln>
            <a:noFill/>
          </a:ln>
        </p:spPr>
        <p:txBody>
          <a:bodyPr anchorCtr="0" anchor="t" bIns="36000" lIns="36000" spcFirstLastPara="1" rIns="36000" wrap="square" tIns="36000">
            <a:noAutofit/>
          </a:bodyPr>
          <a:lstStyle>
            <a:lvl1pPr lvl="0">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5626" name="Google Shape;5626;p91"/>
          <p:cNvSpPr txBox="1"/>
          <p:nvPr>
            <p:ph idx="18" type="subTitle"/>
          </p:nvPr>
        </p:nvSpPr>
        <p:spPr>
          <a:xfrm>
            <a:off x="1709688" y="5899625"/>
            <a:ext cx="1547400" cy="572700"/>
          </a:xfrm>
          <a:prstGeom prst="rect">
            <a:avLst/>
          </a:prstGeom>
          <a:noFill/>
          <a:ln>
            <a:noFill/>
          </a:ln>
        </p:spPr>
        <p:txBody>
          <a:bodyPr anchorCtr="0" anchor="t" bIns="36000" lIns="36000" spcFirstLastPara="1" rIns="36000" wrap="square" tIns="36000">
            <a:noAutofit/>
          </a:bodyPr>
          <a:lstStyle>
            <a:lvl1pPr lvl="0">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5627" name="Google Shape;5627;p91"/>
          <p:cNvSpPr txBox="1"/>
          <p:nvPr>
            <p:ph idx="19" type="subTitle"/>
          </p:nvPr>
        </p:nvSpPr>
        <p:spPr>
          <a:xfrm>
            <a:off x="1701600" y="4985525"/>
            <a:ext cx="1547400" cy="572700"/>
          </a:xfrm>
          <a:prstGeom prst="rect">
            <a:avLst/>
          </a:prstGeom>
          <a:noFill/>
          <a:ln>
            <a:noFill/>
          </a:ln>
        </p:spPr>
        <p:txBody>
          <a:bodyPr anchorCtr="0" anchor="t" bIns="36000" lIns="36000" spcFirstLastPara="1" rIns="36000" wrap="square" tIns="36000">
            <a:noAutofit/>
          </a:bodyPr>
          <a:lstStyle>
            <a:lvl1pPr lvl="0">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cxnSp>
        <p:nvCxnSpPr>
          <p:cNvPr id="5628" name="Google Shape;5628;p91"/>
          <p:cNvCxnSpPr/>
          <p:nvPr/>
        </p:nvCxnSpPr>
        <p:spPr>
          <a:xfrm flipH="1">
            <a:off x="3295713" y="4675275"/>
            <a:ext cx="4200" cy="1810800"/>
          </a:xfrm>
          <a:prstGeom prst="straightConnector1">
            <a:avLst/>
          </a:prstGeom>
          <a:noFill/>
          <a:ln cap="flat" cmpd="sng" w="28575">
            <a:solidFill>
              <a:srgbClr val="B7B7B7"/>
            </a:solidFill>
            <a:prstDash val="solid"/>
            <a:round/>
            <a:headEnd len="sm" w="sm" type="none"/>
            <a:tailEnd len="sm" w="sm" type="none"/>
          </a:ln>
        </p:spPr>
      </p:cxnSp>
      <p:cxnSp>
        <p:nvCxnSpPr>
          <p:cNvPr id="5629" name="Google Shape;5629;p91"/>
          <p:cNvCxnSpPr/>
          <p:nvPr/>
        </p:nvCxnSpPr>
        <p:spPr>
          <a:xfrm flipH="1">
            <a:off x="4928413" y="4673763"/>
            <a:ext cx="4200" cy="1810800"/>
          </a:xfrm>
          <a:prstGeom prst="straightConnector1">
            <a:avLst/>
          </a:prstGeom>
          <a:noFill/>
          <a:ln cap="flat" cmpd="sng" w="28575">
            <a:solidFill>
              <a:srgbClr val="B7B7B7"/>
            </a:solidFill>
            <a:prstDash val="solid"/>
            <a:round/>
            <a:headEnd len="sm" w="sm" type="none"/>
            <a:tailEnd len="sm" w="sm" type="none"/>
          </a:ln>
        </p:spPr>
      </p:cxnSp>
      <p:cxnSp>
        <p:nvCxnSpPr>
          <p:cNvPr id="5630" name="Google Shape;5630;p91"/>
          <p:cNvCxnSpPr/>
          <p:nvPr/>
        </p:nvCxnSpPr>
        <p:spPr>
          <a:xfrm flipH="1">
            <a:off x="6574676" y="4675263"/>
            <a:ext cx="4200" cy="1810800"/>
          </a:xfrm>
          <a:prstGeom prst="straightConnector1">
            <a:avLst/>
          </a:prstGeom>
          <a:noFill/>
          <a:ln cap="flat" cmpd="sng" w="28575">
            <a:solidFill>
              <a:srgbClr val="B7B7B7"/>
            </a:solidFill>
            <a:prstDash val="solid"/>
            <a:round/>
            <a:headEnd len="sm" w="sm" type="none"/>
            <a:tailEnd len="sm" w="sm" type="none"/>
          </a:ln>
        </p:spPr>
      </p:cxnSp>
      <p:cxnSp>
        <p:nvCxnSpPr>
          <p:cNvPr id="5631" name="Google Shape;5631;p91"/>
          <p:cNvCxnSpPr/>
          <p:nvPr/>
        </p:nvCxnSpPr>
        <p:spPr>
          <a:xfrm flipH="1">
            <a:off x="8210076" y="4677525"/>
            <a:ext cx="4200" cy="1810800"/>
          </a:xfrm>
          <a:prstGeom prst="straightConnector1">
            <a:avLst/>
          </a:prstGeom>
          <a:noFill/>
          <a:ln cap="flat" cmpd="sng" w="28575">
            <a:solidFill>
              <a:srgbClr val="B7B7B7"/>
            </a:solidFill>
            <a:prstDash val="solid"/>
            <a:round/>
            <a:headEnd len="sm" w="sm" type="none"/>
            <a:tailEnd len="sm" w="sm" type="none"/>
          </a:ln>
        </p:spPr>
      </p:cxnSp>
      <p:sp>
        <p:nvSpPr>
          <p:cNvPr id="5632" name="Google Shape;5632;p91"/>
          <p:cNvSpPr txBox="1"/>
          <p:nvPr>
            <p:ph idx="20" type="body"/>
          </p:nvPr>
        </p:nvSpPr>
        <p:spPr>
          <a:xfrm>
            <a:off x="641150" y="612125"/>
            <a:ext cx="1770300" cy="160500"/>
          </a:xfrm>
          <a:prstGeom prst="rect">
            <a:avLst/>
          </a:prstGeom>
          <a:noFill/>
          <a:ln>
            <a:noFill/>
          </a:ln>
        </p:spPr>
        <p:txBody>
          <a:bodyPr anchorCtr="0" anchor="t" bIns="0" lIns="0" spcFirstLastPara="1" rIns="0" wrap="square" tIns="0">
            <a:noAutofit/>
          </a:bodyPr>
          <a:lstStyle>
            <a:lvl1pPr indent="-292100" lvl="0" marL="457200" algn="ctr">
              <a:spcBef>
                <a:spcPts val="0"/>
              </a:spcBef>
              <a:spcAft>
                <a:spcPts val="0"/>
              </a:spcAft>
              <a:buClr>
                <a:srgbClr val="FFFFFF"/>
              </a:buClr>
              <a:buSzPts val="1000"/>
              <a:buChar char="●"/>
              <a:defRPr sz="1000">
                <a:solidFill>
                  <a:srgbClr val="FFFFFF"/>
                </a:solidFill>
              </a:defRPr>
            </a:lvl1pPr>
            <a:lvl2pPr indent="-292100" lvl="1" marL="914400" algn="ctr">
              <a:spcBef>
                <a:spcPts val="0"/>
              </a:spcBef>
              <a:spcAft>
                <a:spcPts val="0"/>
              </a:spcAft>
              <a:buClr>
                <a:srgbClr val="FFFFFF"/>
              </a:buClr>
              <a:buSzPts val="1000"/>
              <a:buChar char="○"/>
              <a:defRPr sz="1000">
                <a:solidFill>
                  <a:srgbClr val="FFFFFF"/>
                </a:solidFill>
              </a:defRPr>
            </a:lvl2pPr>
            <a:lvl3pPr indent="-292100" lvl="2" marL="1371600" algn="ctr">
              <a:spcBef>
                <a:spcPts val="0"/>
              </a:spcBef>
              <a:spcAft>
                <a:spcPts val="0"/>
              </a:spcAft>
              <a:buClr>
                <a:srgbClr val="FFFFFF"/>
              </a:buClr>
              <a:buSzPts val="1000"/>
              <a:buChar char="■"/>
              <a:defRPr sz="1000">
                <a:solidFill>
                  <a:srgbClr val="FFFFFF"/>
                </a:solidFill>
              </a:defRPr>
            </a:lvl3pPr>
            <a:lvl4pPr indent="-292100" lvl="3" marL="1828800" algn="ctr">
              <a:spcBef>
                <a:spcPts val="0"/>
              </a:spcBef>
              <a:spcAft>
                <a:spcPts val="0"/>
              </a:spcAft>
              <a:buClr>
                <a:srgbClr val="FFFFFF"/>
              </a:buClr>
              <a:buSzPts val="1000"/>
              <a:buChar char="●"/>
              <a:defRPr sz="1000">
                <a:solidFill>
                  <a:srgbClr val="FFFFFF"/>
                </a:solidFill>
              </a:defRPr>
            </a:lvl4pPr>
            <a:lvl5pPr indent="-292100" lvl="4" marL="2286000" algn="ctr">
              <a:spcBef>
                <a:spcPts val="0"/>
              </a:spcBef>
              <a:spcAft>
                <a:spcPts val="0"/>
              </a:spcAft>
              <a:buClr>
                <a:srgbClr val="FFFFFF"/>
              </a:buClr>
              <a:buSzPts val="1000"/>
              <a:buChar char="○"/>
              <a:defRPr sz="1000">
                <a:solidFill>
                  <a:srgbClr val="FFFFFF"/>
                </a:solidFill>
              </a:defRPr>
            </a:lvl5pPr>
            <a:lvl6pPr indent="-292100" lvl="5" marL="2743200" algn="ctr">
              <a:spcBef>
                <a:spcPts val="0"/>
              </a:spcBef>
              <a:spcAft>
                <a:spcPts val="0"/>
              </a:spcAft>
              <a:buClr>
                <a:srgbClr val="FFFFFF"/>
              </a:buClr>
              <a:buSzPts val="1000"/>
              <a:buChar char="■"/>
              <a:defRPr sz="1000">
                <a:solidFill>
                  <a:srgbClr val="FFFFFF"/>
                </a:solidFill>
              </a:defRPr>
            </a:lvl6pPr>
            <a:lvl7pPr indent="-292100" lvl="6" marL="3200400" algn="ctr">
              <a:spcBef>
                <a:spcPts val="0"/>
              </a:spcBef>
              <a:spcAft>
                <a:spcPts val="0"/>
              </a:spcAft>
              <a:buClr>
                <a:srgbClr val="FFFFFF"/>
              </a:buClr>
              <a:buSzPts val="1000"/>
              <a:buChar char="●"/>
              <a:defRPr sz="1000">
                <a:solidFill>
                  <a:srgbClr val="FFFFFF"/>
                </a:solidFill>
              </a:defRPr>
            </a:lvl7pPr>
            <a:lvl8pPr indent="-292100" lvl="7" marL="3657600" algn="ctr">
              <a:spcBef>
                <a:spcPts val="0"/>
              </a:spcBef>
              <a:spcAft>
                <a:spcPts val="0"/>
              </a:spcAft>
              <a:buClr>
                <a:srgbClr val="FFFFFF"/>
              </a:buClr>
              <a:buSzPts val="1000"/>
              <a:buChar char="○"/>
              <a:defRPr sz="1000">
                <a:solidFill>
                  <a:srgbClr val="FFFFFF"/>
                </a:solidFill>
              </a:defRPr>
            </a:lvl8pPr>
            <a:lvl9pPr indent="-292100" lvl="8" marL="4114800" algn="ctr">
              <a:spcBef>
                <a:spcPts val="0"/>
              </a:spcBef>
              <a:spcAft>
                <a:spcPts val="0"/>
              </a:spcAft>
              <a:buClr>
                <a:srgbClr val="FFFFFF"/>
              </a:buClr>
              <a:buSzPts val="1000"/>
              <a:buChar char="■"/>
              <a:defRPr sz="1000">
                <a:solidFill>
                  <a:srgbClr val="FFFFFF"/>
                </a:solidFill>
              </a:defRPr>
            </a:lvl9pPr>
          </a:lstStyle>
          <a:p/>
        </p:txBody>
      </p:sp>
      <p:sp>
        <p:nvSpPr>
          <p:cNvPr id="5633" name="Google Shape;5633;p91"/>
          <p:cNvSpPr txBox="1"/>
          <p:nvPr/>
        </p:nvSpPr>
        <p:spPr>
          <a:xfrm>
            <a:off x="84825" y="598125"/>
            <a:ext cx="595500" cy="205800"/>
          </a:xfrm>
          <a:prstGeom prst="rect">
            <a:avLst/>
          </a:prstGeom>
          <a:noFill/>
          <a:ln>
            <a:noFill/>
          </a:ln>
        </p:spPr>
        <p:txBody>
          <a:bodyPr anchorCtr="0" anchor="t" bIns="18000" lIns="18000" spcFirstLastPara="1" rIns="18000" wrap="square" tIns="18000">
            <a:spAutoFit/>
          </a:bodyPr>
          <a:lstStyle/>
          <a:p>
            <a:pPr indent="0" lvl="0" marL="0" rtl="0" algn="l">
              <a:spcBef>
                <a:spcPts val="0"/>
              </a:spcBef>
              <a:spcAft>
                <a:spcPts val="0"/>
              </a:spcAft>
              <a:buNone/>
            </a:pPr>
            <a:r>
              <a:rPr lang="es-419" sz="1100">
                <a:solidFill>
                  <a:srgbClr val="FFFFFF"/>
                </a:solidFill>
              </a:rPr>
              <a:t>Nombre:</a:t>
            </a:r>
            <a:endParaRPr sz="1100">
              <a:solidFill>
                <a:srgbClr val="FFFFFF"/>
              </a:solidFill>
            </a:endParaRPr>
          </a:p>
        </p:txBody>
      </p:sp>
    </p:spTree>
  </p:cSld>
  <p:clrMapOvr>
    <a:masterClrMapping/>
  </p:clrMapOvr>
</p:sldLayout>
</file>

<file path=ppt/slideLayouts/slideLayout8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0.4 Estructura de Proceso">
  <p:cSld name="TITLE_3_6_1_1">
    <p:spTree>
      <p:nvGrpSpPr>
        <p:cNvPr id="5634" name="Shape 5634"/>
        <p:cNvGrpSpPr/>
        <p:nvPr/>
      </p:nvGrpSpPr>
      <p:grpSpPr>
        <a:xfrm>
          <a:off x="0" y="0"/>
          <a:ext cx="0" cy="0"/>
          <a:chOff x="0" y="0"/>
          <a:chExt cx="0" cy="0"/>
        </a:xfrm>
      </p:grpSpPr>
      <p:sp>
        <p:nvSpPr>
          <p:cNvPr id="5635" name="Google Shape;5635;p92"/>
          <p:cNvSpPr/>
          <p:nvPr/>
        </p:nvSpPr>
        <p:spPr>
          <a:xfrm>
            <a:off x="77688" y="358938"/>
            <a:ext cx="9935700" cy="6438000"/>
          </a:xfrm>
          <a:prstGeom prst="roundRect">
            <a:avLst>
              <a:gd fmla="val 2618" name="adj"/>
            </a:avLst>
          </a:prstGeom>
          <a:solidFill>
            <a:srgbClr val="FFFFFF"/>
          </a:solidFill>
          <a:ln cap="flat" cmpd="sng" w="38100">
            <a:solidFill>
              <a:srgbClr val="000000"/>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636" name="Google Shape;5636;p92"/>
          <p:cNvCxnSpPr/>
          <p:nvPr/>
        </p:nvCxnSpPr>
        <p:spPr>
          <a:xfrm>
            <a:off x="77688" y="772614"/>
            <a:ext cx="9935700" cy="0"/>
          </a:xfrm>
          <a:prstGeom prst="straightConnector1">
            <a:avLst/>
          </a:prstGeom>
          <a:noFill/>
          <a:ln cap="flat" cmpd="sng" w="19050">
            <a:solidFill>
              <a:srgbClr val="000000"/>
            </a:solidFill>
            <a:prstDash val="solid"/>
            <a:round/>
            <a:headEnd len="med" w="med" type="none"/>
            <a:tailEnd len="med" w="med" type="none"/>
          </a:ln>
        </p:spPr>
      </p:cxnSp>
      <p:cxnSp>
        <p:nvCxnSpPr>
          <p:cNvPr id="5637" name="Google Shape;5637;p92"/>
          <p:cNvCxnSpPr/>
          <p:nvPr/>
        </p:nvCxnSpPr>
        <p:spPr>
          <a:xfrm rot="10800000">
            <a:off x="2439038" y="368188"/>
            <a:ext cx="0" cy="402300"/>
          </a:xfrm>
          <a:prstGeom prst="straightConnector1">
            <a:avLst/>
          </a:prstGeom>
          <a:noFill/>
          <a:ln cap="flat" cmpd="sng" w="19050">
            <a:solidFill>
              <a:srgbClr val="000000"/>
            </a:solidFill>
            <a:prstDash val="solid"/>
            <a:round/>
            <a:headEnd len="med" w="med" type="none"/>
            <a:tailEnd len="med" w="med" type="none"/>
          </a:ln>
        </p:spPr>
      </p:cxnSp>
      <p:sp>
        <p:nvSpPr>
          <p:cNvPr id="5638" name="Google Shape;5638;p92"/>
          <p:cNvSpPr/>
          <p:nvPr/>
        </p:nvSpPr>
        <p:spPr>
          <a:xfrm>
            <a:off x="77688" y="349338"/>
            <a:ext cx="2361300" cy="421200"/>
          </a:xfrm>
          <a:prstGeom prst="roundRect">
            <a:avLst>
              <a:gd fmla="val 50000" name="adj"/>
            </a:avLst>
          </a:prstGeom>
          <a:solidFill>
            <a:srgbClr val="000000"/>
          </a:solidFill>
          <a:ln cap="flat" cmpd="sng" w="9525">
            <a:solidFill>
              <a:srgbClr val="000000"/>
            </a:solidFill>
            <a:prstDash val="solid"/>
            <a:round/>
            <a:headEnd len="sm" w="sm" type="none"/>
            <a:tailEnd len="sm" w="sm" type="none"/>
          </a:ln>
        </p:spPr>
        <p:txBody>
          <a:bodyPr anchorCtr="0" anchor="ctr" bIns="91425" lIns="0" spcFirstLastPara="1" rIns="0" wrap="square" tIns="91425">
            <a:noAutofit/>
          </a:bodyPr>
          <a:lstStyle/>
          <a:p>
            <a:pPr indent="0" lvl="0" marL="0" rtl="0" algn="ctr">
              <a:spcBef>
                <a:spcPts val="0"/>
              </a:spcBef>
              <a:spcAft>
                <a:spcPts val="0"/>
              </a:spcAft>
              <a:buNone/>
            </a:pPr>
            <a:r>
              <a:rPr b="1" lang="es-419" sz="1100">
                <a:solidFill>
                  <a:srgbClr val="FFFFFF"/>
                </a:solidFill>
              </a:rPr>
              <a:t>Estructura de Procesos</a:t>
            </a:r>
            <a:endParaRPr b="1" sz="1100">
              <a:solidFill>
                <a:srgbClr val="FFFFFF"/>
              </a:solidFill>
            </a:endParaRPr>
          </a:p>
          <a:p>
            <a:pPr indent="0" lvl="0" marL="0" rtl="0" algn="ctr">
              <a:spcBef>
                <a:spcPts val="0"/>
              </a:spcBef>
              <a:spcAft>
                <a:spcPts val="0"/>
              </a:spcAft>
              <a:buNone/>
            </a:pPr>
            <a:r>
              <a:t/>
            </a:r>
            <a:endParaRPr b="1" sz="1200">
              <a:solidFill>
                <a:srgbClr val="FFFFFF"/>
              </a:solidFill>
            </a:endParaRPr>
          </a:p>
        </p:txBody>
      </p:sp>
      <p:sp>
        <p:nvSpPr>
          <p:cNvPr id="5639" name="Google Shape;5639;p92"/>
          <p:cNvSpPr/>
          <p:nvPr/>
        </p:nvSpPr>
        <p:spPr>
          <a:xfrm>
            <a:off x="83988" y="595504"/>
            <a:ext cx="190200" cy="1692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0" name="Google Shape;5640;p92"/>
          <p:cNvSpPr/>
          <p:nvPr/>
        </p:nvSpPr>
        <p:spPr>
          <a:xfrm>
            <a:off x="2350598" y="358950"/>
            <a:ext cx="88500" cy="4023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1" name="Google Shape;5641;p92"/>
          <p:cNvSpPr/>
          <p:nvPr/>
        </p:nvSpPr>
        <p:spPr>
          <a:xfrm>
            <a:off x="2277739" y="663750"/>
            <a:ext cx="88500" cy="1089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2" name="Google Shape;5642;p92"/>
          <p:cNvSpPr txBox="1"/>
          <p:nvPr/>
        </p:nvSpPr>
        <p:spPr>
          <a:xfrm>
            <a:off x="2524025" y="387675"/>
            <a:ext cx="15012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Unid. Organizacional:</a:t>
            </a:r>
            <a:endParaRPr b="1" sz="1100"/>
          </a:p>
        </p:txBody>
      </p:sp>
      <p:sp>
        <p:nvSpPr>
          <p:cNvPr id="5643" name="Google Shape;5643;p92"/>
          <p:cNvSpPr txBox="1"/>
          <p:nvPr/>
        </p:nvSpPr>
        <p:spPr>
          <a:xfrm>
            <a:off x="2524020" y="579550"/>
            <a:ext cx="6846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Alcance:</a:t>
            </a:r>
            <a:endParaRPr b="1" sz="1100"/>
          </a:p>
        </p:txBody>
      </p:sp>
      <p:sp>
        <p:nvSpPr>
          <p:cNvPr id="5644" name="Google Shape;5644;p92"/>
          <p:cNvSpPr txBox="1"/>
          <p:nvPr>
            <p:ph type="title"/>
          </p:nvPr>
        </p:nvSpPr>
        <p:spPr>
          <a:xfrm flipH="1">
            <a:off x="4025374" y="387675"/>
            <a:ext cx="5863200" cy="1692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000"/>
              <a:buNone/>
              <a:defRPr sz="1000">
                <a:solidFill>
                  <a:srgbClr val="000000"/>
                </a:solidFill>
              </a:defRPr>
            </a:lvl1pPr>
            <a:lvl2pPr lvl="1">
              <a:spcBef>
                <a:spcPts val="0"/>
              </a:spcBef>
              <a:spcAft>
                <a:spcPts val="0"/>
              </a:spcAft>
              <a:buClr>
                <a:srgbClr val="000000"/>
              </a:buClr>
              <a:buSzPts val="1000"/>
              <a:buNone/>
              <a:defRPr sz="1000">
                <a:solidFill>
                  <a:srgbClr val="000000"/>
                </a:solidFill>
              </a:defRPr>
            </a:lvl2pPr>
            <a:lvl3pPr lvl="2">
              <a:spcBef>
                <a:spcPts val="0"/>
              </a:spcBef>
              <a:spcAft>
                <a:spcPts val="0"/>
              </a:spcAft>
              <a:buClr>
                <a:srgbClr val="000000"/>
              </a:buClr>
              <a:buSzPts val="1000"/>
              <a:buNone/>
              <a:defRPr sz="1000">
                <a:solidFill>
                  <a:srgbClr val="000000"/>
                </a:solidFill>
              </a:defRPr>
            </a:lvl3pPr>
            <a:lvl4pPr lvl="3">
              <a:spcBef>
                <a:spcPts val="0"/>
              </a:spcBef>
              <a:spcAft>
                <a:spcPts val="0"/>
              </a:spcAft>
              <a:buClr>
                <a:srgbClr val="000000"/>
              </a:buClr>
              <a:buSzPts val="1000"/>
              <a:buNone/>
              <a:defRPr sz="1000">
                <a:solidFill>
                  <a:srgbClr val="000000"/>
                </a:solidFill>
              </a:defRPr>
            </a:lvl4pPr>
            <a:lvl5pPr lvl="4">
              <a:spcBef>
                <a:spcPts val="0"/>
              </a:spcBef>
              <a:spcAft>
                <a:spcPts val="0"/>
              </a:spcAft>
              <a:buClr>
                <a:srgbClr val="000000"/>
              </a:buClr>
              <a:buSzPts val="1000"/>
              <a:buNone/>
              <a:defRPr sz="1000">
                <a:solidFill>
                  <a:srgbClr val="000000"/>
                </a:solidFill>
              </a:defRPr>
            </a:lvl5pPr>
            <a:lvl6pPr lvl="5">
              <a:spcBef>
                <a:spcPts val="0"/>
              </a:spcBef>
              <a:spcAft>
                <a:spcPts val="0"/>
              </a:spcAft>
              <a:buClr>
                <a:srgbClr val="000000"/>
              </a:buClr>
              <a:buSzPts val="1000"/>
              <a:buNone/>
              <a:defRPr sz="1000">
                <a:solidFill>
                  <a:srgbClr val="000000"/>
                </a:solidFill>
              </a:defRPr>
            </a:lvl6pPr>
            <a:lvl7pPr lvl="6">
              <a:spcBef>
                <a:spcPts val="0"/>
              </a:spcBef>
              <a:spcAft>
                <a:spcPts val="0"/>
              </a:spcAft>
              <a:buClr>
                <a:srgbClr val="000000"/>
              </a:buClr>
              <a:buSzPts val="1000"/>
              <a:buNone/>
              <a:defRPr sz="1000">
                <a:solidFill>
                  <a:srgbClr val="000000"/>
                </a:solidFill>
              </a:defRPr>
            </a:lvl7pPr>
            <a:lvl8pPr lvl="7">
              <a:spcBef>
                <a:spcPts val="0"/>
              </a:spcBef>
              <a:spcAft>
                <a:spcPts val="0"/>
              </a:spcAft>
              <a:buClr>
                <a:srgbClr val="000000"/>
              </a:buClr>
              <a:buSzPts val="1000"/>
              <a:buNone/>
              <a:defRPr sz="1000">
                <a:solidFill>
                  <a:srgbClr val="000000"/>
                </a:solidFill>
              </a:defRPr>
            </a:lvl8pPr>
            <a:lvl9pPr lvl="8">
              <a:spcBef>
                <a:spcPts val="0"/>
              </a:spcBef>
              <a:spcAft>
                <a:spcPts val="0"/>
              </a:spcAft>
              <a:buClr>
                <a:srgbClr val="000000"/>
              </a:buClr>
              <a:buSzPts val="1000"/>
              <a:buNone/>
              <a:defRPr sz="1000">
                <a:solidFill>
                  <a:srgbClr val="000000"/>
                </a:solidFill>
              </a:defRPr>
            </a:lvl9pPr>
          </a:lstStyle>
          <a:p/>
        </p:txBody>
      </p:sp>
      <p:sp>
        <p:nvSpPr>
          <p:cNvPr id="5645" name="Google Shape;5645;p92"/>
          <p:cNvSpPr txBox="1"/>
          <p:nvPr>
            <p:ph idx="2" type="title"/>
          </p:nvPr>
        </p:nvSpPr>
        <p:spPr>
          <a:xfrm flipH="1">
            <a:off x="3208773" y="579550"/>
            <a:ext cx="6679800" cy="1692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000"/>
              <a:buNone/>
              <a:defRPr sz="1000">
                <a:solidFill>
                  <a:srgbClr val="000000"/>
                </a:solidFill>
              </a:defRPr>
            </a:lvl1pPr>
            <a:lvl2pPr lvl="1">
              <a:spcBef>
                <a:spcPts val="0"/>
              </a:spcBef>
              <a:spcAft>
                <a:spcPts val="0"/>
              </a:spcAft>
              <a:buClr>
                <a:srgbClr val="000000"/>
              </a:buClr>
              <a:buSzPts val="1000"/>
              <a:buNone/>
              <a:defRPr sz="1000">
                <a:solidFill>
                  <a:srgbClr val="000000"/>
                </a:solidFill>
              </a:defRPr>
            </a:lvl2pPr>
            <a:lvl3pPr lvl="2">
              <a:spcBef>
                <a:spcPts val="0"/>
              </a:spcBef>
              <a:spcAft>
                <a:spcPts val="0"/>
              </a:spcAft>
              <a:buClr>
                <a:srgbClr val="000000"/>
              </a:buClr>
              <a:buSzPts val="1000"/>
              <a:buNone/>
              <a:defRPr sz="1000">
                <a:solidFill>
                  <a:srgbClr val="000000"/>
                </a:solidFill>
              </a:defRPr>
            </a:lvl3pPr>
            <a:lvl4pPr lvl="3">
              <a:spcBef>
                <a:spcPts val="0"/>
              </a:spcBef>
              <a:spcAft>
                <a:spcPts val="0"/>
              </a:spcAft>
              <a:buClr>
                <a:srgbClr val="000000"/>
              </a:buClr>
              <a:buSzPts val="1000"/>
              <a:buNone/>
              <a:defRPr sz="1000">
                <a:solidFill>
                  <a:srgbClr val="000000"/>
                </a:solidFill>
              </a:defRPr>
            </a:lvl4pPr>
            <a:lvl5pPr lvl="4">
              <a:spcBef>
                <a:spcPts val="0"/>
              </a:spcBef>
              <a:spcAft>
                <a:spcPts val="0"/>
              </a:spcAft>
              <a:buClr>
                <a:srgbClr val="000000"/>
              </a:buClr>
              <a:buSzPts val="1000"/>
              <a:buNone/>
              <a:defRPr sz="1000">
                <a:solidFill>
                  <a:srgbClr val="000000"/>
                </a:solidFill>
              </a:defRPr>
            </a:lvl5pPr>
            <a:lvl6pPr lvl="5">
              <a:spcBef>
                <a:spcPts val="0"/>
              </a:spcBef>
              <a:spcAft>
                <a:spcPts val="0"/>
              </a:spcAft>
              <a:buClr>
                <a:srgbClr val="000000"/>
              </a:buClr>
              <a:buSzPts val="1000"/>
              <a:buNone/>
              <a:defRPr sz="1000">
                <a:solidFill>
                  <a:srgbClr val="000000"/>
                </a:solidFill>
              </a:defRPr>
            </a:lvl6pPr>
            <a:lvl7pPr lvl="6">
              <a:spcBef>
                <a:spcPts val="0"/>
              </a:spcBef>
              <a:spcAft>
                <a:spcPts val="0"/>
              </a:spcAft>
              <a:buClr>
                <a:srgbClr val="000000"/>
              </a:buClr>
              <a:buSzPts val="1000"/>
              <a:buNone/>
              <a:defRPr sz="1000">
                <a:solidFill>
                  <a:srgbClr val="000000"/>
                </a:solidFill>
              </a:defRPr>
            </a:lvl7pPr>
            <a:lvl8pPr lvl="7">
              <a:spcBef>
                <a:spcPts val="0"/>
              </a:spcBef>
              <a:spcAft>
                <a:spcPts val="0"/>
              </a:spcAft>
              <a:buClr>
                <a:srgbClr val="000000"/>
              </a:buClr>
              <a:buSzPts val="1000"/>
              <a:buNone/>
              <a:defRPr sz="1000">
                <a:solidFill>
                  <a:srgbClr val="000000"/>
                </a:solidFill>
              </a:defRPr>
            </a:lvl8pPr>
            <a:lvl9pPr lvl="8">
              <a:spcBef>
                <a:spcPts val="0"/>
              </a:spcBef>
              <a:spcAft>
                <a:spcPts val="0"/>
              </a:spcAft>
              <a:buClr>
                <a:srgbClr val="000000"/>
              </a:buClr>
              <a:buSzPts val="1000"/>
              <a:buNone/>
              <a:defRPr sz="1000">
                <a:solidFill>
                  <a:srgbClr val="000000"/>
                </a:solidFill>
              </a:defRPr>
            </a:lvl9pPr>
          </a:lstStyle>
          <a:p/>
        </p:txBody>
      </p:sp>
      <p:sp>
        <p:nvSpPr>
          <p:cNvPr id="5646" name="Google Shape;5646;p92"/>
          <p:cNvSpPr txBox="1"/>
          <p:nvPr>
            <p:ph idx="1" type="body"/>
          </p:nvPr>
        </p:nvSpPr>
        <p:spPr>
          <a:xfrm>
            <a:off x="641150" y="612125"/>
            <a:ext cx="1770300" cy="160500"/>
          </a:xfrm>
          <a:prstGeom prst="rect">
            <a:avLst/>
          </a:prstGeom>
          <a:noFill/>
          <a:ln>
            <a:noFill/>
          </a:ln>
        </p:spPr>
        <p:txBody>
          <a:bodyPr anchorCtr="0" anchor="t" bIns="0" lIns="0" spcFirstLastPara="1" rIns="0" wrap="square" tIns="0">
            <a:noAutofit/>
          </a:bodyPr>
          <a:lstStyle>
            <a:lvl1pPr indent="-292100" lvl="0" marL="457200" algn="ctr">
              <a:spcBef>
                <a:spcPts val="0"/>
              </a:spcBef>
              <a:spcAft>
                <a:spcPts val="0"/>
              </a:spcAft>
              <a:buClr>
                <a:srgbClr val="FFFFFF"/>
              </a:buClr>
              <a:buSzPts val="1000"/>
              <a:buChar char="●"/>
              <a:defRPr sz="1000">
                <a:solidFill>
                  <a:srgbClr val="FFFFFF"/>
                </a:solidFill>
              </a:defRPr>
            </a:lvl1pPr>
            <a:lvl2pPr indent="-292100" lvl="1" marL="914400" algn="ctr">
              <a:spcBef>
                <a:spcPts val="0"/>
              </a:spcBef>
              <a:spcAft>
                <a:spcPts val="0"/>
              </a:spcAft>
              <a:buClr>
                <a:srgbClr val="FFFFFF"/>
              </a:buClr>
              <a:buSzPts val="1000"/>
              <a:buChar char="○"/>
              <a:defRPr sz="1000">
                <a:solidFill>
                  <a:srgbClr val="FFFFFF"/>
                </a:solidFill>
              </a:defRPr>
            </a:lvl2pPr>
            <a:lvl3pPr indent="-292100" lvl="2" marL="1371600" algn="ctr">
              <a:spcBef>
                <a:spcPts val="0"/>
              </a:spcBef>
              <a:spcAft>
                <a:spcPts val="0"/>
              </a:spcAft>
              <a:buClr>
                <a:srgbClr val="FFFFFF"/>
              </a:buClr>
              <a:buSzPts val="1000"/>
              <a:buChar char="■"/>
              <a:defRPr sz="1000">
                <a:solidFill>
                  <a:srgbClr val="FFFFFF"/>
                </a:solidFill>
              </a:defRPr>
            </a:lvl3pPr>
            <a:lvl4pPr indent="-292100" lvl="3" marL="1828800" algn="ctr">
              <a:spcBef>
                <a:spcPts val="0"/>
              </a:spcBef>
              <a:spcAft>
                <a:spcPts val="0"/>
              </a:spcAft>
              <a:buClr>
                <a:srgbClr val="FFFFFF"/>
              </a:buClr>
              <a:buSzPts val="1000"/>
              <a:buChar char="●"/>
              <a:defRPr sz="1000">
                <a:solidFill>
                  <a:srgbClr val="FFFFFF"/>
                </a:solidFill>
              </a:defRPr>
            </a:lvl4pPr>
            <a:lvl5pPr indent="-292100" lvl="4" marL="2286000" algn="ctr">
              <a:spcBef>
                <a:spcPts val="0"/>
              </a:spcBef>
              <a:spcAft>
                <a:spcPts val="0"/>
              </a:spcAft>
              <a:buClr>
                <a:srgbClr val="FFFFFF"/>
              </a:buClr>
              <a:buSzPts val="1000"/>
              <a:buChar char="○"/>
              <a:defRPr sz="1000">
                <a:solidFill>
                  <a:srgbClr val="FFFFFF"/>
                </a:solidFill>
              </a:defRPr>
            </a:lvl5pPr>
            <a:lvl6pPr indent="-292100" lvl="5" marL="2743200" algn="ctr">
              <a:spcBef>
                <a:spcPts val="0"/>
              </a:spcBef>
              <a:spcAft>
                <a:spcPts val="0"/>
              </a:spcAft>
              <a:buClr>
                <a:srgbClr val="FFFFFF"/>
              </a:buClr>
              <a:buSzPts val="1000"/>
              <a:buChar char="■"/>
              <a:defRPr sz="1000">
                <a:solidFill>
                  <a:srgbClr val="FFFFFF"/>
                </a:solidFill>
              </a:defRPr>
            </a:lvl6pPr>
            <a:lvl7pPr indent="-292100" lvl="6" marL="3200400" algn="ctr">
              <a:spcBef>
                <a:spcPts val="0"/>
              </a:spcBef>
              <a:spcAft>
                <a:spcPts val="0"/>
              </a:spcAft>
              <a:buClr>
                <a:srgbClr val="FFFFFF"/>
              </a:buClr>
              <a:buSzPts val="1000"/>
              <a:buChar char="●"/>
              <a:defRPr sz="1000">
                <a:solidFill>
                  <a:srgbClr val="FFFFFF"/>
                </a:solidFill>
              </a:defRPr>
            </a:lvl7pPr>
            <a:lvl8pPr indent="-292100" lvl="7" marL="3657600" algn="ctr">
              <a:spcBef>
                <a:spcPts val="0"/>
              </a:spcBef>
              <a:spcAft>
                <a:spcPts val="0"/>
              </a:spcAft>
              <a:buClr>
                <a:srgbClr val="FFFFFF"/>
              </a:buClr>
              <a:buSzPts val="1000"/>
              <a:buChar char="○"/>
              <a:defRPr sz="1000">
                <a:solidFill>
                  <a:srgbClr val="FFFFFF"/>
                </a:solidFill>
              </a:defRPr>
            </a:lvl8pPr>
            <a:lvl9pPr indent="-292100" lvl="8" marL="4114800" algn="ctr">
              <a:spcBef>
                <a:spcPts val="0"/>
              </a:spcBef>
              <a:spcAft>
                <a:spcPts val="0"/>
              </a:spcAft>
              <a:buClr>
                <a:srgbClr val="FFFFFF"/>
              </a:buClr>
              <a:buSzPts val="1000"/>
              <a:buChar char="■"/>
              <a:defRPr sz="1000">
                <a:solidFill>
                  <a:srgbClr val="FFFFFF"/>
                </a:solidFill>
              </a:defRPr>
            </a:lvl9pPr>
          </a:lstStyle>
          <a:p/>
        </p:txBody>
      </p:sp>
      <p:sp>
        <p:nvSpPr>
          <p:cNvPr id="5647" name="Google Shape;5647;p92"/>
          <p:cNvSpPr txBox="1"/>
          <p:nvPr/>
        </p:nvSpPr>
        <p:spPr>
          <a:xfrm>
            <a:off x="84825" y="598125"/>
            <a:ext cx="595500" cy="205800"/>
          </a:xfrm>
          <a:prstGeom prst="rect">
            <a:avLst/>
          </a:prstGeom>
          <a:noFill/>
          <a:ln>
            <a:noFill/>
          </a:ln>
        </p:spPr>
        <p:txBody>
          <a:bodyPr anchorCtr="0" anchor="t" bIns="18000" lIns="18000" spcFirstLastPara="1" rIns="18000" wrap="square" tIns="18000">
            <a:spAutoFit/>
          </a:bodyPr>
          <a:lstStyle/>
          <a:p>
            <a:pPr indent="0" lvl="0" marL="0" rtl="0" algn="l">
              <a:spcBef>
                <a:spcPts val="0"/>
              </a:spcBef>
              <a:spcAft>
                <a:spcPts val="0"/>
              </a:spcAft>
              <a:buNone/>
            </a:pPr>
            <a:r>
              <a:rPr lang="es-419" sz="1100">
                <a:solidFill>
                  <a:srgbClr val="FFFFFF"/>
                </a:solidFill>
              </a:rPr>
              <a:t>Nombre:</a:t>
            </a:r>
            <a:endParaRPr sz="1100">
              <a:solidFill>
                <a:srgbClr val="FFFFFF"/>
              </a:solidFill>
            </a:endParaRPr>
          </a:p>
        </p:txBody>
      </p:sp>
      <p:sp>
        <p:nvSpPr>
          <p:cNvPr id="5648" name="Google Shape;5648;p92"/>
          <p:cNvSpPr/>
          <p:nvPr/>
        </p:nvSpPr>
        <p:spPr>
          <a:xfrm>
            <a:off x="-4273050" y="-78277"/>
            <a:ext cx="3615600" cy="6902700"/>
          </a:xfrm>
          <a:prstGeom prst="roundRect">
            <a:avLst>
              <a:gd fmla="val 4230" name="adj"/>
            </a:avLst>
          </a:prstGeom>
          <a:solidFill>
            <a:srgbClr val="F3F3F3"/>
          </a:solidFill>
          <a:ln cap="flat" cmpd="sng" w="9525">
            <a:solidFill>
              <a:srgbClr val="F3F3F3"/>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t" bIns="91425" lIns="91425" spcFirstLastPara="1" rIns="91425" wrap="square" tIns="91425">
            <a:noAutofit/>
          </a:bodyPr>
          <a:lstStyle/>
          <a:p>
            <a:pPr indent="0" lvl="0" marL="0" rtl="0" algn="ctr">
              <a:spcBef>
                <a:spcPts val="0"/>
              </a:spcBef>
              <a:spcAft>
                <a:spcPts val="0"/>
              </a:spcAft>
              <a:buNone/>
            </a:pPr>
            <a:r>
              <a:rPr i="1" lang="es-419"/>
              <a:t>Paleta</a:t>
            </a:r>
            <a:endParaRPr i="1"/>
          </a:p>
        </p:txBody>
      </p:sp>
    </p:spTree>
  </p:cSld>
  <p:clrMapOvr>
    <a:masterClrMapping/>
  </p:clrMapOvr>
</p:sldLayout>
</file>

<file path=ppt/slideLayouts/slideLayout9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0.5 Situaciones Problemáticas">
  <p:cSld name="CUSTOM_4">
    <p:spTree>
      <p:nvGrpSpPr>
        <p:cNvPr id="5649" name="Shape 5649"/>
        <p:cNvGrpSpPr/>
        <p:nvPr/>
      </p:nvGrpSpPr>
      <p:grpSpPr>
        <a:xfrm>
          <a:off x="0" y="0"/>
          <a:ext cx="0" cy="0"/>
          <a:chOff x="0" y="0"/>
          <a:chExt cx="0" cy="0"/>
        </a:xfrm>
      </p:grpSpPr>
      <p:sp>
        <p:nvSpPr>
          <p:cNvPr id="5650" name="Google Shape;5650;p93"/>
          <p:cNvSpPr/>
          <p:nvPr/>
        </p:nvSpPr>
        <p:spPr>
          <a:xfrm>
            <a:off x="77688" y="358938"/>
            <a:ext cx="9935700" cy="6438000"/>
          </a:xfrm>
          <a:prstGeom prst="roundRect">
            <a:avLst>
              <a:gd fmla="val 2618" name="adj"/>
            </a:avLst>
          </a:prstGeom>
          <a:solidFill>
            <a:srgbClr val="FFFFFF"/>
          </a:solidFill>
          <a:ln cap="flat" cmpd="sng" w="38100">
            <a:solidFill>
              <a:srgbClr val="000000"/>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1" name="Google Shape;5651;p93"/>
          <p:cNvSpPr txBox="1"/>
          <p:nvPr/>
        </p:nvSpPr>
        <p:spPr>
          <a:xfrm>
            <a:off x="223709" y="849702"/>
            <a:ext cx="9669600" cy="390000"/>
          </a:xfrm>
          <a:prstGeom prst="rect">
            <a:avLst/>
          </a:prstGeom>
          <a:solidFill>
            <a:srgbClr val="EB7C35"/>
          </a:solidFill>
          <a:ln cap="flat" cmpd="sng" w="38100">
            <a:solidFill>
              <a:srgbClr val="EB7C35"/>
            </a:solidFill>
            <a:prstDash val="solid"/>
            <a:round/>
            <a:headEnd len="sm" w="sm" type="none"/>
            <a:tailEnd len="sm" w="sm" type="none"/>
          </a:ln>
          <a:effectLst>
            <a:outerShdw blurRad="63500" dir="8100000" dist="38100">
              <a:srgbClr val="000000">
                <a:alpha val="39610"/>
              </a:srgbClr>
            </a:outerShdw>
          </a:effectLst>
        </p:spPr>
        <p:txBody>
          <a:bodyPr anchorCtr="0" anchor="t" bIns="41050" lIns="82100" spcFirstLastPara="1" rIns="82100" wrap="square" tIns="41050">
            <a:noAutofit/>
          </a:bodyPr>
          <a:lstStyle/>
          <a:p>
            <a:pPr indent="0" lvl="0" marL="0" marR="0" rtl="0" algn="l">
              <a:lnSpc>
                <a:spcPct val="100000"/>
              </a:lnSpc>
              <a:spcBef>
                <a:spcPts val="0"/>
              </a:spcBef>
              <a:spcAft>
                <a:spcPts val="0"/>
              </a:spcAft>
              <a:buNone/>
            </a:pPr>
            <a:r>
              <a:t/>
            </a:r>
            <a:endParaRPr b="0" i="0" sz="1600" u="none">
              <a:solidFill>
                <a:schemeClr val="dk1"/>
              </a:solidFill>
              <a:latin typeface="Arial"/>
              <a:ea typeface="Arial"/>
              <a:cs typeface="Arial"/>
              <a:sym typeface="Arial"/>
            </a:endParaRPr>
          </a:p>
        </p:txBody>
      </p:sp>
      <p:sp>
        <p:nvSpPr>
          <p:cNvPr id="5652" name="Google Shape;5652;p93"/>
          <p:cNvSpPr txBox="1"/>
          <p:nvPr/>
        </p:nvSpPr>
        <p:spPr>
          <a:xfrm>
            <a:off x="223709" y="849702"/>
            <a:ext cx="9669600" cy="5851800"/>
          </a:xfrm>
          <a:prstGeom prst="rect">
            <a:avLst/>
          </a:prstGeom>
          <a:noFill/>
          <a:ln cap="flat" cmpd="sng" w="28575">
            <a:solidFill>
              <a:srgbClr val="EB7C35"/>
            </a:solidFill>
            <a:prstDash val="solid"/>
            <a:round/>
            <a:headEnd len="sm" w="sm" type="none"/>
            <a:tailEnd len="sm" w="sm" type="none"/>
          </a:ln>
        </p:spPr>
        <p:txBody>
          <a:bodyPr anchorCtr="0" anchor="t" bIns="41050" lIns="82100" spcFirstLastPara="1" rIns="82100" wrap="square" tIns="41050">
            <a:noAutofit/>
          </a:bodyPr>
          <a:lstStyle/>
          <a:p>
            <a:pPr indent="0" lvl="0" marL="0" marR="0" rtl="0" algn="l">
              <a:lnSpc>
                <a:spcPct val="100000"/>
              </a:lnSpc>
              <a:spcBef>
                <a:spcPts val="0"/>
              </a:spcBef>
              <a:spcAft>
                <a:spcPts val="0"/>
              </a:spcAft>
              <a:buNone/>
            </a:pPr>
            <a:r>
              <a:t/>
            </a:r>
            <a:endParaRPr b="0" i="0" sz="1600" u="none">
              <a:solidFill>
                <a:schemeClr val="dk1"/>
              </a:solidFill>
              <a:latin typeface="Arial"/>
              <a:ea typeface="Arial"/>
              <a:cs typeface="Arial"/>
              <a:sym typeface="Arial"/>
            </a:endParaRPr>
          </a:p>
        </p:txBody>
      </p:sp>
      <p:sp>
        <p:nvSpPr>
          <p:cNvPr id="5653" name="Google Shape;5653;p93"/>
          <p:cNvSpPr txBox="1"/>
          <p:nvPr/>
        </p:nvSpPr>
        <p:spPr>
          <a:xfrm>
            <a:off x="-3508600" y="843725"/>
            <a:ext cx="2892000" cy="5671200"/>
          </a:xfrm>
          <a:prstGeom prst="rect">
            <a:avLst/>
          </a:prstGeom>
          <a:solidFill>
            <a:schemeClr val="lt1"/>
          </a:solidFill>
          <a:ln cap="flat" cmpd="sng" w="28575">
            <a:solidFill>
              <a:srgbClr val="BFBFBF"/>
            </a:solidFill>
            <a:prstDash val="solid"/>
            <a:round/>
            <a:headEnd len="sm" w="sm" type="none"/>
            <a:tailEnd len="sm" w="sm" type="none"/>
          </a:ln>
        </p:spPr>
        <p:txBody>
          <a:bodyPr anchorCtr="0" anchor="t" bIns="41050" lIns="82100" spcFirstLastPara="1" rIns="82100" wrap="square" tIns="41050">
            <a:noAutofit/>
          </a:bodyPr>
          <a:lstStyle/>
          <a:p>
            <a:pPr indent="0" lvl="0" marL="0" marR="0" rtl="0" algn="l">
              <a:lnSpc>
                <a:spcPct val="100000"/>
              </a:lnSpc>
              <a:spcBef>
                <a:spcPts val="0"/>
              </a:spcBef>
              <a:spcAft>
                <a:spcPts val="0"/>
              </a:spcAft>
              <a:buNone/>
            </a:pPr>
            <a:r>
              <a:t/>
            </a:r>
            <a:endParaRPr b="0" i="0" sz="1600" u="none">
              <a:solidFill>
                <a:schemeClr val="dk1"/>
              </a:solidFill>
              <a:latin typeface="Arial"/>
              <a:ea typeface="Arial"/>
              <a:cs typeface="Arial"/>
              <a:sym typeface="Arial"/>
            </a:endParaRPr>
          </a:p>
        </p:txBody>
      </p:sp>
      <p:sp>
        <p:nvSpPr>
          <p:cNvPr id="5654" name="Google Shape;5654;p93"/>
          <p:cNvSpPr txBox="1"/>
          <p:nvPr/>
        </p:nvSpPr>
        <p:spPr>
          <a:xfrm>
            <a:off x="-3508600" y="843725"/>
            <a:ext cx="2892000" cy="408300"/>
          </a:xfrm>
          <a:prstGeom prst="rect">
            <a:avLst/>
          </a:prstGeom>
          <a:solidFill>
            <a:srgbClr val="EEEEEE"/>
          </a:solidFill>
          <a:ln cap="flat" cmpd="sng" w="19050">
            <a:solidFill>
              <a:srgbClr val="BFBFBF"/>
            </a:solidFill>
            <a:prstDash val="solid"/>
            <a:round/>
            <a:headEnd len="sm" w="sm" type="none"/>
            <a:tailEnd len="sm" w="sm" type="none"/>
          </a:ln>
        </p:spPr>
        <p:txBody>
          <a:bodyPr anchorCtr="0" anchor="t" bIns="41050" lIns="82100" spcFirstLastPara="1" rIns="82100" wrap="square" tIns="41050">
            <a:noAutofit/>
          </a:bodyPr>
          <a:lstStyle/>
          <a:p>
            <a:pPr indent="0" lvl="0" marL="0" marR="0" rtl="0" algn="ctr">
              <a:lnSpc>
                <a:spcPct val="100000"/>
              </a:lnSpc>
              <a:spcBef>
                <a:spcPts val="0"/>
              </a:spcBef>
              <a:spcAft>
                <a:spcPts val="0"/>
              </a:spcAft>
              <a:buClr>
                <a:schemeClr val="dk1"/>
              </a:buClr>
              <a:buSzPts val="1600"/>
              <a:buFont typeface="Arial"/>
              <a:buNone/>
            </a:pPr>
            <a:r>
              <a:rPr b="1" i="0" lang="es-419" sz="1600" u="none">
                <a:solidFill>
                  <a:schemeClr val="dk1"/>
                </a:solidFill>
                <a:latin typeface="Arvo"/>
                <a:ea typeface="Arvo"/>
                <a:cs typeface="Arvo"/>
                <a:sym typeface="Arvo"/>
              </a:rPr>
              <a:t>Brain Storming</a:t>
            </a:r>
            <a:endParaRPr sz="1300">
              <a:latin typeface="Arvo"/>
              <a:ea typeface="Arvo"/>
              <a:cs typeface="Arvo"/>
              <a:sym typeface="Arvo"/>
            </a:endParaRPr>
          </a:p>
        </p:txBody>
      </p:sp>
      <p:sp>
        <p:nvSpPr>
          <p:cNvPr id="5655" name="Google Shape;5655;p93"/>
          <p:cNvSpPr txBox="1"/>
          <p:nvPr/>
        </p:nvSpPr>
        <p:spPr>
          <a:xfrm>
            <a:off x="221124" y="841575"/>
            <a:ext cx="9669600" cy="408000"/>
          </a:xfrm>
          <a:prstGeom prst="rect">
            <a:avLst/>
          </a:prstGeom>
          <a:noFill/>
          <a:ln>
            <a:noFill/>
          </a:ln>
        </p:spPr>
        <p:txBody>
          <a:bodyPr anchorCtr="0" anchor="ctr" bIns="41050" lIns="82100" spcFirstLastPara="1" rIns="82100" wrap="square" tIns="41050">
            <a:noAutofit/>
          </a:bodyPr>
          <a:lstStyle/>
          <a:p>
            <a:pPr indent="0" lvl="0" marL="0" marR="0" rtl="0" algn="ctr">
              <a:lnSpc>
                <a:spcPct val="100000"/>
              </a:lnSpc>
              <a:spcBef>
                <a:spcPts val="0"/>
              </a:spcBef>
              <a:spcAft>
                <a:spcPts val="0"/>
              </a:spcAft>
              <a:buClr>
                <a:schemeClr val="lt1"/>
              </a:buClr>
              <a:buSzPts val="2200"/>
              <a:buFont typeface="Open Sans"/>
              <a:buNone/>
            </a:pPr>
            <a:r>
              <a:rPr b="1" lang="es-419">
                <a:solidFill>
                  <a:schemeClr val="lt1"/>
                </a:solidFill>
                <a:latin typeface="Arvo"/>
                <a:ea typeface="Arvo"/>
                <a:cs typeface="Arvo"/>
                <a:sym typeface="Arvo"/>
              </a:rPr>
              <a:t>Cardsorting</a:t>
            </a:r>
            <a:endParaRPr>
              <a:latin typeface="Arvo"/>
              <a:ea typeface="Arvo"/>
              <a:cs typeface="Arvo"/>
              <a:sym typeface="Arvo"/>
            </a:endParaRPr>
          </a:p>
        </p:txBody>
      </p:sp>
      <p:sp>
        <p:nvSpPr>
          <p:cNvPr id="5656" name="Google Shape;5656;p93"/>
          <p:cNvSpPr txBox="1"/>
          <p:nvPr/>
        </p:nvSpPr>
        <p:spPr>
          <a:xfrm>
            <a:off x="306397" y="1373931"/>
            <a:ext cx="4694100" cy="1689000"/>
          </a:xfrm>
          <a:prstGeom prst="rect">
            <a:avLst/>
          </a:prstGeom>
          <a:solidFill>
            <a:schemeClr val="lt1"/>
          </a:solidFill>
          <a:ln cap="flat" cmpd="sng" w="28575">
            <a:solidFill>
              <a:srgbClr val="BFBFBF"/>
            </a:solidFill>
            <a:prstDash val="solid"/>
            <a:round/>
            <a:headEnd len="sm" w="sm" type="none"/>
            <a:tailEnd len="sm" w="sm" type="none"/>
          </a:ln>
        </p:spPr>
        <p:txBody>
          <a:bodyPr anchorCtr="0" anchor="t" bIns="41050" lIns="82100" spcFirstLastPara="1" rIns="82100" wrap="square" tIns="41050">
            <a:noAutofit/>
          </a:bodyPr>
          <a:lstStyle/>
          <a:p>
            <a:pPr indent="0" lvl="0" marL="0" marR="0" rtl="0" algn="l">
              <a:lnSpc>
                <a:spcPct val="100000"/>
              </a:lnSpc>
              <a:spcBef>
                <a:spcPts val="0"/>
              </a:spcBef>
              <a:spcAft>
                <a:spcPts val="0"/>
              </a:spcAft>
              <a:buNone/>
            </a:pPr>
            <a:r>
              <a:t/>
            </a:r>
            <a:endParaRPr b="0" i="0" sz="1600" u="none">
              <a:solidFill>
                <a:schemeClr val="dk1"/>
              </a:solidFill>
              <a:latin typeface="Arial"/>
              <a:ea typeface="Arial"/>
              <a:cs typeface="Arial"/>
              <a:sym typeface="Arial"/>
            </a:endParaRPr>
          </a:p>
        </p:txBody>
      </p:sp>
      <p:sp>
        <p:nvSpPr>
          <p:cNvPr id="5657" name="Google Shape;5657;p93"/>
          <p:cNvSpPr txBox="1"/>
          <p:nvPr/>
        </p:nvSpPr>
        <p:spPr>
          <a:xfrm>
            <a:off x="306397" y="1373931"/>
            <a:ext cx="4694100" cy="282000"/>
          </a:xfrm>
          <a:prstGeom prst="rect">
            <a:avLst/>
          </a:prstGeom>
          <a:solidFill>
            <a:srgbClr val="FED86F"/>
          </a:solidFill>
          <a:ln cap="flat" cmpd="sng" w="19050">
            <a:solidFill>
              <a:srgbClr val="BFBFBF"/>
            </a:solidFill>
            <a:prstDash val="solid"/>
            <a:round/>
            <a:headEnd len="sm" w="sm" type="none"/>
            <a:tailEnd len="sm" w="sm" type="none"/>
          </a:ln>
        </p:spPr>
        <p:txBody>
          <a:bodyPr anchorCtr="0" anchor="t" bIns="41050" lIns="82100" spcFirstLastPara="1" rIns="82100" wrap="square" tIns="41050">
            <a:noAutofit/>
          </a:bodyPr>
          <a:lstStyle/>
          <a:p>
            <a:pPr indent="0" lvl="0" marL="0" marR="0" rtl="0" algn="l">
              <a:lnSpc>
                <a:spcPct val="100000"/>
              </a:lnSpc>
              <a:spcBef>
                <a:spcPts val="0"/>
              </a:spcBef>
              <a:spcAft>
                <a:spcPts val="0"/>
              </a:spcAft>
              <a:buClr>
                <a:schemeClr val="dk1"/>
              </a:buClr>
              <a:buSzPts val="1400"/>
              <a:buFont typeface="Arial"/>
              <a:buNone/>
            </a:pPr>
            <a:r>
              <a:rPr b="1" lang="es-419" sz="1200">
                <a:solidFill>
                  <a:schemeClr val="dk1"/>
                </a:solidFill>
                <a:latin typeface="Arvo"/>
                <a:ea typeface="Arvo"/>
                <a:cs typeface="Arvo"/>
                <a:sym typeface="Arvo"/>
              </a:rPr>
              <a:t>Variable Identificada </a:t>
            </a:r>
            <a:r>
              <a:rPr b="1" i="0" lang="es-419" sz="1200" u="none">
                <a:solidFill>
                  <a:schemeClr val="dk1"/>
                </a:solidFill>
                <a:latin typeface="Arvo"/>
                <a:ea typeface="Arvo"/>
                <a:cs typeface="Arvo"/>
                <a:sym typeface="Arvo"/>
              </a:rPr>
              <a:t>1: </a:t>
            </a:r>
            <a:endParaRPr sz="1200">
              <a:latin typeface="Arvo"/>
              <a:ea typeface="Arvo"/>
              <a:cs typeface="Arvo"/>
              <a:sym typeface="Arvo"/>
            </a:endParaRPr>
          </a:p>
        </p:txBody>
      </p:sp>
      <p:sp>
        <p:nvSpPr>
          <p:cNvPr id="5658" name="Google Shape;5658;p93"/>
          <p:cNvSpPr txBox="1"/>
          <p:nvPr/>
        </p:nvSpPr>
        <p:spPr>
          <a:xfrm>
            <a:off x="314150" y="3149807"/>
            <a:ext cx="4694100" cy="1691100"/>
          </a:xfrm>
          <a:prstGeom prst="rect">
            <a:avLst/>
          </a:prstGeom>
          <a:solidFill>
            <a:schemeClr val="lt1"/>
          </a:solidFill>
          <a:ln cap="flat" cmpd="sng" w="28575">
            <a:solidFill>
              <a:srgbClr val="BFBFBF"/>
            </a:solidFill>
            <a:prstDash val="solid"/>
            <a:round/>
            <a:headEnd len="sm" w="sm" type="none"/>
            <a:tailEnd len="sm" w="sm" type="none"/>
          </a:ln>
        </p:spPr>
        <p:txBody>
          <a:bodyPr anchorCtr="0" anchor="t" bIns="41050" lIns="82100" spcFirstLastPara="1" rIns="82100" wrap="square" tIns="41050">
            <a:noAutofit/>
          </a:bodyPr>
          <a:lstStyle/>
          <a:p>
            <a:pPr indent="0" lvl="0" marL="0" marR="0" rtl="0" algn="l">
              <a:lnSpc>
                <a:spcPct val="100000"/>
              </a:lnSpc>
              <a:spcBef>
                <a:spcPts val="0"/>
              </a:spcBef>
              <a:spcAft>
                <a:spcPts val="0"/>
              </a:spcAft>
              <a:buNone/>
            </a:pPr>
            <a:r>
              <a:t/>
            </a:r>
            <a:endParaRPr b="0" i="0" sz="1600" u="none">
              <a:solidFill>
                <a:schemeClr val="dk1"/>
              </a:solidFill>
              <a:latin typeface="Arial"/>
              <a:ea typeface="Arial"/>
              <a:cs typeface="Arial"/>
              <a:sym typeface="Arial"/>
            </a:endParaRPr>
          </a:p>
        </p:txBody>
      </p:sp>
      <p:sp>
        <p:nvSpPr>
          <p:cNvPr id="5659" name="Google Shape;5659;p93"/>
          <p:cNvSpPr txBox="1"/>
          <p:nvPr/>
        </p:nvSpPr>
        <p:spPr>
          <a:xfrm>
            <a:off x="314150" y="3149807"/>
            <a:ext cx="4694100" cy="282000"/>
          </a:xfrm>
          <a:prstGeom prst="rect">
            <a:avLst/>
          </a:prstGeom>
          <a:solidFill>
            <a:srgbClr val="FED86F"/>
          </a:solidFill>
          <a:ln cap="flat" cmpd="sng" w="19050">
            <a:solidFill>
              <a:srgbClr val="BFBFBF"/>
            </a:solidFill>
            <a:prstDash val="solid"/>
            <a:round/>
            <a:headEnd len="sm" w="sm" type="none"/>
            <a:tailEnd len="sm" w="sm" type="none"/>
          </a:ln>
        </p:spPr>
        <p:txBody>
          <a:bodyPr anchorCtr="0" anchor="t" bIns="41050" lIns="82100" spcFirstLastPara="1" rIns="82100" wrap="square" tIns="41050">
            <a:noAutofit/>
          </a:bodyPr>
          <a:lstStyle/>
          <a:p>
            <a:pPr indent="0" lvl="0" marL="0" marR="0" rtl="0" algn="l">
              <a:lnSpc>
                <a:spcPct val="100000"/>
              </a:lnSpc>
              <a:spcBef>
                <a:spcPts val="0"/>
              </a:spcBef>
              <a:spcAft>
                <a:spcPts val="0"/>
              </a:spcAft>
              <a:buClr>
                <a:schemeClr val="dk1"/>
              </a:buClr>
              <a:buSzPts val="1400"/>
              <a:buFont typeface="Arial"/>
              <a:buNone/>
            </a:pPr>
            <a:r>
              <a:rPr b="1" lang="es-419" sz="1200">
                <a:solidFill>
                  <a:schemeClr val="dk1"/>
                </a:solidFill>
                <a:latin typeface="Arvo"/>
                <a:ea typeface="Arvo"/>
                <a:cs typeface="Arvo"/>
                <a:sym typeface="Arvo"/>
              </a:rPr>
              <a:t>Variable Identificada </a:t>
            </a:r>
            <a:r>
              <a:rPr b="1" i="0" lang="es-419" sz="1200" u="none">
                <a:solidFill>
                  <a:schemeClr val="dk1"/>
                </a:solidFill>
                <a:latin typeface="Arvo"/>
                <a:ea typeface="Arvo"/>
                <a:cs typeface="Arvo"/>
                <a:sym typeface="Arvo"/>
              </a:rPr>
              <a:t>2: </a:t>
            </a:r>
            <a:endParaRPr sz="1200">
              <a:latin typeface="Arvo"/>
              <a:ea typeface="Arvo"/>
              <a:cs typeface="Arvo"/>
              <a:sym typeface="Arvo"/>
            </a:endParaRPr>
          </a:p>
        </p:txBody>
      </p:sp>
      <p:sp>
        <p:nvSpPr>
          <p:cNvPr id="5660" name="Google Shape;5660;p93"/>
          <p:cNvSpPr txBox="1"/>
          <p:nvPr/>
        </p:nvSpPr>
        <p:spPr>
          <a:xfrm>
            <a:off x="306397" y="4933811"/>
            <a:ext cx="4694100" cy="1689000"/>
          </a:xfrm>
          <a:prstGeom prst="rect">
            <a:avLst/>
          </a:prstGeom>
          <a:solidFill>
            <a:schemeClr val="lt1"/>
          </a:solidFill>
          <a:ln cap="flat" cmpd="sng" w="28575">
            <a:solidFill>
              <a:srgbClr val="BFBFBF"/>
            </a:solidFill>
            <a:prstDash val="solid"/>
            <a:round/>
            <a:headEnd len="sm" w="sm" type="none"/>
            <a:tailEnd len="sm" w="sm" type="none"/>
          </a:ln>
        </p:spPr>
        <p:txBody>
          <a:bodyPr anchorCtr="0" anchor="t" bIns="41050" lIns="82100" spcFirstLastPara="1" rIns="82100" wrap="square" tIns="41050">
            <a:noAutofit/>
          </a:bodyPr>
          <a:lstStyle/>
          <a:p>
            <a:pPr indent="0" lvl="0" marL="0" marR="0" rtl="0" algn="l">
              <a:lnSpc>
                <a:spcPct val="100000"/>
              </a:lnSpc>
              <a:spcBef>
                <a:spcPts val="0"/>
              </a:spcBef>
              <a:spcAft>
                <a:spcPts val="0"/>
              </a:spcAft>
              <a:buNone/>
            </a:pPr>
            <a:r>
              <a:t/>
            </a:r>
            <a:endParaRPr b="0" i="0" sz="1600" u="none">
              <a:solidFill>
                <a:schemeClr val="dk1"/>
              </a:solidFill>
              <a:latin typeface="Arial"/>
              <a:ea typeface="Arial"/>
              <a:cs typeface="Arial"/>
              <a:sym typeface="Arial"/>
            </a:endParaRPr>
          </a:p>
        </p:txBody>
      </p:sp>
      <p:sp>
        <p:nvSpPr>
          <p:cNvPr id="5661" name="Google Shape;5661;p93"/>
          <p:cNvSpPr txBox="1"/>
          <p:nvPr/>
        </p:nvSpPr>
        <p:spPr>
          <a:xfrm>
            <a:off x="306397" y="4933811"/>
            <a:ext cx="4694100" cy="282000"/>
          </a:xfrm>
          <a:prstGeom prst="rect">
            <a:avLst/>
          </a:prstGeom>
          <a:solidFill>
            <a:srgbClr val="FED86F"/>
          </a:solidFill>
          <a:ln cap="flat" cmpd="sng" w="19050">
            <a:solidFill>
              <a:srgbClr val="BFBFBF"/>
            </a:solidFill>
            <a:prstDash val="solid"/>
            <a:round/>
            <a:headEnd len="sm" w="sm" type="none"/>
            <a:tailEnd len="sm" w="sm" type="none"/>
          </a:ln>
        </p:spPr>
        <p:txBody>
          <a:bodyPr anchorCtr="0" anchor="t" bIns="41050" lIns="82100" spcFirstLastPara="1" rIns="82100" wrap="square" tIns="41050">
            <a:noAutofit/>
          </a:bodyPr>
          <a:lstStyle/>
          <a:p>
            <a:pPr indent="0" lvl="0" marL="0" marR="0" rtl="0" algn="l">
              <a:lnSpc>
                <a:spcPct val="100000"/>
              </a:lnSpc>
              <a:spcBef>
                <a:spcPts val="0"/>
              </a:spcBef>
              <a:spcAft>
                <a:spcPts val="0"/>
              </a:spcAft>
              <a:buClr>
                <a:schemeClr val="dk1"/>
              </a:buClr>
              <a:buSzPts val="1400"/>
              <a:buFont typeface="Arial"/>
              <a:buNone/>
            </a:pPr>
            <a:r>
              <a:rPr b="1" lang="es-419" sz="1200">
                <a:solidFill>
                  <a:schemeClr val="dk1"/>
                </a:solidFill>
                <a:latin typeface="Arvo"/>
                <a:ea typeface="Arvo"/>
                <a:cs typeface="Arvo"/>
                <a:sym typeface="Arvo"/>
              </a:rPr>
              <a:t>Variable Identificada </a:t>
            </a:r>
            <a:r>
              <a:rPr b="1" i="0" lang="es-419" sz="1200" u="none">
                <a:solidFill>
                  <a:schemeClr val="dk1"/>
                </a:solidFill>
                <a:latin typeface="Arvo"/>
                <a:ea typeface="Arvo"/>
                <a:cs typeface="Arvo"/>
                <a:sym typeface="Arvo"/>
              </a:rPr>
              <a:t>3: </a:t>
            </a:r>
            <a:endParaRPr sz="1200">
              <a:latin typeface="Arvo"/>
              <a:ea typeface="Arvo"/>
              <a:cs typeface="Arvo"/>
              <a:sym typeface="Arvo"/>
            </a:endParaRPr>
          </a:p>
        </p:txBody>
      </p:sp>
      <p:sp>
        <p:nvSpPr>
          <p:cNvPr id="5662" name="Google Shape;5662;p93"/>
          <p:cNvSpPr txBox="1"/>
          <p:nvPr/>
        </p:nvSpPr>
        <p:spPr>
          <a:xfrm>
            <a:off x="-3408589" y="1350965"/>
            <a:ext cx="819300" cy="736200"/>
          </a:xfrm>
          <a:prstGeom prst="rect">
            <a:avLst/>
          </a:prstGeom>
          <a:solidFill>
            <a:srgbClr val="FDEEA5"/>
          </a:solidFill>
          <a:ln cap="flat" cmpd="sng" w="9525">
            <a:solidFill>
              <a:srgbClr val="FCE46F"/>
            </a:solidFill>
            <a:prstDash val="solid"/>
            <a:round/>
            <a:headEnd len="sm" w="sm" type="none"/>
            <a:tailEnd len="sm" w="sm" type="none"/>
          </a:ln>
          <a:effectLst>
            <a:outerShdw blurRad="63500" dir="8100000" dist="38100">
              <a:srgbClr val="000000">
                <a:alpha val="39610"/>
              </a:srgbClr>
            </a:outerShdw>
          </a:effectLst>
        </p:spPr>
        <p:txBody>
          <a:bodyPr anchorCtr="0" anchor="t" bIns="41050" lIns="82100" spcFirstLastPara="1" rIns="82100" wrap="square" tIns="41050">
            <a:noAutofit/>
          </a:bodyPr>
          <a:lstStyle/>
          <a:p>
            <a:pPr indent="0" lvl="0" marL="0" marR="0" rtl="0" algn="l">
              <a:lnSpc>
                <a:spcPct val="100000"/>
              </a:lnSpc>
              <a:spcBef>
                <a:spcPts val="0"/>
              </a:spcBef>
              <a:spcAft>
                <a:spcPts val="0"/>
              </a:spcAft>
              <a:buNone/>
            </a:pPr>
            <a:r>
              <a:t/>
            </a:r>
            <a:endParaRPr b="0" i="0" sz="1600" u="none">
              <a:solidFill>
                <a:schemeClr val="dk1"/>
              </a:solidFill>
              <a:latin typeface="Arial"/>
              <a:ea typeface="Arial"/>
              <a:cs typeface="Arial"/>
              <a:sym typeface="Arial"/>
            </a:endParaRPr>
          </a:p>
        </p:txBody>
      </p:sp>
      <p:sp>
        <p:nvSpPr>
          <p:cNvPr id="5663" name="Google Shape;5663;p93"/>
          <p:cNvSpPr txBox="1"/>
          <p:nvPr/>
        </p:nvSpPr>
        <p:spPr>
          <a:xfrm>
            <a:off x="-2474754" y="1350965"/>
            <a:ext cx="821100" cy="736200"/>
          </a:xfrm>
          <a:prstGeom prst="rect">
            <a:avLst/>
          </a:prstGeom>
          <a:solidFill>
            <a:srgbClr val="FDEEA5"/>
          </a:solidFill>
          <a:ln cap="flat" cmpd="sng" w="9525">
            <a:solidFill>
              <a:srgbClr val="FCE46F"/>
            </a:solidFill>
            <a:prstDash val="solid"/>
            <a:round/>
            <a:headEnd len="sm" w="sm" type="none"/>
            <a:tailEnd len="sm" w="sm" type="none"/>
          </a:ln>
          <a:effectLst>
            <a:outerShdw blurRad="63500" dir="8100000" dist="38100">
              <a:srgbClr val="000000">
                <a:alpha val="39610"/>
              </a:srgbClr>
            </a:outerShdw>
          </a:effectLst>
        </p:spPr>
        <p:txBody>
          <a:bodyPr anchorCtr="0" anchor="t" bIns="41050" lIns="82100" spcFirstLastPara="1" rIns="82100" wrap="square" tIns="41050">
            <a:noAutofit/>
          </a:bodyPr>
          <a:lstStyle/>
          <a:p>
            <a:pPr indent="0" lvl="0" marL="0" marR="0" rtl="0" algn="l">
              <a:lnSpc>
                <a:spcPct val="100000"/>
              </a:lnSpc>
              <a:spcBef>
                <a:spcPts val="0"/>
              </a:spcBef>
              <a:spcAft>
                <a:spcPts val="0"/>
              </a:spcAft>
              <a:buNone/>
            </a:pPr>
            <a:r>
              <a:t/>
            </a:r>
            <a:endParaRPr b="0" i="0" sz="1600" u="none">
              <a:solidFill>
                <a:schemeClr val="dk1"/>
              </a:solidFill>
              <a:latin typeface="Arial"/>
              <a:ea typeface="Arial"/>
              <a:cs typeface="Arial"/>
              <a:sym typeface="Arial"/>
            </a:endParaRPr>
          </a:p>
        </p:txBody>
      </p:sp>
      <p:sp>
        <p:nvSpPr>
          <p:cNvPr id="5664" name="Google Shape;5664;p93"/>
          <p:cNvSpPr txBox="1"/>
          <p:nvPr/>
        </p:nvSpPr>
        <p:spPr>
          <a:xfrm>
            <a:off x="-1536099" y="1350965"/>
            <a:ext cx="821100" cy="736200"/>
          </a:xfrm>
          <a:prstGeom prst="rect">
            <a:avLst/>
          </a:prstGeom>
          <a:solidFill>
            <a:srgbClr val="FDEEA5"/>
          </a:solidFill>
          <a:ln cap="flat" cmpd="sng" w="9525">
            <a:solidFill>
              <a:srgbClr val="FCE46F"/>
            </a:solidFill>
            <a:prstDash val="solid"/>
            <a:round/>
            <a:headEnd len="sm" w="sm" type="none"/>
            <a:tailEnd len="sm" w="sm" type="none"/>
          </a:ln>
          <a:effectLst>
            <a:outerShdw blurRad="63500" dir="8100000" dist="38100">
              <a:srgbClr val="000000">
                <a:alpha val="39610"/>
              </a:srgbClr>
            </a:outerShdw>
          </a:effectLst>
        </p:spPr>
        <p:txBody>
          <a:bodyPr anchorCtr="0" anchor="t" bIns="41050" lIns="82100" spcFirstLastPara="1" rIns="82100" wrap="square" tIns="41050">
            <a:noAutofit/>
          </a:bodyPr>
          <a:lstStyle/>
          <a:p>
            <a:pPr indent="0" lvl="0" marL="0" marR="0" rtl="0" algn="l">
              <a:lnSpc>
                <a:spcPct val="100000"/>
              </a:lnSpc>
              <a:spcBef>
                <a:spcPts val="0"/>
              </a:spcBef>
              <a:spcAft>
                <a:spcPts val="0"/>
              </a:spcAft>
              <a:buNone/>
            </a:pPr>
            <a:r>
              <a:t/>
            </a:r>
            <a:endParaRPr b="0" i="0" sz="1600" u="none">
              <a:solidFill>
                <a:schemeClr val="dk1"/>
              </a:solidFill>
              <a:latin typeface="Arial"/>
              <a:ea typeface="Arial"/>
              <a:cs typeface="Arial"/>
              <a:sym typeface="Arial"/>
            </a:endParaRPr>
          </a:p>
        </p:txBody>
      </p:sp>
      <p:sp>
        <p:nvSpPr>
          <p:cNvPr id="5665" name="Google Shape;5665;p93"/>
          <p:cNvSpPr txBox="1"/>
          <p:nvPr/>
        </p:nvSpPr>
        <p:spPr>
          <a:xfrm>
            <a:off x="-3408589" y="2204372"/>
            <a:ext cx="819300" cy="736200"/>
          </a:xfrm>
          <a:prstGeom prst="rect">
            <a:avLst/>
          </a:prstGeom>
          <a:solidFill>
            <a:srgbClr val="FDEEA5"/>
          </a:solidFill>
          <a:ln cap="flat" cmpd="sng" w="9525">
            <a:solidFill>
              <a:srgbClr val="FCE46F"/>
            </a:solidFill>
            <a:prstDash val="solid"/>
            <a:round/>
            <a:headEnd len="sm" w="sm" type="none"/>
            <a:tailEnd len="sm" w="sm" type="none"/>
          </a:ln>
          <a:effectLst>
            <a:outerShdw blurRad="63500" dir="8100000" dist="38100">
              <a:srgbClr val="000000">
                <a:alpha val="39610"/>
              </a:srgbClr>
            </a:outerShdw>
          </a:effectLst>
        </p:spPr>
        <p:txBody>
          <a:bodyPr anchorCtr="0" anchor="t" bIns="41050" lIns="82100" spcFirstLastPara="1" rIns="82100" wrap="square" tIns="41050">
            <a:noAutofit/>
          </a:bodyPr>
          <a:lstStyle/>
          <a:p>
            <a:pPr indent="0" lvl="0" marL="0" marR="0" rtl="0" algn="l">
              <a:lnSpc>
                <a:spcPct val="100000"/>
              </a:lnSpc>
              <a:spcBef>
                <a:spcPts val="0"/>
              </a:spcBef>
              <a:spcAft>
                <a:spcPts val="0"/>
              </a:spcAft>
              <a:buNone/>
            </a:pPr>
            <a:r>
              <a:t/>
            </a:r>
            <a:endParaRPr b="0" i="0" sz="1600" u="none">
              <a:solidFill>
                <a:schemeClr val="dk1"/>
              </a:solidFill>
              <a:latin typeface="Arial"/>
              <a:ea typeface="Arial"/>
              <a:cs typeface="Arial"/>
              <a:sym typeface="Arial"/>
            </a:endParaRPr>
          </a:p>
        </p:txBody>
      </p:sp>
      <p:sp>
        <p:nvSpPr>
          <p:cNvPr id="5666" name="Google Shape;5666;p93"/>
          <p:cNvSpPr txBox="1"/>
          <p:nvPr/>
        </p:nvSpPr>
        <p:spPr>
          <a:xfrm>
            <a:off x="-2474754" y="2204372"/>
            <a:ext cx="821100" cy="736200"/>
          </a:xfrm>
          <a:prstGeom prst="rect">
            <a:avLst/>
          </a:prstGeom>
          <a:solidFill>
            <a:srgbClr val="FDEEA5"/>
          </a:solidFill>
          <a:ln cap="flat" cmpd="sng" w="9525">
            <a:solidFill>
              <a:srgbClr val="FCE46F"/>
            </a:solidFill>
            <a:prstDash val="solid"/>
            <a:round/>
            <a:headEnd len="sm" w="sm" type="none"/>
            <a:tailEnd len="sm" w="sm" type="none"/>
          </a:ln>
          <a:effectLst>
            <a:outerShdw blurRad="63500" dir="8100000" dist="38100">
              <a:srgbClr val="000000">
                <a:alpha val="39610"/>
              </a:srgbClr>
            </a:outerShdw>
          </a:effectLst>
        </p:spPr>
        <p:txBody>
          <a:bodyPr anchorCtr="0" anchor="t" bIns="41050" lIns="82100" spcFirstLastPara="1" rIns="82100" wrap="square" tIns="41050">
            <a:noAutofit/>
          </a:bodyPr>
          <a:lstStyle/>
          <a:p>
            <a:pPr indent="0" lvl="0" marL="0" marR="0" rtl="0" algn="l">
              <a:lnSpc>
                <a:spcPct val="100000"/>
              </a:lnSpc>
              <a:spcBef>
                <a:spcPts val="0"/>
              </a:spcBef>
              <a:spcAft>
                <a:spcPts val="0"/>
              </a:spcAft>
              <a:buNone/>
            </a:pPr>
            <a:r>
              <a:t/>
            </a:r>
            <a:endParaRPr b="0" i="0" sz="1600" u="none">
              <a:solidFill>
                <a:schemeClr val="dk1"/>
              </a:solidFill>
              <a:latin typeface="Arial"/>
              <a:ea typeface="Arial"/>
              <a:cs typeface="Arial"/>
              <a:sym typeface="Arial"/>
            </a:endParaRPr>
          </a:p>
        </p:txBody>
      </p:sp>
      <p:sp>
        <p:nvSpPr>
          <p:cNvPr id="5667" name="Google Shape;5667;p93"/>
          <p:cNvSpPr txBox="1"/>
          <p:nvPr/>
        </p:nvSpPr>
        <p:spPr>
          <a:xfrm>
            <a:off x="-1536099" y="2204372"/>
            <a:ext cx="821100" cy="736200"/>
          </a:xfrm>
          <a:prstGeom prst="rect">
            <a:avLst/>
          </a:prstGeom>
          <a:solidFill>
            <a:srgbClr val="FDEEA5"/>
          </a:solidFill>
          <a:ln cap="flat" cmpd="sng" w="9525">
            <a:solidFill>
              <a:srgbClr val="FCE46F"/>
            </a:solidFill>
            <a:prstDash val="solid"/>
            <a:round/>
            <a:headEnd len="sm" w="sm" type="none"/>
            <a:tailEnd len="sm" w="sm" type="none"/>
          </a:ln>
          <a:effectLst>
            <a:outerShdw blurRad="63500" dir="8100000" dist="38100">
              <a:srgbClr val="000000">
                <a:alpha val="39610"/>
              </a:srgbClr>
            </a:outerShdw>
          </a:effectLst>
        </p:spPr>
        <p:txBody>
          <a:bodyPr anchorCtr="0" anchor="t" bIns="41050" lIns="82100" spcFirstLastPara="1" rIns="82100" wrap="square" tIns="41050">
            <a:noAutofit/>
          </a:bodyPr>
          <a:lstStyle/>
          <a:p>
            <a:pPr indent="0" lvl="0" marL="0" marR="0" rtl="0" algn="l">
              <a:lnSpc>
                <a:spcPct val="100000"/>
              </a:lnSpc>
              <a:spcBef>
                <a:spcPts val="0"/>
              </a:spcBef>
              <a:spcAft>
                <a:spcPts val="0"/>
              </a:spcAft>
              <a:buNone/>
            </a:pPr>
            <a:r>
              <a:t/>
            </a:r>
            <a:endParaRPr b="0" i="0" sz="1600" u="none">
              <a:solidFill>
                <a:schemeClr val="dk1"/>
              </a:solidFill>
              <a:latin typeface="Arial"/>
              <a:ea typeface="Arial"/>
              <a:cs typeface="Arial"/>
              <a:sym typeface="Arial"/>
            </a:endParaRPr>
          </a:p>
        </p:txBody>
      </p:sp>
      <p:sp>
        <p:nvSpPr>
          <p:cNvPr id="5668" name="Google Shape;5668;p93"/>
          <p:cNvSpPr txBox="1"/>
          <p:nvPr/>
        </p:nvSpPr>
        <p:spPr>
          <a:xfrm>
            <a:off x="-3408589" y="3078973"/>
            <a:ext cx="819300" cy="736200"/>
          </a:xfrm>
          <a:prstGeom prst="rect">
            <a:avLst/>
          </a:prstGeom>
          <a:solidFill>
            <a:srgbClr val="FDEEA5"/>
          </a:solidFill>
          <a:ln cap="flat" cmpd="sng" w="9525">
            <a:solidFill>
              <a:srgbClr val="FCE46F"/>
            </a:solidFill>
            <a:prstDash val="solid"/>
            <a:round/>
            <a:headEnd len="sm" w="sm" type="none"/>
            <a:tailEnd len="sm" w="sm" type="none"/>
          </a:ln>
          <a:effectLst>
            <a:outerShdw blurRad="63500" dir="8100000" dist="38100">
              <a:srgbClr val="000000">
                <a:alpha val="39610"/>
              </a:srgbClr>
            </a:outerShdw>
          </a:effectLst>
        </p:spPr>
        <p:txBody>
          <a:bodyPr anchorCtr="0" anchor="t" bIns="41050" lIns="82100" spcFirstLastPara="1" rIns="82100" wrap="square" tIns="41050">
            <a:noAutofit/>
          </a:bodyPr>
          <a:lstStyle/>
          <a:p>
            <a:pPr indent="0" lvl="0" marL="0" marR="0" rtl="0" algn="l">
              <a:lnSpc>
                <a:spcPct val="100000"/>
              </a:lnSpc>
              <a:spcBef>
                <a:spcPts val="0"/>
              </a:spcBef>
              <a:spcAft>
                <a:spcPts val="0"/>
              </a:spcAft>
              <a:buNone/>
            </a:pPr>
            <a:r>
              <a:t/>
            </a:r>
            <a:endParaRPr b="0" i="0" sz="1600" u="none">
              <a:solidFill>
                <a:schemeClr val="dk1"/>
              </a:solidFill>
              <a:latin typeface="Arial"/>
              <a:ea typeface="Arial"/>
              <a:cs typeface="Arial"/>
              <a:sym typeface="Arial"/>
            </a:endParaRPr>
          </a:p>
        </p:txBody>
      </p:sp>
      <p:sp>
        <p:nvSpPr>
          <p:cNvPr id="5669" name="Google Shape;5669;p93"/>
          <p:cNvSpPr txBox="1"/>
          <p:nvPr/>
        </p:nvSpPr>
        <p:spPr>
          <a:xfrm>
            <a:off x="-2474754" y="3078973"/>
            <a:ext cx="821100" cy="736200"/>
          </a:xfrm>
          <a:prstGeom prst="rect">
            <a:avLst/>
          </a:prstGeom>
          <a:solidFill>
            <a:srgbClr val="FDEEA5"/>
          </a:solidFill>
          <a:ln cap="flat" cmpd="sng" w="9525">
            <a:solidFill>
              <a:srgbClr val="FCE46F"/>
            </a:solidFill>
            <a:prstDash val="solid"/>
            <a:round/>
            <a:headEnd len="sm" w="sm" type="none"/>
            <a:tailEnd len="sm" w="sm" type="none"/>
          </a:ln>
          <a:effectLst>
            <a:outerShdw blurRad="63500" dir="8100000" dist="38100">
              <a:srgbClr val="000000">
                <a:alpha val="39610"/>
              </a:srgbClr>
            </a:outerShdw>
          </a:effectLst>
        </p:spPr>
        <p:txBody>
          <a:bodyPr anchorCtr="0" anchor="t" bIns="41050" lIns="82100" spcFirstLastPara="1" rIns="82100" wrap="square" tIns="41050">
            <a:noAutofit/>
          </a:bodyPr>
          <a:lstStyle/>
          <a:p>
            <a:pPr indent="0" lvl="0" marL="0" marR="0" rtl="0" algn="l">
              <a:lnSpc>
                <a:spcPct val="100000"/>
              </a:lnSpc>
              <a:spcBef>
                <a:spcPts val="0"/>
              </a:spcBef>
              <a:spcAft>
                <a:spcPts val="0"/>
              </a:spcAft>
              <a:buNone/>
            </a:pPr>
            <a:r>
              <a:t/>
            </a:r>
            <a:endParaRPr b="0" i="0" sz="1600" u="none">
              <a:solidFill>
                <a:schemeClr val="dk1"/>
              </a:solidFill>
              <a:latin typeface="Arial"/>
              <a:ea typeface="Arial"/>
              <a:cs typeface="Arial"/>
              <a:sym typeface="Arial"/>
            </a:endParaRPr>
          </a:p>
        </p:txBody>
      </p:sp>
      <p:sp>
        <p:nvSpPr>
          <p:cNvPr id="5670" name="Google Shape;5670;p93"/>
          <p:cNvSpPr txBox="1"/>
          <p:nvPr/>
        </p:nvSpPr>
        <p:spPr>
          <a:xfrm>
            <a:off x="-1536099" y="3078973"/>
            <a:ext cx="821100" cy="736200"/>
          </a:xfrm>
          <a:prstGeom prst="rect">
            <a:avLst/>
          </a:prstGeom>
          <a:solidFill>
            <a:srgbClr val="FDEEA5"/>
          </a:solidFill>
          <a:ln cap="flat" cmpd="sng" w="9525">
            <a:solidFill>
              <a:srgbClr val="FCE46F"/>
            </a:solidFill>
            <a:prstDash val="solid"/>
            <a:round/>
            <a:headEnd len="sm" w="sm" type="none"/>
            <a:tailEnd len="sm" w="sm" type="none"/>
          </a:ln>
          <a:effectLst>
            <a:outerShdw blurRad="63500" dir="8100000" dist="38100">
              <a:srgbClr val="000000">
                <a:alpha val="39610"/>
              </a:srgbClr>
            </a:outerShdw>
          </a:effectLst>
        </p:spPr>
        <p:txBody>
          <a:bodyPr anchorCtr="0" anchor="t" bIns="41050" lIns="82100" spcFirstLastPara="1" rIns="82100" wrap="square" tIns="41050">
            <a:noAutofit/>
          </a:bodyPr>
          <a:lstStyle/>
          <a:p>
            <a:pPr indent="0" lvl="0" marL="0" marR="0" rtl="0" algn="l">
              <a:lnSpc>
                <a:spcPct val="100000"/>
              </a:lnSpc>
              <a:spcBef>
                <a:spcPts val="0"/>
              </a:spcBef>
              <a:spcAft>
                <a:spcPts val="0"/>
              </a:spcAft>
              <a:buNone/>
            </a:pPr>
            <a:r>
              <a:t/>
            </a:r>
            <a:endParaRPr b="0" i="0" sz="1600" u="none">
              <a:solidFill>
                <a:schemeClr val="dk1"/>
              </a:solidFill>
              <a:latin typeface="Arial"/>
              <a:ea typeface="Arial"/>
              <a:cs typeface="Arial"/>
              <a:sym typeface="Arial"/>
            </a:endParaRPr>
          </a:p>
        </p:txBody>
      </p:sp>
      <p:sp>
        <p:nvSpPr>
          <p:cNvPr id="5671" name="Google Shape;5671;p93"/>
          <p:cNvSpPr txBox="1"/>
          <p:nvPr/>
        </p:nvSpPr>
        <p:spPr>
          <a:xfrm>
            <a:off x="-3408589" y="3930967"/>
            <a:ext cx="819300" cy="736200"/>
          </a:xfrm>
          <a:prstGeom prst="rect">
            <a:avLst/>
          </a:prstGeom>
          <a:solidFill>
            <a:srgbClr val="FDEEA5"/>
          </a:solidFill>
          <a:ln cap="flat" cmpd="sng" w="9525">
            <a:solidFill>
              <a:srgbClr val="FCE46F"/>
            </a:solidFill>
            <a:prstDash val="solid"/>
            <a:round/>
            <a:headEnd len="sm" w="sm" type="none"/>
            <a:tailEnd len="sm" w="sm" type="none"/>
          </a:ln>
          <a:effectLst>
            <a:outerShdw blurRad="63500" dir="8100000" dist="38100">
              <a:srgbClr val="000000">
                <a:alpha val="39610"/>
              </a:srgbClr>
            </a:outerShdw>
          </a:effectLst>
        </p:spPr>
        <p:txBody>
          <a:bodyPr anchorCtr="0" anchor="t" bIns="41050" lIns="82100" spcFirstLastPara="1" rIns="82100" wrap="square" tIns="41050">
            <a:noAutofit/>
          </a:bodyPr>
          <a:lstStyle/>
          <a:p>
            <a:pPr indent="0" lvl="0" marL="0" marR="0" rtl="0" algn="l">
              <a:lnSpc>
                <a:spcPct val="100000"/>
              </a:lnSpc>
              <a:spcBef>
                <a:spcPts val="0"/>
              </a:spcBef>
              <a:spcAft>
                <a:spcPts val="0"/>
              </a:spcAft>
              <a:buNone/>
            </a:pPr>
            <a:r>
              <a:t/>
            </a:r>
            <a:endParaRPr b="0" i="0" sz="1600" u="none">
              <a:solidFill>
                <a:schemeClr val="dk1"/>
              </a:solidFill>
              <a:latin typeface="Arial"/>
              <a:ea typeface="Arial"/>
              <a:cs typeface="Arial"/>
              <a:sym typeface="Arial"/>
            </a:endParaRPr>
          </a:p>
        </p:txBody>
      </p:sp>
      <p:sp>
        <p:nvSpPr>
          <p:cNvPr id="5672" name="Google Shape;5672;p93"/>
          <p:cNvSpPr txBox="1"/>
          <p:nvPr/>
        </p:nvSpPr>
        <p:spPr>
          <a:xfrm>
            <a:off x="-2474754" y="3930967"/>
            <a:ext cx="821100" cy="736200"/>
          </a:xfrm>
          <a:prstGeom prst="rect">
            <a:avLst/>
          </a:prstGeom>
          <a:solidFill>
            <a:srgbClr val="FDEEA5"/>
          </a:solidFill>
          <a:ln cap="flat" cmpd="sng" w="9525">
            <a:solidFill>
              <a:srgbClr val="FCE46F"/>
            </a:solidFill>
            <a:prstDash val="solid"/>
            <a:round/>
            <a:headEnd len="sm" w="sm" type="none"/>
            <a:tailEnd len="sm" w="sm" type="none"/>
          </a:ln>
          <a:effectLst>
            <a:outerShdw blurRad="63500" dir="8100000" dist="38100">
              <a:srgbClr val="000000">
                <a:alpha val="39610"/>
              </a:srgbClr>
            </a:outerShdw>
          </a:effectLst>
        </p:spPr>
        <p:txBody>
          <a:bodyPr anchorCtr="0" anchor="t" bIns="41050" lIns="82100" spcFirstLastPara="1" rIns="82100" wrap="square" tIns="41050">
            <a:noAutofit/>
          </a:bodyPr>
          <a:lstStyle/>
          <a:p>
            <a:pPr indent="0" lvl="0" marL="0" marR="0" rtl="0" algn="l">
              <a:lnSpc>
                <a:spcPct val="100000"/>
              </a:lnSpc>
              <a:spcBef>
                <a:spcPts val="0"/>
              </a:spcBef>
              <a:spcAft>
                <a:spcPts val="0"/>
              </a:spcAft>
              <a:buNone/>
            </a:pPr>
            <a:r>
              <a:t/>
            </a:r>
            <a:endParaRPr b="0" i="0" sz="1600" u="none">
              <a:solidFill>
                <a:schemeClr val="dk1"/>
              </a:solidFill>
              <a:latin typeface="Arial"/>
              <a:ea typeface="Arial"/>
              <a:cs typeface="Arial"/>
              <a:sym typeface="Arial"/>
            </a:endParaRPr>
          </a:p>
        </p:txBody>
      </p:sp>
      <p:sp>
        <p:nvSpPr>
          <p:cNvPr id="5673" name="Google Shape;5673;p93"/>
          <p:cNvSpPr txBox="1"/>
          <p:nvPr/>
        </p:nvSpPr>
        <p:spPr>
          <a:xfrm>
            <a:off x="-1536099" y="3930967"/>
            <a:ext cx="821100" cy="736200"/>
          </a:xfrm>
          <a:prstGeom prst="rect">
            <a:avLst/>
          </a:prstGeom>
          <a:solidFill>
            <a:srgbClr val="FDEEA5"/>
          </a:solidFill>
          <a:ln cap="flat" cmpd="sng" w="9525">
            <a:solidFill>
              <a:srgbClr val="FCE46F"/>
            </a:solidFill>
            <a:prstDash val="solid"/>
            <a:round/>
            <a:headEnd len="sm" w="sm" type="none"/>
            <a:tailEnd len="sm" w="sm" type="none"/>
          </a:ln>
          <a:effectLst>
            <a:outerShdw blurRad="63500" dir="8100000" dist="38100">
              <a:srgbClr val="000000">
                <a:alpha val="39610"/>
              </a:srgbClr>
            </a:outerShdw>
          </a:effectLst>
        </p:spPr>
        <p:txBody>
          <a:bodyPr anchorCtr="0" anchor="t" bIns="41050" lIns="82100" spcFirstLastPara="1" rIns="82100" wrap="square" tIns="41050">
            <a:noAutofit/>
          </a:bodyPr>
          <a:lstStyle/>
          <a:p>
            <a:pPr indent="0" lvl="0" marL="0" marR="0" rtl="0" algn="l">
              <a:lnSpc>
                <a:spcPct val="100000"/>
              </a:lnSpc>
              <a:spcBef>
                <a:spcPts val="0"/>
              </a:spcBef>
              <a:spcAft>
                <a:spcPts val="0"/>
              </a:spcAft>
              <a:buNone/>
            </a:pPr>
            <a:r>
              <a:t/>
            </a:r>
            <a:endParaRPr b="0" i="0" sz="1600" u="none">
              <a:solidFill>
                <a:schemeClr val="dk1"/>
              </a:solidFill>
              <a:latin typeface="Arial"/>
              <a:ea typeface="Arial"/>
              <a:cs typeface="Arial"/>
              <a:sym typeface="Arial"/>
            </a:endParaRPr>
          </a:p>
        </p:txBody>
      </p:sp>
      <p:sp>
        <p:nvSpPr>
          <p:cNvPr id="5674" name="Google Shape;5674;p93"/>
          <p:cNvSpPr txBox="1"/>
          <p:nvPr/>
        </p:nvSpPr>
        <p:spPr>
          <a:xfrm>
            <a:off x="-3408589" y="4787200"/>
            <a:ext cx="819300" cy="736200"/>
          </a:xfrm>
          <a:prstGeom prst="rect">
            <a:avLst/>
          </a:prstGeom>
          <a:solidFill>
            <a:srgbClr val="FDEEA5"/>
          </a:solidFill>
          <a:ln cap="flat" cmpd="sng" w="9525">
            <a:solidFill>
              <a:srgbClr val="FCE46F"/>
            </a:solidFill>
            <a:prstDash val="solid"/>
            <a:round/>
            <a:headEnd len="sm" w="sm" type="none"/>
            <a:tailEnd len="sm" w="sm" type="none"/>
          </a:ln>
          <a:effectLst>
            <a:outerShdw blurRad="63500" dir="8100000" dist="38100">
              <a:srgbClr val="000000">
                <a:alpha val="39610"/>
              </a:srgbClr>
            </a:outerShdw>
          </a:effectLst>
        </p:spPr>
        <p:txBody>
          <a:bodyPr anchorCtr="0" anchor="t" bIns="41050" lIns="82100" spcFirstLastPara="1" rIns="82100" wrap="square" tIns="41050">
            <a:noAutofit/>
          </a:bodyPr>
          <a:lstStyle/>
          <a:p>
            <a:pPr indent="0" lvl="0" marL="0" marR="0" rtl="0" algn="l">
              <a:lnSpc>
                <a:spcPct val="100000"/>
              </a:lnSpc>
              <a:spcBef>
                <a:spcPts val="0"/>
              </a:spcBef>
              <a:spcAft>
                <a:spcPts val="0"/>
              </a:spcAft>
              <a:buNone/>
            </a:pPr>
            <a:r>
              <a:t/>
            </a:r>
            <a:endParaRPr b="0" i="0" sz="1600" u="none">
              <a:solidFill>
                <a:schemeClr val="dk1"/>
              </a:solidFill>
              <a:latin typeface="Arial"/>
              <a:ea typeface="Arial"/>
              <a:cs typeface="Arial"/>
              <a:sym typeface="Arial"/>
            </a:endParaRPr>
          </a:p>
        </p:txBody>
      </p:sp>
      <p:sp>
        <p:nvSpPr>
          <p:cNvPr id="5675" name="Google Shape;5675;p93"/>
          <p:cNvSpPr txBox="1"/>
          <p:nvPr/>
        </p:nvSpPr>
        <p:spPr>
          <a:xfrm>
            <a:off x="-2474754" y="4787200"/>
            <a:ext cx="821100" cy="736200"/>
          </a:xfrm>
          <a:prstGeom prst="rect">
            <a:avLst/>
          </a:prstGeom>
          <a:solidFill>
            <a:srgbClr val="FDEEA5"/>
          </a:solidFill>
          <a:ln cap="flat" cmpd="sng" w="9525">
            <a:solidFill>
              <a:srgbClr val="FCE46F"/>
            </a:solidFill>
            <a:prstDash val="solid"/>
            <a:round/>
            <a:headEnd len="sm" w="sm" type="none"/>
            <a:tailEnd len="sm" w="sm" type="none"/>
          </a:ln>
          <a:effectLst>
            <a:outerShdw blurRad="63500" dir="8100000" dist="38100">
              <a:srgbClr val="000000">
                <a:alpha val="39610"/>
              </a:srgbClr>
            </a:outerShdw>
          </a:effectLst>
        </p:spPr>
        <p:txBody>
          <a:bodyPr anchorCtr="0" anchor="t" bIns="41050" lIns="82100" spcFirstLastPara="1" rIns="82100" wrap="square" tIns="41050">
            <a:noAutofit/>
          </a:bodyPr>
          <a:lstStyle/>
          <a:p>
            <a:pPr indent="0" lvl="0" marL="0" marR="0" rtl="0" algn="l">
              <a:lnSpc>
                <a:spcPct val="100000"/>
              </a:lnSpc>
              <a:spcBef>
                <a:spcPts val="0"/>
              </a:spcBef>
              <a:spcAft>
                <a:spcPts val="0"/>
              </a:spcAft>
              <a:buNone/>
            </a:pPr>
            <a:r>
              <a:t/>
            </a:r>
            <a:endParaRPr b="0" i="0" sz="1600" u="none">
              <a:solidFill>
                <a:schemeClr val="dk1"/>
              </a:solidFill>
              <a:latin typeface="Arial"/>
              <a:ea typeface="Arial"/>
              <a:cs typeface="Arial"/>
              <a:sym typeface="Arial"/>
            </a:endParaRPr>
          </a:p>
        </p:txBody>
      </p:sp>
      <p:sp>
        <p:nvSpPr>
          <p:cNvPr id="5676" name="Google Shape;5676;p93"/>
          <p:cNvSpPr txBox="1"/>
          <p:nvPr/>
        </p:nvSpPr>
        <p:spPr>
          <a:xfrm>
            <a:off x="-1536099" y="4787200"/>
            <a:ext cx="821100" cy="736200"/>
          </a:xfrm>
          <a:prstGeom prst="rect">
            <a:avLst/>
          </a:prstGeom>
          <a:solidFill>
            <a:srgbClr val="FDEEA5"/>
          </a:solidFill>
          <a:ln cap="flat" cmpd="sng" w="9525">
            <a:solidFill>
              <a:srgbClr val="FCE46F"/>
            </a:solidFill>
            <a:prstDash val="solid"/>
            <a:round/>
            <a:headEnd len="sm" w="sm" type="none"/>
            <a:tailEnd len="sm" w="sm" type="none"/>
          </a:ln>
          <a:effectLst>
            <a:outerShdw blurRad="63500" dir="8100000" dist="38100">
              <a:srgbClr val="000000">
                <a:alpha val="39610"/>
              </a:srgbClr>
            </a:outerShdw>
          </a:effectLst>
        </p:spPr>
        <p:txBody>
          <a:bodyPr anchorCtr="0" anchor="t" bIns="41050" lIns="82100" spcFirstLastPara="1" rIns="82100" wrap="square" tIns="41050">
            <a:noAutofit/>
          </a:bodyPr>
          <a:lstStyle/>
          <a:p>
            <a:pPr indent="0" lvl="0" marL="0" marR="0" rtl="0" algn="l">
              <a:lnSpc>
                <a:spcPct val="100000"/>
              </a:lnSpc>
              <a:spcBef>
                <a:spcPts val="0"/>
              </a:spcBef>
              <a:spcAft>
                <a:spcPts val="0"/>
              </a:spcAft>
              <a:buNone/>
            </a:pPr>
            <a:r>
              <a:t/>
            </a:r>
            <a:endParaRPr b="0" i="0" sz="1600" u="none">
              <a:solidFill>
                <a:schemeClr val="dk1"/>
              </a:solidFill>
              <a:latin typeface="Arial"/>
              <a:ea typeface="Arial"/>
              <a:cs typeface="Arial"/>
              <a:sym typeface="Arial"/>
            </a:endParaRPr>
          </a:p>
        </p:txBody>
      </p:sp>
      <p:sp>
        <p:nvSpPr>
          <p:cNvPr id="5677" name="Google Shape;5677;p93"/>
          <p:cNvSpPr txBox="1"/>
          <p:nvPr/>
        </p:nvSpPr>
        <p:spPr>
          <a:xfrm>
            <a:off x="-3408589" y="5640607"/>
            <a:ext cx="819300" cy="736200"/>
          </a:xfrm>
          <a:prstGeom prst="rect">
            <a:avLst/>
          </a:prstGeom>
          <a:solidFill>
            <a:srgbClr val="FDEEA5"/>
          </a:solidFill>
          <a:ln cap="flat" cmpd="sng" w="9525">
            <a:solidFill>
              <a:srgbClr val="FCE46F"/>
            </a:solidFill>
            <a:prstDash val="solid"/>
            <a:round/>
            <a:headEnd len="sm" w="sm" type="none"/>
            <a:tailEnd len="sm" w="sm" type="none"/>
          </a:ln>
          <a:effectLst>
            <a:outerShdw blurRad="63500" dir="8100000" dist="38100">
              <a:srgbClr val="000000">
                <a:alpha val="39610"/>
              </a:srgbClr>
            </a:outerShdw>
          </a:effectLst>
        </p:spPr>
        <p:txBody>
          <a:bodyPr anchorCtr="0" anchor="t" bIns="41050" lIns="82100" spcFirstLastPara="1" rIns="82100" wrap="square" tIns="41050">
            <a:noAutofit/>
          </a:bodyPr>
          <a:lstStyle/>
          <a:p>
            <a:pPr indent="0" lvl="0" marL="0" marR="0" rtl="0" algn="l">
              <a:lnSpc>
                <a:spcPct val="100000"/>
              </a:lnSpc>
              <a:spcBef>
                <a:spcPts val="0"/>
              </a:spcBef>
              <a:spcAft>
                <a:spcPts val="0"/>
              </a:spcAft>
              <a:buNone/>
            </a:pPr>
            <a:r>
              <a:t/>
            </a:r>
            <a:endParaRPr b="0" i="0" sz="1600" u="none">
              <a:solidFill>
                <a:schemeClr val="dk1"/>
              </a:solidFill>
              <a:latin typeface="Arial"/>
              <a:ea typeface="Arial"/>
              <a:cs typeface="Arial"/>
              <a:sym typeface="Arial"/>
            </a:endParaRPr>
          </a:p>
        </p:txBody>
      </p:sp>
      <p:sp>
        <p:nvSpPr>
          <p:cNvPr id="5678" name="Google Shape;5678;p93"/>
          <p:cNvSpPr txBox="1"/>
          <p:nvPr/>
        </p:nvSpPr>
        <p:spPr>
          <a:xfrm>
            <a:off x="-2474754" y="5640607"/>
            <a:ext cx="821100" cy="736200"/>
          </a:xfrm>
          <a:prstGeom prst="rect">
            <a:avLst/>
          </a:prstGeom>
          <a:solidFill>
            <a:srgbClr val="FDEEA5"/>
          </a:solidFill>
          <a:ln cap="flat" cmpd="sng" w="9525">
            <a:solidFill>
              <a:srgbClr val="FCE46F"/>
            </a:solidFill>
            <a:prstDash val="solid"/>
            <a:round/>
            <a:headEnd len="sm" w="sm" type="none"/>
            <a:tailEnd len="sm" w="sm" type="none"/>
          </a:ln>
          <a:effectLst>
            <a:outerShdw blurRad="63500" dir="8100000" dist="38100">
              <a:srgbClr val="000000">
                <a:alpha val="39610"/>
              </a:srgbClr>
            </a:outerShdw>
          </a:effectLst>
        </p:spPr>
        <p:txBody>
          <a:bodyPr anchorCtr="0" anchor="t" bIns="41050" lIns="82100" spcFirstLastPara="1" rIns="82100" wrap="square" tIns="41050">
            <a:noAutofit/>
          </a:bodyPr>
          <a:lstStyle/>
          <a:p>
            <a:pPr indent="0" lvl="0" marL="0" marR="0" rtl="0" algn="l">
              <a:lnSpc>
                <a:spcPct val="100000"/>
              </a:lnSpc>
              <a:spcBef>
                <a:spcPts val="0"/>
              </a:spcBef>
              <a:spcAft>
                <a:spcPts val="0"/>
              </a:spcAft>
              <a:buNone/>
            </a:pPr>
            <a:r>
              <a:t/>
            </a:r>
            <a:endParaRPr b="0" i="0" sz="1600" u="none">
              <a:solidFill>
                <a:schemeClr val="dk1"/>
              </a:solidFill>
              <a:latin typeface="Arial"/>
              <a:ea typeface="Arial"/>
              <a:cs typeface="Arial"/>
              <a:sym typeface="Arial"/>
            </a:endParaRPr>
          </a:p>
        </p:txBody>
      </p:sp>
      <p:sp>
        <p:nvSpPr>
          <p:cNvPr id="5679" name="Google Shape;5679;p93"/>
          <p:cNvSpPr txBox="1"/>
          <p:nvPr/>
        </p:nvSpPr>
        <p:spPr>
          <a:xfrm>
            <a:off x="-1536099" y="5640607"/>
            <a:ext cx="821100" cy="736200"/>
          </a:xfrm>
          <a:prstGeom prst="rect">
            <a:avLst/>
          </a:prstGeom>
          <a:solidFill>
            <a:srgbClr val="FDEEA5"/>
          </a:solidFill>
          <a:ln cap="flat" cmpd="sng" w="9525">
            <a:solidFill>
              <a:srgbClr val="FCE46F"/>
            </a:solidFill>
            <a:prstDash val="solid"/>
            <a:round/>
            <a:headEnd len="sm" w="sm" type="none"/>
            <a:tailEnd len="sm" w="sm" type="none"/>
          </a:ln>
          <a:effectLst>
            <a:outerShdw blurRad="63500" dir="8100000" dist="38100">
              <a:srgbClr val="000000">
                <a:alpha val="39610"/>
              </a:srgbClr>
            </a:outerShdw>
          </a:effectLst>
        </p:spPr>
        <p:txBody>
          <a:bodyPr anchorCtr="0" anchor="t" bIns="41050" lIns="82100" spcFirstLastPara="1" rIns="82100" wrap="square" tIns="41050">
            <a:noAutofit/>
          </a:bodyPr>
          <a:lstStyle/>
          <a:p>
            <a:pPr indent="0" lvl="0" marL="0" marR="0" rtl="0" algn="l">
              <a:lnSpc>
                <a:spcPct val="100000"/>
              </a:lnSpc>
              <a:spcBef>
                <a:spcPts val="0"/>
              </a:spcBef>
              <a:spcAft>
                <a:spcPts val="0"/>
              </a:spcAft>
              <a:buNone/>
            </a:pPr>
            <a:r>
              <a:t/>
            </a:r>
            <a:endParaRPr b="0" i="0" sz="1600" u="none">
              <a:solidFill>
                <a:schemeClr val="dk1"/>
              </a:solidFill>
              <a:latin typeface="Arial"/>
              <a:ea typeface="Arial"/>
              <a:cs typeface="Arial"/>
              <a:sym typeface="Arial"/>
            </a:endParaRPr>
          </a:p>
        </p:txBody>
      </p:sp>
      <p:sp>
        <p:nvSpPr>
          <p:cNvPr id="5680" name="Google Shape;5680;p93"/>
          <p:cNvSpPr txBox="1"/>
          <p:nvPr/>
        </p:nvSpPr>
        <p:spPr>
          <a:xfrm>
            <a:off x="430431" y="1754573"/>
            <a:ext cx="1364700" cy="1207200"/>
          </a:xfrm>
          <a:prstGeom prst="rect">
            <a:avLst/>
          </a:prstGeom>
          <a:solidFill>
            <a:srgbClr val="FDEEA5"/>
          </a:solidFill>
          <a:ln cap="flat" cmpd="sng" w="9525">
            <a:solidFill>
              <a:srgbClr val="FCE46F"/>
            </a:solidFill>
            <a:prstDash val="solid"/>
            <a:round/>
            <a:headEnd len="sm" w="sm" type="none"/>
            <a:tailEnd len="sm" w="sm" type="none"/>
          </a:ln>
          <a:effectLst>
            <a:outerShdw blurRad="63500" dir="8100000" dist="38100">
              <a:srgbClr val="000000">
                <a:alpha val="39610"/>
              </a:srgbClr>
            </a:outerShdw>
          </a:effectLst>
        </p:spPr>
        <p:txBody>
          <a:bodyPr anchorCtr="0" anchor="t" bIns="41050" lIns="82100" spcFirstLastPara="1" rIns="82100" wrap="square" tIns="41050">
            <a:noAutofit/>
          </a:bodyPr>
          <a:lstStyle/>
          <a:p>
            <a:pPr indent="0" lvl="0" marL="0" marR="0" rtl="0" algn="l">
              <a:lnSpc>
                <a:spcPct val="100000"/>
              </a:lnSpc>
              <a:spcBef>
                <a:spcPts val="0"/>
              </a:spcBef>
              <a:spcAft>
                <a:spcPts val="0"/>
              </a:spcAft>
              <a:buNone/>
            </a:pPr>
            <a:r>
              <a:t/>
            </a:r>
            <a:endParaRPr b="0" i="0" sz="1600" u="none">
              <a:solidFill>
                <a:schemeClr val="dk1"/>
              </a:solidFill>
              <a:latin typeface="Arial"/>
              <a:ea typeface="Arial"/>
              <a:cs typeface="Arial"/>
              <a:sym typeface="Arial"/>
            </a:endParaRPr>
          </a:p>
        </p:txBody>
      </p:sp>
      <p:sp>
        <p:nvSpPr>
          <p:cNvPr id="5681" name="Google Shape;5681;p93"/>
          <p:cNvSpPr txBox="1"/>
          <p:nvPr/>
        </p:nvSpPr>
        <p:spPr>
          <a:xfrm>
            <a:off x="1984719" y="1750509"/>
            <a:ext cx="1364700" cy="1208100"/>
          </a:xfrm>
          <a:prstGeom prst="rect">
            <a:avLst/>
          </a:prstGeom>
          <a:solidFill>
            <a:srgbClr val="FDEEA5"/>
          </a:solidFill>
          <a:ln cap="flat" cmpd="sng" w="9525">
            <a:solidFill>
              <a:srgbClr val="FCE46F"/>
            </a:solidFill>
            <a:prstDash val="solid"/>
            <a:round/>
            <a:headEnd len="sm" w="sm" type="none"/>
            <a:tailEnd len="sm" w="sm" type="none"/>
          </a:ln>
          <a:effectLst>
            <a:outerShdw blurRad="63500" dir="8100000" dist="38100">
              <a:srgbClr val="000000">
                <a:alpha val="39610"/>
              </a:srgbClr>
            </a:outerShdw>
          </a:effectLst>
        </p:spPr>
        <p:txBody>
          <a:bodyPr anchorCtr="0" anchor="t" bIns="41050" lIns="82100" spcFirstLastPara="1" rIns="82100" wrap="square" tIns="41050">
            <a:noAutofit/>
          </a:bodyPr>
          <a:lstStyle/>
          <a:p>
            <a:pPr indent="0" lvl="0" marL="0" marR="0" rtl="0" algn="l">
              <a:lnSpc>
                <a:spcPct val="100000"/>
              </a:lnSpc>
              <a:spcBef>
                <a:spcPts val="0"/>
              </a:spcBef>
              <a:spcAft>
                <a:spcPts val="0"/>
              </a:spcAft>
              <a:buNone/>
            </a:pPr>
            <a:r>
              <a:t/>
            </a:r>
            <a:endParaRPr b="0" i="0" sz="1600" u="none">
              <a:solidFill>
                <a:schemeClr val="dk1"/>
              </a:solidFill>
              <a:latin typeface="Arial"/>
              <a:ea typeface="Arial"/>
              <a:cs typeface="Arial"/>
              <a:sym typeface="Arial"/>
            </a:endParaRPr>
          </a:p>
        </p:txBody>
      </p:sp>
      <p:sp>
        <p:nvSpPr>
          <p:cNvPr id="5682" name="Google Shape;5682;p93"/>
          <p:cNvSpPr txBox="1"/>
          <p:nvPr/>
        </p:nvSpPr>
        <p:spPr>
          <a:xfrm>
            <a:off x="3522212" y="1750509"/>
            <a:ext cx="1364700" cy="1208100"/>
          </a:xfrm>
          <a:prstGeom prst="rect">
            <a:avLst/>
          </a:prstGeom>
          <a:solidFill>
            <a:srgbClr val="FDEEA5"/>
          </a:solidFill>
          <a:ln cap="flat" cmpd="sng" w="9525">
            <a:solidFill>
              <a:srgbClr val="FCE46F"/>
            </a:solidFill>
            <a:prstDash val="solid"/>
            <a:round/>
            <a:headEnd len="sm" w="sm" type="none"/>
            <a:tailEnd len="sm" w="sm" type="none"/>
          </a:ln>
          <a:effectLst>
            <a:outerShdw blurRad="63500" dir="8100000" dist="38100">
              <a:srgbClr val="000000">
                <a:alpha val="39610"/>
              </a:srgbClr>
            </a:outerShdw>
          </a:effectLst>
        </p:spPr>
        <p:txBody>
          <a:bodyPr anchorCtr="0" anchor="t" bIns="41050" lIns="82100" spcFirstLastPara="1" rIns="82100" wrap="square" tIns="41050">
            <a:noAutofit/>
          </a:bodyPr>
          <a:lstStyle/>
          <a:p>
            <a:pPr indent="0" lvl="0" marL="0" marR="0" rtl="0" algn="l">
              <a:lnSpc>
                <a:spcPct val="100000"/>
              </a:lnSpc>
              <a:spcBef>
                <a:spcPts val="0"/>
              </a:spcBef>
              <a:spcAft>
                <a:spcPts val="0"/>
              </a:spcAft>
              <a:buNone/>
            </a:pPr>
            <a:r>
              <a:t/>
            </a:r>
            <a:endParaRPr b="0" i="0" sz="1600" u="none">
              <a:solidFill>
                <a:schemeClr val="dk1"/>
              </a:solidFill>
              <a:latin typeface="Arial"/>
              <a:ea typeface="Arial"/>
              <a:cs typeface="Arial"/>
              <a:sym typeface="Arial"/>
            </a:endParaRPr>
          </a:p>
        </p:txBody>
      </p:sp>
      <p:sp>
        <p:nvSpPr>
          <p:cNvPr id="5683" name="Google Shape;5683;p93"/>
          <p:cNvSpPr txBox="1"/>
          <p:nvPr/>
        </p:nvSpPr>
        <p:spPr>
          <a:xfrm>
            <a:off x="439474" y="3520967"/>
            <a:ext cx="1364700" cy="1208100"/>
          </a:xfrm>
          <a:prstGeom prst="rect">
            <a:avLst/>
          </a:prstGeom>
          <a:solidFill>
            <a:srgbClr val="FDEEA5"/>
          </a:solidFill>
          <a:ln cap="flat" cmpd="sng" w="9525">
            <a:solidFill>
              <a:srgbClr val="FCE46F"/>
            </a:solidFill>
            <a:prstDash val="solid"/>
            <a:round/>
            <a:headEnd len="sm" w="sm" type="none"/>
            <a:tailEnd len="sm" w="sm" type="none"/>
          </a:ln>
          <a:effectLst>
            <a:outerShdw blurRad="63500" dir="8100000" dist="38100">
              <a:srgbClr val="000000">
                <a:alpha val="39610"/>
              </a:srgbClr>
            </a:outerShdw>
          </a:effectLst>
        </p:spPr>
        <p:txBody>
          <a:bodyPr anchorCtr="0" anchor="t" bIns="41050" lIns="82100" spcFirstLastPara="1" rIns="82100" wrap="square" tIns="41050">
            <a:noAutofit/>
          </a:bodyPr>
          <a:lstStyle/>
          <a:p>
            <a:pPr indent="0" lvl="0" marL="0" marR="0" rtl="0" algn="l">
              <a:lnSpc>
                <a:spcPct val="100000"/>
              </a:lnSpc>
              <a:spcBef>
                <a:spcPts val="0"/>
              </a:spcBef>
              <a:spcAft>
                <a:spcPts val="0"/>
              </a:spcAft>
              <a:buNone/>
            </a:pPr>
            <a:r>
              <a:t/>
            </a:r>
            <a:endParaRPr b="0" i="0" sz="1600" u="none">
              <a:solidFill>
                <a:schemeClr val="dk1"/>
              </a:solidFill>
              <a:latin typeface="Arial"/>
              <a:ea typeface="Arial"/>
              <a:cs typeface="Arial"/>
              <a:sym typeface="Arial"/>
            </a:endParaRPr>
          </a:p>
        </p:txBody>
      </p:sp>
      <p:sp>
        <p:nvSpPr>
          <p:cNvPr id="5684" name="Google Shape;5684;p93"/>
          <p:cNvSpPr txBox="1"/>
          <p:nvPr/>
        </p:nvSpPr>
        <p:spPr>
          <a:xfrm>
            <a:off x="1992471" y="3518258"/>
            <a:ext cx="1364700" cy="1207200"/>
          </a:xfrm>
          <a:prstGeom prst="rect">
            <a:avLst/>
          </a:prstGeom>
          <a:solidFill>
            <a:srgbClr val="FDEEA5"/>
          </a:solidFill>
          <a:ln cap="flat" cmpd="sng" w="9525">
            <a:solidFill>
              <a:srgbClr val="FCE46F"/>
            </a:solidFill>
            <a:prstDash val="solid"/>
            <a:round/>
            <a:headEnd len="sm" w="sm" type="none"/>
            <a:tailEnd len="sm" w="sm" type="none"/>
          </a:ln>
          <a:effectLst>
            <a:outerShdw blurRad="63500" dir="8100000" dist="38100">
              <a:srgbClr val="000000">
                <a:alpha val="39610"/>
              </a:srgbClr>
            </a:outerShdw>
          </a:effectLst>
        </p:spPr>
        <p:txBody>
          <a:bodyPr anchorCtr="0" anchor="t" bIns="41050" lIns="82100" spcFirstLastPara="1" rIns="82100" wrap="square" tIns="41050">
            <a:noAutofit/>
          </a:bodyPr>
          <a:lstStyle/>
          <a:p>
            <a:pPr indent="0" lvl="0" marL="0" marR="0" rtl="0" algn="l">
              <a:lnSpc>
                <a:spcPct val="100000"/>
              </a:lnSpc>
              <a:spcBef>
                <a:spcPts val="0"/>
              </a:spcBef>
              <a:spcAft>
                <a:spcPts val="0"/>
              </a:spcAft>
              <a:buNone/>
            </a:pPr>
            <a:r>
              <a:t/>
            </a:r>
            <a:endParaRPr b="0" i="0" sz="1600" u="none">
              <a:solidFill>
                <a:schemeClr val="dk1"/>
              </a:solidFill>
              <a:latin typeface="Arial"/>
              <a:ea typeface="Arial"/>
              <a:cs typeface="Arial"/>
              <a:sym typeface="Arial"/>
            </a:endParaRPr>
          </a:p>
        </p:txBody>
      </p:sp>
      <p:sp>
        <p:nvSpPr>
          <p:cNvPr id="5685" name="Google Shape;5685;p93"/>
          <p:cNvSpPr txBox="1"/>
          <p:nvPr/>
        </p:nvSpPr>
        <p:spPr>
          <a:xfrm>
            <a:off x="3531256" y="3518258"/>
            <a:ext cx="1364700" cy="1207200"/>
          </a:xfrm>
          <a:prstGeom prst="rect">
            <a:avLst/>
          </a:prstGeom>
          <a:solidFill>
            <a:srgbClr val="FDEEA5"/>
          </a:solidFill>
          <a:ln cap="flat" cmpd="sng" w="9525">
            <a:solidFill>
              <a:srgbClr val="FCE46F"/>
            </a:solidFill>
            <a:prstDash val="solid"/>
            <a:round/>
            <a:headEnd len="sm" w="sm" type="none"/>
            <a:tailEnd len="sm" w="sm" type="none"/>
          </a:ln>
          <a:effectLst>
            <a:outerShdw blurRad="63500" dir="8100000" dist="38100">
              <a:srgbClr val="000000">
                <a:alpha val="39610"/>
              </a:srgbClr>
            </a:outerShdw>
          </a:effectLst>
        </p:spPr>
        <p:txBody>
          <a:bodyPr anchorCtr="0" anchor="t" bIns="41050" lIns="82100" spcFirstLastPara="1" rIns="82100" wrap="square" tIns="41050">
            <a:noAutofit/>
          </a:bodyPr>
          <a:lstStyle/>
          <a:p>
            <a:pPr indent="0" lvl="0" marL="0" marR="0" rtl="0" algn="l">
              <a:lnSpc>
                <a:spcPct val="100000"/>
              </a:lnSpc>
              <a:spcBef>
                <a:spcPts val="0"/>
              </a:spcBef>
              <a:spcAft>
                <a:spcPts val="0"/>
              </a:spcAft>
              <a:buNone/>
            </a:pPr>
            <a:r>
              <a:t/>
            </a:r>
            <a:endParaRPr b="0" i="0" sz="1600" u="none">
              <a:solidFill>
                <a:schemeClr val="dk1"/>
              </a:solidFill>
              <a:latin typeface="Arial"/>
              <a:ea typeface="Arial"/>
              <a:cs typeface="Arial"/>
              <a:sym typeface="Arial"/>
            </a:endParaRPr>
          </a:p>
        </p:txBody>
      </p:sp>
      <p:sp>
        <p:nvSpPr>
          <p:cNvPr id="5686" name="Google Shape;5686;p93"/>
          <p:cNvSpPr txBox="1"/>
          <p:nvPr/>
        </p:nvSpPr>
        <p:spPr>
          <a:xfrm>
            <a:off x="430431" y="5311744"/>
            <a:ext cx="1364700" cy="1207200"/>
          </a:xfrm>
          <a:prstGeom prst="rect">
            <a:avLst/>
          </a:prstGeom>
          <a:solidFill>
            <a:srgbClr val="FDEEA5"/>
          </a:solidFill>
          <a:ln cap="flat" cmpd="sng" w="9525">
            <a:solidFill>
              <a:srgbClr val="FCE46F"/>
            </a:solidFill>
            <a:prstDash val="solid"/>
            <a:round/>
            <a:headEnd len="sm" w="sm" type="none"/>
            <a:tailEnd len="sm" w="sm" type="none"/>
          </a:ln>
          <a:effectLst>
            <a:outerShdw blurRad="63500" dir="8100000" dist="38100">
              <a:srgbClr val="000000">
                <a:alpha val="39610"/>
              </a:srgbClr>
            </a:outerShdw>
          </a:effectLst>
        </p:spPr>
        <p:txBody>
          <a:bodyPr anchorCtr="0" anchor="t" bIns="41050" lIns="82100" spcFirstLastPara="1" rIns="82100" wrap="square" tIns="41050">
            <a:noAutofit/>
          </a:bodyPr>
          <a:lstStyle/>
          <a:p>
            <a:pPr indent="0" lvl="0" marL="0" marR="0" rtl="0" algn="l">
              <a:lnSpc>
                <a:spcPct val="100000"/>
              </a:lnSpc>
              <a:spcBef>
                <a:spcPts val="0"/>
              </a:spcBef>
              <a:spcAft>
                <a:spcPts val="0"/>
              </a:spcAft>
              <a:buNone/>
            </a:pPr>
            <a:r>
              <a:t/>
            </a:r>
            <a:endParaRPr b="0" i="0" sz="1600" u="none">
              <a:solidFill>
                <a:schemeClr val="dk1"/>
              </a:solidFill>
              <a:latin typeface="Arial"/>
              <a:ea typeface="Arial"/>
              <a:cs typeface="Arial"/>
              <a:sym typeface="Arial"/>
            </a:endParaRPr>
          </a:p>
        </p:txBody>
      </p:sp>
      <p:sp>
        <p:nvSpPr>
          <p:cNvPr id="5687" name="Google Shape;5687;p93"/>
          <p:cNvSpPr txBox="1"/>
          <p:nvPr/>
        </p:nvSpPr>
        <p:spPr>
          <a:xfrm>
            <a:off x="1984719" y="5307680"/>
            <a:ext cx="1364700" cy="1207200"/>
          </a:xfrm>
          <a:prstGeom prst="rect">
            <a:avLst/>
          </a:prstGeom>
          <a:solidFill>
            <a:srgbClr val="FDEEA5"/>
          </a:solidFill>
          <a:ln cap="flat" cmpd="sng" w="9525">
            <a:solidFill>
              <a:srgbClr val="FCE46F"/>
            </a:solidFill>
            <a:prstDash val="solid"/>
            <a:round/>
            <a:headEnd len="sm" w="sm" type="none"/>
            <a:tailEnd len="sm" w="sm" type="none"/>
          </a:ln>
          <a:effectLst>
            <a:outerShdw blurRad="63500" dir="8100000" dist="38100">
              <a:srgbClr val="000000">
                <a:alpha val="39610"/>
              </a:srgbClr>
            </a:outerShdw>
          </a:effectLst>
        </p:spPr>
        <p:txBody>
          <a:bodyPr anchorCtr="0" anchor="t" bIns="41050" lIns="82100" spcFirstLastPara="1" rIns="82100" wrap="square" tIns="41050">
            <a:noAutofit/>
          </a:bodyPr>
          <a:lstStyle/>
          <a:p>
            <a:pPr indent="0" lvl="0" marL="0" marR="0" rtl="0" algn="l">
              <a:lnSpc>
                <a:spcPct val="100000"/>
              </a:lnSpc>
              <a:spcBef>
                <a:spcPts val="0"/>
              </a:spcBef>
              <a:spcAft>
                <a:spcPts val="0"/>
              </a:spcAft>
              <a:buNone/>
            </a:pPr>
            <a:r>
              <a:t/>
            </a:r>
            <a:endParaRPr b="0" i="0" sz="1600" u="none">
              <a:solidFill>
                <a:schemeClr val="dk1"/>
              </a:solidFill>
              <a:latin typeface="Arial"/>
              <a:ea typeface="Arial"/>
              <a:cs typeface="Arial"/>
              <a:sym typeface="Arial"/>
            </a:endParaRPr>
          </a:p>
        </p:txBody>
      </p:sp>
      <p:sp>
        <p:nvSpPr>
          <p:cNvPr id="5688" name="Google Shape;5688;p93"/>
          <p:cNvSpPr txBox="1"/>
          <p:nvPr/>
        </p:nvSpPr>
        <p:spPr>
          <a:xfrm>
            <a:off x="3522212" y="5307680"/>
            <a:ext cx="1364700" cy="1207200"/>
          </a:xfrm>
          <a:prstGeom prst="rect">
            <a:avLst/>
          </a:prstGeom>
          <a:solidFill>
            <a:srgbClr val="FDEEA5"/>
          </a:solidFill>
          <a:ln cap="flat" cmpd="sng" w="9525">
            <a:solidFill>
              <a:srgbClr val="FCE46F"/>
            </a:solidFill>
            <a:prstDash val="solid"/>
            <a:round/>
            <a:headEnd len="sm" w="sm" type="none"/>
            <a:tailEnd len="sm" w="sm" type="none"/>
          </a:ln>
          <a:effectLst>
            <a:outerShdw blurRad="63500" dir="8100000" dist="38100">
              <a:srgbClr val="000000">
                <a:alpha val="39610"/>
              </a:srgbClr>
            </a:outerShdw>
          </a:effectLst>
        </p:spPr>
        <p:txBody>
          <a:bodyPr anchorCtr="0" anchor="t" bIns="41050" lIns="82100" spcFirstLastPara="1" rIns="82100" wrap="square" tIns="41050">
            <a:noAutofit/>
          </a:bodyPr>
          <a:lstStyle/>
          <a:p>
            <a:pPr indent="0" lvl="0" marL="0" marR="0" rtl="0" algn="l">
              <a:lnSpc>
                <a:spcPct val="100000"/>
              </a:lnSpc>
              <a:spcBef>
                <a:spcPts val="0"/>
              </a:spcBef>
              <a:spcAft>
                <a:spcPts val="0"/>
              </a:spcAft>
              <a:buNone/>
            </a:pPr>
            <a:r>
              <a:t/>
            </a:r>
            <a:endParaRPr b="0" i="0" sz="1600" u="none">
              <a:solidFill>
                <a:schemeClr val="dk1"/>
              </a:solidFill>
              <a:latin typeface="Arial"/>
              <a:ea typeface="Arial"/>
              <a:cs typeface="Arial"/>
              <a:sym typeface="Arial"/>
            </a:endParaRPr>
          </a:p>
        </p:txBody>
      </p:sp>
      <p:grpSp>
        <p:nvGrpSpPr>
          <p:cNvPr id="5689" name="Google Shape;5689;p93"/>
          <p:cNvGrpSpPr/>
          <p:nvPr/>
        </p:nvGrpSpPr>
        <p:grpSpPr>
          <a:xfrm>
            <a:off x="5134631" y="1373921"/>
            <a:ext cx="4686912" cy="5248958"/>
            <a:chOff x="111125" y="561600"/>
            <a:chExt cx="5760000" cy="6192000"/>
          </a:xfrm>
        </p:grpSpPr>
        <p:sp>
          <p:nvSpPr>
            <p:cNvPr id="5690" name="Google Shape;5690;p93"/>
            <p:cNvSpPr txBox="1"/>
            <p:nvPr/>
          </p:nvSpPr>
          <p:spPr>
            <a:xfrm>
              <a:off x="111125" y="561600"/>
              <a:ext cx="5760000" cy="6192000"/>
            </a:xfrm>
            <a:prstGeom prst="rect">
              <a:avLst/>
            </a:prstGeom>
            <a:solidFill>
              <a:schemeClr val="lt1"/>
            </a:solidFill>
            <a:ln cap="flat" cmpd="sng" w="38100">
              <a:solidFill>
                <a:srgbClr val="0DC3C3"/>
              </a:solidFill>
              <a:prstDash val="solid"/>
              <a:round/>
              <a:headEnd len="sm" w="sm" type="none"/>
              <a:tailEnd len="sm" w="sm" type="none"/>
            </a:ln>
            <a:effectLst>
              <a:outerShdw blurRad="63500" dir="10800000" dist="38100">
                <a:srgbClr val="000000">
                  <a:alpha val="39610"/>
                </a:srgbClr>
              </a:outerShdw>
            </a:effectLst>
          </p:spPr>
          <p:txBody>
            <a:bodyPr anchorCtr="0" anchor="t" bIns="41050" lIns="82100" spcFirstLastPara="1" rIns="82100" wrap="square" tIns="41050">
              <a:noAutofit/>
            </a:bodyPr>
            <a:lstStyle/>
            <a:p>
              <a:pPr indent="0" lvl="0" marL="0" marR="0" rtl="0" algn="l">
                <a:lnSpc>
                  <a:spcPct val="100000"/>
                </a:lnSpc>
                <a:spcBef>
                  <a:spcPts val="0"/>
                </a:spcBef>
                <a:spcAft>
                  <a:spcPts val="0"/>
                </a:spcAft>
                <a:buNone/>
              </a:pPr>
              <a:r>
                <a:t/>
              </a:r>
              <a:endParaRPr b="0" i="0" sz="1600" u="none">
                <a:solidFill>
                  <a:schemeClr val="dk1"/>
                </a:solidFill>
                <a:latin typeface="Arial"/>
                <a:ea typeface="Arial"/>
                <a:cs typeface="Arial"/>
                <a:sym typeface="Arial"/>
              </a:endParaRPr>
            </a:p>
          </p:txBody>
        </p:sp>
        <p:sp>
          <p:nvSpPr>
            <p:cNvPr id="5691" name="Google Shape;5691;p93"/>
            <p:cNvSpPr txBox="1"/>
            <p:nvPr/>
          </p:nvSpPr>
          <p:spPr>
            <a:xfrm>
              <a:off x="111125" y="561600"/>
              <a:ext cx="5760000" cy="353100"/>
            </a:xfrm>
            <a:prstGeom prst="rect">
              <a:avLst/>
            </a:prstGeom>
            <a:solidFill>
              <a:srgbClr val="0DC3C3"/>
            </a:solidFill>
            <a:ln>
              <a:noFill/>
            </a:ln>
          </p:spPr>
          <p:txBody>
            <a:bodyPr anchorCtr="0" anchor="t" bIns="41050" lIns="82100" spcFirstLastPara="1" rIns="82100" wrap="square" tIns="41050">
              <a:noAutofit/>
            </a:bodyPr>
            <a:lstStyle/>
            <a:p>
              <a:pPr indent="0" lvl="0" marL="0" marR="0" rtl="0" algn="l">
                <a:lnSpc>
                  <a:spcPct val="100000"/>
                </a:lnSpc>
                <a:spcBef>
                  <a:spcPts val="0"/>
                </a:spcBef>
                <a:spcAft>
                  <a:spcPts val="0"/>
                </a:spcAft>
                <a:buNone/>
              </a:pPr>
              <a:r>
                <a:t/>
              </a:r>
              <a:endParaRPr b="0" i="0" sz="1600" u="none">
                <a:solidFill>
                  <a:schemeClr val="dk1"/>
                </a:solidFill>
                <a:latin typeface="Arial"/>
                <a:ea typeface="Arial"/>
                <a:cs typeface="Arial"/>
                <a:sym typeface="Arial"/>
              </a:endParaRPr>
            </a:p>
          </p:txBody>
        </p:sp>
      </p:grpSp>
      <p:sp>
        <p:nvSpPr>
          <p:cNvPr id="5692" name="Google Shape;5692;p93"/>
          <p:cNvSpPr txBox="1"/>
          <p:nvPr/>
        </p:nvSpPr>
        <p:spPr>
          <a:xfrm>
            <a:off x="5126889" y="1326520"/>
            <a:ext cx="4694700" cy="340800"/>
          </a:xfrm>
          <a:prstGeom prst="rect">
            <a:avLst/>
          </a:prstGeom>
          <a:noFill/>
          <a:ln>
            <a:noFill/>
          </a:ln>
        </p:spPr>
        <p:txBody>
          <a:bodyPr anchorCtr="0" anchor="ctr" bIns="41050" lIns="82100" spcFirstLastPara="1" rIns="82100" wrap="square" tIns="41050">
            <a:noAutofit/>
          </a:bodyPr>
          <a:lstStyle/>
          <a:p>
            <a:pPr indent="0" lvl="0" marL="0" marR="0" rtl="0" algn="ctr">
              <a:lnSpc>
                <a:spcPct val="100000"/>
              </a:lnSpc>
              <a:spcBef>
                <a:spcPts val="0"/>
              </a:spcBef>
              <a:spcAft>
                <a:spcPts val="0"/>
              </a:spcAft>
              <a:buClr>
                <a:schemeClr val="lt1"/>
              </a:buClr>
              <a:buSzPts val="1800"/>
              <a:buFont typeface="Arial"/>
              <a:buNone/>
            </a:pPr>
            <a:r>
              <a:rPr b="1" lang="es-419" sz="1200">
                <a:solidFill>
                  <a:schemeClr val="lt1"/>
                </a:solidFill>
                <a:latin typeface="Arvo"/>
                <a:ea typeface="Arvo"/>
                <a:cs typeface="Arvo"/>
                <a:sym typeface="Arvo"/>
              </a:rPr>
              <a:t>Situaciones Problemáticas</a:t>
            </a:r>
            <a:endParaRPr sz="1200">
              <a:latin typeface="Arvo"/>
              <a:ea typeface="Arvo"/>
              <a:cs typeface="Arvo"/>
              <a:sym typeface="Arvo"/>
            </a:endParaRPr>
          </a:p>
        </p:txBody>
      </p:sp>
      <p:sp>
        <p:nvSpPr>
          <p:cNvPr id="5693" name="Google Shape;5693;p93"/>
          <p:cNvSpPr txBox="1"/>
          <p:nvPr/>
        </p:nvSpPr>
        <p:spPr>
          <a:xfrm>
            <a:off x="5278055" y="1886981"/>
            <a:ext cx="4446900" cy="1414200"/>
          </a:xfrm>
          <a:prstGeom prst="rect">
            <a:avLst/>
          </a:prstGeom>
          <a:solidFill>
            <a:srgbClr val="FED86F"/>
          </a:solidFill>
          <a:ln cap="flat" cmpd="sng" w="9525">
            <a:solidFill>
              <a:srgbClr val="FCE46F"/>
            </a:solidFill>
            <a:prstDash val="solid"/>
            <a:round/>
            <a:headEnd len="sm" w="sm" type="none"/>
            <a:tailEnd len="sm" w="sm" type="none"/>
          </a:ln>
          <a:effectLst>
            <a:outerShdw blurRad="63500" dir="8100000" dist="38100">
              <a:srgbClr val="000000">
                <a:alpha val="39610"/>
              </a:srgbClr>
            </a:outerShdw>
          </a:effectLst>
        </p:spPr>
        <p:txBody>
          <a:bodyPr anchorCtr="0" anchor="t" bIns="41050" lIns="82100" spcFirstLastPara="1" rIns="82100" wrap="square" tIns="41050">
            <a:noAutofit/>
          </a:bodyPr>
          <a:lstStyle/>
          <a:p>
            <a:pPr indent="0" lvl="0" marL="0" marR="0" rtl="0" algn="l">
              <a:lnSpc>
                <a:spcPct val="100000"/>
              </a:lnSpc>
              <a:spcBef>
                <a:spcPts val="0"/>
              </a:spcBef>
              <a:spcAft>
                <a:spcPts val="0"/>
              </a:spcAft>
              <a:buClr>
                <a:schemeClr val="dk1"/>
              </a:buClr>
              <a:buSzPts val="1300"/>
              <a:buFont typeface="Arial"/>
              <a:buNone/>
            </a:pPr>
            <a:r>
              <a:rPr b="1" lang="es-419" sz="1200">
                <a:solidFill>
                  <a:schemeClr val="dk1"/>
                </a:solidFill>
                <a:latin typeface="Arvo"/>
                <a:ea typeface="Arvo"/>
                <a:cs typeface="Arvo"/>
                <a:sym typeface="Arvo"/>
              </a:rPr>
              <a:t>Situación Problemática </a:t>
            </a:r>
            <a:r>
              <a:rPr b="1" i="0" lang="es-419" sz="1200" u="none">
                <a:solidFill>
                  <a:schemeClr val="dk1"/>
                </a:solidFill>
                <a:latin typeface="Arvo"/>
                <a:ea typeface="Arvo"/>
                <a:cs typeface="Arvo"/>
                <a:sym typeface="Arvo"/>
              </a:rPr>
              <a:t>1:</a:t>
            </a:r>
            <a:endParaRPr b="1" i="0" sz="1200" u="none">
              <a:solidFill>
                <a:schemeClr val="dk1"/>
              </a:solidFill>
              <a:latin typeface="Arvo"/>
              <a:ea typeface="Arvo"/>
              <a:cs typeface="Arvo"/>
              <a:sym typeface="Arvo"/>
            </a:endParaRPr>
          </a:p>
          <a:p>
            <a:pPr indent="0" lvl="0" marL="0" marR="0" rtl="0" algn="l">
              <a:lnSpc>
                <a:spcPct val="100000"/>
              </a:lnSpc>
              <a:spcBef>
                <a:spcPts val="0"/>
              </a:spcBef>
              <a:spcAft>
                <a:spcPts val="0"/>
              </a:spcAft>
              <a:buClr>
                <a:schemeClr val="dk1"/>
              </a:buClr>
              <a:buSzPts val="1300"/>
              <a:buFont typeface="Arial"/>
              <a:buNone/>
            </a:pPr>
            <a:r>
              <a:t/>
            </a:r>
            <a:endParaRPr b="1" sz="1300">
              <a:solidFill>
                <a:schemeClr val="dk1"/>
              </a:solidFill>
            </a:endParaRPr>
          </a:p>
          <a:p>
            <a:pPr indent="0" lvl="0" marL="0" marR="0" rtl="0" algn="l">
              <a:lnSpc>
                <a:spcPct val="100000"/>
              </a:lnSpc>
              <a:spcBef>
                <a:spcPts val="0"/>
              </a:spcBef>
              <a:spcAft>
                <a:spcPts val="0"/>
              </a:spcAft>
              <a:buClr>
                <a:schemeClr val="dk1"/>
              </a:buClr>
              <a:buSzPts val="1300"/>
              <a:buFont typeface="Arial"/>
              <a:buNone/>
            </a:pPr>
            <a:r>
              <a:t/>
            </a:r>
            <a:endParaRPr b="1" sz="1800">
              <a:solidFill>
                <a:schemeClr val="dk1"/>
              </a:solidFill>
            </a:endParaRPr>
          </a:p>
          <a:p>
            <a:pPr indent="0" lvl="0" marL="0" rtl="0" algn="l">
              <a:spcBef>
                <a:spcPts val="0"/>
              </a:spcBef>
              <a:spcAft>
                <a:spcPts val="0"/>
              </a:spcAft>
              <a:buClr>
                <a:schemeClr val="dk1"/>
              </a:buClr>
              <a:buSzPts val="1300"/>
              <a:buFont typeface="Arial"/>
              <a:buNone/>
            </a:pPr>
            <a:r>
              <a:rPr b="1" lang="es-419" sz="1200">
                <a:solidFill>
                  <a:schemeClr val="dk1"/>
                </a:solidFill>
                <a:latin typeface="Arvo"/>
                <a:ea typeface="Arvo"/>
                <a:cs typeface="Arvo"/>
                <a:sym typeface="Arvo"/>
              </a:rPr>
              <a:t>Situaciones Deseada 1: </a:t>
            </a:r>
            <a:endParaRPr b="1" sz="1200">
              <a:solidFill>
                <a:schemeClr val="dk1"/>
              </a:solidFill>
              <a:latin typeface="Arvo"/>
              <a:ea typeface="Arvo"/>
              <a:cs typeface="Arvo"/>
              <a:sym typeface="Arvo"/>
            </a:endParaRPr>
          </a:p>
        </p:txBody>
      </p:sp>
      <p:sp>
        <p:nvSpPr>
          <p:cNvPr id="5694" name="Google Shape;5694;p93"/>
          <p:cNvSpPr txBox="1"/>
          <p:nvPr/>
        </p:nvSpPr>
        <p:spPr>
          <a:xfrm>
            <a:off x="5278055" y="3436639"/>
            <a:ext cx="4446900" cy="1413000"/>
          </a:xfrm>
          <a:prstGeom prst="rect">
            <a:avLst/>
          </a:prstGeom>
          <a:solidFill>
            <a:srgbClr val="FED86F"/>
          </a:solidFill>
          <a:ln cap="flat" cmpd="sng" w="9525">
            <a:solidFill>
              <a:srgbClr val="FCE46F"/>
            </a:solidFill>
            <a:prstDash val="solid"/>
            <a:round/>
            <a:headEnd len="sm" w="sm" type="none"/>
            <a:tailEnd len="sm" w="sm" type="none"/>
          </a:ln>
          <a:effectLst>
            <a:outerShdw blurRad="63500" dir="8100000" dist="38100">
              <a:srgbClr val="000000">
                <a:alpha val="39610"/>
              </a:srgbClr>
            </a:outerShdw>
          </a:effectLst>
        </p:spPr>
        <p:txBody>
          <a:bodyPr anchorCtr="0" anchor="t" bIns="41050" lIns="82100" spcFirstLastPara="1" rIns="82100" wrap="square" tIns="41050">
            <a:noAutofit/>
          </a:bodyPr>
          <a:lstStyle/>
          <a:p>
            <a:pPr indent="0" lvl="0" marL="0" marR="0" rtl="0" algn="l">
              <a:lnSpc>
                <a:spcPct val="100000"/>
              </a:lnSpc>
              <a:spcBef>
                <a:spcPts val="0"/>
              </a:spcBef>
              <a:spcAft>
                <a:spcPts val="0"/>
              </a:spcAft>
              <a:buClr>
                <a:schemeClr val="dk1"/>
              </a:buClr>
              <a:buSzPts val="1300"/>
              <a:buFont typeface="Arial"/>
              <a:buNone/>
            </a:pPr>
            <a:r>
              <a:rPr b="1" lang="es-419" sz="1200">
                <a:solidFill>
                  <a:schemeClr val="dk1"/>
                </a:solidFill>
                <a:latin typeface="Arvo"/>
                <a:ea typeface="Arvo"/>
                <a:cs typeface="Arvo"/>
                <a:sym typeface="Arvo"/>
              </a:rPr>
              <a:t>Situación Problemática </a:t>
            </a:r>
            <a:r>
              <a:rPr b="1" i="0" lang="es-419" sz="1200" u="none">
                <a:solidFill>
                  <a:schemeClr val="dk1"/>
                </a:solidFill>
                <a:latin typeface="Arvo"/>
                <a:ea typeface="Arvo"/>
                <a:cs typeface="Arvo"/>
                <a:sym typeface="Arvo"/>
              </a:rPr>
              <a:t>2:</a:t>
            </a:r>
            <a:endParaRPr b="1" i="0" sz="1200" u="none">
              <a:solidFill>
                <a:schemeClr val="dk1"/>
              </a:solidFill>
              <a:latin typeface="Arvo"/>
              <a:ea typeface="Arvo"/>
              <a:cs typeface="Arvo"/>
              <a:sym typeface="Arvo"/>
            </a:endParaRPr>
          </a:p>
          <a:p>
            <a:pPr indent="0" lvl="0" marL="0" marR="0" rtl="0" algn="l">
              <a:lnSpc>
                <a:spcPct val="100000"/>
              </a:lnSpc>
              <a:spcBef>
                <a:spcPts val="0"/>
              </a:spcBef>
              <a:spcAft>
                <a:spcPts val="0"/>
              </a:spcAft>
              <a:buClr>
                <a:schemeClr val="dk1"/>
              </a:buClr>
              <a:buSzPts val="1300"/>
              <a:buFont typeface="Arial"/>
              <a:buNone/>
            </a:pPr>
            <a:r>
              <a:t/>
            </a:r>
            <a:endParaRPr b="1" sz="1300">
              <a:solidFill>
                <a:schemeClr val="dk1"/>
              </a:solidFill>
            </a:endParaRPr>
          </a:p>
          <a:p>
            <a:pPr indent="0" lvl="0" marL="0" marR="0" rtl="0" algn="l">
              <a:lnSpc>
                <a:spcPct val="100000"/>
              </a:lnSpc>
              <a:spcBef>
                <a:spcPts val="0"/>
              </a:spcBef>
              <a:spcAft>
                <a:spcPts val="0"/>
              </a:spcAft>
              <a:buClr>
                <a:schemeClr val="dk1"/>
              </a:buClr>
              <a:buSzPts val="1300"/>
              <a:buFont typeface="Arial"/>
              <a:buNone/>
            </a:pPr>
            <a:r>
              <a:t/>
            </a:r>
            <a:endParaRPr b="1" sz="1300">
              <a:solidFill>
                <a:schemeClr val="dk1"/>
              </a:solidFill>
            </a:endParaRPr>
          </a:p>
          <a:p>
            <a:pPr indent="0" lvl="0" marL="0" rtl="0" algn="l">
              <a:spcBef>
                <a:spcPts val="0"/>
              </a:spcBef>
              <a:spcAft>
                <a:spcPts val="0"/>
              </a:spcAft>
              <a:buClr>
                <a:schemeClr val="dk1"/>
              </a:buClr>
              <a:buSzPts val="1300"/>
              <a:buFont typeface="Arial"/>
              <a:buNone/>
            </a:pPr>
            <a:r>
              <a:rPr b="1" lang="es-419" sz="1300">
                <a:solidFill>
                  <a:schemeClr val="dk1"/>
                </a:solidFill>
              </a:rPr>
              <a:t>Situaciones Deseada 2: </a:t>
            </a:r>
            <a:endParaRPr b="1" sz="1300">
              <a:solidFill>
                <a:schemeClr val="dk1"/>
              </a:solidFill>
            </a:endParaRPr>
          </a:p>
        </p:txBody>
      </p:sp>
      <p:sp>
        <p:nvSpPr>
          <p:cNvPr id="5695" name="Google Shape;5695;p93"/>
          <p:cNvSpPr txBox="1"/>
          <p:nvPr/>
        </p:nvSpPr>
        <p:spPr>
          <a:xfrm>
            <a:off x="5278055" y="4990361"/>
            <a:ext cx="4446900" cy="1414200"/>
          </a:xfrm>
          <a:prstGeom prst="rect">
            <a:avLst/>
          </a:prstGeom>
          <a:solidFill>
            <a:srgbClr val="FED86F"/>
          </a:solidFill>
          <a:ln cap="flat" cmpd="sng" w="9525">
            <a:solidFill>
              <a:srgbClr val="FCE46F"/>
            </a:solidFill>
            <a:prstDash val="solid"/>
            <a:round/>
            <a:headEnd len="sm" w="sm" type="none"/>
            <a:tailEnd len="sm" w="sm" type="none"/>
          </a:ln>
          <a:effectLst>
            <a:outerShdw blurRad="63500" dir="8100000" dist="38100">
              <a:srgbClr val="000000">
                <a:alpha val="39610"/>
              </a:srgbClr>
            </a:outerShdw>
          </a:effectLst>
        </p:spPr>
        <p:txBody>
          <a:bodyPr anchorCtr="0" anchor="t" bIns="41050" lIns="82100" spcFirstLastPara="1" rIns="82100" wrap="square" tIns="41050">
            <a:noAutofit/>
          </a:bodyPr>
          <a:lstStyle/>
          <a:p>
            <a:pPr indent="0" lvl="0" marL="0" marR="0" rtl="0" algn="l">
              <a:lnSpc>
                <a:spcPct val="100000"/>
              </a:lnSpc>
              <a:spcBef>
                <a:spcPts val="0"/>
              </a:spcBef>
              <a:spcAft>
                <a:spcPts val="0"/>
              </a:spcAft>
              <a:buClr>
                <a:schemeClr val="dk1"/>
              </a:buClr>
              <a:buSzPts val="1300"/>
              <a:buFont typeface="Arial"/>
              <a:buNone/>
            </a:pPr>
            <a:r>
              <a:rPr b="1" lang="es-419" sz="1200">
                <a:solidFill>
                  <a:schemeClr val="dk1"/>
                </a:solidFill>
                <a:latin typeface="Arvo"/>
                <a:ea typeface="Arvo"/>
                <a:cs typeface="Arvo"/>
                <a:sym typeface="Arvo"/>
              </a:rPr>
              <a:t>Situación Problemática </a:t>
            </a:r>
            <a:r>
              <a:rPr b="1" i="0" lang="es-419" sz="1200" u="none">
                <a:solidFill>
                  <a:schemeClr val="dk1"/>
                </a:solidFill>
                <a:latin typeface="Arvo"/>
                <a:ea typeface="Arvo"/>
                <a:cs typeface="Arvo"/>
                <a:sym typeface="Arvo"/>
              </a:rPr>
              <a:t>3:</a:t>
            </a:r>
            <a:endParaRPr b="1" i="0" sz="1200" u="none">
              <a:solidFill>
                <a:schemeClr val="dk1"/>
              </a:solidFill>
              <a:latin typeface="Arvo"/>
              <a:ea typeface="Arvo"/>
              <a:cs typeface="Arvo"/>
              <a:sym typeface="Arvo"/>
            </a:endParaRPr>
          </a:p>
          <a:p>
            <a:pPr indent="0" lvl="0" marL="0" marR="0" rtl="0" algn="l">
              <a:lnSpc>
                <a:spcPct val="100000"/>
              </a:lnSpc>
              <a:spcBef>
                <a:spcPts val="0"/>
              </a:spcBef>
              <a:spcAft>
                <a:spcPts val="0"/>
              </a:spcAft>
              <a:buClr>
                <a:schemeClr val="dk1"/>
              </a:buClr>
              <a:buSzPts val="1300"/>
              <a:buFont typeface="Arial"/>
              <a:buNone/>
            </a:pPr>
            <a:r>
              <a:t/>
            </a:r>
            <a:endParaRPr b="1" sz="1300">
              <a:solidFill>
                <a:schemeClr val="dk1"/>
              </a:solidFill>
            </a:endParaRPr>
          </a:p>
          <a:p>
            <a:pPr indent="0" lvl="0" marL="0" marR="0" rtl="0" algn="l">
              <a:lnSpc>
                <a:spcPct val="100000"/>
              </a:lnSpc>
              <a:spcBef>
                <a:spcPts val="0"/>
              </a:spcBef>
              <a:spcAft>
                <a:spcPts val="0"/>
              </a:spcAft>
              <a:buClr>
                <a:schemeClr val="dk1"/>
              </a:buClr>
              <a:buSzPts val="1300"/>
              <a:buFont typeface="Arial"/>
              <a:buNone/>
            </a:pPr>
            <a:r>
              <a:t/>
            </a:r>
            <a:endParaRPr b="1" sz="1300">
              <a:solidFill>
                <a:schemeClr val="dk1"/>
              </a:solidFill>
            </a:endParaRPr>
          </a:p>
          <a:p>
            <a:pPr indent="0" lvl="0" marL="0" rtl="0" algn="l">
              <a:spcBef>
                <a:spcPts val="0"/>
              </a:spcBef>
              <a:spcAft>
                <a:spcPts val="0"/>
              </a:spcAft>
              <a:buClr>
                <a:schemeClr val="dk1"/>
              </a:buClr>
              <a:buSzPts val="1300"/>
              <a:buFont typeface="Arial"/>
              <a:buNone/>
            </a:pPr>
            <a:r>
              <a:rPr b="1" lang="es-419" sz="1200">
                <a:solidFill>
                  <a:schemeClr val="dk1"/>
                </a:solidFill>
                <a:latin typeface="Arvo"/>
                <a:ea typeface="Arvo"/>
                <a:cs typeface="Arvo"/>
                <a:sym typeface="Arvo"/>
              </a:rPr>
              <a:t>Situaciones Deseada 3: </a:t>
            </a:r>
            <a:endParaRPr b="1" sz="1200">
              <a:solidFill>
                <a:schemeClr val="dk1"/>
              </a:solidFill>
              <a:latin typeface="Arvo"/>
              <a:ea typeface="Arvo"/>
              <a:cs typeface="Arvo"/>
              <a:sym typeface="Arvo"/>
            </a:endParaRPr>
          </a:p>
        </p:txBody>
      </p:sp>
      <p:cxnSp>
        <p:nvCxnSpPr>
          <p:cNvPr id="5696" name="Google Shape;5696;p93"/>
          <p:cNvCxnSpPr/>
          <p:nvPr/>
        </p:nvCxnSpPr>
        <p:spPr>
          <a:xfrm>
            <a:off x="77688" y="772614"/>
            <a:ext cx="9935700" cy="0"/>
          </a:xfrm>
          <a:prstGeom prst="straightConnector1">
            <a:avLst/>
          </a:prstGeom>
          <a:noFill/>
          <a:ln cap="flat" cmpd="sng" w="19050">
            <a:solidFill>
              <a:srgbClr val="000000"/>
            </a:solidFill>
            <a:prstDash val="solid"/>
            <a:round/>
            <a:headEnd len="med" w="med" type="none"/>
            <a:tailEnd len="med" w="med" type="none"/>
          </a:ln>
        </p:spPr>
      </p:cxnSp>
      <p:cxnSp>
        <p:nvCxnSpPr>
          <p:cNvPr id="5697" name="Google Shape;5697;p93"/>
          <p:cNvCxnSpPr/>
          <p:nvPr/>
        </p:nvCxnSpPr>
        <p:spPr>
          <a:xfrm rot="10800000">
            <a:off x="2439038" y="368188"/>
            <a:ext cx="0" cy="402300"/>
          </a:xfrm>
          <a:prstGeom prst="straightConnector1">
            <a:avLst/>
          </a:prstGeom>
          <a:noFill/>
          <a:ln cap="flat" cmpd="sng" w="19050">
            <a:solidFill>
              <a:srgbClr val="000000"/>
            </a:solidFill>
            <a:prstDash val="solid"/>
            <a:round/>
            <a:headEnd len="med" w="med" type="none"/>
            <a:tailEnd len="med" w="med" type="none"/>
          </a:ln>
        </p:spPr>
      </p:cxnSp>
      <p:sp>
        <p:nvSpPr>
          <p:cNvPr id="5698" name="Google Shape;5698;p93"/>
          <p:cNvSpPr/>
          <p:nvPr/>
        </p:nvSpPr>
        <p:spPr>
          <a:xfrm>
            <a:off x="77688" y="349338"/>
            <a:ext cx="2361300" cy="421200"/>
          </a:xfrm>
          <a:prstGeom prst="roundRect">
            <a:avLst>
              <a:gd fmla="val 50000" name="adj"/>
            </a:avLst>
          </a:prstGeom>
          <a:solidFill>
            <a:srgbClr val="000000"/>
          </a:solidFill>
          <a:ln cap="flat" cmpd="sng" w="9525">
            <a:solidFill>
              <a:srgbClr val="000000"/>
            </a:solidFill>
            <a:prstDash val="solid"/>
            <a:round/>
            <a:headEnd len="sm" w="sm" type="none"/>
            <a:tailEnd len="sm" w="sm" type="none"/>
          </a:ln>
        </p:spPr>
        <p:txBody>
          <a:bodyPr anchorCtr="0" anchor="t" bIns="54000" lIns="0" spcFirstLastPara="1" rIns="0" wrap="square" tIns="18000">
            <a:noAutofit/>
          </a:bodyPr>
          <a:lstStyle/>
          <a:p>
            <a:pPr indent="0" lvl="0" marL="0" rtl="0" algn="ctr">
              <a:spcBef>
                <a:spcPts val="0"/>
              </a:spcBef>
              <a:spcAft>
                <a:spcPts val="0"/>
              </a:spcAft>
              <a:buNone/>
            </a:pPr>
            <a:r>
              <a:rPr b="1" lang="es-419" sz="1100">
                <a:solidFill>
                  <a:srgbClr val="FFFFFF"/>
                </a:solidFill>
              </a:rPr>
              <a:t>Situaciones Problemáticas</a:t>
            </a:r>
            <a:endParaRPr b="1" sz="1200">
              <a:solidFill>
                <a:srgbClr val="FFFFFF"/>
              </a:solidFill>
            </a:endParaRPr>
          </a:p>
        </p:txBody>
      </p:sp>
      <p:sp>
        <p:nvSpPr>
          <p:cNvPr id="5699" name="Google Shape;5699;p93"/>
          <p:cNvSpPr/>
          <p:nvPr/>
        </p:nvSpPr>
        <p:spPr>
          <a:xfrm>
            <a:off x="83988" y="595504"/>
            <a:ext cx="190200" cy="1692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0" name="Google Shape;5700;p93"/>
          <p:cNvSpPr/>
          <p:nvPr/>
        </p:nvSpPr>
        <p:spPr>
          <a:xfrm>
            <a:off x="2350598" y="358950"/>
            <a:ext cx="88500" cy="4023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1" name="Google Shape;5701;p93"/>
          <p:cNvSpPr/>
          <p:nvPr/>
        </p:nvSpPr>
        <p:spPr>
          <a:xfrm>
            <a:off x="2277739" y="663750"/>
            <a:ext cx="88500" cy="1089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2" name="Google Shape;5702;p93"/>
          <p:cNvSpPr txBox="1"/>
          <p:nvPr>
            <p:ph idx="1" type="subTitle"/>
          </p:nvPr>
        </p:nvSpPr>
        <p:spPr>
          <a:xfrm>
            <a:off x="482600" y="1820725"/>
            <a:ext cx="1251900" cy="1091700"/>
          </a:xfrm>
          <a:prstGeom prst="rect">
            <a:avLst/>
          </a:prstGeom>
          <a:noFill/>
          <a:ln>
            <a:noFill/>
          </a:ln>
        </p:spPr>
        <p:txBody>
          <a:bodyPr anchorCtr="0" anchor="ctr" bIns="18000" lIns="18000" spcFirstLastPara="1" rIns="18000" wrap="square" tIns="18000">
            <a:noAutofit/>
          </a:bodyPr>
          <a:lstStyle>
            <a:lvl1pPr lvl="0" algn="ctr">
              <a:spcBef>
                <a:spcPts val="0"/>
              </a:spcBef>
              <a:spcAft>
                <a:spcPts val="0"/>
              </a:spcAft>
              <a:buSzPts val="900"/>
              <a:buNone/>
              <a:defRPr sz="900"/>
            </a:lvl1pPr>
            <a:lvl2pPr lvl="1" algn="ctr">
              <a:spcBef>
                <a:spcPts val="200"/>
              </a:spcBef>
              <a:spcAft>
                <a:spcPts val="0"/>
              </a:spcAft>
              <a:buSzPts val="1400"/>
              <a:buNone/>
              <a:defRPr/>
            </a:lvl2pPr>
            <a:lvl3pPr lvl="2" algn="ctr">
              <a:spcBef>
                <a:spcPts val="0"/>
              </a:spcBef>
              <a:spcAft>
                <a:spcPts val="0"/>
              </a:spcAft>
              <a:buSzPts val="1400"/>
              <a:buNone/>
              <a:defRPr/>
            </a:lvl3pPr>
            <a:lvl4pPr lvl="3" algn="ctr">
              <a:spcBef>
                <a:spcPts val="0"/>
              </a:spcBef>
              <a:spcAft>
                <a:spcPts val="0"/>
              </a:spcAft>
              <a:buSzPts val="1400"/>
              <a:buNone/>
              <a:defRPr/>
            </a:lvl4pPr>
            <a:lvl5pPr lvl="4" algn="ctr">
              <a:spcBef>
                <a:spcPts val="0"/>
              </a:spcBef>
              <a:spcAft>
                <a:spcPts val="0"/>
              </a:spcAft>
              <a:buSzPts val="1400"/>
              <a:buNone/>
              <a:defRPr/>
            </a:lvl5pPr>
            <a:lvl6pPr lvl="5" algn="ctr">
              <a:spcBef>
                <a:spcPts val="0"/>
              </a:spcBef>
              <a:spcAft>
                <a:spcPts val="0"/>
              </a:spcAft>
              <a:buSzPts val="1400"/>
              <a:buNone/>
              <a:defRPr/>
            </a:lvl6pPr>
            <a:lvl7pPr lvl="6" algn="ctr">
              <a:spcBef>
                <a:spcPts val="0"/>
              </a:spcBef>
              <a:spcAft>
                <a:spcPts val="0"/>
              </a:spcAft>
              <a:buSzPts val="1400"/>
              <a:buNone/>
              <a:defRPr/>
            </a:lvl7pPr>
            <a:lvl8pPr lvl="7" algn="ctr">
              <a:spcBef>
                <a:spcPts val="0"/>
              </a:spcBef>
              <a:spcAft>
                <a:spcPts val="0"/>
              </a:spcAft>
              <a:buSzPts val="1400"/>
              <a:buNone/>
              <a:defRPr/>
            </a:lvl8pPr>
            <a:lvl9pPr lvl="8" algn="ctr">
              <a:spcBef>
                <a:spcPts val="0"/>
              </a:spcBef>
              <a:spcAft>
                <a:spcPts val="0"/>
              </a:spcAft>
              <a:buSzPts val="1400"/>
              <a:buNone/>
              <a:defRPr/>
            </a:lvl9pPr>
          </a:lstStyle>
          <a:p/>
        </p:txBody>
      </p:sp>
      <p:sp>
        <p:nvSpPr>
          <p:cNvPr id="5703" name="Google Shape;5703;p93"/>
          <p:cNvSpPr txBox="1"/>
          <p:nvPr>
            <p:ph idx="2" type="subTitle"/>
          </p:nvPr>
        </p:nvSpPr>
        <p:spPr>
          <a:xfrm>
            <a:off x="2026369" y="1820725"/>
            <a:ext cx="1251900" cy="1091700"/>
          </a:xfrm>
          <a:prstGeom prst="rect">
            <a:avLst/>
          </a:prstGeom>
          <a:noFill/>
          <a:ln>
            <a:noFill/>
          </a:ln>
        </p:spPr>
        <p:txBody>
          <a:bodyPr anchorCtr="0" anchor="ctr" bIns="18000" lIns="18000" spcFirstLastPara="1" rIns="18000" wrap="square" tIns="18000">
            <a:noAutofit/>
          </a:bodyPr>
          <a:lstStyle>
            <a:lvl1pPr lvl="0" algn="ctr">
              <a:spcBef>
                <a:spcPts val="0"/>
              </a:spcBef>
              <a:spcAft>
                <a:spcPts val="0"/>
              </a:spcAft>
              <a:buSzPts val="900"/>
              <a:buNone/>
              <a:defRPr sz="900"/>
            </a:lvl1pPr>
            <a:lvl2pPr lvl="1" algn="ctr">
              <a:spcBef>
                <a:spcPts val="200"/>
              </a:spcBef>
              <a:spcAft>
                <a:spcPts val="0"/>
              </a:spcAft>
              <a:buSzPts val="1400"/>
              <a:buNone/>
              <a:defRPr/>
            </a:lvl2pPr>
            <a:lvl3pPr lvl="2" algn="ctr">
              <a:spcBef>
                <a:spcPts val="0"/>
              </a:spcBef>
              <a:spcAft>
                <a:spcPts val="0"/>
              </a:spcAft>
              <a:buSzPts val="1400"/>
              <a:buNone/>
              <a:defRPr/>
            </a:lvl3pPr>
            <a:lvl4pPr lvl="3" algn="ctr">
              <a:spcBef>
                <a:spcPts val="0"/>
              </a:spcBef>
              <a:spcAft>
                <a:spcPts val="0"/>
              </a:spcAft>
              <a:buSzPts val="1400"/>
              <a:buNone/>
              <a:defRPr/>
            </a:lvl4pPr>
            <a:lvl5pPr lvl="4" algn="ctr">
              <a:spcBef>
                <a:spcPts val="0"/>
              </a:spcBef>
              <a:spcAft>
                <a:spcPts val="0"/>
              </a:spcAft>
              <a:buSzPts val="1400"/>
              <a:buNone/>
              <a:defRPr/>
            </a:lvl5pPr>
            <a:lvl6pPr lvl="5" algn="ctr">
              <a:spcBef>
                <a:spcPts val="0"/>
              </a:spcBef>
              <a:spcAft>
                <a:spcPts val="0"/>
              </a:spcAft>
              <a:buSzPts val="1400"/>
              <a:buNone/>
              <a:defRPr/>
            </a:lvl6pPr>
            <a:lvl7pPr lvl="6" algn="ctr">
              <a:spcBef>
                <a:spcPts val="0"/>
              </a:spcBef>
              <a:spcAft>
                <a:spcPts val="0"/>
              </a:spcAft>
              <a:buSzPts val="1400"/>
              <a:buNone/>
              <a:defRPr/>
            </a:lvl7pPr>
            <a:lvl8pPr lvl="7" algn="ctr">
              <a:spcBef>
                <a:spcPts val="0"/>
              </a:spcBef>
              <a:spcAft>
                <a:spcPts val="0"/>
              </a:spcAft>
              <a:buSzPts val="1400"/>
              <a:buNone/>
              <a:defRPr/>
            </a:lvl8pPr>
            <a:lvl9pPr lvl="8" algn="ctr">
              <a:spcBef>
                <a:spcPts val="0"/>
              </a:spcBef>
              <a:spcAft>
                <a:spcPts val="0"/>
              </a:spcAft>
              <a:buSzPts val="1400"/>
              <a:buNone/>
              <a:defRPr/>
            </a:lvl9pPr>
          </a:lstStyle>
          <a:p/>
        </p:txBody>
      </p:sp>
      <p:sp>
        <p:nvSpPr>
          <p:cNvPr id="5704" name="Google Shape;5704;p93"/>
          <p:cNvSpPr txBox="1"/>
          <p:nvPr>
            <p:ph idx="3" type="subTitle"/>
          </p:nvPr>
        </p:nvSpPr>
        <p:spPr>
          <a:xfrm>
            <a:off x="3570138" y="1820725"/>
            <a:ext cx="1251900" cy="1091700"/>
          </a:xfrm>
          <a:prstGeom prst="rect">
            <a:avLst/>
          </a:prstGeom>
          <a:noFill/>
          <a:ln>
            <a:noFill/>
          </a:ln>
        </p:spPr>
        <p:txBody>
          <a:bodyPr anchorCtr="0" anchor="ctr" bIns="18000" lIns="18000" spcFirstLastPara="1" rIns="18000" wrap="square" tIns="18000">
            <a:noAutofit/>
          </a:bodyPr>
          <a:lstStyle>
            <a:lvl1pPr lvl="0" algn="ctr">
              <a:spcBef>
                <a:spcPts val="0"/>
              </a:spcBef>
              <a:spcAft>
                <a:spcPts val="0"/>
              </a:spcAft>
              <a:buSzPts val="900"/>
              <a:buNone/>
              <a:defRPr sz="900"/>
            </a:lvl1pPr>
            <a:lvl2pPr lvl="1" algn="ctr">
              <a:spcBef>
                <a:spcPts val="200"/>
              </a:spcBef>
              <a:spcAft>
                <a:spcPts val="0"/>
              </a:spcAft>
              <a:buSzPts val="1400"/>
              <a:buNone/>
              <a:defRPr/>
            </a:lvl2pPr>
            <a:lvl3pPr lvl="2" algn="ctr">
              <a:spcBef>
                <a:spcPts val="0"/>
              </a:spcBef>
              <a:spcAft>
                <a:spcPts val="0"/>
              </a:spcAft>
              <a:buSzPts val="1400"/>
              <a:buNone/>
              <a:defRPr/>
            </a:lvl3pPr>
            <a:lvl4pPr lvl="3" algn="ctr">
              <a:spcBef>
                <a:spcPts val="0"/>
              </a:spcBef>
              <a:spcAft>
                <a:spcPts val="0"/>
              </a:spcAft>
              <a:buSzPts val="1400"/>
              <a:buNone/>
              <a:defRPr/>
            </a:lvl4pPr>
            <a:lvl5pPr lvl="4" algn="ctr">
              <a:spcBef>
                <a:spcPts val="0"/>
              </a:spcBef>
              <a:spcAft>
                <a:spcPts val="0"/>
              </a:spcAft>
              <a:buSzPts val="1400"/>
              <a:buNone/>
              <a:defRPr/>
            </a:lvl5pPr>
            <a:lvl6pPr lvl="5" algn="ctr">
              <a:spcBef>
                <a:spcPts val="0"/>
              </a:spcBef>
              <a:spcAft>
                <a:spcPts val="0"/>
              </a:spcAft>
              <a:buSzPts val="1400"/>
              <a:buNone/>
              <a:defRPr/>
            </a:lvl6pPr>
            <a:lvl7pPr lvl="6" algn="ctr">
              <a:spcBef>
                <a:spcPts val="0"/>
              </a:spcBef>
              <a:spcAft>
                <a:spcPts val="0"/>
              </a:spcAft>
              <a:buSzPts val="1400"/>
              <a:buNone/>
              <a:defRPr/>
            </a:lvl7pPr>
            <a:lvl8pPr lvl="7" algn="ctr">
              <a:spcBef>
                <a:spcPts val="0"/>
              </a:spcBef>
              <a:spcAft>
                <a:spcPts val="0"/>
              </a:spcAft>
              <a:buSzPts val="1400"/>
              <a:buNone/>
              <a:defRPr/>
            </a:lvl8pPr>
            <a:lvl9pPr lvl="8" algn="ctr">
              <a:spcBef>
                <a:spcPts val="0"/>
              </a:spcBef>
              <a:spcAft>
                <a:spcPts val="0"/>
              </a:spcAft>
              <a:buSzPts val="1400"/>
              <a:buNone/>
              <a:defRPr/>
            </a:lvl9pPr>
          </a:lstStyle>
          <a:p/>
        </p:txBody>
      </p:sp>
      <p:sp>
        <p:nvSpPr>
          <p:cNvPr id="5705" name="Google Shape;5705;p93"/>
          <p:cNvSpPr txBox="1"/>
          <p:nvPr>
            <p:ph idx="4" type="subTitle"/>
          </p:nvPr>
        </p:nvSpPr>
        <p:spPr>
          <a:xfrm>
            <a:off x="482600" y="3573325"/>
            <a:ext cx="1251900" cy="1091700"/>
          </a:xfrm>
          <a:prstGeom prst="rect">
            <a:avLst/>
          </a:prstGeom>
          <a:noFill/>
          <a:ln>
            <a:noFill/>
          </a:ln>
        </p:spPr>
        <p:txBody>
          <a:bodyPr anchorCtr="0" anchor="ctr" bIns="18000" lIns="18000" spcFirstLastPara="1" rIns="18000" wrap="square" tIns="18000">
            <a:noAutofit/>
          </a:bodyPr>
          <a:lstStyle>
            <a:lvl1pPr lvl="0" algn="ctr">
              <a:spcBef>
                <a:spcPts val="0"/>
              </a:spcBef>
              <a:spcAft>
                <a:spcPts val="0"/>
              </a:spcAft>
              <a:buSzPts val="900"/>
              <a:buNone/>
              <a:defRPr sz="900"/>
            </a:lvl1pPr>
            <a:lvl2pPr lvl="1" algn="ctr">
              <a:spcBef>
                <a:spcPts val="200"/>
              </a:spcBef>
              <a:spcAft>
                <a:spcPts val="0"/>
              </a:spcAft>
              <a:buSzPts val="1400"/>
              <a:buNone/>
              <a:defRPr/>
            </a:lvl2pPr>
            <a:lvl3pPr lvl="2" algn="ctr">
              <a:spcBef>
                <a:spcPts val="0"/>
              </a:spcBef>
              <a:spcAft>
                <a:spcPts val="0"/>
              </a:spcAft>
              <a:buSzPts val="1400"/>
              <a:buNone/>
              <a:defRPr/>
            </a:lvl3pPr>
            <a:lvl4pPr lvl="3" algn="ctr">
              <a:spcBef>
                <a:spcPts val="0"/>
              </a:spcBef>
              <a:spcAft>
                <a:spcPts val="0"/>
              </a:spcAft>
              <a:buSzPts val="1400"/>
              <a:buNone/>
              <a:defRPr/>
            </a:lvl4pPr>
            <a:lvl5pPr lvl="4" algn="ctr">
              <a:spcBef>
                <a:spcPts val="0"/>
              </a:spcBef>
              <a:spcAft>
                <a:spcPts val="0"/>
              </a:spcAft>
              <a:buSzPts val="1400"/>
              <a:buNone/>
              <a:defRPr/>
            </a:lvl5pPr>
            <a:lvl6pPr lvl="5" algn="ctr">
              <a:spcBef>
                <a:spcPts val="0"/>
              </a:spcBef>
              <a:spcAft>
                <a:spcPts val="0"/>
              </a:spcAft>
              <a:buSzPts val="1400"/>
              <a:buNone/>
              <a:defRPr/>
            </a:lvl6pPr>
            <a:lvl7pPr lvl="6" algn="ctr">
              <a:spcBef>
                <a:spcPts val="0"/>
              </a:spcBef>
              <a:spcAft>
                <a:spcPts val="0"/>
              </a:spcAft>
              <a:buSzPts val="1400"/>
              <a:buNone/>
              <a:defRPr/>
            </a:lvl7pPr>
            <a:lvl8pPr lvl="7" algn="ctr">
              <a:spcBef>
                <a:spcPts val="0"/>
              </a:spcBef>
              <a:spcAft>
                <a:spcPts val="0"/>
              </a:spcAft>
              <a:buSzPts val="1400"/>
              <a:buNone/>
              <a:defRPr/>
            </a:lvl8pPr>
            <a:lvl9pPr lvl="8" algn="ctr">
              <a:spcBef>
                <a:spcPts val="0"/>
              </a:spcBef>
              <a:spcAft>
                <a:spcPts val="0"/>
              </a:spcAft>
              <a:buSzPts val="1400"/>
              <a:buNone/>
              <a:defRPr/>
            </a:lvl9pPr>
          </a:lstStyle>
          <a:p/>
        </p:txBody>
      </p:sp>
      <p:sp>
        <p:nvSpPr>
          <p:cNvPr id="5706" name="Google Shape;5706;p93"/>
          <p:cNvSpPr txBox="1"/>
          <p:nvPr>
            <p:ph idx="5" type="subTitle"/>
          </p:nvPr>
        </p:nvSpPr>
        <p:spPr>
          <a:xfrm>
            <a:off x="2026369" y="3573325"/>
            <a:ext cx="1251900" cy="1091700"/>
          </a:xfrm>
          <a:prstGeom prst="rect">
            <a:avLst/>
          </a:prstGeom>
          <a:noFill/>
          <a:ln>
            <a:noFill/>
          </a:ln>
        </p:spPr>
        <p:txBody>
          <a:bodyPr anchorCtr="0" anchor="ctr" bIns="18000" lIns="18000" spcFirstLastPara="1" rIns="18000" wrap="square" tIns="18000">
            <a:noAutofit/>
          </a:bodyPr>
          <a:lstStyle>
            <a:lvl1pPr lvl="0" algn="ctr">
              <a:spcBef>
                <a:spcPts val="0"/>
              </a:spcBef>
              <a:spcAft>
                <a:spcPts val="0"/>
              </a:spcAft>
              <a:buSzPts val="900"/>
              <a:buNone/>
              <a:defRPr sz="900"/>
            </a:lvl1pPr>
            <a:lvl2pPr lvl="1" algn="ctr">
              <a:spcBef>
                <a:spcPts val="200"/>
              </a:spcBef>
              <a:spcAft>
                <a:spcPts val="0"/>
              </a:spcAft>
              <a:buSzPts val="1400"/>
              <a:buNone/>
              <a:defRPr/>
            </a:lvl2pPr>
            <a:lvl3pPr lvl="2" algn="ctr">
              <a:spcBef>
                <a:spcPts val="0"/>
              </a:spcBef>
              <a:spcAft>
                <a:spcPts val="0"/>
              </a:spcAft>
              <a:buSzPts val="1400"/>
              <a:buNone/>
              <a:defRPr/>
            </a:lvl3pPr>
            <a:lvl4pPr lvl="3" algn="ctr">
              <a:spcBef>
                <a:spcPts val="0"/>
              </a:spcBef>
              <a:spcAft>
                <a:spcPts val="0"/>
              </a:spcAft>
              <a:buSzPts val="1400"/>
              <a:buNone/>
              <a:defRPr/>
            </a:lvl4pPr>
            <a:lvl5pPr lvl="4" algn="ctr">
              <a:spcBef>
                <a:spcPts val="0"/>
              </a:spcBef>
              <a:spcAft>
                <a:spcPts val="0"/>
              </a:spcAft>
              <a:buSzPts val="1400"/>
              <a:buNone/>
              <a:defRPr/>
            </a:lvl5pPr>
            <a:lvl6pPr lvl="5" algn="ctr">
              <a:spcBef>
                <a:spcPts val="0"/>
              </a:spcBef>
              <a:spcAft>
                <a:spcPts val="0"/>
              </a:spcAft>
              <a:buSzPts val="1400"/>
              <a:buNone/>
              <a:defRPr/>
            </a:lvl6pPr>
            <a:lvl7pPr lvl="6" algn="ctr">
              <a:spcBef>
                <a:spcPts val="0"/>
              </a:spcBef>
              <a:spcAft>
                <a:spcPts val="0"/>
              </a:spcAft>
              <a:buSzPts val="1400"/>
              <a:buNone/>
              <a:defRPr/>
            </a:lvl7pPr>
            <a:lvl8pPr lvl="7" algn="ctr">
              <a:spcBef>
                <a:spcPts val="0"/>
              </a:spcBef>
              <a:spcAft>
                <a:spcPts val="0"/>
              </a:spcAft>
              <a:buSzPts val="1400"/>
              <a:buNone/>
              <a:defRPr/>
            </a:lvl8pPr>
            <a:lvl9pPr lvl="8" algn="ctr">
              <a:spcBef>
                <a:spcPts val="0"/>
              </a:spcBef>
              <a:spcAft>
                <a:spcPts val="0"/>
              </a:spcAft>
              <a:buSzPts val="1400"/>
              <a:buNone/>
              <a:defRPr/>
            </a:lvl9pPr>
          </a:lstStyle>
          <a:p/>
        </p:txBody>
      </p:sp>
      <p:sp>
        <p:nvSpPr>
          <p:cNvPr id="5707" name="Google Shape;5707;p93"/>
          <p:cNvSpPr txBox="1"/>
          <p:nvPr>
            <p:ph idx="6" type="subTitle"/>
          </p:nvPr>
        </p:nvSpPr>
        <p:spPr>
          <a:xfrm>
            <a:off x="3570138" y="3573325"/>
            <a:ext cx="1251900" cy="1091700"/>
          </a:xfrm>
          <a:prstGeom prst="rect">
            <a:avLst/>
          </a:prstGeom>
          <a:noFill/>
          <a:ln>
            <a:noFill/>
          </a:ln>
        </p:spPr>
        <p:txBody>
          <a:bodyPr anchorCtr="0" anchor="ctr" bIns="18000" lIns="18000" spcFirstLastPara="1" rIns="18000" wrap="square" tIns="18000">
            <a:noAutofit/>
          </a:bodyPr>
          <a:lstStyle>
            <a:lvl1pPr lvl="0" algn="ctr">
              <a:spcBef>
                <a:spcPts val="0"/>
              </a:spcBef>
              <a:spcAft>
                <a:spcPts val="0"/>
              </a:spcAft>
              <a:buSzPts val="900"/>
              <a:buNone/>
              <a:defRPr sz="900"/>
            </a:lvl1pPr>
            <a:lvl2pPr lvl="1" algn="ctr">
              <a:spcBef>
                <a:spcPts val="200"/>
              </a:spcBef>
              <a:spcAft>
                <a:spcPts val="0"/>
              </a:spcAft>
              <a:buSzPts val="1400"/>
              <a:buNone/>
              <a:defRPr/>
            </a:lvl2pPr>
            <a:lvl3pPr lvl="2" algn="ctr">
              <a:spcBef>
                <a:spcPts val="0"/>
              </a:spcBef>
              <a:spcAft>
                <a:spcPts val="0"/>
              </a:spcAft>
              <a:buSzPts val="1400"/>
              <a:buNone/>
              <a:defRPr/>
            </a:lvl3pPr>
            <a:lvl4pPr lvl="3" algn="ctr">
              <a:spcBef>
                <a:spcPts val="0"/>
              </a:spcBef>
              <a:spcAft>
                <a:spcPts val="0"/>
              </a:spcAft>
              <a:buSzPts val="1400"/>
              <a:buNone/>
              <a:defRPr/>
            </a:lvl4pPr>
            <a:lvl5pPr lvl="4" algn="ctr">
              <a:spcBef>
                <a:spcPts val="0"/>
              </a:spcBef>
              <a:spcAft>
                <a:spcPts val="0"/>
              </a:spcAft>
              <a:buSzPts val="1400"/>
              <a:buNone/>
              <a:defRPr/>
            </a:lvl5pPr>
            <a:lvl6pPr lvl="5" algn="ctr">
              <a:spcBef>
                <a:spcPts val="0"/>
              </a:spcBef>
              <a:spcAft>
                <a:spcPts val="0"/>
              </a:spcAft>
              <a:buSzPts val="1400"/>
              <a:buNone/>
              <a:defRPr/>
            </a:lvl6pPr>
            <a:lvl7pPr lvl="6" algn="ctr">
              <a:spcBef>
                <a:spcPts val="0"/>
              </a:spcBef>
              <a:spcAft>
                <a:spcPts val="0"/>
              </a:spcAft>
              <a:buSzPts val="1400"/>
              <a:buNone/>
              <a:defRPr/>
            </a:lvl7pPr>
            <a:lvl8pPr lvl="7" algn="ctr">
              <a:spcBef>
                <a:spcPts val="0"/>
              </a:spcBef>
              <a:spcAft>
                <a:spcPts val="0"/>
              </a:spcAft>
              <a:buSzPts val="1400"/>
              <a:buNone/>
              <a:defRPr/>
            </a:lvl8pPr>
            <a:lvl9pPr lvl="8" algn="ctr">
              <a:spcBef>
                <a:spcPts val="0"/>
              </a:spcBef>
              <a:spcAft>
                <a:spcPts val="0"/>
              </a:spcAft>
              <a:buSzPts val="1400"/>
              <a:buNone/>
              <a:defRPr/>
            </a:lvl9pPr>
          </a:lstStyle>
          <a:p/>
        </p:txBody>
      </p:sp>
      <p:sp>
        <p:nvSpPr>
          <p:cNvPr id="5708" name="Google Shape;5708;p93"/>
          <p:cNvSpPr txBox="1"/>
          <p:nvPr>
            <p:ph idx="7" type="subTitle"/>
          </p:nvPr>
        </p:nvSpPr>
        <p:spPr>
          <a:xfrm>
            <a:off x="482600" y="5382356"/>
            <a:ext cx="1251900" cy="1091700"/>
          </a:xfrm>
          <a:prstGeom prst="rect">
            <a:avLst/>
          </a:prstGeom>
          <a:noFill/>
          <a:ln>
            <a:noFill/>
          </a:ln>
        </p:spPr>
        <p:txBody>
          <a:bodyPr anchorCtr="0" anchor="ctr" bIns="18000" lIns="18000" spcFirstLastPara="1" rIns="18000" wrap="square" tIns="18000">
            <a:noAutofit/>
          </a:bodyPr>
          <a:lstStyle>
            <a:lvl1pPr lvl="0" algn="ctr">
              <a:spcBef>
                <a:spcPts val="0"/>
              </a:spcBef>
              <a:spcAft>
                <a:spcPts val="0"/>
              </a:spcAft>
              <a:buSzPts val="900"/>
              <a:buNone/>
              <a:defRPr sz="900"/>
            </a:lvl1pPr>
            <a:lvl2pPr lvl="1" algn="ctr">
              <a:spcBef>
                <a:spcPts val="200"/>
              </a:spcBef>
              <a:spcAft>
                <a:spcPts val="0"/>
              </a:spcAft>
              <a:buSzPts val="1400"/>
              <a:buNone/>
              <a:defRPr/>
            </a:lvl2pPr>
            <a:lvl3pPr lvl="2" algn="ctr">
              <a:spcBef>
                <a:spcPts val="0"/>
              </a:spcBef>
              <a:spcAft>
                <a:spcPts val="0"/>
              </a:spcAft>
              <a:buSzPts val="1400"/>
              <a:buNone/>
              <a:defRPr/>
            </a:lvl3pPr>
            <a:lvl4pPr lvl="3" algn="ctr">
              <a:spcBef>
                <a:spcPts val="0"/>
              </a:spcBef>
              <a:spcAft>
                <a:spcPts val="0"/>
              </a:spcAft>
              <a:buSzPts val="1400"/>
              <a:buNone/>
              <a:defRPr/>
            </a:lvl4pPr>
            <a:lvl5pPr lvl="4" algn="ctr">
              <a:spcBef>
                <a:spcPts val="0"/>
              </a:spcBef>
              <a:spcAft>
                <a:spcPts val="0"/>
              </a:spcAft>
              <a:buSzPts val="1400"/>
              <a:buNone/>
              <a:defRPr/>
            </a:lvl5pPr>
            <a:lvl6pPr lvl="5" algn="ctr">
              <a:spcBef>
                <a:spcPts val="0"/>
              </a:spcBef>
              <a:spcAft>
                <a:spcPts val="0"/>
              </a:spcAft>
              <a:buSzPts val="1400"/>
              <a:buNone/>
              <a:defRPr/>
            </a:lvl6pPr>
            <a:lvl7pPr lvl="6" algn="ctr">
              <a:spcBef>
                <a:spcPts val="0"/>
              </a:spcBef>
              <a:spcAft>
                <a:spcPts val="0"/>
              </a:spcAft>
              <a:buSzPts val="1400"/>
              <a:buNone/>
              <a:defRPr/>
            </a:lvl7pPr>
            <a:lvl8pPr lvl="7" algn="ctr">
              <a:spcBef>
                <a:spcPts val="0"/>
              </a:spcBef>
              <a:spcAft>
                <a:spcPts val="0"/>
              </a:spcAft>
              <a:buSzPts val="1400"/>
              <a:buNone/>
              <a:defRPr/>
            </a:lvl8pPr>
            <a:lvl9pPr lvl="8" algn="ctr">
              <a:spcBef>
                <a:spcPts val="0"/>
              </a:spcBef>
              <a:spcAft>
                <a:spcPts val="0"/>
              </a:spcAft>
              <a:buSzPts val="1400"/>
              <a:buNone/>
              <a:defRPr/>
            </a:lvl9pPr>
          </a:lstStyle>
          <a:p/>
        </p:txBody>
      </p:sp>
      <p:sp>
        <p:nvSpPr>
          <p:cNvPr id="5709" name="Google Shape;5709;p93"/>
          <p:cNvSpPr txBox="1"/>
          <p:nvPr>
            <p:ph idx="8" type="subTitle"/>
          </p:nvPr>
        </p:nvSpPr>
        <p:spPr>
          <a:xfrm>
            <a:off x="2026369" y="5382356"/>
            <a:ext cx="1251900" cy="1091700"/>
          </a:xfrm>
          <a:prstGeom prst="rect">
            <a:avLst/>
          </a:prstGeom>
          <a:noFill/>
          <a:ln>
            <a:noFill/>
          </a:ln>
        </p:spPr>
        <p:txBody>
          <a:bodyPr anchorCtr="0" anchor="ctr" bIns="18000" lIns="18000" spcFirstLastPara="1" rIns="18000" wrap="square" tIns="18000">
            <a:noAutofit/>
          </a:bodyPr>
          <a:lstStyle>
            <a:lvl1pPr lvl="0" algn="ctr">
              <a:spcBef>
                <a:spcPts val="0"/>
              </a:spcBef>
              <a:spcAft>
                <a:spcPts val="0"/>
              </a:spcAft>
              <a:buSzPts val="900"/>
              <a:buNone/>
              <a:defRPr sz="900"/>
            </a:lvl1pPr>
            <a:lvl2pPr lvl="1" algn="ctr">
              <a:spcBef>
                <a:spcPts val="200"/>
              </a:spcBef>
              <a:spcAft>
                <a:spcPts val="0"/>
              </a:spcAft>
              <a:buSzPts val="1400"/>
              <a:buNone/>
              <a:defRPr/>
            </a:lvl2pPr>
            <a:lvl3pPr lvl="2" algn="ctr">
              <a:spcBef>
                <a:spcPts val="0"/>
              </a:spcBef>
              <a:spcAft>
                <a:spcPts val="0"/>
              </a:spcAft>
              <a:buSzPts val="1400"/>
              <a:buNone/>
              <a:defRPr/>
            </a:lvl3pPr>
            <a:lvl4pPr lvl="3" algn="ctr">
              <a:spcBef>
                <a:spcPts val="0"/>
              </a:spcBef>
              <a:spcAft>
                <a:spcPts val="0"/>
              </a:spcAft>
              <a:buSzPts val="1400"/>
              <a:buNone/>
              <a:defRPr/>
            </a:lvl4pPr>
            <a:lvl5pPr lvl="4" algn="ctr">
              <a:spcBef>
                <a:spcPts val="0"/>
              </a:spcBef>
              <a:spcAft>
                <a:spcPts val="0"/>
              </a:spcAft>
              <a:buSzPts val="1400"/>
              <a:buNone/>
              <a:defRPr/>
            </a:lvl5pPr>
            <a:lvl6pPr lvl="5" algn="ctr">
              <a:spcBef>
                <a:spcPts val="0"/>
              </a:spcBef>
              <a:spcAft>
                <a:spcPts val="0"/>
              </a:spcAft>
              <a:buSzPts val="1400"/>
              <a:buNone/>
              <a:defRPr/>
            </a:lvl6pPr>
            <a:lvl7pPr lvl="6" algn="ctr">
              <a:spcBef>
                <a:spcPts val="0"/>
              </a:spcBef>
              <a:spcAft>
                <a:spcPts val="0"/>
              </a:spcAft>
              <a:buSzPts val="1400"/>
              <a:buNone/>
              <a:defRPr/>
            </a:lvl7pPr>
            <a:lvl8pPr lvl="7" algn="ctr">
              <a:spcBef>
                <a:spcPts val="0"/>
              </a:spcBef>
              <a:spcAft>
                <a:spcPts val="0"/>
              </a:spcAft>
              <a:buSzPts val="1400"/>
              <a:buNone/>
              <a:defRPr/>
            </a:lvl8pPr>
            <a:lvl9pPr lvl="8" algn="ctr">
              <a:spcBef>
                <a:spcPts val="0"/>
              </a:spcBef>
              <a:spcAft>
                <a:spcPts val="0"/>
              </a:spcAft>
              <a:buSzPts val="1400"/>
              <a:buNone/>
              <a:defRPr/>
            </a:lvl9pPr>
          </a:lstStyle>
          <a:p/>
        </p:txBody>
      </p:sp>
      <p:sp>
        <p:nvSpPr>
          <p:cNvPr id="5710" name="Google Shape;5710;p93"/>
          <p:cNvSpPr txBox="1"/>
          <p:nvPr>
            <p:ph idx="9" type="subTitle"/>
          </p:nvPr>
        </p:nvSpPr>
        <p:spPr>
          <a:xfrm>
            <a:off x="3570138" y="5382356"/>
            <a:ext cx="1251900" cy="1091700"/>
          </a:xfrm>
          <a:prstGeom prst="rect">
            <a:avLst/>
          </a:prstGeom>
          <a:noFill/>
          <a:ln>
            <a:noFill/>
          </a:ln>
        </p:spPr>
        <p:txBody>
          <a:bodyPr anchorCtr="0" anchor="ctr" bIns="18000" lIns="18000" spcFirstLastPara="1" rIns="18000" wrap="square" tIns="18000">
            <a:noAutofit/>
          </a:bodyPr>
          <a:lstStyle>
            <a:lvl1pPr lvl="0" algn="ctr">
              <a:spcBef>
                <a:spcPts val="0"/>
              </a:spcBef>
              <a:spcAft>
                <a:spcPts val="0"/>
              </a:spcAft>
              <a:buSzPts val="900"/>
              <a:buNone/>
              <a:defRPr sz="900"/>
            </a:lvl1pPr>
            <a:lvl2pPr lvl="1" algn="ctr">
              <a:spcBef>
                <a:spcPts val="200"/>
              </a:spcBef>
              <a:spcAft>
                <a:spcPts val="0"/>
              </a:spcAft>
              <a:buSzPts val="1400"/>
              <a:buNone/>
              <a:defRPr/>
            </a:lvl2pPr>
            <a:lvl3pPr lvl="2" algn="ctr">
              <a:spcBef>
                <a:spcPts val="0"/>
              </a:spcBef>
              <a:spcAft>
                <a:spcPts val="0"/>
              </a:spcAft>
              <a:buSzPts val="1400"/>
              <a:buNone/>
              <a:defRPr/>
            </a:lvl3pPr>
            <a:lvl4pPr lvl="3" algn="ctr">
              <a:spcBef>
                <a:spcPts val="0"/>
              </a:spcBef>
              <a:spcAft>
                <a:spcPts val="0"/>
              </a:spcAft>
              <a:buSzPts val="1400"/>
              <a:buNone/>
              <a:defRPr/>
            </a:lvl4pPr>
            <a:lvl5pPr lvl="4" algn="ctr">
              <a:spcBef>
                <a:spcPts val="0"/>
              </a:spcBef>
              <a:spcAft>
                <a:spcPts val="0"/>
              </a:spcAft>
              <a:buSzPts val="1400"/>
              <a:buNone/>
              <a:defRPr/>
            </a:lvl5pPr>
            <a:lvl6pPr lvl="5" algn="ctr">
              <a:spcBef>
                <a:spcPts val="0"/>
              </a:spcBef>
              <a:spcAft>
                <a:spcPts val="0"/>
              </a:spcAft>
              <a:buSzPts val="1400"/>
              <a:buNone/>
              <a:defRPr/>
            </a:lvl6pPr>
            <a:lvl7pPr lvl="6" algn="ctr">
              <a:spcBef>
                <a:spcPts val="0"/>
              </a:spcBef>
              <a:spcAft>
                <a:spcPts val="0"/>
              </a:spcAft>
              <a:buSzPts val="1400"/>
              <a:buNone/>
              <a:defRPr/>
            </a:lvl7pPr>
            <a:lvl8pPr lvl="7" algn="ctr">
              <a:spcBef>
                <a:spcPts val="0"/>
              </a:spcBef>
              <a:spcAft>
                <a:spcPts val="0"/>
              </a:spcAft>
              <a:buSzPts val="1400"/>
              <a:buNone/>
              <a:defRPr/>
            </a:lvl8pPr>
            <a:lvl9pPr lvl="8" algn="ctr">
              <a:spcBef>
                <a:spcPts val="0"/>
              </a:spcBef>
              <a:spcAft>
                <a:spcPts val="0"/>
              </a:spcAft>
              <a:buSzPts val="1400"/>
              <a:buNone/>
              <a:defRPr/>
            </a:lvl9pPr>
          </a:lstStyle>
          <a:p/>
        </p:txBody>
      </p:sp>
      <p:sp>
        <p:nvSpPr>
          <p:cNvPr id="5711" name="Google Shape;5711;p93"/>
          <p:cNvSpPr txBox="1"/>
          <p:nvPr>
            <p:ph idx="13" type="subTitle"/>
          </p:nvPr>
        </p:nvSpPr>
        <p:spPr>
          <a:xfrm>
            <a:off x="5337575" y="2135025"/>
            <a:ext cx="4319400" cy="390000"/>
          </a:xfrm>
          <a:prstGeom prst="rect">
            <a:avLst/>
          </a:prstGeom>
          <a:noFill/>
          <a:ln>
            <a:noFill/>
          </a:ln>
        </p:spPr>
        <p:txBody>
          <a:bodyPr anchorCtr="0" anchor="ctr" bIns="18000" lIns="18000" spcFirstLastPara="1" rIns="18000" wrap="square" tIns="18000">
            <a:noAutofit/>
          </a:bodyPr>
          <a:lstStyle>
            <a:lvl1pPr lvl="0" algn="ctr">
              <a:spcBef>
                <a:spcPts val="0"/>
              </a:spcBef>
              <a:spcAft>
                <a:spcPts val="0"/>
              </a:spcAft>
              <a:buSzPts val="900"/>
              <a:buFont typeface="Arvo"/>
              <a:buNone/>
              <a:defRPr sz="900">
                <a:latin typeface="Arvo"/>
                <a:ea typeface="Arvo"/>
                <a:cs typeface="Arvo"/>
                <a:sym typeface="Arvo"/>
              </a:defRPr>
            </a:lvl1pPr>
            <a:lvl2pPr lvl="1" algn="ctr">
              <a:spcBef>
                <a:spcPts val="200"/>
              </a:spcBef>
              <a:spcAft>
                <a:spcPts val="0"/>
              </a:spcAft>
              <a:buSzPts val="1400"/>
              <a:buNone/>
              <a:defRPr/>
            </a:lvl2pPr>
            <a:lvl3pPr lvl="2" algn="ctr">
              <a:spcBef>
                <a:spcPts val="0"/>
              </a:spcBef>
              <a:spcAft>
                <a:spcPts val="0"/>
              </a:spcAft>
              <a:buSzPts val="1400"/>
              <a:buNone/>
              <a:defRPr/>
            </a:lvl3pPr>
            <a:lvl4pPr lvl="3" algn="ctr">
              <a:spcBef>
                <a:spcPts val="0"/>
              </a:spcBef>
              <a:spcAft>
                <a:spcPts val="0"/>
              </a:spcAft>
              <a:buSzPts val="1400"/>
              <a:buNone/>
              <a:defRPr/>
            </a:lvl4pPr>
            <a:lvl5pPr lvl="4" algn="ctr">
              <a:spcBef>
                <a:spcPts val="0"/>
              </a:spcBef>
              <a:spcAft>
                <a:spcPts val="0"/>
              </a:spcAft>
              <a:buSzPts val="1400"/>
              <a:buNone/>
              <a:defRPr/>
            </a:lvl5pPr>
            <a:lvl6pPr lvl="5" algn="ctr">
              <a:spcBef>
                <a:spcPts val="0"/>
              </a:spcBef>
              <a:spcAft>
                <a:spcPts val="0"/>
              </a:spcAft>
              <a:buSzPts val="1400"/>
              <a:buNone/>
              <a:defRPr/>
            </a:lvl6pPr>
            <a:lvl7pPr lvl="6" algn="ctr">
              <a:spcBef>
                <a:spcPts val="0"/>
              </a:spcBef>
              <a:spcAft>
                <a:spcPts val="0"/>
              </a:spcAft>
              <a:buSzPts val="1400"/>
              <a:buNone/>
              <a:defRPr/>
            </a:lvl7pPr>
            <a:lvl8pPr lvl="7" algn="ctr">
              <a:spcBef>
                <a:spcPts val="0"/>
              </a:spcBef>
              <a:spcAft>
                <a:spcPts val="0"/>
              </a:spcAft>
              <a:buSzPts val="1400"/>
              <a:buNone/>
              <a:defRPr/>
            </a:lvl8pPr>
            <a:lvl9pPr lvl="8" algn="ctr">
              <a:spcBef>
                <a:spcPts val="0"/>
              </a:spcBef>
              <a:spcAft>
                <a:spcPts val="0"/>
              </a:spcAft>
              <a:buSzPts val="1400"/>
              <a:buNone/>
              <a:defRPr/>
            </a:lvl9pPr>
          </a:lstStyle>
          <a:p/>
        </p:txBody>
      </p:sp>
      <p:sp>
        <p:nvSpPr>
          <p:cNvPr id="5712" name="Google Shape;5712;p93"/>
          <p:cNvSpPr txBox="1"/>
          <p:nvPr>
            <p:ph idx="14" type="subTitle"/>
          </p:nvPr>
        </p:nvSpPr>
        <p:spPr>
          <a:xfrm>
            <a:off x="5337575" y="3678794"/>
            <a:ext cx="4319400" cy="390000"/>
          </a:xfrm>
          <a:prstGeom prst="rect">
            <a:avLst/>
          </a:prstGeom>
          <a:noFill/>
          <a:ln>
            <a:noFill/>
          </a:ln>
        </p:spPr>
        <p:txBody>
          <a:bodyPr anchorCtr="0" anchor="ctr" bIns="18000" lIns="18000" spcFirstLastPara="1" rIns="18000" wrap="square" tIns="18000">
            <a:noAutofit/>
          </a:bodyPr>
          <a:lstStyle>
            <a:lvl1pPr lvl="0" algn="ctr">
              <a:spcBef>
                <a:spcPts val="0"/>
              </a:spcBef>
              <a:spcAft>
                <a:spcPts val="0"/>
              </a:spcAft>
              <a:buSzPts val="900"/>
              <a:buFont typeface="Arvo"/>
              <a:buNone/>
              <a:defRPr sz="900">
                <a:latin typeface="Arvo"/>
                <a:ea typeface="Arvo"/>
                <a:cs typeface="Arvo"/>
                <a:sym typeface="Arvo"/>
              </a:defRPr>
            </a:lvl1pPr>
            <a:lvl2pPr lvl="1" algn="ctr">
              <a:spcBef>
                <a:spcPts val="200"/>
              </a:spcBef>
              <a:spcAft>
                <a:spcPts val="0"/>
              </a:spcAft>
              <a:buSzPts val="1400"/>
              <a:buFont typeface="Arvo"/>
              <a:buNone/>
              <a:defRPr>
                <a:latin typeface="Arvo"/>
                <a:ea typeface="Arvo"/>
                <a:cs typeface="Arvo"/>
                <a:sym typeface="Arvo"/>
              </a:defRPr>
            </a:lvl2pPr>
            <a:lvl3pPr lvl="2" algn="ctr">
              <a:spcBef>
                <a:spcPts val="0"/>
              </a:spcBef>
              <a:spcAft>
                <a:spcPts val="0"/>
              </a:spcAft>
              <a:buSzPts val="1400"/>
              <a:buFont typeface="Arvo"/>
              <a:buNone/>
              <a:defRPr>
                <a:latin typeface="Arvo"/>
                <a:ea typeface="Arvo"/>
                <a:cs typeface="Arvo"/>
                <a:sym typeface="Arvo"/>
              </a:defRPr>
            </a:lvl3pPr>
            <a:lvl4pPr lvl="3" algn="ctr">
              <a:spcBef>
                <a:spcPts val="0"/>
              </a:spcBef>
              <a:spcAft>
                <a:spcPts val="0"/>
              </a:spcAft>
              <a:buSzPts val="1400"/>
              <a:buFont typeface="Arvo"/>
              <a:buNone/>
              <a:defRPr>
                <a:latin typeface="Arvo"/>
                <a:ea typeface="Arvo"/>
                <a:cs typeface="Arvo"/>
                <a:sym typeface="Arvo"/>
              </a:defRPr>
            </a:lvl4pPr>
            <a:lvl5pPr lvl="4" algn="ctr">
              <a:spcBef>
                <a:spcPts val="0"/>
              </a:spcBef>
              <a:spcAft>
                <a:spcPts val="0"/>
              </a:spcAft>
              <a:buSzPts val="1400"/>
              <a:buFont typeface="Arvo"/>
              <a:buNone/>
              <a:defRPr>
                <a:latin typeface="Arvo"/>
                <a:ea typeface="Arvo"/>
                <a:cs typeface="Arvo"/>
                <a:sym typeface="Arvo"/>
              </a:defRPr>
            </a:lvl5pPr>
            <a:lvl6pPr lvl="5" algn="ctr">
              <a:spcBef>
                <a:spcPts val="0"/>
              </a:spcBef>
              <a:spcAft>
                <a:spcPts val="0"/>
              </a:spcAft>
              <a:buSzPts val="1400"/>
              <a:buFont typeface="Arvo"/>
              <a:buNone/>
              <a:defRPr>
                <a:latin typeface="Arvo"/>
                <a:ea typeface="Arvo"/>
                <a:cs typeface="Arvo"/>
                <a:sym typeface="Arvo"/>
              </a:defRPr>
            </a:lvl6pPr>
            <a:lvl7pPr lvl="6" algn="ctr">
              <a:spcBef>
                <a:spcPts val="0"/>
              </a:spcBef>
              <a:spcAft>
                <a:spcPts val="0"/>
              </a:spcAft>
              <a:buSzPts val="1400"/>
              <a:buFont typeface="Arvo"/>
              <a:buNone/>
              <a:defRPr>
                <a:latin typeface="Arvo"/>
                <a:ea typeface="Arvo"/>
                <a:cs typeface="Arvo"/>
                <a:sym typeface="Arvo"/>
              </a:defRPr>
            </a:lvl7pPr>
            <a:lvl8pPr lvl="7" algn="ctr">
              <a:spcBef>
                <a:spcPts val="0"/>
              </a:spcBef>
              <a:spcAft>
                <a:spcPts val="0"/>
              </a:spcAft>
              <a:buSzPts val="1400"/>
              <a:buFont typeface="Arvo"/>
              <a:buNone/>
              <a:defRPr>
                <a:latin typeface="Arvo"/>
                <a:ea typeface="Arvo"/>
                <a:cs typeface="Arvo"/>
                <a:sym typeface="Arvo"/>
              </a:defRPr>
            </a:lvl8pPr>
            <a:lvl9pPr lvl="8" algn="ctr">
              <a:spcBef>
                <a:spcPts val="0"/>
              </a:spcBef>
              <a:spcAft>
                <a:spcPts val="0"/>
              </a:spcAft>
              <a:buSzPts val="1400"/>
              <a:buFont typeface="Arvo"/>
              <a:buNone/>
              <a:defRPr>
                <a:latin typeface="Arvo"/>
                <a:ea typeface="Arvo"/>
                <a:cs typeface="Arvo"/>
                <a:sym typeface="Arvo"/>
              </a:defRPr>
            </a:lvl9pPr>
          </a:lstStyle>
          <a:p/>
        </p:txBody>
      </p:sp>
      <p:sp>
        <p:nvSpPr>
          <p:cNvPr id="5713" name="Google Shape;5713;p93"/>
          <p:cNvSpPr txBox="1"/>
          <p:nvPr>
            <p:ph idx="15" type="subTitle"/>
          </p:nvPr>
        </p:nvSpPr>
        <p:spPr>
          <a:xfrm>
            <a:off x="5337575" y="5242331"/>
            <a:ext cx="4319400" cy="390000"/>
          </a:xfrm>
          <a:prstGeom prst="rect">
            <a:avLst/>
          </a:prstGeom>
          <a:noFill/>
          <a:ln>
            <a:noFill/>
          </a:ln>
        </p:spPr>
        <p:txBody>
          <a:bodyPr anchorCtr="0" anchor="ctr" bIns="18000" lIns="18000" spcFirstLastPara="1" rIns="18000" wrap="square" tIns="18000">
            <a:noAutofit/>
          </a:bodyPr>
          <a:lstStyle>
            <a:lvl1pPr lvl="0" algn="ctr">
              <a:spcBef>
                <a:spcPts val="0"/>
              </a:spcBef>
              <a:spcAft>
                <a:spcPts val="0"/>
              </a:spcAft>
              <a:buSzPts val="900"/>
              <a:buFont typeface="Arvo"/>
              <a:buNone/>
              <a:defRPr sz="900">
                <a:latin typeface="Arvo"/>
                <a:ea typeface="Arvo"/>
                <a:cs typeface="Arvo"/>
                <a:sym typeface="Arvo"/>
              </a:defRPr>
            </a:lvl1pPr>
            <a:lvl2pPr lvl="1" algn="ctr">
              <a:spcBef>
                <a:spcPts val="200"/>
              </a:spcBef>
              <a:spcAft>
                <a:spcPts val="0"/>
              </a:spcAft>
              <a:buSzPts val="1400"/>
              <a:buNone/>
              <a:defRPr/>
            </a:lvl2pPr>
            <a:lvl3pPr lvl="2" algn="ctr">
              <a:spcBef>
                <a:spcPts val="0"/>
              </a:spcBef>
              <a:spcAft>
                <a:spcPts val="0"/>
              </a:spcAft>
              <a:buSzPts val="1400"/>
              <a:buNone/>
              <a:defRPr/>
            </a:lvl3pPr>
            <a:lvl4pPr lvl="3" algn="ctr">
              <a:spcBef>
                <a:spcPts val="0"/>
              </a:spcBef>
              <a:spcAft>
                <a:spcPts val="0"/>
              </a:spcAft>
              <a:buSzPts val="1400"/>
              <a:buNone/>
              <a:defRPr/>
            </a:lvl4pPr>
            <a:lvl5pPr lvl="4" algn="ctr">
              <a:spcBef>
                <a:spcPts val="0"/>
              </a:spcBef>
              <a:spcAft>
                <a:spcPts val="0"/>
              </a:spcAft>
              <a:buSzPts val="1400"/>
              <a:buNone/>
              <a:defRPr/>
            </a:lvl5pPr>
            <a:lvl6pPr lvl="5" algn="ctr">
              <a:spcBef>
                <a:spcPts val="0"/>
              </a:spcBef>
              <a:spcAft>
                <a:spcPts val="0"/>
              </a:spcAft>
              <a:buSzPts val="1400"/>
              <a:buNone/>
              <a:defRPr/>
            </a:lvl6pPr>
            <a:lvl7pPr lvl="6" algn="ctr">
              <a:spcBef>
                <a:spcPts val="0"/>
              </a:spcBef>
              <a:spcAft>
                <a:spcPts val="0"/>
              </a:spcAft>
              <a:buSzPts val="1400"/>
              <a:buNone/>
              <a:defRPr/>
            </a:lvl7pPr>
            <a:lvl8pPr lvl="7" algn="ctr">
              <a:spcBef>
                <a:spcPts val="0"/>
              </a:spcBef>
              <a:spcAft>
                <a:spcPts val="0"/>
              </a:spcAft>
              <a:buSzPts val="1400"/>
              <a:buNone/>
              <a:defRPr/>
            </a:lvl8pPr>
            <a:lvl9pPr lvl="8" algn="ctr">
              <a:spcBef>
                <a:spcPts val="0"/>
              </a:spcBef>
              <a:spcAft>
                <a:spcPts val="0"/>
              </a:spcAft>
              <a:buSzPts val="1400"/>
              <a:buNone/>
              <a:defRPr/>
            </a:lvl9pPr>
          </a:lstStyle>
          <a:p/>
        </p:txBody>
      </p:sp>
      <p:sp>
        <p:nvSpPr>
          <p:cNvPr id="5714" name="Google Shape;5714;p93"/>
          <p:cNvSpPr txBox="1"/>
          <p:nvPr>
            <p:ph idx="16" type="subTitle"/>
          </p:nvPr>
        </p:nvSpPr>
        <p:spPr>
          <a:xfrm>
            <a:off x="-3411750" y="1350875"/>
            <a:ext cx="821100" cy="736200"/>
          </a:xfrm>
          <a:prstGeom prst="rect">
            <a:avLst/>
          </a:prstGeom>
          <a:noFill/>
          <a:ln>
            <a:noFill/>
          </a:ln>
        </p:spPr>
        <p:txBody>
          <a:bodyPr anchorCtr="0" anchor="ctr" bIns="36000" lIns="36000" spcFirstLastPara="1" rIns="36000" wrap="square" tIns="36000">
            <a:noAutofit/>
          </a:bodyPr>
          <a:lstStyle>
            <a:lvl1pPr lvl="0" algn="ctr">
              <a:spcBef>
                <a:spcPts val="0"/>
              </a:spcBef>
              <a:spcAft>
                <a:spcPts val="0"/>
              </a:spcAft>
              <a:buSzPts val="800"/>
              <a:buFont typeface="Arvo"/>
              <a:buNone/>
              <a:defRPr sz="800">
                <a:latin typeface="Arvo"/>
                <a:ea typeface="Arvo"/>
                <a:cs typeface="Arvo"/>
                <a:sym typeface="Arvo"/>
              </a:defRPr>
            </a:lvl1pPr>
            <a:lvl2pPr lvl="1" algn="ctr">
              <a:spcBef>
                <a:spcPts val="200"/>
              </a:spcBef>
              <a:spcAft>
                <a:spcPts val="0"/>
              </a:spcAft>
              <a:buSzPts val="800"/>
              <a:buFont typeface="Arvo"/>
              <a:buNone/>
              <a:defRPr sz="800">
                <a:latin typeface="Arvo"/>
                <a:ea typeface="Arvo"/>
                <a:cs typeface="Arvo"/>
                <a:sym typeface="Arvo"/>
              </a:defRPr>
            </a:lvl2pPr>
            <a:lvl3pPr lvl="2" algn="ctr">
              <a:spcBef>
                <a:spcPts val="0"/>
              </a:spcBef>
              <a:spcAft>
                <a:spcPts val="0"/>
              </a:spcAft>
              <a:buSzPts val="800"/>
              <a:buFont typeface="Arvo"/>
              <a:buNone/>
              <a:defRPr sz="800">
                <a:latin typeface="Arvo"/>
                <a:ea typeface="Arvo"/>
                <a:cs typeface="Arvo"/>
                <a:sym typeface="Arvo"/>
              </a:defRPr>
            </a:lvl3pPr>
            <a:lvl4pPr lvl="3" algn="ctr">
              <a:spcBef>
                <a:spcPts val="0"/>
              </a:spcBef>
              <a:spcAft>
                <a:spcPts val="0"/>
              </a:spcAft>
              <a:buSzPts val="800"/>
              <a:buFont typeface="Arvo"/>
              <a:buNone/>
              <a:defRPr sz="800">
                <a:latin typeface="Arvo"/>
                <a:ea typeface="Arvo"/>
                <a:cs typeface="Arvo"/>
                <a:sym typeface="Arvo"/>
              </a:defRPr>
            </a:lvl4pPr>
            <a:lvl5pPr lvl="4" algn="ctr">
              <a:spcBef>
                <a:spcPts val="0"/>
              </a:spcBef>
              <a:spcAft>
                <a:spcPts val="0"/>
              </a:spcAft>
              <a:buSzPts val="800"/>
              <a:buFont typeface="Arvo"/>
              <a:buNone/>
              <a:defRPr sz="800">
                <a:latin typeface="Arvo"/>
                <a:ea typeface="Arvo"/>
                <a:cs typeface="Arvo"/>
                <a:sym typeface="Arvo"/>
              </a:defRPr>
            </a:lvl5pPr>
            <a:lvl6pPr lvl="5" algn="ctr">
              <a:spcBef>
                <a:spcPts val="0"/>
              </a:spcBef>
              <a:spcAft>
                <a:spcPts val="0"/>
              </a:spcAft>
              <a:buSzPts val="800"/>
              <a:buFont typeface="Arvo"/>
              <a:buNone/>
              <a:defRPr sz="800">
                <a:latin typeface="Arvo"/>
                <a:ea typeface="Arvo"/>
                <a:cs typeface="Arvo"/>
                <a:sym typeface="Arvo"/>
              </a:defRPr>
            </a:lvl6pPr>
            <a:lvl7pPr lvl="6" algn="ctr">
              <a:spcBef>
                <a:spcPts val="0"/>
              </a:spcBef>
              <a:spcAft>
                <a:spcPts val="0"/>
              </a:spcAft>
              <a:buSzPts val="800"/>
              <a:buFont typeface="Arvo"/>
              <a:buNone/>
              <a:defRPr sz="800">
                <a:latin typeface="Arvo"/>
                <a:ea typeface="Arvo"/>
                <a:cs typeface="Arvo"/>
                <a:sym typeface="Arvo"/>
              </a:defRPr>
            </a:lvl7pPr>
            <a:lvl8pPr lvl="7" algn="ctr">
              <a:spcBef>
                <a:spcPts val="0"/>
              </a:spcBef>
              <a:spcAft>
                <a:spcPts val="0"/>
              </a:spcAft>
              <a:buSzPts val="800"/>
              <a:buFont typeface="Arvo"/>
              <a:buNone/>
              <a:defRPr sz="800">
                <a:latin typeface="Arvo"/>
                <a:ea typeface="Arvo"/>
                <a:cs typeface="Arvo"/>
                <a:sym typeface="Arvo"/>
              </a:defRPr>
            </a:lvl8pPr>
            <a:lvl9pPr lvl="8" algn="ctr">
              <a:spcBef>
                <a:spcPts val="0"/>
              </a:spcBef>
              <a:spcAft>
                <a:spcPts val="0"/>
              </a:spcAft>
              <a:buSzPts val="800"/>
              <a:buFont typeface="Arvo"/>
              <a:buNone/>
              <a:defRPr sz="800">
                <a:latin typeface="Arvo"/>
                <a:ea typeface="Arvo"/>
                <a:cs typeface="Arvo"/>
                <a:sym typeface="Arvo"/>
              </a:defRPr>
            </a:lvl9pPr>
          </a:lstStyle>
          <a:p/>
        </p:txBody>
      </p:sp>
      <p:sp>
        <p:nvSpPr>
          <p:cNvPr id="5715" name="Google Shape;5715;p93"/>
          <p:cNvSpPr txBox="1"/>
          <p:nvPr>
            <p:ph idx="17" type="subTitle"/>
          </p:nvPr>
        </p:nvSpPr>
        <p:spPr>
          <a:xfrm>
            <a:off x="-2475750" y="1350875"/>
            <a:ext cx="821100" cy="736200"/>
          </a:xfrm>
          <a:prstGeom prst="rect">
            <a:avLst/>
          </a:prstGeom>
          <a:noFill/>
          <a:ln>
            <a:noFill/>
          </a:ln>
        </p:spPr>
        <p:txBody>
          <a:bodyPr anchorCtr="0" anchor="ctr" bIns="36000" lIns="36000" spcFirstLastPara="1" rIns="36000" wrap="square" tIns="36000">
            <a:noAutofit/>
          </a:bodyPr>
          <a:lstStyle>
            <a:lvl1pPr lvl="0" algn="ctr">
              <a:spcBef>
                <a:spcPts val="0"/>
              </a:spcBef>
              <a:spcAft>
                <a:spcPts val="0"/>
              </a:spcAft>
              <a:buSzPts val="800"/>
              <a:buFont typeface="Arvo"/>
              <a:buNone/>
              <a:defRPr sz="800">
                <a:latin typeface="Arvo"/>
                <a:ea typeface="Arvo"/>
                <a:cs typeface="Arvo"/>
                <a:sym typeface="Arvo"/>
              </a:defRPr>
            </a:lvl1pPr>
            <a:lvl2pPr lvl="1" algn="ctr">
              <a:spcBef>
                <a:spcPts val="200"/>
              </a:spcBef>
              <a:spcAft>
                <a:spcPts val="0"/>
              </a:spcAft>
              <a:buSzPts val="800"/>
              <a:buFont typeface="Arvo"/>
              <a:buNone/>
              <a:defRPr sz="800">
                <a:latin typeface="Arvo"/>
                <a:ea typeface="Arvo"/>
                <a:cs typeface="Arvo"/>
                <a:sym typeface="Arvo"/>
              </a:defRPr>
            </a:lvl2pPr>
            <a:lvl3pPr lvl="2" algn="ctr">
              <a:spcBef>
                <a:spcPts val="0"/>
              </a:spcBef>
              <a:spcAft>
                <a:spcPts val="0"/>
              </a:spcAft>
              <a:buSzPts val="800"/>
              <a:buFont typeface="Arvo"/>
              <a:buNone/>
              <a:defRPr sz="800">
                <a:latin typeface="Arvo"/>
                <a:ea typeface="Arvo"/>
                <a:cs typeface="Arvo"/>
                <a:sym typeface="Arvo"/>
              </a:defRPr>
            </a:lvl3pPr>
            <a:lvl4pPr lvl="3" algn="ctr">
              <a:spcBef>
                <a:spcPts val="0"/>
              </a:spcBef>
              <a:spcAft>
                <a:spcPts val="0"/>
              </a:spcAft>
              <a:buSzPts val="800"/>
              <a:buFont typeface="Arvo"/>
              <a:buNone/>
              <a:defRPr sz="800">
                <a:latin typeface="Arvo"/>
                <a:ea typeface="Arvo"/>
                <a:cs typeface="Arvo"/>
                <a:sym typeface="Arvo"/>
              </a:defRPr>
            </a:lvl4pPr>
            <a:lvl5pPr lvl="4" algn="ctr">
              <a:spcBef>
                <a:spcPts val="0"/>
              </a:spcBef>
              <a:spcAft>
                <a:spcPts val="0"/>
              </a:spcAft>
              <a:buSzPts val="800"/>
              <a:buFont typeface="Arvo"/>
              <a:buNone/>
              <a:defRPr sz="800">
                <a:latin typeface="Arvo"/>
                <a:ea typeface="Arvo"/>
                <a:cs typeface="Arvo"/>
                <a:sym typeface="Arvo"/>
              </a:defRPr>
            </a:lvl5pPr>
            <a:lvl6pPr lvl="5" algn="ctr">
              <a:spcBef>
                <a:spcPts val="0"/>
              </a:spcBef>
              <a:spcAft>
                <a:spcPts val="0"/>
              </a:spcAft>
              <a:buSzPts val="800"/>
              <a:buFont typeface="Arvo"/>
              <a:buNone/>
              <a:defRPr sz="800">
                <a:latin typeface="Arvo"/>
                <a:ea typeface="Arvo"/>
                <a:cs typeface="Arvo"/>
                <a:sym typeface="Arvo"/>
              </a:defRPr>
            </a:lvl6pPr>
            <a:lvl7pPr lvl="6" algn="ctr">
              <a:spcBef>
                <a:spcPts val="0"/>
              </a:spcBef>
              <a:spcAft>
                <a:spcPts val="0"/>
              </a:spcAft>
              <a:buSzPts val="800"/>
              <a:buFont typeface="Arvo"/>
              <a:buNone/>
              <a:defRPr sz="800">
                <a:latin typeface="Arvo"/>
                <a:ea typeface="Arvo"/>
                <a:cs typeface="Arvo"/>
                <a:sym typeface="Arvo"/>
              </a:defRPr>
            </a:lvl7pPr>
            <a:lvl8pPr lvl="7" algn="ctr">
              <a:spcBef>
                <a:spcPts val="0"/>
              </a:spcBef>
              <a:spcAft>
                <a:spcPts val="0"/>
              </a:spcAft>
              <a:buSzPts val="800"/>
              <a:buFont typeface="Arvo"/>
              <a:buNone/>
              <a:defRPr sz="800">
                <a:latin typeface="Arvo"/>
                <a:ea typeface="Arvo"/>
                <a:cs typeface="Arvo"/>
                <a:sym typeface="Arvo"/>
              </a:defRPr>
            </a:lvl8pPr>
            <a:lvl9pPr lvl="8" algn="ctr">
              <a:spcBef>
                <a:spcPts val="0"/>
              </a:spcBef>
              <a:spcAft>
                <a:spcPts val="0"/>
              </a:spcAft>
              <a:buSzPts val="800"/>
              <a:buFont typeface="Arvo"/>
              <a:buNone/>
              <a:defRPr sz="800">
                <a:latin typeface="Arvo"/>
                <a:ea typeface="Arvo"/>
                <a:cs typeface="Arvo"/>
                <a:sym typeface="Arvo"/>
              </a:defRPr>
            </a:lvl9pPr>
          </a:lstStyle>
          <a:p/>
        </p:txBody>
      </p:sp>
      <p:sp>
        <p:nvSpPr>
          <p:cNvPr id="5716" name="Google Shape;5716;p93"/>
          <p:cNvSpPr txBox="1"/>
          <p:nvPr>
            <p:ph idx="18" type="subTitle"/>
          </p:nvPr>
        </p:nvSpPr>
        <p:spPr>
          <a:xfrm>
            <a:off x="-1536150" y="1350975"/>
            <a:ext cx="821100" cy="736200"/>
          </a:xfrm>
          <a:prstGeom prst="rect">
            <a:avLst/>
          </a:prstGeom>
          <a:noFill/>
          <a:ln>
            <a:noFill/>
          </a:ln>
        </p:spPr>
        <p:txBody>
          <a:bodyPr anchorCtr="0" anchor="ctr" bIns="36000" lIns="36000" spcFirstLastPara="1" rIns="36000" wrap="square" tIns="36000">
            <a:noAutofit/>
          </a:bodyPr>
          <a:lstStyle>
            <a:lvl1pPr lvl="0" algn="ctr">
              <a:spcBef>
                <a:spcPts val="0"/>
              </a:spcBef>
              <a:spcAft>
                <a:spcPts val="0"/>
              </a:spcAft>
              <a:buSzPts val="800"/>
              <a:buFont typeface="Arvo"/>
              <a:buNone/>
              <a:defRPr sz="800">
                <a:latin typeface="Arvo"/>
                <a:ea typeface="Arvo"/>
                <a:cs typeface="Arvo"/>
                <a:sym typeface="Arvo"/>
              </a:defRPr>
            </a:lvl1pPr>
            <a:lvl2pPr lvl="1" algn="ctr">
              <a:spcBef>
                <a:spcPts val="200"/>
              </a:spcBef>
              <a:spcAft>
                <a:spcPts val="0"/>
              </a:spcAft>
              <a:buSzPts val="800"/>
              <a:buFont typeface="Arvo"/>
              <a:buNone/>
              <a:defRPr sz="800">
                <a:latin typeface="Arvo"/>
                <a:ea typeface="Arvo"/>
                <a:cs typeface="Arvo"/>
                <a:sym typeface="Arvo"/>
              </a:defRPr>
            </a:lvl2pPr>
            <a:lvl3pPr lvl="2" algn="ctr">
              <a:spcBef>
                <a:spcPts val="0"/>
              </a:spcBef>
              <a:spcAft>
                <a:spcPts val="0"/>
              </a:spcAft>
              <a:buSzPts val="800"/>
              <a:buFont typeface="Arvo"/>
              <a:buNone/>
              <a:defRPr sz="800">
                <a:latin typeface="Arvo"/>
                <a:ea typeface="Arvo"/>
                <a:cs typeface="Arvo"/>
                <a:sym typeface="Arvo"/>
              </a:defRPr>
            </a:lvl3pPr>
            <a:lvl4pPr lvl="3" algn="ctr">
              <a:spcBef>
                <a:spcPts val="0"/>
              </a:spcBef>
              <a:spcAft>
                <a:spcPts val="0"/>
              </a:spcAft>
              <a:buSzPts val="800"/>
              <a:buFont typeface="Arvo"/>
              <a:buNone/>
              <a:defRPr sz="800">
                <a:latin typeface="Arvo"/>
                <a:ea typeface="Arvo"/>
                <a:cs typeface="Arvo"/>
                <a:sym typeface="Arvo"/>
              </a:defRPr>
            </a:lvl4pPr>
            <a:lvl5pPr lvl="4" algn="ctr">
              <a:spcBef>
                <a:spcPts val="0"/>
              </a:spcBef>
              <a:spcAft>
                <a:spcPts val="0"/>
              </a:spcAft>
              <a:buSzPts val="800"/>
              <a:buFont typeface="Arvo"/>
              <a:buNone/>
              <a:defRPr sz="800">
                <a:latin typeface="Arvo"/>
                <a:ea typeface="Arvo"/>
                <a:cs typeface="Arvo"/>
                <a:sym typeface="Arvo"/>
              </a:defRPr>
            </a:lvl5pPr>
            <a:lvl6pPr lvl="5" algn="ctr">
              <a:spcBef>
                <a:spcPts val="0"/>
              </a:spcBef>
              <a:spcAft>
                <a:spcPts val="0"/>
              </a:spcAft>
              <a:buSzPts val="800"/>
              <a:buFont typeface="Arvo"/>
              <a:buNone/>
              <a:defRPr sz="800">
                <a:latin typeface="Arvo"/>
                <a:ea typeface="Arvo"/>
                <a:cs typeface="Arvo"/>
                <a:sym typeface="Arvo"/>
              </a:defRPr>
            </a:lvl6pPr>
            <a:lvl7pPr lvl="6" algn="ctr">
              <a:spcBef>
                <a:spcPts val="0"/>
              </a:spcBef>
              <a:spcAft>
                <a:spcPts val="0"/>
              </a:spcAft>
              <a:buSzPts val="800"/>
              <a:buFont typeface="Arvo"/>
              <a:buNone/>
              <a:defRPr sz="800">
                <a:latin typeface="Arvo"/>
                <a:ea typeface="Arvo"/>
                <a:cs typeface="Arvo"/>
                <a:sym typeface="Arvo"/>
              </a:defRPr>
            </a:lvl7pPr>
            <a:lvl8pPr lvl="7" algn="ctr">
              <a:spcBef>
                <a:spcPts val="0"/>
              </a:spcBef>
              <a:spcAft>
                <a:spcPts val="0"/>
              </a:spcAft>
              <a:buSzPts val="800"/>
              <a:buFont typeface="Arvo"/>
              <a:buNone/>
              <a:defRPr sz="800">
                <a:latin typeface="Arvo"/>
                <a:ea typeface="Arvo"/>
                <a:cs typeface="Arvo"/>
                <a:sym typeface="Arvo"/>
              </a:defRPr>
            </a:lvl8pPr>
            <a:lvl9pPr lvl="8" algn="ctr">
              <a:spcBef>
                <a:spcPts val="0"/>
              </a:spcBef>
              <a:spcAft>
                <a:spcPts val="0"/>
              </a:spcAft>
              <a:buSzPts val="800"/>
              <a:buFont typeface="Arvo"/>
              <a:buNone/>
              <a:defRPr sz="800">
                <a:latin typeface="Arvo"/>
                <a:ea typeface="Arvo"/>
                <a:cs typeface="Arvo"/>
                <a:sym typeface="Arvo"/>
              </a:defRPr>
            </a:lvl9pPr>
          </a:lstStyle>
          <a:p/>
        </p:txBody>
      </p:sp>
      <p:sp>
        <p:nvSpPr>
          <p:cNvPr id="5717" name="Google Shape;5717;p93"/>
          <p:cNvSpPr txBox="1"/>
          <p:nvPr>
            <p:ph idx="19" type="subTitle"/>
          </p:nvPr>
        </p:nvSpPr>
        <p:spPr>
          <a:xfrm>
            <a:off x="-3411750" y="2204525"/>
            <a:ext cx="821100" cy="736200"/>
          </a:xfrm>
          <a:prstGeom prst="rect">
            <a:avLst/>
          </a:prstGeom>
          <a:noFill/>
          <a:ln>
            <a:noFill/>
          </a:ln>
        </p:spPr>
        <p:txBody>
          <a:bodyPr anchorCtr="0" anchor="ctr" bIns="36000" lIns="36000" spcFirstLastPara="1" rIns="36000" wrap="square" tIns="36000">
            <a:noAutofit/>
          </a:bodyPr>
          <a:lstStyle>
            <a:lvl1pPr lvl="0" algn="ctr">
              <a:spcBef>
                <a:spcPts val="0"/>
              </a:spcBef>
              <a:spcAft>
                <a:spcPts val="0"/>
              </a:spcAft>
              <a:buSzPts val="800"/>
              <a:buFont typeface="Arvo"/>
              <a:buNone/>
              <a:defRPr sz="800">
                <a:latin typeface="Arvo"/>
                <a:ea typeface="Arvo"/>
                <a:cs typeface="Arvo"/>
                <a:sym typeface="Arvo"/>
              </a:defRPr>
            </a:lvl1pPr>
            <a:lvl2pPr lvl="1" algn="ctr">
              <a:spcBef>
                <a:spcPts val="200"/>
              </a:spcBef>
              <a:spcAft>
                <a:spcPts val="0"/>
              </a:spcAft>
              <a:buSzPts val="800"/>
              <a:buFont typeface="Arvo"/>
              <a:buNone/>
              <a:defRPr sz="800">
                <a:latin typeface="Arvo"/>
                <a:ea typeface="Arvo"/>
                <a:cs typeface="Arvo"/>
                <a:sym typeface="Arvo"/>
              </a:defRPr>
            </a:lvl2pPr>
            <a:lvl3pPr lvl="2" algn="ctr">
              <a:spcBef>
                <a:spcPts val="0"/>
              </a:spcBef>
              <a:spcAft>
                <a:spcPts val="0"/>
              </a:spcAft>
              <a:buSzPts val="800"/>
              <a:buFont typeface="Arvo"/>
              <a:buNone/>
              <a:defRPr sz="800">
                <a:latin typeface="Arvo"/>
                <a:ea typeface="Arvo"/>
                <a:cs typeface="Arvo"/>
                <a:sym typeface="Arvo"/>
              </a:defRPr>
            </a:lvl3pPr>
            <a:lvl4pPr lvl="3" algn="ctr">
              <a:spcBef>
                <a:spcPts val="0"/>
              </a:spcBef>
              <a:spcAft>
                <a:spcPts val="0"/>
              </a:spcAft>
              <a:buSzPts val="800"/>
              <a:buFont typeface="Arvo"/>
              <a:buNone/>
              <a:defRPr sz="800">
                <a:latin typeface="Arvo"/>
                <a:ea typeface="Arvo"/>
                <a:cs typeface="Arvo"/>
                <a:sym typeface="Arvo"/>
              </a:defRPr>
            </a:lvl4pPr>
            <a:lvl5pPr lvl="4" algn="ctr">
              <a:spcBef>
                <a:spcPts val="0"/>
              </a:spcBef>
              <a:spcAft>
                <a:spcPts val="0"/>
              </a:spcAft>
              <a:buSzPts val="800"/>
              <a:buFont typeface="Arvo"/>
              <a:buNone/>
              <a:defRPr sz="800">
                <a:latin typeface="Arvo"/>
                <a:ea typeface="Arvo"/>
                <a:cs typeface="Arvo"/>
                <a:sym typeface="Arvo"/>
              </a:defRPr>
            </a:lvl5pPr>
            <a:lvl6pPr lvl="5" algn="ctr">
              <a:spcBef>
                <a:spcPts val="0"/>
              </a:spcBef>
              <a:spcAft>
                <a:spcPts val="0"/>
              </a:spcAft>
              <a:buSzPts val="800"/>
              <a:buFont typeface="Arvo"/>
              <a:buNone/>
              <a:defRPr sz="800">
                <a:latin typeface="Arvo"/>
                <a:ea typeface="Arvo"/>
                <a:cs typeface="Arvo"/>
                <a:sym typeface="Arvo"/>
              </a:defRPr>
            </a:lvl6pPr>
            <a:lvl7pPr lvl="6" algn="ctr">
              <a:spcBef>
                <a:spcPts val="0"/>
              </a:spcBef>
              <a:spcAft>
                <a:spcPts val="0"/>
              </a:spcAft>
              <a:buSzPts val="800"/>
              <a:buFont typeface="Arvo"/>
              <a:buNone/>
              <a:defRPr sz="800">
                <a:latin typeface="Arvo"/>
                <a:ea typeface="Arvo"/>
                <a:cs typeface="Arvo"/>
                <a:sym typeface="Arvo"/>
              </a:defRPr>
            </a:lvl7pPr>
            <a:lvl8pPr lvl="7" algn="ctr">
              <a:spcBef>
                <a:spcPts val="0"/>
              </a:spcBef>
              <a:spcAft>
                <a:spcPts val="0"/>
              </a:spcAft>
              <a:buSzPts val="800"/>
              <a:buFont typeface="Arvo"/>
              <a:buNone/>
              <a:defRPr sz="800">
                <a:latin typeface="Arvo"/>
                <a:ea typeface="Arvo"/>
                <a:cs typeface="Arvo"/>
                <a:sym typeface="Arvo"/>
              </a:defRPr>
            </a:lvl8pPr>
            <a:lvl9pPr lvl="8" algn="ctr">
              <a:spcBef>
                <a:spcPts val="0"/>
              </a:spcBef>
              <a:spcAft>
                <a:spcPts val="0"/>
              </a:spcAft>
              <a:buSzPts val="800"/>
              <a:buFont typeface="Arvo"/>
              <a:buNone/>
              <a:defRPr sz="800">
                <a:latin typeface="Arvo"/>
                <a:ea typeface="Arvo"/>
                <a:cs typeface="Arvo"/>
                <a:sym typeface="Arvo"/>
              </a:defRPr>
            </a:lvl9pPr>
          </a:lstStyle>
          <a:p/>
        </p:txBody>
      </p:sp>
      <p:sp>
        <p:nvSpPr>
          <p:cNvPr id="5718" name="Google Shape;5718;p93"/>
          <p:cNvSpPr txBox="1"/>
          <p:nvPr>
            <p:ph idx="20" type="subTitle"/>
          </p:nvPr>
        </p:nvSpPr>
        <p:spPr>
          <a:xfrm>
            <a:off x="-2475750" y="2204525"/>
            <a:ext cx="821100" cy="736200"/>
          </a:xfrm>
          <a:prstGeom prst="rect">
            <a:avLst/>
          </a:prstGeom>
          <a:noFill/>
          <a:ln>
            <a:noFill/>
          </a:ln>
        </p:spPr>
        <p:txBody>
          <a:bodyPr anchorCtr="0" anchor="ctr" bIns="36000" lIns="36000" spcFirstLastPara="1" rIns="36000" wrap="square" tIns="36000">
            <a:noAutofit/>
          </a:bodyPr>
          <a:lstStyle>
            <a:lvl1pPr lvl="0" algn="ctr">
              <a:spcBef>
                <a:spcPts val="0"/>
              </a:spcBef>
              <a:spcAft>
                <a:spcPts val="0"/>
              </a:spcAft>
              <a:buSzPts val="800"/>
              <a:buFont typeface="Arvo"/>
              <a:buNone/>
              <a:defRPr sz="800">
                <a:latin typeface="Arvo"/>
                <a:ea typeface="Arvo"/>
                <a:cs typeface="Arvo"/>
                <a:sym typeface="Arvo"/>
              </a:defRPr>
            </a:lvl1pPr>
            <a:lvl2pPr lvl="1" algn="ctr">
              <a:spcBef>
                <a:spcPts val="200"/>
              </a:spcBef>
              <a:spcAft>
                <a:spcPts val="0"/>
              </a:spcAft>
              <a:buSzPts val="800"/>
              <a:buFont typeface="Arvo"/>
              <a:buNone/>
              <a:defRPr sz="800">
                <a:latin typeface="Arvo"/>
                <a:ea typeface="Arvo"/>
                <a:cs typeface="Arvo"/>
                <a:sym typeface="Arvo"/>
              </a:defRPr>
            </a:lvl2pPr>
            <a:lvl3pPr lvl="2" algn="ctr">
              <a:spcBef>
                <a:spcPts val="0"/>
              </a:spcBef>
              <a:spcAft>
                <a:spcPts val="0"/>
              </a:spcAft>
              <a:buSzPts val="800"/>
              <a:buFont typeface="Arvo"/>
              <a:buNone/>
              <a:defRPr sz="800">
                <a:latin typeface="Arvo"/>
                <a:ea typeface="Arvo"/>
                <a:cs typeface="Arvo"/>
                <a:sym typeface="Arvo"/>
              </a:defRPr>
            </a:lvl3pPr>
            <a:lvl4pPr lvl="3" algn="ctr">
              <a:spcBef>
                <a:spcPts val="0"/>
              </a:spcBef>
              <a:spcAft>
                <a:spcPts val="0"/>
              </a:spcAft>
              <a:buSzPts val="800"/>
              <a:buFont typeface="Arvo"/>
              <a:buNone/>
              <a:defRPr sz="800">
                <a:latin typeface="Arvo"/>
                <a:ea typeface="Arvo"/>
                <a:cs typeface="Arvo"/>
                <a:sym typeface="Arvo"/>
              </a:defRPr>
            </a:lvl4pPr>
            <a:lvl5pPr lvl="4" algn="ctr">
              <a:spcBef>
                <a:spcPts val="0"/>
              </a:spcBef>
              <a:spcAft>
                <a:spcPts val="0"/>
              </a:spcAft>
              <a:buSzPts val="800"/>
              <a:buFont typeface="Arvo"/>
              <a:buNone/>
              <a:defRPr sz="800">
                <a:latin typeface="Arvo"/>
                <a:ea typeface="Arvo"/>
                <a:cs typeface="Arvo"/>
                <a:sym typeface="Arvo"/>
              </a:defRPr>
            </a:lvl5pPr>
            <a:lvl6pPr lvl="5" algn="ctr">
              <a:spcBef>
                <a:spcPts val="0"/>
              </a:spcBef>
              <a:spcAft>
                <a:spcPts val="0"/>
              </a:spcAft>
              <a:buSzPts val="800"/>
              <a:buFont typeface="Arvo"/>
              <a:buNone/>
              <a:defRPr sz="800">
                <a:latin typeface="Arvo"/>
                <a:ea typeface="Arvo"/>
                <a:cs typeface="Arvo"/>
                <a:sym typeface="Arvo"/>
              </a:defRPr>
            </a:lvl6pPr>
            <a:lvl7pPr lvl="6" algn="ctr">
              <a:spcBef>
                <a:spcPts val="0"/>
              </a:spcBef>
              <a:spcAft>
                <a:spcPts val="0"/>
              </a:spcAft>
              <a:buSzPts val="800"/>
              <a:buFont typeface="Arvo"/>
              <a:buNone/>
              <a:defRPr sz="800">
                <a:latin typeface="Arvo"/>
                <a:ea typeface="Arvo"/>
                <a:cs typeface="Arvo"/>
                <a:sym typeface="Arvo"/>
              </a:defRPr>
            </a:lvl7pPr>
            <a:lvl8pPr lvl="7" algn="ctr">
              <a:spcBef>
                <a:spcPts val="0"/>
              </a:spcBef>
              <a:spcAft>
                <a:spcPts val="0"/>
              </a:spcAft>
              <a:buSzPts val="800"/>
              <a:buFont typeface="Arvo"/>
              <a:buNone/>
              <a:defRPr sz="800">
                <a:latin typeface="Arvo"/>
                <a:ea typeface="Arvo"/>
                <a:cs typeface="Arvo"/>
                <a:sym typeface="Arvo"/>
              </a:defRPr>
            </a:lvl8pPr>
            <a:lvl9pPr lvl="8" algn="ctr">
              <a:spcBef>
                <a:spcPts val="0"/>
              </a:spcBef>
              <a:spcAft>
                <a:spcPts val="0"/>
              </a:spcAft>
              <a:buSzPts val="800"/>
              <a:buFont typeface="Arvo"/>
              <a:buNone/>
              <a:defRPr sz="800">
                <a:latin typeface="Arvo"/>
                <a:ea typeface="Arvo"/>
                <a:cs typeface="Arvo"/>
                <a:sym typeface="Arvo"/>
              </a:defRPr>
            </a:lvl9pPr>
          </a:lstStyle>
          <a:p/>
        </p:txBody>
      </p:sp>
      <p:sp>
        <p:nvSpPr>
          <p:cNvPr id="5719" name="Google Shape;5719;p93"/>
          <p:cNvSpPr txBox="1"/>
          <p:nvPr>
            <p:ph idx="21" type="subTitle"/>
          </p:nvPr>
        </p:nvSpPr>
        <p:spPr>
          <a:xfrm>
            <a:off x="-1536150" y="2204375"/>
            <a:ext cx="821100" cy="736200"/>
          </a:xfrm>
          <a:prstGeom prst="rect">
            <a:avLst/>
          </a:prstGeom>
          <a:noFill/>
          <a:ln>
            <a:noFill/>
          </a:ln>
        </p:spPr>
        <p:txBody>
          <a:bodyPr anchorCtr="0" anchor="ctr" bIns="36000" lIns="36000" spcFirstLastPara="1" rIns="36000" wrap="square" tIns="36000">
            <a:noAutofit/>
          </a:bodyPr>
          <a:lstStyle>
            <a:lvl1pPr lvl="0" algn="ctr">
              <a:spcBef>
                <a:spcPts val="0"/>
              </a:spcBef>
              <a:spcAft>
                <a:spcPts val="0"/>
              </a:spcAft>
              <a:buSzPts val="800"/>
              <a:buFont typeface="Arvo"/>
              <a:buNone/>
              <a:defRPr sz="800">
                <a:latin typeface="Arvo"/>
                <a:ea typeface="Arvo"/>
                <a:cs typeface="Arvo"/>
                <a:sym typeface="Arvo"/>
              </a:defRPr>
            </a:lvl1pPr>
            <a:lvl2pPr lvl="1" algn="ctr">
              <a:spcBef>
                <a:spcPts val="200"/>
              </a:spcBef>
              <a:spcAft>
                <a:spcPts val="0"/>
              </a:spcAft>
              <a:buSzPts val="800"/>
              <a:buFont typeface="Arvo"/>
              <a:buNone/>
              <a:defRPr sz="800">
                <a:latin typeface="Arvo"/>
                <a:ea typeface="Arvo"/>
                <a:cs typeface="Arvo"/>
                <a:sym typeface="Arvo"/>
              </a:defRPr>
            </a:lvl2pPr>
            <a:lvl3pPr lvl="2" algn="ctr">
              <a:spcBef>
                <a:spcPts val="0"/>
              </a:spcBef>
              <a:spcAft>
                <a:spcPts val="0"/>
              </a:spcAft>
              <a:buSzPts val="800"/>
              <a:buFont typeface="Arvo"/>
              <a:buNone/>
              <a:defRPr sz="800">
                <a:latin typeface="Arvo"/>
                <a:ea typeface="Arvo"/>
                <a:cs typeface="Arvo"/>
                <a:sym typeface="Arvo"/>
              </a:defRPr>
            </a:lvl3pPr>
            <a:lvl4pPr lvl="3" algn="ctr">
              <a:spcBef>
                <a:spcPts val="0"/>
              </a:spcBef>
              <a:spcAft>
                <a:spcPts val="0"/>
              </a:spcAft>
              <a:buSzPts val="800"/>
              <a:buFont typeface="Arvo"/>
              <a:buNone/>
              <a:defRPr sz="800">
                <a:latin typeface="Arvo"/>
                <a:ea typeface="Arvo"/>
                <a:cs typeface="Arvo"/>
                <a:sym typeface="Arvo"/>
              </a:defRPr>
            </a:lvl4pPr>
            <a:lvl5pPr lvl="4" algn="ctr">
              <a:spcBef>
                <a:spcPts val="0"/>
              </a:spcBef>
              <a:spcAft>
                <a:spcPts val="0"/>
              </a:spcAft>
              <a:buSzPts val="800"/>
              <a:buFont typeface="Arvo"/>
              <a:buNone/>
              <a:defRPr sz="800">
                <a:latin typeface="Arvo"/>
                <a:ea typeface="Arvo"/>
                <a:cs typeface="Arvo"/>
                <a:sym typeface="Arvo"/>
              </a:defRPr>
            </a:lvl5pPr>
            <a:lvl6pPr lvl="5" algn="ctr">
              <a:spcBef>
                <a:spcPts val="0"/>
              </a:spcBef>
              <a:spcAft>
                <a:spcPts val="0"/>
              </a:spcAft>
              <a:buSzPts val="800"/>
              <a:buFont typeface="Arvo"/>
              <a:buNone/>
              <a:defRPr sz="800">
                <a:latin typeface="Arvo"/>
                <a:ea typeface="Arvo"/>
                <a:cs typeface="Arvo"/>
                <a:sym typeface="Arvo"/>
              </a:defRPr>
            </a:lvl6pPr>
            <a:lvl7pPr lvl="6" algn="ctr">
              <a:spcBef>
                <a:spcPts val="0"/>
              </a:spcBef>
              <a:spcAft>
                <a:spcPts val="0"/>
              </a:spcAft>
              <a:buSzPts val="800"/>
              <a:buFont typeface="Arvo"/>
              <a:buNone/>
              <a:defRPr sz="800">
                <a:latin typeface="Arvo"/>
                <a:ea typeface="Arvo"/>
                <a:cs typeface="Arvo"/>
                <a:sym typeface="Arvo"/>
              </a:defRPr>
            </a:lvl7pPr>
            <a:lvl8pPr lvl="7" algn="ctr">
              <a:spcBef>
                <a:spcPts val="0"/>
              </a:spcBef>
              <a:spcAft>
                <a:spcPts val="0"/>
              </a:spcAft>
              <a:buSzPts val="800"/>
              <a:buFont typeface="Arvo"/>
              <a:buNone/>
              <a:defRPr sz="800">
                <a:latin typeface="Arvo"/>
                <a:ea typeface="Arvo"/>
                <a:cs typeface="Arvo"/>
                <a:sym typeface="Arvo"/>
              </a:defRPr>
            </a:lvl8pPr>
            <a:lvl9pPr lvl="8" algn="ctr">
              <a:spcBef>
                <a:spcPts val="0"/>
              </a:spcBef>
              <a:spcAft>
                <a:spcPts val="0"/>
              </a:spcAft>
              <a:buSzPts val="800"/>
              <a:buFont typeface="Arvo"/>
              <a:buNone/>
              <a:defRPr sz="800">
                <a:latin typeface="Arvo"/>
                <a:ea typeface="Arvo"/>
                <a:cs typeface="Arvo"/>
                <a:sym typeface="Arvo"/>
              </a:defRPr>
            </a:lvl9pPr>
          </a:lstStyle>
          <a:p/>
        </p:txBody>
      </p:sp>
      <p:sp>
        <p:nvSpPr>
          <p:cNvPr id="5720" name="Google Shape;5720;p93"/>
          <p:cNvSpPr txBox="1"/>
          <p:nvPr>
            <p:ph idx="22" type="subTitle"/>
          </p:nvPr>
        </p:nvSpPr>
        <p:spPr>
          <a:xfrm>
            <a:off x="-3411750" y="3078975"/>
            <a:ext cx="821100" cy="736200"/>
          </a:xfrm>
          <a:prstGeom prst="rect">
            <a:avLst/>
          </a:prstGeom>
          <a:noFill/>
          <a:ln>
            <a:noFill/>
          </a:ln>
        </p:spPr>
        <p:txBody>
          <a:bodyPr anchorCtr="0" anchor="ctr" bIns="36000" lIns="36000" spcFirstLastPara="1" rIns="36000" wrap="square" tIns="36000">
            <a:noAutofit/>
          </a:bodyPr>
          <a:lstStyle>
            <a:lvl1pPr lvl="0" algn="ctr">
              <a:spcBef>
                <a:spcPts val="0"/>
              </a:spcBef>
              <a:spcAft>
                <a:spcPts val="0"/>
              </a:spcAft>
              <a:buSzPts val="800"/>
              <a:buFont typeface="Arvo"/>
              <a:buNone/>
              <a:defRPr sz="800">
                <a:latin typeface="Arvo"/>
                <a:ea typeface="Arvo"/>
                <a:cs typeface="Arvo"/>
                <a:sym typeface="Arvo"/>
              </a:defRPr>
            </a:lvl1pPr>
            <a:lvl2pPr lvl="1" algn="ctr">
              <a:spcBef>
                <a:spcPts val="200"/>
              </a:spcBef>
              <a:spcAft>
                <a:spcPts val="0"/>
              </a:spcAft>
              <a:buSzPts val="800"/>
              <a:buFont typeface="Arvo"/>
              <a:buNone/>
              <a:defRPr sz="800">
                <a:latin typeface="Arvo"/>
                <a:ea typeface="Arvo"/>
                <a:cs typeface="Arvo"/>
                <a:sym typeface="Arvo"/>
              </a:defRPr>
            </a:lvl2pPr>
            <a:lvl3pPr lvl="2" algn="ctr">
              <a:spcBef>
                <a:spcPts val="0"/>
              </a:spcBef>
              <a:spcAft>
                <a:spcPts val="0"/>
              </a:spcAft>
              <a:buSzPts val="800"/>
              <a:buFont typeface="Arvo"/>
              <a:buNone/>
              <a:defRPr sz="800">
                <a:latin typeface="Arvo"/>
                <a:ea typeface="Arvo"/>
                <a:cs typeface="Arvo"/>
                <a:sym typeface="Arvo"/>
              </a:defRPr>
            </a:lvl3pPr>
            <a:lvl4pPr lvl="3" algn="ctr">
              <a:spcBef>
                <a:spcPts val="0"/>
              </a:spcBef>
              <a:spcAft>
                <a:spcPts val="0"/>
              </a:spcAft>
              <a:buSzPts val="800"/>
              <a:buFont typeface="Arvo"/>
              <a:buNone/>
              <a:defRPr sz="800">
                <a:latin typeface="Arvo"/>
                <a:ea typeface="Arvo"/>
                <a:cs typeface="Arvo"/>
                <a:sym typeface="Arvo"/>
              </a:defRPr>
            </a:lvl4pPr>
            <a:lvl5pPr lvl="4" algn="ctr">
              <a:spcBef>
                <a:spcPts val="0"/>
              </a:spcBef>
              <a:spcAft>
                <a:spcPts val="0"/>
              </a:spcAft>
              <a:buSzPts val="800"/>
              <a:buFont typeface="Arvo"/>
              <a:buNone/>
              <a:defRPr sz="800">
                <a:latin typeface="Arvo"/>
                <a:ea typeface="Arvo"/>
                <a:cs typeface="Arvo"/>
                <a:sym typeface="Arvo"/>
              </a:defRPr>
            </a:lvl5pPr>
            <a:lvl6pPr lvl="5" algn="ctr">
              <a:spcBef>
                <a:spcPts val="0"/>
              </a:spcBef>
              <a:spcAft>
                <a:spcPts val="0"/>
              </a:spcAft>
              <a:buSzPts val="800"/>
              <a:buFont typeface="Arvo"/>
              <a:buNone/>
              <a:defRPr sz="800">
                <a:latin typeface="Arvo"/>
                <a:ea typeface="Arvo"/>
                <a:cs typeface="Arvo"/>
                <a:sym typeface="Arvo"/>
              </a:defRPr>
            </a:lvl6pPr>
            <a:lvl7pPr lvl="6" algn="ctr">
              <a:spcBef>
                <a:spcPts val="0"/>
              </a:spcBef>
              <a:spcAft>
                <a:spcPts val="0"/>
              </a:spcAft>
              <a:buSzPts val="800"/>
              <a:buFont typeface="Arvo"/>
              <a:buNone/>
              <a:defRPr sz="800">
                <a:latin typeface="Arvo"/>
                <a:ea typeface="Arvo"/>
                <a:cs typeface="Arvo"/>
                <a:sym typeface="Arvo"/>
              </a:defRPr>
            </a:lvl7pPr>
            <a:lvl8pPr lvl="7" algn="ctr">
              <a:spcBef>
                <a:spcPts val="0"/>
              </a:spcBef>
              <a:spcAft>
                <a:spcPts val="0"/>
              </a:spcAft>
              <a:buSzPts val="800"/>
              <a:buFont typeface="Arvo"/>
              <a:buNone/>
              <a:defRPr sz="800">
                <a:latin typeface="Arvo"/>
                <a:ea typeface="Arvo"/>
                <a:cs typeface="Arvo"/>
                <a:sym typeface="Arvo"/>
              </a:defRPr>
            </a:lvl8pPr>
            <a:lvl9pPr lvl="8" algn="ctr">
              <a:spcBef>
                <a:spcPts val="0"/>
              </a:spcBef>
              <a:spcAft>
                <a:spcPts val="0"/>
              </a:spcAft>
              <a:buSzPts val="800"/>
              <a:buFont typeface="Arvo"/>
              <a:buNone/>
              <a:defRPr sz="800">
                <a:latin typeface="Arvo"/>
                <a:ea typeface="Arvo"/>
                <a:cs typeface="Arvo"/>
                <a:sym typeface="Arvo"/>
              </a:defRPr>
            </a:lvl9pPr>
          </a:lstStyle>
          <a:p/>
        </p:txBody>
      </p:sp>
      <p:sp>
        <p:nvSpPr>
          <p:cNvPr id="5721" name="Google Shape;5721;p93"/>
          <p:cNvSpPr txBox="1"/>
          <p:nvPr>
            <p:ph idx="23" type="subTitle"/>
          </p:nvPr>
        </p:nvSpPr>
        <p:spPr>
          <a:xfrm>
            <a:off x="-2475750" y="3078975"/>
            <a:ext cx="821100" cy="736200"/>
          </a:xfrm>
          <a:prstGeom prst="rect">
            <a:avLst/>
          </a:prstGeom>
          <a:noFill/>
          <a:ln>
            <a:noFill/>
          </a:ln>
        </p:spPr>
        <p:txBody>
          <a:bodyPr anchorCtr="0" anchor="ctr" bIns="36000" lIns="36000" spcFirstLastPara="1" rIns="36000" wrap="square" tIns="36000">
            <a:noAutofit/>
          </a:bodyPr>
          <a:lstStyle>
            <a:lvl1pPr lvl="0" algn="ctr">
              <a:spcBef>
                <a:spcPts val="0"/>
              </a:spcBef>
              <a:spcAft>
                <a:spcPts val="0"/>
              </a:spcAft>
              <a:buSzPts val="800"/>
              <a:buFont typeface="Arvo"/>
              <a:buNone/>
              <a:defRPr sz="800">
                <a:latin typeface="Arvo"/>
                <a:ea typeface="Arvo"/>
                <a:cs typeface="Arvo"/>
                <a:sym typeface="Arvo"/>
              </a:defRPr>
            </a:lvl1pPr>
            <a:lvl2pPr lvl="1" algn="ctr">
              <a:spcBef>
                <a:spcPts val="200"/>
              </a:spcBef>
              <a:spcAft>
                <a:spcPts val="0"/>
              </a:spcAft>
              <a:buSzPts val="800"/>
              <a:buFont typeface="Arvo"/>
              <a:buNone/>
              <a:defRPr sz="800">
                <a:latin typeface="Arvo"/>
                <a:ea typeface="Arvo"/>
                <a:cs typeface="Arvo"/>
                <a:sym typeface="Arvo"/>
              </a:defRPr>
            </a:lvl2pPr>
            <a:lvl3pPr lvl="2" algn="ctr">
              <a:spcBef>
                <a:spcPts val="0"/>
              </a:spcBef>
              <a:spcAft>
                <a:spcPts val="0"/>
              </a:spcAft>
              <a:buSzPts val="800"/>
              <a:buFont typeface="Arvo"/>
              <a:buNone/>
              <a:defRPr sz="800">
                <a:latin typeface="Arvo"/>
                <a:ea typeface="Arvo"/>
                <a:cs typeface="Arvo"/>
                <a:sym typeface="Arvo"/>
              </a:defRPr>
            </a:lvl3pPr>
            <a:lvl4pPr lvl="3" algn="ctr">
              <a:spcBef>
                <a:spcPts val="0"/>
              </a:spcBef>
              <a:spcAft>
                <a:spcPts val="0"/>
              </a:spcAft>
              <a:buSzPts val="800"/>
              <a:buFont typeface="Arvo"/>
              <a:buNone/>
              <a:defRPr sz="800">
                <a:latin typeface="Arvo"/>
                <a:ea typeface="Arvo"/>
                <a:cs typeface="Arvo"/>
                <a:sym typeface="Arvo"/>
              </a:defRPr>
            </a:lvl4pPr>
            <a:lvl5pPr lvl="4" algn="ctr">
              <a:spcBef>
                <a:spcPts val="0"/>
              </a:spcBef>
              <a:spcAft>
                <a:spcPts val="0"/>
              </a:spcAft>
              <a:buSzPts val="800"/>
              <a:buFont typeface="Arvo"/>
              <a:buNone/>
              <a:defRPr sz="800">
                <a:latin typeface="Arvo"/>
                <a:ea typeface="Arvo"/>
                <a:cs typeface="Arvo"/>
                <a:sym typeface="Arvo"/>
              </a:defRPr>
            </a:lvl5pPr>
            <a:lvl6pPr lvl="5" algn="ctr">
              <a:spcBef>
                <a:spcPts val="0"/>
              </a:spcBef>
              <a:spcAft>
                <a:spcPts val="0"/>
              </a:spcAft>
              <a:buSzPts val="800"/>
              <a:buFont typeface="Arvo"/>
              <a:buNone/>
              <a:defRPr sz="800">
                <a:latin typeface="Arvo"/>
                <a:ea typeface="Arvo"/>
                <a:cs typeface="Arvo"/>
                <a:sym typeface="Arvo"/>
              </a:defRPr>
            </a:lvl6pPr>
            <a:lvl7pPr lvl="6" algn="ctr">
              <a:spcBef>
                <a:spcPts val="0"/>
              </a:spcBef>
              <a:spcAft>
                <a:spcPts val="0"/>
              </a:spcAft>
              <a:buSzPts val="800"/>
              <a:buFont typeface="Arvo"/>
              <a:buNone/>
              <a:defRPr sz="800">
                <a:latin typeface="Arvo"/>
                <a:ea typeface="Arvo"/>
                <a:cs typeface="Arvo"/>
                <a:sym typeface="Arvo"/>
              </a:defRPr>
            </a:lvl7pPr>
            <a:lvl8pPr lvl="7" algn="ctr">
              <a:spcBef>
                <a:spcPts val="0"/>
              </a:spcBef>
              <a:spcAft>
                <a:spcPts val="0"/>
              </a:spcAft>
              <a:buSzPts val="800"/>
              <a:buFont typeface="Arvo"/>
              <a:buNone/>
              <a:defRPr sz="800">
                <a:latin typeface="Arvo"/>
                <a:ea typeface="Arvo"/>
                <a:cs typeface="Arvo"/>
                <a:sym typeface="Arvo"/>
              </a:defRPr>
            </a:lvl8pPr>
            <a:lvl9pPr lvl="8" algn="ctr">
              <a:spcBef>
                <a:spcPts val="0"/>
              </a:spcBef>
              <a:spcAft>
                <a:spcPts val="0"/>
              </a:spcAft>
              <a:buSzPts val="800"/>
              <a:buFont typeface="Arvo"/>
              <a:buNone/>
              <a:defRPr sz="800">
                <a:latin typeface="Arvo"/>
                <a:ea typeface="Arvo"/>
                <a:cs typeface="Arvo"/>
                <a:sym typeface="Arvo"/>
              </a:defRPr>
            </a:lvl9pPr>
          </a:lstStyle>
          <a:p/>
        </p:txBody>
      </p:sp>
      <p:sp>
        <p:nvSpPr>
          <p:cNvPr id="5722" name="Google Shape;5722;p93"/>
          <p:cNvSpPr txBox="1"/>
          <p:nvPr>
            <p:ph idx="24" type="subTitle"/>
          </p:nvPr>
        </p:nvSpPr>
        <p:spPr>
          <a:xfrm>
            <a:off x="-1536150" y="3078975"/>
            <a:ext cx="821100" cy="736200"/>
          </a:xfrm>
          <a:prstGeom prst="rect">
            <a:avLst/>
          </a:prstGeom>
          <a:noFill/>
          <a:ln>
            <a:noFill/>
          </a:ln>
        </p:spPr>
        <p:txBody>
          <a:bodyPr anchorCtr="0" anchor="ctr" bIns="36000" lIns="36000" spcFirstLastPara="1" rIns="36000" wrap="square" tIns="36000">
            <a:noAutofit/>
          </a:bodyPr>
          <a:lstStyle>
            <a:lvl1pPr lvl="0" algn="ctr">
              <a:spcBef>
                <a:spcPts val="0"/>
              </a:spcBef>
              <a:spcAft>
                <a:spcPts val="0"/>
              </a:spcAft>
              <a:buSzPts val="800"/>
              <a:buFont typeface="Arvo"/>
              <a:buNone/>
              <a:defRPr sz="800">
                <a:latin typeface="Arvo"/>
                <a:ea typeface="Arvo"/>
                <a:cs typeface="Arvo"/>
                <a:sym typeface="Arvo"/>
              </a:defRPr>
            </a:lvl1pPr>
            <a:lvl2pPr lvl="1" algn="ctr">
              <a:spcBef>
                <a:spcPts val="200"/>
              </a:spcBef>
              <a:spcAft>
                <a:spcPts val="0"/>
              </a:spcAft>
              <a:buSzPts val="800"/>
              <a:buFont typeface="Arvo"/>
              <a:buNone/>
              <a:defRPr sz="800">
                <a:latin typeface="Arvo"/>
                <a:ea typeface="Arvo"/>
                <a:cs typeface="Arvo"/>
                <a:sym typeface="Arvo"/>
              </a:defRPr>
            </a:lvl2pPr>
            <a:lvl3pPr lvl="2" algn="ctr">
              <a:spcBef>
                <a:spcPts val="0"/>
              </a:spcBef>
              <a:spcAft>
                <a:spcPts val="0"/>
              </a:spcAft>
              <a:buSzPts val="800"/>
              <a:buFont typeface="Arvo"/>
              <a:buNone/>
              <a:defRPr sz="800">
                <a:latin typeface="Arvo"/>
                <a:ea typeface="Arvo"/>
                <a:cs typeface="Arvo"/>
                <a:sym typeface="Arvo"/>
              </a:defRPr>
            </a:lvl3pPr>
            <a:lvl4pPr lvl="3" algn="ctr">
              <a:spcBef>
                <a:spcPts val="0"/>
              </a:spcBef>
              <a:spcAft>
                <a:spcPts val="0"/>
              </a:spcAft>
              <a:buSzPts val="800"/>
              <a:buFont typeface="Arvo"/>
              <a:buNone/>
              <a:defRPr sz="800">
                <a:latin typeface="Arvo"/>
                <a:ea typeface="Arvo"/>
                <a:cs typeface="Arvo"/>
                <a:sym typeface="Arvo"/>
              </a:defRPr>
            </a:lvl4pPr>
            <a:lvl5pPr lvl="4" algn="ctr">
              <a:spcBef>
                <a:spcPts val="0"/>
              </a:spcBef>
              <a:spcAft>
                <a:spcPts val="0"/>
              </a:spcAft>
              <a:buSzPts val="800"/>
              <a:buFont typeface="Arvo"/>
              <a:buNone/>
              <a:defRPr sz="800">
                <a:latin typeface="Arvo"/>
                <a:ea typeface="Arvo"/>
                <a:cs typeface="Arvo"/>
                <a:sym typeface="Arvo"/>
              </a:defRPr>
            </a:lvl5pPr>
            <a:lvl6pPr lvl="5" algn="ctr">
              <a:spcBef>
                <a:spcPts val="0"/>
              </a:spcBef>
              <a:spcAft>
                <a:spcPts val="0"/>
              </a:spcAft>
              <a:buSzPts val="800"/>
              <a:buFont typeface="Arvo"/>
              <a:buNone/>
              <a:defRPr sz="800">
                <a:latin typeface="Arvo"/>
                <a:ea typeface="Arvo"/>
                <a:cs typeface="Arvo"/>
                <a:sym typeface="Arvo"/>
              </a:defRPr>
            </a:lvl6pPr>
            <a:lvl7pPr lvl="6" algn="ctr">
              <a:spcBef>
                <a:spcPts val="0"/>
              </a:spcBef>
              <a:spcAft>
                <a:spcPts val="0"/>
              </a:spcAft>
              <a:buSzPts val="800"/>
              <a:buFont typeface="Arvo"/>
              <a:buNone/>
              <a:defRPr sz="800">
                <a:latin typeface="Arvo"/>
                <a:ea typeface="Arvo"/>
                <a:cs typeface="Arvo"/>
                <a:sym typeface="Arvo"/>
              </a:defRPr>
            </a:lvl7pPr>
            <a:lvl8pPr lvl="7" algn="ctr">
              <a:spcBef>
                <a:spcPts val="0"/>
              </a:spcBef>
              <a:spcAft>
                <a:spcPts val="0"/>
              </a:spcAft>
              <a:buSzPts val="800"/>
              <a:buFont typeface="Arvo"/>
              <a:buNone/>
              <a:defRPr sz="800">
                <a:latin typeface="Arvo"/>
                <a:ea typeface="Arvo"/>
                <a:cs typeface="Arvo"/>
                <a:sym typeface="Arvo"/>
              </a:defRPr>
            </a:lvl8pPr>
            <a:lvl9pPr lvl="8" algn="ctr">
              <a:spcBef>
                <a:spcPts val="0"/>
              </a:spcBef>
              <a:spcAft>
                <a:spcPts val="0"/>
              </a:spcAft>
              <a:buSzPts val="800"/>
              <a:buFont typeface="Arvo"/>
              <a:buNone/>
              <a:defRPr sz="800">
                <a:latin typeface="Arvo"/>
                <a:ea typeface="Arvo"/>
                <a:cs typeface="Arvo"/>
                <a:sym typeface="Arvo"/>
              </a:defRPr>
            </a:lvl9pPr>
          </a:lstStyle>
          <a:p/>
        </p:txBody>
      </p:sp>
      <p:sp>
        <p:nvSpPr>
          <p:cNvPr id="5723" name="Google Shape;5723;p93"/>
          <p:cNvSpPr txBox="1"/>
          <p:nvPr>
            <p:ph idx="25" type="subTitle"/>
          </p:nvPr>
        </p:nvSpPr>
        <p:spPr>
          <a:xfrm>
            <a:off x="-3411750" y="3934675"/>
            <a:ext cx="819300" cy="736200"/>
          </a:xfrm>
          <a:prstGeom prst="rect">
            <a:avLst/>
          </a:prstGeom>
          <a:noFill/>
          <a:ln>
            <a:noFill/>
          </a:ln>
        </p:spPr>
        <p:txBody>
          <a:bodyPr anchorCtr="0" anchor="ctr" bIns="36000" lIns="36000" spcFirstLastPara="1" rIns="36000" wrap="square" tIns="36000">
            <a:noAutofit/>
          </a:bodyPr>
          <a:lstStyle>
            <a:lvl1pPr lvl="0" algn="ctr">
              <a:spcBef>
                <a:spcPts val="0"/>
              </a:spcBef>
              <a:spcAft>
                <a:spcPts val="0"/>
              </a:spcAft>
              <a:buSzPts val="800"/>
              <a:buFont typeface="Arvo"/>
              <a:buNone/>
              <a:defRPr sz="800">
                <a:latin typeface="Arvo"/>
                <a:ea typeface="Arvo"/>
                <a:cs typeface="Arvo"/>
                <a:sym typeface="Arvo"/>
              </a:defRPr>
            </a:lvl1pPr>
            <a:lvl2pPr lvl="1" algn="ctr">
              <a:spcBef>
                <a:spcPts val="200"/>
              </a:spcBef>
              <a:spcAft>
                <a:spcPts val="0"/>
              </a:spcAft>
              <a:buSzPts val="800"/>
              <a:buFont typeface="Arvo"/>
              <a:buNone/>
              <a:defRPr sz="800">
                <a:latin typeface="Arvo"/>
                <a:ea typeface="Arvo"/>
                <a:cs typeface="Arvo"/>
                <a:sym typeface="Arvo"/>
              </a:defRPr>
            </a:lvl2pPr>
            <a:lvl3pPr lvl="2" algn="ctr">
              <a:spcBef>
                <a:spcPts val="0"/>
              </a:spcBef>
              <a:spcAft>
                <a:spcPts val="0"/>
              </a:spcAft>
              <a:buSzPts val="800"/>
              <a:buFont typeface="Arvo"/>
              <a:buNone/>
              <a:defRPr sz="800">
                <a:latin typeface="Arvo"/>
                <a:ea typeface="Arvo"/>
                <a:cs typeface="Arvo"/>
                <a:sym typeface="Arvo"/>
              </a:defRPr>
            </a:lvl3pPr>
            <a:lvl4pPr lvl="3" algn="ctr">
              <a:spcBef>
                <a:spcPts val="0"/>
              </a:spcBef>
              <a:spcAft>
                <a:spcPts val="0"/>
              </a:spcAft>
              <a:buSzPts val="800"/>
              <a:buFont typeface="Arvo"/>
              <a:buNone/>
              <a:defRPr sz="800">
                <a:latin typeface="Arvo"/>
                <a:ea typeface="Arvo"/>
                <a:cs typeface="Arvo"/>
                <a:sym typeface="Arvo"/>
              </a:defRPr>
            </a:lvl4pPr>
            <a:lvl5pPr lvl="4" algn="ctr">
              <a:spcBef>
                <a:spcPts val="0"/>
              </a:spcBef>
              <a:spcAft>
                <a:spcPts val="0"/>
              </a:spcAft>
              <a:buSzPts val="800"/>
              <a:buFont typeface="Arvo"/>
              <a:buNone/>
              <a:defRPr sz="800">
                <a:latin typeface="Arvo"/>
                <a:ea typeface="Arvo"/>
                <a:cs typeface="Arvo"/>
                <a:sym typeface="Arvo"/>
              </a:defRPr>
            </a:lvl5pPr>
            <a:lvl6pPr lvl="5" algn="ctr">
              <a:spcBef>
                <a:spcPts val="0"/>
              </a:spcBef>
              <a:spcAft>
                <a:spcPts val="0"/>
              </a:spcAft>
              <a:buSzPts val="800"/>
              <a:buFont typeface="Arvo"/>
              <a:buNone/>
              <a:defRPr sz="800">
                <a:latin typeface="Arvo"/>
                <a:ea typeface="Arvo"/>
                <a:cs typeface="Arvo"/>
                <a:sym typeface="Arvo"/>
              </a:defRPr>
            </a:lvl6pPr>
            <a:lvl7pPr lvl="6" algn="ctr">
              <a:spcBef>
                <a:spcPts val="0"/>
              </a:spcBef>
              <a:spcAft>
                <a:spcPts val="0"/>
              </a:spcAft>
              <a:buSzPts val="800"/>
              <a:buFont typeface="Arvo"/>
              <a:buNone/>
              <a:defRPr sz="800">
                <a:latin typeface="Arvo"/>
                <a:ea typeface="Arvo"/>
                <a:cs typeface="Arvo"/>
                <a:sym typeface="Arvo"/>
              </a:defRPr>
            </a:lvl7pPr>
            <a:lvl8pPr lvl="7" algn="ctr">
              <a:spcBef>
                <a:spcPts val="0"/>
              </a:spcBef>
              <a:spcAft>
                <a:spcPts val="0"/>
              </a:spcAft>
              <a:buSzPts val="800"/>
              <a:buFont typeface="Arvo"/>
              <a:buNone/>
              <a:defRPr sz="800">
                <a:latin typeface="Arvo"/>
                <a:ea typeface="Arvo"/>
                <a:cs typeface="Arvo"/>
                <a:sym typeface="Arvo"/>
              </a:defRPr>
            </a:lvl8pPr>
            <a:lvl9pPr lvl="8" algn="ctr">
              <a:spcBef>
                <a:spcPts val="0"/>
              </a:spcBef>
              <a:spcAft>
                <a:spcPts val="0"/>
              </a:spcAft>
              <a:buSzPts val="800"/>
              <a:buFont typeface="Arvo"/>
              <a:buNone/>
              <a:defRPr sz="800">
                <a:latin typeface="Arvo"/>
                <a:ea typeface="Arvo"/>
                <a:cs typeface="Arvo"/>
                <a:sym typeface="Arvo"/>
              </a:defRPr>
            </a:lvl9pPr>
          </a:lstStyle>
          <a:p/>
        </p:txBody>
      </p:sp>
      <p:sp>
        <p:nvSpPr>
          <p:cNvPr id="5724" name="Google Shape;5724;p93"/>
          <p:cNvSpPr txBox="1"/>
          <p:nvPr>
            <p:ph idx="26" type="subTitle"/>
          </p:nvPr>
        </p:nvSpPr>
        <p:spPr>
          <a:xfrm>
            <a:off x="-2475750" y="3934675"/>
            <a:ext cx="819300" cy="736200"/>
          </a:xfrm>
          <a:prstGeom prst="rect">
            <a:avLst/>
          </a:prstGeom>
          <a:noFill/>
          <a:ln>
            <a:noFill/>
          </a:ln>
        </p:spPr>
        <p:txBody>
          <a:bodyPr anchorCtr="0" anchor="ctr" bIns="36000" lIns="36000" spcFirstLastPara="1" rIns="36000" wrap="square" tIns="36000">
            <a:noAutofit/>
          </a:bodyPr>
          <a:lstStyle>
            <a:lvl1pPr lvl="0" algn="ctr">
              <a:spcBef>
                <a:spcPts val="0"/>
              </a:spcBef>
              <a:spcAft>
                <a:spcPts val="0"/>
              </a:spcAft>
              <a:buSzPts val="800"/>
              <a:buFont typeface="Arvo"/>
              <a:buNone/>
              <a:defRPr sz="800">
                <a:latin typeface="Arvo"/>
                <a:ea typeface="Arvo"/>
                <a:cs typeface="Arvo"/>
                <a:sym typeface="Arvo"/>
              </a:defRPr>
            </a:lvl1pPr>
            <a:lvl2pPr lvl="1" algn="ctr">
              <a:spcBef>
                <a:spcPts val="200"/>
              </a:spcBef>
              <a:spcAft>
                <a:spcPts val="0"/>
              </a:spcAft>
              <a:buSzPts val="800"/>
              <a:buFont typeface="Arvo"/>
              <a:buNone/>
              <a:defRPr sz="800">
                <a:latin typeface="Arvo"/>
                <a:ea typeface="Arvo"/>
                <a:cs typeface="Arvo"/>
                <a:sym typeface="Arvo"/>
              </a:defRPr>
            </a:lvl2pPr>
            <a:lvl3pPr lvl="2" algn="ctr">
              <a:spcBef>
                <a:spcPts val="0"/>
              </a:spcBef>
              <a:spcAft>
                <a:spcPts val="0"/>
              </a:spcAft>
              <a:buSzPts val="800"/>
              <a:buFont typeface="Arvo"/>
              <a:buNone/>
              <a:defRPr sz="800">
                <a:latin typeface="Arvo"/>
                <a:ea typeface="Arvo"/>
                <a:cs typeface="Arvo"/>
                <a:sym typeface="Arvo"/>
              </a:defRPr>
            </a:lvl3pPr>
            <a:lvl4pPr lvl="3" algn="ctr">
              <a:spcBef>
                <a:spcPts val="0"/>
              </a:spcBef>
              <a:spcAft>
                <a:spcPts val="0"/>
              </a:spcAft>
              <a:buSzPts val="800"/>
              <a:buFont typeface="Arvo"/>
              <a:buNone/>
              <a:defRPr sz="800">
                <a:latin typeface="Arvo"/>
                <a:ea typeface="Arvo"/>
                <a:cs typeface="Arvo"/>
                <a:sym typeface="Arvo"/>
              </a:defRPr>
            </a:lvl4pPr>
            <a:lvl5pPr lvl="4" algn="ctr">
              <a:spcBef>
                <a:spcPts val="0"/>
              </a:spcBef>
              <a:spcAft>
                <a:spcPts val="0"/>
              </a:spcAft>
              <a:buSzPts val="800"/>
              <a:buFont typeface="Arvo"/>
              <a:buNone/>
              <a:defRPr sz="800">
                <a:latin typeface="Arvo"/>
                <a:ea typeface="Arvo"/>
                <a:cs typeface="Arvo"/>
                <a:sym typeface="Arvo"/>
              </a:defRPr>
            </a:lvl5pPr>
            <a:lvl6pPr lvl="5" algn="ctr">
              <a:spcBef>
                <a:spcPts val="0"/>
              </a:spcBef>
              <a:spcAft>
                <a:spcPts val="0"/>
              </a:spcAft>
              <a:buSzPts val="800"/>
              <a:buFont typeface="Arvo"/>
              <a:buNone/>
              <a:defRPr sz="800">
                <a:latin typeface="Arvo"/>
                <a:ea typeface="Arvo"/>
                <a:cs typeface="Arvo"/>
                <a:sym typeface="Arvo"/>
              </a:defRPr>
            </a:lvl6pPr>
            <a:lvl7pPr lvl="6" algn="ctr">
              <a:spcBef>
                <a:spcPts val="0"/>
              </a:spcBef>
              <a:spcAft>
                <a:spcPts val="0"/>
              </a:spcAft>
              <a:buSzPts val="800"/>
              <a:buFont typeface="Arvo"/>
              <a:buNone/>
              <a:defRPr sz="800">
                <a:latin typeface="Arvo"/>
                <a:ea typeface="Arvo"/>
                <a:cs typeface="Arvo"/>
                <a:sym typeface="Arvo"/>
              </a:defRPr>
            </a:lvl7pPr>
            <a:lvl8pPr lvl="7" algn="ctr">
              <a:spcBef>
                <a:spcPts val="0"/>
              </a:spcBef>
              <a:spcAft>
                <a:spcPts val="0"/>
              </a:spcAft>
              <a:buSzPts val="800"/>
              <a:buFont typeface="Arvo"/>
              <a:buNone/>
              <a:defRPr sz="800">
                <a:latin typeface="Arvo"/>
                <a:ea typeface="Arvo"/>
                <a:cs typeface="Arvo"/>
                <a:sym typeface="Arvo"/>
              </a:defRPr>
            </a:lvl8pPr>
            <a:lvl9pPr lvl="8" algn="ctr">
              <a:spcBef>
                <a:spcPts val="0"/>
              </a:spcBef>
              <a:spcAft>
                <a:spcPts val="0"/>
              </a:spcAft>
              <a:buSzPts val="800"/>
              <a:buFont typeface="Arvo"/>
              <a:buNone/>
              <a:defRPr sz="800">
                <a:latin typeface="Arvo"/>
                <a:ea typeface="Arvo"/>
                <a:cs typeface="Arvo"/>
                <a:sym typeface="Arvo"/>
              </a:defRPr>
            </a:lvl9pPr>
          </a:lstStyle>
          <a:p/>
        </p:txBody>
      </p:sp>
      <p:sp>
        <p:nvSpPr>
          <p:cNvPr id="5725" name="Google Shape;5725;p93"/>
          <p:cNvSpPr txBox="1"/>
          <p:nvPr>
            <p:ph idx="27" type="subTitle"/>
          </p:nvPr>
        </p:nvSpPr>
        <p:spPr>
          <a:xfrm>
            <a:off x="-1536150" y="3930975"/>
            <a:ext cx="821100" cy="736200"/>
          </a:xfrm>
          <a:prstGeom prst="rect">
            <a:avLst/>
          </a:prstGeom>
          <a:noFill/>
          <a:ln>
            <a:noFill/>
          </a:ln>
        </p:spPr>
        <p:txBody>
          <a:bodyPr anchorCtr="0" anchor="ctr" bIns="36000" lIns="36000" spcFirstLastPara="1" rIns="36000" wrap="square" tIns="36000">
            <a:noAutofit/>
          </a:bodyPr>
          <a:lstStyle>
            <a:lvl1pPr lvl="0" algn="ctr">
              <a:spcBef>
                <a:spcPts val="0"/>
              </a:spcBef>
              <a:spcAft>
                <a:spcPts val="0"/>
              </a:spcAft>
              <a:buSzPts val="800"/>
              <a:buFont typeface="Arvo"/>
              <a:buNone/>
              <a:defRPr sz="800">
                <a:latin typeface="Arvo"/>
                <a:ea typeface="Arvo"/>
                <a:cs typeface="Arvo"/>
                <a:sym typeface="Arvo"/>
              </a:defRPr>
            </a:lvl1pPr>
            <a:lvl2pPr lvl="1" algn="ctr">
              <a:spcBef>
                <a:spcPts val="200"/>
              </a:spcBef>
              <a:spcAft>
                <a:spcPts val="0"/>
              </a:spcAft>
              <a:buSzPts val="800"/>
              <a:buFont typeface="Arvo"/>
              <a:buNone/>
              <a:defRPr sz="800">
                <a:latin typeface="Arvo"/>
                <a:ea typeface="Arvo"/>
                <a:cs typeface="Arvo"/>
                <a:sym typeface="Arvo"/>
              </a:defRPr>
            </a:lvl2pPr>
            <a:lvl3pPr lvl="2" algn="ctr">
              <a:spcBef>
                <a:spcPts val="0"/>
              </a:spcBef>
              <a:spcAft>
                <a:spcPts val="0"/>
              </a:spcAft>
              <a:buSzPts val="800"/>
              <a:buFont typeface="Arvo"/>
              <a:buNone/>
              <a:defRPr sz="800">
                <a:latin typeface="Arvo"/>
                <a:ea typeface="Arvo"/>
                <a:cs typeface="Arvo"/>
                <a:sym typeface="Arvo"/>
              </a:defRPr>
            </a:lvl3pPr>
            <a:lvl4pPr lvl="3" algn="ctr">
              <a:spcBef>
                <a:spcPts val="0"/>
              </a:spcBef>
              <a:spcAft>
                <a:spcPts val="0"/>
              </a:spcAft>
              <a:buSzPts val="800"/>
              <a:buFont typeface="Arvo"/>
              <a:buNone/>
              <a:defRPr sz="800">
                <a:latin typeface="Arvo"/>
                <a:ea typeface="Arvo"/>
                <a:cs typeface="Arvo"/>
                <a:sym typeface="Arvo"/>
              </a:defRPr>
            </a:lvl4pPr>
            <a:lvl5pPr lvl="4" algn="ctr">
              <a:spcBef>
                <a:spcPts val="0"/>
              </a:spcBef>
              <a:spcAft>
                <a:spcPts val="0"/>
              </a:spcAft>
              <a:buSzPts val="800"/>
              <a:buFont typeface="Arvo"/>
              <a:buNone/>
              <a:defRPr sz="800">
                <a:latin typeface="Arvo"/>
                <a:ea typeface="Arvo"/>
                <a:cs typeface="Arvo"/>
                <a:sym typeface="Arvo"/>
              </a:defRPr>
            </a:lvl5pPr>
            <a:lvl6pPr lvl="5" algn="ctr">
              <a:spcBef>
                <a:spcPts val="0"/>
              </a:spcBef>
              <a:spcAft>
                <a:spcPts val="0"/>
              </a:spcAft>
              <a:buSzPts val="800"/>
              <a:buFont typeface="Arvo"/>
              <a:buNone/>
              <a:defRPr sz="800">
                <a:latin typeface="Arvo"/>
                <a:ea typeface="Arvo"/>
                <a:cs typeface="Arvo"/>
                <a:sym typeface="Arvo"/>
              </a:defRPr>
            </a:lvl6pPr>
            <a:lvl7pPr lvl="6" algn="ctr">
              <a:spcBef>
                <a:spcPts val="0"/>
              </a:spcBef>
              <a:spcAft>
                <a:spcPts val="0"/>
              </a:spcAft>
              <a:buSzPts val="800"/>
              <a:buFont typeface="Arvo"/>
              <a:buNone/>
              <a:defRPr sz="800">
                <a:latin typeface="Arvo"/>
                <a:ea typeface="Arvo"/>
                <a:cs typeface="Arvo"/>
                <a:sym typeface="Arvo"/>
              </a:defRPr>
            </a:lvl7pPr>
            <a:lvl8pPr lvl="7" algn="ctr">
              <a:spcBef>
                <a:spcPts val="0"/>
              </a:spcBef>
              <a:spcAft>
                <a:spcPts val="0"/>
              </a:spcAft>
              <a:buSzPts val="800"/>
              <a:buFont typeface="Arvo"/>
              <a:buNone/>
              <a:defRPr sz="800">
                <a:latin typeface="Arvo"/>
                <a:ea typeface="Arvo"/>
                <a:cs typeface="Arvo"/>
                <a:sym typeface="Arvo"/>
              </a:defRPr>
            </a:lvl8pPr>
            <a:lvl9pPr lvl="8" algn="ctr">
              <a:spcBef>
                <a:spcPts val="0"/>
              </a:spcBef>
              <a:spcAft>
                <a:spcPts val="0"/>
              </a:spcAft>
              <a:buSzPts val="800"/>
              <a:buFont typeface="Arvo"/>
              <a:buNone/>
              <a:defRPr sz="800">
                <a:latin typeface="Arvo"/>
                <a:ea typeface="Arvo"/>
                <a:cs typeface="Arvo"/>
                <a:sym typeface="Arvo"/>
              </a:defRPr>
            </a:lvl9pPr>
          </a:lstStyle>
          <a:p/>
        </p:txBody>
      </p:sp>
      <p:sp>
        <p:nvSpPr>
          <p:cNvPr id="5726" name="Google Shape;5726;p93"/>
          <p:cNvSpPr txBox="1"/>
          <p:nvPr>
            <p:ph idx="28" type="subTitle"/>
          </p:nvPr>
        </p:nvSpPr>
        <p:spPr>
          <a:xfrm>
            <a:off x="-3401850" y="4787200"/>
            <a:ext cx="819300" cy="736200"/>
          </a:xfrm>
          <a:prstGeom prst="rect">
            <a:avLst/>
          </a:prstGeom>
          <a:noFill/>
          <a:ln>
            <a:noFill/>
          </a:ln>
        </p:spPr>
        <p:txBody>
          <a:bodyPr anchorCtr="0" anchor="ctr" bIns="36000" lIns="36000" spcFirstLastPara="1" rIns="36000" wrap="square" tIns="36000">
            <a:noAutofit/>
          </a:bodyPr>
          <a:lstStyle>
            <a:lvl1pPr lvl="0" algn="ctr">
              <a:spcBef>
                <a:spcPts val="0"/>
              </a:spcBef>
              <a:spcAft>
                <a:spcPts val="0"/>
              </a:spcAft>
              <a:buSzPts val="800"/>
              <a:buFont typeface="Arvo"/>
              <a:buNone/>
              <a:defRPr sz="800">
                <a:latin typeface="Arvo"/>
                <a:ea typeface="Arvo"/>
                <a:cs typeface="Arvo"/>
                <a:sym typeface="Arvo"/>
              </a:defRPr>
            </a:lvl1pPr>
            <a:lvl2pPr lvl="1" algn="ctr">
              <a:spcBef>
                <a:spcPts val="200"/>
              </a:spcBef>
              <a:spcAft>
                <a:spcPts val="0"/>
              </a:spcAft>
              <a:buSzPts val="800"/>
              <a:buFont typeface="Arvo"/>
              <a:buNone/>
              <a:defRPr sz="800">
                <a:latin typeface="Arvo"/>
                <a:ea typeface="Arvo"/>
                <a:cs typeface="Arvo"/>
                <a:sym typeface="Arvo"/>
              </a:defRPr>
            </a:lvl2pPr>
            <a:lvl3pPr lvl="2" algn="ctr">
              <a:spcBef>
                <a:spcPts val="0"/>
              </a:spcBef>
              <a:spcAft>
                <a:spcPts val="0"/>
              </a:spcAft>
              <a:buSzPts val="800"/>
              <a:buFont typeface="Arvo"/>
              <a:buNone/>
              <a:defRPr sz="800">
                <a:latin typeface="Arvo"/>
                <a:ea typeface="Arvo"/>
                <a:cs typeface="Arvo"/>
                <a:sym typeface="Arvo"/>
              </a:defRPr>
            </a:lvl3pPr>
            <a:lvl4pPr lvl="3" algn="ctr">
              <a:spcBef>
                <a:spcPts val="0"/>
              </a:spcBef>
              <a:spcAft>
                <a:spcPts val="0"/>
              </a:spcAft>
              <a:buSzPts val="800"/>
              <a:buFont typeface="Arvo"/>
              <a:buNone/>
              <a:defRPr sz="800">
                <a:latin typeface="Arvo"/>
                <a:ea typeface="Arvo"/>
                <a:cs typeface="Arvo"/>
                <a:sym typeface="Arvo"/>
              </a:defRPr>
            </a:lvl4pPr>
            <a:lvl5pPr lvl="4" algn="ctr">
              <a:spcBef>
                <a:spcPts val="0"/>
              </a:spcBef>
              <a:spcAft>
                <a:spcPts val="0"/>
              </a:spcAft>
              <a:buSzPts val="800"/>
              <a:buFont typeface="Arvo"/>
              <a:buNone/>
              <a:defRPr sz="800">
                <a:latin typeface="Arvo"/>
                <a:ea typeface="Arvo"/>
                <a:cs typeface="Arvo"/>
                <a:sym typeface="Arvo"/>
              </a:defRPr>
            </a:lvl5pPr>
            <a:lvl6pPr lvl="5" algn="ctr">
              <a:spcBef>
                <a:spcPts val="0"/>
              </a:spcBef>
              <a:spcAft>
                <a:spcPts val="0"/>
              </a:spcAft>
              <a:buSzPts val="800"/>
              <a:buFont typeface="Arvo"/>
              <a:buNone/>
              <a:defRPr sz="800">
                <a:latin typeface="Arvo"/>
                <a:ea typeface="Arvo"/>
                <a:cs typeface="Arvo"/>
                <a:sym typeface="Arvo"/>
              </a:defRPr>
            </a:lvl6pPr>
            <a:lvl7pPr lvl="6" algn="ctr">
              <a:spcBef>
                <a:spcPts val="0"/>
              </a:spcBef>
              <a:spcAft>
                <a:spcPts val="0"/>
              </a:spcAft>
              <a:buSzPts val="800"/>
              <a:buFont typeface="Arvo"/>
              <a:buNone/>
              <a:defRPr sz="800">
                <a:latin typeface="Arvo"/>
                <a:ea typeface="Arvo"/>
                <a:cs typeface="Arvo"/>
                <a:sym typeface="Arvo"/>
              </a:defRPr>
            </a:lvl7pPr>
            <a:lvl8pPr lvl="7" algn="ctr">
              <a:spcBef>
                <a:spcPts val="0"/>
              </a:spcBef>
              <a:spcAft>
                <a:spcPts val="0"/>
              </a:spcAft>
              <a:buSzPts val="800"/>
              <a:buFont typeface="Arvo"/>
              <a:buNone/>
              <a:defRPr sz="800">
                <a:latin typeface="Arvo"/>
                <a:ea typeface="Arvo"/>
                <a:cs typeface="Arvo"/>
                <a:sym typeface="Arvo"/>
              </a:defRPr>
            </a:lvl8pPr>
            <a:lvl9pPr lvl="8" algn="ctr">
              <a:spcBef>
                <a:spcPts val="0"/>
              </a:spcBef>
              <a:spcAft>
                <a:spcPts val="0"/>
              </a:spcAft>
              <a:buSzPts val="800"/>
              <a:buFont typeface="Arvo"/>
              <a:buNone/>
              <a:defRPr sz="800">
                <a:latin typeface="Arvo"/>
                <a:ea typeface="Arvo"/>
                <a:cs typeface="Arvo"/>
                <a:sym typeface="Arvo"/>
              </a:defRPr>
            </a:lvl9pPr>
          </a:lstStyle>
          <a:p/>
        </p:txBody>
      </p:sp>
      <p:sp>
        <p:nvSpPr>
          <p:cNvPr id="5727" name="Google Shape;5727;p93"/>
          <p:cNvSpPr txBox="1"/>
          <p:nvPr>
            <p:ph idx="29" type="subTitle"/>
          </p:nvPr>
        </p:nvSpPr>
        <p:spPr>
          <a:xfrm>
            <a:off x="-2475750" y="4787200"/>
            <a:ext cx="829200" cy="736200"/>
          </a:xfrm>
          <a:prstGeom prst="rect">
            <a:avLst/>
          </a:prstGeom>
          <a:noFill/>
          <a:ln>
            <a:noFill/>
          </a:ln>
        </p:spPr>
        <p:txBody>
          <a:bodyPr anchorCtr="0" anchor="ctr" bIns="36000" lIns="36000" spcFirstLastPara="1" rIns="36000" wrap="square" tIns="36000">
            <a:noAutofit/>
          </a:bodyPr>
          <a:lstStyle>
            <a:lvl1pPr lvl="0" algn="ctr">
              <a:spcBef>
                <a:spcPts val="0"/>
              </a:spcBef>
              <a:spcAft>
                <a:spcPts val="0"/>
              </a:spcAft>
              <a:buSzPts val="800"/>
              <a:buFont typeface="Arvo"/>
              <a:buNone/>
              <a:defRPr sz="800">
                <a:latin typeface="Arvo"/>
                <a:ea typeface="Arvo"/>
                <a:cs typeface="Arvo"/>
                <a:sym typeface="Arvo"/>
              </a:defRPr>
            </a:lvl1pPr>
            <a:lvl2pPr lvl="1" algn="ctr">
              <a:spcBef>
                <a:spcPts val="200"/>
              </a:spcBef>
              <a:spcAft>
                <a:spcPts val="0"/>
              </a:spcAft>
              <a:buSzPts val="800"/>
              <a:buFont typeface="Arvo"/>
              <a:buNone/>
              <a:defRPr sz="800">
                <a:latin typeface="Arvo"/>
                <a:ea typeface="Arvo"/>
                <a:cs typeface="Arvo"/>
                <a:sym typeface="Arvo"/>
              </a:defRPr>
            </a:lvl2pPr>
            <a:lvl3pPr lvl="2" algn="ctr">
              <a:spcBef>
                <a:spcPts val="0"/>
              </a:spcBef>
              <a:spcAft>
                <a:spcPts val="0"/>
              </a:spcAft>
              <a:buSzPts val="800"/>
              <a:buFont typeface="Arvo"/>
              <a:buNone/>
              <a:defRPr sz="800">
                <a:latin typeface="Arvo"/>
                <a:ea typeface="Arvo"/>
                <a:cs typeface="Arvo"/>
                <a:sym typeface="Arvo"/>
              </a:defRPr>
            </a:lvl3pPr>
            <a:lvl4pPr lvl="3" algn="ctr">
              <a:spcBef>
                <a:spcPts val="0"/>
              </a:spcBef>
              <a:spcAft>
                <a:spcPts val="0"/>
              </a:spcAft>
              <a:buSzPts val="800"/>
              <a:buFont typeface="Arvo"/>
              <a:buNone/>
              <a:defRPr sz="800">
                <a:latin typeface="Arvo"/>
                <a:ea typeface="Arvo"/>
                <a:cs typeface="Arvo"/>
                <a:sym typeface="Arvo"/>
              </a:defRPr>
            </a:lvl4pPr>
            <a:lvl5pPr lvl="4" algn="ctr">
              <a:spcBef>
                <a:spcPts val="0"/>
              </a:spcBef>
              <a:spcAft>
                <a:spcPts val="0"/>
              </a:spcAft>
              <a:buSzPts val="800"/>
              <a:buFont typeface="Arvo"/>
              <a:buNone/>
              <a:defRPr sz="800">
                <a:latin typeface="Arvo"/>
                <a:ea typeface="Arvo"/>
                <a:cs typeface="Arvo"/>
                <a:sym typeface="Arvo"/>
              </a:defRPr>
            </a:lvl5pPr>
            <a:lvl6pPr lvl="5" algn="ctr">
              <a:spcBef>
                <a:spcPts val="0"/>
              </a:spcBef>
              <a:spcAft>
                <a:spcPts val="0"/>
              </a:spcAft>
              <a:buSzPts val="800"/>
              <a:buFont typeface="Arvo"/>
              <a:buNone/>
              <a:defRPr sz="800">
                <a:latin typeface="Arvo"/>
                <a:ea typeface="Arvo"/>
                <a:cs typeface="Arvo"/>
                <a:sym typeface="Arvo"/>
              </a:defRPr>
            </a:lvl6pPr>
            <a:lvl7pPr lvl="6" algn="ctr">
              <a:spcBef>
                <a:spcPts val="0"/>
              </a:spcBef>
              <a:spcAft>
                <a:spcPts val="0"/>
              </a:spcAft>
              <a:buSzPts val="800"/>
              <a:buFont typeface="Arvo"/>
              <a:buNone/>
              <a:defRPr sz="800">
                <a:latin typeface="Arvo"/>
                <a:ea typeface="Arvo"/>
                <a:cs typeface="Arvo"/>
                <a:sym typeface="Arvo"/>
              </a:defRPr>
            </a:lvl7pPr>
            <a:lvl8pPr lvl="7" algn="ctr">
              <a:spcBef>
                <a:spcPts val="0"/>
              </a:spcBef>
              <a:spcAft>
                <a:spcPts val="0"/>
              </a:spcAft>
              <a:buSzPts val="800"/>
              <a:buFont typeface="Arvo"/>
              <a:buNone/>
              <a:defRPr sz="800">
                <a:latin typeface="Arvo"/>
                <a:ea typeface="Arvo"/>
                <a:cs typeface="Arvo"/>
                <a:sym typeface="Arvo"/>
              </a:defRPr>
            </a:lvl8pPr>
            <a:lvl9pPr lvl="8" algn="ctr">
              <a:spcBef>
                <a:spcPts val="0"/>
              </a:spcBef>
              <a:spcAft>
                <a:spcPts val="0"/>
              </a:spcAft>
              <a:buSzPts val="800"/>
              <a:buFont typeface="Arvo"/>
              <a:buNone/>
              <a:defRPr sz="800">
                <a:latin typeface="Arvo"/>
                <a:ea typeface="Arvo"/>
                <a:cs typeface="Arvo"/>
                <a:sym typeface="Arvo"/>
              </a:defRPr>
            </a:lvl9pPr>
          </a:lstStyle>
          <a:p/>
        </p:txBody>
      </p:sp>
      <p:sp>
        <p:nvSpPr>
          <p:cNvPr id="5728" name="Google Shape;5728;p93"/>
          <p:cNvSpPr txBox="1"/>
          <p:nvPr>
            <p:ph idx="30" type="subTitle"/>
          </p:nvPr>
        </p:nvSpPr>
        <p:spPr>
          <a:xfrm>
            <a:off x="-1536150" y="4787200"/>
            <a:ext cx="819300" cy="736200"/>
          </a:xfrm>
          <a:prstGeom prst="rect">
            <a:avLst/>
          </a:prstGeom>
          <a:noFill/>
          <a:ln>
            <a:noFill/>
          </a:ln>
        </p:spPr>
        <p:txBody>
          <a:bodyPr anchorCtr="0" anchor="ctr" bIns="36000" lIns="36000" spcFirstLastPara="1" rIns="36000" wrap="square" tIns="36000">
            <a:noAutofit/>
          </a:bodyPr>
          <a:lstStyle>
            <a:lvl1pPr lvl="0" algn="ctr">
              <a:spcBef>
                <a:spcPts val="0"/>
              </a:spcBef>
              <a:spcAft>
                <a:spcPts val="0"/>
              </a:spcAft>
              <a:buSzPts val="800"/>
              <a:buFont typeface="Arvo"/>
              <a:buNone/>
              <a:defRPr sz="800">
                <a:latin typeface="Arvo"/>
                <a:ea typeface="Arvo"/>
                <a:cs typeface="Arvo"/>
                <a:sym typeface="Arvo"/>
              </a:defRPr>
            </a:lvl1pPr>
            <a:lvl2pPr lvl="1" algn="ctr">
              <a:spcBef>
                <a:spcPts val="200"/>
              </a:spcBef>
              <a:spcAft>
                <a:spcPts val="0"/>
              </a:spcAft>
              <a:buSzPts val="800"/>
              <a:buFont typeface="Arvo"/>
              <a:buNone/>
              <a:defRPr sz="800">
                <a:latin typeface="Arvo"/>
                <a:ea typeface="Arvo"/>
                <a:cs typeface="Arvo"/>
                <a:sym typeface="Arvo"/>
              </a:defRPr>
            </a:lvl2pPr>
            <a:lvl3pPr lvl="2" algn="ctr">
              <a:spcBef>
                <a:spcPts val="0"/>
              </a:spcBef>
              <a:spcAft>
                <a:spcPts val="0"/>
              </a:spcAft>
              <a:buSzPts val="800"/>
              <a:buFont typeface="Arvo"/>
              <a:buNone/>
              <a:defRPr sz="800">
                <a:latin typeface="Arvo"/>
                <a:ea typeface="Arvo"/>
                <a:cs typeface="Arvo"/>
                <a:sym typeface="Arvo"/>
              </a:defRPr>
            </a:lvl3pPr>
            <a:lvl4pPr lvl="3" algn="ctr">
              <a:spcBef>
                <a:spcPts val="0"/>
              </a:spcBef>
              <a:spcAft>
                <a:spcPts val="0"/>
              </a:spcAft>
              <a:buSzPts val="800"/>
              <a:buFont typeface="Arvo"/>
              <a:buNone/>
              <a:defRPr sz="800">
                <a:latin typeface="Arvo"/>
                <a:ea typeface="Arvo"/>
                <a:cs typeface="Arvo"/>
                <a:sym typeface="Arvo"/>
              </a:defRPr>
            </a:lvl4pPr>
            <a:lvl5pPr lvl="4" algn="ctr">
              <a:spcBef>
                <a:spcPts val="0"/>
              </a:spcBef>
              <a:spcAft>
                <a:spcPts val="0"/>
              </a:spcAft>
              <a:buSzPts val="800"/>
              <a:buFont typeface="Arvo"/>
              <a:buNone/>
              <a:defRPr sz="800">
                <a:latin typeface="Arvo"/>
                <a:ea typeface="Arvo"/>
                <a:cs typeface="Arvo"/>
                <a:sym typeface="Arvo"/>
              </a:defRPr>
            </a:lvl5pPr>
            <a:lvl6pPr lvl="5" algn="ctr">
              <a:spcBef>
                <a:spcPts val="0"/>
              </a:spcBef>
              <a:spcAft>
                <a:spcPts val="0"/>
              </a:spcAft>
              <a:buSzPts val="800"/>
              <a:buFont typeface="Arvo"/>
              <a:buNone/>
              <a:defRPr sz="800">
                <a:latin typeface="Arvo"/>
                <a:ea typeface="Arvo"/>
                <a:cs typeface="Arvo"/>
                <a:sym typeface="Arvo"/>
              </a:defRPr>
            </a:lvl6pPr>
            <a:lvl7pPr lvl="6" algn="ctr">
              <a:spcBef>
                <a:spcPts val="0"/>
              </a:spcBef>
              <a:spcAft>
                <a:spcPts val="0"/>
              </a:spcAft>
              <a:buSzPts val="800"/>
              <a:buFont typeface="Arvo"/>
              <a:buNone/>
              <a:defRPr sz="800">
                <a:latin typeface="Arvo"/>
                <a:ea typeface="Arvo"/>
                <a:cs typeface="Arvo"/>
                <a:sym typeface="Arvo"/>
              </a:defRPr>
            </a:lvl7pPr>
            <a:lvl8pPr lvl="7" algn="ctr">
              <a:spcBef>
                <a:spcPts val="0"/>
              </a:spcBef>
              <a:spcAft>
                <a:spcPts val="0"/>
              </a:spcAft>
              <a:buSzPts val="800"/>
              <a:buFont typeface="Arvo"/>
              <a:buNone/>
              <a:defRPr sz="800">
                <a:latin typeface="Arvo"/>
                <a:ea typeface="Arvo"/>
                <a:cs typeface="Arvo"/>
                <a:sym typeface="Arvo"/>
              </a:defRPr>
            </a:lvl8pPr>
            <a:lvl9pPr lvl="8" algn="ctr">
              <a:spcBef>
                <a:spcPts val="0"/>
              </a:spcBef>
              <a:spcAft>
                <a:spcPts val="0"/>
              </a:spcAft>
              <a:buSzPts val="800"/>
              <a:buFont typeface="Arvo"/>
              <a:buNone/>
              <a:defRPr sz="800">
                <a:latin typeface="Arvo"/>
                <a:ea typeface="Arvo"/>
                <a:cs typeface="Arvo"/>
                <a:sym typeface="Arvo"/>
              </a:defRPr>
            </a:lvl9pPr>
          </a:lstStyle>
          <a:p/>
        </p:txBody>
      </p:sp>
      <p:sp>
        <p:nvSpPr>
          <p:cNvPr id="5729" name="Google Shape;5729;p93"/>
          <p:cNvSpPr txBox="1"/>
          <p:nvPr>
            <p:ph idx="31" type="subTitle"/>
          </p:nvPr>
        </p:nvSpPr>
        <p:spPr>
          <a:xfrm>
            <a:off x="-3411750" y="5640725"/>
            <a:ext cx="829200" cy="736200"/>
          </a:xfrm>
          <a:prstGeom prst="rect">
            <a:avLst/>
          </a:prstGeom>
          <a:noFill/>
          <a:ln>
            <a:noFill/>
          </a:ln>
        </p:spPr>
        <p:txBody>
          <a:bodyPr anchorCtr="0" anchor="ctr" bIns="36000" lIns="36000" spcFirstLastPara="1" rIns="36000" wrap="square" tIns="36000">
            <a:noAutofit/>
          </a:bodyPr>
          <a:lstStyle>
            <a:lvl1pPr lvl="0" algn="ctr">
              <a:spcBef>
                <a:spcPts val="0"/>
              </a:spcBef>
              <a:spcAft>
                <a:spcPts val="0"/>
              </a:spcAft>
              <a:buSzPts val="800"/>
              <a:buFont typeface="Arvo"/>
              <a:buNone/>
              <a:defRPr sz="800">
                <a:latin typeface="Arvo"/>
                <a:ea typeface="Arvo"/>
                <a:cs typeface="Arvo"/>
                <a:sym typeface="Arvo"/>
              </a:defRPr>
            </a:lvl1pPr>
            <a:lvl2pPr lvl="1" algn="ctr">
              <a:spcBef>
                <a:spcPts val="200"/>
              </a:spcBef>
              <a:spcAft>
                <a:spcPts val="0"/>
              </a:spcAft>
              <a:buSzPts val="800"/>
              <a:buFont typeface="Arvo"/>
              <a:buNone/>
              <a:defRPr sz="800">
                <a:latin typeface="Arvo"/>
                <a:ea typeface="Arvo"/>
                <a:cs typeface="Arvo"/>
                <a:sym typeface="Arvo"/>
              </a:defRPr>
            </a:lvl2pPr>
            <a:lvl3pPr lvl="2" algn="ctr">
              <a:spcBef>
                <a:spcPts val="0"/>
              </a:spcBef>
              <a:spcAft>
                <a:spcPts val="0"/>
              </a:spcAft>
              <a:buSzPts val="800"/>
              <a:buFont typeface="Arvo"/>
              <a:buNone/>
              <a:defRPr sz="800">
                <a:latin typeface="Arvo"/>
                <a:ea typeface="Arvo"/>
                <a:cs typeface="Arvo"/>
                <a:sym typeface="Arvo"/>
              </a:defRPr>
            </a:lvl3pPr>
            <a:lvl4pPr lvl="3" algn="ctr">
              <a:spcBef>
                <a:spcPts val="0"/>
              </a:spcBef>
              <a:spcAft>
                <a:spcPts val="0"/>
              </a:spcAft>
              <a:buSzPts val="800"/>
              <a:buFont typeface="Arvo"/>
              <a:buNone/>
              <a:defRPr sz="800">
                <a:latin typeface="Arvo"/>
                <a:ea typeface="Arvo"/>
                <a:cs typeface="Arvo"/>
                <a:sym typeface="Arvo"/>
              </a:defRPr>
            </a:lvl4pPr>
            <a:lvl5pPr lvl="4" algn="ctr">
              <a:spcBef>
                <a:spcPts val="0"/>
              </a:spcBef>
              <a:spcAft>
                <a:spcPts val="0"/>
              </a:spcAft>
              <a:buSzPts val="800"/>
              <a:buFont typeface="Arvo"/>
              <a:buNone/>
              <a:defRPr sz="800">
                <a:latin typeface="Arvo"/>
                <a:ea typeface="Arvo"/>
                <a:cs typeface="Arvo"/>
                <a:sym typeface="Arvo"/>
              </a:defRPr>
            </a:lvl5pPr>
            <a:lvl6pPr lvl="5" algn="ctr">
              <a:spcBef>
                <a:spcPts val="0"/>
              </a:spcBef>
              <a:spcAft>
                <a:spcPts val="0"/>
              </a:spcAft>
              <a:buSzPts val="800"/>
              <a:buFont typeface="Arvo"/>
              <a:buNone/>
              <a:defRPr sz="800">
                <a:latin typeface="Arvo"/>
                <a:ea typeface="Arvo"/>
                <a:cs typeface="Arvo"/>
                <a:sym typeface="Arvo"/>
              </a:defRPr>
            </a:lvl6pPr>
            <a:lvl7pPr lvl="6" algn="ctr">
              <a:spcBef>
                <a:spcPts val="0"/>
              </a:spcBef>
              <a:spcAft>
                <a:spcPts val="0"/>
              </a:spcAft>
              <a:buSzPts val="800"/>
              <a:buFont typeface="Arvo"/>
              <a:buNone/>
              <a:defRPr sz="800">
                <a:latin typeface="Arvo"/>
                <a:ea typeface="Arvo"/>
                <a:cs typeface="Arvo"/>
                <a:sym typeface="Arvo"/>
              </a:defRPr>
            </a:lvl7pPr>
            <a:lvl8pPr lvl="7" algn="ctr">
              <a:spcBef>
                <a:spcPts val="0"/>
              </a:spcBef>
              <a:spcAft>
                <a:spcPts val="0"/>
              </a:spcAft>
              <a:buSzPts val="800"/>
              <a:buFont typeface="Arvo"/>
              <a:buNone/>
              <a:defRPr sz="800">
                <a:latin typeface="Arvo"/>
                <a:ea typeface="Arvo"/>
                <a:cs typeface="Arvo"/>
                <a:sym typeface="Arvo"/>
              </a:defRPr>
            </a:lvl8pPr>
            <a:lvl9pPr lvl="8" algn="ctr">
              <a:spcBef>
                <a:spcPts val="0"/>
              </a:spcBef>
              <a:spcAft>
                <a:spcPts val="0"/>
              </a:spcAft>
              <a:buSzPts val="800"/>
              <a:buFont typeface="Arvo"/>
              <a:buNone/>
              <a:defRPr sz="800">
                <a:latin typeface="Arvo"/>
                <a:ea typeface="Arvo"/>
                <a:cs typeface="Arvo"/>
                <a:sym typeface="Arvo"/>
              </a:defRPr>
            </a:lvl9pPr>
          </a:lstStyle>
          <a:p/>
        </p:txBody>
      </p:sp>
      <p:sp>
        <p:nvSpPr>
          <p:cNvPr id="5730" name="Google Shape;5730;p93"/>
          <p:cNvSpPr txBox="1"/>
          <p:nvPr>
            <p:ph idx="32" type="subTitle"/>
          </p:nvPr>
        </p:nvSpPr>
        <p:spPr>
          <a:xfrm>
            <a:off x="-2477575" y="5640725"/>
            <a:ext cx="819300" cy="736200"/>
          </a:xfrm>
          <a:prstGeom prst="rect">
            <a:avLst/>
          </a:prstGeom>
          <a:noFill/>
          <a:ln>
            <a:noFill/>
          </a:ln>
        </p:spPr>
        <p:txBody>
          <a:bodyPr anchorCtr="0" anchor="ctr" bIns="36000" lIns="36000" spcFirstLastPara="1" rIns="36000" wrap="square" tIns="36000">
            <a:noAutofit/>
          </a:bodyPr>
          <a:lstStyle>
            <a:lvl1pPr lvl="0" algn="ctr">
              <a:spcBef>
                <a:spcPts val="0"/>
              </a:spcBef>
              <a:spcAft>
                <a:spcPts val="0"/>
              </a:spcAft>
              <a:buSzPts val="800"/>
              <a:buFont typeface="Arvo"/>
              <a:buNone/>
              <a:defRPr sz="800">
                <a:latin typeface="Arvo"/>
                <a:ea typeface="Arvo"/>
                <a:cs typeface="Arvo"/>
                <a:sym typeface="Arvo"/>
              </a:defRPr>
            </a:lvl1pPr>
            <a:lvl2pPr lvl="1" algn="ctr">
              <a:spcBef>
                <a:spcPts val="200"/>
              </a:spcBef>
              <a:spcAft>
                <a:spcPts val="0"/>
              </a:spcAft>
              <a:buSzPts val="800"/>
              <a:buFont typeface="Arvo"/>
              <a:buNone/>
              <a:defRPr sz="800">
                <a:latin typeface="Arvo"/>
                <a:ea typeface="Arvo"/>
                <a:cs typeface="Arvo"/>
                <a:sym typeface="Arvo"/>
              </a:defRPr>
            </a:lvl2pPr>
            <a:lvl3pPr lvl="2" algn="ctr">
              <a:spcBef>
                <a:spcPts val="0"/>
              </a:spcBef>
              <a:spcAft>
                <a:spcPts val="0"/>
              </a:spcAft>
              <a:buSzPts val="800"/>
              <a:buFont typeface="Arvo"/>
              <a:buNone/>
              <a:defRPr sz="800">
                <a:latin typeface="Arvo"/>
                <a:ea typeface="Arvo"/>
                <a:cs typeface="Arvo"/>
                <a:sym typeface="Arvo"/>
              </a:defRPr>
            </a:lvl3pPr>
            <a:lvl4pPr lvl="3" algn="ctr">
              <a:spcBef>
                <a:spcPts val="0"/>
              </a:spcBef>
              <a:spcAft>
                <a:spcPts val="0"/>
              </a:spcAft>
              <a:buSzPts val="800"/>
              <a:buFont typeface="Arvo"/>
              <a:buNone/>
              <a:defRPr sz="800">
                <a:latin typeface="Arvo"/>
                <a:ea typeface="Arvo"/>
                <a:cs typeface="Arvo"/>
                <a:sym typeface="Arvo"/>
              </a:defRPr>
            </a:lvl4pPr>
            <a:lvl5pPr lvl="4" algn="ctr">
              <a:spcBef>
                <a:spcPts val="0"/>
              </a:spcBef>
              <a:spcAft>
                <a:spcPts val="0"/>
              </a:spcAft>
              <a:buSzPts val="800"/>
              <a:buFont typeface="Arvo"/>
              <a:buNone/>
              <a:defRPr sz="800">
                <a:latin typeface="Arvo"/>
                <a:ea typeface="Arvo"/>
                <a:cs typeface="Arvo"/>
                <a:sym typeface="Arvo"/>
              </a:defRPr>
            </a:lvl5pPr>
            <a:lvl6pPr lvl="5" algn="ctr">
              <a:spcBef>
                <a:spcPts val="0"/>
              </a:spcBef>
              <a:spcAft>
                <a:spcPts val="0"/>
              </a:spcAft>
              <a:buSzPts val="800"/>
              <a:buFont typeface="Arvo"/>
              <a:buNone/>
              <a:defRPr sz="800">
                <a:latin typeface="Arvo"/>
                <a:ea typeface="Arvo"/>
                <a:cs typeface="Arvo"/>
                <a:sym typeface="Arvo"/>
              </a:defRPr>
            </a:lvl6pPr>
            <a:lvl7pPr lvl="6" algn="ctr">
              <a:spcBef>
                <a:spcPts val="0"/>
              </a:spcBef>
              <a:spcAft>
                <a:spcPts val="0"/>
              </a:spcAft>
              <a:buSzPts val="800"/>
              <a:buFont typeface="Arvo"/>
              <a:buNone/>
              <a:defRPr sz="800">
                <a:latin typeface="Arvo"/>
                <a:ea typeface="Arvo"/>
                <a:cs typeface="Arvo"/>
                <a:sym typeface="Arvo"/>
              </a:defRPr>
            </a:lvl7pPr>
            <a:lvl8pPr lvl="7" algn="ctr">
              <a:spcBef>
                <a:spcPts val="0"/>
              </a:spcBef>
              <a:spcAft>
                <a:spcPts val="0"/>
              </a:spcAft>
              <a:buSzPts val="800"/>
              <a:buFont typeface="Arvo"/>
              <a:buNone/>
              <a:defRPr sz="800">
                <a:latin typeface="Arvo"/>
                <a:ea typeface="Arvo"/>
                <a:cs typeface="Arvo"/>
                <a:sym typeface="Arvo"/>
              </a:defRPr>
            </a:lvl8pPr>
            <a:lvl9pPr lvl="8" algn="ctr">
              <a:spcBef>
                <a:spcPts val="0"/>
              </a:spcBef>
              <a:spcAft>
                <a:spcPts val="0"/>
              </a:spcAft>
              <a:buSzPts val="800"/>
              <a:buFont typeface="Arvo"/>
              <a:buNone/>
              <a:defRPr sz="800">
                <a:latin typeface="Arvo"/>
                <a:ea typeface="Arvo"/>
                <a:cs typeface="Arvo"/>
                <a:sym typeface="Arvo"/>
              </a:defRPr>
            </a:lvl9pPr>
          </a:lstStyle>
          <a:p/>
        </p:txBody>
      </p:sp>
      <p:sp>
        <p:nvSpPr>
          <p:cNvPr id="5731" name="Google Shape;5731;p93"/>
          <p:cNvSpPr txBox="1"/>
          <p:nvPr>
            <p:ph idx="33" type="subTitle"/>
          </p:nvPr>
        </p:nvSpPr>
        <p:spPr>
          <a:xfrm>
            <a:off x="-1541575" y="5640600"/>
            <a:ext cx="829200" cy="736200"/>
          </a:xfrm>
          <a:prstGeom prst="rect">
            <a:avLst/>
          </a:prstGeom>
          <a:noFill/>
          <a:ln>
            <a:noFill/>
          </a:ln>
        </p:spPr>
        <p:txBody>
          <a:bodyPr anchorCtr="0" anchor="ctr" bIns="36000" lIns="36000" spcFirstLastPara="1" rIns="36000" wrap="square" tIns="36000">
            <a:noAutofit/>
          </a:bodyPr>
          <a:lstStyle>
            <a:lvl1pPr lvl="0" algn="ctr">
              <a:spcBef>
                <a:spcPts val="0"/>
              </a:spcBef>
              <a:spcAft>
                <a:spcPts val="0"/>
              </a:spcAft>
              <a:buSzPts val="800"/>
              <a:buFont typeface="Arvo"/>
              <a:buNone/>
              <a:defRPr sz="800">
                <a:latin typeface="Arvo"/>
                <a:ea typeface="Arvo"/>
                <a:cs typeface="Arvo"/>
                <a:sym typeface="Arvo"/>
              </a:defRPr>
            </a:lvl1pPr>
            <a:lvl2pPr lvl="1" algn="ctr">
              <a:spcBef>
                <a:spcPts val="200"/>
              </a:spcBef>
              <a:spcAft>
                <a:spcPts val="0"/>
              </a:spcAft>
              <a:buSzPts val="800"/>
              <a:buFont typeface="Arvo"/>
              <a:buNone/>
              <a:defRPr sz="800">
                <a:latin typeface="Arvo"/>
                <a:ea typeface="Arvo"/>
                <a:cs typeface="Arvo"/>
                <a:sym typeface="Arvo"/>
              </a:defRPr>
            </a:lvl2pPr>
            <a:lvl3pPr lvl="2" algn="ctr">
              <a:spcBef>
                <a:spcPts val="0"/>
              </a:spcBef>
              <a:spcAft>
                <a:spcPts val="0"/>
              </a:spcAft>
              <a:buSzPts val="800"/>
              <a:buFont typeface="Arvo"/>
              <a:buNone/>
              <a:defRPr sz="800">
                <a:latin typeface="Arvo"/>
                <a:ea typeface="Arvo"/>
                <a:cs typeface="Arvo"/>
                <a:sym typeface="Arvo"/>
              </a:defRPr>
            </a:lvl3pPr>
            <a:lvl4pPr lvl="3" algn="ctr">
              <a:spcBef>
                <a:spcPts val="0"/>
              </a:spcBef>
              <a:spcAft>
                <a:spcPts val="0"/>
              </a:spcAft>
              <a:buSzPts val="800"/>
              <a:buFont typeface="Arvo"/>
              <a:buNone/>
              <a:defRPr sz="800">
                <a:latin typeface="Arvo"/>
                <a:ea typeface="Arvo"/>
                <a:cs typeface="Arvo"/>
                <a:sym typeface="Arvo"/>
              </a:defRPr>
            </a:lvl4pPr>
            <a:lvl5pPr lvl="4" algn="ctr">
              <a:spcBef>
                <a:spcPts val="0"/>
              </a:spcBef>
              <a:spcAft>
                <a:spcPts val="0"/>
              </a:spcAft>
              <a:buSzPts val="800"/>
              <a:buFont typeface="Arvo"/>
              <a:buNone/>
              <a:defRPr sz="800">
                <a:latin typeface="Arvo"/>
                <a:ea typeface="Arvo"/>
                <a:cs typeface="Arvo"/>
                <a:sym typeface="Arvo"/>
              </a:defRPr>
            </a:lvl5pPr>
            <a:lvl6pPr lvl="5" algn="ctr">
              <a:spcBef>
                <a:spcPts val="0"/>
              </a:spcBef>
              <a:spcAft>
                <a:spcPts val="0"/>
              </a:spcAft>
              <a:buSzPts val="800"/>
              <a:buFont typeface="Arvo"/>
              <a:buNone/>
              <a:defRPr sz="800">
                <a:latin typeface="Arvo"/>
                <a:ea typeface="Arvo"/>
                <a:cs typeface="Arvo"/>
                <a:sym typeface="Arvo"/>
              </a:defRPr>
            </a:lvl6pPr>
            <a:lvl7pPr lvl="6" algn="ctr">
              <a:spcBef>
                <a:spcPts val="0"/>
              </a:spcBef>
              <a:spcAft>
                <a:spcPts val="0"/>
              </a:spcAft>
              <a:buSzPts val="800"/>
              <a:buFont typeface="Arvo"/>
              <a:buNone/>
              <a:defRPr sz="800">
                <a:latin typeface="Arvo"/>
                <a:ea typeface="Arvo"/>
                <a:cs typeface="Arvo"/>
                <a:sym typeface="Arvo"/>
              </a:defRPr>
            </a:lvl7pPr>
            <a:lvl8pPr lvl="7" algn="ctr">
              <a:spcBef>
                <a:spcPts val="0"/>
              </a:spcBef>
              <a:spcAft>
                <a:spcPts val="0"/>
              </a:spcAft>
              <a:buSzPts val="800"/>
              <a:buFont typeface="Arvo"/>
              <a:buNone/>
              <a:defRPr sz="800">
                <a:latin typeface="Arvo"/>
                <a:ea typeface="Arvo"/>
                <a:cs typeface="Arvo"/>
                <a:sym typeface="Arvo"/>
              </a:defRPr>
            </a:lvl8pPr>
            <a:lvl9pPr lvl="8" algn="ctr">
              <a:spcBef>
                <a:spcPts val="0"/>
              </a:spcBef>
              <a:spcAft>
                <a:spcPts val="0"/>
              </a:spcAft>
              <a:buSzPts val="800"/>
              <a:buFont typeface="Arvo"/>
              <a:buNone/>
              <a:defRPr sz="800">
                <a:latin typeface="Arvo"/>
                <a:ea typeface="Arvo"/>
                <a:cs typeface="Arvo"/>
                <a:sym typeface="Arvo"/>
              </a:defRPr>
            </a:lvl9pPr>
          </a:lstStyle>
          <a:p/>
        </p:txBody>
      </p:sp>
      <p:sp>
        <p:nvSpPr>
          <p:cNvPr id="5732" name="Google Shape;5732;p93"/>
          <p:cNvSpPr txBox="1"/>
          <p:nvPr>
            <p:ph idx="34" type="subTitle"/>
          </p:nvPr>
        </p:nvSpPr>
        <p:spPr>
          <a:xfrm>
            <a:off x="5337575" y="4331637"/>
            <a:ext cx="4319400" cy="390000"/>
          </a:xfrm>
          <a:prstGeom prst="rect">
            <a:avLst/>
          </a:prstGeom>
          <a:noFill/>
          <a:ln>
            <a:noFill/>
          </a:ln>
        </p:spPr>
        <p:txBody>
          <a:bodyPr anchorCtr="0" anchor="ctr" bIns="18000" lIns="18000" spcFirstLastPara="1" rIns="18000" wrap="square" tIns="18000">
            <a:noAutofit/>
          </a:bodyPr>
          <a:lstStyle>
            <a:lvl1pPr lvl="0" algn="ctr">
              <a:spcBef>
                <a:spcPts val="0"/>
              </a:spcBef>
              <a:spcAft>
                <a:spcPts val="0"/>
              </a:spcAft>
              <a:buSzPts val="900"/>
              <a:buFont typeface="Arvo"/>
              <a:buNone/>
              <a:defRPr sz="900">
                <a:latin typeface="Arvo"/>
                <a:ea typeface="Arvo"/>
                <a:cs typeface="Arvo"/>
                <a:sym typeface="Arvo"/>
              </a:defRPr>
            </a:lvl1pPr>
            <a:lvl2pPr lvl="1" algn="ctr">
              <a:spcBef>
                <a:spcPts val="200"/>
              </a:spcBef>
              <a:spcAft>
                <a:spcPts val="0"/>
              </a:spcAft>
              <a:buSzPts val="1400"/>
              <a:buNone/>
              <a:defRPr/>
            </a:lvl2pPr>
            <a:lvl3pPr lvl="2" algn="ctr">
              <a:spcBef>
                <a:spcPts val="0"/>
              </a:spcBef>
              <a:spcAft>
                <a:spcPts val="0"/>
              </a:spcAft>
              <a:buSzPts val="1400"/>
              <a:buNone/>
              <a:defRPr/>
            </a:lvl3pPr>
            <a:lvl4pPr lvl="3" algn="ctr">
              <a:spcBef>
                <a:spcPts val="0"/>
              </a:spcBef>
              <a:spcAft>
                <a:spcPts val="0"/>
              </a:spcAft>
              <a:buSzPts val="1400"/>
              <a:buNone/>
              <a:defRPr/>
            </a:lvl4pPr>
            <a:lvl5pPr lvl="4" algn="ctr">
              <a:spcBef>
                <a:spcPts val="0"/>
              </a:spcBef>
              <a:spcAft>
                <a:spcPts val="0"/>
              </a:spcAft>
              <a:buSzPts val="1400"/>
              <a:buNone/>
              <a:defRPr/>
            </a:lvl5pPr>
            <a:lvl6pPr lvl="5" algn="ctr">
              <a:spcBef>
                <a:spcPts val="0"/>
              </a:spcBef>
              <a:spcAft>
                <a:spcPts val="0"/>
              </a:spcAft>
              <a:buSzPts val="1400"/>
              <a:buNone/>
              <a:defRPr/>
            </a:lvl6pPr>
            <a:lvl7pPr lvl="6" algn="ctr">
              <a:spcBef>
                <a:spcPts val="0"/>
              </a:spcBef>
              <a:spcAft>
                <a:spcPts val="0"/>
              </a:spcAft>
              <a:buSzPts val="1400"/>
              <a:buNone/>
              <a:defRPr/>
            </a:lvl7pPr>
            <a:lvl8pPr lvl="7" algn="ctr">
              <a:spcBef>
                <a:spcPts val="0"/>
              </a:spcBef>
              <a:spcAft>
                <a:spcPts val="0"/>
              </a:spcAft>
              <a:buSzPts val="1400"/>
              <a:buNone/>
              <a:defRPr/>
            </a:lvl8pPr>
            <a:lvl9pPr lvl="8" algn="ctr">
              <a:spcBef>
                <a:spcPts val="0"/>
              </a:spcBef>
              <a:spcAft>
                <a:spcPts val="0"/>
              </a:spcAft>
              <a:buSzPts val="1400"/>
              <a:buNone/>
              <a:defRPr/>
            </a:lvl9pPr>
          </a:lstStyle>
          <a:p/>
        </p:txBody>
      </p:sp>
      <p:sp>
        <p:nvSpPr>
          <p:cNvPr id="5733" name="Google Shape;5733;p93"/>
          <p:cNvSpPr txBox="1"/>
          <p:nvPr>
            <p:ph idx="35" type="subTitle"/>
          </p:nvPr>
        </p:nvSpPr>
        <p:spPr>
          <a:xfrm>
            <a:off x="5337575" y="5888594"/>
            <a:ext cx="4319400" cy="390000"/>
          </a:xfrm>
          <a:prstGeom prst="rect">
            <a:avLst/>
          </a:prstGeom>
          <a:noFill/>
          <a:ln>
            <a:noFill/>
          </a:ln>
        </p:spPr>
        <p:txBody>
          <a:bodyPr anchorCtr="0" anchor="ctr" bIns="18000" lIns="18000" spcFirstLastPara="1" rIns="18000" wrap="square" tIns="18000">
            <a:noAutofit/>
          </a:bodyPr>
          <a:lstStyle>
            <a:lvl1pPr lvl="0" algn="ctr">
              <a:spcBef>
                <a:spcPts val="0"/>
              </a:spcBef>
              <a:spcAft>
                <a:spcPts val="0"/>
              </a:spcAft>
              <a:buSzPts val="900"/>
              <a:buFont typeface="Arvo"/>
              <a:buNone/>
              <a:defRPr sz="900">
                <a:latin typeface="Arvo"/>
                <a:ea typeface="Arvo"/>
                <a:cs typeface="Arvo"/>
                <a:sym typeface="Arvo"/>
              </a:defRPr>
            </a:lvl1pPr>
            <a:lvl2pPr lvl="1" algn="ctr">
              <a:spcBef>
                <a:spcPts val="200"/>
              </a:spcBef>
              <a:spcAft>
                <a:spcPts val="0"/>
              </a:spcAft>
              <a:buSzPts val="1400"/>
              <a:buFont typeface="Arvo"/>
              <a:buNone/>
              <a:defRPr>
                <a:latin typeface="Arvo"/>
                <a:ea typeface="Arvo"/>
                <a:cs typeface="Arvo"/>
                <a:sym typeface="Arvo"/>
              </a:defRPr>
            </a:lvl2pPr>
            <a:lvl3pPr lvl="2" algn="ctr">
              <a:spcBef>
                <a:spcPts val="0"/>
              </a:spcBef>
              <a:spcAft>
                <a:spcPts val="0"/>
              </a:spcAft>
              <a:buSzPts val="1400"/>
              <a:buFont typeface="Arvo"/>
              <a:buNone/>
              <a:defRPr>
                <a:latin typeface="Arvo"/>
                <a:ea typeface="Arvo"/>
                <a:cs typeface="Arvo"/>
                <a:sym typeface="Arvo"/>
              </a:defRPr>
            </a:lvl3pPr>
            <a:lvl4pPr lvl="3" algn="ctr">
              <a:spcBef>
                <a:spcPts val="0"/>
              </a:spcBef>
              <a:spcAft>
                <a:spcPts val="0"/>
              </a:spcAft>
              <a:buSzPts val="1400"/>
              <a:buFont typeface="Arvo"/>
              <a:buNone/>
              <a:defRPr>
                <a:latin typeface="Arvo"/>
                <a:ea typeface="Arvo"/>
                <a:cs typeface="Arvo"/>
                <a:sym typeface="Arvo"/>
              </a:defRPr>
            </a:lvl4pPr>
            <a:lvl5pPr lvl="4" algn="ctr">
              <a:spcBef>
                <a:spcPts val="0"/>
              </a:spcBef>
              <a:spcAft>
                <a:spcPts val="0"/>
              </a:spcAft>
              <a:buSzPts val="1400"/>
              <a:buFont typeface="Arvo"/>
              <a:buNone/>
              <a:defRPr>
                <a:latin typeface="Arvo"/>
                <a:ea typeface="Arvo"/>
                <a:cs typeface="Arvo"/>
                <a:sym typeface="Arvo"/>
              </a:defRPr>
            </a:lvl5pPr>
            <a:lvl6pPr lvl="5" algn="ctr">
              <a:spcBef>
                <a:spcPts val="0"/>
              </a:spcBef>
              <a:spcAft>
                <a:spcPts val="0"/>
              </a:spcAft>
              <a:buSzPts val="1400"/>
              <a:buFont typeface="Arvo"/>
              <a:buNone/>
              <a:defRPr>
                <a:latin typeface="Arvo"/>
                <a:ea typeface="Arvo"/>
                <a:cs typeface="Arvo"/>
                <a:sym typeface="Arvo"/>
              </a:defRPr>
            </a:lvl6pPr>
            <a:lvl7pPr lvl="6" algn="ctr">
              <a:spcBef>
                <a:spcPts val="0"/>
              </a:spcBef>
              <a:spcAft>
                <a:spcPts val="0"/>
              </a:spcAft>
              <a:buSzPts val="1400"/>
              <a:buFont typeface="Arvo"/>
              <a:buNone/>
              <a:defRPr>
                <a:latin typeface="Arvo"/>
                <a:ea typeface="Arvo"/>
                <a:cs typeface="Arvo"/>
                <a:sym typeface="Arvo"/>
              </a:defRPr>
            </a:lvl7pPr>
            <a:lvl8pPr lvl="7" algn="ctr">
              <a:spcBef>
                <a:spcPts val="0"/>
              </a:spcBef>
              <a:spcAft>
                <a:spcPts val="0"/>
              </a:spcAft>
              <a:buSzPts val="1400"/>
              <a:buFont typeface="Arvo"/>
              <a:buNone/>
              <a:defRPr>
                <a:latin typeface="Arvo"/>
                <a:ea typeface="Arvo"/>
                <a:cs typeface="Arvo"/>
                <a:sym typeface="Arvo"/>
              </a:defRPr>
            </a:lvl8pPr>
            <a:lvl9pPr lvl="8" algn="ctr">
              <a:spcBef>
                <a:spcPts val="0"/>
              </a:spcBef>
              <a:spcAft>
                <a:spcPts val="0"/>
              </a:spcAft>
              <a:buSzPts val="1400"/>
              <a:buFont typeface="Arvo"/>
              <a:buNone/>
              <a:defRPr>
                <a:latin typeface="Arvo"/>
                <a:ea typeface="Arvo"/>
                <a:cs typeface="Arvo"/>
                <a:sym typeface="Arvo"/>
              </a:defRPr>
            </a:lvl9pPr>
          </a:lstStyle>
          <a:p/>
        </p:txBody>
      </p:sp>
      <p:sp>
        <p:nvSpPr>
          <p:cNvPr id="5734" name="Google Shape;5734;p93"/>
          <p:cNvSpPr txBox="1"/>
          <p:nvPr>
            <p:ph idx="36" type="subTitle"/>
          </p:nvPr>
        </p:nvSpPr>
        <p:spPr>
          <a:xfrm>
            <a:off x="5337575" y="2820825"/>
            <a:ext cx="4319400" cy="390000"/>
          </a:xfrm>
          <a:prstGeom prst="rect">
            <a:avLst/>
          </a:prstGeom>
          <a:noFill/>
          <a:ln>
            <a:noFill/>
          </a:ln>
        </p:spPr>
        <p:txBody>
          <a:bodyPr anchorCtr="0" anchor="ctr" bIns="18000" lIns="18000" spcFirstLastPara="1" rIns="18000" wrap="square" tIns="18000">
            <a:noAutofit/>
          </a:bodyPr>
          <a:lstStyle>
            <a:lvl1pPr lvl="0" algn="ctr">
              <a:spcBef>
                <a:spcPts val="0"/>
              </a:spcBef>
              <a:spcAft>
                <a:spcPts val="0"/>
              </a:spcAft>
              <a:buSzPts val="900"/>
              <a:buFont typeface="Arvo"/>
              <a:buNone/>
              <a:defRPr sz="900">
                <a:latin typeface="Arvo"/>
                <a:ea typeface="Arvo"/>
                <a:cs typeface="Arvo"/>
                <a:sym typeface="Arvo"/>
              </a:defRPr>
            </a:lvl1pPr>
            <a:lvl2pPr lvl="1" algn="ctr">
              <a:spcBef>
                <a:spcPts val="200"/>
              </a:spcBef>
              <a:spcAft>
                <a:spcPts val="0"/>
              </a:spcAft>
              <a:buSzPts val="1400"/>
              <a:buNone/>
              <a:defRPr/>
            </a:lvl2pPr>
            <a:lvl3pPr lvl="2" algn="ctr">
              <a:spcBef>
                <a:spcPts val="0"/>
              </a:spcBef>
              <a:spcAft>
                <a:spcPts val="0"/>
              </a:spcAft>
              <a:buSzPts val="1400"/>
              <a:buNone/>
              <a:defRPr/>
            </a:lvl3pPr>
            <a:lvl4pPr lvl="3" algn="ctr">
              <a:spcBef>
                <a:spcPts val="0"/>
              </a:spcBef>
              <a:spcAft>
                <a:spcPts val="0"/>
              </a:spcAft>
              <a:buSzPts val="1400"/>
              <a:buNone/>
              <a:defRPr/>
            </a:lvl4pPr>
            <a:lvl5pPr lvl="4" algn="ctr">
              <a:spcBef>
                <a:spcPts val="0"/>
              </a:spcBef>
              <a:spcAft>
                <a:spcPts val="0"/>
              </a:spcAft>
              <a:buSzPts val="1400"/>
              <a:buNone/>
              <a:defRPr/>
            </a:lvl5pPr>
            <a:lvl6pPr lvl="5" algn="ctr">
              <a:spcBef>
                <a:spcPts val="0"/>
              </a:spcBef>
              <a:spcAft>
                <a:spcPts val="0"/>
              </a:spcAft>
              <a:buSzPts val="1400"/>
              <a:buNone/>
              <a:defRPr/>
            </a:lvl6pPr>
            <a:lvl7pPr lvl="6" algn="ctr">
              <a:spcBef>
                <a:spcPts val="0"/>
              </a:spcBef>
              <a:spcAft>
                <a:spcPts val="0"/>
              </a:spcAft>
              <a:buSzPts val="1400"/>
              <a:buNone/>
              <a:defRPr/>
            </a:lvl7pPr>
            <a:lvl8pPr lvl="7" algn="ctr">
              <a:spcBef>
                <a:spcPts val="0"/>
              </a:spcBef>
              <a:spcAft>
                <a:spcPts val="0"/>
              </a:spcAft>
              <a:buSzPts val="1400"/>
              <a:buNone/>
              <a:defRPr/>
            </a:lvl8pPr>
            <a:lvl9pPr lvl="8" algn="ctr">
              <a:spcBef>
                <a:spcPts val="0"/>
              </a:spcBef>
              <a:spcAft>
                <a:spcPts val="0"/>
              </a:spcAft>
              <a:buSzPts val="1400"/>
              <a:buNone/>
              <a:defRPr/>
            </a:lvl9pPr>
          </a:lstStyle>
          <a:p/>
        </p:txBody>
      </p:sp>
      <p:sp>
        <p:nvSpPr>
          <p:cNvPr id="5735" name="Google Shape;5735;p93"/>
          <p:cNvSpPr txBox="1"/>
          <p:nvPr/>
        </p:nvSpPr>
        <p:spPr>
          <a:xfrm>
            <a:off x="2524025" y="387675"/>
            <a:ext cx="15012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Unid. Organizacional:</a:t>
            </a:r>
            <a:endParaRPr b="1" sz="1100"/>
          </a:p>
        </p:txBody>
      </p:sp>
      <p:sp>
        <p:nvSpPr>
          <p:cNvPr id="5736" name="Google Shape;5736;p93"/>
          <p:cNvSpPr txBox="1"/>
          <p:nvPr/>
        </p:nvSpPr>
        <p:spPr>
          <a:xfrm>
            <a:off x="2524020" y="579550"/>
            <a:ext cx="6846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Alcance:</a:t>
            </a:r>
            <a:endParaRPr b="1" sz="1100"/>
          </a:p>
        </p:txBody>
      </p:sp>
      <p:sp>
        <p:nvSpPr>
          <p:cNvPr id="5737" name="Google Shape;5737;p93"/>
          <p:cNvSpPr txBox="1"/>
          <p:nvPr>
            <p:ph type="title"/>
          </p:nvPr>
        </p:nvSpPr>
        <p:spPr>
          <a:xfrm flipH="1">
            <a:off x="4025374" y="387675"/>
            <a:ext cx="5863200" cy="1692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000"/>
              <a:buNone/>
              <a:defRPr sz="1000">
                <a:solidFill>
                  <a:srgbClr val="000000"/>
                </a:solidFill>
              </a:defRPr>
            </a:lvl1pPr>
            <a:lvl2pPr lvl="1">
              <a:spcBef>
                <a:spcPts val="0"/>
              </a:spcBef>
              <a:spcAft>
                <a:spcPts val="0"/>
              </a:spcAft>
              <a:buClr>
                <a:srgbClr val="000000"/>
              </a:buClr>
              <a:buSzPts val="1000"/>
              <a:buNone/>
              <a:defRPr sz="1000">
                <a:solidFill>
                  <a:srgbClr val="000000"/>
                </a:solidFill>
              </a:defRPr>
            </a:lvl2pPr>
            <a:lvl3pPr lvl="2">
              <a:spcBef>
                <a:spcPts val="0"/>
              </a:spcBef>
              <a:spcAft>
                <a:spcPts val="0"/>
              </a:spcAft>
              <a:buClr>
                <a:srgbClr val="000000"/>
              </a:buClr>
              <a:buSzPts val="1000"/>
              <a:buNone/>
              <a:defRPr sz="1000">
                <a:solidFill>
                  <a:srgbClr val="000000"/>
                </a:solidFill>
              </a:defRPr>
            </a:lvl3pPr>
            <a:lvl4pPr lvl="3">
              <a:spcBef>
                <a:spcPts val="0"/>
              </a:spcBef>
              <a:spcAft>
                <a:spcPts val="0"/>
              </a:spcAft>
              <a:buClr>
                <a:srgbClr val="000000"/>
              </a:buClr>
              <a:buSzPts val="1000"/>
              <a:buNone/>
              <a:defRPr sz="1000">
                <a:solidFill>
                  <a:srgbClr val="000000"/>
                </a:solidFill>
              </a:defRPr>
            </a:lvl4pPr>
            <a:lvl5pPr lvl="4">
              <a:spcBef>
                <a:spcPts val="0"/>
              </a:spcBef>
              <a:spcAft>
                <a:spcPts val="0"/>
              </a:spcAft>
              <a:buClr>
                <a:srgbClr val="000000"/>
              </a:buClr>
              <a:buSzPts val="1000"/>
              <a:buNone/>
              <a:defRPr sz="1000">
                <a:solidFill>
                  <a:srgbClr val="000000"/>
                </a:solidFill>
              </a:defRPr>
            </a:lvl5pPr>
            <a:lvl6pPr lvl="5">
              <a:spcBef>
                <a:spcPts val="0"/>
              </a:spcBef>
              <a:spcAft>
                <a:spcPts val="0"/>
              </a:spcAft>
              <a:buClr>
                <a:srgbClr val="000000"/>
              </a:buClr>
              <a:buSzPts val="1000"/>
              <a:buNone/>
              <a:defRPr sz="1000">
                <a:solidFill>
                  <a:srgbClr val="000000"/>
                </a:solidFill>
              </a:defRPr>
            </a:lvl6pPr>
            <a:lvl7pPr lvl="6">
              <a:spcBef>
                <a:spcPts val="0"/>
              </a:spcBef>
              <a:spcAft>
                <a:spcPts val="0"/>
              </a:spcAft>
              <a:buClr>
                <a:srgbClr val="000000"/>
              </a:buClr>
              <a:buSzPts val="1000"/>
              <a:buNone/>
              <a:defRPr sz="1000">
                <a:solidFill>
                  <a:srgbClr val="000000"/>
                </a:solidFill>
              </a:defRPr>
            </a:lvl7pPr>
            <a:lvl8pPr lvl="7">
              <a:spcBef>
                <a:spcPts val="0"/>
              </a:spcBef>
              <a:spcAft>
                <a:spcPts val="0"/>
              </a:spcAft>
              <a:buClr>
                <a:srgbClr val="000000"/>
              </a:buClr>
              <a:buSzPts val="1000"/>
              <a:buNone/>
              <a:defRPr sz="1000">
                <a:solidFill>
                  <a:srgbClr val="000000"/>
                </a:solidFill>
              </a:defRPr>
            </a:lvl8pPr>
            <a:lvl9pPr lvl="8">
              <a:spcBef>
                <a:spcPts val="0"/>
              </a:spcBef>
              <a:spcAft>
                <a:spcPts val="0"/>
              </a:spcAft>
              <a:buClr>
                <a:srgbClr val="000000"/>
              </a:buClr>
              <a:buSzPts val="1000"/>
              <a:buNone/>
              <a:defRPr sz="1000">
                <a:solidFill>
                  <a:srgbClr val="000000"/>
                </a:solidFill>
              </a:defRPr>
            </a:lvl9pPr>
          </a:lstStyle>
          <a:p/>
        </p:txBody>
      </p:sp>
      <p:sp>
        <p:nvSpPr>
          <p:cNvPr id="5738" name="Google Shape;5738;p93"/>
          <p:cNvSpPr txBox="1"/>
          <p:nvPr>
            <p:ph idx="37" type="title"/>
          </p:nvPr>
        </p:nvSpPr>
        <p:spPr>
          <a:xfrm flipH="1">
            <a:off x="3208773" y="579550"/>
            <a:ext cx="6679800" cy="1692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000"/>
              <a:buNone/>
              <a:defRPr sz="1000">
                <a:solidFill>
                  <a:srgbClr val="000000"/>
                </a:solidFill>
              </a:defRPr>
            </a:lvl1pPr>
            <a:lvl2pPr lvl="1">
              <a:spcBef>
                <a:spcPts val="0"/>
              </a:spcBef>
              <a:spcAft>
                <a:spcPts val="0"/>
              </a:spcAft>
              <a:buClr>
                <a:srgbClr val="000000"/>
              </a:buClr>
              <a:buSzPts val="1000"/>
              <a:buNone/>
              <a:defRPr sz="1000">
                <a:solidFill>
                  <a:srgbClr val="000000"/>
                </a:solidFill>
              </a:defRPr>
            </a:lvl2pPr>
            <a:lvl3pPr lvl="2">
              <a:spcBef>
                <a:spcPts val="0"/>
              </a:spcBef>
              <a:spcAft>
                <a:spcPts val="0"/>
              </a:spcAft>
              <a:buClr>
                <a:srgbClr val="000000"/>
              </a:buClr>
              <a:buSzPts val="1000"/>
              <a:buNone/>
              <a:defRPr sz="1000">
                <a:solidFill>
                  <a:srgbClr val="000000"/>
                </a:solidFill>
              </a:defRPr>
            </a:lvl3pPr>
            <a:lvl4pPr lvl="3">
              <a:spcBef>
                <a:spcPts val="0"/>
              </a:spcBef>
              <a:spcAft>
                <a:spcPts val="0"/>
              </a:spcAft>
              <a:buClr>
                <a:srgbClr val="000000"/>
              </a:buClr>
              <a:buSzPts val="1000"/>
              <a:buNone/>
              <a:defRPr sz="1000">
                <a:solidFill>
                  <a:srgbClr val="000000"/>
                </a:solidFill>
              </a:defRPr>
            </a:lvl4pPr>
            <a:lvl5pPr lvl="4">
              <a:spcBef>
                <a:spcPts val="0"/>
              </a:spcBef>
              <a:spcAft>
                <a:spcPts val="0"/>
              </a:spcAft>
              <a:buClr>
                <a:srgbClr val="000000"/>
              </a:buClr>
              <a:buSzPts val="1000"/>
              <a:buNone/>
              <a:defRPr sz="1000">
                <a:solidFill>
                  <a:srgbClr val="000000"/>
                </a:solidFill>
              </a:defRPr>
            </a:lvl5pPr>
            <a:lvl6pPr lvl="5">
              <a:spcBef>
                <a:spcPts val="0"/>
              </a:spcBef>
              <a:spcAft>
                <a:spcPts val="0"/>
              </a:spcAft>
              <a:buClr>
                <a:srgbClr val="000000"/>
              </a:buClr>
              <a:buSzPts val="1000"/>
              <a:buNone/>
              <a:defRPr sz="1000">
                <a:solidFill>
                  <a:srgbClr val="000000"/>
                </a:solidFill>
              </a:defRPr>
            </a:lvl6pPr>
            <a:lvl7pPr lvl="6">
              <a:spcBef>
                <a:spcPts val="0"/>
              </a:spcBef>
              <a:spcAft>
                <a:spcPts val="0"/>
              </a:spcAft>
              <a:buClr>
                <a:srgbClr val="000000"/>
              </a:buClr>
              <a:buSzPts val="1000"/>
              <a:buNone/>
              <a:defRPr sz="1000">
                <a:solidFill>
                  <a:srgbClr val="000000"/>
                </a:solidFill>
              </a:defRPr>
            </a:lvl7pPr>
            <a:lvl8pPr lvl="7">
              <a:spcBef>
                <a:spcPts val="0"/>
              </a:spcBef>
              <a:spcAft>
                <a:spcPts val="0"/>
              </a:spcAft>
              <a:buClr>
                <a:srgbClr val="000000"/>
              </a:buClr>
              <a:buSzPts val="1000"/>
              <a:buNone/>
              <a:defRPr sz="1000">
                <a:solidFill>
                  <a:srgbClr val="000000"/>
                </a:solidFill>
              </a:defRPr>
            </a:lvl8pPr>
            <a:lvl9pPr lvl="8">
              <a:spcBef>
                <a:spcPts val="0"/>
              </a:spcBef>
              <a:spcAft>
                <a:spcPts val="0"/>
              </a:spcAft>
              <a:buClr>
                <a:srgbClr val="000000"/>
              </a:buClr>
              <a:buSzPts val="1000"/>
              <a:buNone/>
              <a:defRPr sz="1000">
                <a:solidFill>
                  <a:srgbClr val="000000"/>
                </a:solidFill>
              </a:defRPr>
            </a:lvl9pPr>
          </a:lstStyle>
          <a:p/>
        </p:txBody>
      </p:sp>
      <p:sp>
        <p:nvSpPr>
          <p:cNvPr id="5739" name="Google Shape;5739;p93"/>
          <p:cNvSpPr txBox="1"/>
          <p:nvPr>
            <p:ph idx="38" type="body"/>
          </p:nvPr>
        </p:nvSpPr>
        <p:spPr>
          <a:xfrm>
            <a:off x="641150" y="612125"/>
            <a:ext cx="1770300" cy="160500"/>
          </a:xfrm>
          <a:prstGeom prst="rect">
            <a:avLst/>
          </a:prstGeom>
          <a:noFill/>
          <a:ln>
            <a:noFill/>
          </a:ln>
        </p:spPr>
        <p:txBody>
          <a:bodyPr anchorCtr="0" anchor="t" bIns="0" lIns="0" spcFirstLastPara="1" rIns="0" wrap="square" tIns="0">
            <a:noAutofit/>
          </a:bodyPr>
          <a:lstStyle>
            <a:lvl1pPr indent="-292100" lvl="0" marL="457200" algn="ctr">
              <a:spcBef>
                <a:spcPts val="0"/>
              </a:spcBef>
              <a:spcAft>
                <a:spcPts val="0"/>
              </a:spcAft>
              <a:buClr>
                <a:srgbClr val="FFFFFF"/>
              </a:buClr>
              <a:buSzPts val="1000"/>
              <a:buChar char="●"/>
              <a:defRPr sz="1000">
                <a:solidFill>
                  <a:srgbClr val="FFFFFF"/>
                </a:solidFill>
              </a:defRPr>
            </a:lvl1pPr>
            <a:lvl2pPr indent="-292100" lvl="1" marL="914400" algn="ctr">
              <a:spcBef>
                <a:spcPts val="0"/>
              </a:spcBef>
              <a:spcAft>
                <a:spcPts val="0"/>
              </a:spcAft>
              <a:buClr>
                <a:srgbClr val="FFFFFF"/>
              </a:buClr>
              <a:buSzPts val="1000"/>
              <a:buChar char="○"/>
              <a:defRPr sz="1000">
                <a:solidFill>
                  <a:srgbClr val="FFFFFF"/>
                </a:solidFill>
              </a:defRPr>
            </a:lvl2pPr>
            <a:lvl3pPr indent="-292100" lvl="2" marL="1371600" algn="ctr">
              <a:spcBef>
                <a:spcPts val="0"/>
              </a:spcBef>
              <a:spcAft>
                <a:spcPts val="0"/>
              </a:spcAft>
              <a:buClr>
                <a:srgbClr val="FFFFFF"/>
              </a:buClr>
              <a:buSzPts val="1000"/>
              <a:buChar char="■"/>
              <a:defRPr sz="1000">
                <a:solidFill>
                  <a:srgbClr val="FFFFFF"/>
                </a:solidFill>
              </a:defRPr>
            </a:lvl3pPr>
            <a:lvl4pPr indent="-292100" lvl="3" marL="1828800" algn="ctr">
              <a:spcBef>
                <a:spcPts val="0"/>
              </a:spcBef>
              <a:spcAft>
                <a:spcPts val="0"/>
              </a:spcAft>
              <a:buClr>
                <a:srgbClr val="FFFFFF"/>
              </a:buClr>
              <a:buSzPts val="1000"/>
              <a:buChar char="●"/>
              <a:defRPr sz="1000">
                <a:solidFill>
                  <a:srgbClr val="FFFFFF"/>
                </a:solidFill>
              </a:defRPr>
            </a:lvl4pPr>
            <a:lvl5pPr indent="-292100" lvl="4" marL="2286000" algn="ctr">
              <a:spcBef>
                <a:spcPts val="0"/>
              </a:spcBef>
              <a:spcAft>
                <a:spcPts val="0"/>
              </a:spcAft>
              <a:buClr>
                <a:srgbClr val="FFFFFF"/>
              </a:buClr>
              <a:buSzPts val="1000"/>
              <a:buChar char="○"/>
              <a:defRPr sz="1000">
                <a:solidFill>
                  <a:srgbClr val="FFFFFF"/>
                </a:solidFill>
              </a:defRPr>
            </a:lvl5pPr>
            <a:lvl6pPr indent="-292100" lvl="5" marL="2743200" algn="ctr">
              <a:spcBef>
                <a:spcPts val="0"/>
              </a:spcBef>
              <a:spcAft>
                <a:spcPts val="0"/>
              </a:spcAft>
              <a:buClr>
                <a:srgbClr val="FFFFFF"/>
              </a:buClr>
              <a:buSzPts val="1000"/>
              <a:buChar char="■"/>
              <a:defRPr sz="1000">
                <a:solidFill>
                  <a:srgbClr val="FFFFFF"/>
                </a:solidFill>
              </a:defRPr>
            </a:lvl6pPr>
            <a:lvl7pPr indent="-292100" lvl="6" marL="3200400" algn="ctr">
              <a:spcBef>
                <a:spcPts val="0"/>
              </a:spcBef>
              <a:spcAft>
                <a:spcPts val="0"/>
              </a:spcAft>
              <a:buClr>
                <a:srgbClr val="FFFFFF"/>
              </a:buClr>
              <a:buSzPts val="1000"/>
              <a:buChar char="●"/>
              <a:defRPr sz="1000">
                <a:solidFill>
                  <a:srgbClr val="FFFFFF"/>
                </a:solidFill>
              </a:defRPr>
            </a:lvl7pPr>
            <a:lvl8pPr indent="-292100" lvl="7" marL="3657600" algn="ctr">
              <a:spcBef>
                <a:spcPts val="0"/>
              </a:spcBef>
              <a:spcAft>
                <a:spcPts val="0"/>
              </a:spcAft>
              <a:buClr>
                <a:srgbClr val="FFFFFF"/>
              </a:buClr>
              <a:buSzPts val="1000"/>
              <a:buChar char="○"/>
              <a:defRPr sz="1000">
                <a:solidFill>
                  <a:srgbClr val="FFFFFF"/>
                </a:solidFill>
              </a:defRPr>
            </a:lvl8pPr>
            <a:lvl9pPr indent="-292100" lvl="8" marL="4114800" algn="ctr">
              <a:spcBef>
                <a:spcPts val="0"/>
              </a:spcBef>
              <a:spcAft>
                <a:spcPts val="0"/>
              </a:spcAft>
              <a:buClr>
                <a:srgbClr val="FFFFFF"/>
              </a:buClr>
              <a:buSzPts val="1000"/>
              <a:buChar char="■"/>
              <a:defRPr sz="1000">
                <a:solidFill>
                  <a:srgbClr val="FFFFFF"/>
                </a:solidFill>
              </a:defRPr>
            </a:lvl9pPr>
          </a:lstStyle>
          <a:p/>
        </p:txBody>
      </p:sp>
      <p:sp>
        <p:nvSpPr>
          <p:cNvPr id="5740" name="Google Shape;5740;p93"/>
          <p:cNvSpPr txBox="1"/>
          <p:nvPr/>
        </p:nvSpPr>
        <p:spPr>
          <a:xfrm>
            <a:off x="84825" y="598125"/>
            <a:ext cx="595500" cy="205800"/>
          </a:xfrm>
          <a:prstGeom prst="rect">
            <a:avLst/>
          </a:prstGeom>
          <a:noFill/>
          <a:ln>
            <a:noFill/>
          </a:ln>
        </p:spPr>
        <p:txBody>
          <a:bodyPr anchorCtr="0" anchor="t" bIns="18000" lIns="18000" spcFirstLastPara="1" rIns="18000" wrap="square" tIns="18000">
            <a:spAutoFit/>
          </a:bodyPr>
          <a:lstStyle/>
          <a:p>
            <a:pPr indent="0" lvl="0" marL="0" rtl="0" algn="l">
              <a:spcBef>
                <a:spcPts val="0"/>
              </a:spcBef>
              <a:spcAft>
                <a:spcPts val="0"/>
              </a:spcAft>
              <a:buNone/>
            </a:pPr>
            <a:r>
              <a:rPr lang="es-419" sz="1100">
                <a:solidFill>
                  <a:srgbClr val="FFFFFF"/>
                </a:solidFill>
              </a:rPr>
              <a:t>Nombre:</a:t>
            </a:r>
            <a:endParaRPr sz="1100">
              <a:solidFill>
                <a:srgbClr val="FFFFFF"/>
              </a:solidFill>
            </a:endParaRPr>
          </a:p>
        </p:txBody>
      </p:sp>
    </p:spTree>
  </p:cSld>
  <p:clrMapOvr>
    <a:masterClrMapping/>
  </p:clrMapOvr>
</p:sldLayout>
</file>

<file path=ppt/slideLayouts/slideLayout9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4 Problemas a Resolver">
  <p:cSld name="TITLE_3_6_1_1_1_1">
    <p:spTree>
      <p:nvGrpSpPr>
        <p:cNvPr id="5741" name="Shape 5741"/>
        <p:cNvGrpSpPr/>
        <p:nvPr/>
      </p:nvGrpSpPr>
      <p:grpSpPr>
        <a:xfrm>
          <a:off x="0" y="0"/>
          <a:ext cx="0" cy="0"/>
          <a:chOff x="0" y="0"/>
          <a:chExt cx="0" cy="0"/>
        </a:xfrm>
      </p:grpSpPr>
      <p:sp>
        <p:nvSpPr>
          <p:cNvPr id="5742" name="Google Shape;5742;p94"/>
          <p:cNvSpPr/>
          <p:nvPr/>
        </p:nvSpPr>
        <p:spPr>
          <a:xfrm>
            <a:off x="97888" y="377012"/>
            <a:ext cx="9893400" cy="296700"/>
          </a:xfrm>
          <a:prstGeom prst="roundRect">
            <a:avLst>
              <a:gd fmla="val 22902" name="adj"/>
            </a:avLst>
          </a:prstGeom>
          <a:solidFill>
            <a:srgbClr val="F3F3F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5743" name="Google Shape;5743;p94"/>
          <p:cNvSpPr/>
          <p:nvPr/>
        </p:nvSpPr>
        <p:spPr>
          <a:xfrm>
            <a:off x="77688" y="358938"/>
            <a:ext cx="9935700" cy="6438000"/>
          </a:xfrm>
          <a:prstGeom prst="roundRect">
            <a:avLst>
              <a:gd fmla="val 2618" name="adj"/>
            </a:avLst>
          </a:prstGeom>
          <a:solidFill>
            <a:srgbClr val="FFFFFF"/>
          </a:solidFill>
          <a:ln cap="flat" cmpd="sng" w="38100">
            <a:solidFill>
              <a:srgbClr val="000000"/>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744" name="Google Shape;5744;p94"/>
          <p:cNvCxnSpPr/>
          <p:nvPr/>
        </p:nvCxnSpPr>
        <p:spPr>
          <a:xfrm>
            <a:off x="77688" y="772614"/>
            <a:ext cx="9935700" cy="0"/>
          </a:xfrm>
          <a:prstGeom prst="straightConnector1">
            <a:avLst/>
          </a:prstGeom>
          <a:noFill/>
          <a:ln cap="flat" cmpd="sng" w="19050">
            <a:solidFill>
              <a:srgbClr val="000000"/>
            </a:solidFill>
            <a:prstDash val="solid"/>
            <a:round/>
            <a:headEnd len="med" w="med" type="none"/>
            <a:tailEnd len="med" w="med" type="none"/>
          </a:ln>
        </p:spPr>
      </p:cxnSp>
      <p:cxnSp>
        <p:nvCxnSpPr>
          <p:cNvPr id="5745" name="Google Shape;5745;p94"/>
          <p:cNvCxnSpPr/>
          <p:nvPr/>
        </p:nvCxnSpPr>
        <p:spPr>
          <a:xfrm rot="10800000">
            <a:off x="2439038" y="368188"/>
            <a:ext cx="0" cy="402300"/>
          </a:xfrm>
          <a:prstGeom prst="straightConnector1">
            <a:avLst/>
          </a:prstGeom>
          <a:noFill/>
          <a:ln cap="flat" cmpd="sng" w="19050">
            <a:solidFill>
              <a:srgbClr val="000000"/>
            </a:solidFill>
            <a:prstDash val="solid"/>
            <a:round/>
            <a:headEnd len="med" w="med" type="none"/>
            <a:tailEnd len="med" w="med" type="none"/>
          </a:ln>
        </p:spPr>
      </p:cxnSp>
      <p:sp>
        <p:nvSpPr>
          <p:cNvPr id="5746" name="Google Shape;5746;p94"/>
          <p:cNvSpPr/>
          <p:nvPr/>
        </p:nvSpPr>
        <p:spPr>
          <a:xfrm>
            <a:off x="77688" y="349338"/>
            <a:ext cx="2361300" cy="421200"/>
          </a:xfrm>
          <a:prstGeom prst="roundRect">
            <a:avLst>
              <a:gd fmla="val 50000" name="adj"/>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s-419" sz="1200">
                <a:solidFill>
                  <a:srgbClr val="FFFFFF"/>
                </a:solidFill>
              </a:rPr>
              <a:t>Problemas a Resolver</a:t>
            </a:r>
            <a:endParaRPr b="1" sz="1200">
              <a:solidFill>
                <a:srgbClr val="FFFFFF"/>
              </a:solidFill>
            </a:endParaRPr>
          </a:p>
          <a:p>
            <a:pPr indent="0" lvl="0" marL="0" rtl="0" algn="ctr">
              <a:spcBef>
                <a:spcPts val="0"/>
              </a:spcBef>
              <a:spcAft>
                <a:spcPts val="0"/>
              </a:spcAft>
              <a:buNone/>
            </a:pPr>
            <a:r>
              <a:t/>
            </a:r>
            <a:endParaRPr b="1" sz="1200">
              <a:solidFill>
                <a:srgbClr val="FFFFFF"/>
              </a:solidFill>
            </a:endParaRPr>
          </a:p>
        </p:txBody>
      </p:sp>
      <p:sp>
        <p:nvSpPr>
          <p:cNvPr id="5747" name="Google Shape;5747;p94"/>
          <p:cNvSpPr/>
          <p:nvPr/>
        </p:nvSpPr>
        <p:spPr>
          <a:xfrm>
            <a:off x="83988" y="595504"/>
            <a:ext cx="190200" cy="1692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8" name="Google Shape;5748;p94"/>
          <p:cNvSpPr/>
          <p:nvPr/>
        </p:nvSpPr>
        <p:spPr>
          <a:xfrm>
            <a:off x="2292338" y="358938"/>
            <a:ext cx="146700" cy="4023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749" name="Google Shape;5749;p94"/>
          <p:cNvGrpSpPr/>
          <p:nvPr/>
        </p:nvGrpSpPr>
        <p:grpSpPr>
          <a:xfrm>
            <a:off x="276364" y="879032"/>
            <a:ext cx="9529364" cy="605153"/>
            <a:chOff x="276364" y="879032"/>
            <a:chExt cx="9529364" cy="605153"/>
          </a:xfrm>
        </p:grpSpPr>
        <p:sp>
          <p:nvSpPr>
            <p:cNvPr id="5750" name="Google Shape;5750;p94"/>
            <p:cNvSpPr/>
            <p:nvPr/>
          </p:nvSpPr>
          <p:spPr>
            <a:xfrm>
              <a:off x="2657880" y="879032"/>
              <a:ext cx="3546300" cy="266400"/>
            </a:xfrm>
            <a:prstGeom prst="roundRect">
              <a:avLst>
                <a:gd fmla="val 16667" name="adj"/>
              </a:avLst>
            </a:prstGeom>
            <a:solidFill>
              <a:srgbClr val="F9CB9C"/>
            </a:solidFill>
            <a:ln>
              <a:noFill/>
            </a:ln>
            <a:effectLst>
              <a:outerShdw blurRad="57150" rotWithShape="0" algn="bl" dir="5400000" dist="19050">
                <a:srgbClr val="000000">
                  <a:alpha val="49800"/>
                </a:srgbClr>
              </a:outerShdw>
            </a:effectLst>
          </p:spPr>
          <p:txBody>
            <a:bodyPr anchorCtr="0" anchor="ctr" bIns="36000" lIns="0" spcFirstLastPara="1" rIns="0" wrap="square" tIns="36000">
              <a:noAutofit/>
            </a:bodyPr>
            <a:lstStyle/>
            <a:p>
              <a:pPr indent="0" lvl="0" marL="0" marR="0" rtl="0" algn="ctr">
                <a:lnSpc>
                  <a:spcPct val="100000"/>
                </a:lnSpc>
                <a:spcBef>
                  <a:spcPts val="0"/>
                </a:spcBef>
                <a:spcAft>
                  <a:spcPts val="0"/>
                </a:spcAft>
                <a:buClr>
                  <a:srgbClr val="000000"/>
                </a:buClr>
                <a:buSzPts val="1100"/>
                <a:buFont typeface="Arial"/>
                <a:buNone/>
              </a:pPr>
              <a:r>
                <a:rPr b="1" lang="es-419" sz="1200">
                  <a:latin typeface="Arvo"/>
                  <a:ea typeface="Arvo"/>
                  <a:cs typeface="Arvo"/>
                  <a:sym typeface="Arvo"/>
                </a:rPr>
                <a:t>Situación</a:t>
              </a:r>
              <a:endParaRPr b="1" i="0" sz="1200" u="none" cap="none" strike="noStrike">
                <a:solidFill>
                  <a:srgbClr val="000000"/>
                </a:solidFill>
                <a:latin typeface="Arvo"/>
                <a:ea typeface="Arvo"/>
                <a:cs typeface="Arvo"/>
                <a:sym typeface="Arvo"/>
              </a:endParaRPr>
            </a:p>
          </p:txBody>
        </p:sp>
        <p:sp>
          <p:nvSpPr>
            <p:cNvPr id="5751" name="Google Shape;5751;p94"/>
            <p:cNvSpPr/>
            <p:nvPr/>
          </p:nvSpPr>
          <p:spPr>
            <a:xfrm>
              <a:off x="2657914" y="1209498"/>
              <a:ext cx="1731600" cy="265800"/>
            </a:xfrm>
            <a:prstGeom prst="roundRect">
              <a:avLst>
                <a:gd fmla="val 16667" name="adj"/>
              </a:avLst>
            </a:prstGeom>
            <a:solidFill>
              <a:srgbClr val="D9EAD3"/>
            </a:solidFill>
            <a:ln>
              <a:noFill/>
            </a:ln>
            <a:effectLst>
              <a:outerShdw blurRad="57150" rotWithShape="0" algn="bl" dir="5400000" dist="19050">
                <a:srgbClr val="000000">
                  <a:alpha val="49800"/>
                </a:srgbClr>
              </a:outerShdw>
            </a:effectLst>
          </p:spPr>
          <p:txBody>
            <a:bodyPr anchorCtr="0" anchor="ctr" bIns="36000" lIns="0" spcFirstLastPara="1" rIns="0" wrap="square" tIns="36000">
              <a:noAutofit/>
            </a:bodyPr>
            <a:lstStyle/>
            <a:p>
              <a:pPr indent="0" lvl="0" marL="0" marR="0" rtl="0" algn="ctr">
                <a:lnSpc>
                  <a:spcPct val="100000"/>
                </a:lnSpc>
                <a:spcBef>
                  <a:spcPts val="0"/>
                </a:spcBef>
                <a:spcAft>
                  <a:spcPts val="0"/>
                </a:spcAft>
                <a:buClr>
                  <a:srgbClr val="000000"/>
                </a:buClr>
                <a:buSzPts val="1100"/>
                <a:buFont typeface="Arial"/>
                <a:buNone/>
              </a:pPr>
              <a:r>
                <a:rPr b="1" lang="es-419" sz="1200">
                  <a:latin typeface="Arvo"/>
                  <a:ea typeface="Arvo"/>
                  <a:cs typeface="Arvo"/>
                  <a:sym typeface="Arvo"/>
                </a:rPr>
                <a:t>Aceptable</a:t>
              </a:r>
              <a:endParaRPr b="1" i="0" sz="1200" u="none" cap="none" strike="noStrike">
                <a:solidFill>
                  <a:srgbClr val="000000"/>
                </a:solidFill>
                <a:latin typeface="Arvo"/>
                <a:ea typeface="Arvo"/>
                <a:cs typeface="Arvo"/>
                <a:sym typeface="Arvo"/>
              </a:endParaRPr>
            </a:p>
          </p:txBody>
        </p:sp>
        <p:sp>
          <p:nvSpPr>
            <p:cNvPr id="5752" name="Google Shape;5752;p94"/>
            <p:cNvSpPr/>
            <p:nvPr/>
          </p:nvSpPr>
          <p:spPr>
            <a:xfrm>
              <a:off x="6273346" y="887785"/>
              <a:ext cx="1731600" cy="596400"/>
            </a:xfrm>
            <a:prstGeom prst="roundRect">
              <a:avLst>
                <a:gd fmla="val 16667" name="adj"/>
              </a:avLst>
            </a:prstGeom>
            <a:solidFill>
              <a:srgbClr val="EAD1DC"/>
            </a:solidFill>
            <a:ln>
              <a:noFill/>
            </a:ln>
            <a:effectLst>
              <a:outerShdw blurRad="57150" rotWithShape="0" algn="bl" dir="5400000" dist="19050">
                <a:srgbClr val="000000">
                  <a:alpha val="49800"/>
                </a:srgbClr>
              </a:outerShdw>
            </a:effectLst>
          </p:spPr>
          <p:txBody>
            <a:bodyPr anchorCtr="0" anchor="ctr" bIns="36000" lIns="0" spcFirstLastPara="1" rIns="0" wrap="square" tIns="36000">
              <a:noAutofit/>
            </a:bodyPr>
            <a:lstStyle/>
            <a:p>
              <a:pPr indent="0" lvl="0" marL="0" marR="0" rtl="0" algn="ctr">
                <a:lnSpc>
                  <a:spcPct val="100000"/>
                </a:lnSpc>
                <a:spcBef>
                  <a:spcPts val="0"/>
                </a:spcBef>
                <a:spcAft>
                  <a:spcPts val="0"/>
                </a:spcAft>
                <a:buClr>
                  <a:srgbClr val="000000"/>
                </a:buClr>
                <a:buSzPts val="1100"/>
                <a:buFont typeface="Arial"/>
                <a:buNone/>
              </a:pPr>
              <a:r>
                <a:rPr b="1" lang="es-419" sz="1200">
                  <a:latin typeface="Arvo"/>
                  <a:ea typeface="Arvo"/>
                  <a:cs typeface="Arvo"/>
                  <a:sym typeface="Arvo"/>
                </a:rPr>
                <a:t>Problema</a:t>
              </a:r>
              <a:endParaRPr b="1" i="0" sz="1200" u="none" cap="none" strike="noStrike">
                <a:solidFill>
                  <a:srgbClr val="000000"/>
                </a:solidFill>
                <a:latin typeface="Arvo"/>
                <a:ea typeface="Arvo"/>
                <a:cs typeface="Arvo"/>
                <a:sym typeface="Arvo"/>
              </a:endParaRPr>
            </a:p>
          </p:txBody>
        </p:sp>
        <p:sp>
          <p:nvSpPr>
            <p:cNvPr id="5753" name="Google Shape;5753;p94"/>
            <p:cNvSpPr/>
            <p:nvPr/>
          </p:nvSpPr>
          <p:spPr>
            <a:xfrm>
              <a:off x="4472538" y="1209498"/>
              <a:ext cx="1731600" cy="265800"/>
            </a:xfrm>
            <a:prstGeom prst="roundRect">
              <a:avLst>
                <a:gd fmla="val 16667" name="adj"/>
              </a:avLst>
            </a:prstGeom>
            <a:solidFill>
              <a:srgbClr val="F4CCCC"/>
            </a:solidFill>
            <a:ln>
              <a:noFill/>
            </a:ln>
            <a:effectLst>
              <a:outerShdw blurRad="57150" rotWithShape="0" algn="bl" dir="5400000" dist="19050">
                <a:srgbClr val="000000">
                  <a:alpha val="49800"/>
                </a:srgbClr>
              </a:outerShdw>
            </a:effectLst>
          </p:spPr>
          <p:txBody>
            <a:bodyPr anchorCtr="0" anchor="ctr" bIns="36000" lIns="0" spcFirstLastPara="1" rIns="0" wrap="square" tIns="36000">
              <a:noAutofit/>
            </a:bodyPr>
            <a:lstStyle/>
            <a:p>
              <a:pPr indent="0" lvl="0" marL="0" marR="0" rtl="0" algn="ctr">
                <a:lnSpc>
                  <a:spcPct val="100000"/>
                </a:lnSpc>
                <a:spcBef>
                  <a:spcPts val="0"/>
                </a:spcBef>
                <a:spcAft>
                  <a:spcPts val="0"/>
                </a:spcAft>
                <a:buClr>
                  <a:srgbClr val="000000"/>
                </a:buClr>
                <a:buSzPts val="1100"/>
                <a:buFont typeface="Arial"/>
                <a:buNone/>
              </a:pPr>
              <a:r>
                <a:rPr b="1" lang="es-419" sz="1200">
                  <a:latin typeface="Arvo"/>
                  <a:ea typeface="Arvo"/>
                  <a:cs typeface="Arvo"/>
                  <a:sym typeface="Arvo"/>
                </a:rPr>
                <a:t>Actual</a:t>
              </a:r>
              <a:endParaRPr b="1" i="0" sz="1200" u="none" cap="none" strike="noStrike">
                <a:solidFill>
                  <a:srgbClr val="000000"/>
                </a:solidFill>
                <a:latin typeface="Arvo"/>
                <a:ea typeface="Arvo"/>
                <a:cs typeface="Arvo"/>
                <a:sym typeface="Arvo"/>
              </a:endParaRPr>
            </a:p>
          </p:txBody>
        </p:sp>
        <p:sp>
          <p:nvSpPr>
            <p:cNvPr id="5754" name="Google Shape;5754;p94"/>
            <p:cNvSpPr/>
            <p:nvPr/>
          </p:nvSpPr>
          <p:spPr>
            <a:xfrm>
              <a:off x="843586" y="887785"/>
              <a:ext cx="1731300" cy="596400"/>
            </a:xfrm>
            <a:prstGeom prst="roundRect">
              <a:avLst>
                <a:gd fmla="val 16667" name="adj"/>
              </a:avLst>
            </a:prstGeom>
            <a:solidFill>
              <a:srgbClr val="FFF2CC"/>
            </a:solidFill>
            <a:ln>
              <a:noFill/>
            </a:ln>
            <a:effectLst>
              <a:outerShdw blurRad="57150" rotWithShape="0" algn="bl" dir="5400000" dist="19050">
                <a:srgbClr val="000000">
                  <a:alpha val="49800"/>
                </a:srgbClr>
              </a:outerShdw>
            </a:effectLst>
          </p:spPr>
          <p:txBody>
            <a:bodyPr anchorCtr="0" anchor="ctr" bIns="36000" lIns="0" spcFirstLastPara="1" rIns="0" wrap="square" tIns="36000">
              <a:noAutofit/>
            </a:bodyPr>
            <a:lstStyle/>
            <a:p>
              <a:pPr indent="0" lvl="0" marL="0" marR="0" rtl="0" algn="ctr">
                <a:lnSpc>
                  <a:spcPct val="100000"/>
                </a:lnSpc>
                <a:spcBef>
                  <a:spcPts val="0"/>
                </a:spcBef>
                <a:spcAft>
                  <a:spcPts val="0"/>
                </a:spcAft>
                <a:buClr>
                  <a:srgbClr val="000000"/>
                </a:buClr>
                <a:buSzPts val="1100"/>
                <a:buFont typeface="Arial"/>
                <a:buNone/>
              </a:pPr>
              <a:r>
                <a:rPr b="1" lang="es-419" sz="1200">
                  <a:latin typeface="Arvo"/>
                  <a:ea typeface="Arvo"/>
                  <a:cs typeface="Arvo"/>
                  <a:sym typeface="Arvo"/>
                </a:rPr>
                <a:t>Causa</a:t>
              </a:r>
              <a:endParaRPr b="1" sz="1200">
                <a:latin typeface="Arvo"/>
                <a:ea typeface="Arvo"/>
                <a:cs typeface="Arvo"/>
                <a:sym typeface="Arvo"/>
              </a:endParaRPr>
            </a:p>
          </p:txBody>
        </p:sp>
        <p:sp>
          <p:nvSpPr>
            <p:cNvPr id="5755" name="Google Shape;5755;p94"/>
            <p:cNvSpPr/>
            <p:nvPr/>
          </p:nvSpPr>
          <p:spPr>
            <a:xfrm>
              <a:off x="276364" y="887785"/>
              <a:ext cx="484200" cy="596400"/>
            </a:xfrm>
            <a:prstGeom prst="roundRect">
              <a:avLst>
                <a:gd fmla="val 16667" name="adj"/>
              </a:avLst>
            </a:prstGeom>
            <a:solidFill>
              <a:srgbClr val="F3F3F3"/>
            </a:solidFill>
            <a:ln>
              <a:noFill/>
            </a:ln>
            <a:effectLst>
              <a:outerShdw blurRad="57150" rotWithShape="0" algn="bl" dir="5400000" dist="19050">
                <a:srgbClr val="000000">
                  <a:alpha val="49800"/>
                </a:srgbClr>
              </a:outerShdw>
            </a:effectLst>
          </p:spPr>
          <p:txBody>
            <a:bodyPr anchorCtr="0" anchor="ctr" bIns="36000" lIns="0" spcFirstLastPara="1" rIns="0" wrap="square" tIns="36000">
              <a:noAutofit/>
            </a:bodyPr>
            <a:lstStyle/>
            <a:p>
              <a:pPr indent="0" lvl="0" marL="0" marR="0" rtl="0" algn="ctr">
                <a:lnSpc>
                  <a:spcPct val="100000"/>
                </a:lnSpc>
                <a:spcBef>
                  <a:spcPts val="0"/>
                </a:spcBef>
                <a:spcAft>
                  <a:spcPts val="0"/>
                </a:spcAft>
                <a:buClr>
                  <a:srgbClr val="000000"/>
                </a:buClr>
                <a:buSzPts val="1100"/>
                <a:buFont typeface="Arial"/>
                <a:buNone/>
              </a:pPr>
              <a:r>
                <a:rPr b="1" lang="es-419" sz="1200">
                  <a:latin typeface="Arvo"/>
                  <a:ea typeface="Arvo"/>
                  <a:cs typeface="Arvo"/>
                  <a:sym typeface="Arvo"/>
                </a:rPr>
                <a:t>#</a:t>
              </a:r>
              <a:endParaRPr b="1" i="0" sz="1200" u="none" cap="none" strike="noStrike">
                <a:solidFill>
                  <a:srgbClr val="000000"/>
                </a:solidFill>
                <a:latin typeface="Arvo"/>
                <a:ea typeface="Arvo"/>
                <a:cs typeface="Arvo"/>
                <a:sym typeface="Arvo"/>
              </a:endParaRPr>
            </a:p>
          </p:txBody>
        </p:sp>
        <p:sp>
          <p:nvSpPr>
            <p:cNvPr id="5756" name="Google Shape;5756;p94"/>
            <p:cNvSpPr/>
            <p:nvPr/>
          </p:nvSpPr>
          <p:spPr>
            <a:xfrm>
              <a:off x="8074128" y="887785"/>
              <a:ext cx="1731600" cy="596400"/>
            </a:xfrm>
            <a:prstGeom prst="roundRect">
              <a:avLst>
                <a:gd fmla="val 16667" name="adj"/>
              </a:avLst>
            </a:prstGeom>
            <a:solidFill>
              <a:srgbClr val="CFE2F3"/>
            </a:solidFill>
            <a:ln>
              <a:noFill/>
            </a:ln>
            <a:effectLst>
              <a:outerShdw blurRad="57150" rotWithShape="0" algn="bl" dir="5400000" dist="19050">
                <a:srgbClr val="000000">
                  <a:alpha val="49800"/>
                </a:srgbClr>
              </a:outerShdw>
            </a:effectLst>
          </p:spPr>
          <p:txBody>
            <a:bodyPr anchorCtr="0" anchor="ctr" bIns="36000" lIns="0" spcFirstLastPara="1" rIns="0" wrap="square" tIns="36000">
              <a:noAutofit/>
            </a:bodyPr>
            <a:lstStyle/>
            <a:p>
              <a:pPr indent="0" lvl="0" marL="0" marR="0" rtl="0" algn="ctr">
                <a:lnSpc>
                  <a:spcPct val="100000"/>
                </a:lnSpc>
                <a:spcBef>
                  <a:spcPts val="0"/>
                </a:spcBef>
                <a:spcAft>
                  <a:spcPts val="0"/>
                </a:spcAft>
                <a:buClr>
                  <a:srgbClr val="000000"/>
                </a:buClr>
                <a:buSzPts val="1100"/>
                <a:buFont typeface="Arial"/>
                <a:buNone/>
              </a:pPr>
              <a:r>
                <a:rPr b="1" lang="es-419" sz="1200">
                  <a:latin typeface="Arvo"/>
                  <a:ea typeface="Arvo"/>
                  <a:cs typeface="Arvo"/>
                  <a:sym typeface="Arvo"/>
                </a:rPr>
                <a:t>Efecto</a:t>
              </a:r>
              <a:endParaRPr b="1" sz="1200">
                <a:latin typeface="Arvo"/>
                <a:ea typeface="Arvo"/>
                <a:cs typeface="Arvo"/>
                <a:sym typeface="Arvo"/>
              </a:endParaRPr>
            </a:p>
          </p:txBody>
        </p:sp>
      </p:grpSp>
      <p:grpSp>
        <p:nvGrpSpPr>
          <p:cNvPr id="5757" name="Google Shape;5757;p94"/>
          <p:cNvGrpSpPr/>
          <p:nvPr/>
        </p:nvGrpSpPr>
        <p:grpSpPr>
          <a:xfrm>
            <a:off x="274200" y="1581909"/>
            <a:ext cx="9531600" cy="561583"/>
            <a:chOff x="274200" y="1663702"/>
            <a:chExt cx="9531600" cy="900550"/>
          </a:xfrm>
        </p:grpSpPr>
        <p:sp>
          <p:nvSpPr>
            <p:cNvPr id="5758" name="Google Shape;5758;p94"/>
            <p:cNvSpPr/>
            <p:nvPr/>
          </p:nvSpPr>
          <p:spPr>
            <a:xfrm>
              <a:off x="274200" y="1663702"/>
              <a:ext cx="9531600" cy="9000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600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t/>
              </a:r>
              <a:endParaRPr b="1" i="0" sz="1800" u="none" cap="none" strike="noStrike">
                <a:solidFill>
                  <a:srgbClr val="000000"/>
                </a:solidFill>
                <a:latin typeface="Roboto"/>
                <a:ea typeface="Roboto"/>
                <a:cs typeface="Roboto"/>
                <a:sym typeface="Roboto"/>
              </a:endParaRPr>
            </a:p>
          </p:txBody>
        </p:sp>
        <p:cxnSp>
          <p:nvCxnSpPr>
            <p:cNvPr id="5759" name="Google Shape;5759;p94"/>
            <p:cNvCxnSpPr/>
            <p:nvPr/>
          </p:nvCxnSpPr>
          <p:spPr>
            <a:xfrm>
              <a:off x="805925" y="1664552"/>
              <a:ext cx="0" cy="899700"/>
            </a:xfrm>
            <a:prstGeom prst="straightConnector1">
              <a:avLst/>
            </a:prstGeom>
            <a:noFill/>
            <a:ln cap="flat" cmpd="sng" w="28575">
              <a:solidFill>
                <a:srgbClr val="D9D9D9"/>
              </a:solidFill>
              <a:prstDash val="solid"/>
              <a:round/>
              <a:headEnd len="sm" w="sm" type="none"/>
              <a:tailEnd len="sm" w="sm" type="none"/>
            </a:ln>
          </p:spPr>
        </p:cxnSp>
        <p:cxnSp>
          <p:nvCxnSpPr>
            <p:cNvPr id="5760" name="Google Shape;5760;p94"/>
            <p:cNvCxnSpPr/>
            <p:nvPr/>
          </p:nvCxnSpPr>
          <p:spPr>
            <a:xfrm>
              <a:off x="2607089" y="1664552"/>
              <a:ext cx="0" cy="899700"/>
            </a:xfrm>
            <a:prstGeom prst="straightConnector1">
              <a:avLst/>
            </a:prstGeom>
            <a:noFill/>
            <a:ln cap="flat" cmpd="sng" w="28575">
              <a:solidFill>
                <a:srgbClr val="D9D9D9"/>
              </a:solidFill>
              <a:prstDash val="solid"/>
              <a:round/>
              <a:headEnd len="sm" w="sm" type="none"/>
              <a:tailEnd len="sm" w="sm" type="none"/>
            </a:ln>
          </p:spPr>
        </p:cxnSp>
        <p:cxnSp>
          <p:nvCxnSpPr>
            <p:cNvPr id="5761" name="Google Shape;5761;p94"/>
            <p:cNvCxnSpPr/>
            <p:nvPr/>
          </p:nvCxnSpPr>
          <p:spPr>
            <a:xfrm>
              <a:off x="4429180" y="1664552"/>
              <a:ext cx="0" cy="899700"/>
            </a:xfrm>
            <a:prstGeom prst="straightConnector1">
              <a:avLst/>
            </a:prstGeom>
            <a:noFill/>
            <a:ln cap="flat" cmpd="sng" w="28575">
              <a:solidFill>
                <a:srgbClr val="B7B7B7"/>
              </a:solidFill>
              <a:prstDash val="solid"/>
              <a:round/>
              <a:headEnd len="sm" w="sm" type="none"/>
              <a:tailEnd len="sm" w="sm" type="none"/>
            </a:ln>
          </p:spPr>
        </p:cxnSp>
        <p:cxnSp>
          <p:nvCxnSpPr>
            <p:cNvPr id="5762" name="Google Shape;5762;p94"/>
            <p:cNvCxnSpPr/>
            <p:nvPr/>
          </p:nvCxnSpPr>
          <p:spPr>
            <a:xfrm>
              <a:off x="6237052" y="1664552"/>
              <a:ext cx="0" cy="899700"/>
            </a:xfrm>
            <a:prstGeom prst="straightConnector1">
              <a:avLst/>
            </a:prstGeom>
            <a:noFill/>
            <a:ln cap="flat" cmpd="sng" w="28575">
              <a:solidFill>
                <a:srgbClr val="D9D9D9"/>
              </a:solidFill>
              <a:prstDash val="solid"/>
              <a:round/>
              <a:headEnd len="sm" w="sm" type="none"/>
              <a:tailEnd len="sm" w="sm" type="none"/>
            </a:ln>
          </p:spPr>
        </p:cxnSp>
        <p:cxnSp>
          <p:nvCxnSpPr>
            <p:cNvPr id="5763" name="Google Shape;5763;p94"/>
            <p:cNvCxnSpPr/>
            <p:nvPr/>
          </p:nvCxnSpPr>
          <p:spPr>
            <a:xfrm>
              <a:off x="8031107" y="1664552"/>
              <a:ext cx="0" cy="899700"/>
            </a:xfrm>
            <a:prstGeom prst="straightConnector1">
              <a:avLst/>
            </a:prstGeom>
            <a:noFill/>
            <a:ln cap="flat" cmpd="sng" w="28575">
              <a:solidFill>
                <a:srgbClr val="D9D9D9"/>
              </a:solidFill>
              <a:prstDash val="solid"/>
              <a:round/>
              <a:headEnd len="sm" w="sm" type="none"/>
              <a:tailEnd len="sm" w="sm" type="none"/>
            </a:ln>
          </p:spPr>
        </p:cxnSp>
        <p:sp>
          <p:nvSpPr>
            <p:cNvPr id="5764" name="Google Shape;5764;p94"/>
            <p:cNvSpPr/>
            <p:nvPr/>
          </p:nvSpPr>
          <p:spPr>
            <a:xfrm>
              <a:off x="2627447" y="1670375"/>
              <a:ext cx="1782000" cy="893400"/>
            </a:xfrm>
            <a:prstGeom prst="rect">
              <a:avLst/>
            </a:prstGeom>
            <a:solidFill>
              <a:srgbClr val="D9EAD3"/>
            </a:solidFill>
            <a:ln cap="flat" cmpd="sng" w="9525">
              <a:solidFill>
                <a:srgbClr val="D9EA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5" name="Google Shape;5765;p94"/>
            <p:cNvSpPr/>
            <p:nvPr/>
          </p:nvSpPr>
          <p:spPr>
            <a:xfrm>
              <a:off x="4450520" y="1670375"/>
              <a:ext cx="1764000" cy="893400"/>
            </a:xfrm>
            <a:prstGeom prst="rect">
              <a:avLst/>
            </a:prstGeom>
            <a:solidFill>
              <a:srgbClr val="F4CCCC"/>
            </a:solidFill>
            <a:ln cap="flat" cmpd="sng" w="9525">
              <a:solidFill>
                <a:srgbClr val="F4CCC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66" name="Google Shape;5766;p94"/>
          <p:cNvGrpSpPr/>
          <p:nvPr/>
        </p:nvGrpSpPr>
        <p:grpSpPr>
          <a:xfrm>
            <a:off x="274200" y="2878041"/>
            <a:ext cx="9531600" cy="561583"/>
            <a:chOff x="274200" y="1663702"/>
            <a:chExt cx="9531600" cy="900550"/>
          </a:xfrm>
        </p:grpSpPr>
        <p:sp>
          <p:nvSpPr>
            <p:cNvPr id="5767" name="Google Shape;5767;p94"/>
            <p:cNvSpPr/>
            <p:nvPr/>
          </p:nvSpPr>
          <p:spPr>
            <a:xfrm>
              <a:off x="274200" y="1663702"/>
              <a:ext cx="9531600" cy="9000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600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t/>
              </a:r>
              <a:endParaRPr b="1" i="0" sz="1800" u="none" cap="none" strike="noStrike">
                <a:solidFill>
                  <a:srgbClr val="000000"/>
                </a:solidFill>
                <a:latin typeface="Roboto"/>
                <a:ea typeface="Roboto"/>
                <a:cs typeface="Roboto"/>
                <a:sym typeface="Roboto"/>
              </a:endParaRPr>
            </a:p>
          </p:txBody>
        </p:sp>
        <p:cxnSp>
          <p:nvCxnSpPr>
            <p:cNvPr id="5768" name="Google Shape;5768;p94"/>
            <p:cNvCxnSpPr/>
            <p:nvPr/>
          </p:nvCxnSpPr>
          <p:spPr>
            <a:xfrm>
              <a:off x="805925" y="1664552"/>
              <a:ext cx="0" cy="899700"/>
            </a:xfrm>
            <a:prstGeom prst="straightConnector1">
              <a:avLst/>
            </a:prstGeom>
            <a:noFill/>
            <a:ln cap="flat" cmpd="sng" w="28575">
              <a:solidFill>
                <a:srgbClr val="D9D9D9"/>
              </a:solidFill>
              <a:prstDash val="solid"/>
              <a:round/>
              <a:headEnd len="sm" w="sm" type="none"/>
              <a:tailEnd len="sm" w="sm" type="none"/>
            </a:ln>
          </p:spPr>
        </p:cxnSp>
        <p:cxnSp>
          <p:nvCxnSpPr>
            <p:cNvPr id="5769" name="Google Shape;5769;p94"/>
            <p:cNvCxnSpPr/>
            <p:nvPr/>
          </p:nvCxnSpPr>
          <p:spPr>
            <a:xfrm>
              <a:off x="2607089" y="1664552"/>
              <a:ext cx="0" cy="899700"/>
            </a:xfrm>
            <a:prstGeom prst="straightConnector1">
              <a:avLst/>
            </a:prstGeom>
            <a:noFill/>
            <a:ln cap="flat" cmpd="sng" w="28575">
              <a:solidFill>
                <a:srgbClr val="D9D9D9"/>
              </a:solidFill>
              <a:prstDash val="solid"/>
              <a:round/>
              <a:headEnd len="sm" w="sm" type="none"/>
              <a:tailEnd len="sm" w="sm" type="none"/>
            </a:ln>
          </p:spPr>
        </p:cxnSp>
        <p:cxnSp>
          <p:nvCxnSpPr>
            <p:cNvPr id="5770" name="Google Shape;5770;p94"/>
            <p:cNvCxnSpPr/>
            <p:nvPr/>
          </p:nvCxnSpPr>
          <p:spPr>
            <a:xfrm>
              <a:off x="4429180" y="1664552"/>
              <a:ext cx="0" cy="899700"/>
            </a:xfrm>
            <a:prstGeom prst="straightConnector1">
              <a:avLst/>
            </a:prstGeom>
            <a:noFill/>
            <a:ln cap="flat" cmpd="sng" w="28575">
              <a:solidFill>
                <a:srgbClr val="B7B7B7"/>
              </a:solidFill>
              <a:prstDash val="solid"/>
              <a:round/>
              <a:headEnd len="sm" w="sm" type="none"/>
              <a:tailEnd len="sm" w="sm" type="none"/>
            </a:ln>
          </p:spPr>
        </p:cxnSp>
        <p:cxnSp>
          <p:nvCxnSpPr>
            <p:cNvPr id="5771" name="Google Shape;5771;p94"/>
            <p:cNvCxnSpPr/>
            <p:nvPr/>
          </p:nvCxnSpPr>
          <p:spPr>
            <a:xfrm>
              <a:off x="6237052" y="1664552"/>
              <a:ext cx="0" cy="899700"/>
            </a:xfrm>
            <a:prstGeom prst="straightConnector1">
              <a:avLst/>
            </a:prstGeom>
            <a:noFill/>
            <a:ln cap="flat" cmpd="sng" w="28575">
              <a:solidFill>
                <a:srgbClr val="D9D9D9"/>
              </a:solidFill>
              <a:prstDash val="solid"/>
              <a:round/>
              <a:headEnd len="sm" w="sm" type="none"/>
              <a:tailEnd len="sm" w="sm" type="none"/>
            </a:ln>
          </p:spPr>
        </p:cxnSp>
        <p:cxnSp>
          <p:nvCxnSpPr>
            <p:cNvPr id="5772" name="Google Shape;5772;p94"/>
            <p:cNvCxnSpPr/>
            <p:nvPr/>
          </p:nvCxnSpPr>
          <p:spPr>
            <a:xfrm>
              <a:off x="8031107" y="1664552"/>
              <a:ext cx="0" cy="899700"/>
            </a:xfrm>
            <a:prstGeom prst="straightConnector1">
              <a:avLst/>
            </a:prstGeom>
            <a:noFill/>
            <a:ln cap="flat" cmpd="sng" w="28575">
              <a:solidFill>
                <a:srgbClr val="D9D9D9"/>
              </a:solidFill>
              <a:prstDash val="solid"/>
              <a:round/>
              <a:headEnd len="sm" w="sm" type="none"/>
              <a:tailEnd len="sm" w="sm" type="none"/>
            </a:ln>
          </p:spPr>
        </p:cxnSp>
        <p:sp>
          <p:nvSpPr>
            <p:cNvPr id="5773" name="Google Shape;5773;p94"/>
            <p:cNvSpPr/>
            <p:nvPr/>
          </p:nvSpPr>
          <p:spPr>
            <a:xfrm>
              <a:off x="2627447" y="1670375"/>
              <a:ext cx="1782000" cy="893400"/>
            </a:xfrm>
            <a:prstGeom prst="rect">
              <a:avLst/>
            </a:prstGeom>
            <a:solidFill>
              <a:srgbClr val="D9EAD3"/>
            </a:solidFill>
            <a:ln cap="flat" cmpd="sng" w="9525">
              <a:solidFill>
                <a:srgbClr val="D9EA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4" name="Google Shape;5774;p94"/>
            <p:cNvSpPr/>
            <p:nvPr/>
          </p:nvSpPr>
          <p:spPr>
            <a:xfrm>
              <a:off x="4450520" y="1670375"/>
              <a:ext cx="1764000" cy="893400"/>
            </a:xfrm>
            <a:prstGeom prst="rect">
              <a:avLst/>
            </a:prstGeom>
            <a:solidFill>
              <a:srgbClr val="F4CCCC"/>
            </a:solidFill>
            <a:ln cap="flat" cmpd="sng" w="9525">
              <a:solidFill>
                <a:srgbClr val="F4CCC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75" name="Google Shape;5775;p94"/>
          <p:cNvGrpSpPr/>
          <p:nvPr/>
        </p:nvGrpSpPr>
        <p:grpSpPr>
          <a:xfrm>
            <a:off x="274200" y="3526110"/>
            <a:ext cx="9531600" cy="561583"/>
            <a:chOff x="274200" y="1663702"/>
            <a:chExt cx="9531600" cy="900550"/>
          </a:xfrm>
        </p:grpSpPr>
        <p:sp>
          <p:nvSpPr>
            <p:cNvPr id="5776" name="Google Shape;5776;p94"/>
            <p:cNvSpPr/>
            <p:nvPr/>
          </p:nvSpPr>
          <p:spPr>
            <a:xfrm>
              <a:off x="274200" y="1663702"/>
              <a:ext cx="9531600" cy="9000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600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t/>
              </a:r>
              <a:endParaRPr b="1" i="0" sz="1800" u="none" cap="none" strike="noStrike">
                <a:solidFill>
                  <a:srgbClr val="000000"/>
                </a:solidFill>
                <a:latin typeface="Roboto"/>
                <a:ea typeface="Roboto"/>
                <a:cs typeface="Roboto"/>
                <a:sym typeface="Roboto"/>
              </a:endParaRPr>
            </a:p>
          </p:txBody>
        </p:sp>
        <p:cxnSp>
          <p:nvCxnSpPr>
            <p:cNvPr id="5777" name="Google Shape;5777;p94"/>
            <p:cNvCxnSpPr/>
            <p:nvPr/>
          </p:nvCxnSpPr>
          <p:spPr>
            <a:xfrm>
              <a:off x="805925" y="1664552"/>
              <a:ext cx="0" cy="899700"/>
            </a:xfrm>
            <a:prstGeom prst="straightConnector1">
              <a:avLst/>
            </a:prstGeom>
            <a:noFill/>
            <a:ln cap="flat" cmpd="sng" w="28575">
              <a:solidFill>
                <a:srgbClr val="D9D9D9"/>
              </a:solidFill>
              <a:prstDash val="solid"/>
              <a:round/>
              <a:headEnd len="sm" w="sm" type="none"/>
              <a:tailEnd len="sm" w="sm" type="none"/>
            </a:ln>
          </p:spPr>
        </p:cxnSp>
        <p:cxnSp>
          <p:nvCxnSpPr>
            <p:cNvPr id="5778" name="Google Shape;5778;p94"/>
            <p:cNvCxnSpPr/>
            <p:nvPr/>
          </p:nvCxnSpPr>
          <p:spPr>
            <a:xfrm>
              <a:off x="2607089" y="1664552"/>
              <a:ext cx="0" cy="899700"/>
            </a:xfrm>
            <a:prstGeom prst="straightConnector1">
              <a:avLst/>
            </a:prstGeom>
            <a:noFill/>
            <a:ln cap="flat" cmpd="sng" w="28575">
              <a:solidFill>
                <a:srgbClr val="D9D9D9"/>
              </a:solidFill>
              <a:prstDash val="solid"/>
              <a:round/>
              <a:headEnd len="sm" w="sm" type="none"/>
              <a:tailEnd len="sm" w="sm" type="none"/>
            </a:ln>
          </p:spPr>
        </p:cxnSp>
        <p:cxnSp>
          <p:nvCxnSpPr>
            <p:cNvPr id="5779" name="Google Shape;5779;p94"/>
            <p:cNvCxnSpPr/>
            <p:nvPr/>
          </p:nvCxnSpPr>
          <p:spPr>
            <a:xfrm>
              <a:off x="4429180" y="1664552"/>
              <a:ext cx="0" cy="899700"/>
            </a:xfrm>
            <a:prstGeom prst="straightConnector1">
              <a:avLst/>
            </a:prstGeom>
            <a:noFill/>
            <a:ln cap="flat" cmpd="sng" w="28575">
              <a:solidFill>
                <a:srgbClr val="B7B7B7"/>
              </a:solidFill>
              <a:prstDash val="solid"/>
              <a:round/>
              <a:headEnd len="sm" w="sm" type="none"/>
              <a:tailEnd len="sm" w="sm" type="none"/>
            </a:ln>
          </p:spPr>
        </p:cxnSp>
        <p:cxnSp>
          <p:nvCxnSpPr>
            <p:cNvPr id="5780" name="Google Shape;5780;p94"/>
            <p:cNvCxnSpPr/>
            <p:nvPr/>
          </p:nvCxnSpPr>
          <p:spPr>
            <a:xfrm>
              <a:off x="6237052" y="1664552"/>
              <a:ext cx="0" cy="899700"/>
            </a:xfrm>
            <a:prstGeom prst="straightConnector1">
              <a:avLst/>
            </a:prstGeom>
            <a:noFill/>
            <a:ln cap="flat" cmpd="sng" w="28575">
              <a:solidFill>
                <a:srgbClr val="D9D9D9"/>
              </a:solidFill>
              <a:prstDash val="solid"/>
              <a:round/>
              <a:headEnd len="sm" w="sm" type="none"/>
              <a:tailEnd len="sm" w="sm" type="none"/>
            </a:ln>
          </p:spPr>
        </p:cxnSp>
        <p:cxnSp>
          <p:nvCxnSpPr>
            <p:cNvPr id="5781" name="Google Shape;5781;p94"/>
            <p:cNvCxnSpPr/>
            <p:nvPr/>
          </p:nvCxnSpPr>
          <p:spPr>
            <a:xfrm>
              <a:off x="8031107" y="1664552"/>
              <a:ext cx="0" cy="899700"/>
            </a:xfrm>
            <a:prstGeom prst="straightConnector1">
              <a:avLst/>
            </a:prstGeom>
            <a:noFill/>
            <a:ln cap="flat" cmpd="sng" w="28575">
              <a:solidFill>
                <a:srgbClr val="D9D9D9"/>
              </a:solidFill>
              <a:prstDash val="solid"/>
              <a:round/>
              <a:headEnd len="sm" w="sm" type="none"/>
              <a:tailEnd len="sm" w="sm" type="none"/>
            </a:ln>
          </p:spPr>
        </p:cxnSp>
        <p:sp>
          <p:nvSpPr>
            <p:cNvPr id="5782" name="Google Shape;5782;p94"/>
            <p:cNvSpPr/>
            <p:nvPr/>
          </p:nvSpPr>
          <p:spPr>
            <a:xfrm>
              <a:off x="2627447" y="1670375"/>
              <a:ext cx="1782000" cy="893400"/>
            </a:xfrm>
            <a:prstGeom prst="rect">
              <a:avLst/>
            </a:prstGeom>
            <a:solidFill>
              <a:srgbClr val="D9EAD3"/>
            </a:solidFill>
            <a:ln cap="flat" cmpd="sng" w="9525">
              <a:solidFill>
                <a:srgbClr val="D9EA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3" name="Google Shape;5783;p94"/>
            <p:cNvSpPr/>
            <p:nvPr/>
          </p:nvSpPr>
          <p:spPr>
            <a:xfrm>
              <a:off x="4450520" y="1670375"/>
              <a:ext cx="1764000" cy="893400"/>
            </a:xfrm>
            <a:prstGeom prst="rect">
              <a:avLst/>
            </a:prstGeom>
            <a:solidFill>
              <a:srgbClr val="F4CCCC"/>
            </a:solidFill>
            <a:ln cap="flat" cmpd="sng" w="9525">
              <a:solidFill>
                <a:srgbClr val="F4CCC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84" name="Google Shape;5784;p94"/>
          <p:cNvGrpSpPr/>
          <p:nvPr/>
        </p:nvGrpSpPr>
        <p:grpSpPr>
          <a:xfrm>
            <a:off x="274200" y="4174179"/>
            <a:ext cx="9531600" cy="561583"/>
            <a:chOff x="274200" y="1663702"/>
            <a:chExt cx="9531600" cy="900550"/>
          </a:xfrm>
        </p:grpSpPr>
        <p:sp>
          <p:nvSpPr>
            <p:cNvPr id="5785" name="Google Shape;5785;p94"/>
            <p:cNvSpPr/>
            <p:nvPr/>
          </p:nvSpPr>
          <p:spPr>
            <a:xfrm>
              <a:off x="274200" y="1663702"/>
              <a:ext cx="9531600" cy="9000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600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t/>
              </a:r>
              <a:endParaRPr b="1" i="0" sz="1800" u="none" cap="none" strike="noStrike">
                <a:solidFill>
                  <a:srgbClr val="000000"/>
                </a:solidFill>
                <a:latin typeface="Roboto"/>
                <a:ea typeface="Roboto"/>
                <a:cs typeface="Roboto"/>
                <a:sym typeface="Roboto"/>
              </a:endParaRPr>
            </a:p>
          </p:txBody>
        </p:sp>
        <p:cxnSp>
          <p:nvCxnSpPr>
            <p:cNvPr id="5786" name="Google Shape;5786;p94"/>
            <p:cNvCxnSpPr/>
            <p:nvPr/>
          </p:nvCxnSpPr>
          <p:spPr>
            <a:xfrm>
              <a:off x="805925" y="1664552"/>
              <a:ext cx="0" cy="899700"/>
            </a:xfrm>
            <a:prstGeom prst="straightConnector1">
              <a:avLst/>
            </a:prstGeom>
            <a:noFill/>
            <a:ln cap="flat" cmpd="sng" w="28575">
              <a:solidFill>
                <a:srgbClr val="D9D9D9"/>
              </a:solidFill>
              <a:prstDash val="solid"/>
              <a:round/>
              <a:headEnd len="sm" w="sm" type="none"/>
              <a:tailEnd len="sm" w="sm" type="none"/>
            </a:ln>
          </p:spPr>
        </p:cxnSp>
        <p:cxnSp>
          <p:nvCxnSpPr>
            <p:cNvPr id="5787" name="Google Shape;5787;p94"/>
            <p:cNvCxnSpPr/>
            <p:nvPr/>
          </p:nvCxnSpPr>
          <p:spPr>
            <a:xfrm>
              <a:off x="2607089" y="1664552"/>
              <a:ext cx="0" cy="899700"/>
            </a:xfrm>
            <a:prstGeom prst="straightConnector1">
              <a:avLst/>
            </a:prstGeom>
            <a:noFill/>
            <a:ln cap="flat" cmpd="sng" w="28575">
              <a:solidFill>
                <a:srgbClr val="D9D9D9"/>
              </a:solidFill>
              <a:prstDash val="solid"/>
              <a:round/>
              <a:headEnd len="sm" w="sm" type="none"/>
              <a:tailEnd len="sm" w="sm" type="none"/>
            </a:ln>
          </p:spPr>
        </p:cxnSp>
        <p:cxnSp>
          <p:nvCxnSpPr>
            <p:cNvPr id="5788" name="Google Shape;5788;p94"/>
            <p:cNvCxnSpPr/>
            <p:nvPr/>
          </p:nvCxnSpPr>
          <p:spPr>
            <a:xfrm>
              <a:off x="4429180" y="1664552"/>
              <a:ext cx="0" cy="899700"/>
            </a:xfrm>
            <a:prstGeom prst="straightConnector1">
              <a:avLst/>
            </a:prstGeom>
            <a:noFill/>
            <a:ln cap="flat" cmpd="sng" w="28575">
              <a:solidFill>
                <a:srgbClr val="B7B7B7"/>
              </a:solidFill>
              <a:prstDash val="solid"/>
              <a:round/>
              <a:headEnd len="sm" w="sm" type="none"/>
              <a:tailEnd len="sm" w="sm" type="none"/>
            </a:ln>
          </p:spPr>
        </p:cxnSp>
        <p:cxnSp>
          <p:nvCxnSpPr>
            <p:cNvPr id="5789" name="Google Shape;5789;p94"/>
            <p:cNvCxnSpPr/>
            <p:nvPr/>
          </p:nvCxnSpPr>
          <p:spPr>
            <a:xfrm>
              <a:off x="6237052" y="1664552"/>
              <a:ext cx="0" cy="899700"/>
            </a:xfrm>
            <a:prstGeom prst="straightConnector1">
              <a:avLst/>
            </a:prstGeom>
            <a:noFill/>
            <a:ln cap="flat" cmpd="sng" w="28575">
              <a:solidFill>
                <a:srgbClr val="D9D9D9"/>
              </a:solidFill>
              <a:prstDash val="solid"/>
              <a:round/>
              <a:headEnd len="sm" w="sm" type="none"/>
              <a:tailEnd len="sm" w="sm" type="none"/>
            </a:ln>
          </p:spPr>
        </p:cxnSp>
        <p:cxnSp>
          <p:nvCxnSpPr>
            <p:cNvPr id="5790" name="Google Shape;5790;p94"/>
            <p:cNvCxnSpPr/>
            <p:nvPr/>
          </p:nvCxnSpPr>
          <p:spPr>
            <a:xfrm>
              <a:off x="8031107" y="1664552"/>
              <a:ext cx="0" cy="899700"/>
            </a:xfrm>
            <a:prstGeom prst="straightConnector1">
              <a:avLst/>
            </a:prstGeom>
            <a:noFill/>
            <a:ln cap="flat" cmpd="sng" w="28575">
              <a:solidFill>
                <a:srgbClr val="D9D9D9"/>
              </a:solidFill>
              <a:prstDash val="solid"/>
              <a:round/>
              <a:headEnd len="sm" w="sm" type="none"/>
              <a:tailEnd len="sm" w="sm" type="none"/>
            </a:ln>
          </p:spPr>
        </p:cxnSp>
        <p:sp>
          <p:nvSpPr>
            <p:cNvPr id="5791" name="Google Shape;5791;p94"/>
            <p:cNvSpPr/>
            <p:nvPr/>
          </p:nvSpPr>
          <p:spPr>
            <a:xfrm>
              <a:off x="2627447" y="1670375"/>
              <a:ext cx="1782000" cy="893400"/>
            </a:xfrm>
            <a:prstGeom prst="rect">
              <a:avLst/>
            </a:prstGeom>
            <a:solidFill>
              <a:srgbClr val="D9EAD3"/>
            </a:solidFill>
            <a:ln cap="flat" cmpd="sng" w="9525">
              <a:solidFill>
                <a:srgbClr val="D9EA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2" name="Google Shape;5792;p94"/>
            <p:cNvSpPr/>
            <p:nvPr/>
          </p:nvSpPr>
          <p:spPr>
            <a:xfrm>
              <a:off x="4450520" y="1670375"/>
              <a:ext cx="1764000" cy="893400"/>
            </a:xfrm>
            <a:prstGeom prst="rect">
              <a:avLst/>
            </a:prstGeom>
            <a:solidFill>
              <a:srgbClr val="F4CCCC"/>
            </a:solidFill>
            <a:ln cap="flat" cmpd="sng" w="9525">
              <a:solidFill>
                <a:srgbClr val="F4CCC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793" name="Google Shape;5793;p94"/>
          <p:cNvSpPr txBox="1"/>
          <p:nvPr>
            <p:ph idx="1" type="subTitle"/>
          </p:nvPr>
        </p:nvSpPr>
        <p:spPr>
          <a:xfrm>
            <a:off x="832100" y="1581903"/>
            <a:ext cx="1750500" cy="5616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5794" name="Google Shape;5794;p94"/>
          <p:cNvSpPr txBox="1"/>
          <p:nvPr>
            <p:ph idx="2" type="subTitle"/>
          </p:nvPr>
        </p:nvSpPr>
        <p:spPr>
          <a:xfrm>
            <a:off x="2631411" y="1581903"/>
            <a:ext cx="1771500" cy="5616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5795" name="Google Shape;5795;p94"/>
          <p:cNvSpPr txBox="1"/>
          <p:nvPr>
            <p:ph idx="3" type="subTitle"/>
          </p:nvPr>
        </p:nvSpPr>
        <p:spPr>
          <a:xfrm>
            <a:off x="4460203" y="1581903"/>
            <a:ext cx="1750500" cy="5616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5796" name="Google Shape;5796;p94"/>
          <p:cNvSpPr txBox="1"/>
          <p:nvPr>
            <p:ph idx="4" type="subTitle"/>
          </p:nvPr>
        </p:nvSpPr>
        <p:spPr>
          <a:xfrm>
            <a:off x="6269339" y="1581903"/>
            <a:ext cx="1731300" cy="5616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5797" name="Google Shape;5797;p94"/>
          <p:cNvSpPr txBox="1"/>
          <p:nvPr>
            <p:ph idx="5" type="subTitle"/>
          </p:nvPr>
        </p:nvSpPr>
        <p:spPr>
          <a:xfrm>
            <a:off x="8053914" y="1581903"/>
            <a:ext cx="1731300" cy="5616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grpSp>
        <p:nvGrpSpPr>
          <p:cNvPr id="5798" name="Google Shape;5798;p94"/>
          <p:cNvGrpSpPr/>
          <p:nvPr/>
        </p:nvGrpSpPr>
        <p:grpSpPr>
          <a:xfrm>
            <a:off x="274200" y="2229971"/>
            <a:ext cx="9531600" cy="561583"/>
            <a:chOff x="274200" y="1663702"/>
            <a:chExt cx="9531600" cy="900550"/>
          </a:xfrm>
        </p:grpSpPr>
        <p:sp>
          <p:nvSpPr>
            <p:cNvPr id="5799" name="Google Shape;5799;p94"/>
            <p:cNvSpPr/>
            <p:nvPr/>
          </p:nvSpPr>
          <p:spPr>
            <a:xfrm>
              <a:off x="274200" y="1663702"/>
              <a:ext cx="9531600" cy="9000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600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t/>
              </a:r>
              <a:endParaRPr b="1" i="0" sz="1800" u="none" cap="none" strike="noStrike">
                <a:solidFill>
                  <a:srgbClr val="000000"/>
                </a:solidFill>
                <a:latin typeface="Roboto"/>
                <a:ea typeface="Roboto"/>
                <a:cs typeface="Roboto"/>
                <a:sym typeface="Roboto"/>
              </a:endParaRPr>
            </a:p>
          </p:txBody>
        </p:sp>
        <p:cxnSp>
          <p:nvCxnSpPr>
            <p:cNvPr id="5800" name="Google Shape;5800;p94"/>
            <p:cNvCxnSpPr/>
            <p:nvPr/>
          </p:nvCxnSpPr>
          <p:spPr>
            <a:xfrm>
              <a:off x="805925" y="1664552"/>
              <a:ext cx="0" cy="899700"/>
            </a:xfrm>
            <a:prstGeom prst="straightConnector1">
              <a:avLst/>
            </a:prstGeom>
            <a:noFill/>
            <a:ln cap="flat" cmpd="sng" w="28575">
              <a:solidFill>
                <a:srgbClr val="D9D9D9"/>
              </a:solidFill>
              <a:prstDash val="solid"/>
              <a:round/>
              <a:headEnd len="sm" w="sm" type="none"/>
              <a:tailEnd len="sm" w="sm" type="none"/>
            </a:ln>
          </p:spPr>
        </p:cxnSp>
        <p:cxnSp>
          <p:nvCxnSpPr>
            <p:cNvPr id="5801" name="Google Shape;5801;p94"/>
            <p:cNvCxnSpPr/>
            <p:nvPr/>
          </p:nvCxnSpPr>
          <p:spPr>
            <a:xfrm>
              <a:off x="2607089" y="1664552"/>
              <a:ext cx="0" cy="899700"/>
            </a:xfrm>
            <a:prstGeom prst="straightConnector1">
              <a:avLst/>
            </a:prstGeom>
            <a:noFill/>
            <a:ln cap="flat" cmpd="sng" w="28575">
              <a:solidFill>
                <a:srgbClr val="D9D9D9"/>
              </a:solidFill>
              <a:prstDash val="solid"/>
              <a:round/>
              <a:headEnd len="sm" w="sm" type="none"/>
              <a:tailEnd len="sm" w="sm" type="none"/>
            </a:ln>
          </p:spPr>
        </p:cxnSp>
        <p:cxnSp>
          <p:nvCxnSpPr>
            <p:cNvPr id="5802" name="Google Shape;5802;p94"/>
            <p:cNvCxnSpPr/>
            <p:nvPr/>
          </p:nvCxnSpPr>
          <p:spPr>
            <a:xfrm>
              <a:off x="4429180" y="1664552"/>
              <a:ext cx="0" cy="899700"/>
            </a:xfrm>
            <a:prstGeom prst="straightConnector1">
              <a:avLst/>
            </a:prstGeom>
            <a:noFill/>
            <a:ln cap="flat" cmpd="sng" w="28575">
              <a:solidFill>
                <a:srgbClr val="B7B7B7"/>
              </a:solidFill>
              <a:prstDash val="solid"/>
              <a:round/>
              <a:headEnd len="sm" w="sm" type="none"/>
              <a:tailEnd len="sm" w="sm" type="none"/>
            </a:ln>
          </p:spPr>
        </p:cxnSp>
        <p:cxnSp>
          <p:nvCxnSpPr>
            <p:cNvPr id="5803" name="Google Shape;5803;p94"/>
            <p:cNvCxnSpPr/>
            <p:nvPr/>
          </p:nvCxnSpPr>
          <p:spPr>
            <a:xfrm>
              <a:off x="6237052" y="1664552"/>
              <a:ext cx="0" cy="899700"/>
            </a:xfrm>
            <a:prstGeom prst="straightConnector1">
              <a:avLst/>
            </a:prstGeom>
            <a:noFill/>
            <a:ln cap="flat" cmpd="sng" w="28575">
              <a:solidFill>
                <a:srgbClr val="D9D9D9"/>
              </a:solidFill>
              <a:prstDash val="solid"/>
              <a:round/>
              <a:headEnd len="sm" w="sm" type="none"/>
              <a:tailEnd len="sm" w="sm" type="none"/>
            </a:ln>
          </p:spPr>
        </p:cxnSp>
        <p:cxnSp>
          <p:nvCxnSpPr>
            <p:cNvPr id="5804" name="Google Shape;5804;p94"/>
            <p:cNvCxnSpPr/>
            <p:nvPr/>
          </p:nvCxnSpPr>
          <p:spPr>
            <a:xfrm>
              <a:off x="8031107" y="1664552"/>
              <a:ext cx="0" cy="899700"/>
            </a:xfrm>
            <a:prstGeom prst="straightConnector1">
              <a:avLst/>
            </a:prstGeom>
            <a:noFill/>
            <a:ln cap="flat" cmpd="sng" w="28575">
              <a:solidFill>
                <a:srgbClr val="D9D9D9"/>
              </a:solidFill>
              <a:prstDash val="solid"/>
              <a:round/>
              <a:headEnd len="sm" w="sm" type="none"/>
              <a:tailEnd len="sm" w="sm" type="none"/>
            </a:ln>
          </p:spPr>
        </p:cxnSp>
        <p:sp>
          <p:nvSpPr>
            <p:cNvPr id="5805" name="Google Shape;5805;p94"/>
            <p:cNvSpPr/>
            <p:nvPr/>
          </p:nvSpPr>
          <p:spPr>
            <a:xfrm>
              <a:off x="2627447" y="1670375"/>
              <a:ext cx="1782000" cy="893400"/>
            </a:xfrm>
            <a:prstGeom prst="rect">
              <a:avLst/>
            </a:prstGeom>
            <a:solidFill>
              <a:srgbClr val="D9EAD3"/>
            </a:solidFill>
            <a:ln cap="flat" cmpd="sng" w="9525">
              <a:solidFill>
                <a:srgbClr val="D9EA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6" name="Google Shape;5806;p94"/>
            <p:cNvSpPr/>
            <p:nvPr/>
          </p:nvSpPr>
          <p:spPr>
            <a:xfrm>
              <a:off x="4450520" y="1670375"/>
              <a:ext cx="1764000" cy="893400"/>
            </a:xfrm>
            <a:prstGeom prst="rect">
              <a:avLst/>
            </a:prstGeom>
            <a:solidFill>
              <a:srgbClr val="F4CCCC"/>
            </a:solidFill>
            <a:ln cap="flat" cmpd="sng" w="9525">
              <a:solidFill>
                <a:srgbClr val="F4CCC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807" name="Google Shape;5807;p94"/>
          <p:cNvSpPr txBox="1"/>
          <p:nvPr/>
        </p:nvSpPr>
        <p:spPr>
          <a:xfrm>
            <a:off x="277302" y="1581966"/>
            <a:ext cx="509100" cy="5616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s-419">
                <a:latin typeface="Arvo"/>
                <a:ea typeface="Arvo"/>
                <a:cs typeface="Arvo"/>
                <a:sym typeface="Arvo"/>
              </a:rPr>
              <a:t>1</a:t>
            </a:r>
            <a:endParaRPr b="1">
              <a:latin typeface="Arvo"/>
              <a:ea typeface="Arvo"/>
              <a:cs typeface="Arvo"/>
              <a:sym typeface="Arvo"/>
            </a:endParaRPr>
          </a:p>
        </p:txBody>
      </p:sp>
      <p:sp>
        <p:nvSpPr>
          <p:cNvPr id="5808" name="Google Shape;5808;p94"/>
          <p:cNvSpPr txBox="1"/>
          <p:nvPr>
            <p:ph idx="6" type="subTitle"/>
          </p:nvPr>
        </p:nvSpPr>
        <p:spPr>
          <a:xfrm>
            <a:off x="832100" y="2878393"/>
            <a:ext cx="1750500" cy="5616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5809" name="Google Shape;5809;p94"/>
          <p:cNvSpPr txBox="1"/>
          <p:nvPr>
            <p:ph idx="7" type="subTitle"/>
          </p:nvPr>
        </p:nvSpPr>
        <p:spPr>
          <a:xfrm>
            <a:off x="2631411" y="2878393"/>
            <a:ext cx="1771500" cy="5616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5810" name="Google Shape;5810;p94"/>
          <p:cNvSpPr txBox="1"/>
          <p:nvPr>
            <p:ph idx="8" type="subTitle"/>
          </p:nvPr>
        </p:nvSpPr>
        <p:spPr>
          <a:xfrm>
            <a:off x="4460203" y="2878393"/>
            <a:ext cx="1750500" cy="5616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5811" name="Google Shape;5811;p94"/>
          <p:cNvSpPr txBox="1"/>
          <p:nvPr>
            <p:ph idx="9" type="subTitle"/>
          </p:nvPr>
        </p:nvSpPr>
        <p:spPr>
          <a:xfrm>
            <a:off x="6269339" y="2878393"/>
            <a:ext cx="1731300" cy="5616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5812" name="Google Shape;5812;p94"/>
          <p:cNvSpPr txBox="1"/>
          <p:nvPr>
            <p:ph idx="13" type="subTitle"/>
          </p:nvPr>
        </p:nvSpPr>
        <p:spPr>
          <a:xfrm>
            <a:off x="8053914" y="2878393"/>
            <a:ext cx="1731300" cy="5616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5813" name="Google Shape;5813;p94"/>
          <p:cNvSpPr txBox="1"/>
          <p:nvPr/>
        </p:nvSpPr>
        <p:spPr>
          <a:xfrm>
            <a:off x="277302" y="2878456"/>
            <a:ext cx="509100" cy="5616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s-419">
                <a:latin typeface="Arvo"/>
                <a:ea typeface="Arvo"/>
                <a:cs typeface="Arvo"/>
                <a:sym typeface="Arvo"/>
              </a:rPr>
              <a:t>3</a:t>
            </a:r>
            <a:endParaRPr b="1">
              <a:latin typeface="Arvo"/>
              <a:ea typeface="Arvo"/>
              <a:cs typeface="Arvo"/>
              <a:sym typeface="Arvo"/>
            </a:endParaRPr>
          </a:p>
        </p:txBody>
      </p:sp>
      <p:sp>
        <p:nvSpPr>
          <p:cNvPr id="5814" name="Google Shape;5814;p94"/>
          <p:cNvSpPr txBox="1"/>
          <p:nvPr>
            <p:ph idx="14" type="subTitle"/>
          </p:nvPr>
        </p:nvSpPr>
        <p:spPr>
          <a:xfrm>
            <a:off x="832100" y="3528393"/>
            <a:ext cx="1750500" cy="5616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5815" name="Google Shape;5815;p94"/>
          <p:cNvSpPr txBox="1"/>
          <p:nvPr>
            <p:ph idx="15" type="subTitle"/>
          </p:nvPr>
        </p:nvSpPr>
        <p:spPr>
          <a:xfrm>
            <a:off x="2631411" y="3528393"/>
            <a:ext cx="1771500" cy="5616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5816" name="Google Shape;5816;p94"/>
          <p:cNvSpPr txBox="1"/>
          <p:nvPr>
            <p:ph idx="16" type="subTitle"/>
          </p:nvPr>
        </p:nvSpPr>
        <p:spPr>
          <a:xfrm>
            <a:off x="832100" y="2230907"/>
            <a:ext cx="1750500" cy="5616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5817" name="Google Shape;5817;p94"/>
          <p:cNvSpPr txBox="1"/>
          <p:nvPr>
            <p:ph idx="17" type="subTitle"/>
          </p:nvPr>
        </p:nvSpPr>
        <p:spPr>
          <a:xfrm>
            <a:off x="2631411" y="2230907"/>
            <a:ext cx="1771500" cy="5616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5818" name="Google Shape;5818;p94"/>
          <p:cNvSpPr txBox="1"/>
          <p:nvPr>
            <p:ph idx="18" type="subTitle"/>
          </p:nvPr>
        </p:nvSpPr>
        <p:spPr>
          <a:xfrm>
            <a:off x="4460203" y="2230907"/>
            <a:ext cx="1750500" cy="5616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5819" name="Google Shape;5819;p94"/>
          <p:cNvSpPr txBox="1"/>
          <p:nvPr>
            <p:ph idx="19" type="subTitle"/>
          </p:nvPr>
        </p:nvSpPr>
        <p:spPr>
          <a:xfrm>
            <a:off x="6269339" y="2230907"/>
            <a:ext cx="1731300" cy="5616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5820" name="Google Shape;5820;p94"/>
          <p:cNvSpPr txBox="1"/>
          <p:nvPr>
            <p:ph idx="20" type="subTitle"/>
          </p:nvPr>
        </p:nvSpPr>
        <p:spPr>
          <a:xfrm>
            <a:off x="8053914" y="2230907"/>
            <a:ext cx="1731300" cy="5616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5821" name="Google Shape;5821;p94"/>
          <p:cNvSpPr txBox="1"/>
          <p:nvPr/>
        </p:nvSpPr>
        <p:spPr>
          <a:xfrm>
            <a:off x="277302" y="2230969"/>
            <a:ext cx="509100" cy="5616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s-419">
                <a:latin typeface="Arvo"/>
                <a:ea typeface="Arvo"/>
                <a:cs typeface="Arvo"/>
                <a:sym typeface="Arvo"/>
              </a:rPr>
              <a:t>2</a:t>
            </a:r>
            <a:endParaRPr b="1">
              <a:latin typeface="Arvo"/>
              <a:ea typeface="Arvo"/>
              <a:cs typeface="Arvo"/>
              <a:sym typeface="Arvo"/>
            </a:endParaRPr>
          </a:p>
        </p:txBody>
      </p:sp>
      <p:sp>
        <p:nvSpPr>
          <p:cNvPr id="5822" name="Google Shape;5822;p94"/>
          <p:cNvSpPr txBox="1"/>
          <p:nvPr>
            <p:ph idx="21" type="subTitle"/>
          </p:nvPr>
        </p:nvSpPr>
        <p:spPr>
          <a:xfrm>
            <a:off x="4460203" y="3528393"/>
            <a:ext cx="1750500" cy="5616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5823" name="Google Shape;5823;p94"/>
          <p:cNvSpPr txBox="1"/>
          <p:nvPr>
            <p:ph idx="22" type="subTitle"/>
          </p:nvPr>
        </p:nvSpPr>
        <p:spPr>
          <a:xfrm>
            <a:off x="6269339" y="3528393"/>
            <a:ext cx="1731300" cy="5616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5824" name="Google Shape;5824;p94"/>
          <p:cNvSpPr txBox="1"/>
          <p:nvPr>
            <p:ph idx="23" type="subTitle"/>
          </p:nvPr>
        </p:nvSpPr>
        <p:spPr>
          <a:xfrm>
            <a:off x="8053914" y="3528393"/>
            <a:ext cx="1731300" cy="5616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5825" name="Google Shape;5825;p94"/>
          <p:cNvSpPr txBox="1"/>
          <p:nvPr/>
        </p:nvSpPr>
        <p:spPr>
          <a:xfrm>
            <a:off x="277302" y="3528456"/>
            <a:ext cx="509100" cy="5616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s-419">
                <a:latin typeface="Arvo"/>
                <a:ea typeface="Arvo"/>
                <a:cs typeface="Arvo"/>
                <a:sym typeface="Arvo"/>
              </a:rPr>
              <a:t>4</a:t>
            </a:r>
            <a:endParaRPr b="1">
              <a:latin typeface="Arvo"/>
              <a:ea typeface="Arvo"/>
              <a:cs typeface="Arvo"/>
              <a:sym typeface="Arvo"/>
            </a:endParaRPr>
          </a:p>
        </p:txBody>
      </p:sp>
      <p:sp>
        <p:nvSpPr>
          <p:cNvPr id="5826" name="Google Shape;5826;p94"/>
          <p:cNvSpPr txBox="1"/>
          <p:nvPr>
            <p:ph idx="24" type="subTitle"/>
          </p:nvPr>
        </p:nvSpPr>
        <p:spPr>
          <a:xfrm>
            <a:off x="832100" y="4174052"/>
            <a:ext cx="1750500" cy="5616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5827" name="Google Shape;5827;p94"/>
          <p:cNvSpPr txBox="1"/>
          <p:nvPr>
            <p:ph idx="25" type="subTitle"/>
          </p:nvPr>
        </p:nvSpPr>
        <p:spPr>
          <a:xfrm>
            <a:off x="2631411" y="4174052"/>
            <a:ext cx="1771500" cy="5616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5828" name="Google Shape;5828;p94"/>
          <p:cNvSpPr txBox="1"/>
          <p:nvPr>
            <p:ph idx="26" type="subTitle"/>
          </p:nvPr>
        </p:nvSpPr>
        <p:spPr>
          <a:xfrm>
            <a:off x="4460203" y="4174052"/>
            <a:ext cx="1750500" cy="5616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5829" name="Google Shape;5829;p94"/>
          <p:cNvSpPr txBox="1"/>
          <p:nvPr>
            <p:ph idx="27" type="subTitle"/>
          </p:nvPr>
        </p:nvSpPr>
        <p:spPr>
          <a:xfrm>
            <a:off x="6269339" y="4174052"/>
            <a:ext cx="1731300" cy="5616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5830" name="Google Shape;5830;p94"/>
          <p:cNvSpPr txBox="1"/>
          <p:nvPr>
            <p:ph idx="28" type="subTitle"/>
          </p:nvPr>
        </p:nvSpPr>
        <p:spPr>
          <a:xfrm>
            <a:off x="8053914" y="4174052"/>
            <a:ext cx="1731300" cy="5616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5831" name="Google Shape;5831;p94"/>
          <p:cNvSpPr txBox="1"/>
          <p:nvPr/>
        </p:nvSpPr>
        <p:spPr>
          <a:xfrm>
            <a:off x="277302" y="4174114"/>
            <a:ext cx="509100" cy="5616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s-419">
                <a:latin typeface="Arvo"/>
                <a:ea typeface="Arvo"/>
                <a:cs typeface="Arvo"/>
                <a:sym typeface="Arvo"/>
              </a:rPr>
              <a:t>5</a:t>
            </a:r>
            <a:endParaRPr b="1">
              <a:latin typeface="Arvo"/>
              <a:ea typeface="Arvo"/>
              <a:cs typeface="Arvo"/>
              <a:sym typeface="Arvo"/>
            </a:endParaRPr>
          </a:p>
        </p:txBody>
      </p:sp>
      <p:grpSp>
        <p:nvGrpSpPr>
          <p:cNvPr id="5832" name="Google Shape;5832;p94"/>
          <p:cNvGrpSpPr/>
          <p:nvPr/>
        </p:nvGrpSpPr>
        <p:grpSpPr>
          <a:xfrm>
            <a:off x="274200" y="4826044"/>
            <a:ext cx="9531600" cy="561583"/>
            <a:chOff x="274200" y="1663702"/>
            <a:chExt cx="9531600" cy="900550"/>
          </a:xfrm>
        </p:grpSpPr>
        <p:sp>
          <p:nvSpPr>
            <p:cNvPr id="5833" name="Google Shape;5833;p94"/>
            <p:cNvSpPr/>
            <p:nvPr/>
          </p:nvSpPr>
          <p:spPr>
            <a:xfrm>
              <a:off x="274200" y="1663702"/>
              <a:ext cx="9531600" cy="9000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600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t/>
              </a:r>
              <a:endParaRPr b="1" i="0" sz="1800" u="none" cap="none" strike="noStrike">
                <a:solidFill>
                  <a:srgbClr val="000000"/>
                </a:solidFill>
                <a:latin typeface="Roboto"/>
                <a:ea typeface="Roboto"/>
                <a:cs typeface="Roboto"/>
                <a:sym typeface="Roboto"/>
              </a:endParaRPr>
            </a:p>
          </p:txBody>
        </p:sp>
        <p:cxnSp>
          <p:nvCxnSpPr>
            <p:cNvPr id="5834" name="Google Shape;5834;p94"/>
            <p:cNvCxnSpPr/>
            <p:nvPr/>
          </p:nvCxnSpPr>
          <p:spPr>
            <a:xfrm>
              <a:off x="805925" y="1664552"/>
              <a:ext cx="0" cy="899700"/>
            </a:xfrm>
            <a:prstGeom prst="straightConnector1">
              <a:avLst/>
            </a:prstGeom>
            <a:noFill/>
            <a:ln cap="flat" cmpd="sng" w="28575">
              <a:solidFill>
                <a:srgbClr val="D9D9D9"/>
              </a:solidFill>
              <a:prstDash val="solid"/>
              <a:round/>
              <a:headEnd len="sm" w="sm" type="none"/>
              <a:tailEnd len="sm" w="sm" type="none"/>
            </a:ln>
          </p:spPr>
        </p:cxnSp>
        <p:cxnSp>
          <p:nvCxnSpPr>
            <p:cNvPr id="5835" name="Google Shape;5835;p94"/>
            <p:cNvCxnSpPr/>
            <p:nvPr/>
          </p:nvCxnSpPr>
          <p:spPr>
            <a:xfrm>
              <a:off x="2607089" y="1664552"/>
              <a:ext cx="0" cy="899700"/>
            </a:xfrm>
            <a:prstGeom prst="straightConnector1">
              <a:avLst/>
            </a:prstGeom>
            <a:noFill/>
            <a:ln cap="flat" cmpd="sng" w="28575">
              <a:solidFill>
                <a:srgbClr val="D9D9D9"/>
              </a:solidFill>
              <a:prstDash val="solid"/>
              <a:round/>
              <a:headEnd len="sm" w="sm" type="none"/>
              <a:tailEnd len="sm" w="sm" type="none"/>
            </a:ln>
          </p:spPr>
        </p:cxnSp>
        <p:cxnSp>
          <p:nvCxnSpPr>
            <p:cNvPr id="5836" name="Google Shape;5836;p94"/>
            <p:cNvCxnSpPr/>
            <p:nvPr/>
          </p:nvCxnSpPr>
          <p:spPr>
            <a:xfrm>
              <a:off x="4429180" y="1664552"/>
              <a:ext cx="0" cy="899700"/>
            </a:xfrm>
            <a:prstGeom prst="straightConnector1">
              <a:avLst/>
            </a:prstGeom>
            <a:noFill/>
            <a:ln cap="flat" cmpd="sng" w="28575">
              <a:solidFill>
                <a:srgbClr val="B7B7B7"/>
              </a:solidFill>
              <a:prstDash val="solid"/>
              <a:round/>
              <a:headEnd len="sm" w="sm" type="none"/>
              <a:tailEnd len="sm" w="sm" type="none"/>
            </a:ln>
          </p:spPr>
        </p:cxnSp>
        <p:cxnSp>
          <p:nvCxnSpPr>
            <p:cNvPr id="5837" name="Google Shape;5837;p94"/>
            <p:cNvCxnSpPr/>
            <p:nvPr/>
          </p:nvCxnSpPr>
          <p:spPr>
            <a:xfrm>
              <a:off x="6237052" y="1664552"/>
              <a:ext cx="0" cy="899700"/>
            </a:xfrm>
            <a:prstGeom prst="straightConnector1">
              <a:avLst/>
            </a:prstGeom>
            <a:noFill/>
            <a:ln cap="flat" cmpd="sng" w="28575">
              <a:solidFill>
                <a:srgbClr val="D9D9D9"/>
              </a:solidFill>
              <a:prstDash val="solid"/>
              <a:round/>
              <a:headEnd len="sm" w="sm" type="none"/>
              <a:tailEnd len="sm" w="sm" type="none"/>
            </a:ln>
          </p:spPr>
        </p:cxnSp>
        <p:cxnSp>
          <p:nvCxnSpPr>
            <p:cNvPr id="5838" name="Google Shape;5838;p94"/>
            <p:cNvCxnSpPr/>
            <p:nvPr/>
          </p:nvCxnSpPr>
          <p:spPr>
            <a:xfrm>
              <a:off x="8031107" y="1664552"/>
              <a:ext cx="0" cy="899700"/>
            </a:xfrm>
            <a:prstGeom prst="straightConnector1">
              <a:avLst/>
            </a:prstGeom>
            <a:noFill/>
            <a:ln cap="flat" cmpd="sng" w="28575">
              <a:solidFill>
                <a:srgbClr val="D9D9D9"/>
              </a:solidFill>
              <a:prstDash val="solid"/>
              <a:round/>
              <a:headEnd len="sm" w="sm" type="none"/>
              <a:tailEnd len="sm" w="sm" type="none"/>
            </a:ln>
          </p:spPr>
        </p:cxnSp>
        <p:sp>
          <p:nvSpPr>
            <p:cNvPr id="5839" name="Google Shape;5839;p94"/>
            <p:cNvSpPr/>
            <p:nvPr/>
          </p:nvSpPr>
          <p:spPr>
            <a:xfrm>
              <a:off x="2627447" y="1670375"/>
              <a:ext cx="1782000" cy="893400"/>
            </a:xfrm>
            <a:prstGeom prst="rect">
              <a:avLst/>
            </a:prstGeom>
            <a:solidFill>
              <a:srgbClr val="D9EAD3"/>
            </a:solidFill>
            <a:ln cap="flat" cmpd="sng" w="9525">
              <a:solidFill>
                <a:srgbClr val="D9EA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0" name="Google Shape;5840;p94"/>
            <p:cNvSpPr/>
            <p:nvPr/>
          </p:nvSpPr>
          <p:spPr>
            <a:xfrm>
              <a:off x="4450520" y="1670375"/>
              <a:ext cx="1764000" cy="893400"/>
            </a:xfrm>
            <a:prstGeom prst="rect">
              <a:avLst/>
            </a:prstGeom>
            <a:solidFill>
              <a:srgbClr val="F4CCCC"/>
            </a:solidFill>
            <a:ln cap="flat" cmpd="sng" w="9525">
              <a:solidFill>
                <a:srgbClr val="F4CCC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41" name="Google Shape;5841;p94"/>
          <p:cNvGrpSpPr/>
          <p:nvPr/>
        </p:nvGrpSpPr>
        <p:grpSpPr>
          <a:xfrm>
            <a:off x="274200" y="5474113"/>
            <a:ext cx="9531600" cy="561583"/>
            <a:chOff x="274200" y="1663702"/>
            <a:chExt cx="9531600" cy="900550"/>
          </a:xfrm>
        </p:grpSpPr>
        <p:sp>
          <p:nvSpPr>
            <p:cNvPr id="5842" name="Google Shape;5842;p94"/>
            <p:cNvSpPr/>
            <p:nvPr/>
          </p:nvSpPr>
          <p:spPr>
            <a:xfrm>
              <a:off x="274200" y="1663702"/>
              <a:ext cx="9531600" cy="9000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600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t/>
              </a:r>
              <a:endParaRPr b="1" i="0" sz="1800" u="none" cap="none" strike="noStrike">
                <a:solidFill>
                  <a:srgbClr val="000000"/>
                </a:solidFill>
                <a:latin typeface="Roboto"/>
                <a:ea typeface="Roboto"/>
                <a:cs typeface="Roboto"/>
                <a:sym typeface="Roboto"/>
              </a:endParaRPr>
            </a:p>
          </p:txBody>
        </p:sp>
        <p:cxnSp>
          <p:nvCxnSpPr>
            <p:cNvPr id="5843" name="Google Shape;5843;p94"/>
            <p:cNvCxnSpPr/>
            <p:nvPr/>
          </p:nvCxnSpPr>
          <p:spPr>
            <a:xfrm>
              <a:off x="805925" y="1664552"/>
              <a:ext cx="0" cy="899700"/>
            </a:xfrm>
            <a:prstGeom prst="straightConnector1">
              <a:avLst/>
            </a:prstGeom>
            <a:noFill/>
            <a:ln cap="flat" cmpd="sng" w="28575">
              <a:solidFill>
                <a:srgbClr val="D9D9D9"/>
              </a:solidFill>
              <a:prstDash val="solid"/>
              <a:round/>
              <a:headEnd len="sm" w="sm" type="none"/>
              <a:tailEnd len="sm" w="sm" type="none"/>
            </a:ln>
          </p:spPr>
        </p:cxnSp>
        <p:cxnSp>
          <p:nvCxnSpPr>
            <p:cNvPr id="5844" name="Google Shape;5844;p94"/>
            <p:cNvCxnSpPr/>
            <p:nvPr/>
          </p:nvCxnSpPr>
          <p:spPr>
            <a:xfrm>
              <a:off x="2607089" y="1664552"/>
              <a:ext cx="0" cy="899700"/>
            </a:xfrm>
            <a:prstGeom prst="straightConnector1">
              <a:avLst/>
            </a:prstGeom>
            <a:noFill/>
            <a:ln cap="flat" cmpd="sng" w="28575">
              <a:solidFill>
                <a:srgbClr val="D9D9D9"/>
              </a:solidFill>
              <a:prstDash val="solid"/>
              <a:round/>
              <a:headEnd len="sm" w="sm" type="none"/>
              <a:tailEnd len="sm" w="sm" type="none"/>
            </a:ln>
          </p:spPr>
        </p:cxnSp>
        <p:cxnSp>
          <p:nvCxnSpPr>
            <p:cNvPr id="5845" name="Google Shape;5845;p94"/>
            <p:cNvCxnSpPr/>
            <p:nvPr/>
          </p:nvCxnSpPr>
          <p:spPr>
            <a:xfrm>
              <a:off x="4429180" y="1664552"/>
              <a:ext cx="0" cy="899700"/>
            </a:xfrm>
            <a:prstGeom prst="straightConnector1">
              <a:avLst/>
            </a:prstGeom>
            <a:noFill/>
            <a:ln cap="flat" cmpd="sng" w="28575">
              <a:solidFill>
                <a:srgbClr val="B7B7B7"/>
              </a:solidFill>
              <a:prstDash val="solid"/>
              <a:round/>
              <a:headEnd len="sm" w="sm" type="none"/>
              <a:tailEnd len="sm" w="sm" type="none"/>
            </a:ln>
          </p:spPr>
        </p:cxnSp>
        <p:cxnSp>
          <p:nvCxnSpPr>
            <p:cNvPr id="5846" name="Google Shape;5846;p94"/>
            <p:cNvCxnSpPr/>
            <p:nvPr/>
          </p:nvCxnSpPr>
          <p:spPr>
            <a:xfrm>
              <a:off x="6237052" y="1664552"/>
              <a:ext cx="0" cy="899700"/>
            </a:xfrm>
            <a:prstGeom prst="straightConnector1">
              <a:avLst/>
            </a:prstGeom>
            <a:noFill/>
            <a:ln cap="flat" cmpd="sng" w="28575">
              <a:solidFill>
                <a:srgbClr val="D9D9D9"/>
              </a:solidFill>
              <a:prstDash val="solid"/>
              <a:round/>
              <a:headEnd len="sm" w="sm" type="none"/>
              <a:tailEnd len="sm" w="sm" type="none"/>
            </a:ln>
          </p:spPr>
        </p:cxnSp>
        <p:cxnSp>
          <p:nvCxnSpPr>
            <p:cNvPr id="5847" name="Google Shape;5847;p94"/>
            <p:cNvCxnSpPr/>
            <p:nvPr/>
          </p:nvCxnSpPr>
          <p:spPr>
            <a:xfrm>
              <a:off x="8031107" y="1664552"/>
              <a:ext cx="0" cy="899700"/>
            </a:xfrm>
            <a:prstGeom prst="straightConnector1">
              <a:avLst/>
            </a:prstGeom>
            <a:noFill/>
            <a:ln cap="flat" cmpd="sng" w="28575">
              <a:solidFill>
                <a:srgbClr val="D9D9D9"/>
              </a:solidFill>
              <a:prstDash val="solid"/>
              <a:round/>
              <a:headEnd len="sm" w="sm" type="none"/>
              <a:tailEnd len="sm" w="sm" type="none"/>
            </a:ln>
          </p:spPr>
        </p:cxnSp>
        <p:sp>
          <p:nvSpPr>
            <p:cNvPr id="5848" name="Google Shape;5848;p94"/>
            <p:cNvSpPr/>
            <p:nvPr/>
          </p:nvSpPr>
          <p:spPr>
            <a:xfrm>
              <a:off x="2627447" y="1670375"/>
              <a:ext cx="1782000" cy="893400"/>
            </a:xfrm>
            <a:prstGeom prst="rect">
              <a:avLst/>
            </a:prstGeom>
            <a:solidFill>
              <a:srgbClr val="D9EAD3"/>
            </a:solidFill>
            <a:ln cap="flat" cmpd="sng" w="9525">
              <a:solidFill>
                <a:srgbClr val="D9EA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9" name="Google Shape;5849;p94"/>
            <p:cNvSpPr/>
            <p:nvPr/>
          </p:nvSpPr>
          <p:spPr>
            <a:xfrm>
              <a:off x="4450520" y="1670375"/>
              <a:ext cx="1764000" cy="893400"/>
            </a:xfrm>
            <a:prstGeom prst="rect">
              <a:avLst/>
            </a:prstGeom>
            <a:solidFill>
              <a:srgbClr val="F4CCCC"/>
            </a:solidFill>
            <a:ln cap="flat" cmpd="sng" w="9525">
              <a:solidFill>
                <a:srgbClr val="F4CCC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50" name="Google Shape;5850;p94"/>
          <p:cNvGrpSpPr/>
          <p:nvPr/>
        </p:nvGrpSpPr>
        <p:grpSpPr>
          <a:xfrm>
            <a:off x="274200" y="6122182"/>
            <a:ext cx="9531600" cy="561583"/>
            <a:chOff x="274200" y="1663702"/>
            <a:chExt cx="9531600" cy="900550"/>
          </a:xfrm>
        </p:grpSpPr>
        <p:sp>
          <p:nvSpPr>
            <p:cNvPr id="5851" name="Google Shape;5851;p94"/>
            <p:cNvSpPr/>
            <p:nvPr/>
          </p:nvSpPr>
          <p:spPr>
            <a:xfrm>
              <a:off x="274200" y="1663702"/>
              <a:ext cx="9531600" cy="9000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600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t/>
              </a:r>
              <a:endParaRPr b="1" i="0" sz="1800" u="none" cap="none" strike="noStrike">
                <a:solidFill>
                  <a:srgbClr val="000000"/>
                </a:solidFill>
                <a:latin typeface="Roboto"/>
                <a:ea typeface="Roboto"/>
                <a:cs typeface="Roboto"/>
                <a:sym typeface="Roboto"/>
              </a:endParaRPr>
            </a:p>
          </p:txBody>
        </p:sp>
        <p:cxnSp>
          <p:nvCxnSpPr>
            <p:cNvPr id="5852" name="Google Shape;5852;p94"/>
            <p:cNvCxnSpPr/>
            <p:nvPr/>
          </p:nvCxnSpPr>
          <p:spPr>
            <a:xfrm>
              <a:off x="805925" y="1664552"/>
              <a:ext cx="0" cy="899700"/>
            </a:xfrm>
            <a:prstGeom prst="straightConnector1">
              <a:avLst/>
            </a:prstGeom>
            <a:noFill/>
            <a:ln cap="flat" cmpd="sng" w="28575">
              <a:solidFill>
                <a:srgbClr val="D9D9D9"/>
              </a:solidFill>
              <a:prstDash val="solid"/>
              <a:round/>
              <a:headEnd len="sm" w="sm" type="none"/>
              <a:tailEnd len="sm" w="sm" type="none"/>
            </a:ln>
          </p:spPr>
        </p:cxnSp>
        <p:cxnSp>
          <p:nvCxnSpPr>
            <p:cNvPr id="5853" name="Google Shape;5853;p94"/>
            <p:cNvCxnSpPr/>
            <p:nvPr/>
          </p:nvCxnSpPr>
          <p:spPr>
            <a:xfrm>
              <a:off x="2607089" y="1664552"/>
              <a:ext cx="0" cy="899700"/>
            </a:xfrm>
            <a:prstGeom prst="straightConnector1">
              <a:avLst/>
            </a:prstGeom>
            <a:noFill/>
            <a:ln cap="flat" cmpd="sng" w="28575">
              <a:solidFill>
                <a:srgbClr val="D9D9D9"/>
              </a:solidFill>
              <a:prstDash val="solid"/>
              <a:round/>
              <a:headEnd len="sm" w="sm" type="none"/>
              <a:tailEnd len="sm" w="sm" type="none"/>
            </a:ln>
          </p:spPr>
        </p:cxnSp>
        <p:cxnSp>
          <p:nvCxnSpPr>
            <p:cNvPr id="5854" name="Google Shape;5854;p94"/>
            <p:cNvCxnSpPr/>
            <p:nvPr/>
          </p:nvCxnSpPr>
          <p:spPr>
            <a:xfrm>
              <a:off x="4429180" y="1664552"/>
              <a:ext cx="0" cy="899700"/>
            </a:xfrm>
            <a:prstGeom prst="straightConnector1">
              <a:avLst/>
            </a:prstGeom>
            <a:noFill/>
            <a:ln cap="flat" cmpd="sng" w="28575">
              <a:solidFill>
                <a:srgbClr val="B7B7B7"/>
              </a:solidFill>
              <a:prstDash val="solid"/>
              <a:round/>
              <a:headEnd len="sm" w="sm" type="none"/>
              <a:tailEnd len="sm" w="sm" type="none"/>
            </a:ln>
          </p:spPr>
        </p:cxnSp>
        <p:cxnSp>
          <p:nvCxnSpPr>
            <p:cNvPr id="5855" name="Google Shape;5855;p94"/>
            <p:cNvCxnSpPr/>
            <p:nvPr/>
          </p:nvCxnSpPr>
          <p:spPr>
            <a:xfrm>
              <a:off x="6237052" y="1664552"/>
              <a:ext cx="0" cy="899700"/>
            </a:xfrm>
            <a:prstGeom prst="straightConnector1">
              <a:avLst/>
            </a:prstGeom>
            <a:noFill/>
            <a:ln cap="flat" cmpd="sng" w="28575">
              <a:solidFill>
                <a:srgbClr val="D9D9D9"/>
              </a:solidFill>
              <a:prstDash val="solid"/>
              <a:round/>
              <a:headEnd len="sm" w="sm" type="none"/>
              <a:tailEnd len="sm" w="sm" type="none"/>
            </a:ln>
          </p:spPr>
        </p:cxnSp>
        <p:cxnSp>
          <p:nvCxnSpPr>
            <p:cNvPr id="5856" name="Google Shape;5856;p94"/>
            <p:cNvCxnSpPr/>
            <p:nvPr/>
          </p:nvCxnSpPr>
          <p:spPr>
            <a:xfrm>
              <a:off x="8031107" y="1664552"/>
              <a:ext cx="0" cy="899700"/>
            </a:xfrm>
            <a:prstGeom prst="straightConnector1">
              <a:avLst/>
            </a:prstGeom>
            <a:noFill/>
            <a:ln cap="flat" cmpd="sng" w="28575">
              <a:solidFill>
                <a:srgbClr val="D9D9D9"/>
              </a:solidFill>
              <a:prstDash val="solid"/>
              <a:round/>
              <a:headEnd len="sm" w="sm" type="none"/>
              <a:tailEnd len="sm" w="sm" type="none"/>
            </a:ln>
          </p:spPr>
        </p:cxnSp>
        <p:sp>
          <p:nvSpPr>
            <p:cNvPr id="5857" name="Google Shape;5857;p94"/>
            <p:cNvSpPr/>
            <p:nvPr/>
          </p:nvSpPr>
          <p:spPr>
            <a:xfrm>
              <a:off x="2627447" y="1670375"/>
              <a:ext cx="1782000" cy="893400"/>
            </a:xfrm>
            <a:prstGeom prst="rect">
              <a:avLst/>
            </a:prstGeom>
            <a:solidFill>
              <a:srgbClr val="D9EAD3"/>
            </a:solidFill>
            <a:ln cap="flat" cmpd="sng" w="9525">
              <a:solidFill>
                <a:srgbClr val="D9EA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8" name="Google Shape;5858;p94"/>
            <p:cNvSpPr/>
            <p:nvPr/>
          </p:nvSpPr>
          <p:spPr>
            <a:xfrm>
              <a:off x="4450520" y="1670375"/>
              <a:ext cx="1764000" cy="893400"/>
            </a:xfrm>
            <a:prstGeom prst="rect">
              <a:avLst/>
            </a:prstGeom>
            <a:solidFill>
              <a:srgbClr val="F4CCCC"/>
            </a:solidFill>
            <a:ln cap="flat" cmpd="sng" w="9525">
              <a:solidFill>
                <a:srgbClr val="F4CCC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859" name="Google Shape;5859;p94"/>
          <p:cNvSpPr txBox="1"/>
          <p:nvPr>
            <p:ph idx="29" type="subTitle"/>
          </p:nvPr>
        </p:nvSpPr>
        <p:spPr>
          <a:xfrm>
            <a:off x="832100" y="4826396"/>
            <a:ext cx="1750500" cy="5616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5860" name="Google Shape;5860;p94"/>
          <p:cNvSpPr txBox="1"/>
          <p:nvPr>
            <p:ph idx="30" type="subTitle"/>
          </p:nvPr>
        </p:nvSpPr>
        <p:spPr>
          <a:xfrm>
            <a:off x="2631411" y="4826396"/>
            <a:ext cx="1771500" cy="5616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5861" name="Google Shape;5861;p94"/>
          <p:cNvSpPr txBox="1"/>
          <p:nvPr>
            <p:ph idx="31" type="subTitle"/>
          </p:nvPr>
        </p:nvSpPr>
        <p:spPr>
          <a:xfrm>
            <a:off x="4460203" y="4826396"/>
            <a:ext cx="1750500" cy="5616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5862" name="Google Shape;5862;p94"/>
          <p:cNvSpPr txBox="1"/>
          <p:nvPr>
            <p:ph idx="32" type="subTitle"/>
          </p:nvPr>
        </p:nvSpPr>
        <p:spPr>
          <a:xfrm>
            <a:off x="6269339" y="4826396"/>
            <a:ext cx="1731300" cy="5616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5863" name="Google Shape;5863;p94"/>
          <p:cNvSpPr txBox="1"/>
          <p:nvPr>
            <p:ph idx="33" type="subTitle"/>
          </p:nvPr>
        </p:nvSpPr>
        <p:spPr>
          <a:xfrm>
            <a:off x="8053914" y="4826396"/>
            <a:ext cx="1731300" cy="5616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5864" name="Google Shape;5864;p94"/>
          <p:cNvSpPr txBox="1"/>
          <p:nvPr/>
        </p:nvSpPr>
        <p:spPr>
          <a:xfrm>
            <a:off x="277302" y="4826459"/>
            <a:ext cx="509100" cy="5616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s-419">
                <a:latin typeface="Arvo"/>
                <a:ea typeface="Arvo"/>
                <a:cs typeface="Arvo"/>
                <a:sym typeface="Arvo"/>
              </a:rPr>
              <a:t>6</a:t>
            </a:r>
            <a:endParaRPr b="1">
              <a:latin typeface="Arvo"/>
              <a:ea typeface="Arvo"/>
              <a:cs typeface="Arvo"/>
              <a:sym typeface="Arvo"/>
            </a:endParaRPr>
          </a:p>
        </p:txBody>
      </p:sp>
      <p:sp>
        <p:nvSpPr>
          <p:cNvPr id="5865" name="Google Shape;5865;p94"/>
          <p:cNvSpPr txBox="1"/>
          <p:nvPr>
            <p:ph idx="34" type="subTitle"/>
          </p:nvPr>
        </p:nvSpPr>
        <p:spPr>
          <a:xfrm>
            <a:off x="832100" y="5476396"/>
            <a:ext cx="1750500" cy="5616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5866" name="Google Shape;5866;p94"/>
          <p:cNvSpPr txBox="1"/>
          <p:nvPr>
            <p:ph idx="35" type="subTitle"/>
          </p:nvPr>
        </p:nvSpPr>
        <p:spPr>
          <a:xfrm>
            <a:off x="2631411" y="5476396"/>
            <a:ext cx="1771500" cy="5616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5867" name="Google Shape;5867;p94"/>
          <p:cNvSpPr txBox="1"/>
          <p:nvPr>
            <p:ph idx="36" type="subTitle"/>
          </p:nvPr>
        </p:nvSpPr>
        <p:spPr>
          <a:xfrm>
            <a:off x="4460203" y="5476396"/>
            <a:ext cx="1750500" cy="5616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5868" name="Google Shape;5868;p94"/>
          <p:cNvSpPr txBox="1"/>
          <p:nvPr>
            <p:ph idx="37" type="subTitle"/>
          </p:nvPr>
        </p:nvSpPr>
        <p:spPr>
          <a:xfrm>
            <a:off x="6269339" y="5476396"/>
            <a:ext cx="1731300" cy="5616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5869" name="Google Shape;5869;p94"/>
          <p:cNvSpPr txBox="1"/>
          <p:nvPr>
            <p:ph idx="38" type="subTitle"/>
          </p:nvPr>
        </p:nvSpPr>
        <p:spPr>
          <a:xfrm>
            <a:off x="8053914" y="5476396"/>
            <a:ext cx="1731300" cy="5616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5870" name="Google Shape;5870;p94"/>
          <p:cNvSpPr txBox="1"/>
          <p:nvPr/>
        </p:nvSpPr>
        <p:spPr>
          <a:xfrm>
            <a:off x="277302" y="5476459"/>
            <a:ext cx="509100" cy="5616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s-419">
                <a:latin typeface="Arvo"/>
                <a:ea typeface="Arvo"/>
                <a:cs typeface="Arvo"/>
                <a:sym typeface="Arvo"/>
              </a:rPr>
              <a:t>7</a:t>
            </a:r>
            <a:endParaRPr b="1">
              <a:latin typeface="Arvo"/>
              <a:ea typeface="Arvo"/>
              <a:cs typeface="Arvo"/>
              <a:sym typeface="Arvo"/>
            </a:endParaRPr>
          </a:p>
        </p:txBody>
      </p:sp>
      <p:sp>
        <p:nvSpPr>
          <p:cNvPr id="5871" name="Google Shape;5871;p94"/>
          <p:cNvSpPr txBox="1"/>
          <p:nvPr>
            <p:ph idx="39" type="subTitle"/>
          </p:nvPr>
        </p:nvSpPr>
        <p:spPr>
          <a:xfrm>
            <a:off x="832100" y="6122055"/>
            <a:ext cx="1750500" cy="5616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5872" name="Google Shape;5872;p94"/>
          <p:cNvSpPr txBox="1"/>
          <p:nvPr>
            <p:ph idx="40" type="subTitle"/>
          </p:nvPr>
        </p:nvSpPr>
        <p:spPr>
          <a:xfrm>
            <a:off x="2631411" y="6122055"/>
            <a:ext cx="1771500" cy="5616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5873" name="Google Shape;5873;p94"/>
          <p:cNvSpPr txBox="1"/>
          <p:nvPr>
            <p:ph idx="41" type="subTitle"/>
          </p:nvPr>
        </p:nvSpPr>
        <p:spPr>
          <a:xfrm>
            <a:off x="4460203" y="6122055"/>
            <a:ext cx="1750500" cy="5616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5874" name="Google Shape;5874;p94"/>
          <p:cNvSpPr txBox="1"/>
          <p:nvPr>
            <p:ph idx="42" type="subTitle"/>
          </p:nvPr>
        </p:nvSpPr>
        <p:spPr>
          <a:xfrm>
            <a:off x="6269339" y="6122055"/>
            <a:ext cx="1731300" cy="5616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5875" name="Google Shape;5875;p94"/>
          <p:cNvSpPr txBox="1"/>
          <p:nvPr>
            <p:ph idx="43" type="subTitle"/>
          </p:nvPr>
        </p:nvSpPr>
        <p:spPr>
          <a:xfrm>
            <a:off x="8053914" y="6122055"/>
            <a:ext cx="1731300" cy="5616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5876" name="Google Shape;5876;p94"/>
          <p:cNvSpPr txBox="1"/>
          <p:nvPr/>
        </p:nvSpPr>
        <p:spPr>
          <a:xfrm>
            <a:off x="277302" y="6122117"/>
            <a:ext cx="509100" cy="5616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s-419">
                <a:latin typeface="Arvo"/>
                <a:ea typeface="Arvo"/>
                <a:cs typeface="Arvo"/>
                <a:sym typeface="Arvo"/>
              </a:rPr>
              <a:t>8</a:t>
            </a:r>
            <a:endParaRPr b="1">
              <a:latin typeface="Arvo"/>
              <a:ea typeface="Arvo"/>
              <a:cs typeface="Arvo"/>
              <a:sym typeface="Arvo"/>
            </a:endParaRPr>
          </a:p>
        </p:txBody>
      </p:sp>
      <p:sp>
        <p:nvSpPr>
          <p:cNvPr id="5877" name="Google Shape;5877;p94"/>
          <p:cNvSpPr txBox="1"/>
          <p:nvPr/>
        </p:nvSpPr>
        <p:spPr>
          <a:xfrm>
            <a:off x="2524025" y="387675"/>
            <a:ext cx="15012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Unid. Organizacional:</a:t>
            </a:r>
            <a:endParaRPr b="1" sz="1100"/>
          </a:p>
        </p:txBody>
      </p:sp>
      <p:sp>
        <p:nvSpPr>
          <p:cNvPr id="5878" name="Google Shape;5878;p94"/>
          <p:cNvSpPr txBox="1"/>
          <p:nvPr/>
        </p:nvSpPr>
        <p:spPr>
          <a:xfrm>
            <a:off x="2524020" y="579550"/>
            <a:ext cx="6846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Alcance:</a:t>
            </a:r>
            <a:endParaRPr b="1" sz="1100"/>
          </a:p>
        </p:txBody>
      </p:sp>
      <p:sp>
        <p:nvSpPr>
          <p:cNvPr id="5879" name="Google Shape;5879;p94"/>
          <p:cNvSpPr txBox="1"/>
          <p:nvPr>
            <p:ph type="title"/>
          </p:nvPr>
        </p:nvSpPr>
        <p:spPr>
          <a:xfrm flipH="1">
            <a:off x="4025374" y="387675"/>
            <a:ext cx="5863200" cy="1692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000"/>
              <a:buNone/>
              <a:defRPr sz="1000">
                <a:solidFill>
                  <a:srgbClr val="000000"/>
                </a:solidFill>
              </a:defRPr>
            </a:lvl1pPr>
            <a:lvl2pPr lvl="1">
              <a:spcBef>
                <a:spcPts val="0"/>
              </a:spcBef>
              <a:spcAft>
                <a:spcPts val="0"/>
              </a:spcAft>
              <a:buClr>
                <a:srgbClr val="000000"/>
              </a:buClr>
              <a:buSzPts val="1000"/>
              <a:buNone/>
              <a:defRPr sz="1000">
                <a:solidFill>
                  <a:srgbClr val="000000"/>
                </a:solidFill>
              </a:defRPr>
            </a:lvl2pPr>
            <a:lvl3pPr lvl="2">
              <a:spcBef>
                <a:spcPts val="0"/>
              </a:spcBef>
              <a:spcAft>
                <a:spcPts val="0"/>
              </a:spcAft>
              <a:buClr>
                <a:srgbClr val="000000"/>
              </a:buClr>
              <a:buSzPts val="1000"/>
              <a:buNone/>
              <a:defRPr sz="1000">
                <a:solidFill>
                  <a:srgbClr val="000000"/>
                </a:solidFill>
              </a:defRPr>
            </a:lvl3pPr>
            <a:lvl4pPr lvl="3">
              <a:spcBef>
                <a:spcPts val="0"/>
              </a:spcBef>
              <a:spcAft>
                <a:spcPts val="0"/>
              </a:spcAft>
              <a:buClr>
                <a:srgbClr val="000000"/>
              </a:buClr>
              <a:buSzPts val="1000"/>
              <a:buNone/>
              <a:defRPr sz="1000">
                <a:solidFill>
                  <a:srgbClr val="000000"/>
                </a:solidFill>
              </a:defRPr>
            </a:lvl4pPr>
            <a:lvl5pPr lvl="4">
              <a:spcBef>
                <a:spcPts val="0"/>
              </a:spcBef>
              <a:spcAft>
                <a:spcPts val="0"/>
              </a:spcAft>
              <a:buClr>
                <a:srgbClr val="000000"/>
              </a:buClr>
              <a:buSzPts val="1000"/>
              <a:buNone/>
              <a:defRPr sz="1000">
                <a:solidFill>
                  <a:srgbClr val="000000"/>
                </a:solidFill>
              </a:defRPr>
            </a:lvl5pPr>
            <a:lvl6pPr lvl="5">
              <a:spcBef>
                <a:spcPts val="0"/>
              </a:spcBef>
              <a:spcAft>
                <a:spcPts val="0"/>
              </a:spcAft>
              <a:buClr>
                <a:srgbClr val="000000"/>
              </a:buClr>
              <a:buSzPts val="1000"/>
              <a:buNone/>
              <a:defRPr sz="1000">
                <a:solidFill>
                  <a:srgbClr val="000000"/>
                </a:solidFill>
              </a:defRPr>
            </a:lvl6pPr>
            <a:lvl7pPr lvl="6">
              <a:spcBef>
                <a:spcPts val="0"/>
              </a:spcBef>
              <a:spcAft>
                <a:spcPts val="0"/>
              </a:spcAft>
              <a:buClr>
                <a:srgbClr val="000000"/>
              </a:buClr>
              <a:buSzPts val="1000"/>
              <a:buNone/>
              <a:defRPr sz="1000">
                <a:solidFill>
                  <a:srgbClr val="000000"/>
                </a:solidFill>
              </a:defRPr>
            </a:lvl7pPr>
            <a:lvl8pPr lvl="7">
              <a:spcBef>
                <a:spcPts val="0"/>
              </a:spcBef>
              <a:spcAft>
                <a:spcPts val="0"/>
              </a:spcAft>
              <a:buClr>
                <a:srgbClr val="000000"/>
              </a:buClr>
              <a:buSzPts val="1000"/>
              <a:buNone/>
              <a:defRPr sz="1000">
                <a:solidFill>
                  <a:srgbClr val="000000"/>
                </a:solidFill>
              </a:defRPr>
            </a:lvl8pPr>
            <a:lvl9pPr lvl="8">
              <a:spcBef>
                <a:spcPts val="0"/>
              </a:spcBef>
              <a:spcAft>
                <a:spcPts val="0"/>
              </a:spcAft>
              <a:buClr>
                <a:srgbClr val="000000"/>
              </a:buClr>
              <a:buSzPts val="1000"/>
              <a:buNone/>
              <a:defRPr sz="1000">
                <a:solidFill>
                  <a:srgbClr val="000000"/>
                </a:solidFill>
              </a:defRPr>
            </a:lvl9pPr>
          </a:lstStyle>
          <a:p/>
        </p:txBody>
      </p:sp>
      <p:sp>
        <p:nvSpPr>
          <p:cNvPr id="5880" name="Google Shape;5880;p94"/>
          <p:cNvSpPr txBox="1"/>
          <p:nvPr>
            <p:ph idx="44" type="title"/>
          </p:nvPr>
        </p:nvSpPr>
        <p:spPr>
          <a:xfrm flipH="1">
            <a:off x="3208773" y="579550"/>
            <a:ext cx="6679800" cy="1692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000"/>
              <a:buNone/>
              <a:defRPr sz="1000">
                <a:solidFill>
                  <a:srgbClr val="000000"/>
                </a:solidFill>
              </a:defRPr>
            </a:lvl1pPr>
            <a:lvl2pPr lvl="1">
              <a:spcBef>
                <a:spcPts val="0"/>
              </a:spcBef>
              <a:spcAft>
                <a:spcPts val="0"/>
              </a:spcAft>
              <a:buClr>
                <a:srgbClr val="000000"/>
              </a:buClr>
              <a:buSzPts val="1000"/>
              <a:buNone/>
              <a:defRPr sz="1000">
                <a:solidFill>
                  <a:srgbClr val="000000"/>
                </a:solidFill>
              </a:defRPr>
            </a:lvl2pPr>
            <a:lvl3pPr lvl="2">
              <a:spcBef>
                <a:spcPts val="0"/>
              </a:spcBef>
              <a:spcAft>
                <a:spcPts val="0"/>
              </a:spcAft>
              <a:buClr>
                <a:srgbClr val="000000"/>
              </a:buClr>
              <a:buSzPts val="1000"/>
              <a:buNone/>
              <a:defRPr sz="1000">
                <a:solidFill>
                  <a:srgbClr val="000000"/>
                </a:solidFill>
              </a:defRPr>
            </a:lvl3pPr>
            <a:lvl4pPr lvl="3">
              <a:spcBef>
                <a:spcPts val="0"/>
              </a:spcBef>
              <a:spcAft>
                <a:spcPts val="0"/>
              </a:spcAft>
              <a:buClr>
                <a:srgbClr val="000000"/>
              </a:buClr>
              <a:buSzPts val="1000"/>
              <a:buNone/>
              <a:defRPr sz="1000">
                <a:solidFill>
                  <a:srgbClr val="000000"/>
                </a:solidFill>
              </a:defRPr>
            </a:lvl4pPr>
            <a:lvl5pPr lvl="4">
              <a:spcBef>
                <a:spcPts val="0"/>
              </a:spcBef>
              <a:spcAft>
                <a:spcPts val="0"/>
              </a:spcAft>
              <a:buClr>
                <a:srgbClr val="000000"/>
              </a:buClr>
              <a:buSzPts val="1000"/>
              <a:buNone/>
              <a:defRPr sz="1000">
                <a:solidFill>
                  <a:srgbClr val="000000"/>
                </a:solidFill>
              </a:defRPr>
            </a:lvl5pPr>
            <a:lvl6pPr lvl="5">
              <a:spcBef>
                <a:spcPts val="0"/>
              </a:spcBef>
              <a:spcAft>
                <a:spcPts val="0"/>
              </a:spcAft>
              <a:buClr>
                <a:srgbClr val="000000"/>
              </a:buClr>
              <a:buSzPts val="1000"/>
              <a:buNone/>
              <a:defRPr sz="1000">
                <a:solidFill>
                  <a:srgbClr val="000000"/>
                </a:solidFill>
              </a:defRPr>
            </a:lvl6pPr>
            <a:lvl7pPr lvl="6">
              <a:spcBef>
                <a:spcPts val="0"/>
              </a:spcBef>
              <a:spcAft>
                <a:spcPts val="0"/>
              </a:spcAft>
              <a:buClr>
                <a:srgbClr val="000000"/>
              </a:buClr>
              <a:buSzPts val="1000"/>
              <a:buNone/>
              <a:defRPr sz="1000">
                <a:solidFill>
                  <a:srgbClr val="000000"/>
                </a:solidFill>
              </a:defRPr>
            </a:lvl7pPr>
            <a:lvl8pPr lvl="7">
              <a:spcBef>
                <a:spcPts val="0"/>
              </a:spcBef>
              <a:spcAft>
                <a:spcPts val="0"/>
              </a:spcAft>
              <a:buClr>
                <a:srgbClr val="000000"/>
              </a:buClr>
              <a:buSzPts val="1000"/>
              <a:buNone/>
              <a:defRPr sz="1000">
                <a:solidFill>
                  <a:srgbClr val="000000"/>
                </a:solidFill>
              </a:defRPr>
            </a:lvl8pPr>
            <a:lvl9pPr lvl="8">
              <a:spcBef>
                <a:spcPts val="0"/>
              </a:spcBef>
              <a:spcAft>
                <a:spcPts val="0"/>
              </a:spcAft>
              <a:buClr>
                <a:srgbClr val="000000"/>
              </a:buClr>
              <a:buSzPts val="1000"/>
              <a:buNone/>
              <a:defRPr sz="1000">
                <a:solidFill>
                  <a:srgbClr val="000000"/>
                </a:solidFill>
              </a:defRPr>
            </a:lvl9pPr>
          </a:lstStyle>
          <a:p/>
        </p:txBody>
      </p:sp>
      <p:sp>
        <p:nvSpPr>
          <p:cNvPr id="5881" name="Google Shape;5881;p94"/>
          <p:cNvSpPr txBox="1"/>
          <p:nvPr>
            <p:ph idx="45" type="body"/>
          </p:nvPr>
        </p:nvSpPr>
        <p:spPr>
          <a:xfrm>
            <a:off x="641150" y="612125"/>
            <a:ext cx="1770300" cy="160500"/>
          </a:xfrm>
          <a:prstGeom prst="rect">
            <a:avLst/>
          </a:prstGeom>
          <a:noFill/>
          <a:ln>
            <a:noFill/>
          </a:ln>
        </p:spPr>
        <p:txBody>
          <a:bodyPr anchorCtr="0" anchor="t" bIns="0" lIns="0" spcFirstLastPara="1" rIns="0" wrap="square" tIns="0">
            <a:noAutofit/>
          </a:bodyPr>
          <a:lstStyle>
            <a:lvl1pPr indent="-292100" lvl="0" marL="457200" algn="ctr">
              <a:spcBef>
                <a:spcPts val="0"/>
              </a:spcBef>
              <a:spcAft>
                <a:spcPts val="0"/>
              </a:spcAft>
              <a:buClr>
                <a:srgbClr val="FFFFFF"/>
              </a:buClr>
              <a:buSzPts val="1000"/>
              <a:buChar char="●"/>
              <a:defRPr sz="1000">
                <a:solidFill>
                  <a:srgbClr val="FFFFFF"/>
                </a:solidFill>
              </a:defRPr>
            </a:lvl1pPr>
            <a:lvl2pPr indent="-292100" lvl="1" marL="914400" algn="ctr">
              <a:spcBef>
                <a:spcPts val="0"/>
              </a:spcBef>
              <a:spcAft>
                <a:spcPts val="0"/>
              </a:spcAft>
              <a:buClr>
                <a:srgbClr val="FFFFFF"/>
              </a:buClr>
              <a:buSzPts val="1000"/>
              <a:buChar char="○"/>
              <a:defRPr sz="1000">
                <a:solidFill>
                  <a:srgbClr val="FFFFFF"/>
                </a:solidFill>
              </a:defRPr>
            </a:lvl2pPr>
            <a:lvl3pPr indent="-292100" lvl="2" marL="1371600" algn="ctr">
              <a:spcBef>
                <a:spcPts val="0"/>
              </a:spcBef>
              <a:spcAft>
                <a:spcPts val="0"/>
              </a:spcAft>
              <a:buClr>
                <a:srgbClr val="FFFFFF"/>
              </a:buClr>
              <a:buSzPts val="1000"/>
              <a:buChar char="■"/>
              <a:defRPr sz="1000">
                <a:solidFill>
                  <a:srgbClr val="FFFFFF"/>
                </a:solidFill>
              </a:defRPr>
            </a:lvl3pPr>
            <a:lvl4pPr indent="-292100" lvl="3" marL="1828800" algn="ctr">
              <a:spcBef>
                <a:spcPts val="0"/>
              </a:spcBef>
              <a:spcAft>
                <a:spcPts val="0"/>
              </a:spcAft>
              <a:buClr>
                <a:srgbClr val="FFFFFF"/>
              </a:buClr>
              <a:buSzPts val="1000"/>
              <a:buChar char="●"/>
              <a:defRPr sz="1000">
                <a:solidFill>
                  <a:srgbClr val="FFFFFF"/>
                </a:solidFill>
              </a:defRPr>
            </a:lvl4pPr>
            <a:lvl5pPr indent="-292100" lvl="4" marL="2286000" algn="ctr">
              <a:spcBef>
                <a:spcPts val="0"/>
              </a:spcBef>
              <a:spcAft>
                <a:spcPts val="0"/>
              </a:spcAft>
              <a:buClr>
                <a:srgbClr val="FFFFFF"/>
              </a:buClr>
              <a:buSzPts val="1000"/>
              <a:buChar char="○"/>
              <a:defRPr sz="1000">
                <a:solidFill>
                  <a:srgbClr val="FFFFFF"/>
                </a:solidFill>
              </a:defRPr>
            </a:lvl5pPr>
            <a:lvl6pPr indent="-292100" lvl="5" marL="2743200" algn="ctr">
              <a:spcBef>
                <a:spcPts val="0"/>
              </a:spcBef>
              <a:spcAft>
                <a:spcPts val="0"/>
              </a:spcAft>
              <a:buClr>
                <a:srgbClr val="FFFFFF"/>
              </a:buClr>
              <a:buSzPts val="1000"/>
              <a:buChar char="■"/>
              <a:defRPr sz="1000">
                <a:solidFill>
                  <a:srgbClr val="FFFFFF"/>
                </a:solidFill>
              </a:defRPr>
            </a:lvl6pPr>
            <a:lvl7pPr indent="-292100" lvl="6" marL="3200400" algn="ctr">
              <a:spcBef>
                <a:spcPts val="0"/>
              </a:spcBef>
              <a:spcAft>
                <a:spcPts val="0"/>
              </a:spcAft>
              <a:buClr>
                <a:srgbClr val="FFFFFF"/>
              </a:buClr>
              <a:buSzPts val="1000"/>
              <a:buChar char="●"/>
              <a:defRPr sz="1000">
                <a:solidFill>
                  <a:srgbClr val="FFFFFF"/>
                </a:solidFill>
              </a:defRPr>
            </a:lvl7pPr>
            <a:lvl8pPr indent="-292100" lvl="7" marL="3657600" algn="ctr">
              <a:spcBef>
                <a:spcPts val="0"/>
              </a:spcBef>
              <a:spcAft>
                <a:spcPts val="0"/>
              </a:spcAft>
              <a:buClr>
                <a:srgbClr val="FFFFFF"/>
              </a:buClr>
              <a:buSzPts val="1000"/>
              <a:buChar char="○"/>
              <a:defRPr sz="1000">
                <a:solidFill>
                  <a:srgbClr val="FFFFFF"/>
                </a:solidFill>
              </a:defRPr>
            </a:lvl8pPr>
            <a:lvl9pPr indent="-292100" lvl="8" marL="4114800" algn="ctr">
              <a:spcBef>
                <a:spcPts val="0"/>
              </a:spcBef>
              <a:spcAft>
                <a:spcPts val="0"/>
              </a:spcAft>
              <a:buClr>
                <a:srgbClr val="FFFFFF"/>
              </a:buClr>
              <a:buSzPts val="1000"/>
              <a:buChar char="■"/>
              <a:defRPr sz="1000">
                <a:solidFill>
                  <a:srgbClr val="FFFFFF"/>
                </a:solidFill>
              </a:defRPr>
            </a:lvl9pPr>
          </a:lstStyle>
          <a:p/>
        </p:txBody>
      </p:sp>
      <p:sp>
        <p:nvSpPr>
          <p:cNvPr id="5882" name="Google Shape;5882;p94"/>
          <p:cNvSpPr txBox="1"/>
          <p:nvPr/>
        </p:nvSpPr>
        <p:spPr>
          <a:xfrm>
            <a:off x="84825" y="598125"/>
            <a:ext cx="595500" cy="205800"/>
          </a:xfrm>
          <a:prstGeom prst="rect">
            <a:avLst/>
          </a:prstGeom>
          <a:noFill/>
          <a:ln>
            <a:noFill/>
          </a:ln>
        </p:spPr>
        <p:txBody>
          <a:bodyPr anchorCtr="0" anchor="t" bIns="18000" lIns="18000" spcFirstLastPara="1" rIns="18000" wrap="square" tIns="18000">
            <a:spAutoFit/>
          </a:bodyPr>
          <a:lstStyle/>
          <a:p>
            <a:pPr indent="0" lvl="0" marL="0" rtl="0" algn="l">
              <a:spcBef>
                <a:spcPts val="0"/>
              </a:spcBef>
              <a:spcAft>
                <a:spcPts val="0"/>
              </a:spcAft>
              <a:buNone/>
            </a:pPr>
            <a:r>
              <a:rPr lang="es-419" sz="1100">
                <a:solidFill>
                  <a:srgbClr val="FFFFFF"/>
                </a:solidFill>
              </a:rPr>
              <a:t>Nombre:</a:t>
            </a:r>
            <a:endParaRPr sz="1100">
              <a:solidFill>
                <a:srgbClr val="FFFFFF"/>
              </a:solidFill>
            </a:endParaRPr>
          </a:p>
        </p:txBody>
      </p:sp>
    </p:spTree>
  </p:cSld>
  <p:clrMapOvr>
    <a:masterClrMapping/>
  </p:clrMapOvr>
</p:sldLayout>
</file>

<file path=ppt/slideLayouts/slideLayout9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0.6 Recorrido del Cliente">
  <p:cSld name="TITLE_3_6_1_1_1_1_1">
    <p:spTree>
      <p:nvGrpSpPr>
        <p:cNvPr id="5883" name="Shape 5883"/>
        <p:cNvGrpSpPr/>
        <p:nvPr/>
      </p:nvGrpSpPr>
      <p:grpSpPr>
        <a:xfrm>
          <a:off x="0" y="0"/>
          <a:ext cx="0" cy="0"/>
          <a:chOff x="0" y="0"/>
          <a:chExt cx="0" cy="0"/>
        </a:xfrm>
      </p:grpSpPr>
      <p:sp>
        <p:nvSpPr>
          <p:cNvPr id="5884" name="Google Shape;5884;p95"/>
          <p:cNvSpPr/>
          <p:nvPr/>
        </p:nvSpPr>
        <p:spPr>
          <a:xfrm>
            <a:off x="97888" y="377012"/>
            <a:ext cx="9893400" cy="296700"/>
          </a:xfrm>
          <a:prstGeom prst="roundRect">
            <a:avLst>
              <a:gd fmla="val 22902" name="adj"/>
            </a:avLst>
          </a:prstGeom>
          <a:solidFill>
            <a:srgbClr val="F3F3F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5885" name="Google Shape;5885;p95"/>
          <p:cNvSpPr/>
          <p:nvPr/>
        </p:nvSpPr>
        <p:spPr>
          <a:xfrm>
            <a:off x="77688" y="358938"/>
            <a:ext cx="9935700" cy="6438000"/>
          </a:xfrm>
          <a:prstGeom prst="roundRect">
            <a:avLst>
              <a:gd fmla="val 2618" name="adj"/>
            </a:avLst>
          </a:prstGeom>
          <a:solidFill>
            <a:srgbClr val="FFFFFF"/>
          </a:solidFill>
          <a:ln cap="flat" cmpd="sng" w="38100">
            <a:solidFill>
              <a:srgbClr val="000000"/>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886" name="Google Shape;5886;p95"/>
          <p:cNvCxnSpPr/>
          <p:nvPr/>
        </p:nvCxnSpPr>
        <p:spPr>
          <a:xfrm>
            <a:off x="77688" y="772614"/>
            <a:ext cx="9935700" cy="0"/>
          </a:xfrm>
          <a:prstGeom prst="straightConnector1">
            <a:avLst/>
          </a:prstGeom>
          <a:noFill/>
          <a:ln cap="flat" cmpd="sng" w="19050">
            <a:solidFill>
              <a:srgbClr val="000000"/>
            </a:solidFill>
            <a:prstDash val="solid"/>
            <a:round/>
            <a:headEnd len="med" w="med" type="none"/>
            <a:tailEnd len="med" w="med" type="none"/>
          </a:ln>
        </p:spPr>
      </p:cxnSp>
      <p:cxnSp>
        <p:nvCxnSpPr>
          <p:cNvPr id="5887" name="Google Shape;5887;p95"/>
          <p:cNvCxnSpPr/>
          <p:nvPr/>
        </p:nvCxnSpPr>
        <p:spPr>
          <a:xfrm rot="10800000">
            <a:off x="2439038" y="368188"/>
            <a:ext cx="0" cy="402300"/>
          </a:xfrm>
          <a:prstGeom prst="straightConnector1">
            <a:avLst/>
          </a:prstGeom>
          <a:noFill/>
          <a:ln cap="flat" cmpd="sng" w="19050">
            <a:solidFill>
              <a:srgbClr val="000000"/>
            </a:solidFill>
            <a:prstDash val="solid"/>
            <a:round/>
            <a:headEnd len="med" w="med" type="none"/>
            <a:tailEnd len="med" w="med" type="none"/>
          </a:ln>
        </p:spPr>
      </p:cxnSp>
      <p:sp>
        <p:nvSpPr>
          <p:cNvPr id="5888" name="Google Shape;5888;p95"/>
          <p:cNvSpPr txBox="1"/>
          <p:nvPr>
            <p:ph type="title"/>
          </p:nvPr>
        </p:nvSpPr>
        <p:spPr>
          <a:xfrm flipH="1">
            <a:off x="3219174" y="437575"/>
            <a:ext cx="1731300" cy="2658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200"/>
              <a:buNone/>
              <a:defRPr sz="1200">
                <a:solidFill>
                  <a:srgbClr val="000000"/>
                </a:solidFill>
              </a:defRPr>
            </a:lvl1pPr>
            <a:lvl2pPr lvl="1">
              <a:spcBef>
                <a:spcPts val="0"/>
              </a:spcBef>
              <a:spcAft>
                <a:spcPts val="0"/>
              </a:spcAft>
              <a:buClr>
                <a:srgbClr val="000000"/>
              </a:buClr>
              <a:buSzPts val="1100"/>
              <a:buNone/>
              <a:defRPr sz="1100">
                <a:solidFill>
                  <a:srgbClr val="000000"/>
                </a:solidFill>
              </a:defRPr>
            </a:lvl2pPr>
            <a:lvl3pPr lvl="2">
              <a:spcBef>
                <a:spcPts val="0"/>
              </a:spcBef>
              <a:spcAft>
                <a:spcPts val="0"/>
              </a:spcAft>
              <a:buClr>
                <a:srgbClr val="000000"/>
              </a:buClr>
              <a:buSzPts val="1100"/>
              <a:buNone/>
              <a:defRPr sz="1100">
                <a:solidFill>
                  <a:srgbClr val="000000"/>
                </a:solidFill>
              </a:defRPr>
            </a:lvl3pPr>
            <a:lvl4pPr lvl="3">
              <a:spcBef>
                <a:spcPts val="0"/>
              </a:spcBef>
              <a:spcAft>
                <a:spcPts val="0"/>
              </a:spcAft>
              <a:buClr>
                <a:srgbClr val="000000"/>
              </a:buClr>
              <a:buSzPts val="1100"/>
              <a:buNone/>
              <a:defRPr sz="1100">
                <a:solidFill>
                  <a:srgbClr val="000000"/>
                </a:solidFill>
              </a:defRPr>
            </a:lvl4pPr>
            <a:lvl5pPr lvl="4">
              <a:spcBef>
                <a:spcPts val="0"/>
              </a:spcBef>
              <a:spcAft>
                <a:spcPts val="0"/>
              </a:spcAft>
              <a:buClr>
                <a:srgbClr val="000000"/>
              </a:buClr>
              <a:buSzPts val="1100"/>
              <a:buNone/>
              <a:defRPr sz="1100">
                <a:solidFill>
                  <a:srgbClr val="000000"/>
                </a:solidFill>
              </a:defRPr>
            </a:lvl5pPr>
            <a:lvl6pPr lvl="5">
              <a:spcBef>
                <a:spcPts val="0"/>
              </a:spcBef>
              <a:spcAft>
                <a:spcPts val="0"/>
              </a:spcAft>
              <a:buClr>
                <a:srgbClr val="000000"/>
              </a:buClr>
              <a:buSzPts val="1100"/>
              <a:buNone/>
              <a:defRPr sz="1100">
                <a:solidFill>
                  <a:srgbClr val="000000"/>
                </a:solidFill>
              </a:defRPr>
            </a:lvl6pPr>
            <a:lvl7pPr lvl="6">
              <a:spcBef>
                <a:spcPts val="0"/>
              </a:spcBef>
              <a:spcAft>
                <a:spcPts val="0"/>
              </a:spcAft>
              <a:buClr>
                <a:srgbClr val="000000"/>
              </a:buClr>
              <a:buSzPts val="1100"/>
              <a:buNone/>
              <a:defRPr sz="1100">
                <a:solidFill>
                  <a:srgbClr val="000000"/>
                </a:solidFill>
              </a:defRPr>
            </a:lvl7pPr>
            <a:lvl8pPr lvl="7">
              <a:spcBef>
                <a:spcPts val="0"/>
              </a:spcBef>
              <a:spcAft>
                <a:spcPts val="0"/>
              </a:spcAft>
              <a:buClr>
                <a:srgbClr val="000000"/>
              </a:buClr>
              <a:buSzPts val="1100"/>
              <a:buNone/>
              <a:defRPr sz="1100">
                <a:solidFill>
                  <a:srgbClr val="000000"/>
                </a:solidFill>
              </a:defRPr>
            </a:lvl8pPr>
            <a:lvl9pPr lvl="8">
              <a:spcBef>
                <a:spcPts val="0"/>
              </a:spcBef>
              <a:spcAft>
                <a:spcPts val="0"/>
              </a:spcAft>
              <a:buClr>
                <a:srgbClr val="000000"/>
              </a:buClr>
              <a:buSzPts val="1100"/>
              <a:buNone/>
              <a:defRPr sz="1100">
                <a:solidFill>
                  <a:srgbClr val="000000"/>
                </a:solidFill>
              </a:defRPr>
            </a:lvl9pPr>
          </a:lstStyle>
          <a:p/>
        </p:txBody>
      </p:sp>
      <p:sp>
        <p:nvSpPr>
          <p:cNvPr id="5889" name="Google Shape;5889;p95"/>
          <p:cNvSpPr txBox="1"/>
          <p:nvPr/>
        </p:nvSpPr>
        <p:spPr>
          <a:xfrm>
            <a:off x="2513487" y="437267"/>
            <a:ext cx="679500" cy="2664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b="1" lang="es-419" sz="1100"/>
              <a:t>Proceso o Servicio:</a:t>
            </a:r>
            <a:endParaRPr b="1" sz="1100"/>
          </a:p>
        </p:txBody>
      </p:sp>
      <p:cxnSp>
        <p:nvCxnSpPr>
          <p:cNvPr id="5890" name="Google Shape;5890;p95"/>
          <p:cNvCxnSpPr/>
          <p:nvPr/>
        </p:nvCxnSpPr>
        <p:spPr>
          <a:xfrm rot="10800000">
            <a:off x="5070754" y="368188"/>
            <a:ext cx="0" cy="402300"/>
          </a:xfrm>
          <a:prstGeom prst="straightConnector1">
            <a:avLst/>
          </a:prstGeom>
          <a:noFill/>
          <a:ln cap="flat" cmpd="sng" w="19050">
            <a:solidFill>
              <a:srgbClr val="000000"/>
            </a:solidFill>
            <a:prstDash val="solid"/>
            <a:round/>
            <a:headEnd len="med" w="med" type="none"/>
            <a:tailEnd len="med" w="med" type="none"/>
          </a:ln>
        </p:spPr>
      </p:cxnSp>
      <p:sp>
        <p:nvSpPr>
          <p:cNvPr id="5891" name="Google Shape;5891;p95"/>
          <p:cNvSpPr txBox="1"/>
          <p:nvPr/>
        </p:nvSpPr>
        <p:spPr>
          <a:xfrm>
            <a:off x="5191013" y="387663"/>
            <a:ext cx="13026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Finalidad empresa:</a:t>
            </a:r>
            <a:endParaRPr b="1" sz="1100"/>
          </a:p>
        </p:txBody>
      </p:sp>
      <p:sp>
        <p:nvSpPr>
          <p:cNvPr id="5892" name="Google Shape;5892;p95"/>
          <p:cNvSpPr txBox="1"/>
          <p:nvPr/>
        </p:nvSpPr>
        <p:spPr>
          <a:xfrm>
            <a:off x="5191013" y="579538"/>
            <a:ext cx="11637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Finalidad cliente:</a:t>
            </a:r>
            <a:endParaRPr b="1" sz="1100"/>
          </a:p>
        </p:txBody>
      </p:sp>
      <p:sp>
        <p:nvSpPr>
          <p:cNvPr id="5893" name="Google Shape;5893;p95"/>
          <p:cNvSpPr/>
          <p:nvPr/>
        </p:nvSpPr>
        <p:spPr>
          <a:xfrm>
            <a:off x="77688" y="349338"/>
            <a:ext cx="2361300" cy="421200"/>
          </a:xfrm>
          <a:prstGeom prst="roundRect">
            <a:avLst>
              <a:gd fmla="val 50000" name="adj"/>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s-419" sz="1200">
                <a:solidFill>
                  <a:srgbClr val="FFFFFF"/>
                </a:solidFill>
              </a:rPr>
              <a:t>Recorrido del Cliente</a:t>
            </a:r>
            <a:endParaRPr b="1" sz="1200">
              <a:solidFill>
                <a:srgbClr val="FFFFFF"/>
              </a:solidFill>
            </a:endParaRPr>
          </a:p>
          <a:p>
            <a:pPr indent="0" lvl="0" marL="0" rtl="0" algn="ctr">
              <a:spcBef>
                <a:spcPts val="0"/>
              </a:spcBef>
              <a:spcAft>
                <a:spcPts val="0"/>
              </a:spcAft>
              <a:buNone/>
            </a:pPr>
            <a:r>
              <a:t/>
            </a:r>
            <a:endParaRPr b="1" sz="1200">
              <a:solidFill>
                <a:srgbClr val="FFFFFF"/>
              </a:solidFill>
            </a:endParaRPr>
          </a:p>
        </p:txBody>
      </p:sp>
      <p:sp>
        <p:nvSpPr>
          <p:cNvPr id="5894" name="Google Shape;5894;p95"/>
          <p:cNvSpPr/>
          <p:nvPr/>
        </p:nvSpPr>
        <p:spPr>
          <a:xfrm>
            <a:off x="83988" y="595504"/>
            <a:ext cx="190200" cy="1692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5" name="Google Shape;5895;p95"/>
          <p:cNvSpPr/>
          <p:nvPr/>
        </p:nvSpPr>
        <p:spPr>
          <a:xfrm>
            <a:off x="2292338" y="358938"/>
            <a:ext cx="146700" cy="4023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6" name="Google Shape;5896;p95"/>
          <p:cNvSpPr txBox="1"/>
          <p:nvPr>
            <p:ph idx="2" type="title"/>
          </p:nvPr>
        </p:nvSpPr>
        <p:spPr>
          <a:xfrm flipH="1">
            <a:off x="6546263" y="387663"/>
            <a:ext cx="3350100" cy="1692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000"/>
              <a:buNone/>
              <a:defRPr sz="1000">
                <a:solidFill>
                  <a:srgbClr val="000000"/>
                </a:solidFill>
              </a:defRPr>
            </a:lvl1pPr>
            <a:lvl2pPr lvl="1">
              <a:spcBef>
                <a:spcPts val="0"/>
              </a:spcBef>
              <a:spcAft>
                <a:spcPts val="0"/>
              </a:spcAft>
              <a:buClr>
                <a:srgbClr val="000000"/>
              </a:buClr>
              <a:buSzPts val="1000"/>
              <a:buNone/>
              <a:defRPr sz="1000">
                <a:solidFill>
                  <a:srgbClr val="000000"/>
                </a:solidFill>
              </a:defRPr>
            </a:lvl2pPr>
            <a:lvl3pPr lvl="2">
              <a:spcBef>
                <a:spcPts val="0"/>
              </a:spcBef>
              <a:spcAft>
                <a:spcPts val="0"/>
              </a:spcAft>
              <a:buClr>
                <a:srgbClr val="000000"/>
              </a:buClr>
              <a:buSzPts val="1000"/>
              <a:buNone/>
              <a:defRPr sz="1000">
                <a:solidFill>
                  <a:srgbClr val="000000"/>
                </a:solidFill>
              </a:defRPr>
            </a:lvl3pPr>
            <a:lvl4pPr lvl="3">
              <a:spcBef>
                <a:spcPts val="0"/>
              </a:spcBef>
              <a:spcAft>
                <a:spcPts val="0"/>
              </a:spcAft>
              <a:buClr>
                <a:srgbClr val="000000"/>
              </a:buClr>
              <a:buSzPts val="1000"/>
              <a:buNone/>
              <a:defRPr sz="1000">
                <a:solidFill>
                  <a:srgbClr val="000000"/>
                </a:solidFill>
              </a:defRPr>
            </a:lvl4pPr>
            <a:lvl5pPr lvl="4">
              <a:spcBef>
                <a:spcPts val="0"/>
              </a:spcBef>
              <a:spcAft>
                <a:spcPts val="0"/>
              </a:spcAft>
              <a:buClr>
                <a:srgbClr val="000000"/>
              </a:buClr>
              <a:buSzPts val="1000"/>
              <a:buNone/>
              <a:defRPr sz="1000">
                <a:solidFill>
                  <a:srgbClr val="000000"/>
                </a:solidFill>
              </a:defRPr>
            </a:lvl5pPr>
            <a:lvl6pPr lvl="5">
              <a:spcBef>
                <a:spcPts val="0"/>
              </a:spcBef>
              <a:spcAft>
                <a:spcPts val="0"/>
              </a:spcAft>
              <a:buClr>
                <a:srgbClr val="000000"/>
              </a:buClr>
              <a:buSzPts val="1000"/>
              <a:buNone/>
              <a:defRPr sz="1000">
                <a:solidFill>
                  <a:srgbClr val="000000"/>
                </a:solidFill>
              </a:defRPr>
            </a:lvl6pPr>
            <a:lvl7pPr lvl="6">
              <a:spcBef>
                <a:spcPts val="0"/>
              </a:spcBef>
              <a:spcAft>
                <a:spcPts val="0"/>
              </a:spcAft>
              <a:buClr>
                <a:srgbClr val="000000"/>
              </a:buClr>
              <a:buSzPts val="1000"/>
              <a:buNone/>
              <a:defRPr sz="1000">
                <a:solidFill>
                  <a:srgbClr val="000000"/>
                </a:solidFill>
              </a:defRPr>
            </a:lvl7pPr>
            <a:lvl8pPr lvl="7">
              <a:spcBef>
                <a:spcPts val="0"/>
              </a:spcBef>
              <a:spcAft>
                <a:spcPts val="0"/>
              </a:spcAft>
              <a:buClr>
                <a:srgbClr val="000000"/>
              </a:buClr>
              <a:buSzPts val="1000"/>
              <a:buNone/>
              <a:defRPr sz="1000">
                <a:solidFill>
                  <a:srgbClr val="000000"/>
                </a:solidFill>
              </a:defRPr>
            </a:lvl8pPr>
            <a:lvl9pPr lvl="8">
              <a:spcBef>
                <a:spcPts val="0"/>
              </a:spcBef>
              <a:spcAft>
                <a:spcPts val="0"/>
              </a:spcAft>
              <a:buClr>
                <a:srgbClr val="000000"/>
              </a:buClr>
              <a:buSzPts val="1000"/>
              <a:buNone/>
              <a:defRPr sz="1000">
                <a:solidFill>
                  <a:srgbClr val="000000"/>
                </a:solidFill>
              </a:defRPr>
            </a:lvl9pPr>
          </a:lstStyle>
          <a:p/>
        </p:txBody>
      </p:sp>
      <p:sp>
        <p:nvSpPr>
          <p:cNvPr id="5897" name="Google Shape;5897;p95"/>
          <p:cNvSpPr txBox="1"/>
          <p:nvPr>
            <p:ph idx="3" type="title"/>
          </p:nvPr>
        </p:nvSpPr>
        <p:spPr>
          <a:xfrm flipH="1">
            <a:off x="6546263" y="579538"/>
            <a:ext cx="3350100" cy="1692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000"/>
              <a:buNone/>
              <a:defRPr sz="1000">
                <a:solidFill>
                  <a:srgbClr val="000000"/>
                </a:solidFill>
              </a:defRPr>
            </a:lvl1pPr>
            <a:lvl2pPr lvl="1">
              <a:spcBef>
                <a:spcPts val="0"/>
              </a:spcBef>
              <a:spcAft>
                <a:spcPts val="0"/>
              </a:spcAft>
              <a:buClr>
                <a:srgbClr val="000000"/>
              </a:buClr>
              <a:buSzPts val="1000"/>
              <a:buNone/>
              <a:defRPr sz="1000">
                <a:solidFill>
                  <a:srgbClr val="000000"/>
                </a:solidFill>
              </a:defRPr>
            </a:lvl2pPr>
            <a:lvl3pPr lvl="2">
              <a:spcBef>
                <a:spcPts val="0"/>
              </a:spcBef>
              <a:spcAft>
                <a:spcPts val="0"/>
              </a:spcAft>
              <a:buClr>
                <a:srgbClr val="000000"/>
              </a:buClr>
              <a:buSzPts val="1000"/>
              <a:buNone/>
              <a:defRPr sz="1000">
                <a:solidFill>
                  <a:srgbClr val="000000"/>
                </a:solidFill>
              </a:defRPr>
            </a:lvl3pPr>
            <a:lvl4pPr lvl="3">
              <a:spcBef>
                <a:spcPts val="0"/>
              </a:spcBef>
              <a:spcAft>
                <a:spcPts val="0"/>
              </a:spcAft>
              <a:buClr>
                <a:srgbClr val="000000"/>
              </a:buClr>
              <a:buSzPts val="1000"/>
              <a:buNone/>
              <a:defRPr sz="1000">
                <a:solidFill>
                  <a:srgbClr val="000000"/>
                </a:solidFill>
              </a:defRPr>
            </a:lvl4pPr>
            <a:lvl5pPr lvl="4">
              <a:spcBef>
                <a:spcPts val="0"/>
              </a:spcBef>
              <a:spcAft>
                <a:spcPts val="0"/>
              </a:spcAft>
              <a:buClr>
                <a:srgbClr val="000000"/>
              </a:buClr>
              <a:buSzPts val="1000"/>
              <a:buNone/>
              <a:defRPr sz="1000">
                <a:solidFill>
                  <a:srgbClr val="000000"/>
                </a:solidFill>
              </a:defRPr>
            </a:lvl5pPr>
            <a:lvl6pPr lvl="5">
              <a:spcBef>
                <a:spcPts val="0"/>
              </a:spcBef>
              <a:spcAft>
                <a:spcPts val="0"/>
              </a:spcAft>
              <a:buClr>
                <a:srgbClr val="000000"/>
              </a:buClr>
              <a:buSzPts val="1000"/>
              <a:buNone/>
              <a:defRPr sz="1000">
                <a:solidFill>
                  <a:srgbClr val="000000"/>
                </a:solidFill>
              </a:defRPr>
            </a:lvl6pPr>
            <a:lvl7pPr lvl="6">
              <a:spcBef>
                <a:spcPts val="0"/>
              </a:spcBef>
              <a:spcAft>
                <a:spcPts val="0"/>
              </a:spcAft>
              <a:buClr>
                <a:srgbClr val="000000"/>
              </a:buClr>
              <a:buSzPts val="1000"/>
              <a:buNone/>
              <a:defRPr sz="1000">
                <a:solidFill>
                  <a:srgbClr val="000000"/>
                </a:solidFill>
              </a:defRPr>
            </a:lvl7pPr>
            <a:lvl8pPr lvl="7">
              <a:spcBef>
                <a:spcPts val="0"/>
              </a:spcBef>
              <a:spcAft>
                <a:spcPts val="0"/>
              </a:spcAft>
              <a:buClr>
                <a:srgbClr val="000000"/>
              </a:buClr>
              <a:buSzPts val="1000"/>
              <a:buNone/>
              <a:defRPr sz="1000">
                <a:solidFill>
                  <a:srgbClr val="000000"/>
                </a:solidFill>
              </a:defRPr>
            </a:lvl8pPr>
            <a:lvl9pPr lvl="8">
              <a:spcBef>
                <a:spcPts val="0"/>
              </a:spcBef>
              <a:spcAft>
                <a:spcPts val="0"/>
              </a:spcAft>
              <a:buClr>
                <a:srgbClr val="000000"/>
              </a:buClr>
              <a:buSzPts val="1000"/>
              <a:buNone/>
              <a:defRPr sz="1000">
                <a:solidFill>
                  <a:srgbClr val="000000"/>
                </a:solidFill>
              </a:defRPr>
            </a:lvl9pPr>
          </a:lstStyle>
          <a:p/>
        </p:txBody>
      </p:sp>
      <p:sp>
        <p:nvSpPr>
          <p:cNvPr id="5898" name="Google Shape;5898;p95"/>
          <p:cNvSpPr/>
          <p:nvPr/>
        </p:nvSpPr>
        <p:spPr>
          <a:xfrm>
            <a:off x="215766" y="5842775"/>
            <a:ext cx="9664500" cy="726900"/>
          </a:xfrm>
          <a:prstGeom prst="roundRect">
            <a:avLst>
              <a:gd fmla="val 14745" name="adj"/>
            </a:avLst>
          </a:prstGeom>
          <a:solidFill>
            <a:srgbClr val="F3F3F3"/>
          </a:solidFill>
          <a:ln cap="flat" cmpd="sng" w="9525">
            <a:solidFill>
              <a:srgbClr val="666666"/>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i="1" lang="es-419">
                <a:solidFill>
                  <a:srgbClr val="CCCCCC"/>
                </a:solidFill>
              </a:rPr>
              <a:t>Terceros         -         Terceros         -         Terceros         -         Terceros         -         Terceros</a:t>
            </a:r>
            <a:endParaRPr b="1" i="1">
              <a:solidFill>
                <a:srgbClr val="CCCCCC"/>
              </a:solidFill>
            </a:endParaRPr>
          </a:p>
        </p:txBody>
      </p:sp>
      <p:grpSp>
        <p:nvGrpSpPr>
          <p:cNvPr id="5899" name="Google Shape;5899;p95"/>
          <p:cNvGrpSpPr/>
          <p:nvPr/>
        </p:nvGrpSpPr>
        <p:grpSpPr>
          <a:xfrm>
            <a:off x="216411" y="1423705"/>
            <a:ext cx="9665547" cy="91376"/>
            <a:chOff x="184725" y="1341225"/>
            <a:chExt cx="9688800" cy="108600"/>
          </a:xfrm>
        </p:grpSpPr>
        <p:sp>
          <p:nvSpPr>
            <p:cNvPr id="5900" name="Google Shape;5900;p95"/>
            <p:cNvSpPr txBox="1"/>
            <p:nvPr/>
          </p:nvSpPr>
          <p:spPr>
            <a:xfrm>
              <a:off x="184725" y="1341225"/>
              <a:ext cx="9688800" cy="108600"/>
            </a:xfrm>
            <a:prstGeom prst="rect">
              <a:avLst/>
            </a:prstGeom>
            <a:solidFill>
              <a:srgbClr val="CCCCCC"/>
            </a:solidFill>
            <a:ln cap="flat" cmpd="sng" w="9525">
              <a:solidFill>
                <a:srgbClr val="B7B7B7"/>
              </a:solidFill>
              <a:prstDash val="solid"/>
              <a:round/>
              <a:headEnd len="sm" w="sm" type="none"/>
              <a:tailEnd len="sm" w="sm" type="none"/>
            </a:ln>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cxnSp>
          <p:nvCxnSpPr>
            <p:cNvPr id="5901" name="Google Shape;5901;p95"/>
            <p:cNvCxnSpPr>
              <a:stCxn id="5900" idx="1"/>
              <a:endCxn id="5900" idx="3"/>
            </p:cNvCxnSpPr>
            <p:nvPr/>
          </p:nvCxnSpPr>
          <p:spPr>
            <a:xfrm>
              <a:off x="184725" y="1395525"/>
              <a:ext cx="9688800" cy="0"/>
            </a:xfrm>
            <a:prstGeom prst="straightConnector1">
              <a:avLst/>
            </a:prstGeom>
            <a:noFill/>
            <a:ln cap="flat" cmpd="sng" w="9525">
              <a:solidFill>
                <a:srgbClr val="424242"/>
              </a:solidFill>
              <a:prstDash val="dash"/>
              <a:round/>
              <a:headEnd len="med" w="med" type="none"/>
              <a:tailEnd len="med" w="med" type="none"/>
            </a:ln>
          </p:spPr>
        </p:cxnSp>
        <p:cxnSp>
          <p:nvCxnSpPr>
            <p:cNvPr id="5902" name="Google Shape;5902;p95"/>
            <p:cNvCxnSpPr/>
            <p:nvPr/>
          </p:nvCxnSpPr>
          <p:spPr>
            <a:xfrm>
              <a:off x="609706" y="1396148"/>
              <a:ext cx="303300" cy="600"/>
            </a:xfrm>
            <a:prstGeom prst="straightConnector1">
              <a:avLst/>
            </a:prstGeom>
            <a:noFill/>
            <a:ln cap="flat" cmpd="sng" w="28575">
              <a:solidFill>
                <a:srgbClr val="999999"/>
              </a:solidFill>
              <a:prstDash val="solid"/>
              <a:round/>
              <a:headEnd len="med" w="med" type="none"/>
              <a:tailEnd len="med" w="med" type="stealth"/>
            </a:ln>
          </p:spPr>
        </p:cxnSp>
        <p:cxnSp>
          <p:nvCxnSpPr>
            <p:cNvPr id="5903" name="Google Shape;5903;p95"/>
            <p:cNvCxnSpPr/>
            <p:nvPr/>
          </p:nvCxnSpPr>
          <p:spPr>
            <a:xfrm>
              <a:off x="1371600" y="1394979"/>
              <a:ext cx="303300" cy="600"/>
            </a:xfrm>
            <a:prstGeom prst="straightConnector1">
              <a:avLst/>
            </a:prstGeom>
            <a:noFill/>
            <a:ln cap="flat" cmpd="sng" w="28575">
              <a:solidFill>
                <a:srgbClr val="999999"/>
              </a:solidFill>
              <a:prstDash val="solid"/>
              <a:round/>
              <a:headEnd len="med" w="med" type="none"/>
              <a:tailEnd len="med" w="med" type="stealth"/>
            </a:ln>
          </p:spPr>
        </p:cxnSp>
        <p:cxnSp>
          <p:nvCxnSpPr>
            <p:cNvPr id="5904" name="Google Shape;5904;p95"/>
            <p:cNvCxnSpPr/>
            <p:nvPr/>
          </p:nvCxnSpPr>
          <p:spPr>
            <a:xfrm>
              <a:off x="2224624" y="1396148"/>
              <a:ext cx="303300" cy="600"/>
            </a:xfrm>
            <a:prstGeom prst="straightConnector1">
              <a:avLst/>
            </a:prstGeom>
            <a:noFill/>
            <a:ln cap="flat" cmpd="sng" w="28575">
              <a:solidFill>
                <a:srgbClr val="999999"/>
              </a:solidFill>
              <a:prstDash val="solid"/>
              <a:round/>
              <a:headEnd len="med" w="med" type="none"/>
              <a:tailEnd len="med" w="med" type="stealth"/>
            </a:ln>
          </p:spPr>
        </p:cxnSp>
        <p:cxnSp>
          <p:nvCxnSpPr>
            <p:cNvPr id="5905" name="Google Shape;5905;p95"/>
            <p:cNvCxnSpPr/>
            <p:nvPr/>
          </p:nvCxnSpPr>
          <p:spPr>
            <a:xfrm>
              <a:off x="2986518" y="1394979"/>
              <a:ext cx="303300" cy="600"/>
            </a:xfrm>
            <a:prstGeom prst="straightConnector1">
              <a:avLst/>
            </a:prstGeom>
            <a:noFill/>
            <a:ln cap="flat" cmpd="sng" w="28575">
              <a:solidFill>
                <a:srgbClr val="999999"/>
              </a:solidFill>
              <a:prstDash val="solid"/>
              <a:round/>
              <a:headEnd len="med" w="med" type="none"/>
              <a:tailEnd len="med" w="med" type="stealth"/>
            </a:ln>
          </p:spPr>
        </p:cxnSp>
        <p:cxnSp>
          <p:nvCxnSpPr>
            <p:cNvPr id="5906" name="Google Shape;5906;p95"/>
            <p:cNvCxnSpPr/>
            <p:nvPr/>
          </p:nvCxnSpPr>
          <p:spPr>
            <a:xfrm>
              <a:off x="3758233" y="1396148"/>
              <a:ext cx="303300" cy="600"/>
            </a:xfrm>
            <a:prstGeom prst="straightConnector1">
              <a:avLst/>
            </a:prstGeom>
            <a:noFill/>
            <a:ln cap="flat" cmpd="sng" w="28575">
              <a:solidFill>
                <a:srgbClr val="999999"/>
              </a:solidFill>
              <a:prstDash val="solid"/>
              <a:round/>
              <a:headEnd len="med" w="med" type="none"/>
              <a:tailEnd len="med" w="med" type="stealth"/>
            </a:ln>
          </p:spPr>
        </p:cxnSp>
        <p:cxnSp>
          <p:nvCxnSpPr>
            <p:cNvPr id="5907" name="Google Shape;5907;p95"/>
            <p:cNvCxnSpPr/>
            <p:nvPr/>
          </p:nvCxnSpPr>
          <p:spPr>
            <a:xfrm>
              <a:off x="4520126" y="1394979"/>
              <a:ext cx="303300" cy="600"/>
            </a:xfrm>
            <a:prstGeom prst="straightConnector1">
              <a:avLst/>
            </a:prstGeom>
            <a:noFill/>
            <a:ln cap="flat" cmpd="sng" w="28575">
              <a:solidFill>
                <a:srgbClr val="999999"/>
              </a:solidFill>
              <a:prstDash val="solid"/>
              <a:round/>
              <a:headEnd len="med" w="med" type="none"/>
              <a:tailEnd len="med" w="med" type="stealth"/>
            </a:ln>
          </p:spPr>
        </p:cxnSp>
        <p:cxnSp>
          <p:nvCxnSpPr>
            <p:cNvPr id="5908" name="Google Shape;5908;p95"/>
            <p:cNvCxnSpPr/>
            <p:nvPr/>
          </p:nvCxnSpPr>
          <p:spPr>
            <a:xfrm>
              <a:off x="5373150" y="1396148"/>
              <a:ext cx="303300" cy="600"/>
            </a:xfrm>
            <a:prstGeom prst="straightConnector1">
              <a:avLst/>
            </a:prstGeom>
            <a:noFill/>
            <a:ln cap="flat" cmpd="sng" w="28575">
              <a:solidFill>
                <a:srgbClr val="999999"/>
              </a:solidFill>
              <a:prstDash val="solid"/>
              <a:round/>
              <a:headEnd len="med" w="med" type="none"/>
              <a:tailEnd len="med" w="med" type="stealth"/>
            </a:ln>
          </p:spPr>
        </p:cxnSp>
        <p:cxnSp>
          <p:nvCxnSpPr>
            <p:cNvPr id="5909" name="Google Shape;5909;p95"/>
            <p:cNvCxnSpPr/>
            <p:nvPr/>
          </p:nvCxnSpPr>
          <p:spPr>
            <a:xfrm>
              <a:off x="6135044" y="1394979"/>
              <a:ext cx="303300" cy="600"/>
            </a:xfrm>
            <a:prstGeom prst="straightConnector1">
              <a:avLst/>
            </a:prstGeom>
            <a:noFill/>
            <a:ln cap="flat" cmpd="sng" w="28575">
              <a:solidFill>
                <a:srgbClr val="999999"/>
              </a:solidFill>
              <a:prstDash val="solid"/>
              <a:round/>
              <a:headEnd len="med" w="med" type="none"/>
              <a:tailEnd len="med" w="med" type="stealth"/>
            </a:ln>
          </p:spPr>
        </p:cxnSp>
        <p:cxnSp>
          <p:nvCxnSpPr>
            <p:cNvPr id="5910" name="Google Shape;5910;p95"/>
            <p:cNvCxnSpPr/>
            <p:nvPr/>
          </p:nvCxnSpPr>
          <p:spPr>
            <a:xfrm>
              <a:off x="6934094" y="1394979"/>
              <a:ext cx="303300" cy="600"/>
            </a:xfrm>
            <a:prstGeom prst="straightConnector1">
              <a:avLst/>
            </a:prstGeom>
            <a:noFill/>
            <a:ln cap="flat" cmpd="sng" w="28575">
              <a:solidFill>
                <a:srgbClr val="999999"/>
              </a:solidFill>
              <a:prstDash val="solid"/>
              <a:round/>
              <a:headEnd len="med" w="med" type="none"/>
              <a:tailEnd len="med" w="med" type="stealth"/>
            </a:ln>
          </p:spPr>
        </p:cxnSp>
        <p:cxnSp>
          <p:nvCxnSpPr>
            <p:cNvPr id="5911" name="Google Shape;5911;p95"/>
            <p:cNvCxnSpPr/>
            <p:nvPr/>
          </p:nvCxnSpPr>
          <p:spPr>
            <a:xfrm>
              <a:off x="7705809" y="1396148"/>
              <a:ext cx="303300" cy="600"/>
            </a:xfrm>
            <a:prstGeom prst="straightConnector1">
              <a:avLst/>
            </a:prstGeom>
            <a:noFill/>
            <a:ln cap="flat" cmpd="sng" w="28575">
              <a:solidFill>
                <a:srgbClr val="999999"/>
              </a:solidFill>
              <a:prstDash val="solid"/>
              <a:round/>
              <a:headEnd len="med" w="med" type="none"/>
              <a:tailEnd len="med" w="med" type="stealth"/>
            </a:ln>
          </p:spPr>
        </p:cxnSp>
        <p:cxnSp>
          <p:nvCxnSpPr>
            <p:cNvPr id="5912" name="Google Shape;5912;p95"/>
            <p:cNvCxnSpPr/>
            <p:nvPr/>
          </p:nvCxnSpPr>
          <p:spPr>
            <a:xfrm>
              <a:off x="8467703" y="1394979"/>
              <a:ext cx="303300" cy="600"/>
            </a:xfrm>
            <a:prstGeom prst="straightConnector1">
              <a:avLst/>
            </a:prstGeom>
            <a:noFill/>
            <a:ln cap="flat" cmpd="sng" w="28575">
              <a:solidFill>
                <a:srgbClr val="999999"/>
              </a:solidFill>
              <a:prstDash val="solid"/>
              <a:round/>
              <a:headEnd len="med" w="med" type="none"/>
              <a:tailEnd len="med" w="med" type="stealth"/>
            </a:ln>
          </p:spPr>
        </p:cxnSp>
        <p:cxnSp>
          <p:nvCxnSpPr>
            <p:cNvPr id="5913" name="Google Shape;5913;p95"/>
            <p:cNvCxnSpPr/>
            <p:nvPr/>
          </p:nvCxnSpPr>
          <p:spPr>
            <a:xfrm>
              <a:off x="9320727" y="1396148"/>
              <a:ext cx="303300" cy="600"/>
            </a:xfrm>
            <a:prstGeom prst="straightConnector1">
              <a:avLst/>
            </a:prstGeom>
            <a:noFill/>
            <a:ln cap="flat" cmpd="sng" w="28575">
              <a:solidFill>
                <a:srgbClr val="999999"/>
              </a:solidFill>
              <a:prstDash val="solid"/>
              <a:round/>
              <a:headEnd len="med" w="med" type="none"/>
              <a:tailEnd len="med" w="med" type="stealth"/>
            </a:ln>
          </p:spPr>
        </p:cxnSp>
      </p:grpSp>
      <p:sp>
        <p:nvSpPr>
          <p:cNvPr id="5914" name="Google Shape;5914;p95"/>
          <p:cNvSpPr txBox="1"/>
          <p:nvPr>
            <p:ph idx="1" type="body"/>
          </p:nvPr>
        </p:nvSpPr>
        <p:spPr>
          <a:xfrm>
            <a:off x="641150" y="612125"/>
            <a:ext cx="1770300" cy="160500"/>
          </a:xfrm>
          <a:prstGeom prst="rect">
            <a:avLst/>
          </a:prstGeom>
          <a:noFill/>
          <a:ln>
            <a:noFill/>
          </a:ln>
        </p:spPr>
        <p:txBody>
          <a:bodyPr anchorCtr="0" anchor="t" bIns="0" lIns="0" spcFirstLastPara="1" rIns="0" wrap="square" tIns="0">
            <a:noAutofit/>
          </a:bodyPr>
          <a:lstStyle>
            <a:lvl1pPr indent="-292100" lvl="0" marL="457200" algn="ctr">
              <a:spcBef>
                <a:spcPts val="0"/>
              </a:spcBef>
              <a:spcAft>
                <a:spcPts val="0"/>
              </a:spcAft>
              <a:buClr>
                <a:srgbClr val="FFFFFF"/>
              </a:buClr>
              <a:buSzPts val="1000"/>
              <a:buChar char="●"/>
              <a:defRPr sz="1000">
                <a:solidFill>
                  <a:srgbClr val="FFFFFF"/>
                </a:solidFill>
              </a:defRPr>
            </a:lvl1pPr>
            <a:lvl2pPr indent="-292100" lvl="1" marL="914400" algn="ctr">
              <a:spcBef>
                <a:spcPts val="0"/>
              </a:spcBef>
              <a:spcAft>
                <a:spcPts val="0"/>
              </a:spcAft>
              <a:buClr>
                <a:srgbClr val="FFFFFF"/>
              </a:buClr>
              <a:buSzPts val="1000"/>
              <a:buChar char="○"/>
              <a:defRPr sz="1000">
                <a:solidFill>
                  <a:srgbClr val="FFFFFF"/>
                </a:solidFill>
              </a:defRPr>
            </a:lvl2pPr>
            <a:lvl3pPr indent="-292100" lvl="2" marL="1371600" algn="ctr">
              <a:spcBef>
                <a:spcPts val="0"/>
              </a:spcBef>
              <a:spcAft>
                <a:spcPts val="0"/>
              </a:spcAft>
              <a:buClr>
                <a:srgbClr val="FFFFFF"/>
              </a:buClr>
              <a:buSzPts val="1000"/>
              <a:buChar char="■"/>
              <a:defRPr sz="1000">
                <a:solidFill>
                  <a:srgbClr val="FFFFFF"/>
                </a:solidFill>
              </a:defRPr>
            </a:lvl3pPr>
            <a:lvl4pPr indent="-292100" lvl="3" marL="1828800" algn="ctr">
              <a:spcBef>
                <a:spcPts val="0"/>
              </a:spcBef>
              <a:spcAft>
                <a:spcPts val="0"/>
              </a:spcAft>
              <a:buClr>
                <a:srgbClr val="FFFFFF"/>
              </a:buClr>
              <a:buSzPts val="1000"/>
              <a:buChar char="●"/>
              <a:defRPr sz="1000">
                <a:solidFill>
                  <a:srgbClr val="FFFFFF"/>
                </a:solidFill>
              </a:defRPr>
            </a:lvl4pPr>
            <a:lvl5pPr indent="-292100" lvl="4" marL="2286000" algn="ctr">
              <a:spcBef>
                <a:spcPts val="0"/>
              </a:spcBef>
              <a:spcAft>
                <a:spcPts val="0"/>
              </a:spcAft>
              <a:buClr>
                <a:srgbClr val="FFFFFF"/>
              </a:buClr>
              <a:buSzPts val="1000"/>
              <a:buChar char="○"/>
              <a:defRPr sz="1000">
                <a:solidFill>
                  <a:srgbClr val="FFFFFF"/>
                </a:solidFill>
              </a:defRPr>
            </a:lvl5pPr>
            <a:lvl6pPr indent="-292100" lvl="5" marL="2743200" algn="ctr">
              <a:spcBef>
                <a:spcPts val="0"/>
              </a:spcBef>
              <a:spcAft>
                <a:spcPts val="0"/>
              </a:spcAft>
              <a:buClr>
                <a:srgbClr val="FFFFFF"/>
              </a:buClr>
              <a:buSzPts val="1000"/>
              <a:buChar char="■"/>
              <a:defRPr sz="1000">
                <a:solidFill>
                  <a:srgbClr val="FFFFFF"/>
                </a:solidFill>
              </a:defRPr>
            </a:lvl6pPr>
            <a:lvl7pPr indent="-292100" lvl="6" marL="3200400" algn="ctr">
              <a:spcBef>
                <a:spcPts val="0"/>
              </a:spcBef>
              <a:spcAft>
                <a:spcPts val="0"/>
              </a:spcAft>
              <a:buClr>
                <a:srgbClr val="FFFFFF"/>
              </a:buClr>
              <a:buSzPts val="1000"/>
              <a:buChar char="●"/>
              <a:defRPr sz="1000">
                <a:solidFill>
                  <a:srgbClr val="FFFFFF"/>
                </a:solidFill>
              </a:defRPr>
            </a:lvl7pPr>
            <a:lvl8pPr indent="-292100" lvl="7" marL="3657600" algn="ctr">
              <a:spcBef>
                <a:spcPts val="0"/>
              </a:spcBef>
              <a:spcAft>
                <a:spcPts val="0"/>
              </a:spcAft>
              <a:buClr>
                <a:srgbClr val="FFFFFF"/>
              </a:buClr>
              <a:buSzPts val="1000"/>
              <a:buChar char="○"/>
              <a:defRPr sz="1000">
                <a:solidFill>
                  <a:srgbClr val="FFFFFF"/>
                </a:solidFill>
              </a:defRPr>
            </a:lvl8pPr>
            <a:lvl9pPr indent="-292100" lvl="8" marL="4114800" algn="ctr">
              <a:spcBef>
                <a:spcPts val="0"/>
              </a:spcBef>
              <a:spcAft>
                <a:spcPts val="0"/>
              </a:spcAft>
              <a:buClr>
                <a:srgbClr val="FFFFFF"/>
              </a:buClr>
              <a:buSzPts val="1000"/>
              <a:buChar char="■"/>
              <a:defRPr sz="1000">
                <a:solidFill>
                  <a:srgbClr val="FFFFFF"/>
                </a:solidFill>
              </a:defRPr>
            </a:lvl9pPr>
          </a:lstStyle>
          <a:p/>
        </p:txBody>
      </p:sp>
      <p:sp>
        <p:nvSpPr>
          <p:cNvPr id="5915" name="Google Shape;5915;p95"/>
          <p:cNvSpPr txBox="1"/>
          <p:nvPr/>
        </p:nvSpPr>
        <p:spPr>
          <a:xfrm>
            <a:off x="84825" y="598125"/>
            <a:ext cx="595500" cy="205800"/>
          </a:xfrm>
          <a:prstGeom prst="rect">
            <a:avLst/>
          </a:prstGeom>
          <a:noFill/>
          <a:ln>
            <a:noFill/>
          </a:ln>
        </p:spPr>
        <p:txBody>
          <a:bodyPr anchorCtr="0" anchor="t" bIns="18000" lIns="18000" spcFirstLastPara="1" rIns="18000" wrap="square" tIns="18000">
            <a:spAutoFit/>
          </a:bodyPr>
          <a:lstStyle/>
          <a:p>
            <a:pPr indent="0" lvl="0" marL="0" rtl="0" algn="l">
              <a:spcBef>
                <a:spcPts val="0"/>
              </a:spcBef>
              <a:spcAft>
                <a:spcPts val="0"/>
              </a:spcAft>
              <a:buNone/>
            </a:pPr>
            <a:r>
              <a:rPr lang="es-419" sz="1100">
                <a:solidFill>
                  <a:srgbClr val="FFFFFF"/>
                </a:solidFill>
              </a:rPr>
              <a:t>Nombre:</a:t>
            </a:r>
            <a:endParaRPr sz="1100">
              <a:solidFill>
                <a:srgbClr val="FFFFFF"/>
              </a:solidFill>
            </a:endParaRPr>
          </a:p>
        </p:txBody>
      </p:sp>
      <p:sp>
        <p:nvSpPr>
          <p:cNvPr id="5916" name="Google Shape;5916;p95"/>
          <p:cNvSpPr/>
          <p:nvPr/>
        </p:nvSpPr>
        <p:spPr>
          <a:xfrm>
            <a:off x="-4273050" y="-78277"/>
            <a:ext cx="3615600" cy="6902700"/>
          </a:xfrm>
          <a:prstGeom prst="roundRect">
            <a:avLst>
              <a:gd fmla="val 4230" name="adj"/>
            </a:avLst>
          </a:prstGeom>
          <a:solidFill>
            <a:srgbClr val="F3F3F3"/>
          </a:solidFill>
          <a:ln cap="flat" cmpd="sng" w="9525">
            <a:solidFill>
              <a:srgbClr val="F3F3F3"/>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t" bIns="91425" lIns="91425" spcFirstLastPara="1" rIns="91425" wrap="square" tIns="91425">
            <a:noAutofit/>
          </a:bodyPr>
          <a:lstStyle/>
          <a:p>
            <a:pPr indent="0" lvl="0" marL="0" rtl="0" algn="ctr">
              <a:spcBef>
                <a:spcPts val="0"/>
              </a:spcBef>
              <a:spcAft>
                <a:spcPts val="0"/>
              </a:spcAft>
              <a:buNone/>
            </a:pPr>
            <a:r>
              <a:rPr i="1" lang="es-419"/>
              <a:t>Paleta</a:t>
            </a:r>
            <a:endParaRPr i="1"/>
          </a:p>
        </p:txBody>
      </p:sp>
    </p:spTree>
  </p:cSld>
  <p:clrMapOvr>
    <a:masterClrMapping/>
  </p:clrMapOvr>
</p:sldLayout>
</file>

<file path=ppt/slideLayouts/slideLayout9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0.7 Escenarios Vividos">
  <p:cSld name="TITLE_3_6_1_1_1_1_1_1">
    <p:spTree>
      <p:nvGrpSpPr>
        <p:cNvPr id="5917" name="Shape 5917"/>
        <p:cNvGrpSpPr/>
        <p:nvPr/>
      </p:nvGrpSpPr>
      <p:grpSpPr>
        <a:xfrm>
          <a:off x="0" y="0"/>
          <a:ext cx="0" cy="0"/>
          <a:chOff x="0" y="0"/>
          <a:chExt cx="0" cy="0"/>
        </a:xfrm>
      </p:grpSpPr>
      <p:sp>
        <p:nvSpPr>
          <p:cNvPr id="5918" name="Google Shape;5918;p96"/>
          <p:cNvSpPr/>
          <p:nvPr/>
        </p:nvSpPr>
        <p:spPr>
          <a:xfrm>
            <a:off x="97888" y="377012"/>
            <a:ext cx="9893400" cy="296700"/>
          </a:xfrm>
          <a:prstGeom prst="roundRect">
            <a:avLst>
              <a:gd fmla="val 22902" name="adj"/>
            </a:avLst>
          </a:prstGeom>
          <a:solidFill>
            <a:srgbClr val="F3F3F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5919" name="Google Shape;5919;p96"/>
          <p:cNvSpPr/>
          <p:nvPr/>
        </p:nvSpPr>
        <p:spPr>
          <a:xfrm>
            <a:off x="77688" y="358938"/>
            <a:ext cx="9935700" cy="6438000"/>
          </a:xfrm>
          <a:prstGeom prst="roundRect">
            <a:avLst>
              <a:gd fmla="val 2618" name="adj"/>
            </a:avLst>
          </a:prstGeom>
          <a:solidFill>
            <a:srgbClr val="FFFFFF"/>
          </a:solidFill>
          <a:ln cap="flat" cmpd="sng" w="38100">
            <a:solidFill>
              <a:srgbClr val="000000"/>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920" name="Google Shape;5920;p96"/>
          <p:cNvCxnSpPr/>
          <p:nvPr/>
        </p:nvCxnSpPr>
        <p:spPr>
          <a:xfrm>
            <a:off x="77688" y="772614"/>
            <a:ext cx="9935700" cy="0"/>
          </a:xfrm>
          <a:prstGeom prst="straightConnector1">
            <a:avLst/>
          </a:prstGeom>
          <a:noFill/>
          <a:ln cap="flat" cmpd="sng" w="19050">
            <a:solidFill>
              <a:srgbClr val="000000"/>
            </a:solidFill>
            <a:prstDash val="solid"/>
            <a:round/>
            <a:headEnd len="med" w="med" type="none"/>
            <a:tailEnd len="med" w="med" type="none"/>
          </a:ln>
        </p:spPr>
      </p:cxnSp>
      <p:cxnSp>
        <p:nvCxnSpPr>
          <p:cNvPr id="5921" name="Google Shape;5921;p96"/>
          <p:cNvCxnSpPr/>
          <p:nvPr/>
        </p:nvCxnSpPr>
        <p:spPr>
          <a:xfrm rot="10800000">
            <a:off x="2439038" y="368188"/>
            <a:ext cx="0" cy="402300"/>
          </a:xfrm>
          <a:prstGeom prst="straightConnector1">
            <a:avLst/>
          </a:prstGeom>
          <a:noFill/>
          <a:ln cap="flat" cmpd="sng" w="19050">
            <a:solidFill>
              <a:srgbClr val="000000"/>
            </a:solidFill>
            <a:prstDash val="solid"/>
            <a:round/>
            <a:headEnd len="med" w="med" type="none"/>
            <a:tailEnd len="med" w="med" type="none"/>
          </a:ln>
        </p:spPr>
      </p:cxnSp>
      <p:sp>
        <p:nvSpPr>
          <p:cNvPr id="5922" name="Google Shape;5922;p96"/>
          <p:cNvSpPr txBox="1"/>
          <p:nvPr>
            <p:ph type="title"/>
          </p:nvPr>
        </p:nvSpPr>
        <p:spPr>
          <a:xfrm flipH="1">
            <a:off x="3219174" y="437575"/>
            <a:ext cx="1731300" cy="2658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200"/>
              <a:buNone/>
              <a:defRPr sz="1200">
                <a:solidFill>
                  <a:srgbClr val="000000"/>
                </a:solidFill>
              </a:defRPr>
            </a:lvl1pPr>
            <a:lvl2pPr lvl="1">
              <a:spcBef>
                <a:spcPts val="0"/>
              </a:spcBef>
              <a:spcAft>
                <a:spcPts val="0"/>
              </a:spcAft>
              <a:buClr>
                <a:srgbClr val="000000"/>
              </a:buClr>
              <a:buSzPts val="1100"/>
              <a:buNone/>
              <a:defRPr sz="1100">
                <a:solidFill>
                  <a:srgbClr val="000000"/>
                </a:solidFill>
              </a:defRPr>
            </a:lvl2pPr>
            <a:lvl3pPr lvl="2">
              <a:spcBef>
                <a:spcPts val="0"/>
              </a:spcBef>
              <a:spcAft>
                <a:spcPts val="0"/>
              </a:spcAft>
              <a:buClr>
                <a:srgbClr val="000000"/>
              </a:buClr>
              <a:buSzPts val="1100"/>
              <a:buNone/>
              <a:defRPr sz="1100">
                <a:solidFill>
                  <a:srgbClr val="000000"/>
                </a:solidFill>
              </a:defRPr>
            </a:lvl3pPr>
            <a:lvl4pPr lvl="3">
              <a:spcBef>
                <a:spcPts val="0"/>
              </a:spcBef>
              <a:spcAft>
                <a:spcPts val="0"/>
              </a:spcAft>
              <a:buClr>
                <a:srgbClr val="000000"/>
              </a:buClr>
              <a:buSzPts val="1100"/>
              <a:buNone/>
              <a:defRPr sz="1100">
                <a:solidFill>
                  <a:srgbClr val="000000"/>
                </a:solidFill>
              </a:defRPr>
            </a:lvl4pPr>
            <a:lvl5pPr lvl="4">
              <a:spcBef>
                <a:spcPts val="0"/>
              </a:spcBef>
              <a:spcAft>
                <a:spcPts val="0"/>
              </a:spcAft>
              <a:buClr>
                <a:srgbClr val="000000"/>
              </a:buClr>
              <a:buSzPts val="1100"/>
              <a:buNone/>
              <a:defRPr sz="1100">
                <a:solidFill>
                  <a:srgbClr val="000000"/>
                </a:solidFill>
              </a:defRPr>
            </a:lvl5pPr>
            <a:lvl6pPr lvl="5">
              <a:spcBef>
                <a:spcPts val="0"/>
              </a:spcBef>
              <a:spcAft>
                <a:spcPts val="0"/>
              </a:spcAft>
              <a:buClr>
                <a:srgbClr val="000000"/>
              </a:buClr>
              <a:buSzPts val="1100"/>
              <a:buNone/>
              <a:defRPr sz="1100">
                <a:solidFill>
                  <a:srgbClr val="000000"/>
                </a:solidFill>
              </a:defRPr>
            </a:lvl6pPr>
            <a:lvl7pPr lvl="6">
              <a:spcBef>
                <a:spcPts val="0"/>
              </a:spcBef>
              <a:spcAft>
                <a:spcPts val="0"/>
              </a:spcAft>
              <a:buClr>
                <a:srgbClr val="000000"/>
              </a:buClr>
              <a:buSzPts val="1100"/>
              <a:buNone/>
              <a:defRPr sz="1100">
                <a:solidFill>
                  <a:srgbClr val="000000"/>
                </a:solidFill>
              </a:defRPr>
            </a:lvl7pPr>
            <a:lvl8pPr lvl="7">
              <a:spcBef>
                <a:spcPts val="0"/>
              </a:spcBef>
              <a:spcAft>
                <a:spcPts val="0"/>
              </a:spcAft>
              <a:buClr>
                <a:srgbClr val="000000"/>
              </a:buClr>
              <a:buSzPts val="1100"/>
              <a:buNone/>
              <a:defRPr sz="1100">
                <a:solidFill>
                  <a:srgbClr val="000000"/>
                </a:solidFill>
              </a:defRPr>
            </a:lvl8pPr>
            <a:lvl9pPr lvl="8">
              <a:spcBef>
                <a:spcPts val="0"/>
              </a:spcBef>
              <a:spcAft>
                <a:spcPts val="0"/>
              </a:spcAft>
              <a:buClr>
                <a:srgbClr val="000000"/>
              </a:buClr>
              <a:buSzPts val="1100"/>
              <a:buNone/>
              <a:defRPr sz="1100">
                <a:solidFill>
                  <a:srgbClr val="000000"/>
                </a:solidFill>
              </a:defRPr>
            </a:lvl9pPr>
          </a:lstStyle>
          <a:p/>
        </p:txBody>
      </p:sp>
      <p:sp>
        <p:nvSpPr>
          <p:cNvPr id="5923" name="Google Shape;5923;p96"/>
          <p:cNvSpPr txBox="1"/>
          <p:nvPr/>
        </p:nvSpPr>
        <p:spPr>
          <a:xfrm>
            <a:off x="2513487" y="437267"/>
            <a:ext cx="679500" cy="2664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b="1" lang="es-419" sz="1100"/>
              <a:t>Proceso o servicio:</a:t>
            </a:r>
            <a:endParaRPr b="1" sz="1100"/>
          </a:p>
        </p:txBody>
      </p:sp>
      <p:cxnSp>
        <p:nvCxnSpPr>
          <p:cNvPr id="5924" name="Google Shape;5924;p96"/>
          <p:cNvCxnSpPr/>
          <p:nvPr/>
        </p:nvCxnSpPr>
        <p:spPr>
          <a:xfrm rot="10800000">
            <a:off x="5070754" y="368188"/>
            <a:ext cx="0" cy="402300"/>
          </a:xfrm>
          <a:prstGeom prst="straightConnector1">
            <a:avLst/>
          </a:prstGeom>
          <a:noFill/>
          <a:ln cap="flat" cmpd="sng" w="19050">
            <a:solidFill>
              <a:srgbClr val="000000"/>
            </a:solidFill>
            <a:prstDash val="solid"/>
            <a:round/>
            <a:headEnd len="med" w="med" type="none"/>
            <a:tailEnd len="med" w="med" type="none"/>
          </a:ln>
        </p:spPr>
      </p:cxnSp>
      <p:sp>
        <p:nvSpPr>
          <p:cNvPr id="5925" name="Google Shape;5925;p96"/>
          <p:cNvSpPr txBox="1"/>
          <p:nvPr/>
        </p:nvSpPr>
        <p:spPr>
          <a:xfrm>
            <a:off x="5191013" y="387663"/>
            <a:ext cx="13026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Finalidad empresa:</a:t>
            </a:r>
            <a:endParaRPr b="1" sz="1100"/>
          </a:p>
        </p:txBody>
      </p:sp>
      <p:sp>
        <p:nvSpPr>
          <p:cNvPr id="5926" name="Google Shape;5926;p96"/>
          <p:cNvSpPr txBox="1"/>
          <p:nvPr/>
        </p:nvSpPr>
        <p:spPr>
          <a:xfrm>
            <a:off x="5191013" y="579538"/>
            <a:ext cx="11637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Finalidad cliente:</a:t>
            </a:r>
            <a:endParaRPr b="1" sz="1100"/>
          </a:p>
        </p:txBody>
      </p:sp>
      <p:sp>
        <p:nvSpPr>
          <p:cNvPr id="5927" name="Google Shape;5927;p96"/>
          <p:cNvSpPr/>
          <p:nvPr/>
        </p:nvSpPr>
        <p:spPr>
          <a:xfrm>
            <a:off x="77688" y="349338"/>
            <a:ext cx="2361300" cy="421200"/>
          </a:xfrm>
          <a:prstGeom prst="roundRect">
            <a:avLst>
              <a:gd fmla="val 50000" name="adj"/>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s-419" sz="1200">
                <a:solidFill>
                  <a:srgbClr val="FFFFFF"/>
                </a:solidFill>
              </a:rPr>
              <a:t>Escenario Vivido</a:t>
            </a:r>
            <a:endParaRPr b="1" sz="1200">
              <a:solidFill>
                <a:srgbClr val="FFFFFF"/>
              </a:solidFill>
            </a:endParaRPr>
          </a:p>
          <a:p>
            <a:pPr indent="0" lvl="0" marL="0" rtl="0" algn="ctr">
              <a:spcBef>
                <a:spcPts val="0"/>
              </a:spcBef>
              <a:spcAft>
                <a:spcPts val="0"/>
              </a:spcAft>
              <a:buNone/>
            </a:pPr>
            <a:r>
              <a:t/>
            </a:r>
            <a:endParaRPr b="1" sz="1200">
              <a:solidFill>
                <a:srgbClr val="FFFFFF"/>
              </a:solidFill>
            </a:endParaRPr>
          </a:p>
        </p:txBody>
      </p:sp>
      <p:sp>
        <p:nvSpPr>
          <p:cNvPr id="5928" name="Google Shape;5928;p96"/>
          <p:cNvSpPr/>
          <p:nvPr/>
        </p:nvSpPr>
        <p:spPr>
          <a:xfrm>
            <a:off x="83988" y="595504"/>
            <a:ext cx="190200" cy="1692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9" name="Google Shape;5929;p96"/>
          <p:cNvSpPr/>
          <p:nvPr/>
        </p:nvSpPr>
        <p:spPr>
          <a:xfrm>
            <a:off x="2292338" y="358938"/>
            <a:ext cx="146700" cy="4023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0" name="Google Shape;5930;p96"/>
          <p:cNvSpPr txBox="1"/>
          <p:nvPr>
            <p:ph idx="2" type="title"/>
          </p:nvPr>
        </p:nvSpPr>
        <p:spPr>
          <a:xfrm flipH="1">
            <a:off x="6546263" y="387663"/>
            <a:ext cx="3350100" cy="1692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000"/>
              <a:buNone/>
              <a:defRPr sz="1000">
                <a:solidFill>
                  <a:srgbClr val="000000"/>
                </a:solidFill>
              </a:defRPr>
            </a:lvl1pPr>
            <a:lvl2pPr lvl="1">
              <a:spcBef>
                <a:spcPts val="0"/>
              </a:spcBef>
              <a:spcAft>
                <a:spcPts val="0"/>
              </a:spcAft>
              <a:buClr>
                <a:srgbClr val="000000"/>
              </a:buClr>
              <a:buSzPts val="1000"/>
              <a:buNone/>
              <a:defRPr sz="1000">
                <a:solidFill>
                  <a:srgbClr val="000000"/>
                </a:solidFill>
              </a:defRPr>
            </a:lvl2pPr>
            <a:lvl3pPr lvl="2">
              <a:spcBef>
                <a:spcPts val="0"/>
              </a:spcBef>
              <a:spcAft>
                <a:spcPts val="0"/>
              </a:spcAft>
              <a:buClr>
                <a:srgbClr val="000000"/>
              </a:buClr>
              <a:buSzPts val="1000"/>
              <a:buNone/>
              <a:defRPr sz="1000">
                <a:solidFill>
                  <a:srgbClr val="000000"/>
                </a:solidFill>
              </a:defRPr>
            </a:lvl3pPr>
            <a:lvl4pPr lvl="3">
              <a:spcBef>
                <a:spcPts val="0"/>
              </a:spcBef>
              <a:spcAft>
                <a:spcPts val="0"/>
              </a:spcAft>
              <a:buClr>
                <a:srgbClr val="000000"/>
              </a:buClr>
              <a:buSzPts val="1000"/>
              <a:buNone/>
              <a:defRPr sz="1000">
                <a:solidFill>
                  <a:srgbClr val="000000"/>
                </a:solidFill>
              </a:defRPr>
            </a:lvl4pPr>
            <a:lvl5pPr lvl="4">
              <a:spcBef>
                <a:spcPts val="0"/>
              </a:spcBef>
              <a:spcAft>
                <a:spcPts val="0"/>
              </a:spcAft>
              <a:buClr>
                <a:srgbClr val="000000"/>
              </a:buClr>
              <a:buSzPts val="1000"/>
              <a:buNone/>
              <a:defRPr sz="1000">
                <a:solidFill>
                  <a:srgbClr val="000000"/>
                </a:solidFill>
              </a:defRPr>
            </a:lvl5pPr>
            <a:lvl6pPr lvl="5">
              <a:spcBef>
                <a:spcPts val="0"/>
              </a:spcBef>
              <a:spcAft>
                <a:spcPts val="0"/>
              </a:spcAft>
              <a:buClr>
                <a:srgbClr val="000000"/>
              </a:buClr>
              <a:buSzPts val="1000"/>
              <a:buNone/>
              <a:defRPr sz="1000">
                <a:solidFill>
                  <a:srgbClr val="000000"/>
                </a:solidFill>
              </a:defRPr>
            </a:lvl6pPr>
            <a:lvl7pPr lvl="6">
              <a:spcBef>
                <a:spcPts val="0"/>
              </a:spcBef>
              <a:spcAft>
                <a:spcPts val="0"/>
              </a:spcAft>
              <a:buClr>
                <a:srgbClr val="000000"/>
              </a:buClr>
              <a:buSzPts val="1000"/>
              <a:buNone/>
              <a:defRPr sz="1000">
                <a:solidFill>
                  <a:srgbClr val="000000"/>
                </a:solidFill>
              </a:defRPr>
            </a:lvl7pPr>
            <a:lvl8pPr lvl="7">
              <a:spcBef>
                <a:spcPts val="0"/>
              </a:spcBef>
              <a:spcAft>
                <a:spcPts val="0"/>
              </a:spcAft>
              <a:buClr>
                <a:srgbClr val="000000"/>
              </a:buClr>
              <a:buSzPts val="1000"/>
              <a:buNone/>
              <a:defRPr sz="1000">
                <a:solidFill>
                  <a:srgbClr val="000000"/>
                </a:solidFill>
              </a:defRPr>
            </a:lvl8pPr>
            <a:lvl9pPr lvl="8">
              <a:spcBef>
                <a:spcPts val="0"/>
              </a:spcBef>
              <a:spcAft>
                <a:spcPts val="0"/>
              </a:spcAft>
              <a:buClr>
                <a:srgbClr val="000000"/>
              </a:buClr>
              <a:buSzPts val="1000"/>
              <a:buNone/>
              <a:defRPr sz="1000">
                <a:solidFill>
                  <a:srgbClr val="000000"/>
                </a:solidFill>
              </a:defRPr>
            </a:lvl9pPr>
          </a:lstStyle>
          <a:p/>
        </p:txBody>
      </p:sp>
      <p:sp>
        <p:nvSpPr>
          <p:cNvPr id="5931" name="Google Shape;5931;p96"/>
          <p:cNvSpPr txBox="1"/>
          <p:nvPr>
            <p:ph idx="3" type="title"/>
          </p:nvPr>
        </p:nvSpPr>
        <p:spPr>
          <a:xfrm flipH="1">
            <a:off x="6546263" y="579538"/>
            <a:ext cx="3350100" cy="1692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000"/>
              <a:buNone/>
              <a:defRPr sz="1000">
                <a:solidFill>
                  <a:srgbClr val="000000"/>
                </a:solidFill>
              </a:defRPr>
            </a:lvl1pPr>
            <a:lvl2pPr lvl="1">
              <a:spcBef>
                <a:spcPts val="0"/>
              </a:spcBef>
              <a:spcAft>
                <a:spcPts val="0"/>
              </a:spcAft>
              <a:buClr>
                <a:srgbClr val="000000"/>
              </a:buClr>
              <a:buSzPts val="1000"/>
              <a:buNone/>
              <a:defRPr sz="1000">
                <a:solidFill>
                  <a:srgbClr val="000000"/>
                </a:solidFill>
              </a:defRPr>
            </a:lvl2pPr>
            <a:lvl3pPr lvl="2">
              <a:spcBef>
                <a:spcPts val="0"/>
              </a:spcBef>
              <a:spcAft>
                <a:spcPts val="0"/>
              </a:spcAft>
              <a:buClr>
                <a:srgbClr val="000000"/>
              </a:buClr>
              <a:buSzPts val="1000"/>
              <a:buNone/>
              <a:defRPr sz="1000">
                <a:solidFill>
                  <a:srgbClr val="000000"/>
                </a:solidFill>
              </a:defRPr>
            </a:lvl3pPr>
            <a:lvl4pPr lvl="3">
              <a:spcBef>
                <a:spcPts val="0"/>
              </a:spcBef>
              <a:spcAft>
                <a:spcPts val="0"/>
              </a:spcAft>
              <a:buClr>
                <a:srgbClr val="000000"/>
              </a:buClr>
              <a:buSzPts val="1000"/>
              <a:buNone/>
              <a:defRPr sz="1000">
                <a:solidFill>
                  <a:srgbClr val="000000"/>
                </a:solidFill>
              </a:defRPr>
            </a:lvl4pPr>
            <a:lvl5pPr lvl="4">
              <a:spcBef>
                <a:spcPts val="0"/>
              </a:spcBef>
              <a:spcAft>
                <a:spcPts val="0"/>
              </a:spcAft>
              <a:buClr>
                <a:srgbClr val="000000"/>
              </a:buClr>
              <a:buSzPts val="1000"/>
              <a:buNone/>
              <a:defRPr sz="1000">
                <a:solidFill>
                  <a:srgbClr val="000000"/>
                </a:solidFill>
              </a:defRPr>
            </a:lvl5pPr>
            <a:lvl6pPr lvl="5">
              <a:spcBef>
                <a:spcPts val="0"/>
              </a:spcBef>
              <a:spcAft>
                <a:spcPts val="0"/>
              </a:spcAft>
              <a:buClr>
                <a:srgbClr val="000000"/>
              </a:buClr>
              <a:buSzPts val="1000"/>
              <a:buNone/>
              <a:defRPr sz="1000">
                <a:solidFill>
                  <a:srgbClr val="000000"/>
                </a:solidFill>
              </a:defRPr>
            </a:lvl6pPr>
            <a:lvl7pPr lvl="6">
              <a:spcBef>
                <a:spcPts val="0"/>
              </a:spcBef>
              <a:spcAft>
                <a:spcPts val="0"/>
              </a:spcAft>
              <a:buClr>
                <a:srgbClr val="000000"/>
              </a:buClr>
              <a:buSzPts val="1000"/>
              <a:buNone/>
              <a:defRPr sz="1000">
                <a:solidFill>
                  <a:srgbClr val="000000"/>
                </a:solidFill>
              </a:defRPr>
            </a:lvl7pPr>
            <a:lvl8pPr lvl="7">
              <a:spcBef>
                <a:spcPts val="0"/>
              </a:spcBef>
              <a:spcAft>
                <a:spcPts val="0"/>
              </a:spcAft>
              <a:buClr>
                <a:srgbClr val="000000"/>
              </a:buClr>
              <a:buSzPts val="1000"/>
              <a:buNone/>
              <a:defRPr sz="1000">
                <a:solidFill>
                  <a:srgbClr val="000000"/>
                </a:solidFill>
              </a:defRPr>
            </a:lvl8pPr>
            <a:lvl9pPr lvl="8">
              <a:spcBef>
                <a:spcPts val="0"/>
              </a:spcBef>
              <a:spcAft>
                <a:spcPts val="0"/>
              </a:spcAft>
              <a:buClr>
                <a:srgbClr val="000000"/>
              </a:buClr>
              <a:buSzPts val="1000"/>
              <a:buNone/>
              <a:defRPr sz="1000">
                <a:solidFill>
                  <a:srgbClr val="000000"/>
                </a:solidFill>
              </a:defRPr>
            </a:lvl9pPr>
          </a:lstStyle>
          <a:p/>
        </p:txBody>
      </p:sp>
      <p:grpSp>
        <p:nvGrpSpPr>
          <p:cNvPr id="5932" name="Google Shape;5932;p96"/>
          <p:cNvGrpSpPr/>
          <p:nvPr/>
        </p:nvGrpSpPr>
        <p:grpSpPr>
          <a:xfrm>
            <a:off x="187550" y="875833"/>
            <a:ext cx="4396608" cy="5774659"/>
            <a:chOff x="111125" y="561600"/>
            <a:chExt cx="5760000" cy="6192000"/>
          </a:xfrm>
        </p:grpSpPr>
        <p:sp>
          <p:nvSpPr>
            <p:cNvPr id="5933" name="Google Shape;5933;p96"/>
            <p:cNvSpPr txBox="1"/>
            <p:nvPr/>
          </p:nvSpPr>
          <p:spPr>
            <a:xfrm>
              <a:off x="111125" y="561600"/>
              <a:ext cx="5760000" cy="6192000"/>
            </a:xfrm>
            <a:prstGeom prst="rect">
              <a:avLst/>
            </a:prstGeom>
            <a:solidFill>
              <a:srgbClr val="FFFFFF"/>
            </a:solidFill>
            <a:ln cap="flat" cmpd="sng" w="38100">
              <a:solidFill>
                <a:srgbClr val="0DC3C3"/>
              </a:solidFill>
              <a:prstDash val="solid"/>
              <a:round/>
              <a:headEnd len="sm" w="sm" type="none"/>
              <a:tailEnd len="sm" w="sm" type="none"/>
            </a:ln>
            <a:effectLst>
              <a:outerShdw blurRad="63500" dir="10800000" dist="38100">
                <a:srgbClr val="000000">
                  <a:alpha val="39220"/>
                </a:srgbClr>
              </a:outerShdw>
            </a:effectLst>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Arial"/>
                <a:ea typeface="Arial"/>
                <a:cs typeface="Arial"/>
                <a:sym typeface="Arial"/>
              </a:endParaRPr>
            </a:p>
          </p:txBody>
        </p:sp>
        <p:sp>
          <p:nvSpPr>
            <p:cNvPr id="5934" name="Google Shape;5934;p96"/>
            <p:cNvSpPr txBox="1"/>
            <p:nvPr/>
          </p:nvSpPr>
          <p:spPr>
            <a:xfrm>
              <a:off x="111125" y="561600"/>
              <a:ext cx="5760000" cy="352500"/>
            </a:xfrm>
            <a:prstGeom prst="rect">
              <a:avLst/>
            </a:prstGeom>
            <a:solidFill>
              <a:srgbClr val="0DC3C3"/>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FFFFFF"/>
                </a:buClr>
                <a:buSzPts val="1800"/>
                <a:buFont typeface="Arial"/>
                <a:buNone/>
              </a:pPr>
              <a:r>
                <a:rPr b="1" lang="es-419" sz="1300">
                  <a:solidFill>
                    <a:srgbClr val="FFFFFF"/>
                  </a:solidFill>
                  <a:latin typeface="Arvo"/>
                  <a:ea typeface="Arvo"/>
                  <a:cs typeface="Arvo"/>
                  <a:sym typeface="Arvo"/>
                </a:rPr>
                <a:t>Escenario</a:t>
              </a:r>
              <a:endParaRPr i="0" sz="1300" u="none" cap="none" strike="noStrike">
                <a:solidFill>
                  <a:srgbClr val="000000"/>
                </a:solidFill>
                <a:latin typeface="Arvo"/>
                <a:ea typeface="Arvo"/>
                <a:cs typeface="Arvo"/>
                <a:sym typeface="Arvo"/>
              </a:endParaRPr>
            </a:p>
          </p:txBody>
        </p:sp>
      </p:grpSp>
      <p:grpSp>
        <p:nvGrpSpPr>
          <p:cNvPr id="5935" name="Google Shape;5935;p96"/>
          <p:cNvGrpSpPr/>
          <p:nvPr/>
        </p:nvGrpSpPr>
        <p:grpSpPr>
          <a:xfrm>
            <a:off x="4728159" y="875834"/>
            <a:ext cx="5135352" cy="5774659"/>
            <a:chOff x="6025601" y="561600"/>
            <a:chExt cx="5773302" cy="6192000"/>
          </a:xfrm>
        </p:grpSpPr>
        <p:sp>
          <p:nvSpPr>
            <p:cNvPr id="5936" name="Google Shape;5936;p96"/>
            <p:cNvSpPr txBox="1"/>
            <p:nvPr/>
          </p:nvSpPr>
          <p:spPr>
            <a:xfrm>
              <a:off x="6025601" y="561600"/>
              <a:ext cx="5760600" cy="6192000"/>
            </a:xfrm>
            <a:prstGeom prst="rect">
              <a:avLst/>
            </a:prstGeom>
            <a:solidFill>
              <a:srgbClr val="FFFFFF"/>
            </a:solidFill>
            <a:ln cap="flat" cmpd="sng" w="38100">
              <a:solidFill>
                <a:srgbClr val="96479C"/>
              </a:solidFill>
              <a:prstDash val="solid"/>
              <a:round/>
              <a:headEnd len="sm" w="sm" type="none"/>
              <a:tailEnd len="sm" w="sm" type="none"/>
            </a:ln>
            <a:effectLst>
              <a:outerShdw blurRad="63500" dir="10800000" dist="38100">
                <a:srgbClr val="000000">
                  <a:alpha val="39220"/>
                </a:srgbClr>
              </a:outerShdw>
            </a:effectLst>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Arial"/>
                <a:ea typeface="Arial"/>
                <a:cs typeface="Arial"/>
                <a:sym typeface="Arial"/>
              </a:endParaRPr>
            </a:p>
          </p:txBody>
        </p:sp>
        <p:sp>
          <p:nvSpPr>
            <p:cNvPr id="5937" name="Google Shape;5937;p96"/>
            <p:cNvSpPr txBox="1"/>
            <p:nvPr/>
          </p:nvSpPr>
          <p:spPr>
            <a:xfrm>
              <a:off x="6038303" y="561600"/>
              <a:ext cx="5760600" cy="352500"/>
            </a:xfrm>
            <a:prstGeom prst="rect">
              <a:avLst/>
            </a:prstGeom>
            <a:solidFill>
              <a:srgbClr val="96479C"/>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FFFFFF"/>
                </a:buClr>
                <a:buSzPts val="1800"/>
                <a:buFont typeface="Arial"/>
                <a:buNone/>
              </a:pPr>
              <a:r>
                <a:rPr b="1" lang="es-419" sz="1200">
                  <a:solidFill>
                    <a:srgbClr val="FFFFFF"/>
                  </a:solidFill>
                  <a:latin typeface="Arvo"/>
                  <a:ea typeface="Arvo"/>
                  <a:cs typeface="Arvo"/>
                  <a:sym typeface="Arvo"/>
                </a:rPr>
                <a:t>Sistema de Información</a:t>
              </a:r>
              <a:endParaRPr i="0" sz="1200" u="none" cap="none" strike="noStrike">
                <a:solidFill>
                  <a:srgbClr val="000000"/>
                </a:solidFill>
                <a:latin typeface="Arvo"/>
                <a:ea typeface="Arvo"/>
                <a:cs typeface="Arvo"/>
                <a:sym typeface="Arvo"/>
              </a:endParaRPr>
            </a:p>
          </p:txBody>
        </p:sp>
      </p:grpSp>
      <p:grpSp>
        <p:nvGrpSpPr>
          <p:cNvPr id="5938" name="Google Shape;5938;p96"/>
          <p:cNvGrpSpPr/>
          <p:nvPr/>
        </p:nvGrpSpPr>
        <p:grpSpPr>
          <a:xfrm>
            <a:off x="4862100" y="1326042"/>
            <a:ext cx="2365102" cy="1823291"/>
            <a:chOff x="4977080" y="1509325"/>
            <a:chExt cx="2028911" cy="1321800"/>
          </a:xfrm>
        </p:grpSpPr>
        <p:sp>
          <p:nvSpPr>
            <p:cNvPr id="5939" name="Google Shape;5939;p96"/>
            <p:cNvSpPr txBox="1"/>
            <p:nvPr/>
          </p:nvSpPr>
          <p:spPr>
            <a:xfrm>
              <a:off x="4977092" y="1509325"/>
              <a:ext cx="2028900" cy="1321800"/>
            </a:xfrm>
            <a:prstGeom prst="rect">
              <a:avLst/>
            </a:prstGeom>
            <a:solidFill>
              <a:srgbClr val="FFFFFF"/>
            </a:solidFill>
            <a:ln cap="flat" cmpd="sng" w="38100">
              <a:solidFill>
                <a:srgbClr val="BFBFBF"/>
              </a:solidFill>
              <a:prstDash val="solid"/>
              <a:round/>
              <a:headEnd len="sm" w="sm" type="none"/>
              <a:tailEnd len="sm" w="sm" type="none"/>
            </a:ln>
            <a:effectLst>
              <a:outerShdw blurRad="63500" dir="2700000" dist="38100">
                <a:srgbClr val="000000">
                  <a:alpha val="39220"/>
                </a:srgbClr>
              </a:outerShdw>
            </a:effectLst>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Arial"/>
                <a:ea typeface="Arial"/>
                <a:cs typeface="Arial"/>
                <a:sym typeface="Arial"/>
              </a:endParaRPr>
            </a:p>
          </p:txBody>
        </p:sp>
        <p:sp>
          <p:nvSpPr>
            <p:cNvPr id="5940" name="Google Shape;5940;p96"/>
            <p:cNvSpPr txBox="1"/>
            <p:nvPr/>
          </p:nvSpPr>
          <p:spPr>
            <a:xfrm>
              <a:off x="4977080" y="1520404"/>
              <a:ext cx="2028900" cy="192600"/>
            </a:xfrm>
            <a:prstGeom prst="rect">
              <a:avLst/>
            </a:prstGeom>
            <a:solidFill>
              <a:srgbClr val="BFBFBF"/>
            </a:solidFill>
            <a:ln>
              <a:noFill/>
            </a:ln>
          </p:spPr>
          <p:txBody>
            <a:bodyPr anchorCtr="0" anchor="ctr" bIns="0" lIns="0" spcFirstLastPara="1" rIns="0" wrap="square" tIns="0">
              <a:noAutofit/>
            </a:bodyPr>
            <a:lstStyle/>
            <a:p>
              <a:pPr indent="0" lvl="0" marL="0" marR="0" rtl="0" algn="ctr">
                <a:lnSpc>
                  <a:spcPct val="100000"/>
                </a:lnSpc>
                <a:spcBef>
                  <a:spcPts val="0"/>
                </a:spcBef>
                <a:spcAft>
                  <a:spcPts val="0"/>
                </a:spcAft>
                <a:buClr>
                  <a:srgbClr val="000000"/>
                </a:buClr>
                <a:buSzPts val="1800"/>
                <a:buFont typeface="Arial"/>
                <a:buNone/>
              </a:pPr>
              <a:r>
                <a:rPr b="1" i="0" lang="es-419" sz="1000" u="none" cap="none" strike="noStrike">
                  <a:solidFill>
                    <a:srgbClr val="000000"/>
                  </a:solidFill>
                  <a:latin typeface="Arvo"/>
                  <a:ea typeface="Arvo"/>
                  <a:cs typeface="Arvo"/>
                  <a:sym typeface="Arvo"/>
                </a:rPr>
                <a:t>Formularios - P</a:t>
              </a:r>
              <a:r>
                <a:rPr b="1" lang="es-419" sz="1000">
                  <a:latin typeface="Arvo"/>
                  <a:ea typeface="Arvo"/>
                  <a:cs typeface="Arvo"/>
                  <a:sym typeface="Arvo"/>
                </a:rPr>
                <a:t>rocesos</a:t>
              </a:r>
              <a:endParaRPr i="0" sz="1000" u="none" cap="none" strike="noStrike">
                <a:solidFill>
                  <a:srgbClr val="000000"/>
                </a:solidFill>
                <a:latin typeface="Arvo"/>
                <a:ea typeface="Arvo"/>
                <a:cs typeface="Arvo"/>
                <a:sym typeface="Arvo"/>
              </a:endParaRPr>
            </a:p>
          </p:txBody>
        </p:sp>
      </p:grpSp>
      <p:grpSp>
        <p:nvGrpSpPr>
          <p:cNvPr id="5941" name="Google Shape;5941;p96"/>
          <p:cNvGrpSpPr/>
          <p:nvPr/>
        </p:nvGrpSpPr>
        <p:grpSpPr>
          <a:xfrm>
            <a:off x="4862112" y="3288193"/>
            <a:ext cx="2365090" cy="1583535"/>
            <a:chOff x="4977091" y="2931792"/>
            <a:chExt cx="2028901" cy="1147988"/>
          </a:xfrm>
        </p:grpSpPr>
        <p:sp>
          <p:nvSpPr>
            <p:cNvPr id="5942" name="Google Shape;5942;p96"/>
            <p:cNvSpPr txBox="1"/>
            <p:nvPr/>
          </p:nvSpPr>
          <p:spPr>
            <a:xfrm>
              <a:off x="4977092" y="2944881"/>
              <a:ext cx="2028900" cy="1134900"/>
            </a:xfrm>
            <a:prstGeom prst="rect">
              <a:avLst/>
            </a:prstGeom>
            <a:solidFill>
              <a:srgbClr val="FFFFFF"/>
            </a:solidFill>
            <a:ln cap="flat" cmpd="sng" w="38100">
              <a:solidFill>
                <a:srgbClr val="D9D9D9"/>
              </a:solidFill>
              <a:prstDash val="solid"/>
              <a:round/>
              <a:headEnd len="sm" w="sm" type="none"/>
              <a:tailEnd len="sm" w="sm" type="none"/>
            </a:ln>
            <a:effectLst>
              <a:outerShdw blurRad="63500" dir="2700000" dist="38100">
                <a:srgbClr val="000000">
                  <a:alpha val="39220"/>
                </a:srgbClr>
              </a:outerShdw>
            </a:effectLst>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Arial"/>
                <a:ea typeface="Arial"/>
                <a:cs typeface="Arial"/>
                <a:sym typeface="Arial"/>
              </a:endParaRPr>
            </a:p>
          </p:txBody>
        </p:sp>
        <p:sp>
          <p:nvSpPr>
            <p:cNvPr id="5943" name="Google Shape;5943;p96"/>
            <p:cNvSpPr txBox="1"/>
            <p:nvPr/>
          </p:nvSpPr>
          <p:spPr>
            <a:xfrm>
              <a:off x="4977091" y="2931792"/>
              <a:ext cx="2028900" cy="208500"/>
            </a:xfrm>
            <a:prstGeom prst="rect">
              <a:avLst/>
            </a:prstGeom>
            <a:solidFill>
              <a:srgbClr val="F2F2F2"/>
            </a:solidFill>
            <a:ln cap="flat" cmpd="sng" w="9525">
              <a:solidFill>
                <a:srgbClr val="D9D9D9"/>
              </a:solidFill>
              <a:prstDash val="solid"/>
              <a:miter lim="800000"/>
              <a:headEnd len="sm" w="sm" type="none"/>
              <a:tailEnd len="sm" w="sm" type="none"/>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rPr b="1" lang="es-419" sz="1000">
                  <a:latin typeface="Arvo"/>
                  <a:ea typeface="Arvo"/>
                  <a:cs typeface="Arvo"/>
                  <a:sym typeface="Arvo"/>
                </a:rPr>
                <a:t>Formulario </a:t>
              </a:r>
              <a:r>
                <a:rPr b="1" i="0" lang="es-419" sz="1000" u="none" cap="none" strike="noStrike">
                  <a:solidFill>
                    <a:srgbClr val="000000"/>
                  </a:solidFill>
                  <a:latin typeface="Arvo"/>
                  <a:ea typeface="Arvo"/>
                  <a:cs typeface="Arvo"/>
                  <a:sym typeface="Arvo"/>
                </a:rPr>
                <a:t>- </a:t>
              </a:r>
              <a:r>
                <a:rPr b="1" lang="es-419" sz="1000">
                  <a:latin typeface="Arvo"/>
                  <a:ea typeface="Arvo"/>
                  <a:cs typeface="Arvo"/>
                  <a:sym typeface="Arvo"/>
                </a:rPr>
                <a:t>Soporte</a:t>
              </a:r>
              <a:endParaRPr i="0" sz="1000" u="none" cap="none" strike="noStrike">
                <a:solidFill>
                  <a:srgbClr val="000000"/>
                </a:solidFill>
                <a:latin typeface="Arvo"/>
                <a:ea typeface="Arvo"/>
                <a:cs typeface="Arvo"/>
                <a:sym typeface="Arvo"/>
              </a:endParaRPr>
            </a:p>
          </p:txBody>
        </p:sp>
      </p:grpSp>
      <p:grpSp>
        <p:nvGrpSpPr>
          <p:cNvPr id="5944" name="Google Shape;5944;p96"/>
          <p:cNvGrpSpPr/>
          <p:nvPr/>
        </p:nvGrpSpPr>
        <p:grpSpPr>
          <a:xfrm>
            <a:off x="4862466" y="5042037"/>
            <a:ext cx="2365089" cy="1466001"/>
            <a:chOff x="4977394" y="4203246"/>
            <a:chExt cx="2028900" cy="1062781"/>
          </a:xfrm>
        </p:grpSpPr>
        <p:sp>
          <p:nvSpPr>
            <p:cNvPr id="5945" name="Google Shape;5945;p96"/>
            <p:cNvSpPr txBox="1"/>
            <p:nvPr/>
          </p:nvSpPr>
          <p:spPr>
            <a:xfrm>
              <a:off x="4977394" y="4216328"/>
              <a:ext cx="2028900" cy="1049700"/>
            </a:xfrm>
            <a:prstGeom prst="rect">
              <a:avLst/>
            </a:prstGeom>
            <a:solidFill>
              <a:srgbClr val="FFFFFF"/>
            </a:solidFill>
            <a:ln cap="flat" cmpd="sng" w="38100">
              <a:solidFill>
                <a:srgbClr val="72BFC5"/>
              </a:solidFill>
              <a:prstDash val="solid"/>
              <a:round/>
              <a:headEnd len="sm" w="sm" type="none"/>
              <a:tailEnd len="sm" w="sm" type="none"/>
            </a:ln>
            <a:effectLst>
              <a:outerShdw blurRad="63500" dir="2700000" dist="38100">
                <a:srgbClr val="000000">
                  <a:alpha val="39220"/>
                </a:srgbClr>
              </a:outerShdw>
            </a:effectLst>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Arial"/>
                <a:ea typeface="Arial"/>
                <a:cs typeface="Arial"/>
                <a:sym typeface="Arial"/>
              </a:endParaRPr>
            </a:p>
          </p:txBody>
        </p:sp>
        <p:sp>
          <p:nvSpPr>
            <p:cNvPr id="5946" name="Google Shape;5946;p96"/>
            <p:cNvSpPr txBox="1"/>
            <p:nvPr/>
          </p:nvSpPr>
          <p:spPr>
            <a:xfrm>
              <a:off x="4977394" y="4203246"/>
              <a:ext cx="2028900" cy="182100"/>
            </a:xfrm>
            <a:prstGeom prst="rect">
              <a:avLst/>
            </a:prstGeom>
            <a:solidFill>
              <a:srgbClr val="72BFC5"/>
            </a:solidFill>
            <a:ln cap="flat" cmpd="sng" w="38100">
              <a:solidFill>
                <a:srgbClr val="72BFC5"/>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rPr b="1" i="0" lang="es-419" sz="1000" u="none" cap="none" strike="noStrike">
                  <a:solidFill>
                    <a:srgbClr val="000000"/>
                  </a:solidFill>
                  <a:latin typeface="Arvo"/>
                  <a:ea typeface="Arvo"/>
                  <a:cs typeface="Arvo"/>
                  <a:sym typeface="Arvo"/>
                </a:rPr>
                <a:t>Formularios - D</a:t>
              </a:r>
              <a:r>
                <a:rPr b="1" lang="es-419" sz="1000">
                  <a:latin typeface="Arvo"/>
                  <a:ea typeface="Arvo"/>
                  <a:cs typeface="Arvo"/>
                  <a:sym typeface="Arvo"/>
                </a:rPr>
                <a:t>ialogo</a:t>
              </a:r>
              <a:endParaRPr i="0" sz="1000" u="none" cap="none" strike="noStrike">
                <a:solidFill>
                  <a:srgbClr val="000000"/>
                </a:solidFill>
                <a:latin typeface="Arvo"/>
                <a:ea typeface="Arvo"/>
                <a:cs typeface="Arvo"/>
                <a:sym typeface="Arvo"/>
              </a:endParaRPr>
            </a:p>
          </p:txBody>
        </p:sp>
      </p:grpSp>
      <p:grpSp>
        <p:nvGrpSpPr>
          <p:cNvPr id="5947" name="Google Shape;5947;p96"/>
          <p:cNvGrpSpPr/>
          <p:nvPr/>
        </p:nvGrpSpPr>
        <p:grpSpPr>
          <a:xfrm>
            <a:off x="7414088" y="1326038"/>
            <a:ext cx="2297245" cy="1823436"/>
            <a:chOff x="7166313" y="1509322"/>
            <a:chExt cx="1970700" cy="1321905"/>
          </a:xfrm>
        </p:grpSpPr>
        <p:sp>
          <p:nvSpPr>
            <p:cNvPr id="5948" name="Google Shape;5948;p96"/>
            <p:cNvSpPr txBox="1"/>
            <p:nvPr/>
          </p:nvSpPr>
          <p:spPr>
            <a:xfrm>
              <a:off x="7166313" y="1510328"/>
              <a:ext cx="1970700" cy="1320900"/>
            </a:xfrm>
            <a:prstGeom prst="rect">
              <a:avLst/>
            </a:prstGeom>
            <a:solidFill>
              <a:srgbClr val="FFFFFF"/>
            </a:solidFill>
            <a:ln cap="flat" cmpd="sng" w="38100">
              <a:solidFill>
                <a:srgbClr val="D9D9D9"/>
              </a:solidFill>
              <a:prstDash val="solid"/>
              <a:round/>
              <a:headEnd len="sm" w="sm" type="none"/>
              <a:tailEnd len="sm" w="sm" type="none"/>
            </a:ln>
            <a:effectLst>
              <a:outerShdw blurRad="63500" dir="2700000" dist="38100">
                <a:srgbClr val="000000">
                  <a:alpha val="39220"/>
                </a:srgbClr>
              </a:outerShdw>
            </a:effectLst>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Arial"/>
                <a:ea typeface="Arial"/>
                <a:cs typeface="Arial"/>
                <a:sym typeface="Arial"/>
              </a:endParaRPr>
            </a:p>
          </p:txBody>
        </p:sp>
        <p:sp>
          <p:nvSpPr>
            <p:cNvPr id="5949" name="Google Shape;5949;p96"/>
            <p:cNvSpPr txBox="1"/>
            <p:nvPr/>
          </p:nvSpPr>
          <p:spPr>
            <a:xfrm>
              <a:off x="7166313" y="1509322"/>
              <a:ext cx="1970700" cy="181800"/>
            </a:xfrm>
            <a:prstGeom prst="rect">
              <a:avLst/>
            </a:prstGeom>
            <a:solidFill>
              <a:srgbClr val="F2F2F2"/>
            </a:solidFill>
            <a:ln cap="flat" cmpd="sng" w="38100">
              <a:solidFill>
                <a:srgbClr val="D9D9D9"/>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rPr b="1" lang="es-419" sz="1000">
                  <a:latin typeface="Arvo"/>
                  <a:ea typeface="Arvo"/>
                  <a:cs typeface="Arvo"/>
                  <a:sym typeface="Arvo"/>
                </a:rPr>
                <a:t>Entidades </a:t>
              </a:r>
              <a:r>
                <a:rPr b="1" i="0" lang="es-419" sz="1000" u="none" cap="none" strike="noStrike">
                  <a:solidFill>
                    <a:srgbClr val="000000"/>
                  </a:solidFill>
                  <a:latin typeface="Arvo"/>
                  <a:ea typeface="Arvo"/>
                  <a:cs typeface="Arvo"/>
                  <a:sym typeface="Arvo"/>
                </a:rPr>
                <a:t>- </a:t>
              </a:r>
              <a:r>
                <a:rPr b="1" lang="es-419" sz="1000">
                  <a:latin typeface="Arvo"/>
                  <a:ea typeface="Arvo"/>
                  <a:cs typeface="Arvo"/>
                  <a:sym typeface="Arvo"/>
                </a:rPr>
                <a:t>Dominio</a:t>
              </a:r>
              <a:endParaRPr b="1" i="0" sz="1000" u="none" cap="none" strike="noStrike">
                <a:solidFill>
                  <a:srgbClr val="000000"/>
                </a:solidFill>
                <a:latin typeface="Arvo"/>
                <a:ea typeface="Arvo"/>
                <a:cs typeface="Arvo"/>
                <a:sym typeface="Arvo"/>
              </a:endParaRPr>
            </a:p>
          </p:txBody>
        </p:sp>
      </p:grpSp>
      <p:grpSp>
        <p:nvGrpSpPr>
          <p:cNvPr id="5950" name="Google Shape;5950;p96"/>
          <p:cNvGrpSpPr/>
          <p:nvPr/>
        </p:nvGrpSpPr>
        <p:grpSpPr>
          <a:xfrm>
            <a:off x="7413883" y="3312381"/>
            <a:ext cx="2297249" cy="3195411"/>
            <a:chOff x="7166309" y="2980271"/>
            <a:chExt cx="1970704" cy="2285701"/>
          </a:xfrm>
        </p:grpSpPr>
        <p:sp>
          <p:nvSpPr>
            <p:cNvPr id="5951" name="Google Shape;5951;p96"/>
            <p:cNvSpPr txBox="1"/>
            <p:nvPr/>
          </p:nvSpPr>
          <p:spPr>
            <a:xfrm>
              <a:off x="7166313" y="2980272"/>
              <a:ext cx="1970700" cy="2285700"/>
            </a:xfrm>
            <a:prstGeom prst="rect">
              <a:avLst/>
            </a:prstGeom>
            <a:solidFill>
              <a:srgbClr val="FFFFFF"/>
            </a:solidFill>
            <a:ln cap="flat" cmpd="sng" w="38100">
              <a:solidFill>
                <a:srgbClr val="C00000"/>
              </a:solidFill>
              <a:prstDash val="solid"/>
              <a:round/>
              <a:headEnd len="sm" w="sm" type="none"/>
              <a:tailEnd len="sm" w="sm" type="none"/>
            </a:ln>
            <a:effectLst>
              <a:outerShdw blurRad="63500" dir="2700000" dist="38100">
                <a:srgbClr val="000000">
                  <a:alpha val="39220"/>
                </a:srgbClr>
              </a:outerShdw>
            </a:effectLst>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Arial"/>
                <a:ea typeface="Arial"/>
                <a:cs typeface="Arial"/>
                <a:sym typeface="Arial"/>
              </a:endParaRPr>
            </a:p>
          </p:txBody>
        </p:sp>
        <p:sp>
          <p:nvSpPr>
            <p:cNvPr id="5952" name="Google Shape;5952;p96"/>
            <p:cNvSpPr txBox="1"/>
            <p:nvPr/>
          </p:nvSpPr>
          <p:spPr>
            <a:xfrm>
              <a:off x="7166309" y="2980271"/>
              <a:ext cx="1970700" cy="171300"/>
            </a:xfrm>
            <a:prstGeom prst="rect">
              <a:avLst/>
            </a:prstGeom>
            <a:solidFill>
              <a:srgbClr val="C00000"/>
            </a:solidFill>
            <a:ln cap="flat" cmpd="sng" w="38100">
              <a:solidFill>
                <a:srgbClr val="C00000"/>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FFFFFF"/>
                </a:buClr>
                <a:buSzPts val="1800"/>
                <a:buFont typeface="Arial"/>
                <a:buNone/>
              </a:pPr>
              <a:r>
                <a:rPr b="1" lang="es-419" sz="1000">
                  <a:solidFill>
                    <a:srgbClr val="FFFFFF"/>
                  </a:solidFill>
                  <a:latin typeface="Arvo"/>
                  <a:ea typeface="Arvo"/>
                  <a:cs typeface="Arvo"/>
                  <a:sym typeface="Arvo"/>
                </a:rPr>
                <a:t>Comunicación</a:t>
              </a:r>
              <a:endParaRPr i="0" sz="1000" u="none" cap="none" strike="noStrike">
                <a:solidFill>
                  <a:srgbClr val="000000"/>
                </a:solidFill>
                <a:latin typeface="Arvo"/>
                <a:ea typeface="Arvo"/>
                <a:cs typeface="Arvo"/>
                <a:sym typeface="Arvo"/>
              </a:endParaRPr>
            </a:p>
          </p:txBody>
        </p:sp>
      </p:grpSp>
      <p:sp>
        <p:nvSpPr>
          <p:cNvPr id="5953" name="Google Shape;5953;p96"/>
          <p:cNvSpPr txBox="1"/>
          <p:nvPr>
            <p:ph idx="1" type="body"/>
          </p:nvPr>
        </p:nvSpPr>
        <p:spPr>
          <a:xfrm>
            <a:off x="641150" y="612125"/>
            <a:ext cx="1770300" cy="160500"/>
          </a:xfrm>
          <a:prstGeom prst="rect">
            <a:avLst/>
          </a:prstGeom>
          <a:noFill/>
          <a:ln>
            <a:noFill/>
          </a:ln>
        </p:spPr>
        <p:txBody>
          <a:bodyPr anchorCtr="0" anchor="t" bIns="0" lIns="0" spcFirstLastPara="1" rIns="0" wrap="square" tIns="0">
            <a:noAutofit/>
          </a:bodyPr>
          <a:lstStyle>
            <a:lvl1pPr indent="-292100" lvl="0" marL="457200" algn="ctr">
              <a:spcBef>
                <a:spcPts val="0"/>
              </a:spcBef>
              <a:spcAft>
                <a:spcPts val="0"/>
              </a:spcAft>
              <a:buClr>
                <a:srgbClr val="FFFFFF"/>
              </a:buClr>
              <a:buSzPts val="1000"/>
              <a:buChar char="●"/>
              <a:defRPr sz="1000">
                <a:solidFill>
                  <a:srgbClr val="FFFFFF"/>
                </a:solidFill>
              </a:defRPr>
            </a:lvl1pPr>
            <a:lvl2pPr indent="-292100" lvl="1" marL="914400" algn="ctr">
              <a:spcBef>
                <a:spcPts val="0"/>
              </a:spcBef>
              <a:spcAft>
                <a:spcPts val="0"/>
              </a:spcAft>
              <a:buClr>
                <a:srgbClr val="FFFFFF"/>
              </a:buClr>
              <a:buSzPts val="1000"/>
              <a:buChar char="○"/>
              <a:defRPr sz="1000">
                <a:solidFill>
                  <a:srgbClr val="FFFFFF"/>
                </a:solidFill>
              </a:defRPr>
            </a:lvl2pPr>
            <a:lvl3pPr indent="-292100" lvl="2" marL="1371600" algn="ctr">
              <a:spcBef>
                <a:spcPts val="0"/>
              </a:spcBef>
              <a:spcAft>
                <a:spcPts val="0"/>
              </a:spcAft>
              <a:buClr>
                <a:srgbClr val="FFFFFF"/>
              </a:buClr>
              <a:buSzPts val="1000"/>
              <a:buChar char="■"/>
              <a:defRPr sz="1000">
                <a:solidFill>
                  <a:srgbClr val="FFFFFF"/>
                </a:solidFill>
              </a:defRPr>
            </a:lvl3pPr>
            <a:lvl4pPr indent="-292100" lvl="3" marL="1828800" algn="ctr">
              <a:spcBef>
                <a:spcPts val="0"/>
              </a:spcBef>
              <a:spcAft>
                <a:spcPts val="0"/>
              </a:spcAft>
              <a:buClr>
                <a:srgbClr val="FFFFFF"/>
              </a:buClr>
              <a:buSzPts val="1000"/>
              <a:buChar char="●"/>
              <a:defRPr sz="1000">
                <a:solidFill>
                  <a:srgbClr val="FFFFFF"/>
                </a:solidFill>
              </a:defRPr>
            </a:lvl4pPr>
            <a:lvl5pPr indent="-292100" lvl="4" marL="2286000" algn="ctr">
              <a:spcBef>
                <a:spcPts val="0"/>
              </a:spcBef>
              <a:spcAft>
                <a:spcPts val="0"/>
              </a:spcAft>
              <a:buClr>
                <a:srgbClr val="FFFFFF"/>
              </a:buClr>
              <a:buSzPts val="1000"/>
              <a:buChar char="○"/>
              <a:defRPr sz="1000">
                <a:solidFill>
                  <a:srgbClr val="FFFFFF"/>
                </a:solidFill>
              </a:defRPr>
            </a:lvl5pPr>
            <a:lvl6pPr indent="-292100" lvl="5" marL="2743200" algn="ctr">
              <a:spcBef>
                <a:spcPts val="0"/>
              </a:spcBef>
              <a:spcAft>
                <a:spcPts val="0"/>
              </a:spcAft>
              <a:buClr>
                <a:srgbClr val="FFFFFF"/>
              </a:buClr>
              <a:buSzPts val="1000"/>
              <a:buChar char="■"/>
              <a:defRPr sz="1000">
                <a:solidFill>
                  <a:srgbClr val="FFFFFF"/>
                </a:solidFill>
              </a:defRPr>
            </a:lvl6pPr>
            <a:lvl7pPr indent="-292100" lvl="6" marL="3200400" algn="ctr">
              <a:spcBef>
                <a:spcPts val="0"/>
              </a:spcBef>
              <a:spcAft>
                <a:spcPts val="0"/>
              </a:spcAft>
              <a:buClr>
                <a:srgbClr val="FFFFFF"/>
              </a:buClr>
              <a:buSzPts val="1000"/>
              <a:buChar char="●"/>
              <a:defRPr sz="1000">
                <a:solidFill>
                  <a:srgbClr val="FFFFFF"/>
                </a:solidFill>
              </a:defRPr>
            </a:lvl7pPr>
            <a:lvl8pPr indent="-292100" lvl="7" marL="3657600" algn="ctr">
              <a:spcBef>
                <a:spcPts val="0"/>
              </a:spcBef>
              <a:spcAft>
                <a:spcPts val="0"/>
              </a:spcAft>
              <a:buClr>
                <a:srgbClr val="FFFFFF"/>
              </a:buClr>
              <a:buSzPts val="1000"/>
              <a:buChar char="○"/>
              <a:defRPr sz="1000">
                <a:solidFill>
                  <a:srgbClr val="FFFFFF"/>
                </a:solidFill>
              </a:defRPr>
            </a:lvl8pPr>
            <a:lvl9pPr indent="-292100" lvl="8" marL="4114800" algn="ctr">
              <a:spcBef>
                <a:spcPts val="0"/>
              </a:spcBef>
              <a:spcAft>
                <a:spcPts val="0"/>
              </a:spcAft>
              <a:buClr>
                <a:srgbClr val="FFFFFF"/>
              </a:buClr>
              <a:buSzPts val="1000"/>
              <a:buChar char="■"/>
              <a:defRPr sz="1000">
                <a:solidFill>
                  <a:srgbClr val="FFFFFF"/>
                </a:solidFill>
              </a:defRPr>
            </a:lvl9pPr>
          </a:lstStyle>
          <a:p/>
        </p:txBody>
      </p:sp>
      <p:sp>
        <p:nvSpPr>
          <p:cNvPr id="5954" name="Google Shape;5954;p96"/>
          <p:cNvSpPr txBox="1"/>
          <p:nvPr/>
        </p:nvSpPr>
        <p:spPr>
          <a:xfrm>
            <a:off x="84825" y="598125"/>
            <a:ext cx="595500" cy="205800"/>
          </a:xfrm>
          <a:prstGeom prst="rect">
            <a:avLst/>
          </a:prstGeom>
          <a:noFill/>
          <a:ln>
            <a:noFill/>
          </a:ln>
        </p:spPr>
        <p:txBody>
          <a:bodyPr anchorCtr="0" anchor="t" bIns="18000" lIns="18000" spcFirstLastPara="1" rIns="18000" wrap="square" tIns="18000">
            <a:spAutoFit/>
          </a:bodyPr>
          <a:lstStyle/>
          <a:p>
            <a:pPr indent="0" lvl="0" marL="0" rtl="0" algn="l">
              <a:spcBef>
                <a:spcPts val="0"/>
              </a:spcBef>
              <a:spcAft>
                <a:spcPts val="0"/>
              </a:spcAft>
              <a:buNone/>
            </a:pPr>
            <a:r>
              <a:rPr lang="es-419" sz="1100">
                <a:solidFill>
                  <a:srgbClr val="FFFFFF"/>
                </a:solidFill>
              </a:rPr>
              <a:t>Nombre:</a:t>
            </a:r>
            <a:endParaRPr sz="1100">
              <a:solidFill>
                <a:srgbClr val="FFFFFF"/>
              </a:solidFill>
            </a:endParaRPr>
          </a:p>
        </p:txBody>
      </p:sp>
      <p:sp>
        <p:nvSpPr>
          <p:cNvPr id="5955" name="Google Shape;5955;p96"/>
          <p:cNvSpPr txBox="1"/>
          <p:nvPr/>
        </p:nvSpPr>
        <p:spPr>
          <a:xfrm>
            <a:off x="-5257800" y="838200"/>
            <a:ext cx="4648200" cy="6248400"/>
          </a:xfrm>
          <a:prstGeom prst="rect">
            <a:avLst/>
          </a:prstGeom>
          <a:solidFill>
            <a:srgbClr val="FFFFFF"/>
          </a:solidFill>
          <a:ln cap="flat" cmpd="sng" w="9525">
            <a:solidFill>
              <a:srgbClr val="00B0F0"/>
            </a:solidFill>
            <a:prstDash val="solid"/>
            <a:round/>
            <a:headEnd len="sm" w="sm" type="none"/>
            <a:tailEnd len="sm" w="sm" type="none"/>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A6A6A6"/>
              </a:buClr>
              <a:buSzPts val="1700"/>
              <a:buFont typeface="Tahoma"/>
              <a:buNone/>
            </a:pPr>
            <a:r>
              <a:rPr b="1" i="0" lang="es-419" sz="1700" u="none">
                <a:solidFill>
                  <a:srgbClr val="A6A6A6"/>
                </a:solidFill>
                <a:latin typeface="Tahoma"/>
                <a:ea typeface="Tahoma"/>
                <a:cs typeface="Tahoma"/>
                <a:sym typeface="Tahoma"/>
              </a:rPr>
              <a:t>                                                           Fichas</a:t>
            </a:r>
            <a:endParaRPr/>
          </a:p>
          <a:p>
            <a:pPr indent="0" lvl="0" marL="0" marR="0" rtl="0" algn="r">
              <a:lnSpc>
                <a:spcPct val="100000"/>
              </a:lnSpc>
              <a:spcBef>
                <a:spcPts val="0"/>
              </a:spcBef>
              <a:spcAft>
                <a:spcPts val="0"/>
              </a:spcAft>
              <a:buClr>
                <a:srgbClr val="A6A6A6"/>
              </a:buClr>
              <a:buSzPts val="1700"/>
              <a:buFont typeface="Tahoma"/>
              <a:buNone/>
            </a:pPr>
            <a:r>
              <a:rPr b="1" i="0" lang="es-419" sz="1700" u="none">
                <a:solidFill>
                  <a:srgbClr val="A6A6A6"/>
                </a:solidFill>
                <a:latin typeface="Tahoma"/>
                <a:ea typeface="Tahoma"/>
                <a:cs typeface="Tahoma"/>
                <a:sym typeface="Tahoma"/>
              </a:rPr>
              <a:t>Worker</a:t>
            </a:r>
            <a:endParaRPr/>
          </a:p>
        </p:txBody>
      </p:sp>
      <p:sp>
        <p:nvSpPr>
          <p:cNvPr id="5956" name="Google Shape;5956;p96"/>
          <p:cNvSpPr txBox="1"/>
          <p:nvPr/>
        </p:nvSpPr>
        <p:spPr>
          <a:xfrm>
            <a:off x="10283825" y="838200"/>
            <a:ext cx="4319700" cy="6248400"/>
          </a:xfrm>
          <a:prstGeom prst="rect">
            <a:avLst/>
          </a:prstGeom>
          <a:solidFill>
            <a:srgbClr val="FFFFFF"/>
          </a:solidFill>
          <a:ln cap="flat" cmpd="sng" w="9525">
            <a:solidFill>
              <a:srgbClr val="00B0F0"/>
            </a:solidFill>
            <a:prstDash val="solid"/>
            <a:round/>
            <a:headEnd len="sm" w="sm" type="none"/>
            <a:tailEnd len="sm" w="sm" type="none"/>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A6A6A6"/>
              </a:buClr>
              <a:buSzPts val="1800"/>
              <a:buFont typeface="Tahoma"/>
              <a:buNone/>
            </a:pPr>
            <a:r>
              <a:rPr b="1" i="0" lang="es-419" sz="1800" u="none">
                <a:solidFill>
                  <a:srgbClr val="A6A6A6"/>
                </a:solidFill>
                <a:latin typeface="Tahoma"/>
                <a:ea typeface="Tahoma"/>
                <a:cs typeface="Tahoma"/>
                <a:sym typeface="Tahoma"/>
              </a:rPr>
              <a:t>  </a:t>
            </a:r>
            <a:r>
              <a:rPr b="1" i="0" lang="es-419" sz="1700" u="none">
                <a:solidFill>
                  <a:srgbClr val="A6A6A6"/>
                </a:solidFill>
                <a:latin typeface="Tahoma"/>
                <a:ea typeface="Tahoma"/>
                <a:cs typeface="Tahoma"/>
                <a:sym typeface="Tahoma"/>
              </a:rPr>
              <a:t>Fichas</a:t>
            </a:r>
            <a:endParaRPr/>
          </a:p>
          <a:p>
            <a:pPr indent="0" lvl="0" marL="0" marR="0" rtl="0" algn="l">
              <a:lnSpc>
                <a:spcPct val="100000"/>
              </a:lnSpc>
              <a:spcBef>
                <a:spcPts val="0"/>
              </a:spcBef>
              <a:spcAft>
                <a:spcPts val="0"/>
              </a:spcAft>
              <a:buClr>
                <a:srgbClr val="A6A6A6"/>
              </a:buClr>
              <a:buSzPts val="1700"/>
              <a:buFont typeface="Tahoma"/>
              <a:buNone/>
            </a:pPr>
            <a:r>
              <a:rPr b="1" i="0" lang="es-419" sz="1700" u="none">
                <a:solidFill>
                  <a:srgbClr val="A6A6A6"/>
                </a:solidFill>
                <a:latin typeface="Tahoma"/>
                <a:ea typeface="Tahoma"/>
                <a:cs typeface="Tahoma"/>
                <a:sym typeface="Tahoma"/>
              </a:rPr>
              <a:t>Usuarios</a:t>
            </a:r>
            <a:endParaRPr/>
          </a:p>
        </p:txBody>
      </p:sp>
      <p:sp>
        <p:nvSpPr>
          <p:cNvPr id="5957" name="Google Shape;5957;p96"/>
          <p:cNvSpPr txBox="1"/>
          <p:nvPr/>
        </p:nvSpPr>
        <p:spPr>
          <a:xfrm>
            <a:off x="-5257800" y="7199312"/>
            <a:ext cx="7924800" cy="811200"/>
          </a:xfrm>
          <a:prstGeom prst="rect">
            <a:avLst/>
          </a:prstGeom>
          <a:solidFill>
            <a:srgbClr val="FFFFFF"/>
          </a:solidFill>
          <a:ln cap="flat" cmpd="sng" w="9525">
            <a:solidFill>
              <a:srgbClr val="00B0F0"/>
            </a:solidFill>
            <a:prstDash val="solid"/>
            <a:round/>
            <a:headEnd len="sm" w="sm" type="none"/>
            <a:tailEnd len="sm" w="sm" type="none"/>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A6A6A6"/>
              </a:buClr>
              <a:buSzPts val="1700"/>
              <a:buFont typeface="Tahoma"/>
              <a:buNone/>
            </a:pPr>
            <a:r>
              <a:rPr b="1" i="0" lang="es-419" sz="1700" u="none">
                <a:solidFill>
                  <a:srgbClr val="A6A6A6"/>
                </a:solidFill>
                <a:latin typeface="Tahoma"/>
                <a:ea typeface="Tahoma"/>
                <a:cs typeface="Tahoma"/>
                <a:sym typeface="Tahoma"/>
              </a:rPr>
              <a:t>Elementos</a:t>
            </a:r>
            <a:endParaRPr/>
          </a:p>
        </p:txBody>
      </p:sp>
      <p:sp>
        <p:nvSpPr>
          <p:cNvPr id="5958" name="Google Shape;5958;p96"/>
          <p:cNvSpPr txBox="1"/>
          <p:nvPr/>
        </p:nvSpPr>
        <p:spPr>
          <a:xfrm>
            <a:off x="2820976" y="7199300"/>
            <a:ext cx="11782500" cy="811200"/>
          </a:xfrm>
          <a:prstGeom prst="rect">
            <a:avLst/>
          </a:prstGeom>
          <a:solidFill>
            <a:srgbClr val="FFFFFF"/>
          </a:solidFill>
          <a:ln cap="flat" cmpd="sng" w="9525">
            <a:solidFill>
              <a:srgbClr val="00B0F0"/>
            </a:solidFill>
            <a:prstDash val="solid"/>
            <a:round/>
            <a:headEnd len="sm" w="sm" type="none"/>
            <a:tailEnd len="sm" w="sm" type="none"/>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A6A6A6"/>
              </a:buClr>
              <a:buSzPts val="1700"/>
              <a:buFont typeface="Tahoma"/>
              <a:buNone/>
            </a:pPr>
            <a:r>
              <a:rPr b="1" i="0" lang="es-419" sz="1700" u="none">
                <a:solidFill>
                  <a:srgbClr val="A6A6A6"/>
                </a:solidFill>
                <a:latin typeface="Tahoma"/>
                <a:ea typeface="Tahoma"/>
                <a:cs typeface="Tahoma"/>
                <a:sym typeface="Tahoma"/>
              </a:rPr>
              <a:t>Comunicación</a:t>
            </a:r>
            <a:endParaRPr/>
          </a:p>
        </p:txBody>
      </p:sp>
    </p:spTree>
  </p:cSld>
  <p:clrMapOvr>
    <a:masterClrMapping/>
  </p:clrMapOvr>
</p:sldLayout>
</file>

<file path=ppt/slideLayouts/slideLayout9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1 Problema y Posicionamiento">
  <p:cSld name="TITLE_3_6_1_1_1_1_1_1_1_2_1">
    <p:spTree>
      <p:nvGrpSpPr>
        <p:cNvPr id="5959" name="Shape 5959"/>
        <p:cNvGrpSpPr/>
        <p:nvPr/>
      </p:nvGrpSpPr>
      <p:grpSpPr>
        <a:xfrm>
          <a:off x="0" y="0"/>
          <a:ext cx="0" cy="0"/>
          <a:chOff x="0" y="0"/>
          <a:chExt cx="0" cy="0"/>
        </a:xfrm>
      </p:grpSpPr>
      <p:sp>
        <p:nvSpPr>
          <p:cNvPr id="5960" name="Google Shape;5960;p97"/>
          <p:cNvSpPr/>
          <p:nvPr/>
        </p:nvSpPr>
        <p:spPr>
          <a:xfrm>
            <a:off x="77688" y="358938"/>
            <a:ext cx="9935700" cy="6438000"/>
          </a:xfrm>
          <a:prstGeom prst="roundRect">
            <a:avLst>
              <a:gd fmla="val 2618" name="adj"/>
            </a:avLst>
          </a:prstGeom>
          <a:solidFill>
            <a:srgbClr val="FFFFFF"/>
          </a:solidFill>
          <a:ln cap="flat" cmpd="sng" w="38100">
            <a:solidFill>
              <a:srgbClr val="000000"/>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961" name="Google Shape;5961;p97"/>
          <p:cNvCxnSpPr/>
          <p:nvPr/>
        </p:nvCxnSpPr>
        <p:spPr>
          <a:xfrm>
            <a:off x="77688" y="772614"/>
            <a:ext cx="9935700" cy="0"/>
          </a:xfrm>
          <a:prstGeom prst="straightConnector1">
            <a:avLst/>
          </a:prstGeom>
          <a:noFill/>
          <a:ln cap="flat" cmpd="sng" w="19050">
            <a:solidFill>
              <a:srgbClr val="000000"/>
            </a:solidFill>
            <a:prstDash val="solid"/>
            <a:round/>
            <a:headEnd len="med" w="med" type="none"/>
            <a:tailEnd len="med" w="med" type="none"/>
          </a:ln>
        </p:spPr>
      </p:cxnSp>
      <p:cxnSp>
        <p:nvCxnSpPr>
          <p:cNvPr id="5962" name="Google Shape;5962;p97"/>
          <p:cNvCxnSpPr/>
          <p:nvPr/>
        </p:nvCxnSpPr>
        <p:spPr>
          <a:xfrm rot="10800000">
            <a:off x="2439038" y="368188"/>
            <a:ext cx="0" cy="402300"/>
          </a:xfrm>
          <a:prstGeom prst="straightConnector1">
            <a:avLst/>
          </a:prstGeom>
          <a:noFill/>
          <a:ln cap="flat" cmpd="sng" w="19050">
            <a:solidFill>
              <a:srgbClr val="000000"/>
            </a:solidFill>
            <a:prstDash val="solid"/>
            <a:round/>
            <a:headEnd len="med" w="med" type="none"/>
            <a:tailEnd len="med" w="med" type="none"/>
          </a:ln>
        </p:spPr>
      </p:cxnSp>
      <p:sp>
        <p:nvSpPr>
          <p:cNvPr id="5963" name="Google Shape;5963;p97"/>
          <p:cNvSpPr/>
          <p:nvPr/>
        </p:nvSpPr>
        <p:spPr>
          <a:xfrm>
            <a:off x="77688" y="349338"/>
            <a:ext cx="2361300" cy="421200"/>
          </a:xfrm>
          <a:prstGeom prst="roundRect">
            <a:avLst>
              <a:gd fmla="val 50000" name="adj"/>
            </a:avLst>
          </a:prstGeom>
          <a:solidFill>
            <a:srgbClr val="000000"/>
          </a:solidFill>
          <a:ln cap="flat" cmpd="sng" w="9525">
            <a:solidFill>
              <a:srgbClr val="000000"/>
            </a:solidFill>
            <a:prstDash val="solid"/>
            <a:round/>
            <a:headEnd len="sm" w="sm" type="none"/>
            <a:tailEnd len="sm" w="sm" type="none"/>
          </a:ln>
        </p:spPr>
        <p:txBody>
          <a:bodyPr anchorCtr="0" anchor="ctr" bIns="91425" lIns="0" spcFirstLastPara="1" rIns="0" wrap="square" tIns="91425">
            <a:noAutofit/>
          </a:bodyPr>
          <a:lstStyle/>
          <a:p>
            <a:pPr indent="0" lvl="0" marL="0" rtl="0" algn="ctr">
              <a:spcBef>
                <a:spcPts val="0"/>
              </a:spcBef>
              <a:spcAft>
                <a:spcPts val="0"/>
              </a:spcAft>
              <a:buNone/>
            </a:pPr>
            <a:r>
              <a:rPr b="1" lang="es-419" sz="1100">
                <a:solidFill>
                  <a:srgbClr val="FFFFFF"/>
                </a:solidFill>
              </a:rPr>
              <a:t>Problema y Posicionamiento</a:t>
            </a:r>
            <a:endParaRPr b="1" sz="1100">
              <a:solidFill>
                <a:srgbClr val="FFFFFF"/>
              </a:solidFill>
            </a:endParaRPr>
          </a:p>
          <a:p>
            <a:pPr indent="0" lvl="0" marL="0" rtl="0" algn="ctr">
              <a:spcBef>
                <a:spcPts val="0"/>
              </a:spcBef>
              <a:spcAft>
                <a:spcPts val="0"/>
              </a:spcAft>
              <a:buNone/>
            </a:pPr>
            <a:r>
              <a:t/>
            </a:r>
            <a:endParaRPr b="1" sz="1200">
              <a:solidFill>
                <a:srgbClr val="FFFFFF"/>
              </a:solidFill>
            </a:endParaRPr>
          </a:p>
        </p:txBody>
      </p:sp>
      <p:sp>
        <p:nvSpPr>
          <p:cNvPr id="5964" name="Google Shape;5964;p97"/>
          <p:cNvSpPr/>
          <p:nvPr/>
        </p:nvSpPr>
        <p:spPr>
          <a:xfrm>
            <a:off x="83988" y="595504"/>
            <a:ext cx="190200" cy="1692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5" name="Google Shape;5965;p97"/>
          <p:cNvSpPr/>
          <p:nvPr/>
        </p:nvSpPr>
        <p:spPr>
          <a:xfrm>
            <a:off x="2350598" y="358950"/>
            <a:ext cx="88500" cy="4023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6" name="Google Shape;5966;p97"/>
          <p:cNvSpPr/>
          <p:nvPr/>
        </p:nvSpPr>
        <p:spPr>
          <a:xfrm>
            <a:off x="2277739" y="663750"/>
            <a:ext cx="88500" cy="1089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7" name="Google Shape;5967;p97"/>
          <p:cNvSpPr txBox="1"/>
          <p:nvPr/>
        </p:nvSpPr>
        <p:spPr>
          <a:xfrm>
            <a:off x="391660" y="3997709"/>
            <a:ext cx="1594500" cy="246300"/>
          </a:xfrm>
          <a:prstGeom prst="rect">
            <a:avLst/>
          </a:prstGeom>
          <a:noFill/>
          <a:ln>
            <a:noFill/>
          </a:ln>
        </p:spPr>
        <p:txBody>
          <a:bodyPr anchorCtr="0" anchor="t" bIns="0" lIns="0" spcFirstLastPara="1" rIns="72000" wrap="square" tIns="0">
            <a:spAutoFit/>
          </a:bodyPr>
          <a:lstStyle/>
          <a:p>
            <a:pPr indent="0" lvl="0" marL="45720" rtl="0" algn="r">
              <a:spcBef>
                <a:spcPts val="0"/>
              </a:spcBef>
              <a:spcAft>
                <a:spcPts val="0"/>
              </a:spcAft>
              <a:buNone/>
            </a:pPr>
            <a:r>
              <a:rPr b="1" lang="es-419" sz="1000">
                <a:solidFill>
                  <a:srgbClr val="202124"/>
                </a:solidFill>
                <a:latin typeface="Arvo"/>
                <a:ea typeface="Arvo"/>
                <a:cs typeface="Arvo"/>
                <a:sym typeface="Arvo"/>
              </a:rPr>
              <a:t>Para:</a:t>
            </a:r>
            <a:r>
              <a:rPr b="1" lang="es-419" sz="1000">
                <a:solidFill>
                  <a:schemeClr val="dk1"/>
                </a:solidFill>
                <a:latin typeface="Arvo"/>
                <a:ea typeface="Arvo"/>
                <a:cs typeface="Arvo"/>
                <a:sym typeface="Arvo"/>
              </a:rPr>
              <a:t> </a:t>
            </a:r>
            <a:endParaRPr b="1" sz="1000">
              <a:solidFill>
                <a:schemeClr val="dk1"/>
              </a:solidFill>
              <a:latin typeface="Arvo"/>
              <a:ea typeface="Arvo"/>
              <a:cs typeface="Arvo"/>
              <a:sym typeface="Arvo"/>
            </a:endParaRPr>
          </a:p>
          <a:p>
            <a:pPr indent="0" lvl="0" marL="45720" rtl="0" algn="r">
              <a:spcBef>
                <a:spcPts val="0"/>
              </a:spcBef>
              <a:spcAft>
                <a:spcPts val="0"/>
              </a:spcAft>
              <a:buNone/>
            </a:pPr>
            <a:r>
              <a:rPr i="1" lang="es-419" sz="600">
                <a:solidFill>
                  <a:schemeClr val="dk1"/>
                </a:solidFill>
                <a:latin typeface="Arvo"/>
                <a:ea typeface="Arvo"/>
                <a:cs typeface="Arvo"/>
                <a:sym typeface="Arvo"/>
              </a:rPr>
              <a:t>&lt;[Cliente objetivo]&gt;</a:t>
            </a:r>
            <a:endParaRPr sz="600">
              <a:solidFill>
                <a:schemeClr val="hlink"/>
              </a:solidFill>
              <a:highlight>
                <a:srgbClr val="FFFF00"/>
              </a:highlight>
              <a:latin typeface="Arvo"/>
              <a:ea typeface="Arvo"/>
              <a:cs typeface="Arvo"/>
              <a:sym typeface="Arvo"/>
            </a:endParaRPr>
          </a:p>
        </p:txBody>
      </p:sp>
      <p:sp>
        <p:nvSpPr>
          <p:cNvPr id="5968" name="Google Shape;5968;p97"/>
          <p:cNvSpPr txBox="1"/>
          <p:nvPr/>
        </p:nvSpPr>
        <p:spPr>
          <a:xfrm>
            <a:off x="256507" y="4394654"/>
            <a:ext cx="1731300" cy="369300"/>
          </a:xfrm>
          <a:prstGeom prst="rect">
            <a:avLst/>
          </a:prstGeom>
          <a:noFill/>
          <a:ln>
            <a:noFill/>
          </a:ln>
        </p:spPr>
        <p:txBody>
          <a:bodyPr anchorCtr="0" anchor="t" bIns="0" lIns="0" spcFirstLastPara="1" rIns="72000" wrap="square" tIns="0">
            <a:spAutoFit/>
          </a:bodyPr>
          <a:lstStyle/>
          <a:p>
            <a:pPr indent="0" lvl="0" marL="45720" rtl="0" algn="r">
              <a:spcBef>
                <a:spcPts val="0"/>
              </a:spcBef>
              <a:spcAft>
                <a:spcPts val="0"/>
              </a:spcAft>
              <a:buNone/>
            </a:pPr>
            <a:r>
              <a:rPr b="1" lang="es-419" sz="1000">
                <a:solidFill>
                  <a:schemeClr val="dk1"/>
                </a:solidFill>
                <a:latin typeface="Arvo"/>
                <a:ea typeface="Arvo"/>
                <a:cs typeface="Arvo"/>
                <a:sym typeface="Arvo"/>
              </a:rPr>
              <a:t>Quién:                         </a:t>
            </a:r>
            <a:r>
              <a:rPr b="1" lang="es-419" sz="1200">
                <a:solidFill>
                  <a:schemeClr val="dk1"/>
                </a:solidFill>
                <a:latin typeface="Arvo"/>
                <a:ea typeface="Arvo"/>
                <a:cs typeface="Arvo"/>
                <a:sym typeface="Arvo"/>
              </a:rPr>
              <a:t> </a:t>
            </a:r>
            <a:r>
              <a:rPr i="1" lang="es-419" sz="600">
                <a:solidFill>
                  <a:schemeClr val="dk1"/>
                </a:solidFill>
                <a:latin typeface="Arvo"/>
                <a:ea typeface="Arvo"/>
                <a:cs typeface="Arvo"/>
                <a:sym typeface="Arvo"/>
              </a:rPr>
              <a:t>&lt;[Declaración de la necesidad u oportunidad]&gt;</a:t>
            </a:r>
            <a:endParaRPr sz="600">
              <a:solidFill>
                <a:schemeClr val="hlink"/>
              </a:solidFill>
              <a:highlight>
                <a:srgbClr val="FFFF00"/>
              </a:highlight>
              <a:latin typeface="Arvo"/>
              <a:ea typeface="Arvo"/>
              <a:cs typeface="Arvo"/>
              <a:sym typeface="Arvo"/>
            </a:endParaRPr>
          </a:p>
        </p:txBody>
      </p:sp>
      <p:sp>
        <p:nvSpPr>
          <p:cNvPr id="5969" name="Google Shape;5969;p97"/>
          <p:cNvSpPr txBox="1"/>
          <p:nvPr/>
        </p:nvSpPr>
        <p:spPr>
          <a:xfrm>
            <a:off x="403322" y="4858127"/>
            <a:ext cx="1594500" cy="277200"/>
          </a:xfrm>
          <a:prstGeom prst="rect">
            <a:avLst/>
          </a:prstGeom>
          <a:noFill/>
          <a:ln>
            <a:noFill/>
          </a:ln>
        </p:spPr>
        <p:txBody>
          <a:bodyPr anchorCtr="0" anchor="t" bIns="0" lIns="0" spcFirstLastPara="1" rIns="72000" wrap="square" tIns="0">
            <a:spAutoFit/>
          </a:bodyPr>
          <a:lstStyle/>
          <a:p>
            <a:pPr indent="0" lvl="0" marL="45720" rtl="0" algn="r">
              <a:spcBef>
                <a:spcPts val="0"/>
              </a:spcBef>
              <a:spcAft>
                <a:spcPts val="0"/>
              </a:spcAft>
              <a:buNone/>
            </a:pPr>
            <a:r>
              <a:rPr b="1" lang="es-419" sz="1000">
                <a:solidFill>
                  <a:schemeClr val="dk1"/>
                </a:solidFill>
                <a:latin typeface="Arvo"/>
                <a:ea typeface="Arvo"/>
                <a:cs typeface="Arvo"/>
                <a:sym typeface="Arvo"/>
              </a:rPr>
              <a:t>El </a:t>
            </a:r>
            <a:r>
              <a:rPr b="1" lang="es-419" sz="900">
                <a:solidFill>
                  <a:schemeClr val="dk1"/>
                </a:solidFill>
                <a:latin typeface="Arvo"/>
                <a:ea typeface="Arvo"/>
                <a:cs typeface="Arvo"/>
                <a:sym typeface="Arvo"/>
              </a:rPr>
              <a:t>(nombre comercial)</a:t>
            </a:r>
            <a:r>
              <a:rPr b="1" lang="es-419" sz="1000">
                <a:solidFill>
                  <a:schemeClr val="dk1"/>
                </a:solidFill>
                <a:latin typeface="Arvo"/>
                <a:ea typeface="Arvo"/>
                <a:cs typeface="Arvo"/>
                <a:sym typeface="Arvo"/>
              </a:rPr>
              <a:t>: </a:t>
            </a:r>
            <a:r>
              <a:rPr b="1" lang="es-419" sz="1200">
                <a:solidFill>
                  <a:schemeClr val="dk1"/>
                </a:solidFill>
                <a:latin typeface="Arvo"/>
                <a:ea typeface="Arvo"/>
                <a:cs typeface="Arvo"/>
                <a:sym typeface="Arvo"/>
              </a:rPr>
              <a:t> </a:t>
            </a:r>
            <a:r>
              <a:rPr i="1" lang="es-419" sz="600">
                <a:solidFill>
                  <a:schemeClr val="dk1"/>
                </a:solidFill>
                <a:latin typeface="Arvo"/>
                <a:ea typeface="Arvo"/>
                <a:cs typeface="Arvo"/>
                <a:sym typeface="Arvo"/>
              </a:rPr>
              <a:t>&lt;es una [categoría empresarial]&gt;</a:t>
            </a:r>
            <a:endParaRPr sz="600">
              <a:solidFill>
                <a:schemeClr val="hlink"/>
              </a:solidFill>
              <a:highlight>
                <a:srgbClr val="FFFF00"/>
              </a:highlight>
              <a:latin typeface="Arvo"/>
              <a:ea typeface="Arvo"/>
              <a:cs typeface="Arvo"/>
              <a:sym typeface="Arvo"/>
            </a:endParaRPr>
          </a:p>
        </p:txBody>
      </p:sp>
      <p:sp>
        <p:nvSpPr>
          <p:cNvPr id="5970" name="Google Shape;5970;p97"/>
          <p:cNvSpPr txBox="1"/>
          <p:nvPr/>
        </p:nvSpPr>
        <p:spPr>
          <a:xfrm>
            <a:off x="51719" y="5352392"/>
            <a:ext cx="1941000" cy="338700"/>
          </a:xfrm>
          <a:prstGeom prst="rect">
            <a:avLst/>
          </a:prstGeom>
          <a:noFill/>
          <a:ln>
            <a:noFill/>
          </a:ln>
        </p:spPr>
        <p:txBody>
          <a:bodyPr anchorCtr="0" anchor="t" bIns="0" lIns="0" spcFirstLastPara="1" rIns="72000" wrap="square" tIns="0">
            <a:spAutoFit/>
          </a:bodyPr>
          <a:lstStyle/>
          <a:p>
            <a:pPr indent="0" lvl="0" marL="45720" rtl="0" algn="r">
              <a:spcBef>
                <a:spcPts val="0"/>
              </a:spcBef>
              <a:spcAft>
                <a:spcPts val="0"/>
              </a:spcAft>
              <a:buNone/>
            </a:pPr>
            <a:r>
              <a:rPr b="1" lang="es-419" sz="1000">
                <a:solidFill>
                  <a:schemeClr val="dk1"/>
                </a:solidFill>
                <a:latin typeface="Arvo"/>
                <a:ea typeface="Arvo"/>
                <a:cs typeface="Arvo"/>
                <a:sym typeface="Arvo"/>
              </a:rPr>
              <a:t>Que:</a:t>
            </a:r>
            <a:endParaRPr b="1" sz="1000">
              <a:solidFill>
                <a:schemeClr val="dk1"/>
              </a:solidFill>
              <a:latin typeface="Arvo"/>
              <a:ea typeface="Arvo"/>
              <a:cs typeface="Arvo"/>
              <a:sym typeface="Arvo"/>
            </a:endParaRPr>
          </a:p>
          <a:p>
            <a:pPr indent="0" lvl="0" marL="45720" rtl="0" algn="r">
              <a:spcBef>
                <a:spcPts val="0"/>
              </a:spcBef>
              <a:spcAft>
                <a:spcPts val="0"/>
              </a:spcAft>
              <a:buNone/>
            </a:pPr>
            <a:r>
              <a:rPr i="1" lang="es-419" sz="600">
                <a:solidFill>
                  <a:schemeClr val="dk1"/>
                </a:solidFill>
                <a:latin typeface="Arvo"/>
                <a:ea typeface="Arvo"/>
                <a:cs typeface="Arvo"/>
                <a:sym typeface="Arvo"/>
              </a:rPr>
              <a:t>&lt;[</a:t>
            </a:r>
            <a:r>
              <a:rPr i="1" lang="es-419" sz="600">
                <a:solidFill>
                  <a:srgbClr val="202124"/>
                </a:solidFill>
                <a:latin typeface="Arvo"/>
                <a:ea typeface="Arvo"/>
                <a:cs typeface="Arvo"/>
                <a:sym typeface="Arvo"/>
              </a:rPr>
              <a:t>declaración de beneficio clave; es decir, cuál es la razón de peso para hacer negocios con]</a:t>
            </a:r>
            <a:r>
              <a:rPr i="1" lang="es-419" sz="600">
                <a:solidFill>
                  <a:schemeClr val="dk1"/>
                </a:solidFill>
                <a:latin typeface="Arvo"/>
                <a:ea typeface="Arvo"/>
                <a:cs typeface="Arvo"/>
                <a:sym typeface="Arvo"/>
              </a:rPr>
              <a:t>&gt;</a:t>
            </a:r>
            <a:endParaRPr sz="600">
              <a:solidFill>
                <a:schemeClr val="hlink"/>
              </a:solidFill>
              <a:highlight>
                <a:srgbClr val="FFFF00"/>
              </a:highlight>
              <a:latin typeface="Arvo"/>
              <a:ea typeface="Arvo"/>
              <a:cs typeface="Arvo"/>
              <a:sym typeface="Arvo"/>
            </a:endParaRPr>
          </a:p>
        </p:txBody>
      </p:sp>
      <p:sp>
        <p:nvSpPr>
          <p:cNvPr id="5971" name="Google Shape;5971;p97"/>
          <p:cNvSpPr txBox="1"/>
          <p:nvPr/>
        </p:nvSpPr>
        <p:spPr>
          <a:xfrm>
            <a:off x="355697" y="6305248"/>
            <a:ext cx="1670700" cy="338700"/>
          </a:xfrm>
          <a:prstGeom prst="rect">
            <a:avLst/>
          </a:prstGeom>
          <a:noFill/>
          <a:ln>
            <a:noFill/>
          </a:ln>
        </p:spPr>
        <p:txBody>
          <a:bodyPr anchorCtr="0" anchor="t" bIns="0" lIns="0" spcFirstLastPara="1" rIns="72000" wrap="square" tIns="0">
            <a:spAutoFit/>
          </a:bodyPr>
          <a:lstStyle/>
          <a:p>
            <a:pPr indent="0" lvl="0" marL="45720" rtl="0" algn="r">
              <a:spcBef>
                <a:spcPts val="0"/>
              </a:spcBef>
              <a:spcAft>
                <a:spcPts val="0"/>
              </a:spcAft>
              <a:buNone/>
            </a:pPr>
            <a:r>
              <a:rPr b="1" lang="es-419" sz="1000">
                <a:solidFill>
                  <a:schemeClr val="dk1"/>
                </a:solidFill>
                <a:latin typeface="Arvo"/>
                <a:ea typeface="Arvo"/>
                <a:cs typeface="Arvo"/>
                <a:sym typeface="Arvo"/>
              </a:rPr>
              <a:t>Este negocio:</a:t>
            </a:r>
            <a:endParaRPr b="1" sz="1000">
              <a:solidFill>
                <a:schemeClr val="dk1"/>
              </a:solidFill>
              <a:latin typeface="Arvo"/>
              <a:ea typeface="Arvo"/>
              <a:cs typeface="Arvo"/>
              <a:sym typeface="Arvo"/>
            </a:endParaRPr>
          </a:p>
          <a:p>
            <a:pPr indent="0" lvl="0" marL="45720" rtl="0" algn="r">
              <a:spcBef>
                <a:spcPts val="0"/>
              </a:spcBef>
              <a:spcAft>
                <a:spcPts val="0"/>
              </a:spcAft>
              <a:buNone/>
            </a:pPr>
            <a:r>
              <a:rPr i="1" lang="es-419" sz="600">
                <a:solidFill>
                  <a:schemeClr val="dk1"/>
                </a:solidFill>
                <a:latin typeface="Arvo"/>
                <a:ea typeface="Arvo"/>
                <a:cs typeface="Arvo"/>
                <a:sym typeface="Arvo"/>
              </a:rPr>
              <a:t>&lt;</a:t>
            </a:r>
            <a:r>
              <a:rPr i="1" lang="es-419" sz="600">
                <a:solidFill>
                  <a:srgbClr val="202124"/>
                </a:solidFill>
                <a:latin typeface="Arvo"/>
                <a:ea typeface="Arvo"/>
                <a:cs typeface="Arvo"/>
                <a:sym typeface="Arvo"/>
              </a:rPr>
              <a:t>[declaración de diferenciación primaria]</a:t>
            </a:r>
            <a:r>
              <a:rPr i="1" lang="es-419" sz="600">
                <a:solidFill>
                  <a:schemeClr val="dk1"/>
                </a:solidFill>
                <a:latin typeface="Arvo"/>
                <a:ea typeface="Arvo"/>
                <a:cs typeface="Arvo"/>
                <a:sym typeface="Arvo"/>
              </a:rPr>
              <a:t>&gt;</a:t>
            </a:r>
            <a:endParaRPr sz="600">
              <a:solidFill>
                <a:schemeClr val="hlink"/>
              </a:solidFill>
              <a:highlight>
                <a:srgbClr val="FFFF00"/>
              </a:highlight>
              <a:latin typeface="Arvo"/>
              <a:ea typeface="Arvo"/>
              <a:cs typeface="Arvo"/>
              <a:sym typeface="Arvo"/>
            </a:endParaRPr>
          </a:p>
        </p:txBody>
      </p:sp>
      <p:sp>
        <p:nvSpPr>
          <p:cNvPr id="5972" name="Google Shape;5972;p97"/>
          <p:cNvSpPr txBox="1"/>
          <p:nvPr/>
        </p:nvSpPr>
        <p:spPr>
          <a:xfrm>
            <a:off x="317597" y="5834060"/>
            <a:ext cx="1670700" cy="246300"/>
          </a:xfrm>
          <a:prstGeom prst="rect">
            <a:avLst/>
          </a:prstGeom>
          <a:noFill/>
          <a:ln>
            <a:noFill/>
          </a:ln>
        </p:spPr>
        <p:txBody>
          <a:bodyPr anchorCtr="0" anchor="t" bIns="0" lIns="0" spcFirstLastPara="1" rIns="72000" wrap="square" tIns="0">
            <a:spAutoFit/>
          </a:bodyPr>
          <a:lstStyle/>
          <a:p>
            <a:pPr indent="0" lvl="0" marL="45720" rtl="0" algn="r">
              <a:spcBef>
                <a:spcPts val="0"/>
              </a:spcBef>
              <a:spcAft>
                <a:spcPts val="0"/>
              </a:spcAft>
              <a:buNone/>
            </a:pPr>
            <a:r>
              <a:rPr b="1" lang="es-419" sz="1000">
                <a:solidFill>
                  <a:schemeClr val="dk1"/>
                </a:solidFill>
                <a:latin typeface="Arvo"/>
                <a:ea typeface="Arvo"/>
                <a:cs typeface="Arvo"/>
                <a:sym typeface="Arvo"/>
              </a:rPr>
              <a:t>A diferencia de:</a:t>
            </a:r>
            <a:endParaRPr b="1" sz="1000">
              <a:solidFill>
                <a:schemeClr val="dk1"/>
              </a:solidFill>
              <a:latin typeface="Arvo"/>
              <a:ea typeface="Arvo"/>
              <a:cs typeface="Arvo"/>
              <a:sym typeface="Arvo"/>
            </a:endParaRPr>
          </a:p>
          <a:p>
            <a:pPr indent="0" lvl="0" marL="45720" rtl="0" algn="r">
              <a:spcBef>
                <a:spcPts val="0"/>
              </a:spcBef>
              <a:spcAft>
                <a:spcPts val="0"/>
              </a:spcAft>
              <a:buNone/>
            </a:pPr>
            <a:r>
              <a:rPr i="1" lang="es-419" sz="600">
                <a:solidFill>
                  <a:schemeClr val="dk1"/>
                </a:solidFill>
                <a:latin typeface="Arvo"/>
                <a:ea typeface="Arvo"/>
                <a:cs typeface="Arvo"/>
                <a:sym typeface="Arvo"/>
              </a:rPr>
              <a:t>&lt;</a:t>
            </a:r>
            <a:r>
              <a:rPr i="1" lang="es-419" sz="600">
                <a:solidFill>
                  <a:srgbClr val="202124"/>
                </a:solidFill>
                <a:latin typeface="Arvo"/>
                <a:ea typeface="Arvo"/>
                <a:cs typeface="Arvo"/>
                <a:sym typeface="Arvo"/>
              </a:rPr>
              <a:t>[alternativa competitiva primaria]</a:t>
            </a:r>
            <a:r>
              <a:rPr i="1" lang="es-419" sz="600">
                <a:solidFill>
                  <a:schemeClr val="dk1"/>
                </a:solidFill>
                <a:latin typeface="Arvo"/>
                <a:ea typeface="Arvo"/>
                <a:cs typeface="Arvo"/>
                <a:sym typeface="Arvo"/>
              </a:rPr>
              <a:t>&gt;</a:t>
            </a:r>
            <a:endParaRPr sz="600">
              <a:solidFill>
                <a:schemeClr val="hlink"/>
              </a:solidFill>
              <a:highlight>
                <a:srgbClr val="FFFF00"/>
              </a:highlight>
              <a:latin typeface="Arvo"/>
              <a:ea typeface="Arvo"/>
              <a:cs typeface="Arvo"/>
              <a:sym typeface="Arvo"/>
            </a:endParaRPr>
          </a:p>
        </p:txBody>
      </p:sp>
      <p:sp>
        <p:nvSpPr>
          <p:cNvPr id="5973" name="Google Shape;5973;p97"/>
          <p:cNvSpPr/>
          <p:nvPr/>
        </p:nvSpPr>
        <p:spPr>
          <a:xfrm>
            <a:off x="1984125" y="3952697"/>
            <a:ext cx="7778400" cy="421200"/>
          </a:xfrm>
          <a:prstGeom prst="roundRect">
            <a:avLst>
              <a:gd fmla="val 6541"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974" name="Google Shape;5974;p97"/>
          <p:cNvCxnSpPr/>
          <p:nvPr/>
        </p:nvCxnSpPr>
        <p:spPr>
          <a:xfrm rot="10800000">
            <a:off x="328664" y="3302470"/>
            <a:ext cx="9430500" cy="600"/>
          </a:xfrm>
          <a:prstGeom prst="straightConnector1">
            <a:avLst/>
          </a:prstGeom>
          <a:noFill/>
          <a:ln cap="flat" cmpd="sng" w="19050">
            <a:solidFill>
              <a:srgbClr val="B7B7B7"/>
            </a:solidFill>
            <a:prstDash val="solid"/>
            <a:round/>
            <a:headEnd len="med" w="med" type="none"/>
            <a:tailEnd len="med" w="med" type="none"/>
          </a:ln>
        </p:spPr>
      </p:cxnSp>
      <p:sp>
        <p:nvSpPr>
          <p:cNvPr id="5975" name="Google Shape;5975;p97"/>
          <p:cNvSpPr/>
          <p:nvPr/>
        </p:nvSpPr>
        <p:spPr>
          <a:xfrm>
            <a:off x="422600" y="871377"/>
            <a:ext cx="9310800" cy="383700"/>
          </a:xfrm>
          <a:prstGeom prst="roundRect">
            <a:avLst>
              <a:gd fmla="val 16667" name="adj"/>
            </a:avLst>
          </a:prstGeom>
          <a:solidFill>
            <a:srgbClr val="D9D9D9"/>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36000" lIns="0" spcFirstLastPara="1" rIns="0" wrap="square" tIns="36000">
            <a:noAutofit/>
          </a:bodyPr>
          <a:lstStyle/>
          <a:p>
            <a:pPr indent="0" lvl="0" marL="0" marR="0" rtl="0" algn="ctr">
              <a:lnSpc>
                <a:spcPct val="100000"/>
              </a:lnSpc>
              <a:spcBef>
                <a:spcPts val="0"/>
              </a:spcBef>
              <a:spcAft>
                <a:spcPts val="0"/>
              </a:spcAft>
              <a:buClr>
                <a:srgbClr val="000000"/>
              </a:buClr>
              <a:buSzPts val="1100"/>
              <a:buFont typeface="Arial"/>
              <a:buNone/>
            </a:pPr>
            <a:r>
              <a:rPr b="1" lang="es-419" sz="1100">
                <a:latin typeface="Arvo"/>
                <a:ea typeface="Arvo"/>
                <a:cs typeface="Arvo"/>
                <a:sym typeface="Arvo"/>
              </a:rPr>
              <a:t>Definición del problema</a:t>
            </a:r>
            <a:endParaRPr b="1" i="0" sz="1100" u="none" cap="none" strike="noStrike">
              <a:solidFill>
                <a:srgbClr val="000000"/>
              </a:solidFill>
              <a:latin typeface="Arvo"/>
              <a:ea typeface="Arvo"/>
              <a:cs typeface="Arvo"/>
              <a:sym typeface="Arvo"/>
            </a:endParaRPr>
          </a:p>
        </p:txBody>
      </p:sp>
      <p:sp>
        <p:nvSpPr>
          <p:cNvPr id="5976" name="Google Shape;5976;p97"/>
          <p:cNvSpPr/>
          <p:nvPr/>
        </p:nvSpPr>
        <p:spPr>
          <a:xfrm>
            <a:off x="415350" y="3468366"/>
            <a:ext cx="9310800" cy="383700"/>
          </a:xfrm>
          <a:prstGeom prst="roundRect">
            <a:avLst>
              <a:gd fmla="val 16667" name="adj"/>
            </a:avLst>
          </a:prstGeom>
          <a:solidFill>
            <a:srgbClr val="D9D9D9"/>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36000" lIns="0" spcFirstLastPara="1" rIns="0" wrap="square" tIns="36000">
            <a:noAutofit/>
          </a:bodyPr>
          <a:lstStyle/>
          <a:p>
            <a:pPr indent="0" lvl="0" marL="0" marR="0" rtl="0" algn="ctr">
              <a:lnSpc>
                <a:spcPct val="100000"/>
              </a:lnSpc>
              <a:spcBef>
                <a:spcPts val="0"/>
              </a:spcBef>
              <a:spcAft>
                <a:spcPts val="0"/>
              </a:spcAft>
              <a:buClr>
                <a:srgbClr val="000000"/>
              </a:buClr>
              <a:buSzPts val="1100"/>
              <a:buFont typeface="Arial"/>
              <a:buNone/>
            </a:pPr>
            <a:r>
              <a:rPr b="1" lang="es-419" sz="1100">
                <a:latin typeface="Arvo"/>
                <a:ea typeface="Arvo"/>
                <a:cs typeface="Arvo"/>
                <a:sym typeface="Arvo"/>
              </a:rPr>
              <a:t>Declaración de la posición del negocio</a:t>
            </a:r>
            <a:endParaRPr b="1" i="0" sz="1100" u="none" cap="none" strike="noStrike">
              <a:solidFill>
                <a:srgbClr val="000000"/>
              </a:solidFill>
              <a:latin typeface="Arvo"/>
              <a:ea typeface="Arvo"/>
              <a:cs typeface="Arvo"/>
              <a:sym typeface="Arvo"/>
            </a:endParaRPr>
          </a:p>
        </p:txBody>
      </p:sp>
      <p:sp>
        <p:nvSpPr>
          <p:cNvPr id="5977" name="Google Shape;5977;p97"/>
          <p:cNvSpPr/>
          <p:nvPr/>
        </p:nvSpPr>
        <p:spPr>
          <a:xfrm>
            <a:off x="1984125" y="4419495"/>
            <a:ext cx="7778400" cy="421200"/>
          </a:xfrm>
          <a:prstGeom prst="roundRect">
            <a:avLst>
              <a:gd fmla="val 6541"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8" name="Google Shape;5978;p97"/>
          <p:cNvSpPr/>
          <p:nvPr/>
        </p:nvSpPr>
        <p:spPr>
          <a:xfrm>
            <a:off x="1984125" y="4886293"/>
            <a:ext cx="7778400" cy="421200"/>
          </a:xfrm>
          <a:prstGeom prst="roundRect">
            <a:avLst>
              <a:gd fmla="val 6541"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9" name="Google Shape;5979;p97"/>
          <p:cNvSpPr/>
          <p:nvPr/>
        </p:nvSpPr>
        <p:spPr>
          <a:xfrm>
            <a:off x="1984125" y="5353091"/>
            <a:ext cx="7778400" cy="421200"/>
          </a:xfrm>
          <a:prstGeom prst="roundRect">
            <a:avLst>
              <a:gd fmla="val 6541"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0" name="Google Shape;5980;p97"/>
          <p:cNvSpPr/>
          <p:nvPr/>
        </p:nvSpPr>
        <p:spPr>
          <a:xfrm>
            <a:off x="1984125" y="5819888"/>
            <a:ext cx="7778400" cy="421200"/>
          </a:xfrm>
          <a:prstGeom prst="roundRect">
            <a:avLst>
              <a:gd fmla="val 6541"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1" name="Google Shape;5981;p97"/>
          <p:cNvSpPr/>
          <p:nvPr/>
        </p:nvSpPr>
        <p:spPr>
          <a:xfrm>
            <a:off x="1984125" y="6286688"/>
            <a:ext cx="7778400" cy="421200"/>
          </a:xfrm>
          <a:prstGeom prst="roundRect">
            <a:avLst>
              <a:gd fmla="val 6541"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2" name="Google Shape;5982;p97"/>
          <p:cNvSpPr txBox="1"/>
          <p:nvPr>
            <p:ph idx="1" type="subTitle"/>
          </p:nvPr>
        </p:nvSpPr>
        <p:spPr>
          <a:xfrm>
            <a:off x="2001800" y="6305600"/>
            <a:ext cx="7742400" cy="383700"/>
          </a:xfrm>
          <a:prstGeom prst="rect">
            <a:avLst/>
          </a:prstGeom>
          <a:noFill/>
          <a:ln>
            <a:noFill/>
          </a:ln>
        </p:spPr>
        <p:txBody>
          <a:bodyPr anchorCtr="0" anchor="ctr" bIns="36000" lIns="36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5983" name="Google Shape;5983;p97"/>
          <p:cNvSpPr/>
          <p:nvPr/>
        </p:nvSpPr>
        <p:spPr>
          <a:xfrm>
            <a:off x="2001800" y="2762941"/>
            <a:ext cx="7778400" cy="421200"/>
          </a:xfrm>
          <a:prstGeom prst="roundRect">
            <a:avLst>
              <a:gd fmla="val 6541"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4" name="Google Shape;5984;p97"/>
          <p:cNvSpPr/>
          <p:nvPr/>
        </p:nvSpPr>
        <p:spPr>
          <a:xfrm>
            <a:off x="2001800" y="2300754"/>
            <a:ext cx="7778400" cy="421200"/>
          </a:xfrm>
          <a:prstGeom prst="roundRect">
            <a:avLst>
              <a:gd fmla="val 6541"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5" name="Google Shape;5985;p97"/>
          <p:cNvSpPr/>
          <p:nvPr/>
        </p:nvSpPr>
        <p:spPr>
          <a:xfrm>
            <a:off x="2001800" y="1839291"/>
            <a:ext cx="7778400" cy="421200"/>
          </a:xfrm>
          <a:prstGeom prst="roundRect">
            <a:avLst>
              <a:gd fmla="val 6541"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6" name="Google Shape;5986;p97"/>
          <p:cNvSpPr/>
          <p:nvPr/>
        </p:nvSpPr>
        <p:spPr>
          <a:xfrm>
            <a:off x="2001800" y="1371049"/>
            <a:ext cx="7778400" cy="421200"/>
          </a:xfrm>
          <a:prstGeom prst="roundRect">
            <a:avLst>
              <a:gd fmla="val 6541"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7" name="Google Shape;5987;p97"/>
          <p:cNvSpPr txBox="1"/>
          <p:nvPr/>
        </p:nvSpPr>
        <p:spPr>
          <a:xfrm>
            <a:off x="229201" y="1371050"/>
            <a:ext cx="1814100" cy="246300"/>
          </a:xfrm>
          <a:prstGeom prst="rect">
            <a:avLst/>
          </a:prstGeom>
          <a:noFill/>
          <a:ln>
            <a:noFill/>
          </a:ln>
        </p:spPr>
        <p:txBody>
          <a:bodyPr anchorCtr="0" anchor="t" bIns="0" lIns="0" spcFirstLastPara="1" rIns="72000" wrap="square" tIns="0">
            <a:spAutoFit/>
          </a:bodyPr>
          <a:lstStyle/>
          <a:p>
            <a:pPr indent="0" lvl="0" marL="45720" rtl="0" algn="r">
              <a:spcBef>
                <a:spcPts val="0"/>
              </a:spcBef>
              <a:spcAft>
                <a:spcPts val="0"/>
              </a:spcAft>
              <a:buNone/>
            </a:pPr>
            <a:r>
              <a:rPr b="1" lang="es-419" sz="1000">
                <a:solidFill>
                  <a:srgbClr val="202124"/>
                </a:solidFill>
                <a:latin typeface="Arvo"/>
                <a:ea typeface="Arvo"/>
                <a:cs typeface="Arvo"/>
                <a:sym typeface="Arvo"/>
              </a:rPr>
              <a:t>El problema de:</a:t>
            </a:r>
            <a:endParaRPr b="1" sz="1000">
              <a:solidFill>
                <a:schemeClr val="dk1"/>
              </a:solidFill>
              <a:latin typeface="Arvo"/>
              <a:ea typeface="Arvo"/>
              <a:cs typeface="Arvo"/>
              <a:sym typeface="Arvo"/>
            </a:endParaRPr>
          </a:p>
          <a:p>
            <a:pPr indent="0" lvl="0" marL="45720" rtl="0" algn="r">
              <a:spcBef>
                <a:spcPts val="0"/>
              </a:spcBef>
              <a:spcAft>
                <a:spcPts val="0"/>
              </a:spcAft>
              <a:buNone/>
            </a:pPr>
            <a:r>
              <a:rPr i="1" lang="es-419" sz="600">
                <a:solidFill>
                  <a:schemeClr val="dk1"/>
                </a:solidFill>
                <a:latin typeface="Arvo"/>
                <a:ea typeface="Arvo"/>
                <a:cs typeface="Arvo"/>
                <a:sym typeface="Arvo"/>
              </a:rPr>
              <a:t>&lt;[Describe el problema]&gt;</a:t>
            </a:r>
            <a:endParaRPr sz="600">
              <a:solidFill>
                <a:schemeClr val="hlink"/>
              </a:solidFill>
              <a:highlight>
                <a:srgbClr val="FFFF00"/>
              </a:highlight>
              <a:latin typeface="Arvo"/>
              <a:ea typeface="Arvo"/>
              <a:cs typeface="Arvo"/>
              <a:sym typeface="Arvo"/>
            </a:endParaRPr>
          </a:p>
        </p:txBody>
      </p:sp>
      <p:sp>
        <p:nvSpPr>
          <p:cNvPr id="5988" name="Google Shape;5988;p97"/>
          <p:cNvSpPr txBox="1"/>
          <p:nvPr/>
        </p:nvSpPr>
        <p:spPr>
          <a:xfrm>
            <a:off x="412846" y="1839296"/>
            <a:ext cx="1594500" cy="338700"/>
          </a:xfrm>
          <a:prstGeom prst="rect">
            <a:avLst/>
          </a:prstGeom>
          <a:noFill/>
          <a:ln>
            <a:noFill/>
          </a:ln>
        </p:spPr>
        <p:txBody>
          <a:bodyPr anchorCtr="0" anchor="t" bIns="0" lIns="0" spcFirstLastPara="1" rIns="72000" wrap="square" tIns="0">
            <a:spAutoFit/>
          </a:bodyPr>
          <a:lstStyle/>
          <a:p>
            <a:pPr indent="0" lvl="0" marL="45720" rtl="0" algn="r">
              <a:spcBef>
                <a:spcPts val="0"/>
              </a:spcBef>
              <a:spcAft>
                <a:spcPts val="0"/>
              </a:spcAft>
              <a:buNone/>
            </a:pPr>
            <a:r>
              <a:rPr b="1" lang="es-419" sz="1000">
                <a:solidFill>
                  <a:schemeClr val="dk1"/>
                </a:solidFill>
                <a:latin typeface="Arvo"/>
                <a:ea typeface="Arvo"/>
                <a:cs typeface="Arvo"/>
                <a:sym typeface="Arvo"/>
              </a:rPr>
              <a:t>Afecta:</a:t>
            </a:r>
            <a:endParaRPr b="1" sz="1000">
              <a:solidFill>
                <a:schemeClr val="dk1"/>
              </a:solidFill>
              <a:latin typeface="Arvo"/>
              <a:ea typeface="Arvo"/>
              <a:cs typeface="Arvo"/>
              <a:sym typeface="Arvo"/>
            </a:endParaRPr>
          </a:p>
          <a:p>
            <a:pPr indent="0" lvl="0" marL="45720" rtl="0" algn="r">
              <a:spcBef>
                <a:spcPts val="0"/>
              </a:spcBef>
              <a:spcAft>
                <a:spcPts val="0"/>
              </a:spcAft>
              <a:buNone/>
            </a:pPr>
            <a:r>
              <a:rPr i="1" lang="es-419" sz="600">
                <a:solidFill>
                  <a:schemeClr val="dk1"/>
                </a:solidFill>
                <a:latin typeface="Arvo"/>
                <a:ea typeface="Arvo"/>
                <a:cs typeface="Arvo"/>
                <a:sym typeface="Arvo"/>
              </a:rPr>
              <a:t>&lt;[quiénes son las partes interesadas afectadas por el problema]&gt;</a:t>
            </a:r>
            <a:endParaRPr sz="600">
              <a:solidFill>
                <a:schemeClr val="hlink"/>
              </a:solidFill>
              <a:highlight>
                <a:srgbClr val="FFFF00"/>
              </a:highlight>
              <a:latin typeface="Arvo"/>
              <a:ea typeface="Arvo"/>
              <a:cs typeface="Arvo"/>
              <a:sym typeface="Arvo"/>
            </a:endParaRPr>
          </a:p>
        </p:txBody>
      </p:sp>
      <p:sp>
        <p:nvSpPr>
          <p:cNvPr id="5989" name="Google Shape;5989;p97"/>
          <p:cNvSpPr txBox="1"/>
          <p:nvPr/>
        </p:nvSpPr>
        <p:spPr>
          <a:xfrm>
            <a:off x="229200" y="2321300"/>
            <a:ext cx="1786200" cy="277200"/>
          </a:xfrm>
          <a:prstGeom prst="rect">
            <a:avLst/>
          </a:prstGeom>
          <a:noFill/>
          <a:ln>
            <a:noFill/>
          </a:ln>
        </p:spPr>
        <p:txBody>
          <a:bodyPr anchorCtr="0" anchor="t" bIns="0" lIns="0" spcFirstLastPara="1" rIns="72000" wrap="square" tIns="0">
            <a:spAutoFit/>
          </a:bodyPr>
          <a:lstStyle/>
          <a:p>
            <a:pPr indent="0" lvl="0" marL="45720" rtl="0" algn="r">
              <a:spcBef>
                <a:spcPts val="0"/>
              </a:spcBef>
              <a:spcAft>
                <a:spcPts val="0"/>
              </a:spcAft>
              <a:buNone/>
            </a:pPr>
            <a:r>
              <a:rPr b="1" lang="es-419" sz="1000">
                <a:solidFill>
                  <a:schemeClr val="dk1"/>
                </a:solidFill>
                <a:latin typeface="Arvo"/>
                <a:ea typeface="Arvo"/>
                <a:cs typeface="Arvo"/>
                <a:sym typeface="Arvo"/>
              </a:rPr>
              <a:t>Cuyo impacto es:             </a:t>
            </a:r>
            <a:r>
              <a:rPr b="1" lang="es-419" sz="1200">
                <a:solidFill>
                  <a:schemeClr val="dk1"/>
                </a:solidFill>
                <a:latin typeface="Arvo"/>
                <a:ea typeface="Arvo"/>
                <a:cs typeface="Arvo"/>
                <a:sym typeface="Arvo"/>
              </a:rPr>
              <a:t> </a:t>
            </a:r>
            <a:r>
              <a:rPr i="1" lang="es-419" sz="600">
                <a:solidFill>
                  <a:schemeClr val="dk1"/>
                </a:solidFill>
                <a:latin typeface="Arvo"/>
                <a:ea typeface="Arvo"/>
                <a:cs typeface="Arvo"/>
                <a:sym typeface="Arvo"/>
              </a:rPr>
              <a:t>&lt;[cuál es el impacto del problema]&gt;</a:t>
            </a:r>
            <a:endParaRPr sz="600">
              <a:solidFill>
                <a:schemeClr val="hlink"/>
              </a:solidFill>
              <a:highlight>
                <a:srgbClr val="FFFF00"/>
              </a:highlight>
              <a:latin typeface="Arvo"/>
              <a:ea typeface="Arvo"/>
              <a:cs typeface="Arvo"/>
              <a:sym typeface="Arvo"/>
            </a:endParaRPr>
          </a:p>
        </p:txBody>
      </p:sp>
      <p:sp>
        <p:nvSpPr>
          <p:cNvPr id="5990" name="Google Shape;5990;p97"/>
          <p:cNvSpPr txBox="1"/>
          <p:nvPr/>
        </p:nvSpPr>
        <p:spPr>
          <a:xfrm>
            <a:off x="108875" y="2765850"/>
            <a:ext cx="1889400" cy="369300"/>
          </a:xfrm>
          <a:prstGeom prst="rect">
            <a:avLst/>
          </a:prstGeom>
          <a:noFill/>
          <a:ln>
            <a:noFill/>
          </a:ln>
        </p:spPr>
        <p:txBody>
          <a:bodyPr anchorCtr="0" anchor="t" bIns="0" lIns="0" spcFirstLastPara="1" rIns="72000" wrap="square" tIns="0">
            <a:spAutoFit/>
          </a:bodyPr>
          <a:lstStyle/>
          <a:p>
            <a:pPr indent="0" lvl="0" marL="45720" rtl="0" algn="r">
              <a:spcBef>
                <a:spcPts val="0"/>
              </a:spcBef>
              <a:spcAft>
                <a:spcPts val="0"/>
              </a:spcAft>
              <a:buNone/>
            </a:pPr>
            <a:r>
              <a:rPr b="1" lang="es-419" sz="1000">
                <a:solidFill>
                  <a:schemeClr val="dk1"/>
                </a:solidFill>
                <a:latin typeface="Arvo"/>
                <a:ea typeface="Arvo"/>
                <a:cs typeface="Arvo"/>
                <a:sym typeface="Arvo"/>
              </a:rPr>
              <a:t>Una solución exitosa sería:                          </a:t>
            </a:r>
            <a:r>
              <a:rPr b="1" lang="es-419" sz="1200">
                <a:solidFill>
                  <a:schemeClr val="dk1"/>
                </a:solidFill>
                <a:latin typeface="Arvo"/>
                <a:ea typeface="Arvo"/>
                <a:cs typeface="Arvo"/>
                <a:sym typeface="Arvo"/>
              </a:rPr>
              <a:t> </a:t>
            </a:r>
            <a:r>
              <a:rPr i="1" lang="es-419" sz="600">
                <a:solidFill>
                  <a:schemeClr val="dk1"/>
                </a:solidFill>
                <a:latin typeface="Arvo"/>
                <a:ea typeface="Arvo"/>
                <a:cs typeface="Arvo"/>
                <a:sym typeface="Arvo"/>
              </a:rPr>
              <a:t>&lt;[enumere algunos beneficios clave de una solución exitosa]&gt;</a:t>
            </a:r>
            <a:endParaRPr sz="600">
              <a:solidFill>
                <a:schemeClr val="hlink"/>
              </a:solidFill>
              <a:highlight>
                <a:srgbClr val="FFFF00"/>
              </a:highlight>
              <a:latin typeface="Arvo"/>
              <a:ea typeface="Arvo"/>
              <a:cs typeface="Arvo"/>
              <a:sym typeface="Arvo"/>
            </a:endParaRPr>
          </a:p>
        </p:txBody>
      </p:sp>
      <p:sp>
        <p:nvSpPr>
          <p:cNvPr id="5991" name="Google Shape;5991;p97"/>
          <p:cNvSpPr txBox="1"/>
          <p:nvPr>
            <p:ph idx="2" type="subTitle"/>
          </p:nvPr>
        </p:nvSpPr>
        <p:spPr>
          <a:xfrm>
            <a:off x="2019800" y="5838650"/>
            <a:ext cx="7742400" cy="383700"/>
          </a:xfrm>
          <a:prstGeom prst="rect">
            <a:avLst/>
          </a:prstGeom>
          <a:noFill/>
          <a:ln>
            <a:noFill/>
          </a:ln>
        </p:spPr>
        <p:txBody>
          <a:bodyPr anchorCtr="0" anchor="ctr" bIns="36000" lIns="36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5992" name="Google Shape;5992;p97"/>
          <p:cNvSpPr txBox="1"/>
          <p:nvPr>
            <p:ph idx="3" type="subTitle"/>
          </p:nvPr>
        </p:nvSpPr>
        <p:spPr>
          <a:xfrm>
            <a:off x="2002125" y="5371850"/>
            <a:ext cx="7742400" cy="383700"/>
          </a:xfrm>
          <a:prstGeom prst="rect">
            <a:avLst/>
          </a:prstGeom>
          <a:noFill/>
          <a:ln>
            <a:noFill/>
          </a:ln>
        </p:spPr>
        <p:txBody>
          <a:bodyPr anchorCtr="0" anchor="ctr" bIns="36000" lIns="36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5993" name="Google Shape;5993;p97"/>
          <p:cNvSpPr txBox="1"/>
          <p:nvPr>
            <p:ph idx="4" type="subTitle"/>
          </p:nvPr>
        </p:nvSpPr>
        <p:spPr>
          <a:xfrm>
            <a:off x="2002125" y="4905050"/>
            <a:ext cx="7742400" cy="383700"/>
          </a:xfrm>
          <a:prstGeom prst="rect">
            <a:avLst/>
          </a:prstGeom>
          <a:noFill/>
          <a:ln>
            <a:noFill/>
          </a:ln>
        </p:spPr>
        <p:txBody>
          <a:bodyPr anchorCtr="0" anchor="ctr" bIns="36000" lIns="36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5994" name="Google Shape;5994;p97"/>
          <p:cNvSpPr txBox="1"/>
          <p:nvPr>
            <p:ph idx="5" type="subTitle"/>
          </p:nvPr>
        </p:nvSpPr>
        <p:spPr>
          <a:xfrm>
            <a:off x="2001800" y="4424163"/>
            <a:ext cx="7742400" cy="383700"/>
          </a:xfrm>
          <a:prstGeom prst="rect">
            <a:avLst/>
          </a:prstGeom>
          <a:noFill/>
          <a:ln>
            <a:noFill/>
          </a:ln>
        </p:spPr>
        <p:txBody>
          <a:bodyPr anchorCtr="0" anchor="ctr" bIns="36000" lIns="36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5995" name="Google Shape;5995;p97"/>
          <p:cNvSpPr txBox="1"/>
          <p:nvPr>
            <p:ph idx="6" type="subTitle"/>
          </p:nvPr>
        </p:nvSpPr>
        <p:spPr>
          <a:xfrm>
            <a:off x="2001800" y="3946275"/>
            <a:ext cx="7742400" cy="383700"/>
          </a:xfrm>
          <a:prstGeom prst="rect">
            <a:avLst/>
          </a:prstGeom>
          <a:noFill/>
          <a:ln>
            <a:noFill/>
          </a:ln>
        </p:spPr>
        <p:txBody>
          <a:bodyPr anchorCtr="0" anchor="ctr" bIns="36000" lIns="36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5996" name="Google Shape;5996;p97"/>
          <p:cNvSpPr txBox="1"/>
          <p:nvPr>
            <p:ph idx="7" type="subTitle"/>
          </p:nvPr>
        </p:nvSpPr>
        <p:spPr>
          <a:xfrm>
            <a:off x="2019800" y="2763138"/>
            <a:ext cx="7742400" cy="383700"/>
          </a:xfrm>
          <a:prstGeom prst="rect">
            <a:avLst/>
          </a:prstGeom>
          <a:noFill/>
          <a:ln>
            <a:noFill/>
          </a:ln>
        </p:spPr>
        <p:txBody>
          <a:bodyPr anchorCtr="0" anchor="ctr" bIns="36000" lIns="36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5997" name="Google Shape;5997;p97"/>
          <p:cNvSpPr txBox="1"/>
          <p:nvPr>
            <p:ph idx="8" type="subTitle"/>
          </p:nvPr>
        </p:nvSpPr>
        <p:spPr>
          <a:xfrm>
            <a:off x="2019800" y="2319863"/>
            <a:ext cx="7742400" cy="383700"/>
          </a:xfrm>
          <a:prstGeom prst="rect">
            <a:avLst/>
          </a:prstGeom>
          <a:noFill/>
          <a:ln>
            <a:noFill/>
          </a:ln>
        </p:spPr>
        <p:txBody>
          <a:bodyPr anchorCtr="0" anchor="ctr" bIns="36000" lIns="36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5998" name="Google Shape;5998;p97"/>
          <p:cNvSpPr txBox="1"/>
          <p:nvPr>
            <p:ph idx="9" type="subTitle"/>
          </p:nvPr>
        </p:nvSpPr>
        <p:spPr>
          <a:xfrm>
            <a:off x="2019800" y="1854638"/>
            <a:ext cx="7742400" cy="383700"/>
          </a:xfrm>
          <a:prstGeom prst="rect">
            <a:avLst/>
          </a:prstGeom>
          <a:noFill/>
          <a:ln>
            <a:noFill/>
          </a:ln>
        </p:spPr>
        <p:txBody>
          <a:bodyPr anchorCtr="0" anchor="ctr" bIns="36000" lIns="36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5999" name="Google Shape;5999;p97"/>
          <p:cNvSpPr txBox="1"/>
          <p:nvPr>
            <p:ph idx="13" type="subTitle"/>
          </p:nvPr>
        </p:nvSpPr>
        <p:spPr>
          <a:xfrm>
            <a:off x="2019800" y="1422763"/>
            <a:ext cx="7742400" cy="383700"/>
          </a:xfrm>
          <a:prstGeom prst="rect">
            <a:avLst/>
          </a:prstGeom>
          <a:noFill/>
          <a:ln>
            <a:noFill/>
          </a:ln>
        </p:spPr>
        <p:txBody>
          <a:bodyPr anchorCtr="0" anchor="ctr" bIns="36000" lIns="36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6000" name="Google Shape;6000;p97"/>
          <p:cNvSpPr txBox="1"/>
          <p:nvPr/>
        </p:nvSpPr>
        <p:spPr>
          <a:xfrm>
            <a:off x="2524025" y="387675"/>
            <a:ext cx="15012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Unid. Organizacional:</a:t>
            </a:r>
            <a:endParaRPr b="1" sz="1100"/>
          </a:p>
        </p:txBody>
      </p:sp>
      <p:sp>
        <p:nvSpPr>
          <p:cNvPr id="6001" name="Google Shape;6001;p97"/>
          <p:cNvSpPr txBox="1"/>
          <p:nvPr/>
        </p:nvSpPr>
        <p:spPr>
          <a:xfrm>
            <a:off x="2524020" y="579550"/>
            <a:ext cx="6846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Alcance:</a:t>
            </a:r>
            <a:endParaRPr b="1" sz="1100"/>
          </a:p>
        </p:txBody>
      </p:sp>
      <p:sp>
        <p:nvSpPr>
          <p:cNvPr id="6002" name="Google Shape;6002;p97"/>
          <p:cNvSpPr txBox="1"/>
          <p:nvPr>
            <p:ph type="title"/>
          </p:nvPr>
        </p:nvSpPr>
        <p:spPr>
          <a:xfrm flipH="1">
            <a:off x="4025374" y="387675"/>
            <a:ext cx="5863200" cy="1692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000"/>
              <a:buNone/>
              <a:defRPr sz="1000">
                <a:solidFill>
                  <a:srgbClr val="000000"/>
                </a:solidFill>
              </a:defRPr>
            </a:lvl1pPr>
            <a:lvl2pPr lvl="1">
              <a:spcBef>
                <a:spcPts val="0"/>
              </a:spcBef>
              <a:spcAft>
                <a:spcPts val="0"/>
              </a:spcAft>
              <a:buClr>
                <a:srgbClr val="000000"/>
              </a:buClr>
              <a:buSzPts val="1000"/>
              <a:buNone/>
              <a:defRPr sz="1000">
                <a:solidFill>
                  <a:srgbClr val="000000"/>
                </a:solidFill>
              </a:defRPr>
            </a:lvl2pPr>
            <a:lvl3pPr lvl="2">
              <a:spcBef>
                <a:spcPts val="0"/>
              </a:spcBef>
              <a:spcAft>
                <a:spcPts val="0"/>
              </a:spcAft>
              <a:buClr>
                <a:srgbClr val="000000"/>
              </a:buClr>
              <a:buSzPts val="1000"/>
              <a:buNone/>
              <a:defRPr sz="1000">
                <a:solidFill>
                  <a:srgbClr val="000000"/>
                </a:solidFill>
              </a:defRPr>
            </a:lvl3pPr>
            <a:lvl4pPr lvl="3">
              <a:spcBef>
                <a:spcPts val="0"/>
              </a:spcBef>
              <a:spcAft>
                <a:spcPts val="0"/>
              </a:spcAft>
              <a:buClr>
                <a:srgbClr val="000000"/>
              </a:buClr>
              <a:buSzPts val="1000"/>
              <a:buNone/>
              <a:defRPr sz="1000">
                <a:solidFill>
                  <a:srgbClr val="000000"/>
                </a:solidFill>
              </a:defRPr>
            </a:lvl4pPr>
            <a:lvl5pPr lvl="4">
              <a:spcBef>
                <a:spcPts val="0"/>
              </a:spcBef>
              <a:spcAft>
                <a:spcPts val="0"/>
              </a:spcAft>
              <a:buClr>
                <a:srgbClr val="000000"/>
              </a:buClr>
              <a:buSzPts val="1000"/>
              <a:buNone/>
              <a:defRPr sz="1000">
                <a:solidFill>
                  <a:srgbClr val="000000"/>
                </a:solidFill>
              </a:defRPr>
            </a:lvl5pPr>
            <a:lvl6pPr lvl="5">
              <a:spcBef>
                <a:spcPts val="0"/>
              </a:spcBef>
              <a:spcAft>
                <a:spcPts val="0"/>
              </a:spcAft>
              <a:buClr>
                <a:srgbClr val="000000"/>
              </a:buClr>
              <a:buSzPts val="1000"/>
              <a:buNone/>
              <a:defRPr sz="1000">
                <a:solidFill>
                  <a:srgbClr val="000000"/>
                </a:solidFill>
              </a:defRPr>
            </a:lvl6pPr>
            <a:lvl7pPr lvl="6">
              <a:spcBef>
                <a:spcPts val="0"/>
              </a:spcBef>
              <a:spcAft>
                <a:spcPts val="0"/>
              </a:spcAft>
              <a:buClr>
                <a:srgbClr val="000000"/>
              </a:buClr>
              <a:buSzPts val="1000"/>
              <a:buNone/>
              <a:defRPr sz="1000">
                <a:solidFill>
                  <a:srgbClr val="000000"/>
                </a:solidFill>
              </a:defRPr>
            </a:lvl7pPr>
            <a:lvl8pPr lvl="7">
              <a:spcBef>
                <a:spcPts val="0"/>
              </a:spcBef>
              <a:spcAft>
                <a:spcPts val="0"/>
              </a:spcAft>
              <a:buClr>
                <a:srgbClr val="000000"/>
              </a:buClr>
              <a:buSzPts val="1000"/>
              <a:buNone/>
              <a:defRPr sz="1000">
                <a:solidFill>
                  <a:srgbClr val="000000"/>
                </a:solidFill>
              </a:defRPr>
            </a:lvl8pPr>
            <a:lvl9pPr lvl="8">
              <a:spcBef>
                <a:spcPts val="0"/>
              </a:spcBef>
              <a:spcAft>
                <a:spcPts val="0"/>
              </a:spcAft>
              <a:buClr>
                <a:srgbClr val="000000"/>
              </a:buClr>
              <a:buSzPts val="1000"/>
              <a:buNone/>
              <a:defRPr sz="1000">
                <a:solidFill>
                  <a:srgbClr val="000000"/>
                </a:solidFill>
              </a:defRPr>
            </a:lvl9pPr>
          </a:lstStyle>
          <a:p/>
        </p:txBody>
      </p:sp>
      <p:sp>
        <p:nvSpPr>
          <p:cNvPr id="6003" name="Google Shape;6003;p97"/>
          <p:cNvSpPr txBox="1"/>
          <p:nvPr>
            <p:ph idx="14" type="title"/>
          </p:nvPr>
        </p:nvSpPr>
        <p:spPr>
          <a:xfrm flipH="1">
            <a:off x="3208773" y="579550"/>
            <a:ext cx="6679800" cy="1692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000"/>
              <a:buNone/>
              <a:defRPr sz="1000">
                <a:solidFill>
                  <a:srgbClr val="000000"/>
                </a:solidFill>
              </a:defRPr>
            </a:lvl1pPr>
            <a:lvl2pPr lvl="1">
              <a:spcBef>
                <a:spcPts val="0"/>
              </a:spcBef>
              <a:spcAft>
                <a:spcPts val="0"/>
              </a:spcAft>
              <a:buClr>
                <a:srgbClr val="000000"/>
              </a:buClr>
              <a:buSzPts val="1000"/>
              <a:buNone/>
              <a:defRPr sz="1000">
                <a:solidFill>
                  <a:srgbClr val="000000"/>
                </a:solidFill>
              </a:defRPr>
            </a:lvl2pPr>
            <a:lvl3pPr lvl="2">
              <a:spcBef>
                <a:spcPts val="0"/>
              </a:spcBef>
              <a:spcAft>
                <a:spcPts val="0"/>
              </a:spcAft>
              <a:buClr>
                <a:srgbClr val="000000"/>
              </a:buClr>
              <a:buSzPts val="1000"/>
              <a:buNone/>
              <a:defRPr sz="1000">
                <a:solidFill>
                  <a:srgbClr val="000000"/>
                </a:solidFill>
              </a:defRPr>
            </a:lvl3pPr>
            <a:lvl4pPr lvl="3">
              <a:spcBef>
                <a:spcPts val="0"/>
              </a:spcBef>
              <a:spcAft>
                <a:spcPts val="0"/>
              </a:spcAft>
              <a:buClr>
                <a:srgbClr val="000000"/>
              </a:buClr>
              <a:buSzPts val="1000"/>
              <a:buNone/>
              <a:defRPr sz="1000">
                <a:solidFill>
                  <a:srgbClr val="000000"/>
                </a:solidFill>
              </a:defRPr>
            </a:lvl4pPr>
            <a:lvl5pPr lvl="4">
              <a:spcBef>
                <a:spcPts val="0"/>
              </a:spcBef>
              <a:spcAft>
                <a:spcPts val="0"/>
              </a:spcAft>
              <a:buClr>
                <a:srgbClr val="000000"/>
              </a:buClr>
              <a:buSzPts val="1000"/>
              <a:buNone/>
              <a:defRPr sz="1000">
                <a:solidFill>
                  <a:srgbClr val="000000"/>
                </a:solidFill>
              </a:defRPr>
            </a:lvl5pPr>
            <a:lvl6pPr lvl="5">
              <a:spcBef>
                <a:spcPts val="0"/>
              </a:spcBef>
              <a:spcAft>
                <a:spcPts val="0"/>
              </a:spcAft>
              <a:buClr>
                <a:srgbClr val="000000"/>
              </a:buClr>
              <a:buSzPts val="1000"/>
              <a:buNone/>
              <a:defRPr sz="1000">
                <a:solidFill>
                  <a:srgbClr val="000000"/>
                </a:solidFill>
              </a:defRPr>
            </a:lvl6pPr>
            <a:lvl7pPr lvl="6">
              <a:spcBef>
                <a:spcPts val="0"/>
              </a:spcBef>
              <a:spcAft>
                <a:spcPts val="0"/>
              </a:spcAft>
              <a:buClr>
                <a:srgbClr val="000000"/>
              </a:buClr>
              <a:buSzPts val="1000"/>
              <a:buNone/>
              <a:defRPr sz="1000">
                <a:solidFill>
                  <a:srgbClr val="000000"/>
                </a:solidFill>
              </a:defRPr>
            </a:lvl7pPr>
            <a:lvl8pPr lvl="7">
              <a:spcBef>
                <a:spcPts val="0"/>
              </a:spcBef>
              <a:spcAft>
                <a:spcPts val="0"/>
              </a:spcAft>
              <a:buClr>
                <a:srgbClr val="000000"/>
              </a:buClr>
              <a:buSzPts val="1000"/>
              <a:buNone/>
              <a:defRPr sz="1000">
                <a:solidFill>
                  <a:srgbClr val="000000"/>
                </a:solidFill>
              </a:defRPr>
            </a:lvl8pPr>
            <a:lvl9pPr lvl="8">
              <a:spcBef>
                <a:spcPts val="0"/>
              </a:spcBef>
              <a:spcAft>
                <a:spcPts val="0"/>
              </a:spcAft>
              <a:buClr>
                <a:srgbClr val="000000"/>
              </a:buClr>
              <a:buSzPts val="1000"/>
              <a:buNone/>
              <a:defRPr sz="1000">
                <a:solidFill>
                  <a:srgbClr val="000000"/>
                </a:solidFill>
              </a:defRPr>
            </a:lvl9pPr>
          </a:lstStyle>
          <a:p/>
        </p:txBody>
      </p:sp>
      <p:sp>
        <p:nvSpPr>
          <p:cNvPr id="6004" name="Google Shape;6004;p97"/>
          <p:cNvSpPr txBox="1"/>
          <p:nvPr>
            <p:ph idx="15" type="body"/>
          </p:nvPr>
        </p:nvSpPr>
        <p:spPr>
          <a:xfrm>
            <a:off x="641150" y="612125"/>
            <a:ext cx="1770300" cy="160500"/>
          </a:xfrm>
          <a:prstGeom prst="rect">
            <a:avLst/>
          </a:prstGeom>
          <a:noFill/>
          <a:ln>
            <a:noFill/>
          </a:ln>
        </p:spPr>
        <p:txBody>
          <a:bodyPr anchorCtr="0" anchor="t" bIns="0" lIns="0" spcFirstLastPara="1" rIns="0" wrap="square" tIns="0">
            <a:noAutofit/>
          </a:bodyPr>
          <a:lstStyle>
            <a:lvl1pPr indent="-292100" lvl="0" marL="457200" algn="ctr">
              <a:spcBef>
                <a:spcPts val="0"/>
              </a:spcBef>
              <a:spcAft>
                <a:spcPts val="0"/>
              </a:spcAft>
              <a:buClr>
                <a:srgbClr val="FFFFFF"/>
              </a:buClr>
              <a:buSzPts val="1000"/>
              <a:buChar char="●"/>
              <a:defRPr sz="1000">
                <a:solidFill>
                  <a:srgbClr val="FFFFFF"/>
                </a:solidFill>
              </a:defRPr>
            </a:lvl1pPr>
            <a:lvl2pPr indent="-292100" lvl="1" marL="914400" algn="ctr">
              <a:spcBef>
                <a:spcPts val="0"/>
              </a:spcBef>
              <a:spcAft>
                <a:spcPts val="0"/>
              </a:spcAft>
              <a:buClr>
                <a:srgbClr val="FFFFFF"/>
              </a:buClr>
              <a:buSzPts val="1000"/>
              <a:buChar char="○"/>
              <a:defRPr sz="1000">
                <a:solidFill>
                  <a:srgbClr val="FFFFFF"/>
                </a:solidFill>
              </a:defRPr>
            </a:lvl2pPr>
            <a:lvl3pPr indent="-292100" lvl="2" marL="1371600" algn="ctr">
              <a:spcBef>
                <a:spcPts val="0"/>
              </a:spcBef>
              <a:spcAft>
                <a:spcPts val="0"/>
              </a:spcAft>
              <a:buClr>
                <a:srgbClr val="FFFFFF"/>
              </a:buClr>
              <a:buSzPts val="1000"/>
              <a:buChar char="■"/>
              <a:defRPr sz="1000">
                <a:solidFill>
                  <a:srgbClr val="FFFFFF"/>
                </a:solidFill>
              </a:defRPr>
            </a:lvl3pPr>
            <a:lvl4pPr indent="-292100" lvl="3" marL="1828800" algn="ctr">
              <a:spcBef>
                <a:spcPts val="0"/>
              </a:spcBef>
              <a:spcAft>
                <a:spcPts val="0"/>
              </a:spcAft>
              <a:buClr>
                <a:srgbClr val="FFFFFF"/>
              </a:buClr>
              <a:buSzPts val="1000"/>
              <a:buChar char="●"/>
              <a:defRPr sz="1000">
                <a:solidFill>
                  <a:srgbClr val="FFFFFF"/>
                </a:solidFill>
              </a:defRPr>
            </a:lvl4pPr>
            <a:lvl5pPr indent="-292100" lvl="4" marL="2286000" algn="ctr">
              <a:spcBef>
                <a:spcPts val="0"/>
              </a:spcBef>
              <a:spcAft>
                <a:spcPts val="0"/>
              </a:spcAft>
              <a:buClr>
                <a:srgbClr val="FFFFFF"/>
              </a:buClr>
              <a:buSzPts val="1000"/>
              <a:buChar char="○"/>
              <a:defRPr sz="1000">
                <a:solidFill>
                  <a:srgbClr val="FFFFFF"/>
                </a:solidFill>
              </a:defRPr>
            </a:lvl5pPr>
            <a:lvl6pPr indent="-292100" lvl="5" marL="2743200" algn="ctr">
              <a:spcBef>
                <a:spcPts val="0"/>
              </a:spcBef>
              <a:spcAft>
                <a:spcPts val="0"/>
              </a:spcAft>
              <a:buClr>
                <a:srgbClr val="FFFFFF"/>
              </a:buClr>
              <a:buSzPts val="1000"/>
              <a:buChar char="■"/>
              <a:defRPr sz="1000">
                <a:solidFill>
                  <a:srgbClr val="FFFFFF"/>
                </a:solidFill>
              </a:defRPr>
            </a:lvl6pPr>
            <a:lvl7pPr indent="-292100" lvl="6" marL="3200400" algn="ctr">
              <a:spcBef>
                <a:spcPts val="0"/>
              </a:spcBef>
              <a:spcAft>
                <a:spcPts val="0"/>
              </a:spcAft>
              <a:buClr>
                <a:srgbClr val="FFFFFF"/>
              </a:buClr>
              <a:buSzPts val="1000"/>
              <a:buChar char="●"/>
              <a:defRPr sz="1000">
                <a:solidFill>
                  <a:srgbClr val="FFFFFF"/>
                </a:solidFill>
              </a:defRPr>
            </a:lvl7pPr>
            <a:lvl8pPr indent="-292100" lvl="7" marL="3657600" algn="ctr">
              <a:spcBef>
                <a:spcPts val="0"/>
              </a:spcBef>
              <a:spcAft>
                <a:spcPts val="0"/>
              </a:spcAft>
              <a:buClr>
                <a:srgbClr val="FFFFFF"/>
              </a:buClr>
              <a:buSzPts val="1000"/>
              <a:buChar char="○"/>
              <a:defRPr sz="1000">
                <a:solidFill>
                  <a:srgbClr val="FFFFFF"/>
                </a:solidFill>
              </a:defRPr>
            </a:lvl8pPr>
            <a:lvl9pPr indent="-292100" lvl="8" marL="4114800" algn="ctr">
              <a:spcBef>
                <a:spcPts val="0"/>
              </a:spcBef>
              <a:spcAft>
                <a:spcPts val="0"/>
              </a:spcAft>
              <a:buClr>
                <a:srgbClr val="FFFFFF"/>
              </a:buClr>
              <a:buSzPts val="1000"/>
              <a:buChar char="■"/>
              <a:defRPr sz="1000">
                <a:solidFill>
                  <a:srgbClr val="FFFFFF"/>
                </a:solidFill>
              </a:defRPr>
            </a:lvl9pPr>
          </a:lstStyle>
          <a:p/>
        </p:txBody>
      </p:sp>
      <p:sp>
        <p:nvSpPr>
          <p:cNvPr id="6005" name="Google Shape;6005;p97"/>
          <p:cNvSpPr txBox="1"/>
          <p:nvPr/>
        </p:nvSpPr>
        <p:spPr>
          <a:xfrm>
            <a:off x="84825" y="598125"/>
            <a:ext cx="595500" cy="205800"/>
          </a:xfrm>
          <a:prstGeom prst="rect">
            <a:avLst/>
          </a:prstGeom>
          <a:noFill/>
          <a:ln>
            <a:noFill/>
          </a:ln>
        </p:spPr>
        <p:txBody>
          <a:bodyPr anchorCtr="0" anchor="t" bIns="18000" lIns="18000" spcFirstLastPara="1" rIns="18000" wrap="square" tIns="18000">
            <a:spAutoFit/>
          </a:bodyPr>
          <a:lstStyle/>
          <a:p>
            <a:pPr indent="0" lvl="0" marL="0" rtl="0" algn="l">
              <a:spcBef>
                <a:spcPts val="0"/>
              </a:spcBef>
              <a:spcAft>
                <a:spcPts val="0"/>
              </a:spcAft>
              <a:buNone/>
            </a:pPr>
            <a:r>
              <a:rPr lang="es-419" sz="1100">
                <a:solidFill>
                  <a:srgbClr val="FFFFFF"/>
                </a:solidFill>
              </a:rPr>
              <a:t>Nombre:</a:t>
            </a:r>
            <a:endParaRPr sz="1100">
              <a:solidFill>
                <a:srgbClr val="FFFFFF"/>
              </a:solidFill>
            </a:endParaRPr>
          </a:p>
        </p:txBody>
      </p:sp>
    </p:spTree>
  </p:cSld>
  <p:clrMapOvr>
    <a:masterClrMapping/>
  </p:clrMapOvr>
</p:sldLayout>
</file>

<file path=ppt/slideLayouts/slideLayout9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2 Perfil Stakeholders">
  <p:cSld name="TITLE_3_6_1_1_1_1_1_1_1_1">
    <p:spTree>
      <p:nvGrpSpPr>
        <p:cNvPr id="6006" name="Shape 6006"/>
        <p:cNvGrpSpPr/>
        <p:nvPr/>
      </p:nvGrpSpPr>
      <p:grpSpPr>
        <a:xfrm>
          <a:off x="0" y="0"/>
          <a:ext cx="0" cy="0"/>
          <a:chOff x="0" y="0"/>
          <a:chExt cx="0" cy="0"/>
        </a:xfrm>
      </p:grpSpPr>
      <p:sp>
        <p:nvSpPr>
          <p:cNvPr id="6007" name="Google Shape;6007;p98"/>
          <p:cNvSpPr/>
          <p:nvPr/>
        </p:nvSpPr>
        <p:spPr>
          <a:xfrm>
            <a:off x="97888" y="377012"/>
            <a:ext cx="9893400" cy="296700"/>
          </a:xfrm>
          <a:prstGeom prst="roundRect">
            <a:avLst>
              <a:gd fmla="val 22902" name="adj"/>
            </a:avLst>
          </a:prstGeom>
          <a:solidFill>
            <a:srgbClr val="F3F3F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6008" name="Google Shape;6008;p98"/>
          <p:cNvSpPr/>
          <p:nvPr/>
        </p:nvSpPr>
        <p:spPr>
          <a:xfrm>
            <a:off x="77688" y="358938"/>
            <a:ext cx="9935700" cy="6438000"/>
          </a:xfrm>
          <a:prstGeom prst="roundRect">
            <a:avLst>
              <a:gd fmla="val 2618" name="adj"/>
            </a:avLst>
          </a:prstGeom>
          <a:solidFill>
            <a:srgbClr val="FFFFFF"/>
          </a:solidFill>
          <a:ln cap="flat" cmpd="sng" w="38100">
            <a:solidFill>
              <a:srgbClr val="000000"/>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009" name="Google Shape;6009;p98"/>
          <p:cNvCxnSpPr/>
          <p:nvPr/>
        </p:nvCxnSpPr>
        <p:spPr>
          <a:xfrm>
            <a:off x="77688" y="772614"/>
            <a:ext cx="9935700" cy="0"/>
          </a:xfrm>
          <a:prstGeom prst="straightConnector1">
            <a:avLst/>
          </a:prstGeom>
          <a:noFill/>
          <a:ln cap="flat" cmpd="sng" w="19050">
            <a:solidFill>
              <a:srgbClr val="000000"/>
            </a:solidFill>
            <a:prstDash val="solid"/>
            <a:round/>
            <a:headEnd len="med" w="med" type="none"/>
            <a:tailEnd len="med" w="med" type="none"/>
          </a:ln>
        </p:spPr>
      </p:cxnSp>
      <p:cxnSp>
        <p:nvCxnSpPr>
          <p:cNvPr id="6010" name="Google Shape;6010;p98"/>
          <p:cNvCxnSpPr/>
          <p:nvPr/>
        </p:nvCxnSpPr>
        <p:spPr>
          <a:xfrm rot="10800000">
            <a:off x="2439038" y="368188"/>
            <a:ext cx="0" cy="402300"/>
          </a:xfrm>
          <a:prstGeom prst="straightConnector1">
            <a:avLst/>
          </a:prstGeom>
          <a:noFill/>
          <a:ln cap="flat" cmpd="sng" w="19050">
            <a:solidFill>
              <a:srgbClr val="000000"/>
            </a:solidFill>
            <a:prstDash val="solid"/>
            <a:round/>
            <a:headEnd len="med" w="med" type="none"/>
            <a:tailEnd len="med" w="med" type="none"/>
          </a:ln>
        </p:spPr>
      </p:cxnSp>
      <p:sp>
        <p:nvSpPr>
          <p:cNvPr id="6011" name="Google Shape;6011;p98"/>
          <p:cNvSpPr/>
          <p:nvPr/>
        </p:nvSpPr>
        <p:spPr>
          <a:xfrm>
            <a:off x="77688" y="349338"/>
            <a:ext cx="2361300" cy="421200"/>
          </a:xfrm>
          <a:prstGeom prst="roundRect">
            <a:avLst>
              <a:gd fmla="val 50000" name="adj"/>
            </a:avLst>
          </a:prstGeom>
          <a:solidFill>
            <a:srgbClr val="000000"/>
          </a:solidFill>
          <a:ln cap="flat" cmpd="sng" w="9525">
            <a:solidFill>
              <a:srgbClr val="000000"/>
            </a:solidFill>
            <a:prstDash val="solid"/>
            <a:round/>
            <a:headEnd len="sm" w="sm" type="none"/>
            <a:tailEnd len="sm" w="sm" type="none"/>
          </a:ln>
        </p:spPr>
        <p:txBody>
          <a:bodyPr anchorCtr="0" anchor="ctr" bIns="91425" lIns="0" spcFirstLastPara="1" rIns="0" wrap="square" tIns="91425">
            <a:noAutofit/>
          </a:bodyPr>
          <a:lstStyle/>
          <a:p>
            <a:pPr indent="0" lvl="0" marL="0" rtl="0" algn="ctr">
              <a:spcBef>
                <a:spcPts val="0"/>
              </a:spcBef>
              <a:spcAft>
                <a:spcPts val="0"/>
              </a:spcAft>
              <a:buNone/>
            </a:pPr>
            <a:r>
              <a:rPr b="1" lang="es-419" sz="1100">
                <a:solidFill>
                  <a:srgbClr val="FFFFFF"/>
                </a:solidFill>
              </a:rPr>
              <a:t>Perfil Stakeholders</a:t>
            </a:r>
            <a:endParaRPr b="1" sz="1100">
              <a:solidFill>
                <a:srgbClr val="FFFFFF"/>
              </a:solidFill>
            </a:endParaRPr>
          </a:p>
          <a:p>
            <a:pPr indent="0" lvl="0" marL="0" rtl="0" algn="ctr">
              <a:spcBef>
                <a:spcPts val="0"/>
              </a:spcBef>
              <a:spcAft>
                <a:spcPts val="0"/>
              </a:spcAft>
              <a:buNone/>
            </a:pPr>
            <a:r>
              <a:t/>
            </a:r>
            <a:endParaRPr b="1" sz="1200">
              <a:solidFill>
                <a:srgbClr val="FFFFFF"/>
              </a:solidFill>
            </a:endParaRPr>
          </a:p>
        </p:txBody>
      </p:sp>
      <p:sp>
        <p:nvSpPr>
          <p:cNvPr id="6012" name="Google Shape;6012;p98"/>
          <p:cNvSpPr/>
          <p:nvPr/>
        </p:nvSpPr>
        <p:spPr>
          <a:xfrm>
            <a:off x="83988" y="595504"/>
            <a:ext cx="190200" cy="1692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3" name="Google Shape;6013;p98"/>
          <p:cNvSpPr/>
          <p:nvPr/>
        </p:nvSpPr>
        <p:spPr>
          <a:xfrm>
            <a:off x="2350598" y="358950"/>
            <a:ext cx="88500" cy="4023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4" name="Google Shape;6014;p98"/>
          <p:cNvSpPr/>
          <p:nvPr/>
        </p:nvSpPr>
        <p:spPr>
          <a:xfrm>
            <a:off x="2277739" y="663750"/>
            <a:ext cx="88500" cy="1089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5" name="Google Shape;6015;p98"/>
          <p:cNvSpPr/>
          <p:nvPr/>
        </p:nvSpPr>
        <p:spPr>
          <a:xfrm>
            <a:off x="3477925" y="1091465"/>
            <a:ext cx="6172500" cy="554100"/>
          </a:xfrm>
          <a:prstGeom prst="roundRect">
            <a:avLst>
              <a:gd fmla="val 6541"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6" name="Google Shape;6016;p98"/>
          <p:cNvSpPr txBox="1"/>
          <p:nvPr/>
        </p:nvSpPr>
        <p:spPr>
          <a:xfrm>
            <a:off x="454807" y="1057862"/>
            <a:ext cx="3000000" cy="540000"/>
          </a:xfrm>
          <a:prstGeom prst="rect">
            <a:avLst/>
          </a:prstGeom>
          <a:noFill/>
          <a:ln>
            <a:noFill/>
          </a:ln>
        </p:spPr>
        <p:txBody>
          <a:bodyPr anchorCtr="0" anchor="t" bIns="54000" lIns="54000" spcFirstLastPara="1" rIns="54000" wrap="square" tIns="54000">
            <a:spAutoFit/>
          </a:bodyPr>
          <a:lstStyle/>
          <a:p>
            <a:pPr indent="0" lvl="0" marL="0" rtl="0" algn="r">
              <a:spcBef>
                <a:spcPts val="0"/>
              </a:spcBef>
              <a:spcAft>
                <a:spcPts val="0"/>
              </a:spcAft>
              <a:buNone/>
            </a:pPr>
            <a:r>
              <a:rPr b="1" lang="es-419" sz="1000">
                <a:solidFill>
                  <a:schemeClr val="dk1"/>
                </a:solidFill>
                <a:latin typeface="Arvo"/>
                <a:ea typeface="Arvo"/>
                <a:cs typeface="Arvo"/>
                <a:sym typeface="Arvo"/>
              </a:rPr>
              <a:t>Representante </a:t>
            </a:r>
            <a:endParaRPr b="1" sz="1000">
              <a:solidFill>
                <a:schemeClr val="dk1"/>
              </a:solidFill>
              <a:latin typeface="Arvo"/>
              <a:ea typeface="Arvo"/>
              <a:cs typeface="Arvo"/>
              <a:sym typeface="Arvo"/>
            </a:endParaRPr>
          </a:p>
          <a:p>
            <a:pPr indent="0" lvl="0" marL="0" rtl="0" algn="r">
              <a:spcBef>
                <a:spcPts val="0"/>
              </a:spcBef>
              <a:spcAft>
                <a:spcPts val="0"/>
              </a:spcAft>
              <a:buNone/>
            </a:pPr>
            <a:r>
              <a:rPr i="1" lang="es-419" sz="600">
                <a:solidFill>
                  <a:schemeClr val="dk1"/>
                </a:solidFill>
                <a:latin typeface="Arvo"/>
                <a:ea typeface="Arvo"/>
                <a:cs typeface="Arvo"/>
                <a:sym typeface="Arvo"/>
              </a:rPr>
              <a:t>&lt;[Quién es el representante de las partes interesadas del proyecto?  (Esto es opcional, si está documentado en otro lugar.) Lo que queremos aquí son nombres.]&gt;</a:t>
            </a:r>
            <a:endParaRPr i="1" sz="600">
              <a:solidFill>
                <a:schemeClr val="dk1"/>
              </a:solidFill>
              <a:latin typeface="Arvo"/>
              <a:ea typeface="Arvo"/>
              <a:cs typeface="Arvo"/>
              <a:sym typeface="Arvo"/>
            </a:endParaRPr>
          </a:p>
        </p:txBody>
      </p:sp>
      <p:sp>
        <p:nvSpPr>
          <p:cNvPr id="6017" name="Google Shape;6017;p98"/>
          <p:cNvSpPr txBox="1"/>
          <p:nvPr/>
        </p:nvSpPr>
        <p:spPr>
          <a:xfrm>
            <a:off x="480000" y="1771845"/>
            <a:ext cx="3000000" cy="431100"/>
          </a:xfrm>
          <a:prstGeom prst="rect">
            <a:avLst/>
          </a:prstGeom>
          <a:noFill/>
          <a:ln>
            <a:noFill/>
          </a:ln>
        </p:spPr>
        <p:txBody>
          <a:bodyPr anchorCtr="0" anchor="t" bIns="91425" lIns="91425" spcFirstLastPara="1" rIns="91425" wrap="square" tIns="91425">
            <a:spAutoFit/>
          </a:bodyPr>
          <a:lstStyle/>
          <a:p>
            <a:pPr indent="0" lvl="0" marL="0" rtl="0" algn="r">
              <a:spcBef>
                <a:spcPts val="0"/>
              </a:spcBef>
              <a:spcAft>
                <a:spcPts val="0"/>
              </a:spcAft>
              <a:buNone/>
            </a:pPr>
            <a:r>
              <a:rPr b="1" lang="es-419" sz="1000">
                <a:solidFill>
                  <a:schemeClr val="dk1"/>
                </a:solidFill>
                <a:latin typeface="Arvo"/>
                <a:ea typeface="Arvo"/>
                <a:cs typeface="Arvo"/>
                <a:sym typeface="Arvo"/>
              </a:rPr>
              <a:t>Descripción</a:t>
            </a:r>
            <a:endParaRPr b="1" sz="1000">
              <a:solidFill>
                <a:schemeClr val="dk1"/>
              </a:solidFill>
              <a:latin typeface="Roboto"/>
              <a:ea typeface="Roboto"/>
              <a:cs typeface="Roboto"/>
              <a:sym typeface="Roboto"/>
            </a:endParaRPr>
          </a:p>
          <a:p>
            <a:pPr indent="0" lvl="0" marL="0" rtl="0" algn="r">
              <a:spcBef>
                <a:spcPts val="0"/>
              </a:spcBef>
              <a:spcAft>
                <a:spcPts val="0"/>
              </a:spcAft>
              <a:buNone/>
            </a:pPr>
            <a:r>
              <a:rPr i="1" lang="es-419" sz="600">
                <a:solidFill>
                  <a:schemeClr val="dk1"/>
                </a:solidFill>
                <a:latin typeface="Arvo"/>
                <a:ea typeface="Arvo"/>
                <a:cs typeface="Arvo"/>
                <a:sym typeface="Arvo"/>
              </a:rPr>
              <a:t>&lt;[Breve descripción del tipo de actor.]&gt;</a:t>
            </a:r>
            <a:endParaRPr i="1"/>
          </a:p>
        </p:txBody>
      </p:sp>
      <p:sp>
        <p:nvSpPr>
          <p:cNvPr id="6018" name="Google Shape;6018;p98"/>
          <p:cNvSpPr txBox="1"/>
          <p:nvPr/>
        </p:nvSpPr>
        <p:spPr>
          <a:xfrm>
            <a:off x="480000" y="2432750"/>
            <a:ext cx="3000000" cy="431100"/>
          </a:xfrm>
          <a:prstGeom prst="rect">
            <a:avLst/>
          </a:prstGeom>
          <a:noFill/>
          <a:ln>
            <a:noFill/>
          </a:ln>
        </p:spPr>
        <p:txBody>
          <a:bodyPr anchorCtr="0" anchor="t" bIns="91425" lIns="91425" spcFirstLastPara="1" rIns="91425" wrap="square" tIns="91425">
            <a:spAutoFit/>
          </a:bodyPr>
          <a:lstStyle/>
          <a:p>
            <a:pPr indent="0" lvl="0" marL="0" rtl="0" algn="r">
              <a:spcBef>
                <a:spcPts val="0"/>
              </a:spcBef>
              <a:spcAft>
                <a:spcPts val="0"/>
              </a:spcAft>
              <a:buNone/>
            </a:pPr>
            <a:r>
              <a:rPr b="1" lang="es-419" sz="1000">
                <a:solidFill>
                  <a:schemeClr val="dk1"/>
                </a:solidFill>
                <a:latin typeface="Arvo"/>
                <a:ea typeface="Arvo"/>
                <a:cs typeface="Arvo"/>
                <a:sym typeface="Arvo"/>
              </a:rPr>
              <a:t>Tipo</a:t>
            </a:r>
            <a:endParaRPr b="1" sz="1000">
              <a:solidFill>
                <a:schemeClr val="dk1"/>
              </a:solidFill>
              <a:latin typeface="Arvo"/>
              <a:ea typeface="Arvo"/>
              <a:cs typeface="Arvo"/>
              <a:sym typeface="Arvo"/>
            </a:endParaRPr>
          </a:p>
          <a:p>
            <a:pPr indent="0" lvl="0" marL="0" rtl="0" algn="r">
              <a:spcBef>
                <a:spcPts val="0"/>
              </a:spcBef>
              <a:spcAft>
                <a:spcPts val="0"/>
              </a:spcAft>
              <a:buNone/>
            </a:pPr>
            <a:r>
              <a:rPr i="1" lang="es-419" sz="600">
                <a:solidFill>
                  <a:schemeClr val="dk1"/>
                </a:solidFill>
                <a:latin typeface="Arvo"/>
                <a:ea typeface="Arvo"/>
                <a:cs typeface="Arvo"/>
                <a:sym typeface="Arvo"/>
              </a:rPr>
              <a:t>&lt;[Califique la experiencia y los antecedentes de las partes interesadas]&gt;</a:t>
            </a:r>
            <a:endParaRPr i="1"/>
          </a:p>
        </p:txBody>
      </p:sp>
      <p:sp>
        <p:nvSpPr>
          <p:cNvPr id="6019" name="Google Shape;6019;p98"/>
          <p:cNvSpPr txBox="1"/>
          <p:nvPr/>
        </p:nvSpPr>
        <p:spPr>
          <a:xfrm>
            <a:off x="480000" y="3063356"/>
            <a:ext cx="3000000" cy="615600"/>
          </a:xfrm>
          <a:prstGeom prst="rect">
            <a:avLst/>
          </a:prstGeom>
          <a:noFill/>
          <a:ln>
            <a:noFill/>
          </a:ln>
        </p:spPr>
        <p:txBody>
          <a:bodyPr anchorCtr="0" anchor="t" bIns="91425" lIns="91425" spcFirstLastPara="1" rIns="91425" wrap="square" tIns="91425">
            <a:spAutoFit/>
          </a:bodyPr>
          <a:lstStyle/>
          <a:p>
            <a:pPr indent="0" lvl="0" marL="0" rtl="0" algn="r">
              <a:spcBef>
                <a:spcPts val="0"/>
              </a:spcBef>
              <a:spcAft>
                <a:spcPts val="0"/>
              </a:spcAft>
              <a:buNone/>
            </a:pPr>
            <a:r>
              <a:rPr b="1" lang="es-419" sz="1000">
                <a:solidFill>
                  <a:schemeClr val="dk1"/>
                </a:solidFill>
                <a:latin typeface="Arvo"/>
                <a:ea typeface="Arvo"/>
                <a:cs typeface="Arvo"/>
                <a:sym typeface="Arvo"/>
              </a:rPr>
              <a:t>Responsabilidades </a:t>
            </a:r>
            <a:endParaRPr b="1" sz="1000">
              <a:solidFill>
                <a:schemeClr val="dk1"/>
              </a:solidFill>
              <a:latin typeface="Arvo"/>
              <a:ea typeface="Arvo"/>
              <a:cs typeface="Arvo"/>
              <a:sym typeface="Arvo"/>
            </a:endParaRPr>
          </a:p>
          <a:p>
            <a:pPr indent="0" lvl="0" marL="0" rtl="0" algn="r">
              <a:spcBef>
                <a:spcPts val="0"/>
              </a:spcBef>
              <a:spcAft>
                <a:spcPts val="0"/>
              </a:spcAft>
              <a:buNone/>
            </a:pPr>
            <a:r>
              <a:rPr i="1" lang="es-419" sz="600">
                <a:solidFill>
                  <a:schemeClr val="dk1"/>
                </a:solidFill>
                <a:latin typeface="Arvo"/>
                <a:ea typeface="Arvo"/>
                <a:cs typeface="Arvo"/>
                <a:sym typeface="Arvo"/>
              </a:rPr>
              <a:t>&lt;[Enumere las responsabilidades clave de la parte interesada con respecto a los cambios que se están realizando, es decir, su interes como parte interesada .]&gt;</a:t>
            </a:r>
            <a:endParaRPr i="1"/>
          </a:p>
        </p:txBody>
      </p:sp>
      <p:sp>
        <p:nvSpPr>
          <p:cNvPr id="6020" name="Google Shape;6020;p98"/>
          <p:cNvSpPr txBox="1"/>
          <p:nvPr/>
        </p:nvSpPr>
        <p:spPr>
          <a:xfrm>
            <a:off x="480000" y="3771590"/>
            <a:ext cx="3000000" cy="431100"/>
          </a:xfrm>
          <a:prstGeom prst="rect">
            <a:avLst/>
          </a:prstGeom>
          <a:noFill/>
          <a:ln>
            <a:noFill/>
          </a:ln>
        </p:spPr>
        <p:txBody>
          <a:bodyPr anchorCtr="0" anchor="t" bIns="91425" lIns="91425" spcFirstLastPara="1" rIns="91425" wrap="square" tIns="91425">
            <a:spAutoFit/>
          </a:bodyPr>
          <a:lstStyle/>
          <a:p>
            <a:pPr indent="0" lvl="0" marL="0" rtl="0" algn="r">
              <a:spcBef>
                <a:spcPts val="0"/>
              </a:spcBef>
              <a:spcAft>
                <a:spcPts val="0"/>
              </a:spcAft>
              <a:buNone/>
            </a:pPr>
            <a:r>
              <a:rPr b="1" lang="es-419" sz="1000">
                <a:solidFill>
                  <a:schemeClr val="dk1"/>
                </a:solidFill>
                <a:latin typeface="Arvo"/>
                <a:ea typeface="Arvo"/>
                <a:cs typeface="Arvo"/>
                <a:sym typeface="Arvo"/>
              </a:rPr>
              <a:t>Criterios de Éxito</a:t>
            </a:r>
            <a:endParaRPr b="1" sz="1000">
              <a:solidFill>
                <a:schemeClr val="dk1"/>
              </a:solidFill>
              <a:latin typeface="Arvo"/>
              <a:ea typeface="Arvo"/>
              <a:cs typeface="Arvo"/>
              <a:sym typeface="Arvo"/>
            </a:endParaRPr>
          </a:p>
          <a:p>
            <a:pPr indent="0" lvl="0" marL="0" rtl="0" algn="r">
              <a:spcBef>
                <a:spcPts val="0"/>
              </a:spcBef>
              <a:spcAft>
                <a:spcPts val="0"/>
              </a:spcAft>
              <a:buNone/>
            </a:pPr>
            <a:r>
              <a:rPr i="1" lang="es-419" sz="600">
                <a:solidFill>
                  <a:schemeClr val="dk1"/>
                </a:solidFill>
                <a:latin typeface="Arvo"/>
                <a:ea typeface="Arvo"/>
                <a:cs typeface="Arvo"/>
                <a:sym typeface="Arvo"/>
              </a:rPr>
              <a:t>&lt;[¿Cómo define el actor el éxito?¿Cómo se recompensa el interesado?]&gt;</a:t>
            </a:r>
            <a:endParaRPr i="1"/>
          </a:p>
        </p:txBody>
      </p:sp>
      <p:sp>
        <p:nvSpPr>
          <p:cNvPr id="6021" name="Google Shape;6021;p98"/>
          <p:cNvSpPr txBox="1"/>
          <p:nvPr/>
        </p:nvSpPr>
        <p:spPr>
          <a:xfrm>
            <a:off x="480000" y="4432197"/>
            <a:ext cx="3000000" cy="615600"/>
          </a:xfrm>
          <a:prstGeom prst="rect">
            <a:avLst/>
          </a:prstGeom>
          <a:noFill/>
          <a:ln>
            <a:noFill/>
          </a:ln>
        </p:spPr>
        <p:txBody>
          <a:bodyPr anchorCtr="0" anchor="t" bIns="91425" lIns="91425" spcFirstLastPara="1" rIns="91425" wrap="square" tIns="91425">
            <a:spAutoFit/>
          </a:bodyPr>
          <a:lstStyle/>
          <a:p>
            <a:pPr indent="0" lvl="0" marL="0" rtl="0" algn="r">
              <a:spcBef>
                <a:spcPts val="0"/>
              </a:spcBef>
              <a:spcAft>
                <a:spcPts val="0"/>
              </a:spcAft>
              <a:buNone/>
            </a:pPr>
            <a:r>
              <a:rPr b="1" lang="es-419" sz="1000">
                <a:solidFill>
                  <a:schemeClr val="dk1"/>
                </a:solidFill>
                <a:latin typeface="Arvo"/>
                <a:ea typeface="Arvo"/>
                <a:cs typeface="Arvo"/>
                <a:sym typeface="Arvo"/>
              </a:rPr>
              <a:t>Intervención</a:t>
            </a:r>
            <a:endParaRPr b="1" sz="1000">
              <a:solidFill>
                <a:schemeClr val="dk1"/>
              </a:solidFill>
              <a:latin typeface="Arvo"/>
              <a:ea typeface="Arvo"/>
              <a:cs typeface="Arvo"/>
              <a:sym typeface="Arvo"/>
            </a:endParaRPr>
          </a:p>
          <a:p>
            <a:pPr indent="0" lvl="0" marL="0" rtl="0" algn="r">
              <a:spcBef>
                <a:spcPts val="0"/>
              </a:spcBef>
              <a:spcAft>
                <a:spcPts val="0"/>
              </a:spcAft>
              <a:buNone/>
            </a:pPr>
            <a:r>
              <a:rPr i="1" lang="es-419" sz="600">
                <a:solidFill>
                  <a:schemeClr val="dk1"/>
                </a:solidFill>
                <a:latin typeface="Arvo"/>
                <a:ea typeface="Arvo"/>
                <a:cs typeface="Arvo"/>
                <a:sym typeface="Arvo"/>
              </a:rPr>
              <a:t> &lt;[</a:t>
            </a:r>
            <a:r>
              <a:rPr i="1" lang="es-419" sz="600">
                <a:solidFill>
                  <a:srgbClr val="202124"/>
                </a:solidFill>
                <a:latin typeface="Arvo"/>
                <a:ea typeface="Arvo"/>
                <a:cs typeface="Arvo"/>
                <a:sym typeface="Arvo"/>
              </a:rPr>
              <a:t>¿Cómo participa la parte interesada en el proyecto? Relacionarse, cuando sea posible, con los roles de Rational Unified Process, es decir, Revisor de modelos de casos de uso empresarial, etc.</a:t>
            </a:r>
            <a:r>
              <a:rPr i="1" lang="es-419" sz="600">
                <a:solidFill>
                  <a:schemeClr val="dk1"/>
                </a:solidFill>
                <a:latin typeface="Arvo"/>
                <a:ea typeface="Arvo"/>
                <a:cs typeface="Arvo"/>
                <a:sym typeface="Arvo"/>
              </a:rPr>
              <a:t>]&gt;</a:t>
            </a:r>
            <a:endParaRPr i="1"/>
          </a:p>
        </p:txBody>
      </p:sp>
      <p:sp>
        <p:nvSpPr>
          <p:cNvPr id="6022" name="Google Shape;6022;p98"/>
          <p:cNvSpPr txBox="1"/>
          <p:nvPr/>
        </p:nvSpPr>
        <p:spPr>
          <a:xfrm>
            <a:off x="480000" y="5105400"/>
            <a:ext cx="3000000" cy="646500"/>
          </a:xfrm>
          <a:prstGeom prst="rect">
            <a:avLst/>
          </a:prstGeom>
          <a:noFill/>
          <a:ln>
            <a:noFill/>
          </a:ln>
        </p:spPr>
        <p:txBody>
          <a:bodyPr anchorCtr="0" anchor="t" bIns="91425" lIns="91425" spcFirstLastPara="1" rIns="91425" wrap="square" tIns="91425">
            <a:spAutoFit/>
          </a:bodyPr>
          <a:lstStyle/>
          <a:p>
            <a:pPr indent="0" lvl="0" marL="0" rtl="0" algn="r">
              <a:spcBef>
                <a:spcPts val="0"/>
              </a:spcBef>
              <a:spcAft>
                <a:spcPts val="0"/>
              </a:spcAft>
              <a:buNone/>
            </a:pPr>
            <a:r>
              <a:rPr b="1" lang="es-419" sz="1000">
                <a:solidFill>
                  <a:schemeClr val="dk1"/>
                </a:solidFill>
                <a:latin typeface="Arvo"/>
                <a:ea typeface="Arvo"/>
                <a:cs typeface="Arvo"/>
                <a:sym typeface="Arvo"/>
              </a:rPr>
              <a:t>Entregables </a:t>
            </a:r>
            <a:r>
              <a:rPr b="1" lang="es-419" sz="1200">
                <a:solidFill>
                  <a:schemeClr val="dk1"/>
                </a:solidFill>
                <a:latin typeface="Arvo"/>
                <a:ea typeface="Arvo"/>
                <a:cs typeface="Arvo"/>
                <a:sym typeface="Arvo"/>
              </a:rPr>
              <a:t>                                                         </a:t>
            </a:r>
            <a:r>
              <a:rPr i="1" lang="es-419" sz="1200">
                <a:solidFill>
                  <a:schemeClr val="dk1"/>
                </a:solidFill>
                <a:latin typeface="Arvo"/>
                <a:ea typeface="Arvo"/>
                <a:cs typeface="Arvo"/>
                <a:sym typeface="Arvo"/>
              </a:rPr>
              <a:t> </a:t>
            </a:r>
            <a:r>
              <a:rPr i="1" lang="es-419" sz="600">
                <a:solidFill>
                  <a:schemeClr val="dk1"/>
                </a:solidFill>
                <a:latin typeface="Arvo"/>
                <a:ea typeface="Arvo"/>
                <a:cs typeface="Arvo"/>
                <a:sym typeface="Arvo"/>
              </a:rPr>
              <a:t>&lt;[</a:t>
            </a:r>
            <a:r>
              <a:rPr i="1" lang="es-419" sz="600">
                <a:solidFill>
                  <a:srgbClr val="202124"/>
                </a:solidFill>
                <a:latin typeface="Arvo"/>
                <a:ea typeface="Arvo"/>
                <a:cs typeface="Arvo"/>
                <a:sym typeface="Arvo"/>
              </a:rPr>
              <a:t>¿Hay entregables adicionales requeridos por las partes interesadas? Estos podrían ser entregables del proyecto o resultados del sistema en desarrollo.</a:t>
            </a:r>
            <a:r>
              <a:rPr i="1" lang="es-419" sz="600">
                <a:solidFill>
                  <a:schemeClr val="dk1"/>
                </a:solidFill>
                <a:latin typeface="Arvo"/>
                <a:ea typeface="Arvo"/>
                <a:cs typeface="Arvo"/>
                <a:sym typeface="Arvo"/>
              </a:rPr>
              <a:t>]&gt;</a:t>
            </a:r>
            <a:endParaRPr i="1"/>
          </a:p>
        </p:txBody>
      </p:sp>
      <p:sp>
        <p:nvSpPr>
          <p:cNvPr id="6023" name="Google Shape;6023;p98"/>
          <p:cNvSpPr txBox="1"/>
          <p:nvPr/>
        </p:nvSpPr>
        <p:spPr>
          <a:xfrm>
            <a:off x="480000" y="5863213"/>
            <a:ext cx="3000000" cy="523200"/>
          </a:xfrm>
          <a:prstGeom prst="rect">
            <a:avLst/>
          </a:prstGeom>
          <a:noFill/>
          <a:ln>
            <a:noFill/>
          </a:ln>
        </p:spPr>
        <p:txBody>
          <a:bodyPr anchorCtr="0" anchor="t" bIns="91425" lIns="91425" spcFirstLastPara="1" rIns="91425" wrap="square" tIns="91425">
            <a:spAutoFit/>
          </a:bodyPr>
          <a:lstStyle/>
          <a:p>
            <a:pPr indent="0" lvl="0" marL="0" rtl="0" algn="r">
              <a:spcBef>
                <a:spcPts val="0"/>
              </a:spcBef>
              <a:spcAft>
                <a:spcPts val="0"/>
              </a:spcAft>
              <a:buNone/>
            </a:pPr>
            <a:r>
              <a:rPr b="1" lang="es-419" sz="1000">
                <a:solidFill>
                  <a:schemeClr val="dk1"/>
                </a:solidFill>
                <a:latin typeface="Arvo"/>
                <a:ea typeface="Arvo"/>
                <a:cs typeface="Arvo"/>
                <a:sym typeface="Arvo"/>
              </a:rPr>
              <a:t>Comentarios y problemas</a:t>
            </a:r>
            <a:endParaRPr b="1" sz="1000">
              <a:solidFill>
                <a:schemeClr val="dk1"/>
              </a:solidFill>
              <a:latin typeface="Roboto"/>
              <a:ea typeface="Roboto"/>
              <a:cs typeface="Roboto"/>
              <a:sym typeface="Roboto"/>
            </a:endParaRPr>
          </a:p>
          <a:p>
            <a:pPr indent="0" lvl="0" marL="0" rtl="0" algn="r">
              <a:spcBef>
                <a:spcPts val="0"/>
              </a:spcBef>
              <a:spcAft>
                <a:spcPts val="0"/>
              </a:spcAft>
              <a:buNone/>
            </a:pPr>
            <a:r>
              <a:rPr i="1" lang="es-419" sz="600">
                <a:solidFill>
                  <a:schemeClr val="dk1"/>
                </a:solidFill>
                <a:latin typeface="Arvo"/>
                <a:ea typeface="Arvo"/>
                <a:cs typeface="Arvo"/>
                <a:sym typeface="Arvo"/>
              </a:rPr>
              <a:t>&lt;[</a:t>
            </a:r>
            <a:r>
              <a:rPr i="1" lang="es-419" sz="600">
                <a:solidFill>
                  <a:srgbClr val="202124"/>
                </a:solidFill>
                <a:latin typeface="Arvo"/>
                <a:ea typeface="Arvo"/>
                <a:cs typeface="Arvo"/>
                <a:sym typeface="Arvo"/>
              </a:rPr>
              <a:t>Los problemas que interfieren con el éxito y cualquier otra información relevante van aquí.</a:t>
            </a:r>
            <a:r>
              <a:rPr lang="es-419" sz="600">
                <a:solidFill>
                  <a:schemeClr val="dk1"/>
                </a:solidFill>
                <a:latin typeface="Arvo"/>
                <a:ea typeface="Arvo"/>
                <a:cs typeface="Arvo"/>
                <a:sym typeface="Arvo"/>
              </a:rPr>
              <a:t>.]&gt;</a:t>
            </a:r>
            <a:endParaRPr>
              <a:solidFill>
                <a:schemeClr val="dk1"/>
              </a:solidFill>
            </a:endParaRPr>
          </a:p>
        </p:txBody>
      </p:sp>
      <p:sp>
        <p:nvSpPr>
          <p:cNvPr id="6024" name="Google Shape;6024;p98"/>
          <p:cNvSpPr/>
          <p:nvPr/>
        </p:nvSpPr>
        <p:spPr>
          <a:xfrm>
            <a:off x="3477925" y="1797374"/>
            <a:ext cx="6172500" cy="554100"/>
          </a:xfrm>
          <a:prstGeom prst="roundRect">
            <a:avLst>
              <a:gd fmla="val 6541"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5" name="Google Shape;6025;p98"/>
          <p:cNvSpPr/>
          <p:nvPr/>
        </p:nvSpPr>
        <p:spPr>
          <a:xfrm>
            <a:off x="3477925" y="2478950"/>
            <a:ext cx="6172500" cy="461700"/>
          </a:xfrm>
          <a:prstGeom prst="roundRect">
            <a:avLst>
              <a:gd fmla="val 6541"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6" name="Google Shape;6026;p98"/>
          <p:cNvSpPr/>
          <p:nvPr/>
        </p:nvSpPr>
        <p:spPr>
          <a:xfrm>
            <a:off x="3477925" y="3075952"/>
            <a:ext cx="6172500" cy="554100"/>
          </a:xfrm>
          <a:prstGeom prst="roundRect">
            <a:avLst>
              <a:gd fmla="val 6541"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7" name="Google Shape;6027;p98"/>
          <p:cNvSpPr/>
          <p:nvPr/>
        </p:nvSpPr>
        <p:spPr>
          <a:xfrm>
            <a:off x="3477925" y="3780000"/>
            <a:ext cx="6172500" cy="554100"/>
          </a:xfrm>
          <a:prstGeom prst="roundRect">
            <a:avLst>
              <a:gd fmla="val 6541"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8" name="Google Shape;6028;p98"/>
          <p:cNvSpPr/>
          <p:nvPr/>
        </p:nvSpPr>
        <p:spPr>
          <a:xfrm>
            <a:off x="3477925" y="4486807"/>
            <a:ext cx="6172500" cy="554100"/>
          </a:xfrm>
          <a:prstGeom prst="roundRect">
            <a:avLst>
              <a:gd fmla="val 6541"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9" name="Google Shape;6029;p98"/>
          <p:cNvSpPr/>
          <p:nvPr/>
        </p:nvSpPr>
        <p:spPr>
          <a:xfrm>
            <a:off x="3477925" y="5197800"/>
            <a:ext cx="6172500" cy="554100"/>
          </a:xfrm>
          <a:prstGeom prst="roundRect">
            <a:avLst>
              <a:gd fmla="val 6541"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0" name="Google Shape;6030;p98"/>
          <p:cNvSpPr/>
          <p:nvPr/>
        </p:nvSpPr>
        <p:spPr>
          <a:xfrm>
            <a:off x="3477925" y="5913600"/>
            <a:ext cx="6172500" cy="554100"/>
          </a:xfrm>
          <a:prstGeom prst="roundRect">
            <a:avLst>
              <a:gd fmla="val 6541"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1" name="Google Shape;6031;p98"/>
          <p:cNvSpPr txBox="1"/>
          <p:nvPr>
            <p:ph idx="1" type="subTitle"/>
          </p:nvPr>
        </p:nvSpPr>
        <p:spPr>
          <a:xfrm>
            <a:off x="3470925" y="1085668"/>
            <a:ext cx="6172500" cy="570900"/>
          </a:xfrm>
          <a:prstGeom prst="rect">
            <a:avLst/>
          </a:prstGeom>
          <a:noFill/>
          <a:ln>
            <a:noFill/>
          </a:ln>
        </p:spPr>
        <p:txBody>
          <a:bodyPr anchorCtr="0" anchor="ctr" bIns="36000" lIns="36000" spcFirstLastPara="1" rIns="36000" wrap="square" tIns="36000">
            <a:noAutofit/>
          </a:bodyPr>
          <a:lstStyle>
            <a:lvl1pPr lvl="0">
              <a:lnSpc>
                <a:spcPct val="90000"/>
              </a:lnSpc>
              <a:spcBef>
                <a:spcPts val="0"/>
              </a:spcBef>
              <a:spcAft>
                <a:spcPts val="0"/>
              </a:spcAft>
              <a:buClr>
                <a:srgbClr val="000000"/>
              </a:buClr>
              <a:buSzPts val="1000"/>
              <a:buFont typeface="Arvo"/>
              <a:buNone/>
              <a:defRPr sz="10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1000"/>
              <a:buNone/>
              <a:defRPr sz="1000">
                <a:solidFill>
                  <a:srgbClr val="000000"/>
                </a:solidFill>
              </a:defRPr>
            </a:lvl2pPr>
            <a:lvl3pPr lvl="2">
              <a:lnSpc>
                <a:spcPct val="90000"/>
              </a:lnSpc>
              <a:spcBef>
                <a:spcPts val="0"/>
              </a:spcBef>
              <a:spcAft>
                <a:spcPts val="0"/>
              </a:spcAft>
              <a:buClr>
                <a:srgbClr val="000000"/>
              </a:buClr>
              <a:buSzPts val="1000"/>
              <a:buNone/>
              <a:defRPr sz="1000">
                <a:solidFill>
                  <a:srgbClr val="000000"/>
                </a:solidFill>
              </a:defRPr>
            </a:lvl3pPr>
            <a:lvl4pPr lvl="3">
              <a:lnSpc>
                <a:spcPct val="90000"/>
              </a:lnSpc>
              <a:spcBef>
                <a:spcPts val="0"/>
              </a:spcBef>
              <a:spcAft>
                <a:spcPts val="0"/>
              </a:spcAft>
              <a:buClr>
                <a:srgbClr val="000000"/>
              </a:buClr>
              <a:buSzPts val="1000"/>
              <a:buNone/>
              <a:defRPr sz="1000">
                <a:solidFill>
                  <a:srgbClr val="000000"/>
                </a:solidFill>
              </a:defRPr>
            </a:lvl4pPr>
            <a:lvl5pPr lvl="4">
              <a:lnSpc>
                <a:spcPct val="90000"/>
              </a:lnSpc>
              <a:spcBef>
                <a:spcPts val="0"/>
              </a:spcBef>
              <a:spcAft>
                <a:spcPts val="0"/>
              </a:spcAft>
              <a:buClr>
                <a:srgbClr val="000000"/>
              </a:buClr>
              <a:buSzPts val="1000"/>
              <a:buNone/>
              <a:defRPr sz="1000">
                <a:solidFill>
                  <a:srgbClr val="000000"/>
                </a:solidFill>
              </a:defRPr>
            </a:lvl5pPr>
            <a:lvl6pPr lvl="5">
              <a:lnSpc>
                <a:spcPct val="90000"/>
              </a:lnSpc>
              <a:spcBef>
                <a:spcPts val="0"/>
              </a:spcBef>
              <a:spcAft>
                <a:spcPts val="0"/>
              </a:spcAft>
              <a:buClr>
                <a:srgbClr val="000000"/>
              </a:buClr>
              <a:buSzPts val="1000"/>
              <a:buNone/>
              <a:defRPr sz="1000">
                <a:solidFill>
                  <a:srgbClr val="000000"/>
                </a:solidFill>
              </a:defRPr>
            </a:lvl6pPr>
            <a:lvl7pPr lvl="6">
              <a:lnSpc>
                <a:spcPct val="90000"/>
              </a:lnSpc>
              <a:spcBef>
                <a:spcPts val="0"/>
              </a:spcBef>
              <a:spcAft>
                <a:spcPts val="0"/>
              </a:spcAft>
              <a:buClr>
                <a:srgbClr val="000000"/>
              </a:buClr>
              <a:buSzPts val="1000"/>
              <a:buNone/>
              <a:defRPr sz="1000">
                <a:solidFill>
                  <a:srgbClr val="000000"/>
                </a:solidFill>
              </a:defRPr>
            </a:lvl7pPr>
            <a:lvl8pPr lvl="7">
              <a:lnSpc>
                <a:spcPct val="90000"/>
              </a:lnSpc>
              <a:spcBef>
                <a:spcPts val="0"/>
              </a:spcBef>
              <a:spcAft>
                <a:spcPts val="0"/>
              </a:spcAft>
              <a:buClr>
                <a:srgbClr val="000000"/>
              </a:buClr>
              <a:buSzPts val="1000"/>
              <a:buNone/>
              <a:defRPr sz="1000">
                <a:solidFill>
                  <a:srgbClr val="000000"/>
                </a:solidFill>
              </a:defRPr>
            </a:lvl8pPr>
            <a:lvl9pPr lvl="8">
              <a:lnSpc>
                <a:spcPct val="90000"/>
              </a:lnSpc>
              <a:spcBef>
                <a:spcPts val="0"/>
              </a:spcBef>
              <a:spcAft>
                <a:spcPts val="0"/>
              </a:spcAft>
              <a:buClr>
                <a:srgbClr val="000000"/>
              </a:buClr>
              <a:buSzPts val="1000"/>
              <a:buNone/>
              <a:defRPr sz="1000">
                <a:solidFill>
                  <a:srgbClr val="000000"/>
                </a:solidFill>
              </a:defRPr>
            </a:lvl9pPr>
          </a:lstStyle>
          <a:p/>
        </p:txBody>
      </p:sp>
      <p:sp>
        <p:nvSpPr>
          <p:cNvPr id="6032" name="Google Shape;6032;p98"/>
          <p:cNvSpPr txBox="1"/>
          <p:nvPr>
            <p:ph idx="2" type="subTitle"/>
          </p:nvPr>
        </p:nvSpPr>
        <p:spPr>
          <a:xfrm>
            <a:off x="3470925" y="1790790"/>
            <a:ext cx="6172500" cy="570900"/>
          </a:xfrm>
          <a:prstGeom prst="rect">
            <a:avLst/>
          </a:prstGeom>
          <a:noFill/>
          <a:ln>
            <a:noFill/>
          </a:ln>
        </p:spPr>
        <p:txBody>
          <a:bodyPr anchorCtr="0" anchor="ctr" bIns="36000" lIns="36000" spcFirstLastPara="1" rIns="36000" wrap="square" tIns="36000">
            <a:noAutofit/>
          </a:bodyPr>
          <a:lstStyle>
            <a:lvl1pPr lvl="0">
              <a:lnSpc>
                <a:spcPct val="90000"/>
              </a:lnSpc>
              <a:spcBef>
                <a:spcPts val="0"/>
              </a:spcBef>
              <a:spcAft>
                <a:spcPts val="0"/>
              </a:spcAft>
              <a:buClr>
                <a:srgbClr val="000000"/>
              </a:buClr>
              <a:buSzPts val="1000"/>
              <a:buFont typeface="Arvo"/>
              <a:buNone/>
              <a:defRPr sz="10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1000"/>
              <a:buNone/>
              <a:defRPr sz="1000">
                <a:solidFill>
                  <a:srgbClr val="000000"/>
                </a:solidFill>
              </a:defRPr>
            </a:lvl2pPr>
            <a:lvl3pPr lvl="2">
              <a:lnSpc>
                <a:spcPct val="90000"/>
              </a:lnSpc>
              <a:spcBef>
                <a:spcPts val="0"/>
              </a:spcBef>
              <a:spcAft>
                <a:spcPts val="0"/>
              </a:spcAft>
              <a:buClr>
                <a:srgbClr val="000000"/>
              </a:buClr>
              <a:buSzPts val="1000"/>
              <a:buNone/>
              <a:defRPr sz="1000">
                <a:solidFill>
                  <a:srgbClr val="000000"/>
                </a:solidFill>
              </a:defRPr>
            </a:lvl3pPr>
            <a:lvl4pPr lvl="3">
              <a:lnSpc>
                <a:spcPct val="90000"/>
              </a:lnSpc>
              <a:spcBef>
                <a:spcPts val="0"/>
              </a:spcBef>
              <a:spcAft>
                <a:spcPts val="0"/>
              </a:spcAft>
              <a:buClr>
                <a:srgbClr val="000000"/>
              </a:buClr>
              <a:buSzPts val="1000"/>
              <a:buNone/>
              <a:defRPr sz="1000">
                <a:solidFill>
                  <a:srgbClr val="000000"/>
                </a:solidFill>
              </a:defRPr>
            </a:lvl4pPr>
            <a:lvl5pPr lvl="4">
              <a:lnSpc>
                <a:spcPct val="90000"/>
              </a:lnSpc>
              <a:spcBef>
                <a:spcPts val="0"/>
              </a:spcBef>
              <a:spcAft>
                <a:spcPts val="0"/>
              </a:spcAft>
              <a:buClr>
                <a:srgbClr val="000000"/>
              </a:buClr>
              <a:buSzPts val="1000"/>
              <a:buNone/>
              <a:defRPr sz="1000">
                <a:solidFill>
                  <a:srgbClr val="000000"/>
                </a:solidFill>
              </a:defRPr>
            </a:lvl5pPr>
            <a:lvl6pPr lvl="5">
              <a:lnSpc>
                <a:spcPct val="90000"/>
              </a:lnSpc>
              <a:spcBef>
                <a:spcPts val="0"/>
              </a:spcBef>
              <a:spcAft>
                <a:spcPts val="0"/>
              </a:spcAft>
              <a:buClr>
                <a:srgbClr val="000000"/>
              </a:buClr>
              <a:buSzPts val="1000"/>
              <a:buNone/>
              <a:defRPr sz="1000">
                <a:solidFill>
                  <a:srgbClr val="000000"/>
                </a:solidFill>
              </a:defRPr>
            </a:lvl6pPr>
            <a:lvl7pPr lvl="6">
              <a:lnSpc>
                <a:spcPct val="90000"/>
              </a:lnSpc>
              <a:spcBef>
                <a:spcPts val="0"/>
              </a:spcBef>
              <a:spcAft>
                <a:spcPts val="0"/>
              </a:spcAft>
              <a:buClr>
                <a:srgbClr val="000000"/>
              </a:buClr>
              <a:buSzPts val="1000"/>
              <a:buNone/>
              <a:defRPr sz="1000">
                <a:solidFill>
                  <a:srgbClr val="000000"/>
                </a:solidFill>
              </a:defRPr>
            </a:lvl7pPr>
            <a:lvl8pPr lvl="7">
              <a:lnSpc>
                <a:spcPct val="90000"/>
              </a:lnSpc>
              <a:spcBef>
                <a:spcPts val="0"/>
              </a:spcBef>
              <a:spcAft>
                <a:spcPts val="0"/>
              </a:spcAft>
              <a:buClr>
                <a:srgbClr val="000000"/>
              </a:buClr>
              <a:buSzPts val="1000"/>
              <a:buNone/>
              <a:defRPr sz="1000">
                <a:solidFill>
                  <a:srgbClr val="000000"/>
                </a:solidFill>
              </a:defRPr>
            </a:lvl8pPr>
            <a:lvl9pPr lvl="8">
              <a:lnSpc>
                <a:spcPct val="90000"/>
              </a:lnSpc>
              <a:spcBef>
                <a:spcPts val="0"/>
              </a:spcBef>
              <a:spcAft>
                <a:spcPts val="0"/>
              </a:spcAft>
              <a:buClr>
                <a:srgbClr val="000000"/>
              </a:buClr>
              <a:buSzPts val="1000"/>
              <a:buNone/>
              <a:defRPr sz="1000">
                <a:solidFill>
                  <a:srgbClr val="000000"/>
                </a:solidFill>
              </a:defRPr>
            </a:lvl9pPr>
          </a:lstStyle>
          <a:p/>
        </p:txBody>
      </p:sp>
      <p:sp>
        <p:nvSpPr>
          <p:cNvPr id="6033" name="Google Shape;6033;p98"/>
          <p:cNvSpPr txBox="1"/>
          <p:nvPr>
            <p:ph idx="3" type="subTitle"/>
          </p:nvPr>
        </p:nvSpPr>
        <p:spPr>
          <a:xfrm>
            <a:off x="3470925" y="2476595"/>
            <a:ext cx="6172500" cy="461700"/>
          </a:xfrm>
          <a:prstGeom prst="rect">
            <a:avLst/>
          </a:prstGeom>
          <a:noFill/>
          <a:ln>
            <a:noFill/>
          </a:ln>
        </p:spPr>
        <p:txBody>
          <a:bodyPr anchorCtr="0" anchor="ctr" bIns="36000" lIns="36000" spcFirstLastPara="1" rIns="36000" wrap="square" tIns="36000">
            <a:noAutofit/>
          </a:bodyPr>
          <a:lstStyle>
            <a:lvl1pPr lvl="0">
              <a:lnSpc>
                <a:spcPct val="90000"/>
              </a:lnSpc>
              <a:spcBef>
                <a:spcPts val="0"/>
              </a:spcBef>
              <a:spcAft>
                <a:spcPts val="0"/>
              </a:spcAft>
              <a:buClr>
                <a:srgbClr val="000000"/>
              </a:buClr>
              <a:buSzPts val="1000"/>
              <a:buFont typeface="Arvo"/>
              <a:buNone/>
              <a:defRPr sz="10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1000"/>
              <a:buNone/>
              <a:defRPr sz="1000">
                <a:solidFill>
                  <a:srgbClr val="000000"/>
                </a:solidFill>
              </a:defRPr>
            </a:lvl2pPr>
            <a:lvl3pPr lvl="2">
              <a:lnSpc>
                <a:spcPct val="90000"/>
              </a:lnSpc>
              <a:spcBef>
                <a:spcPts val="0"/>
              </a:spcBef>
              <a:spcAft>
                <a:spcPts val="0"/>
              </a:spcAft>
              <a:buClr>
                <a:srgbClr val="000000"/>
              </a:buClr>
              <a:buSzPts val="1000"/>
              <a:buNone/>
              <a:defRPr sz="1000">
                <a:solidFill>
                  <a:srgbClr val="000000"/>
                </a:solidFill>
              </a:defRPr>
            </a:lvl3pPr>
            <a:lvl4pPr lvl="3">
              <a:lnSpc>
                <a:spcPct val="90000"/>
              </a:lnSpc>
              <a:spcBef>
                <a:spcPts val="0"/>
              </a:spcBef>
              <a:spcAft>
                <a:spcPts val="0"/>
              </a:spcAft>
              <a:buClr>
                <a:srgbClr val="000000"/>
              </a:buClr>
              <a:buSzPts val="1000"/>
              <a:buNone/>
              <a:defRPr sz="1000">
                <a:solidFill>
                  <a:srgbClr val="000000"/>
                </a:solidFill>
              </a:defRPr>
            </a:lvl4pPr>
            <a:lvl5pPr lvl="4">
              <a:lnSpc>
                <a:spcPct val="90000"/>
              </a:lnSpc>
              <a:spcBef>
                <a:spcPts val="0"/>
              </a:spcBef>
              <a:spcAft>
                <a:spcPts val="0"/>
              </a:spcAft>
              <a:buClr>
                <a:srgbClr val="000000"/>
              </a:buClr>
              <a:buSzPts val="1000"/>
              <a:buNone/>
              <a:defRPr sz="1000">
                <a:solidFill>
                  <a:srgbClr val="000000"/>
                </a:solidFill>
              </a:defRPr>
            </a:lvl5pPr>
            <a:lvl6pPr lvl="5">
              <a:lnSpc>
                <a:spcPct val="90000"/>
              </a:lnSpc>
              <a:spcBef>
                <a:spcPts val="0"/>
              </a:spcBef>
              <a:spcAft>
                <a:spcPts val="0"/>
              </a:spcAft>
              <a:buClr>
                <a:srgbClr val="000000"/>
              </a:buClr>
              <a:buSzPts val="1000"/>
              <a:buNone/>
              <a:defRPr sz="1000">
                <a:solidFill>
                  <a:srgbClr val="000000"/>
                </a:solidFill>
              </a:defRPr>
            </a:lvl6pPr>
            <a:lvl7pPr lvl="6">
              <a:lnSpc>
                <a:spcPct val="90000"/>
              </a:lnSpc>
              <a:spcBef>
                <a:spcPts val="0"/>
              </a:spcBef>
              <a:spcAft>
                <a:spcPts val="0"/>
              </a:spcAft>
              <a:buClr>
                <a:srgbClr val="000000"/>
              </a:buClr>
              <a:buSzPts val="1000"/>
              <a:buNone/>
              <a:defRPr sz="1000">
                <a:solidFill>
                  <a:srgbClr val="000000"/>
                </a:solidFill>
              </a:defRPr>
            </a:lvl7pPr>
            <a:lvl8pPr lvl="7">
              <a:lnSpc>
                <a:spcPct val="90000"/>
              </a:lnSpc>
              <a:spcBef>
                <a:spcPts val="0"/>
              </a:spcBef>
              <a:spcAft>
                <a:spcPts val="0"/>
              </a:spcAft>
              <a:buClr>
                <a:srgbClr val="000000"/>
              </a:buClr>
              <a:buSzPts val="1000"/>
              <a:buNone/>
              <a:defRPr sz="1000">
                <a:solidFill>
                  <a:srgbClr val="000000"/>
                </a:solidFill>
              </a:defRPr>
            </a:lvl8pPr>
            <a:lvl9pPr lvl="8">
              <a:lnSpc>
                <a:spcPct val="90000"/>
              </a:lnSpc>
              <a:spcBef>
                <a:spcPts val="0"/>
              </a:spcBef>
              <a:spcAft>
                <a:spcPts val="0"/>
              </a:spcAft>
              <a:buClr>
                <a:srgbClr val="000000"/>
              </a:buClr>
              <a:buSzPts val="1000"/>
              <a:buNone/>
              <a:defRPr sz="1000">
                <a:solidFill>
                  <a:srgbClr val="000000"/>
                </a:solidFill>
              </a:defRPr>
            </a:lvl9pPr>
          </a:lstStyle>
          <a:p/>
        </p:txBody>
      </p:sp>
      <p:sp>
        <p:nvSpPr>
          <p:cNvPr id="6034" name="Google Shape;6034;p98"/>
          <p:cNvSpPr txBox="1"/>
          <p:nvPr>
            <p:ph idx="4" type="subTitle"/>
          </p:nvPr>
        </p:nvSpPr>
        <p:spPr>
          <a:xfrm>
            <a:off x="3470925" y="3073604"/>
            <a:ext cx="6172500" cy="570900"/>
          </a:xfrm>
          <a:prstGeom prst="rect">
            <a:avLst/>
          </a:prstGeom>
          <a:noFill/>
          <a:ln>
            <a:noFill/>
          </a:ln>
        </p:spPr>
        <p:txBody>
          <a:bodyPr anchorCtr="0" anchor="ctr" bIns="36000" lIns="36000" spcFirstLastPara="1" rIns="36000" wrap="square" tIns="36000">
            <a:noAutofit/>
          </a:bodyPr>
          <a:lstStyle>
            <a:lvl1pPr lvl="0">
              <a:lnSpc>
                <a:spcPct val="90000"/>
              </a:lnSpc>
              <a:spcBef>
                <a:spcPts val="0"/>
              </a:spcBef>
              <a:spcAft>
                <a:spcPts val="0"/>
              </a:spcAft>
              <a:buClr>
                <a:srgbClr val="000000"/>
              </a:buClr>
              <a:buSzPts val="1000"/>
              <a:buFont typeface="Arvo"/>
              <a:buNone/>
              <a:defRPr sz="10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1000"/>
              <a:buNone/>
              <a:defRPr sz="1000">
                <a:solidFill>
                  <a:srgbClr val="000000"/>
                </a:solidFill>
              </a:defRPr>
            </a:lvl2pPr>
            <a:lvl3pPr lvl="2">
              <a:lnSpc>
                <a:spcPct val="90000"/>
              </a:lnSpc>
              <a:spcBef>
                <a:spcPts val="0"/>
              </a:spcBef>
              <a:spcAft>
                <a:spcPts val="0"/>
              </a:spcAft>
              <a:buClr>
                <a:srgbClr val="000000"/>
              </a:buClr>
              <a:buSzPts val="1000"/>
              <a:buNone/>
              <a:defRPr sz="1000">
                <a:solidFill>
                  <a:srgbClr val="000000"/>
                </a:solidFill>
              </a:defRPr>
            </a:lvl3pPr>
            <a:lvl4pPr lvl="3">
              <a:lnSpc>
                <a:spcPct val="90000"/>
              </a:lnSpc>
              <a:spcBef>
                <a:spcPts val="0"/>
              </a:spcBef>
              <a:spcAft>
                <a:spcPts val="0"/>
              </a:spcAft>
              <a:buClr>
                <a:srgbClr val="000000"/>
              </a:buClr>
              <a:buSzPts val="1000"/>
              <a:buNone/>
              <a:defRPr sz="1000">
                <a:solidFill>
                  <a:srgbClr val="000000"/>
                </a:solidFill>
              </a:defRPr>
            </a:lvl4pPr>
            <a:lvl5pPr lvl="4">
              <a:lnSpc>
                <a:spcPct val="90000"/>
              </a:lnSpc>
              <a:spcBef>
                <a:spcPts val="0"/>
              </a:spcBef>
              <a:spcAft>
                <a:spcPts val="0"/>
              </a:spcAft>
              <a:buClr>
                <a:srgbClr val="000000"/>
              </a:buClr>
              <a:buSzPts val="1000"/>
              <a:buNone/>
              <a:defRPr sz="1000">
                <a:solidFill>
                  <a:srgbClr val="000000"/>
                </a:solidFill>
              </a:defRPr>
            </a:lvl5pPr>
            <a:lvl6pPr lvl="5">
              <a:lnSpc>
                <a:spcPct val="90000"/>
              </a:lnSpc>
              <a:spcBef>
                <a:spcPts val="0"/>
              </a:spcBef>
              <a:spcAft>
                <a:spcPts val="0"/>
              </a:spcAft>
              <a:buClr>
                <a:srgbClr val="000000"/>
              </a:buClr>
              <a:buSzPts val="1000"/>
              <a:buNone/>
              <a:defRPr sz="1000">
                <a:solidFill>
                  <a:srgbClr val="000000"/>
                </a:solidFill>
              </a:defRPr>
            </a:lvl6pPr>
            <a:lvl7pPr lvl="6">
              <a:lnSpc>
                <a:spcPct val="90000"/>
              </a:lnSpc>
              <a:spcBef>
                <a:spcPts val="0"/>
              </a:spcBef>
              <a:spcAft>
                <a:spcPts val="0"/>
              </a:spcAft>
              <a:buClr>
                <a:srgbClr val="000000"/>
              </a:buClr>
              <a:buSzPts val="1000"/>
              <a:buNone/>
              <a:defRPr sz="1000">
                <a:solidFill>
                  <a:srgbClr val="000000"/>
                </a:solidFill>
              </a:defRPr>
            </a:lvl7pPr>
            <a:lvl8pPr lvl="7">
              <a:lnSpc>
                <a:spcPct val="90000"/>
              </a:lnSpc>
              <a:spcBef>
                <a:spcPts val="0"/>
              </a:spcBef>
              <a:spcAft>
                <a:spcPts val="0"/>
              </a:spcAft>
              <a:buClr>
                <a:srgbClr val="000000"/>
              </a:buClr>
              <a:buSzPts val="1000"/>
              <a:buNone/>
              <a:defRPr sz="1000">
                <a:solidFill>
                  <a:srgbClr val="000000"/>
                </a:solidFill>
              </a:defRPr>
            </a:lvl8pPr>
            <a:lvl9pPr lvl="8">
              <a:lnSpc>
                <a:spcPct val="90000"/>
              </a:lnSpc>
              <a:spcBef>
                <a:spcPts val="0"/>
              </a:spcBef>
              <a:spcAft>
                <a:spcPts val="0"/>
              </a:spcAft>
              <a:buClr>
                <a:srgbClr val="000000"/>
              </a:buClr>
              <a:buSzPts val="1000"/>
              <a:buNone/>
              <a:defRPr sz="1000">
                <a:solidFill>
                  <a:srgbClr val="000000"/>
                </a:solidFill>
              </a:defRPr>
            </a:lvl9pPr>
          </a:lstStyle>
          <a:p/>
        </p:txBody>
      </p:sp>
      <p:sp>
        <p:nvSpPr>
          <p:cNvPr id="6035" name="Google Shape;6035;p98"/>
          <p:cNvSpPr txBox="1"/>
          <p:nvPr>
            <p:ph idx="5" type="subTitle"/>
          </p:nvPr>
        </p:nvSpPr>
        <p:spPr>
          <a:xfrm>
            <a:off x="3470925" y="3772001"/>
            <a:ext cx="6172500" cy="570900"/>
          </a:xfrm>
          <a:prstGeom prst="rect">
            <a:avLst/>
          </a:prstGeom>
          <a:noFill/>
          <a:ln>
            <a:noFill/>
          </a:ln>
        </p:spPr>
        <p:txBody>
          <a:bodyPr anchorCtr="0" anchor="ctr" bIns="36000" lIns="36000" spcFirstLastPara="1" rIns="36000" wrap="square" tIns="36000">
            <a:noAutofit/>
          </a:bodyPr>
          <a:lstStyle>
            <a:lvl1pPr lvl="0">
              <a:lnSpc>
                <a:spcPct val="90000"/>
              </a:lnSpc>
              <a:spcBef>
                <a:spcPts val="0"/>
              </a:spcBef>
              <a:spcAft>
                <a:spcPts val="0"/>
              </a:spcAft>
              <a:buClr>
                <a:srgbClr val="000000"/>
              </a:buClr>
              <a:buSzPts val="1000"/>
              <a:buFont typeface="Arvo"/>
              <a:buNone/>
              <a:defRPr sz="10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1000"/>
              <a:buNone/>
              <a:defRPr sz="1000">
                <a:solidFill>
                  <a:srgbClr val="000000"/>
                </a:solidFill>
              </a:defRPr>
            </a:lvl2pPr>
            <a:lvl3pPr lvl="2">
              <a:lnSpc>
                <a:spcPct val="90000"/>
              </a:lnSpc>
              <a:spcBef>
                <a:spcPts val="0"/>
              </a:spcBef>
              <a:spcAft>
                <a:spcPts val="0"/>
              </a:spcAft>
              <a:buClr>
                <a:srgbClr val="000000"/>
              </a:buClr>
              <a:buSzPts val="1000"/>
              <a:buNone/>
              <a:defRPr sz="1000">
                <a:solidFill>
                  <a:srgbClr val="000000"/>
                </a:solidFill>
              </a:defRPr>
            </a:lvl3pPr>
            <a:lvl4pPr lvl="3">
              <a:lnSpc>
                <a:spcPct val="90000"/>
              </a:lnSpc>
              <a:spcBef>
                <a:spcPts val="0"/>
              </a:spcBef>
              <a:spcAft>
                <a:spcPts val="0"/>
              </a:spcAft>
              <a:buClr>
                <a:srgbClr val="000000"/>
              </a:buClr>
              <a:buSzPts val="1000"/>
              <a:buNone/>
              <a:defRPr sz="1000">
                <a:solidFill>
                  <a:srgbClr val="000000"/>
                </a:solidFill>
              </a:defRPr>
            </a:lvl4pPr>
            <a:lvl5pPr lvl="4">
              <a:lnSpc>
                <a:spcPct val="90000"/>
              </a:lnSpc>
              <a:spcBef>
                <a:spcPts val="0"/>
              </a:spcBef>
              <a:spcAft>
                <a:spcPts val="0"/>
              </a:spcAft>
              <a:buClr>
                <a:srgbClr val="000000"/>
              </a:buClr>
              <a:buSzPts val="1000"/>
              <a:buNone/>
              <a:defRPr sz="1000">
                <a:solidFill>
                  <a:srgbClr val="000000"/>
                </a:solidFill>
              </a:defRPr>
            </a:lvl5pPr>
            <a:lvl6pPr lvl="5">
              <a:lnSpc>
                <a:spcPct val="90000"/>
              </a:lnSpc>
              <a:spcBef>
                <a:spcPts val="0"/>
              </a:spcBef>
              <a:spcAft>
                <a:spcPts val="0"/>
              </a:spcAft>
              <a:buClr>
                <a:srgbClr val="000000"/>
              </a:buClr>
              <a:buSzPts val="1000"/>
              <a:buNone/>
              <a:defRPr sz="1000">
                <a:solidFill>
                  <a:srgbClr val="000000"/>
                </a:solidFill>
              </a:defRPr>
            </a:lvl6pPr>
            <a:lvl7pPr lvl="6">
              <a:lnSpc>
                <a:spcPct val="90000"/>
              </a:lnSpc>
              <a:spcBef>
                <a:spcPts val="0"/>
              </a:spcBef>
              <a:spcAft>
                <a:spcPts val="0"/>
              </a:spcAft>
              <a:buClr>
                <a:srgbClr val="000000"/>
              </a:buClr>
              <a:buSzPts val="1000"/>
              <a:buNone/>
              <a:defRPr sz="1000">
                <a:solidFill>
                  <a:srgbClr val="000000"/>
                </a:solidFill>
              </a:defRPr>
            </a:lvl7pPr>
            <a:lvl8pPr lvl="7">
              <a:lnSpc>
                <a:spcPct val="90000"/>
              </a:lnSpc>
              <a:spcBef>
                <a:spcPts val="0"/>
              </a:spcBef>
              <a:spcAft>
                <a:spcPts val="0"/>
              </a:spcAft>
              <a:buClr>
                <a:srgbClr val="000000"/>
              </a:buClr>
              <a:buSzPts val="1000"/>
              <a:buNone/>
              <a:defRPr sz="1000">
                <a:solidFill>
                  <a:srgbClr val="000000"/>
                </a:solidFill>
              </a:defRPr>
            </a:lvl8pPr>
            <a:lvl9pPr lvl="8">
              <a:lnSpc>
                <a:spcPct val="90000"/>
              </a:lnSpc>
              <a:spcBef>
                <a:spcPts val="0"/>
              </a:spcBef>
              <a:spcAft>
                <a:spcPts val="0"/>
              </a:spcAft>
              <a:buClr>
                <a:srgbClr val="000000"/>
              </a:buClr>
              <a:buSzPts val="1000"/>
              <a:buNone/>
              <a:defRPr sz="1000">
                <a:solidFill>
                  <a:srgbClr val="000000"/>
                </a:solidFill>
              </a:defRPr>
            </a:lvl9pPr>
          </a:lstStyle>
          <a:p/>
        </p:txBody>
      </p:sp>
      <p:sp>
        <p:nvSpPr>
          <p:cNvPr id="6036" name="Google Shape;6036;p98"/>
          <p:cNvSpPr txBox="1"/>
          <p:nvPr>
            <p:ph idx="6" type="subTitle"/>
          </p:nvPr>
        </p:nvSpPr>
        <p:spPr>
          <a:xfrm>
            <a:off x="3470925" y="4470397"/>
            <a:ext cx="6172500" cy="570900"/>
          </a:xfrm>
          <a:prstGeom prst="rect">
            <a:avLst/>
          </a:prstGeom>
          <a:noFill/>
          <a:ln>
            <a:noFill/>
          </a:ln>
        </p:spPr>
        <p:txBody>
          <a:bodyPr anchorCtr="0" anchor="ctr" bIns="36000" lIns="36000" spcFirstLastPara="1" rIns="36000" wrap="square" tIns="36000">
            <a:noAutofit/>
          </a:bodyPr>
          <a:lstStyle>
            <a:lvl1pPr lvl="0">
              <a:lnSpc>
                <a:spcPct val="90000"/>
              </a:lnSpc>
              <a:spcBef>
                <a:spcPts val="0"/>
              </a:spcBef>
              <a:spcAft>
                <a:spcPts val="0"/>
              </a:spcAft>
              <a:buClr>
                <a:srgbClr val="000000"/>
              </a:buClr>
              <a:buSzPts val="1000"/>
              <a:buFont typeface="Arvo"/>
              <a:buNone/>
              <a:defRPr sz="10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1000"/>
              <a:buNone/>
              <a:defRPr sz="1000">
                <a:solidFill>
                  <a:srgbClr val="000000"/>
                </a:solidFill>
              </a:defRPr>
            </a:lvl2pPr>
            <a:lvl3pPr lvl="2">
              <a:lnSpc>
                <a:spcPct val="90000"/>
              </a:lnSpc>
              <a:spcBef>
                <a:spcPts val="0"/>
              </a:spcBef>
              <a:spcAft>
                <a:spcPts val="0"/>
              </a:spcAft>
              <a:buClr>
                <a:srgbClr val="000000"/>
              </a:buClr>
              <a:buSzPts val="1000"/>
              <a:buNone/>
              <a:defRPr sz="1000">
                <a:solidFill>
                  <a:srgbClr val="000000"/>
                </a:solidFill>
              </a:defRPr>
            </a:lvl3pPr>
            <a:lvl4pPr lvl="3">
              <a:lnSpc>
                <a:spcPct val="90000"/>
              </a:lnSpc>
              <a:spcBef>
                <a:spcPts val="0"/>
              </a:spcBef>
              <a:spcAft>
                <a:spcPts val="0"/>
              </a:spcAft>
              <a:buClr>
                <a:srgbClr val="000000"/>
              </a:buClr>
              <a:buSzPts val="1000"/>
              <a:buNone/>
              <a:defRPr sz="1000">
                <a:solidFill>
                  <a:srgbClr val="000000"/>
                </a:solidFill>
              </a:defRPr>
            </a:lvl4pPr>
            <a:lvl5pPr lvl="4">
              <a:lnSpc>
                <a:spcPct val="90000"/>
              </a:lnSpc>
              <a:spcBef>
                <a:spcPts val="0"/>
              </a:spcBef>
              <a:spcAft>
                <a:spcPts val="0"/>
              </a:spcAft>
              <a:buClr>
                <a:srgbClr val="000000"/>
              </a:buClr>
              <a:buSzPts val="1000"/>
              <a:buNone/>
              <a:defRPr sz="1000">
                <a:solidFill>
                  <a:srgbClr val="000000"/>
                </a:solidFill>
              </a:defRPr>
            </a:lvl5pPr>
            <a:lvl6pPr lvl="5">
              <a:lnSpc>
                <a:spcPct val="90000"/>
              </a:lnSpc>
              <a:spcBef>
                <a:spcPts val="0"/>
              </a:spcBef>
              <a:spcAft>
                <a:spcPts val="0"/>
              </a:spcAft>
              <a:buClr>
                <a:srgbClr val="000000"/>
              </a:buClr>
              <a:buSzPts val="1000"/>
              <a:buNone/>
              <a:defRPr sz="1000">
                <a:solidFill>
                  <a:srgbClr val="000000"/>
                </a:solidFill>
              </a:defRPr>
            </a:lvl6pPr>
            <a:lvl7pPr lvl="6">
              <a:lnSpc>
                <a:spcPct val="90000"/>
              </a:lnSpc>
              <a:spcBef>
                <a:spcPts val="0"/>
              </a:spcBef>
              <a:spcAft>
                <a:spcPts val="0"/>
              </a:spcAft>
              <a:buClr>
                <a:srgbClr val="000000"/>
              </a:buClr>
              <a:buSzPts val="1000"/>
              <a:buNone/>
              <a:defRPr sz="1000">
                <a:solidFill>
                  <a:srgbClr val="000000"/>
                </a:solidFill>
              </a:defRPr>
            </a:lvl7pPr>
            <a:lvl8pPr lvl="7">
              <a:lnSpc>
                <a:spcPct val="90000"/>
              </a:lnSpc>
              <a:spcBef>
                <a:spcPts val="0"/>
              </a:spcBef>
              <a:spcAft>
                <a:spcPts val="0"/>
              </a:spcAft>
              <a:buClr>
                <a:srgbClr val="000000"/>
              </a:buClr>
              <a:buSzPts val="1000"/>
              <a:buNone/>
              <a:defRPr sz="1000">
                <a:solidFill>
                  <a:srgbClr val="000000"/>
                </a:solidFill>
              </a:defRPr>
            </a:lvl8pPr>
            <a:lvl9pPr lvl="8">
              <a:lnSpc>
                <a:spcPct val="90000"/>
              </a:lnSpc>
              <a:spcBef>
                <a:spcPts val="0"/>
              </a:spcBef>
              <a:spcAft>
                <a:spcPts val="0"/>
              </a:spcAft>
              <a:buClr>
                <a:srgbClr val="000000"/>
              </a:buClr>
              <a:buSzPts val="1000"/>
              <a:buNone/>
              <a:defRPr sz="1000">
                <a:solidFill>
                  <a:srgbClr val="000000"/>
                </a:solidFill>
              </a:defRPr>
            </a:lvl9pPr>
          </a:lstStyle>
          <a:p/>
        </p:txBody>
      </p:sp>
      <p:sp>
        <p:nvSpPr>
          <p:cNvPr id="6037" name="Google Shape;6037;p98"/>
          <p:cNvSpPr txBox="1"/>
          <p:nvPr>
            <p:ph idx="7" type="subTitle"/>
          </p:nvPr>
        </p:nvSpPr>
        <p:spPr>
          <a:xfrm>
            <a:off x="3470925" y="5194607"/>
            <a:ext cx="6172500" cy="570900"/>
          </a:xfrm>
          <a:prstGeom prst="rect">
            <a:avLst/>
          </a:prstGeom>
          <a:noFill/>
          <a:ln>
            <a:noFill/>
          </a:ln>
        </p:spPr>
        <p:txBody>
          <a:bodyPr anchorCtr="0" anchor="ctr" bIns="36000" lIns="36000" spcFirstLastPara="1" rIns="36000" wrap="square" tIns="36000">
            <a:noAutofit/>
          </a:bodyPr>
          <a:lstStyle>
            <a:lvl1pPr lvl="0">
              <a:lnSpc>
                <a:spcPct val="90000"/>
              </a:lnSpc>
              <a:spcBef>
                <a:spcPts val="0"/>
              </a:spcBef>
              <a:spcAft>
                <a:spcPts val="0"/>
              </a:spcAft>
              <a:buClr>
                <a:srgbClr val="000000"/>
              </a:buClr>
              <a:buSzPts val="1000"/>
              <a:buFont typeface="Arvo"/>
              <a:buNone/>
              <a:defRPr sz="10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1000"/>
              <a:buNone/>
              <a:defRPr sz="1000">
                <a:solidFill>
                  <a:srgbClr val="000000"/>
                </a:solidFill>
              </a:defRPr>
            </a:lvl2pPr>
            <a:lvl3pPr lvl="2">
              <a:lnSpc>
                <a:spcPct val="90000"/>
              </a:lnSpc>
              <a:spcBef>
                <a:spcPts val="0"/>
              </a:spcBef>
              <a:spcAft>
                <a:spcPts val="0"/>
              </a:spcAft>
              <a:buClr>
                <a:srgbClr val="000000"/>
              </a:buClr>
              <a:buSzPts val="1000"/>
              <a:buNone/>
              <a:defRPr sz="1000">
                <a:solidFill>
                  <a:srgbClr val="000000"/>
                </a:solidFill>
              </a:defRPr>
            </a:lvl3pPr>
            <a:lvl4pPr lvl="3">
              <a:lnSpc>
                <a:spcPct val="90000"/>
              </a:lnSpc>
              <a:spcBef>
                <a:spcPts val="0"/>
              </a:spcBef>
              <a:spcAft>
                <a:spcPts val="0"/>
              </a:spcAft>
              <a:buClr>
                <a:srgbClr val="000000"/>
              </a:buClr>
              <a:buSzPts val="1000"/>
              <a:buNone/>
              <a:defRPr sz="1000">
                <a:solidFill>
                  <a:srgbClr val="000000"/>
                </a:solidFill>
              </a:defRPr>
            </a:lvl4pPr>
            <a:lvl5pPr lvl="4">
              <a:lnSpc>
                <a:spcPct val="90000"/>
              </a:lnSpc>
              <a:spcBef>
                <a:spcPts val="0"/>
              </a:spcBef>
              <a:spcAft>
                <a:spcPts val="0"/>
              </a:spcAft>
              <a:buClr>
                <a:srgbClr val="000000"/>
              </a:buClr>
              <a:buSzPts val="1000"/>
              <a:buNone/>
              <a:defRPr sz="1000">
                <a:solidFill>
                  <a:srgbClr val="000000"/>
                </a:solidFill>
              </a:defRPr>
            </a:lvl5pPr>
            <a:lvl6pPr lvl="5">
              <a:lnSpc>
                <a:spcPct val="90000"/>
              </a:lnSpc>
              <a:spcBef>
                <a:spcPts val="0"/>
              </a:spcBef>
              <a:spcAft>
                <a:spcPts val="0"/>
              </a:spcAft>
              <a:buClr>
                <a:srgbClr val="000000"/>
              </a:buClr>
              <a:buSzPts val="1000"/>
              <a:buNone/>
              <a:defRPr sz="1000">
                <a:solidFill>
                  <a:srgbClr val="000000"/>
                </a:solidFill>
              </a:defRPr>
            </a:lvl6pPr>
            <a:lvl7pPr lvl="6">
              <a:lnSpc>
                <a:spcPct val="90000"/>
              </a:lnSpc>
              <a:spcBef>
                <a:spcPts val="0"/>
              </a:spcBef>
              <a:spcAft>
                <a:spcPts val="0"/>
              </a:spcAft>
              <a:buClr>
                <a:srgbClr val="000000"/>
              </a:buClr>
              <a:buSzPts val="1000"/>
              <a:buNone/>
              <a:defRPr sz="1000">
                <a:solidFill>
                  <a:srgbClr val="000000"/>
                </a:solidFill>
              </a:defRPr>
            </a:lvl7pPr>
            <a:lvl8pPr lvl="7">
              <a:lnSpc>
                <a:spcPct val="90000"/>
              </a:lnSpc>
              <a:spcBef>
                <a:spcPts val="0"/>
              </a:spcBef>
              <a:spcAft>
                <a:spcPts val="0"/>
              </a:spcAft>
              <a:buClr>
                <a:srgbClr val="000000"/>
              </a:buClr>
              <a:buSzPts val="1000"/>
              <a:buNone/>
              <a:defRPr sz="1000">
                <a:solidFill>
                  <a:srgbClr val="000000"/>
                </a:solidFill>
              </a:defRPr>
            </a:lvl8pPr>
            <a:lvl9pPr lvl="8">
              <a:lnSpc>
                <a:spcPct val="90000"/>
              </a:lnSpc>
              <a:spcBef>
                <a:spcPts val="0"/>
              </a:spcBef>
              <a:spcAft>
                <a:spcPts val="0"/>
              </a:spcAft>
              <a:buClr>
                <a:srgbClr val="000000"/>
              </a:buClr>
              <a:buSzPts val="1000"/>
              <a:buNone/>
              <a:defRPr sz="1000">
                <a:solidFill>
                  <a:srgbClr val="000000"/>
                </a:solidFill>
              </a:defRPr>
            </a:lvl9pPr>
          </a:lstStyle>
          <a:p/>
        </p:txBody>
      </p:sp>
      <p:sp>
        <p:nvSpPr>
          <p:cNvPr id="6038" name="Google Shape;6038;p98"/>
          <p:cNvSpPr txBox="1"/>
          <p:nvPr>
            <p:ph idx="8" type="subTitle"/>
          </p:nvPr>
        </p:nvSpPr>
        <p:spPr>
          <a:xfrm>
            <a:off x="3470925" y="5905600"/>
            <a:ext cx="6172500" cy="570900"/>
          </a:xfrm>
          <a:prstGeom prst="rect">
            <a:avLst/>
          </a:prstGeom>
          <a:noFill/>
          <a:ln>
            <a:noFill/>
          </a:ln>
        </p:spPr>
        <p:txBody>
          <a:bodyPr anchorCtr="0" anchor="ctr" bIns="36000" lIns="36000" spcFirstLastPara="1" rIns="36000" wrap="square" tIns="36000">
            <a:noAutofit/>
          </a:bodyPr>
          <a:lstStyle>
            <a:lvl1pPr lvl="0">
              <a:lnSpc>
                <a:spcPct val="90000"/>
              </a:lnSpc>
              <a:spcBef>
                <a:spcPts val="0"/>
              </a:spcBef>
              <a:spcAft>
                <a:spcPts val="0"/>
              </a:spcAft>
              <a:buClr>
                <a:srgbClr val="000000"/>
              </a:buClr>
              <a:buSzPts val="1000"/>
              <a:buFont typeface="Arvo"/>
              <a:buNone/>
              <a:defRPr sz="10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1000"/>
              <a:buNone/>
              <a:defRPr sz="1000">
                <a:solidFill>
                  <a:srgbClr val="000000"/>
                </a:solidFill>
              </a:defRPr>
            </a:lvl2pPr>
            <a:lvl3pPr lvl="2">
              <a:lnSpc>
                <a:spcPct val="90000"/>
              </a:lnSpc>
              <a:spcBef>
                <a:spcPts val="0"/>
              </a:spcBef>
              <a:spcAft>
                <a:spcPts val="0"/>
              </a:spcAft>
              <a:buClr>
                <a:srgbClr val="000000"/>
              </a:buClr>
              <a:buSzPts val="1000"/>
              <a:buNone/>
              <a:defRPr sz="1000">
                <a:solidFill>
                  <a:srgbClr val="000000"/>
                </a:solidFill>
              </a:defRPr>
            </a:lvl3pPr>
            <a:lvl4pPr lvl="3">
              <a:lnSpc>
                <a:spcPct val="90000"/>
              </a:lnSpc>
              <a:spcBef>
                <a:spcPts val="0"/>
              </a:spcBef>
              <a:spcAft>
                <a:spcPts val="0"/>
              </a:spcAft>
              <a:buClr>
                <a:srgbClr val="000000"/>
              </a:buClr>
              <a:buSzPts val="1000"/>
              <a:buNone/>
              <a:defRPr sz="1000">
                <a:solidFill>
                  <a:srgbClr val="000000"/>
                </a:solidFill>
              </a:defRPr>
            </a:lvl4pPr>
            <a:lvl5pPr lvl="4">
              <a:lnSpc>
                <a:spcPct val="90000"/>
              </a:lnSpc>
              <a:spcBef>
                <a:spcPts val="0"/>
              </a:spcBef>
              <a:spcAft>
                <a:spcPts val="0"/>
              </a:spcAft>
              <a:buClr>
                <a:srgbClr val="000000"/>
              </a:buClr>
              <a:buSzPts val="1000"/>
              <a:buNone/>
              <a:defRPr sz="1000">
                <a:solidFill>
                  <a:srgbClr val="000000"/>
                </a:solidFill>
              </a:defRPr>
            </a:lvl5pPr>
            <a:lvl6pPr lvl="5">
              <a:lnSpc>
                <a:spcPct val="90000"/>
              </a:lnSpc>
              <a:spcBef>
                <a:spcPts val="0"/>
              </a:spcBef>
              <a:spcAft>
                <a:spcPts val="0"/>
              </a:spcAft>
              <a:buClr>
                <a:srgbClr val="000000"/>
              </a:buClr>
              <a:buSzPts val="1000"/>
              <a:buNone/>
              <a:defRPr sz="1000">
                <a:solidFill>
                  <a:srgbClr val="000000"/>
                </a:solidFill>
              </a:defRPr>
            </a:lvl6pPr>
            <a:lvl7pPr lvl="6">
              <a:lnSpc>
                <a:spcPct val="90000"/>
              </a:lnSpc>
              <a:spcBef>
                <a:spcPts val="0"/>
              </a:spcBef>
              <a:spcAft>
                <a:spcPts val="0"/>
              </a:spcAft>
              <a:buClr>
                <a:srgbClr val="000000"/>
              </a:buClr>
              <a:buSzPts val="1000"/>
              <a:buNone/>
              <a:defRPr sz="1000">
                <a:solidFill>
                  <a:srgbClr val="000000"/>
                </a:solidFill>
              </a:defRPr>
            </a:lvl7pPr>
            <a:lvl8pPr lvl="7">
              <a:lnSpc>
                <a:spcPct val="90000"/>
              </a:lnSpc>
              <a:spcBef>
                <a:spcPts val="0"/>
              </a:spcBef>
              <a:spcAft>
                <a:spcPts val="0"/>
              </a:spcAft>
              <a:buClr>
                <a:srgbClr val="000000"/>
              </a:buClr>
              <a:buSzPts val="1000"/>
              <a:buNone/>
              <a:defRPr sz="1000">
                <a:solidFill>
                  <a:srgbClr val="000000"/>
                </a:solidFill>
              </a:defRPr>
            </a:lvl8pPr>
            <a:lvl9pPr lvl="8">
              <a:lnSpc>
                <a:spcPct val="90000"/>
              </a:lnSpc>
              <a:spcBef>
                <a:spcPts val="0"/>
              </a:spcBef>
              <a:spcAft>
                <a:spcPts val="0"/>
              </a:spcAft>
              <a:buClr>
                <a:srgbClr val="000000"/>
              </a:buClr>
              <a:buSzPts val="1000"/>
              <a:buNone/>
              <a:defRPr sz="1000">
                <a:solidFill>
                  <a:srgbClr val="000000"/>
                </a:solidFill>
              </a:defRPr>
            </a:lvl9pPr>
          </a:lstStyle>
          <a:p/>
        </p:txBody>
      </p:sp>
      <p:sp>
        <p:nvSpPr>
          <p:cNvPr id="6039" name="Google Shape;6039;p98"/>
          <p:cNvSpPr txBox="1"/>
          <p:nvPr/>
        </p:nvSpPr>
        <p:spPr>
          <a:xfrm>
            <a:off x="2524025" y="387675"/>
            <a:ext cx="15012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Unid. Organizacional:</a:t>
            </a:r>
            <a:endParaRPr b="1" sz="1100"/>
          </a:p>
        </p:txBody>
      </p:sp>
      <p:sp>
        <p:nvSpPr>
          <p:cNvPr id="6040" name="Google Shape;6040;p98"/>
          <p:cNvSpPr txBox="1"/>
          <p:nvPr/>
        </p:nvSpPr>
        <p:spPr>
          <a:xfrm>
            <a:off x="2524020" y="579550"/>
            <a:ext cx="6846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Alcance:</a:t>
            </a:r>
            <a:endParaRPr b="1" sz="1100"/>
          </a:p>
        </p:txBody>
      </p:sp>
      <p:sp>
        <p:nvSpPr>
          <p:cNvPr id="6041" name="Google Shape;6041;p98"/>
          <p:cNvSpPr txBox="1"/>
          <p:nvPr>
            <p:ph type="title"/>
          </p:nvPr>
        </p:nvSpPr>
        <p:spPr>
          <a:xfrm flipH="1">
            <a:off x="4025374" y="387675"/>
            <a:ext cx="5863200" cy="1692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000"/>
              <a:buNone/>
              <a:defRPr sz="1000">
                <a:solidFill>
                  <a:srgbClr val="000000"/>
                </a:solidFill>
              </a:defRPr>
            </a:lvl1pPr>
            <a:lvl2pPr lvl="1">
              <a:spcBef>
                <a:spcPts val="0"/>
              </a:spcBef>
              <a:spcAft>
                <a:spcPts val="0"/>
              </a:spcAft>
              <a:buClr>
                <a:srgbClr val="000000"/>
              </a:buClr>
              <a:buSzPts val="1000"/>
              <a:buNone/>
              <a:defRPr sz="1000">
                <a:solidFill>
                  <a:srgbClr val="000000"/>
                </a:solidFill>
              </a:defRPr>
            </a:lvl2pPr>
            <a:lvl3pPr lvl="2">
              <a:spcBef>
                <a:spcPts val="0"/>
              </a:spcBef>
              <a:spcAft>
                <a:spcPts val="0"/>
              </a:spcAft>
              <a:buClr>
                <a:srgbClr val="000000"/>
              </a:buClr>
              <a:buSzPts val="1000"/>
              <a:buNone/>
              <a:defRPr sz="1000">
                <a:solidFill>
                  <a:srgbClr val="000000"/>
                </a:solidFill>
              </a:defRPr>
            </a:lvl3pPr>
            <a:lvl4pPr lvl="3">
              <a:spcBef>
                <a:spcPts val="0"/>
              </a:spcBef>
              <a:spcAft>
                <a:spcPts val="0"/>
              </a:spcAft>
              <a:buClr>
                <a:srgbClr val="000000"/>
              </a:buClr>
              <a:buSzPts val="1000"/>
              <a:buNone/>
              <a:defRPr sz="1000">
                <a:solidFill>
                  <a:srgbClr val="000000"/>
                </a:solidFill>
              </a:defRPr>
            </a:lvl4pPr>
            <a:lvl5pPr lvl="4">
              <a:spcBef>
                <a:spcPts val="0"/>
              </a:spcBef>
              <a:spcAft>
                <a:spcPts val="0"/>
              </a:spcAft>
              <a:buClr>
                <a:srgbClr val="000000"/>
              </a:buClr>
              <a:buSzPts val="1000"/>
              <a:buNone/>
              <a:defRPr sz="1000">
                <a:solidFill>
                  <a:srgbClr val="000000"/>
                </a:solidFill>
              </a:defRPr>
            </a:lvl5pPr>
            <a:lvl6pPr lvl="5">
              <a:spcBef>
                <a:spcPts val="0"/>
              </a:spcBef>
              <a:spcAft>
                <a:spcPts val="0"/>
              </a:spcAft>
              <a:buClr>
                <a:srgbClr val="000000"/>
              </a:buClr>
              <a:buSzPts val="1000"/>
              <a:buNone/>
              <a:defRPr sz="1000">
                <a:solidFill>
                  <a:srgbClr val="000000"/>
                </a:solidFill>
              </a:defRPr>
            </a:lvl6pPr>
            <a:lvl7pPr lvl="6">
              <a:spcBef>
                <a:spcPts val="0"/>
              </a:spcBef>
              <a:spcAft>
                <a:spcPts val="0"/>
              </a:spcAft>
              <a:buClr>
                <a:srgbClr val="000000"/>
              </a:buClr>
              <a:buSzPts val="1000"/>
              <a:buNone/>
              <a:defRPr sz="1000">
                <a:solidFill>
                  <a:srgbClr val="000000"/>
                </a:solidFill>
              </a:defRPr>
            </a:lvl7pPr>
            <a:lvl8pPr lvl="7">
              <a:spcBef>
                <a:spcPts val="0"/>
              </a:spcBef>
              <a:spcAft>
                <a:spcPts val="0"/>
              </a:spcAft>
              <a:buClr>
                <a:srgbClr val="000000"/>
              </a:buClr>
              <a:buSzPts val="1000"/>
              <a:buNone/>
              <a:defRPr sz="1000">
                <a:solidFill>
                  <a:srgbClr val="000000"/>
                </a:solidFill>
              </a:defRPr>
            </a:lvl8pPr>
            <a:lvl9pPr lvl="8">
              <a:spcBef>
                <a:spcPts val="0"/>
              </a:spcBef>
              <a:spcAft>
                <a:spcPts val="0"/>
              </a:spcAft>
              <a:buClr>
                <a:srgbClr val="000000"/>
              </a:buClr>
              <a:buSzPts val="1000"/>
              <a:buNone/>
              <a:defRPr sz="1000">
                <a:solidFill>
                  <a:srgbClr val="000000"/>
                </a:solidFill>
              </a:defRPr>
            </a:lvl9pPr>
          </a:lstStyle>
          <a:p/>
        </p:txBody>
      </p:sp>
      <p:sp>
        <p:nvSpPr>
          <p:cNvPr id="6042" name="Google Shape;6042;p98"/>
          <p:cNvSpPr txBox="1"/>
          <p:nvPr>
            <p:ph idx="9" type="title"/>
          </p:nvPr>
        </p:nvSpPr>
        <p:spPr>
          <a:xfrm flipH="1">
            <a:off x="3208773" y="579550"/>
            <a:ext cx="6679800" cy="1692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000"/>
              <a:buNone/>
              <a:defRPr sz="1000">
                <a:solidFill>
                  <a:srgbClr val="000000"/>
                </a:solidFill>
              </a:defRPr>
            </a:lvl1pPr>
            <a:lvl2pPr lvl="1">
              <a:spcBef>
                <a:spcPts val="0"/>
              </a:spcBef>
              <a:spcAft>
                <a:spcPts val="0"/>
              </a:spcAft>
              <a:buClr>
                <a:srgbClr val="000000"/>
              </a:buClr>
              <a:buSzPts val="1000"/>
              <a:buNone/>
              <a:defRPr sz="1000">
                <a:solidFill>
                  <a:srgbClr val="000000"/>
                </a:solidFill>
              </a:defRPr>
            </a:lvl2pPr>
            <a:lvl3pPr lvl="2">
              <a:spcBef>
                <a:spcPts val="0"/>
              </a:spcBef>
              <a:spcAft>
                <a:spcPts val="0"/>
              </a:spcAft>
              <a:buClr>
                <a:srgbClr val="000000"/>
              </a:buClr>
              <a:buSzPts val="1000"/>
              <a:buNone/>
              <a:defRPr sz="1000">
                <a:solidFill>
                  <a:srgbClr val="000000"/>
                </a:solidFill>
              </a:defRPr>
            </a:lvl3pPr>
            <a:lvl4pPr lvl="3">
              <a:spcBef>
                <a:spcPts val="0"/>
              </a:spcBef>
              <a:spcAft>
                <a:spcPts val="0"/>
              </a:spcAft>
              <a:buClr>
                <a:srgbClr val="000000"/>
              </a:buClr>
              <a:buSzPts val="1000"/>
              <a:buNone/>
              <a:defRPr sz="1000">
                <a:solidFill>
                  <a:srgbClr val="000000"/>
                </a:solidFill>
              </a:defRPr>
            </a:lvl4pPr>
            <a:lvl5pPr lvl="4">
              <a:spcBef>
                <a:spcPts val="0"/>
              </a:spcBef>
              <a:spcAft>
                <a:spcPts val="0"/>
              </a:spcAft>
              <a:buClr>
                <a:srgbClr val="000000"/>
              </a:buClr>
              <a:buSzPts val="1000"/>
              <a:buNone/>
              <a:defRPr sz="1000">
                <a:solidFill>
                  <a:srgbClr val="000000"/>
                </a:solidFill>
              </a:defRPr>
            </a:lvl5pPr>
            <a:lvl6pPr lvl="5">
              <a:spcBef>
                <a:spcPts val="0"/>
              </a:spcBef>
              <a:spcAft>
                <a:spcPts val="0"/>
              </a:spcAft>
              <a:buClr>
                <a:srgbClr val="000000"/>
              </a:buClr>
              <a:buSzPts val="1000"/>
              <a:buNone/>
              <a:defRPr sz="1000">
                <a:solidFill>
                  <a:srgbClr val="000000"/>
                </a:solidFill>
              </a:defRPr>
            </a:lvl6pPr>
            <a:lvl7pPr lvl="6">
              <a:spcBef>
                <a:spcPts val="0"/>
              </a:spcBef>
              <a:spcAft>
                <a:spcPts val="0"/>
              </a:spcAft>
              <a:buClr>
                <a:srgbClr val="000000"/>
              </a:buClr>
              <a:buSzPts val="1000"/>
              <a:buNone/>
              <a:defRPr sz="1000">
                <a:solidFill>
                  <a:srgbClr val="000000"/>
                </a:solidFill>
              </a:defRPr>
            </a:lvl7pPr>
            <a:lvl8pPr lvl="7">
              <a:spcBef>
                <a:spcPts val="0"/>
              </a:spcBef>
              <a:spcAft>
                <a:spcPts val="0"/>
              </a:spcAft>
              <a:buClr>
                <a:srgbClr val="000000"/>
              </a:buClr>
              <a:buSzPts val="1000"/>
              <a:buNone/>
              <a:defRPr sz="1000">
                <a:solidFill>
                  <a:srgbClr val="000000"/>
                </a:solidFill>
              </a:defRPr>
            </a:lvl8pPr>
            <a:lvl9pPr lvl="8">
              <a:spcBef>
                <a:spcPts val="0"/>
              </a:spcBef>
              <a:spcAft>
                <a:spcPts val="0"/>
              </a:spcAft>
              <a:buClr>
                <a:srgbClr val="000000"/>
              </a:buClr>
              <a:buSzPts val="1000"/>
              <a:buNone/>
              <a:defRPr sz="1000">
                <a:solidFill>
                  <a:srgbClr val="000000"/>
                </a:solidFill>
              </a:defRPr>
            </a:lvl9pPr>
          </a:lstStyle>
          <a:p/>
        </p:txBody>
      </p:sp>
      <p:sp>
        <p:nvSpPr>
          <p:cNvPr id="6043" name="Google Shape;6043;p98"/>
          <p:cNvSpPr txBox="1"/>
          <p:nvPr>
            <p:ph idx="13" type="body"/>
          </p:nvPr>
        </p:nvSpPr>
        <p:spPr>
          <a:xfrm>
            <a:off x="641150" y="612125"/>
            <a:ext cx="1770300" cy="160500"/>
          </a:xfrm>
          <a:prstGeom prst="rect">
            <a:avLst/>
          </a:prstGeom>
          <a:noFill/>
          <a:ln>
            <a:noFill/>
          </a:ln>
        </p:spPr>
        <p:txBody>
          <a:bodyPr anchorCtr="0" anchor="t" bIns="0" lIns="0" spcFirstLastPara="1" rIns="0" wrap="square" tIns="0">
            <a:noAutofit/>
          </a:bodyPr>
          <a:lstStyle>
            <a:lvl1pPr indent="-292100" lvl="0" marL="457200" algn="ctr">
              <a:spcBef>
                <a:spcPts val="0"/>
              </a:spcBef>
              <a:spcAft>
                <a:spcPts val="0"/>
              </a:spcAft>
              <a:buClr>
                <a:srgbClr val="FFFFFF"/>
              </a:buClr>
              <a:buSzPts val="1000"/>
              <a:buChar char="●"/>
              <a:defRPr sz="1000">
                <a:solidFill>
                  <a:srgbClr val="FFFFFF"/>
                </a:solidFill>
              </a:defRPr>
            </a:lvl1pPr>
            <a:lvl2pPr indent="-292100" lvl="1" marL="914400" algn="ctr">
              <a:spcBef>
                <a:spcPts val="0"/>
              </a:spcBef>
              <a:spcAft>
                <a:spcPts val="0"/>
              </a:spcAft>
              <a:buClr>
                <a:srgbClr val="FFFFFF"/>
              </a:buClr>
              <a:buSzPts val="1000"/>
              <a:buChar char="○"/>
              <a:defRPr sz="1000">
                <a:solidFill>
                  <a:srgbClr val="FFFFFF"/>
                </a:solidFill>
              </a:defRPr>
            </a:lvl2pPr>
            <a:lvl3pPr indent="-292100" lvl="2" marL="1371600" algn="ctr">
              <a:spcBef>
                <a:spcPts val="0"/>
              </a:spcBef>
              <a:spcAft>
                <a:spcPts val="0"/>
              </a:spcAft>
              <a:buClr>
                <a:srgbClr val="FFFFFF"/>
              </a:buClr>
              <a:buSzPts val="1000"/>
              <a:buChar char="■"/>
              <a:defRPr sz="1000">
                <a:solidFill>
                  <a:srgbClr val="FFFFFF"/>
                </a:solidFill>
              </a:defRPr>
            </a:lvl3pPr>
            <a:lvl4pPr indent="-292100" lvl="3" marL="1828800" algn="ctr">
              <a:spcBef>
                <a:spcPts val="0"/>
              </a:spcBef>
              <a:spcAft>
                <a:spcPts val="0"/>
              </a:spcAft>
              <a:buClr>
                <a:srgbClr val="FFFFFF"/>
              </a:buClr>
              <a:buSzPts val="1000"/>
              <a:buChar char="●"/>
              <a:defRPr sz="1000">
                <a:solidFill>
                  <a:srgbClr val="FFFFFF"/>
                </a:solidFill>
              </a:defRPr>
            </a:lvl4pPr>
            <a:lvl5pPr indent="-292100" lvl="4" marL="2286000" algn="ctr">
              <a:spcBef>
                <a:spcPts val="0"/>
              </a:spcBef>
              <a:spcAft>
                <a:spcPts val="0"/>
              </a:spcAft>
              <a:buClr>
                <a:srgbClr val="FFFFFF"/>
              </a:buClr>
              <a:buSzPts val="1000"/>
              <a:buChar char="○"/>
              <a:defRPr sz="1000">
                <a:solidFill>
                  <a:srgbClr val="FFFFFF"/>
                </a:solidFill>
              </a:defRPr>
            </a:lvl5pPr>
            <a:lvl6pPr indent="-292100" lvl="5" marL="2743200" algn="ctr">
              <a:spcBef>
                <a:spcPts val="0"/>
              </a:spcBef>
              <a:spcAft>
                <a:spcPts val="0"/>
              </a:spcAft>
              <a:buClr>
                <a:srgbClr val="FFFFFF"/>
              </a:buClr>
              <a:buSzPts val="1000"/>
              <a:buChar char="■"/>
              <a:defRPr sz="1000">
                <a:solidFill>
                  <a:srgbClr val="FFFFFF"/>
                </a:solidFill>
              </a:defRPr>
            </a:lvl6pPr>
            <a:lvl7pPr indent="-292100" lvl="6" marL="3200400" algn="ctr">
              <a:spcBef>
                <a:spcPts val="0"/>
              </a:spcBef>
              <a:spcAft>
                <a:spcPts val="0"/>
              </a:spcAft>
              <a:buClr>
                <a:srgbClr val="FFFFFF"/>
              </a:buClr>
              <a:buSzPts val="1000"/>
              <a:buChar char="●"/>
              <a:defRPr sz="1000">
                <a:solidFill>
                  <a:srgbClr val="FFFFFF"/>
                </a:solidFill>
              </a:defRPr>
            </a:lvl7pPr>
            <a:lvl8pPr indent="-292100" lvl="7" marL="3657600" algn="ctr">
              <a:spcBef>
                <a:spcPts val="0"/>
              </a:spcBef>
              <a:spcAft>
                <a:spcPts val="0"/>
              </a:spcAft>
              <a:buClr>
                <a:srgbClr val="FFFFFF"/>
              </a:buClr>
              <a:buSzPts val="1000"/>
              <a:buChar char="○"/>
              <a:defRPr sz="1000">
                <a:solidFill>
                  <a:srgbClr val="FFFFFF"/>
                </a:solidFill>
              </a:defRPr>
            </a:lvl8pPr>
            <a:lvl9pPr indent="-292100" lvl="8" marL="4114800" algn="ctr">
              <a:spcBef>
                <a:spcPts val="0"/>
              </a:spcBef>
              <a:spcAft>
                <a:spcPts val="0"/>
              </a:spcAft>
              <a:buClr>
                <a:srgbClr val="FFFFFF"/>
              </a:buClr>
              <a:buSzPts val="1000"/>
              <a:buChar char="■"/>
              <a:defRPr sz="1000">
                <a:solidFill>
                  <a:srgbClr val="FFFFFF"/>
                </a:solidFill>
              </a:defRPr>
            </a:lvl9pPr>
          </a:lstStyle>
          <a:p/>
        </p:txBody>
      </p:sp>
      <p:sp>
        <p:nvSpPr>
          <p:cNvPr id="6044" name="Google Shape;6044;p98"/>
          <p:cNvSpPr txBox="1"/>
          <p:nvPr/>
        </p:nvSpPr>
        <p:spPr>
          <a:xfrm>
            <a:off x="84825" y="598125"/>
            <a:ext cx="595500" cy="205800"/>
          </a:xfrm>
          <a:prstGeom prst="rect">
            <a:avLst/>
          </a:prstGeom>
          <a:noFill/>
          <a:ln>
            <a:noFill/>
          </a:ln>
        </p:spPr>
        <p:txBody>
          <a:bodyPr anchorCtr="0" anchor="t" bIns="18000" lIns="18000" spcFirstLastPara="1" rIns="18000" wrap="square" tIns="18000">
            <a:spAutoFit/>
          </a:bodyPr>
          <a:lstStyle/>
          <a:p>
            <a:pPr indent="0" lvl="0" marL="0" rtl="0" algn="l">
              <a:spcBef>
                <a:spcPts val="0"/>
              </a:spcBef>
              <a:spcAft>
                <a:spcPts val="0"/>
              </a:spcAft>
              <a:buNone/>
            </a:pPr>
            <a:r>
              <a:rPr lang="es-419" sz="1100">
                <a:solidFill>
                  <a:srgbClr val="FFFFFF"/>
                </a:solidFill>
              </a:rPr>
              <a:t>Nombre:</a:t>
            </a:r>
            <a:endParaRPr sz="1100">
              <a:solidFill>
                <a:srgbClr val="FFFFFF"/>
              </a:solidFill>
            </a:endParaRPr>
          </a:p>
        </p:txBody>
      </p:sp>
    </p:spTree>
  </p:cSld>
  <p:clrMapOvr>
    <a:masterClrMapping/>
  </p:clrMapOvr>
</p:sldLayout>
</file>

<file path=ppt/slideLayouts/slideLayout9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3 Perfil Cliente">
  <p:cSld name="TITLE_3_6_1_1_1_1_1_1_1_1_1">
    <p:spTree>
      <p:nvGrpSpPr>
        <p:cNvPr id="6045" name="Shape 6045"/>
        <p:cNvGrpSpPr/>
        <p:nvPr/>
      </p:nvGrpSpPr>
      <p:grpSpPr>
        <a:xfrm>
          <a:off x="0" y="0"/>
          <a:ext cx="0" cy="0"/>
          <a:chOff x="0" y="0"/>
          <a:chExt cx="0" cy="0"/>
        </a:xfrm>
      </p:grpSpPr>
      <p:sp>
        <p:nvSpPr>
          <p:cNvPr id="6046" name="Google Shape;6046;p99"/>
          <p:cNvSpPr/>
          <p:nvPr/>
        </p:nvSpPr>
        <p:spPr>
          <a:xfrm>
            <a:off x="97888" y="377012"/>
            <a:ext cx="9893400" cy="296700"/>
          </a:xfrm>
          <a:prstGeom prst="roundRect">
            <a:avLst>
              <a:gd fmla="val 22902" name="adj"/>
            </a:avLst>
          </a:prstGeom>
          <a:solidFill>
            <a:srgbClr val="F3F3F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6047" name="Google Shape;6047;p99"/>
          <p:cNvSpPr/>
          <p:nvPr/>
        </p:nvSpPr>
        <p:spPr>
          <a:xfrm>
            <a:off x="77688" y="358938"/>
            <a:ext cx="9935700" cy="6438000"/>
          </a:xfrm>
          <a:prstGeom prst="roundRect">
            <a:avLst>
              <a:gd fmla="val 2618" name="adj"/>
            </a:avLst>
          </a:prstGeom>
          <a:solidFill>
            <a:srgbClr val="FFFFFF"/>
          </a:solidFill>
          <a:ln cap="flat" cmpd="sng" w="38100">
            <a:solidFill>
              <a:srgbClr val="000000"/>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048" name="Google Shape;6048;p99"/>
          <p:cNvCxnSpPr/>
          <p:nvPr/>
        </p:nvCxnSpPr>
        <p:spPr>
          <a:xfrm>
            <a:off x="77688" y="772614"/>
            <a:ext cx="9935700" cy="0"/>
          </a:xfrm>
          <a:prstGeom prst="straightConnector1">
            <a:avLst/>
          </a:prstGeom>
          <a:noFill/>
          <a:ln cap="flat" cmpd="sng" w="19050">
            <a:solidFill>
              <a:srgbClr val="000000"/>
            </a:solidFill>
            <a:prstDash val="solid"/>
            <a:round/>
            <a:headEnd len="med" w="med" type="none"/>
            <a:tailEnd len="med" w="med" type="none"/>
          </a:ln>
        </p:spPr>
      </p:cxnSp>
      <p:cxnSp>
        <p:nvCxnSpPr>
          <p:cNvPr id="6049" name="Google Shape;6049;p99"/>
          <p:cNvCxnSpPr/>
          <p:nvPr/>
        </p:nvCxnSpPr>
        <p:spPr>
          <a:xfrm rot="10800000">
            <a:off x="2439038" y="368188"/>
            <a:ext cx="0" cy="402300"/>
          </a:xfrm>
          <a:prstGeom prst="straightConnector1">
            <a:avLst/>
          </a:prstGeom>
          <a:noFill/>
          <a:ln cap="flat" cmpd="sng" w="19050">
            <a:solidFill>
              <a:srgbClr val="000000"/>
            </a:solidFill>
            <a:prstDash val="solid"/>
            <a:round/>
            <a:headEnd len="med" w="med" type="none"/>
            <a:tailEnd len="med" w="med" type="none"/>
          </a:ln>
        </p:spPr>
      </p:cxnSp>
      <p:sp>
        <p:nvSpPr>
          <p:cNvPr id="6050" name="Google Shape;6050;p99"/>
          <p:cNvSpPr/>
          <p:nvPr/>
        </p:nvSpPr>
        <p:spPr>
          <a:xfrm>
            <a:off x="77688" y="349338"/>
            <a:ext cx="2361300" cy="421200"/>
          </a:xfrm>
          <a:prstGeom prst="roundRect">
            <a:avLst>
              <a:gd fmla="val 50000" name="adj"/>
            </a:avLst>
          </a:prstGeom>
          <a:solidFill>
            <a:srgbClr val="000000"/>
          </a:solidFill>
          <a:ln cap="flat" cmpd="sng" w="9525">
            <a:solidFill>
              <a:srgbClr val="000000"/>
            </a:solidFill>
            <a:prstDash val="solid"/>
            <a:round/>
            <a:headEnd len="sm" w="sm" type="none"/>
            <a:tailEnd len="sm" w="sm" type="none"/>
          </a:ln>
        </p:spPr>
        <p:txBody>
          <a:bodyPr anchorCtr="0" anchor="ctr" bIns="91425" lIns="0" spcFirstLastPara="1" rIns="0" wrap="square" tIns="91425">
            <a:noAutofit/>
          </a:bodyPr>
          <a:lstStyle/>
          <a:p>
            <a:pPr indent="0" lvl="0" marL="0" rtl="0" algn="ctr">
              <a:spcBef>
                <a:spcPts val="0"/>
              </a:spcBef>
              <a:spcAft>
                <a:spcPts val="0"/>
              </a:spcAft>
              <a:buNone/>
            </a:pPr>
            <a:r>
              <a:rPr b="1" lang="es-419" sz="1100">
                <a:solidFill>
                  <a:srgbClr val="FFFFFF"/>
                </a:solidFill>
              </a:rPr>
              <a:t>Perfil Cliente</a:t>
            </a:r>
            <a:endParaRPr b="1" sz="1100">
              <a:solidFill>
                <a:srgbClr val="FFFFFF"/>
              </a:solidFill>
            </a:endParaRPr>
          </a:p>
          <a:p>
            <a:pPr indent="0" lvl="0" marL="0" rtl="0" algn="ctr">
              <a:spcBef>
                <a:spcPts val="0"/>
              </a:spcBef>
              <a:spcAft>
                <a:spcPts val="0"/>
              </a:spcAft>
              <a:buNone/>
            </a:pPr>
            <a:r>
              <a:t/>
            </a:r>
            <a:endParaRPr b="1" sz="1200">
              <a:solidFill>
                <a:srgbClr val="FFFFFF"/>
              </a:solidFill>
            </a:endParaRPr>
          </a:p>
        </p:txBody>
      </p:sp>
      <p:sp>
        <p:nvSpPr>
          <p:cNvPr id="6051" name="Google Shape;6051;p99"/>
          <p:cNvSpPr/>
          <p:nvPr/>
        </p:nvSpPr>
        <p:spPr>
          <a:xfrm>
            <a:off x="83988" y="595504"/>
            <a:ext cx="190200" cy="1692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2" name="Google Shape;6052;p99"/>
          <p:cNvSpPr/>
          <p:nvPr/>
        </p:nvSpPr>
        <p:spPr>
          <a:xfrm>
            <a:off x="2350598" y="358950"/>
            <a:ext cx="88500" cy="4023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3" name="Google Shape;6053;p99"/>
          <p:cNvSpPr/>
          <p:nvPr/>
        </p:nvSpPr>
        <p:spPr>
          <a:xfrm>
            <a:off x="2277739" y="663750"/>
            <a:ext cx="88500" cy="1089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4" name="Google Shape;6054;p99"/>
          <p:cNvSpPr/>
          <p:nvPr/>
        </p:nvSpPr>
        <p:spPr>
          <a:xfrm>
            <a:off x="3477925" y="1396265"/>
            <a:ext cx="6172500" cy="554100"/>
          </a:xfrm>
          <a:prstGeom prst="roundRect">
            <a:avLst>
              <a:gd fmla="val 6541"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5" name="Google Shape;6055;p99"/>
          <p:cNvSpPr txBox="1"/>
          <p:nvPr/>
        </p:nvSpPr>
        <p:spPr>
          <a:xfrm>
            <a:off x="454807" y="1362662"/>
            <a:ext cx="3000000" cy="540000"/>
          </a:xfrm>
          <a:prstGeom prst="rect">
            <a:avLst/>
          </a:prstGeom>
          <a:noFill/>
          <a:ln>
            <a:noFill/>
          </a:ln>
        </p:spPr>
        <p:txBody>
          <a:bodyPr anchorCtr="0" anchor="t" bIns="54000" lIns="54000" spcFirstLastPara="1" rIns="54000" wrap="square" tIns="54000">
            <a:spAutoFit/>
          </a:bodyPr>
          <a:lstStyle/>
          <a:p>
            <a:pPr indent="0" lvl="0" marL="0" rtl="0" algn="r">
              <a:spcBef>
                <a:spcPts val="0"/>
              </a:spcBef>
              <a:spcAft>
                <a:spcPts val="0"/>
              </a:spcAft>
              <a:buNone/>
            </a:pPr>
            <a:r>
              <a:rPr b="1" lang="es-419" sz="1000">
                <a:solidFill>
                  <a:schemeClr val="dk1"/>
                </a:solidFill>
                <a:latin typeface="Arvo"/>
                <a:ea typeface="Arvo"/>
                <a:cs typeface="Arvo"/>
                <a:sym typeface="Arvo"/>
              </a:rPr>
              <a:t>Representante </a:t>
            </a:r>
            <a:endParaRPr b="1" sz="1000">
              <a:solidFill>
                <a:schemeClr val="dk1"/>
              </a:solidFill>
              <a:latin typeface="Arvo"/>
              <a:ea typeface="Arvo"/>
              <a:cs typeface="Arvo"/>
              <a:sym typeface="Arvo"/>
            </a:endParaRPr>
          </a:p>
          <a:p>
            <a:pPr indent="0" lvl="0" marL="0" rtl="0" algn="r">
              <a:spcBef>
                <a:spcPts val="0"/>
              </a:spcBef>
              <a:spcAft>
                <a:spcPts val="0"/>
              </a:spcAft>
              <a:buNone/>
            </a:pPr>
            <a:r>
              <a:rPr i="1" lang="es-419" sz="600">
                <a:solidFill>
                  <a:schemeClr val="dk1"/>
                </a:solidFill>
                <a:latin typeface="Arvo"/>
                <a:ea typeface="Arvo"/>
                <a:cs typeface="Arvo"/>
                <a:sym typeface="Arvo"/>
              </a:rPr>
              <a:t>&lt;[Quién es el representante de las partes interesadas del proyecto?  (Esto es opcional, si está documentado en otro lugar.) Lo que queremos aquí son nombres.]&gt;</a:t>
            </a:r>
            <a:endParaRPr i="1" sz="600">
              <a:solidFill>
                <a:schemeClr val="dk1"/>
              </a:solidFill>
              <a:latin typeface="Arvo"/>
              <a:ea typeface="Arvo"/>
              <a:cs typeface="Arvo"/>
              <a:sym typeface="Arvo"/>
            </a:endParaRPr>
          </a:p>
        </p:txBody>
      </p:sp>
      <p:sp>
        <p:nvSpPr>
          <p:cNvPr id="6056" name="Google Shape;6056;p99"/>
          <p:cNvSpPr txBox="1"/>
          <p:nvPr/>
        </p:nvSpPr>
        <p:spPr>
          <a:xfrm>
            <a:off x="480000" y="2076645"/>
            <a:ext cx="3000000" cy="431100"/>
          </a:xfrm>
          <a:prstGeom prst="rect">
            <a:avLst/>
          </a:prstGeom>
          <a:noFill/>
          <a:ln>
            <a:noFill/>
          </a:ln>
        </p:spPr>
        <p:txBody>
          <a:bodyPr anchorCtr="0" anchor="t" bIns="91425" lIns="91425" spcFirstLastPara="1" rIns="91425" wrap="square" tIns="91425">
            <a:spAutoFit/>
          </a:bodyPr>
          <a:lstStyle/>
          <a:p>
            <a:pPr indent="0" lvl="0" marL="0" rtl="0" algn="r">
              <a:spcBef>
                <a:spcPts val="0"/>
              </a:spcBef>
              <a:spcAft>
                <a:spcPts val="0"/>
              </a:spcAft>
              <a:buNone/>
            </a:pPr>
            <a:r>
              <a:rPr b="1" lang="es-419" sz="1000">
                <a:solidFill>
                  <a:schemeClr val="dk1"/>
                </a:solidFill>
                <a:latin typeface="Arvo"/>
                <a:ea typeface="Arvo"/>
                <a:cs typeface="Arvo"/>
                <a:sym typeface="Arvo"/>
              </a:rPr>
              <a:t>Descripción</a:t>
            </a:r>
            <a:endParaRPr b="1" sz="1000">
              <a:solidFill>
                <a:schemeClr val="dk1"/>
              </a:solidFill>
              <a:latin typeface="Roboto"/>
              <a:ea typeface="Roboto"/>
              <a:cs typeface="Roboto"/>
              <a:sym typeface="Roboto"/>
            </a:endParaRPr>
          </a:p>
          <a:p>
            <a:pPr indent="0" lvl="0" marL="0" rtl="0" algn="r">
              <a:spcBef>
                <a:spcPts val="0"/>
              </a:spcBef>
              <a:spcAft>
                <a:spcPts val="0"/>
              </a:spcAft>
              <a:buNone/>
            </a:pPr>
            <a:r>
              <a:rPr i="1" lang="es-419" sz="600">
                <a:solidFill>
                  <a:schemeClr val="dk1"/>
                </a:solidFill>
                <a:latin typeface="Arvo"/>
                <a:ea typeface="Arvo"/>
                <a:cs typeface="Arvo"/>
                <a:sym typeface="Arvo"/>
              </a:rPr>
              <a:t>&lt;[Breve descripción del tipo de actor.]&gt;</a:t>
            </a:r>
            <a:endParaRPr i="1"/>
          </a:p>
        </p:txBody>
      </p:sp>
      <p:sp>
        <p:nvSpPr>
          <p:cNvPr id="6057" name="Google Shape;6057;p99"/>
          <p:cNvSpPr txBox="1"/>
          <p:nvPr/>
        </p:nvSpPr>
        <p:spPr>
          <a:xfrm>
            <a:off x="480000" y="2737550"/>
            <a:ext cx="3000000" cy="431100"/>
          </a:xfrm>
          <a:prstGeom prst="rect">
            <a:avLst/>
          </a:prstGeom>
          <a:noFill/>
          <a:ln>
            <a:noFill/>
          </a:ln>
        </p:spPr>
        <p:txBody>
          <a:bodyPr anchorCtr="0" anchor="t" bIns="91425" lIns="91425" spcFirstLastPara="1" rIns="91425" wrap="square" tIns="91425">
            <a:spAutoFit/>
          </a:bodyPr>
          <a:lstStyle/>
          <a:p>
            <a:pPr indent="0" lvl="0" marL="0" rtl="0" algn="r">
              <a:spcBef>
                <a:spcPts val="0"/>
              </a:spcBef>
              <a:spcAft>
                <a:spcPts val="0"/>
              </a:spcAft>
              <a:buNone/>
            </a:pPr>
            <a:r>
              <a:rPr b="1" lang="es-419" sz="1000">
                <a:solidFill>
                  <a:schemeClr val="dk1"/>
                </a:solidFill>
                <a:latin typeface="Arvo"/>
                <a:ea typeface="Arvo"/>
                <a:cs typeface="Arvo"/>
                <a:sym typeface="Arvo"/>
              </a:rPr>
              <a:t>Tipo</a:t>
            </a:r>
            <a:endParaRPr b="1" sz="1000">
              <a:solidFill>
                <a:schemeClr val="dk1"/>
              </a:solidFill>
              <a:latin typeface="Arvo"/>
              <a:ea typeface="Arvo"/>
              <a:cs typeface="Arvo"/>
              <a:sym typeface="Arvo"/>
            </a:endParaRPr>
          </a:p>
          <a:p>
            <a:pPr indent="0" lvl="0" marL="0" rtl="0" algn="r">
              <a:spcBef>
                <a:spcPts val="0"/>
              </a:spcBef>
              <a:spcAft>
                <a:spcPts val="0"/>
              </a:spcAft>
              <a:buNone/>
            </a:pPr>
            <a:r>
              <a:rPr i="1" lang="es-419" sz="600">
                <a:solidFill>
                  <a:schemeClr val="dk1"/>
                </a:solidFill>
                <a:latin typeface="Arvo"/>
                <a:ea typeface="Arvo"/>
                <a:cs typeface="Arvo"/>
                <a:sym typeface="Arvo"/>
              </a:rPr>
              <a:t>&lt;[Califique la experiencia y los antecedentes de las partes interesadas]&gt;</a:t>
            </a:r>
            <a:endParaRPr i="1"/>
          </a:p>
        </p:txBody>
      </p:sp>
      <p:sp>
        <p:nvSpPr>
          <p:cNvPr id="6058" name="Google Shape;6058;p99"/>
          <p:cNvSpPr txBox="1"/>
          <p:nvPr/>
        </p:nvSpPr>
        <p:spPr>
          <a:xfrm>
            <a:off x="480000" y="3352800"/>
            <a:ext cx="3000000" cy="431100"/>
          </a:xfrm>
          <a:prstGeom prst="rect">
            <a:avLst/>
          </a:prstGeom>
          <a:noFill/>
          <a:ln>
            <a:noFill/>
          </a:ln>
        </p:spPr>
        <p:txBody>
          <a:bodyPr anchorCtr="0" anchor="t" bIns="91425" lIns="91425" spcFirstLastPara="1" rIns="91425" wrap="square" tIns="91425">
            <a:spAutoFit/>
          </a:bodyPr>
          <a:lstStyle/>
          <a:p>
            <a:pPr indent="0" lvl="0" marL="0" rtl="0" algn="r">
              <a:spcBef>
                <a:spcPts val="0"/>
              </a:spcBef>
              <a:spcAft>
                <a:spcPts val="0"/>
              </a:spcAft>
              <a:buNone/>
            </a:pPr>
            <a:r>
              <a:rPr b="1" lang="es-419" sz="1000">
                <a:solidFill>
                  <a:schemeClr val="dk1"/>
                </a:solidFill>
                <a:latin typeface="Arvo"/>
                <a:ea typeface="Arvo"/>
                <a:cs typeface="Arvo"/>
                <a:sym typeface="Arvo"/>
              </a:rPr>
              <a:t>Criterios de Éxito</a:t>
            </a:r>
            <a:endParaRPr b="1" sz="1000">
              <a:solidFill>
                <a:schemeClr val="dk1"/>
              </a:solidFill>
              <a:latin typeface="Arvo"/>
              <a:ea typeface="Arvo"/>
              <a:cs typeface="Arvo"/>
              <a:sym typeface="Arvo"/>
            </a:endParaRPr>
          </a:p>
          <a:p>
            <a:pPr indent="0" lvl="0" marL="0" rtl="0" algn="r">
              <a:spcBef>
                <a:spcPts val="0"/>
              </a:spcBef>
              <a:spcAft>
                <a:spcPts val="0"/>
              </a:spcAft>
              <a:buNone/>
            </a:pPr>
            <a:r>
              <a:rPr i="1" lang="es-419" sz="600">
                <a:solidFill>
                  <a:schemeClr val="dk1"/>
                </a:solidFill>
                <a:latin typeface="Arvo"/>
                <a:ea typeface="Arvo"/>
                <a:cs typeface="Arvo"/>
                <a:sym typeface="Arvo"/>
              </a:rPr>
              <a:t>&lt;[¿Cómo define el el actor el éxito?¿Cómo se recompensa el interesado?]&gt;</a:t>
            </a:r>
            <a:endParaRPr i="1"/>
          </a:p>
        </p:txBody>
      </p:sp>
      <p:sp>
        <p:nvSpPr>
          <p:cNvPr id="6059" name="Google Shape;6059;p99"/>
          <p:cNvSpPr txBox="1"/>
          <p:nvPr/>
        </p:nvSpPr>
        <p:spPr>
          <a:xfrm>
            <a:off x="480000" y="4013407"/>
            <a:ext cx="3000000" cy="615600"/>
          </a:xfrm>
          <a:prstGeom prst="rect">
            <a:avLst/>
          </a:prstGeom>
          <a:noFill/>
          <a:ln>
            <a:noFill/>
          </a:ln>
        </p:spPr>
        <p:txBody>
          <a:bodyPr anchorCtr="0" anchor="t" bIns="91425" lIns="91425" spcFirstLastPara="1" rIns="91425" wrap="square" tIns="91425">
            <a:spAutoFit/>
          </a:bodyPr>
          <a:lstStyle/>
          <a:p>
            <a:pPr indent="0" lvl="0" marL="0" rtl="0" algn="r">
              <a:spcBef>
                <a:spcPts val="0"/>
              </a:spcBef>
              <a:spcAft>
                <a:spcPts val="0"/>
              </a:spcAft>
              <a:buNone/>
            </a:pPr>
            <a:r>
              <a:rPr b="1" lang="es-419" sz="1000">
                <a:solidFill>
                  <a:schemeClr val="dk1"/>
                </a:solidFill>
                <a:latin typeface="Arvo"/>
                <a:ea typeface="Arvo"/>
                <a:cs typeface="Arvo"/>
                <a:sym typeface="Arvo"/>
              </a:rPr>
              <a:t>Intervención</a:t>
            </a:r>
            <a:endParaRPr b="1" sz="1000">
              <a:solidFill>
                <a:schemeClr val="dk1"/>
              </a:solidFill>
              <a:latin typeface="Arvo"/>
              <a:ea typeface="Arvo"/>
              <a:cs typeface="Arvo"/>
              <a:sym typeface="Arvo"/>
            </a:endParaRPr>
          </a:p>
          <a:p>
            <a:pPr indent="0" lvl="0" marL="0" rtl="0" algn="r">
              <a:spcBef>
                <a:spcPts val="0"/>
              </a:spcBef>
              <a:spcAft>
                <a:spcPts val="0"/>
              </a:spcAft>
              <a:buNone/>
            </a:pPr>
            <a:r>
              <a:rPr i="1" lang="es-419" sz="600">
                <a:solidFill>
                  <a:schemeClr val="dk1"/>
                </a:solidFill>
                <a:latin typeface="Arvo"/>
                <a:ea typeface="Arvo"/>
                <a:cs typeface="Arvo"/>
                <a:sym typeface="Arvo"/>
              </a:rPr>
              <a:t> &lt;[</a:t>
            </a:r>
            <a:r>
              <a:rPr i="1" lang="es-419" sz="600">
                <a:solidFill>
                  <a:srgbClr val="202124"/>
                </a:solidFill>
                <a:latin typeface="Arvo"/>
                <a:ea typeface="Arvo"/>
                <a:cs typeface="Arvo"/>
                <a:sym typeface="Arvo"/>
              </a:rPr>
              <a:t>¿Cómo participa la parte interesada en el proyecto? Relacionarse, cuando sea posible, con los roles de Rational Unified Process, es decir, Revisor de modelos de casos de uso empresarial, etc.</a:t>
            </a:r>
            <a:r>
              <a:rPr i="1" lang="es-419" sz="600">
                <a:solidFill>
                  <a:schemeClr val="dk1"/>
                </a:solidFill>
                <a:latin typeface="Arvo"/>
                <a:ea typeface="Arvo"/>
                <a:cs typeface="Arvo"/>
                <a:sym typeface="Arvo"/>
              </a:rPr>
              <a:t>]&gt;</a:t>
            </a:r>
            <a:endParaRPr i="1"/>
          </a:p>
        </p:txBody>
      </p:sp>
      <p:sp>
        <p:nvSpPr>
          <p:cNvPr id="6060" name="Google Shape;6060;p99"/>
          <p:cNvSpPr txBox="1"/>
          <p:nvPr/>
        </p:nvSpPr>
        <p:spPr>
          <a:xfrm>
            <a:off x="480000" y="4686610"/>
            <a:ext cx="3000000" cy="646500"/>
          </a:xfrm>
          <a:prstGeom prst="rect">
            <a:avLst/>
          </a:prstGeom>
          <a:noFill/>
          <a:ln>
            <a:noFill/>
          </a:ln>
        </p:spPr>
        <p:txBody>
          <a:bodyPr anchorCtr="0" anchor="t" bIns="91425" lIns="91425" spcFirstLastPara="1" rIns="91425" wrap="square" tIns="91425">
            <a:spAutoFit/>
          </a:bodyPr>
          <a:lstStyle/>
          <a:p>
            <a:pPr indent="0" lvl="0" marL="0" rtl="0" algn="r">
              <a:spcBef>
                <a:spcPts val="0"/>
              </a:spcBef>
              <a:spcAft>
                <a:spcPts val="0"/>
              </a:spcAft>
              <a:buNone/>
            </a:pPr>
            <a:r>
              <a:rPr b="1" lang="es-419" sz="1000">
                <a:solidFill>
                  <a:schemeClr val="dk1"/>
                </a:solidFill>
                <a:latin typeface="Arvo"/>
                <a:ea typeface="Arvo"/>
                <a:cs typeface="Arvo"/>
                <a:sym typeface="Arvo"/>
              </a:rPr>
              <a:t>Entregables </a:t>
            </a:r>
            <a:r>
              <a:rPr b="1" lang="es-419" sz="1200">
                <a:solidFill>
                  <a:schemeClr val="dk1"/>
                </a:solidFill>
                <a:latin typeface="Arvo"/>
                <a:ea typeface="Arvo"/>
                <a:cs typeface="Arvo"/>
                <a:sym typeface="Arvo"/>
              </a:rPr>
              <a:t>                                                         </a:t>
            </a:r>
            <a:r>
              <a:rPr i="1" lang="es-419" sz="1200">
                <a:solidFill>
                  <a:schemeClr val="dk1"/>
                </a:solidFill>
                <a:latin typeface="Arvo"/>
                <a:ea typeface="Arvo"/>
                <a:cs typeface="Arvo"/>
                <a:sym typeface="Arvo"/>
              </a:rPr>
              <a:t> </a:t>
            </a:r>
            <a:r>
              <a:rPr i="1" lang="es-419" sz="600">
                <a:solidFill>
                  <a:schemeClr val="dk1"/>
                </a:solidFill>
                <a:latin typeface="Arvo"/>
                <a:ea typeface="Arvo"/>
                <a:cs typeface="Arvo"/>
                <a:sym typeface="Arvo"/>
              </a:rPr>
              <a:t>&lt;[</a:t>
            </a:r>
            <a:r>
              <a:rPr i="1" lang="es-419" sz="600">
                <a:solidFill>
                  <a:srgbClr val="202124"/>
                </a:solidFill>
                <a:latin typeface="Arvo"/>
                <a:ea typeface="Arvo"/>
                <a:cs typeface="Arvo"/>
                <a:sym typeface="Arvo"/>
              </a:rPr>
              <a:t>¿Hay entregables adicionales requeridos por las partes interesadas? Estos podrían ser entregables del proyecto o resultados del sistema en desarrollo.</a:t>
            </a:r>
            <a:r>
              <a:rPr i="1" lang="es-419" sz="600">
                <a:solidFill>
                  <a:schemeClr val="dk1"/>
                </a:solidFill>
                <a:latin typeface="Arvo"/>
                <a:ea typeface="Arvo"/>
                <a:cs typeface="Arvo"/>
                <a:sym typeface="Arvo"/>
              </a:rPr>
              <a:t>]&gt;</a:t>
            </a:r>
            <a:endParaRPr i="1"/>
          </a:p>
        </p:txBody>
      </p:sp>
      <p:sp>
        <p:nvSpPr>
          <p:cNvPr id="6061" name="Google Shape;6061;p99"/>
          <p:cNvSpPr txBox="1"/>
          <p:nvPr/>
        </p:nvSpPr>
        <p:spPr>
          <a:xfrm>
            <a:off x="480000" y="5444423"/>
            <a:ext cx="3000000" cy="523200"/>
          </a:xfrm>
          <a:prstGeom prst="rect">
            <a:avLst/>
          </a:prstGeom>
          <a:noFill/>
          <a:ln>
            <a:noFill/>
          </a:ln>
        </p:spPr>
        <p:txBody>
          <a:bodyPr anchorCtr="0" anchor="t" bIns="91425" lIns="91425" spcFirstLastPara="1" rIns="91425" wrap="square" tIns="91425">
            <a:spAutoFit/>
          </a:bodyPr>
          <a:lstStyle/>
          <a:p>
            <a:pPr indent="0" lvl="0" marL="0" rtl="0" algn="r">
              <a:spcBef>
                <a:spcPts val="0"/>
              </a:spcBef>
              <a:spcAft>
                <a:spcPts val="0"/>
              </a:spcAft>
              <a:buNone/>
            </a:pPr>
            <a:r>
              <a:rPr b="1" lang="es-419" sz="1000">
                <a:solidFill>
                  <a:schemeClr val="dk1"/>
                </a:solidFill>
                <a:latin typeface="Arvo"/>
                <a:ea typeface="Arvo"/>
                <a:cs typeface="Arvo"/>
                <a:sym typeface="Arvo"/>
              </a:rPr>
              <a:t>Comentarios y problemas</a:t>
            </a:r>
            <a:endParaRPr b="1" sz="1000">
              <a:solidFill>
                <a:schemeClr val="dk1"/>
              </a:solidFill>
              <a:latin typeface="Roboto"/>
              <a:ea typeface="Roboto"/>
              <a:cs typeface="Roboto"/>
              <a:sym typeface="Roboto"/>
            </a:endParaRPr>
          </a:p>
          <a:p>
            <a:pPr indent="0" lvl="0" marL="0" rtl="0" algn="r">
              <a:spcBef>
                <a:spcPts val="0"/>
              </a:spcBef>
              <a:spcAft>
                <a:spcPts val="0"/>
              </a:spcAft>
              <a:buNone/>
            </a:pPr>
            <a:r>
              <a:rPr i="1" lang="es-419" sz="600">
                <a:solidFill>
                  <a:schemeClr val="dk1"/>
                </a:solidFill>
                <a:latin typeface="Arvo"/>
                <a:ea typeface="Arvo"/>
                <a:cs typeface="Arvo"/>
                <a:sym typeface="Arvo"/>
              </a:rPr>
              <a:t>&lt;[</a:t>
            </a:r>
            <a:r>
              <a:rPr i="1" lang="es-419" sz="600">
                <a:solidFill>
                  <a:srgbClr val="202124"/>
                </a:solidFill>
                <a:latin typeface="Arvo"/>
                <a:ea typeface="Arvo"/>
                <a:cs typeface="Arvo"/>
                <a:sym typeface="Arvo"/>
              </a:rPr>
              <a:t>Los problemas que interfieren con el éxito y cualquier otra información relevante van aquí.</a:t>
            </a:r>
            <a:r>
              <a:rPr lang="es-419" sz="600">
                <a:solidFill>
                  <a:schemeClr val="dk1"/>
                </a:solidFill>
                <a:latin typeface="Arvo"/>
                <a:ea typeface="Arvo"/>
                <a:cs typeface="Arvo"/>
                <a:sym typeface="Arvo"/>
              </a:rPr>
              <a:t>.]&gt;</a:t>
            </a:r>
            <a:endParaRPr>
              <a:solidFill>
                <a:schemeClr val="dk1"/>
              </a:solidFill>
            </a:endParaRPr>
          </a:p>
        </p:txBody>
      </p:sp>
      <p:sp>
        <p:nvSpPr>
          <p:cNvPr id="6062" name="Google Shape;6062;p99"/>
          <p:cNvSpPr/>
          <p:nvPr/>
        </p:nvSpPr>
        <p:spPr>
          <a:xfrm>
            <a:off x="3477925" y="2102174"/>
            <a:ext cx="6172500" cy="554100"/>
          </a:xfrm>
          <a:prstGeom prst="roundRect">
            <a:avLst>
              <a:gd fmla="val 6541"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3" name="Google Shape;6063;p99"/>
          <p:cNvSpPr/>
          <p:nvPr/>
        </p:nvSpPr>
        <p:spPr>
          <a:xfrm>
            <a:off x="3477925" y="2783750"/>
            <a:ext cx="6172500" cy="461700"/>
          </a:xfrm>
          <a:prstGeom prst="roundRect">
            <a:avLst>
              <a:gd fmla="val 6541"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4" name="Google Shape;6064;p99"/>
          <p:cNvSpPr/>
          <p:nvPr/>
        </p:nvSpPr>
        <p:spPr>
          <a:xfrm>
            <a:off x="3477925" y="3361210"/>
            <a:ext cx="6172500" cy="554100"/>
          </a:xfrm>
          <a:prstGeom prst="roundRect">
            <a:avLst>
              <a:gd fmla="val 6541"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5" name="Google Shape;6065;p99"/>
          <p:cNvSpPr/>
          <p:nvPr/>
        </p:nvSpPr>
        <p:spPr>
          <a:xfrm>
            <a:off x="3477925" y="4068017"/>
            <a:ext cx="6172500" cy="554100"/>
          </a:xfrm>
          <a:prstGeom prst="roundRect">
            <a:avLst>
              <a:gd fmla="val 6541"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6" name="Google Shape;6066;p99"/>
          <p:cNvSpPr/>
          <p:nvPr/>
        </p:nvSpPr>
        <p:spPr>
          <a:xfrm>
            <a:off x="3477925" y="4779010"/>
            <a:ext cx="6172500" cy="554100"/>
          </a:xfrm>
          <a:prstGeom prst="roundRect">
            <a:avLst>
              <a:gd fmla="val 6541"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7" name="Google Shape;6067;p99"/>
          <p:cNvSpPr/>
          <p:nvPr/>
        </p:nvSpPr>
        <p:spPr>
          <a:xfrm>
            <a:off x="3477925" y="5494810"/>
            <a:ext cx="6172500" cy="554100"/>
          </a:xfrm>
          <a:prstGeom prst="roundRect">
            <a:avLst>
              <a:gd fmla="val 6541"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8" name="Google Shape;6068;p99"/>
          <p:cNvSpPr txBox="1"/>
          <p:nvPr>
            <p:ph idx="1" type="subTitle"/>
          </p:nvPr>
        </p:nvSpPr>
        <p:spPr>
          <a:xfrm>
            <a:off x="3470925" y="1390468"/>
            <a:ext cx="6172500" cy="570900"/>
          </a:xfrm>
          <a:prstGeom prst="rect">
            <a:avLst/>
          </a:prstGeom>
          <a:noFill/>
          <a:ln>
            <a:noFill/>
          </a:ln>
        </p:spPr>
        <p:txBody>
          <a:bodyPr anchorCtr="0" anchor="ctr" bIns="36000" lIns="36000" spcFirstLastPara="1" rIns="36000" wrap="square" tIns="36000">
            <a:noAutofit/>
          </a:bodyPr>
          <a:lstStyle>
            <a:lvl1pPr lvl="0">
              <a:lnSpc>
                <a:spcPct val="90000"/>
              </a:lnSpc>
              <a:spcBef>
                <a:spcPts val="0"/>
              </a:spcBef>
              <a:spcAft>
                <a:spcPts val="0"/>
              </a:spcAft>
              <a:buClr>
                <a:srgbClr val="000000"/>
              </a:buClr>
              <a:buSzPts val="1000"/>
              <a:buFont typeface="Arvo"/>
              <a:buNone/>
              <a:defRPr sz="10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1000"/>
              <a:buNone/>
              <a:defRPr sz="1000">
                <a:solidFill>
                  <a:srgbClr val="000000"/>
                </a:solidFill>
              </a:defRPr>
            </a:lvl2pPr>
            <a:lvl3pPr lvl="2">
              <a:lnSpc>
                <a:spcPct val="90000"/>
              </a:lnSpc>
              <a:spcBef>
                <a:spcPts val="0"/>
              </a:spcBef>
              <a:spcAft>
                <a:spcPts val="0"/>
              </a:spcAft>
              <a:buClr>
                <a:srgbClr val="000000"/>
              </a:buClr>
              <a:buSzPts val="1000"/>
              <a:buNone/>
              <a:defRPr sz="1000">
                <a:solidFill>
                  <a:srgbClr val="000000"/>
                </a:solidFill>
              </a:defRPr>
            </a:lvl3pPr>
            <a:lvl4pPr lvl="3">
              <a:lnSpc>
                <a:spcPct val="90000"/>
              </a:lnSpc>
              <a:spcBef>
                <a:spcPts val="0"/>
              </a:spcBef>
              <a:spcAft>
                <a:spcPts val="0"/>
              </a:spcAft>
              <a:buClr>
                <a:srgbClr val="000000"/>
              </a:buClr>
              <a:buSzPts val="1000"/>
              <a:buNone/>
              <a:defRPr sz="1000">
                <a:solidFill>
                  <a:srgbClr val="000000"/>
                </a:solidFill>
              </a:defRPr>
            </a:lvl4pPr>
            <a:lvl5pPr lvl="4">
              <a:lnSpc>
                <a:spcPct val="90000"/>
              </a:lnSpc>
              <a:spcBef>
                <a:spcPts val="0"/>
              </a:spcBef>
              <a:spcAft>
                <a:spcPts val="0"/>
              </a:spcAft>
              <a:buClr>
                <a:srgbClr val="000000"/>
              </a:buClr>
              <a:buSzPts val="1000"/>
              <a:buNone/>
              <a:defRPr sz="1000">
                <a:solidFill>
                  <a:srgbClr val="000000"/>
                </a:solidFill>
              </a:defRPr>
            </a:lvl5pPr>
            <a:lvl6pPr lvl="5">
              <a:lnSpc>
                <a:spcPct val="90000"/>
              </a:lnSpc>
              <a:spcBef>
                <a:spcPts val="0"/>
              </a:spcBef>
              <a:spcAft>
                <a:spcPts val="0"/>
              </a:spcAft>
              <a:buClr>
                <a:srgbClr val="000000"/>
              </a:buClr>
              <a:buSzPts val="1000"/>
              <a:buNone/>
              <a:defRPr sz="1000">
                <a:solidFill>
                  <a:srgbClr val="000000"/>
                </a:solidFill>
              </a:defRPr>
            </a:lvl6pPr>
            <a:lvl7pPr lvl="6">
              <a:lnSpc>
                <a:spcPct val="90000"/>
              </a:lnSpc>
              <a:spcBef>
                <a:spcPts val="0"/>
              </a:spcBef>
              <a:spcAft>
                <a:spcPts val="0"/>
              </a:spcAft>
              <a:buClr>
                <a:srgbClr val="000000"/>
              </a:buClr>
              <a:buSzPts val="1000"/>
              <a:buNone/>
              <a:defRPr sz="1000">
                <a:solidFill>
                  <a:srgbClr val="000000"/>
                </a:solidFill>
              </a:defRPr>
            </a:lvl7pPr>
            <a:lvl8pPr lvl="7">
              <a:lnSpc>
                <a:spcPct val="90000"/>
              </a:lnSpc>
              <a:spcBef>
                <a:spcPts val="0"/>
              </a:spcBef>
              <a:spcAft>
                <a:spcPts val="0"/>
              </a:spcAft>
              <a:buClr>
                <a:srgbClr val="000000"/>
              </a:buClr>
              <a:buSzPts val="1000"/>
              <a:buNone/>
              <a:defRPr sz="1000">
                <a:solidFill>
                  <a:srgbClr val="000000"/>
                </a:solidFill>
              </a:defRPr>
            </a:lvl8pPr>
            <a:lvl9pPr lvl="8">
              <a:lnSpc>
                <a:spcPct val="90000"/>
              </a:lnSpc>
              <a:spcBef>
                <a:spcPts val="0"/>
              </a:spcBef>
              <a:spcAft>
                <a:spcPts val="0"/>
              </a:spcAft>
              <a:buClr>
                <a:srgbClr val="000000"/>
              </a:buClr>
              <a:buSzPts val="1000"/>
              <a:buNone/>
              <a:defRPr sz="1000">
                <a:solidFill>
                  <a:srgbClr val="000000"/>
                </a:solidFill>
              </a:defRPr>
            </a:lvl9pPr>
          </a:lstStyle>
          <a:p/>
        </p:txBody>
      </p:sp>
      <p:sp>
        <p:nvSpPr>
          <p:cNvPr id="6069" name="Google Shape;6069;p99"/>
          <p:cNvSpPr txBox="1"/>
          <p:nvPr>
            <p:ph idx="2" type="subTitle"/>
          </p:nvPr>
        </p:nvSpPr>
        <p:spPr>
          <a:xfrm>
            <a:off x="3470925" y="2095590"/>
            <a:ext cx="6172500" cy="570900"/>
          </a:xfrm>
          <a:prstGeom prst="rect">
            <a:avLst/>
          </a:prstGeom>
          <a:noFill/>
          <a:ln>
            <a:noFill/>
          </a:ln>
        </p:spPr>
        <p:txBody>
          <a:bodyPr anchorCtr="0" anchor="ctr" bIns="36000" lIns="36000" spcFirstLastPara="1" rIns="36000" wrap="square" tIns="36000">
            <a:noAutofit/>
          </a:bodyPr>
          <a:lstStyle>
            <a:lvl1pPr lvl="0">
              <a:lnSpc>
                <a:spcPct val="90000"/>
              </a:lnSpc>
              <a:spcBef>
                <a:spcPts val="0"/>
              </a:spcBef>
              <a:spcAft>
                <a:spcPts val="0"/>
              </a:spcAft>
              <a:buClr>
                <a:srgbClr val="000000"/>
              </a:buClr>
              <a:buSzPts val="1000"/>
              <a:buFont typeface="Arvo"/>
              <a:buNone/>
              <a:defRPr sz="10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1000"/>
              <a:buNone/>
              <a:defRPr sz="1000">
                <a:solidFill>
                  <a:srgbClr val="000000"/>
                </a:solidFill>
              </a:defRPr>
            </a:lvl2pPr>
            <a:lvl3pPr lvl="2">
              <a:lnSpc>
                <a:spcPct val="90000"/>
              </a:lnSpc>
              <a:spcBef>
                <a:spcPts val="0"/>
              </a:spcBef>
              <a:spcAft>
                <a:spcPts val="0"/>
              </a:spcAft>
              <a:buClr>
                <a:srgbClr val="000000"/>
              </a:buClr>
              <a:buSzPts val="1000"/>
              <a:buNone/>
              <a:defRPr sz="1000">
                <a:solidFill>
                  <a:srgbClr val="000000"/>
                </a:solidFill>
              </a:defRPr>
            </a:lvl3pPr>
            <a:lvl4pPr lvl="3">
              <a:lnSpc>
                <a:spcPct val="90000"/>
              </a:lnSpc>
              <a:spcBef>
                <a:spcPts val="0"/>
              </a:spcBef>
              <a:spcAft>
                <a:spcPts val="0"/>
              </a:spcAft>
              <a:buClr>
                <a:srgbClr val="000000"/>
              </a:buClr>
              <a:buSzPts val="1000"/>
              <a:buNone/>
              <a:defRPr sz="1000">
                <a:solidFill>
                  <a:srgbClr val="000000"/>
                </a:solidFill>
              </a:defRPr>
            </a:lvl4pPr>
            <a:lvl5pPr lvl="4">
              <a:lnSpc>
                <a:spcPct val="90000"/>
              </a:lnSpc>
              <a:spcBef>
                <a:spcPts val="0"/>
              </a:spcBef>
              <a:spcAft>
                <a:spcPts val="0"/>
              </a:spcAft>
              <a:buClr>
                <a:srgbClr val="000000"/>
              </a:buClr>
              <a:buSzPts val="1000"/>
              <a:buNone/>
              <a:defRPr sz="1000">
                <a:solidFill>
                  <a:srgbClr val="000000"/>
                </a:solidFill>
              </a:defRPr>
            </a:lvl5pPr>
            <a:lvl6pPr lvl="5">
              <a:lnSpc>
                <a:spcPct val="90000"/>
              </a:lnSpc>
              <a:spcBef>
                <a:spcPts val="0"/>
              </a:spcBef>
              <a:spcAft>
                <a:spcPts val="0"/>
              </a:spcAft>
              <a:buClr>
                <a:srgbClr val="000000"/>
              </a:buClr>
              <a:buSzPts val="1000"/>
              <a:buNone/>
              <a:defRPr sz="1000">
                <a:solidFill>
                  <a:srgbClr val="000000"/>
                </a:solidFill>
              </a:defRPr>
            </a:lvl6pPr>
            <a:lvl7pPr lvl="6">
              <a:lnSpc>
                <a:spcPct val="90000"/>
              </a:lnSpc>
              <a:spcBef>
                <a:spcPts val="0"/>
              </a:spcBef>
              <a:spcAft>
                <a:spcPts val="0"/>
              </a:spcAft>
              <a:buClr>
                <a:srgbClr val="000000"/>
              </a:buClr>
              <a:buSzPts val="1000"/>
              <a:buNone/>
              <a:defRPr sz="1000">
                <a:solidFill>
                  <a:srgbClr val="000000"/>
                </a:solidFill>
              </a:defRPr>
            </a:lvl7pPr>
            <a:lvl8pPr lvl="7">
              <a:lnSpc>
                <a:spcPct val="90000"/>
              </a:lnSpc>
              <a:spcBef>
                <a:spcPts val="0"/>
              </a:spcBef>
              <a:spcAft>
                <a:spcPts val="0"/>
              </a:spcAft>
              <a:buClr>
                <a:srgbClr val="000000"/>
              </a:buClr>
              <a:buSzPts val="1000"/>
              <a:buNone/>
              <a:defRPr sz="1000">
                <a:solidFill>
                  <a:srgbClr val="000000"/>
                </a:solidFill>
              </a:defRPr>
            </a:lvl8pPr>
            <a:lvl9pPr lvl="8">
              <a:lnSpc>
                <a:spcPct val="90000"/>
              </a:lnSpc>
              <a:spcBef>
                <a:spcPts val="0"/>
              </a:spcBef>
              <a:spcAft>
                <a:spcPts val="0"/>
              </a:spcAft>
              <a:buClr>
                <a:srgbClr val="000000"/>
              </a:buClr>
              <a:buSzPts val="1000"/>
              <a:buNone/>
              <a:defRPr sz="1000">
                <a:solidFill>
                  <a:srgbClr val="000000"/>
                </a:solidFill>
              </a:defRPr>
            </a:lvl9pPr>
          </a:lstStyle>
          <a:p/>
        </p:txBody>
      </p:sp>
      <p:sp>
        <p:nvSpPr>
          <p:cNvPr id="6070" name="Google Shape;6070;p99"/>
          <p:cNvSpPr txBox="1"/>
          <p:nvPr>
            <p:ph idx="3" type="subTitle"/>
          </p:nvPr>
        </p:nvSpPr>
        <p:spPr>
          <a:xfrm>
            <a:off x="3470925" y="2781395"/>
            <a:ext cx="6172500" cy="461700"/>
          </a:xfrm>
          <a:prstGeom prst="rect">
            <a:avLst/>
          </a:prstGeom>
          <a:noFill/>
          <a:ln>
            <a:noFill/>
          </a:ln>
        </p:spPr>
        <p:txBody>
          <a:bodyPr anchorCtr="0" anchor="ctr" bIns="36000" lIns="36000" spcFirstLastPara="1" rIns="36000" wrap="square" tIns="36000">
            <a:noAutofit/>
          </a:bodyPr>
          <a:lstStyle>
            <a:lvl1pPr lvl="0">
              <a:lnSpc>
                <a:spcPct val="90000"/>
              </a:lnSpc>
              <a:spcBef>
                <a:spcPts val="0"/>
              </a:spcBef>
              <a:spcAft>
                <a:spcPts val="0"/>
              </a:spcAft>
              <a:buClr>
                <a:srgbClr val="000000"/>
              </a:buClr>
              <a:buSzPts val="1000"/>
              <a:buFont typeface="Arvo"/>
              <a:buNone/>
              <a:defRPr sz="10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1000"/>
              <a:buNone/>
              <a:defRPr sz="1000">
                <a:solidFill>
                  <a:srgbClr val="000000"/>
                </a:solidFill>
              </a:defRPr>
            </a:lvl2pPr>
            <a:lvl3pPr lvl="2">
              <a:lnSpc>
                <a:spcPct val="90000"/>
              </a:lnSpc>
              <a:spcBef>
                <a:spcPts val="0"/>
              </a:spcBef>
              <a:spcAft>
                <a:spcPts val="0"/>
              </a:spcAft>
              <a:buClr>
                <a:srgbClr val="000000"/>
              </a:buClr>
              <a:buSzPts val="1000"/>
              <a:buNone/>
              <a:defRPr sz="1000">
                <a:solidFill>
                  <a:srgbClr val="000000"/>
                </a:solidFill>
              </a:defRPr>
            </a:lvl3pPr>
            <a:lvl4pPr lvl="3">
              <a:lnSpc>
                <a:spcPct val="90000"/>
              </a:lnSpc>
              <a:spcBef>
                <a:spcPts val="0"/>
              </a:spcBef>
              <a:spcAft>
                <a:spcPts val="0"/>
              </a:spcAft>
              <a:buClr>
                <a:srgbClr val="000000"/>
              </a:buClr>
              <a:buSzPts val="1000"/>
              <a:buNone/>
              <a:defRPr sz="1000">
                <a:solidFill>
                  <a:srgbClr val="000000"/>
                </a:solidFill>
              </a:defRPr>
            </a:lvl4pPr>
            <a:lvl5pPr lvl="4">
              <a:lnSpc>
                <a:spcPct val="90000"/>
              </a:lnSpc>
              <a:spcBef>
                <a:spcPts val="0"/>
              </a:spcBef>
              <a:spcAft>
                <a:spcPts val="0"/>
              </a:spcAft>
              <a:buClr>
                <a:srgbClr val="000000"/>
              </a:buClr>
              <a:buSzPts val="1000"/>
              <a:buNone/>
              <a:defRPr sz="1000">
                <a:solidFill>
                  <a:srgbClr val="000000"/>
                </a:solidFill>
              </a:defRPr>
            </a:lvl5pPr>
            <a:lvl6pPr lvl="5">
              <a:lnSpc>
                <a:spcPct val="90000"/>
              </a:lnSpc>
              <a:spcBef>
                <a:spcPts val="0"/>
              </a:spcBef>
              <a:spcAft>
                <a:spcPts val="0"/>
              </a:spcAft>
              <a:buClr>
                <a:srgbClr val="000000"/>
              </a:buClr>
              <a:buSzPts val="1000"/>
              <a:buNone/>
              <a:defRPr sz="1000">
                <a:solidFill>
                  <a:srgbClr val="000000"/>
                </a:solidFill>
              </a:defRPr>
            </a:lvl6pPr>
            <a:lvl7pPr lvl="6">
              <a:lnSpc>
                <a:spcPct val="90000"/>
              </a:lnSpc>
              <a:spcBef>
                <a:spcPts val="0"/>
              </a:spcBef>
              <a:spcAft>
                <a:spcPts val="0"/>
              </a:spcAft>
              <a:buClr>
                <a:srgbClr val="000000"/>
              </a:buClr>
              <a:buSzPts val="1000"/>
              <a:buNone/>
              <a:defRPr sz="1000">
                <a:solidFill>
                  <a:srgbClr val="000000"/>
                </a:solidFill>
              </a:defRPr>
            </a:lvl7pPr>
            <a:lvl8pPr lvl="7">
              <a:lnSpc>
                <a:spcPct val="90000"/>
              </a:lnSpc>
              <a:spcBef>
                <a:spcPts val="0"/>
              </a:spcBef>
              <a:spcAft>
                <a:spcPts val="0"/>
              </a:spcAft>
              <a:buClr>
                <a:srgbClr val="000000"/>
              </a:buClr>
              <a:buSzPts val="1000"/>
              <a:buNone/>
              <a:defRPr sz="1000">
                <a:solidFill>
                  <a:srgbClr val="000000"/>
                </a:solidFill>
              </a:defRPr>
            </a:lvl8pPr>
            <a:lvl9pPr lvl="8">
              <a:lnSpc>
                <a:spcPct val="90000"/>
              </a:lnSpc>
              <a:spcBef>
                <a:spcPts val="0"/>
              </a:spcBef>
              <a:spcAft>
                <a:spcPts val="0"/>
              </a:spcAft>
              <a:buClr>
                <a:srgbClr val="000000"/>
              </a:buClr>
              <a:buSzPts val="1000"/>
              <a:buNone/>
              <a:defRPr sz="1000">
                <a:solidFill>
                  <a:srgbClr val="000000"/>
                </a:solidFill>
              </a:defRPr>
            </a:lvl9pPr>
          </a:lstStyle>
          <a:p/>
        </p:txBody>
      </p:sp>
      <p:sp>
        <p:nvSpPr>
          <p:cNvPr id="6071" name="Google Shape;6071;p99"/>
          <p:cNvSpPr txBox="1"/>
          <p:nvPr>
            <p:ph idx="4" type="subTitle"/>
          </p:nvPr>
        </p:nvSpPr>
        <p:spPr>
          <a:xfrm>
            <a:off x="3470925" y="3353211"/>
            <a:ext cx="6172500" cy="570900"/>
          </a:xfrm>
          <a:prstGeom prst="rect">
            <a:avLst/>
          </a:prstGeom>
          <a:noFill/>
          <a:ln>
            <a:noFill/>
          </a:ln>
        </p:spPr>
        <p:txBody>
          <a:bodyPr anchorCtr="0" anchor="ctr" bIns="36000" lIns="36000" spcFirstLastPara="1" rIns="36000" wrap="square" tIns="36000">
            <a:noAutofit/>
          </a:bodyPr>
          <a:lstStyle>
            <a:lvl1pPr lvl="0">
              <a:lnSpc>
                <a:spcPct val="90000"/>
              </a:lnSpc>
              <a:spcBef>
                <a:spcPts val="0"/>
              </a:spcBef>
              <a:spcAft>
                <a:spcPts val="0"/>
              </a:spcAft>
              <a:buClr>
                <a:srgbClr val="000000"/>
              </a:buClr>
              <a:buSzPts val="1000"/>
              <a:buFont typeface="Arvo"/>
              <a:buNone/>
              <a:defRPr sz="10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1000"/>
              <a:buNone/>
              <a:defRPr sz="1000">
                <a:solidFill>
                  <a:srgbClr val="000000"/>
                </a:solidFill>
              </a:defRPr>
            </a:lvl2pPr>
            <a:lvl3pPr lvl="2">
              <a:lnSpc>
                <a:spcPct val="90000"/>
              </a:lnSpc>
              <a:spcBef>
                <a:spcPts val="0"/>
              </a:spcBef>
              <a:spcAft>
                <a:spcPts val="0"/>
              </a:spcAft>
              <a:buClr>
                <a:srgbClr val="000000"/>
              </a:buClr>
              <a:buSzPts val="1000"/>
              <a:buNone/>
              <a:defRPr sz="1000">
                <a:solidFill>
                  <a:srgbClr val="000000"/>
                </a:solidFill>
              </a:defRPr>
            </a:lvl3pPr>
            <a:lvl4pPr lvl="3">
              <a:lnSpc>
                <a:spcPct val="90000"/>
              </a:lnSpc>
              <a:spcBef>
                <a:spcPts val="0"/>
              </a:spcBef>
              <a:spcAft>
                <a:spcPts val="0"/>
              </a:spcAft>
              <a:buClr>
                <a:srgbClr val="000000"/>
              </a:buClr>
              <a:buSzPts val="1000"/>
              <a:buNone/>
              <a:defRPr sz="1000">
                <a:solidFill>
                  <a:srgbClr val="000000"/>
                </a:solidFill>
              </a:defRPr>
            </a:lvl4pPr>
            <a:lvl5pPr lvl="4">
              <a:lnSpc>
                <a:spcPct val="90000"/>
              </a:lnSpc>
              <a:spcBef>
                <a:spcPts val="0"/>
              </a:spcBef>
              <a:spcAft>
                <a:spcPts val="0"/>
              </a:spcAft>
              <a:buClr>
                <a:srgbClr val="000000"/>
              </a:buClr>
              <a:buSzPts val="1000"/>
              <a:buNone/>
              <a:defRPr sz="1000">
                <a:solidFill>
                  <a:srgbClr val="000000"/>
                </a:solidFill>
              </a:defRPr>
            </a:lvl5pPr>
            <a:lvl6pPr lvl="5">
              <a:lnSpc>
                <a:spcPct val="90000"/>
              </a:lnSpc>
              <a:spcBef>
                <a:spcPts val="0"/>
              </a:spcBef>
              <a:spcAft>
                <a:spcPts val="0"/>
              </a:spcAft>
              <a:buClr>
                <a:srgbClr val="000000"/>
              </a:buClr>
              <a:buSzPts val="1000"/>
              <a:buNone/>
              <a:defRPr sz="1000">
                <a:solidFill>
                  <a:srgbClr val="000000"/>
                </a:solidFill>
              </a:defRPr>
            </a:lvl6pPr>
            <a:lvl7pPr lvl="6">
              <a:lnSpc>
                <a:spcPct val="90000"/>
              </a:lnSpc>
              <a:spcBef>
                <a:spcPts val="0"/>
              </a:spcBef>
              <a:spcAft>
                <a:spcPts val="0"/>
              </a:spcAft>
              <a:buClr>
                <a:srgbClr val="000000"/>
              </a:buClr>
              <a:buSzPts val="1000"/>
              <a:buNone/>
              <a:defRPr sz="1000">
                <a:solidFill>
                  <a:srgbClr val="000000"/>
                </a:solidFill>
              </a:defRPr>
            </a:lvl7pPr>
            <a:lvl8pPr lvl="7">
              <a:lnSpc>
                <a:spcPct val="90000"/>
              </a:lnSpc>
              <a:spcBef>
                <a:spcPts val="0"/>
              </a:spcBef>
              <a:spcAft>
                <a:spcPts val="0"/>
              </a:spcAft>
              <a:buClr>
                <a:srgbClr val="000000"/>
              </a:buClr>
              <a:buSzPts val="1000"/>
              <a:buNone/>
              <a:defRPr sz="1000">
                <a:solidFill>
                  <a:srgbClr val="000000"/>
                </a:solidFill>
              </a:defRPr>
            </a:lvl8pPr>
            <a:lvl9pPr lvl="8">
              <a:lnSpc>
                <a:spcPct val="90000"/>
              </a:lnSpc>
              <a:spcBef>
                <a:spcPts val="0"/>
              </a:spcBef>
              <a:spcAft>
                <a:spcPts val="0"/>
              </a:spcAft>
              <a:buClr>
                <a:srgbClr val="000000"/>
              </a:buClr>
              <a:buSzPts val="1000"/>
              <a:buNone/>
              <a:defRPr sz="1000">
                <a:solidFill>
                  <a:srgbClr val="000000"/>
                </a:solidFill>
              </a:defRPr>
            </a:lvl9pPr>
          </a:lstStyle>
          <a:p/>
        </p:txBody>
      </p:sp>
      <p:sp>
        <p:nvSpPr>
          <p:cNvPr id="6072" name="Google Shape;6072;p99"/>
          <p:cNvSpPr txBox="1"/>
          <p:nvPr>
            <p:ph idx="5" type="subTitle"/>
          </p:nvPr>
        </p:nvSpPr>
        <p:spPr>
          <a:xfrm>
            <a:off x="3470925" y="4051607"/>
            <a:ext cx="6172500" cy="570900"/>
          </a:xfrm>
          <a:prstGeom prst="rect">
            <a:avLst/>
          </a:prstGeom>
          <a:noFill/>
          <a:ln>
            <a:noFill/>
          </a:ln>
        </p:spPr>
        <p:txBody>
          <a:bodyPr anchorCtr="0" anchor="ctr" bIns="36000" lIns="36000" spcFirstLastPara="1" rIns="36000" wrap="square" tIns="36000">
            <a:noAutofit/>
          </a:bodyPr>
          <a:lstStyle>
            <a:lvl1pPr lvl="0">
              <a:lnSpc>
                <a:spcPct val="90000"/>
              </a:lnSpc>
              <a:spcBef>
                <a:spcPts val="0"/>
              </a:spcBef>
              <a:spcAft>
                <a:spcPts val="0"/>
              </a:spcAft>
              <a:buClr>
                <a:srgbClr val="000000"/>
              </a:buClr>
              <a:buSzPts val="1000"/>
              <a:buFont typeface="Arvo"/>
              <a:buNone/>
              <a:defRPr sz="10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1000"/>
              <a:buNone/>
              <a:defRPr sz="1000">
                <a:solidFill>
                  <a:srgbClr val="000000"/>
                </a:solidFill>
              </a:defRPr>
            </a:lvl2pPr>
            <a:lvl3pPr lvl="2">
              <a:lnSpc>
                <a:spcPct val="90000"/>
              </a:lnSpc>
              <a:spcBef>
                <a:spcPts val="0"/>
              </a:spcBef>
              <a:spcAft>
                <a:spcPts val="0"/>
              </a:spcAft>
              <a:buClr>
                <a:srgbClr val="000000"/>
              </a:buClr>
              <a:buSzPts val="1000"/>
              <a:buNone/>
              <a:defRPr sz="1000">
                <a:solidFill>
                  <a:srgbClr val="000000"/>
                </a:solidFill>
              </a:defRPr>
            </a:lvl3pPr>
            <a:lvl4pPr lvl="3">
              <a:lnSpc>
                <a:spcPct val="90000"/>
              </a:lnSpc>
              <a:spcBef>
                <a:spcPts val="0"/>
              </a:spcBef>
              <a:spcAft>
                <a:spcPts val="0"/>
              </a:spcAft>
              <a:buClr>
                <a:srgbClr val="000000"/>
              </a:buClr>
              <a:buSzPts val="1000"/>
              <a:buNone/>
              <a:defRPr sz="1000">
                <a:solidFill>
                  <a:srgbClr val="000000"/>
                </a:solidFill>
              </a:defRPr>
            </a:lvl4pPr>
            <a:lvl5pPr lvl="4">
              <a:lnSpc>
                <a:spcPct val="90000"/>
              </a:lnSpc>
              <a:spcBef>
                <a:spcPts val="0"/>
              </a:spcBef>
              <a:spcAft>
                <a:spcPts val="0"/>
              </a:spcAft>
              <a:buClr>
                <a:srgbClr val="000000"/>
              </a:buClr>
              <a:buSzPts val="1000"/>
              <a:buNone/>
              <a:defRPr sz="1000">
                <a:solidFill>
                  <a:srgbClr val="000000"/>
                </a:solidFill>
              </a:defRPr>
            </a:lvl5pPr>
            <a:lvl6pPr lvl="5">
              <a:lnSpc>
                <a:spcPct val="90000"/>
              </a:lnSpc>
              <a:spcBef>
                <a:spcPts val="0"/>
              </a:spcBef>
              <a:spcAft>
                <a:spcPts val="0"/>
              </a:spcAft>
              <a:buClr>
                <a:srgbClr val="000000"/>
              </a:buClr>
              <a:buSzPts val="1000"/>
              <a:buNone/>
              <a:defRPr sz="1000">
                <a:solidFill>
                  <a:srgbClr val="000000"/>
                </a:solidFill>
              </a:defRPr>
            </a:lvl6pPr>
            <a:lvl7pPr lvl="6">
              <a:lnSpc>
                <a:spcPct val="90000"/>
              </a:lnSpc>
              <a:spcBef>
                <a:spcPts val="0"/>
              </a:spcBef>
              <a:spcAft>
                <a:spcPts val="0"/>
              </a:spcAft>
              <a:buClr>
                <a:srgbClr val="000000"/>
              </a:buClr>
              <a:buSzPts val="1000"/>
              <a:buNone/>
              <a:defRPr sz="1000">
                <a:solidFill>
                  <a:srgbClr val="000000"/>
                </a:solidFill>
              </a:defRPr>
            </a:lvl7pPr>
            <a:lvl8pPr lvl="7">
              <a:lnSpc>
                <a:spcPct val="90000"/>
              </a:lnSpc>
              <a:spcBef>
                <a:spcPts val="0"/>
              </a:spcBef>
              <a:spcAft>
                <a:spcPts val="0"/>
              </a:spcAft>
              <a:buClr>
                <a:srgbClr val="000000"/>
              </a:buClr>
              <a:buSzPts val="1000"/>
              <a:buNone/>
              <a:defRPr sz="1000">
                <a:solidFill>
                  <a:srgbClr val="000000"/>
                </a:solidFill>
              </a:defRPr>
            </a:lvl8pPr>
            <a:lvl9pPr lvl="8">
              <a:lnSpc>
                <a:spcPct val="90000"/>
              </a:lnSpc>
              <a:spcBef>
                <a:spcPts val="0"/>
              </a:spcBef>
              <a:spcAft>
                <a:spcPts val="0"/>
              </a:spcAft>
              <a:buClr>
                <a:srgbClr val="000000"/>
              </a:buClr>
              <a:buSzPts val="1000"/>
              <a:buNone/>
              <a:defRPr sz="1000">
                <a:solidFill>
                  <a:srgbClr val="000000"/>
                </a:solidFill>
              </a:defRPr>
            </a:lvl9pPr>
          </a:lstStyle>
          <a:p/>
        </p:txBody>
      </p:sp>
      <p:sp>
        <p:nvSpPr>
          <p:cNvPr id="6073" name="Google Shape;6073;p99"/>
          <p:cNvSpPr txBox="1"/>
          <p:nvPr>
            <p:ph idx="6" type="subTitle"/>
          </p:nvPr>
        </p:nvSpPr>
        <p:spPr>
          <a:xfrm>
            <a:off x="3470925" y="4775817"/>
            <a:ext cx="6172500" cy="570900"/>
          </a:xfrm>
          <a:prstGeom prst="rect">
            <a:avLst/>
          </a:prstGeom>
          <a:noFill/>
          <a:ln>
            <a:noFill/>
          </a:ln>
        </p:spPr>
        <p:txBody>
          <a:bodyPr anchorCtr="0" anchor="ctr" bIns="36000" lIns="36000" spcFirstLastPara="1" rIns="36000" wrap="square" tIns="36000">
            <a:noAutofit/>
          </a:bodyPr>
          <a:lstStyle>
            <a:lvl1pPr lvl="0">
              <a:lnSpc>
                <a:spcPct val="90000"/>
              </a:lnSpc>
              <a:spcBef>
                <a:spcPts val="0"/>
              </a:spcBef>
              <a:spcAft>
                <a:spcPts val="0"/>
              </a:spcAft>
              <a:buClr>
                <a:srgbClr val="000000"/>
              </a:buClr>
              <a:buSzPts val="1000"/>
              <a:buFont typeface="Arvo"/>
              <a:buNone/>
              <a:defRPr sz="10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1000"/>
              <a:buNone/>
              <a:defRPr sz="1000">
                <a:solidFill>
                  <a:srgbClr val="000000"/>
                </a:solidFill>
              </a:defRPr>
            </a:lvl2pPr>
            <a:lvl3pPr lvl="2">
              <a:lnSpc>
                <a:spcPct val="90000"/>
              </a:lnSpc>
              <a:spcBef>
                <a:spcPts val="0"/>
              </a:spcBef>
              <a:spcAft>
                <a:spcPts val="0"/>
              </a:spcAft>
              <a:buClr>
                <a:srgbClr val="000000"/>
              </a:buClr>
              <a:buSzPts val="1000"/>
              <a:buNone/>
              <a:defRPr sz="1000">
                <a:solidFill>
                  <a:srgbClr val="000000"/>
                </a:solidFill>
              </a:defRPr>
            </a:lvl3pPr>
            <a:lvl4pPr lvl="3">
              <a:lnSpc>
                <a:spcPct val="90000"/>
              </a:lnSpc>
              <a:spcBef>
                <a:spcPts val="0"/>
              </a:spcBef>
              <a:spcAft>
                <a:spcPts val="0"/>
              </a:spcAft>
              <a:buClr>
                <a:srgbClr val="000000"/>
              </a:buClr>
              <a:buSzPts val="1000"/>
              <a:buNone/>
              <a:defRPr sz="1000">
                <a:solidFill>
                  <a:srgbClr val="000000"/>
                </a:solidFill>
              </a:defRPr>
            </a:lvl4pPr>
            <a:lvl5pPr lvl="4">
              <a:lnSpc>
                <a:spcPct val="90000"/>
              </a:lnSpc>
              <a:spcBef>
                <a:spcPts val="0"/>
              </a:spcBef>
              <a:spcAft>
                <a:spcPts val="0"/>
              </a:spcAft>
              <a:buClr>
                <a:srgbClr val="000000"/>
              </a:buClr>
              <a:buSzPts val="1000"/>
              <a:buNone/>
              <a:defRPr sz="1000">
                <a:solidFill>
                  <a:srgbClr val="000000"/>
                </a:solidFill>
              </a:defRPr>
            </a:lvl5pPr>
            <a:lvl6pPr lvl="5">
              <a:lnSpc>
                <a:spcPct val="90000"/>
              </a:lnSpc>
              <a:spcBef>
                <a:spcPts val="0"/>
              </a:spcBef>
              <a:spcAft>
                <a:spcPts val="0"/>
              </a:spcAft>
              <a:buClr>
                <a:srgbClr val="000000"/>
              </a:buClr>
              <a:buSzPts val="1000"/>
              <a:buNone/>
              <a:defRPr sz="1000">
                <a:solidFill>
                  <a:srgbClr val="000000"/>
                </a:solidFill>
              </a:defRPr>
            </a:lvl6pPr>
            <a:lvl7pPr lvl="6">
              <a:lnSpc>
                <a:spcPct val="90000"/>
              </a:lnSpc>
              <a:spcBef>
                <a:spcPts val="0"/>
              </a:spcBef>
              <a:spcAft>
                <a:spcPts val="0"/>
              </a:spcAft>
              <a:buClr>
                <a:srgbClr val="000000"/>
              </a:buClr>
              <a:buSzPts val="1000"/>
              <a:buNone/>
              <a:defRPr sz="1000">
                <a:solidFill>
                  <a:srgbClr val="000000"/>
                </a:solidFill>
              </a:defRPr>
            </a:lvl7pPr>
            <a:lvl8pPr lvl="7">
              <a:lnSpc>
                <a:spcPct val="90000"/>
              </a:lnSpc>
              <a:spcBef>
                <a:spcPts val="0"/>
              </a:spcBef>
              <a:spcAft>
                <a:spcPts val="0"/>
              </a:spcAft>
              <a:buClr>
                <a:srgbClr val="000000"/>
              </a:buClr>
              <a:buSzPts val="1000"/>
              <a:buNone/>
              <a:defRPr sz="1000">
                <a:solidFill>
                  <a:srgbClr val="000000"/>
                </a:solidFill>
              </a:defRPr>
            </a:lvl8pPr>
            <a:lvl9pPr lvl="8">
              <a:lnSpc>
                <a:spcPct val="90000"/>
              </a:lnSpc>
              <a:spcBef>
                <a:spcPts val="0"/>
              </a:spcBef>
              <a:spcAft>
                <a:spcPts val="0"/>
              </a:spcAft>
              <a:buClr>
                <a:srgbClr val="000000"/>
              </a:buClr>
              <a:buSzPts val="1000"/>
              <a:buNone/>
              <a:defRPr sz="1000">
                <a:solidFill>
                  <a:srgbClr val="000000"/>
                </a:solidFill>
              </a:defRPr>
            </a:lvl9pPr>
          </a:lstStyle>
          <a:p/>
        </p:txBody>
      </p:sp>
      <p:sp>
        <p:nvSpPr>
          <p:cNvPr id="6074" name="Google Shape;6074;p99"/>
          <p:cNvSpPr txBox="1"/>
          <p:nvPr>
            <p:ph idx="7" type="subTitle"/>
          </p:nvPr>
        </p:nvSpPr>
        <p:spPr>
          <a:xfrm>
            <a:off x="3470925" y="5486810"/>
            <a:ext cx="6172500" cy="570900"/>
          </a:xfrm>
          <a:prstGeom prst="rect">
            <a:avLst/>
          </a:prstGeom>
          <a:noFill/>
          <a:ln>
            <a:noFill/>
          </a:ln>
        </p:spPr>
        <p:txBody>
          <a:bodyPr anchorCtr="0" anchor="ctr" bIns="36000" lIns="36000" spcFirstLastPara="1" rIns="36000" wrap="square" tIns="36000">
            <a:noAutofit/>
          </a:bodyPr>
          <a:lstStyle>
            <a:lvl1pPr lvl="0">
              <a:lnSpc>
                <a:spcPct val="90000"/>
              </a:lnSpc>
              <a:spcBef>
                <a:spcPts val="0"/>
              </a:spcBef>
              <a:spcAft>
                <a:spcPts val="0"/>
              </a:spcAft>
              <a:buClr>
                <a:srgbClr val="000000"/>
              </a:buClr>
              <a:buSzPts val="1000"/>
              <a:buFont typeface="Arvo"/>
              <a:buNone/>
              <a:defRPr sz="10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1000"/>
              <a:buNone/>
              <a:defRPr sz="1000">
                <a:solidFill>
                  <a:srgbClr val="000000"/>
                </a:solidFill>
              </a:defRPr>
            </a:lvl2pPr>
            <a:lvl3pPr lvl="2">
              <a:lnSpc>
                <a:spcPct val="90000"/>
              </a:lnSpc>
              <a:spcBef>
                <a:spcPts val="0"/>
              </a:spcBef>
              <a:spcAft>
                <a:spcPts val="0"/>
              </a:spcAft>
              <a:buClr>
                <a:srgbClr val="000000"/>
              </a:buClr>
              <a:buSzPts val="1000"/>
              <a:buNone/>
              <a:defRPr sz="1000">
                <a:solidFill>
                  <a:srgbClr val="000000"/>
                </a:solidFill>
              </a:defRPr>
            </a:lvl3pPr>
            <a:lvl4pPr lvl="3">
              <a:lnSpc>
                <a:spcPct val="90000"/>
              </a:lnSpc>
              <a:spcBef>
                <a:spcPts val="0"/>
              </a:spcBef>
              <a:spcAft>
                <a:spcPts val="0"/>
              </a:spcAft>
              <a:buClr>
                <a:srgbClr val="000000"/>
              </a:buClr>
              <a:buSzPts val="1000"/>
              <a:buNone/>
              <a:defRPr sz="1000">
                <a:solidFill>
                  <a:srgbClr val="000000"/>
                </a:solidFill>
              </a:defRPr>
            </a:lvl4pPr>
            <a:lvl5pPr lvl="4">
              <a:lnSpc>
                <a:spcPct val="90000"/>
              </a:lnSpc>
              <a:spcBef>
                <a:spcPts val="0"/>
              </a:spcBef>
              <a:spcAft>
                <a:spcPts val="0"/>
              </a:spcAft>
              <a:buClr>
                <a:srgbClr val="000000"/>
              </a:buClr>
              <a:buSzPts val="1000"/>
              <a:buNone/>
              <a:defRPr sz="1000">
                <a:solidFill>
                  <a:srgbClr val="000000"/>
                </a:solidFill>
              </a:defRPr>
            </a:lvl5pPr>
            <a:lvl6pPr lvl="5">
              <a:lnSpc>
                <a:spcPct val="90000"/>
              </a:lnSpc>
              <a:spcBef>
                <a:spcPts val="0"/>
              </a:spcBef>
              <a:spcAft>
                <a:spcPts val="0"/>
              </a:spcAft>
              <a:buClr>
                <a:srgbClr val="000000"/>
              </a:buClr>
              <a:buSzPts val="1000"/>
              <a:buNone/>
              <a:defRPr sz="1000">
                <a:solidFill>
                  <a:srgbClr val="000000"/>
                </a:solidFill>
              </a:defRPr>
            </a:lvl6pPr>
            <a:lvl7pPr lvl="6">
              <a:lnSpc>
                <a:spcPct val="90000"/>
              </a:lnSpc>
              <a:spcBef>
                <a:spcPts val="0"/>
              </a:spcBef>
              <a:spcAft>
                <a:spcPts val="0"/>
              </a:spcAft>
              <a:buClr>
                <a:srgbClr val="000000"/>
              </a:buClr>
              <a:buSzPts val="1000"/>
              <a:buNone/>
              <a:defRPr sz="1000">
                <a:solidFill>
                  <a:srgbClr val="000000"/>
                </a:solidFill>
              </a:defRPr>
            </a:lvl7pPr>
            <a:lvl8pPr lvl="7">
              <a:lnSpc>
                <a:spcPct val="90000"/>
              </a:lnSpc>
              <a:spcBef>
                <a:spcPts val="0"/>
              </a:spcBef>
              <a:spcAft>
                <a:spcPts val="0"/>
              </a:spcAft>
              <a:buClr>
                <a:srgbClr val="000000"/>
              </a:buClr>
              <a:buSzPts val="1000"/>
              <a:buNone/>
              <a:defRPr sz="1000">
                <a:solidFill>
                  <a:srgbClr val="000000"/>
                </a:solidFill>
              </a:defRPr>
            </a:lvl8pPr>
            <a:lvl9pPr lvl="8">
              <a:lnSpc>
                <a:spcPct val="90000"/>
              </a:lnSpc>
              <a:spcBef>
                <a:spcPts val="0"/>
              </a:spcBef>
              <a:spcAft>
                <a:spcPts val="0"/>
              </a:spcAft>
              <a:buClr>
                <a:srgbClr val="000000"/>
              </a:buClr>
              <a:buSzPts val="1000"/>
              <a:buNone/>
              <a:defRPr sz="1000">
                <a:solidFill>
                  <a:srgbClr val="000000"/>
                </a:solidFill>
              </a:defRPr>
            </a:lvl9pPr>
          </a:lstStyle>
          <a:p/>
        </p:txBody>
      </p:sp>
      <p:sp>
        <p:nvSpPr>
          <p:cNvPr id="6075" name="Google Shape;6075;p99"/>
          <p:cNvSpPr txBox="1"/>
          <p:nvPr>
            <p:ph type="title"/>
          </p:nvPr>
        </p:nvSpPr>
        <p:spPr>
          <a:xfrm flipH="1">
            <a:off x="3219178" y="437575"/>
            <a:ext cx="6540000" cy="2658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200"/>
              <a:buNone/>
              <a:defRPr sz="1200">
                <a:solidFill>
                  <a:srgbClr val="000000"/>
                </a:solidFill>
              </a:defRPr>
            </a:lvl1pPr>
            <a:lvl2pPr lvl="1">
              <a:spcBef>
                <a:spcPts val="0"/>
              </a:spcBef>
              <a:spcAft>
                <a:spcPts val="0"/>
              </a:spcAft>
              <a:buClr>
                <a:srgbClr val="000000"/>
              </a:buClr>
              <a:buSzPts val="1100"/>
              <a:buNone/>
              <a:defRPr sz="1100">
                <a:solidFill>
                  <a:srgbClr val="000000"/>
                </a:solidFill>
              </a:defRPr>
            </a:lvl2pPr>
            <a:lvl3pPr lvl="2">
              <a:spcBef>
                <a:spcPts val="0"/>
              </a:spcBef>
              <a:spcAft>
                <a:spcPts val="0"/>
              </a:spcAft>
              <a:buClr>
                <a:srgbClr val="000000"/>
              </a:buClr>
              <a:buSzPts val="1100"/>
              <a:buNone/>
              <a:defRPr sz="1100">
                <a:solidFill>
                  <a:srgbClr val="000000"/>
                </a:solidFill>
              </a:defRPr>
            </a:lvl3pPr>
            <a:lvl4pPr lvl="3">
              <a:spcBef>
                <a:spcPts val="0"/>
              </a:spcBef>
              <a:spcAft>
                <a:spcPts val="0"/>
              </a:spcAft>
              <a:buClr>
                <a:srgbClr val="000000"/>
              </a:buClr>
              <a:buSzPts val="1100"/>
              <a:buNone/>
              <a:defRPr sz="1100">
                <a:solidFill>
                  <a:srgbClr val="000000"/>
                </a:solidFill>
              </a:defRPr>
            </a:lvl4pPr>
            <a:lvl5pPr lvl="4">
              <a:spcBef>
                <a:spcPts val="0"/>
              </a:spcBef>
              <a:spcAft>
                <a:spcPts val="0"/>
              </a:spcAft>
              <a:buClr>
                <a:srgbClr val="000000"/>
              </a:buClr>
              <a:buSzPts val="1100"/>
              <a:buNone/>
              <a:defRPr sz="1100">
                <a:solidFill>
                  <a:srgbClr val="000000"/>
                </a:solidFill>
              </a:defRPr>
            </a:lvl5pPr>
            <a:lvl6pPr lvl="5">
              <a:spcBef>
                <a:spcPts val="0"/>
              </a:spcBef>
              <a:spcAft>
                <a:spcPts val="0"/>
              </a:spcAft>
              <a:buClr>
                <a:srgbClr val="000000"/>
              </a:buClr>
              <a:buSzPts val="1100"/>
              <a:buNone/>
              <a:defRPr sz="1100">
                <a:solidFill>
                  <a:srgbClr val="000000"/>
                </a:solidFill>
              </a:defRPr>
            </a:lvl6pPr>
            <a:lvl7pPr lvl="6">
              <a:spcBef>
                <a:spcPts val="0"/>
              </a:spcBef>
              <a:spcAft>
                <a:spcPts val="0"/>
              </a:spcAft>
              <a:buClr>
                <a:srgbClr val="000000"/>
              </a:buClr>
              <a:buSzPts val="1100"/>
              <a:buNone/>
              <a:defRPr sz="1100">
                <a:solidFill>
                  <a:srgbClr val="000000"/>
                </a:solidFill>
              </a:defRPr>
            </a:lvl7pPr>
            <a:lvl8pPr lvl="7">
              <a:spcBef>
                <a:spcPts val="0"/>
              </a:spcBef>
              <a:spcAft>
                <a:spcPts val="0"/>
              </a:spcAft>
              <a:buClr>
                <a:srgbClr val="000000"/>
              </a:buClr>
              <a:buSzPts val="1100"/>
              <a:buNone/>
              <a:defRPr sz="1100">
                <a:solidFill>
                  <a:srgbClr val="000000"/>
                </a:solidFill>
              </a:defRPr>
            </a:lvl8pPr>
            <a:lvl9pPr lvl="8">
              <a:spcBef>
                <a:spcPts val="0"/>
              </a:spcBef>
              <a:spcAft>
                <a:spcPts val="0"/>
              </a:spcAft>
              <a:buClr>
                <a:srgbClr val="000000"/>
              </a:buClr>
              <a:buSzPts val="1100"/>
              <a:buNone/>
              <a:defRPr sz="1100">
                <a:solidFill>
                  <a:srgbClr val="000000"/>
                </a:solidFill>
              </a:defRPr>
            </a:lvl9pPr>
          </a:lstStyle>
          <a:p/>
        </p:txBody>
      </p:sp>
      <p:sp>
        <p:nvSpPr>
          <p:cNvPr id="6076" name="Google Shape;6076;p99"/>
          <p:cNvSpPr txBox="1"/>
          <p:nvPr/>
        </p:nvSpPr>
        <p:spPr>
          <a:xfrm>
            <a:off x="2513487" y="437267"/>
            <a:ext cx="679500" cy="2664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b="1" lang="es-419" sz="1100"/>
              <a:t>Empresa:</a:t>
            </a:r>
            <a:endParaRPr b="1" sz="1100"/>
          </a:p>
        </p:txBody>
      </p:sp>
      <p:sp>
        <p:nvSpPr>
          <p:cNvPr id="6077" name="Google Shape;6077;p99"/>
          <p:cNvSpPr txBox="1"/>
          <p:nvPr>
            <p:ph idx="8" type="body"/>
          </p:nvPr>
        </p:nvSpPr>
        <p:spPr>
          <a:xfrm>
            <a:off x="641150" y="612125"/>
            <a:ext cx="1770300" cy="160500"/>
          </a:xfrm>
          <a:prstGeom prst="rect">
            <a:avLst/>
          </a:prstGeom>
          <a:noFill/>
          <a:ln>
            <a:noFill/>
          </a:ln>
        </p:spPr>
        <p:txBody>
          <a:bodyPr anchorCtr="0" anchor="t" bIns="0" lIns="0" spcFirstLastPara="1" rIns="0" wrap="square" tIns="0">
            <a:noAutofit/>
          </a:bodyPr>
          <a:lstStyle>
            <a:lvl1pPr indent="-292100" lvl="0" marL="457200" algn="ctr">
              <a:spcBef>
                <a:spcPts val="0"/>
              </a:spcBef>
              <a:spcAft>
                <a:spcPts val="0"/>
              </a:spcAft>
              <a:buClr>
                <a:srgbClr val="FFFFFF"/>
              </a:buClr>
              <a:buSzPts val="1000"/>
              <a:buChar char="●"/>
              <a:defRPr sz="1000">
                <a:solidFill>
                  <a:srgbClr val="FFFFFF"/>
                </a:solidFill>
              </a:defRPr>
            </a:lvl1pPr>
            <a:lvl2pPr indent="-292100" lvl="1" marL="914400" algn="ctr">
              <a:spcBef>
                <a:spcPts val="0"/>
              </a:spcBef>
              <a:spcAft>
                <a:spcPts val="0"/>
              </a:spcAft>
              <a:buClr>
                <a:srgbClr val="FFFFFF"/>
              </a:buClr>
              <a:buSzPts val="1000"/>
              <a:buChar char="○"/>
              <a:defRPr sz="1000">
                <a:solidFill>
                  <a:srgbClr val="FFFFFF"/>
                </a:solidFill>
              </a:defRPr>
            </a:lvl2pPr>
            <a:lvl3pPr indent="-292100" lvl="2" marL="1371600" algn="ctr">
              <a:spcBef>
                <a:spcPts val="0"/>
              </a:spcBef>
              <a:spcAft>
                <a:spcPts val="0"/>
              </a:spcAft>
              <a:buClr>
                <a:srgbClr val="FFFFFF"/>
              </a:buClr>
              <a:buSzPts val="1000"/>
              <a:buChar char="■"/>
              <a:defRPr sz="1000">
                <a:solidFill>
                  <a:srgbClr val="FFFFFF"/>
                </a:solidFill>
              </a:defRPr>
            </a:lvl3pPr>
            <a:lvl4pPr indent="-292100" lvl="3" marL="1828800" algn="ctr">
              <a:spcBef>
                <a:spcPts val="0"/>
              </a:spcBef>
              <a:spcAft>
                <a:spcPts val="0"/>
              </a:spcAft>
              <a:buClr>
                <a:srgbClr val="FFFFFF"/>
              </a:buClr>
              <a:buSzPts val="1000"/>
              <a:buChar char="●"/>
              <a:defRPr sz="1000">
                <a:solidFill>
                  <a:srgbClr val="FFFFFF"/>
                </a:solidFill>
              </a:defRPr>
            </a:lvl4pPr>
            <a:lvl5pPr indent="-292100" lvl="4" marL="2286000" algn="ctr">
              <a:spcBef>
                <a:spcPts val="0"/>
              </a:spcBef>
              <a:spcAft>
                <a:spcPts val="0"/>
              </a:spcAft>
              <a:buClr>
                <a:srgbClr val="FFFFFF"/>
              </a:buClr>
              <a:buSzPts val="1000"/>
              <a:buChar char="○"/>
              <a:defRPr sz="1000">
                <a:solidFill>
                  <a:srgbClr val="FFFFFF"/>
                </a:solidFill>
              </a:defRPr>
            </a:lvl5pPr>
            <a:lvl6pPr indent="-292100" lvl="5" marL="2743200" algn="ctr">
              <a:spcBef>
                <a:spcPts val="0"/>
              </a:spcBef>
              <a:spcAft>
                <a:spcPts val="0"/>
              </a:spcAft>
              <a:buClr>
                <a:srgbClr val="FFFFFF"/>
              </a:buClr>
              <a:buSzPts val="1000"/>
              <a:buChar char="■"/>
              <a:defRPr sz="1000">
                <a:solidFill>
                  <a:srgbClr val="FFFFFF"/>
                </a:solidFill>
              </a:defRPr>
            </a:lvl6pPr>
            <a:lvl7pPr indent="-292100" lvl="6" marL="3200400" algn="ctr">
              <a:spcBef>
                <a:spcPts val="0"/>
              </a:spcBef>
              <a:spcAft>
                <a:spcPts val="0"/>
              </a:spcAft>
              <a:buClr>
                <a:srgbClr val="FFFFFF"/>
              </a:buClr>
              <a:buSzPts val="1000"/>
              <a:buChar char="●"/>
              <a:defRPr sz="1000">
                <a:solidFill>
                  <a:srgbClr val="FFFFFF"/>
                </a:solidFill>
              </a:defRPr>
            </a:lvl7pPr>
            <a:lvl8pPr indent="-292100" lvl="7" marL="3657600" algn="ctr">
              <a:spcBef>
                <a:spcPts val="0"/>
              </a:spcBef>
              <a:spcAft>
                <a:spcPts val="0"/>
              </a:spcAft>
              <a:buClr>
                <a:srgbClr val="FFFFFF"/>
              </a:buClr>
              <a:buSzPts val="1000"/>
              <a:buChar char="○"/>
              <a:defRPr sz="1000">
                <a:solidFill>
                  <a:srgbClr val="FFFFFF"/>
                </a:solidFill>
              </a:defRPr>
            </a:lvl8pPr>
            <a:lvl9pPr indent="-292100" lvl="8" marL="4114800" algn="ctr">
              <a:spcBef>
                <a:spcPts val="0"/>
              </a:spcBef>
              <a:spcAft>
                <a:spcPts val="0"/>
              </a:spcAft>
              <a:buClr>
                <a:srgbClr val="FFFFFF"/>
              </a:buClr>
              <a:buSzPts val="1000"/>
              <a:buChar char="■"/>
              <a:defRPr sz="1000">
                <a:solidFill>
                  <a:srgbClr val="FFFFFF"/>
                </a:solidFill>
              </a:defRPr>
            </a:lvl9pPr>
          </a:lstStyle>
          <a:p/>
        </p:txBody>
      </p:sp>
      <p:sp>
        <p:nvSpPr>
          <p:cNvPr id="6078" name="Google Shape;6078;p99"/>
          <p:cNvSpPr txBox="1"/>
          <p:nvPr/>
        </p:nvSpPr>
        <p:spPr>
          <a:xfrm>
            <a:off x="84825" y="598125"/>
            <a:ext cx="595500" cy="205800"/>
          </a:xfrm>
          <a:prstGeom prst="rect">
            <a:avLst/>
          </a:prstGeom>
          <a:noFill/>
          <a:ln>
            <a:noFill/>
          </a:ln>
        </p:spPr>
        <p:txBody>
          <a:bodyPr anchorCtr="0" anchor="t" bIns="18000" lIns="18000" spcFirstLastPara="1" rIns="18000" wrap="square" tIns="18000">
            <a:spAutoFit/>
          </a:bodyPr>
          <a:lstStyle/>
          <a:p>
            <a:pPr indent="0" lvl="0" marL="0" rtl="0" algn="l">
              <a:spcBef>
                <a:spcPts val="0"/>
              </a:spcBef>
              <a:spcAft>
                <a:spcPts val="0"/>
              </a:spcAft>
              <a:buNone/>
            </a:pPr>
            <a:r>
              <a:rPr lang="es-419" sz="1100">
                <a:solidFill>
                  <a:srgbClr val="FFFFFF"/>
                </a:solidFill>
              </a:rPr>
              <a:t>Nombre:</a:t>
            </a:r>
            <a:endParaRPr sz="1100">
              <a:solidFill>
                <a:srgbClr val="FFFFFF"/>
              </a:solidFill>
            </a:endParaRPr>
          </a:p>
        </p:txBody>
      </p:sp>
    </p:spTree>
  </p:cSld>
  <p:clrMapOvr>
    <a:masterClrMapping/>
  </p:clrMapOvr>
</p:sldLayout>
</file>

<file path=ppt/slideLayouts/slideLayout9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5 Diagrama de Espina de Pescado">
  <p:cSld name="TITLE_3_6_1_1_1_1_1_1_1_1_1_1">
    <p:spTree>
      <p:nvGrpSpPr>
        <p:cNvPr id="6079" name="Shape 6079"/>
        <p:cNvGrpSpPr/>
        <p:nvPr/>
      </p:nvGrpSpPr>
      <p:grpSpPr>
        <a:xfrm>
          <a:off x="0" y="0"/>
          <a:ext cx="0" cy="0"/>
          <a:chOff x="0" y="0"/>
          <a:chExt cx="0" cy="0"/>
        </a:xfrm>
      </p:grpSpPr>
      <p:sp>
        <p:nvSpPr>
          <p:cNvPr id="6080" name="Google Shape;6080;p100"/>
          <p:cNvSpPr txBox="1"/>
          <p:nvPr/>
        </p:nvSpPr>
        <p:spPr>
          <a:xfrm>
            <a:off x="2896942" y="1046542"/>
            <a:ext cx="1069200" cy="2166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t/>
            </a:r>
            <a:endParaRPr b="1" sz="600"/>
          </a:p>
        </p:txBody>
      </p:sp>
      <p:sp>
        <p:nvSpPr>
          <p:cNvPr id="6081" name="Google Shape;6081;p100"/>
          <p:cNvSpPr txBox="1"/>
          <p:nvPr/>
        </p:nvSpPr>
        <p:spPr>
          <a:xfrm>
            <a:off x="4101686" y="1046542"/>
            <a:ext cx="1163700" cy="2166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t/>
            </a:r>
            <a:endParaRPr b="1" sz="600"/>
          </a:p>
        </p:txBody>
      </p:sp>
      <p:sp>
        <p:nvSpPr>
          <p:cNvPr id="6082" name="Google Shape;6082;p100"/>
          <p:cNvSpPr txBox="1"/>
          <p:nvPr/>
        </p:nvSpPr>
        <p:spPr>
          <a:xfrm>
            <a:off x="6603322" y="1046542"/>
            <a:ext cx="1163700" cy="2166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t/>
            </a:r>
            <a:endParaRPr b="1" sz="600"/>
          </a:p>
        </p:txBody>
      </p:sp>
      <p:sp>
        <p:nvSpPr>
          <p:cNvPr id="6083" name="Google Shape;6083;p100"/>
          <p:cNvSpPr txBox="1"/>
          <p:nvPr/>
        </p:nvSpPr>
        <p:spPr>
          <a:xfrm>
            <a:off x="5400218" y="1046542"/>
            <a:ext cx="1203000" cy="2166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t/>
            </a:r>
            <a:endParaRPr b="1" sz="600"/>
          </a:p>
        </p:txBody>
      </p:sp>
      <p:sp>
        <p:nvSpPr>
          <p:cNvPr id="6084" name="Google Shape;6084;p100"/>
          <p:cNvSpPr/>
          <p:nvPr/>
        </p:nvSpPr>
        <p:spPr>
          <a:xfrm>
            <a:off x="97888" y="377012"/>
            <a:ext cx="9893400" cy="296700"/>
          </a:xfrm>
          <a:prstGeom prst="roundRect">
            <a:avLst>
              <a:gd fmla="val 22902" name="adj"/>
            </a:avLst>
          </a:prstGeom>
          <a:solidFill>
            <a:srgbClr val="F3F3F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6085" name="Google Shape;6085;p100"/>
          <p:cNvSpPr/>
          <p:nvPr/>
        </p:nvSpPr>
        <p:spPr>
          <a:xfrm>
            <a:off x="77688" y="358938"/>
            <a:ext cx="9935700" cy="6438000"/>
          </a:xfrm>
          <a:prstGeom prst="roundRect">
            <a:avLst>
              <a:gd fmla="val 2618" name="adj"/>
            </a:avLst>
          </a:prstGeom>
          <a:solidFill>
            <a:srgbClr val="FFFFFF"/>
          </a:solidFill>
          <a:ln cap="flat" cmpd="sng" w="38100">
            <a:solidFill>
              <a:srgbClr val="000000"/>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086" name="Google Shape;6086;p100"/>
          <p:cNvCxnSpPr/>
          <p:nvPr/>
        </p:nvCxnSpPr>
        <p:spPr>
          <a:xfrm>
            <a:off x="77688" y="772614"/>
            <a:ext cx="9935700" cy="0"/>
          </a:xfrm>
          <a:prstGeom prst="straightConnector1">
            <a:avLst/>
          </a:prstGeom>
          <a:noFill/>
          <a:ln cap="flat" cmpd="sng" w="19050">
            <a:solidFill>
              <a:srgbClr val="000000"/>
            </a:solidFill>
            <a:prstDash val="solid"/>
            <a:round/>
            <a:headEnd len="med" w="med" type="none"/>
            <a:tailEnd len="med" w="med" type="none"/>
          </a:ln>
        </p:spPr>
      </p:cxnSp>
      <p:cxnSp>
        <p:nvCxnSpPr>
          <p:cNvPr id="6087" name="Google Shape;6087;p100"/>
          <p:cNvCxnSpPr/>
          <p:nvPr/>
        </p:nvCxnSpPr>
        <p:spPr>
          <a:xfrm rot="10800000">
            <a:off x="2439038" y="368188"/>
            <a:ext cx="0" cy="402300"/>
          </a:xfrm>
          <a:prstGeom prst="straightConnector1">
            <a:avLst/>
          </a:prstGeom>
          <a:noFill/>
          <a:ln cap="flat" cmpd="sng" w="19050">
            <a:solidFill>
              <a:srgbClr val="000000"/>
            </a:solidFill>
            <a:prstDash val="solid"/>
            <a:round/>
            <a:headEnd len="med" w="med" type="none"/>
            <a:tailEnd len="med" w="med" type="none"/>
          </a:ln>
        </p:spPr>
      </p:cxnSp>
      <p:sp>
        <p:nvSpPr>
          <p:cNvPr id="6088" name="Google Shape;6088;p100"/>
          <p:cNvSpPr txBox="1"/>
          <p:nvPr/>
        </p:nvSpPr>
        <p:spPr>
          <a:xfrm>
            <a:off x="2896947" y="1353252"/>
            <a:ext cx="1069200" cy="2043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t/>
            </a:r>
            <a:endParaRPr b="1" sz="600"/>
          </a:p>
        </p:txBody>
      </p:sp>
      <p:sp>
        <p:nvSpPr>
          <p:cNvPr id="6089" name="Google Shape;6089;p100"/>
          <p:cNvSpPr txBox="1"/>
          <p:nvPr/>
        </p:nvSpPr>
        <p:spPr>
          <a:xfrm>
            <a:off x="4101689" y="1353252"/>
            <a:ext cx="1163700" cy="2043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t/>
            </a:r>
            <a:endParaRPr b="1" sz="600"/>
          </a:p>
        </p:txBody>
      </p:sp>
      <p:sp>
        <p:nvSpPr>
          <p:cNvPr id="6090" name="Google Shape;6090;p100"/>
          <p:cNvSpPr txBox="1"/>
          <p:nvPr/>
        </p:nvSpPr>
        <p:spPr>
          <a:xfrm>
            <a:off x="6603320" y="1353252"/>
            <a:ext cx="1163700" cy="2043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t/>
            </a:r>
            <a:endParaRPr b="1" sz="600"/>
          </a:p>
        </p:txBody>
      </p:sp>
      <p:sp>
        <p:nvSpPr>
          <p:cNvPr id="6091" name="Google Shape;6091;p100"/>
          <p:cNvSpPr txBox="1"/>
          <p:nvPr/>
        </p:nvSpPr>
        <p:spPr>
          <a:xfrm>
            <a:off x="7901849" y="1353252"/>
            <a:ext cx="1163700" cy="2043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t/>
            </a:r>
            <a:endParaRPr b="1" sz="600"/>
          </a:p>
        </p:txBody>
      </p:sp>
      <p:sp>
        <p:nvSpPr>
          <p:cNvPr id="6092" name="Google Shape;6092;p100"/>
          <p:cNvSpPr txBox="1"/>
          <p:nvPr/>
        </p:nvSpPr>
        <p:spPr>
          <a:xfrm>
            <a:off x="5400218" y="1353252"/>
            <a:ext cx="1203000" cy="2043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t/>
            </a:r>
            <a:endParaRPr b="1" sz="600"/>
          </a:p>
        </p:txBody>
      </p:sp>
      <p:sp>
        <p:nvSpPr>
          <p:cNvPr id="6093" name="Google Shape;6093;p100"/>
          <p:cNvSpPr/>
          <p:nvPr/>
        </p:nvSpPr>
        <p:spPr>
          <a:xfrm>
            <a:off x="77688" y="349338"/>
            <a:ext cx="2361300" cy="421200"/>
          </a:xfrm>
          <a:prstGeom prst="roundRect">
            <a:avLst>
              <a:gd fmla="val 50000" name="adj"/>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s-419" sz="1200">
                <a:solidFill>
                  <a:srgbClr val="FFFFFF"/>
                </a:solidFill>
              </a:rPr>
              <a:t>Espina de Pescado</a:t>
            </a:r>
            <a:endParaRPr b="1" sz="1200">
              <a:solidFill>
                <a:srgbClr val="FFFFFF"/>
              </a:solidFill>
            </a:endParaRPr>
          </a:p>
          <a:p>
            <a:pPr indent="0" lvl="0" marL="0" rtl="0" algn="ctr">
              <a:spcBef>
                <a:spcPts val="0"/>
              </a:spcBef>
              <a:spcAft>
                <a:spcPts val="0"/>
              </a:spcAft>
              <a:buNone/>
            </a:pPr>
            <a:r>
              <a:t/>
            </a:r>
            <a:endParaRPr b="1" sz="1200">
              <a:solidFill>
                <a:srgbClr val="FFFFFF"/>
              </a:solidFill>
            </a:endParaRPr>
          </a:p>
        </p:txBody>
      </p:sp>
      <p:sp>
        <p:nvSpPr>
          <p:cNvPr id="6094" name="Google Shape;6094;p100"/>
          <p:cNvSpPr/>
          <p:nvPr/>
        </p:nvSpPr>
        <p:spPr>
          <a:xfrm>
            <a:off x="83988" y="595504"/>
            <a:ext cx="190200" cy="1692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5" name="Google Shape;6095;p100"/>
          <p:cNvSpPr/>
          <p:nvPr/>
        </p:nvSpPr>
        <p:spPr>
          <a:xfrm>
            <a:off x="2292338" y="358938"/>
            <a:ext cx="146700" cy="4023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096" name="Google Shape;6096;p100"/>
          <p:cNvCxnSpPr>
            <a:endCxn id="6097" idx="1"/>
          </p:cNvCxnSpPr>
          <p:nvPr/>
        </p:nvCxnSpPr>
        <p:spPr>
          <a:xfrm>
            <a:off x="1829160" y="3778194"/>
            <a:ext cx="6424800" cy="0"/>
          </a:xfrm>
          <a:prstGeom prst="straightConnector1">
            <a:avLst/>
          </a:prstGeom>
          <a:noFill/>
          <a:ln cap="flat" cmpd="sng" w="28575">
            <a:solidFill>
              <a:srgbClr val="B7B7B7"/>
            </a:solidFill>
            <a:prstDash val="solid"/>
            <a:round/>
            <a:headEnd len="med" w="med" type="none"/>
            <a:tailEnd len="med" w="med" type="none"/>
          </a:ln>
        </p:spPr>
      </p:cxnSp>
      <p:grpSp>
        <p:nvGrpSpPr>
          <p:cNvPr id="6098" name="Google Shape;6098;p100"/>
          <p:cNvGrpSpPr/>
          <p:nvPr/>
        </p:nvGrpSpPr>
        <p:grpSpPr>
          <a:xfrm>
            <a:off x="8253955" y="2617263"/>
            <a:ext cx="1403566" cy="2008514"/>
            <a:chOff x="6640325" y="1397829"/>
            <a:chExt cx="1202404" cy="1616250"/>
          </a:xfrm>
        </p:grpSpPr>
        <p:sp>
          <p:nvSpPr>
            <p:cNvPr id="6097" name="Google Shape;6097;p100"/>
            <p:cNvSpPr/>
            <p:nvPr/>
          </p:nvSpPr>
          <p:spPr>
            <a:xfrm>
              <a:off x="6640329" y="1649979"/>
              <a:ext cx="1202400" cy="1364100"/>
            </a:xfrm>
            <a:prstGeom prst="rect">
              <a:avLst/>
            </a:prstGeom>
            <a:noFill/>
            <a:ln cap="flat" cmpd="sng" w="28575">
              <a:solidFill>
                <a:srgbClr val="B7B7B7"/>
              </a:solidFill>
              <a:prstDash val="dash"/>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9" name="Google Shape;6099;p100"/>
            <p:cNvSpPr txBox="1"/>
            <p:nvPr/>
          </p:nvSpPr>
          <p:spPr>
            <a:xfrm>
              <a:off x="6640325" y="1397829"/>
              <a:ext cx="1202400" cy="2325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b="1" lang="es-419" sz="1200">
                  <a:latin typeface="Arvo"/>
                  <a:ea typeface="Arvo"/>
                  <a:cs typeface="Arvo"/>
                  <a:sym typeface="Arvo"/>
                </a:rPr>
                <a:t>Efecto</a:t>
              </a:r>
              <a:endParaRPr b="1" sz="1200">
                <a:latin typeface="Arvo"/>
                <a:ea typeface="Arvo"/>
                <a:cs typeface="Arvo"/>
                <a:sym typeface="Arvo"/>
              </a:endParaRPr>
            </a:p>
          </p:txBody>
        </p:sp>
      </p:grpSp>
      <p:sp>
        <p:nvSpPr>
          <p:cNvPr id="6100" name="Google Shape;6100;p100"/>
          <p:cNvSpPr txBox="1"/>
          <p:nvPr/>
        </p:nvSpPr>
        <p:spPr>
          <a:xfrm>
            <a:off x="422488" y="991034"/>
            <a:ext cx="7130100" cy="2847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b="1" lang="es-419" sz="1200">
                <a:latin typeface="Arvo"/>
                <a:ea typeface="Arvo"/>
                <a:cs typeface="Arvo"/>
                <a:sym typeface="Arvo"/>
              </a:rPr>
              <a:t>Causas</a:t>
            </a:r>
            <a:endParaRPr b="1" sz="1200">
              <a:latin typeface="Arvo"/>
              <a:ea typeface="Arvo"/>
              <a:cs typeface="Arvo"/>
              <a:sym typeface="Arvo"/>
            </a:endParaRPr>
          </a:p>
        </p:txBody>
      </p:sp>
      <p:cxnSp>
        <p:nvCxnSpPr>
          <p:cNvPr id="6101" name="Google Shape;6101;p100"/>
          <p:cNvCxnSpPr>
            <a:stCxn id="6102" idx="2"/>
          </p:cNvCxnSpPr>
          <p:nvPr/>
        </p:nvCxnSpPr>
        <p:spPr>
          <a:xfrm>
            <a:off x="1200538" y="2294495"/>
            <a:ext cx="634800" cy="1479000"/>
          </a:xfrm>
          <a:prstGeom prst="straightConnector1">
            <a:avLst/>
          </a:prstGeom>
          <a:noFill/>
          <a:ln cap="flat" cmpd="sng" w="28575">
            <a:solidFill>
              <a:srgbClr val="B7B7B7"/>
            </a:solidFill>
            <a:prstDash val="solid"/>
            <a:round/>
            <a:headEnd len="med" w="med" type="none"/>
            <a:tailEnd len="med" w="med" type="none"/>
          </a:ln>
        </p:spPr>
      </p:cxnSp>
      <p:cxnSp>
        <p:nvCxnSpPr>
          <p:cNvPr id="6103" name="Google Shape;6103;p100"/>
          <p:cNvCxnSpPr>
            <a:stCxn id="6104" idx="0"/>
          </p:cNvCxnSpPr>
          <p:nvPr/>
        </p:nvCxnSpPr>
        <p:spPr>
          <a:xfrm flipH="1" rot="10800000">
            <a:off x="1200538" y="3780121"/>
            <a:ext cx="638400" cy="1486500"/>
          </a:xfrm>
          <a:prstGeom prst="straightConnector1">
            <a:avLst/>
          </a:prstGeom>
          <a:noFill/>
          <a:ln cap="flat" cmpd="sng" w="28575">
            <a:solidFill>
              <a:srgbClr val="B7B7B7"/>
            </a:solidFill>
            <a:prstDash val="solid"/>
            <a:round/>
            <a:headEnd len="med" w="med" type="none"/>
            <a:tailEnd len="med" w="med" type="none"/>
          </a:ln>
        </p:spPr>
      </p:cxnSp>
      <p:cxnSp>
        <p:nvCxnSpPr>
          <p:cNvPr id="6105" name="Google Shape;6105;p100"/>
          <p:cNvCxnSpPr>
            <a:stCxn id="6106" idx="2"/>
          </p:cNvCxnSpPr>
          <p:nvPr/>
        </p:nvCxnSpPr>
        <p:spPr>
          <a:xfrm>
            <a:off x="3058506" y="2294495"/>
            <a:ext cx="545100" cy="1483500"/>
          </a:xfrm>
          <a:prstGeom prst="straightConnector1">
            <a:avLst/>
          </a:prstGeom>
          <a:noFill/>
          <a:ln cap="flat" cmpd="sng" w="28575">
            <a:solidFill>
              <a:srgbClr val="B7B7B7"/>
            </a:solidFill>
            <a:prstDash val="solid"/>
            <a:round/>
            <a:headEnd len="med" w="med" type="none"/>
            <a:tailEnd len="med" w="med" type="none"/>
          </a:ln>
        </p:spPr>
      </p:cxnSp>
      <p:cxnSp>
        <p:nvCxnSpPr>
          <p:cNvPr id="6107" name="Google Shape;6107;p100"/>
          <p:cNvCxnSpPr>
            <a:stCxn id="6108" idx="0"/>
          </p:cNvCxnSpPr>
          <p:nvPr/>
        </p:nvCxnSpPr>
        <p:spPr>
          <a:xfrm flipH="1" rot="10800000">
            <a:off x="3058506" y="3778021"/>
            <a:ext cx="545100" cy="1488600"/>
          </a:xfrm>
          <a:prstGeom prst="straightConnector1">
            <a:avLst/>
          </a:prstGeom>
          <a:noFill/>
          <a:ln cap="flat" cmpd="sng" w="28575">
            <a:solidFill>
              <a:srgbClr val="B7B7B7"/>
            </a:solidFill>
            <a:prstDash val="solid"/>
            <a:round/>
            <a:headEnd len="med" w="med" type="none"/>
            <a:tailEnd len="med" w="med" type="none"/>
          </a:ln>
        </p:spPr>
      </p:cxnSp>
      <p:cxnSp>
        <p:nvCxnSpPr>
          <p:cNvPr id="6109" name="Google Shape;6109;p100"/>
          <p:cNvCxnSpPr>
            <a:stCxn id="6110" idx="2"/>
          </p:cNvCxnSpPr>
          <p:nvPr/>
        </p:nvCxnSpPr>
        <p:spPr>
          <a:xfrm>
            <a:off x="4916493" y="2294495"/>
            <a:ext cx="545700" cy="1492500"/>
          </a:xfrm>
          <a:prstGeom prst="straightConnector1">
            <a:avLst/>
          </a:prstGeom>
          <a:noFill/>
          <a:ln cap="flat" cmpd="sng" w="28575">
            <a:solidFill>
              <a:srgbClr val="B7B7B7"/>
            </a:solidFill>
            <a:prstDash val="solid"/>
            <a:round/>
            <a:headEnd len="med" w="med" type="none"/>
            <a:tailEnd len="med" w="med" type="none"/>
          </a:ln>
        </p:spPr>
      </p:cxnSp>
      <p:cxnSp>
        <p:nvCxnSpPr>
          <p:cNvPr id="6111" name="Google Shape;6111;p100"/>
          <p:cNvCxnSpPr>
            <a:stCxn id="6112" idx="0"/>
          </p:cNvCxnSpPr>
          <p:nvPr/>
        </p:nvCxnSpPr>
        <p:spPr>
          <a:xfrm flipH="1" rot="10800000">
            <a:off x="4916493" y="3773521"/>
            <a:ext cx="536700" cy="1493100"/>
          </a:xfrm>
          <a:prstGeom prst="straightConnector1">
            <a:avLst/>
          </a:prstGeom>
          <a:noFill/>
          <a:ln cap="flat" cmpd="sng" w="28575">
            <a:solidFill>
              <a:srgbClr val="B7B7B7"/>
            </a:solidFill>
            <a:prstDash val="solid"/>
            <a:round/>
            <a:headEnd len="med" w="med" type="none"/>
            <a:tailEnd len="med" w="med" type="none"/>
          </a:ln>
        </p:spPr>
      </p:cxnSp>
      <p:cxnSp>
        <p:nvCxnSpPr>
          <p:cNvPr id="6113" name="Google Shape;6113;p100"/>
          <p:cNvCxnSpPr>
            <a:stCxn id="6114" idx="2"/>
          </p:cNvCxnSpPr>
          <p:nvPr/>
        </p:nvCxnSpPr>
        <p:spPr>
          <a:xfrm>
            <a:off x="6774468" y="2294495"/>
            <a:ext cx="542100" cy="1488000"/>
          </a:xfrm>
          <a:prstGeom prst="straightConnector1">
            <a:avLst/>
          </a:prstGeom>
          <a:noFill/>
          <a:ln cap="flat" cmpd="sng" w="28575">
            <a:solidFill>
              <a:srgbClr val="B7B7B7"/>
            </a:solidFill>
            <a:prstDash val="solid"/>
            <a:round/>
            <a:headEnd len="med" w="med" type="none"/>
            <a:tailEnd len="med" w="med" type="none"/>
          </a:ln>
        </p:spPr>
      </p:cxnSp>
      <p:cxnSp>
        <p:nvCxnSpPr>
          <p:cNvPr id="6115" name="Google Shape;6115;p100"/>
          <p:cNvCxnSpPr>
            <a:stCxn id="6116" idx="0"/>
          </p:cNvCxnSpPr>
          <p:nvPr/>
        </p:nvCxnSpPr>
        <p:spPr>
          <a:xfrm flipH="1" rot="10800000">
            <a:off x="6774468" y="3778021"/>
            <a:ext cx="537600" cy="1488600"/>
          </a:xfrm>
          <a:prstGeom prst="straightConnector1">
            <a:avLst/>
          </a:prstGeom>
          <a:noFill/>
          <a:ln cap="flat" cmpd="sng" w="28575">
            <a:solidFill>
              <a:srgbClr val="B7B7B7"/>
            </a:solidFill>
            <a:prstDash val="solid"/>
            <a:round/>
            <a:headEnd len="med" w="med" type="none"/>
            <a:tailEnd len="med" w="med" type="none"/>
          </a:ln>
        </p:spPr>
      </p:cxnSp>
      <p:sp>
        <p:nvSpPr>
          <p:cNvPr id="6102" name="Google Shape;6102;p100"/>
          <p:cNvSpPr/>
          <p:nvPr/>
        </p:nvSpPr>
        <p:spPr>
          <a:xfrm>
            <a:off x="422488" y="1344695"/>
            <a:ext cx="1556100" cy="949800"/>
          </a:xfrm>
          <a:prstGeom prst="roundRect">
            <a:avLst>
              <a:gd fmla="val 16667" name="adj"/>
            </a:avLst>
          </a:prstGeom>
          <a:solidFill>
            <a:srgbClr val="F3F3F3"/>
          </a:solidFill>
          <a:ln cap="flat" cmpd="sng" w="19050">
            <a:solidFill>
              <a:srgbClr val="CCCCCC"/>
            </a:solidFill>
            <a:prstDash val="dash"/>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6" name="Google Shape;6106;p100"/>
          <p:cNvSpPr/>
          <p:nvPr/>
        </p:nvSpPr>
        <p:spPr>
          <a:xfrm>
            <a:off x="2280456" y="1344695"/>
            <a:ext cx="1556100" cy="949800"/>
          </a:xfrm>
          <a:prstGeom prst="roundRect">
            <a:avLst>
              <a:gd fmla="val 16667" name="adj"/>
            </a:avLst>
          </a:prstGeom>
          <a:solidFill>
            <a:srgbClr val="F3F3F3"/>
          </a:solidFill>
          <a:ln cap="flat" cmpd="sng" w="19050">
            <a:solidFill>
              <a:srgbClr val="CCCCCC"/>
            </a:solidFill>
            <a:prstDash val="dash"/>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0" name="Google Shape;6110;p100"/>
          <p:cNvSpPr/>
          <p:nvPr/>
        </p:nvSpPr>
        <p:spPr>
          <a:xfrm>
            <a:off x="4138443" y="1344695"/>
            <a:ext cx="1556100" cy="949800"/>
          </a:xfrm>
          <a:prstGeom prst="roundRect">
            <a:avLst>
              <a:gd fmla="val 16667" name="adj"/>
            </a:avLst>
          </a:prstGeom>
          <a:solidFill>
            <a:srgbClr val="F3F3F3"/>
          </a:solidFill>
          <a:ln cap="flat" cmpd="sng" w="19050">
            <a:solidFill>
              <a:srgbClr val="CCCCCC"/>
            </a:solidFill>
            <a:prstDash val="dash"/>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4" name="Google Shape;6114;p100"/>
          <p:cNvSpPr/>
          <p:nvPr/>
        </p:nvSpPr>
        <p:spPr>
          <a:xfrm>
            <a:off x="5996418" y="1344695"/>
            <a:ext cx="1556100" cy="949800"/>
          </a:xfrm>
          <a:prstGeom prst="roundRect">
            <a:avLst>
              <a:gd fmla="val 16667" name="adj"/>
            </a:avLst>
          </a:prstGeom>
          <a:solidFill>
            <a:srgbClr val="F3F3F3"/>
          </a:solidFill>
          <a:ln cap="flat" cmpd="sng" w="19050">
            <a:solidFill>
              <a:srgbClr val="CCCCCC"/>
            </a:solidFill>
            <a:prstDash val="dash"/>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4" name="Google Shape;6104;p100"/>
          <p:cNvSpPr/>
          <p:nvPr/>
        </p:nvSpPr>
        <p:spPr>
          <a:xfrm>
            <a:off x="422488" y="5266621"/>
            <a:ext cx="1556100" cy="949800"/>
          </a:xfrm>
          <a:prstGeom prst="roundRect">
            <a:avLst>
              <a:gd fmla="val 16667" name="adj"/>
            </a:avLst>
          </a:prstGeom>
          <a:solidFill>
            <a:srgbClr val="F3F3F3"/>
          </a:solidFill>
          <a:ln cap="flat" cmpd="sng" w="19050">
            <a:solidFill>
              <a:srgbClr val="CCCCCC"/>
            </a:solidFill>
            <a:prstDash val="dash"/>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8" name="Google Shape;6108;p100"/>
          <p:cNvSpPr/>
          <p:nvPr/>
        </p:nvSpPr>
        <p:spPr>
          <a:xfrm>
            <a:off x="2280456" y="5266621"/>
            <a:ext cx="1556100" cy="949800"/>
          </a:xfrm>
          <a:prstGeom prst="roundRect">
            <a:avLst>
              <a:gd fmla="val 16667" name="adj"/>
            </a:avLst>
          </a:prstGeom>
          <a:solidFill>
            <a:srgbClr val="F3F3F3"/>
          </a:solidFill>
          <a:ln cap="flat" cmpd="sng" w="19050">
            <a:solidFill>
              <a:srgbClr val="CCCCCC"/>
            </a:solidFill>
            <a:prstDash val="dash"/>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2" name="Google Shape;6112;p100"/>
          <p:cNvSpPr/>
          <p:nvPr/>
        </p:nvSpPr>
        <p:spPr>
          <a:xfrm>
            <a:off x="4138443" y="5266621"/>
            <a:ext cx="1556100" cy="949800"/>
          </a:xfrm>
          <a:prstGeom prst="roundRect">
            <a:avLst>
              <a:gd fmla="val 16667" name="adj"/>
            </a:avLst>
          </a:prstGeom>
          <a:solidFill>
            <a:srgbClr val="F3F3F3"/>
          </a:solidFill>
          <a:ln cap="flat" cmpd="sng" w="19050">
            <a:solidFill>
              <a:srgbClr val="CCCCCC"/>
            </a:solidFill>
            <a:prstDash val="dash"/>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6" name="Google Shape;6116;p100"/>
          <p:cNvSpPr/>
          <p:nvPr/>
        </p:nvSpPr>
        <p:spPr>
          <a:xfrm>
            <a:off x="5996418" y="5266621"/>
            <a:ext cx="1556100" cy="949800"/>
          </a:xfrm>
          <a:prstGeom prst="roundRect">
            <a:avLst>
              <a:gd fmla="val 16667" name="adj"/>
            </a:avLst>
          </a:prstGeom>
          <a:solidFill>
            <a:srgbClr val="F3F3F3"/>
          </a:solidFill>
          <a:ln cap="flat" cmpd="sng" w="19050">
            <a:solidFill>
              <a:srgbClr val="CCCCCC"/>
            </a:solidFill>
            <a:prstDash val="dash"/>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7" name="Google Shape;6117;p100"/>
          <p:cNvSpPr txBox="1"/>
          <p:nvPr/>
        </p:nvSpPr>
        <p:spPr>
          <a:xfrm>
            <a:off x="422488" y="6222945"/>
            <a:ext cx="7130100" cy="2847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b="1" lang="es-419" sz="1200">
                <a:latin typeface="Arvo"/>
                <a:ea typeface="Arvo"/>
                <a:cs typeface="Arvo"/>
                <a:sym typeface="Arvo"/>
              </a:rPr>
              <a:t>Causas</a:t>
            </a:r>
            <a:endParaRPr b="1" sz="1200">
              <a:latin typeface="Arvo"/>
              <a:ea typeface="Arvo"/>
              <a:cs typeface="Arvo"/>
              <a:sym typeface="Arvo"/>
            </a:endParaRPr>
          </a:p>
        </p:txBody>
      </p:sp>
      <p:sp>
        <p:nvSpPr>
          <p:cNvPr id="6118" name="Google Shape;6118;p100"/>
          <p:cNvSpPr txBox="1"/>
          <p:nvPr>
            <p:ph idx="1" type="subTitle"/>
          </p:nvPr>
        </p:nvSpPr>
        <p:spPr>
          <a:xfrm>
            <a:off x="422525" y="1344634"/>
            <a:ext cx="1556100" cy="949800"/>
          </a:xfrm>
          <a:prstGeom prst="rect">
            <a:avLst/>
          </a:prstGeom>
          <a:noFill/>
          <a:ln>
            <a:noFill/>
          </a:ln>
        </p:spPr>
        <p:txBody>
          <a:bodyPr anchorCtr="0" anchor="ctr" bIns="72000" lIns="72000" spcFirstLastPara="1" rIns="72000" wrap="square" tIns="72000">
            <a:noAutofit/>
          </a:bodyPr>
          <a:lstStyle>
            <a:lvl1pPr lvl="0">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spcBef>
                <a:spcPts val="0"/>
              </a:spcBef>
              <a:spcAft>
                <a:spcPts val="0"/>
              </a:spcAft>
              <a:buSzPts val="800"/>
              <a:buFont typeface="Arvo"/>
              <a:buNone/>
              <a:defRPr sz="800">
                <a:latin typeface="Arvo"/>
                <a:ea typeface="Arvo"/>
                <a:cs typeface="Arvo"/>
                <a:sym typeface="Arvo"/>
              </a:defRPr>
            </a:lvl2pPr>
            <a:lvl3pPr lvl="2">
              <a:spcBef>
                <a:spcPts val="0"/>
              </a:spcBef>
              <a:spcAft>
                <a:spcPts val="0"/>
              </a:spcAft>
              <a:buSzPts val="800"/>
              <a:buFont typeface="Arvo"/>
              <a:buNone/>
              <a:defRPr sz="800">
                <a:latin typeface="Arvo"/>
                <a:ea typeface="Arvo"/>
                <a:cs typeface="Arvo"/>
                <a:sym typeface="Arvo"/>
              </a:defRPr>
            </a:lvl3pPr>
            <a:lvl4pPr lvl="3">
              <a:spcBef>
                <a:spcPts val="0"/>
              </a:spcBef>
              <a:spcAft>
                <a:spcPts val="0"/>
              </a:spcAft>
              <a:buSzPts val="800"/>
              <a:buFont typeface="Arvo"/>
              <a:buNone/>
              <a:defRPr sz="800">
                <a:latin typeface="Arvo"/>
                <a:ea typeface="Arvo"/>
                <a:cs typeface="Arvo"/>
                <a:sym typeface="Arvo"/>
              </a:defRPr>
            </a:lvl4pPr>
            <a:lvl5pPr lvl="4">
              <a:spcBef>
                <a:spcPts val="0"/>
              </a:spcBef>
              <a:spcAft>
                <a:spcPts val="0"/>
              </a:spcAft>
              <a:buSzPts val="800"/>
              <a:buFont typeface="Arvo"/>
              <a:buNone/>
              <a:defRPr sz="800">
                <a:latin typeface="Arvo"/>
                <a:ea typeface="Arvo"/>
                <a:cs typeface="Arvo"/>
                <a:sym typeface="Arvo"/>
              </a:defRPr>
            </a:lvl5pPr>
            <a:lvl6pPr lvl="5">
              <a:spcBef>
                <a:spcPts val="0"/>
              </a:spcBef>
              <a:spcAft>
                <a:spcPts val="0"/>
              </a:spcAft>
              <a:buSzPts val="800"/>
              <a:buFont typeface="Arvo"/>
              <a:buNone/>
              <a:defRPr sz="800">
                <a:latin typeface="Arvo"/>
                <a:ea typeface="Arvo"/>
                <a:cs typeface="Arvo"/>
                <a:sym typeface="Arvo"/>
              </a:defRPr>
            </a:lvl6pPr>
            <a:lvl7pPr lvl="6">
              <a:spcBef>
                <a:spcPts val="0"/>
              </a:spcBef>
              <a:spcAft>
                <a:spcPts val="0"/>
              </a:spcAft>
              <a:buSzPts val="800"/>
              <a:buFont typeface="Arvo"/>
              <a:buNone/>
              <a:defRPr sz="800">
                <a:latin typeface="Arvo"/>
                <a:ea typeface="Arvo"/>
                <a:cs typeface="Arvo"/>
                <a:sym typeface="Arvo"/>
              </a:defRPr>
            </a:lvl7pPr>
            <a:lvl8pPr lvl="7">
              <a:spcBef>
                <a:spcPts val="0"/>
              </a:spcBef>
              <a:spcAft>
                <a:spcPts val="0"/>
              </a:spcAft>
              <a:buSzPts val="800"/>
              <a:buFont typeface="Arvo"/>
              <a:buNone/>
              <a:defRPr sz="800">
                <a:latin typeface="Arvo"/>
                <a:ea typeface="Arvo"/>
                <a:cs typeface="Arvo"/>
                <a:sym typeface="Arvo"/>
              </a:defRPr>
            </a:lvl8pPr>
            <a:lvl9pPr lvl="8">
              <a:spcBef>
                <a:spcPts val="0"/>
              </a:spcBef>
              <a:spcAft>
                <a:spcPts val="0"/>
              </a:spcAft>
              <a:buSzPts val="800"/>
              <a:buFont typeface="Arvo"/>
              <a:buNone/>
              <a:defRPr sz="800">
                <a:latin typeface="Arvo"/>
                <a:ea typeface="Arvo"/>
                <a:cs typeface="Arvo"/>
                <a:sym typeface="Arvo"/>
              </a:defRPr>
            </a:lvl9pPr>
          </a:lstStyle>
          <a:p/>
        </p:txBody>
      </p:sp>
      <p:sp>
        <p:nvSpPr>
          <p:cNvPr id="6119" name="Google Shape;6119;p100"/>
          <p:cNvSpPr txBox="1"/>
          <p:nvPr>
            <p:ph idx="2" type="subTitle"/>
          </p:nvPr>
        </p:nvSpPr>
        <p:spPr>
          <a:xfrm>
            <a:off x="2282415" y="1344634"/>
            <a:ext cx="1556100" cy="949800"/>
          </a:xfrm>
          <a:prstGeom prst="rect">
            <a:avLst/>
          </a:prstGeom>
          <a:noFill/>
          <a:ln>
            <a:noFill/>
          </a:ln>
        </p:spPr>
        <p:txBody>
          <a:bodyPr anchorCtr="0" anchor="ctr" bIns="72000" lIns="72000" spcFirstLastPara="1" rIns="72000" wrap="square" tIns="72000">
            <a:noAutofit/>
          </a:bodyPr>
          <a:lstStyle>
            <a:lvl1pPr lvl="0">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spcBef>
                <a:spcPts val="0"/>
              </a:spcBef>
              <a:spcAft>
                <a:spcPts val="0"/>
              </a:spcAft>
              <a:buSzPts val="800"/>
              <a:buFont typeface="Arvo"/>
              <a:buNone/>
              <a:defRPr sz="800">
                <a:latin typeface="Arvo"/>
                <a:ea typeface="Arvo"/>
                <a:cs typeface="Arvo"/>
                <a:sym typeface="Arvo"/>
              </a:defRPr>
            </a:lvl2pPr>
            <a:lvl3pPr lvl="2">
              <a:spcBef>
                <a:spcPts val="0"/>
              </a:spcBef>
              <a:spcAft>
                <a:spcPts val="0"/>
              </a:spcAft>
              <a:buSzPts val="800"/>
              <a:buFont typeface="Arvo"/>
              <a:buNone/>
              <a:defRPr sz="800">
                <a:latin typeface="Arvo"/>
                <a:ea typeface="Arvo"/>
                <a:cs typeface="Arvo"/>
                <a:sym typeface="Arvo"/>
              </a:defRPr>
            </a:lvl3pPr>
            <a:lvl4pPr lvl="3">
              <a:spcBef>
                <a:spcPts val="0"/>
              </a:spcBef>
              <a:spcAft>
                <a:spcPts val="0"/>
              </a:spcAft>
              <a:buSzPts val="800"/>
              <a:buFont typeface="Arvo"/>
              <a:buNone/>
              <a:defRPr sz="800">
                <a:latin typeface="Arvo"/>
                <a:ea typeface="Arvo"/>
                <a:cs typeface="Arvo"/>
                <a:sym typeface="Arvo"/>
              </a:defRPr>
            </a:lvl4pPr>
            <a:lvl5pPr lvl="4">
              <a:spcBef>
                <a:spcPts val="0"/>
              </a:spcBef>
              <a:spcAft>
                <a:spcPts val="0"/>
              </a:spcAft>
              <a:buSzPts val="800"/>
              <a:buFont typeface="Arvo"/>
              <a:buNone/>
              <a:defRPr sz="800">
                <a:latin typeface="Arvo"/>
                <a:ea typeface="Arvo"/>
                <a:cs typeface="Arvo"/>
                <a:sym typeface="Arvo"/>
              </a:defRPr>
            </a:lvl5pPr>
            <a:lvl6pPr lvl="5">
              <a:spcBef>
                <a:spcPts val="0"/>
              </a:spcBef>
              <a:spcAft>
                <a:spcPts val="0"/>
              </a:spcAft>
              <a:buSzPts val="800"/>
              <a:buFont typeface="Arvo"/>
              <a:buNone/>
              <a:defRPr sz="800">
                <a:latin typeface="Arvo"/>
                <a:ea typeface="Arvo"/>
                <a:cs typeface="Arvo"/>
                <a:sym typeface="Arvo"/>
              </a:defRPr>
            </a:lvl6pPr>
            <a:lvl7pPr lvl="6">
              <a:spcBef>
                <a:spcPts val="0"/>
              </a:spcBef>
              <a:spcAft>
                <a:spcPts val="0"/>
              </a:spcAft>
              <a:buSzPts val="800"/>
              <a:buFont typeface="Arvo"/>
              <a:buNone/>
              <a:defRPr sz="800">
                <a:latin typeface="Arvo"/>
                <a:ea typeface="Arvo"/>
                <a:cs typeface="Arvo"/>
                <a:sym typeface="Arvo"/>
              </a:defRPr>
            </a:lvl7pPr>
            <a:lvl8pPr lvl="7">
              <a:spcBef>
                <a:spcPts val="0"/>
              </a:spcBef>
              <a:spcAft>
                <a:spcPts val="0"/>
              </a:spcAft>
              <a:buSzPts val="800"/>
              <a:buFont typeface="Arvo"/>
              <a:buNone/>
              <a:defRPr sz="800">
                <a:latin typeface="Arvo"/>
                <a:ea typeface="Arvo"/>
                <a:cs typeface="Arvo"/>
                <a:sym typeface="Arvo"/>
              </a:defRPr>
            </a:lvl8pPr>
            <a:lvl9pPr lvl="8">
              <a:spcBef>
                <a:spcPts val="0"/>
              </a:spcBef>
              <a:spcAft>
                <a:spcPts val="0"/>
              </a:spcAft>
              <a:buSzPts val="800"/>
              <a:buFont typeface="Arvo"/>
              <a:buNone/>
              <a:defRPr sz="800">
                <a:latin typeface="Arvo"/>
                <a:ea typeface="Arvo"/>
                <a:cs typeface="Arvo"/>
                <a:sym typeface="Arvo"/>
              </a:defRPr>
            </a:lvl9pPr>
          </a:lstStyle>
          <a:p/>
        </p:txBody>
      </p:sp>
      <p:sp>
        <p:nvSpPr>
          <p:cNvPr id="6120" name="Google Shape;6120;p100"/>
          <p:cNvSpPr txBox="1"/>
          <p:nvPr>
            <p:ph idx="3" type="subTitle"/>
          </p:nvPr>
        </p:nvSpPr>
        <p:spPr>
          <a:xfrm>
            <a:off x="4138559" y="1344634"/>
            <a:ext cx="1556100" cy="949800"/>
          </a:xfrm>
          <a:prstGeom prst="rect">
            <a:avLst/>
          </a:prstGeom>
          <a:noFill/>
          <a:ln>
            <a:noFill/>
          </a:ln>
        </p:spPr>
        <p:txBody>
          <a:bodyPr anchorCtr="0" anchor="ctr" bIns="72000" lIns="72000" spcFirstLastPara="1" rIns="72000" wrap="square" tIns="72000">
            <a:noAutofit/>
          </a:bodyPr>
          <a:lstStyle>
            <a:lvl1pPr lvl="0">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spcBef>
                <a:spcPts val="0"/>
              </a:spcBef>
              <a:spcAft>
                <a:spcPts val="0"/>
              </a:spcAft>
              <a:buSzPts val="800"/>
              <a:buFont typeface="Arvo"/>
              <a:buNone/>
              <a:defRPr sz="800">
                <a:latin typeface="Arvo"/>
                <a:ea typeface="Arvo"/>
                <a:cs typeface="Arvo"/>
                <a:sym typeface="Arvo"/>
              </a:defRPr>
            </a:lvl2pPr>
            <a:lvl3pPr lvl="2">
              <a:spcBef>
                <a:spcPts val="0"/>
              </a:spcBef>
              <a:spcAft>
                <a:spcPts val="0"/>
              </a:spcAft>
              <a:buSzPts val="800"/>
              <a:buFont typeface="Arvo"/>
              <a:buNone/>
              <a:defRPr sz="800">
                <a:latin typeface="Arvo"/>
                <a:ea typeface="Arvo"/>
                <a:cs typeface="Arvo"/>
                <a:sym typeface="Arvo"/>
              </a:defRPr>
            </a:lvl3pPr>
            <a:lvl4pPr lvl="3">
              <a:spcBef>
                <a:spcPts val="0"/>
              </a:spcBef>
              <a:spcAft>
                <a:spcPts val="0"/>
              </a:spcAft>
              <a:buSzPts val="800"/>
              <a:buFont typeface="Arvo"/>
              <a:buNone/>
              <a:defRPr sz="800">
                <a:latin typeface="Arvo"/>
                <a:ea typeface="Arvo"/>
                <a:cs typeface="Arvo"/>
                <a:sym typeface="Arvo"/>
              </a:defRPr>
            </a:lvl4pPr>
            <a:lvl5pPr lvl="4">
              <a:spcBef>
                <a:spcPts val="0"/>
              </a:spcBef>
              <a:spcAft>
                <a:spcPts val="0"/>
              </a:spcAft>
              <a:buSzPts val="800"/>
              <a:buFont typeface="Arvo"/>
              <a:buNone/>
              <a:defRPr sz="800">
                <a:latin typeface="Arvo"/>
                <a:ea typeface="Arvo"/>
                <a:cs typeface="Arvo"/>
                <a:sym typeface="Arvo"/>
              </a:defRPr>
            </a:lvl5pPr>
            <a:lvl6pPr lvl="5">
              <a:spcBef>
                <a:spcPts val="0"/>
              </a:spcBef>
              <a:spcAft>
                <a:spcPts val="0"/>
              </a:spcAft>
              <a:buSzPts val="800"/>
              <a:buFont typeface="Arvo"/>
              <a:buNone/>
              <a:defRPr sz="800">
                <a:latin typeface="Arvo"/>
                <a:ea typeface="Arvo"/>
                <a:cs typeface="Arvo"/>
                <a:sym typeface="Arvo"/>
              </a:defRPr>
            </a:lvl6pPr>
            <a:lvl7pPr lvl="6">
              <a:spcBef>
                <a:spcPts val="0"/>
              </a:spcBef>
              <a:spcAft>
                <a:spcPts val="0"/>
              </a:spcAft>
              <a:buSzPts val="800"/>
              <a:buFont typeface="Arvo"/>
              <a:buNone/>
              <a:defRPr sz="800">
                <a:latin typeface="Arvo"/>
                <a:ea typeface="Arvo"/>
                <a:cs typeface="Arvo"/>
                <a:sym typeface="Arvo"/>
              </a:defRPr>
            </a:lvl7pPr>
            <a:lvl8pPr lvl="7">
              <a:spcBef>
                <a:spcPts val="0"/>
              </a:spcBef>
              <a:spcAft>
                <a:spcPts val="0"/>
              </a:spcAft>
              <a:buSzPts val="800"/>
              <a:buFont typeface="Arvo"/>
              <a:buNone/>
              <a:defRPr sz="800">
                <a:latin typeface="Arvo"/>
                <a:ea typeface="Arvo"/>
                <a:cs typeface="Arvo"/>
                <a:sym typeface="Arvo"/>
              </a:defRPr>
            </a:lvl8pPr>
            <a:lvl9pPr lvl="8">
              <a:spcBef>
                <a:spcPts val="0"/>
              </a:spcBef>
              <a:spcAft>
                <a:spcPts val="0"/>
              </a:spcAft>
              <a:buSzPts val="800"/>
              <a:buFont typeface="Arvo"/>
              <a:buNone/>
              <a:defRPr sz="800">
                <a:latin typeface="Arvo"/>
                <a:ea typeface="Arvo"/>
                <a:cs typeface="Arvo"/>
                <a:sym typeface="Arvo"/>
              </a:defRPr>
            </a:lvl9pPr>
          </a:lstStyle>
          <a:p/>
        </p:txBody>
      </p:sp>
      <p:sp>
        <p:nvSpPr>
          <p:cNvPr id="6121" name="Google Shape;6121;p100"/>
          <p:cNvSpPr txBox="1"/>
          <p:nvPr>
            <p:ph idx="4" type="subTitle"/>
          </p:nvPr>
        </p:nvSpPr>
        <p:spPr>
          <a:xfrm>
            <a:off x="5998449" y="1344634"/>
            <a:ext cx="1556100" cy="949800"/>
          </a:xfrm>
          <a:prstGeom prst="rect">
            <a:avLst/>
          </a:prstGeom>
          <a:noFill/>
          <a:ln>
            <a:noFill/>
          </a:ln>
        </p:spPr>
        <p:txBody>
          <a:bodyPr anchorCtr="0" anchor="ctr" bIns="72000" lIns="72000" spcFirstLastPara="1" rIns="72000" wrap="square" tIns="72000">
            <a:noAutofit/>
          </a:bodyPr>
          <a:lstStyle>
            <a:lvl1pPr lvl="0">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spcBef>
                <a:spcPts val="0"/>
              </a:spcBef>
              <a:spcAft>
                <a:spcPts val="0"/>
              </a:spcAft>
              <a:buSzPts val="800"/>
              <a:buFont typeface="Arvo"/>
              <a:buNone/>
              <a:defRPr sz="800">
                <a:latin typeface="Arvo"/>
                <a:ea typeface="Arvo"/>
                <a:cs typeface="Arvo"/>
                <a:sym typeface="Arvo"/>
              </a:defRPr>
            </a:lvl2pPr>
            <a:lvl3pPr lvl="2">
              <a:spcBef>
                <a:spcPts val="0"/>
              </a:spcBef>
              <a:spcAft>
                <a:spcPts val="0"/>
              </a:spcAft>
              <a:buSzPts val="800"/>
              <a:buFont typeface="Arvo"/>
              <a:buNone/>
              <a:defRPr sz="800">
                <a:latin typeface="Arvo"/>
                <a:ea typeface="Arvo"/>
                <a:cs typeface="Arvo"/>
                <a:sym typeface="Arvo"/>
              </a:defRPr>
            </a:lvl3pPr>
            <a:lvl4pPr lvl="3">
              <a:spcBef>
                <a:spcPts val="0"/>
              </a:spcBef>
              <a:spcAft>
                <a:spcPts val="0"/>
              </a:spcAft>
              <a:buSzPts val="800"/>
              <a:buFont typeface="Arvo"/>
              <a:buNone/>
              <a:defRPr sz="800">
                <a:latin typeface="Arvo"/>
                <a:ea typeface="Arvo"/>
                <a:cs typeface="Arvo"/>
                <a:sym typeface="Arvo"/>
              </a:defRPr>
            </a:lvl4pPr>
            <a:lvl5pPr lvl="4">
              <a:spcBef>
                <a:spcPts val="0"/>
              </a:spcBef>
              <a:spcAft>
                <a:spcPts val="0"/>
              </a:spcAft>
              <a:buSzPts val="800"/>
              <a:buFont typeface="Arvo"/>
              <a:buNone/>
              <a:defRPr sz="800">
                <a:latin typeface="Arvo"/>
                <a:ea typeface="Arvo"/>
                <a:cs typeface="Arvo"/>
                <a:sym typeface="Arvo"/>
              </a:defRPr>
            </a:lvl5pPr>
            <a:lvl6pPr lvl="5">
              <a:spcBef>
                <a:spcPts val="0"/>
              </a:spcBef>
              <a:spcAft>
                <a:spcPts val="0"/>
              </a:spcAft>
              <a:buSzPts val="800"/>
              <a:buFont typeface="Arvo"/>
              <a:buNone/>
              <a:defRPr sz="800">
                <a:latin typeface="Arvo"/>
                <a:ea typeface="Arvo"/>
                <a:cs typeface="Arvo"/>
                <a:sym typeface="Arvo"/>
              </a:defRPr>
            </a:lvl6pPr>
            <a:lvl7pPr lvl="6">
              <a:spcBef>
                <a:spcPts val="0"/>
              </a:spcBef>
              <a:spcAft>
                <a:spcPts val="0"/>
              </a:spcAft>
              <a:buSzPts val="800"/>
              <a:buFont typeface="Arvo"/>
              <a:buNone/>
              <a:defRPr sz="800">
                <a:latin typeface="Arvo"/>
                <a:ea typeface="Arvo"/>
                <a:cs typeface="Arvo"/>
                <a:sym typeface="Arvo"/>
              </a:defRPr>
            </a:lvl7pPr>
            <a:lvl8pPr lvl="7">
              <a:spcBef>
                <a:spcPts val="0"/>
              </a:spcBef>
              <a:spcAft>
                <a:spcPts val="0"/>
              </a:spcAft>
              <a:buSzPts val="800"/>
              <a:buFont typeface="Arvo"/>
              <a:buNone/>
              <a:defRPr sz="800">
                <a:latin typeface="Arvo"/>
                <a:ea typeface="Arvo"/>
                <a:cs typeface="Arvo"/>
                <a:sym typeface="Arvo"/>
              </a:defRPr>
            </a:lvl8pPr>
            <a:lvl9pPr lvl="8">
              <a:spcBef>
                <a:spcPts val="0"/>
              </a:spcBef>
              <a:spcAft>
                <a:spcPts val="0"/>
              </a:spcAft>
              <a:buSzPts val="800"/>
              <a:buFont typeface="Arvo"/>
              <a:buNone/>
              <a:defRPr sz="800">
                <a:latin typeface="Arvo"/>
                <a:ea typeface="Arvo"/>
                <a:cs typeface="Arvo"/>
                <a:sym typeface="Arvo"/>
              </a:defRPr>
            </a:lvl9pPr>
          </a:lstStyle>
          <a:p/>
        </p:txBody>
      </p:sp>
      <p:sp>
        <p:nvSpPr>
          <p:cNvPr id="6122" name="Google Shape;6122;p100"/>
          <p:cNvSpPr txBox="1"/>
          <p:nvPr>
            <p:ph idx="5" type="subTitle"/>
          </p:nvPr>
        </p:nvSpPr>
        <p:spPr>
          <a:xfrm>
            <a:off x="422525" y="5266845"/>
            <a:ext cx="1556100" cy="949800"/>
          </a:xfrm>
          <a:prstGeom prst="rect">
            <a:avLst/>
          </a:prstGeom>
          <a:noFill/>
          <a:ln>
            <a:noFill/>
          </a:ln>
        </p:spPr>
        <p:txBody>
          <a:bodyPr anchorCtr="0" anchor="ctr" bIns="72000" lIns="72000" spcFirstLastPara="1" rIns="72000" wrap="square" tIns="72000">
            <a:noAutofit/>
          </a:bodyPr>
          <a:lstStyle>
            <a:lvl1pPr lvl="0">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spcBef>
                <a:spcPts val="0"/>
              </a:spcBef>
              <a:spcAft>
                <a:spcPts val="0"/>
              </a:spcAft>
              <a:buSzPts val="800"/>
              <a:buFont typeface="Arvo"/>
              <a:buNone/>
              <a:defRPr sz="800">
                <a:latin typeface="Arvo"/>
                <a:ea typeface="Arvo"/>
                <a:cs typeface="Arvo"/>
                <a:sym typeface="Arvo"/>
              </a:defRPr>
            </a:lvl2pPr>
            <a:lvl3pPr lvl="2">
              <a:spcBef>
                <a:spcPts val="0"/>
              </a:spcBef>
              <a:spcAft>
                <a:spcPts val="0"/>
              </a:spcAft>
              <a:buSzPts val="800"/>
              <a:buFont typeface="Arvo"/>
              <a:buNone/>
              <a:defRPr sz="800">
                <a:latin typeface="Arvo"/>
                <a:ea typeface="Arvo"/>
                <a:cs typeface="Arvo"/>
                <a:sym typeface="Arvo"/>
              </a:defRPr>
            </a:lvl3pPr>
            <a:lvl4pPr lvl="3">
              <a:spcBef>
                <a:spcPts val="0"/>
              </a:spcBef>
              <a:spcAft>
                <a:spcPts val="0"/>
              </a:spcAft>
              <a:buSzPts val="800"/>
              <a:buFont typeface="Arvo"/>
              <a:buNone/>
              <a:defRPr sz="800">
                <a:latin typeface="Arvo"/>
                <a:ea typeface="Arvo"/>
                <a:cs typeface="Arvo"/>
                <a:sym typeface="Arvo"/>
              </a:defRPr>
            </a:lvl4pPr>
            <a:lvl5pPr lvl="4">
              <a:spcBef>
                <a:spcPts val="0"/>
              </a:spcBef>
              <a:spcAft>
                <a:spcPts val="0"/>
              </a:spcAft>
              <a:buSzPts val="800"/>
              <a:buFont typeface="Arvo"/>
              <a:buNone/>
              <a:defRPr sz="800">
                <a:latin typeface="Arvo"/>
                <a:ea typeface="Arvo"/>
                <a:cs typeface="Arvo"/>
                <a:sym typeface="Arvo"/>
              </a:defRPr>
            </a:lvl5pPr>
            <a:lvl6pPr lvl="5">
              <a:spcBef>
                <a:spcPts val="0"/>
              </a:spcBef>
              <a:spcAft>
                <a:spcPts val="0"/>
              </a:spcAft>
              <a:buSzPts val="800"/>
              <a:buFont typeface="Arvo"/>
              <a:buNone/>
              <a:defRPr sz="800">
                <a:latin typeface="Arvo"/>
                <a:ea typeface="Arvo"/>
                <a:cs typeface="Arvo"/>
                <a:sym typeface="Arvo"/>
              </a:defRPr>
            </a:lvl6pPr>
            <a:lvl7pPr lvl="6">
              <a:spcBef>
                <a:spcPts val="0"/>
              </a:spcBef>
              <a:spcAft>
                <a:spcPts val="0"/>
              </a:spcAft>
              <a:buSzPts val="800"/>
              <a:buFont typeface="Arvo"/>
              <a:buNone/>
              <a:defRPr sz="800">
                <a:latin typeface="Arvo"/>
                <a:ea typeface="Arvo"/>
                <a:cs typeface="Arvo"/>
                <a:sym typeface="Arvo"/>
              </a:defRPr>
            </a:lvl7pPr>
            <a:lvl8pPr lvl="7">
              <a:spcBef>
                <a:spcPts val="0"/>
              </a:spcBef>
              <a:spcAft>
                <a:spcPts val="0"/>
              </a:spcAft>
              <a:buSzPts val="800"/>
              <a:buFont typeface="Arvo"/>
              <a:buNone/>
              <a:defRPr sz="800">
                <a:latin typeface="Arvo"/>
                <a:ea typeface="Arvo"/>
                <a:cs typeface="Arvo"/>
                <a:sym typeface="Arvo"/>
              </a:defRPr>
            </a:lvl8pPr>
            <a:lvl9pPr lvl="8">
              <a:spcBef>
                <a:spcPts val="0"/>
              </a:spcBef>
              <a:spcAft>
                <a:spcPts val="0"/>
              </a:spcAft>
              <a:buSzPts val="800"/>
              <a:buFont typeface="Arvo"/>
              <a:buNone/>
              <a:defRPr sz="800">
                <a:latin typeface="Arvo"/>
                <a:ea typeface="Arvo"/>
                <a:cs typeface="Arvo"/>
                <a:sym typeface="Arvo"/>
              </a:defRPr>
            </a:lvl9pPr>
          </a:lstStyle>
          <a:p/>
        </p:txBody>
      </p:sp>
      <p:sp>
        <p:nvSpPr>
          <p:cNvPr id="6123" name="Google Shape;6123;p100"/>
          <p:cNvSpPr txBox="1"/>
          <p:nvPr>
            <p:ph idx="6" type="subTitle"/>
          </p:nvPr>
        </p:nvSpPr>
        <p:spPr>
          <a:xfrm>
            <a:off x="2282415" y="5266845"/>
            <a:ext cx="1556100" cy="949800"/>
          </a:xfrm>
          <a:prstGeom prst="rect">
            <a:avLst/>
          </a:prstGeom>
          <a:noFill/>
          <a:ln>
            <a:noFill/>
          </a:ln>
        </p:spPr>
        <p:txBody>
          <a:bodyPr anchorCtr="0" anchor="ctr" bIns="72000" lIns="72000" spcFirstLastPara="1" rIns="72000" wrap="square" tIns="72000">
            <a:noAutofit/>
          </a:bodyPr>
          <a:lstStyle>
            <a:lvl1pPr lvl="0">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spcBef>
                <a:spcPts val="0"/>
              </a:spcBef>
              <a:spcAft>
                <a:spcPts val="0"/>
              </a:spcAft>
              <a:buSzPts val="800"/>
              <a:buFont typeface="Arvo"/>
              <a:buNone/>
              <a:defRPr sz="800">
                <a:latin typeface="Arvo"/>
                <a:ea typeface="Arvo"/>
                <a:cs typeface="Arvo"/>
                <a:sym typeface="Arvo"/>
              </a:defRPr>
            </a:lvl2pPr>
            <a:lvl3pPr lvl="2">
              <a:spcBef>
                <a:spcPts val="0"/>
              </a:spcBef>
              <a:spcAft>
                <a:spcPts val="0"/>
              </a:spcAft>
              <a:buSzPts val="800"/>
              <a:buFont typeface="Arvo"/>
              <a:buNone/>
              <a:defRPr sz="800">
                <a:latin typeface="Arvo"/>
                <a:ea typeface="Arvo"/>
                <a:cs typeface="Arvo"/>
                <a:sym typeface="Arvo"/>
              </a:defRPr>
            </a:lvl3pPr>
            <a:lvl4pPr lvl="3">
              <a:spcBef>
                <a:spcPts val="0"/>
              </a:spcBef>
              <a:spcAft>
                <a:spcPts val="0"/>
              </a:spcAft>
              <a:buSzPts val="800"/>
              <a:buFont typeface="Arvo"/>
              <a:buNone/>
              <a:defRPr sz="800">
                <a:latin typeface="Arvo"/>
                <a:ea typeface="Arvo"/>
                <a:cs typeface="Arvo"/>
                <a:sym typeface="Arvo"/>
              </a:defRPr>
            </a:lvl4pPr>
            <a:lvl5pPr lvl="4">
              <a:spcBef>
                <a:spcPts val="0"/>
              </a:spcBef>
              <a:spcAft>
                <a:spcPts val="0"/>
              </a:spcAft>
              <a:buSzPts val="800"/>
              <a:buFont typeface="Arvo"/>
              <a:buNone/>
              <a:defRPr sz="800">
                <a:latin typeface="Arvo"/>
                <a:ea typeface="Arvo"/>
                <a:cs typeface="Arvo"/>
                <a:sym typeface="Arvo"/>
              </a:defRPr>
            </a:lvl5pPr>
            <a:lvl6pPr lvl="5">
              <a:spcBef>
                <a:spcPts val="0"/>
              </a:spcBef>
              <a:spcAft>
                <a:spcPts val="0"/>
              </a:spcAft>
              <a:buSzPts val="800"/>
              <a:buFont typeface="Arvo"/>
              <a:buNone/>
              <a:defRPr sz="800">
                <a:latin typeface="Arvo"/>
                <a:ea typeface="Arvo"/>
                <a:cs typeface="Arvo"/>
                <a:sym typeface="Arvo"/>
              </a:defRPr>
            </a:lvl6pPr>
            <a:lvl7pPr lvl="6">
              <a:spcBef>
                <a:spcPts val="0"/>
              </a:spcBef>
              <a:spcAft>
                <a:spcPts val="0"/>
              </a:spcAft>
              <a:buSzPts val="800"/>
              <a:buFont typeface="Arvo"/>
              <a:buNone/>
              <a:defRPr sz="800">
                <a:latin typeface="Arvo"/>
                <a:ea typeface="Arvo"/>
                <a:cs typeface="Arvo"/>
                <a:sym typeface="Arvo"/>
              </a:defRPr>
            </a:lvl7pPr>
            <a:lvl8pPr lvl="7">
              <a:spcBef>
                <a:spcPts val="0"/>
              </a:spcBef>
              <a:spcAft>
                <a:spcPts val="0"/>
              </a:spcAft>
              <a:buSzPts val="800"/>
              <a:buFont typeface="Arvo"/>
              <a:buNone/>
              <a:defRPr sz="800">
                <a:latin typeface="Arvo"/>
                <a:ea typeface="Arvo"/>
                <a:cs typeface="Arvo"/>
                <a:sym typeface="Arvo"/>
              </a:defRPr>
            </a:lvl8pPr>
            <a:lvl9pPr lvl="8">
              <a:spcBef>
                <a:spcPts val="0"/>
              </a:spcBef>
              <a:spcAft>
                <a:spcPts val="0"/>
              </a:spcAft>
              <a:buSzPts val="800"/>
              <a:buFont typeface="Arvo"/>
              <a:buNone/>
              <a:defRPr sz="800">
                <a:latin typeface="Arvo"/>
                <a:ea typeface="Arvo"/>
                <a:cs typeface="Arvo"/>
                <a:sym typeface="Arvo"/>
              </a:defRPr>
            </a:lvl9pPr>
          </a:lstStyle>
          <a:p/>
        </p:txBody>
      </p:sp>
      <p:sp>
        <p:nvSpPr>
          <p:cNvPr id="6124" name="Google Shape;6124;p100"/>
          <p:cNvSpPr txBox="1"/>
          <p:nvPr>
            <p:ph idx="7" type="subTitle"/>
          </p:nvPr>
        </p:nvSpPr>
        <p:spPr>
          <a:xfrm>
            <a:off x="4138559" y="5266845"/>
            <a:ext cx="1556100" cy="949800"/>
          </a:xfrm>
          <a:prstGeom prst="rect">
            <a:avLst/>
          </a:prstGeom>
          <a:noFill/>
          <a:ln>
            <a:noFill/>
          </a:ln>
        </p:spPr>
        <p:txBody>
          <a:bodyPr anchorCtr="0" anchor="ctr" bIns="72000" lIns="72000" spcFirstLastPara="1" rIns="72000" wrap="square" tIns="72000">
            <a:noAutofit/>
          </a:bodyPr>
          <a:lstStyle>
            <a:lvl1pPr lvl="0">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spcBef>
                <a:spcPts val="0"/>
              </a:spcBef>
              <a:spcAft>
                <a:spcPts val="0"/>
              </a:spcAft>
              <a:buSzPts val="800"/>
              <a:buFont typeface="Arvo"/>
              <a:buNone/>
              <a:defRPr sz="800">
                <a:latin typeface="Arvo"/>
                <a:ea typeface="Arvo"/>
                <a:cs typeface="Arvo"/>
                <a:sym typeface="Arvo"/>
              </a:defRPr>
            </a:lvl2pPr>
            <a:lvl3pPr lvl="2">
              <a:spcBef>
                <a:spcPts val="0"/>
              </a:spcBef>
              <a:spcAft>
                <a:spcPts val="0"/>
              </a:spcAft>
              <a:buSzPts val="800"/>
              <a:buFont typeface="Arvo"/>
              <a:buNone/>
              <a:defRPr sz="800">
                <a:latin typeface="Arvo"/>
                <a:ea typeface="Arvo"/>
                <a:cs typeface="Arvo"/>
                <a:sym typeface="Arvo"/>
              </a:defRPr>
            </a:lvl3pPr>
            <a:lvl4pPr lvl="3">
              <a:spcBef>
                <a:spcPts val="0"/>
              </a:spcBef>
              <a:spcAft>
                <a:spcPts val="0"/>
              </a:spcAft>
              <a:buSzPts val="800"/>
              <a:buFont typeface="Arvo"/>
              <a:buNone/>
              <a:defRPr sz="800">
                <a:latin typeface="Arvo"/>
                <a:ea typeface="Arvo"/>
                <a:cs typeface="Arvo"/>
                <a:sym typeface="Arvo"/>
              </a:defRPr>
            </a:lvl4pPr>
            <a:lvl5pPr lvl="4">
              <a:spcBef>
                <a:spcPts val="0"/>
              </a:spcBef>
              <a:spcAft>
                <a:spcPts val="0"/>
              </a:spcAft>
              <a:buSzPts val="800"/>
              <a:buFont typeface="Arvo"/>
              <a:buNone/>
              <a:defRPr sz="800">
                <a:latin typeface="Arvo"/>
                <a:ea typeface="Arvo"/>
                <a:cs typeface="Arvo"/>
                <a:sym typeface="Arvo"/>
              </a:defRPr>
            </a:lvl5pPr>
            <a:lvl6pPr lvl="5">
              <a:spcBef>
                <a:spcPts val="0"/>
              </a:spcBef>
              <a:spcAft>
                <a:spcPts val="0"/>
              </a:spcAft>
              <a:buSzPts val="800"/>
              <a:buFont typeface="Arvo"/>
              <a:buNone/>
              <a:defRPr sz="800">
                <a:latin typeface="Arvo"/>
                <a:ea typeface="Arvo"/>
                <a:cs typeface="Arvo"/>
                <a:sym typeface="Arvo"/>
              </a:defRPr>
            </a:lvl6pPr>
            <a:lvl7pPr lvl="6">
              <a:spcBef>
                <a:spcPts val="0"/>
              </a:spcBef>
              <a:spcAft>
                <a:spcPts val="0"/>
              </a:spcAft>
              <a:buSzPts val="800"/>
              <a:buFont typeface="Arvo"/>
              <a:buNone/>
              <a:defRPr sz="800">
                <a:latin typeface="Arvo"/>
                <a:ea typeface="Arvo"/>
                <a:cs typeface="Arvo"/>
                <a:sym typeface="Arvo"/>
              </a:defRPr>
            </a:lvl7pPr>
            <a:lvl8pPr lvl="7">
              <a:spcBef>
                <a:spcPts val="0"/>
              </a:spcBef>
              <a:spcAft>
                <a:spcPts val="0"/>
              </a:spcAft>
              <a:buSzPts val="800"/>
              <a:buFont typeface="Arvo"/>
              <a:buNone/>
              <a:defRPr sz="800">
                <a:latin typeface="Arvo"/>
                <a:ea typeface="Arvo"/>
                <a:cs typeface="Arvo"/>
                <a:sym typeface="Arvo"/>
              </a:defRPr>
            </a:lvl8pPr>
            <a:lvl9pPr lvl="8">
              <a:spcBef>
                <a:spcPts val="0"/>
              </a:spcBef>
              <a:spcAft>
                <a:spcPts val="0"/>
              </a:spcAft>
              <a:buSzPts val="800"/>
              <a:buFont typeface="Arvo"/>
              <a:buNone/>
              <a:defRPr sz="800">
                <a:latin typeface="Arvo"/>
                <a:ea typeface="Arvo"/>
                <a:cs typeface="Arvo"/>
                <a:sym typeface="Arvo"/>
              </a:defRPr>
            </a:lvl9pPr>
          </a:lstStyle>
          <a:p/>
        </p:txBody>
      </p:sp>
      <p:sp>
        <p:nvSpPr>
          <p:cNvPr id="6125" name="Google Shape;6125;p100"/>
          <p:cNvSpPr txBox="1"/>
          <p:nvPr>
            <p:ph idx="8" type="subTitle"/>
          </p:nvPr>
        </p:nvSpPr>
        <p:spPr>
          <a:xfrm>
            <a:off x="5998449" y="5266845"/>
            <a:ext cx="1556100" cy="949800"/>
          </a:xfrm>
          <a:prstGeom prst="rect">
            <a:avLst/>
          </a:prstGeom>
          <a:noFill/>
          <a:ln>
            <a:noFill/>
          </a:ln>
        </p:spPr>
        <p:txBody>
          <a:bodyPr anchorCtr="0" anchor="ctr" bIns="72000" lIns="72000" spcFirstLastPara="1" rIns="72000" wrap="square" tIns="72000">
            <a:noAutofit/>
          </a:bodyPr>
          <a:lstStyle>
            <a:lvl1pPr lvl="0">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spcBef>
                <a:spcPts val="0"/>
              </a:spcBef>
              <a:spcAft>
                <a:spcPts val="0"/>
              </a:spcAft>
              <a:buSzPts val="800"/>
              <a:buFont typeface="Arvo"/>
              <a:buNone/>
              <a:defRPr sz="800">
                <a:latin typeface="Arvo"/>
                <a:ea typeface="Arvo"/>
                <a:cs typeface="Arvo"/>
                <a:sym typeface="Arvo"/>
              </a:defRPr>
            </a:lvl2pPr>
            <a:lvl3pPr lvl="2">
              <a:spcBef>
                <a:spcPts val="0"/>
              </a:spcBef>
              <a:spcAft>
                <a:spcPts val="0"/>
              </a:spcAft>
              <a:buSzPts val="800"/>
              <a:buFont typeface="Arvo"/>
              <a:buNone/>
              <a:defRPr sz="800">
                <a:latin typeface="Arvo"/>
                <a:ea typeface="Arvo"/>
                <a:cs typeface="Arvo"/>
                <a:sym typeface="Arvo"/>
              </a:defRPr>
            </a:lvl3pPr>
            <a:lvl4pPr lvl="3">
              <a:spcBef>
                <a:spcPts val="0"/>
              </a:spcBef>
              <a:spcAft>
                <a:spcPts val="0"/>
              </a:spcAft>
              <a:buSzPts val="800"/>
              <a:buFont typeface="Arvo"/>
              <a:buNone/>
              <a:defRPr sz="800">
                <a:latin typeface="Arvo"/>
                <a:ea typeface="Arvo"/>
                <a:cs typeface="Arvo"/>
                <a:sym typeface="Arvo"/>
              </a:defRPr>
            </a:lvl4pPr>
            <a:lvl5pPr lvl="4">
              <a:spcBef>
                <a:spcPts val="0"/>
              </a:spcBef>
              <a:spcAft>
                <a:spcPts val="0"/>
              </a:spcAft>
              <a:buSzPts val="800"/>
              <a:buFont typeface="Arvo"/>
              <a:buNone/>
              <a:defRPr sz="800">
                <a:latin typeface="Arvo"/>
                <a:ea typeface="Arvo"/>
                <a:cs typeface="Arvo"/>
                <a:sym typeface="Arvo"/>
              </a:defRPr>
            </a:lvl5pPr>
            <a:lvl6pPr lvl="5">
              <a:spcBef>
                <a:spcPts val="0"/>
              </a:spcBef>
              <a:spcAft>
                <a:spcPts val="0"/>
              </a:spcAft>
              <a:buSzPts val="800"/>
              <a:buFont typeface="Arvo"/>
              <a:buNone/>
              <a:defRPr sz="800">
                <a:latin typeface="Arvo"/>
                <a:ea typeface="Arvo"/>
                <a:cs typeface="Arvo"/>
                <a:sym typeface="Arvo"/>
              </a:defRPr>
            </a:lvl6pPr>
            <a:lvl7pPr lvl="6">
              <a:spcBef>
                <a:spcPts val="0"/>
              </a:spcBef>
              <a:spcAft>
                <a:spcPts val="0"/>
              </a:spcAft>
              <a:buSzPts val="800"/>
              <a:buFont typeface="Arvo"/>
              <a:buNone/>
              <a:defRPr sz="800">
                <a:latin typeface="Arvo"/>
                <a:ea typeface="Arvo"/>
                <a:cs typeface="Arvo"/>
                <a:sym typeface="Arvo"/>
              </a:defRPr>
            </a:lvl7pPr>
            <a:lvl8pPr lvl="7">
              <a:spcBef>
                <a:spcPts val="0"/>
              </a:spcBef>
              <a:spcAft>
                <a:spcPts val="0"/>
              </a:spcAft>
              <a:buSzPts val="800"/>
              <a:buFont typeface="Arvo"/>
              <a:buNone/>
              <a:defRPr sz="800">
                <a:latin typeface="Arvo"/>
                <a:ea typeface="Arvo"/>
                <a:cs typeface="Arvo"/>
                <a:sym typeface="Arvo"/>
              </a:defRPr>
            </a:lvl8pPr>
            <a:lvl9pPr lvl="8">
              <a:spcBef>
                <a:spcPts val="0"/>
              </a:spcBef>
              <a:spcAft>
                <a:spcPts val="0"/>
              </a:spcAft>
              <a:buSzPts val="800"/>
              <a:buFont typeface="Arvo"/>
              <a:buNone/>
              <a:defRPr sz="800">
                <a:latin typeface="Arvo"/>
                <a:ea typeface="Arvo"/>
                <a:cs typeface="Arvo"/>
                <a:sym typeface="Arvo"/>
              </a:defRPr>
            </a:lvl9pPr>
          </a:lstStyle>
          <a:p/>
        </p:txBody>
      </p:sp>
      <p:sp>
        <p:nvSpPr>
          <p:cNvPr id="6126" name="Google Shape;6126;p100"/>
          <p:cNvSpPr txBox="1"/>
          <p:nvPr>
            <p:ph idx="9" type="subTitle"/>
          </p:nvPr>
        </p:nvSpPr>
        <p:spPr>
          <a:xfrm>
            <a:off x="8253950" y="2929759"/>
            <a:ext cx="1403700" cy="1696200"/>
          </a:xfrm>
          <a:prstGeom prst="rect">
            <a:avLst/>
          </a:prstGeom>
          <a:noFill/>
          <a:ln>
            <a:noFill/>
          </a:ln>
        </p:spPr>
        <p:txBody>
          <a:bodyPr anchorCtr="0" anchor="ctr" bIns="72000" lIns="72000" spcFirstLastPara="1" rIns="72000" wrap="square" tIns="72000">
            <a:noAutofit/>
          </a:bodyPr>
          <a:lstStyle>
            <a:lvl1pPr lvl="0">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spcBef>
                <a:spcPts val="0"/>
              </a:spcBef>
              <a:spcAft>
                <a:spcPts val="0"/>
              </a:spcAft>
              <a:buSzPts val="800"/>
              <a:buFont typeface="Arvo"/>
              <a:buNone/>
              <a:defRPr sz="800">
                <a:latin typeface="Arvo"/>
                <a:ea typeface="Arvo"/>
                <a:cs typeface="Arvo"/>
                <a:sym typeface="Arvo"/>
              </a:defRPr>
            </a:lvl2pPr>
            <a:lvl3pPr lvl="2">
              <a:spcBef>
                <a:spcPts val="0"/>
              </a:spcBef>
              <a:spcAft>
                <a:spcPts val="0"/>
              </a:spcAft>
              <a:buSzPts val="800"/>
              <a:buFont typeface="Arvo"/>
              <a:buNone/>
              <a:defRPr sz="800">
                <a:latin typeface="Arvo"/>
                <a:ea typeface="Arvo"/>
                <a:cs typeface="Arvo"/>
                <a:sym typeface="Arvo"/>
              </a:defRPr>
            </a:lvl3pPr>
            <a:lvl4pPr lvl="3">
              <a:spcBef>
                <a:spcPts val="0"/>
              </a:spcBef>
              <a:spcAft>
                <a:spcPts val="0"/>
              </a:spcAft>
              <a:buSzPts val="800"/>
              <a:buFont typeface="Arvo"/>
              <a:buNone/>
              <a:defRPr sz="800">
                <a:latin typeface="Arvo"/>
                <a:ea typeface="Arvo"/>
                <a:cs typeface="Arvo"/>
                <a:sym typeface="Arvo"/>
              </a:defRPr>
            </a:lvl4pPr>
            <a:lvl5pPr lvl="4">
              <a:spcBef>
                <a:spcPts val="0"/>
              </a:spcBef>
              <a:spcAft>
                <a:spcPts val="0"/>
              </a:spcAft>
              <a:buSzPts val="800"/>
              <a:buFont typeface="Arvo"/>
              <a:buNone/>
              <a:defRPr sz="800">
                <a:latin typeface="Arvo"/>
                <a:ea typeface="Arvo"/>
                <a:cs typeface="Arvo"/>
                <a:sym typeface="Arvo"/>
              </a:defRPr>
            </a:lvl5pPr>
            <a:lvl6pPr lvl="5">
              <a:spcBef>
                <a:spcPts val="0"/>
              </a:spcBef>
              <a:spcAft>
                <a:spcPts val="0"/>
              </a:spcAft>
              <a:buSzPts val="800"/>
              <a:buFont typeface="Arvo"/>
              <a:buNone/>
              <a:defRPr sz="800">
                <a:latin typeface="Arvo"/>
                <a:ea typeface="Arvo"/>
                <a:cs typeface="Arvo"/>
                <a:sym typeface="Arvo"/>
              </a:defRPr>
            </a:lvl6pPr>
            <a:lvl7pPr lvl="6">
              <a:spcBef>
                <a:spcPts val="0"/>
              </a:spcBef>
              <a:spcAft>
                <a:spcPts val="0"/>
              </a:spcAft>
              <a:buSzPts val="800"/>
              <a:buFont typeface="Arvo"/>
              <a:buNone/>
              <a:defRPr sz="800">
                <a:latin typeface="Arvo"/>
                <a:ea typeface="Arvo"/>
                <a:cs typeface="Arvo"/>
                <a:sym typeface="Arvo"/>
              </a:defRPr>
            </a:lvl7pPr>
            <a:lvl8pPr lvl="7">
              <a:spcBef>
                <a:spcPts val="0"/>
              </a:spcBef>
              <a:spcAft>
                <a:spcPts val="0"/>
              </a:spcAft>
              <a:buSzPts val="800"/>
              <a:buFont typeface="Arvo"/>
              <a:buNone/>
              <a:defRPr sz="800">
                <a:latin typeface="Arvo"/>
                <a:ea typeface="Arvo"/>
                <a:cs typeface="Arvo"/>
                <a:sym typeface="Arvo"/>
              </a:defRPr>
            </a:lvl8pPr>
            <a:lvl9pPr lvl="8">
              <a:spcBef>
                <a:spcPts val="0"/>
              </a:spcBef>
              <a:spcAft>
                <a:spcPts val="0"/>
              </a:spcAft>
              <a:buSzPts val="800"/>
              <a:buFont typeface="Arvo"/>
              <a:buNone/>
              <a:defRPr sz="800">
                <a:latin typeface="Arvo"/>
                <a:ea typeface="Arvo"/>
                <a:cs typeface="Arvo"/>
                <a:sym typeface="Arvo"/>
              </a:defRPr>
            </a:lvl9pPr>
          </a:lstStyle>
          <a:p/>
        </p:txBody>
      </p:sp>
      <p:sp>
        <p:nvSpPr>
          <p:cNvPr id="6127" name="Google Shape;6127;p100"/>
          <p:cNvSpPr txBox="1"/>
          <p:nvPr/>
        </p:nvSpPr>
        <p:spPr>
          <a:xfrm>
            <a:off x="2524025" y="387675"/>
            <a:ext cx="15012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Unid. Organizacional:</a:t>
            </a:r>
            <a:endParaRPr b="1" sz="1100"/>
          </a:p>
        </p:txBody>
      </p:sp>
      <p:sp>
        <p:nvSpPr>
          <p:cNvPr id="6128" name="Google Shape;6128;p100"/>
          <p:cNvSpPr txBox="1"/>
          <p:nvPr/>
        </p:nvSpPr>
        <p:spPr>
          <a:xfrm>
            <a:off x="2524020" y="579550"/>
            <a:ext cx="6846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Alcance:</a:t>
            </a:r>
            <a:endParaRPr b="1" sz="1100"/>
          </a:p>
        </p:txBody>
      </p:sp>
      <p:sp>
        <p:nvSpPr>
          <p:cNvPr id="6129" name="Google Shape;6129;p100"/>
          <p:cNvSpPr txBox="1"/>
          <p:nvPr>
            <p:ph type="title"/>
          </p:nvPr>
        </p:nvSpPr>
        <p:spPr>
          <a:xfrm flipH="1">
            <a:off x="4025374" y="387675"/>
            <a:ext cx="5863200" cy="1692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000"/>
              <a:buNone/>
              <a:defRPr sz="1000">
                <a:solidFill>
                  <a:srgbClr val="000000"/>
                </a:solidFill>
              </a:defRPr>
            </a:lvl1pPr>
            <a:lvl2pPr lvl="1">
              <a:spcBef>
                <a:spcPts val="0"/>
              </a:spcBef>
              <a:spcAft>
                <a:spcPts val="0"/>
              </a:spcAft>
              <a:buClr>
                <a:srgbClr val="000000"/>
              </a:buClr>
              <a:buSzPts val="1000"/>
              <a:buNone/>
              <a:defRPr sz="1000">
                <a:solidFill>
                  <a:srgbClr val="000000"/>
                </a:solidFill>
              </a:defRPr>
            </a:lvl2pPr>
            <a:lvl3pPr lvl="2">
              <a:spcBef>
                <a:spcPts val="0"/>
              </a:spcBef>
              <a:spcAft>
                <a:spcPts val="0"/>
              </a:spcAft>
              <a:buClr>
                <a:srgbClr val="000000"/>
              </a:buClr>
              <a:buSzPts val="1000"/>
              <a:buNone/>
              <a:defRPr sz="1000">
                <a:solidFill>
                  <a:srgbClr val="000000"/>
                </a:solidFill>
              </a:defRPr>
            </a:lvl3pPr>
            <a:lvl4pPr lvl="3">
              <a:spcBef>
                <a:spcPts val="0"/>
              </a:spcBef>
              <a:spcAft>
                <a:spcPts val="0"/>
              </a:spcAft>
              <a:buClr>
                <a:srgbClr val="000000"/>
              </a:buClr>
              <a:buSzPts val="1000"/>
              <a:buNone/>
              <a:defRPr sz="1000">
                <a:solidFill>
                  <a:srgbClr val="000000"/>
                </a:solidFill>
              </a:defRPr>
            </a:lvl4pPr>
            <a:lvl5pPr lvl="4">
              <a:spcBef>
                <a:spcPts val="0"/>
              </a:spcBef>
              <a:spcAft>
                <a:spcPts val="0"/>
              </a:spcAft>
              <a:buClr>
                <a:srgbClr val="000000"/>
              </a:buClr>
              <a:buSzPts val="1000"/>
              <a:buNone/>
              <a:defRPr sz="1000">
                <a:solidFill>
                  <a:srgbClr val="000000"/>
                </a:solidFill>
              </a:defRPr>
            </a:lvl5pPr>
            <a:lvl6pPr lvl="5">
              <a:spcBef>
                <a:spcPts val="0"/>
              </a:spcBef>
              <a:spcAft>
                <a:spcPts val="0"/>
              </a:spcAft>
              <a:buClr>
                <a:srgbClr val="000000"/>
              </a:buClr>
              <a:buSzPts val="1000"/>
              <a:buNone/>
              <a:defRPr sz="1000">
                <a:solidFill>
                  <a:srgbClr val="000000"/>
                </a:solidFill>
              </a:defRPr>
            </a:lvl6pPr>
            <a:lvl7pPr lvl="6">
              <a:spcBef>
                <a:spcPts val="0"/>
              </a:spcBef>
              <a:spcAft>
                <a:spcPts val="0"/>
              </a:spcAft>
              <a:buClr>
                <a:srgbClr val="000000"/>
              </a:buClr>
              <a:buSzPts val="1000"/>
              <a:buNone/>
              <a:defRPr sz="1000">
                <a:solidFill>
                  <a:srgbClr val="000000"/>
                </a:solidFill>
              </a:defRPr>
            </a:lvl7pPr>
            <a:lvl8pPr lvl="7">
              <a:spcBef>
                <a:spcPts val="0"/>
              </a:spcBef>
              <a:spcAft>
                <a:spcPts val="0"/>
              </a:spcAft>
              <a:buClr>
                <a:srgbClr val="000000"/>
              </a:buClr>
              <a:buSzPts val="1000"/>
              <a:buNone/>
              <a:defRPr sz="1000">
                <a:solidFill>
                  <a:srgbClr val="000000"/>
                </a:solidFill>
              </a:defRPr>
            </a:lvl8pPr>
            <a:lvl9pPr lvl="8">
              <a:spcBef>
                <a:spcPts val="0"/>
              </a:spcBef>
              <a:spcAft>
                <a:spcPts val="0"/>
              </a:spcAft>
              <a:buClr>
                <a:srgbClr val="000000"/>
              </a:buClr>
              <a:buSzPts val="1000"/>
              <a:buNone/>
              <a:defRPr sz="1000">
                <a:solidFill>
                  <a:srgbClr val="000000"/>
                </a:solidFill>
              </a:defRPr>
            </a:lvl9pPr>
          </a:lstStyle>
          <a:p/>
        </p:txBody>
      </p:sp>
      <p:sp>
        <p:nvSpPr>
          <p:cNvPr id="6130" name="Google Shape;6130;p100"/>
          <p:cNvSpPr txBox="1"/>
          <p:nvPr>
            <p:ph idx="13" type="title"/>
          </p:nvPr>
        </p:nvSpPr>
        <p:spPr>
          <a:xfrm flipH="1">
            <a:off x="3208773" y="579550"/>
            <a:ext cx="6679800" cy="1692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000"/>
              <a:buNone/>
              <a:defRPr sz="1000">
                <a:solidFill>
                  <a:srgbClr val="000000"/>
                </a:solidFill>
              </a:defRPr>
            </a:lvl1pPr>
            <a:lvl2pPr lvl="1">
              <a:spcBef>
                <a:spcPts val="0"/>
              </a:spcBef>
              <a:spcAft>
                <a:spcPts val="0"/>
              </a:spcAft>
              <a:buClr>
                <a:srgbClr val="000000"/>
              </a:buClr>
              <a:buSzPts val="1000"/>
              <a:buNone/>
              <a:defRPr sz="1000">
                <a:solidFill>
                  <a:srgbClr val="000000"/>
                </a:solidFill>
              </a:defRPr>
            </a:lvl2pPr>
            <a:lvl3pPr lvl="2">
              <a:spcBef>
                <a:spcPts val="0"/>
              </a:spcBef>
              <a:spcAft>
                <a:spcPts val="0"/>
              </a:spcAft>
              <a:buClr>
                <a:srgbClr val="000000"/>
              </a:buClr>
              <a:buSzPts val="1000"/>
              <a:buNone/>
              <a:defRPr sz="1000">
                <a:solidFill>
                  <a:srgbClr val="000000"/>
                </a:solidFill>
              </a:defRPr>
            </a:lvl3pPr>
            <a:lvl4pPr lvl="3">
              <a:spcBef>
                <a:spcPts val="0"/>
              </a:spcBef>
              <a:spcAft>
                <a:spcPts val="0"/>
              </a:spcAft>
              <a:buClr>
                <a:srgbClr val="000000"/>
              </a:buClr>
              <a:buSzPts val="1000"/>
              <a:buNone/>
              <a:defRPr sz="1000">
                <a:solidFill>
                  <a:srgbClr val="000000"/>
                </a:solidFill>
              </a:defRPr>
            </a:lvl4pPr>
            <a:lvl5pPr lvl="4">
              <a:spcBef>
                <a:spcPts val="0"/>
              </a:spcBef>
              <a:spcAft>
                <a:spcPts val="0"/>
              </a:spcAft>
              <a:buClr>
                <a:srgbClr val="000000"/>
              </a:buClr>
              <a:buSzPts val="1000"/>
              <a:buNone/>
              <a:defRPr sz="1000">
                <a:solidFill>
                  <a:srgbClr val="000000"/>
                </a:solidFill>
              </a:defRPr>
            </a:lvl5pPr>
            <a:lvl6pPr lvl="5">
              <a:spcBef>
                <a:spcPts val="0"/>
              </a:spcBef>
              <a:spcAft>
                <a:spcPts val="0"/>
              </a:spcAft>
              <a:buClr>
                <a:srgbClr val="000000"/>
              </a:buClr>
              <a:buSzPts val="1000"/>
              <a:buNone/>
              <a:defRPr sz="1000">
                <a:solidFill>
                  <a:srgbClr val="000000"/>
                </a:solidFill>
              </a:defRPr>
            </a:lvl6pPr>
            <a:lvl7pPr lvl="6">
              <a:spcBef>
                <a:spcPts val="0"/>
              </a:spcBef>
              <a:spcAft>
                <a:spcPts val="0"/>
              </a:spcAft>
              <a:buClr>
                <a:srgbClr val="000000"/>
              </a:buClr>
              <a:buSzPts val="1000"/>
              <a:buNone/>
              <a:defRPr sz="1000">
                <a:solidFill>
                  <a:srgbClr val="000000"/>
                </a:solidFill>
              </a:defRPr>
            </a:lvl7pPr>
            <a:lvl8pPr lvl="7">
              <a:spcBef>
                <a:spcPts val="0"/>
              </a:spcBef>
              <a:spcAft>
                <a:spcPts val="0"/>
              </a:spcAft>
              <a:buClr>
                <a:srgbClr val="000000"/>
              </a:buClr>
              <a:buSzPts val="1000"/>
              <a:buNone/>
              <a:defRPr sz="1000">
                <a:solidFill>
                  <a:srgbClr val="000000"/>
                </a:solidFill>
              </a:defRPr>
            </a:lvl8pPr>
            <a:lvl9pPr lvl="8">
              <a:spcBef>
                <a:spcPts val="0"/>
              </a:spcBef>
              <a:spcAft>
                <a:spcPts val="0"/>
              </a:spcAft>
              <a:buClr>
                <a:srgbClr val="000000"/>
              </a:buClr>
              <a:buSzPts val="1000"/>
              <a:buNone/>
              <a:defRPr sz="1000">
                <a:solidFill>
                  <a:srgbClr val="000000"/>
                </a:solidFill>
              </a:defRPr>
            </a:lvl9pPr>
          </a:lstStyle>
          <a:p/>
        </p:txBody>
      </p:sp>
      <p:sp>
        <p:nvSpPr>
          <p:cNvPr id="6131" name="Google Shape;6131;p100"/>
          <p:cNvSpPr txBox="1"/>
          <p:nvPr>
            <p:ph idx="14" type="body"/>
          </p:nvPr>
        </p:nvSpPr>
        <p:spPr>
          <a:xfrm>
            <a:off x="641150" y="612125"/>
            <a:ext cx="1770300" cy="160500"/>
          </a:xfrm>
          <a:prstGeom prst="rect">
            <a:avLst/>
          </a:prstGeom>
          <a:noFill/>
          <a:ln>
            <a:noFill/>
          </a:ln>
        </p:spPr>
        <p:txBody>
          <a:bodyPr anchorCtr="0" anchor="t" bIns="0" lIns="0" spcFirstLastPara="1" rIns="0" wrap="square" tIns="0">
            <a:noAutofit/>
          </a:bodyPr>
          <a:lstStyle>
            <a:lvl1pPr indent="-292100" lvl="0" marL="457200" algn="ctr">
              <a:spcBef>
                <a:spcPts val="0"/>
              </a:spcBef>
              <a:spcAft>
                <a:spcPts val="0"/>
              </a:spcAft>
              <a:buClr>
                <a:srgbClr val="FFFFFF"/>
              </a:buClr>
              <a:buSzPts val="1000"/>
              <a:buChar char="●"/>
              <a:defRPr sz="1000">
                <a:solidFill>
                  <a:srgbClr val="FFFFFF"/>
                </a:solidFill>
              </a:defRPr>
            </a:lvl1pPr>
            <a:lvl2pPr indent="-292100" lvl="1" marL="914400" algn="ctr">
              <a:spcBef>
                <a:spcPts val="0"/>
              </a:spcBef>
              <a:spcAft>
                <a:spcPts val="0"/>
              </a:spcAft>
              <a:buClr>
                <a:srgbClr val="FFFFFF"/>
              </a:buClr>
              <a:buSzPts val="1000"/>
              <a:buChar char="○"/>
              <a:defRPr sz="1000">
                <a:solidFill>
                  <a:srgbClr val="FFFFFF"/>
                </a:solidFill>
              </a:defRPr>
            </a:lvl2pPr>
            <a:lvl3pPr indent="-292100" lvl="2" marL="1371600" algn="ctr">
              <a:spcBef>
                <a:spcPts val="0"/>
              </a:spcBef>
              <a:spcAft>
                <a:spcPts val="0"/>
              </a:spcAft>
              <a:buClr>
                <a:srgbClr val="FFFFFF"/>
              </a:buClr>
              <a:buSzPts val="1000"/>
              <a:buChar char="■"/>
              <a:defRPr sz="1000">
                <a:solidFill>
                  <a:srgbClr val="FFFFFF"/>
                </a:solidFill>
              </a:defRPr>
            </a:lvl3pPr>
            <a:lvl4pPr indent="-292100" lvl="3" marL="1828800" algn="ctr">
              <a:spcBef>
                <a:spcPts val="0"/>
              </a:spcBef>
              <a:spcAft>
                <a:spcPts val="0"/>
              </a:spcAft>
              <a:buClr>
                <a:srgbClr val="FFFFFF"/>
              </a:buClr>
              <a:buSzPts val="1000"/>
              <a:buChar char="●"/>
              <a:defRPr sz="1000">
                <a:solidFill>
                  <a:srgbClr val="FFFFFF"/>
                </a:solidFill>
              </a:defRPr>
            </a:lvl4pPr>
            <a:lvl5pPr indent="-292100" lvl="4" marL="2286000" algn="ctr">
              <a:spcBef>
                <a:spcPts val="0"/>
              </a:spcBef>
              <a:spcAft>
                <a:spcPts val="0"/>
              </a:spcAft>
              <a:buClr>
                <a:srgbClr val="FFFFFF"/>
              </a:buClr>
              <a:buSzPts val="1000"/>
              <a:buChar char="○"/>
              <a:defRPr sz="1000">
                <a:solidFill>
                  <a:srgbClr val="FFFFFF"/>
                </a:solidFill>
              </a:defRPr>
            </a:lvl5pPr>
            <a:lvl6pPr indent="-292100" lvl="5" marL="2743200" algn="ctr">
              <a:spcBef>
                <a:spcPts val="0"/>
              </a:spcBef>
              <a:spcAft>
                <a:spcPts val="0"/>
              </a:spcAft>
              <a:buClr>
                <a:srgbClr val="FFFFFF"/>
              </a:buClr>
              <a:buSzPts val="1000"/>
              <a:buChar char="■"/>
              <a:defRPr sz="1000">
                <a:solidFill>
                  <a:srgbClr val="FFFFFF"/>
                </a:solidFill>
              </a:defRPr>
            </a:lvl6pPr>
            <a:lvl7pPr indent="-292100" lvl="6" marL="3200400" algn="ctr">
              <a:spcBef>
                <a:spcPts val="0"/>
              </a:spcBef>
              <a:spcAft>
                <a:spcPts val="0"/>
              </a:spcAft>
              <a:buClr>
                <a:srgbClr val="FFFFFF"/>
              </a:buClr>
              <a:buSzPts val="1000"/>
              <a:buChar char="●"/>
              <a:defRPr sz="1000">
                <a:solidFill>
                  <a:srgbClr val="FFFFFF"/>
                </a:solidFill>
              </a:defRPr>
            </a:lvl7pPr>
            <a:lvl8pPr indent="-292100" lvl="7" marL="3657600" algn="ctr">
              <a:spcBef>
                <a:spcPts val="0"/>
              </a:spcBef>
              <a:spcAft>
                <a:spcPts val="0"/>
              </a:spcAft>
              <a:buClr>
                <a:srgbClr val="FFFFFF"/>
              </a:buClr>
              <a:buSzPts val="1000"/>
              <a:buChar char="○"/>
              <a:defRPr sz="1000">
                <a:solidFill>
                  <a:srgbClr val="FFFFFF"/>
                </a:solidFill>
              </a:defRPr>
            </a:lvl8pPr>
            <a:lvl9pPr indent="-292100" lvl="8" marL="4114800" algn="ctr">
              <a:spcBef>
                <a:spcPts val="0"/>
              </a:spcBef>
              <a:spcAft>
                <a:spcPts val="0"/>
              </a:spcAft>
              <a:buClr>
                <a:srgbClr val="FFFFFF"/>
              </a:buClr>
              <a:buSzPts val="1000"/>
              <a:buChar char="■"/>
              <a:defRPr sz="1000">
                <a:solidFill>
                  <a:srgbClr val="FFFFFF"/>
                </a:solidFill>
              </a:defRPr>
            </a:lvl9pPr>
          </a:lstStyle>
          <a:p/>
        </p:txBody>
      </p:sp>
      <p:sp>
        <p:nvSpPr>
          <p:cNvPr id="6132" name="Google Shape;6132;p100"/>
          <p:cNvSpPr txBox="1"/>
          <p:nvPr/>
        </p:nvSpPr>
        <p:spPr>
          <a:xfrm>
            <a:off x="84825" y="598125"/>
            <a:ext cx="595500" cy="205800"/>
          </a:xfrm>
          <a:prstGeom prst="rect">
            <a:avLst/>
          </a:prstGeom>
          <a:noFill/>
          <a:ln>
            <a:noFill/>
          </a:ln>
        </p:spPr>
        <p:txBody>
          <a:bodyPr anchorCtr="0" anchor="t" bIns="18000" lIns="18000" spcFirstLastPara="1" rIns="18000" wrap="square" tIns="18000">
            <a:spAutoFit/>
          </a:bodyPr>
          <a:lstStyle/>
          <a:p>
            <a:pPr indent="0" lvl="0" marL="0" rtl="0" algn="l">
              <a:spcBef>
                <a:spcPts val="0"/>
              </a:spcBef>
              <a:spcAft>
                <a:spcPts val="0"/>
              </a:spcAft>
              <a:buNone/>
            </a:pPr>
            <a:r>
              <a:rPr lang="es-419" sz="1100">
                <a:solidFill>
                  <a:srgbClr val="FFFFFF"/>
                </a:solidFill>
              </a:rPr>
              <a:t>Nombre:</a:t>
            </a:r>
            <a:endParaRPr sz="1100">
              <a:solidFill>
                <a:srgbClr val="FFFFFF"/>
              </a:solidFill>
            </a:endParaRPr>
          </a:p>
        </p:txBody>
      </p:sp>
    </p:spTree>
  </p:cSld>
  <p:clrMapOvr>
    <a:masterClrMapping/>
  </p:clrMapOvr>
</p:sldLayout>
</file>

<file path=ppt/slideLayouts/slideLayout9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6 Diagrama de Pareto">
  <p:cSld name="TITLE_3_6_1_1_1_1_1_1_1_1_1_1_1">
    <p:spTree>
      <p:nvGrpSpPr>
        <p:cNvPr id="6133" name="Shape 6133"/>
        <p:cNvGrpSpPr/>
        <p:nvPr/>
      </p:nvGrpSpPr>
      <p:grpSpPr>
        <a:xfrm>
          <a:off x="0" y="0"/>
          <a:ext cx="0" cy="0"/>
          <a:chOff x="0" y="0"/>
          <a:chExt cx="0" cy="0"/>
        </a:xfrm>
      </p:grpSpPr>
      <p:sp>
        <p:nvSpPr>
          <p:cNvPr id="6134" name="Google Shape;6134;p101"/>
          <p:cNvSpPr/>
          <p:nvPr/>
        </p:nvSpPr>
        <p:spPr>
          <a:xfrm>
            <a:off x="97888" y="377012"/>
            <a:ext cx="9893400" cy="296700"/>
          </a:xfrm>
          <a:prstGeom prst="roundRect">
            <a:avLst>
              <a:gd fmla="val 22902" name="adj"/>
            </a:avLst>
          </a:prstGeom>
          <a:solidFill>
            <a:srgbClr val="F3F3F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6135" name="Google Shape;6135;p101"/>
          <p:cNvSpPr/>
          <p:nvPr/>
        </p:nvSpPr>
        <p:spPr>
          <a:xfrm>
            <a:off x="77688" y="358938"/>
            <a:ext cx="9935700" cy="6438000"/>
          </a:xfrm>
          <a:prstGeom prst="roundRect">
            <a:avLst>
              <a:gd fmla="val 2618" name="adj"/>
            </a:avLst>
          </a:prstGeom>
          <a:solidFill>
            <a:srgbClr val="FFFFFF"/>
          </a:solidFill>
          <a:ln cap="flat" cmpd="sng" w="38100">
            <a:solidFill>
              <a:srgbClr val="000000"/>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136" name="Google Shape;6136;p101"/>
          <p:cNvCxnSpPr/>
          <p:nvPr/>
        </p:nvCxnSpPr>
        <p:spPr>
          <a:xfrm>
            <a:off x="77688" y="772614"/>
            <a:ext cx="9935700" cy="0"/>
          </a:xfrm>
          <a:prstGeom prst="straightConnector1">
            <a:avLst/>
          </a:prstGeom>
          <a:noFill/>
          <a:ln cap="flat" cmpd="sng" w="19050">
            <a:solidFill>
              <a:srgbClr val="000000"/>
            </a:solidFill>
            <a:prstDash val="solid"/>
            <a:round/>
            <a:headEnd len="med" w="med" type="none"/>
            <a:tailEnd len="med" w="med" type="none"/>
          </a:ln>
        </p:spPr>
      </p:cxnSp>
      <p:cxnSp>
        <p:nvCxnSpPr>
          <p:cNvPr id="6137" name="Google Shape;6137;p101"/>
          <p:cNvCxnSpPr/>
          <p:nvPr/>
        </p:nvCxnSpPr>
        <p:spPr>
          <a:xfrm rot="10800000">
            <a:off x="2439038" y="368188"/>
            <a:ext cx="0" cy="402300"/>
          </a:xfrm>
          <a:prstGeom prst="straightConnector1">
            <a:avLst/>
          </a:prstGeom>
          <a:noFill/>
          <a:ln cap="flat" cmpd="sng" w="19050">
            <a:solidFill>
              <a:srgbClr val="000000"/>
            </a:solidFill>
            <a:prstDash val="solid"/>
            <a:round/>
            <a:headEnd len="med" w="med" type="none"/>
            <a:tailEnd len="med" w="med" type="none"/>
          </a:ln>
        </p:spPr>
      </p:cxnSp>
      <p:sp>
        <p:nvSpPr>
          <p:cNvPr id="6138" name="Google Shape;6138;p101"/>
          <p:cNvSpPr/>
          <p:nvPr/>
        </p:nvSpPr>
        <p:spPr>
          <a:xfrm>
            <a:off x="77688" y="349338"/>
            <a:ext cx="2361300" cy="421200"/>
          </a:xfrm>
          <a:prstGeom prst="roundRect">
            <a:avLst>
              <a:gd fmla="val 50000" name="adj"/>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s-419" sz="1200">
                <a:solidFill>
                  <a:srgbClr val="FFFFFF"/>
                </a:solidFill>
              </a:rPr>
              <a:t>Diagrama de Pareto</a:t>
            </a:r>
            <a:endParaRPr b="1" sz="1200">
              <a:solidFill>
                <a:srgbClr val="FFFFFF"/>
              </a:solidFill>
            </a:endParaRPr>
          </a:p>
          <a:p>
            <a:pPr indent="0" lvl="0" marL="0" rtl="0" algn="ctr">
              <a:spcBef>
                <a:spcPts val="0"/>
              </a:spcBef>
              <a:spcAft>
                <a:spcPts val="0"/>
              </a:spcAft>
              <a:buNone/>
            </a:pPr>
            <a:r>
              <a:t/>
            </a:r>
            <a:endParaRPr b="1" sz="1200">
              <a:solidFill>
                <a:srgbClr val="FFFFFF"/>
              </a:solidFill>
            </a:endParaRPr>
          </a:p>
        </p:txBody>
      </p:sp>
      <p:sp>
        <p:nvSpPr>
          <p:cNvPr id="6139" name="Google Shape;6139;p101"/>
          <p:cNvSpPr/>
          <p:nvPr/>
        </p:nvSpPr>
        <p:spPr>
          <a:xfrm>
            <a:off x="83988" y="595504"/>
            <a:ext cx="190200" cy="1692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0" name="Google Shape;6140;p101"/>
          <p:cNvSpPr/>
          <p:nvPr/>
        </p:nvSpPr>
        <p:spPr>
          <a:xfrm>
            <a:off x="2292338" y="358938"/>
            <a:ext cx="146700" cy="4023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1" name="Google Shape;6141;p101"/>
          <p:cNvSpPr txBox="1"/>
          <p:nvPr/>
        </p:nvSpPr>
        <p:spPr>
          <a:xfrm>
            <a:off x="2524025" y="387675"/>
            <a:ext cx="15012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Unid. Organizacional:</a:t>
            </a:r>
            <a:endParaRPr b="1" sz="1100"/>
          </a:p>
        </p:txBody>
      </p:sp>
      <p:sp>
        <p:nvSpPr>
          <p:cNvPr id="6142" name="Google Shape;6142;p101"/>
          <p:cNvSpPr txBox="1"/>
          <p:nvPr/>
        </p:nvSpPr>
        <p:spPr>
          <a:xfrm>
            <a:off x="2524020" y="579550"/>
            <a:ext cx="6846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Alcance:</a:t>
            </a:r>
            <a:endParaRPr b="1" sz="1100"/>
          </a:p>
        </p:txBody>
      </p:sp>
      <p:sp>
        <p:nvSpPr>
          <p:cNvPr id="6143" name="Google Shape;6143;p101"/>
          <p:cNvSpPr txBox="1"/>
          <p:nvPr>
            <p:ph type="title"/>
          </p:nvPr>
        </p:nvSpPr>
        <p:spPr>
          <a:xfrm flipH="1">
            <a:off x="4025374" y="387675"/>
            <a:ext cx="5863200" cy="1692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000"/>
              <a:buNone/>
              <a:defRPr sz="1000">
                <a:solidFill>
                  <a:srgbClr val="000000"/>
                </a:solidFill>
              </a:defRPr>
            </a:lvl1pPr>
            <a:lvl2pPr lvl="1">
              <a:spcBef>
                <a:spcPts val="0"/>
              </a:spcBef>
              <a:spcAft>
                <a:spcPts val="0"/>
              </a:spcAft>
              <a:buClr>
                <a:srgbClr val="000000"/>
              </a:buClr>
              <a:buSzPts val="1000"/>
              <a:buNone/>
              <a:defRPr sz="1000">
                <a:solidFill>
                  <a:srgbClr val="000000"/>
                </a:solidFill>
              </a:defRPr>
            </a:lvl2pPr>
            <a:lvl3pPr lvl="2">
              <a:spcBef>
                <a:spcPts val="0"/>
              </a:spcBef>
              <a:spcAft>
                <a:spcPts val="0"/>
              </a:spcAft>
              <a:buClr>
                <a:srgbClr val="000000"/>
              </a:buClr>
              <a:buSzPts val="1000"/>
              <a:buNone/>
              <a:defRPr sz="1000">
                <a:solidFill>
                  <a:srgbClr val="000000"/>
                </a:solidFill>
              </a:defRPr>
            </a:lvl3pPr>
            <a:lvl4pPr lvl="3">
              <a:spcBef>
                <a:spcPts val="0"/>
              </a:spcBef>
              <a:spcAft>
                <a:spcPts val="0"/>
              </a:spcAft>
              <a:buClr>
                <a:srgbClr val="000000"/>
              </a:buClr>
              <a:buSzPts val="1000"/>
              <a:buNone/>
              <a:defRPr sz="1000">
                <a:solidFill>
                  <a:srgbClr val="000000"/>
                </a:solidFill>
              </a:defRPr>
            </a:lvl4pPr>
            <a:lvl5pPr lvl="4">
              <a:spcBef>
                <a:spcPts val="0"/>
              </a:spcBef>
              <a:spcAft>
                <a:spcPts val="0"/>
              </a:spcAft>
              <a:buClr>
                <a:srgbClr val="000000"/>
              </a:buClr>
              <a:buSzPts val="1000"/>
              <a:buNone/>
              <a:defRPr sz="1000">
                <a:solidFill>
                  <a:srgbClr val="000000"/>
                </a:solidFill>
              </a:defRPr>
            </a:lvl5pPr>
            <a:lvl6pPr lvl="5">
              <a:spcBef>
                <a:spcPts val="0"/>
              </a:spcBef>
              <a:spcAft>
                <a:spcPts val="0"/>
              </a:spcAft>
              <a:buClr>
                <a:srgbClr val="000000"/>
              </a:buClr>
              <a:buSzPts val="1000"/>
              <a:buNone/>
              <a:defRPr sz="1000">
                <a:solidFill>
                  <a:srgbClr val="000000"/>
                </a:solidFill>
              </a:defRPr>
            </a:lvl6pPr>
            <a:lvl7pPr lvl="6">
              <a:spcBef>
                <a:spcPts val="0"/>
              </a:spcBef>
              <a:spcAft>
                <a:spcPts val="0"/>
              </a:spcAft>
              <a:buClr>
                <a:srgbClr val="000000"/>
              </a:buClr>
              <a:buSzPts val="1000"/>
              <a:buNone/>
              <a:defRPr sz="1000">
                <a:solidFill>
                  <a:srgbClr val="000000"/>
                </a:solidFill>
              </a:defRPr>
            </a:lvl7pPr>
            <a:lvl8pPr lvl="7">
              <a:spcBef>
                <a:spcPts val="0"/>
              </a:spcBef>
              <a:spcAft>
                <a:spcPts val="0"/>
              </a:spcAft>
              <a:buClr>
                <a:srgbClr val="000000"/>
              </a:buClr>
              <a:buSzPts val="1000"/>
              <a:buNone/>
              <a:defRPr sz="1000">
                <a:solidFill>
                  <a:srgbClr val="000000"/>
                </a:solidFill>
              </a:defRPr>
            </a:lvl8pPr>
            <a:lvl9pPr lvl="8">
              <a:spcBef>
                <a:spcPts val="0"/>
              </a:spcBef>
              <a:spcAft>
                <a:spcPts val="0"/>
              </a:spcAft>
              <a:buClr>
                <a:srgbClr val="000000"/>
              </a:buClr>
              <a:buSzPts val="1000"/>
              <a:buNone/>
              <a:defRPr sz="1000">
                <a:solidFill>
                  <a:srgbClr val="000000"/>
                </a:solidFill>
              </a:defRPr>
            </a:lvl9pPr>
          </a:lstStyle>
          <a:p/>
        </p:txBody>
      </p:sp>
      <p:sp>
        <p:nvSpPr>
          <p:cNvPr id="6144" name="Google Shape;6144;p101"/>
          <p:cNvSpPr txBox="1"/>
          <p:nvPr>
            <p:ph idx="2" type="title"/>
          </p:nvPr>
        </p:nvSpPr>
        <p:spPr>
          <a:xfrm flipH="1">
            <a:off x="3208773" y="579550"/>
            <a:ext cx="6679800" cy="1692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000"/>
              <a:buNone/>
              <a:defRPr sz="1000">
                <a:solidFill>
                  <a:srgbClr val="000000"/>
                </a:solidFill>
              </a:defRPr>
            </a:lvl1pPr>
            <a:lvl2pPr lvl="1">
              <a:spcBef>
                <a:spcPts val="0"/>
              </a:spcBef>
              <a:spcAft>
                <a:spcPts val="0"/>
              </a:spcAft>
              <a:buClr>
                <a:srgbClr val="000000"/>
              </a:buClr>
              <a:buSzPts val="1000"/>
              <a:buNone/>
              <a:defRPr sz="1000">
                <a:solidFill>
                  <a:srgbClr val="000000"/>
                </a:solidFill>
              </a:defRPr>
            </a:lvl2pPr>
            <a:lvl3pPr lvl="2">
              <a:spcBef>
                <a:spcPts val="0"/>
              </a:spcBef>
              <a:spcAft>
                <a:spcPts val="0"/>
              </a:spcAft>
              <a:buClr>
                <a:srgbClr val="000000"/>
              </a:buClr>
              <a:buSzPts val="1000"/>
              <a:buNone/>
              <a:defRPr sz="1000">
                <a:solidFill>
                  <a:srgbClr val="000000"/>
                </a:solidFill>
              </a:defRPr>
            </a:lvl3pPr>
            <a:lvl4pPr lvl="3">
              <a:spcBef>
                <a:spcPts val="0"/>
              </a:spcBef>
              <a:spcAft>
                <a:spcPts val="0"/>
              </a:spcAft>
              <a:buClr>
                <a:srgbClr val="000000"/>
              </a:buClr>
              <a:buSzPts val="1000"/>
              <a:buNone/>
              <a:defRPr sz="1000">
                <a:solidFill>
                  <a:srgbClr val="000000"/>
                </a:solidFill>
              </a:defRPr>
            </a:lvl4pPr>
            <a:lvl5pPr lvl="4">
              <a:spcBef>
                <a:spcPts val="0"/>
              </a:spcBef>
              <a:spcAft>
                <a:spcPts val="0"/>
              </a:spcAft>
              <a:buClr>
                <a:srgbClr val="000000"/>
              </a:buClr>
              <a:buSzPts val="1000"/>
              <a:buNone/>
              <a:defRPr sz="1000">
                <a:solidFill>
                  <a:srgbClr val="000000"/>
                </a:solidFill>
              </a:defRPr>
            </a:lvl5pPr>
            <a:lvl6pPr lvl="5">
              <a:spcBef>
                <a:spcPts val="0"/>
              </a:spcBef>
              <a:spcAft>
                <a:spcPts val="0"/>
              </a:spcAft>
              <a:buClr>
                <a:srgbClr val="000000"/>
              </a:buClr>
              <a:buSzPts val="1000"/>
              <a:buNone/>
              <a:defRPr sz="1000">
                <a:solidFill>
                  <a:srgbClr val="000000"/>
                </a:solidFill>
              </a:defRPr>
            </a:lvl6pPr>
            <a:lvl7pPr lvl="6">
              <a:spcBef>
                <a:spcPts val="0"/>
              </a:spcBef>
              <a:spcAft>
                <a:spcPts val="0"/>
              </a:spcAft>
              <a:buClr>
                <a:srgbClr val="000000"/>
              </a:buClr>
              <a:buSzPts val="1000"/>
              <a:buNone/>
              <a:defRPr sz="1000">
                <a:solidFill>
                  <a:srgbClr val="000000"/>
                </a:solidFill>
              </a:defRPr>
            </a:lvl7pPr>
            <a:lvl8pPr lvl="7">
              <a:spcBef>
                <a:spcPts val="0"/>
              </a:spcBef>
              <a:spcAft>
                <a:spcPts val="0"/>
              </a:spcAft>
              <a:buClr>
                <a:srgbClr val="000000"/>
              </a:buClr>
              <a:buSzPts val="1000"/>
              <a:buNone/>
              <a:defRPr sz="1000">
                <a:solidFill>
                  <a:srgbClr val="000000"/>
                </a:solidFill>
              </a:defRPr>
            </a:lvl8pPr>
            <a:lvl9pPr lvl="8">
              <a:spcBef>
                <a:spcPts val="0"/>
              </a:spcBef>
              <a:spcAft>
                <a:spcPts val="0"/>
              </a:spcAft>
              <a:buClr>
                <a:srgbClr val="000000"/>
              </a:buClr>
              <a:buSzPts val="1000"/>
              <a:buNone/>
              <a:defRPr sz="1000">
                <a:solidFill>
                  <a:srgbClr val="000000"/>
                </a:solidFill>
              </a:defRPr>
            </a:lvl9pPr>
          </a:lstStyle>
          <a:p/>
        </p:txBody>
      </p:sp>
      <p:sp>
        <p:nvSpPr>
          <p:cNvPr id="6145" name="Google Shape;6145;p101"/>
          <p:cNvSpPr txBox="1"/>
          <p:nvPr>
            <p:ph idx="1" type="body"/>
          </p:nvPr>
        </p:nvSpPr>
        <p:spPr>
          <a:xfrm>
            <a:off x="641150" y="612125"/>
            <a:ext cx="1770300" cy="160500"/>
          </a:xfrm>
          <a:prstGeom prst="rect">
            <a:avLst/>
          </a:prstGeom>
          <a:noFill/>
          <a:ln>
            <a:noFill/>
          </a:ln>
        </p:spPr>
        <p:txBody>
          <a:bodyPr anchorCtr="0" anchor="t" bIns="0" lIns="0" spcFirstLastPara="1" rIns="0" wrap="square" tIns="0">
            <a:noAutofit/>
          </a:bodyPr>
          <a:lstStyle>
            <a:lvl1pPr indent="-292100" lvl="0" marL="457200" algn="ctr">
              <a:spcBef>
                <a:spcPts val="0"/>
              </a:spcBef>
              <a:spcAft>
                <a:spcPts val="0"/>
              </a:spcAft>
              <a:buClr>
                <a:srgbClr val="FFFFFF"/>
              </a:buClr>
              <a:buSzPts val="1000"/>
              <a:buChar char="●"/>
              <a:defRPr sz="1000">
                <a:solidFill>
                  <a:srgbClr val="FFFFFF"/>
                </a:solidFill>
              </a:defRPr>
            </a:lvl1pPr>
            <a:lvl2pPr indent="-292100" lvl="1" marL="914400" algn="ctr">
              <a:spcBef>
                <a:spcPts val="0"/>
              </a:spcBef>
              <a:spcAft>
                <a:spcPts val="0"/>
              </a:spcAft>
              <a:buClr>
                <a:srgbClr val="FFFFFF"/>
              </a:buClr>
              <a:buSzPts val="1000"/>
              <a:buChar char="○"/>
              <a:defRPr sz="1000">
                <a:solidFill>
                  <a:srgbClr val="FFFFFF"/>
                </a:solidFill>
              </a:defRPr>
            </a:lvl2pPr>
            <a:lvl3pPr indent="-292100" lvl="2" marL="1371600" algn="ctr">
              <a:spcBef>
                <a:spcPts val="0"/>
              </a:spcBef>
              <a:spcAft>
                <a:spcPts val="0"/>
              </a:spcAft>
              <a:buClr>
                <a:srgbClr val="FFFFFF"/>
              </a:buClr>
              <a:buSzPts val="1000"/>
              <a:buChar char="■"/>
              <a:defRPr sz="1000">
                <a:solidFill>
                  <a:srgbClr val="FFFFFF"/>
                </a:solidFill>
              </a:defRPr>
            </a:lvl3pPr>
            <a:lvl4pPr indent="-292100" lvl="3" marL="1828800" algn="ctr">
              <a:spcBef>
                <a:spcPts val="0"/>
              </a:spcBef>
              <a:spcAft>
                <a:spcPts val="0"/>
              </a:spcAft>
              <a:buClr>
                <a:srgbClr val="FFFFFF"/>
              </a:buClr>
              <a:buSzPts val="1000"/>
              <a:buChar char="●"/>
              <a:defRPr sz="1000">
                <a:solidFill>
                  <a:srgbClr val="FFFFFF"/>
                </a:solidFill>
              </a:defRPr>
            </a:lvl4pPr>
            <a:lvl5pPr indent="-292100" lvl="4" marL="2286000" algn="ctr">
              <a:spcBef>
                <a:spcPts val="0"/>
              </a:spcBef>
              <a:spcAft>
                <a:spcPts val="0"/>
              </a:spcAft>
              <a:buClr>
                <a:srgbClr val="FFFFFF"/>
              </a:buClr>
              <a:buSzPts val="1000"/>
              <a:buChar char="○"/>
              <a:defRPr sz="1000">
                <a:solidFill>
                  <a:srgbClr val="FFFFFF"/>
                </a:solidFill>
              </a:defRPr>
            </a:lvl5pPr>
            <a:lvl6pPr indent="-292100" lvl="5" marL="2743200" algn="ctr">
              <a:spcBef>
                <a:spcPts val="0"/>
              </a:spcBef>
              <a:spcAft>
                <a:spcPts val="0"/>
              </a:spcAft>
              <a:buClr>
                <a:srgbClr val="FFFFFF"/>
              </a:buClr>
              <a:buSzPts val="1000"/>
              <a:buChar char="■"/>
              <a:defRPr sz="1000">
                <a:solidFill>
                  <a:srgbClr val="FFFFFF"/>
                </a:solidFill>
              </a:defRPr>
            </a:lvl6pPr>
            <a:lvl7pPr indent="-292100" lvl="6" marL="3200400" algn="ctr">
              <a:spcBef>
                <a:spcPts val="0"/>
              </a:spcBef>
              <a:spcAft>
                <a:spcPts val="0"/>
              </a:spcAft>
              <a:buClr>
                <a:srgbClr val="FFFFFF"/>
              </a:buClr>
              <a:buSzPts val="1000"/>
              <a:buChar char="●"/>
              <a:defRPr sz="1000">
                <a:solidFill>
                  <a:srgbClr val="FFFFFF"/>
                </a:solidFill>
              </a:defRPr>
            </a:lvl7pPr>
            <a:lvl8pPr indent="-292100" lvl="7" marL="3657600" algn="ctr">
              <a:spcBef>
                <a:spcPts val="0"/>
              </a:spcBef>
              <a:spcAft>
                <a:spcPts val="0"/>
              </a:spcAft>
              <a:buClr>
                <a:srgbClr val="FFFFFF"/>
              </a:buClr>
              <a:buSzPts val="1000"/>
              <a:buChar char="○"/>
              <a:defRPr sz="1000">
                <a:solidFill>
                  <a:srgbClr val="FFFFFF"/>
                </a:solidFill>
              </a:defRPr>
            </a:lvl8pPr>
            <a:lvl9pPr indent="-292100" lvl="8" marL="4114800" algn="ctr">
              <a:spcBef>
                <a:spcPts val="0"/>
              </a:spcBef>
              <a:spcAft>
                <a:spcPts val="0"/>
              </a:spcAft>
              <a:buClr>
                <a:srgbClr val="FFFFFF"/>
              </a:buClr>
              <a:buSzPts val="1000"/>
              <a:buChar char="■"/>
              <a:defRPr sz="1000">
                <a:solidFill>
                  <a:srgbClr val="FFFFFF"/>
                </a:solidFill>
              </a:defRPr>
            </a:lvl9pPr>
          </a:lstStyle>
          <a:p/>
        </p:txBody>
      </p:sp>
      <p:sp>
        <p:nvSpPr>
          <p:cNvPr id="6146" name="Google Shape;6146;p101"/>
          <p:cNvSpPr txBox="1"/>
          <p:nvPr/>
        </p:nvSpPr>
        <p:spPr>
          <a:xfrm>
            <a:off x="84825" y="598125"/>
            <a:ext cx="595500" cy="205800"/>
          </a:xfrm>
          <a:prstGeom prst="rect">
            <a:avLst/>
          </a:prstGeom>
          <a:noFill/>
          <a:ln>
            <a:noFill/>
          </a:ln>
        </p:spPr>
        <p:txBody>
          <a:bodyPr anchorCtr="0" anchor="t" bIns="18000" lIns="18000" spcFirstLastPara="1" rIns="18000" wrap="square" tIns="18000">
            <a:spAutoFit/>
          </a:bodyPr>
          <a:lstStyle/>
          <a:p>
            <a:pPr indent="0" lvl="0" marL="0" rtl="0" algn="l">
              <a:spcBef>
                <a:spcPts val="0"/>
              </a:spcBef>
              <a:spcAft>
                <a:spcPts val="0"/>
              </a:spcAft>
              <a:buNone/>
            </a:pPr>
            <a:r>
              <a:rPr lang="es-419" sz="1100">
                <a:solidFill>
                  <a:srgbClr val="FFFFFF"/>
                </a:solidFill>
              </a:rPr>
              <a:t>Nombre:</a:t>
            </a:r>
            <a:endParaRPr sz="1100">
              <a:solidFill>
                <a:srgbClr val="FFFFFF"/>
              </a:solidFill>
            </a:endParaRPr>
          </a:p>
        </p:txBody>
      </p:sp>
    </p:spTree>
  </p:cSld>
  <p:clrMapOvr>
    <a:masterClrMapping/>
  </p:clrMapOvr>
</p:sldLayout>
</file>

<file path=ppt/slideLayouts/slideLayout9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2. Formulario en Papel">
  <p:cSld name="TITLE_3_6_1_1_1_1_1_1_1_1_1_1_1_1">
    <p:spTree>
      <p:nvGrpSpPr>
        <p:cNvPr id="6147" name="Shape 6147"/>
        <p:cNvGrpSpPr/>
        <p:nvPr/>
      </p:nvGrpSpPr>
      <p:grpSpPr>
        <a:xfrm>
          <a:off x="0" y="0"/>
          <a:ext cx="0" cy="0"/>
          <a:chOff x="0" y="0"/>
          <a:chExt cx="0" cy="0"/>
        </a:xfrm>
      </p:grpSpPr>
      <p:sp>
        <p:nvSpPr>
          <p:cNvPr id="6148" name="Google Shape;6148;p102"/>
          <p:cNvSpPr/>
          <p:nvPr/>
        </p:nvSpPr>
        <p:spPr>
          <a:xfrm>
            <a:off x="97888" y="377012"/>
            <a:ext cx="9893400" cy="296700"/>
          </a:xfrm>
          <a:prstGeom prst="roundRect">
            <a:avLst>
              <a:gd fmla="val 22902" name="adj"/>
            </a:avLst>
          </a:prstGeom>
          <a:solidFill>
            <a:srgbClr val="F3F3F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6149" name="Google Shape;6149;p102"/>
          <p:cNvSpPr/>
          <p:nvPr/>
        </p:nvSpPr>
        <p:spPr>
          <a:xfrm>
            <a:off x="77688" y="358938"/>
            <a:ext cx="9935700" cy="6438000"/>
          </a:xfrm>
          <a:prstGeom prst="roundRect">
            <a:avLst>
              <a:gd fmla="val 2618" name="adj"/>
            </a:avLst>
          </a:prstGeom>
          <a:solidFill>
            <a:srgbClr val="FFFFFF"/>
          </a:solidFill>
          <a:ln cap="flat" cmpd="sng" w="38100">
            <a:solidFill>
              <a:srgbClr val="000000"/>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150" name="Google Shape;6150;p102"/>
          <p:cNvCxnSpPr/>
          <p:nvPr/>
        </p:nvCxnSpPr>
        <p:spPr>
          <a:xfrm>
            <a:off x="77688" y="772614"/>
            <a:ext cx="9935700" cy="0"/>
          </a:xfrm>
          <a:prstGeom prst="straightConnector1">
            <a:avLst/>
          </a:prstGeom>
          <a:noFill/>
          <a:ln cap="flat" cmpd="sng" w="19050">
            <a:solidFill>
              <a:srgbClr val="000000"/>
            </a:solidFill>
            <a:prstDash val="solid"/>
            <a:round/>
            <a:headEnd len="med" w="med" type="none"/>
            <a:tailEnd len="med" w="med" type="none"/>
          </a:ln>
        </p:spPr>
      </p:cxnSp>
      <p:cxnSp>
        <p:nvCxnSpPr>
          <p:cNvPr id="6151" name="Google Shape;6151;p102"/>
          <p:cNvCxnSpPr/>
          <p:nvPr/>
        </p:nvCxnSpPr>
        <p:spPr>
          <a:xfrm rot="10800000">
            <a:off x="2439038" y="368188"/>
            <a:ext cx="0" cy="402300"/>
          </a:xfrm>
          <a:prstGeom prst="straightConnector1">
            <a:avLst/>
          </a:prstGeom>
          <a:noFill/>
          <a:ln cap="flat" cmpd="sng" w="19050">
            <a:solidFill>
              <a:srgbClr val="000000"/>
            </a:solidFill>
            <a:prstDash val="solid"/>
            <a:round/>
            <a:headEnd len="med" w="med" type="none"/>
            <a:tailEnd len="med" w="med" type="none"/>
          </a:ln>
        </p:spPr>
      </p:cxnSp>
      <p:sp>
        <p:nvSpPr>
          <p:cNvPr id="6152" name="Google Shape;6152;p102"/>
          <p:cNvSpPr txBox="1"/>
          <p:nvPr>
            <p:ph type="title"/>
          </p:nvPr>
        </p:nvSpPr>
        <p:spPr>
          <a:xfrm flipH="1">
            <a:off x="4817550" y="437575"/>
            <a:ext cx="5055600" cy="2658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200"/>
              <a:buNone/>
              <a:defRPr sz="1200">
                <a:solidFill>
                  <a:srgbClr val="000000"/>
                </a:solidFill>
              </a:defRPr>
            </a:lvl1pPr>
            <a:lvl2pPr lvl="1">
              <a:spcBef>
                <a:spcPts val="0"/>
              </a:spcBef>
              <a:spcAft>
                <a:spcPts val="0"/>
              </a:spcAft>
              <a:buClr>
                <a:srgbClr val="000000"/>
              </a:buClr>
              <a:buSzPts val="1100"/>
              <a:buNone/>
              <a:defRPr sz="1100">
                <a:solidFill>
                  <a:srgbClr val="000000"/>
                </a:solidFill>
              </a:defRPr>
            </a:lvl2pPr>
            <a:lvl3pPr lvl="2">
              <a:spcBef>
                <a:spcPts val="0"/>
              </a:spcBef>
              <a:spcAft>
                <a:spcPts val="0"/>
              </a:spcAft>
              <a:buClr>
                <a:srgbClr val="000000"/>
              </a:buClr>
              <a:buSzPts val="1100"/>
              <a:buNone/>
              <a:defRPr sz="1100">
                <a:solidFill>
                  <a:srgbClr val="000000"/>
                </a:solidFill>
              </a:defRPr>
            </a:lvl3pPr>
            <a:lvl4pPr lvl="3">
              <a:spcBef>
                <a:spcPts val="0"/>
              </a:spcBef>
              <a:spcAft>
                <a:spcPts val="0"/>
              </a:spcAft>
              <a:buClr>
                <a:srgbClr val="000000"/>
              </a:buClr>
              <a:buSzPts val="1100"/>
              <a:buNone/>
              <a:defRPr sz="1100">
                <a:solidFill>
                  <a:srgbClr val="000000"/>
                </a:solidFill>
              </a:defRPr>
            </a:lvl4pPr>
            <a:lvl5pPr lvl="4">
              <a:spcBef>
                <a:spcPts val="0"/>
              </a:spcBef>
              <a:spcAft>
                <a:spcPts val="0"/>
              </a:spcAft>
              <a:buClr>
                <a:srgbClr val="000000"/>
              </a:buClr>
              <a:buSzPts val="1100"/>
              <a:buNone/>
              <a:defRPr sz="1100">
                <a:solidFill>
                  <a:srgbClr val="000000"/>
                </a:solidFill>
              </a:defRPr>
            </a:lvl5pPr>
            <a:lvl6pPr lvl="5">
              <a:spcBef>
                <a:spcPts val="0"/>
              </a:spcBef>
              <a:spcAft>
                <a:spcPts val="0"/>
              </a:spcAft>
              <a:buClr>
                <a:srgbClr val="000000"/>
              </a:buClr>
              <a:buSzPts val="1100"/>
              <a:buNone/>
              <a:defRPr sz="1100">
                <a:solidFill>
                  <a:srgbClr val="000000"/>
                </a:solidFill>
              </a:defRPr>
            </a:lvl6pPr>
            <a:lvl7pPr lvl="6">
              <a:spcBef>
                <a:spcPts val="0"/>
              </a:spcBef>
              <a:spcAft>
                <a:spcPts val="0"/>
              </a:spcAft>
              <a:buClr>
                <a:srgbClr val="000000"/>
              </a:buClr>
              <a:buSzPts val="1100"/>
              <a:buNone/>
              <a:defRPr sz="1100">
                <a:solidFill>
                  <a:srgbClr val="000000"/>
                </a:solidFill>
              </a:defRPr>
            </a:lvl7pPr>
            <a:lvl8pPr lvl="7">
              <a:spcBef>
                <a:spcPts val="0"/>
              </a:spcBef>
              <a:spcAft>
                <a:spcPts val="0"/>
              </a:spcAft>
              <a:buClr>
                <a:srgbClr val="000000"/>
              </a:buClr>
              <a:buSzPts val="1100"/>
              <a:buNone/>
              <a:defRPr sz="1100">
                <a:solidFill>
                  <a:srgbClr val="000000"/>
                </a:solidFill>
              </a:defRPr>
            </a:lvl8pPr>
            <a:lvl9pPr lvl="8">
              <a:spcBef>
                <a:spcPts val="0"/>
              </a:spcBef>
              <a:spcAft>
                <a:spcPts val="0"/>
              </a:spcAft>
              <a:buClr>
                <a:srgbClr val="000000"/>
              </a:buClr>
              <a:buSzPts val="1100"/>
              <a:buNone/>
              <a:defRPr sz="1100">
                <a:solidFill>
                  <a:srgbClr val="000000"/>
                </a:solidFill>
              </a:defRPr>
            </a:lvl9pPr>
          </a:lstStyle>
          <a:p/>
        </p:txBody>
      </p:sp>
      <p:sp>
        <p:nvSpPr>
          <p:cNvPr id="6153" name="Google Shape;6153;p102"/>
          <p:cNvSpPr txBox="1"/>
          <p:nvPr/>
        </p:nvSpPr>
        <p:spPr>
          <a:xfrm>
            <a:off x="2513449" y="437275"/>
            <a:ext cx="2304000" cy="2664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b="1" lang="es-419" sz="1100"/>
              <a:t>Nombre del proceso relacionado:</a:t>
            </a:r>
            <a:endParaRPr b="1" sz="1100"/>
          </a:p>
        </p:txBody>
      </p:sp>
      <p:sp>
        <p:nvSpPr>
          <p:cNvPr id="6154" name="Google Shape;6154;p102"/>
          <p:cNvSpPr/>
          <p:nvPr/>
        </p:nvSpPr>
        <p:spPr>
          <a:xfrm>
            <a:off x="77688" y="349338"/>
            <a:ext cx="2361300" cy="421200"/>
          </a:xfrm>
          <a:prstGeom prst="roundRect">
            <a:avLst>
              <a:gd fmla="val 50000" name="adj"/>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s-419" sz="1200">
                <a:solidFill>
                  <a:srgbClr val="FFFFFF"/>
                </a:solidFill>
              </a:rPr>
              <a:t>Formularios en Papel</a:t>
            </a:r>
            <a:endParaRPr b="1" sz="1200">
              <a:solidFill>
                <a:srgbClr val="FFFFFF"/>
              </a:solidFill>
            </a:endParaRPr>
          </a:p>
          <a:p>
            <a:pPr indent="0" lvl="0" marL="0" rtl="0" algn="ctr">
              <a:spcBef>
                <a:spcPts val="0"/>
              </a:spcBef>
              <a:spcAft>
                <a:spcPts val="0"/>
              </a:spcAft>
              <a:buNone/>
            </a:pPr>
            <a:r>
              <a:t/>
            </a:r>
            <a:endParaRPr b="1" sz="1200">
              <a:solidFill>
                <a:srgbClr val="FFFFFF"/>
              </a:solidFill>
            </a:endParaRPr>
          </a:p>
        </p:txBody>
      </p:sp>
      <p:sp>
        <p:nvSpPr>
          <p:cNvPr id="6155" name="Google Shape;6155;p102"/>
          <p:cNvSpPr/>
          <p:nvPr/>
        </p:nvSpPr>
        <p:spPr>
          <a:xfrm>
            <a:off x="83988" y="595504"/>
            <a:ext cx="190200" cy="1692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6" name="Google Shape;6156;p102"/>
          <p:cNvSpPr/>
          <p:nvPr/>
        </p:nvSpPr>
        <p:spPr>
          <a:xfrm>
            <a:off x="2292338" y="358938"/>
            <a:ext cx="146700" cy="4023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7" name="Google Shape;6157;p102"/>
          <p:cNvSpPr/>
          <p:nvPr/>
        </p:nvSpPr>
        <p:spPr>
          <a:xfrm>
            <a:off x="206861" y="899179"/>
            <a:ext cx="2304000" cy="3843000"/>
          </a:xfrm>
          <a:prstGeom prst="roundRect">
            <a:avLst>
              <a:gd fmla="val 4586" name="adj"/>
            </a:avLst>
          </a:prstGeom>
          <a:solidFill>
            <a:srgbClr val="FFFFFF"/>
          </a:solidFill>
          <a:ln cap="flat" cmpd="sng" w="9525">
            <a:solidFill>
              <a:srgbClr val="B7B7B7"/>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t" bIns="36000" lIns="0" spcFirstLastPara="1" rIns="0" wrap="square" tIns="54000">
            <a:noAutofit/>
          </a:bodyPr>
          <a:lstStyle/>
          <a:p>
            <a:pPr indent="0" lvl="0" marL="0" marR="0" rtl="0" algn="ctr">
              <a:lnSpc>
                <a:spcPct val="100000"/>
              </a:lnSpc>
              <a:spcBef>
                <a:spcPts val="0"/>
              </a:spcBef>
              <a:spcAft>
                <a:spcPts val="0"/>
              </a:spcAft>
              <a:buClr>
                <a:srgbClr val="000000"/>
              </a:buClr>
              <a:buSzPts val="1100"/>
              <a:buFont typeface="Arial"/>
              <a:buNone/>
            </a:pPr>
            <a:r>
              <a:rPr b="1" i="1" lang="es-419" sz="1100">
                <a:latin typeface="Arvo"/>
                <a:ea typeface="Arvo"/>
                <a:cs typeface="Arvo"/>
                <a:sym typeface="Arvo"/>
              </a:rPr>
              <a:t>Formulario Core</a:t>
            </a:r>
            <a:endParaRPr b="1" i="1" sz="1100">
              <a:latin typeface="Arvo"/>
              <a:ea typeface="Arvo"/>
              <a:cs typeface="Arvo"/>
              <a:sym typeface="Arvo"/>
            </a:endParaRPr>
          </a:p>
        </p:txBody>
      </p:sp>
      <p:sp>
        <p:nvSpPr>
          <p:cNvPr id="6158" name="Google Shape;6158;p102"/>
          <p:cNvSpPr/>
          <p:nvPr/>
        </p:nvSpPr>
        <p:spPr>
          <a:xfrm>
            <a:off x="2660949" y="899179"/>
            <a:ext cx="2304000" cy="3843000"/>
          </a:xfrm>
          <a:prstGeom prst="roundRect">
            <a:avLst>
              <a:gd fmla="val 4586" name="adj"/>
            </a:avLst>
          </a:prstGeom>
          <a:solidFill>
            <a:srgbClr val="FFFFFF"/>
          </a:solidFill>
          <a:ln cap="flat" cmpd="sng" w="9525">
            <a:solidFill>
              <a:srgbClr val="B7B7B7"/>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t" bIns="36000" lIns="0" spcFirstLastPara="1" rIns="0" wrap="square" tIns="54000">
            <a:noAutofit/>
          </a:bodyPr>
          <a:lstStyle/>
          <a:p>
            <a:pPr indent="0" lvl="0" marL="0" marR="0" rtl="0" algn="ctr">
              <a:lnSpc>
                <a:spcPct val="100000"/>
              </a:lnSpc>
              <a:spcBef>
                <a:spcPts val="0"/>
              </a:spcBef>
              <a:spcAft>
                <a:spcPts val="0"/>
              </a:spcAft>
              <a:buClr>
                <a:srgbClr val="000000"/>
              </a:buClr>
              <a:buSzPts val="1100"/>
              <a:buFont typeface="Arial"/>
              <a:buNone/>
            </a:pPr>
            <a:r>
              <a:rPr b="1" i="1" lang="es-419" sz="1100">
                <a:latin typeface="Arvo"/>
                <a:ea typeface="Arvo"/>
                <a:cs typeface="Arvo"/>
                <a:sym typeface="Arvo"/>
              </a:rPr>
              <a:t>Formulario Core</a:t>
            </a:r>
            <a:endParaRPr b="1" i="1" sz="1100">
              <a:latin typeface="Arvo"/>
              <a:ea typeface="Arvo"/>
              <a:cs typeface="Arvo"/>
              <a:sym typeface="Arvo"/>
            </a:endParaRPr>
          </a:p>
        </p:txBody>
      </p:sp>
      <p:sp>
        <p:nvSpPr>
          <p:cNvPr id="6159" name="Google Shape;6159;p102"/>
          <p:cNvSpPr/>
          <p:nvPr/>
        </p:nvSpPr>
        <p:spPr>
          <a:xfrm>
            <a:off x="5115049" y="899179"/>
            <a:ext cx="2304000" cy="3843000"/>
          </a:xfrm>
          <a:prstGeom prst="roundRect">
            <a:avLst>
              <a:gd fmla="val 4586" name="adj"/>
            </a:avLst>
          </a:prstGeom>
          <a:solidFill>
            <a:srgbClr val="F4CCCC"/>
          </a:solidFill>
          <a:ln cap="flat" cmpd="sng" w="9525">
            <a:solidFill>
              <a:srgbClr val="B7B7B7"/>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t" bIns="36000" lIns="0" spcFirstLastPara="1" rIns="0" wrap="square" tIns="54000">
            <a:noAutofit/>
          </a:bodyPr>
          <a:lstStyle/>
          <a:p>
            <a:pPr indent="0" lvl="0" marL="0" marR="0" rtl="0" algn="ctr">
              <a:lnSpc>
                <a:spcPct val="100000"/>
              </a:lnSpc>
              <a:spcBef>
                <a:spcPts val="0"/>
              </a:spcBef>
              <a:spcAft>
                <a:spcPts val="0"/>
              </a:spcAft>
              <a:buClr>
                <a:srgbClr val="000000"/>
              </a:buClr>
              <a:buSzPts val="1100"/>
              <a:buFont typeface="Arial"/>
              <a:buNone/>
            </a:pPr>
            <a:r>
              <a:rPr b="1" i="1" lang="es-419" sz="1100">
                <a:latin typeface="Arvo"/>
                <a:ea typeface="Arvo"/>
                <a:cs typeface="Arvo"/>
                <a:sym typeface="Arvo"/>
              </a:rPr>
              <a:t>Formulario Soporte</a:t>
            </a:r>
            <a:endParaRPr b="1" i="1" sz="1100">
              <a:latin typeface="Arvo"/>
              <a:ea typeface="Arvo"/>
              <a:cs typeface="Arvo"/>
              <a:sym typeface="Arvo"/>
            </a:endParaRPr>
          </a:p>
        </p:txBody>
      </p:sp>
      <p:sp>
        <p:nvSpPr>
          <p:cNvPr id="6160" name="Google Shape;6160;p102"/>
          <p:cNvSpPr/>
          <p:nvPr/>
        </p:nvSpPr>
        <p:spPr>
          <a:xfrm>
            <a:off x="7569149" y="899179"/>
            <a:ext cx="2304000" cy="3843000"/>
          </a:xfrm>
          <a:prstGeom prst="roundRect">
            <a:avLst>
              <a:gd fmla="val 4586" name="adj"/>
            </a:avLst>
          </a:prstGeom>
          <a:solidFill>
            <a:srgbClr val="C9DAF8"/>
          </a:solidFill>
          <a:ln cap="flat" cmpd="sng" w="9525">
            <a:solidFill>
              <a:srgbClr val="B7B7B7"/>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t" bIns="36000" lIns="0" spcFirstLastPara="1" rIns="0" wrap="square" tIns="54000">
            <a:noAutofit/>
          </a:bodyPr>
          <a:lstStyle/>
          <a:p>
            <a:pPr indent="0" lvl="0" marL="0" marR="0" rtl="0" algn="ctr">
              <a:lnSpc>
                <a:spcPct val="100000"/>
              </a:lnSpc>
              <a:spcBef>
                <a:spcPts val="0"/>
              </a:spcBef>
              <a:spcAft>
                <a:spcPts val="0"/>
              </a:spcAft>
              <a:buClr>
                <a:srgbClr val="000000"/>
              </a:buClr>
              <a:buSzPts val="1100"/>
              <a:buFont typeface="Arial"/>
              <a:buNone/>
            </a:pPr>
            <a:r>
              <a:rPr b="1" i="1" lang="es-419" sz="1100">
                <a:latin typeface="Arvo"/>
                <a:ea typeface="Arvo"/>
                <a:cs typeface="Arvo"/>
                <a:sym typeface="Arvo"/>
              </a:rPr>
              <a:t>Formulario Diálogo </a:t>
            </a:r>
            <a:endParaRPr b="1" i="1" sz="1100">
              <a:latin typeface="Arvo"/>
              <a:ea typeface="Arvo"/>
              <a:cs typeface="Arvo"/>
              <a:sym typeface="Arvo"/>
            </a:endParaRPr>
          </a:p>
        </p:txBody>
      </p:sp>
      <p:grpSp>
        <p:nvGrpSpPr>
          <p:cNvPr id="6161" name="Google Shape;6161;p102"/>
          <p:cNvGrpSpPr/>
          <p:nvPr/>
        </p:nvGrpSpPr>
        <p:grpSpPr>
          <a:xfrm>
            <a:off x="206850" y="4870200"/>
            <a:ext cx="2304000" cy="1774800"/>
            <a:chOff x="206850" y="4871675"/>
            <a:chExt cx="2304000" cy="1774800"/>
          </a:xfrm>
        </p:grpSpPr>
        <p:sp>
          <p:nvSpPr>
            <p:cNvPr id="6162" name="Google Shape;6162;p102"/>
            <p:cNvSpPr/>
            <p:nvPr/>
          </p:nvSpPr>
          <p:spPr>
            <a:xfrm>
              <a:off x="206850" y="4871675"/>
              <a:ext cx="2304000" cy="1774800"/>
            </a:xfrm>
            <a:prstGeom prst="roundRect">
              <a:avLst>
                <a:gd fmla="val 4586" name="adj"/>
              </a:avLst>
            </a:prstGeom>
            <a:solidFill>
              <a:srgbClr val="FFFFFF"/>
            </a:solidFill>
            <a:ln cap="flat" cmpd="sng" w="9525">
              <a:solidFill>
                <a:srgbClr val="B7B7B7"/>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t" bIns="36000" lIns="0" spcFirstLastPara="1" rIns="0" wrap="square" tIns="93600">
              <a:noAutofit/>
            </a:bodyPr>
            <a:lstStyle/>
            <a:p>
              <a:pPr indent="0" lvl="0" marL="0" marR="0" rtl="0" algn="ctr">
                <a:lnSpc>
                  <a:spcPct val="100000"/>
                </a:lnSpc>
                <a:spcBef>
                  <a:spcPts val="0"/>
                </a:spcBef>
                <a:spcAft>
                  <a:spcPts val="0"/>
                </a:spcAft>
                <a:buClr>
                  <a:srgbClr val="000000"/>
                </a:buClr>
                <a:buSzPts val="1100"/>
                <a:buFont typeface="Arial"/>
                <a:buNone/>
              </a:pPr>
              <a:r>
                <a:rPr b="1" i="1" lang="es-419" sz="1100">
                  <a:latin typeface="Arvo"/>
                  <a:ea typeface="Arvo"/>
                  <a:cs typeface="Arvo"/>
                  <a:sym typeface="Arvo"/>
                </a:rPr>
                <a:t>Verificación de usuario </a:t>
              </a:r>
              <a:endParaRPr b="1" i="1" sz="1100">
                <a:latin typeface="Arvo"/>
                <a:ea typeface="Arvo"/>
                <a:cs typeface="Arvo"/>
                <a:sym typeface="Arvo"/>
              </a:endParaRPr>
            </a:p>
          </p:txBody>
        </p:sp>
        <p:cxnSp>
          <p:nvCxnSpPr>
            <p:cNvPr id="6163" name="Google Shape;6163;p102"/>
            <p:cNvCxnSpPr/>
            <p:nvPr/>
          </p:nvCxnSpPr>
          <p:spPr>
            <a:xfrm>
              <a:off x="323200" y="5263211"/>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6164" name="Google Shape;6164;p102"/>
            <p:cNvCxnSpPr/>
            <p:nvPr/>
          </p:nvCxnSpPr>
          <p:spPr>
            <a:xfrm>
              <a:off x="328111" y="5268080"/>
              <a:ext cx="205800" cy="0"/>
            </a:xfrm>
            <a:prstGeom prst="straightConnector1">
              <a:avLst/>
            </a:prstGeom>
            <a:noFill/>
            <a:ln cap="flat" cmpd="sng" w="9525">
              <a:solidFill>
                <a:srgbClr val="B7B7B7"/>
              </a:solidFill>
              <a:prstDash val="solid"/>
              <a:round/>
              <a:headEnd len="med" w="med" type="none"/>
              <a:tailEnd len="med" w="med" type="none"/>
            </a:ln>
          </p:spPr>
        </p:cxnSp>
        <p:cxnSp>
          <p:nvCxnSpPr>
            <p:cNvPr id="6165" name="Google Shape;6165;p102"/>
            <p:cNvCxnSpPr/>
            <p:nvPr/>
          </p:nvCxnSpPr>
          <p:spPr>
            <a:xfrm>
              <a:off x="2393699" y="5263211"/>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6166" name="Google Shape;6166;p102"/>
            <p:cNvCxnSpPr/>
            <p:nvPr/>
          </p:nvCxnSpPr>
          <p:spPr>
            <a:xfrm>
              <a:off x="2182733" y="5268080"/>
              <a:ext cx="205800" cy="0"/>
            </a:xfrm>
            <a:prstGeom prst="straightConnector1">
              <a:avLst/>
            </a:prstGeom>
            <a:noFill/>
            <a:ln cap="flat" cmpd="sng" w="9525">
              <a:solidFill>
                <a:srgbClr val="B7B7B7"/>
              </a:solidFill>
              <a:prstDash val="solid"/>
              <a:round/>
              <a:headEnd len="med" w="med" type="none"/>
              <a:tailEnd len="med" w="med" type="none"/>
            </a:ln>
          </p:spPr>
        </p:cxnSp>
        <p:cxnSp>
          <p:nvCxnSpPr>
            <p:cNvPr id="6167" name="Google Shape;6167;p102"/>
            <p:cNvCxnSpPr/>
            <p:nvPr/>
          </p:nvCxnSpPr>
          <p:spPr>
            <a:xfrm>
              <a:off x="323200" y="6277115"/>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6168" name="Google Shape;6168;p102"/>
            <p:cNvCxnSpPr/>
            <p:nvPr/>
          </p:nvCxnSpPr>
          <p:spPr>
            <a:xfrm>
              <a:off x="328111" y="6482688"/>
              <a:ext cx="205800" cy="0"/>
            </a:xfrm>
            <a:prstGeom prst="straightConnector1">
              <a:avLst/>
            </a:prstGeom>
            <a:noFill/>
            <a:ln cap="flat" cmpd="sng" w="9525">
              <a:solidFill>
                <a:srgbClr val="B7B7B7"/>
              </a:solidFill>
              <a:prstDash val="solid"/>
              <a:round/>
              <a:headEnd len="med" w="med" type="none"/>
              <a:tailEnd len="med" w="med" type="none"/>
            </a:ln>
          </p:spPr>
        </p:cxnSp>
        <p:cxnSp>
          <p:nvCxnSpPr>
            <p:cNvPr id="6169" name="Google Shape;6169;p102"/>
            <p:cNvCxnSpPr/>
            <p:nvPr/>
          </p:nvCxnSpPr>
          <p:spPr>
            <a:xfrm>
              <a:off x="2393699" y="6277115"/>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6170" name="Google Shape;6170;p102"/>
            <p:cNvCxnSpPr/>
            <p:nvPr/>
          </p:nvCxnSpPr>
          <p:spPr>
            <a:xfrm>
              <a:off x="2183105" y="6482688"/>
              <a:ext cx="205800" cy="0"/>
            </a:xfrm>
            <a:prstGeom prst="straightConnector1">
              <a:avLst/>
            </a:prstGeom>
            <a:noFill/>
            <a:ln cap="flat" cmpd="sng" w="9525">
              <a:solidFill>
                <a:srgbClr val="B7B7B7"/>
              </a:solidFill>
              <a:prstDash val="solid"/>
              <a:round/>
              <a:headEnd len="med" w="med" type="none"/>
              <a:tailEnd len="med" w="med" type="none"/>
            </a:ln>
          </p:spPr>
        </p:cxnSp>
      </p:grpSp>
      <p:grpSp>
        <p:nvGrpSpPr>
          <p:cNvPr id="6171" name="Google Shape;6171;p102"/>
          <p:cNvGrpSpPr/>
          <p:nvPr/>
        </p:nvGrpSpPr>
        <p:grpSpPr>
          <a:xfrm>
            <a:off x="2660950" y="4870200"/>
            <a:ext cx="2304000" cy="1774800"/>
            <a:chOff x="206850" y="4871675"/>
            <a:chExt cx="2304000" cy="1774800"/>
          </a:xfrm>
        </p:grpSpPr>
        <p:sp>
          <p:nvSpPr>
            <p:cNvPr id="6172" name="Google Shape;6172;p102"/>
            <p:cNvSpPr/>
            <p:nvPr/>
          </p:nvSpPr>
          <p:spPr>
            <a:xfrm>
              <a:off x="206850" y="4871675"/>
              <a:ext cx="2304000" cy="1774800"/>
            </a:xfrm>
            <a:prstGeom prst="roundRect">
              <a:avLst>
                <a:gd fmla="val 4586" name="adj"/>
              </a:avLst>
            </a:prstGeom>
            <a:solidFill>
              <a:srgbClr val="FFFFFF"/>
            </a:solidFill>
            <a:ln cap="flat" cmpd="sng" w="9525">
              <a:solidFill>
                <a:srgbClr val="B7B7B7"/>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t" bIns="36000" lIns="0" spcFirstLastPara="1" rIns="0" wrap="square" tIns="93600">
              <a:noAutofit/>
            </a:bodyPr>
            <a:lstStyle/>
            <a:p>
              <a:pPr indent="0" lvl="0" marL="0" marR="0" rtl="0" algn="ctr">
                <a:lnSpc>
                  <a:spcPct val="100000"/>
                </a:lnSpc>
                <a:spcBef>
                  <a:spcPts val="0"/>
                </a:spcBef>
                <a:spcAft>
                  <a:spcPts val="0"/>
                </a:spcAft>
                <a:buClr>
                  <a:srgbClr val="000000"/>
                </a:buClr>
                <a:buSzPts val="1100"/>
                <a:buFont typeface="Arial"/>
                <a:buNone/>
              </a:pPr>
              <a:r>
                <a:rPr b="1" i="1" lang="es-419" sz="1100">
                  <a:latin typeface="Arvo"/>
                  <a:ea typeface="Arvo"/>
                  <a:cs typeface="Arvo"/>
                  <a:sym typeface="Arvo"/>
                </a:rPr>
                <a:t>Verificación de usuario </a:t>
              </a:r>
              <a:endParaRPr b="1" i="1" sz="1100">
                <a:latin typeface="Arvo"/>
                <a:ea typeface="Arvo"/>
                <a:cs typeface="Arvo"/>
                <a:sym typeface="Arvo"/>
              </a:endParaRPr>
            </a:p>
          </p:txBody>
        </p:sp>
        <p:cxnSp>
          <p:nvCxnSpPr>
            <p:cNvPr id="6173" name="Google Shape;6173;p102"/>
            <p:cNvCxnSpPr/>
            <p:nvPr/>
          </p:nvCxnSpPr>
          <p:spPr>
            <a:xfrm>
              <a:off x="323200" y="5263211"/>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6174" name="Google Shape;6174;p102"/>
            <p:cNvCxnSpPr/>
            <p:nvPr/>
          </p:nvCxnSpPr>
          <p:spPr>
            <a:xfrm>
              <a:off x="328111" y="5268080"/>
              <a:ext cx="205800" cy="0"/>
            </a:xfrm>
            <a:prstGeom prst="straightConnector1">
              <a:avLst/>
            </a:prstGeom>
            <a:noFill/>
            <a:ln cap="flat" cmpd="sng" w="9525">
              <a:solidFill>
                <a:srgbClr val="B7B7B7"/>
              </a:solidFill>
              <a:prstDash val="solid"/>
              <a:round/>
              <a:headEnd len="med" w="med" type="none"/>
              <a:tailEnd len="med" w="med" type="none"/>
            </a:ln>
          </p:spPr>
        </p:cxnSp>
        <p:cxnSp>
          <p:nvCxnSpPr>
            <p:cNvPr id="6175" name="Google Shape;6175;p102"/>
            <p:cNvCxnSpPr/>
            <p:nvPr/>
          </p:nvCxnSpPr>
          <p:spPr>
            <a:xfrm>
              <a:off x="2393699" y="5263211"/>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6176" name="Google Shape;6176;p102"/>
            <p:cNvCxnSpPr/>
            <p:nvPr/>
          </p:nvCxnSpPr>
          <p:spPr>
            <a:xfrm>
              <a:off x="2182733" y="5268080"/>
              <a:ext cx="205800" cy="0"/>
            </a:xfrm>
            <a:prstGeom prst="straightConnector1">
              <a:avLst/>
            </a:prstGeom>
            <a:noFill/>
            <a:ln cap="flat" cmpd="sng" w="9525">
              <a:solidFill>
                <a:srgbClr val="B7B7B7"/>
              </a:solidFill>
              <a:prstDash val="solid"/>
              <a:round/>
              <a:headEnd len="med" w="med" type="none"/>
              <a:tailEnd len="med" w="med" type="none"/>
            </a:ln>
          </p:spPr>
        </p:cxnSp>
        <p:cxnSp>
          <p:nvCxnSpPr>
            <p:cNvPr id="6177" name="Google Shape;6177;p102"/>
            <p:cNvCxnSpPr/>
            <p:nvPr/>
          </p:nvCxnSpPr>
          <p:spPr>
            <a:xfrm>
              <a:off x="323200" y="6277115"/>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6178" name="Google Shape;6178;p102"/>
            <p:cNvCxnSpPr/>
            <p:nvPr/>
          </p:nvCxnSpPr>
          <p:spPr>
            <a:xfrm>
              <a:off x="328111" y="6482688"/>
              <a:ext cx="205800" cy="0"/>
            </a:xfrm>
            <a:prstGeom prst="straightConnector1">
              <a:avLst/>
            </a:prstGeom>
            <a:noFill/>
            <a:ln cap="flat" cmpd="sng" w="9525">
              <a:solidFill>
                <a:srgbClr val="B7B7B7"/>
              </a:solidFill>
              <a:prstDash val="solid"/>
              <a:round/>
              <a:headEnd len="med" w="med" type="none"/>
              <a:tailEnd len="med" w="med" type="none"/>
            </a:ln>
          </p:spPr>
        </p:cxnSp>
        <p:cxnSp>
          <p:nvCxnSpPr>
            <p:cNvPr id="6179" name="Google Shape;6179;p102"/>
            <p:cNvCxnSpPr/>
            <p:nvPr/>
          </p:nvCxnSpPr>
          <p:spPr>
            <a:xfrm>
              <a:off x="2393699" y="6277115"/>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6180" name="Google Shape;6180;p102"/>
            <p:cNvCxnSpPr/>
            <p:nvPr/>
          </p:nvCxnSpPr>
          <p:spPr>
            <a:xfrm>
              <a:off x="2183105" y="6482688"/>
              <a:ext cx="205800" cy="0"/>
            </a:xfrm>
            <a:prstGeom prst="straightConnector1">
              <a:avLst/>
            </a:prstGeom>
            <a:noFill/>
            <a:ln cap="flat" cmpd="sng" w="9525">
              <a:solidFill>
                <a:srgbClr val="B7B7B7"/>
              </a:solidFill>
              <a:prstDash val="solid"/>
              <a:round/>
              <a:headEnd len="med" w="med" type="none"/>
              <a:tailEnd len="med" w="med" type="none"/>
            </a:ln>
          </p:spPr>
        </p:cxnSp>
      </p:grpSp>
      <p:grpSp>
        <p:nvGrpSpPr>
          <p:cNvPr id="6181" name="Google Shape;6181;p102"/>
          <p:cNvGrpSpPr/>
          <p:nvPr/>
        </p:nvGrpSpPr>
        <p:grpSpPr>
          <a:xfrm>
            <a:off x="5115050" y="4870200"/>
            <a:ext cx="2304000" cy="1774800"/>
            <a:chOff x="5115050" y="4870200"/>
            <a:chExt cx="2304000" cy="1774800"/>
          </a:xfrm>
        </p:grpSpPr>
        <p:sp>
          <p:nvSpPr>
            <p:cNvPr id="6182" name="Google Shape;6182;p102"/>
            <p:cNvSpPr/>
            <p:nvPr/>
          </p:nvSpPr>
          <p:spPr>
            <a:xfrm>
              <a:off x="5115050" y="4870200"/>
              <a:ext cx="2304000" cy="1774800"/>
            </a:xfrm>
            <a:prstGeom prst="roundRect">
              <a:avLst>
                <a:gd fmla="val 4586" name="adj"/>
              </a:avLst>
            </a:prstGeom>
            <a:solidFill>
              <a:srgbClr val="F4CCCC"/>
            </a:solidFill>
            <a:ln cap="flat" cmpd="sng" w="9525">
              <a:solidFill>
                <a:srgbClr val="B7B7B7"/>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t" bIns="36000" lIns="0" spcFirstLastPara="1" rIns="0" wrap="square" tIns="93600">
              <a:noAutofit/>
            </a:bodyPr>
            <a:lstStyle/>
            <a:p>
              <a:pPr indent="0" lvl="0" marL="0" marR="0" rtl="0" algn="ctr">
                <a:lnSpc>
                  <a:spcPct val="100000"/>
                </a:lnSpc>
                <a:spcBef>
                  <a:spcPts val="0"/>
                </a:spcBef>
                <a:spcAft>
                  <a:spcPts val="0"/>
                </a:spcAft>
                <a:buClr>
                  <a:srgbClr val="000000"/>
                </a:buClr>
                <a:buSzPts val="1100"/>
                <a:buFont typeface="Arial"/>
                <a:buNone/>
              </a:pPr>
              <a:r>
                <a:rPr b="1" i="1" lang="es-419" sz="1100">
                  <a:latin typeface="Arvo"/>
                  <a:ea typeface="Arvo"/>
                  <a:cs typeface="Arvo"/>
                  <a:sym typeface="Arvo"/>
                </a:rPr>
                <a:t>Verificación de usuario </a:t>
              </a:r>
              <a:endParaRPr b="1" i="1" sz="1100">
                <a:latin typeface="Arvo"/>
                <a:ea typeface="Arvo"/>
                <a:cs typeface="Arvo"/>
                <a:sym typeface="Arvo"/>
              </a:endParaRPr>
            </a:p>
          </p:txBody>
        </p:sp>
        <p:cxnSp>
          <p:nvCxnSpPr>
            <p:cNvPr id="6183" name="Google Shape;6183;p102"/>
            <p:cNvCxnSpPr/>
            <p:nvPr/>
          </p:nvCxnSpPr>
          <p:spPr>
            <a:xfrm>
              <a:off x="5231400" y="5261736"/>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6184" name="Google Shape;6184;p102"/>
            <p:cNvCxnSpPr/>
            <p:nvPr/>
          </p:nvCxnSpPr>
          <p:spPr>
            <a:xfrm>
              <a:off x="5231400" y="6275640"/>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6185" name="Google Shape;6185;p102"/>
            <p:cNvCxnSpPr/>
            <p:nvPr/>
          </p:nvCxnSpPr>
          <p:spPr>
            <a:xfrm>
              <a:off x="5236311" y="5266605"/>
              <a:ext cx="205800" cy="0"/>
            </a:xfrm>
            <a:prstGeom prst="straightConnector1">
              <a:avLst/>
            </a:prstGeom>
            <a:noFill/>
            <a:ln cap="flat" cmpd="sng" w="9525">
              <a:solidFill>
                <a:srgbClr val="B7B7B7"/>
              </a:solidFill>
              <a:prstDash val="solid"/>
              <a:round/>
              <a:headEnd len="med" w="med" type="none"/>
              <a:tailEnd len="med" w="med" type="none"/>
            </a:ln>
          </p:spPr>
        </p:cxnSp>
        <p:cxnSp>
          <p:nvCxnSpPr>
            <p:cNvPr id="6186" name="Google Shape;6186;p102"/>
            <p:cNvCxnSpPr/>
            <p:nvPr/>
          </p:nvCxnSpPr>
          <p:spPr>
            <a:xfrm>
              <a:off x="7301899" y="5261736"/>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6187" name="Google Shape;6187;p102"/>
            <p:cNvCxnSpPr/>
            <p:nvPr/>
          </p:nvCxnSpPr>
          <p:spPr>
            <a:xfrm>
              <a:off x="7090933" y="5266605"/>
              <a:ext cx="205800" cy="0"/>
            </a:xfrm>
            <a:prstGeom prst="straightConnector1">
              <a:avLst/>
            </a:prstGeom>
            <a:noFill/>
            <a:ln cap="flat" cmpd="sng" w="9525">
              <a:solidFill>
                <a:srgbClr val="B7B7B7"/>
              </a:solidFill>
              <a:prstDash val="solid"/>
              <a:round/>
              <a:headEnd len="med" w="med" type="none"/>
              <a:tailEnd len="med" w="med" type="none"/>
            </a:ln>
          </p:spPr>
        </p:cxnSp>
        <p:cxnSp>
          <p:nvCxnSpPr>
            <p:cNvPr id="6188" name="Google Shape;6188;p102"/>
            <p:cNvCxnSpPr/>
            <p:nvPr/>
          </p:nvCxnSpPr>
          <p:spPr>
            <a:xfrm>
              <a:off x="5236311" y="6481213"/>
              <a:ext cx="205800" cy="0"/>
            </a:xfrm>
            <a:prstGeom prst="straightConnector1">
              <a:avLst/>
            </a:prstGeom>
            <a:noFill/>
            <a:ln cap="flat" cmpd="sng" w="9525">
              <a:solidFill>
                <a:srgbClr val="B7B7B7"/>
              </a:solidFill>
              <a:prstDash val="solid"/>
              <a:round/>
              <a:headEnd len="med" w="med" type="none"/>
              <a:tailEnd len="med" w="med" type="none"/>
            </a:ln>
          </p:spPr>
        </p:cxnSp>
        <p:cxnSp>
          <p:nvCxnSpPr>
            <p:cNvPr id="6189" name="Google Shape;6189;p102"/>
            <p:cNvCxnSpPr/>
            <p:nvPr/>
          </p:nvCxnSpPr>
          <p:spPr>
            <a:xfrm>
              <a:off x="7301899" y="6275640"/>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6190" name="Google Shape;6190;p102"/>
            <p:cNvCxnSpPr/>
            <p:nvPr/>
          </p:nvCxnSpPr>
          <p:spPr>
            <a:xfrm>
              <a:off x="7091305" y="6481213"/>
              <a:ext cx="205800" cy="0"/>
            </a:xfrm>
            <a:prstGeom prst="straightConnector1">
              <a:avLst/>
            </a:prstGeom>
            <a:noFill/>
            <a:ln cap="flat" cmpd="sng" w="9525">
              <a:solidFill>
                <a:srgbClr val="B7B7B7"/>
              </a:solidFill>
              <a:prstDash val="solid"/>
              <a:round/>
              <a:headEnd len="med" w="med" type="none"/>
              <a:tailEnd len="med" w="med" type="none"/>
            </a:ln>
          </p:spPr>
        </p:cxnSp>
      </p:grpSp>
      <p:grpSp>
        <p:nvGrpSpPr>
          <p:cNvPr id="6191" name="Google Shape;6191;p102"/>
          <p:cNvGrpSpPr/>
          <p:nvPr/>
        </p:nvGrpSpPr>
        <p:grpSpPr>
          <a:xfrm>
            <a:off x="7569150" y="4870200"/>
            <a:ext cx="2304000" cy="1774800"/>
            <a:chOff x="7569150" y="4870200"/>
            <a:chExt cx="2304000" cy="1774800"/>
          </a:xfrm>
        </p:grpSpPr>
        <p:sp>
          <p:nvSpPr>
            <p:cNvPr id="6192" name="Google Shape;6192;p102"/>
            <p:cNvSpPr/>
            <p:nvPr/>
          </p:nvSpPr>
          <p:spPr>
            <a:xfrm>
              <a:off x="7569150" y="4870200"/>
              <a:ext cx="2304000" cy="1774800"/>
            </a:xfrm>
            <a:prstGeom prst="roundRect">
              <a:avLst>
                <a:gd fmla="val 4586" name="adj"/>
              </a:avLst>
            </a:prstGeom>
            <a:solidFill>
              <a:srgbClr val="C9DAF8"/>
            </a:solidFill>
            <a:ln cap="flat" cmpd="sng" w="9525">
              <a:solidFill>
                <a:srgbClr val="B7B7B7"/>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t" bIns="36000" lIns="0" spcFirstLastPara="1" rIns="0" wrap="square" tIns="93600">
              <a:noAutofit/>
            </a:bodyPr>
            <a:lstStyle/>
            <a:p>
              <a:pPr indent="0" lvl="0" marL="0" marR="0" rtl="0" algn="ctr">
                <a:lnSpc>
                  <a:spcPct val="100000"/>
                </a:lnSpc>
                <a:spcBef>
                  <a:spcPts val="0"/>
                </a:spcBef>
                <a:spcAft>
                  <a:spcPts val="0"/>
                </a:spcAft>
                <a:buClr>
                  <a:srgbClr val="000000"/>
                </a:buClr>
                <a:buSzPts val="1100"/>
                <a:buFont typeface="Arial"/>
                <a:buNone/>
              </a:pPr>
              <a:r>
                <a:rPr b="1" i="1" lang="es-419" sz="1100">
                  <a:latin typeface="Arvo"/>
                  <a:ea typeface="Arvo"/>
                  <a:cs typeface="Arvo"/>
                  <a:sym typeface="Arvo"/>
                </a:rPr>
                <a:t>Verificación de usuario </a:t>
              </a:r>
              <a:endParaRPr b="1" i="1" sz="1100">
                <a:latin typeface="Arvo"/>
                <a:ea typeface="Arvo"/>
                <a:cs typeface="Arvo"/>
                <a:sym typeface="Arvo"/>
              </a:endParaRPr>
            </a:p>
          </p:txBody>
        </p:sp>
        <p:cxnSp>
          <p:nvCxnSpPr>
            <p:cNvPr id="6193" name="Google Shape;6193;p102"/>
            <p:cNvCxnSpPr/>
            <p:nvPr/>
          </p:nvCxnSpPr>
          <p:spPr>
            <a:xfrm>
              <a:off x="7685500" y="5261736"/>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6194" name="Google Shape;6194;p102"/>
            <p:cNvCxnSpPr/>
            <p:nvPr/>
          </p:nvCxnSpPr>
          <p:spPr>
            <a:xfrm>
              <a:off x="7690411" y="5266605"/>
              <a:ext cx="205800" cy="0"/>
            </a:xfrm>
            <a:prstGeom prst="straightConnector1">
              <a:avLst/>
            </a:prstGeom>
            <a:noFill/>
            <a:ln cap="flat" cmpd="sng" w="9525">
              <a:solidFill>
                <a:srgbClr val="B7B7B7"/>
              </a:solidFill>
              <a:prstDash val="solid"/>
              <a:round/>
              <a:headEnd len="med" w="med" type="none"/>
              <a:tailEnd len="med" w="med" type="none"/>
            </a:ln>
          </p:spPr>
        </p:cxnSp>
        <p:cxnSp>
          <p:nvCxnSpPr>
            <p:cNvPr id="6195" name="Google Shape;6195;p102"/>
            <p:cNvCxnSpPr/>
            <p:nvPr/>
          </p:nvCxnSpPr>
          <p:spPr>
            <a:xfrm>
              <a:off x="9755999" y="5261736"/>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6196" name="Google Shape;6196;p102"/>
            <p:cNvCxnSpPr/>
            <p:nvPr/>
          </p:nvCxnSpPr>
          <p:spPr>
            <a:xfrm>
              <a:off x="9545033" y="5266605"/>
              <a:ext cx="205800" cy="0"/>
            </a:xfrm>
            <a:prstGeom prst="straightConnector1">
              <a:avLst/>
            </a:prstGeom>
            <a:noFill/>
            <a:ln cap="flat" cmpd="sng" w="9525">
              <a:solidFill>
                <a:srgbClr val="B7B7B7"/>
              </a:solidFill>
              <a:prstDash val="solid"/>
              <a:round/>
              <a:headEnd len="med" w="med" type="none"/>
              <a:tailEnd len="med" w="med" type="none"/>
            </a:ln>
          </p:spPr>
        </p:cxnSp>
        <p:cxnSp>
          <p:nvCxnSpPr>
            <p:cNvPr id="6197" name="Google Shape;6197;p102"/>
            <p:cNvCxnSpPr/>
            <p:nvPr/>
          </p:nvCxnSpPr>
          <p:spPr>
            <a:xfrm>
              <a:off x="7685500" y="6275640"/>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6198" name="Google Shape;6198;p102"/>
            <p:cNvCxnSpPr/>
            <p:nvPr/>
          </p:nvCxnSpPr>
          <p:spPr>
            <a:xfrm>
              <a:off x="7690411" y="6481213"/>
              <a:ext cx="205800" cy="0"/>
            </a:xfrm>
            <a:prstGeom prst="straightConnector1">
              <a:avLst/>
            </a:prstGeom>
            <a:noFill/>
            <a:ln cap="flat" cmpd="sng" w="9525">
              <a:solidFill>
                <a:srgbClr val="B7B7B7"/>
              </a:solidFill>
              <a:prstDash val="solid"/>
              <a:round/>
              <a:headEnd len="med" w="med" type="none"/>
              <a:tailEnd len="med" w="med" type="none"/>
            </a:ln>
          </p:spPr>
        </p:cxnSp>
        <p:cxnSp>
          <p:nvCxnSpPr>
            <p:cNvPr id="6199" name="Google Shape;6199;p102"/>
            <p:cNvCxnSpPr/>
            <p:nvPr/>
          </p:nvCxnSpPr>
          <p:spPr>
            <a:xfrm>
              <a:off x="9755999" y="6275640"/>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6200" name="Google Shape;6200;p102"/>
            <p:cNvCxnSpPr/>
            <p:nvPr/>
          </p:nvCxnSpPr>
          <p:spPr>
            <a:xfrm>
              <a:off x="9545405" y="6481213"/>
              <a:ext cx="205800" cy="0"/>
            </a:xfrm>
            <a:prstGeom prst="straightConnector1">
              <a:avLst/>
            </a:prstGeom>
            <a:noFill/>
            <a:ln cap="flat" cmpd="sng" w="9525">
              <a:solidFill>
                <a:srgbClr val="B7B7B7"/>
              </a:solidFill>
              <a:prstDash val="solid"/>
              <a:round/>
              <a:headEnd len="med" w="med" type="none"/>
              <a:tailEnd len="med" w="med" type="none"/>
            </a:ln>
          </p:spPr>
        </p:cxnSp>
      </p:grpSp>
      <p:cxnSp>
        <p:nvCxnSpPr>
          <p:cNvPr id="6201" name="Google Shape;6201;p102"/>
          <p:cNvCxnSpPr/>
          <p:nvPr/>
        </p:nvCxnSpPr>
        <p:spPr>
          <a:xfrm>
            <a:off x="323600" y="1236086"/>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6202" name="Google Shape;6202;p102"/>
          <p:cNvCxnSpPr/>
          <p:nvPr/>
        </p:nvCxnSpPr>
        <p:spPr>
          <a:xfrm>
            <a:off x="328511" y="1240955"/>
            <a:ext cx="205800" cy="0"/>
          </a:xfrm>
          <a:prstGeom prst="straightConnector1">
            <a:avLst/>
          </a:prstGeom>
          <a:noFill/>
          <a:ln cap="flat" cmpd="sng" w="9525">
            <a:solidFill>
              <a:srgbClr val="B7B7B7"/>
            </a:solidFill>
            <a:prstDash val="solid"/>
            <a:round/>
            <a:headEnd len="med" w="med" type="none"/>
            <a:tailEnd len="med" w="med" type="none"/>
          </a:ln>
        </p:spPr>
      </p:cxnSp>
      <p:cxnSp>
        <p:nvCxnSpPr>
          <p:cNvPr id="6203" name="Google Shape;6203;p102"/>
          <p:cNvCxnSpPr/>
          <p:nvPr/>
        </p:nvCxnSpPr>
        <p:spPr>
          <a:xfrm>
            <a:off x="2394099" y="1236086"/>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6204" name="Google Shape;6204;p102"/>
          <p:cNvCxnSpPr/>
          <p:nvPr/>
        </p:nvCxnSpPr>
        <p:spPr>
          <a:xfrm>
            <a:off x="2183133" y="1240955"/>
            <a:ext cx="205800" cy="0"/>
          </a:xfrm>
          <a:prstGeom prst="straightConnector1">
            <a:avLst/>
          </a:prstGeom>
          <a:noFill/>
          <a:ln cap="flat" cmpd="sng" w="9525">
            <a:solidFill>
              <a:srgbClr val="B7B7B7"/>
            </a:solidFill>
            <a:prstDash val="solid"/>
            <a:round/>
            <a:headEnd len="med" w="med" type="none"/>
            <a:tailEnd len="med" w="med" type="none"/>
          </a:ln>
        </p:spPr>
      </p:cxnSp>
      <p:cxnSp>
        <p:nvCxnSpPr>
          <p:cNvPr id="6205" name="Google Shape;6205;p102"/>
          <p:cNvCxnSpPr/>
          <p:nvPr/>
        </p:nvCxnSpPr>
        <p:spPr>
          <a:xfrm>
            <a:off x="323600" y="4459790"/>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6206" name="Google Shape;6206;p102"/>
          <p:cNvCxnSpPr/>
          <p:nvPr/>
        </p:nvCxnSpPr>
        <p:spPr>
          <a:xfrm>
            <a:off x="328511" y="4665363"/>
            <a:ext cx="205800" cy="0"/>
          </a:xfrm>
          <a:prstGeom prst="straightConnector1">
            <a:avLst/>
          </a:prstGeom>
          <a:noFill/>
          <a:ln cap="flat" cmpd="sng" w="9525">
            <a:solidFill>
              <a:srgbClr val="B7B7B7"/>
            </a:solidFill>
            <a:prstDash val="solid"/>
            <a:round/>
            <a:headEnd len="med" w="med" type="none"/>
            <a:tailEnd len="med" w="med" type="none"/>
          </a:ln>
        </p:spPr>
      </p:cxnSp>
      <p:cxnSp>
        <p:nvCxnSpPr>
          <p:cNvPr id="6207" name="Google Shape;6207;p102"/>
          <p:cNvCxnSpPr/>
          <p:nvPr/>
        </p:nvCxnSpPr>
        <p:spPr>
          <a:xfrm>
            <a:off x="2394099" y="4459790"/>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6208" name="Google Shape;6208;p102"/>
          <p:cNvCxnSpPr/>
          <p:nvPr/>
        </p:nvCxnSpPr>
        <p:spPr>
          <a:xfrm>
            <a:off x="2183505" y="4665363"/>
            <a:ext cx="205800" cy="0"/>
          </a:xfrm>
          <a:prstGeom prst="straightConnector1">
            <a:avLst/>
          </a:prstGeom>
          <a:noFill/>
          <a:ln cap="flat" cmpd="sng" w="9525">
            <a:solidFill>
              <a:srgbClr val="B7B7B7"/>
            </a:solidFill>
            <a:prstDash val="solid"/>
            <a:round/>
            <a:headEnd len="med" w="med" type="none"/>
            <a:tailEnd len="med" w="med" type="none"/>
          </a:ln>
        </p:spPr>
      </p:cxnSp>
      <p:cxnSp>
        <p:nvCxnSpPr>
          <p:cNvPr id="6209" name="Google Shape;6209;p102"/>
          <p:cNvCxnSpPr/>
          <p:nvPr/>
        </p:nvCxnSpPr>
        <p:spPr>
          <a:xfrm>
            <a:off x="2762000" y="1236086"/>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6210" name="Google Shape;6210;p102"/>
          <p:cNvCxnSpPr/>
          <p:nvPr/>
        </p:nvCxnSpPr>
        <p:spPr>
          <a:xfrm>
            <a:off x="2766911" y="1240955"/>
            <a:ext cx="205800" cy="0"/>
          </a:xfrm>
          <a:prstGeom prst="straightConnector1">
            <a:avLst/>
          </a:prstGeom>
          <a:noFill/>
          <a:ln cap="flat" cmpd="sng" w="9525">
            <a:solidFill>
              <a:srgbClr val="B7B7B7"/>
            </a:solidFill>
            <a:prstDash val="solid"/>
            <a:round/>
            <a:headEnd len="med" w="med" type="none"/>
            <a:tailEnd len="med" w="med" type="none"/>
          </a:ln>
        </p:spPr>
      </p:cxnSp>
      <p:cxnSp>
        <p:nvCxnSpPr>
          <p:cNvPr id="6211" name="Google Shape;6211;p102"/>
          <p:cNvCxnSpPr/>
          <p:nvPr/>
        </p:nvCxnSpPr>
        <p:spPr>
          <a:xfrm>
            <a:off x="4832499" y="1236086"/>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6212" name="Google Shape;6212;p102"/>
          <p:cNvCxnSpPr/>
          <p:nvPr/>
        </p:nvCxnSpPr>
        <p:spPr>
          <a:xfrm>
            <a:off x="4621533" y="1240955"/>
            <a:ext cx="205800" cy="0"/>
          </a:xfrm>
          <a:prstGeom prst="straightConnector1">
            <a:avLst/>
          </a:prstGeom>
          <a:noFill/>
          <a:ln cap="flat" cmpd="sng" w="9525">
            <a:solidFill>
              <a:srgbClr val="B7B7B7"/>
            </a:solidFill>
            <a:prstDash val="solid"/>
            <a:round/>
            <a:headEnd len="med" w="med" type="none"/>
            <a:tailEnd len="med" w="med" type="none"/>
          </a:ln>
        </p:spPr>
      </p:cxnSp>
      <p:cxnSp>
        <p:nvCxnSpPr>
          <p:cNvPr id="6213" name="Google Shape;6213;p102"/>
          <p:cNvCxnSpPr/>
          <p:nvPr/>
        </p:nvCxnSpPr>
        <p:spPr>
          <a:xfrm>
            <a:off x="2762000" y="4459790"/>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6214" name="Google Shape;6214;p102"/>
          <p:cNvCxnSpPr/>
          <p:nvPr/>
        </p:nvCxnSpPr>
        <p:spPr>
          <a:xfrm>
            <a:off x="2766911" y="4665363"/>
            <a:ext cx="205800" cy="0"/>
          </a:xfrm>
          <a:prstGeom prst="straightConnector1">
            <a:avLst/>
          </a:prstGeom>
          <a:noFill/>
          <a:ln cap="flat" cmpd="sng" w="9525">
            <a:solidFill>
              <a:srgbClr val="B7B7B7"/>
            </a:solidFill>
            <a:prstDash val="solid"/>
            <a:round/>
            <a:headEnd len="med" w="med" type="none"/>
            <a:tailEnd len="med" w="med" type="none"/>
          </a:ln>
        </p:spPr>
      </p:cxnSp>
      <p:cxnSp>
        <p:nvCxnSpPr>
          <p:cNvPr id="6215" name="Google Shape;6215;p102"/>
          <p:cNvCxnSpPr/>
          <p:nvPr/>
        </p:nvCxnSpPr>
        <p:spPr>
          <a:xfrm>
            <a:off x="4832499" y="4459790"/>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6216" name="Google Shape;6216;p102"/>
          <p:cNvCxnSpPr/>
          <p:nvPr/>
        </p:nvCxnSpPr>
        <p:spPr>
          <a:xfrm>
            <a:off x="4621905" y="4665363"/>
            <a:ext cx="205800" cy="0"/>
          </a:xfrm>
          <a:prstGeom prst="straightConnector1">
            <a:avLst/>
          </a:prstGeom>
          <a:noFill/>
          <a:ln cap="flat" cmpd="sng" w="9525">
            <a:solidFill>
              <a:srgbClr val="B7B7B7"/>
            </a:solidFill>
            <a:prstDash val="solid"/>
            <a:round/>
            <a:headEnd len="med" w="med" type="none"/>
            <a:tailEnd len="med" w="med" type="none"/>
          </a:ln>
        </p:spPr>
      </p:cxnSp>
      <p:cxnSp>
        <p:nvCxnSpPr>
          <p:cNvPr id="6217" name="Google Shape;6217;p102"/>
          <p:cNvCxnSpPr/>
          <p:nvPr/>
        </p:nvCxnSpPr>
        <p:spPr>
          <a:xfrm>
            <a:off x="5240071" y="1236086"/>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6218" name="Google Shape;6218;p102"/>
          <p:cNvCxnSpPr/>
          <p:nvPr/>
        </p:nvCxnSpPr>
        <p:spPr>
          <a:xfrm>
            <a:off x="5244982" y="1240955"/>
            <a:ext cx="205800" cy="0"/>
          </a:xfrm>
          <a:prstGeom prst="straightConnector1">
            <a:avLst/>
          </a:prstGeom>
          <a:noFill/>
          <a:ln cap="flat" cmpd="sng" w="9525">
            <a:solidFill>
              <a:srgbClr val="B7B7B7"/>
            </a:solidFill>
            <a:prstDash val="solid"/>
            <a:round/>
            <a:headEnd len="med" w="med" type="none"/>
            <a:tailEnd len="med" w="med" type="none"/>
          </a:ln>
        </p:spPr>
      </p:cxnSp>
      <p:cxnSp>
        <p:nvCxnSpPr>
          <p:cNvPr id="6219" name="Google Shape;6219;p102"/>
          <p:cNvCxnSpPr/>
          <p:nvPr/>
        </p:nvCxnSpPr>
        <p:spPr>
          <a:xfrm>
            <a:off x="7310570" y="1236086"/>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6220" name="Google Shape;6220;p102"/>
          <p:cNvCxnSpPr/>
          <p:nvPr/>
        </p:nvCxnSpPr>
        <p:spPr>
          <a:xfrm>
            <a:off x="7099604" y="1240955"/>
            <a:ext cx="205800" cy="0"/>
          </a:xfrm>
          <a:prstGeom prst="straightConnector1">
            <a:avLst/>
          </a:prstGeom>
          <a:noFill/>
          <a:ln cap="flat" cmpd="sng" w="9525">
            <a:solidFill>
              <a:srgbClr val="B7B7B7"/>
            </a:solidFill>
            <a:prstDash val="solid"/>
            <a:round/>
            <a:headEnd len="med" w="med" type="none"/>
            <a:tailEnd len="med" w="med" type="none"/>
          </a:ln>
        </p:spPr>
      </p:cxnSp>
      <p:cxnSp>
        <p:nvCxnSpPr>
          <p:cNvPr id="6221" name="Google Shape;6221;p102"/>
          <p:cNvCxnSpPr/>
          <p:nvPr/>
        </p:nvCxnSpPr>
        <p:spPr>
          <a:xfrm>
            <a:off x="5240071" y="4459790"/>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6222" name="Google Shape;6222;p102"/>
          <p:cNvCxnSpPr/>
          <p:nvPr/>
        </p:nvCxnSpPr>
        <p:spPr>
          <a:xfrm>
            <a:off x="5244982" y="4665363"/>
            <a:ext cx="205800" cy="0"/>
          </a:xfrm>
          <a:prstGeom prst="straightConnector1">
            <a:avLst/>
          </a:prstGeom>
          <a:noFill/>
          <a:ln cap="flat" cmpd="sng" w="9525">
            <a:solidFill>
              <a:srgbClr val="B7B7B7"/>
            </a:solidFill>
            <a:prstDash val="solid"/>
            <a:round/>
            <a:headEnd len="med" w="med" type="none"/>
            <a:tailEnd len="med" w="med" type="none"/>
          </a:ln>
        </p:spPr>
      </p:cxnSp>
      <p:cxnSp>
        <p:nvCxnSpPr>
          <p:cNvPr id="6223" name="Google Shape;6223;p102"/>
          <p:cNvCxnSpPr/>
          <p:nvPr/>
        </p:nvCxnSpPr>
        <p:spPr>
          <a:xfrm>
            <a:off x="7310570" y="4459790"/>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6224" name="Google Shape;6224;p102"/>
          <p:cNvCxnSpPr/>
          <p:nvPr/>
        </p:nvCxnSpPr>
        <p:spPr>
          <a:xfrm>
            <a:off x="7099976" y="4665363"/>
            <a:ext cx="205800" cy="0"/>
          </a:xfrm>
          <a:prstGeom prst="straightConnector1">
            <a:avLst/>
          </a:prstGeom>
          <a:noFill/>
          <a:ln cap="flat" cmpd="sng" w="9525">
            <a:solidFill>
              <a:srgbClr val="B7B7B7"/>
            </a:solidFill>
            <a:prstDash val="solid"/>
            <a:round/>
            <a:headEnd len="med" w="med" type="none"/>
            <a:tailEnd len="med" w="med" type="none"/>
          </a:ln>
        </p:spPr>
      </p:cxnSp>
      <p:cxnSp>
        <p:nvCxnSpPr>
          <p:cNvPr id="6225" name="Google Shape;6225;p102"/>
          <p:cNvCxnSpPr/>
          <p:nvPr/>
        </p:nvCxnSpPr>
        <p:spPr>
          <a:xfrm>
            <a:off x="7705868" y="1236086"/>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6226" name="Google Shape;6226;p102"/>
          <p:cNvCxnSpPr/>
          <p:nvPr/>
        </p:nvCxnSpPr>
        <p:spPr>
          <a:xfrm>
            <a:off x="7710779" y="1240955"/>
            <a:ext cx="205800" cy="0"/>
          </a:xfrm>
          <a:prstGeom prst="straightConnector1">
            <a:avLst/>
          </a:prstGeom>
          <a:noFill/>
          <a:ln cap="flat" cmpd="sng" w="9525">
            <a:solidFill>
              <a:srgbClr val="B7B7B7"/>
            </a:solidFill>
            <a:prstDash val="solid"/>
            <a:round/>
            <a:headEnd len="med" w="med" type="none"/>
            <a:tailEnd len="med" w="med" type="none"/>
          </a:ln>
        </p:spPr>
      </p:cxnSp>
      <p:cxnSp>
        <p:nvCxnSpPr>
          <p:cNvPr id="6227" name="Google Shape;6227;p102"/>
          <p:cNvCxnSpPr/>
          <p:nvPr/>
        </p:nvCxnSpPr>
        <p:spPr>
          <a:xfrm>
            <a:off x="9776367" y="1236086"/>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6228" name="Google Shape;6228;p102"/>
          <p:cNvCxnSpPr/>
          <p:nvPr/>
        </p:nvCxnSpPr>
        <p:spPr>
          <a:xfrm>
            <a:off x="9565400" y="1240955"/>
            <a:ext cx="205800" cy="0"/>
          </a:xfrm>
          <a:prstGeom prst="straightConnector1">
            <a:avLst/>
          </a:prstGeom>
          <a:noFill/>
          <a:ln cap="flat" cmpd="sng" w="9525">
            <a:solidFill>
              <a:srgbClr val="B7B7B7"/>
            </a:solidFill>
            <a:prstDash val="solid"/>
            <a:round/>
            <a:headEnd len="med" w="med" type="none"/>
            <a:tailEnd len="med" w="med" type="none"/>
          </a:ln>
        </p:spPr>
      </p:cxnSp>
      <p:cxnSp>
        <p:nvCxnSpPr>
          <p:cNvPr id="6229" name="Google Shape;6229;p102"/>
          <p:cNvCxnSpPr/>
          <p:nvPr/>
        </p:nvCxnSpPr>
        <p:spPr>
          <a:xfrm>
            <a:off x="7705868" y="4459790"/>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6230" name="Google Shape;6230;p102"/>
          <p:cNvCxnSpPr/>
          <p:nvPr/>
        </p:nvCxnSpPr>
        <p:spPr>
          <a:xfrm>
            <a:off x="7710779" y="4665363"/>
            <a:ext cx="205800" cy="0"/>
          </a:xfrm>
          <a:prstGeom prst="straightConnector1">
            <a:avLst/>
          </a:prstGeom>
          <a:noFill/>
          <a:ln cap="flat" cmpd="sng" w="9525">
            <a:solidFill>
              <a:srgbClr val="B7B7B7"/>
            </a:solidFill>
            <a:prstDash val="solid"/>
            <a:round/>
            <a:headEnd len="med" w="med" type="none"/>
            <a:tailEnd len="med" w="med" type="none"/>
          </a:ln>
        </p:spPr>
      </p:cxnSp>
      <p:cxnSp>
        <p:nvCxnSpPr>
          <p:cNvPr id="6231" name="Google Shape;6231;p102"/>
          <p:cNvCxnSpPr/>
          <p:nvPr/>
        </p:nvCxnSpPr>
        <p:spPr>
          <a:xfrm>
            <a:off x="9776367" y="4459790"/>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6232" name="Google Shape;6232;p102"/>
          <p:cNvCxnSpPr/>
          <p:nvPr/>
        </p:nvCxnSpPr>
        <p:spPr>
          <a:xfrm>
            <a:off x="9565772" y="4665363"/>
            <a:ext cx="205800" cy="0"/>
          </a:xfrm>
          <a:prstGeom prst="straightConnector1">
            <a:avLst/>
          </a:prstGeom>
          <a:noFill/>
          <a:ln cap="flat" cmpd="sng" w="9525">
            <a:solidFill>
              <a:srgbClr val="B7B7B7"/>
            </a:solidFill>
            <a:prstDash val="solid"/>
            <a:round/>
            <a:headEnd len="med" w="med" type="none"/>
            <a:tailEnd len="med" w="med" type="none"/>
          </a:ln>
        </p:spPr>
      </p:cxnSp>
      <p:sp>
        <p:nvSpPr>
          <p:cNvPr id="6233" name="Google Shape;6233;p102"/>
          <p:cNvSpPr txBox="1"/>
          <p:nvPr>
            <p:ph idx="1" type="body"/>
          </p:nvPr>
        </p:nvSpPr>
        <p:spPr>
          <a:xfrm>
            <a:off x="641150" y="612125"/>
            <a:ext cx="1770300" cy="160500"/>
          </a:xfrm>
          <a:prstGeom prst="rect">
            <a:avLst/>
          </a:prstGeom>
          <a:noFill/>
          <a:ln>
            <a:noFill/>
          </a:ln>
        </p:spPr>
        <p:txBody>
          <a:bodyPr anchorCtr="0" anchor="t" bIns="0" lIns="0" spcFirstLastPara="1" rIns="0" wrap="square" tIns="0">
            <a:noAutofit/>
          </a:bodyPr>
          <a:lstStyle>
            <a:lvl1pPr indent="-292100" lvl="0" marL="457200" algn="ctr">
              <a:spcBef>
                <a:spcPts val="0"/>
              </a:spcBef>
              <a:spcAft>
                <a:spcPts val="0"/>
              </a:spcAft>
              <a:buClr>
                <a:srgbClr val="FFFFFF"/>
              </a:buClr>
              <a:buSzPts val="1000"/>
              <a:buChar char="●"/>
              <a:defRPr sz="1000">
                <a:solidFill>
                  <a:srgbClr val="FFFFFF"/>
                </a:solidFill>
              </a:defRPr>
            </a:lvl1pPr>
            <a:lvl2pPr indent="-292100" lvl="1" marL="914400" algn="ctr">
              <a:spcBef>
                <a:spcPts val="0"/>
              </a:spcBef>
              <a:spcAft>
                <a:spcPts val="0"/>
              </a:spcAft>
              <a:buClr>
                <a:srgbClr val="FFFFFF"/>
              </a:buClr>
              <a:buSzPts val="1000"/>
              <a:buChar char="○"/>
              <a:defRPr sz="1000">
                <a:solidFill>
                  <a:srgbClr val="FFFFFF"/>
                </a:solidFill>
              </a:defRPr>
            </a:lvl2pPr>
            <a:lvl3pPr indent="-292100" lvl="2" marL="1371600" algn="ctr">
              <a:spcBef>
                <a:spcPts val="0"/>
              </a:spcBef>
              <a:spcAft>
                <a:spcPts val="0"/>
              </a:spcAft>
              <a:buClr>
                <a:srgbClr val="FFFFFF"/>
              </a:buClr>
              <a:buSzPts val="1000"/>
              <a:buChar char="■"/>
              <a:defRPr sz="1000">
                <a:solidFill>
                  <a:srgbClr val="FFFFFF"/>
                </a:solidFill>
              </a:defRPr>
            </a:lvl3pPr>
            <a:lvl4pPr indent="-292100" lvl="3" marL="1828800" algn="ctr">
              <a:spcBef>
                <a:spcPts val="0"/>
              </a:spcBef>
              <a:spcAft>
                <a:spcPts val="0"/>
              </a:spcAft>
              <a:buClr>
                <a:srgbClr val="FFFFFF"/>
              </a:buClr>
              <a:buSzPts val="1000"/>
              <a:buChar char="●"/>
              <a:defRPr sz="1000">
                <a:solidFill>
                  <a:srgbClr val="FFFFFF"/>
                </a:solidFill>
              </a:defRPr>
            </a:lvl4pPr>
            <a:lvl5pPr indent="-292100" lvl="4" marL="2286000" algn="ctr">
              <a:spcBef>
                <a:spcPts val="0"/>
              </a:spcBef>
              <a:spcAft>
                <a:spcPts val="0"/>
              </a:spcAft>
              <a:buClr>
                <a:srgbClr val="FFFFFF"/>
              </a:buClr>
              <a:buSzPts val="1000"/>
              <a:buChar char="○"/>
              <a:defRPr sz="1000">
                <a:solidFill>
                  <a:srgbClr val="FFFFFF"/>
                </a:solidFill>
              </a:defRPr>
            </a:lvl5pPr>
            <a:lvl6pPr indent="-292100" lvl="5" marL="2743200" algn="ctr">
              <a:spcBef>
                <a:spcPts val="0"/>
              </a:spcBef>
              <a:spcAft>
                <a:spcPts val="0"/>
              </a:spcAft>
              <a:buClr>
                <a:srgbClr val="FFFFFF"/>
              </a:buClr>
              <a:buSzPts val="1000"/>
              <a:buChar char="■"/>
              <a:defRPr sz="1000">
                <a:solidFill>
                  <a:srgbClr val="FFFFFF"/>
                </a:solidFill>
              </a:defRPr>
            </a:lvl6pPr>
            <a:lvl7pPr indent="-292100" lvl="6" marL="3200400" algn="ctr">
              <a:spcBef>
                <a:spcPts val="0"/>
              </a:spcBef>
              <a:spcAft>
                <a:spcPts val="0"/>
              </a:spcAft>
              <a:buClr>
                <a:srgbClr val="FFFFFF"/>
              </a:buClr>
              <a:buSzPts val="1000"/>
              <a:buChar char="●"/>
              <a:defRPr sz="1000">
                <a:solidFill>
                  <a:srgbClr val="FFFFFF"/>
                </a:solidFill>
              </a:defRPr>
            </a:lvl7pPr>
            <a:lvl8pPr indent="-292100" lvl="7" marL="3657600" algn="ctr">
              <a:spcBef>
                <a:spcPts val="0"/>
              </a:spcBef>
              <a:spcAft>
                <a:spcPts val="0"/>
              </a:spcAft>
              <a:buClr>
                <a:srgbClr val="FFFFFF"/>
              </a:buClr>
              <a:buSzPts val="1000"/>
              <a:buChar char="○"/>
              <a:defRPr sz="1000">
                <a:solidFill>
                  <a:srgbClr val="FFFFFF"/>
                </a:solidFill>
              </a:defRPr>
            </a:lvl8pPr>
            <a:lvl9pPr indent="-292100" lvl="8" marL="4114800" algn="ctr">
              <a:spcBef>
                <a:spcPts val="0"/>
              </a:spcBef>
              <a:spcAft>
                <a:spcPts val="0"/>
              </a:spcAft>
              <a:buClr>
                <a:srgbClr val="FFFFFF"/>
              </a:buClr>
              <a:buSzPts val="1000"/>
              <a:buChar char="■"/>
              <a:defRPr sz="1000">
                <a:solidFill>
                  <a:srgbClr val="FFFFFF"/>
                </a:solidFill>
              </a:defRPr>
            </a:lvl9pPr>
          </a:lstStyle>
          <a:p/>
        </p:txBody>
      </p:sp>
      <p:sp>
        <p:nvSpPr>
          <p:cNvPr id="6234" name="Google Shape;6234;p102"/>
          <p:cNvSpPr txBox="1"/>
          <p:nvPr/>
        </p:nvSpPr>
        <p:spPr>
          <a:xfrm>
            <a:off x="84825" y="598125"/>
            <a:ext cx="595500" cy="205800"/>
          </a:xfrm>
          <a:prstGeom prst="rect">
            <a:avLst/>
          </a:prstGeom>
          <a:noFill/>
          <a:ln>
            <a:noFill/>
          </a:ln>
        </p:spPr>
        <p:txBody>
          <a:bodyPr anchorCtr="0" anchor="t" bIns="18000" lIns="18000" spcFirstLastPara="1" rIns="18000" wrap="square" tIns="18000">
            <a:spAutoFit/>
          </a:bodyPr>
          <a:lstStyle/>
          <a:p>
            <a:pPr indent="0" lvl="0" marL="0" rtl="0" algn="l">
              <a:spcBef>
                <a:spcPts val="0"/>
              </a:spcBef>
              <a:spcAft>
                <a:spcPts val="0"/>
              </a:spcAft>
              <a:buNone/>
            </a:pPr>
            <a:r>
              <a:rPr lang="es-419" sz="1100">
                <a:solidFill>
                  <a:srgbClr val="FFFFFF"/>
                </a:solidFill>
              </a:rPr>
              <a:t>Nombre:</a:t>
            </a:r>
            <a:endParaRPr sz="1100">
              <a:solidFill>
                <a:srgbClr val="FFFFFF"/>
              </a:solidFill>
            </a:endParaRPr>
          </a:p>
        </p:txBody>
      </p:sp>
    </p:spTree>
  </p:cSld>
  <p:clrMapOvr>
    <a:masterClrMapping/>
  </p:clrMapOvr>
</p:sldLayout>
</file>

<file path=ppt/slideLayouts/slideLayout10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3. Diagrama de Dominio">
  <p:cSld name="TITLE_3_6_1_1_1_1_1_1_1_1_1_1_1_1_1">
    <p:spTree>
      <p:nvGrpSpPr>
        <p:cNvPr id="6235" name="Shape 6235"/>
        <p:cNvGrpSpPr/>
        <p:nvPr/>
      </p:nvGrpSpPr>
      <p:grpSpPr>
        <a:xfrm>
          <a:off x="0" y="0"/>
          <a:ext cx="0" cy="0"/>
          <a:chOff x="0" y="0"/>
          <a:chExt cx="0" cy="0"/>
        </a:xfrm>
      </p:grpSpPr>
      <p:sp>
        <p:nvSpPr>
          <p:cNvPr id="6236" name="Google Shape;6236;p103"/>
          <p:cNvSpPr/>
          <p:nvPr/>
        </p:nvSpPr>
        <p:spPr>
          <a:xfrm>
            <a:off x="97888" y="377012"/>
            <a:ext cx="9893400" cy="296700"/>
          </a:xfrm>
          <a:prstGeom prst="roundRect">
            <a:avLst>
              <a:gd fmla="val 22902" name="adj"/>
            </a:avLst>
          </a:prstGeom>
          <a:solidFill>
            <a:srgbClr val="F3F3F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6237" name="Google Shape;6237;p103"/>
          <p:cNvSpPr/>
          <p:nvPr/>
        </p:nvSpPr>
        <p:spPr>
          <a:xfrm>
            <a:off x="77688" y="358938"/>
            <a:ext cx="9935700" cy="6438000"/>
          </a:xfrm>
          <a:prstGeom prst="roundRect">
            <a:avLst>
              <a:gd fmla="val 2618" name="adj"/>
            </a:avLst>
          </a:prstGeom>
          <a:solidFill>
            <a:srgbClr val="FFFFFF"/>
          </a:solidFill>
          <a:ln cap="flat" cmpd="sng" w="38100">
            <a:solidFill>
              <a:srgbClr val="000000"/>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238" name="Google Shape;6238;p103"/>
          <p:cNvCxnSpPr/>
          <p:nvPr/>
        </p:nvCxnSpPr>
        <p:spPr>
          <a:xfrm>
            <a:off x="77688" y="772614"/>
            <a:ext cx="9935700" cy="0"/>
          </a:xfrm>
          <a:prstGeom prst="straightConnector1">
            <a:avLst/>
          </a:prstGeom>
          <a:noFill/>
          <a:ln cap="flat" cmpd="sng" w="19050">
            <a:solidFill>
              <a:srgbClr val="000000"/>
            </a:solidFill>
            <a:prstDash val="solid"/>
            <a:round/>
            <a:headEnd len="med" w="med" type="none"/>
            <a:tailEnd len="med" w="med" type="none"/>
          </a:ln>
        </p:spPr>
      </p:cxnSp>
      <p:cxnSp>
        <p:nvCxnSpPr>
          <p:cNvPr id="6239" name="Google Shape;6239;p103"/>
          <p:cNvCxnSpPr/>
          <p:nvPr/>
        </p:nvCxnSpPr>
        <p:spPr>
          <a:xfrm rot="10800000">
            <a:off x="2439038" y="368188"/>
            <a:ext cx="0" cy="402300"/>
          </a:xfrm>
          <a:prstGeom prst="straightConnector1">
            <a:avLst/>
          </a:prstGeom>
          <a:noFill/>
          <a:ln cap="flat" cmpd="sng" w="19050">
            <a:solidFill>
              <a:srgbClr val="000000"/>
            </a:solidFill>
            <a:prstDash val="solid"/>
            <a:round/>
            <a:headEnd len="med" w="med" type="none"/>
            <a:tailEnd len="med" w="med" type="none"/>
          </a:ln>
        </p:spPr>
      </p:cxnSp>
      <p:sp>
        <p:nvSpPr>
          <p:cNvPr id="6240" name="Google Shape;6240;p103"/>
          <p:cNvSpPr/>
          <p:nvPr/>
        </p:nvSpPr>
        <p:spPr>
          <a:xfrm>
            <a:off x="77688" y="349338"/>
            <a:ext cx="2361300" cy="421200"/>
          </a:xfrm>
          <a:prstGeom prst="roundRect">
            <a:avLst>
              <a:gd fmla="val 50000" name="adj"/>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s-419" sz="1200">
                <a:solidFill>
                  <a:srgbClr val="FFFFFF"/>
                </a:solidFill>
              </a:rPr>
              <a:t>Diagrama de Dominio</a:t>
            </a:r>
            <a:endParaRPr b="1" sz="1200">
              <a:solidFill>
                <a:srgbClr val="FFFFFF"/>
              </a:solidFill>
            </a:endParaRPr>
          </a:p>
          <a:p>
            <a:pPr indent="0" lvl="0" marL="0" rtl="0" algn="ctr">
              <a:spcBef>
                <a:spcPts val="0"/>
              </a:spcBef>
              <a:spcAft>
                <a:spcPts val="0"/>
              </a:spcAft>
              <a:buNone/>
            </a:pPr>
            <a:r>
              <a:t/>
            </a:r>
            <a:endParaRPr b="1" sz="1200">
              <a:solidFill>
                <a:srgbClr val="FFFFFF"/>
              </a:solidFill>
            </a:endParaRPr>
          </a:p>
        </p:txBody>
      </p:sp>
      <p:sp>
        <p:nvSpPr>
          <p:cNvPr id="6241" name="Google Shape;6241;p103"/>
          <p:cNvSpPr/>
          <p:nvPr/>
        </p:nvSpPr>
        <p:spPr>
          <a:xfrm>
            <a:off x="83988" y="595504"/>
            <a:ext cx="190200" cy="1692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2" name="Google Shape;6242;p103"/>
          <p:cNvSpPr/>
          <p:nvPr/>
        </p:nvSpPr>
        <p:spPr>
          <a:xfrm>
            <a:off x="2292338" y="358938"/>
            <a:ext cx="146700" cy="4023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3" name="Google Shape;6243;p103"/>
          <p:cNvSpPr/>
          <p:nvPr/>
        </p:nvSpPr>
        <p:spPr>
          <a:xfrm>
            <a:off x="-1396550" y="760700"/>
            <a:ext cx="748200" cy="6079200"/>
          </a:xfrm>
          <a:prstGeom prst="roundRect">
            <a:avLst>
              <a:gd fmla="val 11877" name="adj"/>
            </a:avLst>
          </a:prstGeom>
          <a:solidFill>
            <a:srgbClr val="F3F3F3"/>
          </a:solidFill>
          <a:ln cap="flat" cmpd="sng" w="9525">
            <a:solidFill>
              <a:srgbClr val="F3F3F3"/>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t" bIns="54000" lIns="72000" spcFirstLastPara="1" rIns="72000" wrap="square" tIns="54000">
            <a:noAutofit/>
          </a:bodyPr>
          <a:lstStyle/>
          <a:p>
            <a:pPr indent="0" lvl="0" marL="0" rtl="0" algn="ctr">
              <a:spcBef>
                <a:spcPts val="0"/>
              </a:spcBef>
              <a:spcAft>
                <a:spcPts val="0"/>
              </a:spcAft>
              <a:buNone/>
            </a:pPr>
            <a:r>
              <a:rPr i="1" lang="es-419"/>
              <a:t>Paleta</a:t>
            </a:r>
            <a:endParaRPr i="1"/>
          </a:p>
        </p:txBody>
      </p:sp>
      <p:sp>
        <p:nvSpPr>
          <p:cNvPr id="6244" name="Google Shape;6244;p103"/>
          <p:cNvSpPr txBox="1"/>
          <p:nvPr/>
        </p:nvSpPr>
        <p:spPr>
          <a:xfrm>
            <a:off x="2524025" y="387675"/>
            <a:ext cx="15012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Unid. Organizacional:</a:t>
            </a:r>
            <a:endParaRPr b="1" sz="1100"/>
          </a:p>
        </p:txBody>
      </p:sp>
      <p:sp>
        <p:nvSpPr>
          <p:cNvPr id="6245" name="Google Shape;6245;p103"/>
          <p:cNvSpPr txBox="1"/>
          <p:nvPr/>
        </p:nvSpPr>
        <p:spPr>
          <a:xfrm>
            <a:off x="2524020" y="579550"/>
            <a:ext cx="6846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Alcance:</a:t>
            </a:r>
            <a:endParaRPr b="1" sz="1100"/>
          </a:p>
        </p:txBody>
      </p:sp>
      <p:sp>
        <p:nvSpPr>
          <p:cNvPr id="6246" name="Google Shape;6246;p103"/>
          <p:cNvSpPr txBox="1"/>
          <p:nvPr>
            <p:ph type="title"/>
          </p:nvPr>
        </p:nvSpPr>
        <p:spPr>
          <a:xfrm flipH="1">
            <a:off x="4025374" y="387675"/>
            <a:ext cx="5863200" cy="1692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000"/>
              <a:buNone/>
              <a:defRPr sz="1000">
                <a:solidFill>
                  <a:srgbClr val="000000"/>
                </a:solidFill>
              </a:defRPr>
            </a:lvl1pPr>
            <a:lvl2pPr lvl="1">
              <a:spcBef>
                <a:spcPts val="0"/>
              </a:spcBef>
              <a:spcAft>
                <a:spcPts val="0"/>
              </a:spcAft>
              <a:buClr>
                <a:srgbClr val="000000"/>
              </a:buClr>
              <a:buSzPts val="1000"/>
              <a:buNone/>
              <a:defRPr sz="1000">
                <a:solidFill>
                  <a:srgbClr val="000000"/>
                </a:solidFill>
              </a:defRPr>
            </a:lvl2pPr>
            <a:lvl3pPr lvl="2">
              <a:spcBef>
                <a:spcPts val="0"/>
              </a:spcBef>
              <a:spcAft>
                <a:spcPts val="0"/>
              </a:spcAft>
              <a:buClr>
                <a:srgbClr val="000000"/>
              </a:buClr>
              <a:buSzPts val="1000"/>
              <a:buNone/>
              <a:defRPr sz="1000">
                <a:solidFill>
                  <a:srgbClr val="000000"/>
                </a:solidFill>
              </a:defRPr>
            </a:lvl3pPr>
            <a:lvl4pPr lvl="3">
              <a:spcBef>
                <a:spcPts val="0"/>
              </a:spcBef>
              <a:spcAft>
                <a:spcPts val="0"/>
              </a:spcAft>
              <a:buClr>
                <a:srgbClr val="000000"/>
              </a:buClr>
              <a:buSzPts val="1000"/>
              <a:buNone/>
              <a:defRPr sz="1000">
                <a:solidFill>
                  <a:srgbClr val="000000"/>
                </a:solidFill>
              </a:defRPr>
            </a:lvl4pPr>
            <a:lvl5pPr lvl="4">
              <a:spcBef>
                <a:spcPts val="0"/>
              </a:spcBef>
              <a:spcAft>
                <a:spcPts val="0"/>
              </a:spcAft>
              <a:buClr>
                <a:srgbClr val="000000"/>
              </a:buClr>
              <a:buSzPts val="1000"/>
              <a:buNone/>
              <a:defRPr sz="1000">
                <a:solidFill>
                  <a:srgbClr val="000000"/>
                </a:solidFill>
              </a:defRPr>
            </a:lvl5pPr>
            <a:lvl6pPr lvl="5">
              <a:spcBef>
                <a:spcPts val="0"/>
              </a:spcBef>
              <a:spcAft>
                <a:spcPts val="0"/>
              </a:spcAft>
              <a:buClr>
                <a:srgbClr val="000000"/>
              </a:buClr>
              <a:buSzPts val="1000"/>
              <a:buNone/>
              <a:defRPr sz="1000">
                <a:solidFill>
                  <a:srgbClr val="000000"/>
                </a:solidFill>
              </a:defRPr>
            </a:lvl6pPr>
            <a:lvl7pPr lvl="6">
              <a:spcBef>
                <a:spcPts val="0"/>
              </a:spcBef>
              <a:spcAft>
                <a:spcPts val="0"/>
              </a:spcAft>
              <a:buClr>
                <a:srgbClr val="000000"/>
              </a:buClr>
              <a:buSzPts val="1000"/>
              <a:buNone/>
              <a:defRPr sz="1000">
                <a:solidFill>
                  <a:srgbClr val="000000"/>
                </a:solidFill>
              </a:defRPr>
            </a:lvl7pPr>
            <a:lvl8pPr lvl="7">
              <a:spcBef>
                <a:spcPts val="0"/>
              </a:spcBef>
              <a:spcAft>
                <a:spcPts val="0"/>
              </a:spcAft>
              <a:buClr>
                <a:srgbClr val="000000"/>
              </a:buClr>
              <a:buSzPts val="1000"/>
              <a:buNone/>
              <a:defRPr sz="1000">
                <a:solidFill>
                  <a:srgbClr val="000000"/>
                </a:solidFill>
              </a:defRPr>
            </a:lvl8pPr>
            <a:lvl9pPr lvl="8">
              <a:spcBef>
                <a:spcPts val="0"/>
              </a:spcBef>
              <a:spcAft>
                <a:spcPts val="0"/>
              </a:spcAft>
              <a:buClr>
                <a:srgbClr val="000000"/>
              </a:buClr>
              <a:buSzPts val="1000"/>
              <a:buNone/>
              <a:defRPr sz="1000">
                <a:solidFill>
                  <a:srgbClr val="000000"/>
                </a:solidFill>
              </a:defRPr>
            </a:lvl9pPr>
          </a:lstStyle>
          <a:p/>
        </p:txBody>
      </p:sp>
      <p:sp>
        <p:nvSpPr>
          <p:cNvPr id="6247" name="Google Shape;6247;p103"/>
          <p:cNvSpPr txBox="1"/>
          <p:nvPr>
            <p:ph idx="2" type="title"/>
          </p:nvPr>
        </p:nvSpPr>
        <p:spPr>
          <a:xfrm flipH="1">
            <a:off x="3208773" y="579550"/>
            <a:ext cx="6679800" cy="1692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000"/>
              <a:buNone/>
              <a:defRPr sz="1000">
                <a:solidFill>
                  <a:srgbClr val="000000"/>
                </a:solidFill>
              </a:defRPr>
            </a:lvl1pPr>
            <a:lvl2pPr lvl="1">
              <a:spcBef>
                <a:spcPts val="0"/>
              </a:spcBef>
              <a:spcAft>
                <a:spcPts val="0"/>
              </a:spcAft>
              <a:buClr>
                <a:srgbClr val="000000"/>
              </a:buClr>
              <a:buSzPts val="1000"/>
              <a:buNone/>
              <a:defRPr sz="1000">
                <a:solidFill>
                  <a:srgbClr val="000000"/>
                </a:solidFill>
              </a:defRPr>
            </a:lvl2pPr>
            <a:lvl3pPr lvl="2">
              <a:spcBef>
                <a:spcPts val="0"/>
              </a:spcBef>
              <a:spcAft>
                <a:spcPts val="0"/>
              </a:spcAft>
              <a:buClr>
                <a:srgbClr val="000000"/>
              </a:buClr>
              <a:buSzPts val="1000"/>
              <a:buNone/>
              <a:defRPr sz="1000">
                <a:solidFill>
                  <a:srgbClr val="000000"/>
                </a:solidFill>
              </a:defRPr>
            </a:lvl3pPr>
            <a:lvl4pPr lvl="3">
              <a:spcBef>
                <a:spcPts val="0"/>
              </a:spcBef>
              <a:spcAft>
                <a:spcPts val="0"/>
              </a:spcAft>
              <a:buClr>
                <a:srgbClr val="000000"/>
              </a:buClr>
              <a:buSzPts val="1000"/>
              <a:buNone/>
              <a:defRPr sz="1000">
                <a:solidFill>
                  <a:srgbClr val="000000"/>
                </a:solidFill>
              </a:defRPr>
            </a:lvl4pPr>
            <a:lvl5pPr lvl="4">
              <a:spcBef>
                <a:spcPts val="0"/>
              </a:spcBef>
              <a:spcAft>
                <a:spcPts val="0"/>
              </a:spcAft>
              <a:buClr>
                <a:srgbClr val="000000"/>
              </a:buClr>
              <a:buSzPts val="1000"/>
              <a:buNone/>
              <a:defRPr sz="1000">
                <a:solidFill>
                  <a:srgbClr val="000000"/>
                </a:solidFill>
              </a:defRPr>
            </a:lvl5pPr>
            <a:lvl6pPr lvl="5">
              <a:spcBef>
                <a:spcPts val="0"/>
              </a:spcBef>
              <a:spcAft>
                <a:spcPts val="0"/>
              </a:spcAft>
              <a:buClr>
                <a:srgbClr val="000000"/>
              </a:buClr>
              <a:buSzPts val="1000"/>
              <a:buNone/>
              <a:defRPr sz="1000">
                <a:solidFill>
                  <a:srgbClr val="000000"/>
                </a:solidFill>
              </a:defRPr>
            </a:lvl6pPr>
            <a:lvl7pPr lvl="6">
              <a:spcBef>
                <a:spcPts val="0"/>
              </a:spcBef>
              <a:spcAft>
                <a:spcPts val="0"/>
              </a:spcAft>
              <a:buClr>
                <a:srgbClr val="000000"/>
              </a:buClr>
              <a:buSzPts val="1000"/>
              <a:buNone/>
              <a:defRPr sz="1000">
                <a:solidFill>
                  <a:srgbClr val="000000"/>
                </a:solidFill>
              </a:defRPr>
            </a:lvl7pPr>
            <a:lvl8pPr lvl="7">
              <a:spcBef>
                <a:spcPts val="0"/>
              </a:spcBef>
              <a:spcAft>
                <a:spcPts val="0"/>
              </a:spcAft>
              <a:buClr>
                <a:srgbClr val="000000"/>
              </a:buClr>
              <a:buSzPts val="1000"/>
              <a:buNone/>
              <a:defRPr sz="1000">
                <a:solidFill>
                  <a:srgbClr val="000000"/>
                </a:solidFill>
              </a:defRPr>
            </a:lvl8pPr>
            <a:lvl9pPr lvl="8">
              <a:spcBef>
                <a:spcPts val="0"/>
              </a:spcBef>
              <a:spcAft>
                <a:spcPts val="0"/>
              </a:spcAft>
              <a:buClr>
                <a:srgbClr val="000000"/>
              </a:buClr>
              <a:buSzPts val="1000"/>
              <a:buNone/>
              <a:defRPr sz="1000">
                <a:solidFill>
                  <a:srgbClr val="000000"/>
                </a:solidFill>
              </a:defRPr>
            </a:lvl9pPr>
          </a:lstStyle>
          <a:p/>
        </p:txBody>
      </p:sp>
      <p:sp>
        <p:nvSpPr>
          <p:cNvPr id="6248" name="Google Shape;6248;p103"/>
          <p:cNvSpPr txBox="1"/>
          <p:nvPr>
            <p:ph idx="1" type="body"/>
          </p:nvPr>
        </p:nvSpPr>
        <p:spPr>
          <a:xfrm>
            <a:off x="641150" y="612125"/>
            <a:ext cx="1770300" cy="160500"/>
          </a:xfrm>
          <a:prstGeom prst="rect">
            <a:avLst/>
          </a:prstGeom>
          <a:noFill/>
          <a:ln>
            <a:noFill/>
          </a:ln>
        </p:spPr>
        <p:txBody>
          <a:bodyPr anchorCtr="0" anchor="t" bIns="0" lIns="0" spcFirstLastPara="1" rIns="0" wrap="square" tIns="0">
            <a:noAutofit/>
          </a:bodyPr>
          <a:lstStyle>
            <a:lvl1pPr indent="-292100" lvl="0" marL="457200" algn="ctr">
              <a:spcBef>
                <a:spcPts val="0"/>
              </a:spcBef>
              <a:spcAft>
                <a:spcPts val="0"/>
              </a:spcAft>
              <a:buClr>
                <a:srgbClr val="FFFFFF"/>
              </a:buClr>
              <a:buSzPts val="1000"/>
              <a:buChar char="●"/>
              <a:defRPr sz="1000">
                <a:solidFill>
                  <a:srgbClr val="FFFFFF"/>
                </a:solidFill>
              </a:defRPr>
            </a:lvl1pPr>
            <a:lvl2pPr indent="-292100" lvl="1" marL="914400" algn="ctr">
              <a:spcBef>
                <a:spcPts val="0"/>
              </a:spcBef>
              <a:spcAft>
                <a:spcPts val="0"/>
              </a:spcAft>
              <a:buClr>
                <a:srgbClr val="FFFFFF"/>
              </a:buClr>
              <a:buSzPts val="1000"/>
              <a:buChar char="○"/>
              <a:defRPr sz="1000">
                <a:solidFill>
                  <a:srgbClr val="FFFFFF"/>
                </a:solidFill>
              </a:defRPr>
            </a:lvl2pPr>
            <a:lvl3pPr indent="-292100" lvl="2" marL="1371600" algn="ctr">
              <a:spcBef>
                <a:spcPts val="0"/>
              </a:spcBef>
              <a:spcAft>
                <a:spcPts val="0"/>
              </a:spcAft>
              <a:buClr>
                <a:srgbClr val="FFFFFF"/>
              </a:buClr>
              <a:buSzPts val="1000"/>
              <a:buChar char="■"/>
              <a:defRPr sz="1000">
                <a:solidFill>
                  <a:srgbClr val="FFFFFF"/>
                </a:solidFill>
              </a:defRPr>
            </a:lvl3pPr>
            <a:lvl4pPr indent="-292100" lvl="3" marL="1828800" algn="ctr">
              <a:spcBef>
                <a:spcPts val="0"/>
              </a:spcBef>
              <a:spcAft>
                <a:spcPts val="0"/>
              </a:spcAft>
              <a:buClr>
                <a:srgbClr val="FFFFFF"/>
              </a:buClr>
              <a:buSzPts val="1000"/>
              <a:buChar char="●"/>
              <a:defRPr sz="1000">
                <a:solidFill>
                  <a:srgbClr val="FFFFFF"/>
                </a:solidFill>
              </a:defRPr>
            </a:lvl4pPr>
            <a:lvl5pPr indent="-292100" lvl="4" marL="2286000" algn="ctr">
              <a:spcBef>
                <a:spcPts val="0"/>
              </a:spcBef>
              <a:spcAft>
                <a:spcPts val="0"/>
              </a:spcAft>
              <a:buClr>
                <a:srgbClr val="FFFFFF"/>
              </a:buClr>
              <a:buSzPts val="1000"/>
              <a:buChar char="○"/>
              <a:defRPr sz="1000">
                <a:solidFill>
                  <a:srgbClr val="FFFFFF"/>
                </a:solidFill>
              </a:defRPr>
            </a:lvl5pPr>
            <a:lvl6pPr indent="-292100" lvl="5" marL="2743200" algn="ctr">
              <a:spcBef>
                <a:spcPts val="0"/>
              </a:spcBef>
              <a:spcAft>
                <a:spcPts val="0"/>
              </a:spcAft>
              <a:buClr>
                <a:srgbClr val="FFFFFF"/>
              </a:buClr>
              <a:buSzPts val="1000"/>
              <a:buChar char="■"/>
              <a:defRPr sz="1000">
                <a:solidFill>
                  <a:srgbClr val="FFFFFF"/>
                </a:solidFill>
              </a:defRPr>
            </a:lvl6pPr>
            <a:lvl7pPr indent="-292100" lvl="6" marL="3200400" algn="ctr">
              <a:spcBef>
                <a:spcPts val="0"/>
              </a:spcBef>
              <a:spcAft>
                <a:spcPts val="0"/>
              </a:spcAft>
              <a:buClr>
                <a:srgbClr val="FFFFFF"/>
              </a:buClr>
              <a:buSzPts val="1000"/>
              <a:buChar char="●"/>
              <a:defRPr sz="1000">
                <a:solidFill>
                  <a:srgbClr val="FFFFFF"/>
                </a:solidFill>
              </a:defRPr>
            </a:lvl7pPr>
            <a:lvl8pPr indent="-292100" lvl="7" marL="3657600" algn="ctr">
              <a:spcBef>
                <a:spcPts val="0"/>
              </a:spcBef>
              <a:spcAft>
                <a:spcPts val="0"/>
              </a:spcAft>
              <a:buClr>
                <a:srgbClr val="FFFFFF"/>
              </a:buClr>
              <a:buSzPts val="1000"/>
              <a:buChar char="○"/>
              <a:defRPr sz="1000">
                <a:solidFill>
                  <a:srgbClr val="FFFFFF"/>
                </a:solidFill>
              </a:defRPr>
            </a:lvl8pPr>
            <a:lvl9pPr indent="-292100" lvl="8" marL="4114800" algn="ctr">
              <a:spcBef>
                <a:spcPts val="0"/>
              </a:spcBef>
              <a:spcAft>
                <a:spcPts val="0"/>
              </a:spcAft>
              <a:buClr>
                <a:srgbClr val="FFFFFF"/>
              </a:buClr>
              <a:buSzPts val="1000"/>
              <a:buChar char="■"/>
              <a:defRPr sz="1000">
                <a:solidFill>
                  <a:srgbClr val="FFFFFF"/>
                </a:solidFill>
              </a:defRPr>
            </a:lvl9pPr>
          </a:lstStyle>
          <a:p/>
        </p:txBody>
      </p:sp>
      <p:sp>
        <p:nvSpPr>
          <p:cNvPr id="6249" name="Google Shape;6249;p103"/>
          <p:cNvSpPr txBox="1"/>
          <p:nvPr/>
        </p:nvSpPr>
        <p:spPr>
          <a:xfrm>
            <a:off x="84825" y="598125"/>
            <a:ext cx="595500" cy="205800"/>
          </a:xfrm>
          <a:prstGeom prst="rect">
            <a:avLst/>
          </a:prstGeom>
          <a:noFill/>
          <a:ln>
            <a:noFill/>
          </a:ln>
        </p:spPr>
        <p:txBody>
          <a:bodyPr anchorCtr="0" anchor="t" bIns="18000" lIns="18000" spcFirstLastPara="1" rIns="18000" wrap="square" tIns="18000">
            <a:spAutoFit/>
          </a:bodyPr>
          <a:lstStyle/>
          <a:p>
            <a:pPr indent="0" lvl="0" marL="0" rtl="0" algn="l">
              <a:spcBef>
                <a:spcPts val="0"/>
              </a:spcBef>
              <a:spcAft>
                <a:spcPts val="0"/>
              </a:spcAft>
              <a:buNone/>
            </a:pPr>
            <a:r>
              <a:rPr lang="es-419" sz="1100">
                <a:solidFill>
                  <a:srgbClr val="FFFFFF"/>
                </a:solidFill>
              </a:rPr>
              <a:t>Nombre:</a:t>
            </a:r>
            <a:endParaRPr sz="1100">
              <a:solidFill>
                <a:srgbClr val="FFFFFF"/>
              </a:solidFill>
            </a:endParaRPr>
          </a:p>
        </p:txBody>
      </p:sp>
    </p:spTree>
  </p:cSld>
  <p:clrMapOvr>
    <a:masterClrMapping/>
  </p:clrMapOvr>
</p:sldLayout>
</file>

<file path=ppt/slideLayouts/slideLayout10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4.3 Diagrama de Casos de Uso de Negocio">
  <p:cSld name="TITLE_3_6_1_1_1_1_1_1_1_1_1_1_1_1_1_1">
    <p:spTree>
      <p:nvGrpSpPr>
        <p:cNvPr id="6250" name="Shape 6250"/>
        <p:cNvGrpSpPr/>
        <p:nvPr/>
      </p:nvGrpSpPr>
      <p:grpSpPr>
        <a:xfrm>
          <a:off x="0" y="0"/>
          <a:ext cx="0" cy="0"/>
          <a:chOff x="0" y="0"/>
          <a:chExt cx="0" cy="0"/>
        </a:xfrm>
      </p:grpSpPr>
      <p:sp>
        <p:nvSpPr>
          <p:cNvPr id="6251" name="Google Shape;6251;p104"/>
          <p:cNvSpPr/>
          <p:nvPr/>
        </p:nvSpPr>
        <p:spPr>
          <a:xfrm>
            <a:off x="97888" y="377012"/>
            <a:ext cx="9893400" cy="296700"/>
          </a:xfrm>
          <a:prstGeom prst="roundRect">
            <a:avLst>
              <a:gd fmla="val 22902" name="adj"/>
            </a:avLst>
          </a:prstGeom>
          <a:solidFill>
            <a:srgbClr val="F3F3F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6252" name="Google Shape;6252;p104"/>
          <p:cNvSpPr/>
          <p:nvPr/>
        </p:nvSpPr>
        <p:spPr>
          <a:xfrm>
            <a:off x="77688" y="358938"/>
            <a:ext cx="9935700" cy="6438000"/>
          </a:xfrm>
          <a:prstGeom prst="roundRect">
            <a:avLst>
              <a:gd fmla="val 2618" name="adj"/>
            </a:avLst>
          </a:prstGeom>
          <a:solidFill>
            <a:srgbClr val="FFFFFF"/>
          </a:solidFill>
          <a:ln cap="flat" cmpd="sng" w="38100">
            <a:solidFill>
              <a:srgbClr val="000000"/>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253" name="Google Shape;6253;p104"/>
          <p:cNvCxnSpPr/>
          <p:nvPr/>
        </p:nvCxnSpPr>
        <p:spPr>
          <a:xfrm>
            <a:off x="77688" y="772614"/>
            <a:ext cx="9935700" cy="0"/>
          </a:xfrm>
          <a:prstGeom prst="straightConnector1">
            <a:avLst/>
          </a:prstGeom>
          <a:noFill/>
          <a:ln cap="flat" cmpd="sng" w="19050">
            <a:solidFill>
              <a:srgbClr val="000000"/>
            </a:solidFill>
            <a:prstDash val="solid"/>
            <a:round/>
            <a:headEnd len="med" w="med" type="none"/>
            <a:tailEnd len="med" w="med" type="none"/>
          </a:ln>
        </p:spPr>
      </p:cxnSp>
      <p:cxnSp>
        <p:nvCxnSpPr>
          <p:cNvPr id="6254" name="Google Shape;6254;p104"/>
          <p:cNvCxnSpPr/>
          <p:nvPr/>
        </p:nvCxnSpPr>
        <p:spPr>
          <a:xfrm rot="10800000">
            <a:off x="2439038" y="368188"/>
            <a:ext cx="0" cy="402300"/>
          </a:xfrm>
          <a:prstGeom prst="straightConnector1">
            <a:avLst/>
          </a:prstGeom>
          <a:noFill/>
          <a:ln cap="flat" cmpd="sng" w="19050">
            <a:solidFill>
              <a:srgbClr val="000000"/>
            </a:solidFill>
            <a:prstDash val="solid"/>
            <a:round/>
            <a:headEnd len="med" w="med" type="none"/>
            <a:tailEnd len="med" w="med" type="none"/>
          </a:ln>
        </p:spPr>
      </p:cxnSp>
      <p:sp>
        <p:nvSpPr>
          <p:cNvPr id="6255" name="Google Shape;6255;p104"/>
          <p:cNvSpPr/>
          <p:nvPr/>
        </p:nvSpPr>
        <p:spPr>
          <a:xfrm>
            <a:off x="77688" y="349338"/>
            <a:ext cx="2361300" cy="421200"/>
          </a:xfrm>
          <a:prstGeom prst="roundRect">
            <a:avLst>
              <a:gd fmla="val 50000" name="adj"/>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s-419" sz="1200">
                <a:solidFill>
                  <a:srgbClr val="FFFFFF"/>
                </a:solidFill>
              </a:rPr>
              <a:t>Casos de Uso de Negocio</a:t>
            </a:r>
            <a:endParaRPr b="1" sz="1200">
              <a:solidFill>
                <a:srgbClr val="FFFFFF"/>
              </a:solidFill>
            </a:endParaRPr>
          </a:p>
          <a:p>
            <a:pPr indent="0" lvl="0" marL="0" rtl="0" algn="ctr">
              <a:spcBef>
                <a:spcPts val="0"/>
              </a:spcBef>
              <a:spcAft>
                <a:spcPts val="0"/>
              </a:spcAft>
              <a:buNone/>
            </a:pPr>
            <a:r>
              <a:t/>
            </a:r>
            <a:endParaRPr b="1" sz="1200">
              <a:solidFill>
                <a:srgbClr val="FFFFFF"/>
              </a:solidFill>
            </a:endParaRPr>
          </a:p>
        </p:txBody>
      </p:sp>
      <p:sp>
        <p:nvSpPr>
          <p:cNvPr id="6256" name="Google Shape;6256;p104"/>
          <p:cNvSpPr/>
          <p:nvPr/>
        </p:nvSpPr>
        <p:spPr>
          <a:xfrm>
            <a:off x="83988" y="595504"/>
            <a:ext cx="190200" cy="1692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7" name="Google Shape;6257;p104"/>
          <p:cNvSpPr/>
          <p:nvPr/>
        </p:nvSpPr>
        <p:spPr>
          <a:xfrm>
            <a:off x="2292338" y="358938"/>
            <a:ext cx="146700" cy="4023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8" name="Google Shape;6258;p104"/>
          <p:cNvSpPr txBox="1"/>
          <p:nvPr/>
        </p:nvSpPr>
        <p:spPr>
          <a:xfrm>
            <a:off x="2524025" y="387675"/>
            <a:ext cx="15012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Unid. Organizacional:</a:t>
            </a:r>
            <a:endParaRPr b="1" sz="1100"/>
          </a:p>
        </p:txBody>
      </p:sp>
      <p:sp>
        <p:nvSpPr>
          <p:cNvPr id="6259" name="Google Shape;6259;p104"/>
          <p:cNvSpPr txBox="1"/>
          <p:nvPr/>
        </p:nvSpPr>
        <p:spPr>
          <a:xfrm>
            <a:off x="2524020" y="579550"/>
            <a:ext cx="6846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Alcance:</a:t>
            </a:r>
            <a:endParaRPr b="1" sz="1100"/>
          </a:p>
        </p:txBody>
      </p:sp>
      <p:sp>
        <p:nvSpPr>
          <p:cNvPr id="6260" name="Google Shape;6260;p104"/>
          <p:cNvSpPr txBox="1"/>
          <p:nvPr>
            <p:ph type="title"/>
          </p:nvPr>
        </p:nvSpPr>
        <p:spPr>
          <a:xfrm flipH="1">
            <a:off x="4025374" y="387675"/>
            <a:ext cx="5863200" cy="1692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000"/>
              <a:buNone/>
              <a:defRPr sz="1000">
                <a:solidFill>
                  <a:srgbClr val="000000"/>
                </a:solidFill>
              </a:defRPr>
            </a:lvl1pPr>
            <a:lvl2pPr lvl="1">
              <a:spcBef>
                <a:spcPts val="0"/>
              </a:spcBef>
              <a:spcAft>
                <a:spcPts val="0"/>
              </a:spcAft>
              <a:buClr>
                <a:srgbClr val="000000"/>
              </a:buClr>
              <a:buSzPts val="1000"/>
              <a:buNone/>
              <a:defRPr sz="1000">
                <a:solidFill>
                  <a:srgbClr val="000000"/>
                </a:solidFill>
              </a:defRPr>
            </a:lvl2pPr>
            <a:lvl3pPr lvl="2">
              <a:spcBef>
                <a:spcPts val="0"/>
              </a:spcBef>
              <a:spcAft>
                <a:spcPts val="0"/>
              </a:spcAft>
              <a:buClr>
                <a:srgbClr val="000000"/>
              </a:buClr>
              <a:buSzPts val="1000"/>
              <a:buNone/>
              <a:defRPr sz="1000">
                <a:solidFill>
                  <a:srgbClr val="000000"/>
                </a:solidFill>
              </a:defRPr>
            </a:lvl3pPr>
            <a:lvl4pPr lvl="3">
              <a:spcBef>
                <a:spcPts val="0"/>
              </a:spcBef>
              <a:spcAft>
                <a:spcPts val="0"/>
              </a:spcAft>
              <a:buClr>
                <a:srgbClr val="000000"/>
              </a:buClr>
              <a:buSzPts val="1000"/>
              <a:buNone/>
              <a:defRPr sz="1000">
                <a:solidFill>
                  <a:srgbClr val="000000"/>
                </a:solidFill>
              </a:defRPr>
            </a:lvl4pPr>
            <a:lvl5pPr lvl="4">
              <a:spcBef>
                <a:spcPts val="0"/>
              </a:spcBef>
              <a:spcAft>
                <a:spcPts val="0"/>
              </a:spcAft>
              <a:buClr>
                <a:srgbClr val="000000"/>
              </a:buClr>
              <a:buSzPts val="1000"/>
              <a:buNone/>
              <a:defRPr sz="1000">
                <a:solidFill>
                  <a:srgbClr val="000000"/>
                </a:solidFill>
              </a:defRPr>
            </a:lvl5pPr>
            <a:lvl6pPr lvl="5">
              <a:spcBef>
                <a:spcPts val="0"/>
              </a:spcBef>
              <a:spcAft>
                <a:spcPts val="0"/>
              </a:spcAft>
              <a:buClr>
                <a:srgbClr val="000000"/>
              </a:buClr>
              <a:buSzPts val="1000"/>
              <a:buNone/>
              <a:defRPr sz="1000">
                <a:solidFill>
                  <a:srgbClr val="000000"/>
                </a:solidFill>
              </a:defRPr>
            </a:lvl6pPr>
            <a:lvl7pPr lvl="6">
              <a:spcBef>
                <a:spcPts val="0"/>
              </a:spcBef>
              <a:spcAft>
                <a:spcPts val="0"/>
              </a:spcAft>
              <a:buClr>
                <a:srgbClr val="000000"/>
              </a:buClr>
              <a:buSzPts val="1000"/>
              <a:buNone/>
              <a:defRPr sz="1000">
                <a:solidFill>
                  <a:srgbClr val="000000"/>
                </a:solidFill>
              </a:defRPr>
            </a:lvl7pPr>
            <a:lvl8pPr lvl="7">
              <a:spcBef>
                <a:spcPts val="0"/>
              </a:spcBef>
              <a:spcAft>
                <a:spcPts val="0"/>
              </a:spcAft>
              <a:buClr>
                <a:srgbClr val="000000"/>
              </a:buClr>
              <a:buSzPts val="1000"/>
              <a:buNone/>
              <a:defRPr sz="1000">
                <a:solidFill>
                  <a:srgbClr val="000000"/>
                </a:solidFill>
              </a:defRPr>
            </a:lvl8pPr>
            <a:lvl9pPr lvl="8">
              <a:spcBef>
                <a:spcPts val="0"/>
              </a:spcBef>
              <a:spcAft>
                <a:spcPts val="0"/>
              </a:spcAft>
              <a:buClr>
                <a:srgbClr val="000000"/>
              </a:buClr>
              <a:buSzPts val="1000"/>
              <a:buNone/>
              <a:defRPr sz="1000">
                <a:solidFill>
                  <a:srgbClr val="000000"/>
                </a:solidFill>
              </a:defRPr>
            </a:lvl9pPr>
          </a:lstStyle>
          <a:p/>
        </p:txBody>
      </p:sp>
      <p:sp>
        <p:nvSpPr>
          <p:cNvPr id="6261" name="Google Shape;6261;p104"/>
          <p:cNvSpPr txBox="1"/>
          <p:nvPr>
            <p:ph idx="2" type="title"/>
          </p:nvPr>
        </p:nvSpPr>
        <p:spPr>
          <a:xfrm flipH="1">
            <a:off x="3208773" y="579550"/>
            <a:ext cx="6679800" cy="1692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000"/>
              <a:buNone/>
              <a:defRPr sz="1000">
                <a:solidFill>
                  <a:srgbClr val="000000"/>
                </a:solidFill>
              </a:defRPr>
            </a:lvl1pPr>
            <a:lvl2pPr lvl="1">
              <a:spcBef>
                <a:spcPts val="0"/>
              </a:spcBef>
              <a:spcAft>
                <a:spcPts val="0"/>
              </a:spcAft>
              <a:buClr>
                <a:srgbClr val="000000"/>
              </a:buClr>
              <a:buSzPts val="1000"/>
              <a:buNone/>
              <a:defRPr sz="1000">
                <a:solidFill>
                  <a:srgbClr val="000000"/>
                </a:solidFill>
              </a:defRPr>
            </a:lvl2pPr>
            <a:lvl3pPr lvl="2">
              <a:spcBef>
                <a:spcPts val="0"/>
              </a:spcBef>
              <a:spcAft>
                <a:spcPts val="0"/>
              </a:spcAft>
              <a:buClr>
                <a:srgbClr val="000000"/>
              </a:buClr>
              <a:buSzPts val="1000"/>
              <a:buNone/>
              <a:defRPr sz="1000">
                <a:solidFill>
                  <a:srgbClr val="000000"/>
                </a:solidFill>
              </a:defRPr>
            </a:lvl3pPr>
            <a:lvl4pPr lvl="3">
              <a:spcBef>
                <a:spcPts val="0"/>
              </a:spcBef>
              <a:spcAft>
                <a:spcPts val="0"/>
              </a:spcAft>
              <a:buClr>
                <a:srgbClr val="000000"/>
              </a:buClr>
              <a:buSzPts val="1000"/>
              <a:buNone/>
              <a:defRPr sz="1000">
                <a:solidFill>
                  <a:srgbClr val="000000"/>
                </a:solidFill>
              </a:defRPr>
            </a:lvl4pPr>
            <a:lvl5pPr lvl="4">
              <a:spcBef>
                <a:spcPts val="0"/>
              </a:spcBef>
              <a:spcAft>
                <a:spcPts val="0"/>
              </a:spcAft>
              <a:buClr>
                <a:srgbClr val="000000"/>
              </a:buClr>
              <a:buSzPts val="1000"/>
              <a:buNone/>
              <a:defRPr sz="1000">
                <a:solidFill>
                  <a:srgbClr val="000000"/>
                </a:solidFill>
              </a:defRPr>
            </a:lvl5pPr>
            <a:lvl6pPr lvl="5">
              <a:spcBef>
                <a:spcPts val="0"/>
              </a:spcBef>
              <a:spcAft>
                <a:spcPts val="0"/>
              </a:spcAft>
              <a:buClr>
                <a:srgbClr val="000000"/>
              </a:buClr>
              <a:buSzPts val="1000"/>
              <a:buNone/>
              <a:defRPr sz="1000">
                <a:solidFill>
                  <a:srgbClr val="000000"/>
                </a:solidFill>
              </a:defRPr>
            </a:lvl6pPr>
            <a:lvl7pPr lvl="6">
              <a:spcBef>
                <a:spcPts val="0"/>
              </a:spcBef>
              <a:spcAft>
                <a:spcPts val="0"/>
              </a:spcAft>
              <a:buClr>
                <a:srgbClr val="000000"/>
              </a:buClr>
              <a:buSzPts val="1000"/>
              <a:buNone/>
              <a:defRPr sz="1000">
                <a:solidFill>
                  <a:srgbClr val="000000"/>
                </a:solidFill>
              </a:defRPr>
            </a:lvl7pPr>
            <a:lvl8pPr lvl="7">
              <a:spcBef>
                <a:spcPts val="0"/>
              </a:spcBef>
              <a:spcAft>
                <a:spcPts val="0"/>
              </a:spcAft>
              <a:buClr>
                <a:srgbClr val="000000"/>
              </a:buClr>
              <a:buSzPts val="1000"/>
              <a:buNone/>
              <a:defRPr sz="1000">
                <a:solidFill>
                  <a:srgbClr val="000000"/>
                </a:solidFill>
              </a:defRPr>
            </a:lvl8pPr>
            <a:lvl9pPr lvl="8">
              <a:spcBef>
                <a:spcPts val="0"/>
              </a:spcBef>
              <a:spcAft>
                <a:spcPts val="0"/>
              </a:spcAft>
              <a:buClr>
                <a:srgbClr val="000000"/>
              </a:buClr>
              <a:buSzPts val="1000"/>
              <a:buNone/>
              <a:defRPr sz="1000">
                <a:solidFill>
                  <a:srgbClr val="000000"/>
                </a:solidFill>
              </a:defRPr>
            </a:lvl9pPr>
          </a:lstStyle>
          <a:p/>
        </p:txBody>
      </p:sp>
      <p:sp>
        <p:nvSpPr>
          <p:cNvPr id="6262" name="Google Shape;6262;p104"/>
          <p:cNvSpPr txBox="1"/>
          <p:nvPr>
            <p:ph idx="1" type="body"/>
          </p:nvPr>
        </p:nvSpPr>
        <p:spPr>
          <a:xfrm>
            <a:off x="641150" y="612125"/>
            <a:ext cx="1770300" cy="160500"/>
          </a:xfrm>
          <a:prstGeom prst="rect">
            <a:avLst/>
          </a:prstGeom>
          <a:noFill/>
          <a:ln>
            <a:noFill/>
          </a:ln>
        </p:spPr>
        <p:txBody>
          <a:bodyPr anchorCtr="0" anchor="t" bIns="0" lIns="0" spcFirstLastPara="1" rIns="0" wrap="square" tIns="0">
            <a:noAutofit/>
          </a:bodyPr>
          <a:lstStyle>
            <a:lvl1pPr indent="-292100" lvl="0" marL="457200" algn="ctr">
              <a:spcBef>
                <a:spcPts val="0"/>
              </a:spcBef>
              <a:spcAft>
                <a:spcPts val="0"/>
              </a:spcAft>
              <a:buClr>
                <a:srgbClr val="FFFFFF"/>
              </a:buClr>
              <a:buSzPts val="1000"/>
              <a:buChar char="●"/>
              <a:defRPr sz="1000">
                <a:solidFill>
                  <a:srgbClr val="FFFFFF"/>
                </a:solidFill>
              </a:defRPr>
            </a:lvl1pPr>
            <a:lvl2pPr indent="-292100" lvl="1" marL="914400" algn="ctr">
              <a:spcBef>
                <a:spcPts val="0"/>
              </a:spcBef>
              <a:spcAft>
                <a:spcPts val="0"/>
              </a:spcAft>
              <a:buClr>
                <a:srgbClr val="FFFFFF"/>
              </a:buClr>
              <a:buSzPts val="1000"/>
              <a:buChar char="○"/>
              <a:defRPr sz="1000">
                <a:solidFill>
                  <a:srgbClr val="FFFFFF"/>
                </a:solidFill>
              </a:defRPr>
            </a:lvl2pPr>
            <a:lvl3pPr indent="-292100" lvl="2" marL="1371600" algn="ctr">
              <a:spcBef>
                <a:spcPts val="0"/>
              </a:spcBef>
              <a:spcAft>
                <a:spcPts val="0"/>
              </a:spcAft>
              <a:buClr>
                <a:srgbClr val="FFFFFF"/>
              </a:buClr>
              <a:buSzPts val="1000"/>
              <a:buChar char="■"/>
              <a:defRPr sz="1000">
                <a:solidFill>
                  <a:srgbClr val="FFFFFF"/>
                </a:solidFill>
              </a:defRPr>
            </a:lvl3pPr>
            <a:lvl4pPr indent="-292100" lvl="3" marL="1828800" algn="ctr">
              <a:spcBef>
                <a:spcPts val="0"/>
              </a:spcBef>
              <a:spcAft>
                <a:spcPts val="0"/>
              </a:spcAft>
              <a:buClr>
                <a:srgbClr val="FFFFFF"/>
              </a:buClr>
              <a:buSzPts val="1000"/>
              <a:buChar char="●"/>
              <a:defRPr sz="1000">
                <a:solidFill>
                  <a:srgbClr val="FFFFFF"/>
                </a:solidFill>
              </a:defRPr>
            </a:lvl4pPr>
            <a:lvl5pPr indent="-292100" lvl="4" marL="2286000" algn="ctr">
              <a:spcBef>
                <a:spcPts val="0"/>
              </a:spcBef>
              <a:spcAft>
                <a:spcPts val="0"/>
              </a:spcAft>
              <a:buClr>
                <a:srgbClr val="FFFFFF"/>
              </a:buClr>
              <a:buSzPts val="1000"/>
              <a:buChar char="○"/>
              <a:defRPr sz="1000">
                <a:solidFill>
                  <a:srgbClr val="FFFFFF"/>
                </a:solidFill>
              </a:defRPr>
            </a:lvl5pPr>
            <a:lvl6pPr indent="-292100" lvl="5" marL="2743200" algn="ctr">
              <a:spcBef>
                <a:spcPts val="0"/>
              </a:spcBef>
              <a:spcAft>
                <a:spcPts val="0"/>
              </a:spcAft>
              <a:buClr>
                <a:srgbClr val="FFFFFF"/>
              </a:buClr>
              <a:buSzPts val="1000"/>
              <a:buChar char="■"/>
              <a:defRPr sz="1000">
                <a:solidFill>
                  <a:srgbClr val="FFFFFF"/>
                </a:solidFill>
              </a:defRPr>
            </a:lvl6pPr>
            <a:lvl7pPr indent="-292100" lvl="6" marL="3200400" algn="ctr">
              <a:spcBef>
                <a:spcPts val="0"/>
              </a:spcBef>
              <a:spcAft>
                <a:spcPts val="0"/>
              </a:spcAft>
              <a:buClr>
                <a:srgbClr val="FFFFFF"/>
              </a:buClr>
              <a:buSzPts val="1000"/>
              <a:buChar char="●"/>
              <a:defRPr sz="1000">
                <a:solidFill>
                  <a:srgbClr val="FFFFFF"/>
                </a:solidFill>
              </a:defRPr>
            </a:lvl7pPr>
            <a:lvl8pPr indent="-292100" lvl="7" marL="3657600" algn="ctr">
              <a:spcBef>
                <a:spcPts val="0"/>
              </a:spcBef>
              <a:spcAft>
                <a:spcPts val="0"/>
              </a:spcAft>
              <a:buClr>
                <a:srgbClr val="FFFFFF"/>
              </a:buClr>
              <a:buSzPts val="1000"/>
              <a:buChar char="○"/>
              <a:defRPr sz="1000">
                <a:solidFill>
                  <a:srgbClr val="FFFFFF"/>
                </a:solidFill>
              </a:defRPr>
            </a:lvl8pPr>
            <a:lvl9pPr indent="-292100" lvl="8" marL="4114800" algn="ctr">
              <a:spcBef>
                <a:spcPts val="0"/>
              </a:spcBef>
              <a:spcAft>
                <a:spcPts val="0"/>
              </a:spcAft>
              <a:buClr>
                <a:srgbClr val="FFFFFF"/>
              </a:buClr>
              <a:buSzPts val="1000"/>
              <a:buChar char="■"/>
              <a:defRPr sz="1000">
                <a:solidFill>
                  <a:srgbClr val="FFFFFF"/>
                </a:solidFill>
              </a:defRPr>
            </a:lvl9pPr>
          </a:lstStyle>
          <a:p/>
        </p:txBody>
      </p:sp>
      <p:sp>
        <p:nvSpPr>
          <p:cNvPr id="6263" name="Google Shape;6263;p104"/>
          <p:cNvSpPr txBox="1"/>
          <p:nvPr/>
        </p:nvSpPr>
        <p:spPr>
          <a:xfrm>
            <a:off x="84825" y="598125"/>
            <a:ext cx="595500" cy="205800"/>
          </a:xfrm>
          <a:prstGeom prst="rect">
            <a:avLst/>
          </a:prstGeom>
          <a:noFill/>
          <a:ln>
            <a:noFill/>
          </a:ln>
        </p:spPr>
        <p:txBody>
          <a:bodyPr anchorCtr="0" anchor="t" bIns="18000" lIns="18000" spcFirstLastPara="1" rIns="18000" wrap="square" tIns="18000">
            <a:spAutoFit/>
          </a:bodyPr>
          <a:lstStyle/>
          <a:p>
            <a:pPr indent="0" lvl="0" marL="0" rtl="0" algn="l">
              <a:spcBef>
                <a:spcPts val="0"/>
              </a:spcBef>
              <a:spcAft>
                <a:spcPts val="0"/>
              </a:spcAft>
              <a:buNone/>
            </a:pPr>
            <a:r>
              <a:rPr lang="es-419" sz="1100">
                <a:solidFill>
                  <a:srgbClr val="FFFFFF"/>
                </a:solidFill>
              </a:rPr>
              <a:t>Nombre:</a:t>
            </a:r>
            <a:endParaRPr sz="1100">
              <a:solidFill>
                <a:srgbClr val="FFFFFF"/>
              </a:solidFill>
            </a:endParaRPr>
          </a:p>
        </p:txBody>
      </p:sp>
      <p:sp>
        <p:nvSpPr>
          <p:cNvPr id="6264" name="Google Shape;6264;p104"/>
          <p:cNvSpPr/>
          <p:nvPr/>
        </p:nvSpPr>
        <p:spPr>
          <a:xfrm>
            <a:off x="-1396550" y="760700"/>
            <a:ext cx="748200" cy="6079200"/>
          </a:xfrm>
          <a:prstGeom prst="roundRect">
            <a:avLst>
              <a:gd fmla="val 11877" name="adj"/>
            </a:avLst>
          </a:prstGeom>
          <a:solidFill>
            <a:srgbClr val="F3F3F3"/>
          </a:solidFill>
          <a:ln cap="flat" cmpd="sng" w="9525">
            <a:solidFill>
              <a:srgbClr val="F3F3F3"/>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t" bIns="54000" lIns="72000" spcFirstLastPara="1" rIns="72000" wrap="square" tIns="54000">
            <a:noAutofit/>
          </a:bodyPr>
          <a:lstStyle/>
          <a:p>
            <a:pPr indent="0" lvl="0" marL="0" rtl="0" algn="ctr">
              <a:spcBef>
                <a:spcPts val="0"/>
              </a:spcBef>
              <a:spcAft>
                <a:spcPts val="0"/>
              </a:spcAft>
              <a:buNone/>
            </a:pPr>
            <a:r>
              <a:rPr i="1" lang="es-419"/>
              <a:t>Paleta</a:t>
            </a:r>
            <a:endParaRPr i="1"/>
          </a:p>
        </p:txBody>
      </p:sp>
    </p:spTree>
  </p:cSld>
  <p:clrMapOvr>
    <a:masterClrMapping/>
  </p:clrMapOvr>
</p:sldLayout>
</file>

<file path=ppt/slideLayouts/slideLayout10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4.2 Definición de Proceso de Negocio">
  <p:cSld name="TITLE_3_6_1_1_1_1_1_1_1_1_1_1_1_1_1_1_1">
    <p:spTree>
      <p:nvGrpSpPr>
        <p:cNvPr id="6265" name="Shape 6265"/>
        <p:cNvGrpSpPr/>
        <p:nvPr/>
      </p:nvGrpSpPr>
      <p:grpSpPr>
        <a:xfrm>
          <a:off x="0" y="0"/>
          <a:ext cx="0" cy="0"/>
          <a:chOff x="0" y="0"/>
          <a:chExt cx="0" cy="0"/>
        </a:xfrm>
      </p:grpSpPr>
      <p:sp>
        <p:nvSpPr>
          <p:cNvPr id="6266" name="Google Shape;6266;p105"/>
          <p:cNvSpPr/>
          <p:nvPr/>
        </p:nvSpPr>
        <p:spPr>
          <a:xfrm>
            <a:off x="77688" y="358938"/>
            <a:ext cx="9935700" cy="6438000"/>
          </a:xfrm>
          <a:prstGeom prst="roundRect">
            <a:avLst>
              <a:gd fmla="val 2618" name="adj"/>
            </a:avLst>
          </a:prstGeom>
          <a:solidFill>
            <a:srgbClr val="FFFFFF"/>
          </a:solidFill>
          <a:ln cap="flat" cmpd="sng" w="38100">
            <a:solidFill>
              <a:srgbClr val="000000"/>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267" name="Google Shape;6267;p105"/>
          <p:cNvCxnSpPr/>
          <p:nvPr/>
        </p:nvCxnSpPr>
        <p:spPr>
          <a:xfrm>
            <a:off x="77688" y="772614"/>
            <a:ext cx="9935700" cy="0"/>
          </a:xfrm>
          <a:prstGeom prst="straightConnector1">
            <a:avLst/>
          </a:prstGeom>
          <a:noFill/>
          <a:ln cap="flat" cmpd="sng" w="19050">
            <a:solidFill>
              <a:srgbClr val="000000"/>
            </a:solidFill>
            <a:prstDash val="solid"/>
            <a:round/>
            <a:headEnd len="med" w="med" type="none"/>
            <a:tailEnd len="med" w="med" type="none"/>
          </a:ln>
        </p:spPr>
      </p:cxnSp>
      <p:cxnSp>
        <p:nvCxnSpPr>
          <p:cNvPr id="6268" name="Google Shape;6268;p105"/>
          <p:cNvCxnSpPr/>
          <p:nvPr/>
        </p:nvCxnSpPr>
        <p:spPr>
          <a:xfrm rot="10800000">
            <a:off x="2439038" y="368188"/>
            <a:ext cx="0" cy="402300"/>
          </a:xfrm>
          <a:prstGeom prst="straightConnector1">
            <a:avLst/>
          </a:prstGeom>
          <a:noFill/>
          <a:ln cap="flat" cmpd="sng" w="19050">
            <a:solidFill>
              <a:srgbClr val="000000"/>
            </a:solidFill>
            <a:prstDash val="solid"/>
            <a:round/>
            <a:headEnd len="med" w="med" type="none"/>
            <a:tailEnd len="med" w="med" type="none"/>
          </a:ln>
        </p:spPr>
      </p:cxnSp>
      <p:sp>
        <p:nvSpPr>
          <p:cNvPr id="6269" name="Google Shape;6269;p105"/>
          <p:cNvSpPr txBox="1"/>
          <p:nvPr>
            <p:ph type="title"/>
          </p:nvPr>
        </p:nvSpPr>
        <p:spPr>
          <a:xfrm flipH="1">
            <a:off x="3219174" y="437575"/>
            <a:ext cx="1731300" cy="2658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200"/>
              <a:buNone/>
              <a:defRPr sz="1200">
                <a:solidFill>
                  <a:srgbClr val="000000"/>
                </a:solidFill>
              </a:defRPr>
            </a:lvl1pPr>
            <a:lvl2pPr lvl="1">
              <a:spcBef>
                <a:spcPts val="0"/>
              </a:spcBef>
              <a:spcAft>
                <a:spcPts val="0"/>
              </a:spcAft>
              <a:buClr>
                <a:srgbClr val="000000"/>
              </a:buClr>
              <a:buSzPts val="1100"/>
              <a:buNone/>
              <a:defRPr sz="1100">
                <a:solidFill>
                  <a:srgbClr val="000000"/>
                </a:solidFill>
              </a:defRPr>
            </a:lvl2pPr>
            <a:lvl3pPr lvl="2">
              <a:spcBef>
                <a:spcPts val="0"/>
              </a:spcBef>
              <a:spcAft>
                <a:spcPts val="0"/>
              </a:spcAft>
              <a:buClr>
                <a:srgbClr val="000000"/>
              </a:buClr>
              <a:buSzPts val="1100"/>
              <a:buNone/>
              <a:defRPr sz="1100">
                <a:solidFill>
                  <a:srgbClr val="000000"/>
                </a:solidFill>
              </a:defRPr>
            </a:lvl3pPr>
            <a:lvl4pPr lvl="3">
              <a:spcBef>
                <a:spcPts val="0"/>
              </a:spcBef>
              <a:spcAft>
                <a:spcPts val="0"/>
              </a:spcAft>
              <a:buClr>
                <a:srgbClr val="000000"/>
              </a:buClr>
              <a:buSzPts val="1100"/>
              <a:buNone/>
              <a:defRPr sz="1100">
                <a:solidFill>
                  <a:srgbClr val="000000"/>
                </a:solidFill>
              </a:defRPr>
            </a:lvl4pPr>
            <a:lvl5pPr lvl="4">
              <a:spcBef>
                <a:spcPts val="0"/>
              </a:spcBef>
              <a:spcAft>
                <a:spcPts val="0"/>
              </a:spcAft>
              <a:buClr>
                <a:srgbClr val="000000"/>
              </a:buClr>
              <a:buSzPts val="1100"/>
              <a:buNone/>
              <a:defRPr sz="1100">
                <a:solidFill>
                  <a:srgbClr val="000000"/>
                </a:solidFill>
              </a:defRPr>
            </a:lvl5pPr>
            <a:lvl6pPr lvl="5">
              <a:spcBef>
                <a:spcPts val="0"/>
              </a:spcBef>
              <a:spcAft>
                <a:spcPts val="0"/>
              </a:spcAft>
              <a:buClr>
                <a:srgbClr val="000000"/>
              </a:buClr>
              <a:buSzPts val="1100"/>
              <a:buNone/>
              <a:defRPr sz="1100">
                <a:solidFill>
                  <a:srgbClr val="000000"/>
                </a:solidFill>
              </a:defRPr>
            </a:lvl6pPr>
            <a:lvl7pPr lvl="6">
              <a:spcBef>
                <a:spcPts val="0"/>
              </a:spcBef>
              <a:spcAft>
                <a:spcPts val="0"/>
              </a:spcAft>
              <a:buClr>
                <a:srgbClr val="000000"/>
              </a:buClr>
              <a:buSzPts val="1100"/>
              <a:buNone/>
              <a:defRPr sz="1100">
                <a:solidFill>
                  <a:srgbClr val="000000"/>
                </a:solidFill>
              </a:defRPr>
            </a:lvl7pPr>
            <a:lvl8pPr lvl="7">
              <a:spcBef>
                <a:spcPts val="0"/>
              </a:spcBef>
              <a:spcAft>
                <a:spcPts val="0"/>
              </a:spcAft>
              <a:buClr>
                <a:srgbClr val="000000"/>
              </a:buClr>
              <a:buSzPts val="1100"/>
              <a:buNone/>
              <a:defRPr sz="1100">
                <a:solidFill>
                  <a:srgbClr val="000000"/>
                </a:solidFill>
              </a:defRPr>
            </a:lvl8pPr>
            <a:lvl9pPr lvl="8">
              <a:spcBef>
                <a:spcPts val="0"/>
              </a:spcBef>
              <a:spcAft>
                <a:spcPts val="0"/>
              </a:spcAft>
              <a:buClr>
                <a:srgbClr val="000000"/>
              </a:buClr>
              <a:buSzPts val="1100"/>
              <a:buNone/>
              <a:defRPr sz="1100">
                <a:solidFill>
                  <a:srgbClr val="000000"/>
                </a:solidFill>
              </a:defRPr>
            </a:lvl9pPr>
          </a:lstStyle>
          <a:p/>
        </p:txBody>
      </p:sp>
      <p:sp>
        <p:nvSpPr>
          <p:cNvPr id="6270" name="Google Shape;6270;p105"/>
          <p:cNvSpPr txBox="1"/>
          <p:nvPr/>
        </p:nvSpPr>
        <p:spPr>
          <a:xfrm>
            <a:off x="2513487" y="437267"/>
            <a:ext cx="679500" cy="2664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b="1" lang="es-419" sz="1100"/>
              <a:t>Empresa:</a:t>
            </a:r>
            <a:endParaRPr b="1" sz="1100"/>
          </a:p>
        </p:txBody>
      </p:sp>
      <p:cxnSp>
        <p:nvCxnSpPr>
          <p:cNvPr id="6271" name="Google Shape;6271;p105"/>
          <p:cNvCxnSpPr/>
          <p:nvPr/>
        </p:nvCxnSpPr>
        <p:spPr>
          <a:xfrm rot="10800000">
            <a:off x="5070754" y="368188"/>
            <a:ext cx="0" cy="402300"/>
          </a:xfrm>
          <a:prstGeom prst="straightConnector1">
            <a:avLst/>
          </a:prstGeom>
          <a:noFill/>
          <a:ln cap="flat" cmpd="sng" w="19050">
            <a:solidFill>
              <a:srgbClr val="000000"/>
            </a:solidFill>
            <a:prstDash val="solid"/>
            <a:round/>
            <a:headEnd len="med" w="med" type="none"/>
            <a:tailEnd len="med" w="med" type="none"/>
          </a:ln>
        </p:spPr>
      </p:cxnSp>
      <p:sp>
        <p:nvSpPr>
          <p:cNvPr id="6272" name="Google Shape;6272;p105"/>
          <p:cNvSpPr txBox="1"/>
          <p:nvPr/>
        </p:nvSpPr>
        <p:spPr>
          <a:xfrm>
            <a:off x="5191013" y="387663"/>
            <a:ext cx="13026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Finalidad empresa:</a:t>
            </a:r>
            <a:endParaRPr b="1" sz="1100"/>
          </a:p>
        </p:txBody>
      </p:sp>
      <p:sp>
        <p:nvSpPr>
          <p:cNvPr id="6273" name="Google Shape;6273;p105"/>
          <p:cNvSpPr txBox="1"/>
          <p:nvPr/>
        </p:nvSpPr>
        <p:spPr>
          <a:xfrm>
            <a:off x="5191013" y="579538"/>
            <a:ext cx="11637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Finalidad cliente:</a:t>
            </a:r>
            <a:endParaRPr b="1" sz="1100"/>
          </a:p>
        </p:txBody>
      </p:sp>
      <p:sp>
        <p:nvSpPr>
          <p:cNvPr id="6274" name="Google Shape;6274;p105"/>
          <p:cNvSpPr/>
          <p:nvPr/>
        </p:nvSpPr>
        <p:spPr>
          <a:xfrm>
            <a:off x="77688" y="349338"/>
            <a:ext cx="2361300" cy="421200"/>
          </a:xfrm>
          <a:prstGeom prst="roundRect">
            <a:avLst>
              <a:gd fmla="val 50000" name="adj"/>
            </a:avLst>
          </a:prstGeom>
          <a:solidFill>
            <a:srgbClr val="000000"/>
          </a:solidFill>
          <a:ln cap="flat" cmpd="sng" w="9525">
            <a:solidFill>
              <a:srgbClr val="000000"/>
            </a:solidFill>
            <a:prstDash val="solid"/>
            <a:round/>
            <a:headEnd len="sm" w="sm" type="none"/>
            <a:tailEnd len="sm" w="sm" type="none"/>
          </a:ln>
        </p:spPr>
        <p:txBody>
          <a:bodyPr anchorCtr="0" anchor="ctr" bIns="91425" lIns="0" spcFirstLastPara="1" rIns="0" wrap="square" tIns="91425">
            <a:noAutofit/>
          </a:bodyPr>
          <a:lstStyle/>
          <a:p>
            <a:pPr indent="0" lvl="0" marL="0" rtl="0" algn="ctr">
              <a:spcBef>
                <a:spcPts val="0"/>
              </a:spcBef>
              <a:spcAft>
                <a:spcPts val="0"/>
              </a:spcAft>
              <a:buNone/>
            </a:pPr>
            <a:r>
              <a:rPr b="1" lang="es-419" sz="1100">
                <a:solidFill>
                  <a:srgbClr val="FFFFFF"/>
                </a:solidFill>
              </a:rPr>
              <a:t>Definición Proceso de Negocio</a:t>
            </a:r>
            <a:endParaRPr b="1" sz="1100">
              <a:solidFill>
                <a:srgbClr val="FFFFFF"/>
              </a:solidFill>
            </a:endParaRPr>
          </a:p>
          <a:p>
            <a:pPr indent="0" lvl="0" marL="0" rtl="0" algn="ctr">
              <a:spcBef>
                <a:spcPts val="0"/>
              </a:spcBef>
              <a:spcAft>
                <a:spcPts val="0"/>
              </a:spcAft>
              <a:buNone/>
            </a:pPr>
            <a:r>
              <a:t/>
            </a:r>
            <a:endParaRPr b="1" sz="1200">
              <a:solidFill>
                <a:srgbClr val="FFFFFF"/>
              </a:solidFill>
            </a:endParaRPr>
          </a:p>
        </p:txBody>
      </p:sp>
      <p:sp>
        <p:nvSpPr>
          <p:cNvPr id="6275" name="Google Shape;6275;p105"/>
          <p:cNvSpPr/>
          <p:nvPr/>
        </p:nvSpPr>
        <p:spPr>
          <a:xfrm>
            <a:off x="83988" y="595504"/>
            <a:ext cx="190200" cy="1692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6" name="Google Shape;6276;p105"/>
          <p:cNvSpPr/>
          <p:nvPr/>
        </p:nvSpPr>
        <p:spPr>
          <a:xfrm>
            <a:off x="2350598" y="358950"/>
            <a:ext cx="88500" cy="4023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7" name="Google Shape;6277;p105"/>
          <p:cNvSpPr txBox="1"/>
          <p:nvPr>
            <p:ph idx="2" type="title"/>
          </p:nvPr>
        </p:nvSpPr>
        <p:spPr>
          <a:xfrm flipH="1">
            <a:off x="6546263" y="387663"/>
            <a:ext cx="3350100" cy="1692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000"/>
              <a:buNone/>
              <a:defRPr sz="1000">
                <a:solidFill>
                  <a:srgbClr val="000000"/>
                </a:solidFill>
              </a:defRPr>
            </a:lvl1pPr>
            <a:lvl2pPr lvl="1">
              <a:spcBef>
                <a:spcPts val="0"/>
              </a:spcBef>
              <a:spcAft>
                <a:spcPts val="0"/>
              </a:spcAft>
              <a:buClr>
                <a:srgbClr val="000000"/>
              </a:buClr>
              <a:buSzPts val="1000"/>
              <a:buNone/>
              <a:defRPr sz="1000">
                <a:solidFill>
                  <a:srgbClr val="000000"/>
                </a:solidFill>
              </a:defRPr>
            </a:lvl2pPr>
            <a:lvl3pPr lvl="2">
              <a:spcBef>
                <a:spcPts val="0"/>
              </a:spcBef>
              <a:spcAft>
                <a:spcPts val="0"/>
              </a:spcAft>
              <a:buClr>
                <a:srgbClr val="000000"/>
              </a:buClr>
              <a:buSzPts val="1000"/>
              <a:buNone/>
              <a:defRPr sz="1000">
                <a:solidFill>
                  <a:srgbClr val="000000"/>
                </a:solidFill>
              </a:defRPr>
            </a:lvl3pPr>
            <a:lvl4pPr lvl="3">
              <a:spcBef>
                <a:spcPts val="0"/>
              </a:spcBef>
              <a:spcAft>
                <a:spcPts val="0"/>
              </a:spcAft>
              <a:buClr>
                <a:srgbClr val="000000"/>
              </a:buClr>
              <a:buSzPts val="1000"/>
              <a:buNone/>
              <a:defRPr sz="1000">
                <a:solidFill>
                  <a:srgbClr val="000000"/>
                </a:solidFill>
              </a:defRPr>
            </a:lvl4pPr>
            <a:lvl5pPr lvl="4">
              <a:spcBef>
                <a:spcPts val="0"/>
              </a:spcBef>
              <a:spcAft>
                <a:spcPts val="0"/>
              </a:spcAft>
              <a:buClr>
                <a:srgbClr val="000000"/>
              </a:buClr>
              <a:buSzPts val="1000"/>
              <a:buNone/>
              <a:defRPr sz="1000">
                <a:solidFill>
                  <a:srgbClr val="000000"/>
                </a:solidFill>
              </a:defRPr>
            </a:lvl5pPr>
            <a:lvl6pPr lvl="5">
              <a:spcBef>
                <a:spcPts val="0"/>
              </a:spcBef>
              <a:spcAft>
                <a:spcPts val="0"/>
              </a:spcAft>
              <a:buClr>
                <a:srgbClr val="000000"/>
              </a:buClr>
              <a:buSzPts val="1000"/>
              <a:buNone/>
              <a:defRPr sz="1000">
                <a:solidFill>
                  <a:srgbClr val="000000"/>
                </a:solidFill>
              </a:defRPr>
            </a:lvl6pPr>
            <a:lvl7pPr lvl="6">
              <a:spcBef>
                <a:spcPts val="0"/>
              </a:spcBef>
              <a:spcAft>
                <a:spcPts val="0"/>
              </a:spcAft>
              <a:buClr>
                <a:srgbClr val="000000"/>
              </a:buClr>
              <a:buSzPts val="1000"/>
              <a:buNone/>
              <a:defRPr sz="1000">
                <a:solidFill>
                  <a:srgbClr val="000000"/>
                </a:solidFill>
              </a:defRPr>
            </a:lvl7pPr>
            <a:lvl8pPr lvl="7">
              <a:spcBef>
                <a:spcPts val="0"/>
              </a:spcBef>
              <a:spcAft>
                <a:spcPts val="0"/>
              </a:spcAft>
              <a:buClr>
                <a:srgbClr val="000000"/>
              </a:buClr>
              <a:buSzPts val="1000"/>
              <a:buNone/>
              <a:defRPr sz="1000">
                <a:solidFill>
                  <a:srgbClr val="000000"/>
                </a:solidFill>
              </a:defRPr>
            </a:lvl8pPr>
            <a:lvl9pPr lvl="8">
              <a:spcBef>
                <a:spcPts val="0"/>
              </a:spcBef>
              <a:spcAft>
                <a:spcPts val="0"/>
              </a:spcAft>
              <a:buClr>
                <a:srgbClr val="000000"/>
              </a:buClr>
              <a:buSzPts val="1000"/>
              <a:buNone/>
              <a:defRPr sz="1000">
                <a:solidFill>
                  <a:srgbClr val="000000"/>
                </a:solidFill>
              </a:defRPr>
            </a:lvl9pPr>
          </a:lstStyle>
          <a:p/>
        </p:txBody>
      </p:sp>
      <p:sp>
        <p:nvSpPr>
          <p:cNvPr id="6278" name="Google Shape;6278;p105"/>
          <p:cNvSpPr txBox="1"/>
          <p:nvPr>
            <p:ph idx="3" type="title"/>
          </p:nvPr>
        </p:nvSpPr>
        <p:spPr>
          <a:xfrm flipH="1">
            <a:off x="6546263" y="579538"/>
            <a:ext cx="3350100" cy="1692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000"/>
              <a:buNone/>
              <a:defRPr sz="1000">
                <a:solidFill>
                  <a:srgbClr val="000000"/>
                </a:solidFill>
              </a:defRPr>
            </a:lvl1pPr>
            <a:lvl2pPr lvl="1">
              <a:spcBef>
                <a:spcPts val="0"/>
              </a:spcBef>
              <a:spcAft>
                <a:spcPts val="0"/>
              </a:spcAft>
              <a:buClr>
                <a:srgbClr val="000000"/>
              </a:buClr>
              <a:buSzPts val="1000"/>
              <a:buNone/>
              <a:defRPr sz="1000">
                <a:solidFill>
                  <a:srgbClr val="000000"/>
                </a:solidFill>
              </a:defRPr>
            </a:lvl2pPr>
            <a:lvl3pPr lvl="2">
              <a:spcBef>
                <a:spcPts val="0"/>
              </a:spcBef>
              <a:spcAft>
                <a:spcPts val="0"/>
              </a:spcAft>
              <a:buClr>
                <a:srgbClr val="000000"/>
              </a:buClr>
              <a:buSzPts val="1000"/>
              <a:buNone/>
              <a:defRPr sz="1000">
                <a:solidFill>
                  <a:srgbClr val="000000"/>
                </a:solidFill>
              </a:defRPr>
            </a:lvl3pPr>
            <a:lvl4pPr lvl="3">
              <a:spcBef>
                <a:spcPts val="0"/>
              </a:spcBef>
              <a:spcAft>
                <a:spcPts val="0"/>
              </a:spcAft>
              <a:buClr>
                <a:srgbClr val="000000"/>
              </a:buClr>
              <a:buSzPts val="1000"/>
              <a:buNone/>
              <a:defRPr sz="1000">
                <a:solidFill>
                  <a:srgbClr val="000000"/>
                </a:solidFill>
              </a:defRPr>
            </a:lvl4pPr>
            <a:lvl5pPr lvl="4">
              <a:spcBef>
                <a:spcPts val="0"/>
              </a:spcBef>
              <a:spcAft>
                <a:spcPts val="0"/>
              </a:spcAft>
              <a:buClr>
                <a:srgbClr val="000000"/>
              </a:buClr>
              <a:buSzPts val="1000"/>
              <a:buNone/>
              <a:defRPr sz="1000">
                <a:solidFill>
                  <a:srgbClr val="000000"/>
                </a:solidFill>
              </a:defRPr>
            </a:lvl5pPr>
            <a:lvl6pPr lvl="5">
              <a:spcBef>
                <a:spcPts val="0"/>
              </a:spcBef>
              <a:spcAft>
                <a:spcPts val="0"/>
              </a:spcAft>
              <a:buClr>
                <a:srgbClr val="000000"/>
              </a:buClr>
              <a:buSzPts val="1000"/>
              <a:buNone/>
              <a:defRPr sz="1000">
                <a:solidFill>
                  <a:srgbClr val="000000"/>
                </a:solidFill>
              </a:defRPr>
            </a:lvl6pPr>
            <a:lvl7pPr lvl="6">
              <a:spcBef>
                <a:spcPts val="0"/>
              </a:spcBef>
              <a:spcAft>
                <a:spcPts val="0"/>
              </a:spcAft>
              <a:buClr>
                <a:srgbClr val="000000"/>
              </a:buClr>
              <a:buSzPts val="1000"/>
              <a:buNone/>
              <a:defRPr sz="1000">
                <a:solidFill>
                  <a:srgbClr val="000000"/>
                </a:solidFill>
              </a:defRPr>
            </a:lvl7pPr>
            <a:lvl8pPr lvl="7">
              <a:spcBef>
                <a:spcPts val="0"/>
              </a:spcBef>
              <a:spcAft>
                <a:spcPts val="0"/>
              </a:spcAft>
              <a:buClr>
                <a:srgbClr val="000000"/>
              </a:buClr>
              <a:buSzPts val="1000"/>
              <a:buNone/>
              <a:defRPr sz="1000">
                <a:solidFill>
                  <a:srgbClr val="000000"/>
                </a:solidFill>
              </a:defRPr>
            </a:lvl8pPr>
            <a:lvl9pPr lvl="8">
              <a:spcBef>
                <a:spcPts val="0"/>
              </a:spcBef>
              <a:spcAft>
                <a:spcPts val="0"/>
              </a:spcAft>
              <a:buClr>
                <a:srgbClr val="000000"/>
              </a:buClr>
              <a:buSzPts val="1000"/>
              <a:buNone/>
              <a:defRPr sz="1000">
                <a:solidFill>
                  <a:srgbClr val="000000"/>
                </a:solidFill>
              </a:defRPr>
            </a:lvl9pPr>
          </a:lstStyle>
          <a:p/>
        </p:txBody>
      </p:sp>
      <p:cxnSp>
        <p:nvCxnSpPr>
          <p:cNvPr id="6279" name="Google Shape;6279;p105"/>
          <p:cNvCxnSpPr/>
          <p:nvPr/>
        </p:nvCxnSpPr>
        <p:spPr>
          <a:xfrm>
            <a:off x="5104406" y="929748"/>
            <a:ext cx="0" cy="5689200"/>
          </a:xfrm>
          <a:prstGeom prst="straightConnector1">
            <a:avLst/>
          </a:prstGeom>
          <a:noFill/>
          <a:ln cap="flat" cmpd="sng" w="19050">
            <a:solidFill>
              <a:srgbClr val="D9D9D9"/>
            </a:solidFill>
            <a:prstDash val="dash"/>
            <a:round/>
            <a:headEnd len="med" w="med" type="none"/>
            <a:tailEnd len="med" w="med" type="none"/>
          </a:ln>
        </p:spPr>
      </p:cxnSp>
      <p:sp>
        <p:nvSpPr>
          <p:cNvPr id="6280" name="Google Shape;6280;p105"/>
          <p:cNvSpPr txBox="1"/>
          <p:nvPr/>
        </p:nvSpPr>
        <p:spPr>
          <a:xfrm>
            <a:off x="5208496" y="1009497"/>
            <a:ext cx="1551300" cy="232500"/>
          </a:xfrm>
          <a:prstGeom prst="rect">
            <a:avLst/>
          </a:prstGeom>
          <a:noFill/>
          <a:ln>
            <a:noFill/>
          </a:ln>
        </p:spPr>
        <p:txBody>
          <a:bodyPr anchorCtr="0" anchor="ctr" bIns="0" lIns="0" spcFirstLastPara="1" rIns="0" wrap="square" tIns="0">
            <a:noAutofit/>
          </a:bodyPr>
          <a:lstStyle/>
          <a:p>
            <a:pPr indent="0" lvl="0" marL="0" rtl="0" algn="r">
              <a:spcBef>
                <a:spcPts val="0"/>
              </a:spcBef>
              <a:spcAft>
                <a:spcPts val="0"/>
              </a:spcAft>
              <a:buNone/>
            </a:pPr>
            <a:r>
              <a:rPr b="1" lang="es-419" sz="1000">
                <a:latin typeface="Arvo"/>
                <a:ea typeface="Arvo"/>
                <a:cs typeface="Arvo"/>
                <a:sym typeface="Arvo"/>
              </a:rPr>
              <a:t>Actores de negocio (cliente):  </a:t>
            </a:r>
            <a:r>
              <a:rPr i="1" lang="es-419" sz="600">
                <a:solidFill>
                  <a:srgbClr val="666666"/>
                </a:solidFill>
                <a:latin typeface="Arvo"/>
                <a:ea typeface="Arvo"/>
                <a:cs typeface="Arvo"/>
                <a:sym typeface="Arvo"/>
              </a:rPr>
              <a:t>&lt;ej: Paciente&gt;</a:t>
            </a:r>
            <a:endParaRPr i="1" sz="600">
              <a:solidFill>
                <a:srgbClr val="666666"/>
              </a:solidFill>
              <a:latin typeface="Arvo"/>
              <a:ea typeface="Arvo"/>
              <a:cs typeface="Arvo"/>
              <a:sym typeface="Arvo"/>
            </a:endParaRPr>
          </a:p>
        </p:txBody>
      </p:sp>
      <p:sp>
        <p:nvSpPr>
          <p:cNvPr id="6281" name="Google Shape;6281;p105"/>
          <p:cNvSpPr/>
          <p:nvPr/>
        </p:nvSpPr>
        <p:spPr>
          <a:xfrm>
            <a:off x="6834826" y="953997"/>
            <a:ext cx="3027000" cy="343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6282" name="Google Shape;6282;p105"/>
          <p:cNvSpPr txBox="1"/>
          <p:nvPr/>
        </p:nvSpPr>
        <p:spPr>
          <a:xfrm>
            <a:off x="5208496" y="1433361"/>
            <a:ext cx="1551300" cy="400200"/>
          </a:xfrm>
          <a:prstGeom prst="rect">
            <a:avLst/>
          </a:prstGeom>
          <a:noFill/>
          <a:ln>
            <a:noFill/>
          </a:ln>
        </p:spPr>
        <p:txBody>
          <a:bodyPr anchorCtr="0" anchor="ctr" bIns="0" lIns="0" spcFirstLastPara="1" rIns="0" wrap="square" tIns="0">
            <a:spAutoFit/>
          </a:bodyPr>
          <a:lstStyle/>
          <a:p>
            <a:pPr indent="0" lvl="0" marL="0" rtl="0" algn="r">
              <a:lnSpc>
                <a:spcPct val="100000"/>
              </a:lnSpc>
              <a:spcBef>
                <a:spcPts val="0"/>
              </a:spcBef>
              <a:spcAft>
                <a:spcPts val="0"/>
              </a:spcAft>
              <a:buNone/>
            </a:pPr>
            <a:r>
              <a:rPr b="1" lang="es-419" sz="1000">
                <a:latin typeface="Arvo"/>
                <a:ea typeface="Arvo"/>
                <a:cs typeface="Arvo"/>
                <a:sym typeface="Arvo"/>
              </a:rPr>
              <a:t>Actores de negocio (proveedores):  </a:t>
            </a:r>
            <a:r>
              <a:rPr i="1" lang="es-419" sz="600">
                <a:solidFill>
                  <a:srgbClr val="666666"/>
                </a:solidFill>
                <a:latin typeface="Arvo"/>
                <a:ea typeface="Arvo"/>
                <a:cs typeface="Arvo"/>
                <a:sym typeface="Arvo"/>
              </a:rPr>
              <a:t>&lt;ej: ups, </a:t>
            </a:r>
            <a:r>
              <a:rPr i="1" lang="es-419" sz="600">
                <a:solidFill>
                  <a:schemeClr val="dk1"/>
                </a:solidFill>
              </a:rPr>
              <a:t> </a:t>
            </a:r>
            <a:r>
              <a:rPr i="1" lang="es-419" sz="600">
                <a:solidFill>
                  <a:srgbClr val="666666"/>
                </a:solidFill>
                <a:latin typeface="Arvo"/>
                <a:ea typeface="Arvo"/>
                <a:cs typeface="Arvo"/>
                <a:sym typeface="Arvo"/>
              </a:rPr>
              <a:t>fedex, servientrega, etc&gt;</a:t>
            </a:r>
            <a:endParaRPr i="1" sz="600">
              <a:solidFill>
                <a:srgbClr val="666666"/>
              </a:solidFill>
              <a:latin typeface="Arvo"/>
              <a:ea typeface="Arvo"/>
              <a:cs typeface="Arvo"/>
              <a:sym typeface="Arvo"/>
            </a:endParaRPr>
          </a:p>
        </p:txBody>
      </p:sp>
      <p:sp>
        <p:nvSpPr>
          <p:cNvPr id="6283" name="Google Shape;6283;p105"/>
          <p:cNvSpPr/>
          <p:nvPr/>
        </p:nvSpPr>
        <p:spPr>
          <a:xfrm>
            <a:off x="6834826" y="1461711"/>
            <a:ext cx="3027000" cy="343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6284" name="Google Shape;6284;p105"/>
          <p:cNvSpPr txBox="1"/>
          <p:nvPr/>
        </p:nvSpPr>
        <p:spPr>
          <a:xfrm>
            <a:off x="5208496" y="2064799"/>
            <a:ext cx="1551300" cy="492600"/>
          </a:xfrm>
          <a:prstGeom prst="rect">
            <a:avLst/>
          </a:prstGeom>
          <a:noFill/>
          <a:ln>
            <a:noFill/>
          </a:ln>
        </p:spPr>
        <p:txBody>
          <a:bodyPr anchorCtr="0" anchor="ctr" bIns="0" lIns="0" spcFirstLastPara="1" rIns="0" wrap="square" tIns="0">
            <a:spAutoFit/>
          </a:bodyPr>
          <a:lstStyle/>
          <a:p>
            <a:pPr indent="0" lvl="0" marL="0" rtl="0" algn="r">
              <a:spcBef>
                <a:spcPts val="0"/>
              </a:spcBef>
              <a:spcAft>
                <a:spcPts val="0"/>
              </a:spcAft>
              <a:buNone/>
            </a:pPr>
            <a:r>
              <a:rPr b="1" lang="es-419" sz="1000">
                <a:latin typeface="Arvo"/>
                <a:ea typeface="Arvo"/>
                <a:cs typeface="Arvo"/>
                <a:sym typeface="Arvo"/>
              </a:rPr>
              <a:t>Identificación de conceptos de negocio: </a:t>
            </a:r>
            <a:endParaRPr b="1" sz="1000">
              <a:latin typeface="Arvo"/>
              <a:ea typeface="Arvo"/>
              <a:cs typeface="Arvo"/>
              <a:sym typeface="Arvo"/>
            </a:endParaRPr>
          </a:p>
          <a:p>
            <a:pPr indent="0" lvl="0" marL="0" rtl="0" algn="r">
              <a:spcBef>
                <a:spcPts val="0"/>
              </a:spcBef>
              <a:spcAft>
                <a:spcPts val="0"/>
              </a:spcAft>
              <a:buNone/>
            </a:pPr>
            <a:r>
              <a:rPr i="1" lang="es-419" sz="600">
                <a:solidFill>
                  <a:srgbClr val="666666"/>
                </a:solidFill>
                <a:latin typeface="Arvo"/>
                <a:ea typeface="Arvo"/>
                <a:cs typeface="Arvo"/>
                <a:sym typeface="Arvo"/>
              </a:rPr>
              <a:t>&lt;ej: comprador, amazon, compra, producto, pago, envío. etc&gt;</a:t>
            </a:r>
            <a:endParaRPr i="1" sz="600">
              <a:solidFill>
                <a:srgbClr val="666666"/>
              </a:solidFill>
              <a:latin typeface="Arvo"/>
              <a:ea typeface="Arvo"/>
              <a:cs typeface="Arvo"/>
              <a:sym typeface="Arvo"/>
            </a:endParaRPr>
          </a:p>
        </p:txBody>
      </p:sp>
      <p:sp>
        <p:nvSpPr>
          <p:cNvPr id="6285" name="Google Shape;6285;p105"/>
          <p:cNvSpPr/>
          <p:nvPr/>
        </p:nvSpPr>
        <p:spPr>
          <a:xfrm>
            <a:off x="6834826" y="1975699"/>
            <a:ext cx="3027000" cy="670800"/>
          </a:xfrm>
          <a:prstGeom prst="roundRect">
            <a:avLst>
              <a:gd fmla="val 10808"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6286" name="Google Shape;6286;p105"/>
          <p:cNvSpPr txBox="1"/>
          <p:nvPr/>
        </p:nvSpPr>
        <p:spPr>
          <a:xfrm>
            <a:off x="5219407" y="3121825"/>
            <a:ext cx="1562400" cy="232500"/>
          </a:xfrm>
          <a:prstGeom prst="rect">
            <a:avLst/>
          </a:prstGeom>
          <a:noFill/>
          <a:ln>
            <a:noFill/>
          </a:ln>
        </p:spPr>
        <p:txBody>
          <a:bodyPr anchorCtr="0" anchor="ctr" bIns="0" lIns="0" spcFirstLastPara="1" rIns="0" wrap="square" tIns="0">
            <a:noAutofit/>
          </a:bodyPr>
          <a:lstStyle/>
          <a:p>
            <a:pPr indent="0" lvl="0" marL="0" rtl="0" algn="r">
              <a:spcBef>
                <a:spcPts val="0"/>
              </a:spcBef>
              <a:spcAft>
                <a:spcPts val="0"/>
              </a:spcAft>
              <a:buNone/>
            </a:pPr>
            <a:r>
              <a:rPr b="1" lang="es-419" sz="1000">
                <a:latin typeface="Arvo"/>
                <a:ea typeface="Arvo"/>
                <a:cs typeface="Arvo"/>
                <a:sym typeface="Arvo"/>
              </a:rPr>
              <a:t>Meta cliente:</a:t>
            </a:r>
            <a:endParaRPr b="1" sz="1000">
              <a:latin typeface="Arvo"/>
              <a:ea typeface="Arvo"/>
              <a:cs typeface="Arvo"/>
              <a:sym typeface="Arvo"/>
            </a:endParaRPr>
          </a:p>
          <a:p>
            <a:pPr indent="0" lvl="0" marL="0" rtl="0" algn="r">
              <a:spcBef>
                <a:spcPts val="0"/>
              </a:spcBef>
              <a:spcAft>
                <a:spcPts val="0"/>
              </a:spcAft>
              <a:buClr>
                <a:schemeClr val="dk1"/>
              </a:buClr>
              <a:buSzPts val="1100"/>
              <a:buFont typeface="Arial"/>
              <a:buNone/>
            </a:pPr>
            <a:r>
              <a:rPr b="1" lang="es-419" sz="700">
                <a:solidFill>
                  <a:schemeClr val="dk1"/>
                </a:solidFill>
                <a:latin typeface="Arvo"/>
                <a:ea typeface="Arvo"/>
                <a:cs typeface="Arvo"/>
                <a:sym typeface="Arvo"/>
              </a:rPr>
              <a:t>[Meta = &lt;sustantivo&gt;&lt;adjetivo&gt;]</a:t>
            </a:r>
            <a:endParaRPr b="1" sz="1000">
              <a:latin typeface="Arvo"/>
              <a:ea typeface="Arvo"/>
              <a:cs typeface="Arvo"/>
              <a:sym typeface="Arvo"/>
            </a:endParaRPr>
          </a:p>
          <a:p>
            <a:pPr indent="0" lvl="0" marL="0" rtl="0" algn="r">
              <a:spcBef>
                <a:spcPts val="0"/>
              </a:spcBef>
              <a:spcAft>
                <a:spcPts val="0"/>
              </a:spcAft>
              <a:buNone/>
            </a:pPr>
            <a:r>
              <a:rPr b="1" i="1" lang="es-419" sz="600">
                <a:latin typeface="Arvo"/>
                <a:ea typeface="Arvo"/>
                <a:cs typeface="Arvo"/>
                <a:sym typeface="Arvo"/>
              </a:rPr>
              <a:t> </a:t>
            </a:r>
            <a:r>
              <a:rPr i="1" lang="es-419" sz="600">
                <a:solidFill>
                  <a:srgbClr val="666666"/>
                </a:solidFill>
                <a:latin typeface="Arvo"/>
                <a:ea typeface="Arvo"/>
                <a:cs typeface="Arvo"/>
                <a:sym typeface="Arvo"/>
              </a:rPr>
              <a:t>&lt;ej: Cita reservada, Recibir producto&gt;</a:t>
            </a:r>
            <a:endParaRPr i="1" sz="600">
              <a:solidFill>
                <a:srgbClr val="666666"/>
              </a:solidFill>
              <a:latin typeface="Arvo"/>
              <a:ea typeface="Arvo"/>
              <a:cs typeface="Arvo"/>
              <a:sym typeface="Arvo"/>
            </a:endParaRPr>
          </a:p>
        </p:txBody>
      </p:sp>
      <p:sp>
        <p:nvSpPr>
          <p:cNvPr id="6287" name="Google Shape;6287;p105"/>
          <p:cNvSpPr/>
          <p:nvPr/>
        </p:nvSpPr>
        <p:spPr>
          <a:xfrm>
            <a:off x="6845744" y="3066325"/>
            <a:ext cx="3027000" cy="343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6288" name="Google Shape;6288;p105"/>
          <p:cNvSpPr txBox="1"/>
          <p:nvPr/>
        </p:nvSpPr>
        <p:spPr>
          <a:xfrm>
            <a:off x="5242847" y="3569976"/>
            <a:ext cx="1562400" cy="400200"/>
          </a:xfrm>
          <a:prstGeom prst="rect">
            <a:avLst/>
          </a:prstGeom>
          <a:noFill/>
          <a:ln>
            <a:noFill/>
          </a:ln>
        </p:spPr>
        <p:txBody>
          <a:bodyPr anchorCtr="0" anchor="ctr" bIns="0" lIns="0" spcFirstLastPara="1" rIns="0" wrap="square" tIns="0">
            <a:spAutoFit/>
          </a:bodyPr>
          <a:lstStyle/>
          <a:p>
            <a:pPr indent="0" lvl="0" marL="0" rtl="0" algn="r">
              <a:lnSpc>
                <a:spcPct val="100000"/>
              </a:lnSpc>
              <a:spcBef>
                <a:spcPts val="0"/>
              </a:spcBef>
              <a:spcAft>
                <a:spcPts val="0"/>
              </a:spcAft>
              <a:buNone/>
            </a:pPr>
            <a:r>
              <a:rPr b="1" lang="es-419" sz="1000">
                <a:latin typeface="Arvo"/>
                <a:ea typeface="Arvo"/>
                <a:cs typeface="Arvo"/>
                <a:sym typeface="Arvo"/>
              </a:rPr>
              <a:t>Actividad que consigue la meta del cliente: </a:t>
            </a:r>
            <a:r>
              <a:rPr i="1" lang="es-419" sz="600">
                <a:solidFill>
                  <a:srgbClr val="666666"/>
                </a:solidFill>
                <a:latin typeface="Arvo"/>
                <a:ea typeface="Arvo"/>
                <a:cs typeface="Arvo"/>
                <a:sym typeface="Arvo"/>
              </a:rPr>
              <a:t>&lt;ej:  Recibir producto&gt;</a:t>
            </a:r>
            <a:endParaRPr i="1" sz="600">
              <a:solidFill>
                <a:srgbClr val="666666"/>
              </a:solidFill>
              <a:latin typeface="Arvo"/>
              <a:ea typeface="Arvo"/>
              <a:cs typeface="Arvo"/>
              <a:sym typeface="Arvo"/>
            </a:endParaRPr>
          </a:p>
        </p:txBody>
      </p:sp>
      <p:sp>
        <p:nvSpPr>
          <p:cNvPr id="6289" name="Google Shape;6289;p105"/>
          <p:cNvSpPr txBox="1"/>
          <p:nvPr/>
        </p:nvSpPr>
        <p:spPr>
          <a:xfrm>
            <a:off x="5242834" y="4133783"/>
            <a:ext cx="1562400" cy="405600"/>
          </a:xfrm>
          <a:prstGeom prst="rect">
            <a:avLst/>
          </a:prstGeom>
          <a:noFill/>
          <a:ln>
            <a:noFill/>
          </a:ln>
        </p:spPr>
        <p:txBody>
          <a:bodyPr anchorCtr="0" anchor="ctr" bIns="0" lIns="0" spcFirstLastPara="1" rIns="0" wrap="square" tIns="0">
            <a:spAutoFit/>
          </a:bodyPr>
          <a:lstStyle/>
          <a:p>
            <a:pPr indent="0" lvl="0" marL="0" rtl="0" algn="r">
              <a:lnSpc>
                <a:spcPct val="85000"/>
              </a:lnSpc>
              <a:spcBef>
                <a:spcPts val="0"/>
              </a:spcBef>
              <a:spcAft>
                <a:spcPts val="0"/>
              </a:spcAft>
              <a:buNone/>
            </a:pPr>
            <a:r>
              <a:rPr b="1" lang="es-419" sz="1000">
                <a:latin typeface="Arvo"/>
                <a:ea typeface="Arvo"/>
                <a:cs typeface="Arvo"/>
                <a:sym typeface="Arvo"/>
              </a:rPr>
              <a:t>Narrativa actividad de la meta:</a:t>
            </a:r>
            <a:r>
              <a:rPr lang="es-419" sz="700">
                <a:solidFill>
                  <a:srgbClr val="666666"/>
                </a:solidFill>
                <a:latin typeface="Arvo"/>
                <a:ea typeface="Arvo"/>
                <a:cs typeface="Arvo"/>
                <a:sym typeface="Arvo"/>
              </a:rPr>
              <a:t>  </a:t>
            </a:r>
            <a:r>
              <a:rPr i="1" lang="es-419" sz="600">
                <a:solidFill>
                  <a:srgbClr val="666666"/>
                </a:solidFill>
                <a:latin typeface="Arvo"/>
                <a:ea typeface="Arvo"/>
                <a:cs typeface="Arvo"/>
                <a:sym typeface="Arvo"/>
              </a:rPr>
              <a:t>&lt;El cliente recibe el producto&gt;</a:t>
            </a:r>
            <a:r>
              <a:rPr b="1" lang="es-419" sz="1100">
                <a:latin typeface="Arvo"/>
                <a:ea typeface="Arvo"/>
                <a:cs typeface="Arvo"/>
                <a:sym typeface="Arvo"/>
              </a:rPr>
              <a:t> </a:t>
            </a:r>
            <a:endParaRPr sz="800">
              <a:solidFill>
                <a:srgbClr val="666666"/>
              </a:solidFill>
              <a:latin typeface="Arvo"/>
              <a:ea typeface="Arvo"/>
              <a:cs typeface="Arvo"/>
              <a:sym typeface="Arvo"/>
            </a:endParaRPr>
          </a:p>
        </p:txBody>
      </p:sp>
      <p:sp>
        <p:nvSpPr>
          <p:cNvPr id="6290" name="Google Shape;6290;p105"/>
          <p:cNvSpPr txBox="1"/>
          <p:nvPr>
            <p:ph idx="1" type="subTitle"/>
          </p:nvPr>
        </p:nvSpPr>
        <p:spPr>
          <a:xfrm>
            <a:off x="6834526" y="954747"/>
            <a:ext cx="3027600" cy="342000"/>
          </a:xfrm>
          <a:prstGeom prst="rect">
            <a:avLst/>
          </a:prstGeom>
          <a:noFill/>
          <a:ln>
            <a:noFill/>
          </a:ln>
        </p:spPr>
        <p:txBody>
          <a:bodyPr anchorCtr="0" anchor="ctr" bIns="36000" lIns="36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6291" name="Google Shape;6291;p105"/>
          <p:cNvSpPr txBox="1"/>
          <p:nvPr>
            <p:ph idx="4" type="subTitle"/>
          </p:nvPr>
        </p:nvSpPr>
        <p:spPr>
          <a:xfrm>
            <a:off x="6834526" y="1462461"/>
            <a:ext cx="3027600" cy="342000"/>
          </a:xfrm>
          <a:prstGeom prst="rect">
            <a:avLst/>
          </a:prstGeom>
          <a:noFill/>
          <a:ln>
            <a:noFill/>
          </a:ln>
        </p:spPr>
        <p:txBody>
          <a:bodyPr anchorCtr="0" anchor="ctr" bIns="36000" lIns="36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6292" name="Google Shape;6292;p105"/>
          <p:cNvSpPr txBox="1"/>
          <p:nvPr>
            <p:ph idx="5" type="subTitle"/>
          </p:nvPr>
        </p:nvSpPr>
        <p:spPr>
          <a:xfrm>
            <a:off x="6834526" y="1980199"/>
            <a:ext cx="3027600" cy="661800"/>
          </a:xfrm>
          <a:prstGeom prst="rect">
            <a:avLst/>
          </a:prstGeom>
          <a:noFill/>
          <a:ln>
            <a:noFill/>
          </a:ln>
        </p:spPr>
        <p:txBody>
          <a:bodyPr anchorCtr="0" anchor="t" bIns="36000" lIns="36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6293" name="Google Shape;6293;p105"/>
          <p:cNvSpPr txBox="1"/>
          <p:nvPr>
            <p:ph idx="6" type="subTitle"/>
          </p:nvPr>
        </p:nvSpPr>
        <p:spPr>
          <a:xfrm>
            <a:off x="6845444" y="3067075"/>
            <a:ext cx="3027600" cy="342000"/>
          </a:xfrm>
          <a:prstGeom prst="rect">
            <a:avLst/>
          </a:prstGeom>
          <a:noFill/>
          <a:ln>
            <a:noFill/>
          </a:ln>
        </p:spPr>
        <p:txBody>
          <a:bodyPr anchorCtr="0" anchor="ctr" bIns="36000" lIns="36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6294" name="Google Shape;6294;p105"/>
          <p:cNvSpPr/>
          <p:nvPr/>
        </p:nvSpPr>
        <p:spPr>
          <a:xfrm>
            <a:off x="6845744" y="3598326"/>
            <a:ext cx="3027000" cy="343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6295" name="Google Shape;6295;p105"/>
          <p:cNvSpPr txBox="1"/>
          <p:nvPr>
            <p:ph idx="7" type="subTitle"/>
          </p:nvPr>
        </p:nvSpPr>
        <p:spPr>
          <a:xfrm>
            <a:off x="6845444" y="3599076"/>
            <a:ext cx="3027600" cy="342000"/>
          </a:xfrm>
          <a:prstGeom prst="rect">
            <a:avLst/>
          </a:prstGeom>
          <a:noFill/>
          <a:ln>
            <a:noFill/>
          </a:ln>
        </p:spPr>
        <p:txBody>
          <a:bodyPr anchorCtr="0" anchor="ctr" bIns="36000" lIns="36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6296" name="Google Shape;6296;p105"/>
          <p:cNvSpPr/>
          <p:nvPr/>
        </p:nvSpPr>
        <p:spPr>
          <a:xfrm>
            <a:off x="6845744" y="4164841"/>
            <a:ext cx="3027000" cy="343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6297" name="Google Shape;6297;p105"/>
          <p:cNvSpPr txBox="1"/>
          <p:nvPr>
            <p:ph idx="8" type="subTitle"/>
          </p:nvPr>
        </p:nvSpPr>
        <p:spPr>
          <a:xfrm>
            <a:off x="6845444" y="4165591"/>
            <a:ext cx="3027600" cy="342000"/>
          </a:xfrm>
          <a:prstGeom prst="rect">
            <a:avLst/>
          </a:prstGeom>
          <a:noFill/>
          <a:ln>
            <a:noFill/>
          </a:ln>
        </p:spPr>
        <p:txBody>
          <a:bodyPr anchorCtr="0" anchor="ctr" bIns="36000" lIns="36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6298" name="Google Shape;6298;p105"/>
          <p:cNvSpPr/>
          <p:nvPr/>
        </p:nvSpPr>
        <p:spPr>
          <a:xfrm>
            <a:off x="2277739" y="663750"/>
            <a:ext cx="88500" cy="1089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299" name="Google Shape;6299;p105"/>
          <p:cNvCxnSpPr/>
          <p:nvPr/>
        </p:nvCxnSpPr>
        <p:spPr>
          <a:xfrm rot="10800000">
            <a:off x="5256600" y="2854252"/>
            <a:ext cx="4608000" cy="0"/>
          </a:xfrm>
          <a:prstGeom prst="straightConnector1">
            <a:avLst/>
          </a:prstGeom>
          <a:noFill/>
          <a:ln cap="flat" cmpd="sng" w="19050">
            <a:solidFill>
              <a:srgbClr val="B7B7B7"/>
            </a:solidFill>
            <a:prstDash val="solid"/>
            <a:round/>
            <a:headEnd len="med" w="med" type="none"/>
            <a:tailEnd len="med" w="med" type="none"/>
          </a:ln>
        </p:spPr>
      </p:cxnSp>
      <p:cxnSp>
        <p:nvCxnSpPr>
          <p:cNvPr id="6300" name="Google Shape;6300;p105"/>
          <p:cNvCxnSpPr/>
          <p:nvPr/>
        </p:nvCxnSpPr>
        <p:spPr>
          <a:xfrm flipH="1">
            <a:off x="285421" y="5302428"/>
            <a:ext cx="4690200" cy="11700"/>
          </a:xfrm>
          <a:prstGeom prst="straightConnector1">
            <a:avLst/>
          </a:prstGeom>
          <a:noFill/>
          <a:ln cap="flat" cmpd="sng" w="19050">
            <a:solidFill>
              <a:srgbClr val="B7B7B7"/>
            </a:solidFill>
            <a:prstDash val="solid"/>
            <a:round/>
            <a:headEnd len="med" w="med" type="none"/>
            <a:tailEnd len="med" w="med" type="none"/>
          </a:ln>
        </p:spPr>
      </p:cxnSp>
      <p:cxnSp>
        <p:nvCxnSpPr>
          <p:cNvPr id="6301" name="Google Shape;6301;p105"/>
          <p:cNvCxnSpPr/>
          <p:nvPr/>
        </p:nvCxnSpPr>
        <p:spPr>
          <a:xfrm rot="10800000">
            <a:off x="5256600" y="4736459"/>
            <a:ext cx="4608000" cy="0"/>
          </a:xfrm>
          <a:prstGeom prst="straightConnector1">
            <a:avLst/>
          </a:prstGeom>
          <a:noFill/>
          <a:ln cap="flat" cmpd="sng" w="19050">
            <a:solidFill>
              <a:srgbClr val="B7B7B7"/>
            </a:solidFill>
            <a:prstDash val="solid"/>
            <a:round/>
            <a:headEnd len="med" w="med" type="none"/>
            <a:tailEnd len="med" w="med" type="none"/>
          </a:ln>
        </p:spPr>
      </p:cxnSp>
      <p:sp>
        <p:nvSpPr>
          <p:cNvPr id="6302" name="Google Shape;6302;p105"/>
          <p:cNvSpPr txBox="1"/>
          <p:nvPr/>
        </p:nvSpPr>
        <p:spPr>
          <a:xfrm>
            <a:off x="5219407" y="5008962"/>
            <a:ext cx="1562400" cy="232500"/>
          </a:xfrm>
          <a:prstGeom prst="rect">
            <a:avLst/>
          </a:prstGeom>
          <a:noFill/>
          <a:ln>
            <a:noFill/>
          </a:ln>
        </p:spPr>
        <p:txBody>
          <a:bodyPr anchorCtr="0" anchor="ctr" bIns="0" lIns="0" spcFirstLastPara="1" rIns="0" wrap="square" tIns="0">
            <a:noAutofit/>
          </a:bodyPr>
          <a:lstStyle/>
          <a:p>
            <a:pPr indent="0" lvl="0" marL="0" rtl="0" algn="r">
              <a:spcBef>
                <a:spcPts val="0"/>
              </a:spcBef>
              <a:spcAft>
                <a:spcPts val="0"/>
              </a:spcAft>
              <a:buNone/>
            </a:pPr>
            <a:r>
              <a:rPr b="1" lang="es-419" sz="1000">
                <a:latin typeface="Arvo"/>
                <a:ea typeface="Arvo"/>
                <a:cs typeface="Arvo"/>
                <a:sym typeface="Arvo"/>
              </a:rPr>
              <a:t>Meta empresa:</a:t>
            </a:r>
            <a:endParaRPr b="1" sz="1000">
              <a:latin typeface="Arvo"/>
              <a:ea typeface="Arvo"/>
              <a:cs typeface="Arvo"/>
              <a:sym typeface="Arvo"/>
            </a:endParaRPr>
          </a:p>
          <a:p>
            <a:pPr indent="0" lvl="0" marL="0" rtl="0" algn="r">
              <a:spcBef>
                <a:spcPts val="0"/>
              </a:spcBef>
              <a:spcAft>
                <a:spcPts val="0"/>
              </a:spcAft>
              <a:buNone/>
            </a:pPr>
            <a:r>
              <a:rPr b="1" lang="es-419" sz="700">
                <a:latin typeface="Arvo"/>
                <a:ea typeface="Arvo"/>
                <a:cs typeface="Arvo"/>
                <a:sym typeface="Arvo"/>
              </a:rPr>
              <a:t>[Meta = &lt;sustantivo&gt;&lt;adjetivo&gt;]</a:t>
            </a:r>
            <a:endParaRPr b="1" sz="700">
              <a:latin typeface="Arvo"/>
              <a:ea typeface="Arvo"/>
              <a:cs typeface="Arvo"/>
              <a:sym typeface="Arvo"/>
            </a:endParaRPr>
          </a:p>
          <a:p>
            <a:pPr indent="0" lvl="0" marL="0" rtl="0" algn="r">
              <a:spcBef>
                <a:spcPts val="0"/>
              </a:spcBef>
              <a:spcAft>
                <a:spcPts val="0"/>
              </a:spcAft>
              <a:buNone/>
            </a:pPr>
            <a:r>
              <a:rPr b="1" i="1" lang="es-419" sz="600">
                <a:latin typeface="Arvo"/>
                <a:ea typeface="Arvo"/>
                <a:cs typeface="Arvo"/>
                <a:sym typeface="Arvo"/>
              </a:rPr>
              <a:t> </a:t>
            </a:r>
            <a:r>
              <a:rPr i="1" lang="es-419" sz="600">
                <a:solidFill>
                  <a:srgbClr val="666666"/>
                </a:solidFill>
                <a:latin typeface="Arvo"/>
                <a:ea typeface="Arvo"/>
                <a:cs typeface="Arvo"/>
                <a:sym typeface="Arvo"/>
              </a:rPr>
              <a:t>&lt;ej: Cita reservada&gt;</a:t>
            </a:r>
            <a:endParaRPr i="1" sz="600">
              <a:solidFill>
                <a:srgbClr val="666666"/>
              </a:solidFill>
              <a:latin typeface="Arvo"/>
              <a:ea typeface="Arvo"/>
              <a:cs typeface="Arvo"/>
              <a:sym typeface="Arvo"/>
            </a:endParaRPr>
          </a:p>
        </p:txBody>
      </p:sp>
      <p:sp>
        <p:nvSpPr>
          <p:cNvPr id="6303" name="Google Shape;6303;p105"/>
          <p:cNvSpPr/>
          <p:nvPr/>
        </p:nvSpPr>
        <p:spPr>
          <a:xfrm>
            <a:off x="6845744" y="4953462"/>
            <a:ext cx="3027000" cy="343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6304" name="Google Shape;6304;p105"/>
          <p:cNvSpPr txBox="1"/>
          <p:nvPr/>
        </p:nvSpPr>
        <p:spPr>
          <a:xfrm>
            <a:off x="5242847" y="5457113"/>
            <a:ext cx="1562400" cy="400200"/>
          </a:xfrm>
          <a:prstGeom prst="rect">
            <a:avLst/>
          </a:prstGeom>
          <a:noFill/>
          <a:ln>
            <a:noFill/>
          </a:ln>
        </p:spPr>
        <p:txBody>
          <a:bodyPr anchorCtr="0" anchor="ctr" bIns="0" lIns="0" spcFirstLastPara="1" rIns="0" wrap="square" tIns="0">
            <a:spAutoFit/>
          </a:bodyPr>
          <a:lstStyle/>
          <a:p>
            <a:pPr indent="0" lvl="0" marL="0" rtl="0" algn="r">
              <a:lnSpc>
                <a:spcPct val="100000"/>
              </a:lnSpc>
              <a:spcBef>
                <a:spcPts val="0"/>
              </a:spcBef>
              <a:spcAft>
                <a:spcPts val="0"/>
              </a:spcAft>
              <a:buNone/>
            </a:pPr>
            <a:r>
              <a:rPr b="1" lang="es-419" sz="1000">
                <a:latin typeface="Arvo"/>
                <a:ea typeface="Arvo"/>
                <a:cs typeface="Arvo"/>
                <a:sym typeface="Arvo"/>
              </a:rPr>
              <a:t>Actividad que consigue la meta de la empresa: </a:t>
            </a:r>
            <a:r>
              <a:rPr i="1" lang="es-419" sz="600">
                <a:solidFill>
                  <a:srgbClr val="666666"/>
                </a:solidFill>
                <a:latin typeface="Arvo"/>
                <a:ea typeface="Arvo"/>
                <a:cs typeface="Arvo"/>
                <a:sym typeface="Arvo"/>
              </a:rPr>
              <a:t>&lt;ej:  Recibir producto&gt;</a:t>
            </a:r>
            <a:endParaRPr i="1" sz="600">
              <a:solidFill>
                <a:srgbClr val="666666"/>
              </a:solidFill>
              <a:latin typeface="Arvo"/>
              <a:ea typeface="Arvo"/>
              <a:cs typeface="Arvo"/>
              <a:sym typeface="Arvo"/>
            </a:endParaRPr>
          </a:p>
        </p:txBody>
      </p:sp>
      <p:sp>
        <p:nvSpPr>
          <p:cNvPr id="6305" name="Google Shape;6305;p105"/>
          <p:cNvSpPr txBox="1"/>
          <p:nvPr/>
        </p:nvSpPr>
        <p:spPr>
          <a:xfrm>
            <a:off x="5242834" y="6020920"/>
            <a:ext cx="1562400" cy="405600"/>
          </a:xfrm>
          <a:prstGeom prst="rect">
            <a:avLst/>
          </a:prstGeom>
          <a:noFill/>
          <a:ln>
            <a:noFill/>
          </a:ln>
        </p:spPr>
        <p:txBody>
          <a:bodyPr anchorCtr="0" anchor="ctr" bIns="0" lIns="0" spcFirstLastPara="1" rIns="0" wrap="square" tIns="0">
            <a:spAutoFit/>
          </a:bodyPr>
          <a:lstStyle/>
          <a:p>
            <a:pPr indent="0" lvl="0" marL="0" rtl="0" algn="r">
              <a:lnSpc>
                <a:spcPct val="85000"/>
              </a:lnSpc>
              <a:spcBef>
                <a:spcPts val="0"/>
              </a:spcBef>
              <a:spcAft>
                <a:spcPts val="0"/>
              </a:spcAft>
              <a:buNone/>
            </a:pPr>
            <a:r>
              <a:rPr b="1" lang="es-419" sz="1000">
                <a:latin typeface="Arvo"/>
                <a:ea typeface="Arvo"/>
                <a:cs typeface="Arvo"/>
                <a:sym typeface="Arvo"/>
              </a:rPr>
              <a:t>Narrativa actividad de la meta de la empresa:</a:t>
            </a:r>
            <a:r>
              <a:rPr lang="es-419" sz="700">
                <a:solidFill>
                  <a:srgbClr val="666666"/>
                </a:solidFill>
                <a:latin typeface="Arvo"/>
                <a:ea typeface="Arvo"/>
                <a:cs typeface="Arvo"/>
                <a:sym typeface="Arvo"/>
              </a:rPr>
              <a:t>  </a:t>
            </a:r>
            <a:r>
              <a:rPr i="1" lang="es-419" sz="600">
                <a:solidFill>
                  <a:srgbClr val="666666"/>
                </a:solidFill>
                <a:latin typeface="Arvo"/>
                <a:ea typeface="Arvo"/>
                <a:cs typeface="Arvo"/>
                <a:sym typeface="Arvo"/>
              </a:rPr>
              <a:t>&lt;El cliente realiza el pago&gt;</a:t>
            </a:r>
            <a:r>
              <a:rPr b="1" lang="es-419" sz="1100">
                <a:latin typeface="Arvo"/>
                <a:ea typeface="Arvo"/>
                <a:cs typeface="Arvo"/>
                <a:sym typeface="Arvo"/>
              </a:rPr>
              <a:t> </a:t>
            </a:r>
            <a:endParaRPr sz="800">
              <a:solidFill>
                <a:srgbClr val="666666"/>
              </a:solidFill>
              <a:latin typeface="Arvo"/>
              <a:ea typeface="Arvo"/>
              <a:cs typeface="Arvo"/>
              <a:sym typeface="Arvo"/>
            </a:endParaRPr>
          </a:p>
        </p:txBody>
      </p:sp>
      <p:sp>
        <p:nvSpPr>
          <p:cNvPr id="6306" name="Google Shape;6306;p105"/>
          <p:cNvSpPr txBox="1"/>
          <p:nvPr>
            <p:ph idx="9" type="subTitle"/>
          </p:nvPr>
        </p:nvSpPr>
        <p:spPr>
          <a:xfrm>
            <a:off x="6845444" y="4954212"/>
            <a:ext cx="3027600" cy="342000"/>
          </a:xfrm>
          <a:prstGeom prst="rect">
            <a:avLst/>
          </a:prstGeom>
          <a:noFill/>
          <a:ln>
            <a:noFill/>
          </a:ln>
        </p:spPr>
        <p:txBody>
          <a:bodyPr anchorCtr="0" anchor="ctr" bIns="36000" lIns="36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6307" name="Google Shape;6307;p105"/>
          <p:cNvSpPr/>
          <p:nvPr/>
        </p:nvSpPr>
        <p:spPr>
          <a:xfrm>
            <a:off x="6845744" y="5485463"/>
            <a:ext cx="3027000" cy="343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6308" name="Google Shape;6308;p105"/>
          <p:cNvSpPr txBox="1"/>
          <p:nvPr>
            <p:ph idx="13" type="subTitle"/>
          </p:nvPr>
        </p:nvSpPr>
        <p:spPr>
          <a:xfrm>
            <a:off x="6845444" y="5486213"/>
            <a:ext cx="3027600" cy="342000"/>
          </a:xfrm>
          <a:prstGeom prst="rect">
            <a:avLst/>
          </a:prstGeom>
          <a:noFill/>
          <a:ln>
            <a:noFill/>
          </a:ln>
        </p:spPr>
        <p:txBody>
          <a:bodyPr anchorCtr="0" anchor="ctr" bIns="36000" lIns="36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6309" name="Google Shape;6309;p105"/>
          <p:cNvSpPr/>
          <p:nvPr/>
        </p:nvSpPr>
        <p:spPr>
          <a:xfrm>
            <a:off x="6845744" y="6051970"/>
            <a:ext cx="3027000" cy="343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6310" name="Google Shape;6310;p105"/>
          <p:cNvSpPr txBox="1"/>
          <p:nvPr>
            <p:ph idx="14" type="subTitle"/>
          </p:nvPr>
        </p:nvSpPr>
        <p:spPr>
          <a:xfrm>
            <a:off x="6845444" y="6052720"/>
            <a:ext cx="3027600" cy="342000"/>
          </a:xfrm>
          <a:prstGeom prst="rect">
            <a:avLst/>
          </a:prstGeom>
          <a:noFill/>
          <a:ln>
            <a:noFill/>
          </a:ln>
        </p:spPr>
        <p:txBody>
          <a:bodyPr anchorCtr="0" anchor="ctr" bIns="36000" lIns="36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6311" name="Google Shape;6311;p105"/>
          <p:cNvSpPr txBox="1"/>
          <p:nvPr/>
        </p:nvSpPr>
        <p:spPr>
          <a:xfrm>
            <a:off x="197034" y="5534063"/>
            <a:ext cx="1679100" cy="246300"/>
          </a:xfrm>
          <a:prstGeom prst="rect">
            <a:avLst/>
          </a:prstGeom>
          <a:noFill/>
          <a:ln>
            <a:noFill/>
          </a:ln>
        </p:spPr>
        <p:txBody>
          <a:bodyPr anchorCtr="0" anchor="ctr" bIns="0" lIns="0" spcFirstLastPara="1" rIns="0" wrap="square" tIns="0">
            <a:spAutoFit/>
          </a:bodyPr>
          <a:lstStyle/>
          <a:p>
            <a:pPr indent="0" lvl="0" marL="0" rtl="0" algn="r">
              <a:lnSpc>
                <a:spcPct val="100000"/>
              </a:lnSpc>
              <a:spcBef>
                <a:spcPts val="0"/>
              </a:spcBef>
              <a:spcAft>
                <a:spcPts val="0"/>
              </a:spcAft>
              <a:buNone/>
            </a:pPr>
            <a:r>
              <a:rPr b="1" lang="es-419" sz="1000">
                <a:latin typeface="Arvo"/>
                <a:ea typeface="Arvo"/>
                <a:cs typeface="Arvo"/>
                <a:sym typeface="Arvo"/>
              </a:rPr>
              <a:t>Precondición: </a:t>
            </a:r>
            <a:endParaRPr b="1" sz="1000">
              <a:latin typeface="Arvo"/>
              <a:ea typeface="Arvo"/>
              <a:cs typeface="Arvo"/>
              <a:sym typeface="Arvo"/>
            </a:endParaRPr>
          </a:p>
          <a:p>
            <a:pPr indent="0" lvl="0" marL="0" rtl="0" algn="r">
              <a:lnSpc>
                <a:spcPct val="100000"/>
              </a:lnSpc>
              <a:spcBef>
                <a:spcPts val="0"/>
              </a:spcBef>
              <a:spcAft>
                <a:spcPts val="0"/>
              </a:spcAft>
              <a:buNone/>
            </a:pPr>
            <a:r>
              <a:rPr i="1" lang="es-419" sz="600">
                <a:solidFill>
                  <a:srgbClr val="666666"/>
                </a:solidFill>
                <a:latin typeface="Arvo"/>
                <a:ea typeface="Arvo"/>
                <a:cs typeface="Arvo"/>
                <a:sym typeface="Arvo"/>
              </a:rPr>
              <a:t>&lt;ej: El comprador debe estar registrado&gt;</a:t>
            </a:r>
            <a:endParaRPr i="1" sz="600">
              <a:solidFill>
                <a:srgbClr val="666666"/>
              </a:solidFill>
              <a:latin typeface="Arvo"/>
              <a:ea typeface="Arvo"/>
              <a:cs typeface="Arvo"/>
              <a:sym typeface="Arvo"/>
            </a:endParaRPr>
          </a:p>
        </p:txBody>
      </p:sp>
      <p:sp>
        <p:nvSpPr>
          <p:cNvPr id="6312" name="Google Shape;6312;p105"/>
          <p:cNvSpPr txBox="1"/>
          <p:nvPr/>
        </p:nvSpPr>
        <p:spPr>
          <a:xfrm>
            <a:off x="197034" y="6086320"/>
            <a:ext cx="1679100" cy="274800"/>
          </a:xfrm>
          <a:prstGeom prst="rect">
            <a:avLst/>
          </a:prstGeom>
          <a:noFill/>
          <a:ln>
            <a:noFill/>
          </a:ln>
        </p:spPr>
        <p:txBody>
          <a:bodyPr anchorCtr="0" anchor="ctr" bIns="0" lIns="0" spcFirstLastPara="1" rIns="0" wrap="square" tIns="0">
            <a:spAutoFit/>
          </a:bodyPr>
          <a:lstStyle/>
          <a:p>
            <a:pPr indent="0" lvl="0" marL="0" rtl="0" algn="r">
              <a:lnSpc>
                <a:spcPct val="85000"/>
              </a:lnSpc>
              <a:spcBef>
                <a:spcPts val="0"/>
              </a:spcBef>
              <a:spcAft>
                <a:spcPts val="0"/>
              </a:spcAft>
              <a:buNone/>
            </a:pPr>
            <a:r>
              <a:rPr b="1" lang="es-419" sz="1000">
                <a:latin typeface="Arvo"/>
                <a:ea typeface="Arvo"/>
                <a:cs typeface="Arvo"/>
                <a:sym typeface="Arvo"/>
              </a:rPr>
              <a:t>Poscondición:</a:t>
            </a:r>
            <a:endParaRPr sz="700">
              <a:solidFill>
                <a:srgbClr val="666666"/>
              </a:solidFill>
              <a:latin typeface="Arvo"/>
              <a:ea typeface="Arvo"/>
              <a:cs typeface="Arvo"/>
              <a:sym typeface="Arvo"/>
            </a:endParaRPr>
          </a:p>
          <a:p>
            <a:pPr indent="0" lvl="0" marL="0" rtl="0" algn="r">
              <a:lnSpc>
                <a:spcPct val="85000"/>
              </a:lnSpc>
              <a:spcBef>
                <a:spcPts val="0"/>
              </a:spcBef>
              <a:spcAft>
                <a:spcPts val="0"/>
              </a:spcAft>
              <a:buNone/>
            </a:pPr>
            <a:r>
              <a:rPr lang="es-419" sz="700">
                <a:solidFill>
                  <a:srgbClr val="666666"/>
                </a:solidFill>
                <a:latin typeface="Arvo"/>
                <a:ea typeface="Arvo"/>
                <a:cs typeface="Arvo"/>
                <a:sym typeface="Arvo"/>
              </a:rPr>
              <a:t> </a:t>
            </a:r>
            <a:r>
              <a:rPr i="1" lang="es-419" sz="600">
                <a:solidFill>
                  <a:srgbClr val="666666"/>
                </a:solidFill>
                <a:latin typeface="Arvo"/>
                <a:ea typeface="Arvo"/>
                <a:cs typeface="Arvo"/>
                <a:sym typeface="Arvo"/>
              </a:rPr>
              <a:t>&lt;ej: El pago debe estar realizado&gt;</a:t>
            </a:r>
            <a:r>
              <a:rPr b="1" lang="es-419" sz="1100">
                <a:latin typeface="Arvo"/>
                <a:ea typeface="Arvo"/>
                <a:cs typeface="Arvo"/>
                <a:sym typeface="Arvo"/>
              </a:rPr>
              <a:t> </a:t>
            </a:r>
            <a:endParaRPr sz="800">
              <a:solidFill>
                <a:srgbClr val="666666"/>
              </a:solidFill>
              <a:latin typeface="Arvo"/>
              <a:ea typeface="Arvo"/>
              <a:cs typeface="Arvo"/>
              <a:sym typeface="Arvo"/>
            </a:endParaRPr>
          </a:p>
        </p:txBody>
      </p:sp>
      <p:sp>
        <p:nvSpPr>
          <p:cNvPr id="6313" name="Google Shape;6313;p105"/>
          <p:cNvSpPr/>
          <p:nvPr/>
        </p:nvSpPr>
        <p:spPr>
          <a:xfrm>
            <a:off x="1940924" y="5485463"/>
            <a:ext cx="3027000" cy="343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6314" name="Google Shape;6314;p105"/>
          <p:cNvSpPr txBox="1"/>
          <p:nvPr>
            <p:ph idx="15" type="subTitle"/>
          </p:nvPr>
        </p:nvSpPr>
        <p:spPr>
          <a:xfrm>
            <a:off x="1940624" y="5486213"/>
            <a:ext cx="3027600" cy="342000"/>
          </a:xfrm>
          <a:prstGeom prst="rect">
            <a:avLst/>
          </a:prstGeom>
          <a:noFill/>
          <a:ln>
            <a:noFill/>
          </a:ln>
        </p:spPr>
        <p:txBody>
          <a:bodyPr anchorCtr="0" anchor="ctr" bIns="36000" lIns="36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6315" name="Google Shape;6315;p105"/>
          <p:cNvSpPr/>
          <p:nvPr/>
        </p:nvSpPr>
        <p:spPr>
          <a:xfrm>
            <a:off x="1940924" y="6051970"/>
            <a:ext cx="3027000" cy="343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6316" name="Google Shape;6316;p105"/>
          <p:cNvSpPr txBox="1"/>
          <p:nvPr>
            <p:ph idx="16" type="subTitle"/>
          </p:nvPr>
        </p:nvSpPr>
        <p:spPr>
          <a:xfrm>
            <a:off x="1940624" y="6052720"/>
            <a:ext cx="3027600" cy="342000"/>
          </a:xfrm>
          <a:prstGeom prst="rect">
            <a:avLst/>
          </a:prstGeom>
          <a:noFill/>
          <a:ln>
            <a:noFill/>
          </a:ln>
        </p:spPr>
        <p:txBody>
          <a:bodyPr anchorCtr="0" anchor="ctr" bIns="36000" lIns="36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6317" name="Google Shape;6317;p105"/>
          <p:cNvSpPr txBox="1"/>
          <p:nvPr/>
        </p:nvSpPr>
        <p:spPr>
          <a:xfrm>
            <a:off x="197034" y="1002597"/>
            <a:ext cx="1679100" cy="246300"/>
          </a:xfrm>
          <a:prstGeom prst="rect">
            <a:avLst/>
          </a:prstGeom>
          <a:noFill/>
          <a:ln>
            <a:noFill/>
          </a:ln>
        </p:spPr>
        <p:txBody>
          <a:bodyPr anchorCtr="0" anchor="ctr" bIns="0" lIns="0" spcFirstLastPara="1" rIns="0" wrap="square" tIns="0">
            <a:spAutoFit/>
          </a:bodyPr>
          <a:lstStyle/>
          <a:p>
            <a:pPr indent="0" lvl="0" marL="0" rtl="0" algn="r">
              <a:lnSpc>
                <a:spcPct val="100000"/>
              </a:lnSpc>
              <a:spcBef>
                <a:spcPts val="0"/>
              </a:spcBef>
              <a:spcAft>
                <a:spcPts val="0"/>
              </a:spcAft>
              <a:buNone/>
            </a:pPr>
            <a:r>
              <a:rPr b="1" lang="es-419" sz="1000">
                <a:latin typeface="Arvo"/>
                <a:ea typeface="Arvo"/>
                <a:cs typeface="Arvo"/>
                <a:sym typeface="Arvo"/>
              </a:rPr>
              <a:t>Nombre del proceso: </a:t>
            </a:r>
            <a:endParaRPr b="1" sz="1000">
              <a:latin typeface="Arvo"/>
              <a:ea typeface="Arvo"/>
              <a:cs typeface="Arvo"/>
              <a:sym typeface="Arvo"/>
            </a:endParaRPr>
          </a:p>
          <a:p>
            <a:pPr indent="0" lvl="0" marL="0" rtl="0" algn="r">
              <a:lnSpc>
                <a:spcPct val="100000"/>
              </a:lnSpc>
              <a:spcBef>
                <a:spcPts val="0"/>
              </a:spcBef>
              <a:spcAft>
                <a:spcPts val="0"/>
              </a:spcAft>
              <a:buNone/>
            </a:pPr>
            <a:r>
              <a:rPr i="1" lang="es-419" sz="600">
                <a:solidFill>
                  <a:srgbClr val="666666"/>
                </a:solidFill>
                <a:latin typeface="Arvo"/>
                <a:ea typeface="Arvo"/>
                <a:cs typeface="Arvo"/>
                <a:sym typeface="Arvo"/>
              </a:rPr>
              <a:t>&lt;ej: Reserva de citas médicas&gt;</a:t>
            </a:r>
            <a:endParaRPr i="1" sz="600">
              <a:solidFill>
                <a:srgbClr val="666666"/>
              </a:solidFill>
              <a:latin typeface="Arvo"/>
              <a:ea typeface="Arvo"/>
              <a:cs typeface="Arvo"/>
              <a:sym typeface="Arvo"/>
            </a:endParaRPr>
          </a:p>
        </p:txBody>
      </p:sp>
      <p:sp>
        <p:nvSpPr>
          <p:cNvPr id="6318" name="Google Shape;6318;p105"/>
          <p:cNvSpPr txBox="1"/>
          <p:nvPr/>
        </p:nvSpPr>
        <p:spPr>
          <a:xfrm>
            <a:off x="197034" y="1496061"/>
            <a:ext cx="1679100" cy="274800"/>
          </a:xfrm>
          <a:prstGeom prst="rect">
            <a:avLst/>
          </a:prstGeom>
          <a:noFill/>
          <a:ln>
            <a:noFill/>
          </a:ln>
        </p:spPr>
        <p:txBody>
          <a:bodyPr anchorCtr="0" anchor="ctr" bIns="0" lIns="0" spcFirstLastPara="1" rIns="0" wrap="square" tIns="0">
            <a:spAutoFit/>
          </a:bodyPr>
          <a:lstStyle/>
          <a:p>
            <a:pPr indent="0" lvl="0" marL="0" rtl="0" algn="r">
              <a:lnSpc>
                <a:spcPct val="85000"/>
              </a:lnSpc>
              <a:spcBef>
                <a:spcPts val="0"/>
              </a:spcBef>
              <a:spcAft>
                <a:spcPts val="0"/>
              </a:spcAft>
              <a:buNone/>
            </a:pPr>
            <a:r>
              <a:rPr b="1" lang="es-419" sz="1000">
                <a:latin typeface="Arvo"/>
                <a:ea typeface="Arvo"/>
                <a:cs typeface="Arvo"/>
                <a:sym typeface="Arvo"/>
              </a:rPr>
              <a:t>Narrativa:</a:t>
            </a:r>
            <a:endParaRPr sz="700">
              <a:solidFill>
                <a:srgbClr val="666666"/>
              </a:solidFill>
              <a:latin typeface="Arvo"/>
              <a:ea typeface="Arvo"/>
              <a:cs typeface="Arvo"/>
              <a:sym typeface="Arvo"/>
            </a:endParaRPr>
          </a:p>
          <a:p>
            <a:pPr indent="0" lvl="0" marL="0" rtl="0" algn="r">
              <a:lnSpc>
                <a:spcPct val="85000"/>
              </a:lnSpc>
              <a:spcBef>
                <a:spcPts val="0"/>
              </a:spcBef>
              <a:spcAft>
                <a:spcPts val="0"/>
              </a:spcAft>
              <a:buNone/>
            </a:pPr>
            <a:r>
              <a:rPr lang="es-419" sz="700">
                <a:solidFill>
                  <a:srgbClr val="666666"/>
                </a:solidFill>
                <a:latin typeface="Arvo"/>
                <a:ea typeface="Arvo"/>
                <a:cs typeface="Arvo"/>
                <a:sym typeface="Arvo"/>
              </a:rPr>
              <a:t> </a:t>
            </a:r>
            <a:r>
              <a:rPr i="1" lang="es-419" sz="600">
                <a:solidFill>
                  <a:srgbClr val="666666"/>
                </a:solidFill>
                <a:latin typeface="Arvo"/>
                <a:ea typeface="Arvo"/>
                <a:cs typeface="Arvo"/>
                <a:sym typeface="Arvo"/>
              </a:rPr>
              <a:t>&lt;ej: El paciente reserva una cita&gt;</a:t>
            </a:r>
            <a:r>
              <a:rPr b="1" lang="es-419" sz="1100">
                <a:latin typeface="Arvo"/>
                <a:ea typeface="Arvo"/>
                <a:cs typeface="Arvo"/>
                <a:sym typeface="Arvo"/>
              </a:rPr>
              <a:t> </a:t>
            </a:r>
            <a:endParaRPr sz="800">
              <a:solidFill>
                <a:srgbClr val="666666"/>
              </a:solidFill>
              <a:latin typeface="Arvo"/>
              <a:ea typeface="Arvo"/>
              <a:cs typeface="Arvo"/>
              <a:sym typeface="Arvo"/>
            </a:endParaRPr>
          </a:p>
        </p:txBody>
      </p:sp>
      <p:sp>
        <p:nvSpPr>
          <p:cNvPr id="6319" name="Google Shape;6319;p105"/>
          <p:cNvSpPr/>
          <p:nvPr/>
        </p:nvSpPr>
        <p:spPr>
          <a:xfrm>
            <a:off x="1940924" y="953997"/>
            <a:ext cx="3027000" cy="343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6320" name="Google Shape;6320;p105"/>
          <p:cNvSpPr txBox="1"/>
          <p:nvPr>
            <p:ph idx="17" type="subTitle"/>
          </p:nvPr>
        </p:nvSpPr>
        <p:spPr>
          <a:xfrm>
            <a:off x="1940624" y="954747"/>
            <a:ext cx="3027600" cy="342000"/>
          </a:xfrm>
          <a:prstGeom prst="rect">
            <a:avLst/>
          </a:prstGeom>
          <a:noFill/>
          <a:ln>
            <a:noFill/>
          </a:ln>
        </p:spPr>
        <p:txBody>
          <a:bodyPr anchorCtr="0" anchor="ctr" bIns="36000" lIns="36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6321" name="Google Shape;6321;p105"/>
          <p:cNvSpPr/>
          <p:nvPr/>
        </p:nvSpPr>
        <p:spPr>
          <a:xfrm>
            <a:off x="1940924" y="1461711"/>
            <a:ext cx="3027000" cy="343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6322" name="Google Shape;6322;p105"/>
          <p:cNvSpPr txBox="1"/>
          <p:nvPr>
            <p:ph idx="18" type="subTitle"/>
          </p:nvPr>
        </p:nvSpPr>
        <p:spPr>
          <a:xfrm>
            <a:off x="1940624" y="1462461"/>
            <a:ext cx="3027600" cy="342000"/>
          </a:xfrm>
          <a:prstGeom prst="rect">
            <a:avLst/>
          </a:prstGeom>
          <a:noFill/>
          <a:ln>
            <a:noFill/>
          </a:ln>
        </p:spPr>
        <p:txBody>
          <a:bodyPr anchorCtr="0" anchor="ctr" bIns="36000" lIns="36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6323" name="Google Shape;6323;p105"/>
          <p:cNvSpPr txBox="1"/>
          <p:nvPr/>
        </p:nvSpPr>
        <p:spPr>
          <a:xfrm>
            <a:off x="197034" y="1989729"/>
            <a:ext cx="1679100" cy="1015800"/>
          </a:xfrm>
          <a:prstGeom prst="rect">
            <a:avLst/>
          </a:prstGeom>
          <a:noFill/>
          <a:ln>
            <a:noFill/>
          </a:ln>
        </p:spPr>
        <p:txBody>
          <a:bodyPr anchorCtr="0" anchor="ctr" bIns="0" lIns="0" spcFirstLastPara="1" rIns="0" wrap="square" tIns="0">
            <a:spAutoFit/>
          </a:bodyPr>
          <a:lstStyle/>
          <a:p>
            <a:pPr indent="0" lvl="0" marL="0" rtl="0" algn="r">
              <a:lnSpc>
                <a:spcPct val="100000"/>
              </a:lnSpc>
              <a:spcBef>
                <a:spcPts val="0"/>
              </a:spcBef>
              <a:spcAft>
                <a:spcPts val="0"/>
              </a:spcAft>
              <a:buNone/>
            </a:pPr>
            <a:r>
              <a:rPr b="1" lang="es-419" sz="1000">
                <a:latin typeface="Arvo"/>
                <a:ea typeface="Arvo"/>
                <a:cs typeface="Arvo"/>
                <a:sym typeface="Arvo"/>
              </a:rPr>
              <a:t>Meta del proceso:</a:t>
            </a:r>
            <a:endParaRPr b="1" sz="1000">
              <a:latin typeface="Arvo"/>
              <a:ea typeface="Arvo"/>
              <a:cs typeface="Arvo"/>
              <a:sym typeface="Arvo"/>
            </a:endParaRPr>
          </a:p>
          <a:p>
            <a:pPr indent="0" lvl="0" marL="0" rtl="0" algn="r">
              <a:lnSpc>
                <a:spcPct val="100000"/>
              </a:lnSpc>
              <a:spcBef>
                <a:spcPts val="0"/>
              </a:spcBef>
              <a:spcAft>
                <a:spcPts val="0"/>
              </a:spcAft>
              <a:buNone/>
            </a:pPr>
            <a:r>
              <a:rPr b="1" lang="es-419" sz="700">
                <a:latin typeface="Arvo"/>
                <a:ea typeface="Arvo"/>
                <a:cs typeface="Arvo"/>
                <a:sym typeface="Arvo"/>
              </a:rPr>
              <a:t>[Meta = &lt;sustantivo&gt;&lt;adjetivo&gt;]</a:t>
            </a:r>
            <a:endParaRPr b="1" sz="700">
              <a:latin typeface="Arvo"/>
              <a:ea typeface="Arvo"/>
              <a:cs typeface="Arvo"/>
              <a:sym typeface="Arvo"/>
            </a:endParaRPr>
          </a:p>
          <a:p>
            <a:pPr indent="0" lvl="0" marL="0" rtl="0" algn="r">
              <a:lnSpc>
                <a:spcPct val="100000"/>
              </a:lnSpc>
              <a:spcBef>
                <a:spcPts val="0"/>
              </a:spcBef>
              <a:spcAft>
                <a:spcPts val="0"/>
              </a:spcAft>
              <a:buNone/>
            </a:pPr>
            <a:r>
              <a:rPr lang="es-419" sz="700">
                <a:solidFill>
                  <a:srgbClr val="666666"/>
                </a:solidFill>
                <a:latin typeface="Arvo"/>
                <a:ea typeface="Arvo"/>
                <a:cs typeface="Arvo"/>
                <a:sym typeface="Arvo"/>
              </a:rPr>
              <a:t> </a:t>
            </a:r>
            <a:r>
              <a:rPr i="1" lang="es-419" sz="600">
                <a:solidFill>
                  <a:srgbClr val="666666"/>
                </a:solidFill>
                <a:latin typeface="Arvo"/>
                <a:ea typeface="Arvo"/>
                <a:cs typeface="Arvo"/>
                <a:sym typeface="Arvo"/>
              </a:rPr>
              <a:t>&lt;ej: El ej: 1% de las devoluciones de productos. </a:t>
            </a:r>
            <a:endParaRPr i="1" sz="600">
              <a:solidFill>
                <a:srgbClr val="666666"/>
              </a:solidFill>
              <a:latin typeface="Arvo"/>
              <a:ea typeface="Arvo"/>
              <a:cs typeface="Arvo"/>
              <a:sym typeface="Arvo"/>
            </a:endParaRPr>
          </a:p>
          <a:p>
            <a:pPr indent="0" lvl="0" marL="0" rtl="0" algn="r">
              <a:lnSpc>
                <a:spcPct val="100000"/>
              </a:lnSpc>
              <a:spcBef>
                <a:spcPts val="0"/>
              </a:spcBef>
              <a:spcAft>
                <a:spcPts val="0"/>
              </a:spcAft>
              <a:buNone/>
            </a:pPr>
            <a:r>
              <a:rPr i="1" lang="es-419" sz="600">
                <a:solidFill>
                  <a:srgbClr val="666666"/>
                </a:solidFill>
                <a:latin typeface="Arvo"/>
                <a:ea typeface="Arvo"/>
                <a:cs typeface="Arvo"/>
                <a:sym typeface="Arvo"/>
              </a:rPr>
              <a:t>[nota: esta meta está relacionada con la visión del negocio. se supone que los procesos ayudan a conseguir la posición esperada del negocio la cual está determinada por las metas de la empresa.]&gt;</a:t>
            </a:r>
            <a:endParaRPr sz="800">
              <a:solidFill>
                <a:srgbClr val="666666"/>
              </a:solidFill>
              <a:latin typeface="Arvo"/>
              <a:ea typeface="Arvo"/>
              <a:cs typeface="Arvo"/>
              <a:sym typeface="Arvo"/>
            </a:endParaRPr>
          </a:p>
        </p:txBody>
      </p:sp>
      <p:sp>
        <p:nvSpPr>
          <p:cNvPr id="6324" name="Google Shape;6324;p105"/>
          <p:cNvSpPr/>
          <p:nvPr/>
        </p:nvSpPr>
        <p:spPr>
          <a:xfrm>
            <a:off x="1940924" y="1984375"/>
            <a:ext cx="3027000" cy="1015800"/>
          </a:xfrm>
          <a:prstGeom prst="roundRect">
            <a:avLst>
              <a:gd fmla="val 728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6325" name="Google Shape;6325;p105"/>
          <p:cNvSpPr txBox="1"/>
          <p:nvPr>
            <p:ph idx="19" type="subTitle"/>
          </p:nvPr>
        </p:nvSpPr>
        <p:spPr>
          <a:xfrm>
            <a:off x="1940924" y="1985125"/>
            <a:ext cx="3027000" cy="1015200"/>
          </a:xfrm>
          <a:prstGeom prst="rect">
            <a:avLst/>
          </a:prstGeom>
          <a:noFill/>
          <a:ln>
            <a:noFill/>
          </a:ln>
        </p:spPr>
        <p:txBody>
          <a:bodyPr anchorCtr="0" anchor="t" bIns="36000" lIns="36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6326" name="Google Shape;6326;p105"/>
          <p:cNvSpPr txBox="1"/>
          <p:nvPr/>
        </p:nvSpPr>
        <p:spPr>
          <a:xfrm>
            <a:off x="197034" y="3149026"/>
            <a:ext cx="1679100" cy="409500"/>
          </a:xfrm>
          <a:prstGeom prst="rect">
            <a:avLst/>
          </a:prstGeom>
          <a:noFill/>
          <a:ln>
            <a:noFill/>
          </a:ln>
        </p:spPr>
        <p:txBody>
          <a:bodyPr anchorCtr="0" anchor="ctr" bIns="0" lIns="0" spcFirstLastPara="1" rIns="0" wrap="square" tIns="0">
            <a:spAutoFit/>
          </a:bodyPr>
          <a:lstStyle/>
          <a:p>
            <a:pPr indent="0" lvl="0" marL="0" rtl="0" algn="r">
              <a:lnSpc>
                <a:spcPct val="100000"/>
              </a:lnSpc>
              <a:spcBef>
                <a:spcPts val="0"/>
              </a:spcBef>
              <a:spcAft>
                <a:spcPts val="0"/>
              </a:spcAft>
              <a:buNone/>
            </a:pPr>
            <a:r>
              <a:rPr b="1" lang="es-419" sz="1000">
                <a:latin typeface="Arvo"/>
                <a:ea typeface="Arvo"/>
                <a:cs typeface="Arvo"/>
                <a:sym typeface="Arvo"/>
              </a:rPr>
              <a:t>Procesos con los que tiene relación:</a:t>
            </a:r>
            <a:endParaRPr sz="700">
              <a:solidFill>
                <a:srgbClr val="666666"/>
              </a:solidFill>
              <a:latin typeface="Arvo"/>
              <a:ea typeface="Arvo"/>
              <a:cs typeface="Arvo"/>
              <a:sym typeface="Arvo"/>
            </a:endParaRPr>
          </a:p>
          <a:p>
            <a:pPr indent="0" lvl="0" marL="0" rtl="0" algn="r">
              <a:lnSpc>
                <a:spcPct val="60000"/>
              </a:lnSpc>
              <a:spcBef>
                <a:spcPts val="0"/>
              </a:spcBef>
              <a:spcAft>
                <a:spcPts val="0"/>
              </a:spcAft>
              <a:buNone/>
            </a:pPr>
            <a:r>
              <a:rPr i="1" lang="es-419" sz="600">
                <a:solidFill>
                  <a:srgbClr val="666666"/>
                </a:solidFill>
                <a:latin typeface="Arvo"/>
                <a:ea typeface="Arvo"/>
                <a:cs typeface="Arvo"/>
                <a:sym typeface="Arvo"/>
              </a:rPr>
              <a:t>&lt;ej: Registro de compradores&gt;</a:t>
            </a:r>
            <a:r>
              <a:rPr b="1" lang="es-419" sz="1100">
                <a:latin typeface="Arvo"/>
                <a:ea typeface="Arvo"/>
                <a:cs typeface="Arvo"/>
                <a:sym typeface="Arvo"/>
              </a:rPr>
              <a:t> </a:t>
            </a:r>
            <a:endParaRPr sz="800">
              <a:solidFill>
                <a:srgbClr val="666666"/>
              </a:solidFill>
              <a:latin typeface="Arvo"/>
              <a:ea typeface="Arvo"/>
              <a:cs typeface="Arvo"/>
              <a:sym typeface="Arvo"/>
            </a:endParaRPr>
          </a:p>
        </p:txBody>
      </p:sp>
      <p:sp>
        <p:nvSpPr>
          <p:cNvPr id="6327" name="Google Shape;6327;p105"/>
          <p:cNvSpPr/>
          <p:nvPr/>
        </p:nvSpPr>
        <p:spPr>
          <a:xfrm>
            <a:off x="1940925" y="3182024"/>
            <a:ext cx="3027000" cy="9516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6328" name="Google Shape;6328;p105"/>
          <p:cNvSpPr txBox="1"/>
          <p:nvPr>
            <p:ph idx="20" type="subTitle"/>
          </p:nvPr>
        </p:nvSpPr>
        <p:spPr>
          <a:xfrm>
            <a:off x="1910382" y="3182611"/>
            <a:ext cx="3027600" cy="892800"/>
          </a:xfrm>
          <a:prstGeom prst="rect">
            <a:avLst/>
          </a:prstGeom>
          <a:noFill/>
          <a:ln>
            <a:noFill/>
          </a:ln>
        </p:spPr>
        <p:txBody>
          <a:bodyPr anchorCtr="0" anchor="t" bIns="36000" lIns="36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6329" name="Google Shape;6329;p105"/>
          <p:cNvSpPr txBox="1"/>
          <p:nvPr/>
        </p:nvSpPr>
        <p:spPr>
          <a:xfrm>
            <a:off x="197034" y="4219105"/>
            <a:ext cx="1679100" cy="892800"/>
          </a:xfrm>
          <a:prstGeom prst="rect">
            <a:avLst/>
          </a:prstGeom>
          <a:noFill/>
          <a:ln>
            <a:noFill/>
          </a:ln>
        </p:spPr>
        <p:txBody>
          <a:bodyPr anchorCtr="0" anchor="ctr" bIns="0" lIns="0" spcFirstLastPara="1" rIns="0" wrap="square" tIns="0">
            <a:spAutoFit/>
          </a:bodyPr>
          <a:lstStyle/>
          <a:p>
            <a:pPr indent="0" lvl="0" marL="0" rtl="0" algn="r">
              <a:lnSpc>
                <a:spcPct val="100000"/>
              </a:lnSpc>
              <a:spcBef>
                <a:spcPts val="0"/>
              </a:spcBef>
              <a:spcAft>
                <a:spcPts val="0"/>
              </a:spcAft>
              <a:buNone/>
            </a:pPr>
            <a:r>
              <a:rPr b="1" lang="es-419" sz="1000">
                <a:latin typeface="Arvo"/>
                <a:ea typeface="Arvo"/>
                <a:cs typeface="Arvo"/>
                <a:sym typeface="Arvo"/>
              </a:rPr>
              <a:t>Descripción proceso:</a:t>
            </a:r>
            <a:endParaRPr sz="700">
              <a:solidFill>
                <a:srgbClr val="666666"/>
              </a:solidFill>
              <a:latin typeface="Arvo"/>
              <a:ea typeface="Arvo"/>
              <a:cs typeface="Arvo"/>
              <a:sym typeface="Arvo"/>
            </a:endParaRPr>
          </a:p>
          <a:p>
            <a:pPr indent="0" lvl="0" marL="0" rtl="0" algn="r">
              <a:lnSpc>
                <a:spcPct val="80000"/>
              </a:lnSpc>
              <a:spcBef>
                <a:spcPts val="0"/>
              </a:spcBef>
              <a:spcAft>
                <a:spcPts val="0"/>
              </a:spcAft>
              <a:buNone/>
            </a:pPr>
            <a:r>
              <a:rPr i="1" lang="es-419" sz="600">
                <a:solidFill>
                  <a:srgbClr val="666666"/>
                </a:solidFill>
                <a:latin typeface="Arvo"/>
                <a:ea typeface="Arvo"/>
                <a:cs typeface="Arvo"/>
                <a:sym typeface="Arvo"/>
              </a:rPr>
              <a:t>&lt;ej: Este proceso le permite a los compradores obtener productos a muy bajo costo desde cualquier lugar y en cualquier momento, mediante este proceso los compradores pueden elegir una empresa de envíos para transportar los productos. El comprador dispone de un carro de compras, puede programar cada una de las compras y puede crear listas de preferencia.&gt;</a:t>
            </a:r>
            <a:endParaRPr sz="800">
              <a:solidFill>
                <a:srgbClr val="666666"/>
              </a:solidFill>
              <a:latin typeface="Arvo"/>
              <a:ea typeface="Arvo"/>
              <a:cs typeface="Arvo"/>
              <a:sym typeface="Arvo"/>
            </a:endParaRPr>
          </a:p>
        </p:txBody>
      </p:sp>
      <p:sp>
        <p:nvSpPr>
          <p:cNvPr id="6330" name="Google Shape;6330;p105"/>
          <p:cNvSpPr/>
          <p:nvPr/>
        </p:nvSpPr>
        <p:spPr>
          <a:xfrm>
            <a:off x="1940924" y="4252497"/>
            <a:ext cx="3027000" cy="859800"/>
          </a:xfrm>
          <a:prstGeom prst="roundRect">
            <a:avLst>
              <a:gd fmla="val 5871"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6331" name="Google Shape;6331;p105"/>
          <p:cNvSpPr txBox="1"/>
          <p:nvPr>
            <p:ph idx="21" type="subTitle"/>
          </p:nvPr>
        </p:nvSpPr>
        <p:spPr>
          <a:xfrm>
            <a:off x="1940624" y="4252497"/>
            <a:ext cx="3027600" cy="859800"/>
          </a:xfrm>
          <a:prstGeom prst="rect">
            <a:avLst/>
          </a:prstGeom>
          <a:noFill/>
          <a:ln>
            <a:noFill/>
          </a:ln>
        </p:spPr>
        <p:txBody>
          <a:bodyPr anchorCtr="0" anchor="t" bIns="36000" lIns="36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6332" name="Google Shape;6332;p105"/>
          <p:cNvSpPr txBox="1"/>
          <p:nvPr>
            <p:ph idx="22" type="body"/>
          </p:nvPr>
        </p:nvSpPr>
        <p:spPr>
          <a:xfrm>
            <a:off x="641150" y="612125"/>
            <a:ext cx="1770300" cy="160500"/>
          </a:xfrm>
          <a:prstGeom prst="rect">
            <a:avLst/>
          </a:prstGeom>
          <a:noFill/>
          <a:ln>
            <a:noFill/>
          </a:ln>
        </p:spPr>
        <p:txBody>
          <a:bodyPr anchorCtr="0" anchor="t" bIns="0" lIns="0" spcFirstLastPara="1" rIns="0" wrap="square" tIns="0">
            <a:noAutofit/>
          </a:bodyPr>
          <a:lstStyle>
            <a:lvl1pPr indent="-292100" lvl="0" marL="457200" algn="ctr">
              <a:spcBef>
                <a:spcPts val="0"/>
              </a:spcBef>
              <a:spcAft>
                <a:spcPts val="0"/>
              </a:spcAft>
              <a:buClr>
                <a:srgbClr val="FFFFFF"/>
              </a:buClr>
              <a:buSzPts val="1000"/>
              <a:buChar char="●"/>
              <a:defRPr sz="1000">
                <a:solidFill>
                  <a:srgbClr val="FFFFFF"/>
                </a:solidFill>
              </a:defRPr>
            </a:lvl1pPr>
            <a:lvl2pPr indent="-292100" lvl="1" marL="914400" algn="ctr">
              <a:spcBef>
                <a:spcPts val="0"/>
              </a:spcBef>
              <a:spcAft>
                <a:spcPts val="0"/>
              </a:spcAft>
              <a:buClr>
                <a:srgbClr val="FFFFFF"/>
              </a:buClr>
              <a:buSzPts val="1000"/>
              <a:buChar char="○"/>
              <a:defRPr sz="1000">
                <a:solidFill>
                  <a:srgbClr val="FFFFFF"/>
                </a:solidFill>
              </a:defRPr>
            </a:lvl2pPr>
            <a:lvl3pPr indent="-292100" lvl="2" marL="1371600" algn="ctr">
              <a:spcBef>
                <a:spcPts val="0"/>
              </a:spcBef>
              <a:spcAft>
                <a:spcPts val="0"/>
              </a:spcAft>
              <a:buClr>
                <a:srgbClr val="FFFFFF"/>
              </a:buClr>
              <a:buSzPts val="1000"/>
              <a:buChar char="■"/>
              <a:defRPr sz="1000">
                <a:solidFill>
                  <a:srgbClr val="FFFFFF"/>
                </a:solidFill>
              </a:defRPr>
            </a:lvl3pPr>
            <a:lvl4pPr indent="-292100" lvl="3" marL="1828800" algn="ctr">
              <a:spcBef>
                <a:spcPts val="0"/>
              </a:spcBef>
              <a:spcAft>
                <a:spcPts val="0"/>
              </a:spcAft>
              <a:buClr>
                <a:srgbClr val="FFFFFF"/>
              </a:buClr>
              <a:buSzPts val="1000"/>
              <a:buChar char="●"/>
              <a:defRPr sz="1000">
                <a:solidFill>
                  <a:srgbClr val="FFFFFF"/>
                </a:solidFill>
              </a:defRPr>
            </a:lvl4pPr>
            <a:lvl5pPr indent="-292100" lvl="4" marL="2286000" algn="ctr">
              <a:spcBef>
                <a:spcPts val="0"/>
              </a:spcBef>
              <a:spcAft>
                <a:spcPts val="0"/>
              </a:spcAft>
              <a:buClr>
                <a:srgbClr val="FFFFFF"/>
              </a:buClr>
              <a:buSzPts val="1000"/>
              <a:buChar char="○"/>
              <a:defRPr sz="1000">
                <a:solidFill>
                  <a:srgbClr val="FFFFFF"/>
                </a:solidFill>
              </a:defRPr>
            </a:lvl5pPr>
            <a:lvl6pPr indent="-292100" lvl="5" marL="2743200" algn="ctr">
              <a:spcBef>
                <a:spcPts val="0"/>
              </a:spcBef>
              <a:spcAft>
                <a:spcPts val="0"/>
              </a:spcAft>
              <a:buClr>
                <a:srgbClr val="FFFFFF"/>
              </a:buClr>
              <a:buSzPts val="1000"/>
              <a:buChar char="■"/>
              <a:defRPr sz="1000">
                <a:solidFill>
                  <a:srgbClr val="FFFFFF"/>
                </a:solidFill>
              </a:defRPr>
            </a:lvl6pPr>
            <a:lvl7pPr indent="-292100" lvl="6" marL="3200400" algn="ctr">
              <a:spcBef>
                <a:spcPts val="0"/>
              </a:spcBef>
              <a:spcAft>
                <a:spcPts val="0"/>
              </a:spcAft>
              <a:buClr>
                <a:srgbClr val="FFFFFF"/>
              </a:buClr>
              <a:buSzPts val="1000"/>
              <a:buChar char="●"/>
              <a:defRPr sz="1000">
                <a:solidFill>
                  <a:srgbClr val="FFFFFF"/>
                </a:solidFill>
              </a:defRPr>
            </a:lvl7pPr>
            <a:lvl8pPr indent="-292100" lvl="7" marL="3657600" algn="ctr">
              <a:spcBef>
                <a:spcPts val="0"/>
              </a:spcBef>
              <a:spcAft>
                <a:spcPts val="0"/>
              </a:spcAft>
              <a:buClr>
                <a:srgbClr val="FFFFFF"/>
              </a:buClr>
              <a:buSzPts val="1000"/>
              <a:buChar char="○"/>
              <a:defRPr sz="1000">
                <a:solidFill>
                  <a:srgbClr val="FFFFFF"/>
                </a:solidFill>
              </a:defRPr>
            </a:lvl8pPr>
            <a:lvl9pPr indent="-292100" lvl="8" marL="4114800" algn="ctr">
              <a:spcBef>
                <a:spcPts val="0"/>
              </a:spcBef>
              <a:spcAft>
                <a:spcPts val="0"/>
              </a:spcAft>
              <a:buClr>
                <a:srgbClr val="FFFFFF"/>
              </a:buClr>
              <a:buSzPts val="1000"/>
              <a:buChar char="■"/>
              <a:defRPr sz="1000">
                <a:solidFill>
                  <a:srgbClr val="FFFFFF"/>
                </a:solidFill>
              </a:defRPr>
            </a:lvl9pPr>
          </a:lstStyle>
          <a:p/>
        </p:txBody>
      </p:sp>
      <p:sp>
        <p:nvSpPr>
          <p:cNvPr id="6333" name="Google Shape;6333;p105"/>
          <p:cNvSpPr txBox="1"/>
          <p:nvPr/>
        </p:nvSpPr>
        <p:spPr>
          <a:xfrm>
            <a:off x="84825" y="598125"/>
            <a:ext cx="595500" cy="205800"/>
          </a:xfrm>
          <a:prstGeom prst="rect">
            <a:avLst/>
          </a:prstGeom>
          <a:noFill/>
          <a:ln>
            <a:noFill/>
          </a:ln>
        </p:spPr>
        <p:txBody>
          <a:bodyPr anchorCtr="0" anchor="t" bIns="18000" lIns="18000" spcFirstLastPara="1" rIns="18000" wrap="square" tIns="18000">
            <a:spAutoFit/>
          </a:bodyPr>
          <a:lstStyle/>
          <a:p>
            <a:pPr indent="0" lvl="0" marL="0" rtl="0" algn="l">
              <a:spcBef>
                <a:spcPts val="0"/>
              </a:spcBef>
              <a:spcAft>
                <a:spcPts val="0"/>
              </a:spcAft>
              <a:buNone/>
            </a:pPr>
            <a:r>
              <a:rPr lang="es-419" sz="1100">
                <a:solidFill>
                  <a:srgbClr val="FFFFFF"/>
                </a:solidFill>
              </a:rPr>
              <a:t>Nombre:</a:t>
            </a:r>
            <a:endParaRPr sz="1100">
              <a:solidFill>
                <a:srgbClr val="FFFFFF"/>
              </a:solidFill>
            </a:endParaRPr>
          </a:p>
        </p:txBody>
      </p:sp>
    </p:spTree>
  </p:cSld>
  <p:clrMapOvr>
    <a:masterClrMapping/>
  </p:clrMapOvr>
</p:sldLayout>
</file>

<file path=ppt/slideLayouts/slideLayout10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4.4 Especificación de Caso de Uso de Negocio">
  <p:cSld name="TITLE_3_6_1_1_1_1_1_1_1_1_1_1_1_1_1_1_1_1">
    <p:spTree>
      <p:nvGrpSpPr>
        <p:cNvPr id="6334" name="Shape 6334"/>
        <p:cNvGrpSpPr/>
        <p:nvPr/>
      </p:nvGrpSpPr>
      <p:grpSpPr>
        <a:xfrm>
          <a:off x="0" y="0"/>
          <a:ext cx="0" cy="0"/>
          <a:chOff x="0" y="0"/>
          <a:chExt cx="0" cy="0"/>
        </a:xfrm>
      </p:grpSpPr>
      <p:sp>
        <p:nvSpPr>
          <p:cNvPr id="6335" name="Google Shape;6335;p106"/>
          <p:cNvSpPr/>
          <p:nvPr/>
        </p:nvSpPr>
        <p:spPr>
          <a:xfrm>
            <a:off x="77688" y="358938"/>
            <a:ext cx="9935700" cy="6438000"/>
          </a:xfrm>
          <a:prstGeom prst="roundRect">
            <a:avLst>
              <a:gd fmla="val 2618" name="adj"/>
            </a:avLst>
          </a:prstGeom>
          <a:solidFill>
            <a:srgbClr val="FFFFFF"/>
          </a:solidFill>
          <a:ln cap="flat" cmpd="sng" w="38100">
            <a:solidFill>
              <a:srgbClr val="000000"/>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336" name="Google Shape;6336;p106"/>
          <p:cNvCxnSpPr/>
          <p:nvPr/>
        </p:nvCxnSpPr>
        <p:spPr>
          <a:xfrm>
            <a:off x="77688" y="772614"/>
            <a:ext cx="9935700" cy="0"/>
          </a:xfrm>
          <a:prstGeom prst="straightConnector1">
            <a:avLst/>
          </a:prstGeom>
          <a:noFill/>
          <a:ln cap="flat" cmpd="sng" w="19050">
            <a:solidFill>
              <a:srgbClr val="000000"/>
            </a:solidFill>
            <a:prstDash val="solid"/>
            <a:round/>
            <a:headEnd len="med" w="med" type="none"/>
            <a:tailEnd len="med" w="med" type="none"/>
          </a:ln>
        </p:spPr>
      </p:cxnSp>
      <p:cxnSp>
        <p:nvCxnSpPr>
          <p:cNvPr id="6337" name="Google Shape;6337;p106"/>
          <p:cNvCxnSpPr/>
          <p:nvPr/>
        </p:nvCxnSpPr>
        <p:spPr>
          <a:xfrm rot="10800000">
            <a:off x="2439038" y="368188"/>
            <a:ext cx="0" cy="402300"/>
          </a:xfrm>
          <a:prstGeom prst="straightConnector1">
            <a:avLst/>
          </a:prstGeom>
          <a:noFill/>
          <a:ln cap="flat" cmpd="sng" w="19050">
            <a:solidFill>
              <a:srgbClr val="000000"/>
            </a:solidFill>
            <a:prstDash val="solid"/>
            <a:round/>
            <a:headEnd len="med" w="med" type="none"/>
            <a:tailEnd len="med" w="med" type="none"/>
          </a:ln>
        </p:spPr>
      </p:cxnSp>
      <p:sp>
        <p:nvSpPr>
          <p:cNvPr id="6338" name="Google Shape;6338;p106"/>
          <p:cNvSpPr txBox="1"/>
          <p:nvPr>
            <p:ph type="title"/>
          </p:nvPr>
        </p:nvSpPr>
        <p:spPr>
          <a:xfrm flipH="1">
            <a:off x="3219174" y="437575"/>
            <a:ext cx="1731300" cy="2658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200"/>
              <a:buNone/>
              <a:defRPr sz="1200">
                <a:solidFill>
                  <a:srgbClr val="000000"/>
                </a:solidFill>
              </a:defRPr>
            </a:lvl1pPr>
            <a:lvl2pPr lvl="1">
              <a:spcBef>
                <a:spcPts val="0"/>
              </a:spcBef>
              <a:spcAft>
                <a:spcPts val="0"/>
              </a:spcAft>
              <a:buClr>
                <a:srgbClr val="000000"/>
              </a:buClr>
              <a:buSzPts val="1100"/>
              <a:buNone/>
              <a:defRPr sz="1100">
                <a:solidFill>
                  <a:srgbClr val="000000"/>
                </a:solidFill>
              </a:defRPr>
            </a:lvl2pPr>
            <a:lvl3pPr lvl="2">
              <a:spcBef>
                <a:spcPts val="0"/>
              </a:spcBef>
              <a:spcAft>
                <a:spcPts val="0"/>
              </a:spcAft>
              <a:buClr>
                <a:srgbClr val="000000"/>
              </a:buClr>
              <a:buSzPts val="1100"/>
              <a:buNone/>
              <a:defRPr sz="1100">
                <a:solidFill>
                  <a:srgbClr val="000000"/>
                </a:solidFill>
              </a:defRPr>
            </a:lvl3pPr>
            <a:lvl4pPr lvl="3">
              <a:spcBef>
                <a:spcPts val="0"/>
              </a:spcBef>
              <a:spcAft>
                <a:spcPts val="0"/>
              </a:spcAft>
              <a:buClr>
                <a:srgbClr val="000000"/>
              </a:buClr>
              <a:buSzPts val="1100"/>
              <a:buNone/>
              <a:defRPr sz="1100">
                <a:solidFill>
                  <a:srgbClr val="000000"/>
                </a:solidFill>
              </a:defRPr>
            </a:lvl4pPr>
            <a:lvl5pPr lvl="4">
              <a:spcBef>
                <a:spcPts val="0"/>
              </a:spcBef>
              <a:spcAft>
                <a:spcPts val="0"/>
              </a:spcAft>
              <a:buClr>
                <a:srgbClr val="000000"/>
              </a:buClr>
              <a:buSzPts val="1100"/>
              <a:buNone/>
              <a:defRPr sz="1100">
                <a:solidFill>
                  <a:srgbClr val="000000"/>
                </a:solidFill>
              </a:defRPr>
            </a:lvl5pPr>
            <a:lvl6pPr lvl="5">
              <a:spcBef>
                <a:spcPts val="0"/>
              </a:spcBef>
              <a:spcAft>
                <a:spcPts val="0"/>
              </a:spcAft>
              <a:buClr>
                <a:srgbClr val="000000"/>
              </a:buClr>
              <a:buSzPts val="1100"/>
              <a:buNone/>
              <a:defRPr sz="1100">
                <a:solidFill>
                  <a:srgbClr val="000000"/>
                </a:solidFill>
              </a:defRPr>
            </a:lvl6pPr>
            <a:lvl7pPr lvl="6">
              <a:spcBef>
                <a:spcPts val="0"/>
              </a:spcBef>
              <a:spcAft>
                <a:spcPts val="0"/>
              </a:spcAft>
              <a:buClr>
                <a:srgbClr val="000000"/>
              </a:buClr>
              <a:buSzPts val="1100"/>
              <a:buNone/>
              <a:defRPr sz="1100">
                <a:solidFill>
                  <a:srgbClr val="000000"/>
                </a:solidFill>
              </a:defRPr>
            </a:lvl7pPr>
            <a:lvl8pPr lvl="7">
              <a:spcBef>
                <a:spcPts val="0"/>
              </a:spcBef>
              <a:spcAft>
                <a:spcPts val="0"/>
              </a:spcAft>
              <a:buClr>
                <a:srgbClr val="000000"/>
              </a:buClr>
              <a:buSzPts val="1100"/>
              <a:buNone/>
              <a:defRPr sz="1100">
                <a:solidFill>
                  <a:srgbClr val="000000"/>
                </a:solidFill>
              </a:defRPr>
            </a:lvl8pPr>
            <a:lvl9pPr lvl="8">
              <a:spcBef>
                <a:spcPts val="0"/>
              </a:spcBef>
              <a:spcAft>
                <a:spcPts val="0"/>
              </a:spcAft>
              <a:buClr>
                <a:srgbClr val="000000"/>
              </a:buClr>
              <a:buSzPts val="1100"/>
              <a:buNone/>
              <a:defRPr sz="1100">
                <a:solidFill>
                  <a:srgbClr val="000000"/>
                </a:solidFill>
              </a:defRPr>
            </a:lvl9pPr>
          </a:lstStyle>
          <a:p/>
        </p:txBody>
      </p:sp>
      <p:sp>
        <p:nvSpPr>
          <p:cNvPr id="6339" name="Google Shape;6339;p106"/>
          <p:cNvSpPr txBox="1"/>
          <p:nvPr/>
        </p:nvSpPr>
        <p:spPr>
          <a:xfrm>
            <a:off x="2513487" y="437267"/>
            <a:ext cx="679500" cy="2664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b="1" lang="es-419" sz="1100"/>
              <a:t>Proceso:</a:t>
            </a:r>
            <a:endParaRPr b="1" sz="1100"/>
          </a:p>
        </p:txBody>
      </p:sp>
      <p:cxnSp>
        <p:nvCxnSpPr>
          <p:cNvPr id="6340" name="Google Shape;6340;p106"/>
          <p:cNvCxnSpPr/>
          <p:nvPr/>
        </p:nvCxnSpPr>
        <p:spPr>
          <a:xfrm rot="10800000">
            <a:off x="5070754" y="368188"/>
            <a:ext cx="0" cy="402300"/>
          </a:xfrm>
          <a:prstGeom prst="straightConnector1">
            <a:avLst/>
          </a:prstGeom>
          <a:noFill/>
          <a:ln cap="flat" cmpd="sng" w="19050">
            <a:solidFill>
              <a:srgbClr val="000000"/>
            </a:solidFill>
            <a:prstDash val="solid"/>
            <a:round/>
            <a:headEnd len="med" w="med" type="none"/>
            <a:tailEnd len="med" w="med" type="none"/>
          </a:ln>
        </p:spPr>
      </p:cxnSp>
      <p:sp>
        <p:nvSpPr>
          <p:cNvPr id="6341" name="Google Shape;6341;p106"/>
          <p:cNvSpPr txBox="1"/>
          <p:nvPr/>
        </p:nvSpPr>
        <p:spPr>
          <a:xfrm>
            <a:off x="5191013" y="387663"/>
            <a:ext cx="13026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Finalidad empresa:</a:t>
            </a:r>
            <a:endParaRPr b="1" sz="1100"/>
          </a:p>
        </p:txBody>
      </p:sp>
      <p:sp>
        <p:nvSpPr>
          <p:cNvPr id="6342" name="Google Shape;6342;p106"/>
          <p:cNvSpPr txBox="1"/>
          <p:nvPr/>
        </p:nvSpPr>
        <p:spPr>
          <a:xfrm>
            <a:off x="5191013" y="579538"/>
            <a:ext cx="11637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Finalidad cliente:</a:t>
            </a:r>
            <a:endParaRPr b="1" sz="1100"/>
          </a:p>
        </p:txBody>
      </p:sp>
      <p:sp>
        <p:nvSpPr>
          <p:cNvPr id="6343" name="Google Shape;6343;p106"/>
          <p:cNvSpPr/>
          <p:nvPr/>
        </p:nvSpPr>
        <p:spPr>
          <a:xfrm>
            <a:off x="77688" y="349338"/>
            <a:ext cx="2361300" cy="421200"/>
          </a:xfrm>
          <a:prstGeom prst="roundRect">
            <a:avLst>
              <a:gd fmla="val 50000" name="adj"/>
            </a:avLst>
          </a:prstGeom>
          <a:solidFill>
            <a:srgbClr val="000000"/>
          </a:solidFill>
          <a:ln cap="flat" cmpd="sng" w="9525">
            <a:solidFill>
              <a:srgbClr val="000000"/>
            </a:solidFill>
            <a:prstDash val="solid"/>
            <a:round/>
            <a:headEnd len="sm" w="sm" type="none"/>
            <a:tailEnd len="sm" w="sm" type="none"/>
          </a:ln>
        </p:spPr>
        <p:txBody>
          <a:bodyPr anchorCtr="0" anchor="ctr" bIns="91425" lIns="0" spcFirstLastPara="1" rIns="0" wrap="square" tIns="91425">
            <a:noAutofit/>
          </a:bodyPr>
          <a:lstStyle/>
          <a:p>
            <a:pPr indent="0" lvl="0" marL="0" rtl="0" algn="ctr">
              <a:spcBef>
                <a:spcPts val="0"/>
              </a:spcBef>
              <a:spcAft>
                <a:spcPts val="0"/>
              </a:spcAft>
              <a:buNone/>
            </a:pPr>
            <a:r>
              <a:rPr b="1" lang="es-419" sz="1100">
                <a:solidFill>
                  <a:srgbClr val="FFFFFF"/>
                </a:solidFill>
              </a:rPr>
              <a:t>Especificaciones CU de Negocio</a:t>
            </a:r>
            <a:endParaRPr b="1" sz="1100">
              <a:solidFill>
                <a:srgbClr val="FFFFFF"/>
              </a:solidFill>
            </a:endParaRPr>
          </a:p>
          <a:p>
            <a:pPr indent="0" lvl="0" marL="0" rtl="0" algn="ctr">
              <a:spcBef>
                <a:spcPts val="0"/>
              </a:spcBef>
              <a:spcAft>
                <a:spcPts val="0"/>
              </a:spcAft>
              <a:buNone/>
            </a:pPr>
            <a:r>
              <a:t/>
            </a:r>
            <a:endParaRPr b="1" sz="1200">
              <a:solidFill>
                <a:srgbClr val="FFFFFF"/>
              </a:solidFill>
            </a:endParaRPr>
          </a:p>
        </p:txBody>
      </p:sp>
      <p:sp>
        <p:nvSpPr>
          <p:cNvPr id="6344" name="Google Shape;6344;p106"/>
          <p:cNvSpPr/>
          <p:nvPr/>
        </p:nvSpPr>
        <p:spPr>
          <a:xfrm>
            <a:off x="83988" y="595504"/>
            <a:ext cx="190200" cy="1692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5" name="Google Shape;6345;p106"/>
          <p:cNvSpPr/>
          <p:nvPr/>
        </p:nvSpPr>
        <p:spPr>
          <a:xfrm>
            <a:off x="2350598" y="358950"/>
            <a:ext cx="88500" cy="4023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6" name="Google Shape;6346;p106"/>
          <p:cNvSpPr txBox="1"/>
          <p:nvPr>
            <p:ph idx="2" type="title"/>
          </p:nvPr>
        </p:nvSpPr>
        <p:spPr>
          <a:xfrm flipH="1">
            <a:off x="6546263" y="387663"/>
            <a:ext cx="3350100" cy="1692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000"/>
              <a:buNone/>
              <a:defRPr sz="1000">
                <a:solidFill>
                  <a:srgbClr val="000000"/>
                </a:solidFill>
              </a:defRPr>
            </a:lvl1pPr>
            <a:lvl2pPr lvl="1">
              <a:spcBef>
                <a:spcPts val="0"/>
              </a:spcBef>
              <a:spcAft>
                <a:spcPts val="0"/>
              </a:spcAft>
              <a:buClr>
                <a:srgbClr val="000000"/>
              </a:buClr>
              <a:buSzPts val="1000"/>
              <a:buNone/>
              <a:defRPr sz="1000">
                <a:solidFill>
                  <a:srgbClr val="000000"/>
                </a:solidFill>
              </a:defRPr>
            </a:lvl2pPr>
            <a:lvl3pPr lvl="2">
              <a:spcBef>
                <a:spcPts val="0"/>
              </a:spcBef>
              <a:spcAft>
                <a:spcPts val="0"/>
              </a:spcAft>
              <a:buClr>
                <a:srgbClr val="000000"/>
              </a:buClr>
              <a:buSzPts val="1000"/>
              <a:buNone/>
              <a:defRPr sz="1000">
                <a:solidFill>
                  <a:srgbClr val="000000"/>
                </a:solidFill>
              </a:defRPr>
            </a:lvl3pPr>
            <a:lvl4pPr lvl="3">
              <a:spcBef>
                <a:spcPts val="0"/>
              </a:spcBef>
              <a:spcAft>
                <a:spcPts val="0"/>
              </a:spcAft>
              <a:buClr>
                <a:srgbClr val="000000"/>
              </a:buClr>
              <a:buSzPts val="1000"/>
              <a:buNone/>
              <a:defRPr sz="1000">
                <a:solidFill>
                  <a:srgbClr val="000000"/>
                </a:solidFill>
              </a:defRPr>
            </a:lvl4pPr>
            <a:lvl5pPr lvl="4">
              <a:spcBef>
                <a:spcPts val="0"/>
              </a:spcBef>
              <a:spcAft>
                <a:spcPts val="0"/>
              </a:spcAft>
              <a:buClr>
                <a:srgbClr val="000000"/>
              </a:buClr>
              <a:buSzPts val="1000"/>
              <a:buNone/>
              <a:defRPr sz="1000">
                <a:solidFill>
                  <a:srgbClr val="000000"/>
                </a:solidFill>
              </a:defRPr>
            </a:lvl5pPr>
            <a:lvl6pPr lvl="5">
              <a:spcBef>
                <a:spcPts val="0"/>
              </a:spcBef>
              <a:spcAft>
                <a:spcPts val="0"/>
              </a:spcAft>
              <a:buClr>
                <a:srgbClr val="000000"/>
              </a:buClr>
              <a:buSzPts val="1000"/>
              <a:buNone/>
              <a:defRPr sz="1000">
                <a:solidFill>
                  <a:srgbClr val="000000"/>
                </a:solidFill>
              </a:defRPr>
            </a:lvl6pPr>
            <a:lvl7pPr lvl="6">
              <a:spcBef>
                <a:spcPts val="0"/>
              </a:spcBef>
              <a:spcAft>
                <a:spcPts val="0"/>
              </a:spcAft>
              <a:buClr>
                <a:srgbClr val="000000"/>
              </a:buClr>
              <a:buSzPts val="1000"/>
              <a:buNone/>
              <a:defRPr sz="1000">
                <a:solidFill>
                  <a:srgbClr val="000000"/>
                </a:solidFill>
              </a:defRPr>
            </a:lvl7pPr>
            <a:lvl8pPr lvl="7">
              <a:spcBef>
                <a:spcPts val="0"/>
              </a:spcBef>
              <a:spcAft>
                <a:spcPts val="0"/>
              </a:spcAft>
              <a:buClr>
                <a:srgbClr val="000000"/>
              </a:buClr>
              <a:buSzPts val="1000"/>
              <a:buNone/>
              <a:defRPr sz="1000">
                <a:solidFill>
                  <a:srgbClr val="000000"/>
                </a:solidFill>
              </a:defRPr>
            </a:lvl8pPr>
            <a:lvl9pPr lvl="8">
              <a:spcBef>
                <a:spcPts val="0"/>
              </a:spcBef>
              <a:spcAft>
                <a:spcPts val="0"/>
              </a:spcAft>
              <a:buClr>
                <a:srgbClr val="000000"/>
              </a:buClr>
              <a:buSzPts val="1000"/>
              <a:buNone/>
              <a:defRPr sz="1000">
                <a:solidFill>
                  <a:srgbClr val="000000"/>
                </a:solidFill>
              </a:defRPr>
            </a:lvl9pPr>
          </a:lstStyle>
          <a:p/>
        </p:txBody>
      </p:sp>
      <p:sp>
        <p:nvSpPr>
          <p:cNvPr id="6347" name="Google Shape;6347;p106"/>
          <p:cNvSpPr txBox="1"/>
          <p:nvPr>
            <p:ph idx="3" type="title"/>
          </p:nvPr>
        </p:nvSpPr>
        <p:spPr>
          <a:xfrm flipH="1">
            <a:off x="6546263" y="579538"/>
            <a:ext cx="3350100" cy="1692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000"/>
              <a:buNone/>
              <a:defRPr sz="1000">
                <a:solidFill>
                  <a:srgbClr val="000000"/>
                </a:solidFill>
              </a:defRPr>
            </a:lvl1pPr>
            <a:lvl2pPr lvl="1">
              <a:spcBef>
                <a:spcPts val="0"/>
              </a:spcBef>
              <a:spcAft>
                <a:spcPts val="0"/>
              </a:spcAft>
              <a:buClr>
                <a:srgbClr val="000000"/>
              </a:buClr>
              <a:buSzPts val="1000"/>
              <a:buNone/>
              <a:defRPr sz="1000">
                <a:solidFill>
                  <a:srgbClr val="000000"/>
                </a:solidFill>
              </a:defRPr>
            </a:lvl2pPr>
            <a:lvl3pPr lvl="2">
              <a:spcBef>
                <a:spcPts val="0"/>
              </a:spcBef>
              <a:spcAft>
                <a:spcPts val="0"/>
              </a:spcAft>
              <a:buClr>
                <a:srgbClr val="000000"/>
              </a:buClr>
              <a:buSzPts val="1000"/>
              <a:buNone/>
              <a:defRPr sz="1000">
                <a:solidFill>
                  <a:srgbClr val="000000"/>
                </a:solidFill>
              </a:defRPr>
            </a:lvl3pPr>
            <a:lvl4pPr lvl="3">
              <a:spcBef>
                <a:spcPts val="0"/>
              </a:spcBef>
              <a:spcAft>
                <a:spcPts val="0"/>
              </a:spcAft>
              <a:buClr>
                <a:srgbClr val="000000"/>
              </a:buClr>
              <a:buSzPts val="1000"/>
              <a:buNone/>
              <a:defRPr sz="1000">
                <a:solidFill>
                  <a:srgbClr val="000000"/>
                </a:solidFill>
              </a:defRPr>
            </a:lvl4pPr>
            <a:lvl5pPr lvl="4">
              <a:spcBef>
                <a:spcPts val="0"/>
              </a:spcBef>
              <a:spcAft>
                <a:spcPts val="0"/>
              </a:spcAft>
              <a:buClr>
                <a:srgbClr val="000000"/>
              </a:buClr>
              <a:buSzPts val="1000"/>
              <a:buNone/>
              <a:defRPr sz="1000">
                <a:solidFill>
                  <a:srgbClr val="000000"/>
                </a:solidFill>
              </a:defRPr>
            </a:lvl5pPr>
            <a:lvl6pPr lvl="5">
              <a:spcBef>
                <a:spcPts val="0"/>
              </a:spcBef>
              <a:spcAft>
                <a:spcPts val="0"/>
              </a:spcAft>
              <a:buClr>
                <a:srgbClr val="000000"/>
              </a:buClr>
              <a:buSzPts val="1000"/>
              <a:buNone/>
              <a:defRPr sz="1000">
                <a:solidFill>
                  <a:srgbClr val="000000"/>
                </a:solidFill>
              </a:defRPr>
            </a:lvl6pPr>
            <a:lvl7pPr lvl="6">
              <a:spcBef>
                <a:spcPts val="0"/>
              </a:spcBef>
              <a:spcAft>
                <a:spcPts val="0"/>
              </a:spcAft>
              <a:buClr>
                <a:srgbClr val="000000"/>
              </a:buClr>
              <a:buSzPts val="1000"/>
              <a:buNone/>
              <a:defRPr sz="1000">
                <a:solidFill>
                  <a:srgbClr val="000000"/>
                </a:solidFill>
              </a:defRPr>
            </a:lvl7pPr>
            <a:lvl8pPr lvl="7">
              <a:spcBef>
                <a:spcPts val="0"/>
              </a:spcBef>
              <a:spcAft>
                <a:spcPts val="0"/>
              </a:spcAft>
              <a:buClr>
                <a:srgbClr val="000000"/>
              </a:buClr>
              <a:buSzPts val="1000"/>
              <a:buNone/>
              <a:defRPr sz="1000">
                <a:solidFill>
                  <a:srgbClr val="000000"/>
                </a:solidFill>
              </a:defRPr>
            </a:lvl8pPr>
            <a:lvl9pPr lvl="8">
              <a:spcBef>
                <a:spcPts val="0"/>
              </a:spcBef>
              <a:spcAft>
                <a:spcPts val="0"/>
              </a:spcAft>
              <a:buClr>
                <a:srgbClr val="000000"/>
              </a:buClr>
              <a:buSzPts val="1000"/>
              <a:buNone/>
              <a:defRPr sz="1000">
                <a:solidFill>
                  <a:srgbClr val="000000"/>
                </a:solidFill>
              </a:defRPr>
            </a:lvl9pPr>
          </a:lstStyle>
          <a:p/>
        </p:txBody>
      </p:sp>
      <p:sp>
        <p:nvSpPr>
          <p:cNvPr id="6348" name="Google Shape;6348;p106"/>
          <p:cNvSpPr/>
          <p:nvPr/>
        </p:nvSpPr>
        <p:spPr>
          <a:xfrm>
            <a:off x="2277739" y="663750"/>
            <a:ext cx="88500" cy="1089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9" name="Google Shape;6349;p106"/>
          <p:cNvSpPr txBox="1"/>
          <p:nvPr>
            <p:ph idx="1" type="body"/>
          </p:nvPr>
        </p:nvSpPr>
        <p:spPr>
          <a:xfrm>
            <a:off x="641150" y="612125"/>
            <a:ext cx="1770300" cy="160500"/>
          </a:xfrm>
          <a:prstGeom prst="rect">
            <a:avLst/>
          </a:prstGeom>
          <a:noFill/>
          <a:ln>
            <a:noFill/>
          </a:ln>
        </p:spPr>
        <p:txBody>
          <a:bodyPr anchorCtr="0" anchor="t" bIns="0" lIns="0" spcFirstLastPara="1" rIns="0" wrap="square" tIns="0">
            <a:noAutofit/>
          </a:bodyPr>
          <a:lstStyle>
            <a:lvl1pPr indent="-292100" lvl="0" marL="457200" algn="ctr">
              <a:spcBef>
                <a:spcPts val="0"/>
              </a:spcBef>
              <a:spcAft>
                <a:spcPts val="0"/>
              </a:spcAft>
              <a:buClr>
                <a:srgbClr val="FFFFFF"/>
              </a:buClr>
              <a:buSzPts val="1000"/>
              <a:buChar char="●"/>
              <a:defRPr sz="1000">
                <a:solidFill>
                  <a:srgbClr val="FFFFFF"/>
                </a:solidFill>
              </a:defRPr>
            </a:lvl1pPr>
            <a:lvl2pPr indent="-292100" lvl="1" marL="914400" algn="ctr">
              <a:spcBef>
                <a:spcPts val="0"/>
              </a:spcBef>
              <a:spcAft>
                <a:spcPts val="0"/>
              </a:spcAft>
              <a:buClr>
                <a:srgbClr val="FFFFFF"/>
              </a:buClr>
              <a:buSzPts val="1000"/>
              <a:buChar char="○"/>
              <a:defRPr sz="1000">
                <a:solidFill>
                  <a:srgbClr val="FFFFFF"/>
                </a:solidFill>
              </a:defRPr>
            </a:lvl2pPr>
            <a:lvl3pPr indent="-292100" lvl="2" marL="1371600" algn="ctr">
              <a:spcBef>
                <a:spcPts val="0"/>
              </a:spcBef>
              <a:spcAft>
                <a:spcPts val="0"/>
              </a:spcAft>
              <a:buClr>
                <a:srgbClr val="FFFFFF"/>
              </a:buClr>
              <a:buSzPts val="1000"/>
              <a:buChar char="■"/>
              <a:defRPr sz="1000">
                <a:solidFill>
                  <a:srgbClr val="FFFFFF"/>
                </a:solidFill>
              </a:defRPr>
            </a:lvl3pPr>
            <a:lvl4pPr indent="-292100" lvl="3" marL="1828800" algn="ctr">
              <a:spcBef>
                <a:spcPts val="0"/>
              </a:spcBef>
              <a:spcAft>
                <a:spcPts val="0"/>
              </a:spcAft>
              <a:buClr>
                <a:srgbClr val="FFFFFF"/>
              </a:buClr>
              <a:buSzPts val="1000"/>
              <a:buChar char="●"/>
              <a:defRPr sz="1000">
                <a:solidFill>
                  <a:srgbClr val="FFFFFF"/>
                </a:solidFill>
              </a:defRPr>
            </a:lvl4pPr>
            <a:lvl5pPr indent="-292100" lvl="4" marL="2286000" algn="ctr">
              <a:spcBef>
                <a:spcPts val="0"/>
              </a:spcBef>
              <a:spcAft>
                <a:spcPts val="0"/>
              </a:spcAft>
              <a:buClr>
                <a:srgbClr val="FFFFFF"/>
              </a:buClr>
              <a:buSzPts val="1000"/>
              <a:buChar char="○"/>
              <a:defRPr sz="1000">
                <a:solidFill>
                  <a:srgbClr val="FFFFFF"/>
                </a:solidFill>
              </a:defRPr>
            </a:lvl5pPr>
            <a:lvl6pPr indent="-292100" lvl="5" marL="2743200" algn="ctr">
              <a:spcBef>
                <a:spcPts val="0"/>
              </a:spcBef>
              <a:spcAft>
                <a:spcPts val="0"/>
              </a:spcAft>
              <a:buClr>
                <a:srgbClr val="FFFFFF"/>
              </a:buClr>
              <a:buSzPts val="1000"/>
              <a:buChar char="■"/>
              <a:defRPr sz="1000">
                <a:solidFill>
                  <a:srgbClr val="FFFFFF"/>
                </a:solidFill>
              </a:defRPr>
            </a:lvl6pPr>
            <a:lvl7pPr indent="-292100" lvl="6" marL="3200400" algn="ctr">
              <a:spcBef>
                <a:spcPts val="0"/>
              </a:spcBef>
              <a:spcAft>
                <a:spcPts val="0"/>
              </a:spcAft>
              <a:buClr>
                <a:srgbClr val="FFFFFF"/>
              </a:buClr>
              <a:buSzPts val="1000"/>
              <a:buChar char="●"/>
              <a:defRPr sz="1000">
                <a:solidFill>
                  <a:srgbClr val="FFFFFF"/>
                </a:solidFill>
              </a:defRPr>
            </a:lvl7pPr>
            <a:lvl8pPr indent="-292100" lvl="7" marL="3657600" algn="ctr">
              <a:spcBef>
                <a:spcPts val="0"/>
              </a:spcBef>
              <a:spcAft>
                <a:spcPts val="0"/>
              </a:spcAft>
              <a:buClr>
                <a:srgbClr val="FFFFFF"/>
              </a:buClr>
              <a:buSzPts val="1000"/>
              <a:buChar char="○"/>
              <a:defRPr sz="1000">
                <a:solidFill>
                  <a:srgbClr val="FFFFFF"/>
                </a:solidFill>
              </a:defRPr>
            </a:lvl8pPr>
            <a:lvl9pPr indent="-292100" lvl="8" marL="4114800" algn="ctr">
              <a:spcBef>
                <a:spcPts val="0"/>
              </a:spcBef>
              <a:spcAft>
                <a:spcPts val="0"/>
              </a:spcAft>
              <a:buClr>
                <a:srgbClr val="FFFFFF"/>
              </a:buClr>
              <a:buSzPts val="1000"/>
              <a:buChar char="■"/>
              <a:defRPr sz="1000">
                <a:solidFill>
                  <a:srgbClr val="FFFFFF"/>
                </a:solidFill>
              </a:defRPr>
            </a:lvl9pPr>
          </a:lstStyle>
          <a:p/>
        </p:txBody>
      </p:sp>
      <p:sp>
        <p:nvSpPr>
          <p:cNvPr id="6350" name="Google Shape;6350;p106"/>
          <p:cNvSpPr txBox="1"/>
          <p:nvPr/>
        </p:nvSpPr>
        <p:spPr>
          <a:xfrm>
            <a:off x="84825" y="598125"/>
            <a:ext cx="595500" cy="205800"/>
          </a:xfrm>
          <a:prstGeom prst="rect">
            <a:avLst/>
          </a:prstGeom>
          <a:noFill/>
          <a:ln>
            <a:noFill/>
          </a:ln>
        </p:spPr>
        <p:txBody>
          <a:bodyPr anchorCtr="0" anchor="t" bIns="18000" lIns="18000" spcFirstLastPara="1" rIns="18000" wrap="square" tIns="18000">
            <a:spAutoFit/>
          </a:bodyPr>
          <a:lstStyle/>
          <a:p>
            <a:pPr indent="0" lvl="0" marL="0" rtl="0" algn="l">
              <a:spcBef>
                <a:spcPts val="0"/>
              </a:spcBef>
              <a:spcAft>
                <a:spcPts val="0"/>
              </a:spcAft>
              <a:buNone/>
            </a:pPr>
            <a:r>
              <a:rPr lang="es-419" sz="1100">
                <a:solidFill>
                  <a:srgbClr val="FFFFFF"/>
                </a:solidFill>
              </a:rPr>
              <a:t>Nombre:</a:t>
            </a:r>
            <a:endParaRPr sz="1100">
              <a:solidFill>
                <a:srgbClr val="FFFFFF"/>
              </a:solidFill>
            </a:endParaRPr>
          </a:p>
        </p:txBody>
      </p:sp>
      <p:sp>
        <p:nvSpPr>
          <p:cNvPr id="6351" name="Google Shape;6351;p106"/>
          <p:cNvSpPr/>
          <p:nvPr/>
        </p:nvSpPr>
        <p:spPr>
          <a:xfrm>
            <a:off x="-6216725" y="986400"/>
            <a:ext cx="5567400" cy="5853600"/>
          </a:xfrm>
          <a:prstGeom prst="roundRect">
            <a:avLst>
              <a:gd fmla="val 2402" name="adj"/>
            </a:avLst>
          </a:prstGeom>
          <a:solidFill>
            <a:srgbClr val="F3F3F3"/>
          </a:solidFill>
          <a:ln cap="flat" cmpd="sng" w="9525">
            <a:solidFill>
              <a:srgbClr val="F3F3F3"/>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t" bIns="91425" lIns="91425" spcFirstLastPara="1" rIns="91425" wrap="square" tIns="91425">
            <a:noAutofit/>
          </a:bodyPr>
          <a:lstStyle/>
          <a:p>
            <a:pPr indent="0" lvl="0" marL="0" rtl="0" algn="ctr">
              <a:spcBef>
                <a:spcPts val="0"/>
              </a:spcBef>
              <a:spcAft>
                <a:spcPts val="0"/>
              </a:spcAft>
              <a:buNone/>
            </a:pPr>
            <a:r>
              <a:rPr lang="es-419"/>
              <a:t>Paleta</a:t>
            </a:r>
            <a:endParaRPr/>
          </a:p>
        </p:txBody>
      </p:sp>
    </p:spTree>
  </p:cSld>
  <p:clrMapOvr>
    <a:masterClrMapping/>
  </p:clrMapOvr>
</p:sldLayout>
</file>

<file path=ppt/slideLayouts/slideLayout10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6.3 Especificación de Caso de Uso de Sistema">
  <p:cSld name="TITLE_3_6_1_1_1_1_1_1_1_1_1_1_1_1_1_1_1_1_1">
    <p:spTree>
      <p:nvGrpSpPr>
        <p:cNvPr id="6352" name="Shape 6352"/>
        <p:cNvGrpSpPr/>
        <p:nvPr/>
      </p:nvGrpSpPr>
      <p:grpSpPr>
        <a:xfrm>
          <a:off x="0" y="0"/>
          <a:ext cx="0" cy="0"/>
          <a:chOff x="0" y="0"/>
          <a:chExt cx="0" cy="0"/>
        </a:xfrm>
      </p:grpSpPr>
      <p:sp>
        <p:nvSpPr>
          <p:cNvPr id="6353" name="Google Shape;6353;p107"/>
          <p:cNvSpPr/>
          <p:nvPr/>
        </p:nvSpPr>
        <p:spPr>
          <a:xfrm>
            <a:off x="77688" y="358938"/>
            <a:ext cx="9935700" cy="6438000"/>
          </a:xfrm>
          <a:prstGeom prst="roundRect">
            <a:avLst>
              <a:gd fmla="val 2618" name="adj"/>
            </a:avLst>
          </a:prstGeom>
          <a:solidFill>
            <a:srgbClr val="FFFFFF"/>
          </a:solidFill>
          <a:ln cap="flat" cmpd="sng" w="38100">
            <a:solidFill>
              <a:srgbClr val="000000"/>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354" name="Google Shape;6354;p107"/>
          <p:cNvCxnSpPr/>
          <p:nvPr/>
        </p:nvCxnSpPr>
        <p:spPr>
          <a:xfrm>
            <a:off x="77688" y="772614"/>
            <a:ext cx="9935700" cy="0"/>
          </a:xfrm>
          <a:prstGeom prst="straightConnector1">
            <a:avLst/>
          </a:prstGeom>
          <a:noFill/>
          <a:ln cap="flat" cmpd="sng" w="19050">
            <a:solidFill>
              <a:srgbClr val="000000"/>
            </a:solidFill>
            <a:prstDash val="solid"/>
            <a:round/>
            <a:headEnd len="med" w="med" type="none"/>
            <a:tailEnd len="med" w="med" type="none"/>
          </a:ln>
        </p:spPr>
      </p:cxnSp>
      <p:cxnSp>
        <p:nvCxnSpPr>
          <p:cNvPr id="6355" name="Google Shape;6355;p107"/>
          <p:cNvCxnSpPr/>
          <p:nvPr/>
        </p:nvCxnSpPr>
        <p:spPr>
          <a:xfrm rot="10800000">
            <a:off x="2439038" y="368188"/>
            <a:ext cx="0" cy="402300"/>
          </a:xfrm>
          <a:prstGeom prst="straightConnector1">
            <a:avLst/>
          </a:prstGeom>
          <a:noFill/>
          <a:ln cap="flat" cmpd="sng" w="19050">
            <a:solidFill>
              <a:srgbClr val="000000"/>
            </a:solidFill>
            <a:prstDash val="solid"/>
            <a:round/>
            <a:headEnd len="med" w="med" type="none"/>
            <a:tailEnd len="med" w="med" type="none"/>
          </a:ln>
        </p:spPr>
      </p:cxnSp>
      <p:sp>
        <p:nvSpPr>
          <p:cNvPr id="6356" name="Google Shape;6356;p107"/>
          <p:cNvSpPr/>
          <p:nvPr/>
        </p:nvSpPr>
        <p:spPr>
          <a:xfrm>
            <a:off x="77688" y="349338"/>
            <a:ext cx="2361300" cy="421200"/>
          </a:xfrm>
          <a:prstGeom prst="roundRect">
            <a:avLst>
              <a:gd fmla="val 50000" name="adj"/>
            </a:avLst>
          </a:prstGeom>
          <a:solidFill>
            <a:srgbClr val="000000"/>
          </a:solidFill>
          <a:ln cap="flat" cmpd="sng" w="9525">
            <a:solidFill>
              <a:srgbClr val="000000"/>
            </a:solidFill>
            <a:prstDash val="solid"/>
            <a:round/>
            <a:headEnd len="sm" w="sm" type="none"/>
            <a:tailEnd len="sm" w="sm" type="none"/>
          </a:ln>
        </p:spPr>
        <p:txBody>
          <a:bodyPr anchorCtr="0" anchor="ctr" bIns="91425" lIns="0" spcFirstLastPara="1" rIns="0" wrap="square" tIns="91425">
            <a:noAutofit/>
          </a:bodyPr>
          <a:lstStyle/>
          <a:p>
            <a:pPr indent="0" lvl="0" marL="0" rtl="0" algn="ctr">
              <a:spcBef>
                <a:spcPts val="0"/>
              </a:spcBef>
              <a:spcAft>
                <a:spcPts val="0"/>
              </a:spcAft>
              <a:buNone/>
            </a:pPr>
            <a:r>
              <a:rPr b="1" lang="es-419" sz="1100">
                <a:solidFill>
                  <a:srgbClr val="FFFFFF"/>
                </a:solidFill>
              </a:rPr>
              <a:t>Especificaciones CU de Sistema</a:t>
            </a:r>
            <a:endParaRPr b="1" sz="1100">
              <a:solidFill>
                <a:srgbClr val="FFFFFF"/>
              </a:solidFill>
            </a:endParaRPr>
          </a:p>
          <a:p>
            <a:pPr indent="0" lvl="0" marL="0" rtl="0" algn="ctr">
              <a:spcBef>
                <a:spcPts val="0"/>
              </a:spcBef>
              <a:spcAft>
                <a:spcPts val="0"/>
              </a:spcAft>
              <a:buNone/>
            </a:pPr>
            <a:r>
              <a:t/>
            </a:r>
            <a:endParaRPr b="1" sz="1200">
              <a:solidFill>
                <a:srgbClr val="FFFFFF"/>
              </a:solidFill>
            </a:endParaRPr>
          </a:p>
        </p:txBody>
      </p:sp>
      <p:sp>
        <p:nvSpPr>
          <p:cNvPr id="6357" name="Google Shape;6357;p107"/>
          <p:cNvSpPr/>
          <p:nvPr/>
        </p:nvSpPr>
        <p:spPr>
          <a:xfrm>
            <a:off x="83988" y="595504"/>
            <a:ext cx="190200" cy="1692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8" name="Google Shape;6358;p107"/>
          <p:cNvSpPr/>
          <p:nvPr/>
        </p:nvSpPr>
        <p:spPr>
          <a:xfrm>
            <a:off x="2350598" y="358950"/>
            <a:ext cx="88500" cy="4023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9" name="Google Shape;6359;p107"/>
          <p:cNvSpPr/>
          <p:nvPr/>
        </p:nvSpPr>
        <p:spPr>
          <a:xfrm>
            <a:off x="2277739" y="663750"/>
            <a:ext cx="88500" cy="1089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0" name="Google Shape;6360;p107"/>
          <p:cNvSpPr txBox="1"/>
          <p:nvPr/>
        </p:nvSpPr>
        <p:spPr>
          <a:xfrm>
            <a:off x="2524025" y="387675"/>
            <a:ext cx="15012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Unid. Organizacional:</a:t>
            </a:r>
            <a:endParaRPr b="1" sz="1100"/>
          </a:p>
        </p:txBody>
      </p:sp>
      <p:sp>
        <p:nvSpPr>
          <p:cNvPr id="6361" name="Google Shape;6361;p107"/>
          <p:cNvSpPr txBox="1"/>
          <p:nvPr/>
        </p:nvSpPr>
        <p:spPr>
          <a:xfrm>
            <a:off x="2524020" y="579550"/>
            <a:ext cx="6846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Alcance:</a:t>
            </a:r>
            <a:endParaRPr b="1" sz="1100"/>
          </a:p>
        </p:txBody>
      </p:sp>
      <p:sp>
        <p:nvSpPr>
          <p:cNvPr id="6362" name="Google Shape;6362;p107"/>
          <p:cNvSpPr txBox="1"/>
          <p:nvPr>
            <p:ph type="title"/>
          </p:nvPr>
        </p:nvSpPr>
        <p:spPr>
          <a:xfrm flipH="1">
            <a:off x="4025374" y="387675"/>
            <a:ext cx="5863200" cy="1692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000"/>
              <a:buNone/>
              <a:defRPr sz="1000">
                <a:solidFill>
                  <a:srgbClr val="000000"/>
                </a:solidFill>
              </a:defRPr>
            </a:lvl1pPr>
            <a:lvl2pPr lvl="1">
              <a:spcBef>
                <a:spcPts val="0"/>
              </a:spcBef>
              <a:spcAft>
                <a:spcPts val="0"/>
              </a:spcAft>
              <a:buClr>
                <a:srgbClr val="000000"/>
              </a:buClr>
              <a:buSzPts val="1000"/>
              <a:buNone/>
              <a:defRPr sz="1000">
                <a:solidFill>
                  <a:srgbClr val="000000"/>
                </a:solidFill>
              </a:defRPr>
            </a:lvl2pPr>
            <a:lvl3pPr lvl="2">
              <a:spcBef>
                <a:spcPts val="0"/>
              </a:spcBef>
              <a:spcAft>
                <a:spcPts val="0"/>
              </a:spcAft>
              <a:buClr>
                <a:srgbClr val="000000"/>
              </a:buClr>
              <a:buSzPts val="1000"/>
              <a:buNone/>
              <a:defRPr sz="1000">
                <a:solidFill>
                  <a:srgbClr val="000000"/>
                </a:solidFill>
              </a:defRPr>
            </a:lvl3pPr>
            <a:lvl4pPr lvl="3">
              <a:spcBef>
                <a:spcPts val="0"/>
              </a:spcBef>
              <a:spcAft>
                <a:spcPts val="0"/>
              </a:spcAft>
              <a:buClr>
                <a:srgbClr val="000000"/>
              </a:buClr>
              <a:buSzPts val="1000"/>
              <a:buNone/>
              <a:defRPr sz="1000">
                <a:solidFill>
                  <a:srgbClr val="000000"/>
                </a:solidFill>
              </a:defRPr>
            </a:lvl4pPr>
            <a:lvl5pPr lvl="4">
              <a:spcBef>
                <a:spcPts val="0"/>
              </a:spcBef>
              <a:spcAft>
                <a:spcPts val="0"/>
              </a:spcAft>
              <a:buClr>
                <a:srgbClr val="000000"/>
              </a:buClr>
              <a:buSzPts val="1000"/>
              <a:buNone/>
              <a:defRPr sz="1000">
                <a:solidFill>
                  <a:srgbClr val="000000"/>
                </a:solidFill>
              </a:defRPr>
            </a:lvl5pPr>
            <a:lvl6pPr lvl="5">
              <a:spcBef>
                <a:spcPts val="0"/>
              </a:spcBef>
              <a:spcAft>
                <a:spcPts val="0"/>
              </a:spcAft>
              <a:buClr>
                <a:srgbClr val="000000"/>
              </a:buClr>
              <a:buSzPts val="1000"/>
              <a:buNone/>
              <a:defRPr sz="1000">
                <a:solidFill>
                  <a:srgbClr val="000000"/>
                </a:solidFill>
              </a:defRPr>
            </a:lvl6pPr>
            <a:lvl7pPr lvl="6">
              <a:spcBef>
                <a:spcPts val="0"/>
              </a:spcBef>
              <a:spcAft>
                <a:spcPts val="0"/>
              </a:spcAft>
              <a:buClr>
                <a:srgbClr val="000000"/>
              </a:buClr>
              <a:buSzPts val="1000"/>
              <a:buNone/>
              <a:defRPr sz="1000">
                <a:solidFill>
                  <a:srgbClr val="000000"/>
                </a:solidFill>
              </a:defRPr>
            </a:lvl7pPr>
            <a:lvl8pPr lvl="7">
              <a:spcBef>
                <a:spcPts val="0"/>
              </a:spcBef>
              <a:spcAft>
                <a:spcPts val="0"/>
              </a:spcAft>
              <a:buClr>
                <a:srgbClr val="000000"/>
              </a:buClr>
              <a:buSzPts val="1000"/>
              <a:buNone/>
              <a:defRPr sz="1000">
                <a:solidFill>
                  <a:srgbClr val="000000"/>
                </a:solidFill>
              </a:defRPr>
            </a:lvl8pPr>
            <a:lvl9pPr lvl="8">
              <a:spcBef>
                <a:spcPts val="0"/>
              </a:spcBef>
              <a:spcAft>
                <a:spcPts val="0"/>
              </a:spcAft>
              <a:buClr>
                <a:srgbClr val="000000"/>
              </a:buClr>
              <a:buSzPts val="1000"/>
              <a:buNone/>
              <a:defRPr sz="1000">
                <a:solidFill>
                  <a:srgbClr val="000000"/>
                </a:solidFill>
              </a:defRPr>
            </a:lvl9pPr>
          </a:lstStyle>
          <a:p/>
        </p:txBody>
      </p:sp>
      <p:sp>
        <p:nvSpPr>
          <p:cNvPr id="6363" name="Google Shape;6363;p107"/>
          <p:cNvSpPr txBox="1"/>
          <p:nvPr>
            <p:ph idx="2" type="title"/>
          </p:nvPr>
        </p:nvSpPr>
        <p:spPr>
          <a:xfrm flipH="1">
            <a:off x="3208773" y="579550"/>
            <a:ext cx="6679800" cy="1692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000"/>
              <a:buNone/>
              <a:defRPr sz="1000">
                <a:solidFill>
                  <a:srgbClr val="000000"/>
                </a:solidFill>
              </a:defRPr>
            </a:lvl1pPr>
            <a:lvl2pPr lvl="1">
              <a:spcBef>
                <a:spcPts val="0"/>
              </a:spcBef>
              <a:spcAft>
                <a:spcPts val="0"/>
              </a:spcAft>
              <a:buClr>
                <a:srgbClr val="000000"/>
              </a:buClr>
              <a:buSzPts val="1000"/>
              <a:buNone/>
              <a:defRPr sz="1000">
                <a:solidFill>
                  <a:srgbClr val="000000"/>
                </a:solidFill>
              </a:defRPr>
            </a:lvl2pPr>
            <a:lvl3pPr lvl="2">
              <a:spcBef>
                <a:spcPts val="0"/>
              </a:spcBef>
              <a:spcAft>
                <a:spcPts val="0"/>
              </a:spcAft>
              <a:buClr>
                <a:srgbClr val="000000"/>
              </a:buClr>
              <a:buSzPts val="1000"/>
              <a:buNone/>
              <a:defRPr sz="1000">
                <a:solidFill>
                  <a:srgbClr val="000000"/>
                </a:solidFill>
              </a:defRPr>
            </a:lvl3pPr>
            <a:lvl4pPr lvl="3">
              <a:spcBef>
                <a:spcPts val="0"/>
              </a:spcBef>
              <a:spcAft>
                <a:spcPts val="0"/>
              </a:spcAft>
              <a:buClr>
                <a:srgbClr val="000000"/>
              </a:buClr>
              <a:buSzPts val="1000"/>
              <a:buNone/>
              <a:defRPr sz="1000">
                <a:solidFill>
                  <a:srgbClr val="000000"/>
                </a:solidFill>
              </a:defRPr>
            </a:lvl4pPr>
            <a:lvl5pPr lvl="4">
              <a:spcBef>
                <a:spcPts val="0"/>
              </a:spcBef>
              <a:spcAft>
                <a:spcPts val="0"/>
              </a:spcAft>
              <a:buClr>
                <a:srgbClr val="000000"/>
              </a:buClr>
              <a:buSzPts val="1000"/>
              <a:buNone/>
              <a:defRPr sz="1000">
                <a:solidFill>
                  <a:srgbClr val="000000"/>
                </a:solidFill>
              </a:defRPr>
            </a:lvl5pPr>
            <a:lvl6pPr lvl="5">
              <a:spcBef>
                <a:spcPts val="0"/>
              </a:spcBef>
              <a:spcAft>
                <a:spcPts val="0"/>
              </a:spcAft>
              <a:buClr>
                <a:srgbClr val="000000"/>
              </a:buClr>
              <a:buSzPts val="1000"/>
              <a:buNone/>
              <a:defRPr sz="1000">
                <a:solidFill>
                  <a:srgbClr val="000000"/>
                </a:solidFill>
              </a:defRPr>
            </a:lvl6pPr>
            <a:lvl7pPr lvl="6">
              <a:spcBef>
                <a:spcPts val="0"/>
              </a:spcBef>
              <a:spcAft>
                <a:spcPts val="0"/>
              </a:spcAft>
              <a:buClr>
                <a:srgbClr val="000000"/>
              </a:buClr>
              <a:buSzPts val="1000"/>
              <a:buNone/>
              <a:defRPr sz="1000">
                <a:solidFill>
                  <a:srgbClr val="000000"/>
                </a:solidFill>
              </a:defRPr>
            </a:lvl7pPr>
            <a:lvl8pPr lvl="7">
              <a:spcBef>
                <a:spcPts val="0"/>
              </a:spcBef>
              <a:spcAft>
                <a:spcPts val="0"/>
              </a:spcAft>
              <a:buClr>
                <a:srgbClr val="000000"/>
              </a:buClr>
              <a:buSzPts val="1000"/>
              <a:buNone/>
              <a:defRPr sz="1000">
                <a:solidFill>
                  <a:srgbClr val="000000"/>
                </a:solidFill>
              </a:defRPr>
            </a:lvl8pPr>
            <a:lvl9pPr lvl="8">
              <a:spcBef>
                <a:spcPts val="0"/>
              </a:spcBef>
              <a:spcAft>
                <a:spcPts val="0"/>
              </a:spcAft>
              <a:buClr>
                <a:srgbClr val="000000"/>
              </a:buClr>
              <a:buSzPts val="1000"/>
              <a:buNone/>
              <a:defRPr sz="1000">
                <a:solidFill>
                  <a:srgbClr val="000000"/>
                </a:solidFill>
              </a:defRPr>
            </a:lvl9pPr>
          </a:lstStyle>
          <a:p/>
        </p:txBody>
      </p:sp>
      <p:sp>
        <p:nvSpPr>
          <p:cNvPr id="6364" name="Google Shape;6364;p107"/>
          <p:cNvSpPr txBox="1"/>
          <p:nvPr>
            <p:ph idx="1" type="body"/>
          </p:nvPr>
        </p:nvSpPr>
        <p:spPr>
          <a:xfrm>
            <a:off x="641150" y="612125"/>
            <a:ext cx="1770300" cy="160500"/>
          </a:xfrm>
          <a:prstGeom prst="rect">
            <a:avLst/>
          </a:prstGeom>
          <a:noFill/>
          <a:ln>
            <a:noFill/>
          </a:ln>
        </p:spPr>
        <p:txBody>
          <a:bodyPr anchorCtr="0" anchor="t" bIns="0" lIns="0" spcFirstLastPara="1" rIns="0" wrap="square" tIns="0">
            <a:noAutofit/>
          </a:bodyPr>
          <a:lstStyle>
            <a:lvl1pPr indent="-292100" lvl="0" marL="457200" algn="ctr">
              <a:spcBef>
                <a:spcPts val="0"/>
              </a:spcBef>
              <a:spcAft>
                <a:spcPts val="0"/>
              </a:spcAft>
              <a:buClr>
                <a:srgbClr val="FFFFFF"/>
              </a:buClr>
              <a:buSzPts val="1000"/>
              <a:buChar char="●"/>
              <a:defRPr sz="1000">
                <a:solidFill>
                  <a:srgbClr val="FFFFFF"/>
                </a:solidFill>
              </a:defRPr>
            </a:lvl1pPr>
            <a:lvl2pPr indent="-292100" lvl="1" marL="914400" algn="ctr">
              <a:spcBef>
                <a:spcPts val="0"/>
              </a:spcBef>
              <a:spcAft>
                <a:spcPts val="0"/>
              </a:spcAft>
              <a:buClr>
                <a:srgbClr val="FFFFFF"/>
              </a:buClr>
              <a:buSzPts val="1000"/>
              <a:buChar char="○"/>
              <a:defRPr sz="1000">
                <a:solidFill>
                  <a:srgbClr val="FFFFFF"/>
                </a:solidFill>
              </a:defRPr>
            </a:lvl2pPr>
            <a:lvl3pPr indent="-292100" lvl="2" marL="1371600" algn="ctr">
              <a:spcBef>
                <a:spcPts val="0"/>
              </a:spcBef>
              <a:spcAft>
                <a:spcPts val="0"/>
              </a:spcAft>
              <a:buClr>
                <a:srgbClr val="FFFFFF"/>
              </a:buClr>
              <a:buSzPts val="1000"/>
              <a:buChar char="■"/>
              <a:defRPr sz="1000">
                <a:solidFill>
                  <a:srgbClr val="FFFFFF"/>
                </a:solidFill>
              </a:defRPr>
            </a:lvl3pPr>
            <a:lvl4pPr indent="-292100" lvl="3" marL="1828800" algn="ctr">
              <a:spcBef>
                <a:spcPts val="0"/>
              </a:spcBef>
              <a:spcAft>
                <a:spcPts val="0"/>
              </a:spcAft>
              <a:buClr>
                <a:srgbClr val="FFFFFF"/>
              </a:buClr>
              <a:buSzPts val="1000"/>
              <a:buChar char="●"/>
              <a:defRPr sz="1000">
                <a:solidFill>
                  <a:srgbClr val="FFFFFF"/>
                </a:solidFill>
              </a:defRPr>
            </a:lvl4pPr>
            <a:lvl5pPr indent="-292100" lvl="4" marL="2286000" algn="ctr">
              <a:spcBef>
                <a:spcPts val="0"/>
              </a:spcBef>
              <a:spcAft>
                <a:spcPts val="0"/>
              </a:spcAft>
              <a:buClr>
                <a:srgbClr val="FFFFFF"/>
              </a:buClr>
              <a:buSzPts val="1000"/>
              <a:buChar char="○"/>
              <a:defRPr sz="1000">
                <a:solidFill>
                  <a:srgbClr val="FFFFFF"/>
                </a:solidFill>
              </a:defRPr>
            </a:lvl5pPr>
            <a:lvl6pPr indent="-292100" lvl="5" marL="2743200" algn="ctr">
              <a:spcBef>
                <a:spcPts val="0"/>
              </a:spcBef>
              <a:spcAft>
                <a:spcPts val="0"/>
              </a:spcAft>
              <a:buClr>
                <a:srgbClr val="FFFFFF"/>
              </a:buClr>
              <a:buSzPts val="1000"/>
              <a:buChar char="■"/>
              <a:defRPr sz="1000">
                <a:solidFill>
                  <a:srgbClr val="FFFFFF"/>
                </a:solidFill>
              </a:defRPr>
            </a:lvl6pPr>
            <a:lvl7pPr indent="-292100" lvl="6" marL="3200400" algn="ctr">
              <a:spcBef>
                <a:spcPts val="0"/>
              </a:spcBef>
              <a:spcAft>
                <a:spcPts val="0"/>
              </a:spcAft>
              <a:buClr>
                <a:srgbClr val="FFFFFF"/>
              </a:buClr>
              <a:buSzPts val="1000"/>
              <a:buChar char="●"/>
              <a:defRPr sz="1000">
                <a:solidFill>
                  <a:srgbClr val="FFFFFF"/>
                </a:solidFill>
              </a:defRPr>
            </a:lvl7pPr>
            <a:lvl8pPr indent="-292100" lvl="7" marL="3657600" algn="ctr">
              <a:spcBef>
                <a:spcPts val="0"/>
              </a:spcBef>
              <a:spcAft>
                <a:spcPts val="0"/>
              </a:spcAft>
              <a:buClr>
                <a:srgbClr val="FFFFFF"/>
              </a:buClr>
              <a:buSzPts val="1000"/>
              <a:buChar char="○"/>
              <a:defRPr sz="1000">
                <a:solidFill>
                  <a:srgbClr val="FFFFFF"/>
                </a:solidFill>
              </a:defRPr>
            </a:lvl8pPr>
            <a:lvl9pPr indent="-292100" lvl="8" marL="4114800" algn="ctr">
              <a:spcBef>
                <a:spcPts val="0"/>
              </a:spcBef>
              <a:spcAft>
                <a:spcPts val="0"/>
              </a:spcAft>
              <a:buClr>
                <a:srgbClr val="FFFFFF"/>
              </a:buClr>
              <a:buSzPts val="1000"/>
              <a:buChar char="■"/>
              <a:defRPr sz="1000">
                <a:solidFill>
                  <a:srgbClr val="FFFFFF"/>
                </a:solidFill>
              </a:defRPr>
            </a:lvl9pPr>
          </a:lstStyle>
          <a:p/>
        </p:txBody>
      </p:sp>
      <p:sp>
        <p:nvSpPr>
          <p:cNvPr id="6365" name="Google Shape;6365;p107"/>
          <p:cNvSpPr txBox="1"/>
          <p:nvPr/>
        </p:nvSpPr>
        <p:spPr>
          <a:xfrm>
            <a:off x="84825" y="598125"/>
            <a:ext cx="595500" cy="205800"/>
          </a:xfrm>
          <a:prstGeom prst="rect">
            <a:avLst/>
          </a:prstGeom>
          <a:noFill/>
          <a:ln>
            <a:noFill/>
          </a:ln>
        </p:spPr>
        <p:txBody>
          <a:bodyPr anchorCtr="0" anchor="t" bIns="18000" lIns="18000" spcFirstLastPara="1" rIns="18000" wrap="square" tIns="18000">
            <a:spAutoFit/>
          </a:bodyPr>
          <a:lstStyle/>
          <a:p>
            <a:pPr indent="0" lvl="0" marL="0" rtl="0" algn="l">
              <a:spcBef>
                <a:spcPts val="0"/>
              </a:spcBef>
              <a:spcAft>
                <a:spcPts val="0"/>
              </a:spcAft>
              <a:buNone/>
            </a:pPr>
            <a:r>
              <a:rPr lang="es-419" sz="1100">
                <a:solidFill>
                  <a:srgbClr val="FFFFFF"/>
                </a:solidFill>
              </a:rPr>
              <a:t>Nombre:</a:t>
            </a:r>
            <a:endParaRPr sz="1100">
              <a:solidFill>
                <a:srgbClr val="FFFFFF"/>
              </a:solidFill>
            </a:endParaRPr>
          </a:p>
        </p:txBody>
      </p:sp>
      <p:sp>
        <p:nvSpPr>
          <p:cNvPr id="6366" name="Google Shape;6366;p107"/>
          <p:cNvSpPr/>
          <p:nvPr/>
        </p:nvSpPr>
        <p:spPr>
          <a:xfrm>
            <a:off x="-6216725" y="986400"/>
            <a:ext cx="5567400" cy="5853600"/>
          </a:xfrm>
          <a:prstGeom prst="roundRect">
            <a:avLst>
              <a:gd fmla="val 2402" name="adj"/>
            </a:avLst>
          </a:prstGeom>
          <a:solidFill>
            <a:srgbClr val="F3F3F3"/>
          </a:solidFill>
          <a:ln cap="flat" cmpd="sng" w="9525">
            <a:solidFill>
              <a:srgbClr val="F3F3F3"/>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t" bIns="91425" lIns="91425" spcFirstLastPara="1" rIns="91425" wrap="square" tIns="91425">
            <a:noAutofit/>
          </a:bodyPr>
          <a:lstStyle/>
          <a:p>
            <a:pPr indent="0" lvl="0" marL="0" rtl="0" algn="ctr">
              <a:spcBef>
                <a:spcPts val="0"/>
              </a:spcBef>
              <a:spcAft>
                <a:spcPts val="0"/>
              </a:spcAft>
              <a:buNone/>
            </a:pPr>
            <a:r>
              <a:rPr lang="es-419"/>
              <a:t>Paleta</a:t>
            </a:r>
            <a:endParaRPr/>
          </a:p>
        </p:txBody>
      </p:sp>
    </p:spTree>
  </p:cSld>
  <p:clrMapOvr>
    <a:masterClrMapping/>
  </p:clrMapOvr>
</p:sldLayout>
</file>

<file path=ppt/slideLayouts/slideLayout10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4.5 Diagrama de Actividad">
  <p:cSld name="TITLE_3_6_1_1_1_1_1_1_1_1_1_1_1_1_1_1_1_1_1_1">
    <p:spTree>
      <p:nvGrpSpPr>
        <p:cNvPr id="6367" name="Shape 6367"/>
        <p:cNvGrpSpPr/>
        <p:nvPr/>
      </p:nvGrpSpPr>
      <p:grpSpPr>
        <a:xfrm>
          <a:off x="0" y="0"/>
          <a:ext cx="0" cy="0"/>
          <a:chOff x="0" y="0"/>
          <a:chExt cx="0" cy="0"/>
        </a:xfrm>
      </p:grpSpPr>
      <p:sp>
        <p:nvSpPr>
          <p:cNvPr id="6368" name="Google Shape;6368;p108"/>
          <p:cNvSpPr/>
          <p:nvPr/>
        </p:nvSpPr>
        <p:spPr>
          <a:xfrm>
            <a:off x="-1396550" y="760700"/>
            <a:ext cx="748200" cy="6079200"/>
          </a:xfrm>
          <a:prstGeom prst="roundRect">
            <a:avLst>
              <a:gd fmla="val 11877" name="adj"/>
            </a:avLst>
          </a:prstGeom>
          <a:solidFill>
            <a:srgbClr val="F3F3F3"/>
          </a:solidFill>
          <a:ln cap="flat" cmpd="sng" w="9525">
            <a:solidFill>
              <a:srgbClr val="F3F3F3"/>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t" bIns="54000" lIns="72000" spcFirstLastPara="1" rIns="72000" wrap="square" tIns="54000">
            <a:noAutofit/>
          </a:bodyPr>
          <a:lstStyle/>
          <a:p>
            <a:pPr indent="0" lvl="0" marL="0" rtl="0" algn="ctr">
              <a:spcBef>
                <a:spcPts val="0"/>
              </a:spcBef>
              <a:spcAft>
                <a:spcPts val="0"/>
              </a:spcAft>
              <a:buNone/>
            </a:pPr>
            <a:r>
              <a:rPr i="1" lang="es-419"/>
              <a:t>Paleta</a:t>
            </a:r>
            <a:endParaRPr i="1"/>
          </a:p>
        </p:txBody>
      </p:sp>
      <p:sp>
        <p:nvSpPr>
          <p:cNvPr id="6369" name="Google Shape;6369;p108"/>
          <p:cNvSpPr txBox="1"/>
          <p:nvPr/>
        </p:nvSpPr>
        <p:spPr>
          <a:xfrm>
            <a:off x="2896942" y="1046542"/>
            <a:ext cx="1069200" cy="2166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t/>
            </a:r>
            <a:endParaRPr b="1" sz="600"/>
          </a:p>
        </p:txBody>
      </p:sp>
      <p:sp>
        <p:nvSpPr>
          <p:cNvPr id="6370" name="Google Shape;6370;p108"/>
          <p:cNvSpPr txBox="1"/>
          <p:nvPr/>
        </p:nvSpPr>
        <p:spPr>
          <a:xfrm>
            <a:off x="4101686" y="1046542"/>
            <a:ext cx="1163700" cy="2166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t/>
            </a:r>
            <a:endParaRPr b="1" sz="600"/>
          </a:p>
        </p:txBody>
      </p:sp>
      <p:sp>
        <p:nvSpPr>
          <p:cNvPr id="6371" name="Google Shape;6371;p108"/>
          <p:cNvSpPr txBox="1"/>
          <p:nvPr/>
        </p:nvSpPr>
        <p:spPr>
          <a:xfrm>
            <a:off x="6603322" y="1046542"/>
            <a:ext cx="1163700" cy="2166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t/>
            </a:r>
            <a:endParaRPr b="1" sz="600"/>
          </a:p>
        </p:txBody>
      </p:sp>
      <p:sp>
        <p:nvSpPr>
          <p:cNvPr id="6372" name="Google Shape;6372;p108"/>
          <p:cNvSpPr txBox="1"/>
          <p:nvPr/>
        </p:nvSpPr>
        <p:spPr>
          <a:xfrm>
            <a:off x="5400218" y="1046542"/>
            <a:ext cx="1203000" cy="2166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t/>
            </a:r>
            <a:endParaRPr b="1" sz="600"/>
          </a:p>
        </p:txBody>
      </p:sp>
      <p:sp>
        <p:nvSpPr>
          <p:cNvPr id="6373" name="Google Shape;6373;p108"/>
          <p:cNvSpPr/>
          <p:nvPr/>
        </p:nvSpPr>
        <p:spPr>
          <a:xfrm>
            <a:off x="97888" y="377012"/>
            <a:ext cx="9893400" cy="296700"/>
          </a:xfrm>
          <a:prstGeom prst="roundRect">
            <a:avLst>
              <a:gd fmla="val 22902" name="adj"/>
            </a:avLst>
          </a:prstGeom>
          <a:solidFill>
            <a:srgbClr val="F3F3F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6374" name="Google Shape;6374;p108"/>
          <p:cNvSpPr/>
          <p:nvPr/>
        </p:nvSpPr>
        <p:spPr>
          <a:xfrm>
            <a:off x="77688" y="358938"/>
            <a:ext cx="9935700" cy="6438000"/>
          </a:xfrm>
          <a:prstGeom prst="roundRect">
            <a:avLst>
              <a:gd fmla="val 2618" name="adj"/>
            </a:avLst>
          </a:prstGeom>
          <a:solidFill>
            <a:srgbClr val="FFFFFF"/>
          </a:solidFill>
          <a:ln cap="flat" cmpd="sng" w="38100">
            <a:solidFill>
              <a:srgbClr val="000000"/>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375" name="Google Shape;6375;p108"/>
          <p:cNvCxnSpPr/>
          <p:nvPr/>
        </p:nvCxnSpPr>
        <p:spPr>
          <a:xfrm>
            <a:off x="77688" y="772614"/>
            <a:ext cx="9935700" cy="0"/>
          </a:xfrm>
          <a:prstGeom prst="straightConnector1">
            <a:avLst/>
          </a:prstGeom>
          <a:noFill/>
          <a:ln cap="flat" cmpd="sng" w="19050">
            <a:solidFill>
              <a:srgbClr val="000000"/>
            </a:solidFill>
            <a:prstDash val="solid"/>
            <a:round/>
            <a:headEnd len="med" w="med" type="none"/>
            <a:tailEnd len="med" w="med" type="none"/>
          </a:ln>
        </p:spPr>
      </p:cxnSp>
      <p:cxnSp>
        <p:nvCxnSpPr>
          <p:cNvPr id="6376" name="Google Shape;6376;p108"/>
          <p:cNvCxnSpPr/>
          <p:nvPr/>
        </p:nvCxnSpPr>
        <p:spPr>
          <a:xfrm rot="10800000">
            <a:off x="2439038" y="368188"/>
            <a:ext cx="0" cy="402300"/>
          </a:xfrm>
          <a:prstGeom prst="straightConnector1">
            <a:avLst/>
          </a:prstGeom>
          <a:noFill/>
          <a:ln cap="flat" cmpd="sng" w="19050">
            <a:solidFill>
              <a:srgbClr val="000000"/>
            </a:solidFill>
            <a:prstDash val="solid"/>
            <a:round/>
            <a:headEnd len="med" w="med" type="none"/>
            <a:tailEnd len="med" w="med" type="none"/>
          </a:ln>
        </p:spPr>
      </p:cxnSp>
      <p:sp>
        <p:nvSpPr>
          <p:cNvPr id="6377" name="Google Shape;6377;p108"/>
          <p:cNvSpPr txBox="1"/>
          <p:nvPr/>
        </p:nvSpPr>
        <p:spPr>
          <a:xfrm>
            <a:off x="2896947" y="1353252"/>
            <a:ext cx="1069200" cy="2043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t/>
            </a:r>
            <a:endParaRPr b="1" sz="600"/>
          </a:p>
        </p:txBody>
      </p:sp>
      <p:sp>
        <p:nvSpPr>
          <p:cNvPr id="6378" name="Google Shape;6378;p108"/>
          <p:cNvSpPr txBox="1"/>
          <p:nvPr/>
        </p:nvSpPr>
        <p:spPr>
          <a:xfrm>
            <a:off x="4101689" y="1353252"/>
            <a:ext cx="1163700" cy="2043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t/>
            </a:r>
            <a:endParaRPr b="1" sz="600"/>
          </a:p>
        </p:txBody>
      </p:sp>
      <p:sp>
        <p:nvSpPr>
          <p:cNvPr id="6379" name="Google Shape;6379;p108"/>
          <p:cNvSpPr txBox="1"/>
          <p:nvPr/>
        </p:nvSpPr>
        <p:spPr>
          <a:xfrm>
            <a:off x="6603320" y="1353252"/>
            <a:ext cx="1163700" cy="2043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t/>
            </a:r>
            <a:endParaRPr b="1" sz="600"/>
          </a:p>
        </p:txBody>
      </p:sp>
      <p:sp>
        <p:nvSpPr>
          <p:cNvPr id="6380" name="Google Shape;6380;p108"/>
          <p:cNvSpPr txBox="1"/>
          <p:nvPr/>
        </p:nvSpPr>
        <p:spPr>
          <a:xfrm>
            <a:off x="7901849" y="1353252"/>
            <a:ext cx="1163700" cy="2043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t/>
            </a:r>
            <a:endParaRPr b="1" sz="600"/>
          </a:p>
        </p:txBody>
      </p:sp>
      <p:sp>
        <p:nvSpPr>
          <p:cNvPr id="6381" name="Google Shape;6381;p108"/>
          <p:cNvSpPr txBox="1"/>
          <p:nvPr/>
        </p:nvSpPr>
        <p:spPr>
          <a:xfrm>
            <a:off x="5400218" y="1353252"/>
            <a:ext cx="1203000" cy="2043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t/>
            </a:r>
            <a:endParaRPr b="1" sz="600"/>
          </a:p>
        </p:txBody>
      </p:sp>
      <p:sp>
        <p:nvSpPr>
          <p:cNvPr id="6382" name="Google Shape;6382;p108"/>
          <p:cNvSpPr txBox="1"/>
          <p:nvPr>
            <p:ph type="title"/>
          </p:nvPr>
        </p:nvSpPr>
        <p:spPr>
          <a:xfrm flipH="1">
            <a:off x="3219174" y="437575"/>
            <a:ext cx="1731300" cy="2658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200"/>
              <a:buNone/>
              <a:defRPr sz="1200">
                <a:solidFill>
                  <a:srgbClr val="000000"/>
                </a:solidFill>
              </a:defRPr>
            </a:lvl1pPr>
            <a:lvl2pPr lvl="1">
              <a:spcBef>
                <a:spcPts val="0"/>
              </a:spcBef>
              <a:spcAft>
                <a:spcPts val="0"/>
              </a:spcAft>
              <a:buClr>
                <a:srgbClr val="000000"/>
              </a:buClr>
              <a:buSzPts val="1100"/>
              <a:buNone/>
              <a:defRPr sz="1100">
                <a:solidFill>
                  <a:srgbClr val="000000"/>
                </a:solidFill>
              </a:defRPr>
            </a:lvl2pPr>
            <a:lvl3pPr lvl="2">
              <a:spcBef>
                <a:spcPts val="0"/>
              </a:spcBef>
              <a:spcAft>
                <a:spcPts val="0"/>
              </a:spcAft>
              <a:buClr>
                <a:srgbClr val="000000"/>
              </a:buClr>
              <a:buSzPts val="1100"/>
              <a:buNone/>
              <a:defRPr sz="1100">
                <a:solidFill>
                  <a:srgbClr val="000000"/>
                </a:solidFill>
              </a:defRPr>
            </a:lvl3pPr>
            <a:lvl4pPr lvl="3">
              <a:spcBef>
                <a:spcPts val="0"/>
              </a:spcBef>
              <a:spcAft>
                <a:spcPts val="0"/>
              </a:spcAft>
              <a:buClr>
                <a:srgbClr val="000000"/>
              </a:buClr>
              <a:buSzPts val="1100"/>
              <a:buNone/>
              <a:defRPr sz="1100">
                <a:solidFill>
                  <a:srgbClr val="000000"/>
                </a:solidFill>
              </a:defRPr>
            </a:lvl4pPr>
            <a:lvl5pPr lvl="4">
              <a:spcBef>
                <a:spcPts val="0"/>
              </a:spcBef>
              <a:spcAft>
                <a:spcPts val="0"/>
              </a:spcAft>
              <a:buClr>
                <a:srgbClr val="000000"/>
              </a:buClr>
              <a:buSzPts val="1100"/>
              <a:buNone/>
              <a:defRPr sz="1100">
                <a:solidFill>
                  <a:srgbClr val="000000"/>
                </a:solidFill>
              </a:defRPr>
            </a:lvl5pPr>
            <a:lvl6pPr lvl="5">
              <a:spcBef>
                <a:spcPts val="0"/>
              </a:spcBef>
              <a:spcAft>
                <a:spcPts val="0"/>
              </a:spcAft>
              <a:buClr>
                <a:srgbClr val="000000"/>
              </a:buClr>
              <a:buSzPts val="1100"/>
              <a:buNone/>
              <a:defRPr sz="1100">
                <a:solidFill>
                  <a:srgbClr val="000000"/>
                </a:solidFill>
              </a:defRPr>
            </a:lvl6pPr>
            <a:lvl7pPr lvl="6">
              <a:spcBef>
                <a:spcPts val="0"/>
              </a:spcBef>
              <a:spcAft>
                <a:spcPts val="0"/>
              </a:spcAft>
              <a:buClr>
                <a:srgbClr val="000000"/>
              </a:buClr>
              <a:buSzPts val="1100"/>
              <a:buNone/>
              <a:defRPr sz="1100">
                <a:solidFill>
                  <a:srgbClr val="000000"/>
                </a:solidFill>
              </a:defRPr>
            </a:lvl7pPr>
            <a:lvl8pPr lvl="7">
              <a:spcBef>
                <a:spcPts val="0"/>
              </a:spcBef>
              <a:spcAft>
                <a:spcPts val="0"/>
              </a:spcAft>
              <a:buClr>
                <a:srgbClr val="000000"/>
              </a:buClr>
              <a:buSzPts val="1100"/>
              <a:buNone/>
              <a:defRPr sz="1100">
                <a:solidFill>
                  <a:srgbClr val="000000"/>
                </a:solidFill>
              </a:defRPr>
            </a:lvl8pPr>
            <a:lvl9pPr lvl="8">
              <a:spcBef>
                <a:spcPts val="0"/>
              </a:spcBef>
              <a:spcAft>
                <a:spcPts val="0"/>
              </a:spcAft>
              <a:buClr>
                <a:srgbClr val="000000"/>
              </a:buClr>
              <a:buSzPts val="1100"/>
              <a:buNone/>
              <a:defRPr sz="1100">
                <a:solidFill>
                  <a:srgbClr val="000000"/>
                </a:solidFill>
              </a:defRPr>
            </a:lvl9pPr>
          </a:lstStyle>
          <a:p/>
        </p:txBody>
      </p:sp>
      <p:sp>
        <p:nvSpPr>
          <p:cNvPr id="6383" name="Google Shape;6383;p108"/>
          <p:cNvSpPr txBox="1"/>
          <p:nvPr/>
        </p:nvSpPr>
        <p:spPr>
          <a:xfrm>
            <a:off x="2513487" y="437267"/>
            <a:ext cx="679500" cy="2664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b="1" lang="es-419" sz="1100"/>
              <a:t>Proceso:</a:t>
            </a:r>
            <a:endParaRPr b="1" sz="1100"/>
          </a:p>
        </p:txBody>
      </p:sp>
      <p:cxnSp>
        <p:nvCxnSpPr>
          <p:cNvPr id="6384" name="Google Shape;6384;p108"/>
          <p:cNvCxnSpPr/>
          <p:nvPr/>
        </p:nvCxnSpPr>
        <p:spPr>
          <a:xfrm rot="10800000">
            <a:off x="5070754" y="368188"/>
            <a:ext cx="0" cy="402300"/>
          </a:xfrm>
          <a:prstGeom prst="straightConnector1">
            <a:avLst/>
          </a:prstGeom>
          <a:noFill/>
          <a:ln cap="flat" cmpd="sng" w="19050">
            <a:solidFill>
              <a:srgbClr val="000000"/>
            </a:solidFill>
            <a:prstDash val="solid"/>
            <a:round/>
            <a:headEnd len="med" w="med" type="none"/>
            <a:tailEnd len="med" w="med" type="none"/>
          </a:ln>
        </p:spPr>
      </p:cxnSp>
      <p:sp>
        <p:nvSpPr>
          <p:cNvPr id="6385" name="Google Shape;6385;p108"/>
          <p:cNvSpPr txBox="1"/>
          <p:nvPr/>
        </p:nvSpPr>
        <p:spPr>
          <a:xfrm>
            <a:off x="5191013" y="387663"/>
            <a:ext cx="13026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Finalidad empresa:</a:t>
            </a:r>
            <a:endParaRPr b="1" sz="1100"/>
          </a:p>
        </p:txBody>
      </p:sp>
      <p:sp>
        <p:nvSpPr>
          <p:cNvPr id="6386" name="Google Shape;6386;p108"/>
          <p:cNvSpPr txBox="1"/>
          <p:nvPr/>
        </p:nvSpPr>
        <p:spPr>
          <a:xfrm>
            <a:off x="5191013" y="579538"/>
            <a:ext cx="11637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Finalidad cliente:</a:t>
            </a:r>
            <a:endParaRPr b="1" sz="1100"/>
          </a:p>
        </p:txBody>
      </p:sp>
      <p:sp>
        <p:nvSpPr>
          <p:cNvPr id="6387" name="Google Shape;6387;p108"/>
          <p:cNvSpPr/>
          <p:nvPr/>
        </p:nvSpPr>
        <p:spPr>
          <a:xfrm>
            <a:off x="77688" y="349338"/>
            <a:ext cx="2361300" cy="421200"/>
          </a:xfrm>
          <a:prstGeom prst="roundRect">
            <a:avLst>
              <a:gd fmla="val 50000" name="adj"/>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s-419" sz="1200">
                <a:solidFill>
                  <a:srgbClr val="FFFFFF"/>
                </a:solidFill>
              </a:rPr>
              <a:t>Diagrama de Actividad</a:t>
            </a:r>
            <a:endParaRPr b="1" sz="1200">
              <a:solidFill>
                <a:srgbClr val="FFFFFF"/>
              </a:solidFill>
            </a:endParaRPr>
          </a:p>
          <a:p>
            <a:pPr indent="0" lvl="0" marL="0" rtl="0" algn="ctr">
              <a:spcBef>
                <a:spcPts val="0"/>
              </a:spcBef>
              <a:spcAft>
                <a:spcPts val="0"/>
              </a:spcAft>
              <a:buNone/>
            </a:pPr>
            <a:r>
              <a:t/>
            </a:r>
            <a:endParaRPr b="1" sz="1200">
              <a:solidFill>
                <a:srgbClr val="FFFFFF"/>
              </a:solidFill>
            </a:endParaRPr>
          </a:p>
        </p:txBody>
      </p:sp>
      <p:sp>
        <p:nvSpPr>
          <p:cNvPr id="6388" name="Google Shape;6388;p108"/>
          <p:cNvSpPr/>
          <p:nvPr/>
        </p:nvSpPr>
        <p:spPr>
          <a:xfrm>
            <a:off x="83988" y="595504"/>
            <a:ext cx="190200" cy="1692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9" name="Google Shape;6389;p108"/>
          <p:cNvSpPr/>
          <p:nvPr/>
        </p:nvSpPr>
        <p:spPr>
          <a:xfrm>
            <a:off x="2292338" y="358938"/>
            <a:ext cx="146700" cy="4023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0" name="Google Shape;6390;p108"/>
          <p:cNvSpPr txBox="1"/>
          <p:nvPr>
            <p:ph idx="2" type="title"/>
          </p:nvPr>
        </p:nvSpPr>
        <p:spPr>
          <a:xfrm flipH="1">
            <a:off x="6546263" y="387663"/>
            <a:ext cx="3350100" cy="1692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000"/>
              <a:buNone/>
              <a:defRPr sz="1000">
                <a:solidFill>
                  <a:srgbClr val="000000"/>
                </a:solidFill>
              </a:defRPr>
            </a:lvl1pPr>
            <a:lvl2pPr lvl="1">
              <a:spcBef>
                <a:spcPts val="0"/>
              </a:spcBef>
              <a:spcAft>
                <a:spcPts val="0"/>
              </a:spcAft>
              <a:buClr>
                <a:srgbClr val="000000"/>
              </a:buClr>
              <a:buSzPts val="1000"/>
              <a:buNone/>
              <a:defRPr sz="1000">
                <a:solidFill>
                  <a:srgbClr val="000000"/>
                </a:solidFill>
              </a:defRPr>
            </a:lvl2pPr>
            <a:lvl3pPr lvl="2">
              <a:spcBef>
                <a:spcPts val="0"/>
              </a:spcBef>
              <a:spcAft>
                <a:spcPts val="0"/>
              </a:spcAft>
              <a:buClr>
                <a:srgbClr val="000000"/>
              </a:buClr>
              <a:buSzPts val="1000"/>
              <a:buNone/>
              <a:defRPr sz="1000">
                <a:solidFill>
                  <a:srgbClr val="000000"/>
                </a:solidFill>
              </a:defRPr>
            </a:lvl3pPr>
            <a:lvl4pPr lvl="3">
              <a:spcBef>
                <a:spcPts val="0"/>
              </a:spcBef>
              <a:spcAft>
                <a:spcPts val="0"/>
              </a:spcAft>
              <a:buClr>
                <a:srgbClr val="000000"/>
              </a:buClr>
              <a:buSzPts val="1000"/>
              <a:buNone/>
              <a:defRPr sz="1000">
                <a:solidFill>
                  <a:srgbClr val="000000"/>
                </a:solidFill>
              </a:defRPr>
            </a:lvl4pPr>
            <a:lvl5pPr lvl="4">
              <a:spcBef>
                <a:spcPts val="0"/>
              </a:spcBef>
              <a:spcAft>
                <a:spcPts val="0"/>
              </a:spcAft>
              <a:buClr>
                <a:srgbClr val="000000"/>
              </a:buClr>
              <a:buSzPts val="1000"/>
              <a:buNone/>
              <a:defRPr sz="1000">
                <a:solidFill>
                  <a:srgbClr val="000000"/>
                </a:solidFill>
              </a:defRPr>
            </a:lvl5pPr>
            <a:lvl6pPr lvl="5">
              <a:spcBef>
                <a:spcPts val="0"/>
              </a:spcBef>
              <a:spcAft>
                <a:spcPts val="0"/>
              </a:spcAft>
              <a:buClr>
                <a:srgbClr val="000000"/>
              </a:buClr>
              <a:buSzPts val="1000"/>
              <a:buNone/>
              <a:defRPr sz="1000">
                <a:solidFill>
                  <a:srgbClr val="000000"/>
                </a:solidFill>
              </a:defRPr>
            </a:lvl6pPr>
            <a:lvl7pPr lvl="6">
              <a:spcBef>
                <a:spcPts val="0"/>
              </a:spcBef>
              <a:spcAft>
                <a:spcPts val="0"/>
              </a:spcAft>
              <a:buClr>
                <a:srgbClr val="000000"/>
              </a:buClr>
              <a:buSzPts val="1000"/>
              <a:buNone/>
              <a:defRPr sz="1000">
                <a:solidFill>
                  <a:srgbClr val="000000"/>
                </a:solidFill>
              </a:defRPr>
            </a:lvl7pPr>
            <a:lvl8pPr lvl="7">
              <a:spcBef>
                <a:spcPts val="0"/>
              </a:spcBef>
              <a:spcAft>
                <a:spcPts val="0"/>
              </a:spcAft>
              <a:buClr>
                <a:srgbClr val="000000"/>
              </a:buClr>
              <a:buSzPts val="1000"/>
              <a:buNone/>
              <a:defRPr sz="1000">
                <a:solidFill>
                  <a:srgbClr val="000000"/>
                </a:solidFill>
              </a:defRPr>
            </a:lvl8pPr>
            <a:lvl9pPr lvl="8">
              <a:spcBef>
                <a:spcPts val="0"/>
              </a:spcBef>
              <a:spcAft>
                <a:spcPts val="0"/>
              </a:spcAft>
              <a:buClr>
                <a:srgbClr val="000000"/>
              </a:buClr>
              <a:buSzPts val="1000"/>
              <a:buNone/>
              <a:defRPr sz="1000">
                <a:solidFill>
                  <a:srgbClr val="000000"/>
                </a:solidFill>
              </a:defRPr>
            </a:lvl9pPr>
          </a:lstStyle>
          <a:p/>
        </p:txBody>
      </p:sp>
      <p:sp>
        <p:nvSpPr>
          <p:cNvPr id="6391" name="Google Shape;6391;p108"/>
          <p:cNvSpPr txBox="1"/>
          <p:nvPr>
            <p:ph idx="3" type="title"/>
          </p:nvPr>
        </p:nvSpPr>
        <p:spPr>
          <a:xfrm flipH="1">
            <a:off x="6546263" y="579538"/>
            <a:ext cx="3350100" cy="1692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000"/>
              <a:buNone/>
              <a:defRPr sz="1000">
                <a:solidFill>
                  <a:srgbClr val="000000"/>
                </a:solidFill>
              </a:defRPr>
            </a:lvl1pPr>
            <a:lvl2pPr lvl="1">
              <a:spcBef>
                <a:spcPts val="0"/>
              </a:spcBef>
              <a:spcAft>
                <a:spcPts val="0"/>
              </a:spcAft>
              <a:buClr>
                <a:srgbClr val="000000"/>
              </a:buClr>
              <a:buSzPts val="1000"/>
              <a:buNone/>
              <a:defRPr sz="1000">
                <a:solidFill>
                  <a:srgbClr val="000000"/>
                </a:solidFill>
              </a:defRPr>
            </a:lvl2pPr>
            <a:lvl3pPr lvl="2">
              <a:spcBef>
                <a:spcPts val="0"/>
              </a:spcBef>
              <a:spcAft>
                <a:spcPts val="0"/>
              </a:spcAft>
              <a:buClr>
                <a:srgbClr val="000000"/>
              </a:buClr>
              <a:buSzPts val="1000"/>
              <a:buNone/>
              <a:defRPr sz="1000">
                <a:solidFill>
                  <a:srgbClr val="000000"/>
                </a:solidFill>
              </a:defRPr>
            </a:lvl3pPr>
            <a:lvl4pPr lvl="3">
              <a:spcBef>
                <a:spcPts val="0"/>
              </a:spcBef>
              <a:spcAft>
                <a:spcPts val="0"/>
              </a:spcAft>
              <a:buClr>
                <a:srgbClr val="000000"/>
              </a:buClr>
              <a:buSzPts val="1000"/>
              <a:buNone/>
              <a:defRPr sz="1000">
                <a:solidFill>
                  <a:srgbClr val="000000"/>
                </a:solidFill>
              </a:defRPr>
            </a:lvl4pPr>
            <a:lvl5pPr lvl="4">
              <a:spcBef>
                <a:spcPts val="0"/>
              </a:spcBef>
              <a:spcAft>
                <a:spcPts val="0"/>
              </a:spcAft>
              <a:buClr>
                <a:srgbClr val="000000"/>
              </a:buClr>
              <a:buSzPts val="1000"/>
              <a:buNone/>
              <a:defRPr sz="1000">
                <a:solidFill>
                  <a:srgbClr val="000000"/>
                </a:solidFill>
              </a:defRPr>
            </a:lvl5pPr>
            <a:lvl6pPr lvl="5">
              <a:spcBef>
                <a:spcPts val="0"/>
              </a:spcBef>
              <a:spcAft>
                <a:spcPts val="0"/>
              </a:spcAft>
              <a:buClr>
                <a:srgbClr val="000000"/>
              </a:buClr>
              <a:buSzPts val="1000"/>
              <a:buNone/>
              <a:defRPr sz="1000">
                <a:solidFill>
                  <a:srgbClr val="000000"/>
                </a:solidFill>
              </a:defRPr>
            </a:lvl6pPr>
            <a:lvl7pPr lvl="6">
              <a:spcBef>
                <a:spcPts val="0"/>
              </a:spcBef>
              <a:spcAft>
                <a:spcPts val="0"/>
              </a:spcAft>
              <a:buClr>
                <a:srgbClr val="000000"/>
              </a:buClr>
              <a:buSzPts val="1000"/>
              <a:buNone/>
              <a:defRPr sz="1000">
                <a:solidFill>
                  <a:srgbClr val="000000"/>
                </a:solidFill>
              </a:defRPr>
            </a:lvl7pPr>
            <a:lvl8pPr lvl="7">
              <a:spcBef>
                <a:spcPts val="0"/>
              </a:spcBef>
              <a:spcAft>
                <a:spcPts val="0"/>
              </a:spcAft>
              <a:buClr>
                <a:srgbClr val="000000"/>
              </a:buClr>
              <a:buSzPts val="1000"/>
              <a:buNone/>
              <a:defRPr sz="1000">
                <a:solidFill>
                  <a:srgbClr val="000000"/>
                </a:solidFill>
              </a:defRPr>
            </a:lvl8pPr>
            <a:lvl9pPr lvl="8">
              <a:spcBef>
                <a:spcPts val="0"/>
              </a:spcBef>
              <a:spcAft>
                <a:spcPts val="0"/>
              </a:spcAft>
              <a:buClr>
                <a:srgbClr val="000000"/>
              </a:buClr>
              <a:buSzPts val="1000"/>
              <a:buNone/>
              <a:defRPr sz="1000">
                <a:solidFill>
                  <a:srgbClr val="000000"/>
                </a:solidFill>
              </a:defRPr>
            </a:lvl9pPr>
          </a:lstStyle>
          <a:p/>
        </p:txBody>
      </p:sp>
      <p:sp>
        <p:nvSpPr>
          <p:cNvPr id="6392" name="Google Shape;6392;p108"/>
          <p:cNvSpPr/>
          <p:nvPr/>
        </p:nvSpPr>
        <p:spPr>
          <a:xfrm>
            <a:off x="221113" y="928363"/>
            <a:ext cx="1932000" cy="5724000"/>
          </a:xfrm>
          <a:prstGeom prst="rect">
            <a:avLst/>
          </a:prstGeom>
          <a:noFill/>
          <a:ln cap="flat" cmpd="sng" w="9525">
            <a:solidFill>
              <a:srgbClr val="E991AE"/>
            </a:solidFill>
            <a:prstDash val="solid"/>
            <a:round/>
            <a:headEnd len="sm" w="sm" type="none"/>
            <a:tailEnd len="sm" w="sm" type="none"/>
          </a:ln>
        </p:spPr>
        <p:txBody>
          <a:bodyPr anchorCtr="0" anchor="t" bIns="91425" lIns="91425" spcFirstLastPara="1" rIns="91425" wrap="square" tIns="91425">
            <a:noAutofit/>
          </a:bodyPr>
          <a:lstStyle/>
          <a:p>
            <a:pPr indent="0" lvl="0" marL="0" marR="0" rtl="0" algn="l">
              <a:lnSpc>
                <a:spcPct val="100000"/>
              </a:lnSpc>
              <a:spcBef>
                <a:spcPts val="0"/>
              </a:spcBef>
              <a:spcAft>
                <a:spcPts val="0"/>
              </a:spcAft>
              <a:buNone/>
            </a:pPr>
            <a:r>
              <a:t/>
            </a:r>
            <a:endParaRPr/>
          </a:p>
        </p:txBody>
      </p:sp>
      <p:sp>
        <p:nvSpPr>
          <p:cNvPr id="6393" name="Google Shape;6393;p108"/>
          <p:cNvSpPr/>
          <p:nvPr/>
        </p:nvSpPr>
        <p:spPr>
          <a:xfrm>
            <a:off x="2153413" y="928363"/>
            <a:ext cx="1932000" cy="5724000"/>
          </a:xfrm>
          <a:prstGeom prst="rect">
            <a:avLst/>
          </a:prstGeom>
          <a:noFill/>
          <a:ln cap="flat" cmpd="sng" w="9525">
            <a:solidFill>
              <a:srgbClr val="E991AE"/>
            </a:solidFill>
            <a:prstDash val="solid"/>
            <a:round/>
            <a:headEnd len="sm" w="sm" type="none"/>
            <a:tailEnd len="sm" w="sm" type="none"/>
          </a:ln>
        </p:spPr>
        <p:txBody>
          <a:bodyPr anchorCtr="0" anchor="t" bIns="91425" lIns="91425" spcFirstLastPara="1" rIns="91425" wrap="square" tIns="91425">
            <a:noAutofit/>
          </a:bodyPr>
          <a:lstStyle/>
          <a:p>
            <a:pPr indent="0" lvl="0" marL="0" marR="0" rtl="0" algn="l">
              <a:lnSpc>
                <a:spcPct val="100000"/>
              </a:lnSpc>
              <a:spcBef>
                <a:spcPts val="0"/>
              </a:spcBef>
              <a:spcAft>
                <a:spcPts val="0"/>
              </a:spcAft>
              <a:buNone/>
            </a:pPr>
            <a:r>
              <a:t/>
            </a:r>
            <a:endParaRPr/>
          </a:p>
        </p:txBody>
      </p:sp>
      <p:sp>
        <p:nvSpPr>
          <p:cNvPr id="6394" name="Google Shape;6394;p108"/>
          <p:cNvSpPr/>
          <p:nvPr/>
        </p:nvSpPr>
        <p:spPr>
          <a:xfrm>
            <a:off x="4085413" y="928363"/>
            <a:ext cx="1932000" cy="5724000"/>
          </a:xfrm>
          <a:prstGeom prst="rect">
            <a:avLst/>
          </a:prstGeom>
          <a:noFill/>
          <a:ln cap="flat" cmpd="sng" w="9525">
            <a:solidFill>
              <a:srgbClr val="E991AE"/>
            </a:solidFill>
            <a:prstDash val="solid"/>
            <a:round/>
            <a:headEnd len="sm" w="sm" type="none"/>
            <a:tailEnd len="sm" w="sm" type="none"/>
          </a:ln>
        </p:spPr>
        <p:txBody>
          <a:bodyPr anchorCtr="0" anchor="t" bIns="91425" lIns="91425" spcFirstLastPara="1" rIns="91425" wrap="square" tIns="91425">
            <a:noAutofit/>
          </a:bodyPr>
          <a:lstStyle/>
          <a:p>
            <a:pPr indent="0" lvl="0" marL="0" marR="0" rtl="0" algn="l">
              <a:lnSpc>
                <a:spcPct val="100000"/>
              </a:lnSpc>
              <a:spcBef>
                <a:spcPts val="0"/>
              </a:spcBef>
              <a:spcAft>
                <a:spcPts val="0"/>
              </a:spcAft>
              <a:buNone/>
            </a:pPr>
            <a:r>
              <a:t/>
            </a:r>
            <a:endParaRPr/>
          </a:p>
        </p:txBody>
      </p:sp>
      <p:sp>
        <p:nvSpPr>
          <p:cNvPr id="6395" name="Google Shape;6395;p108"/>
          <p:cNvSpPr/>
          <p:nvPr/>
        </p:nvSpPr>
        <p:spPr>
          <a:xfrm>
            <a:off x="6017713" y="928363"/>
            <a:ext cx="1932000" cy="5724000"/>
          </a:xfrm>
          <a:prstGeom prst="rect">
            <a:avLst/>
          </a:prstGeom>
          <a:noFill/>
          <a:ln cap="flat" cmpd="sng" w="9525">
            <a:solidFill>
              <a:srgbClr val="E991AE"/>
            </a:solidFill>
            <a:prstDash val="solid"/>
            <a:round/>
            <a:headEnd len="sm" w="sm" type="none"/>
            <a:tailEnd len="sm" w="sm" type="none"/>
          </a:ln>
        </p:spPr>
        <p:txBody>
          <a:bodyPr anchorCtr="0" anchor="t" bIns="91425" lIns="91425" spcFirstLastPara="1" rIns="91425" wrap="square" tIns="91425">
            <a:noAutofit/>
          </a:bodyPr>
          <a:lstStyle/>
          <a:p>
            <a:pPr indent="0" lvl="0" marL="0" marR="0" rtl="0" algn="l">
              <a:lnSpc>
                <a:spcPct val="100000"/>
              </a:lnSpc>
              <a:spcBef>
                <a:spcPts val="0"/>
              </a:spcBef>
              <a:spcAft>
                <a:spcPts val="0"/>
              </a:spcAft>
              <a:buNone/>
            </a:pPr>
            <a:r>
              <a:t/>
            </a:r>
            <a:endParaRPr/>
          </a:p>
        </p:txBody>
      </p:sp>
      <p:sp>
        <p:nvSpPr>
          <p:cNvPr id="6396" name="Google Shape;6396;p108"/>
          <p:cNvSpPr/>
          <p:nvPr/>
        </p:nvSpPr>
        <p:spPr>
          <a:xfrm>
            <a:off x="7949713" y="928363"/>
            <a:ext cx="1932000" cy="5724000"/>
          </a:xfrm>
          <a:prstGeom prst="rect">
            <a:avLst/>
          </a:prstGeom>
          <a:noFill/>
          <a:ln cap="flat" cmpd="sng" w="9525">
            <a:solidFill>
              <a:srgbClr val="E991AE"/>
            </a:solidFill>
            <a:prstDash val="solid"/>
            <a:round/>
            <a:headEnd len="sm" w="sm" type="none"/>
            <a:tailEnd len="sm" w="sm" type="none"/>
          </a:ln>
        </p:spPr>
        <p:txBody>
          <a:bodyPr anchorCtr="0" anchor="t" bIns="91425" lIns="91425" spcFirstLastPara="1" rIns="91425" wrap="square" tIns="91425">
            <a:noAutofit/>
          </a:bodyPr>
          <a:lstStyle/>
          <a:p>
            <a:pPr indent="0" lvl="0" marL="0" marR="0" rtl="0" algn="l">
              <a:lnSpc>
                <a:spcPct val="100000"/>
              </a:lnSpc>
              <a:spcBef>
                <a:spcPts val="0"/>
              </a:spcBef>
              <a:spcAft>
                <a:spcPts val="0"/>
              </a:spcAft>
              <a:buNone/>
            </a:pPr>
            <a:r>
              <a:t/>
            </a:r>
            <a:endParaRPr/>
          </a:p>
        </p:txBody>
      </p:sp>
      <p:sp>
        <p:nvSpPr>
          <p:cNvPr id="6397" name="Google Shape;6397;p108"/>
          <p:cNvSpPr/>
          <p:nvPr/>
        </p:nvSpPr>
        <p:spPr>
          <a:xfrm>
            <a:off x="221113" y="928363"/>
            <a:ext cx="9660600" cy="296700"/>
          </a:xfrm>
          <a:prstGeom prst="rect">
            <a:avLst/>
          </a:prstGeom>
          <a:noFill/>
          <a:ln cap="flat" cmpd="sng" w="9525">
            <a:solidFill>
              <a:srgbClr val="E991AE"/>
            </a:solidFill>
            <a:prstDash val="solid"/>
            <a:round/>
            <a:headEnd len="sm" w="sm" type="none"/>
            <a:tailEnd len="sm" w="sm" type="none"/>
          </a:ln>
        </p:spPr>
        <p:txBody>
          <a:bodyPr anchorCtr="0" anchor="t" bIns="91425" lIns="91425" spcFirstLastPara="1" rIns="91425" wrap="square" tIns="91425">
            <a:noAutofit/>
          </a:bodyPr>
          <a:lstStyle/>
          <a:p>
            <a:pPr indent="0" lvl="0" marL="0" marR="0" rtl="0" algn="l">
              <a:lnSpc>
                <a:spcPct val="100000"/>
              </a:lnSpc>
              <a:spcBef>
                <a:spcPts val="0"/>
              </a:spcBef>
              <a:spcAft>
                <a:spcPts val="0"/>
              </a:spcAft>
              <a:buNone/>
            </a:pPr>
            <a:r>
              <a:t/>
            </a:r>
            <a:endParaRPr/>
          </a:p>
        </p:txBody>
      </p:sp>
      <p:sp>
        <p:nvSpPr>
          <p:cNvPr id="6398" name="Google Shape;6398;p108"/>
          <p:cNvSpPr txBox="1"/>
          <p:nvPr>
            <p:ph idx="1" type="subTitle"/>
          </p:nvPr>
        </p:nvSpPr>
        <p:spPr>
          <a:xfrm>
            <a:off x="221113" y="928363"/>
            <a:ext cx="1932000" cy="296700"/>
          </a:xfrm>
          <a:prstGeom prst="rect">
            <a:avLst/>
          </a:prstGeom>
          <a:noFill/>
          <a:ln>
            <a:noFill/>
          </a:ln>
        </p:spPr>
        <p:txBody>
          <a:bodyPr anchorCtr="0" anchor="t" bIns="36000" lIns="36000" spcFirstLastPara="1" rIns="36000" wrap="square" tIns="36000">
            <a:noAutofit/>
          </a:bodyPr>
          <a:lstStyle>
            <a:lvl1pPr lvl="0" algn="ctr">
              <a:spcBef>
                <a:spcPts val="0"/>
              </a:spcBef>
              <a:spcAft>
                <a:spcPts val="0"/>
              </a:spcAft>
              <a:buClr>
                <a:srgbClr val="000000"/>
              </a:buClr>
              <a:buSzPts val="1200"/>
              <a:buNone/>
              <a:defRPr sz="1200">
                <a:solidFill>
                  <a:srgbClr val="000000"/>
                </a:solidFill>
              </a:defRPr>
            </a:lvl1pPr>
            <a:lvl2pPr lvl="1" algn="ctr">
              <a:spcBef>
                <a:spcPts val="0"/>
              </a:spcBef>
              <a:spcAft>
                <a:spcPts val="0"/>
              </a:spcAft>
              <a:buSzPts val="1200"/>
              <a:buNone/>
              <a:defRPr sz="1200"/>
            </a:lvl2pPr>
            <a:lvl3pPr lvl="2" algn="ctr">
              <a:spcBef>
                <a:spcPts val="0"/>
              </a:spcBef>
              <a:spcAft>
                <a:spcPts val="0"/>
              </a:spcAft>
              <a:buSzPts val="1200"/>
              <a:buNone/>
              <a:defRPr sz="1200"/>
            </a:lvl3pPr>
            <a:lvl4pPr lvl="3" algn="ctr">
              <a:spcBef>
                <a:spcPts val="0"/>
              </a:spcBef>
              <a:spcAft>
                <a:spcPts val="0"/>
              </a:spcAft>
              <a:buSzPts val="1200"/>
              <a:buNone/>
              <a:defRPr sz="1200"/>
            </a:lvl4pPr>
            <a:lvl5pPr lvl="4" algn="ctr">
              <a:spcBef>
                <a:spcPts val="0"/>
              </a:spcBef>
              <a:spcAft>
                <a:spcPts val="0"/>
              </a:spcAft>
              <a:buSzPts val="1200"/>
              <a:buNone/>
              <a:defRPr sz="1200"/>
            </a:lvl5pPr>
            <a:lvl6pPr lvl="5" algn="ctr">
              <a:spcBef>
                <a:spcPts val="0"/>
              </a:spcBef>
              <a:spcAft>
                <a:spcPts val="0"/>
              </a:spcAft>
              <a:buSzPts val="1200"/>
              <a:buNone/>
              <a:defRPr sz="1200"/>
            </a:lvl6pPr>
            <a:lvl7pPr lvl="6" algn="ctr">
              <a:spcBef>
                <a:spcPts val="0"/>
              </a:spcBef>
              <a:spcAft>
                <a:spcPts val="0"/>
              </a:spcAft>
              <a:buSzPts val="1200"/>
              <a:buNone/>
              <a:defRPr sz="1200"/>
            </a:lvl7pPr>
            <a:lvl8pPr lvl="7" algn="ctr">
              <a:spcBef>
                <a:spcPts val="0"/>
              </a:spcBef>
              <a:spcAft>
                <a:spcPts val="0"/>
              </a:spcAft>
              <a:buSzPts val="1200"/>
              <a:buNone/>
              <a:defRPr sz="1200"/>
            </a:lvl8pPr>
            <a:lvl9pPr lvl="8" algn="ctr">
              <a:spcBef>
                <a:spcPts val="0"/>
              </a:spcBef>
              <a:spcAft>
                <a:spcPts val="0"/>
              </a:spcAft>
              <a:buSzPts val="1200"/>
              <a:buNone/>
              <a:defRPr sz="1200"/>
            </a:lvl9pPr>
          </a:lstStyle>
          <a:p/>
        </p:txBody>
      </p:sp>
      <p:sp>
        <p:nvSpPr>
          <p:cNvPr id="6399" name="Google Shape;6399;p108"/>
          <p:cNvSpPr txBox="1"/>
          <p:nvPr>
            <p:ph idx="4" type="subTitle"/>
          </p:nvPr>
        </p:nvSpPr>
        <p:spPr>
          <a:xfrm>
            <a:off x="2153413" y="928363"/>
            <a:ext cx="1932000" cy="296700"/>
          </a:xfrm>
          <a:prstGeom prst="rect">
            <a:avLst/>
          </a:prstGeom>
          <a:noFill/>
          <a:ln>
            <a:noFill/>
          </a:ln>
        </p:spPr>
        <p:txBody>
          <a:bodyPr anchorCtr="0" anchor="t" bIns="36000" lIns="36000" spcFirstLastPara="1" rIns="36000" wrap="square" tIns="36000">
            <a:noAutofit/>
          </a:bodyPr>
          <a:lstStyle>
            <a:lvl1pPr lvl="0" algn="ctr">
              <a:spcBef>
                <a:spcPts val="0"/>
              </a:spcBef>
              <a:spcAft>
                <a:spcPts val="0"/>
              </a:spcAft>
              <a:buClr>
                <a:srgbClr val="000000"/>
              </a:buClr>
              <a:buSzPts val="1200"/>
              <a:buNone/>
              <a:defRPr sz="1200">
                <a:solidFill>
                  <a:srgbClr val="000000"/>
                </a:solidFill>
              </a:defRPr>
            </a:lvl1pPr>
            <a:lvl2pPr lvl="1" algn="ctr">
              <a:spcBef>
                <a:spcPts val="0"/>
              </a:spcBef>
              <a:spcAft>
                <a:spcPts val="0"/>
              </a:spcAft>
              <a:buSzPts val="1200"/>
              <a:buNone/>
              <a:defRPr sz="1200"/>
            </a:lvl2pPr>
            <a:lvl3pPr lvl="2" algn="ctr">
              <a:spcBef>
                <a:spcPts val="0"/>
              </a:spcBef>
              <a:spcAft>
                <a:spcPts val="0"/>
              </a:spcAft>
              <a:buSzPts val="1200"/>
              <a:buNone/>
              <a:defRPr sz="1200"/>
            </a:lvl3pPr>
            <a:lvl4pPr lvl="3" algn="ctr">
              <a:spcBef>
                <a:spcPts val="0"/>
              </a:spcBef>
              <a:spcAft>
                <a:spcPts val="0"/>
              </a:spcAft>
              <a:buSzPts val="1200"/>
              <a:buNone/>
              <a:defRPr sz="1200"/>
            </a:lvl4pPr>
            <a:lvl5pPr lvl="4" algn="ctr">
              <a:spcBef>
                <a:spcPts val="0"/>
              </a:spcBef>
              <a:spcAft>
                <a:spcPts val="0"/>
              </a:spcAft>
              <a:buSzPts val="1200"/>
              <a:buNone/>
              <a:defRPr sz="1200"/>
            </a:lvl5pPr>
            <a:lvl6pPr lvl="5" algn="ctr">
              <a:spcBef>
                <a:spcPts val="0"/>
              </a:spcBef>
              <a:spcAft>
                <a:spcPts val="0"/>
              </a:spcAft>
              <a:buSzPts val="1200"/>
              <a:buNone/>
              <a:defRPr sz="1200"/>
            </a:lvl6pPr>
            <a:lvl7pPr lvl="6" algn="ctr">
              <a:spcBef>
                <a:spcPts val="0"/>
              </a:spcBef>
              <a:spcAft>
                <a:spcPts val="0"/>
              </a:spcAft>
              <a:buSzPts val="1200"/>
              <a:buNone/>
              <a:defRPr sz="1200"/>
            </a:lvl7pPr>
            <a:lvl8pPr lvl="7" algn="ctr">
              <a:spcBef>
                <a:spcPts val="0"/>
              </a:spcBef>
              <a:spcAft>
                <a:spcPts val="0"/>
              </a:spcAft>
              <a:buSzPts val="1200"/>
              <a:buNone/>
              <a:defRPr sz="1200"/>
            </a:lvl8pPr>
            <a:lvl9pPr lvl="8" algn="ctr">
              <a:spcBef>
                <a:spcPts val="0"/>
              </a:spcBef>
              <a:spcAft>
                <a:spcPts val="0"/>
              </a:spcAft>
              <a:buSzPts val="1200"/>
              <a:buNone/>
              <a:defRPr sz="1200"/>
            </a:lvl9pPr>
          </a:lstStyle>
          <a:p/>
        </p:txBody>
      </p:sp>
      <p:sp>
        <p:nvSpPr>
          <p:cNvPr id="6400" name="Google Shape;6400;p108"/>
          <p:cNvSpPr txBox="1"/>
          <p:nvPr>
            <p:ph idx="5" type="subTitle"/>
          </p:nvPr>
        </p:nvSpPr>
        <p:spPr>
          <a:xfrm>
            <a:off x="4085413" y="928363"/>
            <a:ext cx="1932000" cy="296700"/>
          </a:xfrm>
          <a:prstGeom prst="rect">
            <a:avLst/>
          </a:prstGeom>
          <a:noFill/>
          <a:ln>
            <a:noFill/>
          </a:ln>
        </p:spPr>
        <p:txBody>
          <a:bodyPr anchorCtr="0" anchor="t" bIns="36000" lIns="36000" spcFirstLastPara="1" rIns="36000" wrap="square" tIns="36000">
            <a:noAutofit/>
          </a:bodyPr>
          <a:lstStyle>
            <a:lvl1pPr lvl="0" algn="ctr">
              <a:spcBef>
                <a:spcPts val="0"/>
              </a:spcBef>
              <a:spcAft>
                <a:spcPts val="0"/>
              </a:spcAft>
              <a:buClr>
                <a:srgbClr val="000000"/>
              </a:buClr>
              <a:buSzPts val="1200"/>
              <a:buNone/>
              <a:defRPr sz="1200">
                <a:solidFill>
                  <a:srgbClr val="000000"/>
                </a:solidFill>
              </a:defRPr>
            </a:lvl1pPr>
            <a:lvl2pPr lvl="1" algn="ctr">
              <a:spcBef>
                <a:spcPts val="0"/>
              </a:spcBef>
              <a:spcAft>
                <a:spcPts val="0"/>
              </a:spcAft>
              <a:buSzPts val="1200"/>
              <a:buNone/>
              <a:defRPr sz="1200"/>
            </a:lvl2pPr>
            <a:lvl3pPr lvl="2" algn="ctr">
              <a:spcBef>
                <a:spcPts val="0"/>
              </a:spcBef>
              <a:spcAft>
                <a:spcPts val="0"/>
              </a:spcAft>
              <a:buSzPts val="1200"/>
              <a:buNone/>
              <a:defRPr sz="1200"/>
            </a:lvl3pPr>
            <a:lvl4pPr lvl="3" algn="ctr">
              <a:spcBef>
                <a:spcPts val="0"/>
              </a:spcBef>
              <a:spcAft>
                <a:spcPts val="0"/>
              </a:spcAft>
              <a:buSzPts val="1200"/>
              <a:buNone/>
              <a:defRPr sz="1200"/>
            </a:lvl4pPr>
            <a:lvl5pPr lvl="4" algn="ctr">
              <a:spcBef>
                <a:spcPts val="0"/>
              </a:spcBef>
              <a:spcAft>
                <a:spcPts val="0"/>
              </a:spcAft>
              <a:buSzPts val="1200"/>
              <a:buNone/>
              <a:defRPr sz="1200"/>
            </a:lvl5pPr>
            <a:lvl6pPr lvl="5" algn="ctr">
              <a:spcBef>
                <a:spcPts val="0"/>
              </a:spcBef>
              <a:spcAft>
                <a:spcPts val="0"/>
              </a:spcAft>
              <a:buSzPts val="1200"/>
              <a:buNone/>
              <a:defRPr sz="1200"/>
            </a:lvl6pPr>
            <a:lvl7pPr lvl="6" algn="ctr">
              <a:spcBef>
                <a:spcPts val="0"/>
              </a:spcBef>
              <a:spcAft>
                <a:spcPts val="0"/>
              </a:spcAft>
              <a:buSzPts val="1200"/>
              <a:buNone/>
              <a:defRPr sz="1200"/>
            </a:lvl7pPr>
            <a:lvl8pPr lvl="7" algn="ctr">
              <a:spcBef>
                <a:spcPts val="0"/>
              </a:spcBef>
              <a:spcAft>
                <a:spcPts val="0"/>
              </a:spcAft>
              <a:buSzPts val="1200"/>
              <a:buNone/>
              <a:defRPr sz="1200"/>
            </a:lvl8pPr>
            <a:lvl9pPr lvl="8" algn="ctr">
              <a:spcBef>
                <a:spcPts val="0"/>
              </a:spcBef>
              <a:spcAft>
                <a:spcPts val="0"/>
              </a:spcAft>
              <a:buSzPts val="1200"/>
              <a:buNone/>
              <a:defRPr sz="1200"/>
            </a:lvl9pPr>
          </a:lstStyle>
          <a:p/>
        </p:txBody>
      </p:sp>
      <p:sp>
        <p:nvSpPr>
          <p:cNvPr id="6401" name="Google Shape;6401;p108"/>
          <p:cNvSpPr txBox="1"/>
          <p:nvPr>
            <p:ph idx="6" type="subTitle"/>
          </p:nvPr>
        </p:nvSpPr>
        <p:spPr>
          <a:xfrm>
            <a:off x="6017713" y="928363"/>
            <a:ext cx="1932000" cy="296700"/>
          </a:xfrm>
          <a:prstGeom prst="rect">
            <a:avLst/>
          </a:prstGeom>
          <a:noFill/>
          <a:ln>
            <a:noFill/>
          </a:ln>
        </p:spPr>
        <p:txBody>
          <a:bodyPr anchorCtr="0" anchor="t" bIns="36000" lIns="36000" spcFirstLastPara="1" rIns="36000" wrap="square" tIns="36000">
            <a:noAutofit/>
          </a:bodyPr>
          <a:lstStyle>
            <a:lvl1pPr lvl="0" algn="ctr">
              <a:spcBef>
                <a:spcPts val="0"/>
              </a:spcBef>
              <a:spcAft>
                <a:spcPts val="0"/>
              </a:spcAft>
              <a:buClr>
                <a:srgbClr val="000000"/>
              </a:buClr>
              <a:buSzPts val="1200"/>
              <a:buNone/>
              <a:defRPr sz="1200">
                <a:solidFill>
                  <a:srgbClr val="000000"/>
                </a:solidFill>
              </a:defRPr>
            </a:lvl1pPr>
            <a:lvl2pPr lvl="1" algn="ctr">
              <a:spcBef>
                <a:spcPts val="0"/>
              </a:spcBef>
              <a:spcAft>
                <a:spcPts val="0"/>
              </a:spcAft>
              <a:buSzPts val="1200"/>
              <a:buNone/>
              <a:defRPr sz="1200"/>
            </a:lvl2pPr>
            <a:lvl3pPr lvl="2" algn="ctr">
              <a:spcBef>
                <a:spcPts val="0"/>
              </a:spcBef>
              <a:spcAft>
                <a:spcPts val="0"/>
              </a:spcAft>
              <a:buSzPts val="1200"/>
              <a:buNone/>
              <a:defRPr sz="1200"/>
            </a:lvl3pPr>
            <a:lvl4pPr lvl="3" algn="ctr">
              <a:spcBef>
                <a:spcPts val="0"/>
              </a:spcBef>
              <a:spcAft>
                <a:spcPts val="0"/>
              </a:spcAft>
              <a:buSzPts val="1200"/>
              <a:buNone/>
              <a:defRPr sz="1200"/>
            </a:lvl4pPr>
            <a:lvl5pPr lvl="4" algn="ctr">
              <a:spcBef>
                <a:spcPts val="0"/>
              </a:spcBef>
              <a:spcAft>
                <a:spcPts val="0"/>
              </a:spcAft>
              <a:buSzPts val="1200"/>
              <a:buNone/>
              <a:defRPr sz="1200"/>
            </a:lvl5pPr>
            <a:lvl6pPr lvl="5" algn="ctr">
              <a:spcBef>
                <a:spcPts val="0"/>
              </a:spcBef>
              <a:spcAft>
                <a:spcPts val="0"/>
              </a:spcAft>
              <a:buSzPts val="1200"/>
              <a:buNone/>
              <a:defRPr sz="1200"/>
            </a:lvl6pPr>
            <a:lvl7pPr lvl="6" algn="ctr">
              <a:spcBef>
                <a:spcPts val="0"/>
              </a:spcBef>
              <a:spcAft>
                <a:spcPts val="0"/>
              </a:spcAft>
              <a:buSzPts val="1200"/>
              <a:buNone/>
              <a:defRPr sz="1200"/>
            </a:lvl7pPr>
            <a:lvl8pPr lvl="7" algn="ctr">
              <a:spcBef>
                <a:spcPts val="0"/>
              </a:spcBef>
              <a:spcAft>
                <a:spcPts val="0"/>
              </a:spcAft>
              <a:buSzPts val="1200"/>
              <a:buNone/>
              <a:defRPr sz="1200"/>
            </a:lvl8pPr>
            <a:lvl9pPr lvl="8" algn="ctr">
              <a:spcBef>
                <a:spcPts val="0"/>
              </a:spcBef>
              <a:spcAft>
                <a:spcPts val="0"/>
              </a:spcAft>
              <a:buSzPts val="1200"/>
              <a:buNone/>
              <a:defRPr sz="1200"/>
            </a:lvl9pPr>
          </a:lstStyle>
          <a:p/>
        </p:txBody>
      </p:sp>
      <p:sp>
        <p:nvSpPr>
          <p:cNvPr id="6402" name="Google Shape;6402;p108"/>
          <p:cNvSpPr txBox="1"/>
          <p:nvPr>
            <p:ph idx="7" type="subTitle"/>
          </p:nvPr>
        </p:nvSpPr>
        <p:spPr>
          <a:xfrm>
            <a:off x="7949713" y="928363"/>
            <a:ext cx="1932000" cy="296700"/>
          </a:xfrm>
          <a:prstGeom prst="rect">
            <a:avLst/>
          </a:prstGeom>
          <a:noFill/>
          <a:ln>
            <a:noFill/>
          </a:ln>
        </p:spPr>
        <p:txBody>
          <a:bodyPr anchorCtr="0" anchor="t" bIns="36000" lIns="36000" spcFirstLastPara="1" rIns="36000" wrap="square" tIns="36000">
            <a:noAutofit/>
          </a:bodyPr>
          <a:lstStyle>
            <a:lvl1pPr lvl="0" algn="ctr">
              <a:spcBef>
                <a:spcPts val="0"/>
              </a:spcBef>
              <a:spcAft>
                <a:spcPts val="0"/>
              </a:spcAft>
              <a:buClr>
                <a:srgbClr val="000000"/>
              </a:buClr>
              <a:buSzPts val="1200"/>
              <a:buNone/>
              <a:defRPr sz="1200">
                <a:solidFill>
                  <a:srgbClr val="000000"/>
                </a:solidFill>
              </a:defRPr>
            </a:lvl1pPr>
            <a:lvl2pPr lvl="1" algn="ctr">
              <a:spcBef>
                <a:spcPts val="0"/>
              </a:spcBef>
              <a:spcAft>
                <a:spcPts val="0"/>
              </a:spcAft>
              <a:buSzPts val="1200"/>
              <a:buNone/>
              <a:defRPr sz="1200"/>
            </a:lvl2pPr>
            <a:lvl3pPr lvl="2" algn="ctr">
              <a:spcBef>
                <a:spcPts val="0"/>
              </a:spcBef>
              <a:spcAft>
                <a:spcPts val="0"/>
              </a:spcAft>
              <a:buSzPts val="1200"/>
              <a:buNone/>
              <a:defRPr sz="1200"/>
            </a:lvl3pPr>
            <a:lvl4pPr lvl="3" algn="ctr">
              <a:spcBef>
                <a:spcPts val="0"/>
              </a:spcBef>
              <a:spcAft>
                <a:spcPts val="0"/>
              </a:spcAft>
              <a:buSzPts val="1200"/>
              <a:buNone/>
              <a:defRPr sz="1200"/>
            </a:lvl4pPr>
            <a:lvl5pPr lvl="4" algn="ctr">
              <a:spcBef>
                <a:spcPts val="0"/>
              </a:spcBef>
              <a:spcAft>
                <a:spcPts val="0"/>
              </a:spcAft>
              <a:buSzPts val="1200"/>
              <a:buNone/>
              <a:defRPr sz="1200"/>
            </a:lvl5pPr>
            <a:lvl6pPr lvl="5" algn="ctr">
              <a:spcBef>
                <a:spcPts val="0"/>
              </a:spcBef>
              <a:spcAft>
                <a:spcPts val="0"/>
              </a:spcAft>
              <a:buSzPts val="1200"/>
              <a:buNone/>
              <a:defRPr sz="1200"/>
            </a:lvl6pPr>
            <a:lvl7pPr lvl="6" algn="ctr">
              <a:spcBef>
                <a:spcPts val="0"/>
              </a:spcBef>
              <a:spcAft>
                <a:spcPts val="0"/>
              </a:spcAft>
              <a:buSzPts val="1200"/>
              <a:buNone/>
              <a:defRPr sz="1200"/>
            </a:lvl7pPr>
            <a:lvl8pPr lvl="7" algn="ctr">
              <a:spcBef>
                <a:spcPts val="0"/>
              </a:spcBef>
              <a:spcAft>
                <a:spcPts val="0"/>
              </a:spcAft>
              <a:buSzPts val="1200"/>
              <a:buNone/>
              <a:defRPr sz="1200"/>
            </a:lvl8pPr>
            <a:lvl9pPr lvl="8" algn="ctr">
              <a:spcBef>
                <a:spcPts val="0"/>
              </a:spcBef>
              <a:spcAft>
                <a:spcPts val="0"/>
              </a:spcAft>
              <a:buSzPts val="1200"/>
              <a:buNone/>
              <a:defRPr sz="1200"/>
            </a:lvl9pPr>
          </a:lstStyle>
          <a:p/>
        </p:txBody>
      </p:sp>
      <p:sp>
        <p:nvSpPr>
          <p:cNvPr id="6403" name="Google Shape;6403;p108"/>
          <p:cNvSpPr txBox="1"/>
          <p:nvPr>
            <p:ph idx="8" type="body"/>
          </p:nvPr>
        </p:nvSpPr>
        <p:spPr>
          <a:xfrm>
            <a:off x="641150" y="612125"/>
            <a:ext cx="1770300" cy="160500"/>
          </a:xfrm>
          <a:prstGeom prst="rect">
            <a:avLst/>
          </a:prstGeom>
          <a:noFill/>
          <a:ln>
            <a:noFill/>
          </a:ln>
        </p:spPr>
        <p:txBody>
          <a:bodyPr anchorCtr="0" anchor="t" bIns="0" lIns="0" spcFirstLastPara="1" rIns="0" wrap="square" tIns="0">
            <a:noAutofit/>
          </a:bodyPr>
          <a:lstStyle>
            <a:lvl1pPr indent="-292100" lvl="0" marL="457200" algn="ctr">
              <a:spcBef>
                <a:spcPts val="0"/>
              </a:spcBef>
              <a:spcAft>
                <a:spcPts val="0"/>
              </a:spcAft>
              <a:buClr>
                <a:srgbClr val="FFFFFF"/>
              </a:buClr>
              <a:buSzPts val="1000"/>
              <a:buChar char="●"/>
              <a:defRPr sz="1000">
                <a:solidFill>
                  <a:srgbClr val="FFFFFF"/>
                </a:solidFill>
              </a:defRPr>
            </a:lvl1pPr>
            <a:lvl2pPr indent="-292100" lvl="1" marL="914400" algn="ctr">
              <a:spcBef>
                <a:spcPts val="0"/>
              </a:spcBef>
              <a:spcAft>
                <a:spcPts val="0"/>
              </a:spcAft>
              <a:buClr>
                <a:srgbClr val="FFFFFF"/>
              </a:buClr>
              <a:buSzPts val="1000"/>
              <a:buChar char="○"/>
              <a:defRPr sz="1000">
                <a:solidFill>
                  <a:srgbClr val="FFFFFF"/>
                </a:solidFill>
              </a:defRPr>
            </a:lvl2pPr>
            <a:lvl3pPr indent="-292100" lvl="2" marL="1371600" algn="ctr">
              <a:spcBef>
                <a:spcPts val="0"/>
              </a:spcBef>
              <a:spcAft>
                <a:spcPts val="0"/>
              </a:spcAft>
              <a:buClr>
                <a:srgbClr val="FFFFFF"/>
              </a:buClr>
              <a:buSzPts val="1000"/>
              <a:buChar char="■"/>
              <a:defRPr sz="1000">
                <a:solidFill>
                  <a:srgbClr val="FFFFFF"/>
                </a:solidFill>
              </a:defRPr>
            </a:lvl3pPr>
            <a:lvl4pPr indent="-292100" lvl="3" marL="1828800" algn="ctr">
              <a:spcBef>
                <a:spcPts val="0"/>
              </a:spcBef>
              <a:spcAft>
                <a:spcPts val="0"/>
              </a:spcAft>
              <a:buClr>
                <a:srgbClr val="FFFFFF"/>
              </a:buClr>
              <a:buSzPts val="1000"/>
              <a:buChar char="●"/>
              <a:defRPr sz="1000">
                <a:solidFill>
                  <a:srgbClr val="FFFFFF"/>
                </a:solidFill>
              </a:defRPr>
            </a:lvl4pPr>
            <a:lvl5pPr indent="-292100" lvl="4" marL="2286000" algn="ctr">
              <a:spcBef>
                <a:spcPts val="0"/>
              </a:spcBef>
              <a:spcAft>
                <a:spcPts val="0"/>
              </a:spcAft>
              <a:buClr>
                <a:srgbClr val="FFFFFF"/>
              </a:buClr>
              <a:buSzPts val="1000"/>
              <a:buChar char="○"/>
              <a:defRPr sz="1000">
                <a:solidFill>
                  <a:srgbClr val="FFFFFF"/>
                </a:solidFill>
              </a:defRPr>
            </a:lvl5pPr>
            <a:lvl6pPr indent="-292100" lvl="5" marL="2743200" algn="ctr">
              <a:spcBef>
                <a:spcPts val="0"/>
              </a:spcBef>
              <a:spcAft>
                <a:spcPts val="0"/>
              </a:spcAft>
              <a:buClr>
                <a:srgbClr val="FFFFFF"/>
              </a:buClr>
              <a:buSzPts val="1000"/>
              <a:buChar char="■"/>
              <a:defRPr sz="1000">
                <a:solidFill>
                  <a:srgbClr val="FFFFFF"/>
                </a:solidFill>
              </a:defRPr>
            </a:lvl6pPr>
            <a:lvl7pPr indent="-292100" lvl="6" marL="3200400" algn="ctr">
              <a:spcBef>
                <a:spcPts val="0"/>
              </a:spcBef>
              <a:spcAft>
                <a:spcPts val="0"/>
              </a:spcAft>
              <a:buClr>
                <a:srgbClr val="FFFFFF"/>
              </a:buClr>
              <a:buSzPts val="1000"/>
              <a:buChar char="●"/>
              <a:defRPr sz="1000">
                <a:solidFill>
                  <a:srgbClr val="FFFFFF"/>
                </a:solidFill>
              </a:defRPr>
            </a:lvl7pPr>
            <a:lvl8pPr indent="-292100" lvl="7" marL="3657600" algn="ctr">
              <a:spcBef>
                <a:spcPts val="0"/>
              </a:spcBef>
              <a:spcAft>
                <a:spcPts val="0"/>
              </a:spcAft>
              <a:buClr>
                <a:srgbClr val="FFFFFF"/>
              </a:buClr>
              <a:buSzPts val="1000"/>
              <a:buChar char="○"/>
              <a:defRPr sz="1000">
                <a:solidFill>
                  <a:srgbClr val="FFFFFF"/>
                </a:solidFill>
              </a:defRPr>
            </a:lvl8pPr>
            <a:lvl9pPr indent="-292100" lvl="8" marL="4114800" algn="ctr">
              <a:spcBef>
                <a:spcPts val="0"/>
              </a:spcBef>
              <a:spcAft>
                <a:spcPts val="0"/>
              </a:spcAft>
              <a:buClr>
                <a:srgbClr val="FFFFFF"/>
              </a:buClr>
              <a:buSzPts val="1000"/>
              <a:buChar char="■"/>
              <a:defRPr sz="1000">
                <a:solidFill>
                  <a:srgbClr val="FFFFFF"/>
                </a:solidFill>
              </a:defRPr>
            </a:lvl9pPr>
          </a:lstStyle>
          <a:p/>
        </p:txBody>
      </p:sp>
      <p:sp>
        <p:nvSpPr>
          <p:cNvPr id="6404" name="Google Shape;6404;p108"/>
          <p:cNvSpPr txBox="1"/>
          <p:nvPr/>
        </p:nvSpPr>
        <p:spPr>
          <a:xfrm>
            <a:off x="84825" y="598125"/>
            <a:ext cx="595500" cy="205800"/>
          </a:xfrm>
          <a:prstGeom prst="rect">
            <a:avLst/>
          </a:prstGeom>
          <a:noFill/>
          <a:ln>
            <a:noFill/>
          </a:ln>
        </p:spPr>
        <p:txBody>
          <a:bodyPr anchorCtr="0" anchor="t" bIns="18000" lIns="18000" spcFirstLastPara="1" rIns="18000" wrap="square" tIns="18000">
            <a:spAutoFit/>
          </a:bodyPr>
          <a:lstStyle/>
          <a:p>
            <a:pPr indent="0" lvl="0" marL="0" rtl="0" algn="l">
              <a:spcBef>
                <a:spcPts val="0"/>
              </a:spcBef>
              <a:spcAft>
                <a:spcPts val="0"/>
              </a:spcAft>
              <a:buNone/>
            </a:pPr>
            <a:r>
              <a:rPr lang="es-419" sz="1100">
                <a:solidFill>
                  <a:srgbClr val="FFFFFF"/>
                </a:solidFill>
              </a:rPr>
              <a:t>Nombre:</a:t>
            </a:r>
            <a:endParaRPr sz="1100">
              <a:solidFill>
                <a:srgbClr val="FFFFFF"/>
              </a:solidFill>
            </a:endParaRPr>
          </a:p>
        </p:txBody>
      </p:sp>
    </p:spTree>
  </p:cSld>
  <p:clrMapOvr>
    <a:masterClrMapping/>
  </p:clrMapOvr>
</p:sldLayout>
</file>

<file path=ppt/slideLayouts/slideLayout10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4.6 Diagrama de Comunicación">
  <p:cSld name="TITLE_3_6_1_1_1_1_1_1_1_1_1_1_1_1_1_1_1_1_1_1_1">
    <p:spTree>
      <p:nvGrpSpPr>
        <p:cNvPr id="6405" name="Shape 6405"/>
        <p:cNvGrpSpPr/>
        <p:nvPr/>
      </p:nvGrpSpPr>
      <p:grpSpPr>
        <a:xfrm>
          <a:off x="0" y="0"/>
          <a:ext cx="0" cy="0"/>
          <a:chOff x="0" y="0"/>
          <a:chExt cx="0" cy="0"/>
        </a:xfrm>
      </p:grpSpPr>
      <p:sp>
        <p:nvSpPr>
          <p:cNvPr id="6406" name="Google Shape;6406;p109"/>
          <p:cNvSpPr/>
          <p:nvPr/>
        </p:nvSpPr>
        <p:spPr>
          <a:xfrm>
            <a:off x="97888" y="377012"/>
            <a:ext cx="9893400" cy="296700"/>
          </a:xfrm>
          <a:prstGeom prst="roundRect">
            <a:avLst>
              <a:gd fmla="val 22902" name="adj"/>
            </a:avLst>
          </a:prstGeom>
          <a:solidFill>
            <a:srgbClr val="F3F3F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6407" name="Google Shape;6407;p109"/>
          <p:cNvSpPr/>
          <p:nvPr/>
        </p:nvSpPr>
        <p:spPr>
          <a:xfrm>
            <a:off x="77688" y="358938"/>
            <a:ext cx="9935700" cy="6438000"/>
          </a:xfrm>
          <a:prstGeom prst="roundRect">
            <a:avLst>
              <a:gd fmla="val 2618" name="adj"/>
            </a:avLst>
          </a:prstGeom>
          <a:solidFill>
            <a:srgbClr val="FFFFFF"/>
          </a:solidFill>
          <a:ln cap="flat" cmpd="sng" w="38100">
            <a:solidFill>
              <a:srgbClr val="000000"/>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408" name="Google Shape;6408;p109"/>
          <p:cNvCxnSpPr/>
          <p:nvPr/>
        </p:nvCxnSpPr>
        <p:spPr>
          <a:xfrm>
            <a:off x="77688" y="772614"/>
            <a:ext cx="9935700" cy="0"/>
          </a:xfrm>
          <a:prstGeom prst="straightConnector1">
            <a:avLst/>
          </a:prstGeom>
          <a:noFill/>
          <a:ln cap="flat" cmpd="sng" w="19050">
            <a:solidFill>
              <a:srgbClr val="000000"/>
            </a:solidFill>
            <a:prstDash val="solid"/>
            <a:round/>
            <a:headEnd len="med" w="med" type="none"/>
            <a:tailEnd len="med" w="med" type="none"/>
          </a:ln>
        </p:spPr>
      </p:cxnSp>
      <p:cxnSp>
        <p:nvCxnSpPr>
          <p:cNvPr id="6409" name="Google Shape;6409;p109"/>
          <p:cNvCxnSpPr/>
          <p:nvPr/>
        </p:nvCxnSpPr>
        <p:spPr>
          <a:xfrm rot="10800000">
            <a:off x="2439038" y="368188"/>
            <a:ext cx="0" cy="402300"/>
          </a:xfrm>
          <a:prstGeom prst="straightConnector1">
            <a:avLst/>
          </a:prstGeom>
          <a:noFill/>
          <a:ln cap="flat" cmpd="sng" w="19050">
            <a:solidFill>
              <a:srgbClr val="000000"/>
            </a:solidFill>
            <a:prstDash val="solid"/>
            <a:round/>
            <a:headEnd len="med" w="med" type="none"/>
            <a:tailEnd len="med" w="med" type="none"/>
          </a:ln>
        </p:spPr>
      </p:cxnSp>
      <p:sp>
        <p:nvSpPr>
          <p:cNvPr id="6410" name="Google Shape;6410;p109"/>
          <p:cNvSpPr txBox="1"/>
          <p:nvPr>
            <p:ph type="title"/>
          </p:nvPr>
        </p:nvSpPr>
        <p:spPr>
          <a:xfrm flipH="1">
            <a:off x="3219174" y="437575"/>
            <a:ext cx="1731300" cy="2658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200"/>
              <a:buNone/>
              <a:defRPr sz="1200">
                <a:solidFill>
                  <a:srgbClr val="000000"/>
                </a:solidFill>
              </a:defRPr>
            </a:lvl1pPr>
            <a:lvl2pPr lvl="1">
              <a:spcBef>
                <a:spcPts val="0"/>
              </a:spcBef>
              <a:spcAft>
                <a:spcPts val="0"/>
              </a:spcAft>
              <a:buClr>
                <a:srgbClr val="000000"/>
              </a:buClr>
              <a:buSzPts val="1100"/>
              <a:buNone/>
              <a:defRPr sz="1100">
                <a:solidFill>
                  <a:srgbClr val="000000"/>
                </a:solidFill>
              </a:defRPr>
            </a:lvl2pPr>
            <a:lvl3pPr lvl="2">
              <a:spcBef>
                <a:spcPts val="0"/>
              </a:spcBef>
              <a:spcAft>
                <a:spcPts val="0"/>
              </a:spcAft>
              <a:buClr>
                <a:srgbClr val="000000"/>
              </a:buClr>
              <a:buSzPts val="1100"/>
              <a:buNone/>
              <a:defRPr sz="1100">
                <a:solidFill>
                  <a:srgbClr val="000000"/>
                </a:solidFill>
              </a:defRPr>
            </a:lvl3pPr>
            <a:lvl4pPr lvl="3">
              <a:spcBef>
                <a:spcPts val="0"/>
              </a:spcBef>
              <a:spcAft>
                <a:spcPts val="0"/>
              </a:spcAft>
              <a:buClr>
                <a:srgbClr val="000000"/>
              </a:buClr>
              <a:buSzPts val="1100"/>
              <a:buNone/>
              <a:defRPr sz="1100">
                <a:solidFill>
                  <a:srgbClr val="000000"/>
                </a:solidFill>
              </a:defRPr>
            </a:lvl4pPr>
            <a:lvl5pPr lvl="4">
              <a:spcBef>
                <a:spcPts val="0"/>
              </a:spcBef>
              <a:spcAft>
                <a:spcPts val="0"/>
              </a:spcAft>
              <a:buClr>
                <a:srgbClr val="000000"/>
              </a:buClr>
              <a:buSzPts val="1100"/>
              <a:buNone/>
              <a:defRPr sz="1100">
                <a:solidFill>
                  <a:srgbClr val="000000"/>
                </a:solidFill>
              </a:defRPr>
            </a:lvl5pPr>
            <a:lvl6pPr lvl="5">
              <a:spcBef>
                <a:spcPts val="0"/>
              </a:spcBef>
              <a:spcAft>
                <a:spcPts val="0"/>
              </a:spcAft>
              <a:buClr>
                <a:srgbClr val="000000"/>
              </a:buClr>
              <a:buSzPts val="1100"/>
              <a:buNone/>
              <a:defRPr sz="1100">
                <a:solidFill>
                  <a:srgbClr val="000000"/>
                </a:solidFill>
              </a:defRPr>
            </a:lvl6pPr>
            <a:lvl7pPr lvl="6">
              <a:spcBef>
                <a:spcPts val="0"/>
              </a:spcBef>
              <a:spcAft>
                <a:spcPts val="0"/>
              </a:spcAft>
              <a:buClr>
                <a:srgbClr val="000000"/>
              </a:buClr>
              <a:buSzPts val="1100"/>
              <a:buNone/>
              <a:defRPr sz="1100">
                <a:solidFill>
                  <a:srgbClr val="000000"/>
                </a:solidFill>
              </a:defRPr>
            </a:lvl7pPr>
            <a:lvl8pPr lvl="7">
              <a:spcBef>
                <a:spcPts val="0"/>
              </a:spcBef>
              <a:spcAft>
                <a:spcPts val="0"/>
              </a:spcAft>
              <a:buClr>
                <a:srgbClr val="000000"/>
              </a:buClr>
              <a:buSzPts val="1100"/>
              <a:buNone/>
              <a:defRPr sz="1100">
                <a:solidFill>
                  <a:srgbClr val="000000"/>
                </a:solidFill>
              </a:defRPr>
            </a:lvl8pPr>
            <a:lvl9pPr lvl="8">
              <a:spcBef>
                <a:spcPts val="0"/>
              </a:spcBef>
              <a:spcAft>
                <a:spcPts val="0"/>
              </a:spcAft>
              <a:buClr>
                <a:srgbClr val="000000"/>
              </a:buClr>
              <a:buSzPts val="1100"/>
              <a:buNone/>
              <a:defRPr sz="1100">
                <a:solidFill>
                  <a:srgbClr val="000000"/>
                </a:solidFill>
              </a:defRPr>
            </a:lvl9pPr>
          </a:lstStyle>
          <a:p/>
        </p:txBody>
      </p:sp>
      <p:sp>
        <p:nvSpPr>
          <p:cNvPr id="6411" name="Google Shape;6411;p109"/>
          <p:cNvSpPr txBox="1"/>
          <p:nvPr/>
        </p:nvSpPr>
        <p:spPr>
          <a:xfrm>
            <a:off x="2513487" y="437267"/>
            <a:ext cx="679500" cy="2664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b="1" lang="es-419" sz="1100"/>
              <a:t>Proceso:</a:t>
            </a:r>
            <a:endParaRPr b="1" sz="1100"/>
          </a:p>
        </p:txBody>
      </p:sp>
      <p:cxnSp>
        <p:nvCxnSpPr>
          <p:cNvPr id="6412" name="Google Shape;6412;p109"/>
          <p:cNvCxnSpPr/>
          <p:nvPr/>
        </p:nvCxnSpPr>
        <p:spPr>
          <a:xfrm rot="10800000">
            <a:off x="5070754" y="368188"/>
            <a:ext cx="0" cy="402300"/>
          </a:xfrm>
          <a:prstGeom prst="straightConnector1">
            <a:avLst/>
          </a:prstGeom>
          <a:noFill/>
          <a:ln cap="flat" cmpd="sng" w="19050">
            <a:solidFill>
              <a:srgbClr val="000000"/>
            </a:solidFill>
            <a:prstDash val="solid"/>
            <a:round/>
            <a:headEnd len="med" w="med" type="none"/>
            <a:tailEnd len="med" w="med" type="none"/>
          </a:ln>
        </p:spPr>
      </p:cxnSp>
      <p:sp>
        <p:nvSpPr>
          <p:cNvPr id="6413" name="Google Shape;6413;p109"/>
          <p:cNvSpPr txBox="1"/>
          <p:nvPr/>
        </p:nvSpPr>
        <p:spPr>
          <a:xfrm>
            <a:off x="5191013" y="387663"/>
            <a:ext cx="13026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Finalidad empresa:</a:t>
            </a:r>
            <a:endParaRPr b="1" sz="1100"/>
          </a:p>
        </p:txBody>
      </p:sp>
      <p:sp>
        <p:nvSpPr>
          <p:cNvPr id="6414" name="Google Shape;6414;p109"/>
          <p:cNvSpPr txBox="1"/>
          <p:nvPr/>
        </p:nvSpPr>
        <p:spPr>
          <a:xfrm>
            <a:off x="5191013" y="579538"/>
            <a:ext cx="11637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Finalidad cliente:</a:t>
            </a:r>
            <a:endParaRPr b="1" sz="1100"/>
          </a:p>
        </p:txBody>
      </p:sp>
      <p:sp>
        <p:nvSpPr>
          <p:cNvPr id="6415" name="Google Shape;6415;p109"/>
          <p:cNvSpPr/>
          <p:nvPr/>
        </p:nvSpPr>
        <p:spPr>
          <a:xfrm>
            <a:off x="77688" y="349338"/>
            <a:ext cx="2361300" cy="421200"/>
          </a:xfrm>
          <a:prstGeom prst="roundRect">
            <a:avLst>
              <a:gd fmla="val 50000" name="adj"/>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s-419" sz="1200">
                <a:solidFill>
                  <a:srgbClr val="FFFFFF"/>
                </a:solidFill>
              </a:rPr>
              <a:t>Diagrama de Comunicación</a:t>
            </a:r>
            <a:endParaRPr b="1" sz="1200">
              <a:solidFill>
                <a:srgbClr val="FFFFFF"/>
              </a:solidFill>
            </a:endParaRPr>
          </a:p>
          <a:p>
            <a:pPr indent="0" lvl="0" marL="0" rtl="0" algn="ctr">
              <a:spcBef>
                <a:spcPts val="0"/>
              </a:spcBef>
              <a:spcAft>
                <a:spcPts val="0"/>
              </a:spcAft>
              <a:buNone/>
            </a:pPr>
            <a:r>
              <a:t/>
            </a:r>
            <a:endParaRPr b="1" sz="1200">
              <a:solidFill>
                <a:srgbClr val="FFFFFF"/>
              </a:solidFill>
            </a:endParaRPr>
          </a:p>
        </p:txBody>
      </p:sp>
      <p:sp>
        <p:nvSpPr>
          <p:cNvPr id="6416" name="Google Shape;6416;p109"/>
          <p:cNvSpPr/>
          <p:nvPr/>
        </p:nvSpPr>
        <p:spPr>
          <a:xfrm>
            <a:off x="83988" y="595504"/>
            <a:ext cx="190200" cy="1692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7" name="Google Shape;6417;p109"/>
          <p:cNvSpPr/>
          <p:nvPr/>
        </p:nvSpPr>
        <p:spPr>
          <a:xfrm>
            <a:off x="2292338" y="358938"/>
            <a:ext cx="146700" cy="4023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8" name="Google Shape;6418;p109"/>
          <p:cNvSpPr txBox="1"/>
          <p:nvPr>
            <p:ph idx="2" type="title"/>
          </p:nvPr>
        </p:nvSpPr>
        <p:spPr>
          <a:xfrm flipH="1">
            <a:off x="6546263" y="387663"/>
            <a:ext cx="3350100" cy="1692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000"/>
              <a:buNone/>
              <a:defRPr sz="1000">
                <a:solidFill>
                  <a:srgbClr val="000000"/>
                </a:solidFill>
              </a:defRPr>
            </a:lvl1pPr>
            <a:lvl2pPr lvl="1">
              <a:spcBef>
                <a:spcPts val="0"/>
              </a:spcBef>
              <a:spcAft>
                <a:spcPts val="0"/>
              </a:spcAft>
              <a:buClr>
                <a:srgbClr val="000000"/>
              </a:buClr>
              <a:buSzPts val="1000"/>
              <a:buNone/>
              <a:defRPr sz="1000">
                <a:solidFill>
                  <a:srgbClr val="000000"/>
                </a:solidFill>
              </a:defRPr>
            </a:lvl2pPr>
            <a:lvl3pPr lvl="2">
              <a:spcBef>
                <a:spcPts val="0"/>
              </a:spcBef>
              <a:spcAft>
                <a:spcPts val="0"/>
              </a:spcAft>
              <a:buClr>
                <a:srgbClr val="000000"/>
              </a:buClr>
              <a:buSzPts val="1000"/>
              <a:buNone/>
              <a:defRPr sz="1000">
                <a:solidFill>
                  <a:srgbClr val="000000"/>
                </a:solidFill>
              </a:defRPr>
            </a:lvl3pPr>
            <a:lvl4pPr lvl="3">
              <a:spcBef>
                <a:spcPts val="0"/>
              </a:spcBef>
              <a:spcAft>
                <a:spcPts val="0"/>
              </a:spcAft>
              <a:buClr>
                <a:srgbClr val="000000"/>
              </a:buClr>
              <a:buSzPts val="1000"/>
              <a:buNone/>
              <a:defRPr sz="1000">
                <a:solidFill>
                  <a:srgbClr val="000000"/>
                </a:solidFill>
              </a:defRPr>
            </a:lvl4pPr>
            <a:lvl5pPr lvl="4">
              <a:spcBef>
                <a:spcPts val="0"/>
              </a:spcBef>
              <a:spcAft>
                <a:spcPts val="0"/>
              </a:spcAft>
              <a:buClr>
                <a:srgbClr val="000000"/>
              </a:buClr>
              <a:buSzPts val="1000"/>
              <a:buNone/>
              <a:defRPr sz="1000">
                <a:solidFill>
                  <a:srgbClr val="000000"/>
                </a:solidFill>
              </a:defRPr>
            </a:lvl5pPr>
            <a:lvl6pPr lvl="5">
              <a:spcBef>
                <a:spcPts val="0"/>
              </a:spcBef>
              <a:spcAft>
                <a:spcPts val="0"/>
              </a:spcAft>
              <a:buClr>
                <a:srgbClr val="000000"/>
              </a:buClr>
              <a:buSzPts val="1000"/>
              <a:buNone/>
              <a:defRPr sz="1000">
                <a:solidFill>
                  <a:srgbClr val="000000"/>
                </a:solidFill>
              </a:defRPr>
            </a:lvl6pPr>
            <a:lvl7pPr lvl="6">
              <a:spcBef>
                <a:spcPts val="0"/>
              </a:spcBef>
              <a:spcAft>
                <a:spcPts val="0"/>
              </a:spcAft>
              <a:buClr>
                <a:srgbClr val="000000"/>
              </a:buClr>
              <a:buSzPts val="1000"/>
              <a:buNone/>
              <a:defRPr sz="1000">
                <a:solidFill>
                  <a:srgbClr val="000000"/>
                </a:solidFill>
              </a:defRPr>
            </a:lvl7pPr>
            <a:lvl8pPr lvl="7">
              <a:spcBef>
                <a:spcPts val="0"/>
              </a:spcBef>
              <a:spcAft>
                <a:spcPts val="0"/>
              </a:spcAft>
              <a:buClr>
                <a:srgbClr val="000000"/>
              </a:buClr>
              <a:buSzPts val="1000"/>
              <a:buNone/>
              <a:defRPr sz="1000">
                <a:solidFill>
                  <a:srgbClr val="000000"/>
                </a:solidFill>
              </a:defRPr>
            </a:lvl8pPr>
            <a:lvl9pPr lvl="8">
              <a:spcBef>
                <a:spcPts val="0"/>
              </a:spcBef>
              <a:spcAft>
                <a:spcPts val="0"/>
              </a:spcAft>
              <a:buClr>
                <a:srgbClr val="000000"/>
              </a:buClr>
              <a:buSzPts val="1000"/>
              <a:buNone/>
              <a:defRPr sz="1000">
                <a:solidFill>
                  <a:srgbClr val="000000"/>
                </a:solidFill>
              </a:defRPr>
            </a:lvl9pPr>
          </a:lstStyle>
          <a:p/>
        </p:txBody>
      </p:sp>
      <p:sp>
        <p:nvSpPr>
          <p:cNvPr id="6419" name="Google Shape;6419;p109"/>
          <p:cNvSpPr txBox="1"/>
          <p:nvPr>
            <p:ph idx="3" type="title"/>
          </p:nvPr>
        </p:nvSpPr>
        <p:spPr>
          <a:xfrm flipH="1">
            <a:off x="6546263" y="579538"/>
            <a:ext cx="3350100" cy="1692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000"/>
              <a:buNone/>
              <a:defRPr sz="1000">
                <a:solidFill>
                  <a:srgbClr val="000000"/>
                </a:solidFill>
              </a:defRPr>
            </a:lvl1pPr>
            <a:lvl2pPr lvl="1">
              <a:spcBef>
                <a:spcPts val="0"/>
              </a:spcBef>
              <a:spcAft>
                <a:spcPts val="0"/>
              </a:spcAft>
              <a:buClr>
                <a:srgbClr val="000000"/>
              </a:buClr>
              <a:buSzPts val="1000"/>
              <a:buNone/>
              <a:defRPr sz="1000">
                <a:solidFill>
                  <a:srgbClr val="000000"/>
                </a:solidFill>
              </a:defRPr>
            </a:lvl2pPr>
            <a:lvl3pPr lvl="2">
              <a:spcBef>
                <a:spcPts val="0"/>
              </a:spcBef>
              <a:spcAft>
                <a:spcPts val="0"/>
              </a:spcAft>
              <a:buClr>
                <a:srgbClr val="000000"/>
              </a:buClr>
              <a:buSzPts val="1000"/>
              <a:buNone/>
              <a:defRPr sz="1000">
                <a:solidFill>
                  <a:srgbClr val="000000"/>
                </a:solidFill>
              </a:defRPr>
            </a:lvl3pPr>
            <a:lvl4pPr lvl="3">
              <a:spcBef>
                <a:spcPts val="0"/>
              </a:spcBef>
              <a:spcAft>
                <a:spcPts val="0"/>
              </a:spcAft>
              <a:buClr>
                <a:srgbClr val="000000"/>
              </a:buClr>
              <a:buSzPts val="1000"/>
              <a:buNone/>
              <a:defRPr sz="1000">
                <a:solidFill>
                  <a:srgbClr val="000000"/>
                </a:solidFill>
              </a:defRPr>
            </a:lvl4pPr>
            <a:lvl5pPr lvl="4">
              <a:spcBef>
                <a:spcPts val="0"/>
              </a:spcBef>
              <a:spcAft>
                <a:spcPts val="0"/>
              </a:spcAft>
              <a:buClr>
                <a:srgbClr val="000000"/>
              </a:buClr>
              <a:buSzPts val="1000"/>
              <a:buNone/>
              <a:defRPr sz="1000">
                <a:solidFill>
                  <a:srgbClr val="000000"/>
                </a:solidFill>
              </a:defRPr>
            </a:lvl5pPr>
            <a:lvl6pPr lvl="5">
              <a:spcBef>
                <a:spcPts val="0"/>
              </a:spcBef>
              <a:spcAft>
                <a:spcPts val="0"/>
              </a:spcAft>
              <a:buClr>
                <a:srgbClr val="000000"/>
              </a:buClr>
              <a:buSzPts val="1000"/>
              <a:buNone/>
              <a:defRPr sz="1000">
                <a:solidFill>
                  <a:srgbClr val="000000"/>
                </a:solidFill>
              </a:defRPr>
            </a:lvl6pPr>
            <a:lvl7pPr lvl="6">
              <a:spcBef>
                <a:spcPts val="0"/>
              </a:spcBef>
              <a:spcAft>
                <a:spcPts val="0"/>
              </a:spcAft>
              <a:buClr>
                <a:srgbClr val="000000"/>
              </a:buClr>
              <a:buSzPts val="1000"/>
              <a:buNone/>
              <a:defRPr sz="1000">
                <a:solidFill>
                  <a:srgbClr val="000000"/>
                </a:solidFill>
              </a:defRPr>
            </a:lvl7pPr>
            <a:lvl8pPr lvl="7">
              <a:spcBef>
                <a:spcPts val="0"/>
              </a:spcBef>
              <a:spcAft>
                <a:spcPts val="0"/>
              </a:spcAft>
              <a:buClr>
                <a:srgbClr val="000000"/>
              </a:buClr>
              <a:buSzPts val="1000"/>
              <a:buNone/>
              <a:defRPr sz="1000">
                <a:solidFill>
                  <a:srgbClr val="000000"/>
                </a:solidFill>
              </a:defRPr>
            </a:lvl8pPr>
            <a:lvl9pPr lvl="8">
              <a:spcBef>
                <a:spcPts val="0"/>
              </a:spcBef>
              <a:spcAft>
                <a:spcPts val="0"/>
              </a:spcAft>
              <a:buClr>
                <a:srgbClr val="000000"/>
              </a:buClr>
              <a:buSzPts val="1000"/>
              <a:buNone/>
              <a:defRPr sz="1000">
                <a:solidFill>
                  <a:srgbClr val="000000"/>
                </a:solidFill>
              </a:defRPr>
            </a:lvl9pPr>
          </a:lstStyle>
          <a:p/>
        </p:txBody>
      </p:sp>
      <p:sp>
        <p:nvSpPr>
          <p:cNvPr id="6420" name="Google Shape;6420;p109"/>
          <p:cNvSpPr/>
          <p:nvPr/>
        </p:nvSpPr>
        <p:spPr>
          <a:xfrm>
            <a:off x="-1396550" y="760700"/>
            <a:ext cx="748200" cy="6079200"/>
          </a:xfrm>
          <a:prstGeom prst="roundRect">
            <a:avLst>
              <a:gd fmla="val 11877" name="adj"/>
            </a:avLst>
          </a:prstGeom>
          <a:solidFill>
            <a:srgbClr val="F3F3F3"/>
          </a:solidFill>
          <a:ln cap="flat" cmpd="sng" w="9525">
            <a:solidFill>
              <a:srgbClr val="F3F3F3"/>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t" bIns="54000" lIns="72000" spcFirstLastPara="1" rIns="72000" wrap="square" tIns="54000">
            <a:noAutofit/>
          </a:bodyPr>
          <a:lstStyle/>
          <a:p>
            <a:pPr indent="0" lvl="0" marL="0" rtl="0" algn="ctr">
              <a:spcBef>
                <a:spcPts val="0"/>
              </a:spcBef>
              <a:spcAft>
                <a:spcPts val="0"/>
              </a:spcAft>
              <a:buNone/>
            </a:pPr>
            <a:r>
              <a:rPr i="1" lang="es-419"/>
              <a:t>Paleta</a:t>
            </a:r>
            <a:endParaRPr i="1"/>
          </a:p>
        </p:txBody>
      </p:sp>
      <p:sp>
        <p:nvSpPr>
          <p:cNvPr id="6421" name="Google Shape;6421;p109"/>
          <p:cNvSpPr txBox="1"/>
          <p:nvPr>
            <p:ph idx="1" type="body"/>
          </p:nvPr>
        </p:nvSpPr>
        <p:spPr>
          <a:xfrm>
            <a:off x="641150" y="612125"/>
            <a:ext cx="1770300" cy="160500"/>
          </a:xfrm>
          <a:prstGeom prst="rect">
            <a:avLst/>
          </a:prstGeom>
          <a:noFill/>
          <a:ln>
            <a:noFill/>
          </a:ln>
        </p:spPr>
        <p:txBody>
          <a:bodyPr anchorCtr="0" anchor="t" bIns="0" lIns="0" spcFirstLastPara="1" rIns="0" wrap="square" tIns="0">
            <a:noAutofit/>
          </a:bodyPr>
          <a:lstStyle>
            <a:lvl1pPr indent="-292100" lvl="0" marL="457200" algn="ctr">
              <a:spcBef>
                <a:spcPts val="0"/>
              </a:spcBef>
              <a:spcAft>
                <a:spcPts val="0"/>
              </a:spcAft>
              <a:buClr>
                <a:srgbClr val="FFFFFF"/>
              </a:buClr>
              <a:buSzPts val="1000"/>
              <a:buChar char="●"/>
              <a:defRPr sz="1000">
                <a:solidFill>
                  <a:srgbClr val="FFFFFF"/>
                </a:solidFill>
              </a:defRPr>
            </a:lvl1pPr>
            <a:lvl2pPr indent="-292100" lvl="1" marL="914400" algn="ctr">
              <a:spcBef>
                <a:spcPts val="0"/>
              </a:spcBef>
              <a:spcAft>
                <a:spcPts val="0"/>
              </a:spcAft>
              <a:buClr>
                <a:srgbClr val="FFFFFF"/>
              </a:buClr>
              <a:buSzPts val="1000"/>
              <a:buChar char="○"/>
              <a:defRPr sz="1000">
                <a:solidFill>
                  <a:srgbClr val="FFFFFF"/>
                </a:solidFill>
              </a:defRPr>
            </a:lvl2pPr>
            <a:lvl3pPr indent="-292100" lvl="2" marL="1371600" algn="ctr">
              <a:spcBef>
                <a:spcPts val="0"/>
              </a:spcBef>
              <a:spcAft>
                <a:spcPts val="0"/>
              </a:spcAft>
              <a:buClr>
                <a:srgbClr val="FFFFFF"/>
              </a:buClr>
              <a:buSzPts val="1000"/>
              <a:buChar char="■"/>
              <a:defRPr sz="1000">
                <a:solidFill>
                  <a:srgbClr val="FFFFFF"/>
                </a:solidFill>
              </a:defRPr>
            </a:lvl3pPr>
            <a:lvl4pPr indent="-292100" lvl="3" marL="1828800" algn="ctr">
              <a:spcBef>
                <a:spcPts val="0"/>
              </a:spcBef>
              <a:spcAft>
                <a:spcPts val="0"/>
              </a:spcAft>
              <a:buClr>
                <a:srgbClr val="FFFFFF"/>
              </a:buClr>
              <a:buSzPts val="1000"/>
              <a:buChar char="●"/>
              <a:defRPr sz="1000">
                <a:solidFill>
                  <a:srgbClr val="FFFFFF"/>
                </a:solidFill>
              </a:defRPr>
            </a:lvl4pPr>
            <a:lvl5pPr indent="-292100" lvl="4" marL="2286000" algn="ctr">
              <a:spcBef>
                <a:spcPts val="0"/>
              </a:spcBef>
              <a:spcAft>
                <a:spcPts val="0"/>
              </a:spcAft>
              <a:buClr>
                <a:srgbClr val="FFFFFF"/>
              </a:buClr>
              <a:buSzPts val="1000"/>
              <a:buChar char="○"/>
              <a:defRPr sz="1000">
                <a:solidFill>
                  <a:srgbClr val="FFFFFF"/>
                </a:solidFill>
              </a:defRPr>
            </a:lvl5pPr>
            <a:lvl6pPr indent="-292100" lvl="5" marL="2743200" algn="ctr">
              <a:spcBef>
                <a:spcPts val="0"/>
              </a:spcBef>
              <a:spcAft>
                <a:spcPts val="0"/>
              </a:spcAft>
              <a:buClr>
                <a:srgbClr val="FFFFFF"/>
              </a:buClr>
              <a:buSzPts val="1000"/>
              <a:buChar char="■"/>
              <a:defRPr sz="1000">
                <a:solidFill>
                  <a:srgbClr val="FFFFFF"/>
                </a:solidFill>
              </a:defRPr>
            </a:lvl6pPr>
            <a:lvl7pPr indent="-292100" lvl="6" marL="3200400" algn="ctr">
              <a:spcBef>
                <a:spcPts val="0"/>
              </a:spcBef>
              <a:spcAft>
                <a:spcPts val="0"/>
              </a:spcAft>
              <a:buClr>
                <a:srgbClr val="FFFFFF"/>
              </a:buClr>
              <a:buSzPts val="1000"/>
              <a:buChar char="●"/>
              <a:defRPr sz="1000">
                <a:solidFill>
                  <a:srgbClr val="FFFFFF"/>
                </a:solidFill>
              </a:defRPr>
            </a:lvl7pPr>
            <a:lvl8pPr indent="-292100" lvl="7" marL="3657600" algn="ctr">
              <a:spcBef>
                <a:spcPts val="0"/>
              </a:spcBef>
              <a:spcAft>
                <a:spcPts val="0"/>
              </a:spcAft>
              <a:buClr>
                <a:srgbClr val="FFFFFF"/>
              </a:buClr>
              <a:buSzPts val="1000"/>
              <a:buChar char="○"/>
              <a:defRPr sz="1000">
                <a:solidFill>
                  <a:srgbClr val="FFFFFF"/>
                </a:solidFill>
              </a:defRPr>
            </a:lvl8pPr>
            <a:lvl9pPr indent="-292100" lvl="8" marL="4114800" algn="ctr">
              <a:spcBef>
                <a:spcPts val="0"/>
              </a:spcBef>
              <a:spcAft>
                <a:spcPts val="0"/>
              </a:spcAft>
              <a:buClr>
                <a:srgbClr val="FFFFFF"/>
              </a:buClr>
              <a:buSzPts val="1000"/>
              <a:buChar char="■"/>
              <a:defRPr sz="1000">
                <a:solidFill>
                  <a:srgbClr val="FFFFFF"/>
                </a:solidFill>
              </a:defRPr>
            </a:lvl9pPr>
          </a:lstStyle>
          <a:p/>
        </p:txBody>
      </p:sp>
      <p:sp>
        <p:nvSpPr>
          <p:cNvPr id="6422" name="Google Shape;6422;p109"/>
          <p:cNvSpPr txBox="1"/>
          <p:nvPr/>
        </p:nvSpPr>
        <p:spPr>
          <a:xfrm>
            <a:off x="84825" y="598125"/>
            <a:ext cx="595500" cy="205800"/>
          </a:xfrm>
          <a:prstGeom prst="rect">
            <a:avLst/>
          </a:prstGeom>
          <a:noFill/>
          <a:ln>
            <a:noFill/>
          </a:ln>
        </p:spPr>
        <p:txBody>
          <a:bodyPr anchorCtr="0" anchor="t" bIns="18000" lIns="18000" spcFirstLastPara="1" rIns="18000" wrap="square" tIns="18000">
            <a:spAutoFit/>
          </a:bodyPr>
          <a:lstStyle/>
          <a:p>
            <a:pPr indent="0" lvl="0" marL="0" rtl="0" algn="l">
              <a:spcBef>
                <a:spcPts val="0"/>
              </a:spcBef>
              <a:spcAft>
                <a:spcPts val="0"/>
              </a:spcAft>
              <a:buNone/>
            </a:pPr>
            <a:r>
              <a:rPr lang="es-419" sz="1100">
                <a:solidFill>
                  <a:srgbClr val="FFFFFF"/>
                </a:solidFill>
              </a:rPr>
              <a:t>Nombre:</a:t>
            </a:r>
            <a:endParaRPr sz="1100">
              <a:solidFill>
                <a:srgbClr val="FFFFFF"/>
              </a:solidFill>
            </a:endParaRPr>
          </a:p>
        </p:txBody>
      </p:sp>
    </p:spTree>
  </p:cSld>
  <p:clrMapOvr>
    <a:masterClrMapping/>
  </p:clrMapOvr>
</p:sldLayout>
</file>

<file path=ppt/slideLayouts/slideLayout10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4.1 Actor de Negocio">
  <p:cSld name="TITLE_3_6_1_1_1_1_1_1_1_1_1_1_1_1_1_1_1_1_1_1_1_1">
    <p:spTree>
      <p:nvGrpSpPr>
        <p:cNvPr id="6423" name="Shape 6423"/>
        <p:cNvGrpSpPr/>
        <p:nvPr/>
      </p:nvGrpSpPr>
      <p:grpSpPr>
        <a:xfrm>
          <a:off x="0" y="0"/>
          <a:ext cx="0" cy="0"/>
          <a:chOff x="0" y="0"/>
          <a:chExt cx="0" cy="0"/>
        </a:xfrm>
      </p:grpSpPr>
      <p:sp>
        <p:nvSpPr>
          <p:cNvPr id="6424" name="Google Shape;6424;p110"/>
          <p:cNvSpPr/>
          <p:nvPr/>
        </p:nvSpPr>
        <p:spPr>
          <a:xfrm>
            <a:off x="77688" y="358938"/>
            <a:ext cx="9935700" cy="6438000"/>
          </a:xfrm>
          <a:prstGeom prst="roundRect">
            <a:avLst>
              <a:gd fmla="val 2618" name="adj"/>
            </a:avLst>
          </a:prstGeom>
          <a:solidFill>
            <a:srgbClr val="FFFFFF"/>
          </a:solidFill>
          <a:ln cap="flat" cmpd="sng" w="38100">
            <a:solidFill>
              <a:srgbClr val="000000"/>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425" name="Google Shape;6425;p110"/>
          <p:cNvCxnSpPr/>
          <p:nvPr/>
        </p:nvCxnSpPr>
        <p:spPr>
          <a:xfrm>
            <a:off x="77688" y="772614"/>
            <a:ext cx="9935700" cy="0"/>
          </a:xfrm>
          <a:prstGeom prst="straightConnector1">
            <a:avLst/>
          </a:prstGeom>
          <a:noFill/>
          <a:ln cap="flat" cmpd="sng" w="19050">
            <a:solidFill>
              <a:srgbClr val="000000"/>
            </a:solidFill>
            <a:prstDash val="solid"/>
            <a:round/>
            <a:headEnd len="med" w="med" type="none"/>
            <a:tailEnd len="med" w="med" type="none"/>
          </a:ln>
        </p:spPr>
      </p:cxnSp>
      <p:cxnSp>
        <p:nvCxnSpPr>
          <p:cNvPr id="6426" name="Google Shape;6426;p110"/>
          <p:cNvCxnSpPr/>
          <p:nvPr/>
        </p:nvCxnSpPr>
        <p:spPr>
          <a:xfrm rot="10800000">
            <a:off x="2439038" y="368188"/>
            <a:ext cx="0" cy="402300"/>
          </a:xfrm>
          <a:prstGeom prst="straightConnector1">
            <a:avLst/>
          </a:prstGeom>
          <a:noFill/>
          <a:ln cap="flat" cmpd="sng" w="19050">
            <a:solidFill>
              <a:srgbClr val="000000"/>
            </a:solidFill>
            <a:prstDash val="solid"/>
            <a:round/>
            <a:headEnd len="med" w="med" type="none"/>
            <a:tailEnd len="med" w="med" type="none"/>
          </a:ln>
        </p:spPr>
      </p:cxnSp>
      <p:sp>
        <p:nvSpPr>
          <p:cNvPr id="6427" name="Google Shape;6427;p110"/>
          <p:cNvSpPr/>
          <p:nvPr/>
        </p:nvSpPr>
        <p:spPr>
          <a:xfrm>
            <a:off x="77688" y="349338"/>
            <a:ext cx="2361300" cy="421200"/>
          </a:xfrm>
          <a:prstGeom prst="roundRect">
            <a:avLst>
              <a:gd fmla="val 50000" name="adj"/>
            </a:avLst>
          </a:prstGeom>
          <a:solidFill>
            <a:srgbClr val="000000"/>
          </a:solidFill>
          <a:ln cap="flat" cmpd="sng" w="9525">
            <a:solidFill>
              <a:srgbClr val="000000"/>
            </a:solidFill>
            <a:prstDash val="solid"/>
            <a:round/>
            <a:headEnd len="sm" w="sm" type="none"/>
            <a:tailEnd len="sm" w="sm" type="none"/>
          </a:ln>
        </p:spPr>
        <p:txBody>
          <a:bodyPr anchorCtr="0" anchor="ctr" bIns="91425" lIns="0" spcFirstLastPara="1" rIns="0" wrap="square" tIns="91425">
            <a:noAutofit/>
          </a:bodyPr>
          <a:lstStyle/>
          <a:p>
            <a:pPr indent="0" lvl="0" marL="0" rtl="0" algn="ctr">
              <a:spcBef>
                <a:spcPts val="0"/>
              </a:spcBef>
              <a:spcAft>
                <a:spcPts val="0"/>
              </a:spcAft>
              <a:buNone/>
            </a:pPr>
            <a:r>
              <a:rPr b="1" lang="es-419" sz="1100">
                <a:solidFill>
                  <a:srgbClr val="FFFFFF"/>
                </a:solidFill>
              </a:rPr>
              <a:t>Actor de Negocio</a:t>
            </a:r>
            <a:endParaRPr b="1" sz="1100">
              <a:solidFill>
                <a:srgbClr val="FFFFFF"/>
              </a:solidFill>
            </a:endParaRPr>
          </a:p>
          <a:p>
            <a:pPr indent="0" lvl="0" marL="0" rtl="0" algn="ctr">
              <a:spcBef>
                <a:spcPts val="0"/>
              </a:spcBef>
              <a:spcAft>
                <a:spcPts val="0"/>
              </a:spcAft>
              <a:buNone/>
            </a:pPr>
            <a:r>
              <a:t/>
            </a:r>
            <a:endParaRPr b="1" sz="1200">
              <a:solidFill>
                <a:srgbClr val="FFFFFF"/>
              </a:solidFill>
            </a:endParaRPr>
          </a:p>
        </p:txBody>
      </p:sp>
      <p:sp>
        <p:nvSpPr>
          <p:cNvPr id="6428" name="Google Shape;6428;p110"/>
          <p:cNvSpPr/>
          <p:nvPr/>
        </p:nvSpPr>
        <p:spPr>
          <a:xfrm>
            <a:off x="83988" y="595504"/>
            <a:ext cx="190200" cy="1692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9" name="Google Shape;6429;p110"/>
          <p:cNvSpPr/>
          <p:nvPr/>
        </p:nvSpPr>
        <p:spPr>
          <a:xfrm>
            <a:off x="2350598" y="358950"/>
            <a:ext cx="88500" cy="4023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430" name="Google Shape;6430;p110"/>
          <p:cNvCxnSpPr/>
          <p:nvPr/>
        </p:nvCxnSpPr>
        <p:spPr>
          <a:xfrm>
            <a:off x="5104406" y="929748"/>
            <a:ext cx="0" cy="5689200"/>
          </a:xfrm>
          <a:prstGeom prst="straightConnector1">
            <a:avLst/>
          </a:prstGeom>
          <a:noFill/>
          <a:ln cap="flat" cmpd="sng" w="19050">
            <a:solidFill>
              <a:srgbClr val="D9D9D9"/>
            </a:solidFill>
            <a:prstDash val="dash"/>
            <a:round/>
            <a:headEnd len="med" w="med" type="none"/>
            <a:tailEnd len="med" w="med" type="none"/>
          </a:ln>
        </p:spPr>
      </p:cxnSp>
      <p:sp>
        <p:nvSpPr>
          <p:cNvPr id="6431" name="Google Shape;6431;p110"/>
          <p:cNvSpPr/>
          <p:nvPr/>
        </p:nvSpPr>
        <p:spPr>
          <a:xfrm>
            <a:off x="2277739" y="663750"/>
            <a:ext cx="88500" cy="1089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2" name="Google Shape;6432;p110"/>
          <p:cNvSpPr txBox="1"/>
          <p:nvPr/>
        </p:nvSpPr>
        <p:spPr>
          <a:xfrm>
            <a:off x="197034" y="1078797"/>
            <a:ext cx="1679100" cy="246300"/>
          </a:xfrm>
          <a:prstGeom prst="rect">
            <a:avLst/>
          </a:prstGeom>
          <a:noFill/>
          <a:ln>
            <a:noFill/>
          </a:ln>
        </p:spPr>
        <p:txBody>
          <a:bodyPr anchorCtr="0" anchor="ctr" bIns="0" lIns="0" spcFirstLastPara="1" rIns="0" wrap="square" tIns="0">
            <a:spAutoFit/>
          </a:bodyPr>
          <a:lstStyle/>
          <a:p>
            <a:pPr indent="0" lvl="0" marL="0" rtl="0" algn="r">
              <a:lnSpc>
                <a:spcPct val="100000"/>
              </a:lnSpc>
              <a:spcBef>
                <a:spcPts val="0"/>
              </a:spcBef>
              <a:spcAft>
                <a:spcPts val="0"/>
              </a:spcAft>
              <a:buNone/>
            </a:pPr>
            <a:r>
              <a:rPr b="1" lang="es-419" sz="1000">
                <a:latin typeface="Arvo"/>
                <a:ea typeface="Arvo"/>
                <a:cs typeface="Arvo"/>
                <a:sym typeface="Arvo"/>
              </a:rPr>
              <a:t>Nombre del actor: </a:t>
            </a:r>
            <a:endParaRPr b="1" sz="1000">
              <a:latin typeface="Arvo"/>
              <a:ea typeface="Arvo"/>
              <a:cs typeface="Arvo"/>
              <a:sym typeface="Arvo"/>
            </a:endParaRPr>
          </a:p>
          <a:p>
            <a:pPr indent="0" lvl="0" marL="0" rtl="0" algn="r">
              <a:lnSpc>
                <a:spcPct val="100000"/>
              </a:lnSpc>
              <a:spcBef>
                <a:spcPts val="0"/>
              </a:spcBef>
              <a:spcAft>
                <a:spcPts val="0"/>
              </a:spcAft>
              <a:buNone/>
            </a:pPr>
            <a:r>
              <a:rPr i="1" lang="es-419" sz="600">
                <a:solidFill>
                  <a:srgbClr val="666666"/>
                </a:solidFill>
                <a:latin typeface="Arvo"/>
                <a:ea typeface="Arvo"/>
                <a:cs typeface="Arvo"/>
                <a:sym typeface="Arvo"/>
              </a:rPr>
              <a:t>&lt;ej: Comprador&gt;</a:t>
            </a:r>
            <a:endParaRPr i="1" sz="600">
              <a:solidFill>
                <a:srgbClr val="666666"/>
              </a:solidFill>
              <a:latin typeface="Arvo"/>
              <a:ea typeface="Arvo"/>
              <a:cs typeface="Arvo"/>
              <a:sym typeface="Arvo"/>
            </a:endParaRPr>
          </a:p>
        </p:txBody>
      </p:sp>
      <p:sp>
        <p:nvSpPr>
          <p:cNvPr id="6433" name="Google Shape;6433;p110"/>
          <p:cNvSpPr txBox="1"/>
          <p:nvPr/>
        </p:nvSpPr>
        <p:spPr>
          <a:xfrm>
            <a:off x="197034" y="1572261"/>
            <a:ext cx="1679100" cy="274800"/>
          </a:xfrm>
          <a:prstGeom prst="rect">
            <a:avLst/>
          </a:prstGeom>
          <a:noFill/>
          <a:ln>
            <a:noFill/>
          </a:ln>
        </p:spPr>
        <p:txBody>
          <a:bodyPr anchorCtr="0" anchor="ctr" bIns="0" lIns="0" spcFirstLastPara="1" rIns="0" wrap="square" tIns="0">
            <a:spAutoFit/>
          </a:bodyPr>
          <a:lstStyle/>
          <a:p>
            <a:pPr indent="0" lvl="0" marL="0" rtl="0" algn="r">
              <a:lnSpc>
                <a:spcPct val="85000"/>
              </a:lnSpc>
              <a:spcBef>
                <a:spcPts val="0"/>
              </a:spcBef>
              <a:spcAft>
                <a:spcPts val="0"/>
              </a:spcAft>
              <a:buNone/>
            </a:pPr>
            <a:r>
              <a:rPr b="1" lang="es-419" sz="1000">
                <a:latin typeface="Arvo"/>
                <a:ea typeface="Arvo"/>
                <a:cs typeface="Arvo"/>
                <a:sym typeface="Arvo"/>
              </a:rPr>
              <a:t>Rol:</a:t>
            </a:r>
            <a:endParaRPr sz="700">
              <a:solidFill>
                <a:srgbClr val="666666"/>
              </a:solidFill>
              <a:latin typeface="Arvo"/>
              <a:ea typeface="Arvo"/>
              <a:cs typeface="Arvo"/>
              <a:sym typeface="Arvo"/>
            </a:endParaRPr>
          </a:p>
          <a:p>
            <a:pPr indent="0" lvl="0" marL="0" rtl="0" algn="r">
              <a:lnSpc>
                <a:spcPct val="85000"/>
              </a:lnSpc>
              <a:spcBef>
                <a:spcPts val="0"/>
              </a:spcBef>
              <a:spcAft>
                <a:spcPts val="0"/>
              </a:spcAft>
              <a:buNone/>
            </a:pPr>
            <a:r>
              <a:rPr lang="es-419" sz="700">
                <a:solidFill>
                  <a:srgbClr val="666666"/>
                </a:solidFill>
                <a:latin typeface="Arvo"/>
                <a:ea typeface="Arvo"/>
                <a:cs typeface="Arvo"/>
                <a:sym typeface="Arvo"/>
              </a:rPr>
              <a:t> </a:t>
            </a:r>
            <a:r>
              <a:rPr i="1" lang="es-419" sz="600">
                <a:solidFill>
                  <a:srgbClr val="666666"/>
                </a:solidFill>
                <a:latin typeface="Arvo"/>
                <a:ea typeface="Arvo"/>
                <a:cs typeface="Arvo"/>
                <a:sym typeface="Arvo"/>
              </a:rPr>
              <a:t>&lt;ej: Cliente  ó Proveedor&gt;</a:t>
            </a:r>
            <a:r>
              <a:rPr b="1" lang="es-419" sz="1100">
                <a:latin typeface="Arvo"/>
                <a:ea typeface="Arvo"/>
                <a:cs typeface="Arvo"/>
                <a:sym typeface="Arvo"/>
              </a:rPr>
              <a:t> </a:t>
            </a:r>
            <a:endParaRPr sz="800">
              <a:solidFill>
                <a:srgbClr val="666666"/>
              </a:solidFill>
              <a:latin typeface="Arvo"/>
              <a:ea typeface="Arvo"/>
              <a:cs typeface="Arvo"/>
              <a:sym typeface="Arvo"/>
            </a:endParaRPr>
          </a:p>
        </p:txBody>
      </p:sp>
      <p:sp>
        <p:nvSpPr>
          <p:cNvPr id="6434" name="Google Shape;6434;p110"/>
          <p:cNvSpPr/>
          <p:nvPr/>
        </p:nvSpPr>
        <p:spPr>
          <a:xfrm>
            <a:off x="1940924" y="1030197"/>
            <a:ext cx="3027000" cy="343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6435" name="Google Shape;6435;p110"/>
          <p:cNvSpPr txBox="1"/>
          <p:nvPr>
            <p:ph idx="1" type="subTitle"/>
          </p:nvPr>
        </p:nvSpPr>
        <p:spPr>
          <a:xfrm>
            <a:off x="1940624" y="1030947"/>
            <a:ext cx="3027600" cy="342000"/>
          </a:xfrm>
          <a:prstGeom prst="rect">
            <a:avLst/>
          </a:prstGeom>
          <a:noFill/>
          <a:ln>
            <a:noFill/>
          </a:ln>
        </p:spPr>
        <p:txBody>
          <a:bodyPr anchorCtr="0" anchor="ctr" bIns="36000" lIns="36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6436" name="Google Shape;6436;p110"/>
          <p:cNvSpPr/>
          <p:nvPr/>
        </p:nvSpPr>
        <p:spPr>
          <a:xfrm>
            <a:off x="1940924" y="1537911"/>
            <a:ext cx="3027000" cy="343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6437" name="Google Shape;6437;p110"/>
          <p:cNvSpPr txBox="1"/>
          <p:nvPr>
            <p:ph idx="2" type="subTitle"/>
          </p:nvPr>
        </p:nvSpPr>
        <p:spPr>
          <a:xfrm>
            <a:off x="1940624" y="1538661"/>
            <a:ext cx="3027600" cy="342000"/>
          </a:xfrm>
          <a:prstGeom prst="rect">
            <a:avLst/>
          </a:prstGeom>
          <a:noFill/>
          <a:ln>
            <a:noFill/>
          </a:ln>
        </p:spPr>
        <p:txBody>
          <a:bodyPr anchorCtr="0" anchor="ctr" bIns="36000" lIns="36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6438" name="Google Shape;6438;p110"/>
          <p:cNvSpPr txBox="1"/>
          <p:nvPr/>
        </p:nvSpPr>
        <p:spPr>
          <a:xfrm>
            <a:off x="197034" y="2065929"/>
            <a:ext cx="1679100" cy="415500"/>
          </a:xfrm>
          <a:prstGeom prst="rect">
            <a:avLst/>
          </a:prstGeom>
          <a:noFill/>
          <a:ln>
            <a:noFill/>
          </a:ln>
        </p:spPr>
        <p:txBody>
          <a:bodyPr anchorCtr="0" anchor="ctr" bIns="0" lIns="0" spcFirstLastPara="1" rIns="0" wrap="square" tIns="0">
            <a:spAutoFit/>
          </a:bodyPr>
          <a:lstStyle/>
          <a:p>
            <a:pPr indent="0" lvl="0" marL="0" rtl="0" algn="r">
              <a:lnSpc>
                <a:spcPct val="100000"/>
              </a:lnSpc>
              <a:spcBef>
                <a:spcPts val="0"/>
              </a:spcBef>
              <a:spcAft>
                <a:spcPts val="0"/>
              </a:spcAft>
              <a:buNone/>
            </a:pPr>
            <a:r>
              <a:rPr b="1" lang="es-419" sz="1000">
                <a:latin typeface="Arvo"/>
                <a:ea typeface="Arvo"/>
                <a:cs typeface="Arvo"/>
                <a:sym typeface="Arvo"/>
              </a:rPr>
              <a:t>Procesos con los que tiene relación:</a:t>
            </a:r>
            <a:endParaRPr b="1" sz="1000">
              <a:latin typeface="Arvo"/>
              <a:ea typeface="Arvo"/>
              <a:cs typeface="Arvo"/>
              <a:sym typeface="Arvo"/>
            </a:endParaRPr>
          </a:p>
          <a:p>
            <a:pPr indent="0" lvl="0" marL="0" rtl="0" algn="r">
              <a:lnSpc>
                <a:spcPct val="100000"/>
              </a:lnSpc>
              <a:spcBef>
                <a:spcPts val="0"/>
              </a:spcBef>
              <a:spcAft>
                <a:spcPts val="0"/>
              </a:spcAft>
              <a:buNone/>
            </a:pPr>
            <a:r>
              <a:rPr lang="es-419" sz="700">
                <a:solidFill>
                  <a:srgbClr val="666666"/>
                </a:solidFill>
                <a:latin typeface="Arvo"/>
                <a:ea typeface="Arvo"/>
                <a:cs typeface="Arvo"/>
                <a:sym typeface="Arvo"/>
              </a:rPr>
              <a:t> </a:t>
            </a:r>
            <a:r>
              <a:rPr i="1" lang="es-419" sz="600">
                <a:solidFill>
                  <a:srgbClr val="666666"/>
                </a:solidFill>
                <a:latin typeface="Arvo"/>
                <a:ea typeface="Arvo"/>
                <a:cs typeface="Arvo"/>
                <a:sym typeface="Arvo"/>
              </a:rPr>
              <a:t>&lt;ej: El comprador se registra&gt;</a:t>
            </a:r>
            <a:endParaRPr sz="800">
              <a:solidFill>
                <a:srgbClr val="666666"/>
              </a:solidFill>
              <a:latin typeface="Arvo"/>
              <a:ea typeface="Arvo"/>
              <a:cs typeface="Arvo"/>
              <a:sym typeface="Arvo"/>
            </a:endParaRPr>
          </a:p>
        </p:txBody>
      </p:sp>
      <p:sp>
        <p:nvSpPr>
          <p:cNvPr id="6439" name="Google Shape;6439;p110"/>
          <p:cNvSpPr/>
          <p:nvPr/>
        </p:nvSpPr>
        <p:spPr>
          <a:xfrm>
            <a:off x="1940924" y="2060575"/>
            <a:ext cx="3027000" cy="1015800"/>
          </a:xfrm>
          <a:prstGeom prst="roundRect">
            <a:avLst>
              <a:gd fmla="val 728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6440" name="Google Shape;6440;p110"/>
          <p:cNvSpPr txBox="1"/>
          <p:nvPr>
            <p:ph idx="3" type="subTitle"/>
          </p:nvPr>
        </p:nvSpPr>
        <p:spPr>
          <a:xfrm>
            <a:off x="1940924" y="2061325"/>
            <a:ext cx="3027000" cy="1015200"/>
          </a:xfrm>
          <a:prstGeom prst="rect">
            <a:avLst/>
          </a:prstGeom>
          <a:noFill/>
          <a:ln>
            <a:noFill/>
          </a:ln>
        </p:spPr>
        <p:txBody>
          <a:bodyPr anchorCtr="0" anchor="t" bIns="36000" lIns="36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6441" name="Google Shape;6441;p110"/>
          <p:cNvSpPr txBox="1"/>
          <p:nvPr/>
        </p:nvSpPr>
        <p:spPr>
          <a:xfrm>
            <a:off x="197034" y="3222969"/>
            <a:ext cx="1679100" cy="819000"/>
          </a:xfrm>
          <a:prstGeom prst="rect">
            <a:avLst/>
          </a:prstGeom>
          <a:noFill/>
          <a:ln>
            <a:noFill/>
          </a:ln>
        </p:spPr>
        <p:txBody>
          <a:bodyPr anchorCtr="0" anchor="ctr" bIns="0" lIns="0" spcFirstLastPara="1" rIns="0" wrap="square" tIns="0">
            <a:spAutoFit/>
          </a:bodyPr>
          <a:lstStyle/>
          <a:p>
            <a:pPr indent="0" lvl="0" marL="0" rtl="0" algn="r">
              <a:lnSpc>
                <a:spcPct val="100000"/>
              </a:lnSpc>
              <a:spcBef>
                <a:spcPts val="0"/>
              </a:spcBef>
              <a:spcAft>
                <a:spcPts val="0"/>
              </a:spcAft>
              <a:buNone/>
            </a:pPr>
            <a:r>
              <a:rPr b="1" lang="es-419" sz="1000">
                <a:latin typeface="Arvo"/>
                <a:ea typeface="Arvo"/>
                <a:cs typeface="Arvo"/>
                <a:sym typeface="Arvo"/>
              </a:rPr>
              <a:t>Descripción del actor:</a:t>
            </a:r>
            <a:endParaRPr sz="700">
              <a:solidFill>
                <a:srgbClr val="666666"/>
              </a:solidFill>
              <a:latin typeface="Arvo"/>
              <a:ea typeface="Arvo"/>
              <a:cs typeface="Arvo"/>
              <a:sym typeface="Arvo"/>
            </a:endParaRPr>
          </a:p>
          <a:p>
            <a:pPr indent="0" lvl="0" marL="0" rtl="0" algn="r">
              <a:lnSpc>
                <a:spcPct val="80000"/>
              </a:lnSpc>
              <a:spcBef>
                <a:spcPts val="0"/>
              </a:spcBef>
              <a:spcAft>
                <a:spcPts val="0"/>
              </a:spcAft>
              <a:buNone/>
            </a:pPr>
            <a:r>
              <a:rPr i="1" lang="es-419" sz="600">
                <a:solidFill>
                  <a:srgbClr val="666666"/>
                </a:solidFill>
                <a:latin typeface="Arvo"/>
                <a:ea typeface="Arvo"/>
                <a:cs typeface="Arvo"/>
                <a:sym typeface="Arvo"/>
              </a:rPr>
              <a:t>&lt;ej: Es una persona que está interesada en comprar un producto a muy bajo costo desde cualquier lugar y en cualquier momento. Le gustaría elegir una empresa de envíos para transportar los productos y disponer de un carro de compras, adicionalmente, poder programar cada una de las compras y poder crear listas de preferencia.&gt;</a:t>
            </a:r>
            <a:endParaRPr sz="800">
              <a:solidFill>
                <a:srgbClr val="666666"/>
              </a:solidFill>
              <a:latin typeface="Arvo"/>
              <a:ea typeface="Arvo"/>
              <a:cs typeface="Arvo"/>
              <a:sym typeface="Arvo"/>
            </a:endParaRPr>
          </a:p>
        </p:txBody>
      </p:sp>
      <p:sp>
        <p:nvSpPr>
          <p:cNvPr id="6442" name="Google Shape;6442;p110"/>
          <p:cNvSpPr/>
          <p:nvPr/>
        </p:nvSpPr>
        <p:spPr>
          <a:xfrm>
            <a:off x="1940925" y="3256353"/>
            <a:ext cx="3027000" cy="1359900"/>
          </a:xfrm>
          <a:prstGeom prst="roundRect">
            <a:avLst>
              <a:gd fmla="val 5871"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6443" name="Google Shape;6443;p110"/>
          <p:cNvSpPr txBox="1"/>
          <p:nvPr>
            <p:ph idx="4" type="subTitle"/>
          </p:nvPr>
        </p:nvSpPr>
        <p:spPr>
          <a:xfrm>
            <a:off x="1940625" y="3256356"/>
            <a:ext cx="3027600" cy="1359900"/>
          </a:xfrm>
          <a:prstGeom prst="rect">
            <a:avLst/>
          </a:prstGeom>
          <a:noFill/>
          <a:ln>
            <a:noFill/>
          </a:ln>
        </p:spPr>
        <p:txBody>
          <a:bodyPr anchorCtr="0" anchor="t" bIns="36000" lIns="36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6444" name="Google Shape;6444;p110"/>
          <p:cNvSpPr txBox="1"/>
          <p:nvPr/>
        </p:nvSpPr>
        <p:spPr>
          <a:xfrm>
            <a:off x="197034" y="4832392"/>
            <a:ext cx="1679100" cy="274800"/>
          </a:xfrm>
          <a:prstGeom prst="rect">
            <a:avLst/>
          </a:prstGeom>
          <a:noFill/>
          <a:ln>
            <a:noFill/>
          </a:ln>
        </p:spPr>
        <p:txBody>
          <a:bodyPr anchorCtr="0" anchor="ctr" bIns="0" lIns="0" spcFirstLastPara="1" rIns="0" wrap="square" tIns="0">
            <a:spAutoFit/>
          </a:bodyPr>
          <a:lstStyle/>
          <a:p>
            <a:pPr indent="0" lvl="0" marL="0" rtl="0" algn="r">
              <a:lnSpc>
                <a:spcPct val="85000"/>
              </a:lnSpc>
              <a:spcBef>
                <a:spcPts val="0"/>
              </a:spcBef>
              <a:spcAft>
                <a:spcPts val="0"/>
              </a:spcAft>
              <a:buNone/>
            </a:pPr>
            <a:r>
              <a:rPr b="1" lang="es-419" sz="1000">
                <a:latin typeface="Arvo"/>
                <a:ea typeface="Arvo"/>
                <a:cs typeface="Arvo"/>
                <a:sym typeface="Arvo"/>
              </a:rPr>
              <a:t>Tipo:</a:t>
            </a:r>
            <a:endParaRPr sz="700">
              <a:solidFill>
                <a:srgbClr val="666666"/>
              </a:solidFill>
              <a:latin typeface="Arvo"/>
              <a:ea typeface="Arvo"/>
              <a:cs typeface="Arvo"/>
              <a:sym typeface="Arvo"/>
            </a:endParaRPr>
          </a:p>
          <a:p>
            <a:pPr indent="0" lvl="0" marL="0" rtl="0" algn="r">
              <a:lnSpc>
                <a:spcPct val="85000"/>
              </a:lnSpc>
              <a:spcBef>
                <a:spcPts val="0"/>
              </a:spcBef>
              <a:spcAft>
                <a:spcPts val="0"/>
              </a:spcAft>
              <a:buNone/>
            </a:pPr>
            <a:r>
              <a:rPr lang="es-419" sz="700">
                <a:solidFill>
                  <a:srgbClr val="666666"/>
                </a:solidFill>
                <a:latin typeface="Arvo"/>
                <a:ea typeface="Arvo"/>
                <a:cs typeface="Arvo"/>
                <a:sym typeface="Arvo"/>
              </a:rPr>
              <a:t> </a:t>
            </a:r>
            <a:r>
              <a:rPr i="1" lang="es-419" sz="600">
                <a:solidFill>
                  <a:srgbClr val="666666"/>
                </a:solidFill>
                <a:latin typeface="Arvo"/>
                <a:ea typeface="Arvo"/>
                <a:cs typeface="Arvo"/>
                <a:sym typeface="Arvo"/>
              </a:rPr>
              <a:t>&lt;ej: Humano o Máquina&gt;</a:t>
            </a:r>
            <a:r>
              <a:rPr b="1" lang="es-419" sz="1100">
                <a:latin typeface="Arvo"/>
                <a:ea typeface="Arvo"/>
                <a:cs typeface="Arvo"/>
                <a:sym typeface="Arvo"/>
              </a:rPr>
              <a:t> </a:t>
            </a:r>
            <a:endParaRPr sz="800">
              <a:solidFill>
                <a:srgbClr val="666666"/>
              </a:solidFill>
              <a:latin typeface="Arvo"/>
              <a:ea typeface="Arvo"/>
              <a:cs typeface="Arvo"/>
              <a:sym typeface="Arvo"/>
            </a:endParaRPr>
          </a:p>
        </p:txBody>
      </p:sp>
      <p:sp>
        <p:nvSpPr>
          <p:cNvPr id="6445" name="Google Shape;6445;p110"/>
          <p:cNvSpPr/>
          <p:nvPr/>
        </p:nvSpPr>
        <p:spPr>
          <a:xfrm>
            <a:off x="1940924" y="4798042"/>
            <a:ext cx="3027000" cy="343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6446" name="Google Shape;6446;p110"/>
          <p:cNvSpPr txBox="1"/>
          <p:nvPr>
            <p:ph idx="5" type="subTitle"/>
          </p:nvPr>
        </p:nvSpPr>
        <p:spPr>
          <a:xfrm>
            <a:off x="1940624" y="4798792"/>
            <a:ext cx="3027600" cy="342000"/>
          </a:xfrm>
          <a:prstGeom prst="rect">
            <a:avLst/>
          </a:prstGeom>
          <a:noFill/>
          <a:ln>
            <a:noFill/>
          </a:ln>
        </p:spPr>
        <p:txBody>
          <a:bodyPr anchorCtr="0" anchor="ctr" bIns="36000" lIns="36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6447" name="Google Shape;6447;p110"/>
          <p:cNvSpPr txBox="1"/>
          <p:nvPr/>
        </p:nvSpPr>
        <p:spPr>
          <a:xfrm>
            <a:off x="304764" y="5328700"/>
            <a:ext cx="1576200" cy="615600"/>
          </a:xfrm>
          <a:prstGeom prst="rect">
            <a:avLst/>
          </a:prstGeom>
          <a:noFill/>
          <a:ln>
            <a:noFill/>
          </a:ln>
        </p:spPr>
        <p:txBody>
          <a:bodyPr anchorCtr="0" anchor="ctr" bIns="0" lIns="0" spcFirstLastPara="1" rIns="0" wrap="square" tIns="0">
            <a:spAutoFit/>
          </a:bodyPr>
          <a:lstStyle/>
          <a:p>
            <a:pPr indent="0" lvl="0" marL="0" rtl="0" algn="r">
              <a:lnSpc>
                <a:spcPct val="100000"/>
              </a:lnSpc>
              <a:spcBef>
                <a:spcPts val="0"/>
              </a:spcBef>
              <a:spcAft>
                <a:spcPts val="0"/>
              </a:spcAft>
              <a:buNone/>
            </a:pPr>
            <a:r>
              <a:rPr b="1" lang="es-419" sz="1000">
                <a:latin typeface="Arvo"/>
                <a:ea typeface="Arvo"/>
                <a:cs typeface="Arvo"/>
                <a:sym typeface="Arvo"/>
              </a:rPr>
              <a:t>Información que obtiene:</a:t>
            </a:r>
            <a:endParaRPr b="1" sz="1000">
              <a:latin typeface="Arvo"/>
              <a:ea typeface="Arvo"/>
              <a:cs typeface="Arvo"/>
              <a:sym typeface="Arvo"/>
            </a:endParaRPr>
          </a:p>
          <a:p>
            <a:pPr indent="0" lvl="0" marL="0" rtl="0" algn="r">
              <a:lnSpc>
                <a:spcPct val="100000"/>
              </a:lnSpc>
              <a:spcBef>
                <a:spcPts val="0"/>
              </a:spcBef>
              <a:spcAft>
                <a:spcPts val="0"/>
              </a:spcAft>
              <a:buNone/>
            </a:pPr>
            <a:r>
              <a:rPr b="1" lang="es-419" sz="700">
                <a:latin typeface="Arvo"/>
                <a:ea typeface="Arvo"/>
                <a:cs typeface="Arvo"/>
                <a:sym typeface="Arvo"/>
              </a:rPr>
              <a:t>&lt;con qué información interactúa&gt;</a:t>
            </a:r>
            <a:endParaRPr b="1" sz="700">
              <a:latin typeface="Arvo"/>
              <a:ea typeface="Arvo"/>
              <a:cs typeface="Arvo"/>
              <a:sym typeface="Arvo"/>
            </a:endParaRPr>
          </a:p>
          <a:p>
            <a:pPr indent="0" lvl="0" marL="0" rtl="0" algn="r">
              <a:lnSpc>
                <a:spcPct val="100000"/>
              </a:lnSpc>
              <a:spcBef>
                <a:spcPts val="0"/>
              </a:spcBef>
              <a:spcAft>
                <a:spcPts val="0"/>
              </a:spcAft>
              <a:buNone/>
            </a:pPr>
            <a:r>
              <a:rPr lang="es-419" sz="700">
                <a:solidFill>
                  <a:srgbClr val="666666"/>
                </a:solidFill>
                <a:latin typeface="Arvo"/>
                <a:ea typeface="Arvo"/>
                <a:cs typeface="Arvo"/>
                <a:sym typeface="Arvo"/>
              </a:rPr>
              <a:t> </a:t>
            </a:r>
            <a:r>
              <a:rPr i="1" lang="es-419" sz="600">
                <a:solidFill>
                  <a:srgbClr val="666666"/>
                </a:solidFill>
                <a:latin typeface="Arvo"/>
                <a:ea typeface="Arvo"/>
                <a:cs typeface="Arvo"/>
                <a:sym typeface="Arvo"/>
              </a:rPr>
              <a:t>&lt;ej: El catálogo de productos, carrito de compras, mensajería, etc&gt;</a:t>
            </a:r>
            <a:endParaRPr sz="800">
              <a:solidFill>
                <a:srgbClr val="666666"/>
              </a:solidFill>
              <a:latin typeface="Arvo"/>
              <a:ea typeface="Arvo"/>
              <a:cs typeface="Arvo"/>
              <a:sym typeface="Arvo"/>
            </a:endParaRPr>
          </a:p>
        </p:txBody>
      </p:sp>
      <p:sp>
        <p:nvSpPr>
          <p:cNvPr id="6448" name="Google Shape;6448;p110"/>
          <p:cNvSpPr/>
          <p:nvPr/>
        </p:nvSpPr>
        <p:spPr>
          <a:xfrm>
            <a:off x="1945875" y="5323350"/>
            <a:ext cx="3027000" cy="1015800"/>
          </a:xfrm>
          <a:prstGeom prst="roundRect">
            <a:avLst>
              <a:gd fmla="val 728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6449" name="Google Shape;6449;p110"/>
          <p:cNvSpPr txBox="1"/>
          <p:nvPr>
            <p:ph idx="6" type="subTitle"/>
          </p:nvPr>
        </p:nvSpPr>
        <p:spPr>
          <a:xfrm>
            <a:off x="1945875" y="5324100"/>
            <a:ext cx="3027000" cy="1015200"/>
          </a:xfrm>
          <a:prstGeom prst="rect">
            <a:avLst/>
          </a:prstGeom>
          <a:noFill/>
          <a:ln>
            <a:noFill/>
          </a:ln>
        </p:spPr>
        <p:txBody>
          <a:bodyPr anchorCtr="0" anchor="ctr" bIns="36000" lIns="36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6450" name="Google Shape;6450;p110"/>
          <p:cNvSpPr txBox="1"/>
          <p:nvPr/>
        </p:nvSpPr>
        <p:spPr>
          <a:xfrm>
            <a:off x="5217088" y="982976"/>
            <a:ext cx="1576200" cy="600300"/>
          </a:xfrm>
          <a:prstGeom prst="rect">
            <a:avLst/>
          </a:prstGeom>
          <a:noFill/>
          <a:ln>
            <a:noFill/>
          </a:ln>
        </p:spPr>
        <p:txBody>
          <a:bodyPr anchorCtr="0" anchor="ctr" bIns="0" lIns="0" spcFirstLastPara="1" rIns="0" wrap="square" tIns="0">
            <a:spAutoFit/>
          </a:bodyPr>
          <a:lstStyle/>
          <a:p>
            <a:pPr indent="0" lvl="0" marL="0" rtl="0" algn="r">
              <a:lnSpc>
                <a:spcPct val="100000"/>
              </a:lnSpc>
              <a:spcBef>
                <a:spcPts val="0"/>
              </a:spcBef>
              <a:spcAft>
                <a:spcPts val="0"/>
              </a:spcAft>
              <a:buNone/>
            </a:pPr>
            <a:r>
              <a:rPr b="1" lang="es-419" sz="1000">
                <a:latin typeface="Arvo"/>
                <a:ea typeface="Arvo"/>
                <a:cs typeface="Arvo"/>
                <a:sym typeface="Arvo"/>
              </a:rPr>
              <a:t>Información que provee:</a:t>
            </a:r>
            <a:endParaRPr b="1" sz="1000">
              <a:latin typeface="Arvo"/>
              <a:ea typeface="Arvo"/>
              <a:cs typeface="Arvo"/>
              <a:sym typeface="Arvo"/>
            </a:endParaRPr>
          </a:p>
          <a:p>
            <a:pPr indent="0" lvl="0" marL="0" rtl="0" algn="r">
              <a:lnSpc>
                <a:spcPct val="100000"/>
              </a:lnSpc>
              <a:spcBef>
                <a:spcPts val="0"/>
              </a:spcBef>
              <a:spcAft>
                <a:spcPts val="0"/>
              </a:spcAft>
              <a:buNone/>
            </a:pPr>
            <a:r>
              <a:rPr b="1" lang="es-419" sz="700">
                <a:latin typeface="Arvo"/>
                <a:ea typeface="Arvo"/>
                <a:cs typeface="Arvo"/>
                <a:sym typeface="Arvo"/>
              </a:rPr>
              <a:t>&lt;qué información provee&gt;</a:t>
            </a:r>
            <a:endParaRPr b="1" sz="700">
              <a:latin typeface="Arvo"/>
              <a:ea typeface="Arvo"/>
              <a:cs typeface="Arvo"/>
              <a:sym typeface="Arvo"/>
            </a:endParaRPr>
          </a:p>
          <a:p>
            <a:pPr indent="0" lvl="0" marL="0" rtl="0" algn="r">
              <a:lnSpc>
                <a:spcPct val="100000"/>
              </a:lnSpc>
              <a:spcBef>
                <a:spcPts val="0"/>
              </a:spcBef>
              <a:spcAft>
                <a:spcPts val="0"/>
              </a:spcAft>
              <a:buNone/>
            </a:pPr>
            <a:r>
              <a:rPr i="1" lang="es-419" sz="600">
                <a:solidFill>
                  <a:srgbClr val="666666"/>
                </a:solidFill>
                <a:latin typeface="Arvo"/>
                <a:ea typeface="Arvo"/>
                <a:cs typeface="Arvo"/>
                <a:sym typeface="Arvo"/>
              </a:rPr>
              <a:t>&lt;ej: Información personal, información mensajería, información de pago, etc &gt;</a:t>
            </a:r>
            <a:endParaRPr sz="800">
              <a:solidFill>
                <a:srgbClr val="666666"/>
              </a:solidFill>
              <a:latin typeface="Arvo"/>
              <a:ea typeface="Arvo"/>
              <a:cs typeface="Arvo"/>
              <a:sym typeface="Arvo"/>
            </a:endParaRPr>
          </a:p>
        </p:txBody>
      </p:sp>
      <p:sp>
        <p:nvSpPr>
          <p:cNvPr id="6451" name="Google Shape;6451;p110"/>
          <p:cNvSpPr/>
          <p:nvPr/>
        </p:nvSpPr>
        <p:spPr>
          <a:xfrm>
            <a:off x="6858199" y="1016358"/>
            <a:ext cx="3027000" cy="1359900"/>
          </a:xfrm>
          <a:prstGeom prst="roundRect">
            <a:avLst>
              <a:gd fmla="val 5871"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6452" name="Google Shape;6452;p110"/>
          <p:cNvSpPr txBox="1"/>
          <p:nvPr>
            <p:ph idx="7" type="subTitle"/>
          </p:nvPr>
        </p:nvSpPr>
        <p:spPr>
          <a:xfrm>
            <a:off x="6857899" y="1016361"/>
            <a:ext cx="3027600" cy="1359900"/>
          </a:xfrm>
          <a:prstGeom prst="rect">
            <a:avLst/>
          </a:prstGeom>
          <a:noFill/>
          <a:ln>
            <a:noFill/>
          </a:ln>
        </p:spPr>
        <p:txBody>
          <a:bodyPr anchorCtr="0" anchor="t" bIns="36000" lIns="36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6453" name="Google Shape;6453;p110"/>
          <p:cNvSpPr txBox="1"/>
          <p:nvPr/>
        </p:nvSpPr>
        <p:spPr>
          <a:xfrm>
            <a:off x="5217088" y="2537301"/>
            <a:ext cx="1576200" cy="354000"/>
          </a:xfrm>
          <a:prstGeom prst="rect">
            <a:avLst/>
          </a:prstGeom>
          <a:noFill/>
          <a:ln>
            <a:noFill/>
          </a:ln>
        </p:spPr>
        <p:txBody>
          <a:bodyPr anchorCtr="0" anchor="ctr" bIns="0" lIns="0" spcFirstLastPara="1" rIns="0" wrap="square" tIns="0">
            <a:spAutoFit/>
          </a:bodyPr>
          <a:lstStyle/>
          <a:p>
            <a:pPr indent="0" lvl="0" marL="0" rtl="0" algn="r">
              <a:lnSpc>
                <a:spcPct val="100000"/>
              </a:lnSpc>
              <a:spcBef>
                <a:spcPts val="0"/>
              </a:spcBef>
              <a:spcAft>
                <a:spcPts val="0"/>
              </a:spcAft>
              <a:buNone/>
            </a:pPr>
            <a:r>
              <a:rPr b="1" lang="es-419" sz="1000">
                <a:latin typeface="Arvo"/>
                <a:ea typeface="Arvo"/>
                <a:cs typeface="Arvo"/>
                <a:sym typeface="Arvo"/>
              </a:rPr>
              <a:t>Meta actor:</a:t>
            </a:r>
            <a:endParaRPr b="1" sz="1000">
              <a:latin typeface="Arvo"/>
              <a:ea typeface="Arvo"/>
              <a:cs typeface="Arvo"/>
              <a:sym typeface="Arvo"/>
            </a:endParaRPr>
          </a:p>
          <a:p>
            <a:pPr indent="0" lvl="0" marL="0" rtl="0" algn="r">
              <a:lnSpc>
                <a:spcPct val="100000"/>
              </a:lnSpc>
              <a:spcBef>
                <a:spcPts val="0"/>
              </a:spcBef>
              <a:spcAft>
                <a:spcPts val="0"/>
              </a:spcAft>
              <a:buNone/>
            </a:pPr>
            <a:r>
              <a:rPr b="1" lang="es-419" sz="700">
                <a:latin typeface="Arvo"/>
                <a:ea typeface="Arvo"/>
                <a:cs typeface="Arvo"/>
                <a:sym typeface="Arvo"/>
              </a:rPr>
              <a:t>[Meta = &lt;sustantivo&gt;&lt;adjetivo&gt;]</a:t>
            </a:r>
            <a:endParaRPr b="1" sz="700">
              <a:latin typeface="Arvo"/>
              <a:ea typeface="Arvo"/>
              <a:cs typeface="Arvo"/>
              <a:sym typeface="Arvo"/>
            </a:endParaRPr>
          </a:p>
          <a:p>
            <a:pPr indent="0" lvl="0" marL="0" rtl="0" algn="r">
              <a:lnSpc>
                <a:spcPct val="100000"/>
              </a:lnSpc>
              <a:spcBef>
                <a:spcPts val="0"/>
              </a:spcBef>
              <a:spcAft>
                <a:spcPts val="0"/>
              </a:spcAft>
              <a:buNone/>
            </a:pPr>
            <a:r>
              <a:rPr i="1" lang="es-419" sz="600">
                <a:solidFill>
                  <a:srgbClr val="666666"/>
                </a:solidFill>
                <a:latin typeface="Arvo"/>
                <a:ea typeface="Arvo"/>
                <a:cs typeface="Arvo"/>
                <a:sym typeface="Arvo"/>
              </a:rPr>
              <a:t>&lt;ej: Producto recibido&gt;</a:t>
            </a:r>
            <a:endParaRPr i="1" sz="600">
              <a:solidFill>
                <a:srgbClr val="666666"/>
              </a:solidFill>
              <a:latin typeface="Arvo"/>
              <a:ea typeface="Arvo"/>
              <a:cs typeface="Arvo"/>
              <a:sym typeface="Arvo"/>
            </a:endParaRPr>
          </a:p>
        </p:txBody>
      </p:sp>
      <p:sp>
        <p:nvSpPr>
          <p:cNvPr id="6454" name="Google Shape;6454;p110"/>
          <p:cNvSpPr/>
          <p:nvPr/>
        </p:nvSpPr>
        <p:spPr>
          <a:xfrm>
            <a:off x="6858198" y="2542551"/>
            <a:ext cx="3027000" cy="343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6455" name="Google Shape;6455;p110"/>
          <p:cNvSpPr txBox="1"/>
          <p:nvPr>
            <p:ph idx="8" type="subTitle"/>
          </p:nvPr>
        </p:nvSpPr>
        <p:spPr>
          <a:xfrm>
            <a:off x="6857898" y="2543301"/>
            <a:ext cx="3027600" cy="342000"/>
          </a:xfrm>
          <a:prstGeom prst="rect">
            <a:avLst/>
          </a:prstGeom>
          <a:noFill/>
          <a:ln>
            <a:noFill/>
          </a:ln>
        </p:spPr>
        <p:txBody>
          <a:bodyPr anchorCtr="0" anchor="ctr" bIns="36000" lIns="36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6456" name="Google Shape;6456;p110"/>
          <p:cNvSpPr txBox="1"/>
          <p:nvPr/>
        </p:nvSpPr>
        <p:spPr>
          <a:xfrm>
            <a:off x="5217088" y="3041532"/>
            <a:ext cx="1576200" cy="400200"/>
          </a:xfrm>
          <a:prstGeom prst="rect">
            <a:avLst/>
          </a:prstGeom>
          <a:noFill/>
          <a:ln>
            <a:noFill/>
          </a:ln>
        </p:spPr>
        <p:txBody>
          <a:bodyPr anchorCtr="0" anchor="ctr" bIns="0" lIns="0" spcFirstLastPara="1" rIns="0" wrap="square" tIns="0">
            <a:spAutoFit/>
          </a:bodyPr>
          <a:lstStyle/>
          <a:p>
            <a:pPr indent="0" lvl="0" marL="0" rtl="0" algn="r">
              <a:lnSpc>
                <a:spcPct val="100000"/>
              </a:lnSpc>
              <a:spcBef>
                <a:spcPts val="0"/>
              </a:spcBef>
              <a:spcAft>
                <a:spcPts val="0"/>
              </a:spcAft>
              <a:buNone/>
            </a:pPr>
            <a:r>
              <a:rPr b="1" lang="es-419" sz="1000">
                <a:latin typeface="Arvo"/>
                <a:ea typeface="Arvo"/>
                <a:cs typeface="Arvo"/>
                <a:sym typeface="Arvo"/>
              </a:rPr>
              <a:t>Actividad que consigue la meta:</a:t>
            </a:r>
            <a:endParaRPr b="1" sz="700">
              <a:latin typeface="Arvo"/>
              <a:ea typeface="Arvo"/>
              <a:cs typeface="Arvo"/>
              <a:sym typeface="Arvo"/>
            </a:endParaRPr>
          </a:p>
          <a:p>
            <a:pPr indent="0" lvl="0" marL="0" rtl="0" algn="r">
              <a:lnSpc>
                <a:spcPct val="100000"/>
              </a:lnSpc>
              <a:spcBef>
                <a:spcPts val="0"/>
              </a:spcBef>
              <a:spcAft>
                <a:spcPts val="0"/>
              </a:spcAft>
              <a:buNone/>
            </a:pPr>
            <a:r>
              <a:rPr i="1" lang="es-419" sz="600">
                <a:solidFill>
                  <a:srgbClr val="666666"/>
                </a:solidFill>
                <a:latin typeface="Arvo"/>
                <a:ea typeface="Arvo"/>
                <a:cs typeface="Arvo"/>
                <a:sym typeface="Arvo"/>
              </a:rPr>
              <a:t>&lt;ej: Recibir producto&gt;</a:t>
            </a:r>
            <a:endParaRPr i="1" sz="600">
              <a:solidFill>
                <a:srgbClr val="666666"/>
              </a:solidFill>
              <a:latin typeface="Arvo"/>
              <a:ea typeface="Arvo"/>
              <a:cs typeface="Arvo"/>
              <a:sym typeface="Arvo"/>
            </a:endParaRPr>
          </a:p>
        </p:txBody>
      </p:sp>
      <p:sp>
        <p:nvSpPr>
          <p:cNvPr id="6457" name="Google Shape;6457;p110"/>
          <p:cNvSpPr/>
          <p:nvPr/>
        </p:nvSpPr>
        <p:spPr>
          <a:xfrm>
            <a:off x="6858200" y="3047155"/>
            <a:ext cx="3027000" cy="526200"/>
          </a:xfrm>
          <a:prstGeom prst="roundRect">
            <a:avLst>
              <a:gd fmla="val 12538"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6458" name="Google Shape;6458;p110"/>
          <p:cNvSpPr txBox="1"/>
          <p:nvPr>
            <p:ph idx="9" type="subTitle"/>
          </p:nvPr>
        </p:nvSpPr>
        <p:spPr>
          <a:xfrm>
            <a:off x="6857900" y="3047155"/>
            <a:ext cx="3027600" cy="526200"/>
          </a:xfrm>
          <a:prstGeom prst="rect">
            <a:avLst/>
          </a:prstGeom>
          <a:noFill/>
          <a:ln>
            <a:noFill/>
          </a:ln>
        </p:spPr>
        <p:txBody>
          <a:bodyPr anchorCtr="0" anchor="ctr" bIns="36000" lIns="36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6459" name="Google Shape;6459;p110"/>
          <p:cNvSpPr txBox="1"/>
          <p:nvPr/>
        </p:nvSpPr>
        <p:spPr>
          <a:xfrm>
            <a:off x="5217088" y="3727332"/>
            <a:ext cx="1576200" cy="554100"/>
          </a:xfrm>
          <a:prstGeom prst="rect">
            <a:avLst/>
          </a:prstGeom>
          <a:noFill/>
          <a:ln>
            <a:noFill/>
          </a:ln>
        </p:spPr>
        <p:txBody>
          <a:bodyPr anchorCtr="0" anchor="ctr" bIns="0" lIns="0" spcFirstLastPara="1" rIns="0" wrap="square" tIns="0">
            <a:spAutoFit/>
          </a:bodyPr>
          <a:lstStyle/>
          <a:p>
            <a:pPr indent="0" lvl="0" marL="0" rtl="0" algn="r">
              <a:lnSpc>
                <a:spcPct val="100000"/>
              </a:lnSpc>
              <a:spcBef>
                <a:spcPts val="0"/>
              </a:spcBef>
              <a:spcAft>
                <a:spcPts val="0"/>
              </a:spcAft>
              <a:buNone/>
            </a:pPr>
            <a:r>
              <a:rPr b="1" lang="es-419" sz="1000">
                <a:latin typeface="Arvo"/>
                <a:ea typeface="Arvo"/>
                <a:cs typeface="Arvo"/>
                <a:sym typeface="Arvo"/>
              </a:rPr>
              <a:t>Narrativa de la actividad que consigue la meta:</a:t>
            </a:r>
            <a:endParaRPr b="1" sz="700">
              <a:latin typeface="Arvo"/>
              <a:ea typeface="Arvo"/>
              <a:cs typeface="Arvo"/>
              <a:sym typeface="Arvo"/>
            </a:endParaRPr>
          </a:p>
          <a:p>
            <a:pPr indent="0" lvl="0" marL="0" rtl="0" algn="r">
              <a:lnSpc>
                <a:spcPct val="100000"/>
              </a:lnSpc>
              <a:spcBef>
                <a:spcPts val="0"/>
              </a:spcBef>
              <a:spcAft>
                <a:spcPts val="0"/>
              </a:spcAft>
              <a:buNone/>
            </a:pPr>
            <a:r>
              <a:rPr i="1" lang="es-419" sz="600">
                <a:solidFill>
                  <a:srgbClr val="666666"/>
                </a:solidFill>
                <a:latin typeface="Arvo"/>
                <a:ea typeface="Arvo"/>
                <a:cs typeface="Arvo"/>
                <a:sym typeface="Arvo"/>
              </a:rPr>
              <a:t>&lt;ej: El cliente recibe el producto&gt;</a:t>
            </a:r>
            <a:endParaRPr i="1" sz="600">
              <a:solidFill>
                <a:srgbClr val="666666"/>
              </a:solidFill>
              <a:latin typeface="Arvo"/>
              <a:ea typeface="Arvo"/>
              <a:cs typeface="Arvo"/>
              <a:sym typeface="Arvo"/>
            </a:endParaRPr>
          </a:p>
        </p:txBody>
      </p:sp>
      <p:sp>
        <p:nvSpPr>
          <p:cNvPr id="6460" name="Google Shape;6460;p110"/>
          <p:cNvSpPr/>
          <p:nvPr/>
        </p:nvSpPr>
        <p:spPr>
          <a:xfrm>
            <a:off x="6858200" y="3741282"/>
            <a:ext cx="3027000" cy="526200"/>
          </a:xfrm>
          <a:prstGeom prst="roundRect">
            <a:avLst>
              <a:gd fmla="val 12538"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6461" name="Google Shape;6461;p110"/>
          <p:cNvSpPr txBox="1"/>
          <p:nvPr>
            <p:ph idx="13" type="subTitle"/>
          </p:nvPr>
        </p:nvSpPr>
        <p:spPr>
          <a:xfrm>
            <a:off x="6857900" y="3741282"/>
            <a:ext cx="3027600" cy="526200"/>
          </a:xfrm>
          <a:prstGeom prst="rect">
            <a:avLst/>
          </a:prstGeom>
          <a:noFill/>
          <a:ln>
            <a:noFill/>
          </a:ln>
        </p:spPr>
        <p:txBody>
          <a:bodyPr anchorCtr="0" anchor="ctr" bIns="36000" lIns="36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6462" name="Google Shape;6462;p110"/>
          <p:cNvSpPr txBox="1"/>
          <p:nvPr/>
        </p:nvSpPr>
        <p:spPr>
          <a:xfrm>
            <a:off x="5217100" y="4717900"/>
            <a:ext cx="1576200" cy="400200"/>
          </a:xfrm>
          <a:prstGeom prst="rect">
            <a:avLst/>
          </a:prstGeom>
          <a:noFill/>
          <a:ln>
            <a:noFill/>
          </a:ln>
        </p:spPr>
        <p:txBody>
          <a:bodyPr anchorCtr="0" anchor="ctr" bIns="0" lIns="0" spcFirstLastPara="1" rIns="0" wrap="square" tIns="0">
            <a:spAutoFit/>
          </a:bodyPr>
          <a:lstStyle/>
          <a:p>
            <a:pPr indent="0" lvl="0" marL="0" rtl="0" algn="r">
              <a:lnSpc>
                <a:spcPct val="100000"/>
              </a:lnSpc>
              <a:spcBef>
                <a:spcPts val="0"/>
              </a:spcBef>
              <a:spcAft>
                <a:spcPts val="0"/>
              </a:spcAft>
              <a:buNone/>
            </a:pPr>
            <a:r>
              <a:rPr b="1" lang="es-419" sz="1000">
                <a:latin typeface="Arvo"/>
                <a:ea typeface="Arvo"/>
                <a:cs typeface="Arvo"/>
                <a:sym typeface="Arvo"/>
              </a:rPr>
              <a:t>Responsabilidades y / o funciones:</a:t>
            </a:r>
            <a:endParaRPr b="1" sz="700">
              <a:latin typeface="Arvo"/>
              <a:ea typeface="Arvo"/>
              <a:cs typeface="Arvo"/>
              <a:sym typeface="Arvo"/>
            </a:endParaRPr>
          </a:p>
          <a:p>
            <a:pPr indent="0" lvl="0" marL="0" rtl="0" algn="r">
              <a:lnSpc>
                <a:spcPct val="100000"/>
              </a:lnSpc>
              <a:spcBef>
                <a:spcPts val="0"/>
              </a:spcBef>
              <a:spcAft>
                <a:spcPts val="0"/>
              </a:spcAft>
              <a:buNone/>
            </a:pPr>
            <a:r>
              <a:rPr i="1" lang="es-419" sz="600">
                <a:solidFill>
                  <a:srgbClr val="666666"/>
                </a:solidFill>
                <a:latin typeface="Arvo"/>
                <a:ea typeface="Arvo"/>
                <a:cs typeface="Arvo"/>
                <a:sym typeface="Arvo"/>
              </a:rPr>
              <a:t>&lt;ej: El cliente recibe el producto&gt;</a:t>
            </a:r>
            <a:endParaRPr i="1" sz="600">
              <a:solidFill>
                <a:srgbClr val="666666"/>
              </a:solidFill>
              <a:latin typeface="Arvo"/>
              <a:ea typeface="Arvo"/>
              <a:cs typeface="Arvo"/>
              <a:sym typeface="Arvo"/>
            </a:endParaRPr>
          </a:p>
        </p:txBody>
      </p:sp>
      <p:sp>
        <p:nvSpPr>
          <p:cNvPr id="6463" name="Google Shape;6463;p110"/>
          <p:cNvSpPr/>
          <p:nvPr/>
        </p:nvSpPr>
        <p:spPr>
          <a:xfrm>
            <a:off x="6858205" y="4611312"/>
            <a:ext cx="3027000" cy="1728000"/>
          </a:xfrm>
          <a:prstGeom prst="roundRect">
            <a:avLst>
              <a:gd fmla="val 12538"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6464" name="Google Shape;6464;p110"/>
          <p:cNvSpPr txBox="1"/>
          <p:nvPr>
            <p:ph idx="14" type="subTitle"/>
          </p:nvPr>
        </p:nvSpPr>
        <p:spPr>
          <a:xfrm>
            <a:off x="6857905" y="4611312"/>
            <a:ext cx="3027600" cy="1728000"/>
          </a:xfrm>
          <a:prstGeom prst="rect">
            <a:avLst/>
          </a:prstGeom>
          <a:noFill/>
          <a:ln>
            <a:noFill/>
          </a:ln>
        </p:spPr>
        <p:txBody>
          <a:bodyPr anchorCtr="0" anchor="ctr" bIns="36000" lIns="36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6465" name="Google Shape;6465;p110"/>
          <p:cNvSpPr txBox="1"/>
          <p:nvPr/>
        </p:nvSpPr>
        <p:spPr>
          <a:xfrm>
            <a:off x="2524025" y="387675"/>
            <a:ext cx="15012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Unid. Organizacional:</a:t>
            </a:r>
            <a:endParaRPr b="1" sz="1100"/>
          </a:p>
        </p:txBody>
      </p:sp>
      <p:sp>
        <p:nvSpPr>
          <p:cNvPr id="6466" name="Google Shape;6466;p110"/>
          <p:cNvSpPr txBox="1"/>
          <p:nvPr/>
        </p:nvSpPr>
        <p:spPr>
          <a:xfrm>
            <a:off x="2524020" y="579550"/>
            <a:ext cx="6846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Proceso:</a:t>
            </a:r>
            <a:endParaRPr b="1" sz="1100"/>
          </a:p>
        </p:txBody>
      </p:sp>
      <p:sp>
        <p:nvSpPr>
          <p:cNvPr id="6467" name="Google Shape;6467;p110"/>
          <p:cNvSpPr txBox="1"/>
          <p:nvPr>
            <p:ph type="title"/>
          </p:nvPr>
        </p:nvSpPr>
        <p:spPr>
          <a:xfrm flipH="1">
            <a:off x="4025374" y="387675"/>
            <a:ext cx="5863200" cy="1692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000"/>
              <a:buNone/>
              <a:defRPr sz="1000">
                <a:solidFill>
                  <a:srgbClr val="000000"/>
                </a:solidFill>
              </a:defRPr>
            </a:lvl1pPr>
            <a:lvl2pPr lvl="1">
              <a:spcBef>
                <a:spcPts val="0"/>
              </a:spcBef>
              <a:spcAft>
                <a:spcPts val="0"/>
              </a:spcAft>
              <a:buClr>
                <a:srgbClr val="000000"/>
              </a:buClr>
              <a:buSzPts val="1000"/>
              <a:buNone/>
              <a:defRPr sz="1000">
                <a:solidFill>
                  <a:srgbClr val="000000"/>
                </a:solidFill>
              </a:defRPr>
            </a:lvl2pPr>
            <a:lvl3pPr lvl="2">
              <a:spcBef>
                <a:spcPts val="0"/>
              </a:spcBef>
              <a:spcAft>
                <a:spcPts val="0"/>
              </a:spcAft>
              <a:buClr>
                <a:srgbClr val="000000"/>
              </a:buClr>
              <a:buSzPts val="1000"/>
              <a:buNone/>
              <a:defRPr sz="1000">
                <a:solidFill>
                  <a:srgbClr val="000000"/>
                </a:solidFill>
              </a:defRPr>
            </a:lvl3pPr>
            <a:lvl4pPr lvl="3">
              <a:spcBef>
                <a:spcPts val="0"/>
              </a:spcBef>
              <a:spcAft>
                <a:spcPts val="0"/>
              </a:spcAft>
              <a:buClr>
                <a:srgbClr val="000000"/>
              </a:buClr>
              <a:buSzPts val="1000"/>
              <a:buNone/>
              <a:defRPr sz="1000">
                <a:solidFill>
                  <a:srgbClr val="000000"/>
                </a:solidFill>
              </a:defRPr>
            </a:lvl4pPr>
            <a:lvl5pPr lvl="4">
              <a:spcBef>
                <a:spcPts val="0"/>
              </a:spcBef>
              <a:spcAft>
                <a:spcPts val="0"/>
              </a:spcAft>
              <a:buClr>
                <a:srgbClr val="000000"/>
              </a:buClr>
              <a:buSzPts val="1000"/>
              <a:buNone/>
              <a:defRPr sz="1000">
                <a:solidFill>
                  <a:srgbClr val="000000"/>
                </a:solidFill>
              </a:defRPr>
            </a:lvl5pPr>
            <a:lvl6pPr lvl="5">
              <a:spcBef>
                <a:spcPts val="0"/>
              </a:spcBef>
              <a:spcAft>
                <a:spcPts val="0"/>
              </a:spcAft>
              <a:buClr>
                <a:srgbClr val="000000"/>
              </a:buClr>
              <a:buSzPts val="1000"/>
              <a:buNone/>
              <a:defRPr sz="1000">
                <a:solidFill>
                  <a:srgbClr val="000000"/>
                </a:solidFill>
              </a:defRPr>
            </a:lvl6pPr>
            <a:lvl7pPr lvl="6">
              <a:spcBef>
                <a:spcPts val="0"/>
              </a:spcBef>
              <a:spcAft>
                <a:spcPts val="0"/>
              </a:spcAft>
              <a:buClr>
                <a:srgbClr val="000000"/>
              </a:buClr>
              <a:buSzPts val="1000"/>
              <a:buNone/>
              <a:defRPr sz="1000">
                <a:solidFill>
                  <a:srgbClr val="000000"/>
                </a:solidFill>
              </a:defRPr>
            </a:lvl7pPr>
            <a:lvl8pPr lvl="7">
              <a:spcBef>
                <a:spcPts val="0"/>
              </a:spcBef>
              <a:spcAft>
                <a:spcPts val="0"/>
              </a:spcAft>
              <a:buClr>
                <a:srgbClr val="000000"/>
              </a:buClr>
              <a:buSzPts val="1000"/>
              <a:buNone/>
              <a:defRPr sz="1000">
                <a:solidFill>
                  <a:srgbClr val="000000"/>
                </a:solidFill>
              </a:defRPr>
            </a:lvl8pPr>
            <a:lvl9pPr lvl="8">
              <a:spcBef>
                <a:spcPts val="0"/>
              </a:spcBef>
              <a:spcAft>
                <a:spcPts val="0"/>
              </a:spcAft>
              <a:buClr>
                <a:srgbClr val="000000"/>
              </a:buClr>
              <a:buSzPts val="1000"/>
              <a:buNone/>
              <a:defRPr sz="1000">
                <a:solidFill>
                  <a:srgbClr val="000000"/>
                </a:solidFill>
              </a:defRPr>
            </a:lvl9pPr>
          </a:lstStyle>
          <a:p/>
        </p:txBody>
      </p:sp>
      <p:sp>
        <p:nvSpPr>
          <p:cNvPr id="6468" name="Google Shape;6468;p110"/>
          <p:cNvSpPr txBox="1"/>
          <p:nvPr>
            <p:ph idx="15" type="title"/>
          </p:nvPr>
        </p:nvSpPr>
        <p:spPr>
          <a:xfrm flipH="1">
            <a:off x="3208773" y="579550"/>
            <a:ext cx="6679800" cy="1692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000"/>
              <a:buNone/>
              <a:defRPr sz="1000">
                <a:solidFill>
                  <a:srgbClr val="000000"/>
                </a:solidFill>
              </a:defRPr>
            </a:lvl1pPr>
            <a:lvl2pPr lvl="1">
              <a:spcBef>
                <a:spcPts val="0"/>
              </a:spcBef>
              <a:spcAft>
                <a:spcPts val="0"/>
              </a:spcAft>
              <a:buClr>
                <a:srgbClr val="000000"/>
              </a:buClr>
              <a:buSzPts val="1000"/>
              <a:buNone/>
              <a:defRPr sz="1000">
                <a:solidFill>
                  <a:srgbClr val="000000"/>
                </a:solidFill>
              </a:defRPr>
            </a:lvl2pPr>
            <a:lvl3pPr lvl="2">
              <a:spcBef>
                <a:spcPts val="0"/>
              </a:spcBef>
              <a:spcAft>
                <a:spcPts val="0"/>
              </a:spcAft>
              <a:buClr>
                <a:srgbClr val="000000"/>
              </a:buClr>
              <a:buSzPts val="1000"/>
              <a:buNone/>
              <a:defRPr sz="1000">
                <a:solidFill>
                  <a:srgbClr val="000000"/>
                </a:solidFill>
              </a:defRPr>
            </a:lvl3pPr>
            <a:lvl4pPr lvl="3">
              <a:spcBef>
                <a:spcPts val="0"/>
              </a:spcBef>
              <a:spcAft>
                <a:spcPts val="0"/>
              </a:spcAft>
              <a:buClr>
                <a:srgbClr val="000000"/>
              </a:buClr>
              <a:buSzPts val="1000"/>
              <a:buNone/>
              <a:defRPr sz="1000">
                <a:solidFill>
                  <a:srgbClr val="000000"/>
                </a:solidFill>
              </a:defRPr>
            </a:lvl4pPr>
            <a:lvl5pPr lvl="4">
              <a:spcBef>
                <a:spcPts val="0"/>
              </a:spcBef>
              <a:spcAft>
                <a:spcPts val="0"/>
              </a:spcAft>
              <a:buClr>
                <a:srgbClr val="000000"/>
              </a:buClr>
              <a:buSzPts val="1000"/>
              <a:buNone/>
              <a:defRPr sz="1000">
                <a:solidFill>
                  <a:srgbClr val="000000"/>
                </a:solidFill>
              </a:defRPr>
            </a:lvl5pPr>
            <a:lvl6pPr lvl="5">
              <a:spcBef>
                <a:spcPts val="0"/>
              </a:spcBef>
              <a:spcAft>
                <a:spcPts val="0"/>
              </a:spcAft>
              <a:buClr>
                <a:srgbClr val="000000"/>
              </a:buClr>
              <a:buSzPts val="1000"/>
              <a:buNone/>
              <a:defRPr sz="1000">
                <a:solidFill>
                  <a:srgbClr val="000000"/>
                </a:solidFill>
              </a:defRPr>
            </a:lvl6pPr>
            <a:lvl7pPr lvl="6">
              <a:spcBef>
                <a:spcPts val="0"/>
              </a:spcBef>
              <a:spcAft>
                <a:spcPts val="0"/>
              </a:spcAft>
              <a:buClr>
                <a:srgbClr val="000000"/>
              </a:buClr>
              <a:buSzPts val="1000"/>
              <a:buNone/>
              <a:defRPr sz="1000">
                <a:solidFill>
                  <a:srgbClr val="000000"/>
                </a:solidFill>
              </a:defRPr>
            </a:lvl7pPr>
            <a:lvl8pPr lvl="7">
              <a:spcBef>
                <a:spcPts val="0"/>
              </a:spcBef>
              <a:spcAft>
                <a:spcPts val="0"/>
              </a:spcAft>
              <a:buClr>
                <a:srgbClr val="000000"/>
              </a:buClr>
              <a:buSzPts val="1000"/>
              <a:buNone/>
              <a:defRPr sz="1000">
                <a:solidFill>
                  <a:srgbClr val="000000"/>
                </a:solidFill>
              </a:defRPr>
            </a:lvl8pPr>
            <a:lvl9pPr lvl="8">
              <a:spcBef>
                <a:spcPts val="0"/>
              </a:spcBef>
              <a:spcAft>
                <a:spcPts val="0"/>
              </a:spcAft>
              <a:buClr>
                <a:srgbClr val="000000"/>
              </a:buClr>
              <a:buSzPts val="1000"/>
              <a:buNone/>
              <a:defRPr sz="1000">
                <a:solidFill>
                  <a:srgbClr val="000000"/>
                </a:solidFill>
              </a:defRPr>
            </a:lvl9pPr>
          </a:lstStyle>
          <a:p/>
        </p:txBody>
      </p:sp>
    </p:spTree>
  </p:cSld>
  <p:clrMapOvr>
    <a:masterClrMapping/>
  </p:clrMapOvr>
</p:sldLayout>
</file>

<file path=ppt/slideLayouts/slideLayout10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6.2. Diagrama de Caso de Uso de Sistema">
  <p:cSld name="TITLE_3_6_1_1_1_1_1_1_1_1_1_1_1_1_1_1_1_1_1_1_1_1_1">
    <p:spTree>
      <p:nvGrpSpPr>
        <p:cNvPr id="6469" name="Shape 6469"/>
        <p:cNvGrpSpPr/>
        <p:nvPr/>
      </p:nvGrpSpPr>
      <p:grpSpPr>
        <a:xfrm>
          <a:off x="0" y="0"/>
          <a:ext cx="0" cy="0"/>
          <a:chOff x="0" y="0"/>
          <a:chExt cx="0" cy="0"/>
        </a:xfrm>
      </p:grpSpPr>
      <p:sp>
        <p:nvSpPr>
          <p:cNvPr id="6470" name="Google Shape;6470;p111"/>
          <p:cNvSpPr/>
          <p:nvPr/>
        </p:nvSpPr>
        <p:spPr>
          <a:xfrm>
            <a:off x="97888" y="377012"/>
            <a:ext cx="9893400" cy="296700"/>
          </a:xfrm>
          <a:prstGeom prst="roundRect">
            <a:avLst>
              <a:gd fmla="val 22902" name="adj"/>
            </a:avLst>
          </a:prstGeom>
          <a:solidFill>
            <a:srgbClr val="F3F3F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6471" name="Google Shape;6471;p111"/>
          <p:cNvSpPr/>
          <p:nvPr/>
        </p:nvSpPr>
        <p:spPr>
          <a:xfrm>
            <a:off x="77688" y="358938"/>
            <a:ext cx="9935700" cy="6438000"/>
          </a:xfrm>
          <a:prstGeom prst="roundRect">
            <a:avLst>
              <a:gd fmla="val 2618" name="adj"/>
            </a:avLst>
          </a:prstGeom>
          <a:solidFill>
            <a:srgbClr val="FFFFFF"/>
          </a:solidFill>
          <a:ln cap="flat" cmpd="sng" w="38100">
            <a:solidFill>
              <a:srgbClr val="000000"/>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472" name="Google Shape;6472;p111"/>
          <p:cNvCxnSpPr/>
          <p:nvPr/>
        </p:nvCxnSpPr>
        <p:spPr>
          <a:xfrm>
            <a:off x="77688" y="772614"/>
            <a:ext cx="9935700" cy="0"/>
          </a:xfrm>
          <a:prstGeom prst="straightConnector1">
            <a:avLst/>
          </a:prstGeom>
          <a:noFill/>
          <a:ln cap="flat" cmpd="sng" w="19050">
            <a:solidFill>
              <a:srgbClr val="000000"/>
            </a:solidFill>
            <a:prstDash val="solid"/>
            <a:round/>
            <a:headEnd len="med" w="med" type="none"/>
            <a:tailEnd len="med" w="med" type="none"/>
          </a:ln>
        </p:spPr>
      </p:cxnSp>
      <p:cxnSp>
        <p:nvCxnSpPr>
          <p:cNvPr id="6473" name="Google Shape;6473;p111"/>
          <p:cNvCxnSpPr/>
          <p:nvPr/>
        </p:nvCxnSpPr>
        <p:spPr>
          <a:xfrm rot="10800000">
            <a:off x="2439038" y="368188"/>
            <a:ext cx="0" cy="402300"/>
          </a:xfrm>
          <a:prstGeom prst="straightConnector1">
            <a:avLst/>
          </a:prstGeom>
          <a:noFill/>
          <a:ln cap="flat" cmpd="sng" w="19050">
            <a:solidFill>
              <a:srgbClr val="000000"/>
            </a:solidFill>
            <a:prstDash val="solid"/>
            <a:round/>
            <a:headEnd len="med" w="med" type="none"/>
            <a:tailEnd len="med" w="med" type="none"/>
          </a:ln>
        </p:spPr>
      </p:cxnSp>
      <p:sp>
        <p:nvSpPr>
          <p:cNvPr id="6474" name="Google Shape;6474;p111"/>
          <p:cNvSpPr/>
          <p:nvPr/>
        </p:nvSpPr>
        <p:spPr>
          <a:xfrm>
            <a:off x="77688" y="349338"/>
            <a:ext cx="2361300" cy="421200"/>
          </a:xfrm>
          <a:prstGeom prst="roundRect">
            <a:avLst>
              <a:gd fmla="val 50000" name="adj"/>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s-419" sz="1200">
                <a:solidFill>
                  <a:srgbClr val="FFFFFF"/>
                </a:solidFill>
              </a:rPr>
              <a:t>Diagrama CU de Sistema</a:t>
            </a:r>
            <a:endParaRPr b="1" sz="1200">
              <a:solidFill>
                <a:srgbClr val="FFFFFF"/>
              </a:solidFill>
            </a:endParaRPr>
          </a:p>
          <a:p>
            <a:pPr indent="0" lvl="0" marL="0" rtl="0" algn="ctr">
              <a:spcBef>
                <a:spcPts val="0"/>
              </a:spcBef>
              <a:spcAft>
                <a:spcPts val="0"/>
              </a:spcAft>
              <a:buNone/>
            </a:pPr>
            <a:r>
              <a:t/>
            </a:r>
            <a:endParaRPr b="1" sz="1200">
              <a:solidFill>
                <a:srgbClr val="FFFFFF"/>
              </a:solidFill>
            </a:endParaRPr>
          </a:p>
        </p:txBody>
      </p:sp>
      <p:sp>
        <p:nvSpPr>
          <p:cNvPr id="6475" name="Google Shape;6475;p111"/>
          <p:cNvSpPr/>
          <p:nvPr/>
        </p:nvSpPr>
        <p:spPr>
          <a:xfrm>
            <a:off x="83988" y="595504"/>
            <a:ext cx="190200" cy="1692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6" name="Google Shape;6476;p111"/>
          <p:cNvSpPr/>
          <p:nvPr/>
        </p:nvSpPr>
        <p:spPr>
          <a:xfrm>
            <a:off x="2292338" y="358938"/>
            <a:ext cx="146700" cy="4023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7" name="Google Shape;6477;p111"/>
          <p:cNvSpPr/>
          <p:nvPr/>
        </p:nvSpPr>
        <p:spPr>
          <a:xfrm>
            <a:off x="-1396550" y="760700"/>
            <a:ext cx="748200" cy="6079200"/>
          </a:xfrm>
          <a:prstGeom prst="roundRect">
            <a:avLst>
              <a:gd fmla="val 11877" name="adj"/>
            </a:avLst>
          </a:prstGeom>
          <a:solidFill>
            <a:srgbClr val="F3F3F3"/>
          </a:solidFill>
          <a:ln cap="flat" cmpd="sng" w="9525">
            <a:solidFill>
              <a:srgbClr val="F3F3F3"/>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t" bIns="54000" lIns="72000" spcFirstLastPara="1" rIns="72000" wrap="square" tIns="54000">
            <a:noAutofit/>
          </a:bodyPr>
          <a:lstStyle/>
          <a:p>
            <a:pPr indent="0" lvl="0" marL="0" rtl="0" algn="ctr">
              <a:spcBef>
                <a:spcPts val="0"/>
              </a:spcBef>
              <a:spcAft>
                <a:spcPts val="0"/>
              </a:spcAft>
              <a:buNone/>
            </a:pPr>
            <a:r>
              <a:rPr i="1" lang="es-419"/>
              <a:t>Paleta</a:t>
            </a:r>
            <a:endParaRPr i="1"/>
          </a:p>
        </p:txBody>
      </p:sp>
      <p:sp>
        <p:nvSpPr>
          <p:cNvPr id="6478" name="Google Shape;6478;p111"/>
          <p:cNvSpPr txBox="1"/>
          <p:nvPr/>
        </p:nvSpPr>
        <p:spPr>
          <a:xfrm>
            <a:off x="2524025" y="387675"/>
            <a:ext cx="15012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Unid. Organizacional:</a:t>
            </a:r>
            <a:endParaRPr b="1" sz="1100"/>
          </a:p>
        </p:txBody>
      </p:sp>
      <p:sp>
        <p:nvSpPr>
          <p:cNvPr id="6479" name="Google Shape;6479;p111"/>
          <p:cNvSpPr txBox="1"/>
          <p:nvPr/>
        </p:nvSpPr>
        <p:spPr>
          <a:xfrm>
            <a:off x="2524020" y="579550"/>
            <a:ext cx="6846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Alcance:</a:t>
            </a:r>
            <a:endParaRPr b="1" sz="1100"/>
          </a:p>
        </p:txBody>
      </p:sp>
      <p:sp>
        <p:nvSpPr>
          <p:cNvPr id="6480" name="Google Shape;6480;p111"/>
          <p:cNvSpPr txBox="1"/>
          <p:nvPr>
            <p:ph type="title"/>
          </p:nvPr>
        </p:nvSpPr>
        <p:spPr>
          <a:xfrm flipH="1">
            <a:off x="4025374" y="387675"/>
            <a:ext cx="5863200" cy="1692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000"/>
              <a:buNone/>
              <a:defRPr sz="1000">
                <a:solidFill>
                  <a:srgbClr val="000000"/>
                </a:solidFill>
              </a:defRPr>
            </a:lvl1pPr>
            <a:lvl2pPr lvl="1">
              <a:spcBef>
                <a:spcPts val="0"/>
              </a:spcBef>
              <a:spcAft>
                <a:spcPts val="0"/>
              </a:spcAft>
              <a:buClr>
                <a:srgbClr val="000000"/>
              </a:buClr>
              <a:buSzPts val="1000"/>
              <a:buNone/>
              <a:defRPr sz="1000">
                <a:solidFill>
                  <a:srgbClr val="000000"/>
                </a:solidFill>
              </a:defRPr>
            </a:lvl2pPr>
            <a:lvl3pPr lvl="2">
              <a:spcBef>
                <a:spcPts val="0"/>
              </a:spcBef>
              <a:spcAft>
                <a:spcPts val="0"/>
              </a:spcAft>
              <a:buClr>
                <a:srgbClr val="000000"/>
              </a:buClr>
              <a:buSzPts val="1000"/>
              <a:buNone/>
              <a:defRPr sz="1000">
                <a:solidFill>
                  <a:srgbClr val="000000"/>
                </a:solidFill>
              </a:defRPr>
            </a:lvl3pPr>
            <a:lvl4pPr lvl="3">
              <a:spcBef>
                <a:spcPts val="0"/>
              </a:spcBef>
              <a:spcAft>
                <a:spcPts val="0"/>
              </a:spcAft>
              <a:buClr>
                <a:srgbClr val="000000"/>
              </a:buClr>
              <a:buSzPts val="1000"/>
              <a:buNone/>
              <a:defRPr sz="1000">
                <a:solidFill>
                  <a:srgbClr val="000000"/>
                </a:solidFill>
              </a:defRPr>
            </a:lvl4pPr>
            <a:lvl5pPr lvl="4">
              <a:spcBef>
                <a:spcPts val="0"/>
              </a:spcBef>
              <a:spcAft>
                <a:spcPts val="0"/>
              </a:spcAft>
              <a:buClr>
                <a:srgbClr val="000000"/>
              </a:buClr>
              <a:buSzPts val="1000"/>
              <a:buNone/>
              <a:defRPr sz="1000">
                <a:solidFill>
                  <a:srgbClr val="000000"/>
                </a:solidFill>
              </a:defRPr>
            </a:lvl5pPr>
            <a:lvl6pPr lvl="5">
              <a:spcBef>
                <a:spcPts val="0"/>
              </a:spcBef>
              <a:spcAft>
                <a:spcPts val="0"/>
              </a:spcAft>
              <a:buClr>
                <a:srgbClr val="000000"/>
              </a:buClr>
              <a:buSzPts val="1000"/>
              <a:buNone/>
              <a:defRPr sz="1000">
                <a:solidFill>
                  <a:srgbClr val="000000"/>
                </a:solidFill>
              </a:defRPr>
            </a:lvl6pPr>
            <a:lvl7pPr lvl="6">
              <a:spcBef>
                <a:spcPts val="0"/>
              </a:spcBef>
              <a:spcAft>
                <a:spcPts val="0"/>
              </a:spcAft>
              <a:buClr>
                <a:srgbClr val="000000"/>
              </a:buClr>
              <a:buSzPts val="1000"/>
              <a:buNone/>
              <a:defRPr sz="1000">
                <a:solidFill>
                  <a:srgbClr val="000000"/>
                </a:solidFill>
              </a:defRPr>
            </a:lvl7pPr>
            <a:lvl8pPr lvl="7">
              <a:spcBef>
                <a:spcPts val="0"/>
              </a:spcBef>
              <a:spcAft>
                <a:spcPts val="0"/>
              </a:spcAft>
              <a:buClr>
                <a:srgbClr val="000000"/>
              </a:buClr>
              <a:buSzPts val="1000"/>
              <a:buNone/>
              <a:defRPr sz="1000">
                <a:solidFill>
                  <a:srgbClr val="000000"/>
                </a:solidFill>
              </a:defRPr>
            </a:lvl8pPr>
            <a:lvl9pPr lvl="8">
              <a:spcBef>
                <a:spcPts val="0"/>
              </a:spcBef>
              <a:spcAft>
                <a:spcPts val="0"/>
              </a:spcAft>
              <a:buClr>
                <a:srgbClr val="000000"/>
              </a:buClr>
              <a:buSzPts val="1000"/>
              <a:buNone/>
              <a:defRPr sz="1000">
                <a:solidFill>
                  <a:srgbClr val="000000"/>
                </a:solidFill>
              </a:defRPr>
            </a:lvl9pPr>
          </a:lstStyle>
          <a:p/>
        </p:txBody>
      </p:sp>
      <p:sp>
        <p:nvSpPr>
          <p:cNvPr id="6481" name="Google Shape;6481;p111"/>
          <p:cNvSpPr txBox="1"/>
          <p:nvPr>
            <p:ph idx="2" type="title"/>
          </p:nvPr>
        </p:nvSpPr>
        <p:spPr>
          <a:xfrm flipH="1">
            <a:off x="3208773" y="579550"/>
            <a:ext cx="6679800" cy="1692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000"/>
              <a:buNone/>
              <a:defRPr sz="1000">
                <a:solidFill>
                  <a:srgbClr val="000000"/>
                </a:solidFill>
              </a:defRPr>
            </a:lvl1pPr>
            <a:lvl2pPr lvl="1">
              <a:spcBef>
                <a:spcPts val="0"/>
              </a:spcBef>
              <a:spcAft>
                <a:spcPts val="0"/>
              </a:spcAft>
              <a:buClr>
                <a:srgbClr val="000000"/>
              </a:buClr>
              <a:buSzPts val="1000"/>
              <a:buNone/>
              <a:defRPr sz="1000">
                <a:solidFill>
                  <a:srgbClr val="000000"/>
                </a:solidFill>
              </a:defRPr>
            </a:lvl2pPr>
            <a:lvl3pPr lvl="2">
              <a:spcBef>
                <a:spcPts val="0"/>
              </a:spcBef>
              <a:spcAft>
                <a:spcPts val="0"/>
              </a:spcAft>
              <a:buClr>
                <a:srgbClr val="000000"/>
              </a:buClr>
              <a:buSzPts val="1000"/>
              <a:buNone/>
              <a:defRPr sz="1000">
                <a:solidFill>
                  <a:srgbClr val="000000"/>
                </a:solidFill>
              </a:defRPr>
            </a:lvl3pPr>
            <a:lvl4pPr lvl="3">
              <a:spcBef>
                <a:spcPts val="0"/>
              </a:spcBef>
              <a:spcAft>
                <a:spcPts val="0"/>
              </a:spcAft>
              <a:buClr>
                <a:srgbClr val="000000"/>
              </a:buClr>
              <a:buSzPts val="1000"/>
              <a:buNone/>
              <a:defRPr sz="1000">
                <a:solidFill>
                  <a:srgbClr val="000000"/>
                </a:solidFill>
              </a:defRPr>
            </a:lvl4pPr>
            <a:lvl5pPr lvl="4">
              <a:spcBef>
                <a:spcPts val="0"/>
              </a:spcBef>
              <a:spcAft>
                <a:spcPts val="0"/>
              </a:spcAft>
              <a:buClr>
                <a:srgbClr val="000000"/>
              </a:buClr>
              <a:buSzPts val="1000"/>
              <a:buNone/>
              <a:defRPr sz="1000">
                <a:solidFill>
                  <a:srgbClr val="000000"/>
                </a:solidFill>
              </a:defRPr>
            </a:lvl5pPr>
            <a:lvl6pPr lvl="5">
              <a:spcBef>
                <a:spcPts val="0"/>
              </a:spcBef>
              <a:spcAft>
                <a:spcPts val="0"/>
              </a:spcAft>
              <a:buClr>
                <a:srgbClr val="000000"/>
              </a:buClr>
              <a:buSzPts val="1000"/>
              <a:buNone/>
              <a:defRPr sz="1000">
                <a:solidFill>
                  <a:srgbClr val="000000"/>
                </a:solidFill>
              </a:defRPr>
            </a:lvl6pPr>
            <a:lvl7pPr lvl="6">
              <a:spcBef>
                <a:spcPts val="0"/>
              </a:spcBef>
              <a:spcAft>
                <a:spcPts val="0"/>
              </a:spcAft>
              <a:buClr>
                <a:srgbClr val="000000"/>
              </a:buClr>
              <a:buSzPts val="1000"/>
              <a:buNone/>
              <a:defRPr sz="1000">
                <a:solidFill>
                  <a:srgbClr val="000000"/>
                </a:solidFill>
              </a:defRPr>
            </a:lvl7pPr>
            <a:lvl8pPr lvl="7">
              <a:spcBef>
                <a:spcPts val="0"/>
              </a:spcBef>
              <a:spcAft>
                <a:spcPts val="0"/>
              </a:spcAft>
              <a:buClr>
                <a:srgbClr val="000000"/>
              </a:buClr>
              <a:buSzPts val="1000"/>
              <a:buNone/>
              <a:defRPr sz="1000">
                <a:solidFill>
                  <a:srgbClr val="000000"/>
                </a:solidFill>
              </a:defRPr>
            </a:lvl8pPr>
            <a:lvl9pPr lvl="8">
              <a:spcBef>
                <a:spcPts val="0"/>
              </a:spcBef>
              <a:spcAft>
                <a:spcPts val="0"/>
              </a:spcAft>
              <a:buClr>
                <a:srgbClr val="000000"/>
              </a:buClr>
              <a:buSzPts val="1000"/>
              <a:buNone/>
              <a:defRPr sz="1000">
                <a:solidFill>
                  <a:srgbClr val="000000"/>
                </a:solidFill>
              </a:defRPr>
            </a:lvl9pPr>
          </a:lstStyle>
          <a:p/>
        </p:txBody>
      </p:sp>
      <p:sp>
        <p:nvSpPr>
          <p:cNvPr id="6482" name="Google Shape;6482;p111"/>
          <p:cNvSpPr txBox="1"/>
          <p:nvPr>
            <p:ph idx="1" type="body"/>
          </p:nvPr>
        </p:nvSpPr>
        <p:spPr>
          <a:xfrm>
            <a:off x="641150" y="612125"/>
            <a:ext cx="1770300" cy="160500"/>
          </a:xfrm>
          <a:prstGeom prst="rect">
            <a:avLst/>
          </a:prstGeom>
          <a:noFill/>
          <a:ln>
            <a:noFill/>
          </a:ln>
        </p:spPr>
        <p:txBody>
          <a:bodyPr anchorCtr="0" anchor="t" bIns="0" lIns="0" spcFirstLastPara="1" rIns="0" wrap="square" tIns="0">
            <a:noAutofit/>
          </a:bodyPr>
          <a:lstStyle>
            <a:lvl1pPr indent="-292100" lvl="0" marL="457200" algn="ctr">
              <a:spcBef>
                <a:spcPts val="0"/>
              </a:spcBef>
              <a:spcAft>
                <a:spcPts val="0"/>
              </a:spcAft>
              <a:buClr>
                <a:srgbClr val="FFFFFF"/>
              </a:buClr>
              <a:buSzPts val="1000"/>
              <a:buChar char="●"/>
              <a:defRPr sz="1000">
                <a:solidFill>
                  <a:srgbClr val="FFFFFF"/>
                </a:solidFill>
              </a:defRPr>
            </a:lvl1pPr>
            <a:lvl2pPr indent="-292100" lvl="1" marL="914400" algn="ctr">
              <a:spcBef>
                <a:spcPts val="0"/>
              </a:spcBef>
              <a:spcAft>
                <a:spcPts val="0"/>
              </a:spcAft>
              <a:buClr>
                <a:srgbClr val="FFFFFF"/>
              </a:buClr>
              <a:buSzPts val="1000"/>
              <a:buChar char="○"/>
              <a:defRPr sz="1000">
                <a:solidFill>
                  <a:srgbClr val="FFFFFF"/>
                </a:solidFill>
              </a:defRPr>
            </a:lvl2pPr>
            <a:lvl3pPr indent="-292100" lvl="2" marL="1371600" algn="ctr">
              <a:spcBef>
                <a:spcPts val="0"/>
              </a:spcBef>
              <a:spcAft>
                <a:spcPts val="0"/>
              </a:spcAft>
              <a:buClr>
                <a:srgbClr val="FFFFFF"/>
              </a:buClr>
              <a:buSzPts val="1000"/>
              <a:buChar char="■"/>
              <a:defRPr sz="1000">
                <a:solidFill>
                  <a:srgbClr val="FFFFFF"/>
                </a:solidFill>
              </a:defRPr>
            </a:lvl3pPr>
            <a:lvl4pPr indent="-292100" lvl="3" marL="1828800" algn="ctr">
              <a:spcBef>
                <a:spcPts val="0"/>
              </a:spcBef>
              <a:spcAft>
                <a:spcPts val="0"/>
              </a:spcAft>
              <a:buClr>
                <a:srgbClr val="FFFFFF"/>
              </a:buClr>
              <a:buSzPts val="1000"/>
              <a:buChar char="●"/>
              <a:defRPr sz="1000">
                <a:solidFill>
                  <a:srgbClr val="FFFFFF"/>
                </a:solidFill>
              </a:defRPr>
            </a:lvl4pPr>
            <a:lvl5pPr indent="-292100" lvl="4" marL="2286000" algn="ctr">
              <a:spcBef>
                <a:spcPts val="0"/>
              </a:spcBef>
              <a:spcAft>
                <a:spcPts val="0"/>
              </a:spcAft>
              <a:buClr>
                <a:srgbClr val="FFFFFF"/>
              </a:buClr>
              <a:buSzPts val="1000"/>
              <a:buChar char="○"/>
              <a:defRPr sz="1000">
                <a:solidFill>
                  <a:srgbClr val="FFFFFF"/>
                </a:solidFill>
              </a:defRPr>
            </a:lvl5pPr>
            <a:lvl6pPr indent="-292100" lvl="5" marL="2743200" algn="ctr">
              <a:spcBef>
                <a:spcPts val="0"/>
              </a:spcBef>
              <a:spcAft>
                <a:spcPts val="0"/>
              </a:spcAft>
              <a:buClr>
                <a:srgbClr val="FFFFFF"/>
              </a:buClr>
              <a:buSzPts val="1000"/>
              <a:buChar char="■"/>
              <a:defRPr sz="1000">
                <a:solidFill>
                  <a:srgbClr val="FFFFFF"/>
                </a:solidFill>
              </a:defRPr>
            </a:lvl6pPr>
            <a:lvl7pPr indent="-292100" lvl="6" marL="3200400" algn="ctr">
              <a:spcBef>
                <a:spcPts val="0"/>
              </a:spcBef>
              <a:spcAft>
                <a:spcPts val="0"/>
              </a:spcAft>
              <a:buClr>
                <a:srgbClr val="FFFFFF"/>
              </a:buClr>
              <a:buSzPts val="1000"/>
              <a:buChar char="●"/>
              <a:defRPr sz="1000">
                <a:solidFill>
                  <a:srgbClr val="FFFFFF"/>
                </a:solidFill>
              </a:defRPr>
            </a:lvl7pPr>
            <a:lvl8pPr indent="-292100" lvl="7" marL="3657600" algn="ctr">
              <a:spcBef>
                <a:spcPts val="0"/>
              </a:spcBef>
              <a:spcAft>
                <a:spcPts val="0"/>
              </a:spcAft>
              <a:buClr>
                <a:srgbClr val="FFFFFF"/>
              </a:buClr>
              <a:buSzPts val="1000"/>
              <a:buChar char="○"/>
              <a:defRPr sz="1000">
                <a:solidFill>
                  <a:srgbClr val="FFFFFF"/>
                </a:solidFill>
              </a:defRPr>
            </a:lvl8pPr>
            <a:lvl9pPr indent="-292100" lvl="8" marL="4114800" algn="ctr">
              <a:spcBef>
                <a:spcPts val="0"/>
              </a:spcBef>
              <a:spcAft>
                <a:spcPts val="0"/>
              </a:spcAft>
              <a:buClr>
                <a:srgbClr val="FFFFFF"/>
              </a:buClr>
              <a:buSzPts val="1000"/>
              <a:buChar char="■"/>
              <a:defRPr sz="1000">
                <a:solidFill>
                  <a:srgbClr val="FFFFFF"/>
                </a:solidFill>
              </a:defRPr>
            </a:lvl9pPr>
          </a:lstStyle>
          <a:p/>
        </p:txBody>
      </p:sp>
      <p:sp>
        <p:nvSpPr>
          <p:cNvPr id="6483" name="Google Shape;6483;p111"/>
          <p:cNvSpPr txBox="1"/>
          <p:nvPr/>
        </p:nvSpPr>
        <p:spPr>
          <a:xfrm>
            <a:off x="84825" y="598125"/>
            <a:ext cx="595500" cy="205800"/>
          </a:xfrm>
          <a:prstGeom prst="rect">
            <a:avLst/>
          </a:prstGeom>
          <a:noFill/>
          <a:ln>
            <a:noFill/>
          </a:ln>
        </p:spPr>
        <p:txBody>
          <a:bodyPr anchorCtr="0" anchor="t" bIns="18000" lIns="18000" spcFirstLastPara="1" rIns="18000" wrap="square" tIns="18000">
            <a:spAutoFit/>
          </a:bodyPr>
          <a:lstStyle/>
          <a:p>
            <a:pPr indent="0" lvl="0" marL="0" rtl="0" algn="l">
              <a:spcBef>
                <a:spcPts val="0"/>
              </a:spcBef>
              <a:spcAft>
                <a:spcPts val="0"/>
              </a:spcAft>
              <a:buNone/>
            </a:pPr>
            <a:r>
              <a:rPr lang="es-419" sz="1100">
                <a:solidFill>
                  <a:srgbClr val="FFFFFF"/>
                </a:solidFill>
              </a:rPr>
              <a:t>Nombre:</a:t>
            </a:r>
            <a:endParaRPr sz="1100">
              <a:solidFill>
                <a:srgbClr val="FFFFFF"/>
              </a:solidFill>
            </a:endParaRPr>
          </a:p>
        </p:txBody>
      </p:sp>
    </p:spTree>
  </p:cSld>
  <p:clrMapOvr>
    <a:masterClrMapping/>
  </p:clrMapOvr>
</p:sldLayout>
</file>

<file path=ppt/slideLayouts/slideLayout10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R4. Definición de Caso de Uso de Sistema">
  <p:cSld name="TITLE_3_6_1_1_1_1_1_1_1_1_1_1_1_1_1_1_1_1_1_1_1_1_1_1">
    <p:spTree>
      <p:nvGrpSpPr>
        <p:cNvPr id="6484" name="Shape 6484"/>
        <p:cNvGrpSpPr/>
        <p:nvPr/>
      </p:nvGrpSpPr>
      <p:grpSpPr>
        <a:xfrm>
          <a:off x="0" y="0"/>
          <a:ext cx="0" cy="0"/>
          <a:chOff x="0" y="0"/>
          <a:chExt cx="0" cy="0"/>
        </a:xfrm>
      </p:grpSpPr>
      <p:sp>
        <p:nvSpPr>
          <p:cNvPr id="6485" name="Google Shape;6485;p112"/>
          <p:cNvSpPr/>
          <p:nvPr/>
        </p:nvSpPr>
        <p:spPr>
          <a:xfrm>
            <a:off x="77688" y="358938"/>
            <a:ext cx="9935700" cy="6438000"/>
          </a:xfrm>
          <a:prstGeom prst="roundRect">
            <a:avLst>
              <a:gd fmla="val 2618" name="adj"/>
            </a:avLst>
          </a:prstGeom>
          <a:solidFill>
            <a:srgbClr val="FFFFFF"/>
          </a:solidFill>
          <a:ln cap="flat" cmpd="sng" w="38100">
            <a:solidFill>
              <a:srgbClr val="000000"/>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486" name="Google Shape;6486;p112"/>
          <p:cNvCxnSpPr/>
          <p:nvPr/>
        </p:nvCxnSpPr>
        <p:spPr>
          <a:xfrm>
            <a:off x="77688" y="772614"/>
            <a:ext cx="9935700" cy="0"/>
          </a:xfrm>
          <a:prstGeom prst="straightConnector1">
            <a:avLst/>
          </a:prstGeom>
          <a:noFill/>
          <a:ln cap="flat" cmpd="sng" w="19050">
            <a:solidFill>
              <a:srgbClr val="000000"/>
            </a:solidFill>
            <a:prstDash val="solid"/>
            <a:round/>
            <a:headEnd len="med" w="med" type="none"/>
            <a:tailEnd len="med" w="med" type="none"/>
          </a:ln>
        </p:spPr>
      </p:cxnSp>
      <p:cxnSp>
        <p:nvCxnSpPr>
          <p:cNvPr id="6487" name="Google Shape;6487;p112"/>
          <p:cNvCxnSpPr/>
          <p:nvPr/>
        </p:nvCxnSpPr>
        <p:spPr>
          <a:xfrm rot="10800000">
            <a:off x="2439038" y="368188"/>
            <a:ext cx="0" cy="402300"/>
          </a:xfrm>
          <a:prstGeom prst="straightConnector1">
            <a:avLst/>
          </a:prstGeom>
          <a:noFill/>
          <a:ln cap="flat" cmpd="sng" w="19050">
            <a:solidFill>
              <a:srgbClr val="000000"/>
            </a:solidFill>
            <a:prstDash val="solid"/>
            <a:round/>
            <a:headEnd len="med" w="med" type="none"/>
            <a:tailEnd len="med" w="med" type="none"/>
          </a:ln>
        </p:spPr>
      </p:cxnSp>
      <p:sp>
        <p:nvSpPr>
          <p:cNvPr id="6488" name="Google Shape;6488;p112"/>
          <p:cNvSpPr/>
          <p:nvPr/>
        </p:nvSpPr>
        <p:spPr>
          <a:xfrm>
            <a:off x="77688" y="349338"/>
            <a:ext cx="2361300" cy="421200"/>
          </a:xfrm>
          <a:prstGeom prst="roundRect">
            <a:avLst>
              <a:gd fmla="val 50000" name="adj"/>
            </a:avLst>
          </a:prstGeom>
          <a:solidFill>
            <a:srgbClr val="000000"/>
          </a:solidFill>
          <a:ln cap="flat" cmpd="sng" w="9525">
            <a:solidFill>
              <a:srgbClr val="000000"/>
            </a:solidFill>
            <a:prstDash val="solid"/>
            <a:round/>
            <a:headEnd len="sm" w="sm" type="none"/>
            <a:tailEnd len="sm" w="sm" type="none"/>
          </a:ln>
        </p:spPr>
        <p:txBody>
          <a:bodyPr anchorCtr="0" anchor="ctr" bIns="91425" lIns="0" spcFirstLastPara="1" rIns="0" wrap="square" tIns="91425">
            <a:noAutofit/>
          </a:bodyPr>
          <a:lstStyle/>
          <a:p>
            <a:pPr indent="0" lvl="0" marL="0" rtl="0" algn="ctr">
              <a:spcBef>
                <a:spcPts val="0"/>
              </a:spcBef>
              <a:spcAft>
                <a:spcPts val="0"/>
              </a:spcAft>
              <a:buNone/>
            </a:pPr>
            <a:r>
              <a:rPr b="1" lang="es-419" sz="1100">
                <a:solidFill>
                  <a:srgbClr val="FFFFFF"/>
                </a:solidFill>
              </a:rPr>
              <a:t>Definición CU de Sistema</a:t>
            </a:r>
            <a:endParaRPr b="1" sz="1100">
              <a:solidFill>
                <a:srgbClr val="FFFFFF"/>
              </a:solidFill>
            </a:endParaRPr>
          </a:p>
          <a:p>
            <a:pPr indent="0" lvl="0" marL="0" rtl="0" algn="ctr">
              <a:spcBef>
                <a:spcPts val="0"/>
              </a:spcBef>
              <a:spcAft>
                <a:spcPts val="0"/>
              </a:spcAft>
              <a:buNone/>
            </a:pPr>
            <a:r>
              <a:t/>
            </a:r>
            <a:endParaRPr b="1" sz="1200">
              <a:solidFill>
                <a:srgbClr val="FFFFFF"/>
              </a:solidFill>
            </a:endParaRPr>
          </a:p>
        </p:txBody>
      </p:sp>
      <p:sp>
        <p:nvSpPr>
          <p:cNvPr id="6489" name="Google Shape;6489;p112"/>
          <p:cNvSpPr/>
          <p:nvPr/>
        </p:nvSpPr>
        <p:spPr>
          <a:xfrm>
            <a:off x="83988" y="595504"/>
            <a:ext cx="190200" cy="1692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0" name="Google Shape;6490;p112"/>
          <p:cNvSpPr/>
          <p:nvPr/>
        </p:nvSpPr>
        <p:spPr>
          <a:xfrm>
            <a:off x="2350598" y="358950"/>
            <a:ext cx="88500" cy="4023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491" name="Google Shape;6491;p112"/>
          <p:cNvCxnSpPr/>
          <p:nvPr/>
        </p:nvCxnSpPr>
        <p:spPr>
          <a:xfrm>
            <a:off x="5104406" y="929748"/>
            <a:ext cx="0" cy="5689200"/>
          </a:xfrm>
          <a:prstGeom prst="straightConnector1">
            <a:avLst/>
          </a:prstGeom>
          <a:noFill/>
          <a:ln cap="flat" cmpd="sng" w="19050">
            <a:solidFill>
              <a:srgbClr val="D9D9D9"/>
            </a:solidFill>
            <a:prstDash val="dash"/>
            <a:round/>
            <a:headEnd len="med" w="med" type="none"/>
            <a:tailEnd len="med" w="med" type="none"/>
          </a:ln>
        </p:spPr>
      </p:cxnSp>
      <p:sp>
        <p:nvSpPr>
          <p:cNvPr id="6492" name="Google Shape;6492;p112"/>
          <p:cNvSpPr txBox="1"/>
          <p:nvPr/>
        </p:nvSpPr>
        <p:spPr>
          <a:xfrm>
            <a:off x="5208496" y="1009497"/>
            <a:ext cx="1551300" cy="232500"/>
          </a:xfrm>
          <a:prstGeom prst="rect">
            <a:avLst/>
          </a:prstGeom>
          <a:noFill/>
          <a:ln>
            <a:noFill/>
          </a:ln>
        </p:spPr>
        <p:txBody>
          <a:bodyPr anchorCtr="0" anchor="ctr" bIns="0" lIns="0" spcFirstLastPara="1" rIns="0" wrap="square" tIns="0">
            <a:noAutofit/>
          </a:bodyPr>
          <a:lstStyle/>
          <a:p>
            <a:pPr indent="0" lvl="0" marL="0" rtl="0" algn="r">
              <a:spcBef>
                <a:spcPts val="0"/>
              </a:spcBef>
              <a:spcAft>
                <a:spcPts val="0"/>
              </a:spcAft>
              <a:buNone/>
            </a:pPr>
            <a:r>
              <a:rPr b="1" lang="es-419" sz="1000">
                <a:latin typeface="Arvo"/>
                <a:ea typeface="Arvo"/>
                <a:cs typeface="Arvo"/>
                <a:sym typeface="Arvo"/>
              </a:rPr>
              <a:t>Actores de sistema (cliente):  </a:t>
            </a:r>
            <a:r>
              <a:rPr i="1" lang="es-419" sz="600">
                <a:solidFill>
                  <a:srgbClr val="666666"/>
                </a:solidFill>
                <a:latin typeface="Arvo"/>
                <a:ea typeface="Arvo"/>
                <a:cs typeface="Arvo"/>
                <a:sym typeface="Arvo"/>
              </a:rPr>
              <a:t>&lt;ej: Comprador&gt;</a:t>
            </a:r>
            <a:endParaRPr i="1" sz="600">
              <a:solidFill>
                <a:srgbClr val="666666"/>
              </a:solidFill>
              <a:latin typeface="Arvo"/>
              <a:ea typeface="Arvo"/>
              <a:cs typeface="Arvo"/>
              <a:sym typeface="Arvo"/>
            </a:endParaRPr>
          </a:p>
        </p:txBody>
      </p:sp>
      <p:sp>
        <p:nvSpPr>
          <p:cNvPr id="6493" name="Google Shape;6493;p112"/>
          <p:cNvSpPr/>
          <p:nvPr/>
        </p:nvSpPr>
        <p:spPr>
          <a:xfrm>
            <a:off x="6834826" y="953997"/>
            <a:ext cx="3027000" cy="343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6494" name="Google Shape;6494;p112"/>
          <p:cNvSpPr txBox="1"/>
          <p:nvPr/>
        </p:nvSpPr>
        <p:spPr>
          <a:xfrm>
            <a:off x="5208496" y="1433361"/>
            <a:ext cx="1551300" cy="400200"/>
          </a:xfrm>
          <a:prstGeom prst="rect">
            <a:avLst/>
          </a:prstGeom>
          <a:noFill/>
          <a:ln>
            <a:noFill/>
          </a:ln>
        </p:spPr>
        <p:txBody>
          <a:bodyPr anchorCtr="0" anchor="ctr" bIns="0" lIns="0" spcFirstLastPara="1" rIns="0" wrap="square" tIns="0">
            <a:spAutoFit/>
          </a:bodyPr>
          <a:lstStyle/>
          <a:p>
            <a:pPr indent="0" lvl="0" marL="0" rtl="0" algn="r">
              <a:lnSpc>
                <a:spcPct val="100000"/>
              </a:lnSpc>
              <a:spcBef>
                <a:spcPts val="0"/>
              </a:spcBef>
              <a:spcAft>
                <a:spcPts val="0"/>
              </a:spcAft>
              <a:buNone/>
            </a:pPr>
            <a:r>
              <a:rPr b="1" lang="es-419" sz="1000">
                <a:latin typeface="Arvo"/>
                <a:ea typeface="Arvo"/>
                <a:cs typeface="Arvo"/>
                <a:sym typeface="Arvo"/>
              </a:rPr>
              <a:t>Actores de sistema (proveedores):  </a:t>
            </a:r>
            <a:r>
              <a:rPr i="1" lang="es-419" sz="600">
                <a:solidFill>
                  <a:srgbClr val="666666"/>
                </a:solidFill>
                <a:latin typeface="Arvo"/>
                <a:ea typeface="Arvo"/>
                <a:cs typeface="Arvo"/>
                <a:sym typeface="Arvo"/>
              </a:rPr>
              <a:t>&lt;ej: ups, </a:t>
            </a:r>
            <a:r>
              <a:rPr i="1" lang="es-419" sz="600">
                <a:solidFill>
                  <a:schemeClr val="dk1"/>
                </a:solidFill>
              </a:rPr>
              <a:t> </a:t>
            </a:r>
            <a:r>
              <a:rPr i="1" lang="es-419" sz="600">
                <a:solidFill>
                  <a:srgbClr val="666666"/>
                </a:solidFill>
                <a:latin typeface="Arvo"/>
                <a:ea typeface="Arvo"/>
                <a:cs typeface="Arvo"/>
                <a:sym typeface="Arvo"/>
              </a:rPr>
              <a:t>fedex, servientrega, etc&gt;</a:t>
            </a:r>
            <a:endParaRPr i="1" sz="600">
              <a:solidFill>
                <a:srgbClr val="666666"/>
              </a:solidFill>
              <a:latin typeface="Arvo"/>
              <a:ea typeface="Arvo"/>
              <a:cs typeface="Arvo"/>
              <a:sym typeface="Arvo"/>
            </a:endParaRPr>
          </a:p>
        </p:txBody>
      </p:sp>
      <p:sp>
        <p:nvSpPr>
          <p:cNvPr id="6495" name="Google Shape;6495;p112"/>
          <p:cNvSpPr/>
          <p:nvPr/>
        </p:nvSpPr>
        <p:spPr>
          <a:xfrm>
            <a:off x="6834826" y="1461711"/>
            <a:ext cx="3027000" cy="343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6496" name="Google Shape;6496;p112"/>
          <p:cNvSpPr txBox="1"/>
          <p:nvPr/>
        </p:nvSpPr>
        <p:spPr>
          <a:xfrm>
            <a:off x="5208496" y="2064799"/>
            <a:ext cx="1551300" cy="646500"/>
          </a:xfrm>
          <a:prstGeom prst="rect">
            <a:avLst/>
          </a:prstGeom>
          <a:noFill/>
          <a:ln>
            <a:noFill/>
          </a:ln>
        </p:spPr>
        <p:txBody>
          <a:bodyPr anchorCtr="0" anchor="ctr" bIns="0" lIns="0" spcFirstLastPara="1" rIns="0" wrap="square" tIns="0">
            <a:spAutoFit/>
          </a:bodyPr>
          <a:lstStyle/>
          <a:p>
            <a:pPr indent="0" lvl="0" marL="0" rtl="0" algn="r">
              <a:spcBef>
                <a:spcPts val="0"/>
              </a:spcBef>
              <a:spcAft>
                <a:spcPts val="0"/>
              </a:spcAft>
              <a:buNone/>
            </a:pPr>
            <a:r>
              <a:rPr b="1" lang="es-419" sz="1000">
                <a:latin typeface="Arvo"/>
                <a:ea typeface="Arvo"/>
                <a:cs typeface="Arvo"/>
                <a:sym typeface="Arvo"/>
              </a:rPr>
              <a:t>Identificación de conceptos de sistema:</a:t>
            </a:r>
            <a:endParaRPr b="1" sz="1000">
              <a:latin typeface="Arvo"/>
              <a:ea typeface="Arvo"/>
              <a:cs typeface="Arvo"/>
              <a:sym typeface="Arvo"/>
            </a:endParaRPr>
          </a:p>
          <a:p>
            <a:pPr indent="0" lvl="0" marL="0" rtl="0" algn="r">
              <a:spcBef>
                <a:spcPts val="0"/>
              </a:spcBef>
              <a:spcAft>
                <a:spcPts val="0"/>
              </a:spcAft>
              <a:buNone/>
            </a:pPr>
            <a:r>
              <a:rPr b="1" lang="es-419" sz="700">
                <a:latin typeface="Arvo"/>
                <a:ea typeface="Arvo"/>
                <a:cs typeface="Arvo"/>
                <a:sym typeface="Arvo"/>
              </a:rPr>
              <a:t>[entidades involucradas]</a:t>
            </a:r>
            <a:r>
              <a:rPr b="1" lang="es-419" sz="1000">
                <a:latin typeface="Arvo"/>
                <a:ea typeface="Arvo"/>
                <a:cs typeface="Arvo"/>
                <a:sym typeface="Arvo"/>
              </a:rPr>
              <a:t> </a:t>
            </a:r>
            <a:endParaRPr b="1" sz="1000">
              <a:latin typeface="Arvo"/>
              <a:ea typeface="Arvo"/>
              <a:cs typeface="Arvo"/>
              <a:sym typeface="Arvo"/>
            </a:endParaRPr>
          </a:p>
          <a:p>
            <a:pPr indent="0" lvl="0" marL="0" rtl="0" algn="r">
              <a:spcBef>
                <a:spcPts val="0"/>
              </a:spcBef>
              <a:spcAft>
                <a:spcPts val="0"/>
              </a:spcAft>
              <a:buNone/>
            </a:pPr>
            <a:r>
              <a:rPr i="1" lang="es-419" sz="600">
                <a:solidFill>
                  <a:srgbClr val="666666"/>
                </a:solidFill>
                <a:latin typeface="Arvo"/>
                <a:ea typeface="Arvo"/>
                <a:cs typeface="Arvo"/>
                <a:sym typeface="Arvo"/>
              </a:rPr>
              <a:t>&lt;ej: comprador, amazon, compra, producto, pago, envío. etc&gt;</a:t>
            </a:r>
            <a:endParaRPr i="1" sz="600">
              <a:solidFill>
                <a:srgbClr val="666666"/>
              </a:solidFill>
              <a:latin typeface="Arvo"/>
              <a:ea typeface="Arvo"/>
              <a:cs typeface="Arvo"/>
              <a:sym typeface="Arvo"/>
            </a:endParaRPr>
          </a:p>
        </p:txBody>
      </p:sp>
      <p:sp>
        <p:nvSpPr>
          <p:cNvPr id="6497" name="Google Shape;6497;p112"/>
          <p:cNvSpPr/>
          <p:nvPr/>
        </p:nvSpPr>
        <p:spPr>
          <a:xfrm>
            <a:off x="6834826" y="1975699"/>
            <a:ext cx="3027000" cy="670800"/>
          </a:xfrm>
          <a:prstGeom prst="roundRect">
            <a:avLst>
              <a:gd fmla="val 10808"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6498" name="Google Shape;6498;p112"/>
          <p:cNvSpPr txBox="1"/>
          <p:nvPr/>
        </p:nvSpPr>
        <p:spPr>
          <a:xfrm>
            <a:off x="5219407" y="3121825"/>
            <a:ext cx="1562400" cy="232500"/>
          </a:xfrm>
          <a:prstGeom prst="rect">
            <a:avLst/>
          </a:prstGeom>
          <a:noFill/>
          <a:ln>
            <a:noFill/>
          </a:ln>
        </p:spPr>
        <p:txBody>
          <a:bodyPr anchorCtr="0" anchor="ctr" bIns="0" lIns="0" spcFirstLastPara="1" rIns="0" wrap="square" tIns="0">
            <a:noAutofit/>
          </a:bodyPr>
          <a:lstStyle/>
          <a:p>
            <a:pPr indent="0" lvl="0" marL="0" rtl="0" algn="r">
              <a:spcBef>
                <a:spcPts val="0"/>
              </a:spcBef>
              <a:spcAft>
                <a:spcPts val="0"/>
              </a:spcAft>
              <a:buNone/>
            </a:pPr>
            <a:r>
              <a:rPr b="1" lang="es-419" sz="1000">
                <a:latin typeface="Arvo"/>
                <a:ea typeface="Arvo"/>
                <a:cs typeface="Arvo"/>
                <a:sym typeface="Arvo"/>
              </a:rPr>
              <a:t>Meta cliente:</a:t>
            </a:r>
            <a:endParaRPr b="1" sz="1000">
              <a:latin typeface="Arvo"/>
              <a:ea typeface="Arvo"/>
              <a:cs typeface="Arvo"/>
              <a:sym typeface="Arvo"/>
            </a:endParaRPr>
          </a:p>
          <a:p>
            <a:pPr indent="0" lvl="0" marL="0" rtl="0" algn="r">
              <a:spcBef>
                <a:spcPts val="0"/>
              </a:spcBef>
              <a:spcAft>
                <a:spcPts val="0"/>
              </a:spcAft>
              <a:buNone/>
            </a:pPr>
            <a:r>
              <a:rPr b="1" lang="es-419" sz="700">
                <a:solidFill>
                  <a:schemeClr val="dk1"/>
                </a:solidFill>
                <a:latin typeface="Arvo"/>
                <a:ea typeface="Arvo"/>
                <a:cs typeface="Arvo"/>
                <a:sym typeface="Arvo"/>
              </a:rPr>
              <a:t>[Meta = &lt;sustantivo&gt;&lt;adjetivo&gt;]</a:t>
            </a:r>
            <a:endParaRPr b="1" sz="1000">
              <a:latin typeface="Arvo"/>
              <a:ea typeface="Arvo"/>
              <a:cs typeface="Arvo"/>
              <a:sym typeface="Arvo"/>
            </a:endParaRPr>
          </a:p>
          <a:p>
            <a:pPr indent="0" lvl="0" marL="0" rtl="0" algn="r">
              <a:spcBef>
                <a:spcPts val="0"/>
              </a:spcBef>
              <a:spcAft>
                <a:spcPts val="0"/>
              </a:spcAft>
              <a:buNone/>
            </a:pPr>
            <a:r>
              <a:rPr b="1" i="1" lang="es-419" sz="600">
                <a:latin typeface="Arvo"/>
                <a:ea typeface="Arvo"/>
                <a:cs typeface="Arvo"/>
                <a:sym typeface="Arvo"/>
              </a:rPr>
              <a:t> </a:t>
            </a:r>
            <a:r>
              <a:rPr i="1" lang="es-419" sz="600">
                <a:solidFill>
                  <a:srgbClr val="666666"/>
                </a:solidFill>
                <a:latin typeface="Arvo"/>
                <a:ea typeface="Arvo"/>
                <a:cs typeface="Arvo"/>
                <a:sym typeface="Arvo"/>
              </a:rPr>
              <a:t>&lt;ej: El cliente recibe el producto&gt;</a:t>
            </a:r>
            <a:endParaRPr i="1" sz="600">
              <a:solidFill>
                <a:srgbClr val="666666"/>
              </a:solidFill>
              <a:latin typeface="Arvo"/>
              <a:ea typeface="Arvo"/>
              <a:cs typeface="Arvo"/>
              <a:sym typeface="Arvo"/>
            </a:endParaRPr>
          </a:p>
        </p:txBody>
      </p:sp>
      <p:sp>
        <p:nvSpPr>
          <p:cNvPr id="6499" name="Google Shape;6499;p112"/>
          <p:cNvSpPr/>
          <p:nvPr/>
        </p:nvSpPr>
        <p:spPr>
          <a:xfrm>
            <a:off x="6845744" y="3066325"/>
            <a:ext cx="3027000" cy="343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6500" name="Google Shape;6500;p112"/>
          <p:cNvSpPr txBox="1"/>
          <p:nvPr>
            <p:ph idx="1" type="subTitle"/>
          </p:nvPr>
        </p:nvSpPr>
        <p:spPr>
          <a:xfrm>
            <a:off x="6834526" y="954747"/>
            <a:ext cx="3027600" cy="342000"/>
          </a:xfrm>
          <a:prstGeom prst="rect">
            <a:avLst/>
          </a:prstGeom>
          <a:noFill/>
          <a:ln>
            <a:noFill/>
          </a:ln>
        </p:spPr>
        <p:txBody>
          <a:bodyPr anchorCtr="0" anchor="ctr" bIns="36000" lIns="36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6501" name="Google Shape;6501;p112"/>
          <p:cNvSpPr txBox="1"/>
          <p:nvPr>
            <p:ph idx="2" type="subTitle"/>
          </p:nvPr>
        </p:nvSpPr>
        <p:spPr>
          <a:xfrm>
            <a:off x="6834526" y="1462461"/>
            <a:ext cx="3027600" cy="342000"/>
          </a:xfrm>
          <a:prstGeom prst="rect">
            <a:avLst/>
          </a:prstGeom>
          <a:noFill/>
          <a:ln>
            <a:noFill/>
          </a:ln>
        </p:spPr>
        <p:txBody>
          <a:bodyPr anchorCtr="0" anchor="ctr" bIns="36000" lIns="36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6502" name="Google Shape;6502;p112"/>
          <p:cNvSpPr txBox="1"/>
          <p:nvPr>
            <p:ph idx="3" type="subTitle"/>
          </p:nvPr>
        </p:nvSpPr>
        <p:spPr>
          <a:xfrm>
            <a:off x="6834526" y="1980199"/>
            <a:ext cx="3027600" cy="661800"/>
          </a:xfrm>
          <a:prstGeom prst="rect">
            <a:avLst/>
          </a:prstGeom>
          <a:noFill/>
          <a:ln>
            <a:noFill/>
          </a:ln>
        </p:spPr>
        <p:txBody>
          <a:bodyPr anchorCtr="0" anchor="t" bIns="36000" lIns="36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6503" name="Google Shape;6503;p112"/>
          <p:cNvSpPr txBox="1"/>
          <p:nvPr>
            <p:ph idx="4" type="subTitle"/>
          </p:nvPr>
        </p:nvSpPr>
        <p:spPr>
          <a:xfrm>
            <a:off x="6845444" y="3067075"/>
            <a:ext cx="3027600" cy="342000"/>
          </a:xfrm>
          <a:prstGeom prst="rect">
            <a:avLst/>
          </a:prstGeom>
          <a:noFill/>
          <a:ln>
            <a:noFill/>
          </a:ln>
        </p:spPr>
        <p:txBody>
          <a:bodyPr anchorCtr="0" anchor="ctr" bIns="36000" lIns="36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6504" name="Google Shape;6504;p112"/>
          <p:cNvSpPr/>
          <p:nvPr/>
        </p:nvSpPr>
        <p:spPr>
          <a:xfrm>
            <a:off x="6845744" y="3598326"/>
            <a:ext cx="3027000" cy="343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6505" name="Google Shape;6505;p112"/>
          <p:cNvSpPr txBox="1"/>
          <p:nvPr>
            <p:ph idx="5" type="subTitle"/>
          </p:nvPr>
        </p:nvSpPr>
        <p:spPr>
          <a:xfrm>
            <a:off x="6845444" y="3599076"/>
            <a:ext cx="3027600" cy="342000"/>
          </a:xfrm>
          <a:prstGeom prst="rect">
            <a:avLst/>
          </a:prstGeom>
          <a:noFill/>
          <a:ln>
            <a:noFill/>
          </a:ln>
        </p:spPr>
        <p:txBody>
          <a:bodyPr anchorCtr="0" anchor="ctr" bIns="36000" lIns="36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6506" name="Google Shape;6506;p112"/>
          <p:cNvSpPr/>
          <p:nvPr/>
        </p:nvSpPr>
        <p:spPr>
          <a:xfrm>
            <a:off x="2277739" y="663750"/>
            <a:ext cx="88500" cy="1089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507" name="Google Shape;6507;p112"/>
          <p:cNvCxnSpPr/>
          <p:nvPr/>
        </p:nvCxnSpPr>
        <p:spPr>
          <a:xfrm rot="10800000">
            <a:off x="5256600" y="2854252"/>
            <a:ext cx="4608000" cy="0"/>
          </a:xfrm>
          <a:prstGeom prst="straightConnector1">
            <a:avLst/>
          </a:prstGeom>
          <a:noFill/>
          <a:ln cap="flat" cmpd="sng" w="19050">
            <a:solidFill>
              <a:srgbClr val="B7B7B7"/>
            </a:solidFill>
            <a:prstDash val="solid"/>
            <a:round/>
            <a:headEnd len="med" w="med" type="none"/>
            <a:tailEnd len="med" w="med" type="none"/>
          </a:ln>
        </p:spPr>
      </p:cxnSp>
      <p:cxnSp>
        <p:nvCxnSpPr>
          <p:cNvPr id="6508" name="Google Shape;6508;p112"/>
          <p:cNvCxnSpPr/>
          <p:nvPr/>
        </p:nvCxnSpPr>
        <p:spPr>
          <a:xfrm flipH="1">
            <a:off x="285421" y="5302428"/>
            <a:ext cx="4690200" cy="11700"/>
          </a:xfrm>
          <a:prstGeom prst="straightConnector1">
            <a:avLst/>
          </a:prstGeom>
          <a:noFill/>
          <a:ln cap="flat" cmpd="sng" w="19050">
            <a:solidFill>
              <a:srgbClr val="B7B7B7"/>
            </a:solidFill>
            <a:prstDash val="solid"/>
            <a:round/>
            <a:headEnd len="med" w="med" type="none"/>
            <a:tailEnd len="med" w="med" type="none"/>
          </a:ln>
        </p:spPr>
      </p:cxnSp>
      <p:sp>
        <p:nvSpPr>
          <p:cNvPr id="6509" name="Google Shape;6509;p112"/>
          <p:cNvSpPr txBox="1"/>
          <p:nvPr/>
        </p:nvSpPr>
        <p:spPr>
          <a:xfrm>
            <a:off x="197034" y="5534063"/>
            <a:ext cx="1679100" cy="246300"/>
          </a:xfrm>
          <a:prstGeom prst="rect">
            <a:avLst/>
          </a:prstGeom>
          <a:noFill/>
          <a:ln>
            <a:noFill/>
          </a:ln>
        </p:spPr>
        <p:txBody>
          <a:bodyPr anchorCtr="0" anchor="ctr" bIns="0" lIns="0" spcFirstLastPara="1" rIns="0" wrap="square" tIns="0">
            <a:spAutoFit/>
          </a:bodyPr>
          <a:lstStyle/>
          <a:p>
            <a:pPr indent="0" lvl="0" marL="0" rtl="0" algn="r">
              <a:lnSpc>
                <a:spcPct val="100000"/>
              </a:lnSpc>
              <a:spcBef>
                <a:spcPts val="0"/>
              </a:spcBef>
              <a:spcAft>
                <a:spcPts val="0"/>
              </a:spcAft>
              <a:buNone/>
            </a:pPr>
            <a:r>
              <a:rPr b="1" lang="es-419" sz="1000">
                <a:latin typeface="Arvo"/>
                <a:ea typeface="Arvo"/>
                <a:cs typeface="Arvo"/>
                <a:sym typeface="Arvo"/>
              </a:rPr>
              <a:t>Precondición: </a:t>
            </a:r>
            <a:endParaRPr b="1" sz="1000">
              <a:latin typeface="Arvo"/>
              <a:ea typeface="Arvo"/>
              <a:cs typeface="Arvo"/>
              <a:sym typeface="Arvo"/>
            </a:endParaRPr>
          </a:p>
          <a:p>
            <a:pPr indent="0" lvl="0" marL="0" rtl="0" algn="r">
              <a:lnSpc>
                <a:spcPct val="100000"/>
              </a:lnSpc>
              <a:spcBef>
                <a:spcPts val="0"/>
              </a:spcBef>
              <a:spcAft>
                <a:spcPts val="0"/>
              </a:spcAft>
              <a:buNone/>
            </a:pPr>
            <a:r>
              <a:rPr i="1" lang="es-419" sz="600">
                <a:solidFill>
                  <a:srgbClr val="666666"/>
                </a:solidFill>
                <a:latin typeface="Arvo"/>
                <a:ea typeface="Arvo"/>
                <a:cs typeface="Arvo"/>
                <a:sym typeface="Arvo"/>
              </a:rPr>
              <a:t>&lt;ej: El comprador debe estar registrado&gt;</a:t>
            </a:r>
            <a:endParaRPr i="1" sz="600">
              <a:solidFill>
                <a:srgbClr val="666666"/>
              </a:solidFill>
              <a:latin typeface="Arvo"/>
              <a:ea typeface="Arvo"/>
              <a:cs typeface="Arvo"/>
              <a:sym typeface="Arvo"/>
            </a:endParaRPr>
          </a:p>
        </p:txBody>
      </p:sp>
      <p:sp>
        <p:nvSpPr>
          <p:cNvPr id="6510" name="Google Shape;6510;p112"/>
          <p:cNvSpPr txBox="1"/>
          <p:nvPr/>
        </p:nvSpPr>
        <p:spPr>
          <a:xfrm>
            <a:off x="197034" y="6086320"/>
            <a:ext cx="1679100" cy="274800"/>
          </a:xfrm>
          <a:prstGeom prst="rect">
            <a:avLst/>
          </a:prstGeom>
          <a:noFill/>
          <a:ln>
            <a:noFill/>
          </a:ln>
        </p:spPr>
        <p:txBody>
          <a:bodyPr anchorCtr="0" anchor="ctr" bIns="0" lIns="0" spcFirstLastPara="1" rIns="0" wrap="square" tIns="0">
            <a:spAutoFit/>
          </a:bodyPr>
          <a:lstStyle/>
          <a:p>
            <a:pPr indent="0" lvl="0" marL="0" rtl="0" algn="r">
              <a:lnSpc>
                <a:spcPct val="85000"/>
              </a:lnSpc>
              <a:spcBef>
                <a:spcPts val="0"/>
              </a:spcBef>
              <a:spcAft>
                <a:spcPts val="0"/>
              </a:spcAft>
              <a:buNone/>
            </a:pPr>
            <a:r>
              <a:rPr b="1" lang="es-419" sz="1000">
                <a:latin typeface="Arvo"/>
                <a:ea typeface="Arvo"/>
                <a:cs typeface="Arvo"/>
                <a:sym typeface="Arvo"/>
              </a:rPr>
              <a:t>Poscondición:</a:t>
            </a:r>
            <a:endParaRPr sz="700">
              <a:solidFill>
                <a:srgbClr val="666666"/>
              </a:solidFill>
              <a:latin typeface="Arvo"/>
              <a:ea typeface="Arvo"/>
              <a:cs typeface="Arvo"/>
              <a:sym typeface="Arvo"/>
            </a:endParaRPr>
          </a:p>
          <a:p>
            <a:pPr indent="0" lvl="0" marL="0" rtl="0" algn="r">
              <a:lnSpc>
                <a:spcPct val="85000"/>
              </a:lnSpc>
              <a:spcBef>
                <a:spcPts val="0"/>
              </a:spcBef>
              <a:spcAft>
                <a:spcPts val="0"/>
              </a:spcAft>
              <a:buNone/>
            </a:pPr>
            <a:r>
              <a:rPr lang="es-419" sz="700">
                <a:solidFill>
                  <a:srgbClr val="666666"/>
                </a:solidFill>
                <a:latin typeface="Arvo"/>
                <a:ea typeface="Arvo"/>
                <a:cs typeface="Arvo"/>
                <a:sym typeface="Arvo"/>
              </a:rPr>
              <a:t> </a:t>
            </a:r>
            <a:r>
              <a:rPr i="1" lang="es-419" sz="600">
                <a:solidFill>
                  <a:srgbClr val="666666"/>
                </a:solidFill>
                <a:latin typeface="Arvo"/>
                <a:ea typeface="Arvo"/>
                <a:cs typeface="Arvo"/>
                <a:sym typeface="Arvo"/>
              </a:rPr>
              <a:t>&lt;ej: El pago debe estar realizado&gt;</a:t>
            </a:r>
            <a:r>
              <a:rPr b="1" lang="es-419" sz="1100">
                <a:latin typeface="Arvo"/>
                <a:ea typeface="Arvo"/>
                <a:cs typeface="Arvo"/>
                <a:sym typeface="Arvo"/>
              </a:rPr>
              <a:t> </a:t>
            </a:r>
            <a:endParaRPr sz="800">
              <a:solidFill>
                <a:srgbClr val="666666"/>
              </a:solidFill>
              <a:latin typeface="Arvo"/>
              <a:ea typeface="Arvo"/>
              <a:cs typeface="Arvo"/>
              <a:sym typeface="Arvo"/>
            </a:endParaRPr>
          </a:p>
        </p:txBody>
      </p:sp>
      <p:sp>
        <p:nvSpPr>
          <p:cNvPr id="6511" name="Google Shape;6511;p112"/>
          <p:cNvSpPr/>
          <p:nvPr/>
        </p:nvSpPr>
        <p:spPr>
          <a:xfrm>
            <a:off x="1940924" y="5485463"/>
            <a:ext cx="3027000" cy="343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6512" name="Google Shape;6512;p112"/>
          <p:cNvSpPr txBox="1"/>
          <p:nvPr>
            <p:ph idx="6" type="subTitle"/>
          </p:nvPr>
        </p:nvSpPr>
        <p:spPr>
          <a:xfrm>
            <a:off x="1940624" y="5486213"/>
            <a:ext cx="3027600" cy="342000"/>
          </a:xfrm>
          <a:prstGeom prst="rect">
            <a:avLst/>
          </a:prstGeom>
          <a:noFill/>
          <a:ln>
            <a:noFill/>
          </a:ln>
        </p:spPr>
        <p:txBody>
          <a:bodyPr anchorCtr="0" anchor="ctr" bIns="36000" lIns="36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6513" name="Google Shape;6513;p112"/>
          <p:cNvSpPr/>
          <p:nvPr/>
        </p:nvSpPr>
        <p:spPr>
          <a:xfrm>
            <a:off x="1940924" y="6051970"/>
            <a:ext cx="3027000" cy="343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6514" name="Google Shape;6514;p112"/>
          <p:cNvSpPr txBox="1"/>
          <p:nvPr>
            <p:ph idx="7" type="subTitle"/>
          </p:nvPr>
        </p:nvSpPr>
        <p:spPr>
          <a:xfrm>
            <a:off x="1940624" y="6052720"/>
            <a:ext cx="3027600" cy="342000"/>
          </a:xfrm>
          <a:prstGeom prst="rect">
            <a:avLst/>
          </a:prstGeom>
          <a:noFill/>
          <a:ln>
            <a:noFill/>
          </a:ln>
        </p:spPr>
        <p:txBody>
          <a:bodyPr anchorCtr="0" anchor="ctr" bIns="36000" lIns="36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6515" name="Google Shape;6515;p112"/>
          <p:cNvSpPr txBox="1"/>
          <p:nvPr/>
        </p:nvSpPr>
        <p:spPr>
          <a:xfrm>
            <a:off x="197034" y="1002597"/>
            <a:ext cx="1679100" cy="246300"/>
          </a:xfrm>
          <a:prstGeom prst="rect">
            <a:avLst/>
          </a:prstGeom>
          <a:noFill/>
          <a:ln>
            <a:noFill/>
          </a:ln>
        </p:spPr>
        <p:txBody>
          <a:bodyPr anchorCtr="0" anchor="ctr" bIns="0" lIns="0" spcFirstLastPara="1" rIns="0" wrap="square" tIns="0">
            <a:spAutoFit/>
          </a:bodyPr>
          <a:lstStyle/>
          <a:p>
            <a:pPr indent="0" lvl="0" marL="0" rtl="0" algn="r">
              <a:lnSpc>
                <a:spcPct val="100000"/>
              </a:lnSpc>
              <a:spcBef>
                <a:spcPts val="0"/>
              </a:spcBef>
              <a:spcAft>
                <a:spcPts val="0"/>
              </a:spcAft>
              <a:buNone/>
            </a:pPr>
            <a:r>
              <a:rPr b="1" lang="es-419" sz="1000">
                <a:latin typeface="Arvo"/>
                <a:ea typeface="Arvo"/>
                <a:cs typeface="Arvo"/>
                <a:sym typeface="Arvo"/>
              </a:rPr>
              <a:t>Nombre del caso de uso: </a:t>
            </a:r>
            <a:endParaRPr b="1" sz="1000">
              <a:latin typeface="Arvo"/>
              <a:ea typeface="Arvo"/>
              <a:cs typeface="Arvo"/>
              <a:sym typeface="Arvo"/>
            </a:endParaRPr>
          </a:p>
          <a:p>
            <a:pPr indent="0" lvl="0" marL="0" rtl="0" algn="r">
              <a:lnSpc>
                <a:spcPct val="100000"/>
              </a:lnSpc>
              <a:spcBef>
                <a:spcPts val="0"/>
              </a:spcBef>
              <a:spcAft>
                <a:spcPts val="0"/>
              </a:spcAft>
              <a:buNone/>
            </a:pPr>
            <a:r>
              <a:rPr i="1" lang="es-419" sz="600">
                <a:solidFill>
                  <a:srgbClr val="666666"/>
                </a:solidFill>
                <a:latin typeface="Arvo"/>
                <a:ea typeface="Arvo"/>
                <a:cs typeface="Arvo"/>
                <a:sym typeface="Arvo"/>
              </a:rPr>
              <a:t>&lt;ej: Compra de productos&gt;</a:t>
            </a:r>
            <a:endParaRPr i="1" sz="600">
              <a:solidFill>
                <a:srgbClr val="666666"/>
              </a:solidFill>
              <a:latin typeface="Arvo"/>
              <a:ea typeface="Arvo"/>
              <a:cs typeface="Arvo"/>
              <a:sym typeface="Arvo"/>
            </a:endParaRPr>
          </a:p>
        </p:txBody>
      </p:sp>
      <p:sp>
        <p:nvSpPr>
          <p:cNvPr id="6516" name="Google Shape;6516;p112"/>
          <p:cNvSpPr txBox="1"/>
          <p:nvPr/>
        </p:nvSpPr>
        <p:spPr>
          <a:xfrm>
            <a:off x="197034" y="1496061"/>
            <a:ext cx="1679100" cy="274800"/>
          </a:xfrm>
          <a:prstGeom prst="rect">
            <a:avLst/>
          </a:prstGeom>
          <a:noFill/>
          <a:ln>
            <a:noFill/>
          </a:ln>
        </p:spPr>
        <p:txBody>
          <a:bodyPr anchorCtr="0" anchor="ctr" bIns="0" lIns="0" spcFirstLastPara="1" rIns="0" wrap="square" tIns="0">
            <a:spAutoFit/>
          </a:bodyPr>
          <a:lstStyle/>
          <a:p>
            <a:pPr indent="0" lvl="0" marL="0" rtl="0" algn="r">
              <a:lnSpc>
                <a:spcPct val="85000"/>
              </a:lnSpc>
              <a:spcBef>
                <a:spcPts val="0"/>
              </a:spcBef>
              <a:spcAft>
                <a:spcPts val="0"/>
              </a:spcAft>
              <a:buNone/>
            </a:pPr>
            <a:r>
              <a:rPr b="1" lang="es-419" sz="1000">
                <a:latin typeface="Arvo"/>
                <a:ea typeface="Arvo"/>
                <a:cs typeface="Arvo"/>
                <a:sym typeface="Arvo"/>
              </a:rPr>
              <a:t>Narrativa:</a:t>
            </a:r>
            <a:endParaRPr sz="700">
              <a:solidFill>
                <a:srgbClr val="666666"/>
              </a:solidFill>
              <a:latin typeface="Arvo"/>
              <a:ea typeface="Arvo"/>
              <a:cs typeface="Arvo"/>
              <a:sym typeface="Arvo"/>
            </a:endParaRPr>
          </a:p>
          <a:p>
            <a:pPr indent="0" lvl="0" marL="0" rtl="0" algn="r">
              <a:lnSpc>
                <a:spcPct val="85000"/>
              </a:lnSpc>
              <a:spcBef>
                <a:spcPts val="0"/>
              </a:spcBef>
              <a:spcAft>
                <a:spcPts val="0"/>
              </a:spcAft>
              <a:buNone/>
            </a:pPr>
            <a:r>
              <a:rPr lang="es-419" sz="700">
                <a:solidFill>
                  <a:srgbClr val="666666"/>
                </a:solidFill>
                <a:latin typeface="Arvo"/>
                <a:ea typeface="Arvo"/>
                <a:cs typeface="Arvo"/>
                <a:sym typeface="Arvo"/>
              </a:rPr>
              <a:t> </a:t>
            </a:r>
            <a:r>
              <a:rPr i="1" lang="es-419" sz="600">
                <a:solidFill>
                  <a:srgbClr val="666666"/>
                </a:solidFill>
                <a:latin typeface="Arvo"/>
                <a:ea typeface="Arvo"/>
                <a:cs typeface="Arvo"/>
                <a:sym typeface="Arvo"/>
              </a:rPr>
              <a:t>&lt;ej: El cliente compra productos&gt;</a:t>
            </a:r>
            <a:r>
              <a:rPr b="1" lang="es-419" sz="1100">
                <a:latin typeface="Arvo"/>
                <a:ea typeface="Arvo"/>
                <a:cs typeface="Arvo"/>
                <a:sym typeface="Arvo"/>
              </a:rPr>
              <a:t> </a:t>
            </a:r>
            <a:endParaRPr sz="800">
              <a:solidFill>
                <a:srgbClr val="666666"/>
              </a:solidFill>
              <a:latin typeface="Arvo"/>
              <a:ea typeface="Arvo"/>
              <a:cs typeface="Arvo"/>
              <a:sym typeface="Arvo"/>
            </a:endParaRPr>
          </a:p>
        </p:txBody>
      </p:sp>
      <p:sp>
        <p:nvSpPr>
          <p:cNvPr id="6517" name="Google Shape;6517;p112"/>
          <p:cNvSpPr/>
          <p:nvPr/>
        </p:nvSpPr>
        <p:spPr>
          <a:xfrm>
            <a:off x="1940924" y="953997"/>
            <a:ext cx="3027000" cy="343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6518" name="Google Shape;6518;p112"/>
          <p:cNvSpPr txBox="1"/>
          <p:nvPr>
            <p:ph idx="8" type="subTitle"/>
          </p:nvPr>
        </p:nvSpPr>
        <p:spPr>
          <a:xfrm>
            <a:off x="1940624" y="954747"/>
            <a:ext cx="3027600" cy="342000"/>
          </a:xfrm>
          <a:prstGeom prst="rect">
            <a:avLst/>
          </a:prstGeom>
          <a:noFill/>
          <a:ln>
            <a:noFill/>
          </a:ln>
        </p:spPr>
        <p:txBody>
          <a:bodyPr anchorCtr="0" anchor="ctr" bIns="36000" lIns="36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6519" name="Google Shape;6519;p112"/>
          <p:cNvSpPr/>
          <p:nvPr/>
        </p:nvSpPr>
        <p:spPr>
          <a:xfrm>
            <a:off x="1940924" y="1461711"/>
            <a:ext cx="3027000" cy="343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6520" name="Google Shape;6520;p112"/>
          <p:cNvSpPr txBox="1"/>
          <p:nvPr>
            <p:ph idx="9" type="subTitle"/>
          </p:nvPr>
        </p:nvSpPr>
        <p:spPr>
          <a:xfrm>
            <a:off x="1940624" y="1462461"/>
            <a:ext cx="3027600" cy="342000"/>
          </a:xfrm>
          <a:prstGeom prst="rect">
            <a:avLst/>
          </a:prstGeom>
          <a:noFill/>
          <a:ln>
            <a:noFill/>
          </a:ln>
        </p:spPr>
        <p:txBody>
          <a:bodyPr anchorCtr="0" anchor="ctr" bIns="36000" lIns="36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6521" name="Google Shape;6521;p112"/>
          <p:cNvSpPr txBox="1"/>
          <p:nvPr/>
        </p:nvSpPr>
        <p:spPr>
          <a:xfrm>
            <a:off x="197034" y="1989729"/>
            <a:ext cx="1679100" cy="923400"/>
          </a:xfrm>
          <a:prstGeom prst="rect">
            <a:avLst/>
          </a:prstGeom>
          <a:noFill/>
          <a:ln>
            <a:noFill/>
          </a:ln>
        </p:spPr>
        <p:txBody>
          <a:bodyPr anchorCtr="0" anchor="ctr" bIns="0" lIns="0" spcFirstLastPara="1" rIns="0" wrap="square" tIns="0">
            <a:spAutoFit/>
          </a:bodyPr>
          <a:lstStyle/>
          <a:p>
            <a:pPr indent="0" lvl="0" marL="0" rtl="0" algn="r">
              <a:lnSpc>
                <a:spcPct val="100000"/>
              </a:lnSpc>
              <a:spcBef>
                <a:spcPts val="0"/>
              </a:spcBef>
              <a:spcAft>
                <a:spcPts val="0"/>
              </a:spcAft>
              <a:buNone/>
            </a:pPr>
            <a:r>
              <a:rPr b="1" lang="es-419" sz="1000">
                <a:latin typeface="Arvo"/>
                <a:ea typeface="Arvo"/>
                <a:cs typeface="Arvo"/>
                <a:sym typeface="Arvo"/>
              </a:rPr>
              <a:t>Metas del caso de uso:</a:t>
            </a:r>
            <a:endParaRPr b="1" sz="1000">
              <a:latin typeface="Arvo"/>
              <a:ea typeface="Arvo"/>
              <a:cs typeface="Arvo"/>
              <a:sym typeface="Arvo"/>
            </a:endParaRPr>
          </a:p>
          <a:p>
            <a:pPr indent="0" lvl="0" marL="0" rtl="0" algn="r">
              <a:lnSpc>
                <a:spcPct val="100000"/>
              </a:lnSpc>
              <a:spcBef>
                <a:spcPts val="0"/>
              </a:spcBef>
              <a:spcAft>
                <a:spcPts val="0"/>
              </a:spcAft>
              <a:buNone/>
            </a:pPr>
            <a:r>
              <a:rPr b="1" lang="es-419" sz="700">
                <a:latin typeface="Arvo"/>
                <a:ea typeface="Arvo"/>
                <a:cs typeface="Arvo"/>
                <a:sym typeface="Arvo"/>
              </a:rPr>
              <a:t>[Meta = &lt;sustantivo&gt;&lt;adjetivo&gt;]</a:t>
            </a:r>
            <a:endParaRPr b="1" sz="700">
              <a:latin typeface="Arvo"/>
              <a:ea typeface="Arvo"/>
              <a:cs typeface="Arvo"/>
              <a:sym typeface="Arvo"/>
            </a:endParaRPr>
          </a:p>
          <a:p>
            <a:pPr indent="0" lvl="0" marL="0" rtl="0" algn="r">
              <a:lnSpc>
                <a:spcPct val="100000"/>
              </a:lnSpc>
              <a:spcBef>
                <a:spcPts val="0"/>
              </a:spcBef>
              <a:spcAft>
                <a:spcPts val="0"/>
              </a:spcAft>
              <a:buNone/>
            </a:pPr>
            <a:r>
              <a:rPr lang="es-419" sz="700">
                <a:solidFill>
                  <a:srgbClr val="666666"/>
                </a:solidFill>
                <a:latin typeface="Arvo"/>
                <a:ea typeface="Arvo"/>
                <a:cs typeface="Arvo"/>
                <a:sym typeface="Arvo"/>
              </a:rPr>
              <a:t> </a:t>
            </a:r>
            <a:r>
              <a:rPr i="1" lang="es-419" sz="600">
                <a:solidFill>
                  <a:srgbClr val="666666"/>
                </a:solidFill>
                <a:latin typeface="Arvo"/>
                <a:ea typeface="Arvo"/>
                <a:cs typeface="Arvo"/>
                <a:sym typeface="Arvo"/>
              </a:rPr>
              <a:t>&lt;ej: El ej: 1% de las devoluciones de productos. </a:t>
            </a:r>
            <a:endParaRPr i="1" sz="600">
              <a:solidFill>
                <a:srgbClr val="666666"/>
              </a:solidFill>
              <a:latin typeface="Arvo"/>
              <a:ea typeface="Arvo"/>
              <a:cs typeface="Arvo"/>
              <a:sym typeface="Arvo"/>
            </a:endParaRPr>
          </a:p>
          <a:p>
            <a:pPr indent="0" lvl="0" marL="0" rtl="0" algn="r">
              <a:lnSpc>
                <a:spcPct val="100000"/>
              </a:lnSpc>
              <a:spcBef>
                <a:spcPts val="0"/>
              </a:spcBef>
              <a:spcAft>
                <a:spcPts val="0"/>
              </a:spcAft>
              <a:buNone/>
            </a:pPr>
            <a:r>
              <a:rPr i="1" lang="es-419" sz="600">
                <a:solidFill>
                  <a:srgbClr val="666666"/>
                </a:solidFill>
                <a:latin typeface="Arvo"/>
                <a:ea typeface="Arvo"/>
                <a:cs typeface="Arvo"/>
                <a:sym typeface="Arvo"/>
              </a:rPr>
              <a:t>[nota: esta meta está relacionada con la visión del sistema. se supone que los casos de uso a conseguir la posición esperada del sistema la cual está determinada por las metas de la empresa.]&gt;</a:t>
            </a:r>
            <a:endParaRPr sz="800">
              <a:solidFill>
                <a:srgbClr val="666666"/>
              </a:solidFill>
              <a:latin typeface="Arvo"/>
              <a:ea typeface="Arvo"/>
              <a:cs typeface="Arvo"/>
              <a:sym typeface="Arvo"/>
            </a:endParaRPr>
          </a:p>
        </p:txBody>
      </p:sp>
      <p:sp>
        <p:nvSpPr>
          <p:cNvPr id="6522" name="Google Shape;6522;p112"/>
          <p:cNvSpPr/>
          <p:nvPr/>
        </p:nvSpPr>
        <p:spPr>
          <a:xfrm>
            <a:off x="1940924" y="1984375"/>
            <a:ext cx="3027000" cy="1015800"/>
          </a:xfrm>
          <a:prstGeom prst="roundRect">
            <a:avLst>
              <a:gd fmla="val 728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6523" name="Google Shape;6523;p112"/>
          <p:cNvSpPr txBox="1"/>
          <p:nvPr>
            <p:ph idx="13" type="subTitle"/>
          </p:nvPr>
        </p:nvSpPr>
        <p:spPr>
          <a:xfrm>
            <a:off x="1940924" y="1985125"/>
            <a:ext cx="3027000" cy="1015200"/>
          </a:xfrm>
          <a:prstGeom prst="rect">
            <a:avLst/>
          </a:prstGeom>
          <a:noFill/>
          <a:ln>
            <a:noFill/>
          </a:ln>
        </p:spPr>
        <p:txBody>
          <a:bodyPr anchorCtr="0" anchor="t" bIns="36000" lIns="36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6524" name="Google Shape;6524;p112"/>
          <p:cNvSpPr txBox="1"/>
          <p:nvPr/>
        </p:nvSpPr>
        <p:spPr>
          <a:xfrm>
            <a:off x="197034" y="3149026"/>
            <a:ext cx="1679100" cy="409500"/>
          </a:xfrm>
          <a:prstGeom prst="rect">
            <a:avLst/>
          </a:prstGeom>
          <a:noFill/>
          <a:ln>
            <a:noFill/>
          </a:ln>
        </p:spPr>
        <p:txBody>
          <a:bodyPr anchorCtr="0" anchor="ctr" bIns="0" lIns="0" spcFirstLastPara="1" rIns="0" wrap="square" tIns="0">
            <a:spAutoFit/>
          </a:bodyPr>
          <a:lstStyle/>
          <a:p>
            <a:pPr indent="0" lvl="0" marL="0" rtl="0" algn="r">
              <a:lnSpc>
                <a:spcPct val="100000"/>
              </a:lnSpc>
              <a:spcBef>
                <a:spcPts val="0"/>
              </a:spcBef>
              <a:spcAft>
                <a:spcPts val="0"/>
              </a:spcAft>
              <a:buNone/>
            </a:pPr>
            <a:r>
              <a:rPr b="1" lang="es-419" sz="1000">
                <a:latin typeface="Arvo"/>
                <a:ea typeface="Arvo"/>
                <a:cs typeface="Arvo"/>
                <a:sym typeface="Arvo"/>
              </a:rPr>
              <a:t>Casos de uso  con los que tiene relación:</a:t>
            </a:r>
            <a:endParaRPr sz="700">
              <a:solidFill>
                <a:srgbClr val="666666"/>
              </a:solidFill>
              <a:latin typeface="Arvo"/>
              <a:ea typeface="Arvo"/>
              <a:cs typeface="Arvo"/>
              <a:sym typeface="Arvo"/>
            </a:endParaRPr>
          </a:p>
          <a:p>
            <a:pPr indent="0" lvl="0" marL="0" rtl="0" algn="r">
              <a:lnSpc>
                <a:spcPct val="60000"/>
              </a:lnSpc>
              <a:spcBef>
                <a:spcPts val="0"/>
              </a:spcBef>
              <a:spcAft>
                <a:spcPts val="0"/>
              </a:spcAft>
              <a:buNone/>
            </a:pPr>
            <a:r>
              <a:rPr i="1" lang="es-419" sz="600">
                <a:solidFill>
                  <a:srgbClr val="666666"/>
                </a:solidFill>
                <a:latin typeface="Arvo"/>
                <a:ea typeface="Arvo"/>
                <a:cs typeface="Arvo"/>
                <a:sym typeface="Arvo"/>
              </a:rPr>
              <a:t>&lt;ej: Registro de compradores&gt;</a:t>
            </a:r>
            <a:r>
              <a:rPr b="1" lang="es-419" sz="1100">
                <a:latin typeface="Arvo"/>
                <a:ea typeface="Arvo"/>
                <a:cs typeface="Arvo"/>
                <a:sym typeface="Arvo"/>
              </a:rPr>
              <a:t> </a:t>
            </a:r>
            <a:endParaRPr sz="800">
              <a:solidFill>
                <a:srgbClr val="666666"/>
              </a:solidFill>
              <a:latin typeface="Arvo"/>
              <a:ea typeface="Arvo"/>
              <a:cs typeface="Arvo"/>
              <a:sym typeface="Arvo"/>
            </a:endParaRPr>
          </a:p>
        </p:txBody>
      </p:sp>
      <p:sp>
        <p:nvSpPr>
          <p:cNvPr id="6525" name="Google Shape;6525;p112"/>
          <p:cNvSpPr/>
          <p:nvPr/>
        </p:nvSpPr>
        <p:spPr>
          <a:xfrm>
            <a:off x="1940924" y="3182026"/>
            <a:ext cx="3027000" cy="343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6526" name="Google Shape;6526;p112"/>
          <p:cNvSpPr txBox="1"/>
          <p:nvPr>
            <p:ph idx="14" type="subTitle"/>
          </p:nvPr>
        </p:nvSpPr>
        <p:spPr>
          <a:xfrm>
            <a:off x="1940624" y="3182776"/>
            <a:ext cx="3027600" cy="342000"/>
          </a:xfrm>
          <a:prstGeom prst="rect">
            <a:avLst/>
          </a:prstGeom>
          <a:noFill/>
          <a:ln>
            <a:noFill/>
          </a:ln>
        </p:spPr>
        <p:txBody>
          <a:bodyPr anchorCtr="0" anchor="ctr" bIns="36000" lIns="36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6527" name="Google Shape;6527;p112"/>
          <p:cNvSpPr txBox="1"/>
          <p:nvPr/>
        </p:nvSpPr>
        <p:spPr>
          <a:xfrm>
            <a:off x="197034" y="3696638"/>
            <a:ext cx="1679100" cy="1046700"/>
          </a:xfrm>
          <a:prstGeom prst="rect">
            <a:avLst/>
          </a:prstGeom>
          <a:noFill/>
          <a:ln>
            <a:noFill/>
          </a:ln>
        </p:spPr>
        <p:txBody>
          <a:bodyPr anchorCtr="0" anchor="ctr" bIns="0" lIns="0" spcFirstLastPara="1" rIns="0" wrap="square" tIns="0">
            <a:spAutoFit/>
          </a:bodyPr>
          <a:lstStyle/>
          <a:p>
            <a:pPr indent="0" lvl="0" marL="0" rtl="0" algn="r">
              <a:lnSpc>
                <a:spcPct val="100000"/>
              </a:lnSpc>
              <a:spcBef>
                <a:spcPts val="0"/>
              </a:spcBef>
              <a:spcAft>
                <a:spcPts val="0"/>
              </a:spcAft>
              <a:buNone/>
            </a:pPr>
            <a:r>
              <a:rPr b="1" lang="es-419" sz="1000">
                <a:latin typeface="Arvo"/>
                <a:ea typeface="Arvo"/>
                <a:cs typeface="Arvo"/>
                <a:sym typeface="Arvo"/>
              </a:rPr>
              <a:t>Descripción del caso de uso:</a:t>
            </a:r>
            <a:endParaRPr sz="700">
              <a:solidFill>
                <a:srgbClr val="666666"/>
              </a:solidFill>
              <a:latin typeface="Arvo"/>
              <a:ea typeface="Arvo"/>
              <a:cs typeface="Arvo"/>
              <a:sym typeface="Arvo"/>
            </a:endParaRPr>
          </a:p>
          <a:p>
            <a:pPr indent="0" lvl="0" marL="0" rtl="0" algn="r">
              <a:lnSpc>
                <a:spcPct val="80000"/>
              </a:lnSpc>
              <a:spcBef>
                <a:spcPts val="0"/>
              </a:spcBef>
              <a:spcAft>
                <a:spcPts val="0"/>
              </a:spcAft>
              <a:buNone/>
            </a:pPr>
            <a:r>
              <a:rPr i="1" lang="es-419" sz="600">
                <a:solidFill>
                  <a:srgbClr val="666666"/>
                </a:solidFill>
                <a:latin typeface="Arvo"/>
                <a:ea typeface="Arvo"/>
                <a:cs typeface="Arvo"/>
                <a:sym typeface="Arvo"/>
              </a:rPr>
              <a:t>&lt;ej: Este caso de uso le permite a los compradores obtener productos a muy bajo costo desde cualquier lugar y en cualquier momento, mediante este caso de uso los compradores pueden elegir una empresa de envíos para transportar los productos. El comprador dispone de un carro de compras, puede programar cada una de las compras y puede crear listas de preferencia.&gt;</a:t>
            </a:r>
            <a:endParaRPr sz="800">
              <a:solidFill>
                <a:srgbClr val="666666"/>
              </a:solidFill>
              <a:latin typeface="Arvo"/>
              <a:ea typeface="Arvo"/>
              <a:cs typeface="Arvo"/>
              <a:sym typeface="Arvo"/>
            </a:endParaRPr>
          </a:p>
        </p:txBody>
      </p:sp>
      <p:sp>
        <p:nvSpPr>
          <p:cNvPr id="6528" name="Google Shape;6528;p112"/>
          <p:cNvSpPr/>
          <p:nvPr/>
        </p:nvSpPr>
        <p:spPr>
          <a:xfrm>
            <a:off x="1940925" y="3730022"/>
            <a:ext cx="3027000" cy="1359900"/>
          </a:xfrm>
          <a:prstGeom prst="roundRect">
            <a:avLst>
              <a:gd fmla="val 5871"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6529" name="Google Shape;6529;p112"/>
          <p:cNvSpPr txBox="1"/>
          <p:nvPr>
            <p:ph idx="15" type="subTitle"/>
          </p:nvPr>
        </p:nvSpPr>
        <p:spPr>
          <a:xfrm>
            <a:off x="1940625" y="3730025"/>
            <a:ext cx="3027600" cy="1359900"/>
          </a:xfrm>
          <a:prstGeom prst="rect">
            <a:avLst/>
          </a:prstGeom>
          <a:noFill/>
          <a:ln>
            <a:noFill/>
          </a:ln>
        </p:spPr>
        <p:txBody>
          <a:bodyPr anchorCtr="0" anchor="t" bIns="36000" lIns="36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6530" name="Google Shape;6530;p112"/>
          <p:cNvSpPr txBox="1"/>
          <p:nvPr/>
        </p:nvSpPr>
        <p:spPr>
          <a:xfrm>
            <a:off x="5219407" y="3653826"/>
            <a:ext cx="1562400" cy="232500"/>
          </a:xfrm>
          <a:prstGeom prst="rect">
            <a:avLst/>
          </a:prstGeom>
          <a:noFill/>
          <a:ln>
            <a:noFill/>
          </a:ln>
        </p:spPr>
        <p:txBody>
          <a:bodyPr anchorCtr="0" anchor="ctr" bIns="0" lIns="0" spcFirstLastPara="1" rIns="0" wrap="square" tIns="0">
            <a:noAutofit/>
          </a:bodyPr>
          <a:lstStyle/>
          <a:p>
            <a:pPr indent="0" lvl="0" marL="0" rtl="0" algn="r">
              <a:spcBef>
                <a:spcPts val="0"/>
              </a:spcBef>
              <a:spcAft>
                <a:spcPts val="0"/>
              </a:spcAft>
              <a:buNone/>
            </a:pPr>
            <a:r>
              <a:rPr b="1" lang="es-419" sz="1000">
                <a:latin typeface="Arvo"/>
                <a:ea typeface="Arvo"/>
                <a:cs typeface="Arvo"/>
                <a:sym typeface="Arvo"/>
              </a:rPr>
              <a:t>Meta empresa:</a:t>
            </a:r>
            <a:endParaRPr b="1" sz="1000">
              <a:latin typeface="Arvo"/>
              <a:ea typeface="Arvo"/>
              <a:cs typeface="Arvo"/>
              <a:sym typeface="Arvo"/>
            </a:endParaRPr>
          </a:p>
          <a:p>
            <a:pPr indent="0" lvl="0" marL="0" rtl="0" algn="r">
              <a:spcBef>
                <a:spcPts val="0"/>
              </a:spcBef>
              <a:spcAft>
                <a:spcPts val="0"/>
              </a:spcAft>
              <a:buNone/>
            </a:pPr>
            <a:r>
              <a:rPr b="1" lang="es-419" sz="700">
                <a:solidFill>
                  <a:schemeClr val="dk1"/>
                </a:solidFill>
                <a:latin typeface="Arvo"/>
                <a:ea typeface="Arvo"/>
                <a:cs typeface="Arvo"/>
                <a:sym typeface="Arvo"/>
              </a:rPr>
              <a:t>[Meta = &lt;sustantivo&gt;&lt;adjetivo&gt;]</a:t>
            </a:r>
            <a:endParaRPr b="1" sz="1000">
              <a:latin typeface="Arvo"/>
              <a:ea typeface="Arvo"/>
              <a:cs typeface="Arvo"/>
              <a:sym typeface="Arvo"/>
            </a:endParaRPr>
          </a:p>
          <a:p>
            <a:pPr indent="0" lvl="0" marL="0" rtl="0" algn="r">
              <a:spcBef>
                <a:spcPts val="0"/>
              </a:spcBef>
              <a:spcAft>
                <a:spcPts val="0"/>
              </a:spcAft>
              <a:buNone/>
            </a:pPr>
            <a:r>
              <a:rPr b="1" i="1" lang="es-419" sz="600">
                <a:latin typeface="Arvo"/>
                <a:ea typeface="Arvo"/>
                <a:cs typeface="Arvo"/>
                <a:sym typeface="Arvo"/>
              </a:rPr>
              <a:t> </a:t>
            </a:r>
            <a:r>
              <a:rPr i="1" lang="es-419" sz="600">
                <a:solidFill>
                  <a:srgbClr val="666666"/>
                </a:solidFill>
                <a:latin typeface="Arvo"/>
                <a:ea typeface="Arvo"/>
                <a:cs typeface="Arvo"/>
                <a:sym typeface="Arvo"/>
              </a:rPr>
              <a:t>&lt;ej: El cliente realiza el pago&gt;</a:t>
            </a:r>
            <a:endParaRPr i="1" sz="600">
              <a:solidFill>
                <a:srgbClr val="666666"/>
              </a:solidFill>
              <a:latin typeface="Arvo"/>
              <a:ea typeface="Arvo"/>
              <a:cs typeface="Arvo"/>
              <a:sym typeface="Arvo"/>
            </a:endParaRPr>
          </a:p>
        </p:txBody>
      </p:sp>
      <p:sp>
        <p:nvSpPr>
          <p:cNvPr id="6531" name="Google Shape;6531;p112"/>
          <p:cNvSpPr txBox="1"/>
          <p:nvPr/>
        </p:nvSpPr>
        <p:spPr>
          <a:xfrm>
            <a:off x="2524025" y="497711"/>
            <a:ext cx="8850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Formulario:</a:t>
            </a:r>
            <a:endParaRPr b="1" sz="1100"/>
          </a:p>
        </p:txBody>
      </p:sp>
      <p:sp>
        <p:nvSpPr>
          <p:cNvPr id="6532" name="Google Shape;6532;p112"/>
          <p:cNvSpPr txBox="1"/>
          <p:nvPr>
            <p:ph type="title"/>
          </p:nvPr>
        </p:nvSpPr>
        <p:spPr>
          <a:xfrm flipH="1">
            <a:off x="3408875" y="445821"/>
            <a:ext cx="6479700" cy="2664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000"/>
              <a:buNone/>
              <a:defRPr sz="1000">
                <a:solidFill>
                  <a:srgbClr val="000000"/>
                </a:solidFill>
              </a:defRPr>
            </a:lvl1pPr>
            <a:lvl2pPr lvl="1">
              <a:spcBef>
                <a:spcPts val="0"/>
              </a:spcBef>
              <a:spcAft>
                <a:spcPts val="0"/>
              </a:spcAft>
              <a:buClr>
                <a:srgbClr val="000000"/>
              </a:buClr>
              <a:buSzPts val="1000"/>
              <a:buNone/>
              <a:defRPr sz="1000">
                <a:solidFill>
                  <a:srgbClr val="000000"/>
                </a:solidFill>
              </a:defRPr>
            </a:lvl2pPr>
            <a:lvl3pPr lvl="2">
              <a:spcBef>
                <a:spcPts val="0"/>
              </a:spcBef>
              <a:spcAft>
                <a:spcPts val="0"/>
              </a:spcAft>
              <a:buClr>
                <a:srgbClr val="000000"/>
              </a:buClr>
              <a:buSzPts val="1000"/>
              <a:buNone/>
              <a:defRPr sz="1000">
                <a:solidFill>
                  <a:srgbClr val="000000"/>
                </a:solidFill>
              </a:defRPr>
            </a:lvl3pPr>
            <a:lvl4pPr lvl="3">
              <a:spcBef>
                <a:spcPts val="0"/>
              </a:spcBef>
              <a:spcAft>
                <a:spcPts val="0"/>
              </a:spcAft>
              <a:buClr>
                <a:srgbClr val="000000"/>
              </a:buClr>
              <a:buSzPts val="1000"/>
              <a:buNone/>
              <a:defRPr sz="1000">
                <a:solidFill>
                  <a:srgbClr val="000000"/>
                </a:solidFill>
              </a:defRPr>
            </a:lvl4pPr>
            <a:lvl5pPr lvl="4">
              <a:spcBef>
                <a:spcPts val="0"/>
              </a:spcBef>
              <a:spcAft>
                <a:spcPts val="0"/>
              </a:spcAft>
              <a:buClr>
                <a:srgbClr val="000000"/>
              </a:buClr>
              <a:buSzPts val="1000"/>
              <a:buNone/>
              <a:defRPr sz="1000">
                <a:solidFill>
                  <a:srgbClr val="000000"/>
                </a:solidFill>
              </a:defRPr>
            </a:lvl5pPr>
            <a:lvl6pPr lvl="5">
              <a:spcBef>
                <a:spcPts val="0"/>
              </a:spcBef>
              <a:spcAft>
                <a:spcPts val="0"/>
              </a:spcAft>
              <a:buClr>
                <a:srgbClr val="000000"/>
              </a:buClr>
              <a:buSzPts val="1000"/>
              <a:buNone/>
              <a:defRPr sz="1000">
                <a:solidFill>
                  <a:srgbClr val="000000"/>
                </a:solidFill>
              </a:defRPr>
            </a:lvl6pPr>
            <a:lvl7pPr lvl="6">
              <a:spcBef>
                <a:spcPts val="0"/>
              </a:spcBef>
              <a:spcAft>
                <a:spcPts val="0"/>
              </a:spcAft>
              <a:buClr>
                <a:srgbClr val="000000"/>
              </a:buClr>
              <a:buSzPts val="1000"/>
              <a:buNone/>
              <a:defRPr sz="1000">
                <a:solidFill>
                  <a:srgbClr val="000000"/>
                </a:solidFill>
              </a:defRPr>
            </a:lvl7pPr>
            <a:lvl8pPr lvl="7">
              <a:spcBef>
                <a:spcPts val="0"/>
              </a:spcBef>
              <a:spcAft>
                <a:spcPts val="0"/>
              </a:spcAft>
              <a:buClr>
                <a:srgbClr val="000000"/>
              </a:buClr>
              <a:buSzPts val="1000"/>
              <a:buNone/>
              <a:defRPr sz="1000">
                <a:solidFill>
                  <a:srgbClr val="000000"/>
                </a:solidFill>
              </a:defRPr>
            </a:lvl8pPr>
            <a:lvl9pPr lvl="8">
              <a:spcBef>
                <a:spcPts val="0"/>
              </a:spcBef>
              <a:spcAft>
                <a:spcPts val="0"/>
              </a:spcAft>
              <a:buClr>
                <a:srgbClr val="000000"/>
              </a:buClr>
              <a:buSzPts val="1000"/>
              <a:buNone/>
              <a:defRPr sz="1000">
                <a:solidFill>
                  <a:srgbClr val="000000"/>
                </a:solidFill>
              </a:defRPr>
            </a:lvl9pPr>
          </a:lstStyle>
          <a:p/>
        </p:txBody>
      </p:sp>
      <p:sp>
        <p:nvSpPr>
          <p:cNvPr id="6533" name="Google Shape;6533;p112"/>
          <p:cNvSpPr txBox="1"/>
          <p:nvPr>
            <p:ph idx="16" type="body"/>
          </p:nvPr>
        </p:nvSpPr>
        <p:spPr>
          <a:xfrm>
            <a:off x="641150" y="612125"/>
            <a:ext cx="1770300" cy="160500"/>
          </a:xfrm>
          <a:prstGeom prst="rect">
            <a:avLst/>
          </a:prstGeom>
          <a:noFill/>
          <a:ln>
            <a:noFill/>
          </a:ln>
        </p:spPr>
        <p:txBody>
          <a:bodyPr anchorCtr="0" anchor="t" bIns="0" lIns="0" spcFirstLastPara="1" rIns="0" wrap="square" tIns="0">
            <a:noAutofit/>
          </a:bodyPr>
          <a:lstStyle>
            <a:lvl1pPr indent="-292100" lvl="0" marL="457200" algn="ctr">
              <a:spcBef>
                <a:spcPts val="0"/>
              </a:spcBef>
              <a:spcAft>
                <a:spcPts val="0"/>
              </a:spcAft>
              <a:buClr>
                <a:srgbClr val="FFFFFF"/>
              </a:buClr>
              <a:buSzPts val="1000"/>
              <a:buChar char="●"/>
              <a:defRPr sz="1000">
                <a:solidFill>
                  <a:srgbClr val="FFFFFF"/>
                </a:solidFill>
              </a:defRPr>
            </a:lvl1pPr>
            <a:lvl2pPr indent="-292100" lvl="1" marL="914400" algn="ctr">
              <a:spcBef>
                <a:spcPts val="0"/>
              </a:spcBef>
              <a:spcAft>
                <a:spcPts val="0"/>
              </a:spcAft>
              <a:buClr>
                <a:srgbClr val="FFFFFF"/>
              </a:buClr>
              <a:buSzPts val="1000"/>
              <a:buChar char="○"/>
              <a:defRPr sz="1000">
                <a:solidFill>
                  <a:srgbClr val="FFFFFF"/>
                </a:solidFill>
              </a:defRPr>
            </a:lvl2pPr>
            <a:lvl3pPr indent="-292100" lvl="2" marL="1371600" algn="ctr">
              <a:spcBef>
                <a:spcPts val="0"/>
              </a:spcBef>
              <a:spcAft>
                <a:spcPts val="0"/>
              </a:spcAft>
              <a:buClr>
                <a:srgbClr val="FFFFFF"/>
              </a:buClr>
              <a:buSzPts val="1000"/>
              <a:buChar char="■"/>
              <a:defRPr sz="1000">
                <a:solidFill>
                  <a:srgbClr val="FFFFFF"/>
                </a:solidFill>
              </a:defRPr>
            </a:lvl3pPr>
            <a:lvl4pPr indent="-292100" lvl="3" marL="1828800" algn="ctr">
              <a:spcBef>
                <a:spcPts val="0"/>
              </a:spcBef>
              <a:spcAft>
                <a:spcPts val="0"/>
              </a:spcAft>
              <a:buClr>
                <a:srgbClr val="FFFFFF"/>
              </a:buClr>
              <a:buSzPts val="1000"/>
              <a:buChar char="●"/>
              <a:defRPr sz="1000">
                <a:solidFill>
                  <a:srgbClr val="FFFFFF"/>
                </a:solidFill>
              </a:defRPr>
            </a:lvl4pPr>
            <a:lvl5pPr indent="-292100" lvl="4" marL="2286000" algn="ctr">
              <a:spcBef>
                <a:spcPts val="0"/>
              </a:spcBef>
              <a:spcAft>
                <a:spcPts val="0"/>
              </a:spcAft>
              <a:buClr>
                <a:srgbClr val="FFFFFF"/>
              </a:buClr>
              <a:buSzPts val="1000"/>
              <a:buChar char="○"/>
              <a:defRPr sz="1000">
                <a:solidFill>
                  <a:srgbClr val="FFFFFF"/>
                </a:solidFill>
              </a:defRPr>
            </a:lvl5pPr>
            <a:lvl6pPr indent="-292100" lvl="5" marL="2743200" algn="ctr">
              <a:spcBef>
                <a:spcPts val="0"/>
              </a:spcBef>
              <a:spcAft>
                <a:spcPts val="0"/>
              </a:spcAft>
              <a:buClr>
                <a:srgbClr val="FFFFFF"/>
              </a:buClr>
              <a:buSzPts val="1000"/>
              <a:buChar char="■"/>
              <a:defRPr sz="1000">
                <a:solidFill>
                  <a:srgbClr val="FFFFFF"/>
                </a:solidFill>
              </a:defRPr>
            </a:lvl6pPr>
            <a:lvl7pPr indent="-292100" lvl="6" marL="3200400" algn="ctr">
              <a:spcBef>
                <a:spcPts val="0"/>
              </a:spcBef>
              <a:spcAft>
                <a:spcPts val="0"/>
              </a:spcAft>
              <a:buClr>
                <a:srgbClr val="FFFFFF"/>
              </a:buClr>
              <a:buSzPts val="1000"/>
              <a:buChar char="●"/>
              <a:defRPr sz="1000">
                <a:solidFill>
                  <a:srgbClr val="FFFFFF"/>
                </a:solidFill>
              </a:defRPr>
            </a:lvl7pPr>
            <a:lvl8pPr indent="-292100" lvl="7" marL="3657600" algn="ctr">
              <a:spcBef>
                <a:spcPts val="0"/>
              </a:spcBef>
              <a:spcAft>
                <a:spcPts val="0"/>
              </a:spcAft>
              <a:buClr>
                <a:srgbClr val="FFFFFF"/>
              </a:buClr>
              <a:buSzPts val="1000"/>
              <a:buChar char="○"/>
              <a:defRPr sz="1000">
                <a:solidFill>
                  <a:srgbClr val="FFFFFF"/>
                </a:solidFill>
              </a:defRPr>
            </a:lvl8pPr>
            <a:lvl9pPr indent="-292100" lvl="8" marL="4114800" algn="ctr">
              <a:spcBef>
                <a:spcPts val="0"/>
              </a:spcBef>
              <a:spcAft>
                <a:spcPts val="0"/>
              </a:spcAft>
              <a:buClr>
                <a:srgbClr val="FFFFFF"/>
              </a:buClr>
              <a:buSzPts val="1000"/>
              <a:buChar char="■"/>
              <a:defRPr sz="1000">
                <a:solidFill>
                  <a:srgbClr val="FFFFFF"/>
                </a:solidFill>
              </a:defRPr>
            </a:lvl9pPr>
          </a:lstStyle>
          <a:p/>
        </p:txBody>
      </p:sp>
      <p:sp>
        <p:nvSpPr>
          <p:cNvPr id="6534" name="Google Shape;6534;p112"/>
          <p:cNvSpPr txBox="1"/>
          <p:nvPr/>
        </p:nvSpPr>
        <p:spPr>
          <a:xfrm>
            <a:off x="84825" y="598125"/>
            <a:ext cx="595500" cy="205800"/>
          </a:xfrm>
          <a:prstGeom prst="rect">
            <a:avLst/>
          </a:prstGeom>
          <a:noFill/>
          <a:ln>
            <a:noFill/>
          </a:ln>
        </p:spPr>
        <p:txBody>
          <a:bodyPr anchorCtr="0" anchor="t" bIns="18000" lIns="18000" spcFirstLastPara="1" rIns="18000" wrap="square" tIns="18000">
            <a:spAutoFit/>
          </a:bodyPr>
          <a:lstStyle/>
          <a:p>
            <a:pPr indent="0" lvl="0" marL="0" rtl="0" algn="l">
              <a:spcBef>
                <a:spcPts val="0"/>
              </a:spcBef>
              <a:spcAft>
                <a:spcPts val="0"/>
              </a:spcAft>
              <a:buNone/>
            </a:pPr>
            <a:r>
              <a:rPr lang="es-419" sz="1100">
                <a:solidFill>
                  <a:srgbClr val="FFFFFF"/>
                </a:solidFill>
              </a:rPr>
              <a:t>Nombre:</a:t>
            </a:r>
            <a:endParaRPr sz="1100">
              <a:solidFill>
                <a:srgbClr val="FFFFFF"/>
              </a:solidFill>
            </a:endParaRPr>
          </a:p>
        </p:txBody>
      </p:sp>
    </p:spTree>
  </p:cSld>
  <p:clrMapOvr>
    <a:masterClrMapping/>
  </p:clrMapOvr>
</p:sldLayout>
</file>

<file path=ppt/slideLayouts/slideLayout1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5.2 Requisitos Funcionales">
  <p:cSld name="TITLE_3_6_1_1_1_1_1_1_1_1_1_1_1_1_1_1_1_1_1_1_1_1_1_1_1">
    <p:spTree>
      <p:nvGrpSpPr>
        <p:cNvPr id="6535" name="Shape 6535"/>
        <p:cNvGrpSpPr/>
        <p:nvPr/>
      </p:nvGrpSpPr>
      <p:grpSpPr>
        <a:xfrm>
          <a:off x="0" y="0"/>
          <a:ext cx="0" cy="0"/>
          <a:chOff x="0" y="0"/>
          <a:chExt cx="0" cy="0"/>
        </a:xfrm>
      </p:grpSpPr>
      <p:sp>
        <p:nvSpPr>
          <p:cNvPr id="6536" name="Google Shape;6536;p113"/>
          <p:cNvSpPr/>
          <p:nvPr/>
        </p:nvSpPr>
        <p:spPr>
          <a:xfrm>
            <a:off x="77688" y="358938"/>
            <a:ext cx="9935700" cy="6438000"/>
          </a:xfrm>
          <a:prstGeom prst="roundRect">
            <a:avLst>
              <a:gd fmla="val 2618" name="adj"/>
            </a:avLst>
          </a:prstGeom>
          <a:solidFill>
            <a:srgbClr val="FFFFFF"/>
          </a:solidFill>
          <a:ln cap="flat" cmpd="sng" w="38100">
            <a:solidFill>
              <a:srgbClr val="000000"/>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537" name="Google Shape;6537;p113"/>
          <p:cNvCxnSpPr/>
          <p:nvPr/>
        </p:nvCxnSpPr>
        <p:spPr>
          <a:xfrm>
            <a:off x="77688" y="772614"/>
            <a:ext cx="9935700" cy="0"/>
          </a:xfrm>
          <a:prstGeom prst="straightConnector1">
            <a:avLst/>
          </a:prstGeom>
          <a:noFill/>
          <a:ln cap="flat" cmpd="sng" w="19050">
            <a:solidFill>
              <a:srgbClr val="000000"/>
            </a:solidFill>
            <a:prstDash val="solid"/>
            <a:round/>
            <a:headEnd len="med" w="med" type="none"/>
            <a:tailEnd len="med" w="med" type="none"/>
          </a:ln>
        </p:spPr>
      </p:cxnSp>
      <p:cxnSp>
        <p:nvCxnSpPr>
          <p:cNvPr id="6538" name="Google Shape;6538;p113"/>
          <p:cNvCxnSpPr/>
          <p:nvPr/>
        </p:nvCxnSpPr>
        <p:spPr>
          <a:xfrm rot="10800000">
            <a:off x="2439038" y="368188"/>
            <a:ext cx="0" cy="402300"/>
          </a:xfrm>
          <a:prstGeom prst="straightConnector1">
            <a:avLst/>
          </a:prstGeom>
          <a:noFill/>
          <a:ln cap="flat" cmpd="sng" w="19050">
            <a:solidFill>
              <a:srgbClr val="000000"/>
            </a:solidFill>
            <a:prstDash val="solid"/>
            <a:round/>
            <a:headEnd len="med" w="med" type="none"/>
            <a:tailEnd len="med" w="med" type="none"/>
          </a:ln>
        </p:spPr>
      </p:cxnSp>
      <p:sp>
        <p:nvSpPr>
          <p:cNvPr id="6539" name="Google Shape;6539;p113"/>
          <p:cNvSpPr/>
          <p:nvPr/>
        </p:nvSpPr>
        <p:spPr>
          <a:xfrm>
            <a:off x="77688" y="349338"/>
            <a:ext cx="2361300" cy="421200"/>
          </a:xfrm>
          <a:prstGeom prst="roundRect">
            <a:avLst>
              <a:gd fmla="val 50000" name="adj"/>
            </a:avLst>
          </a:prstGeom>
          <a:solidFill>
            <a:srgbClr val="000000"/>
          </a:solidFill>
          <a:ln cap="flat" cmpd="sng" w="9525">
            <a:solidFill>
              <a:srgbClr val="000000"/>
            </a:solidFill>
            <a:prstDash val="solid"/>
            <a:round/>
            <a:headEnd len="sm" w="sm" type="none"/>
            <a:tailEnd len="sm" w="sm" type="none"/>
          </a:ln>
        </p:spPr>
        <p:txBody>
          <a:bodyPr anchorCtr="0" anchor="ctr" bIns="91425" lIns="0" spcFirstLastPara="1" rIns="0" wrap="square" tIns="91425">
            <a:noAutofit/>
          </a:bodyPr>
          <a:lstStyle/>
          <a:p>
            <a:pPr indent="0" lvl="0" marL="0" rtl="0" algn="ctr">
              <a:spcBef>
                <a:spcPts val="0"/>
              </a:spcBef>
              <a:spcAft>
                <a:spcPts val="0"/>
              </a:spcAft>
              <a:buNone/>
            </a:pPr>
            <a:r>
              <a:rPr b="1" lang="es-419" sz="1100">
                <a:solidFill>
                  <a:srgbClr val="FFFFFF"/>
                </a:solidFill>
              </a:rPr>
              <a:t>Requisitos Funcionales</a:t>
            </a:r>
            <a:endParaRPr b="1" sz="1100">
              <a:solidFill>
                <a:srgbClr val="FFFFFF"/>
              </a:solidFill>
            </a:endParaRPr>
          </a:p>
          <a:p>
            <a:pPr indent="0" lvl="0" marL="0" rtl="0" algn="ctr">
              <a:spcBef>
                <a:spcPts val="0"/>
              </a:spcBef>
              <a:spcAft>
                <a:spcPts val="0"/>
              </a:spcAft>
              <a:buNone/>
            </a:pPr>
            <a:r>
              <a:t/>
            </a:r>
            <a:endParaRPr b="1" sz="1200">
              <a:solidFill>
                <a:srgbClr val="FFFFFF"/>
              </a:solidFill>
            </a:endParaRPr>
          </a:p>
        </p:txBody>
      </p:sp>
      <p:sp>
        <p:nvSpPr>
          <p:cNvPr id="6540" name="Google Shape;6540;p113"/>
          <p:cNvSpPr/>
          <p:nvPr/>
        </p:nvSpPr>
        <p:spPr>
          <a:xfrm>
            <a:off x="83988" y="595504"/>
            <a:ext cx="190200" cy="1692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1" name="Google Shape;6541;p113"/>
          <p:cNvSpPr/>
          <p:nvPr/>
        </p:nvSpPr>
        <p:spPr>
          <a:xfrm>
            <a:off x="2350598" y="358950"/>
            <a:ext cx="88500" cy="4023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2" name="Google Shape;6542;p113"/>
          <p:cNvSpPr/>
          <p:nvPr/>
        </p:nvSpPr>
        <p:spPr>
          <a:xfrm>
            <a:off x="2277739" y="663750"/>
            <a:ext cx="88500" cy="1089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3" name="Google Shape;6543;p113"/>
          <p:cNvSpPr/>
          <p:nvPr/>
        </p:nvSpPr>
        <p:spPr>
          <a:xfrm>
            <a:off x="1750950" y="841370"/>
            <a:ext cx="8016600" cy="402300"/>
          </a:xfrm>
          <a:prstGeom prst="roundRect">
            <a:avLst>
              <a:gd fmla="val 9450" name="adj"/>
            </a:avLst>
          </a:prstGeom>
          <a:solidFill>
            <a:srgbClr val="F4CCCC"/>
          </a:solidFill>
          <a:ln cap="flat" cmpd="sng" w="9525">
            <a:solidFill>
              <a:srgbClr val="F4CCCC"/>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6000" spcFirstLastPara="1" rIns="0" wrap="square" tIns="0">
            <a:noAutofit/>
          </a:bodyPr>
          <a:lstStyle/>
          <a:p>
            <a:pPr indent="0" lvl="0" marL="0" marR="0" rtl="0" algn="ctr">
              <a:lnSpc>
                <a:spcPct val="100000"/>
              </a:lnSpc>
              <a:spcBef>
                <a:spcPts val="0"/>
              </a:spcBef>
              <a:spcAft>
                <a:spcPts val="0"/>
              </a:spcAft>
              <a:buClr>
                <a:srgbClr val="000000"/>
              </a:buClr>
              <a:buSzPts val="1100"/>
              <a:buFont typeface="Arial"/>
              <a:buNone/>
            </a:pPr>
            <a:r>
              <a:rPr b="1" lang="es-419" sz="1200">
                <a:latin typeface="Arvo"/>
                <a:ea typeface="Arvo"/>
                <a:cs typeface="Arvo"/>
                <a:sym typeface="Arvo"/>
              </a:rPr>
              <a:t>Descripción</a:t>
            </a:r>
            <a:endParaRPr b="1" i="0" sz="1200" u="none" cap="none" strike="noStrike">
              <a:solidFill>
                <a:srgbClr val="000000"/>
              </a:solidFill>
              <a:latin typeface="Arvo"/>
              <a:ea typeface="Arvo"/>
              <a:cs typeface="Arvo"/>
              <a:sym typeface="Arvo"/>
            </a:endParaRPr>
          </a:p>
        </p:txBody>
      </p:sp>
      <p:sp>
        <p:nvSpPr>
          <p:cNvPr id="6544" name="Google Shape;6544;p113"/>
          <p:cNvSpPr/>
          <p:nvPr/>
        </p:nvSpPr>
        <p:spPr>
          <a:xfrm>
            <a:off x="312350" y="841370"/>
            <a:ext cx="1287300" cy="402300"/>
          </a:xfrm>
          <a:prstGeom prst="roundRect">
            <a:avLst>
              <a:gd fmla="val 16667" name="adj"/>
            </a:avLst>
          </a:prstGeom>
          <a:solidFill>
            <a:srgbClr val="FFF2CC"/>
          </a:solidFill>
          <a:ln cap="flat" cmpd="sng" w="9525">
            <a:solidFill>
              <a:srgbClr val="FFF2CC"/>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36000" lIns="0" spcFirstLastPara="1" rIns="0" wrap="square" tIns="36000">
            <a:noAutofit/>
          </a:bodyPr>
          <a:lstStyle/>
          <a:p>
            <a:pPr indent="0" lvl="0" marL="0" marR="0" rtl="0" algn="ctr">
              <a:lnSpc>
                <a:spcPct val="100000"/>
              </a:lnSpc>
              <a:spcBef>
                <a:spcPts val="0"/>
              </a:spcBef>
              <a:spcAft>
                <a:spcPts val="0"/>
              </a:spcAft>
              <a:buClr>
                <a:srgbClr val="000000"/>
              </a:buClr>
              <a:buSzPts val="1100"/>
              <a:buFont typeface="Arial"/>
              <a:buNone/>
            </a:pPr>
            <a:r>
              <a:rPr b="1" lang="es-419" sz="1200">
                <a:latin typeface="Arvo"/>
                <a:ea typeface="Arvo"/>
                <a:cs typeface="Arvo"/>
                <a:sym typeface="Arvo"/>
              </a:rPr>
              <a:t>Código</a:t>
            </a:r>
            <a:endParaRPr b="1" sz="1200">
              <a:latin typeface="Arvo"/>
              <a:ea typeface="Arvo"/>
              <a:cs typeface="Arvo"/>
              <a:sym typeface="Arvo"/>
            </a:endParaRPr>
          </a:p>
        </p:txBody>
      </p:sp>
      <p:sp>
        <p:nvSpPr>
          <p:cNvPr id="6545" name="Google Shape;6545;p113"/>
          <p:cNvSpPr/>
          <p:nvPr/>
        </p:nvSpPr>
        <p:spPr>
          <a:xfrm>
            <a:off x="1750946" y="1344235"/>
            <a:ext cx="8016600" cy="3135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600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t/>
            </a:r>
            <a:endParaRPr b="1" i="0" sz="1800" u="none" cap="none" strike="noStrike">
              <a:solidFill>
                <a:srgbClr val="000000"/>
              </a:solidFill>
              <a:latin typeface="Roboto"/>
              <a:ea typeface="Roboto"/>
              <a:cs typeface="Roboto"/>
              <a:sym typeface="Roboto"/>
            </a:endParaRPr>
          </a:p>
        </p:txBody>
      </p:sp>
      <p:sp>
        <p:nvSpPr>
          <p:cNvPr id="6546" name="Google Shape;6546;p113"/>
          <p:cNvSpPr/>
          <p:nvPr/>
        </p:nvSpPr>
        <p:spPr>
          <a:xfrm>
            <a:off x="312351" y="1344235"/>
            <a:ext cx="1287300" cy="313500"/>
          </a:xfrm>
          <a:prstGeom prst="roundRect">
            <a:avLst>
              <a:gd fmla="val 16667" name="adj"/>
            </a:avLst>
          </a:prstGeom>
          <a:solidFill>
            <a:srgbClr val="FFF2CC"/>
          </a:solidFill>
          <a:ln>
            <a:noFill/>
          </a:ln>
          <a:effectLst>
            <a:outerShdw blurRad="57150" rotWithShape="0" algn="bl" dir="5400000" dist="19050">
              <a:srgbClr val="000000">
                <a:alpha val="49800"/>
              </a:srgbClr>
            </a:outerShdw>
          </a:effectLst>
        </p:spPr>
        <p:txBody>
          <a:bodyPr anchorCtr="0" anchor="ctr" bIns="36000" lIns="0" spcFirstLastPara="1" rIns="0" wrap="square" tIns="36000">
            <a:noAutofit/>
          </a:bodyPr>
          <a:lstStyle/>
          <a:p>
            <a:pPr indent="0" lvl="0" marL="0" marR="0" rtl="0" algn="ctr">
              <a:lnSpc>
                <a:spcPct val="100000"/>
              </a:lnSpc>
              <a:spcBef>
                <a:spcPts val="0"/>
              </a:spcBef>
              <a:spcAft>
                <a:spcPts val="0"/>
              </a:spcAft>
              <a:buClr>
                <a:srgbClr val="000000"/>
              </a:buClr>
              <a:buSzPts val="1100"/>
              <a:buFont typeface="Arial"/>
              <a:buNone/>
            </a:pPr>
            <a:r>
              <a:t/>
            </a:r>
            <a:endParaRPr b="1" sz="1000">
              <a:latin typeface="Arvo"/>
              <a:ea typeface="Arvo"/>
              <a:cs typeface="Arvo"/>
              <a:sym typeface="Arvo"/>
            </a:endParaRPr>
          </a:p>
        </p:txBody>
      </p:sp>
      <p:sp>
        <p:nvSpPr>
          <p:cNvPr id="6547" name="Google Shape;6547;p113"/>
          <p:cNvSpPr/>
          <p:nvPr/>
        </p:nvSpPr>
        <p:spPr>
          <a:xfrm>
            <a:off x="1750946" y="1731060"/>
            <a:ext cx="8016600" cy="3135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600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t/>
            </a:r>
            <a:endParaRPr b="1" i="0" sz="1800" u="none" cap="none" strike="noStrike">
              <a:solidFill>
                <a:srgbClr val="000000"/>
              </a:solidFill>
              <a:latin typeface="Roboto"/>
              <a:ea typeface="Roboto"/>
              <a:cs typeface="Roboto"/>
              <a:sym typeface="Roboto"/>
            </a:endParaRPr>
          </a:p>
        </p:txBody>
      </p:sp>
      <p:sp>
        <p:nvSpPr>
          <p:cNvPr id="6548" name="Google Shape;6548;p113"/>
          <p:cNvSpPr/>
          <p:nvPr/>
        </p:nvSpPr>
        <p:spPr>
          <a:xfrm>
            <a:off x="312351" y="1731060"/>
            <a:ext cx="1287300" cy="313500"/>
          </a:xfrm>
          <a:prstGeom prst="roundRect">
            <a:avLst>
              <a:gd fmla="val 16667" name="adj"/>
            </a:avLst>
          </a:prstGeom>
          <a:solidFill>
            <a:srgbClr val="FFF2CC"/>
          </a:solidFill>
          <a:ln>
            <a:noFill/>
          </a:ln>
          <a:effectLst>
            <a:outerShdw blurRad="57150" rotWithShape="0" algn="bl" dir="5400000" dist="19050">
              <a:srgbClr val="000000">
                <a:alpha val="49800"/>
              </a:srgbClr>
            </a:outerShdw>
          </a:effectLst>
        </p:spPr>
        <p:txBody>
          <a:bodyPr anchorCtr="0" anchor="ctr" bIns="36000" lIns="0" spcFirstLastPara="1" rIns="0" wrap="square" tIns="36000">
            <a:noAutofit/>
          </a:bodyPr>
          <a:lstStyle/>
          <a:p>
            <a:pPr indent="0" lvl="0" marL="0" marR="0" rtl="0" algn="ctr">
              <a:lnSpc>
                <a:spcPct val="100000"/>
              </a:lnSpc>
              <a:spcBef>
                <a:spcPts val="0"/>
              </a:spcBef>
              <a:spcAft>
                <a:spcPts val="0"/>
              </a:spcAft>
              <a:buClr>
                <a:srgbClr val="000000"/>
              </a:buClr>
              <a:buSzPts val="1100"/>
              <a:buFont typeface="Arial"/>
              <a:buNone/>
            </a:pPr>
            <a:r>
              <a:t/>
            </a:r>
            <a:endParaRPr b="1" sz="1000">
              <a:latin typeface="Arvo"/>
              <a:ea typeface="Arvo"/>
              <a:cs typeface="Arvo"/>
              <a:sym typeface="Arvo"/>
            </a:endParaRPr>
          </a:p>
        </p:txBody>
      </p:sp>
      <p:sp>
        <p:nvSpPr>
          <p:cNvPr id="6549" name="Google Shape;6549;p113"/>
          <p:cNvSpPr/>
          <p:nvPr/>
        </p:nvSpPr>
        <p:spPr>
          <a:xfrm>
            <a:off x="1750946" y="2111591"/>
            <a:ext cx="8016600" cy="3135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600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t/>
            </a:r>
            <a:endParaRPr b="1" i="0" sz="1800" u="none" cap="none" strike="noStrike">
              <a:solidFill>
                <a:srgbClr val="000000"/>
              </a:solidFill>
              <a:latin typeface="Roboto"/>
              <a:ea typeface="Roboto"/>
              <a:cs typeface="Roboto"/>
              <a:sym typeface="Roboto"/>
            </a:endParaRPr>
          </a:p>
        </p:txBody>
      </p:sp>
      <p:sp>
        <p:nvSpPr>
          <p:cNvPr id="6550" name="Google Shape;6550;p113"/>
          <p:cNvSpPr/>
          <p:nvPr/>
        </p:nvSpPr>
        <p:spPr>
          <a:xfrm>
            <a:off x="312351" y="2111591"/>
            <a:ext cx="1287300" cy="313500"/>
          </a:xfrm>
          <a:prstGeom prst="roundRect">
            <a:avLst>
              <a:gd fmla="val 16667" name="adj"/>
            </a:avLst>
          </a:prstGeom>
          <a:solidFill>
            <a:srgbClr val="FFF2CC"/>
          </a:solidFill>
          <a:ln>
            <a:noFill/>
          </a:ln>
          <a:effectLst>
            <a:outerShdw blurRad="57150" rotWithShape="0" algn="bl" dir="5400000" dist="19050">
              <a:srgbClr val="000000">
                <a:alpha val="49800"/>
              </a:srgbClr>
            </a:outerShdw>
          </a:effectLst>
        </p:spPr>
        <p:txBody>
          <a:bodyPr anchorCtr="0" anchor="ctr" bIns="36000" lIns="0" spcFirstLastPara="1" rIns="0" wrap="square" tIns="36000">
            <a:noAutofit/>
          </a:bodyPr>
          <a:lstStyle/>
          <a:p>
            <a:pPr indent="0" lvl="0" marL="0" marR="0" rtl="0" algn="ctr">
              <a:lnSpc>
                <a:spcPct val="100000"/>
              </a:lnSpc>
              <a:spcBef>
                <a:spcPts val="0"/>
              </a:spcBef>
              <a:spcAft>
                <a:spcPts val="0"/>
              </a:spcAft>
              <a:buClr>
                <a:srgbClr val="000000"/>
              </a:buClr>
              <a:buSzPts val="1100"/>
              <a:buFont typeface="Arial"/>
              <a:buNone/>
            </a:pPr>
            <a:r>
              <a:t/>
            </a:r>
            <a:endParaRPr b="1" sz="1000">
              <a:latin typeface="Arvo"/>
              <a:ea typeface="Arvo"/>
              <a:cs typeface="Arvo"/>
              <a:sym typeface="Arvo"/>
            </a:endParaRPr>
          </a:p>
        </p:txBody>
      </p:sp>
      <p:sp>
        <p:nvSpPr>
          <p:cNvPr id="6551" name="Google Shape;6551;p113"/>
          <p:cNvSpPr/>
          <p:nvPr/>
        </p:nvSpPr>
        <p:spPr>
          <a:xfrm>
            <a:off x="1750946" y="2492122"/>
            <a:ext cx="8016600" cy="3135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600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t/>
            </a:r>
            <a:endParaRPr b="1" i="0" sz="1800" u="none" cap="none" strike="noStrike">
              <a:solidFill>
                <a:srgbClr val="000000"/>
              </a:solidFill>
              <a:latin typeface="Roboto"/>
              <a:ea typeface="Roboto"/>
              <a:cs typeface="Roboto"/>
              <a:sym typeface="Roboto"/>
            </a:endParaRPr>
          </a:p>
        </p:txBody>
      </p:sp>
      <p:sp>
        <p:nvSpPr>
          <p:cNvPr id="6552" name="Google Shape;6552;p113"/>
          <p:cNvSpPr/>
          <p:nvPr/>
        </p:nvSpPr>
        <p:spPr>
          <a:xfrm>
            <a:off x="312351" y="2492122"/>
            <a:ext cx="1287300" cy="313500"/>
          </a:xfrm>
          <a:prstGeom prst="roundRect">
            <a:avLst>
              <a:gd fmla="val 16667" name="adj"/>
            </a:avLst>
          </a:prstGeom>
          <a:solidFill>
            <a:srgbClr val="FFF2CC"/>
          </a:solidFill>
          <a:ln>
            <a:noFill/>
          </a:ln>
          <a:effectLst>
            <a:outerShdw blurRad="57150" rotWithShape="0" algn="bl" dir="5400000" dist="19050">
              <a:srgbClr val="000000">
                <a:alpha val="49800"/>
              </a:srgbClr>
            </a:outerShdw>
          </a:effectLst>
        </p:spPr>
        <p:txBody>
          <a:bodyPr anchorCtr="0" anchor="ctr" bIns="36000" lIns="0" spcFirstLastPara="1" rIns="0" wrap="square" tIns="36000">
            <a:noAutofit/>
          </a:bodyPr>
          <a:lstStyle/>
          <a:p>
            <a:pPr indent="0" lvl="0" marL="0" marR="0" rtl="0" algn="ctr">
              <a:lnSpc>
                <a:spcPct val="100000"/>
              </a:lnSpc>
              <a:spcBef>
                <a:spcPts val="0"/>
              </a:spcBef>
              <a:spcAft>
                <a:spcPts val="0"/>
              </a:spcAft>
              <a:buClr>
                <a:srgbClr val="000000"/>
              </a:buClr>
              <a:buSzPts val="1100"/>
              <a:buFont typeface="Arial"/>
              <a:buNone/>
            </a:pPr>
            <a:r>
              <a:t/>
            </a:r>
            <a:endParaRPr b="1" sz="1000">
              <a:latin typeface="Arvo"/>
              <a:ea typeface="Arvo"/>
              <a:cs typeface="Arvo"/>
              <a:sym typeface="Arvo"/>
            </a:endParaRPr>
          </a:p>
        </p:txBody>
      </p:sp>
      <p:sp>
        <p:nvSpPr>
          <p:cNvPr id="6553" name="Google Shape;6553;p113"/>
          <p:cNvSpPr/>
          <p:nvPr/>
        </p:nvSpPr>
        <p:spPr>
          <a:xfrm>
            <a:off x="1750946" y="2872328"/>
            <a:ext cx="8016600" cy="3135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600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t/>
            </a:r>
            <a:endParaRPr b="1" i="0" sz="1800" u="none" cap="none" strike="noStrike">
              <a:solidFill>
                <a:srgbClr val="000000"/>
              </a:solidFill>
              <a:latin typeface="Roboto"/>
              <a:ea typeface="Roboto"/>
              <a:cs typeface="Roboto"/>
              <a:sym typeface="Roboto"/>
            </a:endParaRPr>
          </a:p>
        </p:txBody>
      </p:sp>
      <p:sp>
        <p:nvSpPr>
          <p:cNvPr id="6554" name="Google Shape;6554;p113"/>
          <p:cNvSpPr/>
          <p:nvPr/>
        </p:nvSpPr>
        <p:spPr>
          <a:xfrm>
            <a:off x="312351" y="2872328"/>
            <a:ext cx="1287300" cy="313500"/>
          </a:xfrm>
          <a:prstGeom prst="roundRect">
            <a:avLst>
              <a:gd fmla="val 16667" name="adj"/>
            </a:avLst>
          </a:prstGeom>
          <a:solidFill>
            <a:srgbClr val="FFF2CC"/>
          </a:solidFill>
          <a:ln>
            <a:noFill/>
          </a:ln>
          <a:effectLst>
            <a:outerShdw blurRad="57150" rotWithShape="0" algn="bl" dir="5400000" dist="19050">
              <a:srgbClr val="000000">
                <a:alpha val="49800"/>
              </a:srgbClr>
            </a:outerShdw>
          </a:effectLst>
        </p:spPr>
        <p:txBody>
          <a:bodyPr anchorCtr="0" anchor="ctr" bIns="36000" lIns="0" spcFirstLastPara="1" rIns="0" wrap="square" tIns="36000">
            <a:noAutofit/>
          </a:bodyPr>
          <a:lstStyle/>
          <a:p>
            <a:pPr indent="0" lvl="0" marL="0" marR="0" rtl="0" algn="ctr">
              <a:lnSpc>
                <a:spcPct val="100000"/>
              </a:lnSpc>
              <a:spcBef>
                <a:spcPts val="0"/>
              </a:spcBef>
              <a:spcAft>
                <a:spcPts val="0"/>
              </a:spcAft>
              <a:buClr>
                <a:srgbClr val="000000"/>
              </a:buClr>
              <a:buSzPts val="1100"/>
              <a:buFont typeface="Arial"/>
              <a:buNone/>
            </a:pPr>
            <a:r>
              <a:t/>
            </a:r>
            <a:endParaRPr b="1" sz="1000">
              <a:latin typeface="Arvo"/>
              <a:ea typeface="Arvo"/>
              <a:cs typeface="Arvo"/>
              <a:sym typeface="Arvo"/>
            </a:endParaRPr>
          </a:p>
        </p:txBody>
      </p:sp>
      <p:sp>
        <p:nvSpPr>
          <p:cNvPr id="6555" name="Google Shape;6555;p113"/>
          <p:cNvSpPr/>
          <p:nvPr/>
        </p:nvSpPr>
        <p:spPr>
          <a:xfrm>
            <a:off x="1750946" y="3259478"/>
            <a:ext cx="8016600" cy="3135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600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t/>
            </a:r>
            <a:endParaRPr b="1" i="0" sz="1800" u="none" cap="none" strike="noStrike">
              <a:solidFill>
                <a:srgbClr val="000000"/>
              </a:solidFill>
              <a:latin typeface="Roboto"/>
              <a:ea typeface="Roboto"/>
              <a:cs typeface="Roboto"/>
              <a:sym typeface="Roboto"/>
            </a:endParaRPr>
          </a:p>
        </p:txBody>
      </p:sp>
      <p:sp>
        <p:nvSpPr>
          <p:cNvPr id="6556" name="Google Shape;6556;p113"/>
          <p:cNvSpPr/>
          <p:nvPr/>
        </p:nvSpPr>
        <p:spPr>
          <a:xfrm>
            <a:off x="312351" y="3259478"/>
            <a:ext cx="1287300" cy="313500"/>
          </a:xfrm>
          <a:prstGeom prst="roundRect">
            <a:avLst>
              <a:gd fmla="val 16667" name="adj"/>
            </a:avLst>
          </a:prstGeom>
          <a:solidFill>
            <a:srgbClr val="FFF2CC"/>
          </a:solidFill>
          <a:ln>
            <a:noFill/>
          </a:ln>
          <a:effectLst>
            <a:outerShdw blurRad="57150" rotWithShape="0" algn="bl" dir="5400000" dist="19050">
              <a:srgbClr val="000000">
                <a:alpha val="49800"/>
              </a:srgbClr>
            </a:outerShdw>
          </a:effectLst>
        </p:spPr>
        <p:txBody>
          <a:bodyPr anchorCtr="0" anchor="ctr" bIns="36000" lIns="0" spcFirstLastPara="1" rIns="0" wrap="square" tIns="36000">
            <a:noAutofit/>
          </a:bodyPr>
          <a:lstStyle/>
          <a:p>
            <a:pPr indent="0" lvl="0" marL="0" marR="0" rtl="0" algn="ctr">
              <a:lnSpc>
                <a:spcPct val="100000"/>
              </a:lnSpc>
              <a:spcBef>
                <a:spcPts val="0"/>
              </a:spcBef>
              <a:spcAft>
                <a:spcPts val="0"/>
              </a:spcAft>
              <a:buClr>
                <a:srgbClr val="000000"/>
              </a:buClr>
              <a:buSzPts val="1100"/>
              <a:buFont typeface="Arial"/>
              <a:buNone/>
            </a:pPr>
            <a:r>
              <a:t/>
            </a:r>
            <a:endParaRPr b="1" sz="1000">
              <a:latin typeface="Arvo"/>
              <a:ea typeface="Arvo"/>
              <a:cs typeface="Arvo"/>
              <a:sym typeface="Arvo"/>
            </a:endParaRPr>
          </a:p>
        </p:txBody>
      </p:sp>
      <p:sp>
        <p:nvSpPr>
          <p:cNvPr id="6557" name="Google Shape;6557;p113"/>
          <p:cNvSpPr txBox="1"/>
          <p:nvPr>
            <p:ph idx="1" type="subTitle"/>
          </p:nvPr>
        </p:nvSpPr>
        <p:spPr>
          <a:xfrm>
            <a:off x="1742676" y="1346206"/>
            <a:ext cx="8028600" cy="313500"/>
          </a:xfrm>
          <a:prstGeom prst="rect">
            <a:avLst/>
          </a:prstGeom>
          <a:noFill/>
          <a:ln>
            <a:noFill/>
          </a:ln>
        </p:spPr>
        <p:txBody>
          <a:bodyPr anchorCtr="0" anchor="ctr" bIns="36000" lIns="54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6558" name="Google Shape;6558;p113"/>
          <p:cNvSpPr/>
          <p:nvPr/>
        </p:nvSpPr>
        <p:spPr>
          <a:xfrm>
            <a:off x="1750946" y="3653247"/>
            <a:ext cx="8016600" cy="3135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600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t/>
            </a:r>
            <a:endParaRPr b="1" i="0" sz="1800" u="none" cap="none" strike="noStrike">
              <a:solidFill>
                <a:srgbClr val="000000"/>
              </a:solidFill>
              <a:latin typeface="Roboto"/>
              <a:ea typeface="Roboto"/>
              <a:cs typeface="Roboto"/>
              <a:sym typeface="Roboto"/>
            </a:endParaRPr>
          </a:p>
        </p:txBody>
      </p:sp>
      <p:sp>
        <p:nvSpPr>
          <p:cNvPr id="6559" name="Google Shape;6559;p113"/>
          <p:cNvSpPr/>
          <p:nvPr/>
        </p:nvSpPr>
        <p:spPr>
          <a:xfrm>
            <a:off x="312351" y="3653247"/>
            <a:ext cx="1287300" cy="313500"/>
          </a:xfrm>
          <a:prstGeom prst="roundRect">
            <a:avLst>
              <a:gd fmla="val 16667" name="adj"/>
            </a:avLst>
          </a:prstGeom>
          <a:solidFill>
            <a:srgbClr val="FFF2CC"/>
          </a:solidFill>
          <a:ln>
            <a:noFill/>
          </a:ln>
          <a:effectLst>
            <a:outerShdw blurRad="57150" rotWithShape="0" algn="bl" dir="5400000" dist="19050">
              <a:srgbClr val="000000">
                <a:alpha val="49800"/>
              </a:srgbClr>
            </a:outerShdw>
          </a:effectLst>
        </p:spPr>
        <p:txBody>
          <a:bodyPr anchorCtr="0" anchor="ctr" bIns="36000" lIns="0" spcFirstLastPara="1" rIns="0" wrap="square" tIns="36000">
            <a:noAutofit/>
          </a:bodyPr>
          <a:lstStyle/>
          <a:p>
            <a:pPr indent="0" lvl="0" marL="0" marR="0" rtl="0" algn="ctr">
              <a:lnSpc>
                <a:spcPct val="100000"/>
              </a:lnSpc>
              <a:spcBef>
                <a:spcPts val="0"/>
              </a:spcBef>
              <a:spcAft>
                <a:spcPts val="0"/>
              </a:spcAft>
              <a:buClr>
                <a:srgbClr val="000000"/>
              </a:buClr>
              <a:buSzPts val="1100"/>
              <a:buFont typeface="Arial"/>
              <a:buNone/>
            </a:pPr>
            <a:r>
              <a:t/>
            </a:r>
            <a:endParaRPr b="1" sz="1000">
              <a:latin typeface="Arvo"/>
              <a:ea typeface="Arvo"/>
              <a:cs typeface="Arvo"/>
              <a:sym typeface="Arvo"/>
            </a:endParaRPr>
          </a:p>
        </p:txBody>
      </p:sp>
      <p:sp>
        <p:nvSpPr>
          <p:cNvPr id="6560" name="Google Shape;6560;p113"/>
          <p:cNvSpPr txBox="1"/>
          <p:nvPr>
            <p:ph idx="2" type="subTitle"/>
          </p:nvPr>
        </p:nvSpPr>
        <p:spPr>
          <a:xfrm>
            <a:off x="1742676" y="1746593"/>
            <a:ext cx="8028600" cy="313500"/>
          </a:xfrm>
          <a:prstGeom prst="rect">
            <a:avLst/>
          </a:prstGeom>
          <a:noFill/>
          <a:ln>
            <a:noFill/>
          </a:ln>
        </p:spPr>
        <p:txBody>
          <a:bodyPr anchorCtr="0" anchor="ctr" bIns="36000" lIns="54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6561" name="Google Shape;6561;p113"/>
          <p:cNvSpPr txBox="1"/>
          <p:nvPr>
            <p:ph idx="3" type="subTitle"/>
          </p:nvPr>
        </p:nvSpPr>
        <p:spPr>
          <a:xfrm>
            <a:off x="1742676" y="2126799"/>
            <a:ext cx="8028600" cy="313500"/>
          </a:xfrm>
          <a:prstGeom prst="rect">
            <a:avLst/>
          </a:prstGeom>
          <a:noFill/>
          <a:ln>
            <a:noFill/>
          </a:ln>
        </p:spPr>
        <p:txBody>
          <a:bodyPr anchorCtr="0" anchor="ctr" bIns="36000" lIns="54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6562" name="Google Shape;6562;p113"/>
          <p:cNvSpPr txBox="1"/>
          <p:nvPr>
            <p:ph idx="4" type="subTitle"/>
          </p:nvPr>
        </p:nvSpPr>
        <p:spPr>
          <a:xfrm>
            <a:off x="1742676" y="2493767"/>
            <a:ext cx="8028600" cy="313500"/>
          </a:xfrm>
          <a:prstGeom prst="rect">
            <a:avLst/>
          </a:prstGeom>
          <a:noFill/>
          <a:ln>
            <a:noFill/>
          </a:ln>
        </p:spPr>
        <p:txBody>
          <a:bodyPr anchorCtr="0" anchor="ctr" bIns="36000" lIns="54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6563" name="Google Shape;6563;p113"/>
          <p:cNvSpPr txBox="1"/>
          <p:nvPr>
            <p:ph idx="5" type="subTitle"/>
          </p:nvPr>
        </p:nvSpPr>
        <p:spPr>
          <a:xfrm>
            <a:off x="1742676" y="2880917"/>
            <a:ext cx="8028600" cy="313500"/>
          </a:xfrm>
          <a:prstGeom prst="rect">
            <a:avLst/>
          </a:prstGeom>
          <a:noFill/>
          <a:ln>
            <a:noFill/>
          </a:ln>
        </p:spPr>
        <p:txBody>
          <a:bodyPr anchorCtr="0" anchor="ctr" bIns="36000" lIns="54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6564" name="Google Shape;6564;p113"/>
          <p:cNvSpPr txBox="1"/>
          <p:nvPr>
            <p:ph idx="6" type="subTitle"/>
          </p:nvPr>
        </p:nvSpPr>
        <p:spPr>
          <a:xfrm>
            <a:off x="1742676" y="3261123"/>
            <a:ext cx="8028600" cy="313500"/>
          </a:xfrm>
          <a:prstGeom prst="rect">
            <a:avLst/>
          </a:prstGeom>
          <a:noFill/>
          <a:ln>
            <a:noFill/>
          </a:ln>
        </p:spPr>
        <p:txBody>
          <a:bodyPr anchorCtr="0" anchor="ctr" bIns="36000" lIns="54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6565" name="Google Shape;6565;p113"/>
          <p:cNvSpPr txBox="1"/>
          <p:nvPr>
            <p:ph idx="7" type="subTitle"/>
          </p:nvPr>
        </p:nvSpPr>
        <p:spPr>
          <a:xfrm>
            <a:off x="1742676" y="3661511"/>
            <a:ext cx="8028600" cy="313500"/>
          </a:xfrm>
          <a:prstGeom prst="rect">
            <a:avLst/>
          </a:prstGeom>
          <a:noFill/>
          <a:ln>
            <a:noFill/>
          </a:ln>
        </p:spPr>
        <p:txBody>
          <a:bodyPr anchorCtr="0" anchor="ctr" bIns="36000" lIns="54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6566" name="Google Shape;6566;p113"/>
          <p:cNvSpPr txBox="1"/>
          <p:nvPr>
            <p:ph idx="8" type="subTitle"/>
          </p:nvPr>
        </p:nvSpPr>
        <p:spPr>
          <a:xfrm>
            <a:off x="294875" y="1346206"/>
            <a:ext cx="1302600" cy="313500"/>
          </a:xfrm>
          <a:prstGeom prst="rect">
            <a:avLst/>
          </a:prstGeom>
          <a:noFill/>
          <a:ln>
            <a:noFill/>
          </a:ln>
        </p:spPr>
        <p:txBody>
          <a:bodyPr anchorCtr="0" anchor="ctr" bIns="36000" lIns="72000" spcFirstLastPara="1" rIns="72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6567" name="Google Shape;6567;p113"/>
          <p:cNvSpPr txBox="1"/>
          <p:nvPr>
            <p:ph idx="9" type="subTitle"/>
          </p:nvPr>
        </p:nvSpPr>
        <p:spPr>
          <a:xfrm>
            <a:off x="294875" y="1739975"/>
            <a:ext cx="1302600" cy="313500"/>
          </a:xfrm>
          <a:prstGeom prst="rect">
            <a:avLst/>
          </a:prstGeom>
          <a:noFill/>
          <a:ln>
            <a:noFill/>
          </a:ln>
        </p:spPr>
        <p:txBody>
          <a:bodyPr anchorCtr="0" anchor="ctr" bIns="36000" lIns="72000" spcFirstLastPara="1" rIns="72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6568" name="Google Shape;6568;p113"/>
          <p:cNvSpPr txBox="1"/>
          <p:nvPr>
            <p:ph idx="13" type="subTitle"/>
          </p:nvPr>
        </p:nvSpPr>
        <p:spPr>
          <a:xfrm>
            <a:off x="294875" y="2120180"/>
            <a:ext cx="1302600" cy="313500"/>
          </a:xfrm>
          <a:prstGeom prst="rect">
            <a:avLst/>
          </a:prstGeom>
          <a:noFill/>
          <a:ln>
            <a:noFill/>
          </a:ln>
        </p:spPr>
        <p:txBody>
          <a:bodyPr anchorCtr="0" anchor="ctr" bIns="36000" lIns="72000" spcFirstLastPara="1" rIns="72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6569" name="Google Shape;6569;p113"/>
          <p:cNvSpPr txBox="1"/>
          <p:nvPr>
            <p:ph idx="14" type="subTitle"/>
          </p:nvPr>
        </p:nvSpPr>
        <p:spPr>
          <a:xfrm>
            <a:off x="294875" y="2500386"/>
            <a:ext cx="1302600" cy="313500"/>
          </a:xfrm>
          <a:prstGeom prst="rect">
            <a:avLst/>
          </a:prstGeom>
          <a:noFill/>
          <a:ln>
            <a:noFill/>
          </a:ln>
        </p:spPr>
        <p:txBody>
          <a:bodyPr anchorCtr="0" anchor="ctr" bIns="36000" lIns="72000" spcFirstLastPara="1" rIns="72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6570" name="Google Shape;6570;p113"/>
          <p:cNvSpPr txBox="1"/>
          <p:nvPr>
            <p:ph idx="15" type="subTitle"/>
          </p:nvPr>
        </p:nvSpPr>
        <p:spPr>
          <a:xfrm>
            <a:off x="294875" y="2873973"/>
            <a:ext cx="1302600" cy="313500"/>
          </a:xfrm>
          <a:prstGeom prst="rect">
            <a:avLst/>
          </a:prstGeom>
          <a:noFill/>
          <a:ln>
            <a:noFill/>
          </a:ln>
        </p:spPr>
        <p:txBody>
          <a:bodyPr anchorCtr="0" anchor="ctr" bIns="36000" lIns="72000" spcFirstLastPara="1" rIns="72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6571" name="Google Shape;6571;p113"/>
          <p:cNvSpPr txBox="1"/>
          <p:nvPr>
            <p:ph idx="16" type="subTitle"/>
          </p:nvPr>
        </p:nvSpPr>
        <p:spPr>
          <a:xfrm>
            <a:off x="294875" y="3267742"/>
            <a:ext cx="1302600" cy="313500"/>
          </a:xfrm>
          <a:prstGeom prst="rect">
            <a:avLst/>
          </a:prstGeom>
          <a:noFill/>
          <a:ln>
            <a:noFill/>
          </a:ln>
        </p:spPr>
        <p:txBody>
          <a:bodyPr anchorCtr="0" anchor="ctr" bIns="36000" lIns="72000" spcFirstLastPara="1" rIns="72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6572" name="Google Shape;6572;p113"/>
          <p:cNvSpPr txBox="1"/>
          <p:nvPr>
            <p:ph idx="17" type="subTitle"/>
          </p:nvPr>
        </p:nvSpPr>
        <p:spPr>
          <a:xfrm>
            <a:off x="294875" y="3661511"/>
            <a:ext cx="1302600" cy="313500"/>
          </a:xfrm>
          <a:prstGeom prst="rect">
            <a:avLst/>
          </a:prstGeom>
          <a:noFill/>
          <a:ln>
            <a:noFill/>
          </a:ln>
        </p:spPr>
        <p:txBody>
          <a:bodyPr anchorCtr="0" anchor="ctr" bIns="36000" lIns="72000" spcFirstLastPara="1" rIns="72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6573" name="Google Shape;6573;p113"/>
          <p:cNvSpPr/>
          <p:nvPr/>
        </p:nvSpPr>
        <p:spPr>
          <a:xfrm>
            <a:off x="1750946" y="4087435"/>
            <a:ext cx="8016600" cy="3135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600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t/>
            </a:r>
            <a:endParaRPr b="1" i="0" sz="1800" u="none" cap="none" strike="noStrike">
              <a:solidFill>
                <a:srgbClr val="000000"/>
              </a:solidFill>
              <a:latin typeface="Roboto"/>
              <a:ea typeface="Roboto"/>
              <a:cs typeface="Roboto"/>
              <a:sym typeface="Roboto"/>
            </a:endParaRPr>
          </a:p>
        </p:txBody>
      </p:sp>
      <p:sp>
        <p:nvSpPr>
          <p:cNvPr id="6574" name="Google Shape;6574;p113"/>
          <p:cNvSpPr/>
          <p:nvPr/>
        </p:nvSpPr>
        <p:spPr>
          <a:xfrm>
            <a:off x="312351" y="4087435"/>
            <a:ext cx="1287300" cy="313500"/>
          </a:xfrm>
          <a:prstGeom prst="roundRect">
            <a:avLst>
              <a:gd fmla="val 16667" name="adj"/>
            </a:avLst>
          </a:prstGeom>
          <a:solidFill>
            <a:srgbClr val="FFF2CC"/>
          </a:solidFill>
          <a:ln>
            <a:noFill/>
          </a:ln>
          <a:effectLst>
            <a:outerShdw blurRad="57150" rotWithShape="0" algn="bl" dir="5400000" dist="19050">
              <a:srgbClr val="000000">
                <a:alpha val="49800"/>
              </a:srgbClr>
            </a:outerShdw>
          </a:effectLst>
        </p:spPr>
        <p:txBody>
          <a:bodyPr anchorCtr="0" anchor="ctr" bIns="36000" lIns="0" spcFirstLastPara="1" rIns="0" wrap="square" tIns="36000">
            <a:noAutofit/>
          </a:bodyPr>
          <a:lstStyle/>
          <a:p>
            <a:pPr indent="0" lvl="0" marL="0" marR="0" rtl="0" algn="ctr">
              <a:lnSpc>
                <a:spcPct val="100000"/>
              </a:lnSpc>
              <a:spcBef>
                <a:spcPts val="0"/>
              </a:spcBef>
              <a:spcAft>
                <a:spcPts val="0"/>
              </a:spcAft>
              <a:buClr>
                <a:srgbClr val="000000"/>
              </a:buClr>
              <a:buSzPts val="1100"/>
              <a:buFont typeface="Arial"/>
              <a:buNone/>
            </a:pPr>
            <a:r>
              <a:t/>
            </a:r>
            <a:endParaRPr b="1" sz="1000">
              <a:latin typeface="Arvo"/>
              <a:ea typeface="Arvo"/>
              <a:cs typeface="Arvo"/>
              <a:sym typeface="Arvo"/>
            </a:endParaRPr>
          </a:p>
        </p:txBody>
      </p:sp>
      <p:sp>
        <p:nvSpPr>
          <p:cNvPr id="6575" name="Google Shape;6575;p113"/>
          <p:cNvSpPr/>
          <p:nvPr/>
        </p:nvSpPr>
        <p:spPr>
          <a:xfrm>
            <a:off x="1750946" y="4474260"/>
            <a:ext cx="8016600" cy="3135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600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t/>
            </a:r>
            <a:endParaRPr b="1" i="0" sz="1800" u="none" cap="none" strike="noStrike">
              <a:solidFill>
                <a:srgbClr val="000000"/>
              </a:solidFill>
              <a:latin typeface="Roboto"/>
              <a:ea typeface="Roboto"/>
              <a:cs typeface="Roboto"/>
              <a:sym typeface="Roboto"/>
            </a:endParaRPr>
          </a:p>
        </p:txBody>
      </p:sp>
      <p:sp>
        <p:nvSpPr>
          <p:cNvPr id="6576" name="Google Shape;6576;p113"/>
          <p:cNvSpPr/>
          <p:nvPr/>
        </p:nvSpPr>
        <p:spPr>
          <a:xfrm>
            <a:off x="312351" y="4474260"/>
            <a:ext cx="1287300" cy="313500"/>
          </a:xfrm>
          <a:prstGeom prst="roundRect">
            <a:avLst>
              <a:gd fmla="val 16667" name="adj"/>
            </a:avLst>
          </a:prstGeom>
          <a:solidFill>
            <a:srgbClr val="FFF2CC"/>
          </a:solidFill>
          <a:ln>
            <a:noFill/>
          </a:ln>
          <a:effectLst>
            <a:outerShdw blurRad="57150" rotWithShape="0" algn="bl" dir="5400000" dist="19050">
              <a:srgbClr val="000000">
                <a:alpha val="49800"/>
              </a:srgbClr>
            </a:outerShdw>
          </a:effectLst>
        </p:spPr>
        <p:txBody>
          <a:bodyPr anchorCtr="0" anchor="ctr" bIns="36000" lIns="0" spcFirstLastPara="1" rIns="0" wrap="square" tIns="36000">
            <a:noAutofit/>
          </a:bodyPr>
          <a:lstStyle/>
          <a:p>
            <a:pPr indent="0" lvl="0" marL="0" marR="0" rtl="0" algn="ctr">
              <a:lnSpc>
                <a:spcPct val="100000"/>
              </a:lnSpc>
              <a:spcBef>
                <a:spcPts val="0"/>
              </a:spcBef>
              <a:spcAft>
                <a:spcPts val="0"/>
              </a:spcAft>
              <a:buClr>
                <a:srgbClr val="000000"/>
              </a:buClr>
              <a:buSzPts val="1100"/>
              <a:buFont typeface="Arial"/>
              <a:buNone/>
            </a:pPr>
            <a:r>
              <a:t/>
            </a:r>
            <a:endParaRPr b="1" sz="1000">
              <a:latin typeface="Arvo"/>
              <a:ea typeface="Arvo"/>
              <a:cs typeface="Arvo"/>
              <a:sym typeface="Arvo"/>
            </a:endParaRPr>
          </a:p>
        </p:txBody>
      </p:sp>
      <p:sp>
        <p:nvSpPr>
          <p:cNvPr id="6577" name="Google Shape;6577;p113"/>
          <p:cNvSpPr/>
          <p:nvPr/>
        </p:nvSpPr>
        <p:spPr>
          <a:xfrm>
            <a:off x="1750946" y="4854791"/>
            <a:ext cx="8016600" cy="3135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600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t/>
            </a:r>
            <a:endParaRPr b="1" i="0" sz="1800" u="none" cap="none" strike="noStrike">
              <a:solidFill>
                <a:srgbClr val="000000"/>
              </a:solidFill>
              <a:latin typeface="Roboto"/>
              <a:ea typeface="Roboto"/>
              <a:cs typeface="Roboto"/>
              <a:sym typeface="Roboto"/>
            </a:endParaRPr>
          </a:p>
        </p:txBody>
      </p:sp>
      <p:sp>
        <p:nvSpPr>
          <p:cNvPr id="6578" name="Google Shape;6578;p113"/>
          <p:cNvSpPr/>
          <p:nvPr/>
        </p:nvSpPr>
        <p:spPr>
          <a:xfrm>
            <a:off x="312351" y="4854791"/>
            <a:ext cx="1287300" cy="313500"/>
          </a:xfrm>
          <a:prstGeom prst="roundRect">
            <a:avLst>
              <a:gd fmla="val 16667" name="adj"/>
            </a:avLst>
          </a:prstGeom>
          <a:solidFill>
            <a:srgbClr val="FFF2CC"/>
          </a:solidFill>
          <a:ln>
            <a:noFill/>
          </a:ln>
          <a:effectLst>
            <a:outerShdw blurRad="57150" rotWithShape="0" algn="bl" dir="5400000" dist="19050">
              <a:srgbClr val="000000">
                <a:alpha val="49800"/>
              </a:srgbClr>
            </a:outerShdw>
          </a:effectLst>
        </p:spPr>
        <p:txBody>
          <a:bodyPr anchorCtr="0" anchor="ctr" bIns="36000" lIns="0" spcFirstLastPara="1" rIns="0" wrap="square" tIns="36000">
            <a:noAutofit/>
          </a:bodyPr>
          <a:lstStyle/>
          <a:p>
            <a:pPr indent="0" lvl="0" marL="0" marR="0" rtl="0" algn="ctr">
              <a:lnSpc>
                <a:spcPct val="100000"/>
              </a:lnSpc>
              <a:spcBef>
                <a:spcPts val="0"/>
              </a:spcBef>
              <a:spcAft>
                <a:spcPts val="0"/>
              </a:spcAft>
              <a:buClr>
                <a:srgbClr val="000000"/>
              </a:buClr>
              <a:buSzPts val="1100"/>
              <a:buFont typeface="Arial"/>
              <a:buNone/>
            </a:pPr>
            <a:r>
              <a:t/>
            </a:r>
            <a:endParaRPr b="1" sz="1000">
              <a:latin typeface="Arvo"/>
              <a:ea typeface="Arvo"/>
              <a:cs typeface="Arvo"/>
              <a:sym typeface="Arvo"/>
            </a:endParaRPr>
          </a:p>
        </p:txBody>
      </p:sp>
      <p:sp>
        <p:nvSpPr>
          <p:cNvPr id="6579" name="Google Shape;6579;p113"/>
          <p:cNvSpPr/>
          <p:nvPr/>
        </p:nvSpPr>
        <p:spPr>
          <a:xfrm>
            <a:off x="1750946" y="5235322"/>
            <a:ext cx="8016600" cy="3135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600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t/>
            </a:r>
            <a:endParaRPr b="1" i="0" sz="1800" u="none" cap="none" strike="noStrike">
              <a:solidFill>
                <a:srgbClr val="000000"/>
              </a:solidFill>
              <a:latin typeface="Roboto"/>
              <a:ea typeface="Roboto"/>
              <a:cs typeface="Roboto"/>
              <a:sym typeface="Roboto"/>
            </a:endParaRPr>
          </a:p>
        </p:txBody>
      </p:sp>
      <p:sp>
        <p:nvSpPr>
          <p:cNvPr id="6580" name="Google Shape;6580;p113"/>
          <p:cNvSpPr/>
          <p:nvPr/>
        </p:nvSpPr>
        <p:spPr>
          <a:xfrm>
            <a:off x="312351" y="5235322"/>
            <a:ext cx="1287300" cy="313500"/>
          </a:xfrm>
          <a:prstGeom prst="roundRect">
            <a:avLst>
              <a:gd fmla="val 16667" name="adj"/>
            </a:avLst>
          </a:prstGeom>
          <a:solidFill>
            <a:srgbClr val="FFF2CC"/>
          </a:solidFill>
          <a:ln>
            <a:noFill/>
          </a:ln>
          <a:effectLst>
            <a:outerShdw blurRad="57150" rotWithShape="0" algn="bl" dir="5400000" dist="19050">
              <a:srgbClr val="000000">
                <a:alpha val="49800"/>
              </a:srgbClr>
            </a:outerShdw>
          </a:effectLst>
        </p:spPr>
        <p:txBody>
          <a:bodyPr anchorCtr="0" anchor="ctr" bIns="36000" lIns="0" spcFirstLastPara="1" rIns="0" wrap="square" tIns="36000">
            <a:noAutofit/>
          </a:bodyPr>
          <a:lstStyle/>
          <a:p>
            <a:pPr indent="0" lvl="0" marL="0" marR="0" rtl="0" algn="ctr">
              <a:lnSpc>
                <a:spcPct val="100000"/>
              </a:lnSpc>
              <a:spcBef>
                <a:spcPts val="0"/>
              </a:spcBef>
              <a:spcAft>
                <a:spcPts val="0"/>
              </a:spcAft>
              <a:buClr>
                <a:srgbClr val="000000"/>
              </a:buClr>
              <a:buSzPts val="1100"/>
              <a:buFont typeface="Arial"/>
              <a:buNone/>
            </a:pPr>
            <a:r>
              <a:t/>
            </a:r>
            <a:endParaRPr b="1" sz="1000">
              <a:latin typeface="Arvo"/>
              <a:ea typeface="Arvo"/>
              <a:cs typeface="Arvo"/>
              <a:sym typeface="Arvo"/>
            </a:endParaRPr>
          </a:p>
        </p:txBody>
      </p:sp>
      <p:sp>
        <p:nvSpPr>
          <p:cNvPr id="6581" name="Google Shape;6581;p113"/>
          <p:cNvSpPr/>
          <p:nvPr/>
        </p:nvSpPr>
        <p:spPr>
          <a:xfrm>
            <a:off x="1750946" y="5615528"/>
            <a:ext cx="8016600" cy="3135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600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t/>
            </a:r>
            <a:endParaRPr b="1" i="0" sz="1800" u="none" cap="none" strike="noStrike">
              <a:solidFill>
                <a:srgbClr val="000000"/>
              </a:solidFill>
              <a:latin typeface="Roboto"/>
              <a:ea typeface="Roboto"/>
              <a:cs typeface="Roboto"/>
              <a:sym typeface="Roboto"/>
            </a:endParaRPr>
          </a:p>
        </p:txBody>
      </p:sp>
      <p:sp>
        <p:nvSpPr>
          <p:cNvPr id="6582" name="Google Shape;6582;p113"/>
          <p:cNvSpPr/>
          <p:nvPr/>
        </p:nvSpPr>
        <p:spPr>
          <a:xfrm>
            <a:off x="312351" y="5615528"/>
            <a:ext cx="1287300" cy="313500"/>
          </a:xfrm>
          <a:prstGeom prst="roundRect">
            <a:avLst>
              <a:gd fmla="val 16667" name="adj"/>
            </a:avLst>
          </a:prstGeom>
          <a:solidFill>
            <a:srgbClr val="FFF2CC"/>
          </a:solidFill>
          <a:ln>
            <a:noFill/>
          </a:ln>
          <a:effectLst>
            <a:outerShdw blurRad="57150" rotWithShape="0" algn="bl" dir="5400000" dist="19050">
              <a:srgbClr val="000000">
                <a:alpha val="49800"/>
              </a:srgbClr>
            </a:outerShdw>
          </a:effectLst>
        </p:spPr>
        <p:txBody>
          <a:bodyPr anchorCtr="0" anchor="ctr" bIns="36000" lIns="0" spcFirstLastPara="1" rIns="0" wrap="square" tIns="36000">
            <a:noAutofit/>
          </a:bodyPr>
          <a:lstStyle/>
          <a:p>
            <a:pPr indent="0" lvl="0" marL="0" marR="0" rtl="0" algn="ctr">
              <a:lnSpc>
                <a:spcPct val="100000"/>
              </a:lnSpc>
              <a:spcBef>
                <a:spcPts val="0"/>
              </a:spcBef>
              <a:spcAft>
                <a:spcPts val="0"/>
              </a:spcAft>
              <a:buClr>
                <a:srgbClr val="000000"/>
              </a:buClr>
              <a:buSzPts val="1100"/>
              <a:buFont typeface="Arial"/>
              <a:buNone/>
            </a:pPr>
            <a:r>
              <a:t/>
            </a:r>
            <a:endParaRPr b="1" sz="1000">
              <a:latin typeface="Arvo"/>
              <a:ea typeface="Arvo"/>
              <a:cs typeface="Arvo"/>
              <a:sym typeface="Arvo"/>
            </a:endParaRPr>
          </a:p>
        </p:txBody>
      </p:sp>
      <p:sp>
        <p:nvSpPr>
          <p:cNvPr id="6583" name="Google Shape;6583;p113"/>
          <p:cNvSpPr/>
          <p:nvPr/>
        </p:nvSpPr>
        <p:spPr>
          <a:xfrm>
            <a:off x="1750946" y="6002678"/>
            <a:ext cx="8016600" cy="3135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600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t/>
            </a:r>
            <a:endParaRPr b="1" i="0" sz="1800" u="none" cap="none" strike="noStrike">
              <a:solidFill>
                <a:srgbClr val="000000"/>
              </a:solidFill>
              <a:latin typeface="Roboto"/>
              <a:ea typeface="Roboto"/>
              <a:cs typeface="Roboto"/>
              <a:sym typeface="Roboto"/>
            </a:endParaRPr>
          </a:p>
        </p:txBody>
      </p:sp>
      <p:sp>
        <p:nvSpPr>
          <p:cNvPr id="6584" name="Google Shape;6584;p113"/>
          <p:cNvSpPr/>
          <p:nvPr/>
        </p:nvSpPr>
        <p:spPr>
          <a:xfrm>
            <a:off x="312351" y="6002678"/>
            <a:ext cx="1287300" cy="313500"/>
          </a:xfrm>
          <a:prstGeom prst="roundRect">
            <a:avLst>
              <a:gd fmla="val 16667" name="adj"/>
            </a:avLst>
          </a:prstGeom>
          <a:solidFill>
            <a:srgbClr val="FFF2CC"/>
          </a:solidFill>
          <a:ln>
            <a:noFill/>
          </a:ln>
          <a:effectLst>
            <a:outerShdw blurRad="57150" rotWithShape="0" algn="bl" dir="5400000" dist="19050">
              <a:srgbClr val="000000">
                <a:alpha val="49800"/>
              </a:srgbClr>
            </a:outerShdw>
          </a:effectLst>
        </p:spPr>
        <p:txBody>
          <a:bodyPr anchorCtr="0" anchor="ctr" bIns="36000" lIns="0" spcFirstLastPara="1" rIns="0" wrap="square" tIns="36000">
            <a:noAutofit/>
          </a:bodyPr>
          <a:lstStyle/>
          <a:p>
            <a:pPr indent="0" lvl="0" marL="0" marR="0" rtl="0" algn="ctr">
              <a:lnSpc>
                <a:spcPct val="100000"/>
              </a:lnSpc>
              <a:spcBef>
                <a:spcPts val="0"/>
              </a:spcBef>
              <a:spcAft>
                <a:spcPts val="0"/>
              </a:spcAft>
              <a:buClr>
                <a:srgbClr val="000000"/>
              </a:buClr>
              <a:buSzPts val="1100"/>
              <a:buFont typeface="Arial"/>
              <a:buNone/>
            </a:pPr>
            <a:r>
              <a:t/>
            </a:r>
            <a:endParaRPr b="1" sz="1000">
              <a:latin typeface="Arvo"/>
              <a:ea typeface="Arvo"/>
              <a:cs typeface="Arvo"/>
              <a:sym typeface="Arvo"/>
            </a:endParaRPr>
          </a:p>
        </p:txBody>
      </p:sp>
      <p:sp>
        <p:nvSpPr>
          <p:cNvPr id="6585" name="Google Shape;6585;p113"/>
          <p:cNvSpPr txBox="1"/>
          <p:nvPr>
            <p:ph idx="18" type="subTitle"/>
          </p:nvPr>
        </p:nvSpPr>
        <p:spPr>
          <a:xfrm>
            <a:off x="1742676" y="4089406"/>
            <a:ext cx="8028600" cy="313500"/>
          </a:xfrm>
          <a:prstGeom prst="rect">
            <a:avLst/>
          </a:prstGeom>
          <a:noFill/>
          <a:ln>
            <a:noFill/>
          </a:ln>
        </p:spPr>
        <p:txBody>
          <a:bodyPr anchorCtr="0" anchor="ctr" bIns="36000" lIns="54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6586" name="Google Shape;6586;p113"/>
          <p:cNvSpPr/>
          <p:nvPr/>
        </p:nvSpPr>
        <p:spPr>
          <a:xfrm>
            <a:off x="1750946" y="6396447"/>
            <a:ext cx="8016600" cy="3135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600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t/>
            </a:r>
            <a:endParaRPr b="1" i="0" sz="1800" u="none" cap="none" strike="noStrike">
              <a:solidFill>
                <a:srgbClr val="000000"/>
              </a:solidFill>
              <a:latin typeface="Roboto"/>
              <a:ea typeface="Roboto"/>
              <a:cs typeface="Roboto"/>
              <a:sym typeface="Roboto"/>
            </a:endParaRPr>
          </a:p>
        </p:txBody>
      </p:sp>
      <p:sp>
        <p:nvSpPr>
          <p:cNvPr id="6587" name="Google Shape;6587;p113"/>
          <p:cNvSpPr/>
          <p:nvPr/>
        </p:nvSpPr>
        <p:spPr>
          <a:xfrm>
            <a:off x="312351" y="6396447"/>
            <a:ext cx="1287300" cy="313500"/>
          </a:xfrm>
          <a:prstGeom prst="roundRect">
            <a:avLst>
              <a:gd fmla="val 16667" name="adj"/>
            </a:avLst>
          </a:prstGeom>
          <a:solidFill>
            <a:srgbClr val="FFF2CC"/>
          </a:solidFill>
          <a:ln>
            <a:noFill/>
          </a:ln>
          <a:effectLst>
            <a:outerShdw blurRad="57150" rotWithShape="0" algn="bl" dir="5400000" dist="19050">
              <a:srgbClr val="000000">
                <a:alpha val="49800"/>
              </a:srgbClr>
            </a:outerShdw>
          </a:effectLst>
        </p:spPr>
        <p:txBody>
          <a:bodyPr anchorCtr="0" anchor="ctr" bIns="36000" lIns="0" spcFirstLastPara="1" rIns="0" wrap="square" tIns="36000">
            <a:noAutofit/>
          </a:bodyPr>
          <a:lstStyle/>
          <a:p>
            <a:pPr indent="0" lvl="0" marL="0" marR="0" rtl="0" algn="ctr">
              <a:lnSpc>
                <a:spcPct val="100000"/>
              </a:lnSpc>
              <a:spcBef>
                <a:spcPts val="0"/>
              </a:spcBef>
              <a:spcAft>
                <a:spcPts val="0"/>
              </a:spcAft>
              <a:buClr>
                <a:srgbClr val="000000"/>
              </a:buClr>
              <a:buSzPts val="1100"/>
              <a:buFont typeface="Arial"/>
              <a:buNone/>
            </a:pPr>
            <a:r>
              <a:t/>
            </a:r>
            <a:endParaRPr b="1" sz="1000">
              <a:latin typeface="Arvo"/>
              <a:ea typeface="Arvo"/>
              <a:cs typeface="Arvo"/>
              <a:sym typeface="Arvo"/>
            </a:endParaRPr>
          </a:p>
        </p:txBody>
      </p:sp>
      <p:sp>
        <p:nvSpPr>
          <p:cNvPr id="6588" name="Google Shape;6588;p113"/>
          <p:cNvSpPr txBox="1"/>
          <p:nvPr>
            <p:ph idx="19" type="subTitle"/>
          </p:nvPr>
        </p:nvSpPr>
        <p:spPr>
          <a:xfrm>
            <a:off x="1742676" y="4489793"/>
            <a:ext cx="8028600" cy="313500"/>
          </a:xfrm>
          <a:prstGeom prst="rect">
            <a:avLst/>
          </a:prstGeom>
          <a:noFill/>
          <a:ln>
            <a:noFill/>
          </a:ln>
        </p:spPr>
        <p:txBody>
          <a:bodyPr anchorCtr="0" anchor="ctr" bIns="36000" lIns="54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6589" name="Google Shape;6589;p113"/>
          <p:cNvSpPr txBox="1"/>
          <p:nvPr>
            <p:ph idx="20" type="subTitle"/>
          </p:nvPr>
        </p:nvSpPr>
        <p:spPr>
          <a:xfrm>
            <a:off x="1742676" y="4869999"/>
            <a:ext cx="8028600" cy="313500"/>
          </a:xfrm>
          <a:prstGeom prst="rect">
            <a:avLst/>
          </a:prstGeom>
          <a:noFill/>
          <a:ln>
            <a:noFill/>
          </a:ln>
        </p:spPr>
        <p:txBody>
          <a:bodyPr anchorCtr="0" anchor="ctr" bIns="36000" lIns="54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6590" name="Google Shape;6590;p113"/>
          <p:cNvSpPr txBox="1"/>
          <p:nvPr>
            <p:ph idx="21" type="subTitle"/>
          </p:nvPr>
        </p:nvSpPr>
        <p:spPr>
          <a:xfrm>
            <a:off x="1742676" y="5236967"/>
            <a:ext cx="8028600" cy="313500"/>
          </a:xfrm>
          <a:prstGeom prst="rect">
            <a:avLst/>
          </a:prstGeom>
          <a:noFill/>
          <a:ln>
            <a:noFill/>
          </a:ln>
        </p:spPr>
        <p:txBody>
          <a:bodyPr anchorCtr="0" anchor="ctr" bIns="36000" lIns="54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6591" name="Google Shape;6591;p113"/>
          <p:cNvSpPr txBox="1"/>
          <p:nvPr>
            <p:ph idx="22" type="subTitle"/>
          </p:nvPr>
        </p:nvSpPr>
        <p:spPr>
          <a:xfrm>
            <a:off x="1742676" y="5624117"/>
            <a:ext cx="8028600" cy="313500"/>
          </a:xfrm>
          <a:prstGeom prst="rect">
            <a:avLst/>
          </a:prstGeom>
          <a:noFill/>
          <a:ln>
            <a:noFill/>
          </a:ln>
        </p:spPr>
        <p:txBody>
          <a:bodyPr anchorCtr="0" anchor="ctr" bIns="36000" lIns="54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6592" name="Google Shape;6592;p113"/>
          <p:cNvSpPr txBox="1"/>
          <p:nvPr>
            <p:ph idx="23" type="subTitle"/>
          </p:nvPr>
        </p:nvSpPr>
        <p:spPr>
          <a:xfrm>
            <a:off x="1742676" y="6004323"/>
            <a:ext cx="8028600" cy="313500"/>
          </a:xfrm>
          <a:prstGeom prst="rect">
            <a:avLst/>
          </a:prstGeom>
          <a:noFill/>
          <a:ln>
            <a:noFill/>
          </a:ln>
        </p:spPr>
        <p:txBody>
          <a:bodyPr anchorCtr="0" anchor="ctr" bIns="36000" lIns="54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6593" name="Google Shape;6593;p113"/>
          <p:cNvSpPr txBox="1"/>
          <p:nvPr>
            <p:ph idx="24" type="subTitle"/>
          </p:nvPr>
        </p:nvSpPr>
        <p:spPr>
          <a:xfrm>
            <a:off x="1742676" y="6404711"/>
            <a:ext cx="8028600" cy="313500"/>
          </a:xfrm>
          <a:prstGeom prst="rect">
            <a:avLst/>
          </a:prstGeom>
          <a:noFill/>
          <a:ln>
            <a:noFill/>
          </a:ln>
        </p:spPr>
        <p:txBody>
          <a:bodyPr anchorCtr="0" anchor="ctr" bIns="36000" lIns="54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6594" name="Google Shape;6594;p113"/>
          <p:cNvSpPr txBox="1"/>
          <p:nvPr>
            <p:ph idx="25" type="subTitle"/>
          </p:nvPr>
        </p:nvSpPr>
        <p:spPr>
          <a:xfrm>
            <a:off x="294875" y="4089406"/>
            <a:ext cx="1302600" cy="313500"/>
          </a:xfrm>
          <a:prstGeom prst="rect">
            <a:avLst/>
          </a:prstGeom>
          <a:noFill/>
          <a:ln>
            <a:noFill/>
          </a:ln>
        </p:spPr>
        <p:txBody>
          <a:bodyPr anchorCtr="0" anchor="ctr" bIns="36000" lIns="72000" spcFirstLastPara="1" rIns="72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6595" name="Google Shape;6595;p113"/>
          <p:cNvSpPr txBox="1"/>
          <p:nvPr>
            <p:ph idx="26" type="subTitle"/>
          </p:nvPr>
        </p:nvSpPr>
        <p:spPr>
          <a:xfrm>
            <a:off x="294875" y="4483175"/>
            <a:ext cx="1302600" cy="313500"/>
          </a:xfrm>
          <a:prstGeom prst="rect">
            <a:avLst/>
          </a:prstGeom>
          <a:noFill/>
          <a:ln>
            <a:noFill/>
          </a:ln>
        </p:spPr>
        <p:txBody>
          <a:bodyPr anchorCtr="0" anchor="ctr" bIns="36000" lIns="72000" spcFirstLastPara="1" rIns="72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6596" name="Google Shape;6596;p113"/>
          <p:cNvSpPr txBox="1"/>
          <p:nvPr>
            <p:ph idx="27" type="subTitle"/>
          </p:nvPr>
        </p:nvSpPr>
        <p:spPr>
          <a:xfrm>
            <a:off x="294875" y="4863380"/>
            <a:ext cx="1302600" cy="313500"/>
          </a:xfrm>
          <a:prstGeom prst="rect">
            <a:avLst/>
          </a:prstGeom>
          <a:noFill/>
          <a:ln>
            <a:noFill/>
          </a:ln>
        </p:spPr>
        <p:txBody>
          <a:bodyPr anchorCtr="0" anchor="ctr" bIns="36000" lIns="72000" spcFirstLastPara="1" rIns="72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6597" name="Google Shape;6597;p113"/>
          <p:cNvSpPr txBox="1"/>
          <p:nvPr>
            <p:ph idx="28" type="subTitle"/>
          </p:nvPr>
        </p:nvSpPr>
        <p:spPr>
          <a:xfrm>
            <a:off x="294875" y="5243586"/>
            <a:ext cx="1302600" cy="313500"/>
          </a:xfrm>
          <a:prstGeom prst="rect">
            <a:avLst/>
          </a:prstGeom>
          <a:noFill/>
          <a:ln>
            <a:noFill/>
          </a:ln>
        </p:spPr>
        <p:txBody>
          <a:bodyPr anchorCtr="0" anchor="ctr" bIns="36000" lIns="72000" spcFirstLastPara="1" rIns="72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6598" name="Google Shape;6598;p113"/>
          <p:cNvSpPr txBox="1"/>
          <p:nvPr>
            <p:ph idx="29" type="subTitle"/>
          </p:nvPr>
        </p:nvSpPr>
        <p:spPr>
          <a:xfrm>
            <a:off x="294875" y="5617173"/>
            <a:ext cx="1302600" cy="313500"/>
          </a:xfrm>
          <a:prstGeom prst="rect">
            <a:avLst/>
          </a:prstGeom>
          <a:noFill/>
          <a:ln>
            <a:noFill/>
          </a:ln>
        </p:spPr>
        <p:txBody>
          <a:bodyPr anchorCtr="0" anchor="ctr" bIns="36000" lIns="72000" spcFirstLastPara="1" rIns="72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6599" name="Google Shape;6599;p113"/>
          <p:cNvSpPr txBox="1"/>
          <p:nvPr>
            <p:ph idx="30" type="subTitle"/>
          </p:nvPr>
        </p:nvSpPr>
        <p:spPr>
          <a:xfrm>
            <a:off x="294875" y="6010942"/>
            <a:ext cx="1302600" cy="313500"/>
          </a:xfrm>
          <a:prstGeom prst="rect">
            <a:avLst/>
          </a:prstGeom>
          <a:noFill/>
          <a:ln>
            <a:noFill/>
          </a:ln>
        </p:spPr>
        <p:txBody>
          <a:bodyPr anchorCtr="0" anchor="ctr" bIns="36000" lIns="72000" spcFirstLastPara="1" rIns="72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6600" name="Google Shape;6600;p113"/>
          <p:cNvSpPr txBox="1"/>
          <p:nvPr>
            <p:ph idx="31" type="subTitle"/>
          </p:nvPr>
        </p:nvSpPr>
        <p:spPr>
          <a:xfrm>
            <a:off x="294875" y="6404711"/>
            <a:ext cx="1302600" cy="313500"/>
          </a:xfrm>
          <a:prstGeom prst="rect">
            <a:avLst/>
          </a:prstGeom>
          <a:noFill/>
          <a:ln>
            <a:noFill/>
          </a:ln>
        </p:spPr>
        <p:txBody>
          <a:bodyPr anchorCtr="0" anchor="ctr" bIns="36000" lIns="72000" spcFirstLastPara="1" rIns="72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6601" name="Google Shape;6601;p113"/>
          <p:cNvSpPr txBox="1"/>
          <p:nvPr/>
        </p:nvSpPr>
        <p:spPr>
          <a:xfrm>
            <a:off x="2524025" y="387675"/>
            <a:ext cx="15012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Unid. Organizacional:</a:t>
            </a:r>
            <a:endParaRPr b="1" sz="1100"/>
          </a:p>
        </p:txBody>
      </p:sp>
      <p:sp>
        <p:nvSpPr>
          <p:cNvPr id="6602" name="Google Shape;6602;p113"/>
          <p:cNvSpPr txBox="1"/>
          <p:nvPr/>
        </p:nvSpPr>
        <p:spPr>
          <a:xfrm>
            <a:off x="2524020" y="579550"/>
            <a:ext cx="6846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Alcance:</a:t>
            </a:r>
            <a:endParaRPr b="1" sz="1100"/>
          </a:p>
        </p:txBody>
      </p:sp>
      <p:sp>
        <p:nvSpPr>
          <p:cNvPr id="6603" name="Google Shape;6603;p113"/>
          <p:cNvSpPr txBox="1"/>
          <p:nvPr>
            <p:ph type="title"/>
          </p:nvPr>
        </p:nvSpPr>
        <p:spPr>
          <a:xfrm flipH="1">
            <a:off x="4025374" y="387675"/>
            <a:ext cx="5863200" cy="1692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000"/>
              <a:buNone/>
              <a:defRPr sz="1000">
                <a:solidFill>
                  <a:srgbClr val="000000"/>
                </a:solidFill>
              </a:defRPr>
            </a:lvl1pPr>
            <a:lvl2pPr lvl="1">
              <a:spcBef>
                <a:spcPts val="0"/>
              </a:spcBef>
              <a:spcAft>
                <a:spcPts val="0"/>
              </a:spcAft>
              <a:buClr>
                <a:srgbClr val="000000"/>
              </a:buClr>
              <a:buSzPts val="1000"/>
              <a:buNone/>
              <a:defRPr sz="1000">
                <a:solidFill>
                  <a:srgbClr val="000000"/>
                </a:solidFill>
              </a:defRPr>
            </a:lvl2pPr>
            <a:lvl3pPr lvl="2">
              <a:spcBef>
                <a:spcPts val="0"/>
              </a:spcBef>
              <a:spcAft>
                <a:spcPts val="0"/>
              </a:spcAft>
              <a:buClr>
                <a:srgbClr val="000000"/>
              </a:buClr>
              <a:buSzPts val="1000"/>
              <a:buNone/>
              <a:defRPr sz="1000">
                <a:solidFill>
                  <a:srgbClr val="000000"/>
                </a:solidFill>
              </a:defRPr>
            </a:lvl3pPr>
            <a:lvl4pPr lvl="3">
              <a:spcBef>
                <a:spcPts val="0"/>
              </a:spcBef>
              <a:spcAft>
                <a:spcPts val="0"/>
              </a:spcAft>
              <a:buClr>
                <a:srgbClr val="000000"/>
              </a:buClr>
              <a:buSzPts val="1000"/>
              <a:buNone/>
              <a:defRPr sz="1000">
                <a:solidFill>
                  <a:srgbClr val="000000"/>
                </a:solidFill>
              </a:defRPr>
            </a:lvl4pPr>
            <a:lvl5pPr lvl="4">
              <a:spcBef>
                <a:spcPts val="0"/>
              </a:spcBef>
              <a:spcAft>
                <a:spcPts val="0"/>
              </a:spcAft>
              <a:buClr>
                <a:srgbClr val="000000"/>
              </a:buClr>
              <a:buSzPts val="1000"/>
              <a:buNone/>
              <a:defRPr sz="1000">
                <a:solidFill>
                  <a:srgbClr val="000000"/>
                </a:solidFill>
              </a:defRPr>
            </a:lvl5pPr>
            <a:lvl6pPr lvl="5">
              <a:spcBef>
                <a:spcPts val="0"/>
              </a:spcBef>
              <a:spcAft>
                <a:spcPts val="0"/>
              </a:spcAft>
              <a:buClr>
                <a:srgbClr val="000000"/>
              </a:buClr>
              <a:buSzPts val="1000"/>
              <a:buNone/>
              <a:defRPr sz="1000">
                <a:solidFill>
                  <a:srgbClr val="000000"/>
                </a:solidFill>
              </a:defRPr>
            </a:lvl6pPr>
            <a:lvl7pPr lvl="6">
              <a:spcBef>
                <a:spcPts val="0"/>
              </a:spcBef>
              <a:spcAft>
                <a:spcPts val="0"/>
              </a:spcAft>
              <a:buClr>
                <a:srgbClr val="000000"/>
              </a:buClr>
              <a:buSzPts val="1000"/>
              <a:buNone/>
              <a:defRPr sz="1000">
                <a:solidFill>
                  <a:srgbClr val="000000"/>
                </a:solidFill>
              </a:defRPr>
            </a:lvl7pPr>
            <a:lvl8pPr lvl="7">
              <a:spcBef>
                <a:spcPts val="0"/>
              </a:spcBef>
              <a:spcAft>
                <a:spcPts val="0"/>
              </a:spcAft>
              <a:buClr>
                <a:srgbClr val="000000"/>
              </a:buClr>
              <a:buSzPts val="1000"/>
              <a:buNone/>
              <a:defRPr sz="1000">
                <a:solidFill>
                  <a:srgbClr val="000000"/>
                </a:solidFill>
              </a:defRPr>
            </a:lvl8pPr>
            <a:lvl9pPr lvl="8">
              <a:spcBef>
                <a:spcPts val="0"/>
              </a:spcBef>
              <a:spcAft>
                <a:spcPts val="0"/>
              </a:spcAft>
              <a:buClr>
                <a:srgbClr val="000000"/>
              </a:buClr>
              <a:buSzPts val="1000"/>
              <a:buNone/>
              <a:defRPr sz="1000">
                <a:solidFill>
                  <a:srgbClr val="000000"/>
                </a:solidFill>
              </a:defRPr>
            </a:lvl9pPr>
          </a:lstStyle>
          <a:p/>
        </p:txBody>
      </p:sp>
      <p:sp>
        <p:nvSpPr>
          <p:cNvPr id="6604" name="Google Shape;6604;p113"/>
          <p:cNvSpPr txBox="1"/>
          <p:nvPr>
            <p:ph idx="32" type="title"/>
          </p:nvPr>
        </p:nvSpPr>
        <p:spPr>
          <a:xfrm flipH="1">
            <a:off x="3208773" y="579550"/>
            <a:ext cx="6679800" cy="1692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000"/>
              <a:buNone/>
              <a:defRPr sz="1000">
                <a:solidFill>
                  <a:srgbClr val="000000"/>
                </a:solidFill>
              </a:defRPr>
            </a:lvl1pPr>
            <a:lvl2pPr lvl="1">
              <a:spcBef>
                <a:spcPts val="0"/>
              </a:spcBef>
              <a:spcAft>
                <a:spcPts val="0"/>
              </a:spcAft>
              <a:buClr>
                <a:srgbClr val="000000"/>
              </a:buClr>
              <a:buSzPts val="1000"/>
              <a:buNone/>
              <a:defRPr sz="1000">
                <a:solidFill>
                  <a:srgbClr val="000000"/>
                </a:solidFill>
              </a:defRPr>
            </a:lvl2pPr>
            <a:lvl3pPr lvl="2">
              <a:spcBef>
                <a:spcPts val="0"/>
              </a:spcBef>
              <a:spcAft>
                <a:spcPts val="0"/>
              </a:spcAft>
              <a:buClr>
                <a:srgbClr val="000000"/>
              </a:buClr>
              <a:buSzPts val="1000"/>
              <a:buNone/>
              <a:defRPr sz="1000">
                <a:solidFill>
                  <a:srgbClr val="000000"/>
                </a:solidFill>
              </a:defRPr>
            </a:lvl3pPr>
            <a:lvl4pPr lvl="3">
              <a:spcBef>
                <a:spcPts val="0"/>
              </a:spcBef>
              <a:spcAft>
                <a:spcPts val="0"/>
              </a:spcAft>
              <a:buClr>
                <a:srgbClr val="000000"/>
              </a:buClr>
              <a:buSzPts val="1000"/>
              <a:buNone/>
              <a:defRPr sz="1000">
                <a:solidFill>
                  <a:srgbClr val="000000"/>
                </a:solidFill>
              </a:defRPr>
            </a:lvl4pPr>
            <a:lvl5pPr lvl="4">
              <a:spcBef>
                <a:spcPts val="0"/>
              </a:spcBef>
              <a:spcAft>
                <a:spcPts val="0"/>
              </a:spcAft>
              <a:buClr>
                <a:srgbClr val="000000"/>
              </a:buClr>
              <a:buSzPts val="1000"/>
              <a:buNone/>
              <a:defRPr sz="1000">
                <a:solidFill>
                  <a:srgbClr val="000000"/>
                </a:solidFill>
              </a:defRPr>
            </a:lvl5pPr>
            <a:lvl6pPr lvl="5">
              <a:spcBef>
                <a:spcPts val="0"/>
              </a:spcBef>
              <a:spcAft>
                <a:spcPts val="0"/>
              </a:spcAft>
              <a:buClr>
                <a:srgbClr val="000000"/>
              </a:buClr>
              <a:buSzPts val="1000"/>
              <a:buNone/>
              <a:defRPr sz="1000">
                <a:solidFill>
                  <a:srgbClr val="000000"/>
                </a:solidFill>
              </a:defRPr>
            </a:lvl6pPr>
            <a:lvl7pPr lvl="6">
              <a:spcBef>
                <a:spcPts val="0"/>
              </a:spcBef>
              <a:spcAft>
                <a:spcPts val="0"/>
              </a:spcAft>
              <a:buClr>
                <a:srgbClr val="000000"/>
              </a:buClr>
              <a:buSzPts val="1000"/>
              <a:buNone/>
              <a:defRPr sz="1000">
                <a:solidFill>
                  <a:srgbClr val="000000"/>
                </a:solidFill>
              </a:defRPr>
            </a:lvl7pPr>
            <a:lvl8pPr lvl="7">
              <a:spcBef>
                <a:spcPts val="0"/>
              </a:spcBef>
              <a:spcAft>
                <a:spcPts val="0"/>
              </a:spcAft>
              <a:buClr>
                <a:srgbClr val="000000"/>
              </a:buClr>
              <a:buSzPts val="1000"/>
              <a:buNone/>
              <a:defRPr sz="1000">
                <a:solidFill>
                  <a:srgbClr val="000000"/>
                </a:solidFill>
              </a:defRPr>
            </a:lvl8pPr>
            <a:lvl9pPr lvl="8">
              <a:spcBef>
                <a:spcPts val="0"/>
              </a:spcBef>
              <a:spcAft>
                <a:spcPts val="0"/>
              </a:spcAft>
              <a:buClr>
                <a:srgbClr val="000000"/>
              </a:buClr>
              <a:buSzPts val="1000"/>
              <a:buNone/>
              <a:defRPr sz="1000">
                <a:solidFill>
                  <a:srgbClr val="000000"/>
                </a:solidFill>
              </a:defRPr>
            </a:lvl9pPr>
          </a:lstStyle>
          <a:p/>
        </p:txBody>
      </p:sp>
      <p:sp>
        <p:nvSpPr>
          <p:cNvPr id="6605" name="Google Shape;6605;p113"/>
          <p:cNvSpPr txBox="1"/>
          <p:nvPr>
            <p:ph idx="33" type="body"/>
          </p:nvPr>
        </p:nvSpPr>
        <p:spPr>
          <a:xfrm>
            <a:off x="641150" y="612125"/>
            <a:ext cx="1770300" cy="160500"/>
          </a:xfrm>
          <a:prstGeom prst="rect">
            <a:avLst/>
          </a:prstGeom>
          <a:noFill/>
          <a:ln>
            <a:noFill/>
          </a:ln>
        </p:spPr>
        <p:txBody>
          <a:bodyPr anchorCtr="0" anchor="t" bIns="0" lIns="0" spcFirstLastPara="1" rIns="0" wrap="square" tIns="0">
            <a:noAutofit/>
          </a:bodyPr>
          <a:lstStyle>
            <a:lvl1pPr indent="-292100" lvl="0" marL="457200" algn="ctr">
              <a:spcBef>
                <a:spcPts val="0"/>
              </a:spcBef>
              <a:spcAft>
                <a:spcPts val="0"/>
              </a:spcAft>
              <a:buClr>
                <a:srgbClr val="FFFFFF"/>
              </a:buClr>
              <a:buSzPts val="1000"/>
              <a:buChar char="●"/>
              <a:defRPr sz="1000">
                <a:solidFill>
                  <a:srgbClr val="FFFFFF"/>
                </a:solidFill>
              </a:defRPr>
            </a:lvl1pPr>
            <a:lvl2pPr indent="-292100" lvl="1" marL="914400" algn="ctr">
              <a:spcBef>
                <a:spcPts val="0"/>
              </a:spcBef>
              <a:spcAft>
                <a:spcPts val="0"/>
              </a:spcAft>
              <a:buClr>
                <a:srgbClr val="FFFFFF"/>
              </a:buClr>
              <a:buSzPts val="1000"/>
              <a:buChar char="○"/>
              <a:defRPr sz="1000">
                <a:solidFill>
                  <a:srgbClr val="FFFFFF"/>
                </a:solidFill>
              </a:defRPr>
            </a:lvl2pPr>
            <a:lvl3pPr indent="-292100" lvl="2" marL="1371600" algn="ctr">
              <a:spcBef>
                <a:spcPts val="0"/>
              </a:spcBef>
              <a:spcAft>
                <a:spcPts val="0"/>
              </a:spcAft>
              <a:buClr>
                <a:srgbClr val="FFFFFF"/>
              </a:buClr>
              <a:buSzPts val="1000"/>
              <a:buChar char="■"/>
              <a:defRPr sz="1000">
                <a:solidFill>
                  <a:srgbClr val="FFFFFF"/>
                </a:solidFill>
              </a:defRPr>
            </a:lvl3pPr>
            <a:lvl4pPr indent="-292100" lvl="3" marL="1828800" algn="ctr">
              <a:spcBef>
                <a:spcPts val="0"/>
              </a:spcBef>
              <a:spcAft>
                <a:spcPts val="0"/>
              </a:spcAft>
              <a:buClr>
                <a:srgbClr val="FFFFFF"/>
              </a:buClr>
              <a:buSzPts val="1000"/>
              <a:buChar char="●"/>
              <a:defRPr sz="1000">
                <a:solidFill>
                  <a:srgbClr val="FFFFFF"/>
                </a:solidFill>
              </a:defRPr>
            </a:lvl4pPr>
            <a:lvl5pPr indent="-292100" lvl="4" marL="2286000" algn="ctr">
              <a:spcBef>
                <a:spcPts val="0"/>
              </a:spcBef>
              <a:spcAft>
                <a:spcPts val="0"/>
              </a:spcAft>
              <a:buClr>
                <a:srgbClr val="FFFFFF"/>
              </a:buClr>
              <a:buSzPts val="1000"/>
              <a:buChar char="○"/>
              <a:defRPr sz="1000">
                <a:solidFill>
                  <a:srgbClr val="FFFFFF"/>
                </a:solidFill>
              </a:defRPr>
            </a:lvl5pPr>
            <a:lvl6pPr indent="-292100" lvl="5" marL="2743200" algn="ctr">
              <a:spcBef>
                <a:spcPts val="0"/>
              </a:spcBef>
              <a:spcAft>
                <a:spcPts val="0"/>
              </a:spcAft>
              <a:buClr>
                <a:srgbClr val="FFFFFF"/>
              </a:buClr>
              <a:buSzPts val="1000"/>
              <a:buChar char="■"/>
              <a:defRPr sz="1000">
                <a:solidFill>
                  <a:srgbClr val="FFFFFF"/>
                </a:solidFill>
              </a:defRPr>
            </a:lvl6pPr>
            <a:lvl7pPr indent="-292100" lvl="6" marL="3200400" algn="ctr">
              <a:spcBef>
                <a:spcPts val="0"/>
              </a:spcBef>
              <a:spcAft>
                <a:spcPts val="0"/>
              </a:spcAft>
              <a:buClr>
                <a:srgbClr val="FFFFFF"/>
              </a:buClr>
              <a:buSzPts val="1000"/>
              <a:buChar char="●"/>
              <a:defRPr sz="1000">
                <a:solidFill>
                  <a:srgbClr val="FFFFFF"/>
                </a:solidFill>
              </a:defRPr>
            </a:lvl7pPr>
            <a:lvl8pPr indent="-292100" lvl="7" marL="3657600" algn="ctr">
              <a:spcBef>
                <a:spcPts val="0"/>
              </a:spcBef>
              <a:spcAft>
                <a:spcPts val="0"/>
              </a:spcAft>
              <a:buClr>
                <a:srgbClr val="FFFFFF"/>
              </a:buClr>
              <a:buSzPts val="1000"/>
              <a:buChar char="○"/>
              <a:defRPr sz="1000">
                <a:solidFill>
                  <a:srgbClr val="FFFFFF"/>
                </a:solidFill>
              </a:defRPr>
            </a:lvl8pPr>
            <a:lvl9pPr indent="-292100" lvl="8" marL="4114800" algn="ctr">
              <a:spcBef>
                <a:spcPts val="0"/>
              </a:spcBef>
              <a:spcAft>
                <a:spcPts val="0"/>
              </a:spcAft>
              <a:buClr>
                <a:srgbClr val="FFFFFF"/>
              </a:buClr>
              <a:buSzPts val="1000"/>
              <a:buChar char="■"/>
              <a:defRPr sz="1000">
                <a:solidFill>
                  <a:srgbClr val="FFFFFF"/>
                </a:solidFill>
              </a:defRPr>
            </a:lvl9pPr>
          </a:lstStyle>
          <a:p/>
        </p:txBody>
      </p:sp>
      <p:sp>
        <p:nvSpPr>
          <p:cNvPr id="6606" name="Google Shape;6606;p113"/>
          <p:cNvSpPr txBox="1"/>
          <p:nvPr/>
        </p:nvSpPr>
        <p:spPr>
          <a:xfrm>
            <a:off x="84825" y="598125"/>
            <a:ext cx="595500" cy="205800"/>
          </a:xfrm>
          <a:prstGeom prst="rect">
            <a:avLst/>
          </a:prstGeom>
          <a:noFill/>
          <a:ln>
            <a:noFill/>
          </a:ln>
        </p:spPr>
        <p:txBody>
          <a:bodyPr anchorCtr="0" anchor="t" bIns="18000" lIns="18000" spcFirstLastPara="1" rIns="18000" wrap="square" tIns="18000">
            <a:spAutoFit/>
          </a:bodyPr>
          <a:lstStyle/>
          <a:p>
            <a:pPr indent="0" lvl="0" marL="0" rtl="0" algn="l">
              <a:spcBef>
                <a:spcPts val="0"/>
              </a:spcBef>
              <a:spcAft>
                <a:spcPts val="0"/>
              </a:spcAft>
              <a:buNone/>
            </a:pPr>
            <a:r>
              <a:rPr lang="es-419" sz="1100">
                <a:solidFill>
                  <a:srgbClr val="FFFFFF"/>
                </a:solidFill>
              </a:rPr>
              <a:t>Nombre:</a:t>
            </a:r>
            <a:endParaRPr sz="1100">
              <a:solidFill>
                <a:srgbClr val="FFFFFF"/>
              </a:solidFill>
            </a:endParaRPr>
          </a:p>
        </p:txBody>
      </p:sp>
    </p:spTree>
  </p:cSld>
  <p:clrMapOvr>
    <a:masterClrMapping/>
  </p:clrMapOvr>
</p:sldLayout>
</file>

<file path=ppt/slideLayouts/slideLayout1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5.3 Matriz de Trazabilidad de Requisitos">
  <p:cSld name="TITLE_3_6_1_1_1_1_1_1_1_1_1_1_1_1_1_1_1_1_1_1_1_1_1_1_1_1">
    <p:spTree>
      <p:nvGrpSpPr>
        <p:cNvPr id="6607" name="Shape 6607"/>
        <p:cNvGrpSpPr/>
        <p:nvPr/>
      </p:nvGrpSpPr>
      <p:grpSpPr>
        <a:xfrm>
          <a:off x="0" y="0"/>
          <a:ext cx="0" cy="0"/>
          <a:chOff x="0" y="0"/>
          <a:chExt cx="0" cy="0"/>
        </a:xfrm>
      </p:grpSpPr>
      <p:sp>
        <p:nvSpPr>
          <p:cNvPr id="6608" name="Google Shape;6608;p114"/>
          <p:cNvSpPr/>
          <p:nvPr/>
        </p:nvSpPr>
        <p:spPr>
          <a:xfrm>
            <a:off x="77688" y="358938"/>
            <a:ext cx="9935700" cy="6438000"/>
          </a:xfrm>
          <a:prstGeom prst="roundRect">
            <a:avLst>
              <a:gd fmla="val 2618" name="adj"/>
            </a:avLst>
          </a:prstGeom>
          <a:solidFill>
            <a:srgbClr val="FFFFFF"/>
          </a:solidFill>
          <a:ln cap="flat" cmpd="sng" w="38100">
            <a:solidFill>
              <a:srgbClr val="000000"/>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609" name="Google Shape;6609;p114"/>
          <p:cNvCxnSpPr/>
          <p:nvPr/>
        </p:nvCxnSpPr>
        <p:spPr>
          <a:xfrm>
            <a:off x="77688" y="772614"/>
            <a:ext cx="9935700" cy="0"/>
          </a:xfrm>
          <a:prstGeom prst="straightConnector1">
            <a:avLst/>
          </a:prstGeom>
          <a:noFill/>
          <a:ln cap="flat" cmpd="sng" w="19050">
            <a:solidFill>
              <a:srgbClr val="000000"/>
            </a:solidFill>
            <a:prstDash val="solid"/>
            <a:round/>
            <a:headEnd len="med" w="med" type="none"/>
            <a:tailEnd len="med" w="med" type="none"/>
          </a:ln>
        </p:spPr>
      </p:cxnSp>
      <p:cxnSp>
        <p:nvCxnSpPr>
          <p:cNvPr id="6610" name="Google Shape;6610;p114"/>
          <p:cNvCxnSpPr/>
          <p:nvPr/>
        </p:nvCxnSpPr>
        <p:spPr>
          <a:xfrm rot="10800000">
            <a:off x="2439038" y="368188"/>
            <a:ext cx="0" cy="402300"/>
          </a:xfrm>
          <a:prstGeom prst="straightConnector1">
            <a:avLst/>
          </a:prstGeom>
          <a:noFill/>
          <a:ln cap="flat" cmpd="sng" w="19050">
            <a:solidFill>
              <a:srgbClr val="000000"/>
            </a:solidFill>
            <a:prstDash val="solid"/>
            <a:round/>
            <a:headEnd len="med" w="med" type="none"/>
            <a:tailEnd len="med" w="med" type="none"/>
          </a:ln>
        </p:spPr>
      </p:cxnSp>
      <p:sp>
        <p:nvSpPr>
          <p:cNvPr id="6611" name="Google Shape;6611;p114"/>
          <p:cNvSpPr/>
          <p:nvPr/>
        </p:nvSpPr>
        <p:spPr>
          <a:xfrm>
            <a:off x="77688" y="349338"/>
            <a:ext cx="2361300" cy="421200"/>
          </a:xfrm>
          <a:prstGeom prst="roundRect">
            <a:avLst>
              <a:gd fmla="val 50000" name="adj"/>
            </a:avLst>
          </a:prstGeom>
          <a:solidFill>
            <a:srgbClr val="000000"/>
          </a:solidFill>
          <a:ln cap="flat" cmpd="sng" w="9525">
            <a:solidFill>
              <a:srgbClr val="000000"/>
            </a:solidFill>
            <a:prstDash val="solid"/>
            <a:round/>
            <a:headEnd len="sm" w="sm" type="none"/>
            <a:tailEnd len="sm" w="sm" type="none"/>
          </a:ln>
        </p:spPr>
        <p:txBody>
          <a:bodyPr anchorCtr="0" anchor="ctr" bIns="91425" lIns="0" spcFirstLastPara="1" rIns="0" wrap="square" tIns="91425">
            <a:noAutofit/>
          </a:bodyPr>
          <a:lstStyle/>
          <a:p>
            <a:pPr indent="0" lvl="0" marL="0" rtl="0" algn="ctr">
              <a:spcBef>
                <a:spcPts val="0"/>
              </a:spcBef>
              <a:spcAft>
                <a:spcPts val="0"/>
              </a:spcAft>
              <a:buNone/>
            </a:pPr>
            <a:r>
              <a:rPr b="1" lang="es-419" sz="1100">
                <a:solidFill>
                  <a:srgbClr val="FFFFFF"/>
                </a:solidFill>
              </a:rPr>
              <a:t>Matriz Trazabilidad de Requisitos</a:t>
            </a:r>
            <a:endParaRPr b="1" sz="1100">
              <a:solidFill>
                <a:srgbClr val="FFFFFF"/>
              </a:solidFill>
            </a:endParaRPr>
          </a:p>
          <a:p>
            <a:pPr indent="0" lvl="0" marL="0" rtl="0" algn="ctr">
              <a:spcBef>
                <a:spcPts val="0"/>
              </a:spcBef>
              <a:spcAft>
                <a:spcPts val="0"/>
              </a:spcAft>
              <a:buNone/>
            </a:pPr>
            <a:r>
              <a:t/>
            </a:r>
            <a:endParaRPr b="1" sz="1200">
              <a:solidFill>
                <a:srgbClr val="FFFFFF"/>
              </a:solidFill>
            </a:endParaRPr>
          </a:p>
        </p:txBody>
      </p:sp>
      <p:sp>
        <p:nvSpPr>
          <p:cNvPr id="6612" name="Google Shape;6612;p114"/>
          <p:cNvSpPr/>
          <p:nvPr/>
        </p:nvSpPr>
        <p:spPr>
          <a:xfrm>
            <a:off x="83988" y="595504"/>
            <a:ext cx="190200" cy="1692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3" name="Google Shape;6613;p114"/>
          <p:cNvSpPr/>
          <p:nvPr/>
        </p:nvSpPr>
        <p:spPr>
          <a:xfrm>
            <a:off x="2350598" y="358950"/>
            <a:ext cx="88500" cy="4023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4" name="Google Shape;6614;p114"/>
          <p:cNvSpPr/>
          <p:nvPr/>
        </p:nvSpPr>
        <p:spPr>
          <a:xfrm>
            <a:off x="2277739" y="663750"/>
            <a:ext cx="88500" cy="1089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15" name="Google Shape;6615;p114"/>
          <p:cNvGrpSpPr/>
          <p:nvPr/>
        </p:nvGrpSpPr>
        <p:grpSpPr>
          <a:xfrm>
            <a:off x="274200" y="2531911"/>
            <a:ext cx="9531600" cy="450095"/>
            <a:chOff x="274200" y="1663702"/>
            <a:chExt cx="9531600" cy="900550"/>
          </a:xfrm>
        </p:grpSpPr>
        <p:sp>
          <p:nvSpPr>
            <p:cNvPr id="6616" name="Google Shape;6616;p114"/>
            <p:cNvSpPr/>
            <p:nvPr/>
          </p:nvSpPr>
          <p:spPr>
            <a:xfrm>
              <a:off x="274200" y="1663702"/>
              <a:ext cx="9531600" cy="9000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600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t/>
              </a:r>
              <a:endParaRPr b="1" i="0" sz="1800" u="none" cap="none" strike="noStrike">
                <a:solidFill>
                  <a:srgbClr val="000000"/>
                </a:solidFill>
                <a:latin typeface="Roboto"/>
                <a:ea typeface="Roboto"/>
                <a:cs typeface="Roboto"/>
                <a:sym typeface="Roboto"/>
              </a:endParaRPr>
            </a:p>
          </p:txBody>
        </p:sp>
        <p:cxnSp>
          <p:nvCxnSpPr>
            <p:cNvPr id="6617" name="Google Shape;6617;p114"/>
            <p:cNvCxnSpPr/>
            <p:nvPr/>
          </p:nvCxnSpPr>
          <p:spPr>
            <a:xfrm>
              <a:off x="805925" y="1664552"/>
              <a:ext cx="0" cy="899700"/>
            </a:xfrm>
            <a:prstGeom prst="straightConnector1">
              <a:avLst/>
            </a:prstGeom>
            <a:noFill/>
            <a:ln cap="flat" cmpd="sng" w="28575">
              <a:solidFill>
                <a:srgbClr val="D9D9D9"/>
              </a:solidFill>
              <a:prstDash val="solid"/>
              <a:round/>
              <a:headEnd len="sm" w="sm" type="none"/>
              <a:tailEnd len="sm" w="sm" type="none"/>
            </a:ln>
          </p:spPr>
        </p:cxnSp>
        <p:cxnSp>
          <p:nvCxnSpPr>
            <p:cNvPr id="6618" name="Google Shape;6618;p114"/>
            <p:cNvCxnSpPr/>
            <p:nvPr/>
          </p:nvCxnSpPr>
          <p:spPr>
            <a:xfrm>
              <a:off x="2607089" y="1664552"/>
              <a:ext cx="0" cy="899700"/>
            </a:xfrm>
            <a:prstGeom prst="straightConnector1">
              <a:avLst/>
            </a:prstGeom>
            <a:noFill/>
            <a:ln cap="flat" cmpd="sng" w="28575">
              <a:solidFill>
                <a:srgbClr val="D9D9D9"/>
              </a:solidFill>
              <a:prstDash val="solid"/>
              <a:round/>
              <a:headEnd len="sm" w="sm" type="none"/>
              <a:tailEnd len="sm" w="sm" type="none"/>
            </a:ln>
          </p:spPr>
        </p:cxnSp>
        <p:cxnSp>
          <p:nvCxnSpPr>
            <p:cNvPr id="6619" name="Google Shape;6619;p114"/>
            <p:cNvCxnSpPr/>
            <p:nvPr/>
          </p:nvCxnSpPr>
          <p:spPr>
            <a:xfrm>
              <a:off x="6232786" y="1664552"/>
              <a:ext cx="0" cy="899700"/>
            </a:xfrm>
            <a:prstGeom prst="straightConnector1">
              <a:avLst/>
            </a:prstGeom>
            <a:noFill/>
            <a:ln cap="flat" cmpd="sng" w="28575">
              <a:solidFill>
                <a:srgbClr val="B7B7B7"/>
              </a:solidFill>
              <a:prstDash val="solid"/>
              <a:round/>
              <a:headEnd len="sm" w="sm" type="none"/>
              <a:tailEnd len="sm" w="sm" type="none"/>
            </a:ln>
          </p:spPr>
        </p:cxnSp>
        <p:cxnSp>
          <p:nvCxnSpPr>
            <p:cNvPr id="6620" name="Google Shape;6620;p114"/>
            <p:cNvCxnSpPr/>
            <p:nvPr/>
          </p:nvCxnSpPr>
          <p:spPr>
            <a:xfrm>
              <a:off x="6237052" y="1664552"/>
              <a:ext cx="0" cy="899700"/>
            </a:xfrm>
            <a:prstGeom prst="straightConnector1">
              <a:avLst/>
            </a:prstGeom>
            <a:noFill/>
            <a:ln cap="flat" cmpd="sng" w="28575">
              <a:solidFill>
                <a:srgbClr val="D9D9D9"/>
              </a:solidFill>
              <a:prstDash val="solid"/>
              <a:round/>
              <a:headEnd len="sm" w="sm" type="none"/>
              <a:tailEnd len="sm" w="sm" type="none"/>
            </a:ln>
          </p:spPr>
        </p:cxnSp>
        <p:sp>
          <p:nvSpPr>
            <p:cNvPr id="6621" name="Google Shape;6621;p114"/>
            <p:cNvSpPr/>
            <p:nvPr/>
          </p:nvSpPr>
          <p:spPr>
            <a:xfrm>
              <a:off x="2627453" y="1670377"/>
              <a:ext cx="3605400" cy="893400"/>
            </a:xfrm>
            <a:prstGeom prst="rect">
              <a:avLst/>
            </a:prstGeom>
            <a:solidFill>
              <a:srgbClr val="D9EAD3"/>
            </a:solidFill>
            <a:ln cap="flat" cmpd="sng" w="9525">
              <a:solidFill>
                <a:srgbClr val="D9EA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22" name="Google Shape;6622;p114"/>
          <p:cNvGrpSpPr/>
          <p:nvPr/>
        </p:nvGrpSpPr>
        <p:grpSpPr>
          <a:xfrm>
            <a:off x="274200" y="3051279"/>
            <a:ext cx="9531600" cy="450095"/>
            <a:chOff x="274200" y="1663702"/>
            <a:chExt cx="9531600" cy="900550"/>
          </a:xfrm>
        </p:grpSpPr>
        <p:sp>
          <p:nvSpPr>
            <p:cNvPr id="6623" name="Google Shape;6623;p114"/>
            <p:cNvSpPr/>
            <p:nvPr/>
          </p:nvSpPr>
          <p:spPr>
            <a:xfrm>
              <a:off x="274200" y="1663702"/>
              <a:ext cx="9531600" cy="9000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600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t/>
              </a:r>
              <a:endParaRPr b="1" i="0" sz="1800" u="none" cap="none" strike="noStrike">
                <a:solidFill>
                  <a:srgbClr val="000000"/>
                </a:solidFill>
                <a:latin typeface="Roboto"/>
                <a:ea typeface="Roboto"/>
                <a:cs typeface="Roboto"/>
                <a:sym typeface="Roboto"/>
              </a:endParaRPr>
            </a:p>
          </p:txBody>
        </p:sp>
        <p:cxnSp>
          <p:nvCxnSpPr>
            <p:cNvPr id="6624" name="Google Shape;6624;p114"/>
            <p:cNvCxnSpPr/>
            <p:nvPr/>
          </p:nvCxnSpPr>
          <p:spPr>
            <a:xfrm>
              <a:off x="805925" y="1664552"/>
              <a:ext cx="0" cy="899700"/>
            </a:xfrm>
            <a:prstGeom prst="straightConnector1">
              <a:avLst/>
            </a:prstGeom>
            <a:noFill/>
            <a:ln cap="flat" cmpd="sng" w="28575">
              <a:solidFill>
                <a:srgbClr val="D9D9D9"/>
              </a:solidFill>
              <a:prstDash val="solid"/>
              <a:round/>
              <a:headEnd len="sm" w="sm" type="none"/>
              <a:tailEnd len="sm" w="sm" type="none"/>
            </a:ln>
          </p:spPr>
        </p:cxnSp>
        <p:cxnSp>
          <p:nvCxnSpPr>
            <p:cNvPr id="6625" name="Google Shape;6625;p114"/>
            <p:cNvCxnSpPr/>
            <p:nvPr/>
          </p:nvCxnSpPr>
          <p:spPr>
            <a:xfrm>
              <a:off x="2607089" y="1664552"/>
              <a:ext cx="0" cy="899700"/>
            </a:xfrm>
            <a:prstGeom prst="straightConnector1">
              <a:avLst/>
            </a:prstGeom>
            <a:noFill/>
            <a:ln cap="flat" cmpd="sng" w="28575">
              <a:solidFill>
                <a:srgbClr val="D9D9D9"/>
              </a:solidFill>
              <a:prstDash val="solid"/>
              <a:round/>
              <a:headEnd len="sm" w="sm" type="none"/>
              <a:tailEnd len="sm" w="sm" type="none"/>
            </a:ln>
          </p:spPr>
        </p:cxnSp>
        <p:cxnSp>
          <p:nvCxnSpPr>
            <p:cNvPr id="6626" name="Google Shape;6626;p114"/>
            <p:cNvCxnSpPr/>
            <p:nvPr/>
          </p:nvCxnSpPr>
          <p:spPr>
            <a:xfrm>
              <a:off x="6237052" y="1664552"/>
              <a:ext cx="0" cy="899700"/>
            </a:xfrm>
            <a:prstGeom prst="straightConnector1">
              <a:avLst/>
            </a:prstGeom>
            <a:noFill/>
            <a:ln cap="flat" cmpd="sng" w="28575">
              <a:solidFill>
                <a:srgbClr val="D9D9D9"/>
              </a:solidFill>
              <a:prstDash val="solid"/>
              <a:round/>
              <a:headEnd len="sm" w="sm" type="none"/>
              <a:tailEnd len="sm" w="sm" type="none"/>
            </a:ln>
          </p:spPr>
        </p:cxnSp>
        <p:sp>
          <p:nvSpPr>
            <p:cNvPr id="6627" name="Google Shape;6627;p114"/>
            <p:cNvSpPr/>
            <p:nvPr/>
          </p:nvSpPr>
          <p:spPr>
            <a:xfrm>
              <a:off x="2627453" y="1670377"/>
              <a:ext cx="3609600" cy="893400"/>
            </a:xfrm>
            <a:prstGeom prst="rect">
              <a:avLst/>
            </a:prstGeom>
            <a:solidFill>
              <a:srgbClr val="D9EAD3"/>
            </a:solidFill>
            <a:ln cap="flat" cmpd="sng" w="9525">
              <a:solidFill>
                <a:srgbClr val="D9EA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28" name="Google Shape;6628;p114"/>
          <p:cNvGrpSpPr/>
          <p:nvPr/>
        </p:nvGrpSpPr>
        <p:grpSpPr>
          <a:xfrm>
            <a:off x="274200" y="3570647"/>
            <a:ext cx="9531600" cy="450095"/>
            <a:chOff x="274200" y="1663702"/>
            <a:chExt cx="9531600" cy="900550"/>
          </a:xfrm>
        </p:grpSpPr>
        <p:sp>
          <p:nvSpPr>
            <p:cNvPr id="6629" name="Google Shape;6629;p114"/>
            <p:cNvSpPr/>
            <p:nvPr/>
          </p:nvSpPr>
          <p:spPr>
            <a:xfrm>
              <a:off x="274200" y="1663702"/>
              <a:ext cx="9531600" cy="9000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600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t/>
              </a:r>
              <a:endParaRPr b="1" i="0" sz="1800" u="none" cap="none" strike="noStrike">
                <a:solidFill>
                  <a:srgbClr val="000000"/>
                </a:solidFill>
                <a:latin typeface="Roboto"/>
                <a:ea typeface="Roboto"/>
                <a:cs typeface="Roboto"/>
                <a:sym typeface="Roboto"/>
              </a:endParaRPr>
            </a:p>
          </p:txBody>
        </p:sp>
        <p:cxnSp>
          <p:nvCxnSpPr>
            <p:cNvPr id="6630" name="Google Shape;6630;p114"/>
            <p:cNvCxnSpPr/>
            <p:nvPr/>
          </p:nvCxnSpPr>
          <p:spPr>
            <a:xfrm>
              <a:off x="805925" y="1664552"/>
              <a:ext cx="0" cy="899700"/>
            </a:xfrm>
            <a:prstGeom prst="straightConnector1">
              <a:avLst/>
            </a:prstGeom>
            <a:noFill/>
            <a:ln cap="flat" cmpd="sng" w="28575">
              <a:solidFill>
                <a:srgbClr val="D9D9D9"/>
              </a:solidFill>
              <a:prstDash val="solid"/>
              <a:round/>
              <a:headEnd len="sm" w="sm" type="none"/>
              <a:tailEnd len="sm" w="sm" type="none"/>
            </a:ln>
          </p:spPr>
        </p:cxnSp>
        <p:cxnSp>
          <p:nvCxnSpPr>
            <p:cNvPr id="6631" name="Google Shape;6631;p114"/>
            <p:cNvCxnSpPr/>
            <p:nvPr/>
          </p:nvCxnSpPr>
          <p:spPr>
            <a:xfrm>
              <a:off x="2607089" y="1664552"/>
              <a:ext cx="0" cy="899700"/>
            </a:xfrm>
            <a:prstGeom prst="straightConnector1">
              <a:avLst/>
            </a:prstGeom>
            <a:noFill/>
            <a:ln cap="flat" cmpd="sng" w="28575">
              <a:solidFill>
                <a:srgbClr val="D9D9D9"/>
              </a:solidFill>
              <a:prstDash val="solid"/>
              <a:round/>
              <a:headEnd len="sm" w="sm" type="none"/>
              <a:tailEnd len="sm" w="sm" type="none"/>
            </a:ln>
          </p:spPr>
        </p:cxnSp>
        <p:cxnSp>
          <p:nvCxnSpPr>
            <p:cNvPr id="6632" name="Google Shape;6632;p114"/>
            <p:cNvCxnSpPr/>
            <p:nvPr/>
          </p:nvCxnSpPr>
          <p:spPr>
            <a:xfrm>
              <a:off x="6237052" y="1664552"/>
              <a:ext cx="0" cy="899700"/>
            </a:xfrm>
            <a:prstGeom prst="straightConnector1">
              <a:avLst/>
            </a:prstGeom>
            <a:noFill/>
            <a:ln cap="flat" cmpd="sng" w="28575">
              <a:solidFill>
                <a:srgbClr val="D9D9D9"/>
              </a:solidFill>
              <a:prstDash val="solid"/>
              <a:round/>
              <a:headEnd len="sm" w="sm" type="none"/>
              <a:tailEnd len="sm" w="sm" type="none"/>
            </a:ln>
          </p:spPr>
        </p:cxnSp>
        <p:sp>
          <p:nvSpPr>
            <p:cNvPr id="6633" name="Google Shape;6633;p114"/>
            <p:cNvSpPr/>
            <p:nvPr/>
          </p:nvSpPr>
          <p:spPr>
            <a:xfrm>
              <a:off x="2627450" y="1670377"/>
              <a:ext cx="3609600" cy="893400"/>
            </a:xfrm>
            <a:prstGeom prst="rect">
              <a:avLst/>
            </a:prstGeom>
            <a:solidFill>
              <a:srgbClr val="D9EAD3"/>
            </a:solidFill>
            <a:ln cap="flat" cmpd="sng" w="9525">
              <a:solidFill>
                <a:srgbClr val="D9EA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34" name="Google Shape;6634;p114"/>
          <p:cNvGrpSpPr/>
          <p:nvPr/>
        </p:nvGrpSpPr>
        <p:grpSpPr>
          <a:xfrm>
            <a:off x="862687" y="878859"/>
            <a:ext cx="8887750" cy="450264"/>
            <a:chOff x="862675" y="878900"/>
            <a:chExt cx="8887750" cy="605275"/>
          </a:xfrm>
        </p:grpSpPr>
        <p:sp>
          <p:nvSpPr>
            <p:cNvPr id="6635" name="Google Shape;6635;p114"/>
            <p:cNvSpPr/>
            <p:nvPr/>
          </p:nvSpPr>
          <p:spPr>
            <a:xfrm>
              <a:off x="2632732" y="878900"/>
              <a:ext cx="3567300" cy="596400"/>
            </a:xfrm>
            <a:prstGeom prst="roundRect">
              <a:avLst>
                <a:gd fmla="val 16667" name="adj"/>
              </a:avLst>
            </a:prstGeom>
            <a:solidFill>
              <a:srgbClr val="D9EAD3"/>
            </a:solidFill>
            <a:ln>
              <a:noFill/>
            </a:ln>
            <a:effectLst>
              <a:outerShdw blurRad="57150" rotWithShape="0" algn="bl" dir="5400000" dist="19050">
                <a:srgbClr val="000000">
                  <a:alpha val="49800"/>
                </a:srgbClr>
              </a:outerShdw>
            </a:effectLst>
          </p:spPr>
          <p:txBody>
            <a:bodyPr anchorCtr="0" anchor="ctr" bIns="36000" lIns="0" spcFirstLastPara="1" rIns="0" wrap="square" tIns="36000">
              <a:noAutofit/>
            </a:bodyPr>
            <a:lstStyle/>
            <a:p>
              <a:pPr indent="0" lvl="0" marL="0" rtl="0" algn="ctr">
                <a:spcBef>
                  <a:spcPts val="0"/>
                </a:spcBef>
                <a:spcAft>
                  <a:spcPts val="0"/>
                </a:spcAft>
                <a:buClr>
                  <a:schemeClr val="dk1"/>
                </a:buClr>
                <a:buSzPts val="1100"/>
                <a:buFont typeface="Arial"/>
                <a:buNone/>
              </a:pPr>
              <a:r>
                <a:rPr b="1" lang="es-419" sz="1200">
                  <a:solidFill>
                    <a:schemeClr val="dk1"/>
                  </a:solidFill>
                  <a:latin typeface="Arvo"/>
                  <a:ea typeface="Arvo"/>
                  <a:cs typeface="Arvo"/>
                  <a:sym typeface="Arvo"/>
                </a:rPr>
                <a:t>Proceso de Negocio</a:t>
              </a:r>
              <a:endParaRPr b="1" sz="1200">
                <a:solidFill>
                  <a:schemeClr val="dk1"/>
                </a:solidFill>
                <a:latin typeface="Arvo"/>
                <a:ea typeface="Arvo"/>
                <a:cs typeface="Arvo"/>
                <a:sym typeface="Arvo"/>
              </a:endParaRPr>
            </a:p>
          </p:txBody>
        </p:sp>
        <p:sp>
          <p:nvSpPr>
            <p:cNvPr id="6636" name="Google Shape;6636;p114"/>
            <p:cNvSpPr/>
            <p:nvPr/>
          </p:nvSpPr>
          <p:spPr>
            <a:xfrm>
              <a:off x="6275525" y="878900"/>
              <a:ext cx="3474900" cy="596400"/>
            </a:xfrm>
            <a:prstGeom prst="roundRect">
              <a:avLst>
                <a:gd fmla="val 16667" name="adj"/>
              </a:avLst>
            </a:prstGeom>
            <a:solidFill>
              <a:srgbClr val="F4CCCC"/>
            </a:solidFill>
            <a:ln>
              <a:noFill/>
            </a:ln>
            <a:effectLst>
              <a:outerShdw blurRad="57150" rotWithShape="0" algn="bl" dir="5400000" dist="19050">
                <a:srgbClr val="000000">
                  <a:alpha val="49800"/>
                </a:srgbClr>
              </a:outerShdw>
            </a:effectLst>
          </p:spPr>
          <p:txBody>
            <a:bodyPr anchorCtr="0" anchor="ctr" bIns="36000" lIns="0" spcFirstLastPara="1" rIns="0" wrap="square" tIns="36000">
              <a:noAutofit/>
            </a:bodyPr>
            <a:lstStyle/>
            <a:p>
              <a:pPr indent="0" lvl="0" marL="0" rtl="0" algn="ctr">
                <a:spcBef>
                  <a:spcPts val="0"/>
                </a:spcBef>
                <a:spcAft>
                  <a:spcPts val="0"/>
                </a:spcAft>
                <a:buClr>
                  <a:schemeClr val="dk1"/>
                </a:buClr>
                <a:buSzPts val="1100"/>
                <a:buFont typeface="Arial"/>
                <a:buNone/>
              </a:pPr>
              <a:r>
                <a:rPr b="1" lang="es-419" sz="1200">
                  <a:solidFill>
                    <a:schemeClr val="dk1"/>
                  </a:solidFill>
                  <a:latin typeface="Arvo"/>
                  <a:ea typeface="Arvo"/>
                  <a:cs typeface="Arvo"/>
                  <a:sym typeface="Arvo"/>
                </a:rPr>
                <a:t>CUS Relacionado</a:t>
              </a:r>
              <a:endParaRPr b="1" sz="1200">
                <a:latin typeface="Arvo"/>
                <a:ea typeface="Arvo"/>
                <a:cs typeface="Arvo"/>
                <a:sym typeface="Arvo"/>
              </a:endParaRPr>
            </a:p>
          </p:txBody>
        </p:sp>
        <p:sp>
          <p:nvSpPr>
            <p:cNvPr id="6637" name="Google Shape;6637;p114"/>
            <p:cNvSpPr/>
            <p:nvPr/>
          </p:nvSpPr>
          <p:spPr>
            <a:xfrm>
              <a:off x="862675" y="887775"/>
              <a:ext cx="1686900" cy="596400"/>
            </a:xfrm>
            <a:prstGeom prst="roundRect">
              <a:avLst>
                <a:gd fmla="val 16667" name="adj"/>
              </a:avLst>
            </a:prstGeom>
            <a:solidFill>
              <a:srgbClr val="FFF2CC"/>
            </a:solidFill>
            <a:ln>
              <a:noFill/>
            </a:ln>
            <a:effectLst>
              <a:outerShdw blurRad="57150" rotWithShape="0" algn="bl" dir="5400000" dist="19050">
                <a:srgbClr val="000000">
                  <a:alpha val="49800"/>
                </a:srgbClr>
              </a:outerShdw>
            </a:effectLst>
          </p:spPr>
          <p:txBody>
            <a:bodyPr anchorCtr="0" anchor="ctr" bIns="36000" lIns="0" spcFirstLastPara="1" rIns="0" wrap="square" tIns="36000">
              <a:noAutofit/>
            </a:bodyPr>
            <a:lstStyle/>
            <a:p>
              <a:pPr indent="0" lvl="0" marL="0" rtl="0" algn="ctr">
                <a:spcBef>
                  <a:spcPts val="0"/>
                </a:spcBef>
                <a:spcAft>
                  <a:spcPts val="0"/>
                </a:spcAft>
                <a:buClr>
                  <a:schemeClr val="dk1"/>
                </a:buClr>
                <a:buSzPts val="1100"/>
                <a:buFont typeface="Arial"/>
                <a:buNone/>
              </a:pPr>
              <a:r>
                <a:rPr b="1" lang="es-419" sz="1200">
                  <a:solidFill>
                    <a:schemeClr val="dk1"/>
                  </a:solidFill>
                  <a:latin typeface="Arvo"/>
                  <a:ea typeface="Arvo"/>
                  <a:cs typeface="Arvo"/>
                  <a:sym typeface="Arvo"/>
                </a:rPr>
                <a:t>Requisito</a:t>
              </a:r>
              <a:endParaRPr b="1" sz="1200">
                <a:latin typeface="Arvo"/>
                <a:ea typeface="Arvo"/>
                <a:cs typeface="Arvo"/>
                <a:sym typeface="Arvo"/>
              </a:endParaRPr>
            </a:p>
          </p:txBody>
        </p:sp>
      </p:grpSp>
      <p:grpSp>
        <p:nvGrpSpPr>
          <p:cNvPr id="6638" name="Google Shape;6638;p114"/>
          <p:cNvGrpSpPr/>
          <p:nvPr/>
        </p:nvGrpSpPr>
        <p:grpSpPr>
          <a:xfrm>
            <a:off x="274200" y="1493181"/>
            <a:ext cx="9531600" cy="450095"/>
            <a:chOff x="274200" y="1663702"/>
            <a:chExt cx="9531600" cy="900550"/>
          </a:xfrm>
        </p:grpSpPr>
        <p:sp>
          <p:nvSpPr>
            <p:cNvPr id="6639" name="Google Shape;6639;p114"/>
            <p:cNvSpPr/>
            <p:nvPr/>
          </p:nvSpPr>
          <p:spPr>
            <a:xfrm>
              <a:off x="274200" y="1663702"/>
              <a:ext cx="9531600" cy="9000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600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t/>
              </a:r>
              <a:endParaRPr b="1" i="0" sz="1800" u="none" cap="none" strike="noStrike">
                <a:solidFill>
                  <a:srgbClr val="000000"/>
                </a:solidFill>
                <a:latin typeface="Roboto"/>
                <a:ea typeface="Roboto"/>
                <a:cs typeface="Roboto"/>
                <a:sym typeface="Roboto"/>
              </a:endParaRPr>
            </a:p>
          </p:txBody>
        </p:sp>
        <p:cxnSp>
          <p:nvCxnSpPr>
            <p:cNvPr id="6640" name="Google Shape;6640;p114"/>
            <p:cNvCxnSpPr/>
            <p:nvPr/>
          </p:nvCxnSpPr>
          <p:spPr>
            <a:xfrm>
              <a:off x="805925" y="1664552"/>
              <a:ext cx="0" cy="899700"/>
            </a:xfrm>
            <a:prstGeom prst="straightConnector1">
              <a:avLst/>
            </a:prstGeom>
            <a:noFill/>
            <a:ln cap="flat" cmpd="sng" w="28575">
              <a:solidFill>
                <a:srgbClr val="D9D9D9"/>
              </a:solidFill>
              <a:prstDash val="solid"/>
              <a:round/>
              <a:headEnd len="sm" w="sm" type="none"/>
              <a:tailEnd len="sm" w="sm" type="none"/>
            </a:ln>
          </p:spPr>
        </p:cxnSp>
        <p:cxnSp>
          <p:nvCxnSpPr>
            <p:cNvPr id="6641" name="Google Shape;6641;p114"/>
            <p:cNvCxnSpPr/>
            <p:nvPr/>
          </p:nvCxnSpPr>
          <p:spPr>
            <a:xfrm>
              <a:off x="2607089" y="1664552"/>
              <a:ext cx="0" cy="899700"/>
            </a:xfrm>
            <a:prstGeom prst="straightConnector1">
              <a:avLst/>
            </a:prstGeom>
            <a:noFill/>
            <a:ln cap="flat" cmpd="sng" w="28575">
              <a:solidFill>
                <a:srgbClr val="D9D9D9"/>
              </a:solidFill>
              <a:prstDash val="solid"/>
              <a:round/>
              <a:headEnd len="sm" w="sm" type="none"/>
              <a:tailEnd len="sm" w="sm" type="none"/>
            </a:ln>
          </p:spPr>
        </p:cxnSp>
        <p:cxnSp>
          <p:nvCxnSpPr>
            <p:cNvPr id="6642" name="Google Shape;6642;p114"/>
            <p:cNvCxnSpPr/>
            <p:nvPr/>
          </p:nvCxnSpPr>
          <p:spPr>
            <a:xfrm>
              <a:off x="6237052" y="1664552"/>
              <a:ext cx="0" cy="899700"/>
            </a:xfrm>
            <a:prstGeom prst="straightConnector1">
              <a:avLst/>
            </a:prstGeom>
            <a:noFill/>
            <a:ln cap="flat" cmpd="sng" w="28575">
              <a:solidFill>
                <a:srgbClr val="D9D9D9"/>
              </a:solidFill>
              <a:prstDash val="solid"/>
              <a:round/>
              <a:headEnd len="sm" w="sm" type="none"/>
              <a:tailEnd len="sm" w="sm" type="none"/>
            </a:ln>
          </p:spPr>
        </p:cxnSp>
        <p:sp>
          <p:nvSpPr>
            <p:cNvPr id="6643" name="Google Shape;6643;p114"/>
            <p:cNvSpPr/>
            <p:nvPr/>
          </p:nvSpPr>
          <p:spPr>
            <a:xfrm>
              <a:off x="2627453" y="1670366"/>
              <a:ext cx="3609600" cy="893400"/>
            </a:xfrm>
            <a:prstGeom prst="rect">
              <a:avLst/>
            </a:prstGeom>
            <a:solidFill>
              <a:srgbClr val="D9EAD3"/>
            </a:solidFill>
            <a:ln cap="flat" cmpd="sng" w="9525">
              <a:solidFill>
                <a:srgbClr val="D9EA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44" name="Google Shape;6644;p114"/>
          <p:cNvGrpSpPr/>
          <p:nvPr/>
        </p:nvGrpSpPr>
        <p:grpSpPr>
          <a:xfrm>
            <a:off x="274200" y="2012543"/>
            <a:ext cx="9531600" cy="450095"/>
            <a:chOff x="274200" y="1663702"/>
            <a:chExt cx="9531600" cy="900550"/>
          </a:xfrm>
        </p:grpSpPr>
        <p:sp>
          <p:nvSpPr>
            <p:cNvPr id="6645" name="Google Shape;6645;p114"/>
            <p:cNvSpPr/>
            <p:nvPr/>
          </p:nvSpPr>
          <p:spPr>
            <a:xfrm>
              <a:off x="274200" y="1663702"/>
              <a:ext cx="9531600" cy="9000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600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t/>
              </a:r>
              <a:endParaRPr b="1" i="0" sz="1800" u="none" cap="none" strike="noStrike">
                <a:solidFill>
                  <a:srgbClr val="000000"/>
                </a:solidFill>
                <a:latin typeface="Roboto"/>
                <a:ea typeface="Roboto"/>
                <a:cs typeface="Roboto"/>
                <a:sym typeface="Roboto"/>
              </a:endParaRPr>
            </a:p>
          </p:txBody>
        </p:sp>
        <p:cxnSp>
          <p:nvCxnSpPr>
            <p:cNvPr id="6646" name="Google Shape;6646;p114"/>
            <p:cNvCxnSpPr/>
            <p:nvPr/>
          </p:nvCxnSpPr>
          <p:spPr>
            <a:xfrm>
              <a:off x="805925" y="1664552"/>
              <a:ext cx="0" cy="899700"/>
            </a:xfrm>
            <a:prstGeom prst="straightConnector1">
              <a:avLst/>
            </a:prstGeom>
            <a:noFill/>
            <a:ln cap="flat" cmpd="sng" w="28575">
              <a:solidFill>
                <a:srgbClr val="D9D9D9"/>
              </a:solidFill>
              <a:prstDash val="solid"/>
              <a:round/>
              <a:headEnd len="sm" w="sm" type="none"/>
              <a:tailEnd len="sm" w="sm" type="none"/>
            </a:ln>
          </p:spPr>
        </p:cxnSp>
        <p:cxnSp>
          <p:nvCxnSpPr>
            <p:cNvPr id="6647" name="Google Shape;6647;p114"/>
            <p:cNvCxnSpPr/>
            <p:nvPr/>
          </p:nvCxnSpPr>
          <p:spPr>
            <a:xfrm>
              <a:off x="2607089" y="1664552"/>
              <a:ext cx="0" cy="899700"/>
            </a:xfrm>
            <a:prstGeom prst="straightConnector1">
              <a:avLst/>
            </a:prstGeom>
            <a:noFill/>
            <a:ln cap="flat" cmpd="sng" w="28575">
              <a:solidFill>
                <a:srgbClr val="D9D9D9"/>
              </a:solidFill>
              <a:prstDash val="solid"/>
              <a:round/>
              <a:headEnd len="sm" w="sm" type="none"/>
              <a:tailEnd len="sm" w="sm" type="none"/>
            </a:ln>
          </p:spPr>
        </p:cxnSp>
        <p:sp>
          <p:nvSpPr>
            <p:cNvPr id="6648" name="Google Shape;6648;p114"/>
            <p:cNvSpPr/>
            <p:nvPr/>
          </p:nvSpPr>
          <p:spPr>
            <a:xfrm>
              <a:off x="2627453" y="1670377"/>
              <a:ext cx="3609600" cy="893400"/>
            </a:xfrm>
            <a:prstGeom prst="rect">
              <a:avLst/>
            </a:prstGeom>
            <a:solidFill>
              <a:srgbClr val="D9EAD3"/>
            </a:solidFill>
            <a:ln cap="flat" cmpd="sng" w="9525">
              <a:solidFill>
                <a:srgbClr val="D9EA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cxnSp>
        <p:nvCxnSpPr>
          <p:cNvPr id="6649" name="Google Shape;6649;p114"/>
          <p:cNvCxnSpPr/>
          <p:nvPr/>
        </p:nvCxnSpPr>
        <p:spPr>
          <a:xfrm>
            <a:off x="6237052" y="2014170"/>
            <a:ext cx="0" cy="449400"/>
          </a:xfrm>
          <a:prstGeom prst="straightConnector1">
            <a:avLst/>
          </a:prstGeom>
          <a:noFill/>
          <a:ln cap="flat" cmpd="sng" w="28575">
            <a:solidFill>
              <a:srgbClr val="D9D9D9"/>
            </a:solidFill>
            <a:prstDash val="solid"/>
            <a:round/>
            <a:headEnd len="sm" w="sm" type="none"/>
            <a:tailEnd len="sm" w="sm" type="none"/>
          </a:ln>
        </p:spPr>
      </p:cxnSp>
      <p:sp>
        <p:nvSpPr>
          <p:cNvPr id="6650" name="Google Shape;6650;p114"/>
          <p:cNvSpPr/>
          <p:nvPr/>
        </p:nvSpPr>
        <p:spPr>
          <a:xfrm>
            <a:off x="276375" y="885510"/>
            <a:ext cx="484200" cy="443700"/>
          </a:xfrm>
          <a:prstGeom prst="roundRect">
            <a:avLst>
              <a:gd fmla="val 16667" name="adj"/>
            </a:avLst>
          </a:prstGeom>
          <a:solidFill>
            <a:srgbClr val="F3F3F3"/>
          </a:solidFill>
          <a:ln>
            <a:noFill/>
          </a:ln>
          <a:effectLst>
            <a:outerShdw blurRad="57150" rotWithShape="0" algn="bl" dir="5400000" dist="19050">
              <a:srgbClr val="000000">
                <a:alpha val="49800"/>
              </a:srgbClr>
            </a:outerShdw>
          </a:effectLst>
        </p:spPr>
        <p:txBody>
          <a:bodyPr anchorCtr="0" anchor="ctr" bIns="36000" lIns="0" spcFirstLastPara="1" rIns="0" wrap="square" tIns="36000">
            <a:noAutofit/>
          </a:bodyPr>
          <a:lstStyle/>
          <a:p>
            <a:pPr indent="0" lvl="0" marL="0" marR="0" rtl="0" algn="ctr">
              <a:lnSpc>
                <a:spcPct val="100000"/>
              </a:lnSpc>
              <a:spcBef>
                <a:spcPts val="0"/>
              </a:spcBef>
              <a:spcAft>
                <a:spcPts val="0"/>
              </a:spcAft>
              <a:buClr>
                <a:srgbClr val="000000"/>
              </a:buClr>
              <a:buSzPts val="1100"/>
              <a:buFont typeface="Arial"/>
              <a:buNone/>
            </a:pPr>
            <a:r>
              <a:rPr b="1" lang="es-419" sz="1200">
                <a:latin typeface="Arvo"/>
                <a:ea typeface="Arvo"/>
                <a:cs typeface="Arvo"/>
                <a:sym typeface="Arvo"/>
              </a:rPr>
              <a:t>#</a:t>
            </a:r>
            <a:endParaRPr b="1" i="0" sz="1200" u="none" cap="none" strike="noStrike">
              <a:solidFill>
                <a:srgbClr val="000000"/>
              </a:solidFill>
              <a:latin typeface="Arvo"/>
              <a:ea typeface="Arvo"/>
              <a:cs typeface="Arvo"/>
              <a:sym typeface="Arvo"/>
            </a:endParaRPr>
          </a:p>
        </p:txBody>
      </p:sp>
      <p:sp>
        <p:nvSpPr>
          <p:cNvPr id="6651" name="Google Shape;6651;p114"/>
          <p:cNvSpPr txBox="1"/>
          <p:nvPr>
            <p:ph idx="1" type="subTitle"/>
          </p:nvPr>
        </p:nvSpPr>
        <p:spPr>
          <a:xfrm>
            <a:off x="832100" y="1493107"/>
            <a:ext cx="1750500" cy="4503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6652" name="Google Shape;6652;p114"/>
          <p:cNvSpPr txBox="1"/>
          <p:nvPr>
            <p:ph idx="2" type="subTitle"/>
          </p:nvPr>
        </p:nvSpPr>
        <p:spPr>
          <a:xfrm>
            <a:off x="2631389" y="1493107"/>
            <a:ext cx="3605700" cy="4503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6653" name="Google Shape;6653;p114"/>
          <p:cNvSpPr txBox="1"/>
          <p:nvPr>
            <p:ph idx="3" type="subTitle"/>
          </p:nvPr>
        </p:nvSpPr>
        <p:spPr>
          <a:xfrm>
            <a:off x="6269361" y="1493107"/>
            <a:ext cx="3536400" cy="4503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6654" name="Google Shape;6654;p114"/>
          <p:cNvSpPr txBox="1"/>
          <p:nvPr>
            <p:ph idx="4" type="subTitle"/>
          </p:nvPr>
        </p:nvSpPr>
        <p:spPr>
          <a:xfrm>
            <a:off x="832100" y="2026281"/>
            <a:ext cx="1750500" cy="4503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6655" name="Google Shape;6655;p114"/>
          <p:cNvSpPr txBox="1"/>
          <p:nvPr>
            <p:ph idx="5" type="subTitle"/>
          </p:nvPr>
        </p:nvSpPr>
        <p:spPr>
          <a:xfrm>
            <a:off x="2631389" y="2026281"/>
            <a:ext cx="3605700" cy="4503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6656" name="Google Shape;6656;p114"/>
          <p:cNvSpPr txBox="1"/>
          <p:nvPr>
            <p:ph idx="6" type="subTitle"/>
          </p:nvPr>
        </p:nvSpPr>
        <p:spPr>
          <a:xfrm>
            <a:off x="6269361" y="2026281"/>
            <a:ext cx="3536400" cy="4503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6657" name="Google Shape;6657;p114"/>
          <p:cNvSpPr txBox="1"/>
          <p:nvPr>
            <p:ph idx="7" type="subTitle"/>
          </p:nvPr>
        </p:nvSpPr>
        <p:spPr>
          <a:xfrm>
            <a:off x="832100" y="2534273"/>
            <a:ext cx="1750500" cy="4503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6658" name="Google Shape;6658;p114"/>
          <p:cNvSpPr txBox="1"/>
          <p:nvPr>
            <p:ph idx="8" type="subTitle"/>
          </p:nvPr>
        </p:nvSpPr>
        <p:spPr>
          <a:xfrm>
            <a:off x="2631389" y="2534273"/>
            <a:ext cx="3605700" cy="4503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6659" name="Google Shape;6659;p114"/>
          <p:cNvSpPr txBox="1"/>
          <p:nvPr>
            <p:ph idx="9" type="subTitle"/>
          </p:nvPr>
        </p:nvSpPr>
        <p:spPr>
          <a:xfrm>
            <a:off x="6269361" y="2534273"/>
            <a:ext cx="3536400" cy="4503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6660" name="Google Shape;6660;p114"/>
          <p:cNvSpPr txBox="1"/>
          <p:nvPr>
            <p:ph idx="13" type="subTitle"/>
          </p:nvPr>
        </p:nvSpPr>
        <p:spPr>
          <a:xfrm>
            <a:off x="832100" y="3054546"/>
            <a:ext cx="1750500" cy="4503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6661" name="Google Shape;6661;p114"/>
          <p:cNvSpPr txBox="1"/>
          <p:nvPr>
            <p:ph idx="14" type="subTitle"/>
          </p:nvPr>
        </p:nvSpPr>
        <p:spPr>
          <a:xfrm>
            <a:off x="2631389" y="3054546"/>
            <a:ext cx="3605700" cy="4503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6662" name="Google Shape;6662;p114"/>
          <p:cNvSpPr txBox="1"/>
          <p:nvPr>
            <p:ph idx="15" type="subTitle"/>
          </p:nvPr>
        </p:nvSpPr>
        <p:spPr>
          <a:xfrm>
            <a:off x="6269361" y="3054546"/>
            <a:ext cx="3536400" cy="4503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6663" name="Google Shape;6663;p114"/>
          <p:cNvSpPr txBox="1"/>
          <p:nvPr>
            <p:ph idx="16" type="subTitle"/>
          </p:nvPr>
        </p:nvSpPr>
        <p:spPr>
          <a:xfrm>
            <a:off x="832100" y="3587721"/>
            <a:ext cx="1750500" cy="4503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6664" name="Google Shape;6664;p114"/>
          <p:cNvSpPr txBox="1"/>
          <p:nvPr>
            <p:ph idx="17" type="subTitle"/>
          </p:nvPr>
        </p:nvSpPr>
        <p:spPr>
          <a:xfrm>
            <a:off x="2631389" y="3587721"/>
            <a:ext cx="3605700" cy="4503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6665" name="Google Shape;6665;p114"/>
          <p:cNvSpPr txBox="1"/>
          <p:nvPr>
            <p:ph idx="18" type="subTitle"/>
          </p:nvPr>
        </p:nvSpPr>
        <p:spPr>
          <a:xfrm>
            <a:off x="6269361" y="3587721"/>
            <a:ext cx="3536400" cy="4503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6666" name="Google Shape;6666;p114"/>
          <p:cNvSpPr txBox="1"/>
          <p:nvPr/>
        </p:nvSpPr>
        <p:spPr>
          <a:xfrm>
            <a:off x="277302" y="1493157"/>
            <a:ext cx="509100" cy="4503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s-419" sz="800">
                <a:latin typeface="Arvo"/>
                <a:ea typeface="Arvo"/>
                <a:cs typeface="Arvo"/>
                <a:sym typeface="Arvo"/>
              </a:rPr>
              <a:t>1</a:t>
            </a:r>
            <a:endParaRPr b="1" sz="800">
              <a:latin typeface="Arvo"/>
              <a:ea typeface="Arvo"/>
              <a:cs typeface="Arvo"/>
              <a:sym typeface="Arvo"/>
            </a:endParaRPr>
          </a:p>
        </p:txBody>
      </p:sp>
      <p:sp>
        <p:nvSpPr>
          <p:cNvPr id="6667" name="Google Shape;6667;p114"/>
          <p:cNvSpPr txBox="1"/>
          <p:nvPr/>
        </p:nvSpPr>
        <p:spPr>
          <a:xfrm>
            <a:off x="277302" y="2013273"/>
            <a:ext cx="509100" cy="4503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s-419" sz="800">
                <a:latin typeface="Arvo"/>
                <a:ea typeface="Arvo"/>
                <a:cs typeface="Arvo"/>
                <a:sym typeface="Arvo"/>
              </a:rPr>
              <a:t>2</a:t>
            </a:r>
            <a:endParaRPr b="1" sz="800">
              <a:latin typeface="Arvo"/>
              <a:ea typeface="Arvo"/>
              <a:cs typeface="Arvo"/>
              <a:sym typeface="Arvo"/>
            </a:endParaRPr>
          </a:p>
        </p:txBody>
      </p:sp>
      <p:sp>
        <p:nvSpPr>
          <p:cNvPr id="6668" name="Google Shape;6668;p114"/>
          <p:cNvSpPr txBox="1"/>
          <p:nvPr/>
        </p:nvSpPr>
        <p:spPr>
          <a:xfrm>
            <a:off x="277302" y="2532174"/>
            <a:ext cx="509100" cy="4503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s-419" sz="800">
                <a:latin typeface="Arvo"/>
                <a:ea typeface="Arvo"/>
                <a:cs typeface="Arvo"/>
                <a:sym typeface="Arvo"/>
              </a:rPr>
              <a:t>3</a:t>
            </a:r>
            <a:endParaRPr b="1" sz="800">
              <a:latin typeface="Arvo"/>
              <a:ea typeface="Arvo"/>
              <a:cs typeface="Arvo"/>
              <a:sym typeface="Arvo"/>
            </a:endParaRPr>
          </a:p>
        </p:txBody>
      </p:sp>
      <p:sp>
        <p:nvSpPr>
          <p:cNvPr id="6669" name="Google Shape;6669;p114"/>
          <p:cNvSpPr txBox="1"/>
          <p:nvPr/>
        </p:nvSpPr>
        <p:spPr>
          <a:xfrm>
            <a:off x="277302" y="3053089"/>
            <a:ext cx="509100" cy="4503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s-419" sz="800">
                <a:latin typeface="Arvo"/>
                <a:ea typeface="Arvo"/>
                <a:cs typeface="Arvo"/>
                <a:sym typeface="Arvo"/>
              </a:rPr>
              <a:t>4</a:t>
            </a:r>
            <a:endParaRPr b="1" sz="800">
              <a:latin typeface="Arvo"/>
              <a:ea typeface="Arvo"/>
              <a:cs typeface="Arvo"/>
              <a:sym typeface="Arvo"/>
            </a:endParaRPr>
          </a:p>
        </p:txBody>
      </p:sp>
      <p:sp>
        <p:nvSpPr>
          <p:cNvPr id="6670" name="Google Shape;6670;p114"/>
          <p:cNvSpPr txBox="1"/>
          <p:nvPr/>
        </p:nvSpPr>
        <p:spPr>
          <a:xfrm>
            <a:off x="277302" y="3570525"/>
            <a:ext cx="509100" cy="4503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s-419" sz="800">
                <a:latin typeface="Arvo"/>
                <a:ea typeface="Arvo"/>
                <a:cs typeface="Arvo"/>
                <a:sym typeface="Arvo"/>
              </a:rPr>
              <a:t>5</a:t>
            </a:r>
            <a:endParaRPr b="1" sz="800">
              <a:latin typeface="Arvo"/>
              <a:ea typeface="Arvo"/>
              <a:cs typeface="Arvo"/>
              <a:sym typeface="Arvo"/>
            </a:endParaRPr>
          </a:p>
        </p:txBody>
      </p:sp>
      <p:grpSp>
        <p:nvGrpSpPr>
          <p:cNvPr id="6671" name="Google Shape;6671;p114"/>
          <p:cNvGrpSpPr/>
          <p:nvPr/>
        </p:nvGrpSpPr>
        <p:grpSpPr>
          <a:xfrm>
            <a:off x="274200" y="5122711"/>
            <a:ext cx="9531600" cy="450095"/>
            <a:chOff x="274200" y="1663702"/>
            <a:chExt cx="9531600" cy="900550"/>
          </a:xfrm>
        </p:grpSpPr>
        <p:sp>
          <p:nvSpPr>
            <p:cNvPr id="6672" name="Google Shape;6672;p114"/>
            <p:cNvSpPr/>
            <p:nvPr/>
          </p:nvSpPr>
          <p:spPr>
            <a:xfrm>
              <a:off x="274200" y="1663702"/>
              <a:ext cx="9531600" cy="9000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600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t/>
              </a:r>
              <a:endParaRPr b="1" i="0" sz="1800" u="none" cap="none" strike="noStrike">
                <a:solidFill>
                  <a:srgbClr val="000000"/>
                </a:solidFill>
                <a:latin typeface="Roboto"/>
                <a:ea typeface="Roboto"/>
                <a:cs typeface="Roboto"/>
                <a:sym typeface="Roboto"/>
              </a:endParaRPr>
            </a:p>
          </p:txBody>
        </p:sp>
        <p:cxnSp>
          <p:nvCxnSpPr>
            <p:cNvPr id="6673" name="Google Shape;6673;p114"/>
            <p:cNvCxnSpPr/>
            <p:nvPr/>
          </p:nvCxnSpPr>
          <p:spPr>
            <a:xfrm>
              <a:off x="805925" y="1664552"/>
              <a:ext cx="0" cy="899700"/>
            </a:xfrm>
            <a:prstGeom prst="straightConnector1">
              <a:avLst/>
            </a:prstGeom>
            <a:noFill/>
            <a:ln cap="flat" cmpd="sng" w="28575">
              <a:solidFill>
                <a:srgbClr val="D9D9D9"/>
              </a:solidFill>
              <a:prstDash val="solid"/>
              <a:round/>
              <a:headEnd len="sm" w="sm" type="none"/>
              <a:tailEnd len="sm" w="sm" type="none"/>
            </a:ln>
          </p:spPr>
        </p:cxnSp>
        <p:cxnSp>
          <p:nvCxnSpPr>
            <p:cNvPr id="6674" name="Google Shape;6674;p114"/>
            <p:cNvCxnSpPr/>
            <p:nvPr/>
          </p:nvCxnSpPr>
          <p:spPr>
            <a:xfrm>
              <a:off x="2607089" y="1664552"/>
              <a:ext cx="0" cy="899700"/>
            </a:xfrm>
            <a:prstGeom prst="straightConnector1">
              <a:avLst/>
            </a:prstGeom>
            <a:noFill/>
            <a:ln cap="flat" cmpd="sng" w="28575">
              <a:solidFill>
                <a:srgbClr val="D9D9D9"/>
              </a:solidFill>
              <a:prstDash val="solid"/>
              <a:round/>
              <a:headEnd len="sm" w="sm" type="none"/>
              <a:tailEnd len="sm" w="sm" type="none"/>
            </a:ln>
          </p:spPr>
        </p:cxnSp>
        <p:cxnSp>
          <p:nvCxnSpPr>
            <p:cNvPr id="6675" name="Google Shape;6675;p114"/>
            <p:cNvCxnSpPr/>
            <p:nvPr/>
          </p:nvCxnSpPr>
          <p:spPr>
            <a:xfrm>
              <a:off x="6232786" y="1664552"/>
              <a:ext cx="0" cy="899700"/>
            </a:xfrm>
            <a:prstGeom prst="straightConnector1">
              <a:avLst/>
            </a:prstGeom>
            <a:noFill/>
            <a:ln cap="flat" cmpd="sng" w="28575">
              <a:solidFill>
                <a:srgbClr val="B7B7B7"/>
              </a:solidFill>
              <a:prstDash val="solid"/>
              <a:round/>
              <a:headEnd len="sm" w="sm" type="none"/>
              <a:tailEnd len="sm" w="sm" type="none"/>
            </a:ln>
          </p:spPr>
        </p:cxnSp>
        <p:cxnSp>
          <p:nvCxnSpPr>
            <p:cNvPr id="6676" name="Google Shape;6676;p114"/>
            <p:cNvCxnSpPr/>
            <p:nvPr/>
          </p:nvCxnSpPr>
          <p:spPr>
            <a:xfrm>
              <a:off x="6237052" y="1664552"/>
              <a:ext cx="0" cy="899700"/>
            </a:xfrm>
            <a:prstGeom prst="straightConnector1">
              <a:avLst/>
            </a:prstGeom>
            <a:noFill/>
            <a:ln cap="flat" cmpd="sng" w="28575">
              <a:solidFill>
                <a:srgbClr val="D9D9D9"/>
              </a:solidFill>
              <a:prstDash val="solid"/>
              <a:round/>
              <a:headEnd len="sm" w="sm" type="none"/>
              <a:tailEnd len="sm" w="sm" type="none"/>
            </a:ln>
          </p:spPr>
        </p:cxnSp>
        <p:sp>
          <p:nvSpPr>
            <p:cNvPr id="6677" name="Google Shape;6677;p114"/>
            <p:cNvSpPr/>
            <p:nvPr/>
          </p:nvSpPr>
          <p:spPr>
            <a:xfrm>
              <a:off x="2627453" y="1670377"/>
              <a:ext cx="3605400" cy="893400"/>
            </a:xfrm>
            <a:prstGeom prst="rect">
              <a:avLst/>
            </a:prstGeom>
            <a:solidFill>
              <a:srgbClr val="D9EAD3"/>
            </a:solidFill>
            <a:ln cap="flat" cmpd="sng" w="9525">
              <a:solidFill>
                <a:srgbClr val="D9EA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78" name="Google Shape;6678;p114"/>
          <p:cNvGrpSpPr/>
          <p:nvPr/>
        </p:nvGrpSpPr>
        <p:grpSpPr>
          <a:xfrm>
            <a:off x="274200" y="5642079"/>
            <a:ext cx="9531600" cy="450095"/>
            <a:chOff x="274200" y="1663702"/>
            <a:chExt cx="9531600" cy="900550"/>
          </a:xfrm>
        </p:grpSpPr>
        <p:sp>
          <p:nvSpPr>
            <p:cNvPr id="6679" name="Google Shape;6679;p114"/>
            <p:cNvSpPr/>
            <p:nvPr/>
          </p:nvSpPr>
          <p:spPr>
            <a:xfrm>
              <a:off x="274200" y="1663702"/>
              <a:ext cx="9531600" cy="9000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600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t/>
              </a:r>
              <a:endParaRPr b="1" i="0" sz="1800" u="none" cap="none" strike="noStrike">
                <a:solidFill>
                  <a:srgbClr val="000000"/>
                </a:solidFill>
                <a:latin typeface="Roboto"/>
                <a:ea typeface="Roboto"/>
                <a:cs typeface="Roboto"/>
                <a:sym typeface="Roboto"/>
              </a:endParaRPr>
            </a:p>
          </p:txBody>
        </p:sp>
        <p:cxnSp>
          <p:nvCxnSpPr>
            <p:cNvPr id="6680" name="Google Shape;6680;p114"/>
            <p:cNvCxnSpPr/>
            <p:nvPr/>
          </p:nvCxnSpPr>
          <p:spPr>
            <a:xfrm>
              <a:off x="805925" y="1664552"/>
              <a:ext cx="0" cy="899700"/>
            </a:xfrm>
            <a:prstGeom prst="straightConnector1">
              <a:avLst/>
            </a:prstGeom>
            <a:noFill/>
            <a:ln cap="flat" cmpd="sng" w="28575">
              <a:solidFill>
                <a:srgbClr val="D9D9D9"/>
              </a:solidFill>
              <a:prstDash val="solid"/>
              <a:round/>
              <a:headEnd len="sm" w="sm" type="none"/>
              <a:tailEnd len="sm" w="sm" type="none"/>
            </a:ln>
          </p:spPr>
        </p:cxnSp>
        <p:cxnSp>
          <p:nvCxnSpPr>
            <p:cNvPr id="6681" name="Google Shape;6681;p114"/>
            <p:cNvCxnSpPr/>
            <p:nvPr/>
          </p:nvCxnSpPr>
          <p:spPr>
            <a:xfrm>
              <a:off x="2607089" y="1664552"/>
              <a:ext cx="0" cy="899700"/>
            </a:xfrm>
            <a:prstGeom prst="straightConnector1">
              <a:avLst/>
            </a:prstGeom>
            <a:noFill/>
            <a:ln cap="flat" cmpd="sng" w="28575">
              <a:solidFill>
                <a:srgbClr val="D9D9D9"/>
              </a:solidFill>
              <a:prstDash val="solid"/>
              <a:round/>
              <a:headEnd len="sm" w="sm" type="none"/>
              <a:tailEnd len="sm" w="sm" type="none"/>
            </a:ln>
          </p:spPr>
        </p:cxnSp>
        <p:cxnSp>
          <p:nvCxnSpPr>
            <p:cNvPr id="6682" name="Google Shape;6682;p114"/>
            <p:cNvCxnSpPr/>
            <p:nvPr/>
          </p:nvCxnSpPr>
          <p:spPr>
            <a:xfrm>
              <a:off x="6237052" y="1664552"/>
              <a:ext cx="0" cy="899700"/>
            </a:xfrm>
            <a:prstGeom prst="straightConnector1">
              <a:avLst/>
            </a:prstGeom>
            <a:noFill/>
            <a:ln cap="flat" cmpd="sng" w="28575">
              <a:solidFill>
                <a:srgbClr val="D9D9D9"/>
              </a:solidFill>
              <a:prstDash val="solid"/>
              <a:round/>
              <a:headEnd len="sm" w="sm" type="none"/>
              <a:tailEnd len="sm" w="sm" type="none"/>
            </a:ln>
          </p:spPr>
        </p:cxnSp>
        <p:sp>
          <p:nvSpPr>
            <p:cNvPr id="6683" name="Google Shape;6683;p114"/>
            <p:cNvSpPr/>
            <p:nvPr/>
          </p:nvSpPr>
          <p:spPr>
            <a:xfrm>
              <a:off x="2627453" y="1670377"/>
              <a:ext cx="3609600" cy="893400"/>
            </a:xfrm>
            <a:prstGeom prst="rect">
              <a:avLst/>
            </a:prstGeom>
            <a:solidFill>
              <a:srgbClr val="D9EAD3"/>
            </a:solidFill>
            <a:ln cap="flat" cmpd="sng" w="9525">
              <a:solidFill>
                <a:srgbClr val="D9EA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84" name="Google Shape;6684;p114"/>
          <p:cNvGrpSpPr/>
          <p:nvPr/>
        </p:nvGrpSpPr>
        <p:grpSpPr>
          <a:xfrm>
            <a:off x="274200" y="6161447"/>
            <a:ext cx="9531600" cy="450095"/>
            <a:chOff x="274200" y="1663702"/>
            <a:chExt cx="9531600" cy="900550"/>
          </a:xfrm>
        </p:grpSpPr>
        <p:sp>
          <p:nvSpPr>
            <p:cNvPr id="6685" name="Google Shape;6685;p114"/>
            <p:cNvSpPr/>
            <p:nvPr/>
          </p:nvSpPr>
          <p:spPr>
            <a:xfrm>
              <a:off x="274200" y="1663702"/>
              <a:ext cx="9531600" cy="9000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600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t/>
              </a:r>
              <a:endParaRPr b="1" i="0" sz="1800" u="none" cap="none" strike="noStrike">
                <a:solidFill>
                  <a:srgbClr val="000000"/>
                </a:solidFill>
                <a:latin typeface="Roboto"/>
                <a:ea typeface="Roboto"/>
                <a:cs typeface="Roboto"/>
                <a:sym typeface="Roboto"/>
              </a:endParaRPr>
            </a:p>
          </p:txBody>
        </p:sp>
        <p:cxnSp>
          <p:nvCxnSpPr>
            <p:cNvPr id="6686" name="Google Shape;6686;p114"/>
            <p:cNvCxnSpPr/>
            <p:nvPr/>
          </p:nvCxnSpPr>
          <p:spPr>
            <a:xfrm>
              <a:off x="805925" y="1664552"/>
              <a:ext cx="0" cy="899700"/>
            </a:xfrm>
            <a:prstGeom prst="straightConnector1">
              <a:avLst/>
            </a:prstGeom>
            <a:noFill/>
            <a:ln cap="flat" cmpd="sng" w="28575">
              <a:solidFill>
                <a:srgbClr val="D9D9D9"/>
              </a:solidFill>
              <a:prstDash val="solid"/>
              <a:round/>
              <a:headEnd len="sm" w="sm" type="none"/>
              <a:tailEnd len="sm" w="sm" type="none"/>
            </a:ln>
          </p:spPr>
        </p:cxnSp>
        <p:cxnSp>
          <p:nvCxnSpPr>
            <p:cNvPr id="6687" name="Google Shape;6687;p114"/>
            <p:cNvCxnSpPr/>
            <p:nvPr/>
          </p:nvCxnSpPr>
          <p:spPr>
            <a:xfrm>
              <a:off x="2607089" y="1664552"/>
              <a:ext cx="0" cy="899700"/>
            </a:xfrm>
            <a:prstGeom prst="straightConnector1">
              <a:avLst/>
            </a:prstGeom>
            <a:noFill/>
            <a:ln cap="flat" cmpd="sng" w="28575">
              <a:solidFill>
                <a:srgbClr val="D9D9D9"/>
              </a:solidFill>
              <a:prstDash val="solid"/>
              <a:round/>
              <a:headEnd len="sm" w="sm" type="none"/>
              <a:tailEnd len="sm" w="sm" type="none"/>
            </a:ln>
          </p:spPr>
        </p:cxnSp>
        <p:cxnSp>
          <p:nvCxnSpPr>
            <p:cNvPr id="6688" name="Google Shape;6688;p114"/>
            <p:cNvCxnSpPr/>
            <p:nvPr/>
          </p:nvCxnSpPr>
          <p:spPr>
            <a:xfrm>
              <a:off x="6237052" y="1664552"/>
              <a:ext cx="0" cy="899700"/>
            </a:xfrm>
            <a:prstGeom prst="straightConnector1">
              <a:avLst/>
            </a:prstGeom>
            <a:noFill/>
            <a:ln cap="flat" cmpd="sng" w="28575">
              <a:solidFill>
                <a:srgbClr val="D9D9D9"/>
              </a:solidFill>
              <a:prstDash val="solid"/>
              <a:round/>
              <a:headEnd len="sm" w="sm" type="none"/>
              <a:tailEnd len="sm" w="sm" type="none"/>
            </a:ln>
          </p:spPr>
        </p:cxnSp>
        <p:sp>
          <p:nvSpPr>
            <p:cNvPr id="6689" name="Google Shape;6689;p114"/>
            <p:cNvSpPr/>
            <p:nvPr/>
          </p:nvSpPr>
          <p:spPr>
            <a:xfrm>
              <a:off x="2627450" y="1670377"/>
              <a:ext cx="3609600" cy="893400"/>
            </a:xfrm>
            <a:prstGeom prst="rect">
              <a:avLst/>
            </a:prstGeom>
            <a:solidFill>
              <a:srgbClr val="D9EAD3"/>
            </a:solidFill>
            <a:ln cap="flat" cmpd="sng" w="9525">
              <a:solidFill>
                <a:srgbClr val="D9EA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90" name="Google Shape;6690;p114"/>
          <p:cNvGrpSpPr/>
          <p:nvPr/>
        </p:nvGrpSpPr>
        <p:grpSpPr>
          <a:xfrm>
            <a:off x="274200" y="4083981"/>
            <a:ext cx="9531600" cy="450095"/>
            <a:chOff x="274200" y="1663702"/>
            <a:chExt cx="9531600" cy="900550"/>
          </a:xfrm>
        </p:grpSpPr>
        <p:sp>
          <p:nvSpPr>
            <p:cNvPr id="6691" name="Google Shape;6691;p114"/>
            <p:cNvSpPr/>
            <p:nvPr/>
          </p:nvSpPr>
          <p:spPr>
            <a:xfrm>
              <a:off x="274200" y="1663702"/>
              <a:ext cx="9531600" cy="9000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600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t/>
              </a:r>
              <a:endParaRPr b="1" i="0" sz="1800" u="none" cap="none" strike="noStrike">
                <a:solidFill>
                  <a:srgbClr val="000000"/>
                </a:solidFill>
                <a:latin typeface="Roboto"/>
                <a:ea typeface="Roboto"/>
                <a:cs typeface="Roboto"/>
                <a:sym typeface="Roboto"/>
              </a:endParaRPr>
            </a:p>
          </p:txBody>
        </p:sp>
        <p:cxnSp>
          <p:nvCxnSpPr>
            <p:cNvPr id="6692" name="Google Shape;6692;p114"/>
            <p:cNvCxnSpPr/>
            <p:nvPr/>
          </p:nvCxnSpPr>
          <p:spPr>
            <a:xfrm>
              <a:off x="805925" y="1664552"/>
              <a:ext cx="0" cy="899700"/>
            </a:xfrm>
            <a:prstGeom prst="straightConnector1">
              <a:avLst/>
            </a:prstGeom>
            <a:noFill/>
            <a:ln cap="flat" cmpd="sng" w="28575">
              <a:solidFill>
                <a:srgbClr val="D9D9D9"/>
              </a:solidFill>
              <a:prstDash val="solid"/>
              <a:round/>
              <a:headEnd len="sm" w="sm" type="none"/>
              <a:tailEnd len="sm" w="sm" type="none"/>
            </a:ln>
          </p:spPr>
        </p:cxnSp>
        <p:cxnSp>
          <p:nvCxnSpPr>
            <p:cNvPr id="6693" name="Google Shape;6693;p114"/>
            <p:cNvCxnSpPr/>
            <p:nvPr/>
          </p:nvCxnSpPr>
          <p:spPr>
            <a:xfrm>
              <a:off x="2607089" y="1664552"/>
              <a:ext cx="0" cy="899700"/>
            </a:xfrm>
            <a:prstGeom prst="straightConnector1">
              <a:avLst/>
            </a:prstGeom>
            <a:noFill/>
            <a:ln cap="flat" cmpd="sng" w="28575">
              <a:solidFill>
                <a:srgbClr val="D9D9D9"/>
              </a:solidFill>
              <a:prstDash val="solid"/>
              <a:round/>
              <a:headEnd len="sm" w="sm" type="none"/>
              <a:tailEnd len="sm" w="sm" type="none"/>
            </a:ln>
          </p:spPr>
        </p:cxnSp>
        <p:cxnSp>
          <p:nvCxnSpPr>
            <p:cNvPr id="6694" name="Google Shape;6694;p114"/>
            <p:cNvCxnSpPr/>
            <p:nvPr/>
          </p:nvCxnSpPr>
          <p:spPr>
            <a:xfrm>
              <a:off x="6237052" y="1664552"/>
              <a:ext cx="0" cy="899700"/>
            </a:xfrm>
            <a:prstGeom prst="straightConnector1">
              <a:avLst/>
            </a:prstGeom>
            <a:noFill/>
            <a:ln cap="flat" cmpd="sng" w="28575">
              <a:solidFill>
                <a:srgbClr val="D9D9D9"/>
              </a:solidFill>
              <a:prstDash val="solid"/>
              <a:round/>
              <a:headEnd len="sm" w="sm" type="none"/>
              <a:tailEnd len="sm" w="sm" type="none"/>
            </a:ln>
          </p:spPr>
        </p:cxnSp>
        <p:sp>
          <p:nvSpPr>
            <p:cNvPr id="6695" name="Google Shape;6695;p114"/>
            <p:cNvSpPr/>
            <p:nvPr/>
          </p:nvSpPr>
          <p:spPr>
            <a:xfrm>
              <a:off x="2627453" y="1670366"/>
              <a:ext cx="3609600" cy="893400"/>
            </a:xfrm>
            <a:prstGeom prst="rect">
              <a:avLst/>
            </a:prstGeom>
            <a:solidFill>
              <a:srgbClr val="D9EAD3"/>
            </a:solidFill>
            <a:ln cap="flat" cmpd="sng" w="9525">
              <a:solidFill>
                <a:srgbClr val="D9EA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96" name="Google Shape;6696;p114"/>
          <p:cNvGrpSpPr/>
          <p:nvPr/>
        </p:nvGrpSpPr>
        <p:grpSpPr>
          <a:xfrm>
            <a:off x="274200" y="4603343"/>
            <a:ext cx="9531600" cy="450095"/>
            <a:chOff x="274200" y="1663702"/>
            <a:chExt cx="9531600" cy="900550"/>
          </a:xfrm>
        </p:grpSpPr>
        <p:sp>
          <p:nvSpPr>
            <p:cNvPr id="6697" name="Google Shape;6697;p114"/>
            <p:cNvSpPr/>
            <p:nvPr/>
          </p:nvSpPr>
          <p:spPr>
            <a:xfrm>
              <a:off x="274200" y="1663702"/>
              <a:ext cx="9531600" cy="9000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600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t/>
              </a:r>
              <a:endParaRPr b="1" i="0" sz="1800" u="none" cap="none" strike="noStrike">
                <a:solidFill>
                  <a:srgbClr val="000000"/>
                </a:solidFill>
                <a:latin typeface="Roboto"/>
                <a:ea typeface="Roboto"/>
                <a:cs typeface="Roboto"/>
                <a:sym typeface="Roboto"/>
              </a:endParaRPr>
            </a:p>
          </p:txBody>
        </p:sp>
        <p:cxnSp>
          <p:nvCxnSpPr>
            <p:cNvPr id="6698" name="Google Shape;6698;p114"/>
            <p:cNvCxnSpPr/>
            <p:nvPr/>
          </p:nvCxnSpPr>
          <p:spPr>
            <a:xfrm>
              <a:off x="805925" y="1664552"/>
              <a:ext cx="0" cy="899700"/>
            </a:xfrm>
            <a:prstGeom prst="straightConnector1">
              <a:avLst/>
            </a:prstGeom>
            <a:noFill/>
            <a:ln cap="flat" cmpd="sng" w="28575">
              <a:solidFill>
                <a:srgbClr val="D9D9D9"/>
              </a:solidFill>
              <a:prstDash val="solid"/>
              <a:round/>
              <a:headEnd len="sm" w="sm" type="none"/>
              <a:tailEnd len="sm" w="sm" type="none"/>
            </a:ln>
          </p:spPr>
        </p:cxnSp>
        <p:cxnSp>
          <p:nvCxnSpPr>
            <p:cNvPr id="6699" name="Google Shape;6699;p114"/>
            <p:cNvCxnSpPr/>
            <p:nvPr/>
          </p:nvCxnSpPr>
          <p:spPr>
            <a:xfrm>
              <a:off x="2607089" y="1664552"/>
              <a:ext cx="0" cy="899700"/>
            </a:xfrm>
            <a:prstGeom prst="straightConnector1">
              <a:avLst/>
            </a:prstGeom>
            <a:noFill/>
            <a:ln cap="flat" cmpd="sng" w="28575">
              <a:solidFill>
                <a:srgbClr val="D9D9D9"/>
              </a:solidFill>
              <a:prstDash val="solid"/>
              <a:round/>
              <a:headEnd len="sm" w="sm" type="none"/>
              <a:tailEnd len="sm" w="sm" type="none"/>
            </a:ln>
          </p:spPr>
        </p:cxnSp>
        <p:sp>
          <p:nvSpPr>
            <p:cNvPr id="6700" name="Google Shape;6700;p114"/>
            <p:cNvSpPr/>
            <p:nvPr/>
          </p:nvSpPr>
          <p:spPr>
            <a:xfrm>
              <a:off x="2627453" y="1670377"/>
              <a:ext cx="3609600" cy="893400"/>
            </a:xfrm>
            <a:prstGeom prst="rect">
              <a:avLst/>
            </a:prstGeom>
            <a:solidFill>
              <a:srgbClr val="D9EAD3"/>
            </a:solidFill>
            <a:ln cap="flat" cmpd="sng" w="9525">
              <a:solidFill>
                <a:srgbClr val="D9EA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cxnSp>
        <p:nvCxnSpPr>
          <p:cNvPr id="6701" name="Google Shape;6701;p114"/>
          <p:cNvCxnSpPr/>
          <p:nvPr/>
        </p:nvCxnSpPr>
        <p:spPr>
          <a:xfrm>
            <a:off x="6237052" y="4604970"/>
            <a:ext cx="0" cy="449400"/>
          </a:xfrm>
          <a:prstGeom prst="straightConnector1">
            <a:avLst/>
          </a:prstGeom>
          <a:noFill/>
          <a:ln cap="flat" cmpd="sng" w="28575">
            <a:solidFill>
              <a:srgbClr val="D9D9D9"/>
            </a:solidFill>
            <a:prstDash val="solid"/>
            <a:round/>
            <a:headEnd len="sm" w="sm" type="none"/>
            <a:tailEnd len="sm" w="sm" type="none"/>
          </a:ln>
        </p:spPr>
      </p:cxnSp>
      <p:sp>
        <p:nvSpPr>
          <p:cNvPr id="6702" name="Google Shape;6702;p114"/>
          <p:cNvSpPr txBox="1"/>
          <p:nvPr>
            <p:ph idx="19" type="subTitle"/>
          </p:nvPr>
        </p:nvSpPr>
        <p:spPr>
          <a:xfrm>
            <a:off x="832100" y="4083907"/>
            <a:ext cx="1750500" cy="4503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6703" name="Google Shape;6703;p114"/>
          <p:cNvSpPr txBox="1"/>
          <p:nvPr>
            <p:ph idx="20" type="subTitle"/>
          </p:nvPr>
        </p:nvSpPr>
        <p:spPr>
          <a:xfrm>
            <a:off x="2631389" y="4083907"/>
            <a:ext cx="3605700" cy="4503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6704" name="Google Shape;6704;p114"/>
          <p:cNvSpPr txBox="1"/>
          <p:nvPr>
            <p:ph idx="21" type="subTitle"/>
          </p:nvPr>
        </p:nvSpPr>
        <p:spPr>
          <a:xfrm>
            <a:off x="6269361" y="4083907"/>
            <a:ext cx="3536400" cy="4503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6705" name="Google Shape;6705;p114"/>
          <p:cNvSpPr txBox="1"/>
          <p:nvPr>
            <p:ph idx="22" type="subTitle"/>
          </p:nvPr>
        </p:nvSpPr>
        <p:spPr>
          <a:xfrm>
            <a:off x="832100" y="4617081"/>
            <a:ext cx="1750500" cy="4503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6706" name="Google Shape;6706;p114"/>
          <p:cNvSpPr txBox="1"/>
          <p:nvPr>
            <p:ph idx="23" type="subTitle"/>
          </p:nvPr>
        </p:nvSpPr>
        <p:spPr>
          <a:xfrm>
            <a:off x="2631389" y="4617081"/>
            <a:ext cx="3605700" cy="4503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6707" name="Google Shape;6707;p114"/>
          <p:cNvSpPr txBox="1"/>
          <p:nvPr>
            <p:ph idx="24" type="subTitle"/>
          </p:nvPr>
        </p:nvSpPr>
        <p:spPr>
          <a:xfrm>
            <a:off x="6269361" y="4617081"/>
            <a:ext cx="3536400" cy="4503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6708" name="Google Shape;6708;p114"/>
          <p:cNvSpPr txBox="1"/>
          <p:nvPr>
            <p:ph idx="25" type="subTitle"/>
          </p:nvPr>
        </p:nvSpPr>
        <p:spPr>
          <a:xfrm>
            <a:off x="832100" y="5125073"/>
            <a:ext cx="1750500" cy="4503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6709" name="Google Shape;6709;p114"/>
          <p:cNvSpPr txBox="1"/>
          <p:nvPr>
            <p:ph idx="26" type="subTitle"/>
          </p:nvPr>
        </p:nvSpPr>
        <p:spPr>
          <a:xfrm>
            <a:off x="2631389" y="5125073"/>
            <a:ext cx="3605700" cy="4503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6710" name="Google Shape;6710;p114"/>
          <p:cNvSpPr txBox="1"/>
          <p:nvPr>
            <p:ph idx="27" type="subTitle"/>
          </p:nvPr>
        </p:nvSpPr>
        <p:spPr>
          <a:xfrm>
            <a:off x="6269361" y="5125073"/>
            <a:ext cx="3536400" cy="4503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6711" name="Google Shape;6711;p114"/>
          <p:cNvSpPr txBox="1"/>
          <p:nvPr>
            <p:ph idx="28" type="subTitle"/>
          </p:nvPr>
        </p:nvSpPr>
        <p:spPr>
          <a:xfrm>
            <a:off x="832100" y="5645346"/>
            <a:ext cx="1750500" cy="4503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6712" name="Google Shape;6712;p114"/>
          <p:cNvSpPr txBox="1"/>
          <p:nvPr>
            <p:ph idx="29" type="subTitle"/>
          </p:nvPr>
        </p:nvSpPr>
        <p:spPr>
          <a:xfrm>
            <a:off x="2631389" y="5645346"/>
            <a:ext cx="3605700" cy="4503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6713" name="Google Shape;6713;p114"/>
          <p:cNvSpPr txBox="1"/>
          <p:nvPr>
            <p:ph idx="30" type="subTitle"/>
          </p:nvPr>
        </p:nvSpPr>
        <p:spPr>
          <a:xfrm>
            <a:off x="6269361" y="5645346"/>
            <a:ext cx="3536400" cy="4503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6714" name="Google Shape;6714;p114"/>
          <p:cNvSpPr txBox="1"/>
          <p:nvPr>
            <p:ph idx="31" type="subTitle"/>
          </p:nvPr>
        </p:nvSpPr>
        <p:spPr>
          <a:xfrm>
            <a:off x="832100" y="6178521"/>
            <a:ext cx="1750500" cy="4503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6715" name="Google Shape;6715;p114"/>
          <p:cNvSpPr txBox="1"/>
          <p:nvPr>
            <p:ph idx="32" type="subTitle"/>
          </p:nvPr>
        </p:nvSpPr>
        <p:spPr>
          <a:xfrm>
            <a:off x="2631389" y="6178521"/>
            <a:ext cx="3605700" cy="4503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6716" name="Google Shape;6716;p114"/>
          <p:cNvSpPr txBox="1"/>
          <p:nvPr>
            <p:ph idx="33" type="subTitle"/>
          </p:nvPr>
        </p:nvSpPr>
        <p:spPr>
          <a:xfrm>
            <a:off x="6269361" y="6178521"/>
            <a:ext cx="3536400" cy="4503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6717" name="Google Shape;6717;p114"/>
          <p:cNvSpPr txBox="1"/>
          <p:nvPr/>
        </p:nvSpPr>
        <p:spPr>
          <a:xfrm>
            <a:off x="277302" y="4083957"/>
            <a:ext cx="509100" cy="4503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s-419" sz="800">
                <a:latin typeface="Arvo"/>
                <a:ea typeface="Arvo"/>
                <a:cs typeface="Arvo"/>
                <a:sym typeface="Arvo"/>
              </a:rPr>
              <a:t>6</a:t>
            </a:r>
            <a:endParaRPr b="1" sz="800">
              <a:latin typeface="Arvo"/>
              <a:ea typeface="Arvo"/>
              <a:cs typeface="Arvo"/>
              <a:sym typeface="Arvo"/>
            </a:endParaRPr>
          </a:p>
        </p:txBody>
      </p:sp>
      <p:sp>
        <p:nvSpPr>
          <p:cNvPr id="6718" name="Google Shape;6718;p114"/>
          <p:cNvSpPr txBox="1"/>
          <p:nvPr/>
        </p:nvSpPr>
        <p:spPr>
          <a:xfrm>
            <a:off x="277302" y="4604073"/>
            <a:ext cx="509100" cy="4503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s-419" sz="800">
                <a:latin typeface="Arvo"/>
                <a:ea typeface="Arvo"/>
                <a:cs typeface="Arvo"/>
                <a:sym typeface="Arvo"/>
              </a:rPr>
              <a:t>7</a:t>
            </a:r>
            <a:endParaRPr b="1" sz="800">
              <a:latin typeface="Arvo"/>
              <a:ea typeface="Arvo"/>
              <a:cs typeface="Arvo"/>
              <a:sym typeface="Arvo"/>
            </a:endParaRPr>
          </a:p>
        </p:txBody>
      </p:sp>
      <p:sp>
        <p:nvSpPr>
          <p:cNvPr id="6719" name="Google Shape;6719;p114"/>
          <p:cNvSpPr txBox="1"/>
          <p:nvPr/>
        </p:nvSpPr>
        <p:spPr>
          <a:xfrm>
            <a:off x="277302" y="5122974"/>
            <a:ext cx="509100" cy="4503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s-419" sz="800">
                <a:latin typeface="Arvo"/>
                <a:ea typeface="Arvo"/>
                <a:cs typeface="Arvo"/>
                <a:sym typeface="Arvo"/>
              </a:rPr>
              <a:t>8</a:t>
            </a:r>
            <a:endParaRPr b="1" sz="800">
              <a:latin typeface="Arvo"/>
              <a:ea typeface="Arvo"/>
              <a:cs typeface="Arvo"/>
              <a:sym typeface="Arvo"/>
            </a:endParaRPr>
          </a:p>
        </p:txBody>
      </p:sp>
      <p:sp>
        <p:nvSpPr>
          <p:cNvPr id="6720" name="Google Shape;6720;p114"/>
          <p:cNvSpPr txBox="1"/>
          <p:nvPr/>
        </p:nvSpPr>
        <p:spPr>
          <a:xfrm>
            <a:off x="277302" y="5643889"/>
            <a:ext cx="509100" cy="4503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s-419" sz="800">
                <a:latin typeface="Arvo"/>
                <a:ea typeface="Arvo"/>
                <a:cs typeface="Arvo"/>
                <a:sym typeface="Arvo"/>
              </a:rPr>
              <a:t>9</a:t>
            </a:r>
            <a:endParaRPr b="1" sz="800">
              <a:latin typeface="Arvo"/>
              <a:ea typeface="Arvo"/>
              <a:cs typeface="Arvo"/>
              <a:sym typeface="Arvo"/>
            </a:endParaRPr>
          </a:p>
        </p:txBody>
      </p:sp>
      <p:sp>
        <p:nvSpPr>
          <p:cNvPr id="6721" name="Google Shape;6721;p114"/>
          <p:cNvSpPr txBox="1"/>
          <p:nvPr/>
        </p:nvSpPr>
        <p:spPr>
          <a:xfrm>
            <a:off x="277302" y="6161325"/>
            <a:ext cx="509100" cy="4503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s-419" sz="800">
                <a:latin typeface="Arvo"/>
                <a:ea typeface="Arvo"/>
                <a:cs typeface="Arvo"/>
                <a:sym typeface="Arvo"/>
              </a:rPr>
              <a:t>10</a:t>
            </a:r>
            <a:endParaRPr b="1" sz="800">
              <a:latin typeface="Arvo"/>
              <a:ea typeface="Arvo"/>
              <a:cs typeface="Arvo"/>
              <a:sym typeface="Arvo"/>
            </a:endParaRPr>
          </a:p>
        </p:txBody>
      </p:sp>
      <p:sp>
        <p:nvSpPr>
          <p:cNvPr id="6722" name="Google Shape;6722;p114"/>
          <p:cNvSpPr txBox="1"/>
          <p:nvPr/>
        </p:nvSpPr>
        <p:spPr>
          <a:xfrm>
            <a:off x="2524025" y="387675"/>
            <a:ext cx="15012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Unid. Organizacional:</a:t>
            </a:r>
            <a:endParaRPr b="1" sz="1100"/>
          </a:p>
        </p:txBody>
      </p:sp>
      <p:sp>
        <p:nvSpPr>
          <p:cNvPr id="6723" name="Google Shape;6723;p114"/>
          <p:cNvSpPr txBox="1"/>
          <p:nvPr/>
        </p:nvSpPr>
        <p:spPr>
          <a:xfrm>
            <a:off x="2524020" y="579550"/>
            <a:ext cx="6846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Alcance:</a:t>
            </a:r>
            <a:endParaRPr b="1" sz="1100"/>
          </a:p>
        </p:txBody>
      </p:sp>
      <p:sp>
        <p:nvSpPr>
          <p:cNvPr id="6724" name="Google Shape;6724;p114"/>
          <p:cNvSpPr txBox="1"/>
          <p:nvPr>
            <p:ph type="title"/>
          </p:nvPr>
        </p:nvSpPr>
        <p:spPr>
          <a:xfrm flipH="1">
            <a:off x="4025374" y="387675"/>
            <a:ext cx="5863200" cy="1692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000"/>
              <a:buNone/>
              <a:defRPr sz="1000">
                <a:solidFill>
                  <a:srgbClr val="000000"/>
                </a:solidFill>
              </a:defRPr>
            </a:lvl1pPr>
            <a:lvl2pPr lvl="1">
              <a:spcBef>
                <a:spcPts val="0"/>
              </a:spcBef>
              <a:spcAft>
                <a:spcPts val="0"/>
              </a:spcAft>
              <a:buClr>
                <a:srgbClr val="000000"/>
              </a:buClr>
              <a:buSzPts val="1000"/>
              <a:buNone/>
              <a:defRPr sz="1000">
                <a:solidFill>
                  <a:srgbClr val="000000"/>
                </a:solidFill>
              </a:defRPr>
            </a:lvl2pPr>
            <a:lvl3pPr lvl="2">
              <a:spcBef>
                <a:spcPts val="0"/>
              </a:spcBef>
              <a:spcAft>
                <a:spcPts val="0"/>
              </a:spcAft>
              <a:buClr>
                <a:srgbClr val="000000"/>
              </a:buClr>
              <a:buSzPts val="1000"/>
              <a:buNone/>
              <a:defRPr sz="1000">
                <a:solidFill>
                  <a:srgbClr val="000000"/>
                </a:solidFill>
              </a:defRPr>
            </a:lvl3pPr>
            <a:lvl4pPr lvl="3">
              <a:spcBef>
                <a:spcPts val="0"/>
              </a:spcBef>
              <a:spcAft>
                <a:spcPts val="0"/>
              </a:spcAft>
              <a:buClr>
                <a:srgbClr val="000000"/>
              </a:buClr>
              <a:buSzPts val="1000"/>
              <a:buNone/>
              <a:defRPr sz="1000">
                <a:solidFill>
                  <a:srgbClr val="000000"/>
                </a:solidFill>
              </a:defRPr>
            </a:lvl4pPr>
            <a:lvl5pPr lvl="4">
              <a:spcBef>
                <a:spcPts val="0"/>
              </a:spcBef>
              <a:spcAft>
                <a:spcPts val="0"/>
              </a:spcAft>
              <a:buClr>
                <a:srgbClr val="000000"/>
              </a:buClr>
              <a:buSzPts val="1000"/>
              <a:buNone/>
              <a:defRPr sz="1000">
                <a:solidFill>
                  <a:srgbClr val="000000"/>
                </a:solidFill>
              </a:defRPr>
            </a:lvl5pPr>
            <a:lvl6pPr lvl="5">
              <a:spcBef>
                <a:spcPts val="0"/>
              </a:spcBef>
              <a:spcAft>
                <a:spcPts val="0"/>
              </a:spcAft>
              <a:buClr>
                <a:srgbClr val="000000"/>
              </a:buClr>
              <a:buSzPts val="1000"/>
              <a:buNone/>
              <a:defRPr sz="1000">
                <a:solidFill>
                  <a:srgbClr val="000000"/>
                </a:solidFill>
              </a:defRPr>
            </a:lvl6pPr>
            <a:lvl7pPr lvl="6">
              <a:spcBef>
                <a:spcPts val="0"/>
              </a:spcBef>
              <a:spcAft>
                <a:spcPts val="0"/>
              </a:spcAft>
              <a:buClr>
                <a:srgbClr val="000000"/>
              </a:buClr>
              <a:buSzPts val="1000"/>
              <a:buNone/>
              <a:defRPr sz="1000">
                <a:solidFill>
                  <a:srgbClr val="000000"/>
                </a:solidFill>
              </a:defRPr>
            </a:lvl7pPr>
            <a:lvl8pPr lvl="7">
              <a:spcBef>
                <a:spcPts val="0"/>
              </a:spcBef>
              <a:spcAft>
                <a:spcPts val="0"/>
              </a:spcAft>
              <a:buClr>
                <a:srgbClr val="000000"/>
              </a:buClr>
              <a:buSzPts val="1000"/>
              <a:buNone/>
              <a:defRPr sz="1000">
                <a:solidFill>
                  <a:srgbClr val="000000"/>
                </a:solidFill>
              </a:defRPr>
            </a:lvl8pPr>
            <a:lvl9pPr lvl="8">
              <a:spcBef>
                <a:spcPts val="0"/>
              </a:spcBef>
              <a:spcAft>
                <a:spcPts val="0"/>
              </a:spcAft>
              <a:buClr>
                <a:srgbClr val="000000"/>
              </a:buClr>
              <a:buSzPts val="1000"/>
              <a:buNone/>
              <a:defRPr sz="1000">
                <a:solidFill>
                  <a:srgbClr val="000000"/>
                </a:solidFill>
              </a:defRPr>
            </a:lvl9pPr>
          </a:lstStyle>
          <a:p/>
        </p:txBody>
      </p:sp>
      <p:sp>
        <p:nvSpPr>
          <p:cNvPr id="6725" name="Google Shape;6725;p114"/>
          <p:cNvSpPr txBox="1"/>
          <p:nvPr>
            <p:ph idx="34" type="title"/>
          </p:nvPr>
        </p:nvSpPr>
        <p:spPr>
          <a:xfrm flipH="1">
            <a:off x="3208773" y="579550"/>
            <a:ext cx="6679800" cy="1692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000"/>
              <a:buNone/>
              <a:defRPr sz="1000">
                <a:solidFill>
                  <a:srgbClr val="000000"/>
                </a:solidFill>
              </a:defRPr>
            </a:lvl1pPr>
            <a:lvl2pPr lvl="1">
              <a:spcBef>
                <a:spcPts val="0"/>
              </a:spcBef>
              <a:spcAft>
                <a:spcPts val="0"/>
              </a:spcAft>
              <a:buClr>
                <a:srgbClr val="000000"/>
              </a:buClr>
              <a:buSzPts val="1000"/>
              <a:buNone/>
              <a:defRPr sz="1000">
                <a:solidFill>
                  <a:srgbClr val="000000"/>
                </a:solidFill>
              </a:defRPr>
            </a:lvl2pPr>
            <a:lvl3pPr lvl="2">
              <a:spcBef>
                <a:spcPts val="0"/>
              </a:spcBef>
              <a:spcAft>
                <a:spcPts val="0"/>
              </a:spcAft>
              <a:buClr>
                <a:srgbClr val="000000"/>
              </a:buClr>
              <a:buSzPts val="1000"/>
              <a:buNone/>
              <a:defRPr sz="1000">
                <a:solidFill>
                  <a:srgbClr val="000000"/>
                </a:solidFill>
              </a:defRPr>
            </a:lvl3pPr>
            <a:lvl4pPr lvl="3">
              <a:spcBef>
                <a:spcPts val="0"/>
              </a:spcBef>
              <a:spcAft>
                <a:spcPts val="0"/>
              </a:spcAft>
              <a:buClr>
                <a:srgbClr val="000000"/>
              </a:buClr>
              <a:buSzPts val="1000"/>
              <a:buNone/>
              <a:defRPr sz="1000">
                <a:solidFill>
                  <a:srgbClr val="000000"/>
                </a:solidFill>
              </a:defRPr>
            </a:lvl4pPr>
            <a:lvl5pPr lvl="4">
              <a:spcBef>
                <a:spcPts val="0"/>
              </a:spcBef>
              <a:spcAft>
                <a:spcPts val="0"/>
              </a:spcAft>
              <a:buClr>
                <a:srgbClr val="000000"/>
              </a:buClr>
              <a:buSzPts val="1000"/>
              <a:buNone/>
              <a:defRPr sz="1000">
                <a:solidFill>
                  <a:srgbClr val="000000"/>
                </a:solidFill>
              </a:defRPr>
            </a:lvl5pPr>
            <a:lvl6pPr lvl="5">
              <a:spcBef>
                <a:spcPts val="0"/>
              </a:spcBef>
              <a:spcAft>
                <a:spcPts val="0"/>
              </a:spcAft>
              <a:buClr>
                <a:srgbClr val="000000"/>
              </a:buClr>
              <a:buSzPts val="1000"/>
              <a:buNone/>
              <a:defRPr sz="1000">
                <a:solidFill>
                  <a:srgbClr val="000000"/>
                </a:solidFill>
              </a:defRPr>
            </a:lvl6pPr>
            <a:lvl7pPr lvl="6">
              <a:spcBef>
                <a:spcPts val="0"/>
              </a:spcBef>
              <a:spcAft>
                <a:spcPts val="0"/>
              </a:spcAft>
              <a:buClr>
                <a:srgbClr val="000000"/>
              </a:buClr>
              <a:buSzPts val="1000"/>
              <a:buNone/>
              <a:defRPr sz="1000">
                <a:solidFill>
                  <a:srgbClr val="000000"/>
                </a:solidFill>
              </a:defRPr>
            </a:lvl7pPr>
            <a:lvl8pPr lvl="7">
              <a:spcBef>
                <a:spcPts val="0"/>
              </a:spcBef>
              <a:spcAft>
                <a:spcPts val="0"/>
              </a:spcAft>
              <a:buClr>
                <a:srgbClr val="000000"/>
              </a:buClr>
              <a:buSzPts val="1000"/>
              <a:buNone/>
              <a:defRPr sz="1000">
                <a:solidFill>
                  <a:srgbClr val="000000"/>
                </a:solidFill>
              </a:defRPr>
            </a:lvl8pPr>
            <a:lvl9pPr lvl="8">
              <a:spcBef>
                <a:spcPts val="0"/>
              </a:spcBef>
              <a:spcAft>
                <a:spcPts val="0"/>
              </a:spcAft>
              <a:buClr>
                <a:srgbClr val="000000"/>
              </a:buClr>
              <a:buSzPts val="1000"/>
              <a:buNone/>
              <a:defRPr sz="1000">
                <a:solidFill>
                  <a:srgbClr val="000000"/>
                </a:solidFill>
              </a:defRPr>
            </a:lvl9pPr>
          </a:lstStyle>
          <a:p/>
        </p:txBody>
      </p:sp>
      <p:sp>
        <p:nvSpPr>
          <p:cNvPr id="6726" name="Google Shape;6726;p114"/>
          <p:cNvSpPr txBox="1"/>
          <p:nvPr>
            <p:ph idx="35" type="body"/>
          </p:nvPr>
        </p:nvSpPr>
        <p:spPr>
          <a:xfrm>
            <a:off x="641150" y="612125"/>
            <a:ext cx="1770300" cy="160500"/>
          </a:xfrm>
          <a:prstGeom prst="rect">
            <a:avLst/>
          </a:prstGeom>
          <a:noFill/>
          <a:ln>
            <a:noFill/>
          </a:ln>
        </p:spPr>
        <p:txBody>
          <a:bodyPr anchorCtr="0" anchor="t" bIns="0" lIns="0" spcFirstLastPara="1" rIns="0" wrap="square" tIns="0">
            <a:noAutofit/>
          </a:bodyPr>
          <a:lstStyle>
            <a:lvl1pPr indent="-292100" lvl="0" marL="457200" algn="ctr">
              <a:spcBef>
                <a:spcPts val="0"/>
              </a:spcBef>
              <a:spcAft>
                <a:spcPts val="0"/>
              </a:spcAft>
              <a:buClr>
                <a:srgbClr val="FFFFFF"/>
              </a:buClr>
              <a:buSzPts val="1000"/>
              <a:buChar char="●"/>
              <a:defRPr sz="1000">
                <a:solidFill>
                  <a:srgbClr val="FFFFFF"/>
                </a:solidFill>
              </a:defRPr>
            </a:lvl1pPr>
            <a:lvl2pPr indent="-292100" lvl="1" marL="914400" algn="ctr">
              <a:spcBef>
                <a:spcPts val="0"/>
              </a:spcBef>
              <a:spcAft>
                <a:spcPts val="0"/>
              </a:spcAft>
              <a:buClr>
                <a:srgbClr val="FFFFFF"/>
              </a:buClr>
              <a:buSzPts val="1000"/>
              <a:buChar char="○"/>
              <a:defRPr sz="1000">
                <a:solidFill>
                  <a:srgbClr val="FFFFFF"/>
                </a:solidFill>
              </a:defRPr>
            </a:lvl2pPr>
            <a:lvl3pPr indent="-292100" lvl="2" marL="1371600" algn="ctr">
              <a:spcBef>
                <a:spcPts val="0"/>
              </a:spcBef>
              <a:spcAft>
                <a:spcPts val="0"/>
              </a:spcAft>
              <a:buClr>
                <a:srgbClr val="FFFFFF"/>
              </a:buClr>
              <a:buSzPts val="1000"/>
              <a:buChar char="■"/>
              <a:defRPr sz="1000">
                <a:solidFill>
                  <a:srgbClr val="FFFFFF"/>
                </a:solidFill>
              </a:defRPr>
            </a:lvl3pPr>
            <a:lvl4pPr indent="-292100" lvl="3" marL="1828800" algn="ctr">
              <a:spcBef>
                <a:spcPts val="0"/>
              </a:spcBef>
              <a:spcAft>
                <a:spcPts val="0"/>
              </a:spcAft>
              <a:buClr>
                <a:srgbClr val="FFFFFF"/>
              </a:buClr>
              <a:buSzPts val="1000"/>
              <a:buChar char="●"/>
              <a:defRPr sz="1000">
                <a:solidFill>
                  <a:srgbClr val="FFFFFF"/>
                </a:solidFill>
              </a:defRPr>
            </a:lvl4pPr>
            <a:lvl5pPr indent="-292100" lvl="4" marL="2286000" algn="ctr">
              <a:spcBef>
                <a:spcPts val="0"/>
              </a:spcBef>
              <a:spcAft>
                <a:spcPts val="0"/>
              </a:spcAft>
              <a:buClr>
                <a:srgbClr val="FFFFFF"/>
              </a:buClr>
              <a:buSzPts val="1000"/>
              <a:buChar char="○"/>
              <a:defRPr sz="1000">
                <a:solidFill>
                  <a:srgbClr val="FFFFFF"/>
                </a:solidFill>
              </a:defRPr>
            </a:lvl5pPr>
            <a:lvl6pPr indent="-292100" lvl="5" marL="2743200" algn="ctr">
              <a:spcBef>
                <a:spcPts val="0"/>
              </a:spcBef>
              <a:spcAft>
                <a:spcPts val="0"/>
              </a:spcAft>
              <a:buClr>
                <a:srgbClr val="FFFFFF"/>
              </a:buClr>
              <a:buSzPts val="1000"/>
              <a:buChar char="■"/>
              <a:defRPr sz="1000">
                <a:solidFill>
                  <a:srgbClr val="FFFFFF"/>
                </a:solidFill>
              </a:defRPr>
            </a:lvl6pPr>
            <a:lvl7pPr indent="-292100" lvl="6" marL="3200400" algn="ctr">
              <a:spcBef>
                <a:spcPts val="0"/>
              </a:spcBef>
              <a:spcAft>
                <a:spcPts val="0"/>
              </a:spcAft>
              <a:buClr>
                <a:srgbClr val="FFFFFF"/>
              </a:buClr>
              <a:buSzPts val="1000"/>
              <a:buChar char="●"/>
              <a:defRPr sz="1000">
                <a:solidFill>
                  <a:srgbClr val="FFFFFF"/>
                </a:solidFill>
              </a:defRPr>
            </a:lvl7pPr>
            <a:lvl8pPr indent="-292100" lvl="7" marL="3657600" algn="ctr">
              <a:spcBef>
                <a:spcPts val="0"/>
              </a:spcBef>
              <a:spcAft>
                <a:spcPts val="0"/>
              </a:spcAft>
              <a:buClr>
                <a:srgbClr val="FFFFFF"/>
              </a:buClr>
              <a:buSzPts val="1000"/>
              <a:buChar char="○"/>
              <a:defRPr sz="1000">
                <a:solidFill>
                  <a:srgbClr val="FFFFFF"/>
                </a:solidFill>
              </a:defRPr>
            </a:lvl8pPr>
            <a:lvl9pPr indent="-292100" lvl="8" marL="4114800" algn="ctr">
              <a:spcBef>
                <a:spcPts val="0"/>
              </a:spcBef>
              <a:spcAft>
                <a:spcPts val="0"/>
              </a:spcAft>
              <a:buClr>
                <a:srgbClr val="FFFFFF"/>
              </a:buClr>
              <a:buSzPts val="1000"/>
              <a:buChar char="■"/>
              <a:defRPr sz="1000">
                <a:solidFill>
                  <a:srgbClr val="FFFFFF"/>
                </a:solidFill>
              </a:defRPr>
            </a:lvl9pPr>
          </a:lstStyle>
          <a:p/>
        </p:txBody>
      </p:sp>
      <p:sp>
        <p:nvSpPr>
          <p:cNvPr id="6727" name="Google Shape;6727;p114"/>
          <p:cNvSpPr txBox="1"/>
          <p:nvPr/>
        </p:nvSpPr>
        <p:spPr>
          <a:xfrm>
            <a:off x="84825" y="598125"/>
            <a:ext cx="595500" cy="205800"/>
          </a:xfrm>
          <a:prstGeom prst="rect">
            <a:avLst/>
          </a:prstGeom>
          <a:noFill/>
          <a:ln>
            <a:noFill/>
          </a:ln>
        </p:spPr>
        <p:txBody>
          <a:bodyPr anchorCtr="0" anchor="t" bIns="18000" lIns="18000" spcFirstLastPara="1" rIns="18000" wrap="square" tIns="18000">
            <a:spAutoFit/>
          </a:bodyPr>
          <a:lstStyle/>
          <a:p>
            <a:pPr indent="0" lvl="0" marL="0" rtl="0" algn="l">
              <a:spcBef>
                <a:spcPts val="0"/>
              </a:spcBef>
              <a:spcAft>
                <a:spcPts val="0"/>
              </a:spcAft>
              <a:buNone/>
            </a:pPr>
            <a:r>
              <a:rPr lang="es-419" sz="1100">
                <a:solidFill>
                  <a:srgbClr val="FFFFFF"/>
                </a:solidFill>
              </a:rPr>
              <a:t>Nombre:</a:t>
            </a:r>
            <a:endParaRPr sz="1100">
              <a:solidFill>
                <a:srgbClr val="FFFFFF"/>
              </a:solidFill>
            </a:endParaRPr>
          </a:p>
        </p:txBody>
      </p:sp>
    </p:spTree>
  </p:cSld>
  <p:clrMapOvr>
    <a:masterClrMapping/>
  </p:clrMapOvr>
</p:sldLayout>
</file>

<file path=ppt/slideLayouts/slideLayout1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5.4 Estructura de funcionalidades">
  <p:cSld name="TITLE_3_6_1_1_1_1_1_1_1_1_1_1_1_1_1_1_1_1_1_1_1_1_1_1_1_1_3">
    <p:spTree>
      <p:nvGrpSpPr>
        <p:cNvPr id="6728" name="Shape 6728"/>
        <p:cNvGrpSpPr/>
        <p:nvPr/>
      </p:nvGrpSpPr>
      <p:grpSpPr>
        <a:xfrm>
          <a:off x="0" y="0"/>
          <a:ext cx="0" cy="0"/>
          <a:chOff x="0" y="0"/>
          <a:chExt cx="0" cy="0"/>
        </a:xfrm>
      </p:grpSpPr>
      <p:sp>
        <p:nvSpPr>
          <p:cNvPr id="6729" name="Google Shape;6729;p115"/>
          <p:cNvSpPr/>
          <p:nvPr/>
        </p:nvSpPr>
        <p:spPr>
          <a:xfrm>
            <a:off x="77688" y="358938"/>
            <a:ext cx="9935700" cy="6438000"/>
          </a:xfrm>
          <a:prstGeom prst="roundRect">
            <a:avLst>
              <a:gd fmla="val 2618" name="adj"/>
            </a:avLst>
          </a:prstGeom>
          <a:solidFill>
            <a:srgbClr val="FFFFFF"/>
          </a:solidFill>
          <a:ln cap="flat" cmpd="sng" w="38100">
            <a:solidFill>
              <a:srgbClr val="000000"/>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730" name="Google Shape;6730;p115"/>
          <p:cNvCxnSpPr/>
          <p:nvPr/>
        </p:nvCxnSpPr>
        <p:spPr>
          <a:xfrm>
            <a:off x="77688" y="772614"/>
            <a:ext cx="9935700" cy="0"/>
          </a:xfrm>
          <a:prstGeom prst="straightConnector1">
            <a:avLst/>
          </a:prstGeom>
          <a:noFill/>
          <a:ln cap="flat" cmpd="sng" w="19050">
            <a:solidFill>
              <a:srgbClr val="000000"/>
            </a:solidFill>
            <a:prstDash val="solid"/>
            <a:round/>
            <a:headEnd len="med" w="med" type="none"/>
            <a:tailEnd len="med" w="med" type="none"/>
          </a:ln>
        </p:spPr>
      </p:cxnSp>
      <p:cxnSp>
        <p:nvCxnSpPr>
          <p:cNvPr id="6731" name="Google Shape;6731;p115"/>
          <p:cNvCxnSpPr/>
          <p:nvPr/>
        </p:nvCxnSpPr>
        <p:spPr>
          <a:xfrm rot="10800000">
            <a:off x="2439038" y="368188"/>
            <a:ext cx="0" cy="402300"/>
          </a:xfrm>
          <a:prstGeom prst="straightConnector1">
            <a:avLst/>
          </a:prstGeom>
          <a:noFill/>
          <a:ln cap="flat" cmpd="sng" w="19050">
            <a:solidFill>
              <a:srgbClr val="000000"/>
            </a:solidFill>
            <a:prstDash val="solid"/>
            <a:round/>
            <a:headEnd len="med" w="med" type="none"/>
            <a:tailEnd len="med" w="med" type="none"/>
          </a:ln>
        </p:spPr>
      </p:cxnSp>
      <p:sp>
        <p:nvSpPr>
          <p:cNvPr id="6732" name="Google Shape;6732;p115"/>
          <p:cNvSpPr/>
          <p:nvPr/>
        </p:nvSpPr>
        <p:spPr>
          <a:xfrm>
            <a:off x="77688" y="349338"/>
            <a:ext cx="2361300" cy="421200"/>
          </a:xfrm>
          <a:prstGeom prst="roundRect">
            <a:avLst>
              <a:gd fmla="val 50000" name="adj"/>
            </a:avLst>
          </a:prstGeom>
          <a:solidFill>
            <a:srgbClr val="000000"/>
          </a:solidFill>
          <a:ln cap="flat" cmpd="sng" w="9525">
            <a:solidFill>
              <a:srgbClr val="000000"/>
            </a:solidFill>
            <a:prstDash val="solid"/>
            <a:round/>
            <a:headEnd len="sm" w="sm" type="none"/>
            <a:tailEnd len="sm" w="sm" type="none"/>
          </a:ln>
        </p:spPr>
        <p:txBody>
          <a:bodyPr anchorCtr="0" anchor="ctr" bIns="91425" lIns="0" spcFirstLastPara="1" rIns="0" wrap="square" tIns="91425">
            <a:noAutofit/>
          </a:bodyPr>
          <a:lstStyle/>
          <a:p>
            <a:pPr indent="0" lvl="0" marL="0" rtl="0" algn="ctr">
              <a:spcBef>
                <a:spcPts val="0"/>
              </a:spcBef>
              <a:spcAft>
                <a:spcPts val="0"/>
              </a:spcAft>
              <a:buNone/>
            </a:pPr>
            <a:r>
              <a:rPr b="1" lang="es-419" sz="1100">
                <a:solidFill>
                  <a:srgbClr val="FFFFFF"/>
                </a:solidFill>
              </a:rPr>
              <a:t>Estructura de Funcionalidades</a:t>
            </a:r>
            <a:endParaRPr b="1" sz="1100">
              <a:solidFill>
                <a:srgbClr val="FFFFFF"/>
              </a:solidFill>
            </a:endParaRPr>
          </a:p>
          <a:p>
            <a:pPr indent="0" lvl="0" marL="0" rtl="0" algn="ctr">
              <a:spcBef>
                <a:spcPts val="0"/>
              </a:spcBef>
              <a:spcAft>
                <a:spcPts val="0"/>
              </a:spcAft>
              <a:buNone/>
            </a:pPr>
            <a:r>
              <a:t/>
            </a:r>
            <a:endParaRPr b="1" sz="1200">
              <a:solidFill>
                <a:srgbClr val="FFFFFF"/>
              </a:solidFill>
            </a:endParaRPr>
          </a:p>
        </p:txBody>
      </p:sp>
      <p:sp>
        <p:nvSpPr>
          <p:cNvPr id="6733" name="Google Shape;6733;p115"/>
          <p:cNvSpPr/>
          <p:nvPr/>
        </p:nvSpPr>
        <p:spPr>
          <a:xfrm>
            <a:off x="83988" y="595504"/>
            <a:ext cx="190200" cy="1692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4" name="Google Shape;6734;p115"/>
          <p:cNvSpPr/>
          <p:nvPr/>
        </p:nvSpPr>
        <p:spPr>
          <a:xfrm>
            <a:off x="2350598" y="358950"/>
            <a:ext cx="88500" cy="4023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5" name="Google Shape;6735;p115"/>
          <p:cNvSpPr/>
          <p:nvPr/>
        </p:nvSpPr>
        <p:spPr>
          <a:xfrm>
            <a:off x="2277739" y="663750"/>
            <a:ext cx="88500" cy="1089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6" name="Google Shape;6736;p115"/>
          <p:cNvSpPr txBox="1"/>
          <p:nvPr/>
        </p:nvSpPr>
        <p:spPr>
          <a:xfrm>
            <a:off x="2524025" y="387675"/>
            <a:ext cx="15012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Unid. Organizacional:</a:t>
            </a:r>
            <a:endParaRPr b="1" sz="1100"/>
          </a:p>
        </p:txBody>
      </p:sp>
      <p:sp>
        <p:nvSpPr>
          <p:cNvPr id="6737" name="Google Shape;6737;p115"/>
          <p:cNvSpPr txBox="1"/>
          <p:nvPr/>
        </p:nvSpPr>
        <p:spPr>
          <a:xfrm>
            <a:off x="2524020" y="579550"/>
            <a:ext cx="6846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Alcance:</a:t>
            </a:r>
            <a:endParaRPr b="1" sz="1100"/>
          </a:p>
        </p:txBody>
      </p:sp>
      <p:sp>
        <p:nvSpPr>
          <p:cNvPr id="6738" name="Google Shape;6738;p115"/>
          <p:cNvSpPr txBox="1"/>
          <p:nvPr>
            <p:ph type="title"/>
          </p:nvPr>
        </p:nvSpPr>
        <p:spPr>
          <a:xfrm flipH="1">
            <a:off x="4025374" y="387675"/>
            <a:ext cx="5863200" cy="1692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000"/>
              <a:buNone/>
              <a:defRPr sz="1000">
                <a:solidFill>
                  <a:srgbClr val="000000"/>
                </a:solidFill>
              </a:defRPr>
            </a:lvl1pPr>
            <a:lvl2pPr lvl="1">
              <a:spcBef>
                <a:spcPts val="0"/>
              </a:spcBef>
              <a:spcAft>
                <a:spcPts val="0"/>
              </a:spcAft>
              <a:buClr>
                <a:srgbClr val="000000"/>
              </a:buClr>
              <a:buSzPts val="1000"/>
              <a:buNone/>
              <a:defRPr sz="1000">
                <a:solidFill>
                  <a:srgbClr val="000000"/>
                </a:solidFill>
              </a:defRPr>
            </a:lvl2pPr>
            <a:lvl3pPr lvl="2">
              <a:spcBef>
                <a:spcPts val="0"/>
              </a:spcBef>
              <a:spcAft>
                <a:spcPts val="0"/>
              </a:spcAft>
              <a:buClr>
                <a:srgbClr val="000000"/>
              </a:buClr>
              <a:buSzPts val="1000"/>
              <a:buNone/>
              <a:defRPr sz="1000">
                <a:solidFill>
                  <a:srgbClr val="000000"/>
                </a:solidFill>
              </a:defRPr>
            </a:lvl3pPr>
            <a:lvl4pPr lvl="3">
              <a:spcBef>
                <a:spcPts val="0"/>
              </a:spcBef>
              <a:spcAft>
                <a:spcPts val="0"/>
              </a:spcAft>
              <a:buClr>
                <a:srgbClr val="000000"/>
              </a:buClr>
              <a:buSzPts val="1000"/>
              <a:buNone/>
              <a:defRPr sz="1000">
                <a:solidFill>
                  <a:srgbClr val="000000"/>
                </a:solidFill>
              </a:defRPr>
            </a:lvl4pPr>
            <a:lvl5pPr lvl="4">
              <a:spcBef>
                <a:spcPts val="0"/>
              </a:spcBef>
              <a:spcAft>
                <a:spcPts val="0"/>
              </a:spcAft>
              <a:buClr>
                <a:srgbClr val="000000"/>
              </a:buClr>
              <a:buSzPts val="1000"/>
              <a:buNone/>
              <a:defRPr sz="1000">
                <a:solidFill>
                  <a:srgbClr val="000000"/>
                </a:solidFill>
              </a:defRPr>
            </a:lvl5pPr>
            <a:lvl6pPr lvl="5">
              <a:spcBef>
                <a:spcPts val="0"/>
              </a:spcBef>
              <a:spcAft>
                <a:spcPts val="0"/>
              </a:spcAft>
              <a:buClr>
                <a:srgbClr val="000000"/>
              </a:buClr>
              <a:buSzPts val="1000"/>
              <a:buNone/>
              <a:defRPr sz="1000">
                <a:solidFill>
                  <a:srgbClr val="000000"/>
                </a:solidFill>
              </a:defRPr>
            </a:lvl6pPr>
            <a:lvl7pPr lvl="6">
              <a:spcBef>
                <a:spcPts val="0"/>
              </a:spcBef>
              <a:spcAft>
                <a:spcPts val="0"/>
              </a:spcAft>
              <a:buClr>
                <a:srgbClr val="000000"/>
              </a:buClr>
              <a:buSzPts val="1000"/>
              <a:buNone/>
              <a:defRPr sz="1000">
                <a:solidFill>
                  <a:srgbClr val="000000"/>
                </a:solidFill>
              </a:defRPr>
            </a:lvl7pPr>
            <a:lvl8pPr lvl="7">
              <a:spcBef>
                <a:spcPts val="0"/>
              </a:spcBef>
              <a:spcAft>
                <a:spcPts val="0"/>
              </a:spcAft>
              <a:buClr>
                <a:srgbClr val="000000"/>
              </a:buClr>
              <a:buSzPts val="1000"/>
              <a:buNone/>
              <a:defRPr sz="1000">
                <a:solidFill>
                  <a:srgbClr val="000000"/>
                </a:solidFill>
              </a:defRPr>
            </a:lvl8pPr>
            <a:lvl9pPr lvl="8">
              <a:spcBef>
                <a:spcPts val="0"/>
              </a:spcBef>
              <a:spcAft>
                <a:spcPts val="0"/>
              </a:spcAft>
              <a:buClr>
                <a:srgbClr val="000000"/>
              </a:buClr>
              <a:buSzPts val="1000"/>
              <a:buNone/>
              <a:defRPr sz="1000">
                <a:solidFill>
                  <a:srgbClr val="000000"/>
                </a:solidFill>
              </a:defRPr>
            </a:lvl9pPr>
          </a:lstStyle>
          <a:p/>
        </p:txBody>
      </p:sp>
      <p:sp>
        <p:nvSpPr>
          <p:cNvPr id="6739" name="Google Shape;6739;p115"/>
          <p:cNvSpPr txBox="1"/>
          <p:nvPr>
            <p:ph idx="2" type="title"/>
          </p:nvPr>
        </p:nvSpPr>
        <p:spPr>
          <a:xfrm flipH="1">
            <a:off x="3208773" y="579550"/>
            <a:ext cx="6679800" cy="1692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000"/>
              <a:buNone/>
              <a:defRPr sz="1000">
                <a:solidFill>
                  <a:srgbClr val="000000"/>
                </a:solidFill>
              </a:defRPr>
            </a:lvl1pPr>
            <a:lvl2pPr lvl="1">
              <a:spcBef>
                <a:spcPts val="0"/>
              </a:spcBef>
              <a:spcAft>
                <a:spcPts val="0"/>
              </a:spcAft>
              <a:buClr>
                <a:srgbClr val="000000"/>
              </a:buClr>
              <a:buSzPts val="1000"/>
              <a:buNone/>
              <a:defRPr sz="1000">
                <a:solidFill>
                  <a:srgbClr val="000000"/>
                </a:solidFill>
              </a:defRPr>
            </a:lvl2pPr>
            <a:lvl3pPr lvl="2">
              <a:spcBef>
                <a:spcPts val="0"/>
              </a:spcBef>
              <a:spcAft>
                <a:spcPts val="0"/>
              </a:spcAft>
              <a:buClr>
                <a:srgbClr val="000000"/>
              </a:buClr>
              <a:buSzPts val="1000"/>
              <a:buNone/>
              <a:defRPr sz="1000">
                <a:solidFill>
                  <a:srgbClr val="000000"/>
                </a:solidFill>
              </a:defRPr>
            </a:lvl3pPr>
            <a:lvl4pPr lvl="3">
              <a:spcBef>
                <a:spcPts val="0"/>
              </a:spcBef>
              <a:spcAft>
                <a:spcPts val="0"/>
              </a:spcAft>
              <a:buClr>
                <a:srgbClr val="000000"/>
              </a:buClr>
              <a:buSzPts val="1000"/>
              <a:buNone/>
              <a:defRPr sz="1000">
                <a:solidFill>
                  <a:srgbClr val="000000"/>
                </a:solidFill>
              </a:defRPr>
            </a:lvl4pPr>
            <a:lvl5pPr lvl="4">
              <a:spcBef>
                <a:spcPts val="0"/>
              </a:spcBef>
              <a:spcAft>
                <a:spcPts val="0"/>
              </a:spcAft>
              <a:buClr>
                <a:srgbClr val="000000"/>
              </a:buClr>
              <a:buSzPts val="1000"/>
              <a:buNone/>
              <a:defRPr sz="1000">
                <a:solidFill>
                  <a:srgbClr val="000000"/>
                </a:solidFill>
              </a:defRPr>
            </a:lvl5pPr>
            <a:lvl6pPr lvl="5">
              <a:spcBef>
                <a:spcPts val="0"/>
              </a:spcBef>
              <a:spcAft>
                <a:spcPts val="0"/>
              </a:spcAft>
              <a:buClr>
                <a:srgbClr val="000000"/>
              </a:buClr>
              <a:buSzPts val="1000"/>
              <a:buNone/>
              <a:defRPr sz="1000">
                <a:solidFill>
                  <a:srgbClr val="000000"/>
                </a:solidFill>
              </a:defRPr>
            </a:lvl6pPr>
            <a:lvl7pPr lvl="6">
              <a:spcBef>
                <a:spcPts val="0"/>
              </a:spcBef>
              <a:spcAft>
                <a:spcPts val="0"/>
              </a:spcAft>
              <a:buClr>
                <a:srgbClr val="000000"/>
              </a:buClr>
              <a:buSzPts val="1000"/>
              <a:buNone/>
              <a:defRPr sz="1000">
                <a:solidFill>
                  <a:srgbClr val="000000"/>
                </a:solidFill>
              </a:defRPr>
            </a:lvl7pPr>
            <a:lvl8pPr lvl="7">
              <a:spcBef>
                <a:spcPts val="0"/>
              </a:spcBef>
              <a:spcAft>
                <a:spcPts val="0"/>
              </a:spcAft>
              <a:buClr>
                <a:srgbClr val="000000"/>
              </a:buClr>
              <a:buSzPts val="1000"/>
              <a:buNone/>
              <a:defRPr sz="1000">
                <a:solidFill>
                  <a:srgbClr val="000000"/>
                </a:solidFill>
              </a:defRPr>
            </a:lvl8pPr>
            <a:lvl9pPr lvl="8">
              <a:spcBef>
                <a:spcPts val="0"/>
              </a:spcBef>
              <a:spcAft>
                <a:spcPts val="0"/>
              </a:spcAft>
              <a:buClr>
                <a:srgbClr val="000000"/>
              </a:buClr>
              <a:buSzPts val="1000"/>
              <a:buNone/>
              <a:defRPr sz="1000">
                <a:solidFill>
                  <a:srgbClr val="000000"/>
                </a:solidFill>
              </a:defRPr>
            </a:lvl9pPr>
          </a:lstStyle>
          <a:p/>
        </p:txBody>
      </p:sp>
      <p:sp>
        <p:nvSpPr>
          <p:cNvPr id="6740" name="Google Shape;6740;p115"/>
          <p:cNvSpPr txBox="1"/>
          <p:nvPr>
            <p:ph idx="1" type="body"/>
          </p:nvPr>
        </p:nvSpPr>
        <p:spPr>
          <a:xfrm>
            <a:off x="641150" y="612125"/>
            <a:ext cx="1770300" cy="160500"/>
          </a:xfrm>
          <a:prstGeom prst="rect">
            <a:avLst/>
          </a:prstGeom>
          <a:noFill/>
          <a:ln>
            <a:noFill/>
          </a:ln>
        </p:spPr>
        <p:txBody>
          <a:bodyPr anchorCtr="0" anchor="t" bIns="0" lIns="0" spcFirstLastPara="1" rIns="0" wrap="square" tIns="0">
            <a:noAutofit/>
          </a:bodyPr>
          <a:lstStyle>
            <a:lvl1pPr indent="-292100" lvl="0" marL="457200" algn="ctr">
              <a:spcBef>
                <a:spcPts val="0"/>
              </a:spcBef>
              <a:spcAft>
                <a:spcPts val="0"/>
              </a:spcAft>
              <a:buClr>
                <a:srgbClr val="FFFFFF"/>
              </a:buClr>
              <a:buSzPts val="1000"/>
              <a:buChar char="●"/>
              <a:defRPr sz="1000">
                <a:solidFill>
                  <a:srgbClr val="FFFFFF"/>
                </a:solidFill>
              </a:defRPr>
            </a:lvl1pPr>
            <a:lvl2pPr indent="-292100" lvl="1" marL="914400" algn="ctr">
              <a:spcBef>
                <a:spcPts val="0"/>
              </a:spcBef>
              <a:spcAft>
                <a:spcPts val="0"/>
              </a:spcAft>
              <a:buClr>
                <a:srgbClr val="FFFFFF"/>
              </a:buClr>
              <a:buSzPts val="1000"/>
              <a:buChar char="○"/>
              <a:defRPr sz="1000">
                <a:solidFill>
                  <a:srgbClr val="FFFFFF"/>
                </a:solidFill>
              </a:defRPr>
            </a:lvl2pPr>
            <a:lvl3pPr indent="-292100" lvl="2" marL="1371600" algn="ctr">
              <a:spcBef>
                <a:spcPts val="0"/>
              </a:spcBef>
              <a:spcAft>
                <a:spcPts val="0"/>
              </a:spcAft>
              <a:buClr>
                <a:srgbClr val="FFFFFF"/>
              </a:buClr>
              <a:buSzPts val="1000"/>
              <a:buChar char="■"/>
              <a:defRPr sz="1000">
                <a:solidFill>
                  <a:srgbClr val="FFFFFF"/>
                </a:solidFill>
              </a:defRPr>
            </a:lvl3pPr>
            <a:lvl4pPr indent="-292100" lvl="3" marL="1828800" algn="ctr">
              <a:spcBef>
                <a:spcPts val="0"/>
              </a:spcBef>
              <a:spcAft>
                <a:spcPts val="0"/>
              </a:spcAft>
              <a:buClr>
                <a:srgbClr val="FFFFFF"/>
              </a:buClr>
              <a:buSzPts val="1000"/>
              <a:buChar char="●"/>
              <a:defRPr sz="1000">
                <a:solidFill>
                  <a:srgbClr val="FFFFFF"/>
                </a:solidFill>
              </a:defRPr>
            </a:lvl4pPr>
            <a:lvl5pPr indent="-292100" lvl="4" marL="2286000" algn="ctr">
              <a:spcBef>
                <a:spcPts val="0"/>
              </a:spcBef>
              <a:spcAft>
                <a:spcPts val="0"/>
              </a:spcAft>
              <a:buClr>
                <a:srgbClr val="FFFFFF"/>
              </a:buClr>
              <a:buSzPts val="1000"/>
              <a:buChar char="○"/>
              <a:defRPr sz="1000">
                <a:solidFill>
                  <a:srgbClr val="FFFFFF"/>
                </a:solidFill>
              </a:defRPr>
            </a:lvl5pPr>
            <a:lvl6pPr indent="-292100" lvl="5" marL="2743200" algn="ctr">
              <a:spcBef>
                <a:spcPts val="0"/>
              </a:spcBef>
              <a:spcAft>
                <a:spcPts val="0"/>
              </a:spcAft>
              <a:buClr>
                <a:srgbClr val="FFFFFF"/>
              </a:buClr>
              <a:buSzPts val="1000"/>
              <a:buChar char="■"/>
              <a:defRPr sz="1000">
                <a:solidFill>
                  <a:srgbClr val="FFFFFF"/>
                </a:solidFill>
              </a:defRPr>
            </a:lvl6pPr>
            <a:lvl7pPr indent="-292100" lvl="6" marL="3200400" algn="ctr">
              <a:spcBef>
                <a:spcPts val="0"/>
              </a:spcBef>
              <a:spcAft>
                <a:spcPts val="0"/>
              </a:spcAft>
              <a:buClr>
                <a:srgbClr val="FFFFFF"/>
              </a:buClr>
              <a:buSzPts val="1000"/>
              <a:buChar char="●"/>
              <a:defRPr sz="1000">
                <a:solidFill>
                  <a:srgbClr val="FFFFFF"/>
                </a:solidFill>
              </a:defRPr>
            </a:lvl7pPr>
            <a:lvl8pPr indent="-292100" lvl="7" marL="3657600" algn="ctr">
              <a:spcBef>
                <a:spcPts val="0"/>
              </a:spcBef>
              <a:spcAft>
                <a:spcPts val="0"/>
              </a:spcAft>
              <a:buClr>
                <a:srgbClr val="FFFFFF"/>
              </a:buClr>
              <a:buSzPts val="1000"/>
              <a:buChar char="○"/>
              <a:defRPr sz="1000">
                <a:solidFill>
                  <a:srgbClr val="FFFFFF"/>
                </a:solidFill>
              </a:defRPr>
            </a:lvl8pPr>
            <a:lvl9pPr indent="-292100" lvl="8" marL="4114800" algn="ctr">
              <a:spcBef>
                <a:spcPts val="0"/>
              </a:spcBef>
              <a:spcAft>
                <a:spcPts val="0"/>
              </a:spcAft>
              <a:buClr>
                <a:srgbClr val="FFFFFF"/>
              </a:buClr>
              <a:buSzPts val="1000"/>
              <a:buChar char="■"/>
              <a:defRPr sz="1000">
                <a:solidFill>
                  <a:srgbClr val="FFFFFF"/>
                </a:solidFill>
              </a:defRPr>
            </a:lvl9pPr>
          </a:lstStyle>
          <a:p/>
        </p:txBody>
      </p:sp>
      <p:sp>
        <p:nvSpPr>
          <p:cNvPr id="6741" name="Google Shape;6741;p115"/>
          <p:cNvSpPr txBox="1"/>
          <p:nvPr/>
        </p:nvSpPr>
        <p:spPr>
          <a:xfrm>
            <a:off x="84825" y="598125"/>
            <a:ext cx="595500" cy="205800"/>
          </a:xfrm>
          <a:prstGeom prst="rect">
            <a:avLst/>
          </a:prstGeom>
          <a:noFill/>
          <a:ln>
            <a:noFill/>
          </a:ln>
        </p:spPr>
        <p:txBody>
          <a:bodyPr anchorCtr="0" anchor="t" bIns="18000" lIns="18000" spcFirstLastPara="1" rIns="18000" wrap="square" tIns="18000">
            <a:spAutoFit/>
          </a:bodyPr>
          <a:lstStyle/>
          <a:p>
            <a:pPr indent="0" lvl="0" marL="0" rtl="0" algn="l">
              <a:spcBef>
                <a:spcPts val="0"/>
              </a:spcBef>
              <a:spcAft>
                <a:spcPts val="0"/>
              </a:spcAft>
              <a:buNone/>
            </a:pPr>
            <a:r>
              <a:rPr lang="es-419" sz="1100">
                <a:solidFill>
                  <a:srgbClr val="FFFFFF"/>
                </a:solidFill>
              </a:rPr>
              <a:t>Nombre:</a:t>
            </a:r>
            <a:endParaRPr sz="1100">
              <a:solidFill>
                <a:srgbClr val="FFFFFF"/>
              </a:solidFill>
            </a:endParaRPr>
          </a:p>
        </p:txBody>
      </p:sp>
      <p:sp>
        <p:nvSpPr>
          <p:cNvPr id="6742" name="Google Shape;6742;p115"/>
          <p:cNvSpPr/>
          <p:nvPr/>
        </p:nvSpPr>
        <p:spPr>
          <a:xfrm>
            <a:off x="-4072200" y="1195200"/>
            <a:ext cx="3319800" cy="5224800"/>
          </a:xfrm>
          <a:prstGeom prst="roundRect">
            <a:avLst>
              <a:gd fmla="val 4230" name="adj"/>
            </a:avLst>
          </a:prstGeom>
          <a:solidFill>
            <a:srgbClr val="F3F3F3"/>
          </a:solidFill>
          <a:ln cap="flat" cmpd="sng" w="9525">
            <a:solidFill>
              <a:srgbClr val="F3F3F3"/>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t" bIns="91425" lIns="91425" spcFirstLastPara="1" rIns="91425" wrap="square" tIns="91425">
            <a:noAutofit/>
          </a:bodyPr>
          <a:lstStyle/>
          <a:p>
            <a:pPr indent="0" lvl="0" marL="0" rtl="0" algn="ctr">
              <a:spcBef>
                <a:spcPts val="0"/>
              </a:spcBef>
              <a:spcAft>
                <a:spcPts val="0"/>
              </a:spcAft>
              <a:buNone/>
            </a:pPr>
            <a:r>
              <a:rPr lang="es-419"/>
              <a:t>Paleta</a:t>
            </a:r>
            <a:endParaRPr/>
          </a:p>
        </p:txBody>
      </p:sp>
    </p:spTree>
  </p:cSld>
  <p:clrMapOvr>
    <a:masterClrMapping/>
  </p:clrMapOvr>
</p:sldLayout>
</file>

<file path=ppt/slideLayouts/slideLayout1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5.1 Puntos de Automatización">
  <p:cSld name="TITLE_3_6_1_1_1_1_1_1_1_1_1_1_1_1_1_1_1_1_1_1_1_1_1_1_1_1_2">
    <p:spTree>
      <p:nvGrpSpPr>
        <p:cNvPr id="6743" name="Shape 6743"/>
        <p:cNvGrpSpPr/>
        <p:nvPr/>
      </p:nvGrpSpPr>
      <p:grpSpPr>
        <a:xfrm>
          <a:off x="0" y="0"/>
          <a:ext cx="0" cy="0"/>
          <a:chOff x="0" y="0"/>
          <a:chExt cx="0" cy="0"/>
        </a:xfrm>
      </p:grpSpPr>
      <p:sp>
        <p:nvSpPr>
          <p:cNvPr id="6744" name="Google Shape;6744;p116"/>
          <p:cNvSpPr/>
          <p:nvPr/>
        </p:nvSpPr>
        <p:spPr>
          <a:xfrm>
            <a:off x="77688" y="358938"/>
            <a:ext cx="9935700" cy="6438000"/>
          </a:xfrm>
          <a:prstGeom prst="roundRect">
            <a:avLst>
              <a:gd fmla="val 2618" name="adj"/>
            </a:avLst>
          </a:prstGeom>
          <a:solidFill>
            <a:srgbClr val="FFFFFF"/>
          </a:solidFill>
          <a:ln cap="flat" cmpd="sng" w="38100">
            <a:solidFill>
              <a:srgbClr val="000000"/>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745" name="Google Shape;6745;p116"/>
          <p:cNvCxnSpPr/>
          <p:nvPr/>
        </p:nvCxnSpPr>
        <p:spPr>
          <a:xfrm>
            <a:off x="77688" y="772614"/>
            <a:ext cx="9935700" cy="0"/>
          </a:xfrm>
          <a:prstGeom prst="straightConnector1">
            <a:avLst/>
          </a:prstGeom>
          <a:noFill/>
          <a:ln cap="flat" cmpd="sng" w="19050">
            <a:solidFill>
              <a:srgbClr val="000000"/>
            </a:solidFill>
            <a:prstDash val="solid"/>
            <a:round/>
            <a:headEnd len="med" w="med" type="none"/>
            <a:tailEnd len="med" w="med" type="none"/>
          </a:ln>
        </p:spPr>
      </p:cxnSp>
      <p:cxnSp>
        <p:nvCxnSpPr>
          <p:cNvPr id="6746" name="Google Shape;6746;p116"/>
          <p:cNvCxnSpPr/>
          <p:nvPr/>
        </p:nvCxnSpPr>
        <p:spPr>
          <a:xfrm rot="10800000">
            <a:off x="2439038" y="368188"/>
            <a:ext cx="0" cy="402300"/>
          </a:xfrm>
          <a:prstGeom prst="straightConnector1">
            <a:avLst/>
          </a:prstGeom>
          <a:noFill/>
          <a:ln cap="flat" cmpd="sng" w="19050">
            <a:solidFill>
              <a:srgbClr val="000000"/>
            </a:solidFill>
            <a:prstDash val="solid"/>
            <a:round/>
            <a:headEnd len="med" w="med" type="none"/>
            <a:tailEnd len="med" w="med" type="none"/>
          </a:ln>
        </p:spPr>
      </p:cxnSp>
      <p:sp>
        <p:nvSpPr>
          <p:cNvPr id="6747" name="Google Shape;6747;p116"/>
          <p:cNvSpPr txBox="1"/>
          <p:nvPr>
            <p:ph type="title"/>
          </p:nvPr>
        </p:nvSpPr>
        <p:spPr>
          <a:xfrm flipH="1">
            <a:off x="3219174" y="437575"/>
            <a:ext cx="1731300" cy="2658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200"/>
              <a:buNone/>
              <a:defRPr sz="1200">
                <a:solidFill>
                  <a:srgbClr val="000000"/>
                </a:solidFill>
              </a:defRPr>
            </a:lvl1pPr>
            <a:lvl2pPr lvl="1">
              <a:spcBef>
                <a:spcPts val="0"/>
              </a:spcBef>
              <a:spcAft>
                <a:spcPts val="0"/>
              </a:spcAft>
              <a:buClr>
                <a:srgbClr val="000000"/>
              </a:buClr>
              <a:buSzPts val="1100"/>
              <a:buNone/>
              <a:defRPr sz="1100">
                <a:solidFill>
                  <a:srgbClr val="000000"/>
                </a:solidFill>
              </a:defRPr>
            </a:lvl2pPr>
            <a:lvl3pPr lvl="2">
              <a:spcBef>
                <a:spcPts val="0"/>
              </a:spcBef>
              <a:spcAft>
                <a:spcPts val="0"/>
              </a:spcAft>
              <a:buClr>
                <a:srgbClr val="000000"/>
              </a:buClr>
              <a:buSzPts val="1100"/>
              <a:buNone/>
              <a:defRPr sz="1100">
                <a:solidFill>
                  <a:srgbClr val="000000"/>
                </a:solidFill>
              </a:defRPr>
            </a:lvl3pPr>
            <a:lvl4pPr lvl="3">
              <a:spcBef>
                <a:spcPts val="0"/>
              </a:spcBef>
              <a:spcAft>
                <a:spcPts val="0"/>
              </a:spcAft>
              <a:buClr>
                <a:srgbClr val="000000"/>
              </a:buClr>
              <a:buSzPts val="1100"/>
              <a:buNone/>
              <a:defRPr sz="1100">
                <a:solidFill>
                  <a:srgbClr val="000000"/>
                </a:solidFill>
              </a:defRPr>
            </a:lvl4pPr>
            <a:lvl5pPr lvl="4">
              <a:spcBef>
                <a:spcPts val="0"/>
              </a:spcBef>
              <a:spcAft>
                <a:spcPts val="0"/>
              </a:spcAft>
              <a:buClr>
                <a:srgbClr val="000000"/>
              </a:buClr>
              <a:buSzPts val="1100"/>
              <a:buNone/>
              <a:defRPr sz="1100">
                <a:solidFill>
                  <a:srgbClr val="000000"/>
                </a:solidFill>
              </a:defRPr>
            </a:lvl5pPr>
            <a:lvl6pPr lvl="5">
              <a:spcBef>
                <a:spcPts val="0"/>
              </a:spcBef>
              <a:spcAft>
                <a:spcPts val="0"/>
              </a:spcAft>
              <a:buClr>
                <a:srgbClr val="000000"/>
              </a:buClr>
              <a:buSzPts val="1100"/>
              <a:buNone/>
              <a:defRPr sz="1100">
                <a:solidFill>
                  <a:srgbClr val="000000"/>
                </a:solidFill>
              </a:defRPr>
            </a:lvl6pPr>
            <a:lvl7pPr lvl="6">
              <a:spcBef>
                <a:spcPts val="0"/>
              </a:spcBef>
              <a:spcAft>
                <a:spcPts val="0"/>
              </a:spcAft>
              <a:buClr>
                <a:srgbClr val="000000"/>
              </a:buClr>
              <a:buSzPts val="1100"/>
              <a:buNone/>
              <a:defRPr sz="1100">
                <a:solidFill>
                  <a:srgbClr val="000000"/>
                </a:solidFill>
              </a:defRPr>
            </a:lvl7pPr>
            <a:lvl8pPr lvl="7">
              <a:spcBef>
                <a:spcPts val="0"/>
              </a:spcBef>
              <a:spcAft>
                <a:spcPts val="0"/>
              </a:spcAft>
              <a:buClr>
                <a:srgbClr val="000000"/>
              </a:buClr>
              <a:buSzPts val="1100"/>
              <a:buNone/>
              <a:defRPr sz="1100">
                <a:solidFill>
                  <a:srgbClr val="000000"/>
                </a:solidFill>
              </a:defRPr>
            </a:lvl8pPr>
            <a:lvl9pPr lvl="8">
              <a:spcBef>
                <a:spcPts val="0"/>
              </a:spcBef>
              <a:spcAft>
                <a:spcPts val="0"/>
              </a:spcAft>
              <a:buClr>
                <a:srgbClr val="000000"/>
              </a:buClr>
              <a:buSzPts val="1100"/>
              <a:buNone/>
              <a:defRPr sz="1100">
                <a:solidFill>
                  <a:srgbClr val="000000"/>
                </a:solidFill>
              </a:defRPr>
            </a:lvl9pPr>
          </a:lstStyle>
          <a:p/>
        </p:txBody>
      </p:sp>
      <p:sp>
        <p:nvSpPr>
          <p:cNvPr id="6748" name="Google Shape;6748;p116"/>
          <p:cNvSpPr txBox="1"/>
          <p:nvPr/>
        </p:nvSpPr>
        <p:spPr>
          <a:xfrm>
            <a:off x="2513487" y="437267"/>
            <a:ext cx="679500" cy="2664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b="1" lang="es-419" sz="1100"/>
              <a:t>Proceso:</a:t>
            </a:r>
            <a:endParaRPr b="1" sz="1100"/>
          </a:p>
        </p:txBody>
      </p:sp>
      <p:cxnSp>
        <p:nvCxnSpPr>
          <p:cNvPr id="6749" name="Google Shape;6749;p116"/>
          <p:cNvCxnSpPr/>
          <p:nvPr/>
        </p:nvCxnSpPr>
        <p:spPr>
          <a:xfrm rot="10800000">
            <a:off x="5070754" y="368188"/>
            <a:ext cx="0" cy="402300"/>
          </a:xfrm>
          <a:prstGeom prst="straightConnector1">
            <a:avLst/>
          </a:prstGeom>
          <a:noFill/>
          <a:ln cap="flat" cmpd="sng" w="19050">
            <a:solidFill>
              <a:srgbClr val="000000"/>
            </a:solidFill>
            <a:prstDash val="solid"/>
            <a:round/>
            <a:headEnd len="med" w="med" type="none"/>
            <a:tailEnd len="med" w="med" type="none"/>
          </a:ln>
        </p:spPr>
      </p:cxnSp>
      <p:sp>
        <p:nvSpPr>
          <p:cNvPr id="6750" name="Google Shape;6750;p116"/>
          <p:cNvSpPr txBox="1"/>
          <p:nvPr/>
        </p:nvSpPr>
        <p:spPr>
          <a:xfrm>
            <a:off x="5191013" y="387663"/>
            <a:ext cx="13026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Finalidad empresa:</a:t>
            </a:r>
            <a:endParaRPr b="1" sz="1100"/>
          </a:p>
        </p:txBody>
      </p:sp>
      <p:sp>
        <p:nvSpPr>
          <p:cNvPr id="6751" name="Google Shape;6751;p116"/>
          <p:cNvSpPr txBox="1"/>
          <p:nvPr/>
        </p:nvSpPr>
        <p:spPr>
          <a:xfrm>
            <a:off x="5191013" y="579538"/>
            <a:ext cx="11637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Finalidad cliente:</a:t>
            </a:r>
            <a:endParaRPr b="1" sz="1100"/>
          </a:p>
        </p:txBody>
      </p:sp>
      <p:sp>
        <p:nvSpPr>
          <p:cNvPr id="6752" name="Google Shape;6752;p116"/>
          <p:cNvSpPr/>
          <p:nvPr/>
        </p:nvSpPr>
        <p:spPr>
          <a:xfrm>
            <a:off x="77688" y="349338"/>
            <a:ext cx="2361300" cy="421200"/>
          </a:xfrm>
          <a:prstGeom prst="roundRect">
            <a:avLst>
              <a:gd fmla="val 50000" name="adj"/>
            </a:avLst>
          </a:prstGeom>
          <a:solidFill>
            <a:srgbClr val="000000"/>
          </a:solidFill>
          <a:ln cap="flat" cmpd="sng" w="9525">
            <a:solidFill>
              <a:srgbClr val="000000"/>
            </a:solidFill>
            <a:prstDash val="solid"/>
            <a:round/>
            <a:headEnd len="sm" w="sm" type="none"/>
            <a:tailEnd len="sm" w="sm" type="none"/>
          </a:ln>
        </p:spPr>
        <p:txBody>
          <a:bodyPr anchorCtr="0" anchor="ctr" bIns="91425" lIns="0" spcFirstLastPara="1" rIns="0" wrap="square" tIns="91425">
            <a:noAutofit/>
          </a:bodyPr>
          <a:lstStyle/>
          <a:p>
            <a:pPr indent="0" lvl="0" marL="0" rtl="0" algn="ctr">
              <a:spcBef>
                <a:spcPts val="0"/>
              </a:spcBef>
              <a:spcAft>
                <a:spcPts val="0"/>
              </a:spcAft>
              <a:buNone/>
            </a:pPr>
            <a:r>
              <a:rPr b="1" lang="es-419" sz="1100">
                <a:solidFill>
                  <a:srgbClr val="FFFFFF"/>
                </a:solidFill>
              </a:rPr>
              <a:t>Puntos de Automatización</a:t>
            </a:r>
            <a:endParaRPr b="1" sz="1100">
              <a:solidFill>
                <a:srgbClr val="FFFFFF"/>
              </a:solidFill>
            </a:endParaRPr>
          </a:p>
          <a:p>
            <a:pPr indent="0" lvl="0" marL="0" rtl="0" algn="ctr">
              <a:spcBef>
                <a:spcPts val="0"/>
              </a:spcBef>
              <a:spcAft>
                <a:spcPts val="0"/>
              </a:spcAft>
              <a:buNone/>
            </a:pPr>
            <a:r>
              <a:t/>
            </a:r>
            <a:endParaRPr b="1" sz="1200">
              <a:solidFill>
                <a:srgbClr val="FFFFFF"/>
              </a:solidFill>
            </a:endParaRPr>
          </a:p>
        </p:txBody>
      </p:sp>
      <p:sp>
        <p:nvSpPr>
          <p:cNvPr id="6753" name="Google Shape;6753;p116"/>
          <p:cNvSpPr/>
          <p:nvPr/>
        </p:nvSpPr>
        <p:spPr>
          <a:xfrm>
            <a:off x="83988" y="595504"/>
            <a:ext cx="190200" cy="1692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4" name="Google Shape;6754;p116"/>
          <p:cNvSpPr/>
          <p:nvPr/>
        </p:nvSpPr>
        <p:spPr>
          <a:xfrm>
            <a:off x="2350598" y="358950"/>
            <a:ext cx="88500" cy="4023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5" name="Google Shape;6755;p116"/>
          <p:cNvSpPr txBox="1"/>
          <p:nvPr>
            <p:ph idx="2" type="title"/>
          </p:nvPr>
        </p:nvSpPr>
        <p:spPr>
          <a:xfrm flipH="1">
            <a:off x="6546263" y="387663"/>
            <a:ext cx="3350100" cy="1692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000"/>
              <a:buNone/>
              <a:defRPr sz="1000">
                <a:solidFill>
                  <a:srgbClr val="000000"/>
                </a:solidFill>
              </a:defRPr>
            </a:lvl1pPr>
            <a:lvl2pPr lvl="1">
              <a:spcBef>
                <a:spcPts val="0"/>
              </a:spcBef>
              <a:spcAft>
                <a:spcPts val="0"/>
              </a:spcAft>
              <a:buClr>
                <a:srgbClr val="000000"/>
              </a:buClr>
              <a:buSzPts val="1000"/>
              <a:buNone/>
              <a:defRPr sz="1000">
                <a:solidFill>
                  <a:srgbClr val="000000"/>
                </a:solidFill>
              </a:defRPr>
            </a:lvl2pPr>
            <a:lvl3pPr lvl="2">
              <a:spcBef>
                <a:spcPts val="0"/>
              </a:spcBef>
              <a:spcAft>
                <a:spcPts val="0"/>
              </a:spcAft>
              <a:buClr>
                <a:srgbClr val="000000"/>
              </a:buClr>
              <a:buSzPts val="1000"/>
              <a:buNone/>
              <a:defRPr sz="1000">
                <a:solidFill>
                  <a:srgbClr val="000000"/>
                </a:solidFill>
              </a:defRPr>
            </a:lvl3pPr>
            <a:lvl4pPr lvl="3">
              <a:spcBef>
                <a:spcPts val="0"/>
              </a:spcBef>
              <a:spcAft>
                <a:spcPts val="0"/>
              </a:spcAft>
              <a:buClr>
                <a:srgbClr val="000000"/>
              </a:buClr>
              <a:buSzPts val="1000"/>
              <a:buNone/>
              <a:defRPr sz="1000">
                <a:solidFill>
                  <a:srgbClr val="000000"/>
                </a:solidFill>
              </a:defRPr>
            </a:lvl4pPr>
            <a:lvl5pPr lvl="4">
              <a:spcBef>
                <a:spcPts val="0"/>
              </a:spcBef>
              <a:spcAft>
                <a:spcPts val="0"/>
              </a:spcAft>
              <a:buClr>
                <a:srgbClr val="000000"/>
              </a:buClr>
              <a:buSzPts val="1000"/>
              <a:buNone/>
              <a:defRPr sz="1000">
                <a:solidFill>
                  <a:srgbClr val="000000"/>
                </a:solidFill>
              </a:defRPr>
            </a:lvl5pPr>
            <a:lvl6pPr lvl="5">
              <a:spcBef>
                <a:spcPts val="0"/>
              </a:spcBef>
              <a:spcAft>
                <a:spcPts val="0"/>
              </a:spcAft>
              <a:buClr>
                <a:srgbClr val="000000"/>
              </a:buClr>
              <a:buSzPts val="1000"/>
              <a:buNone/>
              <a:defRPr sz="1000">
                <a:solidFill>
                  <a:srgbClr val="000000"/>
                </a:solidFill>
              </a:defRPr>
            </a:lvl6pPr>
            <a:lvl7pPr lvl="6">
              <a:spcBef>
                <a:spcPts val="0"/>
              </a:spcBef>
              <a:spcAft>
                <a:spcPts val="0"/>
              </a:spcAft>
              <a:buClr>
                <a:srgbClr val="000000"/>
              </a:buClr>
              <a:buSzPts val="1000"/>
              <a:buNone/>
              <a:defRPr sz="1000">
                <a:solidFill>
                  <a:srgbClr val="000000"/>
                </a:solidFill>
              </a:defRPr>
            </a:lvl7pPr>
            <a:lvl8pPr lvl="7">
              <a:spcBef>
                <a:spcPts val="0"/>
              </a:spcBef>
              <a:spcAft>
                <a:spcPts val="0"/>
              </a:spcAft>
              <a:buClr>
                <a:srgbClr val="000000"/>
              </a:buClr>
              <a:buSzPts val="1000"/>
              <a:buNone/>
              <a:defRPr sz="1000">
                <a:solidFill>
                  <a:srgbClr val="000000"/>
                </a:solidFill>
              </a:defRPr>
            </a:lvl8pPr>
            <a:lvl9pPr lvl="8">
              <a:spcBef>
                <a:spcPts val="0"/>
              </a:spcBef>
              <a:spcAft>
                <a:spcPts val="0"/>
              </a:spcAft>
              <a:buClr>
                <a:srgbClr val="000000"/>
              </a:buClr>
              <a:buSzPts val="1000"/>
              <a:buNone/>
              <a:defRPr sz="1000">
                <a:solidFill>
                  <a:srgbClr val="000000"/>
                </a:solidFill>
              </a:defRPr>
            </a:lvl9pPr>
          </a:lstStyle>
          <a:p/>
        </p:txBody>
      </p:sp>
      <p:sp>
        <p:nvSpPr>
          <p:cNvPr id="6756" name="Google Shape;6756;p116"/>
          <p:cNvSpPr txBox="1"/>
          <p:nvPr>
            <p:ph idx="3" type="title"/>
          </p:nvPr>
        </p:nvSpPr>
        <p:spPr>
          <a:xfrm flipH="1">
            <a:off x="6546263" y="579538"/>
            <a:ext cx="3350100" cy="1692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000"/>
              <a:buNone/>
              <a:defRPr sz="1000">
                <a:solidFill>
                  <a:srgbClr val="000000"/>
                </a:solidFill>
              </a:defRPr>
            </a:lvl1pPr>
            <a:lvl2pPr lvl="1">
              <a:spcBef>
                <a:spcPts val="0"/>
              </a:spcBef>
              <a:spcAft>
                <a:spcPts val="0"/>
              </a:spcAft>
              <a:buClr>
                <a:srgbClr val="000000"/>
              </a:buClr>
              <a:buSzPts val="1000"/>
              <a:buNone/>
              <a:defRPr sz="1000">
                <a:solidFill>
                  <a:srgbClr val="000000"/>
                </a:solidFill>
              </a:defRPr>
            </a:lvl2pPr>
            <a:lvl3pPr lvl="2">
              <a:spcBef>
                <a:spcPts val="0"/>
              </a:spcBef>
              <a:spcAft>
                <a:spcPts val="0"/>
              </a:spcAft>
              <a:buClr>
                <a:srgbClr val="000000"/>
              </a:buClr>
              <a:buSzPts val="1000"/>
              <a:buNone/>
              <a:defRPr sz="1000">
                <a:solidFill>
                  <a:srgbClr val="000000"/>
                </a:solidFill>
              </a:defRPr>
            </a:lvl3pPr>
            <a:lvl4pPr lvl="3">
              <a:spcBef>
                <a:spcPts val="0"/>
              </a:spcBef>
              <a:spcAft>
                <a:spcPts val="0"/>
              </a:spcAft>
              <a:buClr>
                <a:srgbClr val="000000"/>
              </a:buClr>
              <a:buSzPts val="1000"/>
              <a:buNone/>
              <a:defRPr sz="1000">
                <a:solidFill>
                  <a:srgbClr val="000000"/>
                </a:solidFill>
              </a:defRPr>
            </a:lvl4pPr>
            <a:lvl5pPr lvl="4">
              <a:spcBef>
                <a:spcPts val="0"/>
              </a:spcBef>
              <a:spcAft>
                <a:spcPts val="0"/>
              </a:spcAft>
              <a:buClr>
                <a:srgbClr val="000000"/>
              </a:buClr>
              <a:buSzPts val="1000"/>
              <a:buNone/>
              <a:defRPr sz="1000">
                <a:solidFill>
                  <a:srgbClr val="000000"/>
                </a:solidFill>
              </a:defRPr>
            </a:lvl5pPr>
            <a:lvl6pPr lvl="5">
              <a:spcBef>
                <a:spcPts val="0"/>
              </a:spcBef>
              <a:spcAft>
                <a:spcPts val="0"/>
              </a:spcAft>
              <a:buClr>
                <a:srgbClr val="000000"/>
              </a:buClr>
              <a:buSzPts val="1000"/>
              <a:buNone/>
              <a:defRPr sz="1000">
                <a:solidFill>
                  <a:srgbClr val="000000"/>
                </a:solidFill>
              </a:defRPr>
            </a:lvl6pPr>
            <a:lvl7pPr lvl="6">
              <a:spcBef>
                <a:spcPts val="0"/>
              </a:spcBef>
              <a:spcAft>
                <a:spcPts val="0"/>
              </a:spcAft>
              <a:buClr>
                <a:srgbClr val="000000"/>
              </a:buClr>
              <a:buSzPts val="1000"/>
              <a:buNone/>
              <a:defRPr sz="1000">
                <a:solidFill>
                  <a:srgbClr val="000000"/>
                </a:solidFill>
              </a:defRPr>
            </a:lvl7pPr>
            <a:lvl8pPr lvl="7">
              <a:spcBef>
                <a:spcPts val="0"/>
              </a:spcBef>
              <a:spcAft>
                <a:spcPts val="0"/>
              </a:spcAft>
              <a:buClr>
                <a:srgbClr val="000000"/>
              </a:buClr>
              <a:buSzPts val="1000"/>
              <a:buNone/>
              <a:defRPr sz="1000">
                <a:solidFill>
                  <a:srgbClr val="000000"/>
                </a:solidFill>
              </a:defRPr>
            </a:lvl8pPr>
            <a:lvl9pPr lvl="8">
              <a:spcBef>
                <a:spcPts val="0"/>
              </a:spcBef>
              <a:spcAft>
                <a:spcPts val="0"/>
              </a:spcAft>
              <a:buClr>
                <a:srgbClr val="000000"/>
              </a:buClr>
              <a:buSzPts val="1000"/>
              <a:buNone/>
              <a:defRPr sz="1000">
                <a:solidFill>
                  <a:srgbClr val="000000"/>
                </a:solidFill>
              </a:defRPr>
            </a:lvl9pPr>
          </a:lstStyle>
          <a:p/>
        </p:txBody>
      </p:sp>
      <p:sp>
        <p:nvSpPr>
          <p:cNvPr id="6757" name="Google Shape;6757;p116"/>
          <p:cNvSpPr/>
          <p:nvPr/>
        </p:nvSpPr>
        <p:spPr>
          <a:xfrm>
            <a:off x="2277739" y="663750"/>
            <a:ext cx="88500" cy="1089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8" name="Google Shape;6758;p116"/>
          <p:cNvSpPr txBox="1"/>
          <p:nvPr>
            <p:ph idx="1" type="body"/>
          </p:nvPr>
        </p:nvSpPr>
        <p:spPr>
          <a:xfrm>
            <a:off x="641150" y="612125"/>
            <a:ext cx="1770300" cy="160500"/>
          </a:xfrm>
          <a:prstGeom prst="rect">
            <a:avLst/>
          </a:prstGeom>
          <a:noFill/>
          <a:ln>
            <a:noFill/>
          </a:ln>
        </p:spPr>
        <p:txBody>
          <a:bodyPr anchorCtr="0" anchor="t" bIns="0" lIns="0" spcFirstLastPara="1" rIns="0" wrap="square" tIns="0">
            <a:noAutofit/>
          </a:bodyPr>
          <a:lstStyle>
            <a:lvl1pPr indent="-292100" lvl="0" marL="457200" algn="ctr">
              <a:spcBef>
                <a:spcPts val="0"/>
              </a:spcBef>
              <a:spcAft>
                <a:spcPts val="0"/>
              </a:spcAft>
              <a:buClr>
                <a:srgbClr val="FFFFFF"/>
              </a:buClr>
              <a:buSzPts val="1000"/>
              <a:buChar char="●"/>
              <a:defRPr sz="1000">
                <a:solidFill>
                  <a:srgbClr val="FFFFFF"/>
                </a:solidFill>
              </a:defRPr>
            </a:lvl1pPr>
            <a:lvl2pPr indent="-292100" lvl="1" marL="914400" algn="ctr">
              <a:spcBef>
                <a:spcPts val="0"/>
              </a:spcBef>
              <a:spcAft>
                <a:spcPts val="0"/>
              </a:spcAft>
              <a:buClr>
                <a:srgbClr val="FFFFFF"/>
              </a:buClr>
              <a:buSzPts val="1000"/>
              <a:buChar char="○"/>
              <a:defRPr sz="1000">
                <a:solidFill>
                  <a:srgbClr val="FFFFFF"/>
                </a:solidFill>
              </a:defRPr>
            </a:lvl2pPr>
            <a:lvl3pPr indent="-292100" lvl="2" marL="1371600" algn="ctr">
              <a:spcBef>
                <a:spcPts val="0"/>
              </a:spcBef>
              <a:spcAft>
                <a:spcPts val="0"/>
              </a:spcAft>
              <a:buClr>
                <a:srgbClr val="FFFFFF"/>
              </a:buClr>
              <a:buSzPts val="1000"/>
              <a:buChar char="■"/>
              <a:defRPr sz="1000">
                <a:solidFill>
                  <a:srgbClr val="FFFFFF"/>
                </a:solidFill>
              </a:defRPr>
            </a:lvl3pPr>
            <a:lvl4pPr indent="-292100" lvl="3" marL="1828800" algn="ctr">
              <a:spcBef>
                <a:spcPts val="0"/>
              </a:spcBef>
              <a:spcAft>
                <a:spcPts val="0"/>
              </a:spcAft>
              <a:buClr>
                <a:srgbClr val="FFFFFF"/>
              </a:buClr>
              <a:buSzPts val="1000"/>
              <a:buChar char="●"/>
              <a:defRPr sz="1000">
                <a:solidFill>
                  <a:srgbClr val="FFFFFF"/>
                </a:solidFill>
              </a:defRPr>
            </a:lvl4pPr>
            <a:lvl5pPr indent="-292100" lvl="4" marL="2286000" algn="ctr">
              <a:spcBef>
                <a:spcPts val="0"/>
              </a:spcBef>
              <a:spcAft>
                <a:spcPts val="0"/>
              </a:spcAft>
              <a:buClr>
                <a:srgbClr val="FFFFFF"/>
              </a:buClr>
              <a:buSzPts val="1000"/>
              <a:buChar char="○"/>
              <a:defRPr sz="1000">
                <a:solidFill>
                  <a:srgbClr val="FFFFFF"/>
                </a:solidFill>
              </a:defRPr>
            </a:lvl5pPr>
            <a:lvl6pPr indent="-292100" lvl="5" marL="2743200" algn="ctr">
              <a:spcBef>
                <a:spcPts val="0"/>
              </a:spcBef>
              <a:spcAft>
                <a:spcPts val="0"/>
              </a:spcAft>
              <a:buClr>
                <a:srgbClr val="FFFFFF"/>
              </a:buClr>
              <a:buSzPts val="1000"/>
              <a:buChar char="■"/>
              <a:defRPr sz="1000">
                <a:solidFill>
                  <a:srgbClr val="FFFFFF"/>
                </a:solidFill>
              </a:defRPr>
            </a:lvl6pPr>
            <a:lvl7pPr indent="-292100" lvl="6" marL="3200400" algn="ctr">
              <a:spcBef>
                <a:spcPts val="0"/>
              </a:spcBef>
              <a:spcAft>
                <a:spcPts val="0"/>
              </a:spcAft>
              <a:buClr>
                <a:srgbClr val="FFFFFF"/>
              </a:buClr>
              <a:buSzPts val="1000"/>
              <a:buChar char="●"/>
              <a:defRPr sz="1000">
                <a:solidFill>
                  <a:srgbClr val="FFFFFF"/>
                </a:solidFill>
              </a:defRPr>
            </a:lvl7pPr>
            <a:lvl8pPr indent="-292100" lvl="7" marL="3657600" algn="ctr">
              <a:spcBef>
                <a:spcPts val="0"/>
              </a:spcBef>
              <a:spcAft>
                <a:spcPts val="0"/>
              </a:spcAft>
              <a:buClr>
                <a:srgbClr val="FFFFFF"/>
              </a:buClr>
              <a:buSzPts val="1000"/>
              <a:buChar char="○"/>
              <a:defRPr sz="1000">
                <a:solidFill>
                  <a:srgbClr val="FFFFFF"/>
                </a:solidFill>
              </a:defRPr>
            </a:lvl8pPr>
            <a:lvl9pPr indent="-292100" lvl="8" marL="4114800" algn="ctr">
              <a:spcBef>
                <a:spcPts val="0"/>
              </a:spcBef>
              <a:spcAft>
                <a:spcPts val="0"/>
              </a:spcAft>
              <a:buClr>
                <a:srgbClr val="FFFFFF"/>
              </a:buClr>
              <a:buSzPts val="1000"/>
              <a:buChar char="■"/>
              <a:defRPr sz="1000">
                <a:solidFill>
                  <a:srgbClr val="FFFFFF"/>
                </a:solidFill>
              </a:defRPr>
            </a:lvl9pPr>
          </a:lstStyle>
          <a:p/>
        </p:txBody>
      </p:sp>
      <p:sp>
        <p:nvSpPr>
          <p:cNvPr id="6759" name="Google Shape;6759;p116"/>
          <p:cNvSpPr txBox="1"/>
          <p:nvPr/>
        </p:nvSpPr>
        <p:spPr>
          <a:xfrm>
            <a:off x="84825" y="598125"/>
            <a:ext cx="595500" cy="205800"/>
          </a:xfrm>
          <a:prstGeom prst="rect">
            <a:avLst/>
          </a:prstGeom>
          <a:noFill/>
          <a:ln>
            <a:noFill/>
          </a:ln>
        </p:spPr>
        <p:txBody>
          <a:bodyPr anchorCtr="0" anchor="t" bIns="18000" lIns="18000" spcFirstLastPara="1" rIns="18000" wrap="square" tIns="18000">
            <a:spAutoFit/>
          </a:bodyPr>
          <a:lstStyle/>
          <a:p>
            <a:pPr indent="0" lvl="0" marL="0" rtl="0" algn="l">
              <a:spcBef>
                <a:spcPts val="0"/>
              </a:spcBef>
              <a:spcAft>
                <a:spcPts val="0"/>
              </a:spcAft>
              <a:buNone/>
            </a:pPr>
            <a:r>
              <a:rPr lang="es-419" sz="1100">
                <a:solidFill>
                  <a:srgbClr val="FFFFFF"/>
                </a:solidFill>
              </a:rPr>
              <a:t>Nombre:</a:t>
            </a:r>
            <a:endParaRPr sz="1100">
              <a:solidFill>
                <a:srgbClr val="FFFFFF"/>
              </a:solidFill>
            </a:endParaRPr>
          </a:p>
        </p:txBody>
      </p:sp>
      <p:sp>
        <p:nvSpPr>
          <p:cNvPr id="6760" name="Google Shape;6760;p116"/>
          <p:cNvSpPr/>
          <p:nvPr/>
        </p:nvSpPr>
        <p:spPr>
          <a:xfrm>
            <a:off x="-4248150" y="1705500"/>
            <a:ext cx="3505200" cy="3429000"/>
          </a:xfrm>
          <a:prstGeom prst="roundRect">
            <a:avLst>
              <a:gd fmla="val 2402" name="adj"/>
            </a:avLst>
          </a:prstGeom>
          <a:solidFill>
            <a:srgbClr val="F3F3F3"/>
          </a:solidFill>
          <a:ln cap="flat" cmpd="sng" w="9525">
            <a:solidFill>
              <a:srgbClr val="F3F3F3"/>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t" bIns="91425" lIns="91425" spcFirstLastPara="1" rIns="91425" wrap="square" tIns="91425">
            <a:noAutofit/>
          </a:bodyPr>
          <a:lstStyle/>
          <a:p>
            <a:pPr indent="0" lvl="0" marL="0" rtl="0" algn="ctr">
              <a:spcBef>
                <a:spcPts val="0"/>
              </a:spcBef>
              <a:spcAft>
                <a:spcPts val="0"/>
              </a:spcAft>
              <a:buNone/>
            </a:pPr>
            <a:r>
              <a:rPr lang="es-419"/>
              <a:t>Paleta</a:t>
            </a:r>
            <a:endParaRPr/>
          </a:p>
        </p:txBody>
      </p:sp>
    </p:spTree>
  </p:cSld>
  <p:clrMapOvr>
    <a:masterClrMapping/>
  </p:clrMapOvr>
</p:sldLayout>
</file>

<file path=ppt/slideLayouts/slideLayout1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6.7 Diagrama de Clases">
  <p:cSld name="TITLE_3_6_1_1_1_1_1_1_1_1_1_1_1_1_1_1_1_1_1_1_1_1_1_1_1_1_1">
    <p:spTree>
      <p:nvGrpSpPr>
        <p:cNvPr id="6761" name="Shape 6761"/>
        <p:cNvGrpSpPr/>
        <p:nvPr/>
      </p:nvGrpSpPr>
      <p:grpSpPr>
        <a:xfrm>
          <a:off x="0" y="0"/>
          <a:ext cx="0" cy="0"/>
          <a:chOff x="0" y="0"/>
          <a:chExt cx="0" cy="0"/>
        </a:xfrm>
      </p:grpSpPr>
      <p:sp>
        <p:nvSpPr>
          <p:cNvPr id="6762" name="Google Shape;6762;p117"/>
          <p:cNvSpPr/>
          <p:nvPr/>
        </p:nvSpPr>
        <p:spPr>
          <a:xfrm>
            <a:off x="97888" y="377012"/>
            <a:ext cx="9893400" cy="296700"/>
          </a:xfrm>
          <a:prstGeom prst="roundRect">
            <a:avLst>
              <a:gd fmla="val 22902" name="adj"/>
            </a:avLst>
          </a:prstGeom>
          <a:solidFill>
            <a:srgbClr val="F3F3F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6763" name="Google Shape;6763;p117"/>
          <p:cNvSpPr/>
          <p:nvPr/>
        </p:nvSpPr>
        <p:spPr>
          <a:xfrm>
            <a:off x="77688" y="358938"/>
            <a:ext cx="9935700" cy="6438000"/>
          </a:xfrm>
          <a:prstGeom prst="roundRect">
            <a:avLst>
              <a:gd fmla="val 2618" name="adj"/>
            </a:avLst>
          </a:prstGeom>
          <a:solidFill>
            <a:srgbClr val="FFFFFF"/>
          </a:solidFill>
          <a:ln cap="flat" cmpd="sng" w="38100">
            <a:solidFill>
              <a:srgbClr val="000000"/>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764" name="Google Shape;6764;p117"/>
          <p:cNvCxnSpPr/>
          <p:nvPr/>
        </p:nvCxnSpPr>
        <p:spPr>
          <a:xfrm>
            <a:off x="77688" y="772614"/>
            <a:ext cx="9935700" cy="0"/>
          </a:xfrm>
          <a:prstGeom prst="straightConnector1">
            <a:avLst/>
          </a:prstGeom>
          <a:noFill/>
          <a:ln cap="flat" cmpd="sng" w="19050">
            <a:solidFill>
              <a:srgbClr val="000000"/>
            </a:solidFill>
            <a:prstDash val="solid"/>
            <a:round/>
            <a:headEnd len="med" w="med" type="none"/>
            <a:tailEnd len="med" w="med" type="none"/>
          </a:ln>
        </p:spPr>
      </p:cxnSp>
      <p:cxnSp>
        <p:nvCxnSpPr>
          <p:cNvPr id="6765" name="Google Shape;6765;p117"/>
          <p:cNvCxnSpPr/>
          <p:nvPr/>
        </p:nvCxnSpPr>
        <p:spPr>
          <a:xfrm rot="10800000">
            <a:off x="2439038" y="368188"/>
            <a:ext cx="0" cy="402300"/>
          </a:xfrm>
          <a:prstGeom prst="straightConnector1">
            <a:avLst/>
          </a:prstGeom>
          <a:noFill/>
          <a:ln cap="flat" cmpd="sng" w="19050">
            <a:solidFill>
              <a:srgbClr val="000000"/>
            </a:solidFill>
            <a:prstDash val="solid"/>
            <a:round/>
            <a:headEnd len="med" w="med" type="none"/>
            <a:tailEnd len="med" w="med" type="none"/>
          </a:ln>
        </p:spPr>
      </p:cxnSp>
      <p:sp>
        <p:nvSpPr>
          <p:cNvPr id="6766" name="Google Shape;6766;p117"/>
          <p:cNvSpPr/>
          <p:nvPr/>
        </p:nvSpPr>
        <p:spPr>
          <a:xfrm>
            <a:off x="77688" y="349338"/>
            <a:ext cx="2361300" cy="421200"/>
          </a:xfrm>
          <a:prstGeom prst="roundRect">
            <a:avLst>
              <a:gd fmla="val 50000" name="adj"/>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s-419" sz="1200">
                <a:solidFill>
                  <a:srgbClr val="FFFFFF"/>
                </a:solidFill>
              </a:rPr>
              <a:t>Diagrama de Clases</a:t>
            </a:r>
            <a:endParaRPr b="1" sz="1200">
              <a:solidFill>
                <a:srgbClr val="FFFFFF"/>
              </a:solidFill>
            </a:endParaRPr>
          </a:p>
          <a:p>
            <a:pPr indent="0" lvl="0" marL="0" rtl="0" algn="ctr">
              <a:spcBef>
                <a:spcPts val="0"/>
              </a:spcBef>
              <a:spcAft>
                <a:spcPts val="0"/>
              </a:spcAft>
              <a:buNone/>
            </a:pPr>
            <a:r>
              <a:t/>
            </a:r>
            <a:endParaRPr b="1" sz="1200">
              <a:solidFill>
                <a:srgbClr val="FFFFFF"/>
              </a:solidFill>
            </a:endParaRPr>
          </a:p>
        </p:txBody>
      </p:sp>
      <p:sp>
        <p:nvSpPr>
          <p:cNvPr id="6767" name="Google Shape;6767;p117"/>
          <p:cNvSpPr/>
          <p:nvPr/>
        </p:nvSpPr>
        <p:spPr>
          <a:xfrm>
            <a:off x="83988" y="595504"/>
            <a:ext cx="190200" cy="1692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8" name="Google Shape;6768;p117"/>
          <p:cNvSpPr/>
          <p:nvPr/>
        </p:nvSpPr>
        <p:spPr>
          <a:xfrm>
            <a:off x="2292338" y="358938"/>
            <a:ext cx="146700" cy="4023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9" name="Google Shape;6769;p117"/>
          <p:cNvSpPr/>
          <p:nvPr/>
        </p:nvSpPr>
        <p:spPr>
          <a:xfrm>
            <a:off x="-2268925" y="760700"/>
            <a:ext cx="1620600" cy="6079200"/>
          </a:xfrm>
          <a:prstGeom prst="roundRect">
            <a:avLst>
              <a:gd fmla="val 5833" name="adj"/>
            </a:avLst>
          </a:prstGeom>
          <a:solidFill>
            <a:srgbClr val="F3F3F3"/>
          </a:solidFill>
          <a:ln cap="flat" cmpd="sng" w="9525">
            <a:solidFill>
              <a:srgbClr val="F3F3F3"/>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t" bIns="54000" lIns="72000" spcFirstLastPara="1" rIns="72000" wrap="square" tIns="54000">
            <a:noAutofit/>
          </a:bodyPr>
          <a:lstStyle/>
          <a:p>
            <a:pPr indent="0" lvl="0" marL="0" rtl="0" algn="ctr">
              <a:spcBef>
                <a:spcPts val="0"/>
              </a:spcBef>
              <a:spcAft>
                <a:spcPts val="0"/>
              </a:spcAft>
              <a:buNone/>
            </a:pPr>
            <a:r>
              <a:rPr i="1" lang="es-419"/>
              <a:t>Paleta</a:t>
            </a:r>
            <a:endParaRPr i="1"/>
          </a:p>
        </p:txBody>
      </p:sp>
      <p:sp>
        <p:nvSpPr>
          <p:cNvPr id="6770" name="Google Shape;6770;p117"/>
          <p:cNvSpPr txBox="1"/>
          <p:nvPr/>
        </p:nvSpPr>
        <p:spPr>
          <a:xfrm>
            <a:off x="2524025" y="387675"/>
            <a:ext cx="17055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Caso de Uso de Sistema:</a:t>
            </a:r>
            <a:endParaRPr b="1" sz="1100"/>
          </a:p>
        </p:txBody>
      </p:sp>
      <p:sp>
        <p:nvSpPr>
          <p:cNvPr id="6771" name="Google Shape;6771;p117"/>
          <p:cNvSpPr txBox="1"/>
          <p:nvPr/>
        </p:nvSpPr>
        <p:spPr>
          <a:xfrm>
            <a:off x="2524020" y="579550"/>
            <a:ext cx="6846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Finalidad:</a:t>
            </a:r>
            <a:endParaRPr b="1" sz="1100"/>
          </a:p>
        </p:txBody>
      </p:sp>
      <p:sp>
        <p:nvSpPr>
          <p:cNvPr id="6772" name="Google Shape;6772;p117"/>
          <p:cNvSpPr txBox="1"/>
          <p:nvPr>
            <p:ph type="title"/>
          </p:nvPr>
        </p:nvSpPr>
        <p:spPr>
          <a:xfrm flipH="1">
            <a:off x="4248275" y="387675"/>
            <a:ext cx="5640300" cy="1692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000"/>
              <a:buNone/>
              <a:defRPr sz="1000">
                <a:solidFill>
                  <a:srgbClr val="000000"/>
                </a:solidFill>
              </a:defRPr>
            </a:lvl1pPr>
            <a:lvl2pPr lvl="1">
              <a:spcBef>
                <a:spcPts val="0"/>
              </a:spcBef>
              <a:spcAft>
                <a:spcPts val="0"/>
              </a:spcAft>
              <a:buClr>
                <a:srgbClr val="000000"/>
              </a:buClr>
              <a:buSzPts val="1000"/>
              <a:buNone/>
              <a:defRPr sz="1000">
                <a:solidFill>
                  <a:srgbClr val="000000"/>
                </a:solidFill>
              </a:defRPr>
            </a:lvl2pPr>
            <a:lvl3pPr lvl="2">
              <a:spcBef>
                <a:spcPts val="0"/>
              </a:spcBef>
              <a:spcAft>
                <a:spcPts val="0"/>
              </a:spcAft>
              <a:buClr>
                <a:srgbClr val="000000"/>
              </a:buClr>
              <a:buSzPts val="1000"/>
              <a:buNone/>
              <a:defRPr sz="1000">
                <a:solidFill>
                  <a:srgbClr val="000000"/>
                </a:solidFill>
              </a:defRPr>
            </a:lvl3pPr>
            <a:lvl4pPr lvl="3">
              <a:spcBef>
                <a:spcPts val="0"/>
              </a:spcBef>
              <a:spcAft>
                <a:spcPts val="0"/>
              </a:spcAft>
              <a:buClr>
                <a:srgbClr val="000000"/>
              </a:buClr>
              <a:buSzPts val="1000"/>
              <a:buNone/>
              <a:defRPr sz="1000">
                <a:solidFill>
                  <a:srgbClr val="000000"/>
                </a:solidFill>
              </a:defRPr>
            </a:lvl4pPr>
            <a:lvl5pPr lvl="4">
              <a:spcBef>
                <a:spcPts val="0"/>
              </a:spcBef>
              <a:spcAft>
                <a:spcPts val="0"/>
              </a:spcAft>
              <a:buClr>
                <a:srgbClr val="000000"/>
              </a:buClr>
              <a:buSzPts val="1000"/>
              <a:buNone/>
              <a:defRPr sz="1000">
                <a:solidFill>
                  <a:srgbClr val="000000"/>
                </a:solidFill>
              </a:defRPr>
            </a:lvl5pPr>
            <a:lvl6pPr lvl="5">
              <a:spcBef>
                <a:spcPts val="0"/>
              </a:spcBef>
              <a:spcAft>
                <a:spcPts val="0"/>
              </a:spcAft>
              <a:buClr>
                <a:srgbClr val="000000"/>
              </a:buClr>
              <a:buSzPts val="1000"/>
              <a:buNone/>
              <a:defRPr sz="1000">
                <a:solidFill>
                  <a:srgbClr val="000000"/>
                </a:solidFill>
              </a:defRPr>
            </a:lvl6pPr>
            <a:lvl7pPr lvl="6">
              <a:spcBef>
                <a:spcPts val="0"/>
              </a:spcBef>
              <a:spcAft>
                <a:spcPts val="0"/>
              </a:spcAft>
              <a:buClr>
                <a:srgbClr val="000000"/>
              </a:buClr>
              <a:buSzPts val="1000"/>
              <a:buNone/>
              <a:defRPr sz="1000">
                <a:solidFill>
                  <a:srgbClr val="000000"/>
                </a:solidFill>
              </a:defRPr>
            </a:lvl7pPr>
            <a:lvl8pPr lvl="7">
              <a:spcBef>
                <a:spcPts val="0"/>
              </a:spcBef>
              <a:spcAft>
                <a:spcPts val="0"/>
              </a:spcAft>
              <a:buClr>
                <a:srgbClr val="000000"/>
              </a:buClr>
              <a:buSzPts val="1000"/>
              <a:buNone/>
              <a:defRPr sz="1000">
                <a:solidFill>
                  <a:srgbClr val="000000"/>
                </a:solidFill>
              </a:defRPr>
            </a:lvl8pPr>
            <a:lvl9pPr lvl="8">
              <a:spcBef>
                <a:spcPts val="0"/>
              </a:spcBef>
              <a:spcAft>
                <a:spcPts val="0"/>
              </a:spcAft>
              <a:buClr>
                <a:srgbClr val="000000"/>
              </a:buClr>
              <a:buSzPts val="1000"/>
              <a:buNone/>
              <a:defRPr sz="1000">
                <a:solidFill>
                  <a:srgbClr val="000000"/>
                </a:solidFill>
              </a:defRPr>
            </a:lvl9pPr>
          </a:lstStyle>
          <a:p/>
        </p:txBody>
      </p:sp>
      <p:sp>
        <p:nvSpPr>
          <p:cNvPr id="6773" name="Google Shape;6773;p117"/>
          <p:cNvSpPr txBox="1"/>
          <p:nvPr>
            <p:ph idx="2" type="title"/>
          </p:nvPr>
        </p:nvSpPr>
        <p:spPr>
          <a:xfrm flipH="1">
            <a:off x="3231275" y="579550"/>
            <a:ext cx="6657300" cy="1692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000"/>
              <a:buNone/>
              <a:defRPr sz="1000">
                <a:solidFill>
                  <a:srgbClr val="000000"/>
                </a:solidFill>
              </a:defRPr>
            </a:lvl1pPr>
            <a:lvl2pPr lvl="1">
              <a:spcBef>
                <a:spcPts val="0"/>
              </a:spcBef>
              <a:spcAft>
                <a:spcPts val="0"/>
              </a:spcAft>
              <a:buClr>
                <a:srgbClr val="000000"/>
              </a:buClr>
              <a:buSzPts val="1000"/>
              <a:buNone/>
              <a:defRPr sz="1000">
                <a:solidFill>
                  <a:srgbClr val="000000"/>
                </a:solidFill>
              </a:defRPr>
            </a:lvl2pPr>
            <a:lvl3pPr lvl="2">
              <a:spcBef>
                <a:spcPts val="0"/>
              </a:spcBef>
              <a:spcAft>
                <a:spcPts val="0"/>
              </a:spcAft>
              <a:buClr>
                <a:srgbClr val="000000"/>
              </a:buClr>
              <a:buSzPts val="1000"/>
              <a:buNone/>
              <a:defRPr sz="1000">
                <a:solidFill>
                  <a:srgbClr val="000000"/>
                </a:solidFill>
              </a:defRPr>
            </a:lvl3pPr>
            <a:lvl4pPr lvl="3">
              <a:spcBef>
                <a:spcPts val="0"/>
              </a:spcBef>
              <a:spcAft>
                <a:spcPts val="0"/>
              </a:spcAft>
              <a:buClr>
                <a:srgbClr val="000000"/>
              </a:buClr>
              <a:buSzPts val="1000"/>
              <a:buNone/>
              <a:defRPr sz="1000">
                <a:solidFill>
                  <a:srgbClr val="000000"/>
                </a:solidFill>
              </a:defRPr>
            </a:lvl4pPr>
            <a:lvl5pPr lvl="4">
              <a:spcBef>
                <a:spcPts val="0"/>
              </a:spcBef>
              <a:spcAft>
                <a:spcPts val="0"/>
              </a:spcAft>
              <a:buClr>
                <a:srgbClr val="000000"/>
              </a:buClr>
              <a:buSzPts val="1000"/>
              <a:buNone/>
              <a:defRPr sz="1000">
                <a:solidFill>
                  <a:srgbClr val="000000"/>
                </a:solidFill>
              </a:defRPr>
            </a:lvl5pPr>
            <a:lvl6pPr lvl="5">
              <a:spcBef>
                <a:spcPts val="0"/>
              </a:spcBef>
              <a:spcAft>
                <a:spcPts val="0"/>
              </a:spcAft>
              <a:buClr>
                <a:srgbClr val="000000"/>
              </a:buClr>
              <a:buSzPts val="1000"/>
              <a:buNone/>
              <a:defRPr sz="1000">
                <a:solidFill>
                  <a:srgbClr val="000000"/>
                </a:solidFill>
              </a:defRPr>
            </a:lvl6pPr>
            <a:lvl7pPr lvl="6">
              <a:spcBef>
                <a:spcPts val="0"/>
              </a:spcBef>
              <a:spcAft>
                <a:spcPts val="0"/>
              </a:spcAft>
              <a:buClr>
                <a:srgbClr val="000000"/>
              </a:buClr>
              <a:buSzPts val="1000"/>
              <a:buNone/>
              <a:defRPr sz="1000">
                <a:solidFill>
                  <a:srgbClr val="000000"/>
                </a:solidFill>
              </a:defRPr>
            </a:lvl7pPr>
            <a:lvl8pPr lvl="7">
              <a:spcBef>
                <a:spcPts val="0"/>
              </a:spcBef>
              <a:spcAft>
                <a:spcPts val="0"/>
              </a:spcAft>
              <a:buClr>
                <a:srgbClr val="000000"/>
              </a:buClr>
              <a:buSzPts val="1000"/>
              <a:buNone/>
              <a:defRPr sz="1000">
                <a:solidFill>
                  <a:srgbClr val="000000"/>
                </a:solidFill>
              </a:defRPr>
            </a:lvl8pPr>
            <a:lvl9pPr lvl="8">
              <a:spcBef>
                <a:spcPts val="0"/>
              </a:spcBef>
              <a:spcAft>
                <a:spcPts val="0"/>
              </a:spcAft>
              <a:buClr>
                <a:srgbClr val="000000"/>
              </a:buClr>
              <a:buSzPts val="1000"/>
              <a:buNone/>
              <a:defRPr sz="1000">
                <a:solidFill>
                  <a:srgbClr val="000000"/>
                </a:solidFill>
              </a:defRPr>
            </a:lvl9pPr>
          </a:lstStyle>
          <a:p/>
        </p:txBody>
      </p:sp>
      <p:sp>
        <p:nvSpPr>
          <p:cNvPr id="6774" name="Google Shape;6774;p117"/>
          <p:cNvSpPr txBox="1"/>
          <p:nvPr>
            <p:ph idx="1" type="body"/>
          </p:nvPr>
        </p:nvSpPr>
        <p:spPr>
          <a:xfrm>
            <a:off x="641150" y="612125"/>
            <a:ext cx="1770300" cy="160500"/>
          </a:xfrm>
          <a:prstGeom prst="rect">
            <a:avLst/>
          </a:prstGeom>
          <a:noFill/>
          <a:ln>
            <a:noFill/>
          </a:ln>
        </p:spPr>
        <p:txBody>
          <a:bodyPr anchorCtr="0" anchor="t" bIns="0" lIns="0" spcFirstLastPara="1" rIns="0" wrap="square" tIns="0">
            <a:noAutofit/>
          </a:bodyPr>
          <a:lstStyle>
            <a:lvl1pPr indent="-292100" lvl="0" marL="457200" algn="ctr">
              <a:spcBef>
                <a:spcPts val="0"/>
              </a:spcBef>
              <a:spcAft>
                <a:spcPts val="0"/>
              </a:spcAft>
              <a:buClr>
                <a:srgbClr val="FFFFFF"/>
              </a:buClr>
              <a:buSzPts val="1000"/>
              <a:buChar char="●"/>
              <a:defRPr sz="1000">
                <a:solidFill>
                  <a:srgbClr val="FFFFFF"/>
                </a:solidFill>
              </a:defRPr>
            </a:lvl1pPr>
            <a:lvl2pPr indent="-292100" lvl="1" marL="914400" algn="ctr">
              <a:spcBef>
                <a:spcPts val="0"/>
              </a:spcBef>
              <a:spcAft>
                <a:spcPts val="0"/>
              </a:spcAft>
              <a:buClr>
                <a:srgbClr val="FFFFFF"/>
              </a:buClr>
              <a:buSzPts val="1000"/>
              <a:buChar char="○"/>
              <a:defRPr sz="1000">
                <a:solidFill>
                  <a:srgbClr val="FFFFFF"/>
                </a:solidFill>
              </a:defRPr>
            </a:lvl2pPr>
            <a:lvl3pPr indent="-292100" lvl="2" marL="1371600" algn="ctr">
              <a:spcBef>
                <a:spcPts val="0"/>
              </a:spcBef>
              <a:spcAft>
                <a:spcPts val="0"/>
              </a:spcAft>
              <a:buClr>
                <a:srgbClr val="FFFFFF"/>
              </a:buClr>
              <a:buSzPts val="1000"/>
              <a:buChar char="■"/>
              <a:defRPr sz="1000">
                <a:solidFill>
                  <a:srgbClr val="FFFFFF"/>
                </a:solidFill>
              </a:defRPr>
            </a:lvl3pPr>
            <a:lvl4pPr indent="-292100" lvl="3" marL="1828800" algn="ctr">
              <a:spcBef>
                <a:spcPts val="0"/>
              </a:spcBef>
              <a:spcAft>
                <a:spcPts val="0"/>
              </a:spcAft>
              <a:buClr>
                <a:srgbClr val="FFFFFF"/>
              </a:buClr>
              <a:buSzPts val="1000"/>
              <a:buChar char="●"/>
              <a:defRPr sz="1000">
                <a:solidFill>
                  <a:srgbClr val="FFFFFF"/>
                </a:solidFill>
              </a:defRPr>
            </a:lvl4pPr>
            <a:lvl5pPr indent="-292100" lvl="4" marL="2286000" algn="ctr">
              <a:spcBef>
                <a:spcPts val="0"/>
              </a:spcBef>
              <a:spcAft>
                <a:spcPts val="0"/>
              </a:spcAft>
              <a:buClr>
                <a:srgbClr val="FFFFFF"/>
              </a:buClr>
              <a:buSzPts val="1000"/>
              <a:buChar char="○"/>
              <a:defRPr sz="1000">
                <a:solidFill>
                  <a:srgbClr val="FFFFFF"/>
                </a:solidFill>
              </a:defRPr>
            </a:lvl5pPr>
            <a:lvl6pPr indent="-292100" lvl="5" marL="2743200" algn="ctr">
              <a:spcBef>
                <a:spcPts val="0"/>
              </a:spcBef>
              <a:spcAft>
                <a:spcPts val="0"/>
              </a:spcAft>
              <a:buClr>
                <a:srgbClr val="FFFFFF"/>
              </a:buClr>
              <a:buSzPts val="1000"/>
              <a:buChar char="■"/>
              <a:defRPr sz="1000">
                <a:solidFill>
                  <a:srgbClr val="FFFFFF"/>
                </a:solidFill>
              </a:defRPr>
            </a:lvl6pPr>
            <a:lvl7pPr indent="-292100" lvl="6" marL="3200400" algn="ctr">
              <a:spcBef>
                <a:spcPts val="0"/>
              </a:spcBef>
              <a:spcAft>
                <a:spcPts val="0"/>
              </a:spcAft>
              <a:buClr>
                <a:srgbClr val="FFFFFF"/>
              </a:buClr>
              <a:buSzPts val="1000"/>
              <a:buChar char="●"/>
              <a:defRPr sz="1000">
                <a:solidFill>
                  <a:srgbClr val="FFFFFF"/>
                </a:solidFill>
              </a:defRPr>
            </a:lvl7pPr>
            <a:lvl8pPr indent="-292100" lvl="7" marL="3657600" algn="ctr">
              <a:spcBef>
                <a:spcPts val="0"/>
              </a:spcBef>
              <a:spcAft>
                <a:spcPts val="0"/>
              </a:spcAft>
              <a:buClr>
                <a:srgbClr val="FFFFFF"/>
              </a:buClr>
              <a:buSzPts val="1000"/>
              <a:buChar char="○"/>
              <a:defRPr sz="1000">
                <a:solidFill>
                  <a:srgbClr val="FFFFFF"/>
                </a:solidFill>
              </a:defRPr>
            </a:lvl8pPr>
            <a:lvl9pPr indent="-292100" lvl="8" marL="4114800" algn="ctr">
              <a:spcBef>
                <a:spcPts val="0"/>
              </a:spcBef>
              <a:spcAft>
                <a:spcPts val="0"/>
              </a:spcAft>
              <a:buClr>
                <a:srgbClr val="FFFFFF"/>
              </a:buClr>
              <a:buSzPts val="1000"/>
              <a:buChar char="■"/>
              <a:defRPr sz="1000">
                <a:solidFill>
                  <a:srgbClr val="FFFFFF"/>
                </a:solidFill>
              </a:defRPr>
            </a:lvl9pPr>
          </a:lstStyle>
          <a:p/>
        </p:txBody>
      </p:sp>
      <p:sp>
        <p:nvSpPr>
          <p:cNvPr id="6775" name="Google Shape;6775;p117"/>
          <p:cNvSpPr txBox="1"/>
          <p:nvPr/>
        </p:nvSpPr>
        <p:spPr>
          <a:xfrm>
            <a:off x="84825" y="598125"/>
            <a:ext cx="595500" cy="205800"/>
          </a:xfrm>
          <a:prstGeom prst="rect">
            <a:avLst/>
          </a:prstGeom>
          <a:noFill/>
          <a:ln>
            <a:noFill/>
          </a:ln>
        </p:spPr>
        <p:txBody>
          <a:bodyPr anchorCtr="0" anchor="t" bIns="18000" lIns="18000" spcFirstLastPara="1" rIns="18000" wrap="square" tIns="18000">
            <a:spAutoFit/>
          </a:bodyPr>
          <a:lstStyle/>
          <a:p>
            <a:pPr indent="0" lvl="0" marL="0" rtl="0" algn="l">
              <a:spcBef>
                <a:spcPts val="0"/>
              </a:spcBef>
              <a:spcAft>
                <a:spcPts val="0"/>
              </a:spcAft>
              <a:buNone/>
            </a:pPr>
            <a:r>
              <a:rPr lang="es-419" sz="1100">
                <a:solidFill>
                  <a:srgbClr val="FFFFFF"/>
                </a:solidFill>
              </a:rPr>
              <a:t>Nombre:</a:t>
            </a:r>
            <a:endParaRPr sz="1100">
              <a:solidFill>
                <a:srgbClr val="FFFFFF"/>
              </a:solidFill>
            </a:endParaRPr>
          </a:p>
        </p:txBody>
      </p:sp>
    </p:spTree>
  </p:cSld>
  <p:clrMapOvr>
    <a:masterClrMapping/>
  </p:clrMapOvr>
</p:sldLayout>
</file>

<file path=ppt/slideLayouts/slideLayout1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6.5 Diagrama de Secuencia">
  <p:cSld name="TITLE_3_6_1_1_1_1_1_1_1_1_1_1_1_1_1_1_1_1_1_1_1_1_1_1_1_1_1_1">
    <p:spTree>
      <p:nvGrpSpPr>
        <p:cNvPr id="6776" name="Shape 6776"/>
        <p:cNvGrpSpPr/>
        <p:nvPr/>
      </p:nvGrpSpPr>
      <p:grpSpPr>
        <a:xfrm>
          <a:off x="0" y="0"/>
          <a:ext cx="0" cy="0"/>
          <a:chOff x="0" y="0"/>
          <a:chExt cx="0" cy="0"/>
        </a:xfrm>
      </p:grpSpPr>
      <p:sp>
        <p:nvSpPr>
          <p:cNvPr id="6777" name="Google Shape;6777;p118"/>
          <p:cNvSpPr/>
          <p:nvPr/>
        </p:nvSpPr>
        <p:spPr>
          <a:xfrm>
            <a:off x="97888" y="377012"/>
            <a:ext cx="9893400" cy="296700"/>
          </a:xfrm>
          <a:prstGeom prst="roundRect">
            <a:avLst>
              <a:gd fmla="val 22902" name="adj"/>
            </a:avLst>
          </a:prstGeom>
          <a:solidFill>
            <a:srgbClr val="F3F3F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6778" name="Google Shape;6778;p118"/>
          <p:cNvSpPr/>
          <p:nvPr/>
        </p:nvSpPr>
        <p:spPr>
          <a:xfrm>
            <a:off x="77688" y="358938"/>
            <a:ext cx="9935700" cy="6438000"/>
          </a:xfrm>
          <a:prstGeom prst="roundRect">
            <a:avLst>
              <a:gd fmla="val 2618" name="adj"/>
            </a:avLst>
          </a:prstGeom>
          <a:solidFill>
            <a:srgbClr val="FFFFFF"/>
          </a:solidFill>
          <a:ln cap="flat" cmpd="sng" w="38100">
            <a:solidFill>
              <a:srgbClr val="000000"/>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779" name="Google Shape;6779;p118"/>
          <p:cNvCxnSpPr/>
          <p:nvPr/>
        </p:nvCxnSpPr>
        <p:spPr>
          <a:xfrm>
            <a:off x="77688" y="772614"/>
            <a:ext cx="9935700" cy="0"/>
          </a:xfrm>
          <a:prstGeom prst="straightConnector1">
            <a:avLst/>
          </a:prstGeom>
          <a:noFill/>
          <a:ln cap="flat" cmpd="sng" w="19050">
            <a:solidFill>
              <a:srgbClr val="000000"/>
            </a:solidFill>
            <a:prstDash val="solid"/>
            <a:round/>
            <a:headEnd len="med" w="med" type="none"/>
            <a:tailEnd len="med" w="med" type="none"/>
          </a:ln>
        </p:spPr>
      </p:cxnSp>
      <p:cxnSp>
        <p:nvCxnSpPr>
          <p:cNvPr id="6780" name="Google Shape;6780;p118"/>
          <p:cNvCxnSpPr/>
          <p:nvPr/>
        </p:nvCxnSpPr>
        <p:spPr>
          <a:xfrm rot="10800000">
            <a:off x="2439038" y="368188"/>
            <a:ext cx="0" cy="402300"/>
          </a:xfrm>
          <a:prstGeom prst="straightConnector1">
            <a:avLst/>
          </a:prstGeom>
          <a:noFill/>
          <a:ln cap="flat" cmpd="sng" w="19050">
            <a:solidFill>
              <a:srgbClr val="000000"/>
            </a:solidFill>
            <a:prstDash val="solid"/>
            <a:round/>
            <a:headEnd len="med" w="med" type="none"/>
            <a:tailEnd len="med" w="med" type="none"/>
          </a:ln>
        </p:spPr>
      </p:cxnSp>
      <p:sp>
        <p:nvSpPr>
          <p:cNvPr id="6781" name="Google Shape;6781;p118"/>
          <p:cNvSpPr/>
          <p:nvPr/>
        </p:nvSpPr>
        <p:spPr>
          <a:xfrm>
            <a:off x="77688" y="349338"/>
            <a:ext cx="2361300" cy="421200"/>
          </a:xfrm>
          <a:prstGeom prst="roundRect">
            <a:avLst>
              <a:gd fmla="val 50000" name="adj"/>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s-419" sz="1200">
                <a:solidFill>
                  <a:srgbClr val="FFFFFF"/>
                </a:solidFill>
              </a:rPr>
              <a:t>Diagrama de Secuencia</a:t>
            </a:r>
            <a:endParaRPr b="1" sz="1200">
              <a:solidFill>
                <a:srgbClr val="FFFFFF"/>
              </a:solidFill>
            </a:endParaRPr>
          </a:p>
          <a:p>
            <a:pPr indent="0" lvl="0" marL="0" rtl="0" algn="ctr">
              <a:spcBef>
                <a:spcPts val="0"/>
              </a:spcBef>
              <a:spcAft>
                <a:spcPts val="0"/>
              </a:spcAft>
              <a:buNone/>
            </a:pPr>
            <a:r>
              <a:t/>
            </a:r>
            <a:endParaRPr b="1" sz="1200">
              <a:solidFill>
                <a:srgbClr val="FFFFFF"/>
              </a:solidFill>
            </a:endParaRPr>
          </a:p>
        </p:txBody>
      </p:sp>
      <p:sp>
        <p:nvSpPr>
          <p:cNvPr id="6782" name="Google Shape;6782;p118"/>
          <p:cNvSpPr/>
          <p:nvPr/>
        </p:nvSpPr>
        <p:spPr>
          <a:xfrm>
            <a:off x="83988" y="595504"/>
            <a:ext cx="190200" cy="1692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3" name="Google Shape;6783;p118"/>
          <p:cNvSpPr/>
          <p:nvPr/>
        </p:nvSpPr>
        <p:spPr>
          <a:xfrm>
            <a:off x="2292338" y="358938"/>
            <a:ext cx="146700" cy="4023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4" name="Google Shape;6784;p118"/>
          <p:cNvSpPr/>
          <p:nvPr/>
        </p:nvSpPr>
        <p:spPr>
          <a:xfrm>
            <a:off x="-3377871" y="349350"/>
            <a:ext cx="2700000" cy="6490500"/>
          </a:xfrm>
          <a:prstGeom prst="roundRect">
            <a:avLst>
              <a:gd fmla="val 2889" name="adj"/>
            </a:avLst>
          </a:prstGeom>
          <a:solidFill>
            <a:srgbClr val="F3F3F3"/>
          </a:solidFill>
          <a:ln cap="flat" cmpd="sng" w="9525">
            <a:solidFill>
              <a:srgbClr val="F3F3F3"/>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t" bIns="54000" lIns="72000" spcFirstLastPara="1" rIns="72000" wrap="square" tIns="54000">
            <a:noAutofit/>
          </a:bodyPr>
          <a:lstStyle/>
          <a:p>
            <a:pPr indent="0" lvl="0" marL="0" rtl="0" algn="ctr">
              <a:spcBef>
                <a:spcPts val="0"/>
              </a:spcBef>
              <a:spcAft>
                <a:spcPts val="0"/>
              </a:spcAft>
              <a:buNone/>
            </a:pPr>
            <a:r>
              <a:rPr i="1" lang="es-419"/>
              <a:t>Paleta</a:t>
            </a:r>
            <a:endParaRPr i="1"/>
          </a:p>
        </p:txBody>
      </p:sp>
      <p:sp>
        <p:nvSpPr>
          <p:cNvPr id="6785" name="Google Shape;6785;p118"/>
          <p:cNvSpPr txBox="1"/>
          <p:nvPr/>
        </p:nvSpPr>
        <p:spPr>
          <a:xfrm>
            <a:off x="2524025" y="387675"/>
            <a:ext cx="17055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Caso de Uso de Sistema:</a:t>
            </a:r>
            <a:endParaRPr b="1" sz="1100"/>
          </a:p>
        </p:txBody>
      </p:sp>
      <p:sp>
        <p:nvSpPr>
          <p:cNvPr id="6786" name="Google Shape;6786;p118"/>
          <p:cNvSpPr txBox="1"/>
          <p:nvPr/>
        </p:nvSpPr>
        <p:spPr>
          <a:xfrm>
            <a:off x="2524020" y="579550"/>
            <a:ext cx="6846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Finalidad:</a:t>
            </a:r>
            <a:endParaRPr b="1" sz="1100"/>
          </a:p>
        </p:txBody>
      </p:sp>
      <p:sp>
        <p:nvSpPr>
          <p:cNvPr id="6787" name="Google Shape;6787;p118"/>
          <p:cNvSpPr txBox="1"/>
          <p:nvPr>
            <p:ph type="title"/>
          </p:nvPr>
        </p:nvSpPr>
        <p:spPr>
          <a:xfrm flipH="1">
            <a:off x="4248275" y="387675"/>
            <a:ext cx="5640300" cy="1692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000"/>
              <a:buNone/>
              <a:defRPr sz="1000">
                <a:solidFill>
                  <a:srgbClr val="000000"/>
                </a:solidFill>
              </a:defRPr>
            </a:lvl1pPr>
            <a:lvl2pPr lvl="1">
              <a:spcBef>
                <a:spcPts val="0"/>
              </a:spcBef>
              <a:spcAft>
                <a:spcPts val="0"/>
              </a:spcAft>
              <a:buClr>
                <a:srgbClr val="000000"/>
              </a:buClr>
              <a:buSzPts val="1000"/>
              <a:buNone/>
              <a:defRPr sz="1000">
                <a:solidFill>
                  <a:srgbClr val="000000"/>
                </a:solidFill>
              </a:defRPr>
            </a:lvl2pPr>
            <a:lvl3pPr lvl="2">
              <a:spcBef>
                <a:spcPts val="0"/>
              </a:spcBef>
              <a:spcAft>
                <a:spcPts val="0"/>
              </a:spcAft>
              <a:buClr>
                <a:srgbClr val="000000"/>
              </a:buClr>
              <a:buSzPts val="1000"/>
              <a:buNone/>
              <a:defRPr sz="1000">
                <a:solidFill>
                  <a:srgbClr val="000000"/>
                </a:solidFill>
              </a:defRPr>
            </a:lvl3pPr>
            <a:lvl4pPr lvl="3">
              <a:spcBef>
                <a:spcPts val="0"/>
              </a:spcBef>
              <a:spcAft>
                <a:spcPts val="0"/>
              </a:spcAft>
              <a:buClr>
                <a:srgbClr val="000000"/>
              </a:buClr>
              <a:buSzPts val="1000"/>
              <a:buNone/>
              <a:defRPr sz="1000">
                <a:solidFill>
                  <a:srgbClr val="000000"/>
                </a:solidFill>
              </a:defRPr>
            </a:lvl4pPr>
            <a:lvl5pPr lvl="4">
              <a:spcBef>
                <a:spcPts val="0"/>
              </a:spcBef>
              <a:spcAft>
                <a:spcPts val="0"/>
              </a:spcAft>
              <a:buClr>
                <a:srgbClr val="000000"/>
              </a:buClr>
              <a:buSzPts val="1000"/>
              <a:buNone/>
              <a:defRPr sz="1000">
                <a:solidFill>
                  <a:srgbClr val="000000"/>
                </a:solidFill>
              </a:defRPr>
            </a:lvl5pPr>
            <a:lvl6pPr lvl="5">
              <a:spcBef>
                <a:spcPts val="0"/>
              </a:spcBef>
              <a:spcAft>
                <a:spcPts val="0"/>
              </a:spcAft>
              <a:buClr>
                <a:srgbClr val="000000"/>
              </a:buClr>
              <a:buSzPts val="1000"/>
              <a:buNone/>
              <a:defRPr sz="1000">
                <a:solidFill>
                  <a:srgbClr val="000000"/>
                </a:solidFill>
              </a:defRPr>
            </a:lvl6pPr>
            <a:lvl7pPr lvl="6">
              <a:spcBef>
                <a:spcPts val="0"/>
              </a:spcBef>
              <a:spcAft>
                <a:spcPts val="0"/>
              </a:spcAft>
              <a:buClr>
                <a:srgbClr val="000000"/>
              </a:buClr>
              <a:buSzPts val="1000"/>
              <a:buNone/>
              <a:defRPr sz="1000">
                <a:solidFill>
                  <a:srgbClr val="000000"/>
                </a:solidFill>
              </a:defRPr>
            </a:lvl7pPr>
            <a:lvl8pPr lvl="7">
              <a:spcBef>
                <a:spcPts val="0"/>
              </a:spcBef>
              <a:spcAft>
                <a:spcPts val="0"/>
              </a:spcAft>
              <a:buClr>
                <a:srgbClr val="000000"/>
              </a:buClr>
              <a:buSzPts val="1000"/>
              <a:buNone/>
              <a:defRPr sz="1000">
                <a:solidFill>
                  <a:srgbClr val="000000"/>
                </a:solidFill>
              </a:defRPr>
            </a:lvl8pPr>
            <a:lvl9pPr lvl="8">
              <a:spcBef>
                <a:spcPts val="0"/>
              </a:spcBef>
              <a:spcAft>
                <a:spcPts val="0"/>
              </a:spcAft>
              <a:buClr>
                <a:srgbClr val="000000"/>
              </a:buClr>
              <a:buSzPts val="1000"/>
              <a:buNone/>
              <a:defRPr sz="1000">
                <a:solidFill>
                  <a:srgbClr val="000000"/>
                </a:solidFill>
              </a:defRPr>
            </a:lvl9pPr>
          </a:lstStyle>
          <a:p/>
        </p:txBody>
      </p:sp>
      <p:sp>
        <p:nvSpPr>
          <p:cNvPr id="6788" name="Google Shape;6788;p118"/>
          <p:cNvSpPr txBox="1"/>
          <p:nvPr>
            <p:ph idx="2" type="title"/>
          </p:nvPr>
        </p:nvSpPr>
        <p:spPr>
          <a:xfrm flipH="1">
            <a:off x="3231275" y="579550"/>
            <a:ext cx="6657300" cy="1692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000"/>
              <a:buNone/>
              <a:defRPr sz="1000">
                <a:solidFill>
                  <a:srgbClr val="000000"/>
                </a:solidFill>
              </a:defRPr>
            </a:lvl1pPr>
            <a:lvl2pPr lvl="1">
              <a:spcBef>
                <a:spcPts val="0"/>
              </a:spcBef>
              <a:spcAft>
                <a:spcPts val="0"/>
              </a:spcAft>
              <a:buClr>
                <a:srgbClr val="000000"/>
              </a:buClr>
              <a:buSzPts val="1000"/>
              <a:buNone/>
              <a:defRPr sz="1000">
                <a:solidFill>
                  <a:srgbClr val="000000"/>
                </a:solidFill>
              </a:defRPr>
            </a:lvl2pPr>
            <a:lvl3pPr lvl="2">
              <a:spcBef>
                <a:spcPts val="0"/>
              </a:spcBef>
              <a:spcAft>
                <a:spcPts val="0"/>
              </a:spcAft>
              <a:buClr>
                <a:srgbClr val="000000"/>
              </a:buClr>
              <a:buSzPts val="1000"/>
              <a:buNone/>
              <a:defRPr sz="1000">
                <a:solidFill>
                  <a:srgbClr val="000000"/>
                </a:solidFill>
              </a:defRPr>
            </a:lvl3pPr>
            <a:lvl4pPr lvl="3">
              <a:spcBef>
                <a:spcPts val="0"/>
              </a:spcBef>
              <a:spcAft>
                <a:spcPts val="0"/>
              </a:spcAft>
              <a:buClr>
                <a:srgbClr val="000000"/>
              </a:buClr>
              <a:buSzPts val="1000"/>
              <a:buNone/>
              <a:defRPr sz="1000">
                <a:solidFill>
                  <a:srgbClr val="000000"/>
                </a:solidFill>
              </a:defRPr>
            </a:lvl4pPr>
            <a:lvl5pPr lvl="4">
              <a:spcBef>
                <a:spcPts val="0"/>
              </a:spcBef>
              <a:spcAft>
                <a:spcPts val="0"/>
              </a:spcAft>
              <a:buClr>
                <a:srgbClr val="000000"/>
              </a:buClr>
              <a:buSzPts val="1000"/>
              <a:buNone/>
              <a:defRPr sz="1000">
                <a:solidFill>
                  <a:srgbClr val="000000"/>
                </a:solidFill>
              </a:defRPr>
            </a:lvl5pPr>
            <a:lvl6pPr lvl="5">
              <a:spcBef>
                <a:spcPts val="0"/>
              </a:spcBef>
              <a:spcAft>
                <a:spcPts val="0"/>
              </a:spcAft>
              <a:buClr>
                <a:srgbClr val="000000"/>
              </a:buClr>
              <a:buSzPts val="1000"/>
              <a:buNone/>
              <a:defRPr sz="1000">
                <a:solidFill>
                  <a:srgbClr val="000000"/>
                </a:solidFill>
              </a:defRPr>
            </a:lvl6pPr>
            <a:lvl7pPr lvl="6">
              <a:spcBef>
                <a:spcPts val="0"/>
              </a:spcBef>
              <a:spcAft>
                <a:spcPts val="0"/>
              </a:spcAft>
              <a:buClr>
                <a:srgbClr val="000000"/>
              </a:buClr>
              <a:buSzPts val="1000"/>
              <a:buNone/>
              <a:defRPr sz="1000">
                <a:solidFill>
                  <a:srgbClr val="000000"/>
                </a:solidFill>
              </a:defRPr>
            </a:lvl7pPr>
            <a:lvl8pPr lvl="7">
              <a:spcBef>
                <a:spcPts val="0"/>
              </a:spcBef>
              <a:spcAft>
                <a:spcPts val="0"/>
              </a:spcAft>
              <a:buClr>
                <a:srgbClr val="000000"/>
              </a:buClr>
              <a:buSzPts val="1000"/>
              <a:buNone/>
              <a:defRPr sz="1000">
                <a:solidFill>
                  <a:srgbClr val="000000"/>
                </a:solidFill>
              </a:defRPr>
            </a:lvl8pPr>
            <a:lvl9pPr lvl="8">
              <a:spcBef>
                <a:spcPts val="0"/>
              </a:spcBef>
              <a:spcAft>
                <a:spcPts val="0"/>
              </a:spcAft>
              <a:buClr>
                <a:srgbClr val="000000"/>
              </a:buClr>
              <a:buSzPts val="1000"/>
              <a:buNone/>
              <a:defRPr sz="1000">
                <a:solidFill>
                  <a:srgbClr val="000000"/>
                </a:solidFill>
              </a:defRPr>
            </a:lvl9pPr>
          </a:lstStyle>
          <a:p/>
        </p:txBody>
      </p:sp>
      <p:sp>
        <p:nvSpPr>
          <p:cNvPr id="6789" name="Google Shape;6789;p118"/>
          <p:cNvSpPr txBox="1"/>
          <p:nvPr>
            <p:ph idx="1" type="body"/>
          </p:nvPr>
        </p:nvSpPr>
        <p:spPr>
          <a:xfrm>
            <a:off x="641150" y="612125"/>
            <a:ext cx="1770300" cy="160500"/>
          </a:xfrm>
          <a:prstGeom prst="rect">
            <a:avLst/>
          </a:prstGeom>
          <a:noFill/>
          <a:ln>
            <a:noFill/>
          </a:ln>
        </p:spPr>
        <p:txBody>
          <a:bodyPr anchorCtr="0" anchor="t" bIns="0" lIns="0" spcFirstLastPara="1" rIns="0" wrap="square" tIns="0">
            <a:noAutofit/>
          </a:bodyPr>
          <a:lstStyle>
            <a:lvl1pPr indent="-292100" lvl="0" marL="457200" algn="ctr">
              <a:spcBef>
                <a:spcPts val="0"/>
              </a:spcBef>
              <a:spcAft>
                <a:spcPts val="0"/>
              </a:spcAft>
              <a:buClr>
                <a:srgbClr val="FFFFFF"/>
              </a:buClr>
              <a:buSzPts val="1000"/>
              <a:buChar char="●"/>
              <a:defRPr sz="1000">
                <a:solidFill>
                  <a:srgbClr val="FFFFFF"/>
                </a:solidFill>
              </a:defRPr>
            </a:lvl1pPr>
            <a:lvl2pPr indent="-292100" lvl="1" marL="914400" algn="ctr">
              <a:spcBef>
                <a:spcPts val="0"/>
              </a:spcBef>
              <a:spcAft>
                <a:spcPts val="0"/>
              </a:spcAft>
              <a:buClr>
                <a:srgbClr val="FFFFFF"/>
              </a:buClr>
              <a:buSzPts val="1000"/>
              <a:buChar char="○"/>
              <a:defRPr sz="1000">
                <a:solidFill>
                  <a:srgbClr val="FFFFFF"/>
                </a:solidFill>
              </a:defRPr>
            </a:lvl2pPr>
            <a:lvl3pPr indent="-292100" lvl="2" marL="1371600" algn="ctr">
              <a:spcBef>
                <a:spcPts val="0"/>
              </a:spcBef>
              <a:spcAft>
                <a:spcPts val="0"/>
              </a:spcAft>
              <a:buClr>
                <a:srgbClr val="FFFFFF"/>
              </a:buClr>
              <a:buSzPts val="1000"/>
              <a:buChar char="■"/>
              <a:defRPr sz="1000">
                <a:solidFill>
                  <a:srgbClr val="FFFFFF"/>
                </a:solidFill>
              </a:defRPr>
            </a:lvl3pPr>
            <a:lvl4pPr indent="-292100" lvl="3" marL="1828800" algn="ctr">
              <a:spcBef>
                <a:spcPts val="0"/>
              </a:spcBef>
              <a:spcAft>
                <a:spcPts val="0"/>
              </a:spcAft>
              <a:buClr>
                <a:srgbClr val="FFFFFF"/>
              </a:buClr>
              <a:buSzPts val="1000"/>
              <a:buChar char="●"/>
              <a:defRPr sz="1000">
                <a:solidFill>
                  <a:srgbClr val="FFFFFF"/>
                </a:solidFill>
              </a:defRPr>
            </a:lvl4pPr>
            <a:lvl5pPr indent="-292100" lvl="4" marL="2286000" algn="ctr">
              <a:spcBef>
                <a:spcPts val="0"/>
              </a:spcBef>
              <a:spcAft>
                <a:spcPts val="0"/>
              </a:spcAft>
              <a:buClr>
                <a:srgbClr val="FFFFFF"/>
              </a:buClr>
              <a:buSzPts val="1000"/>
              <a:buChar char="○"/>
              <a:defRPr sz="1000">
                <a:solidFill>
                  <a:srgbClr val="FFFFFF"/>
                </a:solidFill>
              </a:defRPr>
            </a:lvl5pPr>
            <a:lvl6pPr indent="-292100" lvl="5" marL="2743200" algn="ctr">
              <a:spcBef>
                <a:spcPts val="0"/>
              </a:spcBef>
              <a:spcAft>
                <a:spcPts val="0"/>
              </a:spcAft>
              <a:buClr>
                <a:srgbClr val="FFFFFF"/>
              </a:buClr>
              <a:buSzPts val="1000"/>
              <a:buChar char="■"/>
              <a:defRPr sz="1000">
                <a:solidFill>
                  <a:srgbClr val="FFFFFF"/>
                </a:solidFill>
              </a:defRPr>
            </a:lvl6pPr>
            <a:lvl7pPr indent="-292100" lvl="6" marL="3200400" algn="ctr">
              <a:spcBef>
                <a:spcPts val="0"/>
              </a:spcBef>
              <a:spcAft>
                <a:spcPts val="0"/>
              </a:spcAft>
              <a:buClr>
                <a:srgbClr val="FFFFFF"/>
              </a:buClr>
              <a:buSzPts val="1000"/>
              <a:buChar char="●"/>
              <a:defRPr sz="1000">
                <a:solidFill>
                  <a:srgbClr val="FFFFFF"/>
                </a:solidFill>
              </a:defRPr>
            </a:lvl7pPr>
            <a:lvl8pPr indent="-292100" lvl="7" marL="3657600" algn="ctr">
              <a:spcBef>
                <a:spcPts val="0"/>
              </a:spcBef>
              <a:spcAft>
                <a:spcPts val="0"/>
              </a:spcAft>
              <a:buClr>
                <a:srgbClr val="FFFFFF"/>
              </a:buClr>
              <a:buSzPts val="1000"/>
              <a:buChar char="○"/>
              <a:defRPr sz="1000">
                <a:solidFill>
                  <a:srgbClr val="FFFFFF"/>
                </a:solidFill>
              </a:defRPr>
            </a:lvl8pPr>
            <a:lvl9pPr indent="-292100" lvl="8" marL="4114800" algn="ctr">
              <a:spcBef>
                <a:spcPts val="0"/>
              </a:spcBef>
              <a:spcAft>
                <a:spcPts val="0"/>
              </a:spcAft>
              <a:buClr>
                <a:srgbClr val="FFFFFF"/>
              </a:buClr>
              <a:buSzPts val="1000"/>
              <a:buChar char="■"/>
              <a:defRPr sz="1000">
                <a:solidFill>
                  <a:srgbClr val="FFFFFF"/>
                </a:solidFill>
              </a:defRPr>
            </a:lvl9pPr>
          </a:lstStyle>
          <a:p/>
        </p:txBody>
      </p:sp>
      <p:sp>
        <p:nvSpPr>
          <p:cNvPr id="6790" name="Google Shape;6790;p118"/>
          <p:cNvSpPr txBox="1"/>
          <p:nvPr/>
        </p:nvSpPr>
        <p:spPr>
          <a:xfrm>
            <a:off x="84825" y="598125"/>
            <a:ext cx="595500" cy="205800"/>
          </a:xfrm>
          <a:prstGeom prst="rect">
            <a:avLst/>
          </a:prstGeom>
          <a:noFill/>
          <a:ln>
            <a:noFill/>
          </a:ln>
        </p:spPr>
        <p:txBody>
          <a:bodyPr anchorCtr="0" anchor="t" bIns="18000" lIns="18000" spcFirstLastPara="1" rIns="18000" wrap="square" tIns="18000">
            <a:spAutoFit/>
          </a:bodyPr>
          <a:lstStyle/>
          <a:p>
            <a:pPr indent="0" lvl="0" marL="0" rtl="0" algn="l">
              <a:spcBef>
                <a:spcPts val="0"/>
              </a:spcBef>
              <a:spcAft>
                <a:spcPts val="0"/>
              </a:spcAft>
              <a:buNone/>
            </a:pPr>
            <a:r>
              <a:rPr lang="es-419" sz="1100">
                <a:solidFill>
                  <a:srgbClr val="FFFFFF"/>
                </a:solidFill>
              </a:rPr>
              <a:t>Nombre:</a:t>
            </a:r>
            <a:endParaRPr sz="1100">
              <a:solidFill>
                <a:srgbClr val="FFFFFF"/>
              </a:solidFill>
            </a:endParaRPr>
          </a:p>
        </p:txBody>
      </p:sp>
    </p:spTree>
  </p:cSld>
  <p:clrMapOvr>
    <a:masterClrMapping/>
  </p:clrMapOvr>
</p:sldLayout>
</file>

<file path=ppt/slideLayouts/slideLayout1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6.1 Actor de Sistema">
  <p:cSld name="TITLE_3_6_1_1_1_1_1_1_1_1_1_1_1_1_1_1_1_1_1_1_1_1_1_1_1_1_1_1_1">
    <p:spTree>
      <p:nvGrpSpPr>
        <p:cNvPr id="6791" name="Shape 6791"/>
        <p:cNvGrpSpPr/>
        <p:nvPr/>
      </p:nvGrpSpPr>
      <p:grpSpPr>
        <a:xfrm>
          <a:off x="0" y="0"/>
          <a:ext cx="0" cy="0"/>
          <a:chOff x="0" y="0"/>
          <a:chExt cx="0" cy="0"/>
        </a:xfrm>
      </p:grpSpPr>
      <p:sp>
        <p:nvSpPr>
          <p:cNvPr id="6792" name="Google Shape;6792;p119"/>
          <p:cNvSpPr/>
          <p:nvPr/>
        </p:nvSpPr>
        <p:spPr>
          <a:xfrm>
            <a:off x="97888" y="377012"/>
            <a:ext cx="9893400" cy="296700"/>
          </a:xfrm>
          <a:prstGeom prst="roundRect">
            <a:avLst>
              <a:gd fmla="val 22902" name="adj"/>
            </a:avLst>
          </a:prstGeom>
          <a:solidFill>
            <a:srgbClr val="F3F3F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6793" name="Google Shape;6793;p119"/>
          <p:cNvSpPr/>
          <p:nvPr/>
        </p:nvSpPr>
        <p:spPr>
          <a:xfrm>
            <a:off x="77688" y="358938"/>
            <a:ext cx="9935700" cy="6438000"/>
          </a:xfrm>
          <a:prstGeom prst="roundRect">
            <a:avLst>
              <a:gd fmla="val 2618" name="adj"/>
            </a:avLst>
          </a:prstGeom>
          <a:solidFill>
            <a:srgbClr val="FFFFFF"/>
          </a:solidFill>
          <a:ln cap="flat" cmpd="sng" w="38100">
            <a:solidFill>
              <a:srgbClr val="000000"/>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794" name="Google Shape;6794;p119"/>
          <p:cNvCxnSpPr/>
          <p:nvPr/>
        </p:nvCxnSpPr>
        <p:spPr>
          <a:xfrm>
            <a:off x="77688" y="772614"/>
            <a:ext cx="9935700" cy="0"/>
          </a:xfrm>
          <a:prstGeom prst="straightConnector1">
            <a:avLst/>
          </a:prstGeom>
          <a:noFill/>
          <a:ln cap="flat" cmpd="sng" w="19050">
            <a:solidFill>
              <a:srgbClr val="000000"/>
            </a:solidFill>
            <a:prstDash val="solid"/>
            <a:round/>
            <a:headEnd len="med" w="med" type="none"/>
            <a:tailEnd len="med" w="med" type="none"/>
          </a:ln>
        </p:spPr>
      </p:cxnSp>
      <p:cxnSp>
        <p:nvCxnSpPr>
          <p:cNvPr id="6795" name="Google Shape;6795;p119"/>
          <p:cNvCxnSpPr/>
          <p:nvPr/>
        </p:nvCxnSpPr>
        <p:spPr>
          <a:xfrm rot="10800000">
            <a:off x="2439038" y="368188"/>
            <a:ext cx="0" cy="402300"/>
          </a:xfrm>
          <a:prstGeom prst="straightConnector1">
            <a:avLst/>
          </a:prstGeom>
          <a:noFill/>
          <a:ln cap="flat" cmpd="sng" w="19050">
            <a:solidFill>
              <a:srgbClr val="000000"/>
            </a:solidFill>
            <a:prstDash val="solid"/>
            <a:round/>
            <a:headEnd len="med" w="med" type="none"/>
            <a:tailEnd len="med" w="med" type="none"/>
          </a:ln>
        </p:spPr>
      </p:cxnSp>
      <p:sp>
        <p:nvSpPr>
          <p:cNvPr id="6796" name="Google Shape;6796;p119"/>
          <p:cNvSpPr/>
          <p:nvPr/>
        </p:nvSpPr>
        <p:spPr>
          <a:xfrm>
            <a:off x="77688" y="349338"/>
            <a:ext cx="2361300" cy="421200"/>
          </a:xfrm>
          <a:prstGeom prst="roundRect">
            <a:avLst>
              <a:gd fmla="val 50000" name="adj"/>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s-419" sz="1200">
                <a:solidFill>
                  <a:srgbClr val="FFFFFF"/>
                </a:solidFill>
              </a:rPr>
              <a:t>Actor de Sistema</a:t>
            </a:r>
            <a:endParaRPr b="1" sz="1200">
              <a:solidFill>
                <a:srgbClr val="FFFFFF"/>
              </a:solidFill>
            </a:endParaRPr>
          </a:p>
          <a:p>
            <a:pPr indent="0" lvl="0" marL="0" rtl="0" algn="ctr">
              <a:spcBef>
                <a:spcPts val="0"/>
              </a:spcBef>
              <a:spcAft>
                <a:spcPts val="0"/>
              </a:spcAft>
              <a:buNone/>
            </a:pPr>
            <a:r>
              <a:t/>
            </a:r>
            <a:endParaRPr b="1" sz="1200">
              <a:solidFill>
                <a:srgbClr val="FFFFFF"/>
              </a:solidFill>
            </a:endParaRPr>
          </a:p>
        </p:txBody>
      </p:sp>
      <p:sp>
        <p:nvSpPr>
          <p:cNvPr id="6797" name="Google Shape;6797;p119"/>
          <p:cNvSpPr/>
          <p:nvPr/>
        </p:nvSpPr>
        <p:spPr>
          <a:xfrm>
            <a:off x="83988" y="595504"/>
            <a:ext cx="190200" cy="1692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8" name="Google Shape;6798;p119"/>
          <p:cNvSpPr/>
          <p:nvPr/>
        </p:nvSpPr>
        <p:spPr>
          <a:xfrm>
            <a:off x="2292338" y="358938"/>
            <a:ext cx="146700" cy="4023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799" name="Google Shape;6799;p119"/>
          <p:cNvCxnSpPr/>
          <p:nvPr/>
        </p:nvCxnSpPr>
        <p:spPr>
          <a:xfrm>
            <a:off x="5104406" y="929748"/>
            <a:ext cx="0" cy="5689200"/>
          </a:xfrm>
          <a:prstGeom prst="straightConnector1">
            <a:avLst/>
          </a:prstGeom>
          <a:noFill/>
          <a:ln cap="flat" cmpd="sng" w="19050">
            <a:solidFill>
              <a:srgbClr val="D9D9D9"/>
            </a:solidFill>
            <a:prstDash val="dash"/>
            <a:round/>
            <a:headEnd len="med" w="med" type="none"/>
            <a:tailEnd len="med" w="med" type="none"/>
          </a:ln>
        </p:spPr>
      </p:cxnSp>
      <p:sp>
        <p:nvSpPr>
          <p:cNvPr id="6800" name="Google Shape;6800;p119"/>
          <p:cNvSpPr txBox="1"/>
          <p:nvPr/>
        </p:nvSpPr>
        <p:spPr>
          <a:xfrm>
            <a:off x="197034" y="1078797"/>
            <a:ext cx="1679100" cy="246300"/>
          </a:xfrm>
          <a:prstGeom prst="rect">
            <a:avLst/>
          </a:prstGeom>
          <a:noFill/>
          <a:ln>
            <a:noFill/>
          </a:ln>
        </p:spPr>
        <p:txBody>
          <a:bodyPr anchorCtr="0" anchor="ctr" bIns="0" lIns="0" spcFirstLastPara="1" rIns="0" wrap="square" tIns="0">
            <a:spAutoFit/>
          </a:bodyPr>
          <a:lstStyle/>
          <a:p>
            <a:pPr indent="0" lvl="0" marL="0" rtl="0" algn="r">
              <a:lnSpc>
                <a:spcPct val="100000"/>
              </a:lnSpc>
              <a:spcBef>
                <a:spcPts val="0"/>
              </a:spcBef>
              <a:spcAft>
                <a:spcPts val="0"/>
              </a:spcAft>
              <a:buNone/>
            </a:pPr>
            <a:r>
              <a:rPr b="1" lang="es-419" sz="1000">
                <a:latin typeface="Arvo"/>
                <a:ea typeface="Arvo"/>
                <a:cs typeface="Arvo"/>
                <a:sym typeface="Arvo"/>
              </a:rPr>
              <a:t>Nombre del Actor: </a:t>
            </a:r>
            <a:endParaRPr b="1" sz="1000">
              <a:latin typeface="Arvo"/>
              <a:ea typeface="Arvo"/>
              <a:cs typeface="Arvo"/>
              <a:sym typeface="Arvo"/>
            </a:endParaRPr>
          </a:p>
          <a:p>
            <a:pPr indent="0" lvl="0" marL="0" rtl="0" algn="r">
              <a:lnSpc>
                <a:spcPct val="100000"/>
              </a:lnSpc>
              <a:spcBef>
                <a:spcPts val="0"/>
              </a:spcBef>
              <a:spcAft>
                <a:spcPts val="0"/>
              </a:spcAft>
              <a:buNone/>
            </a:pPr>
            <a:r>
              <a:rPr i="1" lang="es-419" sz="600">
                <a:solidFill>
                  <a:srgbClr val="666666"/>
                </a:solidFill>
                <a:latin typeface="Arvo"/>
                <a:ea typeface="Arvo"/>
                <a:cs typeface="Arvo"/>
                <a:sym typeface="Arvo"/>
              </a:rPr>
              <a:t>&lt;ej: Comprador&gt;</a:t>
            </a:r>
            <a:endParaRPr i="1" sz="600">
              <a:solidFill>
                <a:srgbClr val="666666"/>
              </a:solidFill>
              <a:latin typeface="Arvo"/>
              <a:ea typeface="Arvo"/>
              <a:cs typeface="Arvo"/>
              <a:sym typeface="Arvo"/>
            </a:endParaRPr>
          </a:p>
        </p:txBody>
      </p:sp>
      <p:sp>
        <p:nvSpPr>
          <p:cNvPr id="6801" name="Google Shape;6801;p119"/>
          <p:cNvSpPr txBox="1"/>
          <p:nvPr/>
        </p:nvSpPr>
        <p:spPr>
          <a:xfrm>
            <a:off x="197034" y="1572261"/>
            <a:ext cx="1679100" cy="274800"/>
          </a:xfrm>
          <a:prstGeom prst="rect">
            <a:avLst/>
          </a:prstGeom>
          <a:noFill/>
          <a:ln>
            <a:noFill/>
          </a:ln>
        </p:spPr>
        <p:txBody>
          <a:bodyPr anchorCtr="0" anchor="ctr" bIns="0" lIns="0" spcFirstLastPara="1" rIns="0" wrap="square" tIns="0">
            <a:spAutoFit/>
          </a:bodyPr>
          <a:lstStyle/>
          <a:p>
            <a:pPr indent="0" lvl="0" marL="0" rtl="0" algn="r">
              <a:lnSpc>
                <a:spcPct val="85000"/>
              </a:lnSpc>
              <a:spcBef>
                <a:spcPts val="0"/>
              </a:spcBef>
              <a:spcAft>
                <a:spcPts val="0"/>
              </a:spcAft>
              <a:buNone/>
            </a:pPr>
            <a:r>
              <a:rPr b="1" lang="es-419" sz="1000">
                <a:latin typeface="Arvo"/>
                <a:ea typeface="Arvo"/>
                <a:cs typeface="Arvo"/>
                <a:sym typeface="Arvo"/>
              </a:rPr>
              <a:t>Rol:</a:t>
            </a:r>
            <a:endParaRPr sz="700">
              <a:solidFill>
                <a:srgbClr val="666666"/>
              </a:solidFill>
              <a:latin typeface="Arvo"/>
              <a:ea typeface="Arvo"/>
              <a:cs typeface="Arvo"/>
              <a:sym typeface="Arvo"/>
            </a:endParaRPr>
          </a:p>
          <a:p>
            <a:pPr indent="0" lvl="0" marL="0" rtl="0" algn="r">
              <a:lnSpc>
                <a:spcPct val="85000"/>
              </a:lnSpc>
              <a:spcBef>
                <a:spcPts val="0"/>
              </a:spcBef>
              <a:spcAft>
                <a:spcPts val="0"/>
              </a:spcAft>
              <a:buNone/>
            </a:pPr>
            <a:r>
              <a:rPr lang="es-419" sz="700">
                <a:solidFill>
                  <a:srgbClr val="666666"/>
                </a:solidFill>
                <a:latin typeface="Arvo"/>
                <a:ea typeface="Arvo"/>
                <a:cs typeface="Arvo"/>
                <a:sym typeface="Arvo"/>
              </a:rPr>
              <a:t> </a:t>
            </a:r>
            <a:r>
              <a:rPr i="1" lang="es-419" sz="600">
                <a:solidFill>
                  <a:srgbClr val="666666"/>
                </a:solidFill>
                <a:latin typeface="Arvo"/>
                <a:ea typeface="Arvo"/>
                <a:cs typeface="Arvo"/>
                <a:sym typeface="Arvo"/>
              </a:rPr>
              <a:t>&lt;ej: Cliente, ó Proveedor&gt;</a:t>
            </a:r>
            <a:r>
              <a:rPr b="1" lang="es-419" sz="1100">
                <a:latin typeface="Arvo"/>
                <a:ea typeface="Arvo"/>
                <a:cs typeface="Arvo"/>
                <a:sym typeface="Arvo"/>
              </a:rPr>
              <a:t> </a:t>
            </a:r>
            <a:endParaRPr sz="800">
              <a:solidFill>
                <a:srgbClr val="666666"/>
              </a:solidFill>
              <a:latin typeface="Arvo"/>
              <a:ea typeface="Arvo"/>
              <a:cs typeface="Arvo"/>
              <a:sym typeface="Arvo"/>
            </a:endParaRPr>
          </a:p>
        </p:txBody>
      </p:sp>
      <p:sp>
        <p:nvSpPr>
          <p:cNvPr id="6802" name="Google Shape;6802;p119"/>
          <p:cNvSpPr/>
          <p:nvPr/>
        </p:nvSpPr>
        <p:spPr>
          <a:xfrm>
            <a:off x="1940924" y="1030197"/>
            <a:ext cx="3027000" cy="343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6803" name="Google Shape;6803;p119"/>
          <p:cNvSpPr txBox="1"/>
          <p:nvPr>
            <p:ph idx="1" type="subTitle"/>
          </p:nvPr>
        </p:nvSpPr>
        <p:spPr>
          <a:xfrm>
            <a:off x="1940624" y="1030947"/>
            <a:ext cx="3027600" cy="342000"/>
          </a:xfrm>
          <a:prstGeom prst="rect">
            <a:avLst/>
          </a:prstGeom>
          <a:noFill/>
          <a:ln>
            <a:noFill/>
          </a:ln>
        </p:spPr>
        <p:txBody>
          <a:bodyPr anchorCtr="0" anchor="ctr" bIns="36000" lIns="36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6804" name="Google Shape;6804;p119"/>
          <p:cNvSpPr/>
          <p:nvPr/>
        </p:nvSpPr>
        <p:spPr>
          <a:xfrm>
            <a:off x="1940924" y="1537911"/>
            <a:ext cx="3027000" cy="343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6805" name="Google Shape;6805;p119"/>
          <p:cNvSpPr txBox="1"/>
          <p:nvPr>
            <p:ph idx="2" type="subTitle"/>
          </p:nvPr>
        </p:nvSpPr>
        <p:spPr>
          <a:xfrm>
            <a:off x="1940624" y="1538661"/>
            <a:ext cx="3027600" cy="342000"/>
          </a:xfrm>
          <a:prstGeom prst="rect">
            <a:avLst/>
          </a:prstGeom>
          <a:noFill/>
          <a:ln>
            <a:noFill/>
          </a:ln>
        </p:spPr>
        <p:txBody>
          <a:bodyPr anchorCtr="0" anchor="ctr" bIns="36000" lIns="36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6806" name="Google Shape;6806;p119"/>
          <p:cNvSpPr txBox="1"/>
          <p:nvPr/>
        </p:nvSpPr>
        <p:spPr>
          <a:xfrm>
            <a:off x="197034" y="2065929"/>
            <a:ext cx="1679100" cy="415500"/>
          </a:xfrm>
          <a:prstGeom prst="rect">
            <a:avLst/>
          </a:prstGeom>
          <a:noFill/>
          <a:ln>
            <a:noFill/>
          </a:ln>
        </p:spPr>
        <p:txBody>
          <a:bodyPr anchorCtr="0" anchor="ctr" bIns="0" lIns="0" spcFirstLastPara="1" rIns="0" wrap="square" tIns="0">
            <a:spAutoFit/>
          </a:bodyPr>
          <a:lstStyle/>
          <a:p>
            <a:pPr indent="0" lvl="0" marL="0" rtl="0" algn="r">
              <a:lnSpc>
                <a:spcPct val="100000"/>
              </a:lnSpc>
              <a:spcBef>
                <a:spcPts val="0"/>
              </a:spcBef>
              <a:spcAft>
                <a:spcPts val="0"/>
              </a:spcAft>
              <a:buNone/>
            </a:pPr>
            <a:r>
              <a:rPr b="1" lang="es-419" sz="1000">
                <a:latin typeface="Arvo"/>
                <a:ea typeface="Arvo"/>
                <a:cs typeface="Arvo"/>
                <a:sym typeface="Arvo"/>
              </a:rPr>
              <a:t>Funcionalidades con los que tiene relación:</a:t>
            </a:r>
            <a:endParaRPr b="1" sz="1000">
              <a:latin typeface="Arvo"/>
              <a:ea typeface="Arvo"/>
              <a:cs typeface="Arvo"/>
              <a:sym typeface="Arvo"/>
            </a:endParaRPr>
          </a:p>
          <a:p>
            <a:pPr indent="0" lvl="0" marL="0" rtl="0" algn="r">
              <a:lnSpc>
                <a:spcPct val="100000"/>
              </a:lnSpc>
              <a:spcBef>
                <a:spcPts val="0"/>
              </a:spcBef>
              <a:spcAft>
                <a:spcPts val="0"/>
              </a:spcAft>
              <a:buNone/>
            </a:pPr>
            <a:r>
              <a:rPr lang="es-419" sz="700">
                <a:solidFill>
                  <a:srgbClr val="666666"/>
                </a:solidFill>
                <a:latin typeface="Arvo"/>
                <a:ea typeface="Arvo"/>
                <a:cs typeface="Arvo"/>
                <a:sym typeface="Arvo"/>
              </a:rPr>
              <a:t> </a:t>
            </a:r>
            <a:r>
              <a:rPr i="1" lang="es-419" sz="600">
                <a:solidFill>
                  <a:srgbClr val="666666"/>
                </a:solidFill>
                <a:latin typeface="Arvo"/>
                <a:ea typeface="Arvo"/>
                <a:cs typeface="Arvo"/>
                <a:sym typeface="Arvo"/>
              </a:rPr>
              <a:t>&lt;ej: El comprador se registra&gt;</a:t>
            </a:r>
            <a:endParaRPr sz="800">
              <a:solidFill>
                <a:srgbClr val="666666"/>
              </a:solidFill>
              <a:latin typeface="Arvo"/>
              <a:ea typeface="Arvo"/>
              <a:cs typeface="Arvo"/>
              <a:sym typeface="Arvo"/>
            </a:endParaRPr>
          </a:p>
        </p:txBody>
      </p:sp>
      <p:sp>
        <p:nvSpPr>
          <p:cNvPr id="6807" name="Google Shape;6807;p119"/>
          <p:cNvSpPr/>
          <p:nvPr/>
        </p:nvSpPr>
        <p:spPr>
          <a:xfrm>
            <a:off x="1940924" y="2060575"/>
            <a:ext cx="3027000" cy="1015800"/>
          </a:xfrm>
          <a:prstGeom prst="roundRect">
            <a:avLst>
              <a:gd fmla="val 728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6808" name="Google Shape;6808;p119"/>
          <p:cNvSpPr txBox="1"/>
          <p:nvPr>
            <p:ph idx="3" type="subTitle"/>
          </p:nvPr>
        </p:nvSpPr>
        <p:spPr>
          <a:xfrm>
            <a:off x="1940924" y="2061325"/>
            <a:ext cx="3027000" cy="1015200"/>
          </a:xfrm>
          <a:prstGeom prst="rect">
            <a:avLst/>
          </a:prstGeom>
          <a:noFill/>
          <a:ln>
            <a:noFill/>
          </a:ln>
        </p:spPr>
        <p:txBody>
          <a:bodyPr anchorCtr="0" anchor="t" bIns="36000" lIns="36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6809" name="Google Shape;6809;p119"/>
          <p:cNvSpPr txBox="1"/>
          <p:nvPr/>
        </p:nvSpPr>
        <p:spPr>
          <a:xfrm>
            <a:off x="197034" y="3222969"/>
            <a:ext cx="1679100" cy="744900"/>
          </a:xfrm>
          <a:prstGeom prst="rect">
            <a:avLst/>
          </a:prstGeom>
          <a:noFill/>
          <a:ln>
            <a:noFill/>
          </a:ln>
        </p:spPr>
        <p:txBody>
          <a:bodyPr anchorCtr="0" anchor="ctr" bIns="0" lIns="0" spcFirstLastPara="1" rIns="0" wrap="square" tIns="0">
            <a:spAutoFit/>
          </a:bodyPr>
          <a:lstStyle/>
          <a:p>
            <a:pPr indent="0" lvl="0" marL="0" rtl="0" algn="r">
              <a:lnSpc>
                <a:spcPct val="100000"/>
              </a:lnSpc>
              <a:spcBef>
                <a:spcPts val="0"/>
              </a:spcBef>
              <a:spcAft>
                <a:spcPts val="0"/>
              </a:spcAft>
              <a:buNone/>
            </a:pPr>
            <a:r>
              <a:rPr b="1" lang="es-419" sz="1000">
                <a:latin typeface="Arvo"/>
                <a:ea typeface="Arvo"/>
                <a:cs typeface="Arvo"/>
                <a:sym typeface="Arvo"/>
              </a:rPr>
              <a:t>Descripción del Actor:</a:t>
            </a:r>
            <a:endParaRPr sz="700">
              <a:solidFill>
                <a:srgbClr val="666666"/>
              </a:solidFill>
              <a:latin typeface="Arvo"/>
              <a:ea typeface="Arvo"/>
              <a:cs typeface="Arvo"/>
              <a:sym typeface="Arvo"/>
            </a:endParaRPr>
          </a:p>
          <a:p>
            <a:pPr indent="0" lvl="0" marL="0" rtl="0" algn="r">
              <a:lnSpc>
                <a:spcPct val="80000"/>
              </a:lnSpc>
              <a:spcBef>
                <a:spcPts val="0"/>
              </a:spcBef>
              <a:spcAft>
                <a:spcPts val="0"/>
              </a:spcAft>
              <a:buNone/>
            </a:pPr>
            <a:r>
              <a:rPr i="1" lang="es-419" sz="600">
                <a:solidFill>
                  <a:srgbClr val="666666"/>
                </a:solidFill>
                <a:latin typeface="Arvo"/>
                <a:ea typeface="Arvo"/>
                <a:cs typeface="Arvo"/>
                <a:sym typeface="Arvo"/>
              </a:rPr>
              <a:t>&lt;</a:t>
            </a:r>
            <a:r>
              <a:rPr lang="es-419" sz="600">
                <a:solidFill>
                  <a:schemeClr val="dk1"/>
                </a:solidFill>
                <a:latin typeface="Arvo"/>
                <a:ea typeface="Arvo"/>
                <a:cs typeface="Arvo"/>
                <a:sym typeface="Arvo"/>
              </a:rPr>
              <a:t>ej: es una persona que está interesada en comprar un producto a muy bajo costo desde cualquier lugar y en cualquier momento. Le gustaría elegir una empresa de envíos para transportar los productos y disponer de un carro de compras, adicionalmente, poder programar cada una de las compras y poder crear listas de preferencia. </a:t>
            </a:r>
            <a:r>
              <a:rPr i="1" lang="es-419" sz="600">
                <a:solidFill>
                  <a:srgbClr val="666666"/>
                </a:solidFill>
                <a:latin typeface="Arvo"/>
                <a:ea typeface="Arvo"/>
                <a:cs typeface="Arvo"/>
                <a:sym typeface="Arvo"/>
              </a:rPr>
              <a:t>&gt;</a:t>
            </a:r>
            <a:endParaRPr sz="600">
              <a:solidFill>
                <a:srgbClr val="666666"/>
              </a:solidFill>
              <a:latin typeface="Arvo"/>
              <a:ea typeface="Arvo"/>
              <a:cs typeface="Arvo"/>
              <a:sym typeface="Arvo"/>
            </a:endParaRPr>
          </a:p>
        </p:txBody>
      </p:sp>
      <p:sp>
        <p:nvSpPr>
          <p:cNvPr id="6810" name="Google Shape;6810;p119"/>
          <p:cNvSpPr/>
          <p:nvPr/>
        </p:nvSpPr>
        <p:spPr>
          <a:xfrm>
            <a:off x="1940925" y="3256353"/>
            <a:ext cx="3027000" cy="1359900"/>
          </a:xfrm>
          <a:prstGeom prst="roundRect">
            <a:avLst>
              <a:gd fmla="val 5871"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6811" name="Google Shape;6811;p119"/>
          <p:cNvSpPr txBox="1"/>
          <p:nvPr>
            <p:ph idx="4" type="subTitle"/>
          </p:nvPr>
        </p:nvSpPr>
        <p:spPr>
          <a:xfrm>
            <a:off x="1940625" y="3256356"/>
            <a:ext cx="3027600" cy="1359900"/>
          </a:xfrm>
          <a:prstGeom prst="rect">
            <a:avLst/>
          </a:prstGeom>
          <a:noFill/>
          <a:ln>
            <a:noFill/>
          </a:ln>
        </p:spPr>
        <p:txBody>
          <a:bodyPr anchorCtr="0" anchor="t" bIns="36000" lIns="36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6812" name="Google Shape;6812;p119"/>
          <p:cNvSpPr txBox="1"/>
          <p:nvPr/>
        </p:nvSpPr>
        <p:spPr>
          <a:xfrm>
            <a:off x="197034" y="4832392"/>
            <a:ext cx="1679100" cy="274800"/>
          </a:xfrm>
          <a:prstGeom prst="rect">
            <a:avLst/>
          </a:prstGeom>
          <a:noFill/>
          <a:ln>
            <a:noFill/>
          </a:ln>
        </p:spPr>
        <p:txBody>
          <a:bodyPr anchorCtr="0" anchor="ctr" bIns="0" lIns="0" spcFirstLastPara="1" rIns="0" wrap="square" tIns="0">
            <a:spAutoFit/>
          </a:bodyPr>
          <a:lstStyle/>
          <a:p>
            <a:pPr indent="0" lvl="0" marL="0" rtl="0" algn="r">
              <a:lnSpc>
                <a:spcPct val="85000"/>
              </a:lnSpc>
              <a:spcBef>
                <a:spcPts val="0"/>
              </a:spcBef>
              <a:spcAft>
                <a:spcPts val="0"/>
              </a:spcAft>
              <a:buNone/>
            </a:pPr>
            <a:r>
              <a:rPr b="1" lang="es-419" sz="1000">
                <a:latin typeface="Arvo"/>
                <a:ea typeface="Arvo"/>
                <a:cs typeface="Arvo"/>
                <a:sym typeface="Arvo"/>
              </a:rPr>
              <a:t>Tipo:</a:t>
            </a:r>
            <a:endParaRPr sz="700">
              <a:solidFill>
                <a:srgbClr val="666666"/>
              </a:solidFill>
              <a:latin typeface="Arvo"/>
              <a:ea typeface="Arvo"/>
              <a:cs typeface="Arvo"/>
              <a:sym typeface="Arvo"/>
            </a:endParaRPr>
          </a:p>
          <a:p>
            <a:pPr indent="0" lvl="0" marL="0" rtl="0" algn="r">
              <a:lnSpc>
                <a:spcPct val="85000"/>
              </a:lnSpc>
              <a:spcBef>
                <a:spcPts val="0"/>
              </a:spcBef>
              <a:spcAft>
                <a:spcPts val="0"/>
              </a:spcAft>
              <a:buNone/>
            </a:pPr>
            <a:r>
              <a:rPr lang="es-419" sz="700">
                <a:solidFill>
                  <a:srgbClr val="666666"/>
                </a:solidFill>
                <a:latin typeface="Arvo"/>
                <a:ea typeface="Arvo"/>
                <a:cs typeface="Arvo"/>
                <a:sym typeface="Arvo"/>
              </a:rPr>
              <a:t> </a:t>
            </a:r>
            <a:r>
              <a:rPr i="1" lang="es-419" sz="600">
                <a:solidFill>
                  <a:srgbClr val="666666"/>
                </a:solidFill>
                <a:latin typeface="Arvo"/>
                <a:ea typeface="Arvo"/>
                <a:cs typeface="Arvo"/>
                <a:sym typeface="Arvo"/>
              </a:rPr>
              <a:t>&lt;ej: Humano o Máquina&gt;</a:t>
            </a:r>
            <a:r>
              <a:rPr b="1" lang="es-419" sz="1100">
                <a:latin typeface="Arvo"/>
                <a:ea typeface="Arvo"/>
                <a:cs typeface="Arvo"/>
                <a:sym typeface="Arvo"/>
              </a:rPr>
              <a:t> </a:t>
            </a:r>
            <a:endParaRPr sz="800">
              <a:solidFill>
                <a:srgbClr val="666666"/>
              </a:solidFill>
              <a:latin typeface="Arvo"/>
              <a:ea typeface="Arvo"/>
              <a:cs typeface="Arvo"/>
              <a:sym typeface="Arvo"/>
            </a:endParaRPr>
          </a:p>
        </p:txBody>
      </p:sp>
      <p:sp>
        <p:nvSpPr>
          <p:cNvPr id="6813" name="Google Shape;6813;p119"/>
          <p:cNvSpPr/>
          <p:nvPr/>
        </p:nvSpPr>
        <p:spPr>
          <a:xfrm>
            <a:off x="1940924" y="4798042"/>
            <a:ext cx="3027000" cy="343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6814" name="Google Shape;6814;p119"/>
          <p:cNvSpPr txBox="1"/>
          <p:nvPr>
            <p:ph idx="5" type="subTitle"/>
          </p:nvPr>
        </p:nvSpPr>
        <p:spPr>
          <a:xfrm>
            <a:off x="1940624" y="4798792"/>
            <a:ext cx="3027600" cy="342000"/>
          </a:xfrm>
          <a:prstGeom prst="rect">
            <a:avLst/>
          </a:prstGeom>
          <a:noFill/>
          <a:ln>
            <a:noFill/>
          </a:ln>
        </p:spPr>
        <p:txBody>
          <a:bodyPr anchorCtr="0" anchor="ctr" bIns="36000" lIns="36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6815" name="Google Shape;6815;p119"/>
          <p:cNvSpPr txBox="1"/>
          <p:nvPr/>
        </p:nvSpPr>
        <p:spPr>
          <a:xfrm>
            <a:off x="304764" y="5328700"/>
            <a:ext cx="1576200" cy="615600"/>
          </a:xfrm>
          <a:prstGeom prst="rect">
            <a:avLst/>
          </a:prstGeom>
          <a:noFill/>
          <a:ln>
            <a:noFill/>
          </a:ln>
        </p:spPr>
        <p:txBody>
          <a:bodyPr anchorCtr="0" anchor="ctr" bIns="0" lIns="0" spcFirstLastPara="1" rIns="0" wrap="square" tIns="0">
            <a:spAutoFit/>
          </a:bodyPr>
          <a:lstStyle/>
          <a:p>
            <a:pPr indent="0" lvl="0" marL="0" rtl="0" algn="r">
              <a:lnSpc>
                <a:spcPct val="100000"/>
              </a:lnSpc>
              <a:spcBef>
                <a:spcPts val="0"/>
              </a:spcBef>
              <a:spcAft>
                <a:spcPts val="0"/>
              </a:spcAft>
              <a:buNone/>
            </a:pPr>
            <a:r>
              <a:rPr b="1" lang="es-419" sz="1000">
                <a:latin typeface="Arvo"/>
                <a:ea typeface="Arvo"/>
                <a:cs typeface="Arvo"/>
                <a:sym typeface="Arvo"/>
              </a:rPr>
              <a:t>Información que obtiene:</a:t>
            </a:r>
            <a:endParaRPr b="1" sz="1000">
              <a:latin typeface="Arvo"/>
              <a:ea typeface="Arvo"/>
              <a:cs typeface="Arvo"/>
              <a:sym typeface="Arvo"/>
            </a:endParaRPr>
          </a:p>
          <a:p>
            <a:pPr indent="0" lvl="0" marL="0" rtl="0" algn="r">
              <a:lnSpc>
                <a:spcPct val="100000"/>
              </a:lnSpc>
              <a:spcBef>
                <a:spcPts val="0"/>
              </a:spcBef>
              <a:spcAft>
                <a:spcPts val="0"/>
              </a:spcAft>
              <a:buNone/>
            </a:pPr>
            <a:r>
              <a:rPr b="1" lang="es-419" sz="700">
                <a:latin typeface="Arvo"/>
                <a:ea typeface="Arvo"/>
                <a:cs typeface="Arvo"/>
                <a:sym typeface="Arvo"/>
              </a:rPr>
              <a:t>&lt;con qué información interactúa&gt;</a:t>
            </a:r>
            <a:endParaRPr b="1" sz="700">
              <a:latin typeface="Arvo"/>
              <a:ea typeface="Arvo"/>
              <a:cs typeface="Arvo"/>
              <a:sym typeface="Arvo"/>
            </a:endParaRPr>
          </a:p>
          <a:p>
            <a:pPr indent="0" lvl="0" marL="0" rtl="0" algn="r">
              <a:lnSpc>
                <a:spcPct val="100000"/>
              </a:lnSpc>
              <a:spcBef>
                <a:spcPts val="0"/>
              </a:spcBef>
              <a:spcAft>
                <a:spcPts val="0"/>
              </a:spcAft>
              <a:buNone/>
            </a:pPr>
            <a:r>
              <a:rPr lang="es-419" sz="700">
                <a:solidFill>
                  <a:srgbClr val="666666"/>
                </a:solidFill>
                <a:latin typeface="Arvo"/>
                <a:ea typeface="Arvo"/>
                <a:cs typeface="Arvo"/>
                <a:sym typeface="Arvo"/>
              </a:rPr>
              <a:t> </a:t>
            </a:r>
            <a:r>
              <a:rPr i="1" lang="es-419" sz="600">
                <a:solidFill>
                  <a:srgbClr val="666666"/>
                </a:solidFill>
                <a:latin typeface="Arvo"/>
                <a:ea typeface="Arvo"/>
                <a:cs typeface="Arvo"/>
                <a:sym typeface="Arvo"/>
              </a:rPr>
              <a:t>&lt;ej: El catálogo de productos, carrito de compras, mensajería, etc&gt;</a:t>
            </a:r>
            <a:endParaRPr sz="800">
              <a:solidFill>
                <a:srgbClr val="666666"/>
              </a:solidFill>
              <a:latin typeface="Arvo"/>
              <a:ea typeface="Arvo"/>
              <a:cs typeface="Arvo"/>
              <a:sym typeface="Arvo"/>
            </a:endParaRPr>
          </a:p>
        </p:txBody>
      </p:sp>
      <p:sp>
        <p:nvSpPr>
          <p:cNvPr id="6816" name="Google Shape;6816;p119"/>
          <p:cNvSpPr/>
          <p:nvPr/>
        </p:nvSpPr>
        <p:spPr>
          <a:xfrm>
            <a:off x="1945875" y="5323350"/>
            <a:ext cx="3027000" cy="1015800"/>
          </a:xfrm>
          <a:prstGeom prst="roundRect">
            <a:avLst>
              <a:gd fmla="val 728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6817" name="Google Shape;6817;p119"/>
          <p:cNvSpPr txBox="1"/>
          <p:nvPr>
            <p:ph idx="6" type="subTitle"/>
          </p:nvPr>
        </p:nvSpPr>
        <p:spPr>
          <a:xfrm>
            <a:off x="1945875" y="5324100"/>
            <a:ext cx="3027000" cy="1015200"/>
          </a:xfrm>
          <a:prstGeom prst="rect">
            <a:avLst/>
          </a:prstGeom>
          <a:noFill/>
          <a:ln>
            <a:noFill/>
          </a:ln>
        </p:spPr>
        <p:txBody>
          <a:bodyPr anchorCtr="0" anchor="ctr" bIns="36000" lIns="36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6818" name="Google Shape;6818;p119"/>
          <p:cNvSpPr txBox="1"/>
          <p:nvPr/>
        </p:nvSpPr>
        <p:spPr>
          <a:xfrm>
            <a:off x="5217088" y="982976"/>
            <a:ext cx="1576200" cy="600300"/>
          </a:xfrm>
          <a:prstGeom prst="rect">
            <a:avLst/>
          </a:prstGeom>
          <a:noFill/>
          <a:ln>
            <a:noFill/>
          </a:ln>
        </p:spPr>
        <p:txBody>
          <a:bodyPr anchorCtr="0" anchor="ctr" bIns="0" lIns="0" spcFirstLastPara="1" rIns="0" wrap="square" tIns="0">
            <a:spAutoFit/>
          </a:bodyPr>
          <a:lstStyle/>
          <a:p>
            <a:pPr indent="0" lvl="0" marL="0" rtl="0" algn="r">
              <a:lnSpc>
                <a:spcPct val="100000"/>
              </a:lnSpc>
              <a:spcBef>
                <a:spcPts val="0"/>
              </a:spcBef>
              <a:spcAft>
                <a:spcPts val="0"/>
              </a:spcAft>
              <a:buNone/>
            </a:pPr>
            <a:r>
              <a:rPr b="1" lang="es-419" sz="1000">
                <a:latin typeface="Arvo"/>
                <a:ea typeface="Arvo"/>
                <a:cs typeface="Arvo"/>
                <a:sym typeface="Arvo"/>
              </a:rPr>
              <a:t>Información que provee:</a:t>
            </a:r>
            <a:endParaRPr b="1" sz="1000">
              <a:latin typeface="Arvo"/>
              <a:ea typeface="Arvo"/>
              <a:cs typeface="Arvo"/>
              <a:sym typeface="Arvo"/>
            </a:endParaRPr>
          </a:p>
          <a:p>
            <a:pPr indent="0" lvl="0" marL="0" rtl="0" algn="r">
              <a:lnSpc>
                <a:spcPct val="100000"/>
              </a:lnSpc>
              <a:spcBef>
                <a:spcPts val="0"/>
              </a:spcBef>
              <a:spcAft>
                <a:spcPts val="0"/>
              </a:spcAft>
              <a:buNone/>
            </a:pPr>
            <a:r>
              <a:rPr b="1" lang="es-419" sz="700">
                <a:latin typeface="Arvo"/>
                <a:ea typeface="Arvo"/>
                <a:cs typeface="Arvo"/>
                <a:sym typeface="Arvo"/>
              </a:rPr>
              <a:t>&lt;qué información provee&gt;</a:t>
            </a:r>
            <a:endParaRPr b="1" sz="700">
              <a:latin typeface="Arvo"/>
              <a:ea typeface="Arvo"/>
              <a:cs typeface="Arvo"/>
              <a:sym typeface="Arvo"/>
            </a:endParaRPr>
          </a:p>
          <a:p>
            <a:pPr indent="0" lvl="0" marL="0" rtl="0" algn="r">
              <a:lnSpc>
                <a:spcPct val="100000"/>
              </a:lnSpc>
              <a:spcBef>
                <a:spcPts val="0"/>
              </a:spcBef>
              <a:spcAft>
                <a:spcPts val="0"/>
              </a:spcAft>
              <a:buNone/>
            </a:pPr>
            <a:r>
              <a:rPr i="1" lang="es-419" sz="600">
                <a:solidFill>
                  <a:srgbClr val="666666"/>
                </a:solidFill>
                <a:latin typeface="Arvo"/>
                <a:ea typeface="Arvo"/>
                <a:cs typeface="Arvo"/>
                <a:sym typeface="Arvo"/>
              </a:rPr>
              <a:t>&lt;</a:t>
            </a:r>
            <a:r>
              <a:rPr lang="es-419" sz="600">
                <a:solidFill>
                  <a:schemeClr val="dk1"/>
                </a:solidFill>
                <a:latin typeface="Arvo"/>
                <a:ea typeface="Arvo"/>
                <a:cs typeface="Arvo"/>
                <a:sym typeface="Arvo"/>
              </a:rPr>
              <a:t>ej: información personal, información mensajería, información de pago, etc.</a:t>
            </a:r>
            <a:r>
              <a:rPr i="1" lang="es-419" sz="600">
                <a:solidFill>
                  <a:srgbClr val="666666"/>
                </a:solidFill>
                <a:latin typeface="Arvo"/>
                <a:ea typeface="Arvo"/>
                <a:cs typeface="Arvo"/>
                <a:sym typeface="Arvo"/>
              </a:rPr>
              <a:t> &gt;</a:t>
            </a:r>
            <a:endParaRPr sz="600">
              <a:solidFill>
                <a:srgbClr val="666666"/>
              </a:solidFill>
              <a:latin typeface="Arvo"/>
              <a:ea typeface="Arvo"/>
              <a:cs typeface="Arvo"/>
              <a:sym typeface="Arvo"/>
            </a:endParaRPr>
          </a:p>
        </p:txBody>
      </p:sp>
      <p:sp>
        <p:nvSpPr>
          <p:cNvPr id="6819" name="Google Shape;6819;p119"/>
          <p:cNvSpPr/>
          <p:nvPr/>
        </p:nvSpPr>
        <p:spPr>
          <a:xfrm>
            <a:off x="6858199" y="1016358"/>
            <a:ext cx="3027000" cy="1359900"/>
          </a:xfrm>
          <a:prstGeom prst="roundRect">
            <a:avLst>
              <a:gd fmla="val 5871"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6820" name="Google Shape;6820;p119"/>
          <p:cNvSpPr txBox="1"/>
          <p:nvPr>
            <p:ph idx="7" type="subTitle"/>
          </p:nvPr>
        </p:nvSpPr>
        <p:spPr>
          <a:xfrm>
            <a:off x="6857899" y="1016361"/>
            <a:ext cx="3027600" cy="1359900"/>
          </a:xfrm>
          <a:prstGeom prst="rect">
            <a:avLst/>
          </a:prstGeom>
          <a:noFill/>
          <a:ln>
            <a:noFill/>
          </a:ln>
        </p:spPr>
        <p:txBody>
          <a:bodyPr anchorCtr="0" anchor="t" bIns="36000" lIns="36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6821" name="Google Shape;6821;p119"/>
          <p:cNvSpPr txBox="1"/>
          <p:nvPr/>
        </p:nvSpPr>
        <p:spPr>
          <a:xfrm>
            <a:off x="5217088" y="2537301"/>
            <a:ext cx="1576200" cy="354000"/>
          </a:xfrm>
          <a:prstGeom prst="rect">
            <a:avLst/>
          </a:prstGeom>
          <a:noFill/>
          <a:ln>
            <a:noFill/>
          </a:ln>
        </p:spPr>
        <p:txBody>
          <a:bodyPr anchorCtr="0" anchor="ctr" bIns="0" lIns="0" spcFirstLastPara="1" rIns="0" wrap="square" tIns="0">
            <a:spAutoFit/>
          </a:bodyPr>
          <a:lstStyle/>
          <a:p>
            <a:pPr indent="0" lvl="0" marL="0" rtl="0" algn="r">
              <a:lnSpc>
                <a:spcPct val="100000"/>
              </a:lnSpc>
              <a:spcBef>
                <a:spcPts val="0"/>
              </a:spcBef>
              <a:spcAft>
                <a:spcPts val="0"/>
              </a:spcAft>
              <a:buNone/>
            </a:pPr>
            <a:r>
              <a:rPr b="1" lang="es-419" sz="1000">
                <a:latin typeface="Arvo"/>
                <a:ea typeface="Arvo"/>
                <a:cs typeface="Arvo"/>
                <a:sym typeface="Arvo"/>
              </a:rPr>
              <a:t>Meta Actor:</a:t>
            </a:r>
            <a:endParaRPr b="1" sz="1000">
              <a:latin typeface="Arvo"/>
              <a:ea typeface="Arvo"/>
              <a:cs typeface="Arvo"/>
              <a:sym typeface="Arvo"/>
            </a:endParaRPr>
          </a:p>
          <a:p>
            <a:pPr indent="0" lvl="0" marL="0" rtl="0" algn="r">
              <a:lnSpc>
                <a:spcPct val="100000"/>
              </a:lnSpc>
              <a:spcBef>
                <a:spcPts val="0"/>
              </a:spcBef>
              <a:spcAft>
                <a:spcPts val="0"/>
              </a:spcAft>
              <a:buNone/>
            </a:pPr>
            <a:r>
              <a:rPr b="1" lang="es-419" sz="700">
                <a:latin typeface="Arvo"/>
                <a:ea typeface="Arvo"/>
                <a:cs typeface="Arvo"/>
                <a:sym typeface="Arvo"/>
              </a:rPr>
              <a:t>[Meta = &lt;sustantivo&gt;&lt;adjetivo&gt;]</a:t>
            </a:r>
            <a:endParaRPr b="1" sz="700">
              <a:latin typeface="Arvo"/>
              <a:ea typeface="Arvo"/>
              <a:cs typeface="Arvo"/>
              <a:sym typeface="Arvo"/>
            </a:endParaRPr>
          </a:p>
          <a:p>
            <a:pPr indent="0" lvl="0" marL="0" rtl="0" algn="r">
              <a:lnSpc>
                <a:spcPct val="100000"/>
              </a:lnSpc>
              <a:spcBef>
                <a:spcPts val="0"/>
              </a:spcBef>
              <a:spcAft>
                <a:spcPts val="0"/>
              </a:spcAft>
              <a:buNone/>
            </a:pPr>
            <a:r>
              <a:rPr i="1" lang="es-419" sz="600">
                <a:solidFill>
                  <a:srgbClr val="666666"/>
                </a:solidFill>
                <a:latin typeface="Arvo"/>
                <a:ea typeface="Arvo"/>
                <a:cs typeface="Arvo"/>
                <a:sym typeface="Arvo"/>
              </a:rPr>
              <a:t>&lt;ej: Producto recibido&gt;</a:t>
            </a:r>
            <a:endParaRPr i="1" sz="600">
              <a:solidFill>
                <a:srgbClr val="666666"/>
              </a:solidFill>
              <a:latin typeface="Arvo"/>
              <a:ea typeface="Arvo"/>
              <a:cs typeface="Arvo"/>
              <a:sym typeface="Arvo"/>
            </a:endParaRPr>
          </a:p>
        </p:txBody>
      </p:sp>
      <p:sp>
        <p:nvSpPr>
          <p:cNvPr id="6822" name="Google Shape;6822;p119"/>
          <p:cNvSpPr/>
          <p:nvPr/>
        </p:nvSpPr>
        <p:spPr>
          <a:xfrm>
            <a:off x="6858198" y="2542551"/>
            <a:ext cx="3027000" cy="343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6823" name="Google Shape;6823;p119"/>
          <p:cNvSpPr txBox="1"/>
          <p:nvPr>
            <p:ph idx="8" type="subTitle"/>
          </p:nvPr>
        </p:nvSpPr>
        <p:spPr>
          <a:xfrm>
            <a:off x="6857898" y="2543301"/>
            <a:ext cx="3027600" cy="342000"/>
          </a:xfrm>
          <a:prstGeom prst="rect">
            <a:avLst/>
          </a:prstGeom>
          <a:noFill/>
          <a:ln>
            <a:noFill/>
          </a:ln>
        </p:spPr>
        <p:txBody>
          <a:bodyPr anchorCtr="0" anchor="ctr" bIns="36000" lIns="36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6824" name="Google Shape;6824;p119"/>
          <p:cNvSpPr txBox="1"/>
          <p:nvPr/>
        </p:nvSpPr>
        <p:spPr>
          <a:xfrm>
            <a:off x="5217088" y="3041532"/>
            <a:ext cx="1576200" cy="400200"/>
          </a:xfrm>
          <a:prstGeom prst="rect">
            <a:avLst/>
          </a:prstGeom>
          <a:noFill/>
          <a:ln>
            <a:noFill/>
          </a:ln>
        </p:spPr>
        <p:txBody>
          <a:bodyPr anchorCtr="0" anchor="ctr" bIns="0" lIns="0" spcFirstLastPara="1" rIns="0" wrap="square" tIns="0">
            <a:spAutoFit/>
          </a:bodyPr>
          <a:lstStyle/>
          <a:p>
            <a:pPr indent="0" lvl="0" marL="0" rtl="0" algn="r">
              <a:lnSpc>
                <a:spcPct val="100000"/>
              </a:lnSpc>
              <a:spcBef>
                <a:spcPts val="0"/>
              </a:spcBef>
              <a:spcAft>
                <a:spcPts val="0"/>
              </a:spcAft>
              <a:buNone/>
            </a:pPr>
            <a:r>
              <a:rPr b="1" lang="es-419" sz="1000">
                <a:latin typeface="Arvo"/>
                <a:ea typeface="Arvo"/>
                <a:cs typeface="Arvo"/>
                <a:sym typeface="Arvo"/>
              </a:rPr>
              <a:t>Actividad que consigue la meta:</a:t>
            </a:r>
            <a:endParaRPr b="1" sz="700">
              <a:latin typeface="Arvo"/>
              <a:ea typeface="Arvo"/>
              <a:cs typeface="Arvo"/>
              <a:sym typeface="Arvo"/>
            </a:endParaRPr>
          </a:p>
          <a:p>
            <a:pPr indent="0" lvl="0" marL="0" rtl="0" algn="r">
              <a:lnSpc>
                <a:spcPct val="100000"/>
              </a:lnSpc>
              <a:spcBef>
                <a:spcPts val="0"/>
              </a:spcBef>
              <a:spcAft>
                <a:spcPts val="0"/>
              </a:spcAft>
              <a:buNone/>
            </a:pPr>
            <a:r>
              <a:rPr i="1" lang="es-419" sz="600">
                <a:solidFill>
                  <a:srgbClr val="666666"/>
                </a:solidFill>
                <a:latin typeface="Arvo"/>
                <a:ea typeface="Arvo"/>
                <a:cs typeface="Arvo"/>
                <a:sym typeface="Arvo"/>
              </a:rPr>
              <a:t>&lt;ej: Recibir producto&gt;</a:t>
            </a:r>
            <a:endParaRPr i="1" sz="600">
              <a:solidFill>
                <a:srgbClr val="666666"/>
              </a:solidFill>
              <a:latin typeface="Arvo"/>
              <a:ea typeface="Arvo"/>
              <a:cs typeface="Arvo"/>
              <a:sym typeface="Arvo"/>
            </a:endParaRPr>
          </a:p>
        </p:txBody>
      </p:sp>
      <p:sp>
        <p:nvSpPr>
          <p:cNvPr id="6825" name="Google Shape;6825;p119"/>
          <p:cNvSpPr/>
          <p:nvPr/>
        </p:nvSpPr>
        <p:spPr>
          <a:xfrm>
            <a:off x="6858200" y="3047155"/>
            <a:ext cx="3027000" cy="526200"/>
          </a:xfrm>
          <a:prstGeom prst="roundRect">
            <a:avLst>
              <a:gd fmla="val 12538"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6826" name="Google Shape;6826;p119"/>
          <p:cNvSpPr txBox="1"/>
          <p:nvPr>
            <p:ph idx="9" type="subTitle"/>
          </p:nvPr>
        </p:nvSpPr>
        <p:spPr>
          <a:xfrm>
            <a:off x="6857900" y="3047155"/>
            <a:ext cx="3027600" cy="526200"/>
          </a:xfrm>
          <a:prstGeom prst="rect">
            <a:avLst/>
          </a:prstGeom>
          <a:noFill/>
          <a:ln>
            <a:noFill/>
          </a:ln>
        </p:spPr>
        <p:txBody>
          <a:bodyPr anchorCtr="0" anchor="ctr" bIns="36000" lIns="36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6827" name="Google Shape;6827;p119"/>
          <p:cNvSpPr txBox="1"/>
          <p:nvPr/>
        </p:nvSpPr>
        <p:spPr>
          <a:xfrm>
            <a:off x="5217088" y="3727332"/>
            <a:ext cx="1576200" cy="554100"/>
          </a:xfrm>
          <a:prstGeom prst="rect">
            <a:avLst/>
          </a:prstGeom>
          <a:noFill/>
          <a:ln>
            <a:noFill/>
          </a:ln>
        </p:spPr>
        <p:txBody>
          <a:bodyPr anchorCtr="0" anchor="ctr" bIns="0" lIns="0" spcFirstLastPara="1" rIns="0" wrap="square" tIns="0">
            <a:spAutoFit/>
          </a:bodyPr>
          <a:lstStyle/>
          <a:p>
            <a:pPr indent="0" lvl="0" marL="0" rtl="0" algn="r">
              <a:lnSpc>
                <a:spcPct val="100000"/>
              </a:lnSpc>
              <a:spcBef>
                <a:spcPts val="0"/>
              </a:spcBef>
              <a:spcAft>
                <a:spcPts val="0"/>
              </a:spcAft>
              <a:buNone/>
            </a:pPr>
            <a:r>
              <a:rPr b="1" lang="es-419" sz="1000">
                <a:latin typeface="Arvo"/>
                <a:ea typeface="Arvo"/>
                <a:cs typeface="Arvo"/>
                <a:sym typeface="Arvo"/>
              </a:rPr>
              <a:t>Narrativa de la actividad que consigue la meta:</a:t>
            </a:r>
            <a:endParaRPr b="1" sz="700">
              <a:latin typeface="Arvo"/>
              <a:ea typeface="Arvo"/>
              <a:cs typeface="Arvo"/>
              <a:sym typeface="Arvo"/>
            </a:endParaRPr>
          </a:p>
          <a:p>
            <a:pPr indent="0" lvl="0" marL="0" rtl="0" algn="r">
              <a:lnSpc>
                <a:spcPct val="100000"/>
              </a:lnSpc>
              <a:spcBef>
                <a:spcPts val="0"/>
              </a:spcBef>
              <a:spcAft>
                <a:spcPts val="0"/>
              </a:spcAft>
              <a:buNone/>
            </a:pPr>
            <a:r>
              <a:rPr i="1" lang="es-419" sz="600">
                <a:solidFill>
                  <a:srgbClr val="666666"/>
                </a:solidFill>
                <a:latin typeface="Arvo"/>
                <a:ea typeface="Arvo"/>
                <a:cs typeface="Arvo"/>
                <a:sym typeface="Arvo"/>
              </a:rPr>
              <a:t>&lt;ej: El cliente recibe el producto&gt;</a:t>
            </a:r>
            <a:endParaRPr i="1" sz="600">
              <a:solidFill>
                <a:srgbClr val="666666"/>
              </a:solidFill>
              <a:latin typeface="Arvo"/>
              <a:ea typeface="Arvo"/>
              <a:cs typeface="Arvo"/>
              <a:sym typeface="Arvo"/>
            </a:endParaRPr>
          </a:p>
        </p:txBody>
      </p:sp>
      <p:sp>
        <p:nvSpPr>
          <p:cNvPr id="6828" name="Google Shape;6828;p119"/>
          <p:cNvSpPr/>
          <p:nvPr/>
        </p:nvSpPr>
        <p:spPr>
          <a:xfrm>
            <a:off x="6858200" y="3741282"/>
            <a:ext cx="3027000" cy="526200"/>
          </a:xfrm>
          <a:prstGeom prst="roundRect">
            <a:avLst>
              <a:gd fmla="val 12538"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6829" name="Google Shape;6829;p119"/>
          <p:cNvSpPr txBox="1"/>
          <p:nvPr>
            <p:ph idx="13" type="subTitle"/>
          </p:nvPr>
        </p:nvSpPr>
        <p:spPr>
          <a:xfrm>
            <a:off x="6857900" y="3741282"/>
            <a:ext cx="3027600" cy="526200"/>
          </a:xfrm>
          <a:prstGeom prst="rect">
            <a:avLst/>
          </a:prstGeom>
          <a:noFill/>
          <a:ln>
            <a:noFill/>
          </a:ln>
        </p:spPr>
        <p:txBody>
          <a:bodyPr anchorCtr="0" anchor="ctr" bIns="36000" lIns="36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6830" name="Google Shape;6830;p119"/>
          <p:cNvSpPr txBox="1"/>
          <p:nvPr/>
        </p:nvSpPr>
        <p:spPr>
          <a:xfrm>
            <a:off x="2524025" y="387675"/>
            <a:ext cx="15012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Unid. Organizacional:</a:t>
            </a:r>
            <a:endParaRPr b="1" sz="1100"/>
          </a:p>
        </p:txBody>
      </p:sp>
      <p:sp>
        <p:nvSpPr>
          <p:cNvPr id="6831" name="Google Shape;6831;p119"/>
          <p:cNvSpPr txBox="1"/>
          <p:nvPr/>
        </p:nvSpPr>
        <p:spPr>
          <a:xfrm>
            <a:off x="2524020" y="579550"/>
            <a:ext cx="6846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Alcance:</a:t>
            </a:r>
            <a:endParaRPr b="1" sz="1100"/>
          </a:p>
        </p:txBody>
      </p:sp>
      <p:sp>
        <p:nvSpPr>
          <p:cNvPr id="6832" name="Google Shape;6832;p119"/>
          <p:cNvSpPr txBox="1"/>
          <p:nvPr>
            <p:ph type="title"/>
          </p:nvPr>
        </p:nvSpPr>
        <p:spPr>
          <a:xfrm flipH="1">
            <a:off x="4025374" y="387675"/>
            <a:ext cx="5863200" cy="1692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000"/>
              <a:buNone/>
              <a:defRPr sz="1000">
                <a:solidFill>
                  <a:srgbClr val="000000"/>
                </a:solidFill>
              </a:defRPr>
            </a:lvl1pPr>
            <a:lvl2pPr lvl="1">
              <a:spcBef>
                <a:spcPts val="0"/>
              </a:spcBef>
              <a:spcAft>
                <a:spcPts val="0"/>
              </a:spcAft>
              <a:buClr>
                <a:srgbClr val="000000"/>
              </a:buClr>
              <a:buSzPts val="1000"/>
              <a:buNone/>
              <a:defRPr sz="1000">
                <a:solidFill>
                  <a:srgbClr val="000000"/>
                </a:solidFill>
              </a:defRPr>
            </a:lvl2pPr>
            <a:lvl3pPr lvl="2">
              <a:spcBef>
                <a:spcPts val="0"/>
              </a:spcBef>
              <a:spcAft>
                <a:spcPts val="0"/>
              </a:spcAft>
              <a:buClr>
                <a:srgbClr val="000000"/>
              </a:buClr>
              <a:buSzPts val="1000"/>
              <a:buNone/>
              <a:defRPr sz="1000">
                <a:solidFill>
                  <a:srgbClr val="000000"/>
                </a:solidFill>
              </a:defRPr>
            </a:lvl3pPr>
            <a:lvl4pPr lvl="3">
              <a:spcBef>
                <a:spcPts val="0"/>
              </a:spcBef>
              <a:spcAft>
                <a:spcPts val="0"/>
              </a:spcAft>
              <a:buClr>
                <a:srgbClr val="000000"/>
              </a:buClr>
              <a:buSzPts val="1000"/>
              <a:buNone/>
              <a:defRPr sz="1000">
                <a:solidFill>
                  <a:srgbClr val="000000"/>
                </a:solidFill>
              </a:defRPr>
            </a:lvl4pPr>
            <a:lvl5pPr lvl="4">
              <a:spcBef>
                <a:spcPts val="0"/>
              </a:spcBef>
              <a:spcAft>
                <a:spcPts val="0"/>
              </a:spcAft>
              <a:buClr>
                <a:srgbClr val="000000"/>
              </a:buClr>
              <a:buSzPts val="1000"/>
              <a:buNone/>
              <a:defRPr sz="1000">
                <a:solidFill>
                  <a:srgbClr val="000000"/>
                </a:solidFill>
              </a:defRPr>
            </a:lvl5pPr>
            <a:lvl6pPr lvl="5">
              <a:spcBef>
                <a:spcPts val="0"/>
              </a:spcBef>
              <a:spcAft>
                <a:spcPts val="0"/>
              </a:spcAft>
              <a:buClr>
                <a:srgbClr val="000000"/>
              </a:buClr>
              <a:buSzPts val="1000"/>
              <a:buNone/>
              <a:defRPr sz="1000">
                <a:solidFill>
                  <a:srgbClr val="000000"/>
                </a:solidFill>
              </a:defRPr>
            </a:lvl6pPr>
            <a:lvl7pPr lvl="6">
              <a:spcBef>
                <a:spcPts val="0"/>
              </a:spcBef>
              <a:spcAft>
                <a:spcPts val="0"/>
              </a:spcAft>
              <a:buClr>
                <a:srgbClr val="000000"/>
              </a:buClr>
              <a:buSzPts val="1000"/>
              <a:buNone/>
              <a:defRPr sz="1000">
                <a:solidFill>
                  <a:srgbClr val="000000"/>
                </a:solidFill>
              </a:defRPr>
            </a:lvl7pPr>
            <a:lvl8pPr lvl="7">
              <a:spcBef>
                <a:spcPts val="0"/>
              </a:spcBef>
              <a:spcAft>
                <a:spcPts val="0"/>
              </a:spcAft>
              <a:buClr>
                <a:srgbClr val="000000"/>
              </a:buClr>
              <a:buSzPts val="1000"/>
              <a:buNone/>
              <a:defRPr sz="1000">
                <a:solidFill>
                  <a:srgbClr val="000000"/>
                </a:solidFill>
              </a:defRPr>
            </a:lvl8pPr>
            <a:lvl9pPr lvl="8">
              <a:spcBef>
                <a:spcPts val="0"/>
              </a:spcBef>
              <a:spcAft>
                <a:spcPts val="0"/>
              </a:spcAft>
              <a:buClr>
                <a:srgbClr val="000000"/>
              </a:buClr>
              <a:buSzPts val="1000"/>
              <a:buNone/>
              <a:defRPr sz="1000">
                <a:solidFill>
                  <a:srgbClr val="000000"/>
                </a:solidFill>
              </a:defRPr>
            </a:lvl9pPr>
          </a:lstStyle>
          <a:p/>
        </p:txBody>
      </p:sp>
      <p:sp>
        <p:nvSpPr>
          <p:cNvPr id="6833" name="Google Shape;6833;p119"/>
          <p:cNvSpPr txBox="1"/>
          <p:nvPr>
            <p:ph idx="14" type="title"/>
          </p:nvPr>
        </p:nvSpPr>
        <p:spPr>
          <a:xfrm flipH="1">
            <a:off x="3208773" y="579550"/>
            <a:ext cx="6679800" cy="1692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000"/>
              <a:buNone/>
              <a:defRPr sz="1000">
                <a:solidFill>
                  <a:srgbClr val="000000"/>
                </a:solidFill>
              </a:defRPr>
            </a:lvl1pPr>
            <a:lvl2pPr lvl="1">
              <a:spcBef>
                <a:spcPts val="0"/>
              </a:spcBef>
              <a:spcAft>
                <a:spcPts val="0"/>
              </a:spcAft>
              <a:buClr>
                <a:srgbClr val="000000"/>
              </a:buClr>
              <a:buSzPts val="1000"/>
              <a:buNone/>
              <a:defRPr sz="1000">
                <a:solidFill>
                  <a:srgbClr val="000000"/>
                </a:solidFill>
              </a:defRPr>
            </a:lvl2pPr>
            <a:lvl3pPr lvl="2">
              <a:spcBef>
                <a:spcPts val="0"/>
              </a:spcBef>
              <a:spcAft>
                <a:spcPts val="0"/>
              </a:spcAft>
              <a:buClr>
                <a:srgbClr val="000000"/>
              </a:buClr>
              <a:buSzPts val="1000"/>
              <a:buNone/>
              <a:defRPr sz="1000">
                <a:solidFill>
                  <a:srgbClr val="000000"/>
                </a:solidFill>
              </a:defRPr>
            </a:lvl3pPr>
            <a:lvl4pPr lvl="3">
              <a:spcBef>
                <a:spcPts val="0"/>
              </a:spcBef>
              <a:spcAft>
                <a:spcPts val="0"/>
              </a:spcAft>
              <a:buClr>
                <a:srgbClr val="000000"/>
              </a:buClr>
              <a:buSzPts val="1000"/>
              <a:buNone/>
              <a:defRPr sz="1000">
                <a:solidFill>
                  <a:srgbClr val="000000"/>
                </a:solidFill>
              </a:defRPr>
            </a:lvl4pPr>
            <a:lvl5pPr lvl="4">
              <a:spcBef>
                <a:spcPts val="0"/>
              </a:spcBef>
              <a:spcAft>
                <a:spcPts val="0"/>
              </a:spcAft>
              <a:buClr>
                <a:srgbClr val="000000"/>
              </a:buClr>
              <a:buSzPts val="1000"/>
              <a:buNone/>
              <a:defRPr sz="1000">
                <a:solidFill>
                  <a:srgbClr val="000000"/>
                </a:solidFill>
              </a:defRPr>
            </a:lvl5pPr>
            <a:lvl6pPr lvl="5">
              <a:spcBef>
                <a:spcPts val="0"/>
              </a:spcBef>
              <a:spcAft>
                <a:spcPts val="0"/>
              </a:spcAft>
              <a:buClr>
                <a:srgbClr val="000000"/>
              </a:buClr>
              <a:buSzPts val="1000"/>
              <a:buNone/>
              <a:defRPr sz="1000">
                <a:solidFill>
                  <a:srgbClr val="000000"/>
                </a:solidFill>
              </a:defRPr>
            </a:lvl6pPr>
            <a:lvl7pPr lvl="6">
              <a:spcBef>
                <a:spcPts val="0"/>
              </a:spcBef>
              <a:spcAft>
                <a:spcPts val="0"/>
              </a:spcAft>
              <a:buClr>
                <a:srgbClr val="000000"/>
              </a:buClr>
              <a:buSzPts val="1000"/>
              <a:buNone/>
              <a:defRPr sz="1000">
                <a:solidFill>
                  <a:srgbClr val="000000"/>
                </a:solidFill>
              </a:defRPr>
            </a:lvl7pPr>
            <a:lvl8pPr lvl="7">
              <a:spcBef>
                <a:spcPts val="0"/>
              </a:spcBef>
              <a:spcAft>
                <a:spcPts val="0"/>
              </a:spcAft>
              <a:buClr>
                <a:srgbClr val="000000"/>
              </a:buClr>
              <a:buSzPts val="1000"/>
              <a:buNone/>
              <a:defRPr sz="1000">
                <a:solidFill>
                  <a:srgbClr val="000000"/>
                </a:solidFill>
              </a:defRPr>
            </a:lvl8pPr>
            <a:lvl9pPr lvl="8">
              <a:spcBef>
                <a:spcPts val="0"/>
              </a:spcBef>
              <a:spcAft>
                <a:spcPts val="0"/>
              </a:spcAft>
              <a:buClr>
                <a:srgbClr val="000000"/>
              </a:buClr>
              <a:buSzPts val="1000"/>
              <a:buNone/>
              <a:defRPr sz="1000">
                <a:solidFill>
                  <a:srgbClr val="000000"/>
                </a:solidFill>
              </a:defRPr>
            </a:lvl9pPr>
          </a:lstStyle>
          <a:p/>
        </p:txBody>
      </p:sp>
      <p:sp>
        <p:nvSpPr>
          <p:cNvPr id="6834" name="Google Shape;6834;p119"/>
          <p:cNvSpPr txBox="1"/>
          <p:nvPr>
            <p:ph idx="15" type="body"/>
          </p:nvPr>
        </p:nvSpPr>
        <p:spPr>
          <a:xfrm>
            <a:off x="641150" y="612125"/>
            <a:ext cx="1770300" cy="160500"/>
          </a:xfrm>
          <a:prstGeom prst="rect">
            <a:avLst/>
          </a:prstGeom>
          <a:noFill/>
          <a:ln>
            <a:noFill/>
          </a:ln>
        </p:spPr>
        <p:txBody>
          <a:bodyPr anchorCtr="0" anchor="t" bIns="0" lIns="0" spcFirstLastPara="1" rIns="0" wrap="square" tIns="0">
            <a:noAutofit/>
          </a:bodyPr>
          <a:lstStyle>
            <a:lvl1pPr indent="-292100" lvl="0" marL="457200" algn="ctr">
              <a:spcBef>
                <a:spcPts val="0"/>
              </a:spcBef>
              <a:spcAft>
                <a:spcPts val="0"/>
              </a:spcAft>
              <a:buClr>
                <a:srgbClr val="FFFFFF"/>
              </a:buClr>
              <a:buSzPts val="1000"/>
              <a:buChar char="●"/>
              <a:defRPr sz="1000">
                <a:solidFill>
                  <a:srgbClr val="FFFFFF"/>
                </a:solidFill>
              </a:defRPr>
            </a:lvl1pPr>
            <a:lvl2pPr indent="-292100" lvl="1" marL="914400" algn="ctr">
              <a:spcBef>
                <a:spcPts val="0"/>
              </a:spcBef>
              <a:spcAft>
                <a:spcPts val="0"/>
              </a:spcAft>
              <a:buClr>
                <a:srgbClr val="FFFFFF"/>
              </a:buClr>
              <a:buSzPts val="1000"/>
              <a:buChar char="○"/>
              <a:defRPr sz="1000">
                <a:solidFill>
                  <a:srgbClr val="FFFFFF"/>
                </a:solidFill>
              </a:defRPr>
            </a:lvl2pPr>
            <a:lvl3pPr indent="-292100" lvl="2" marL="1371600" algn="ctr">
              <a:spcBef>
                <a:spcPts val="0"/>
              </a:spcBef>
              <a:spcAft>
                <a:spcPts val="0"/>
              </a:spcAft>
              <a:buClr>
                <a:srgbClr val="FFFFFF"/>
              </a:buClr>
              <a:buSzPts val="1000"/>
              <a:buChar char="■"/>
              <a:defRPr sz="1000">
                <a:solidFill>
                  <a:srgbClr val="FFFFFF"/>
                </a:solidFill>
              </a:defRPr>
            </a:lvl3pPr>
            <a:lvl4pPr indent="-292100" lvl="3" marL="1828800" algn="ctr">
              <a:spcBef>
                <a:spcPts val="0"/>
              </a:spcBef>
              <a:spcAft>
                <a:spcPts val="0"/>
              </a:spcAft>
              <a:buClr>
                <a:srgbClr val="FFFFFF"/>
              </a:buClr>
              <a:buSzPts val="1000"/>
              <a:buChar char="●"/>
              <a:defRPr sz="1000">
                <a:solidFill>
                  <a:srgbClr val="FFFFFF"/>
                </a:solidFill>
              </a:defRPr>
            </a:lvl4pPr>
            <a:lvl5pPr indent="-292100" lvl="4" marL="2286000" algn="ctr">
              <a:spcBef>
                <a:spcPts val="0"/>
              </a:spcBef>
              <a:spcAft>
                <a:spcPts val="0"/>
              </a:spcAft>
              <a:buClr>
                <a:srgbClr val="FFFFFF"/>
              </a:buClr>
              <a:buSzPts val="1000"/>
              <a:buChar char="○"/>
              <a:defRPr sz="1000">
                <a:solidFill>
                  <a:srgbClr val="FFFFFF"/>
                </a:solidFill>
              </a:defRPr>
            </a:lvl5pPr>
            <a:lvl6pPr indent="-292100" lvl="5" marL="2743200" algn="ctr">
              <a:spcBef>
                <a:spcPts val="0"/>
              </a:spcBef>
              <a:spcAft>
                <a:spcPts val="0"/>
              </a:spcAft>
              <a:buClr>
                <a:srgbClr val="FFFFFF"/>
              </a:buClr>
              <a:buSzPts val="1000"/>
              <a:buChar char="■"/>
              <a:defRPr sz="1000">
                <a:solidFill>
                  <a:srgbClr val="FFFFFF"/>
                </a:solidFill>
              </a:defRPr>
            </a:lvl6pPr>
            <a:lvl7pPr indent="-292100" lvl="6" marL="3200400" algn="ctr">
              <a:spcBef>
                <a:spcPts val="0"/>
              </a:spcBef>
              <a:spcAft>
                <a:spcPts val="0"/>
              </a:spcAft>
              <a:buClr>
                <a:srgbClr val="FFFFFF"/>
              </a:buClr>
              <a:buSzPts val="1000"/>
              <a:buChar char="●"/>
              <a:defRPr sz="1000">
                <a:solidFill>
                  <a:srgbClr val="FFFFFF"/>
                </a:solidFill>
              </a:defRPr>
            </a:lvl7pPr>
            <a:lvl8pPr indent="-292100" lvl="7" marL="3657600" algn="ctr">
              <a:spcBef>
                <a:spcPts val="0"/>
              </a:spcBef>
              <a:spcAft>
                <a:spcPts val="0"/>
              </a:spcAft>
              <a:buClr>
                <a:srgbClr val="FFFFFF"/>
              </a:buClr>
              <a:buSzPts val="1000"/>
              <a:buChar char="○"/>
              <a:defRPr sz="1000">
                <a:solidFill>
                  <a:srgbClr val="FFFFFF"/>
                </a:solidFill>
              </a:defRPr>
            </a:lvl8pPr>
            <a:lvl9pPr indent="-292100" lvl="8" marL="4114800" algn="ctr">
              <a:spcBef>
                <a:spcPts val="0"/>
              </a:spcBef>
              <a:spcAft>
                <a:spcPts val="0"/>
              </a:spcAft>
              <a:buClr>
                <a:srgbClr val="FFFFFF"/>
              </a:buClr>
              <a:buSzPts val="1000"/>
              <a:buChar char="■"/>
              <a:defRPr sz="1000">
                <a:solidFill>
                  <a:srgbClr val="FFFFFF"/>
                </a:solidFill>
              </a:defRPr>
            </a:lvl9pPr>
          </a:lstStyle>
          <a:p/>
        </p:txBody>
      </p:sp>
      <p:sp>
        <p:nvSpPr>
          <p:cNvPr id="6835" name="Google Shape;6835;p119"/>
          <p:cNvSpPr txBox="1"/>
          <p:nvPr/>
        </p:nvSpPr>
        <p:spPr>
          <a:xfrm>
            <a:off x="84825" y="598125"/>
            <a:ext cx="595500" cy="205800"/>
          </a:xfrm>
          <a:prstGeom prst="rect">
            <a:avLst/>
          </a:prstGeom>
          <a:noFill/>
          <a:ln>
            <a:noFill/>
          </a:ln>
        </p:spPr>
        <p:txBody>
          <a:bodyPr anchorCtr="0" anchor="t" bIns="18000" lIns="18000" spcFirstLastPara="1" rIns="18000" wrap="square" tIns="18000">
            <a:spAutoFit/>
          </a:bodyPr>
          <a:lstStyle/>
          <a:p>
            <a:pPr indent="0" lvl="0" marL="0" rtl="0" algn="l">
              <a:spcBef>
                <a:spcPts val="0"/>
              </a:spcBef>
              <a:spcAft>
                <a:spcPts val="0"/>
              </a:spcAft>
              <a:buNone/>
            </a:pPr>
            <a:r>
              <a:rPr lang="es-419" sz="1100">
                <a:solidFill>
                  <a:srgbClr val="FFFFFF"/>
                </a:solidFill>
              </a:rPr>
              <a:t>Nombre:</a:t>
            </a:r>
            <a:endParaRPr sz="1100">
              <a:solidFill>
                <a:srgbClr val="FFFFFF"/>
              </a:solidFill>
            </a:endParaRPr>
          </a:p>
        </p:txBody>
      </p:sp>
    </p:spTree>
  </p:cSld>
  <p:clrMapOvr>
    <a:masterClrMapping/>
  </p:clrMapOvr>
</p:sldLayout>
</file>

<file path=ppt/slideLayouts/slideLayout1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6.4 Interfaces de Usuario">
  <p:cSld name="TITLE_3_6_1_1_1_1_1_1_1_1_1_1_1_1_1_1_1_1_1_1_1_1_1_1_1_1_1_1_1_1">
    <p:spTree>
      <p:nvGrpSpPr>
        <p:cNvPr id="6836" name="Shape 6836"/>
        <p:cNvGrpSpPr/>
        <p:nvPr/>
      </p:nvGrpSpPr>
      <p:grpSpPr>
        <a:xfrm>
          <a:off x="0" y="0"/>
          <a:ext cx="0" cy="0"/>
          <a:chOff x="0" y="0"/>
          <a:chExt cx="0" cy="0"/>
        </a:xfrm>
      </p:grpSpPr>
      <p:sp>
        <p:nvSpPr>
          <p:cNvPr id="6837" name="Google Shape;6837;p120"/>
          <p:cNvSpPr/>
          <p:nvPr/>
        </p:nvSpPr>
        <p:spPr>
          <a:xfrm>
            <a:off x="77688" y="358938"/>
            <a:ext cx="9935700" cy="6438000"/>
          </a:xfrm>
          <a:prstGeom prst="roundRect">
            <a:avLst>
              <a:gd fmla="val 2618" name="adj"/>
            </a:avLst>
          </a:prstGeom>
          <a:solidFill>
            <a:srgbClr val="FFFFFF"/>
          </a:solidFill>
          <a:ln cap="flat" cmpd="sng" w="38100">
            <a:solidFill>
              <a:srgbClr val="000000"/>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838" name="Google Shape;6838;p120"/>
          <p:cNvCxnSpPr/>
          <p:nvPr/>
        </p:nvCxnSpPr>
        <p:spPr>
          <a:xfrm>
            <a:off x="77688" y="772614"/>
            <a:ext cx="9935700" cy="0"/>
          </a:xfrm>
          <a:prstGeom prst="straightConnector1">
            <a:avLst/>
          </a:prstGeom>
          <a:noFill/>
          <a:ln cap="flat" cmpd="sng" w="19050">
            <a:solidFill>
              <a:srgbClr val="000000"/>
            </a:solidFill>
            <a:prstDash val="solid"/>
            <a:round/>
            <a:headEnd len="med" w="med" type="none"/>
            <a:tailEnd len="med" w="med" type="none"/>
          </a:ln>
        </p:spPr>
      </p:cxnSp>
      <p:cxnSp>
        <p:nvCxnSpPr>
          <p:cNvPr id="6839" name="Google Shape;6839;p120"/>
          <p:cNvCxnSpPr/>
          <p:nvPr/>
        </p:nvCxnSpPr>
        <p:spPr>
          <a:xfrm rot="10800000">
            <a:off x="2439038" y="368188"/>
            <a:ext cx="0" cy="402300"/>
          </a:xfrm>
          <a:prstGeom prst="straightConnector1">
            <a:avLst/>
          </a:prstGeom>
          <a:noFill/>
          <a:ln cap="flat" cmpd="sng" w="19050">
            <a:solidFill>
              <a:srgbClr val="000000"/>
            </a:solidFill>
            <a:prstDash val="solid"/>
            <a:round/>
            <a:headEnd len="med" w="med" type="none"/>
            <a:tailEnd len="med" w="med" type="none"/>
          </a:ln>
        </p:spPr>
      </p:cxnSp>
      <p:sp>
        <p:nvSpPr>
          <p:cNvPr id="6840" name="Google Shape;6840;p120"/>
          <p:cNvSpPr/>
          <p:nvPr/>
        </p:nvSpPr>
        <p:spPr>
          <a:xfrm>
            <a:off x="77688" y="349338"/>
            <a:ext cx="2361300" cy="421200"/>
          </a:xfrm>
          <a:prstGeom prst="roundRect">
            <a:avLst>
              <a:gd fmla="val 50000" name="adj"/>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s-419" sz="1200">
                <a:solidFill>
                  <a:srgbClr val="FFFFFF"/>
                </a:solidFill>
              </a:rPr>
              <a:t>Interfaces de Usuario</a:t>
            </a:r>
            <a:endParaRPr b="1" sz="1200">
              <a:solidFill>
                <a:srgbClr val="FFFFFF"/>
              </a:solidFill>
            </a:endParaRPr>
          </a:p>
          <a:p>
            <a:pPr indent="0" lvl="0" marL="0" rtl="0" algn="ctr">
              <a:spcBef>
                <a:spcPts val="0"/>
              </a:spcBef>
              <a:spcAft>
                <a:spcPts val="0"/>
              </a:spcAft>
              <a:buNone/>
            </a:pPr>
            <a:r>
              <a:t/>
            </a:r>
            <a:endParaRPr b="1" sz="1200">
              <a:solidFill>
                <a:srgbClr val="FFFFFF"/>
              </a:solidFill>
            </a:endParaRPr>
          </a:p>
        </p:txBody>
      </p:sp>
      <p:sp>
        <p:nvSpPr>
          <p:cNvPr id="6841" name="Google Shape;6841;p120"/>
          <p:cNvSpPr/>
          <p:nvPr/>
        </p:nvSpPr>
        <p:spPr>
          <a:xfrm>
            <a:off x="83988" y="595504"/>
            <a:ext cx="190200" cy="1692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2" name="Google Shape;6842;p120"/>
          <p:cNvSpPr/>
          <p:nvPr/>
        </p:nvSpPr>
        <p:spPr>
          <a:xfrm>
            <a:off x="2292338" y="358938"/>
            <a:ext cx="146700" cy="4023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3" name="Google Shape;6843;p120"/>
          <p:cNvSpPr txBox="1"/>
          <p:nvPr/>
        </p:nvSpPr>
        <p:spPr>
          <a:xfrm>
            <a:off x="2524025" y="497711"/>
            <a:ext cx="8850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Formulario:</a:t>
            </a:r>
            <a:endParaRPr b="1" sz="1100"/>
          </a:p>
        </p:txBody>
      </p:sp>
      <p:sp>
        <p:nvSpPr>
          <p:cNvPr id="6844" name="Google Shape;6844;p120"/>
          <p:cNvSpPr txBox="1"/>
          <p:nvPr>
            <p:ph type="title"/>
          </p:nvPr>
        </p:nvSpPr>
        <p:spPr>
          <a:xfrm flipH="1">
            <a:off x="3408875" y="445821"/>
            <a:ext cx="6479700" cy="2664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000"/>
              <a:buNone/>
              <a:defRPr sz="1000">
                <a:solidFill>
                  <a:srgbClr val="000000"/>
                </a:solidFill>
              </a:defRPr>
            </a:lvl1pPr>
            <a:lvl2pPr lvl="1">
              <a:spcBef>
                <a:spcPts val="0"/>
              </a:spcBef>
              <a:spcAft>
                <a:spcPts val="0"/>
              </a:spcAft>
              <a:buClr>
                <a:srgbClr val="000000"/>
              </a:buClr>
              <a:buSzPts val="1000"/>
              <a:buNone/>
              <a:defRPr sz="1000">
                <a:solidFill>
                  <a:srgbClr val="000000"/>
                </a:solidFill>
              </a:defRPr>
            </a:lvl2pPr>
            <a:lvl3pPr lvl="2">
              <a:spcBef>
                <a:spcPts val="0"/>
              </a:spcBef>
              <a:spcAft>
                <a:spcPts val="0"/>
              </a:spcAft>
              <a:buClr>
                <a:srgbClr val="000000"/>
              </a:buClr>
              <a:buSzPts val="1000"/>
              <a:buNone/>
              <a:defRPr sz="1000">
                <a:solidFill>
                  <a:srgbClr val="000000"/>
                </a:solidFill>
              </a:defRPr>
            </a:lvl3pPr>
            <a:lvl4pPr lvl="3">
              <a:spcBef>
                <a:spcPts val="0"/>
              </a:spcBef>
              <a:spcAft>
                <a:spcPts val="0"/>
              </a:spcAft>
              <a:buClr>
                <a:srgbClr val="000000"/>
              </a:buClr>
              <a:buSzPts val="1000"/>
              <a:buNone/>
              <a:defRPr sz="1000">
                <a:solidFill>
                  <a:srgbClr val="000000"/>
                </a:solidFill>
              </a:defRPr>
            </a:lvl4pPr>
            <a:lvl5pPr lvl="4">
              <a:spcBef>
                <a:spcPts val="0"/>
              </a:spcBef>
              <a:spcAft>
                <a:spcPts val="0"/>
              </a:spcAft>
              <a:buClr>
                <a:srgbClr val="000000"/>
              </a:buClr>
              <a:buSzPts val="1000"/>
              <a:buNone/>
              <a:defRPr sz="1000">
                <a:solidFill>
                  <a:srgbClr val="000000"/>
                </a:solidFill>
              </a:defRPr>
            </a:lvl5pPr>
            <a:lvl6pPr lvl="5">
              <a:spcBef>
                <a:spcPts val="0"/>
              </a:spcBef>
              <a:spcAft>
                <a:spcPts val="0"/>
              </a:spcAft>
              <a:buClr>
                <a:srgbClr val="000000"/>
              </a:buClr>
              <a:buSzPts val="1000"/>
              <a:buNone/>
              <a:defRPr sz="1000">
                <a:solidFill>
                  <a:srgbClr val="000000"/>
                </a:solidFill>
              </a:defRPr>
            </a:lvl6pPr>
            <a:lvl7pPr lvl="6">
              <a:spcBef>
                <a:spcPts val="0"/>
              </a:spcBef>
              <a:spcAft>
                <a:spcPts val="0"/>
              </a:spcAft>
              <a:buClr>
                <a:srgbClr val="000000"/>
              </a:buClr>
              <a:buSzPts val="1000"/>
              <a:buNone/>
              <a:defRPr sz="1000">
                <a:solidFill>
                  <a:srgbClr val="000000"/>
                </a:solidFill>
              </a:defRPr>
            </a:lvl7pPr>
            <a:lvl8pPr lvl="7">
              <a:spcBef>
                <a:spcPts val="0"/>
              </a:spcBef>
              <a:spcAft>
                <a:spcPts val="0"/>
              </a:spcAft>
              <a:buClr>
                <a:srgbClr val="000000"/>
              </a:buClr>
              <a:buSzPts val="1000"/>
              <a:buNone/>
              <a:defRPr sz="1000">
                <a:solidFill>
                  <a:srgbClr val="000000"/>
                </a:solidFill>
              </a:defRPr>
            </a:lvl8pPr>
            <a:lvl9pPr lvl="8">
              <a:spcBef>
                <a:spcPts val="0"/>
              </a:spcBef>
              <a:spcAft>
                <a:spcPts val="0"/>
              </a:spcAft>
              <a:buClr>
                <a:srgbClr val="000000"/>
              </a:buClr>
              <a:buSzPts val="1000"/>
              <a:buNone/>
              <a:defRPr sz="1000">
                <a:solidFill>
                  <a:srgbClr val="000000"/>
                </a:solidFill>
              </a:defRPr>
            </a:lvl9pPr>
          </a:lstStyle>
          <a:p/>
        </p:txBody>
      </p:sp>
      <p:grpSp>
        <p:nvGrpSpPr>
          <p:cNvPr id="6845" name="Google Shape;6845;p120"/>
          <p:cNvGrpSpPr/>
          <p:nvPr/>
        </p:nvGrpSpPr>
        <p:grpSpPr>
          <a:xfrm>
            <a:off x="206850" y="901287"/>
            <a:ext cx="2304000" cy="2805300"/>
            <a:chOff x="206850" y="899176"/>
            <a:chExt cx="2304000" cy="2805300"/>
          </a:xfrm>
        </p:grpSpPr>
        <p:sp>
          <p:nvSpPr>
            <p:cNvPr id="6846" name="Google Shape;6846;p120"/>
            <p:cNvSpPr/>
            <p:nvPr/>
          </p:nvSpPr>
          <p:spPr>
            <a:xfrm>
              <a:off x="206850" y="899176"/>
              <a:ext cx="2304000" cy="2805300"/>
            </a:xfrm>
            <a:prstGeom prst="roundRect">
              <a:avLst>
                <a:gd fmla="val 4586" name="adj"/>
              </a:avLst>
            </a:prstGeom>
            <a:solidFill>
              <a:srgbClr val="FFFFFF"/>
            </a:solidFill>
            <a:ln cap="flat" cmpd="sng" w="9525">
              <a:solidFill>
                <a:srgbClr val="B7B7B7"/>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t" bIns="36000" lIns="0" spcFirstLastPara="1" rIns="0" wrap="square" tIns="54000">
              <a:noAutofit/>
            </a:bodyPr>
            <a:lstStyle/>
            <a:p>
              <a:pPr indent="0" lvl="0" marL="0" marR="0" rtl="0" algn="ctr">
                <a:lnSpc>
                  <a:spcPct val="100000"/>
                </a:lnSpc>
                <a:spcBef>
                  <a:spcPts val="0"/>
                </a:spcBef>
                <a:spcAft>
                  <a:spcPts val="0"/>
                </a:spcAft>
                <a:buClr>
                  <a:srgbClr val="000000"/>
                </a:buClr>
                <a:buSzPts val="1100"/>
                <a:buFont typeface="Arial"/>
                <a:buNone/>
              </a:pPr>
              <a:r>
                <a:rPr b="1" i="1" lang="es-419" sz="1100">
                  <a:latin typeface="Arvo"/>
                  <a:ea typeface="Arvo"/>
                  <a:cs typeface="Arvo"/>
                  <a:sym typeface="Arvo"/>
                </a:rPr>
                <a:t>ViewPart</a:t>
              </a:r>
              <a:endParaRPr b="1" i="1" sz="1100">
                <a:latin typeface="Arvo"/>
                <a:ea typeface="Arvo"/>
                <a:cs typeface="Arvo"/>
                <a:sym typeface="Arvo"/>
              </a:endParaRPr>
            </a:p>
          </p:txBody>
        </p:sp>
        <p:cxnSp>
          <p:nvCxnSpPr>
            <p:cNvPr id="6847" name="Google Shape;6847;p120"/>
            <p:cNvCxnSpPr/>
            <p:nvPr/>
          </p:nvCxnSpPr>
          <p:spPr>
            <a:xfrm>
              <a:off x="323600" y="1236086"/>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6848" name="Google Shape;6848;p120"/>
            <p:cNvCxnSpPr/>
            <p:nvPr/>
          </p:nvCxnSpPr>
          <p:spPr>
            <a:xfrm>
              <a:off x="328511" y="1240955"/>
              <a:ext cx="205800" cy="0"/>
            </a:xfrm>
            <a:prstGeom prst="straightConnector1">
              <a:avLst/>
            </a:prstGeom>
            <a:noFill/>
            <a:ln cap="flat" cmpd="sng" w="9525">
              <a:solidFill>
                <a:srgbClr val="B7B7B7"/>
              </a:solidFill>
              <a:prstDash val="solid"/>
              <a:round/>
              <a:headEnd len="med" w="med" type="none"/>
              <a:tailEnd len="med" w="med" type="none"/>
            </a:ln>
          </p:spPr>
        </p:cxnSp>
        <p:cxnSp>
          <p:nvCxnSpPr>
            <p:cNvPr id="6849" name="Google Shape;6849;p120"/>
            <p:cNvCxnSpPr/>
            <p:nvPr/>
          </p:nvCxnSpPr>
          <p:spPr>
            <a:xfrm>
              <a:off x="2394099" y="1236086"/>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6850" name="Google Shape;6850;p120"/>
            <p:cNvCxnSpPr/>
            <p:nvPr/>
          </p:nvCxnSpPr>
          <p:spPr>
            <a:xfrm>
              <a:off x="2183133" y="1240955"/>
              <a:ext cx="205800" cy="0"/>
            </a:xfrm>
            <a:prstGeom prst="straightConnector1">
              <a:avLst/>
            </a:prstGeom>
            <a:noFill/>
            <a:ln cap="flat" cmpd="sng" w="9525">
              <a:solidFill>
                <a:srgbClr val="B7B7B7"/>
              </a:solidFill>
              <a:prstDash val="solid"/>
              <a:round/>
              <a:headEnd len="med" w="med" type="none"/>
              <a:tailEnd len="med" w="med" type="none"/>
            </a:ln>
          </p:spPr>
        </p:cxnSp>
        <p:cxnSp>
          <p:nvCxnSpPr>
            <p:cNvPr id="6851" name="Google Shape;6851;p120"/>
            <p:cNvCxnSpPr/>
            <p:nvPr/>
          </p:nvCxnSpPr>
          <p:spPr>
            <a:xfrm>
              <a:off x="323600" y="3363822"/>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6852" name="Google Shape;6852;p120"/>
            <p:cNvCxnSpPr/>
            <p:nvPr/>
          </p:nvCxnSpPr>
          <p:spPr>
            <a:xfrm>
              <a:off x="328511" y="3569394"/>
              <a:ext cx="205800" cy="0"/>
            </a:xfrm>
            <a:prstGeom prst="straightConnector1">
              <a:avLst/>
            </a:prstGeom>
            <a:noFill/>
            <a:ln cap="flat" cmpd="sng" w="9525">
              <a:solidFill>
                <a:srgbClr val="B7B7B7"/>
              </a:solidFill>
              <a:prstDash val="solid"/>
              <a:round/>
              <a:headEnd len="med" w="med" type="none"/>
              <a:tailEnd len="med" w="med" type="none"/>
            </a:ln>
          </p:spPr>
        </p:cxnSp>
        <p:cxnSp>
          <p:nvCxnSpPr>
            <p:cNvPr id="6853" name="Google Shape;6853;p120"/>
            <p:cNvCxnSpPr/>
            <p:nvPr/>
          </p:nvCxnSpPr>
          <p:spPr>
            <a:xfrm>
              <a:off x="2394099" y="3363822"/>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6854" name="Google Shape;6854;p120"/>
            <p:cNvCxnSpPr/>
            <p:nvPr/>
          </p:nvCxnSpPr>
          <p:spPr>
            <a:xfrm>
              <a:off x="2183505" y="3569394"/>
              <a:ext cx="205800" cy="0"/>
            </a:xfrm>
            <a:prstGeom prst="straightConnector1">
              <a:avLst/>
            </a:prstGeom>
            <a:noFill/>
            <a:ln cap="flat" cmpd="sng" w="9525">
              <a:solidFill>
                <a:srgbClr val="B7B7B7"/>
              </a:solidFill>
              <a:prstDash val="solid"/>
              <a:round/>
              <a:headEnd len="med" w="med" type="none"/>
              <a:tailEnd len="med" w="med" type="none"/>
            </a:ln>
          </p:spPr>
        </p:cxnSp>
      </p:grpSp>
      <p:cxnSp>
        <p:nvCxnSpPr>
          <p:cNvPr id="6855" name="Google Shape;6855;p120"/>
          <p:cNvCxnSpPr/>
          <p:nvPr/>
        </p:nvCxnSpPr>
        <p:spPr>
          <a:xfrm>
            <a:off x="2762000" y="1236086"/>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6856" name="Google Shape;6856;p120"/>
          <p:cNvCxnSpPr/>
          <p:nvPr/>
        </p:nvCxnSpPr>
        <p:spPr>
          <a:xfrm>
            <a:off x="2762000" y="4459790"/>
            <a:ext cx="0" cy="210300"/>
          </a:xfrm>
          <a:prstGeom prst="straightConnector1">
            <a:avLst/>
          </a:prstGeom>
          <a:noFill/>
          <a:ln cap="flat" cmpd="sng" w="9525">
            <a:solidFill>
              <a:srgbClr val="B7B7B7"/>
            </a:solidFill>
            <a:prstDash val="solid"/>
            <a:round/>
            <a:headEnd len="med" w="med" type="none"/>
            <a:tailEnd len="med" w="med" type="none"/>
          </a:ln>
        </p:spPr>
      </p:cxnSp>
      <p:grpSp>
        <p:nvGrpSpPr>
          <p:cNvPr id="6857" name="Google Shape;6857;p120"/>
          <p:cNvGrpSpPr/>
          <p:nvPr/>
        </p:nvGrpSpPr>
        <p:grpSpPr>
          <a:xfrm>
            <a:off x="206850" y="3840639"/>
            <a:ext cx="2304000" cy="2805300"/>
            <a:chOff x="206850" y="899176"/>
            <a:chExt cx="2304000" cy="2805300"/>
          </a:xfrm>
        </p:grpSpPr>
        <p:sp>
          <p:nvSpPr>
            <p:cNvPr id="6858" name="Google Shape;6858;p120"/>
            <p:cNvSpPr/>
            <p:nvPr/>
          </p:nvSpPr>
          <p:spPr>
            <a:xfrm>
              <a:off x="206850" y="899176"/>
              <a:ext cx="2304000" cy="2805300"/>
            </a:xfrm>
            <a:prstGeom prst="roundRect">
              <a:avLst>
                <a:gd fmla="val 4586" name="adj"/>
              </a:avLst>
            </a:prstGeom>
            <a:solidFill>
              <a:srgbClr val="FFFFFF"/>
            </a:solidFill>
            <a:ln cap="flat" cmpd="sng" w="9525">
              <a:solidFill>
                <a:srgbClr val="B7B7B7"/>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t" bIns="36000" lIns="0" spcFirstLastPara="1" rIns="0" wrap="square" tIns="54000">
              <a:noAutofit/>
            </a:bodyPr>
            <a:lstStyle/>
            <a:p>
              <a:pPr indent="0" lvl="0" marL="0" marR="0" rtl="0" algn="ctr">
                <a:lnSpc>
                  <a:spcPct val="100000"/>
                </a:lnSpc>
                <a:spcBef>
                  <a:spcPts val="0"/>
                </a:spcBef>
                <a:spcAft>
                  <a:spcPts val="0"/>
                </a:spcAft>
                <a:buClr>
                  <a:srgbClr val="000000"/>
                </a:buClr>
                <a:buSzPts val="1100"/>
                <a:buFont typeface="Arial"/>
                <a:buNone/>
              </a:pPr>
              <a:r>
                <a:rPr b="1" i="1" lang="es-419" sz="1100">
                  <a:latin typeface="Arvo"/>
                  <a:ea typeface="Arvo"/>
                  <a:cs typeface="Arvo"/>
                  <a:sym typeface="Arvo"/>
                </a:rPr>
                <a:t>ViewModel</a:t>
              </a:r>
              <a:endParaRPr b="1" i="1" sz="1100">
                <a:latin typeface="Arvo"/>
                <a:ea typeface="Arvo"/>
                <a:cs typeface="Arvo"/>
                <a:sym typeface="Arvo"/>
              </a:endParaRPr>
            </a:p>
          </p:txBody>
        </p:sp>
        <p:cxnSp>
          <p:nvCxnSpPr>
            <p:cNvPr id="6859" name="Google Shape;6859;p120"/>
            <p:cNvCxnSpPr/>
            <p:nvPr/>
          </p:nvCxnSpPr>
          <p:spPr>
            <a:xfrm>
              <a:off x="323600" y="1236086"/>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6860" name="Google Shape;6860;p120"/>
            <p:cNvCxnSpPr/>
            <p:nvPr/>
          </p:nvCxnSpPr>
          <p:spPr>
            <a:xfrm>
              <a:off x="328511" y="1240955"/>
              <a:ext cx="205800" cy="0"/>
            </a:xfrm>
            <a:prstGeom prst="straightConnector1">
              <a:avLst/>
            </a:prstGeom>
            <a:noFill/>
            <a:ln cap="flat" cmpd="sng" w="9525">
              <a:solidFill>
                <a:srgbClr val="B7B7B7"/>
              </a:solidFill>
              <a:prstDash val="solid"/>
              <a:round/>
              <a:headEnd len="med" w="med" type="none"/>
              <a:tailEnd len="med" w="med" type="none"/>
            </a:ln>
          </p:spPr>
        </p:cxnSp>
        <p:cxnSp>
          <p:nvCxnSpPr>
            <p:cNvPr id="6861" name="Google Shape;6861;p120"/>
            <p:cNvCxnSpPr/>
            <p:nvPr/>
          </p:nvCxnSpPr>
          <p:spPr>
            <a:xfrm>
              <a:off x="2394099" y="1236086"/>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6862" name="Google Shape;6862;p120"/>
            <p:cNvCxnSpPr/>
            <p:nvPr/>
          </p:nvCxnSpPr>
          <p:spPr>
            <a:xfrm>
              <a:off x="2183133" y="1240955"/>
              <a:ext cx="205800" cy="0"/>
            </a:xfrm>
            <a:prstGeom prst="straightConnector1">
              <a:avLst/>
            </a:prstGeom>
            <a:noFill/>
            <a:ln cap="flat" cmpd="sng" w="9525">
              <a:solidFill>
                <a:srgbClr val="B7B7B7"/>
              </a:solidFill>
              <a:prstDash val="solid"/>
              <a:round/>
              <a:headEnd len="med" w="med" type="none"/>
              <a:tailEnd len="med" w="med" type="none"/>
            </a:ln>
          </p:spPr>
        </p:cxnSp>
        <p:cxnSp>
          <p:nvCxnSpPr>
            <p:cNvPr id="6863" name="Google Shape;6863;p120"/>
            <p:cNvCxnSpPr/>
            <p:nvPr/>
          </p:nvCxnSpPr>
          <p:spPr>
            <a:xfrm>
              <a:off x="323600" y="3363822"/>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6864" name="Google Shape;6864;p120"/>
            <p:cNvCxnSpPr/>
            <p:nvPr/>
          </p:nvCxnSpPr>
          <p:spPr>
            <a:xfrm>
              <a:off x="328511" y="3569394"/>
              <a:ext cx="205800" cy="0"/>
            </a:xfrm>
            <a:prstGeom prst="straightConnector1">
              <a:avLst/>
            </a:prstGeom>
            <a:noFill/>
            <a:ln cap="flat" cmpd="sng" w="9525">
              <a:solidFill>
                <a:srgbClr val="B7B7B7"/>
              </a:solidFill>
              <a:prstDash val="solid"/>
              <a:round/>
              <a:headEnd len="med" w="med" type="none"/>
              <a:tailEnd len="med" w="med" type="none"/>
            </a:ln>
          </p:spPr>
        </p:cxnSp>
        <p:cxnSp>
          <p:nvCxnSpPr>
            <p:cNvPr id="6865" name="Google Shape;6865;p120"/>
            <p:cNvCxnSpPr/>
            <p:nvPr/>
          </p:nvCxnSpPr>
          <p:spPr>
            <a:xfrm>
              <a:off x="2394099" y="3363822"/>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6866" name="Google Shape;6866;p120"/>
            <p:cNvCxnSpPr/>
            <p:nvPr/>
          </p:nvCxnSpPr>
          <p:spPr>
            <a:xfrm>
              <a:off x="2183505" y="3569394"/>
              <a:ext cx="205800" cy="0"/>
            </a:xfrm>
            <a:prstGeom prst="straightConnector1">
              <a:avLst/>
            </a:prstGeom>
            <a:noFill/>
            <a:ln cap="flat" cmpd="sng" w="9525">
              <a:solidFill>
                <a:srgbClr val="B7B7B7"/>
              </a:solidFill>
              <a:prstDash val="solid"/>
              <a:round/>
              <a:headEnd len="med" w="med" type="none"/>
              <a:tailEnd len="med" w="med" type="none"/>
            </a:ln>
          </p:spPr>
        </p:cxnSp>
      </p:grpSp>
      <p:grpSp>
        <p:nvGrpSpPr>
          <p:cNvPr id="6867" name="Google Shape;6867;p120"/>
          <p:cNvGrpSpPr/>
          <p:nvPr/>
        </p:nvGrpSpPr>
        <p:grpSpPr>
          <a:xfrm>
            <a:off x="2660950" y="901287"/>
            <a:ext cx="2304000" cy="2805300"/>
            <a:chOff x="206850" y="899176"/>
            <a:chExt cx="2304000" cy="2805300"/>
          </a:xfrm>
        </p:grpSpPr>
        <p:sp>
          <p:nvSpPr>
            <p:cNvPr id="6868" name="Google Shape;6868;p120"/>
            <p:cNvSpPr/>
            <p:nvPr/>
          </p:nvSpPr>
          <p:spPr>
            <a:xfrm>
              <a:off x="206850" y="899176"/>
              <a:ext cx="2304000" cy="2805300"/>
            </a:xfrm>
            <a:prstGeom prst="roundRect">
              <a:avLst>
                <a:gd fmla="val 4586" name="adj"/>
              </a:avLst>
            </a:prstGeom>
            <a:solidFill>
              <a:srgbClr val="FFFFFF"/>
            </a:solidFill>
            <a:ln cap="flat" cmpd="sng" w="9525">
              <a:solidFill>
                <a:srgbClr val="B7B7B7"/>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t" bIns="36000" lIns="0" spcFirstLastPara="1" rIns="0" wrap="square" tIns="54000">
              <a:noAutofit/>
            </a:bodyPr>
            <a:lstStyle/>
            <a:p>
              <a:pPr indent="0" lvl="0" marL="0" marR="0" rtl="0" algn="ctr">
                <a:lnSpc>
                  <a:spcPct val="100000"/>
                </a:lnSpc>
                <a:spcBef>
                  <a:spcPts val="0"/>
                </a:spcBef>
                <a:spcAft>
                  <a:spcPts val="0"/>
                </a:spcAft>
                <a:buClr>
                  <a:srgbClr val="000000"/>
                </a:buClr>
                <a:buSzPts val="1100"/>
                <a:buFont typeface="Arial"/>
                <a:buNone/>
              </a:pPr>
              <a:r>
                <a:rPr b="1" i="1" lang="es-419" sz="1100">
                  <a:latin typeface="Arvo"/>
                  <a:ea typeface="Arvo"/>
                  <a:cs typeface="Arvo"/>
                  <a:sym typeface="Arvo"/>
                </a:rPr>
                <a:t>ViewPart</a:t>
              </a:r>
              <a:endParaRPr b="1" i="1" sz="1100">
                <a:latin typeface="Arvo"/>
                <a:ea typeface="Arvo"/>
                <a:cs typeface="Arvo"/>
                <a:sym typeface="Arvo"/>
              </a:endParaRPr>
            </a:p>
          </p:txBody>
        </p:sp>
        <p:cxnSp>
          <p:nvCxnSpPr>
            <p:cNvPr id="6869" name="Google Shape;6869;p120"/>
            <p:cNvCxnSpPr/>
            <p:nvPr/>
          </p:nvCxnSpPr>
          <p:spPr>
            <a:xfrm>
              <a:off x="323600" y="1236086"/>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6870" name="Google Shape;6870;p120"/>
            <p:cNvCxnSpPr/>
            <p:nvPr/>
          </p:nvCxnSpPr>
          <p:spPr>
            <a:xfrm>
              <a:off x="328511" y="1240955"/>
              <a:ext cx="205800" cy="0"/>
            </a:xfrm>
            <a:prstGeom prst="straightConnector1">
              <a:avLst/>
            </a:prstGeom>
            <a:noFill/>
            <a:ln cap="flat" cmpd="sng" w="9525">
              <a:solidFill>
                <a:srgbClr val="B7B7B7"/>
              </a:solidFill>
              <a:prstDash val="solid"/>
              <a:round/>
              <a:headEnd len="med" w="med" type="none"/>
              <a:tailEnd len="med" w="med" type="none"/>
            </a:ln>
          </p:spPr>
        </p:cxnSp>
        <p:cxnSp>
          <p:nvCxnSpPr>
            <p:cNvPr id="6871" name="Google Shape;6871;p120"/>
            <p:cNvCxnSpPr/>
            <p:nvPr/>
          </p:nvCxnSpPr>
          <p:spPr>
            <a:xfrm>
              <a:off x="2394099" y="1236086"/>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6872" name="Google Shape;6872;p120"/>
            <p:cNvCxnSpPr/>
            <p:nvPr/>
          </p:nvCxnSpPr>
          <p:spPr>
            <a:xfrm>
              <a:off x="2183133" y="1240955"/>
              <a:ext cx="205800" cy="0"/>
            </a:xfrm>
            <a:prstGeom prst="straightConnector1">
              <a:avLst/>
            </a:prstGeom>
            <a:noFill/>
            <a:ln cap="flat" cmpd="sng" w="9525">
              <a:solidFill>
                <a:srgbClr val="B7B7B7"/>
              </a:solidFill>
              <a:prstDash val="solid"/>
              <a:round/>
              <a:headEnd len="med" w="med" type="none"/>
              <a:tailEnd len="med" w="med" type="none"/>
            </a:ln>
          </p:spPr>
        </p:cxnSp>
        <p:cxnSp>
          <p:nvCxnSpPr>
            <p:cNvPr id="6873" name="Google Shape;6873;p120"/>
            <p:cNvCxnSpPr/>
            <p:nvPr/>
          </p:nvCxnSpPr>
          <p:spPr>
            <a:xfrm>
              <a:off x="323600" y="3363822"/>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6874" name="Google Shape;6874;p120"/>
            <p:cNvCxnSpPr/>
            <p:nvPr/>
          </p:nvCxnSpPr>
          <p:spPr>
            <a:xfrm>
              <a:off x="328511" y="3569394"/>
              <a:ext cx="205800" cy="0"/>
            </a:xfrm>
            <a:prstGeom prst="straightConnector1">
              <a:avLst/>
            </a:prstGeom>
            <a:noFill/>
            <a:ln cap="flat" cmpd="sng" w="9525">
              <a:solidFill>
                <a:srgbClr val="B7B7B7"/>
              </a:solidFill>
              <a:prstDash val="solid"/>
              <a:round/>
              <a:headEnd len="med" w="med" type="none"/>
              <a:tailEnd len="med" w="med" type="none"/>
            </a:ln>
          </p:spPr>
        </p:cxnSp>
        <p:cxnSp>
          <p:nvCxnSpPr>
            <p:cNvPr id="6875" name="Google Shape;6875;p120"/>
            <p:cNvCxnSpPr/>
            <p:nvPr/>
          </p:nvCxnSpPr>
          <p:spPr>
            <a:xfrm>
              <a:off x="2394099" y="3363822"/>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6876" name="Google Shape;6876;p120"/>
            <p:cNvCxnSpPr/>
            <p:nvPr/>
          </p:nvCxnSpPr>
          <p:spPr>
            <a:xfrm>
              <a:off x="2183505" y="3569394"/>
              <a:ext cx="205800" cy="0"/>
            </a:xfrm>
            <a:prstGeom prst="straightConnector1">
              <a:avLst/>
            </a:prstGeom>
            <a:noFill/>
            <a:ln cap="flat" cmpd="sng" w="9525">
              <a:solidFill>
                <a:srgbClr val="B7B7B7"/>
              </a:solidFill>
              <a:prstDash val="solid"/>
              <a:round/>
              <a:headEnd len="med" w="med" type="none"/>
              <a:tailEnd len="med" w="med" type="none"/>
            </a:ln>
          </p:spPr>
        </p:cxnSp>
      </p:grpSp>
      <p:grpSp>
        <p:nvGrpSpPr>
          <p:cNvPr id="6877" name="Google Shape;6877;p120"/>
          <p:cNvGrpSpPr/>
          <p:nvPr/>
        </p:nvGrpSpPr>
        <p:grpSpPr>
          <a:xfrm>
            <a:off x="2660950" y="3840639"/>
            <a:ext cx="2304000" cy="2805300"/>
            <a:chOff x="206850" y="899176"/>
            <a:chExt cx="2304000" cy="2805300"/>
          </a:xfrm>
        </p:grpSpPr>
        <p:sp>
          <p:nvSpPr>
            <p:cNvPr id="6878" name="Google Shape;6878;p120"/>
            <p:cNvSpPr/>
            <p:nvPr/>
          </p:nvSpPr>
          <p:spPr>
            <a:xfrm>
              <a:off x="206850" y="899176"/>
              <a:ext cx="2304000" cy="2805300"/>
            </a:xfrm>
            <a:prstGeom prst="roundRect">
              <a:avLst>
                <a:gd fmla="val 4586" name="adj"/>
              </a:avLst>
            </a:prstGeom>
            <a:solidFill>
              <a:srgbClr val="FFFFFF"/>
            </a:solidFill>
            <a:ln cap="flat" cmpd="sng" w="9525">
              <a:solidFill>
                <a:srgbClr val="B7B7B7"/>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t" bIns="36000" lIns="0" spcFirstLastPara="1" rIns="0" wrap="square" tIns="54000">
              <a:noAutofit/>
            </a:bodyPr>
            <a:lstStyle/>
            <a:p>
              <a:pPr indent="0" lvl="0" marL="0" marR="0" rtl="0" algn="ctr">
                <a:lnSpc>
                  <a:spcPct val="100000"/>
                </a:lnSpc>
                <a:spcBef>
                  <a:spcPts val="0"/>
                </a:spcBef>
                <a:spcAft>
                  <a:spcPts val="0"/>
                </a:spcAft>
                <a:buClr>
                  <a:srgbClr val="000000"/>
                </a:buClr>
                <a:buSzPts val="1100"/>
                <a:buFont typeface="Arial"/>
                <a:buNone/>
              </a:pPr>
              <a:r>
                <a:rPr b="1" i="1" lang="es-419" sz="1100">
                  <a:latin typeface="Arvo"/>
                  <a:ea typeface="Arvo"/>
                  <a:cs typeface="Arvo"/>
                  <a:sym typeface="Arvo"/>
                </a:rPr>
                <a:t>ViewModel</a:t>
              </a:r>
              <a:endParaRPr b="1" i="1" sz="1100">
                <a:latin typeface="Arvo"/>
                <a:ea typeface="Arvo"/>
                <a:cs typeface="Arvo"/>
                <a:sym typeface="Arvo"/>
              </a:endParaRPr>
            </a:p>
          </p:txBody>
        </p:sp>
        <p:cxnSp>
          <p:nvCxnSpPr>
            <p:cNvPr id="6879" name="Google Shape;6879;p120"/>
            <p:cNvCxnSpPr/>
            <p:nvPr/>
          </p:nvCxnSpPr>
          <p:spPr>
            <a:xfrm>
              <a:off x="323600" y="1236086"/>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6880" name="Google Shape;6880;p120"/>
            <p:cNvCxnSpPr/>
            <p:nvPr/>
          </p:nvCxnSpPr>
          <p:spPr>
            <a:xfrm>
              <a:off x="328511" y="1240955"/>
              <a:ext cx="205800" cy="0"/>
            </a:xfrm>
            <a:prstGeom prst="straightConnector1">
              <a:avLst/>
            </a:prstGeom>
            <a:noFill/>
            <a:ln cap="flat" cmpd="sng" w="9525">
              <a:solidFill>
                <a:srgbClr val="B7B7B7"/>
              </a:solidFill>
              <a:prstDash val="solid"/>
              <a:round/>
              <a:headEnd len="med" w="med" type="none"/>
              <a:tailEnd len="med" w="med" type="none"/>
            </a:ln>
          </p:spPr>
        </p:cxnSp>
        <p:cxnSp>
          <p:nvCxnSpPr>
            <p:cNvPr id="6881" name="Google Shape;6881;p120"/>
            <p:cNvCxnSpPr/>
            <p:nvPr/>
          </p:nvCxnSpPr>
          <p:spPr>
            <a:xfrm>
              <a:off x="2394099" y="1236086"/>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6882" name="Google Shape;6882;p120"/>
            <p:cNvCxnSpPr/>
            <p:nvPr/>
          </p:nvCxnSpPr>
          <p:spPr>
            <a:xfrm>
              <a:off x="2183133" y="1240955"/>
              <a:ext cx="205800" cy="0"/>
            </a:xfrm>
            <a:prstGeom prst="straightConnector1">
              <a:avLst/>
            </a:prstGeom>
            <a:noFill/>
            <a:ln cap="flat" cmpd="sng" w="9525">
              <a:solidFill>
                <a:srgbClr val="B7B7B7"/>
              </a:solidFill>
              <a:prstDash val="solid"/>
              <a:round/>
              <a:headEnd len="med" w="med" type="none"/>
              <a:tailEnd len="med" w="med" type="none"/>
            </a:ln>
          </p:spPr>
        </p:cxnSp>
        <p:cxnSp>
          <p:nvCxnSpPr>
            <p:cNvPr id="6883" name="Google Shape;6883;p120"/>
            <p:cNvCxnSpPr/>
            <p:nvPr/>
          </p:nvCxnSpPr>
          <p:spPr>
            <a:xfrm>
              <a:off x="323600" y="3363822"/>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6884" name="Google Shape;6884;p120"/>
            <p:cNvCxnSpPr/>
            <p:nvPr/>
          </p:nvCxnSpPr>
          <p:spPr>
            <a:xfrm>
              <a:off x="328511" y="3569394"/>
              <a:ext cx="205800" cy="0"/>
            </a:xfrm>
            <a:prstGeom prst="straightConnector1">
              <a:avLst/>
            </a:prstGeom>
            <a:noFill/>
            <a:ln cap="flat" cmpd="sng" w="9525">
              <a:solidFill>
                <a:srgbClr val="B7B7B7"/>
              </a:solidFill>
              <a:prstDash val="solid"/>
              <a:round/>
              <a:headEnd len="med" w="med" type="none"/>
              <a:tailEnd len="med" w="med" type="none"/>
            </a:ln>
          </p:spPr>
        </p:cxnSp>
        <p:cxnSp>
          <p:nvCxnSpPr>
            <p:cNvPr id="6885" name="Google Shape;6885;p120"/>
            <p:cNvCxnSpPr/>
            <p:nvPr/>
          </p:nvCxnSpPr>
          <p:spPr>
            <a:xfrm>
              <a:off x="2394099" y="3363822"/>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6886" name="Google Shape;6886;p120"/>
            <p:cNvCxnSpPr/>
            <p:nvPr/>
          </p:nvCxnSpPr>
          <p:spPr>
            <a:xfrm>
              <a:off x="2183505" y="3569394"/>
              <a:ext cx="205800" cy="0"/>
            </a:xfrm>
            <a:prstGeom prst="straightConnector1">
              <a:avLst/>
            </a:prstGeom>
            <a:noFill/>
            <a:ln cap="flat" cmpd="sng" w="9525">
              <a:solidFill>
                <a:srgbClr val="B7B7B7"/>
              </a:solidFill>
              <a:prstDash val="solid"/>
              <a:round/>
              <a:headEnd len="med" w="med" type="none"/>
              <a:tailEnd len="med" w="med" type="none"/>
            </a:ln>
          </p:spPr>
        </p:cxnSp>
      </p:grpSp>
      <p:grpSp>
        <p:nvGrpSpPr>
          <p:cNvPr id="6887" name="Google Shape;6887;p120"/>
          <p:cNvGrpSpPr/>
          <p:nvPr/>
        </p:nvGrpSpPr>
        <p:grpSpPr>
          <a:xfrm>
            <a:off x="5115050" y="901287"/>
            <a:ext cx="2304000" cy="2805300"/>
            <a:chOff x="206850" y="899176"/>
            <a:chExt cx="2304000" cy="2805300"/>
          </a:xfrm>
        </p:grpSpPr>
        <p:sp>
          <p:nvSpPr>
            <p:cNvPr id="6888" name="Google Shape;6888;p120"/>
            <p:cNvSpPr/>
            <p:nvPr/>
          </p:nvSpPr>
          <p:spPr>
            <a:xfrm>
              <a:off x="206850" y="899176"/>
              <a:ext cx="2304000" cy="2805300"/>
            </a:xfrm>
            <a:prstGeom prst="roundRect">
              <a:avLst>
                <a:gd fmla="val 4586" name="adj"/>
              </a:avLst>
            </a:prstGeom>
            <a:solidFill>
              <a:srgbClr val="FFFFFF"/>
            </a:solidFill>
            <a:ln cap="flat" cmpd="sng" w="9525">
              <a:solidFill>
                <a:srgbClr val="B7B7B7"/>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t" bIns="36000" lIns="0" spcFirstLastPara="1" rIns="0" wrap="square" tIns="54000">
              <a:noAutofit/>
            </a:bodyPr>
            <a:lstStyle/>
            <a:p>
              <a:pPr indent="0" lvl="0" marL="0" marR="0" rtl="0" algn="ctr">
                <a:lnSpc>
                  <a:spcPct val="100000"/>
                </a:lnSpc>
                <a:spcBef>
                  <a:spcPts val="0"/>
                </a:spcBef>
                <a:spcAft>
                  <a:spcPts val="0"/>
                </a:spcAft>
                <a:buClr>
                  <a:srgbClr val="000000"/>
                </a:buClr>
                <a:buSzPts val="1100"/>
                <a:buFont typeface="Arial"/>
                <a:buNone/>
              </a:pPr>
              <a:r>
                <a:rPr b="1" i="1" lang="es-419" sz="1100">
                  <a:latin typeface="Arvo"/>
                  <a:ea typeface="Arvo"/>
                  <a:cs typeface="Arvo"/>
                  <a:sym typeface="Arvo"/>
                </a:rPr>
                <a:t>ViewPart</a:t>
              </a:r>
              <a:endParaRPr b="1" i="1" sz="1100">
                <a:latin typeface="Arvo"/>
                <a:ea typeface="Arvo"/>
                <a:cs typeface="Arvo"/>
                <a:sym typeface="Arvo"/>
              </a:endParaRPr>
            </a:p>
          </p:txBody>
        </p:sp>
        <p:cxnSp>
          <p:nvCxnSpPr>
            <p:cNvPr id="6889" name="Google Shape;6889;p120"/>
            <p:cNvCxnSpPr/>
            <p:nvPr/>
          </p:nvCxnSpPr>
          <p:spPr>
            <a:xfrm>
              <a:off x="323600" y="1236086"/>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6890" name="Google Shape;6890;p120"/>
            <p:cNvCxnSpPr/>
            <p:nvPr/>
          </p:nvCxnSpPr>
          <p:spPr>
            <a:xfrm>
              <a:off x="328511" y="1240955"/>
              <a:ext cx="205800" cy="0"/>
            </a:xfrm>
            <a:prstGeom prst="straightConnector1">
              <a:avLst/>
            </a:prstGeom>
            <a:noFill/>
            <a:ln cap="flat" cmpd="sng" w="9525">
              <a:solidFill>
                <a:srgbClr val="B7B7B7"/>
              </a:solidFill>
              <a:prstDash val="solid"/>
              <a:round/>
              <a:headEnd len="med" w="med" type="none"/>
              <a:tailEnd len="med" w="med" type="none"/>
            </a:ln>
          </p:spPr>
        </p:cxnSp>
        <p:cxnSp>
          <p:nvCxnSpPr>
            <p:cNvPr id="6891" name="Google Shape;6891;p120"/>
            <p:cNvCxnSpPr/>
            <p:nvPr/>
          </p:nvCxnSpPr>
          <p:spPr>
            <a:xfrm>
              <a:off x="2394099" y="1236086"/>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6892" name="Google Shape;6892;p120"/>
            <p:cNvCxnSpPr/>
            <p:nvPr/>
          </p:nvCxnSpPr>
          <p:spPr>
            <a:xfrm>
              <a:off x="2183133" y="1240955"/>
              <a:ext cx="205800" cy="0"/>
            </a:xfrm>
            <a:prstGeom prst="straightConnector1">
              <a:avLst/>
            </a:prstGeom>
            <a:noFill/>
            <a:ln cap="flat" cmpd="sng" w="9525">
              <a:solidFill>
                <a:srgbClr val="B7B7B7"/>
              </a:solidFill>
              <a:prstDash val="solid"/>
              <a:round/>
              <a:headEnd len="med" w="med" type="none"/>
              <a:tailEnd len="med" w="med" type="none"/>
            </a:ln>
          </p:spPr>
        </p:cxnSp>
        <p:cxnSp>
          <p:nvCxnSpPr>
            <p:cNvPr id="6893" name="Google Shape;6893;p120"/>
            <p:cNvCxnSpPr/>
            <p:nvPr/>
          </p:nvCxnSpPr>
          <p:spPr>
            <a:xfrm>
              <a:off x="323600" y="3363822"/>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6894" name="Google Shape;6894;p120"/>
            <p:cNvCxnSpPr/>
            <p:nvPr/>
          </p:nvCxnSpPr>
          <p:spPr>
            <a:xfrm>
              <a:off x="328511" y="3569394"/>
              <a:ext cx="205800" cy="0"/>
            </a:xfrm>
            <a:prstGeom prst="straightConnector1">
              <a:avLst/>
            </a:prstGeom>
            <a:noFill/>
            <a:ln cap="flat" cmpd="sng" w="9525">
              <a:solidFill>
                <a:srgbClr val="B7B7B7"/>
              </a:solidFill>
              <a:prstDash val="solid"/>
              <a:round/>
              <a:headEnd len="med" w="med" type="none"/>
              <a:tailEnd len="med" w="med" type="none"/>
            </a:ln>
          </p:spPr>
        </p:cxnSp>
        <p:cxnSp>
          <p:nvCxnSpPr>
            <p:cNvPr id="6895" name="Google Shape;6895;p120"/>
            <p:cNvCxnSpPr/>
            <p:nvPr/>
          </p:nvCxnSpPr>
          <p:spPr>
            <a:xfrm>
              <a:off x="2394099" y="3363822"/>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6896" name="Google Shape;6896;p120"/>
            <p:cNvCxnSpPr/>
            <p:nvPr/>
          </p:nvCxnSpPr>
          <p:spPr>
            <a:xfrm>
              <a:off x="2183505" y="3569394"/>
              <a:ext cx="205800" cy="0"/>
            </a:xfrm>
            <a:prstGeom prst="straightConnector1">
              <a:avLst/>
            </a:prstGeom>
            <a:noFill/>
            <a:ln cap="flat" cmpd="sng" w="9525">
              <a:solidFill>
                <a:srgbClr val="B7B7B7"/>
              </a:solidFill>
              <a:prstDash val="solid"/>
              <a:round/>
              <a:headEnd len="med" w="med" type="none"/>
              <a:tailEnd len="med" w="med" type="none"/>
            </a:ln>
          </p:spPr>
        </p:cxnSp>
      </p:grpSp>
      <p:grpSp>
        <p:nvGrpSpPr>
          <p:cNvPr id="6897" name="Google Shape;6897;p120"/>
          <p:cNvGrpSpPr/>
          <p:nvPr/>
        </p:nvGrpSpPr>
        <p:grpSpPr>
          <a:xfrm>
            <a:off x="5115050" y="3840639"/>
            <a:ext cx="2304000" cy="2805300"/>
            <a:chOff x="206850" y="899176"/>
            <a:chExt cx="2304000" cy="2805300"/>
          </a:xfrm>
        </p:grpSpPr>
        <p:sp>
          <p:nvSpPr>
            <p:cNvPr id="6898" name="Google Shape;6898;p120"/>
            <p:cNvSpPr/>
            <p:nvPr/>
          </p:nvSpPr>
          <p:spPr>
            <a:xfrm>
              <a:off x="206850" y="899176"/>
              <a:ext cx="2304000" cy="2805300"/>
            </a:xfrm>
            <a:prstGeom prst="roundRect">
              <a:avLst>
                <a:gd fmla="val 4586" name="adj"/>
              </a:avLst>
            </a:prstGeom>
            <a:solidFill>
              <a:srgbClr val="FFFFFF"/>
            </a:solidFill>
            <a:ln cap="flat" cmpd="sng" w="9525">
              <a:solidFill>
                <a:srgbClr val="B7B7B7"/>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t" bIns="36000" lIns="0" spcFirstLastPara="1" rIns="0" wrap="square" tIns="54000">
              <a:noAutofit/>
            </a:bodyPr>
            <a:lstStyle/>
            <a:p>
              <a:pPr indent="0" lvl="0" marL="0" marR="0" rtl="0" algn="ctr">
                <a:lnSpc>
                  <a:spcPct val="100000"/>
                </a:lnSpc>
                <a:spcBef>
                  <a:spcPts val="0"/>
                </a:spcBef>
                <a:spcAft>
                  <a:spcPts val="0"/>
                </a:spcAft>
                <a:buClr>
                  <a:srgbClr val="000000"/>
                </a:buClr>
                <a:buSzPts val="1100"/>
                <a:buFont typeface="Arial"/>
                <a:buNone/>
              </a:pPr>
              <a:r>
                <a:rPr b="1" i="1" lang="es-419" sz="1100">
                  <a:latin typeface="Arvo"/>
                  <a:ea typeface="Arvo"/>
                  <a:cs typeface="Arvo"/>
                  <a:sym typeface="Arvo"/>
                </a:rPr>
                <a:t>ViewModel</a:t>
              </a:r>
              <a:endParaRPr b="1" i="1" sz="1100">
                <a:latin typeface="Arvo"/>
                <a:ea typeface="Arvo"/>
                <a:cs typeface="Arvo"/>
                <a:sym typeface="Arvo"/>
              </a:endParaRPr>
            </a:p>
          </p:txBody>
        </p:sp>
        <p:cxnSp>
          <p:nvCxnSpPr>
            <p:cNvPr id="6899" name="Google Shape;6899;p120"/>
            <p:cNvCxnSpPr/>
            <p:nvPr/>
          </p:nvCxnSpPr>
          <p:spPr>
            <a:xfrm>
              <a:off x="323600" y="1236086"/>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6900" name="Google Shape;6900;p120"/>
            <p:cNvCxnSpPr/>
            <p:nvPr/>
          </p:nvCxnSpPr>
          <p:spPr>
            <a:xfrm>
              <a:off x="328511" y="1240955"/>
              <a:ext cx="205800" cy="0"/>
            </a:xfrm>
            <a:prstGeom prst="straightConnector1">
              <a:avLst/>
            </a:prstGeom>
            <a:noFill/>
            <a:ln cap="flat" cmpd="sng" w="9525">
              <a:solidFill>
                <a:srgbClr val="B7B7B7"/>
              </a:solidFill>
              <a:prstDash val="solid"/>
              <a:round/>
              <a:headEnd len="med" w="med" type="none"/>
              <a:tailEnd len="med" w="med" type="none"/>
            </a:ln>
          </p:spPr>
        </p:cxnSp>
        <p:cxnSp>
          <p:nvCxnSpPr>
            <p:cNvPr id="6901" name="Google Shape;6901;p120"/>
            <p:cNvCxnSpPr/>
            <p:nvPr/>
          </p:nvCxnSpPr>
          <p:spPr>
            <a:xfrm>
              <a:off x="2394099" y="1236086"/>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6902" name="Google Shape;6902;p120"/>
            <p:cNvCxnSpPr/>
            <p:nvPr/>
          </p:nvCxnSpPr>
          <p:spPr>
            <a:xfrm>
              <a:off x="2183133" y="1240955"/>
              <a:ext cx="205800" cy="0"/>
            </a:xfrm>
            <a:prstGeom prst="straightConnector1">
              <a:avLst/>
            </a:prstGeom>
            <a:noFill/>
            <a:ln cap="flat" cmpd="sng" w="9525">
              <a:solidFill>
                <a:srgbClr val="B7B7B7"/>
              </a:solidFill>
              <a:prstDash val="solid"/>
              <a:round/>
              <a:headEnd len="med" w="med" type="none"/>
              <a:tailEnd len="med" w="med" type="none"/>
            </a:ln>
          </p:spPr>
        </p:cxnSp>
        <p:cxnSp>
          <p:nvCxnSpPr>
            <p:cNvPr id="6903" name="Google Shape;6903;p120"/>
            <p:cNvCxnSpPr/>
            <p:nvPr/>
          </p:nvCxnSpPr>
          <p:spPr>
            <a:xfrm>
              <a:off x="323600" y="3363822"/>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6904" name="Google Shape;6904;p120"/>
            <p:cNvCxnSpPr/>
            <p:nvPr/>
          </p:nvCxnSpPr>
          <p:spPr>
            <a:xfrm>
              <a:off x="328511" y="3569394"/>
              <a:ext cx="205800" cy="0"/>
            </a:xfrm>
            <a:prstGeom prst="straightConnector1">
              <a:avLst/>
            </a:prstGeom>
            <a:noFill/>
            <a:ln cap="flat" cmpd="sng" w="9525">
              <a:solidFill>
                <a:srgbClr val="B7B7B7"/>
              </a:solidFill>
              <a:prstDash val="solid"/>
              <a:round/>
              <a:headEnd len="med" w="med" type="none"/>
              <a:tailEnd len="med" w="med" type="none"/>
            </a:ln>
          </p:spPr>
        </p:cxnSp>
        <p:cxnSp>
          <p:nvCxnSpPr>
            <p:cNvPr id="6905" name="Google Shape;6905;p120"/>
            <p:cNvCxnSpPr/>
            <p:nvPr/>
          </p:nvCxnSpPr>
          <p:spPr>
            <a:xfrm>
              <a:off x="2394099" y="3363822"/>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6906" name="Google Shape;6906;p120"/>
            <p:cNvCxnSpPr/>
            <p:nvPr/>
          </p:nvCxnSpPr>
          <p:spPr>
            <a:xfrm>
              <a:off x="2183505" y="3569394"/>
              <a:ext cx="205800" cy="0"/>
            </a:xfrm>
            <a:prstGeom prst="straightConnector1">
              <a:avLst/>
            </a:prstGeom>
            <a:noFill/>
            <a:ln cap="flat" cmpd="sng" w="9525">
              <a:solidFill>
                <a:srgbClr val="B7B7B7"/>
              </a:solidFill>
              <a:prstDash val="solid"/>
              <a:round/>
              <a:headEnd len="med" w="med" type="none"/>
              <a:tailEnd len="med" w="med" type="none"/>
            </a:ln>
          </p:spPr>
        </p:cxnSp>
      </p:grpSp>
      <p:grpSp>
        <p:nvGrpSpPr>
          <p:cNvPr id="6907" name="Google Shape;6907;p120"/>
          <p:cNvGrpSpPr/>
          <p:nvPr/>
        </p:nvGrpSpPr>
        <p:grpSpPr>
          <a:xfrm>
            <a:off x="7569150" y="901287"/>
            <a:ext cx="2304000" cy="2805300"/>
            <a:chOff x="206850" y="899176"/>
            <a:chExt cx="2304000" cy="2805300"/>
          </a:xfrm>
        </p:grpSpPr>
        <p:sp>
          <p:nvSpPr>
            <p:cNvPr id="6908" name="Google Shape;6908;p120"/>
            <p:cNvSpPr/>
            <p:nvPr/>
          </p:nvSpPr>
          <p:spPr>
            <a:xfrm>
              <a:off x="206850" y="899176"/>
              <a:ext cx="2304000" cy="2805300"/>
            </a:xfrm>
            <a:prstGeom prst="roundRect">
              <a:avLst>
                <a:gd fmla="val 4586" name="adj"/>
              </a:avLst>
            </a:prstGeom>
            <a:solidFill>
              <a:srgbClr val="FFFFFF"/>
            </a:solidFill>
            <a:ln cap="flat" cmpd="sng" w="9525">
              <a:solidFill>
                <a:srgbClr val="B7B7B7"/>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t" bIns="36000" lIns="0" spcFirstLastPara="1" rIns="0" wrap="square" tIns="54000">
              <a:noAutofit/>
            </a:bodyPr>
            <a:lstStyle/>
            <a:p>
              <a:pPr indent="0" lvl="0" marL="0" marR="0" rtl="0" algn="ctr">
                <a:lnSpc>
                  <a:spcPct val="100000"/>
                </a:lnSpc>
                <a:spcBef>
                  <a:spcPts val="0"/>
                </a:spcBef>
                <a:spcAft>
                  <a:spcPts val="0"/>
                </a:spcAft>
                <a:buClr>
                  <a:srgbClr val="000000"/>
                </a:buClr>
                <a:buSzPts val="1100"/>
                <a:buFont typeface="Arial"/>
                <a:buNone/>
              </a:pPr>
              <a:r>
                <a:rPr b="1" i="1" lang="es-419" sz="1100">
                  <a:latin typeface="Arvo"/>
                  <a:ea typeface="Arvo"/>
                  <a:cs typeface="Arvo"/>
                  <a:sym typeface="Arvo"/>
                </a:rPr>
                <a:t>ViewPart</a:t>
              </a:r>
              <a:endParaRPr b="1" i="1" sz="1100">
                <a:latin typeface="Arvo"/>
                <a:ea typeface="Arvo"/>
                <a:cs typeface="Arvo"/>
                <a:sym typeface="Arvo"/>
              </a:endParaRPr>
            </a:p>
          </p:txBody>
        </p:sp>
        <p:cxnSp>
          <p:nvCxnSpPr>
            <p:cNvPr id="6909" name="Google Shape;6909;p120"/>
            <p:cNvCxnSpPr/>
            <p:nvPr/>
          </p:nvCxnSpPr>
          <p:spPr>
            <a:xfrm>
              <a:off x="323600" y="1236086"/>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6910" name="Google Shape;6910;p120"/>
            <p:cNvCxnSpPr/>
            <p:nvPr/>
          </p:nvCxnSpPr>
          <p:spPr>
            <a:xfrm>
              <a:off x="328511" y="1240955"/>
              <a:ext cx="205800" cy="0"/>
            </a:xfrm>
            <a:prstGeom prst="straightConnector1">
              <a:avLst/>
            </a:prstGeom>
            <a:noFill/>
            <a:ln cap="flat" cmpd="sng" w="9525">
              <a:solidFill>
                <a:srgbClr val="B7B7B7"/>
              </a:solidFill>
              <a:prstDash val="solid"/>
              <a:round/>
              <a:headEnd len="med" w="med" type="none"/>
              <a:tailEnd len="med" w="med" type="none"/>
            </a:ln>
          </p:spPr>
        </p:cxnSp>
        <p:cxnSp>
          <p:nvCxnSpPr>
            <p:cNvPr id="6911" name="Google Shape;6911;p120"/>
            <p:cNvCxnSpPr/>
            <p:nvPr/>
          </p:nvCxnSpPr>
          <p:spPr>
            <a:xfrm>
              <a:off x="2394099" y="1236086"/>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6912" name="Google Shape;6912;p120"/>
            <p:cNvCxnSpPr/>
            <p:nvPr/>
          </p:nvCxnSpPr>
          <p:spPr>
            <a:xfrm>
              <a:off x="2183133" y="1240955"/>
              <a:ext cx="205800" cy="0"/>
            </a:xfrm>
            <a:prstGeom prst="straightConnector1">
              <a:avLst/>
            </a:prstGeom>
            <a:noFill/>
            <a:ln cap="flat" cmpd="sng" w="9525">
              <a:solidFill>
                <a:srgbClr val="B7B7B7"/>
              </a:solidFill>
              <a:prstDash val="solid"/>
              <a:round/>
              <a:headEnd len="med" w="med" type="none"/>
              <a:tailEnd len="med" w="med" type="none"/>
            </a:ln>
          </p:spPr>
        </p:cxnSp>
        <p:cxnSp>
          <p:nvCxnSpPr>
            <p:cNvPr id="6913" name="Google Shape;6913;p120"/>
            <p:cNvCxnSpPr/>
            <p:nvPr/>
          </p:nvCxnSpPr>
          <p:spPr>
            <a:xfrm>
              <a:off x="323600" y="3363822"/>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6914" name="Google Shape;6914;p120"/>
            <p:cNvCxnSpPr/>
            <p:nvPr/>
          </p:nvCxnSpPr>
          <p:spPr>
            <a:xfrm>
              <a:off x="328511" y="3569394"/>
              <a:ext cx="205800" cy="0"/>
            </a:xfrm>
            <a:prstGeom prst="straightConnector1">
              <a:avLst/>
            </a:prstGeom>
            <a:noFill/>
            <a:ln cap="flat" cmpd="sng" w="9525">
              <a:solidFill>
                <a:srgbClr val="B7B7B7"/>
              </a:solidFill>
              <a:prstDash val="solid"/>
              <a:round/>
              <a:headEnd len="med" w="med" type="none"/>
              <a:tailEnd len="med" w="med" type="none"/>
            </a:ln>
          </p:spPr>
        </p:cxnSp>
        <p:cxnSp>
          <p:nvCxnSpPr>
            <p:cNvPr id="6915" name="Google Shape;6915;p120"/>
            <p:cNvCxnSpPr/>
            <p:nvPr/>
          </p:nvCxnSpPr>
          <p:spPr>
            <a:xfrm>
              <a:off x="2394099" y="3363822"/>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6916" name="Google Shape;6916;p120"/>
            <p:cNvCxnSpPr/>
            <p:nvPr/>
          </p:nvCxnSpPr>
          <p:spPr>
            <a:xfrm>
              <a:off x="2183505" y="3569394"/>
              <a:ext cx="205800" cy="0"/>
            </a:xfrm>
            <a:prstGeom prst="straightConnector1">
              <a:avLst/>
            </a:prstGeom>
            <a:noFill/>
            <a:ln cap="flat" cmpd="sng" w="9525">
              <a:solidFill>
                <a:srgbClr val="B7B7B7"/>
              </a:solidFill>
              <a:prstDash val="solid"/>
              <a:round/>
              <a:headEnd len="med" w="med" type="none"/>
              <a:tailEnd len="med" w="med" type="none"/>
            </a:ln>
          </p:spPr>
        </p:cxnSp>
      </p:grpSp>
      <p:grpSp>
        <p:nvGrpSpPr>
          <p:cNvPr id="6917" name="Google Shape;6917;p120"/>
          <p:cNvGrpSpPr/>
          <p:nvPr/>
        </p:nvGrpSpPr>
        <p:grpSpPr>
          <a:xfrm>
            <a:off x="7569150" y="3840639"/>
            <a:ext cx="2304000" cy="2805300"/>
            <a:chOff x="206850" y="899176"/>
            <a:chExt cx="2304000" cy="2805300"/>
          </a:xfrm>
        </p:grpSpPr>
        <p:sp>
          <p:nvSpPr>
            <p:cNvPr id="6918" name="Google Shape;6918;p120"/>
            <p:cNvSpPr/>
            <p:nvPr/>
          </p:nvSpPr>
          <p:spPr>
            <a:xfrm>
              <a:off x="206850" y="899176"/>
              <a:ext cx="2304000" cy="2805300"/>
            </a:xfrm>
            <a:prstGeom prst="roundRect">
              <a:avLst>
                <a:gd fmla="val 4586" name="adj"/>
              </a:avLst>
            </a:prstGeom>
            <a:solidFill>
              <a:srgbClr val="FFFFFF"/>
            </a:solidFill>
            <a:ln cap="flat" cmpd="sng" w="9525">
              <a:solidFill>
                <a:srgbClr val="B7B7B7"/>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t" bIns="36000" lIns="0" spcFirstLastPara="1" rIns="0" wrap="square" tIns="54000">
              <a:noAutofit/>
            </a:bodyPr>
            <a:lstStyle/>
            <a:p>
              <a:pPr indent="0" lvl="0" marL="0" marR="0" rtl="0" algn="ctr">
                <a:lnSpc>
                  <a:spcPct val="100000"/>
                </a:lnSpc>
                <a:spcBef>
                  <a:spcPts val="0"/>
                </a:spcBef>
                <a:spcAft>
                  <a:spcPts val="0"/>
                </a:spcAft>
                <a:buClr>
                  <a:srgbClr val="000000"/>
                </a:buClr>
                <a:buSzPts val="1100"/>
                <a:buFont typeface="Arial"/>
                <a:buNone/>
              </a:pPr>
              <a:r>
                <a:rPr b="1" i="1" lang="es-419" sz="1100">
                  <a:latin typeface="Arvo"/>
                  <a:ea typeface="Arvo"/>
                  <a:cs typeface="Arvo"/>
                  <a:sym typeface="Arvo"/>
                </a:rPr>
                <a:t>ViewModel</a:t>
              </a:r>
              <a:endParaRPr b="1" i="1" sz="1100">
                <a:latin typeface="Arvo"/>
                <a:ea typeface="Arvo"/>
                <a:cs typeface="Arvo"/>
                <a:sym typeface="Arvo"/>
              </a:endParaRPr>
            </a:p>
          </p:txBody>
        </p:sp>
        <p:cxnSp>
          <p:nvCxnSpPr>
            <p:cNvPr id="6919" name="Google Shape;6919;p120"/>
            <p:cNvCxnSpPr/>
            <p:nvPr/>
          </p:nvCxnSpPr>
          <p:spPr>
            <a:xfrm>
              <a:off x="323600" y="1236086"/>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6920" name="Google Shape;6920;p120"/>
            <p:cNvCxnSpPr/>
            <p:nvPr/>
          </p:nvCxnSpPr>
          <p:spPr>
            <a:xfrm>
              <a:off x="328511" y="1240955"/>
              <a:ext cx="205800" cy="0"/>
            </a:xfrm>
            <a:prstGeom prst="straightConnector1">
              <a:avLst/>
            </a:prstGeom>
            <a:noFill/>
            <a:ln cap="flat" cmpd="sng" w="9525">
              <a:solidFill>
                <a:srgbClr val="B7B7B7"/>
              </a:solidFill>
              <a:prstDash val="solid"/>
              <a:round/>
              <a:headEnd len="med" w="med" type="none"/>
              <a:tailEnd len="med" w="med" type="none"/>
            </a:ln>
          </p:spPr>
        </p:cxnSp>
        <p:cxnSp>
          <p:nvCxnSpPr>
            <p:cNvPr id="6921" name="Google Shape;6921;p120"/>
            <p:cNvCxnSpPr/>
            <p:nvPr/>
          </p:nvCxnSpPr>
          <p:spPr>
            <a:xfrm>
              <a:off x="2394099" y="1236086"/>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6922" name="Google Shape;6922;p120"/>
            <p:cNvCxnSpPr/>
            <p:nvPr/>
          </p:nvCxnSpPr>
          <p:spPr>
            <a:xfrm>
              <a:off x="2183133" y="1240955"/>
              <a:ext cx="205800" cy="0"/>
            </a:xfrm>
            <a:prstGeom prst="straightConnector1">
              <a:avLst/>
            </a:prstGeom>
            <a:noFill/>
            <a:ln cap="flat" cmpd="sng" w="9525">
              <a:solidFill>
                <a:srgbClr val="B7B7B7"/>
              </a:solidFill>
              <a:prstDash val="solid"/>
              <a:round/>
              <a:headEnd len="med" w="med" type="none"/>
              <a:tailEnd len="med" w="med" type="none"/>
            </a:ln>
          </p:spPr>
        </p:cxnSp>
        <p:cxnSp>
          <p:nvCxnSpPr>
            <p:cNvPr id="6923" name="Google Shape;6923;p120"/>
            <p:cNvCxnSpPr/>
            <p:nvPr/>
          </p:nvCxnSpPr>
          <p:spPr>
            <a:xfrm>
              <a:off x="323600" y="3363822"/>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6924" name="Google Shape;6924;p120"/>
            <p:cNvCxnSpPr/>
            <p:nvPr/>
          </p:nvCxnSpPr>
          <p:spPr>
            <a:xfrm>
              <a:off x="328511" y="3569394"/>
              <a:ext cx="205800" cy="0"/>
            </a:xfrm>
            <a:prstGeom prst="straightConnector1">
              <a:avLst/>
            </a:prstGeom>
            <a:noFill/>
            <a:ln cap="flat" cmpd="sng" w="9525">
              <a:solidFill>
                <a:srgbClr val="B7B7B7"/>
              </a:solidFill>
              <a:prstDash val="solid"/>
              <a:round/>
              <a:headEnd len="med" w="med" type="none"/>
              <a:tailEnd len="med" w="med" type="none"/>
            </a:ln>
          </p:spPr>
        </p:cxnSp>
        <p:cxnSp>
          <p:nvCxnSpPr>
            <p:cNvPr id="6925" name="Google Shape;6925;p120"/>
            <p:cNvCxnSpPr/>
            <p:nvPr/>
          </p:nvCxnSpPr>
          <p:spPr>
            <a:xfrm>
              <a:off x="2394099" y="3363822"/>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6926" name="Google Shape;6926;p120"/>
            <p:cNvCxnSpPr/>
            <p:nvPr/>
          </p:nvCxnSpPr>
          <p:spPr>
            <a:xfrm>
              <a:off x="2183505" y="3569394"/>
              <a:ext cx="205800" cy="0"/>
            </a:xfrm>
            <a:prstGeom prst="straightConnector1">
              <a:avLst/>
            </a:prstGeom>
            <a:noFill/>
            <a:ln cap="flat" cmpd="sng" w="9525">
              <a:solidFill>
                <a:srgbClr val="B7B7B7"/>
              </a:solidFill>
              <a:prstDash val="solid"/>
              <a:round/>
              <a:headEnd len="med" w="med" type="none"/>
              <a:tailEnd len="med" w="med" type="none"/>
            </a:ln>
          </p:spPr>
        </p:cxnSp>
      </p:grpSp>
      <p:sp>
        <p:nvSpPr>
          <p:cNvPr id="6927" name="Google Shape;6927;p120"/>
          <p:cNvSpPr txBox="1"/>
          <p:nvPr>
            <p:ph idx="1" type="body"/>
          </p:nvPr>
        </p:nvSpPr>
        <p:spPr>
          <a:xfrm>
            <a:off x="641150" y="612125"/>
            <a:ext cx="1770300" cy="160500"/>
          </a:xfrm>
          <a:prstGeom prst="rect">
            <a:avLst/>
          </a:prstGeom>
          <a:noFill/>
          <a:ln>
            <a:noFill/>
          </a:ln>
        </p:spPr>
        <p:txBody>
          <a:bodyPr anchorCtr="0" anchor="t" bIns="0" lIns="0" spcFirstLastPara="1" rIns="0" wrap="square" tIns="0">
            <a:noAutofit/>
          </a:bodyPr>
          <a:lstStyle>
            <a:lvl1pPr indent="-292100" lvl="0" marL="457200" algn="ctr">
              <a:spcBef>
                <a:spcPts val="0"/>
              </a:spcBef>
              <a:spcAft>
                <a:spcPts val="0"/>
              </a:spcAft>
              <a:buClr>
                <a:srgbClr val="FFFFFF"/>
              </a:buClr>
              <a:buSzPts val="1000"/>
              <a:buChar char="●"/>
              <a:defRPr sz="1000">
                <a:solidFill>
                  <a:srgbClr val="FFFFFF"/>
                </a:solidFill>
              </a:defRPr>
            </a:lvl1pPr>
            <a:lvl2pPr indent="-292100" lvl="1" marL="914400" algn="ctr">
              <a:spcBef>
                <a:spcPts val="0"/>
              </a:spcBef>
              <a:spcAft>
                <a:spcPts val="0"/>
              </a:spcAft>
              <a:buClr>
                <a:srgbClr val="FFFFFF"/>
              </a:buClr>
              <a:buSzPts val="1000"/>
              <a:buChar char="○"/>
              <a:defRPr sz="1000">
                <a:solidFill>
                  <a:srgbClr val="FFFFFF"/>
                </a:solidFill>
              </a:defRPr>
            </a:lvl2pPr>
            <a:lvl3pPr indent="-292100" lvl="2" marL="1371600" algn="ctr">
              <a:spcBef>
                <a:spcPts val="0"/>
              </a:spcBef>
              <a:spcAft>
                <a:spcPts val="0"/>
              </a:spcAft>
              <a:buClr>
                <a:srgbClr val="FFFFFF"/>
              </a:buClr>
              <a:buSzPts val="1000"/>
              <a:buChar char="■"/>
              <a:defRPr sz="1000">
                <a:solidFill>
                  <a:srgbClr val="FFFFFF"/>
                </a:solidFill>
              </a:defRPr>
            </a:lvl3pPr>
            <a:lvl4pPr indent="-292100" lvl="3" marL="1828800" algn="ctr">
              <a:spcBef>
                <a:spcPts val="0"/>
              </a:spcBef>
              <a:spcAft>
                <a:spcPts val="0"/>
              </a:spcAft>
              <a:buClr>
                <a:srgbClr val="FFFFFF"/>
              </a:buClr>
              <a:buSzPts val="1000"/>
              <a:buChar char="●"/>
              <a:defRPr sz="1000">
                <a:solidFill>
                  <a:srgbClr val="FFFFFF"/>
                </a:solidFill>
              </a:defRPr>
            </a:lvl4pPr>
            <a:lvl5pPr indent="-292100" lvl="4" marL="2286000" algn="ctr">
              <a:spcBef>
                <a:spcPts val="0"/>
              </a:spcBef>
              <a:spcAft>
                <a:spcPts val="0"/>
              </a:spcAft>
              <a:buClr>
                <a:srgbClr val="FFFFFF"/>
              </a:buClr>
              <a:buSzPts val="1000"/>
              <a:buChar char="○"/>
              <a:defRPr sz="1000">
                <a:solidFill>
                  <a:srgbClr val="FFFFFF"/>
                </a:solidFill>
              </a:defRPr>
            </a:lvl5pPr>
            <a:lvl6pPr indent="-292100" lvl="5" marL="2743200" algn="ctr">
              <a:spcBef>
                <a:spcPts val="0"/>
              </a:spcBef>
              <a:spcAft>
                <a:spcPts val="0"/>
              </a:spcAft>
              <a:buClr>
                <a:srgbClr val="FFFFFF"/>
              </a:buClr>
              <a:buSzPts val="1000"/>
              <a:buChar char="■"/>
              <a:defRPr sz="1000">
                <a:solidFill>
                  <a:srgbClr val="FFFFFF"/>
                </a:solidFill>
              </a:defRPr>
            </a:lvl6pPr>
            <a:lvl7pPr indent="-292100" lvl="6" marL="3200400" algn="ctr">
              <a:spcBef>
                <a:spcPts val="0"/>
              </a:spcBef>
              <a:spcAft>
                <a:spcPts val="0"/>
              </a:spcAft>
              <a:buClr>
                <a:srgbClr val="FFFFFF"/>
              </a:buClr>
              <a:buSzPts val="1000"/>
              <a:buChar char="●"/>
              <a:defRPr sz="1000">
                <a:solidFill>
                  <a:srgbClr val="FFFFFF"/>
                </a:solidFill>
              </a:defRPr>
            </a:lvl7pPr>
            <a:lvl8pPr indent="-292100" lvl="7" marL="3657600" algn="ctr">
              <a:spcBef>
                <a:spcPts val="0"/>
              </a:spcBef>
              <a:spcAft>
                <a:spcPts val="0"/>
              </a:spcAft>
              <a:buClr>
                <a:srgbClr val="FFFFFF"/>
              </a:buClr>
              <a:buSzPts val="1000"/>
              <a:buChar char="○"/>
              <a:defRPr sz="1000">
                <a:solidFill>
                  <a:srgbClr val="FFFFFF"/>
                </a:solidFill>
              </a:defRPr>
            </a:lvl8pPr>
            <a:lvl9pPr indent="-292100" lvl="8" marL="4114800" algn="ctr">
              <a:spcBef>
                <a:spcPts val="0"/>
              </a:spcBef>
              <a:spcAft>
                <a:spcPts val="0"/>
              </a:spcAft>
              <a:buClr>
                <a:srgbClr val="FFFFFF"/>
              </a:buClr>
              <a:buSzPts val="1000"/>
              <a:buChar char="■"/>
              <a:defRPr sz="1000">
                <a:solidFill>
                  <a:srgbClr val="FFFFFF"/>
                </a:solidFill>
              </a:defRPr>
            </a:lvl9pPr>
          </a:lstStyle>
          <a:p/>
        </p:txBody>
      </p:sp>
      <p:sp>
        <p:nvSpPr>
          <p:cNvPr id="6928" name="Google Shape;6928;p120"/>
          <p:cNvSpPr txBox="1"/>
          <p:nvPr/>
        </p:nvSpPr>
        <p:spPr>
          <a:xfrm>
            <a:off x="84825" y="598125"/>
            <a:ext cx="595500" cy="205800"/>
          </a:xfrm>
          <a:prstGeom prst="rect">
            <a:avLst/>
          </a:prstGeom>
          <a:noFill/>
          <a:ln>
            <a:noFill/>
          </a:ln>
        </p:spPr>
        <p:txBody>
          <a:bodyPr anchorCtr="0" anchor="t" bIns="18000" lIns="18000" spcFirstLastPara="1" rIns="18000" wrap="square" tIns="18000">
            <a:spAutoFit/>
          </a:bodyPr>
          <a:lstStyle/>
          <a:p>
            <a:pPr indent="0" lvl="0" marL="0" rtl="0" algn="l">
              <a:spcBef>
                <a:spcPts val="0"/>
              </a:spcBef>
              <a:spcAft>
                <a:spcPts val="0"/>
              </a:spcAft>
              <a:buNone/>
            </a:pPr>
            <a:r>
              <a:rPr lang="es-419" sz="1100">
                <a:solidFill>
                  <a:srgbClr val="FFFFFF"/>
                </a:solidFill>
              </a:rPr>
              <a:t>Nombre:</a:t>
            </a:r>
            <a:endParaRPr sz="1100">
              <a:solidFill>
                <a:srgbClr val="FFFFFF"/>
              </a:solidFill>
            </a:endParaRPr>
          </a:p>
        </p:txBody>
      </p:sp>
    </p:spTree>
  </p:cSld>
  <p:clrMapOvr>
    <a:masterClrMapping/>
  </p:clrMapOvr>
</p:sldLayout>
</file>

<file path=ppt/slideLayouts/slideLayout1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6.6 Diagrama de Comunicación entre Clases">
  <p:cSld name="TITLE_3_6_1_1_1_1_1_1_1_1_1_1_1_1_1_1_1_1_1_1_1_1_1_1_1_1_1_1_1_1_1">
    <p:spTree>
      <p:nvGrpSpPr>
        <p:cNvPr id="6929" name="Shape 6929"/>
        <p:cNvGrpSpPr/>
        <p:nvPr/>
      </p:nvGrpSpPr>
      <p:grpSpPr>
        <a:xfrm>
          <a:off x="0" y="0"/>
          <a:ext cx="0" cy="0"/>
          <a:chOff x="0" y="0"/>
          <a:chExt cx="0" cy="0"/>
        </a:xfrm>
      </p:grpSpPr>
      <p:sp>
        <p:nvSpPr>
          <p:cNvPr id="6930" name="Google Shape;6930;p121"/>
          <p:cNvSpPr/>
          <p:nvPr/>
        </p:nvSpPr>
        <p:spPr>
          <a:xfrm>
            <a:off x="97888" y="377012"/>
            <a:ext cx="9893400" cy="296700"/>
          </a:xfrm>
          <a:prstGeom prst="roundRect">
            <a:avLst>
              <a:gd fmla="val 22902" name="adj"/>
            </a:avLst>
          </a:prstGeom>
          <a:solidFill>
            <a:srgbClr val="F3F3F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6931" name="Google Shape;6931;p121"/>
          <p:cNvSpPr/>
          <p:nvPr/>
        </p:nvSpPr>
        <p:spPr>
          <a:xfrm>
            <a:off x="77688" y="358938"/>
            <a:ext cx="9935700" cy="6438000"/>
          </a:xfrm>
          <a:prstGeom prst="roundRect">
            <a:avLst>
              <a:gd fmla="val 2618" name="adj"/>
            </a:avLst>
          </a:prstGeom>
          <a:solidFill>
            <a:srgbClr val="FFFFFF"/>
          </a:solidFill>
          <a:ln cap="flat" cmpd="sng" w="38100">
            <a:solidFill>
              <a:srgbClr val="000000"/>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932" name="Google Shape;6932;p121"/>
          <p:cNvCxnSpPr/>
          <p:nvPr/>
        </p:nvCxnSpPr>
        <p:spPr>
          <a:xfrm>
            <a:off x="77688" y="772614"/>
            <a:ext cx="9935700" cy="0"/>
          </a:xfrm>
          <a:prstGeom prst="straightConnector1">
            <a:avLst/>
          </a:prstGeom>
          <a:noFill/>
          <a:ln cap="flat" cmpd="sng" w="19050">
            <a:solidFill>
              <a:srgbClr val="000000"/>
            </a:solidFill>
            <a:prstDash val="solid"/>
            <a:round/>
            <a:headEnd len="med" w="med" type="none"/>
            <a:tailEnd len="med" w="med" type="none"/>
          </a:ln>
        </p:spPr>
      </p:cxnSp>
      <p:sp>
        <p:nvSpPr>
          <p:cNvPr id="6933" name="Google Shape;6933;p121"/>
          <p:cNvSpPr/>
          <p:nvPr/>
        </p:nvSpPr>
        <p:spPr>
          <a:xfrm>
            <a:off x="77699" y="349350"/>
            <a:ext cx="3562500" cy="421200"/>
          </a:xfrm>
          <a:prstGeom prst="roundRect">
            <a:avLst>
              <a:gd fmla="val 50000" name="adj"/>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s-419" sz="1200">
                <a:solidFill>
                  <a:srgbClr val="FFFFFF"/>
                </a:solidFill>
              </a:rPr>
              <a:t>Diagrama de Comunicación entre Clases</a:t>
            </a:r>
            <a:endParaRPr b="1" sz="1200">
              <a:solidFill>
                <a:srgbClr val="FFFFFF"/>
              </a:solidFill>
            </a:endParaRPr>
          </a:p>
          <a:p>
            <a:pPr indent="0" lvl="0" marL="0" rtl="0" algn="ctr">
              <a:spcBef>
                <a:spcPts val="0"/>
              </a:spcBef>
              <a:spcAft>
                <a:spcPts val="0"/>
              </a:spcAft>
              <a:buNone/>
            </a:pPr>
            <a:r>
              <a:t/>
            </a:r>
            <a:endParaRPr b="1" sz="1200">
              <a:solidFill>
                <a:srgbClr val="FFFFFF"/>
              </a:solidFill>
            </a:endParaRPr>
          </a:p>
        </p:txBody>
      </p:sp>
      <p:sp>
        <p:nvSpPr>
          <p:cNvPr id="6934" name="Google Shape;6934;p121"/>
          <p:cNvSpPr/>
          <p:nvPr/>
        </p:nvSpPr>
        <p:spPr>
          <a:xfrm>
            <a:off x="83988" y="595504"/>
            <a:ext cx="190200" cy="1692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5" name="Google Shape;6935;p121"/>
          <p:cNvSpPr/>
          <p:nvPr/>
        </p:nvSpPr>
        <p:spPr>
          <a:xfrm>
            <a:off x="3512734" y="358938"/>
            <a:ext cx="146700" cy="4023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6" name="Google Shape;6936;p121"/>
          <p:cNvSpPr txBox="1"/>
          <p:nvPr/>
        </p:nvSpPr>
        <p:spPr>
          <a:xfrm>
            <a:off x="3725362" y="387675"/>
            <a:ext cx="17055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Caso de Uso de Sistema:</a:t>
            </a:r>
            <a:endParaRPr b="1" sz="1100"/>
          </a:p>
        </p:txBody>
      </p:sp>
      <p:sp>
        <p:nvSpPr>
          <p:cNvPr id="6937" name="Google Shape;6937;p121"/>
          <p:cNvSpPr txBox="1"/>
          <p:nvPr/>
        </p:nvSpPr>
        <p:spPr>
          <a:xfrm>
            <a:off x="3725357" y="579550"/>
            <a:ext cx="6846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Finalidad:</a:t>
            </a:r>
            <a:endParaRPr b="1" sz="1100"/>
          </a:p>
        </p:txBody>
      </p:sp>
      <p:sp>
        <p:nvSpPr>
          <p:cNvPr id="6938" name="Google Shape;6938;p121"/>
          <p:cNvSpPr txBox="1"/>
          <p:nvPr>
            <p:ph type="title"/>
          </p:nvPr>
        </p:nvSpPr>
        <p:spPr>
          <a:xfrm flipH="1">
            <a:off x="5454575" y="387675"/>
            <a:ext cx="4434000" cy="1692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000"/>
              <a:buNone/>
              <a:defRPr sz="1000">
                <a:solidFill>
                  <a:srgbClr val="000000"/>
                </a:solidFill>
              </a:defRPr>
            </a:lvl1pPr>
            <a:lvl2pPr lvl="1">
              <a:spcBef>
                <a:spcPts val="0"/>
              </a:spcBef>
              <a:spcAft>
                <a:spcPts val="0"/>
              </a:spcAft>
              <a:buClr>
                <a:srgbClr val="000000"/>
              </a:buClr>
              <a:buSzPts val="1000"/>
              <a:buNone/>
              <a:defRPr sz="1000">
                <a:solidFill>
                  <a:srgbClr val="000000"/>
                </a:solidFill>
              </a:defRPr>
            </a:lvl2pPr>
            <a:lvl3pPr lvl="2">
              <a:spcBef>
                <a:spcPts val="0"/>
              </a:spcBef>
              <a:spcAft>
                <a:spcPts val="0"/>
              </a:spcAft>
              <a:buClr>
                <a:srgbClr val="000000"/>
              </a:buClr>
              <a:buSzPts val="1000"/>
              <a:buNone/>
              <a:defRPr sz="1000">
                <a:solidFill>
                  <a:srgbClr val="000000"/>
                </a:solidFill>
              </a:defRPr>
            </a:lvl3pPr>
            <a:lvl4pPr lvl="3">
              <a:spcBef>
                <a:spcPts val="0"/>
              </a:spcBef>
              <a:spcAft>
                <a:spcPts val="0"/>
              </a:spcAft>
              <a:buClr>
                <a:srgbClr val="000000"/>
              </a:buClr>
              <a:buSzPts val="1000"/>
              <a:buNone/>
              <a:defRPr sz="1000">
                <a:solidFill>
                  <a:srgbClr val="000000"/>
                </a:solidFill>
              </a:defRPr>
            </a:lvl4pPr>
            <a:lvl5pPr lvl="4">
              <a:spcBef>
                <a:spcPts val="0"/>
              </a:spcBef>
              <a:spcAft>
                <a:spcPts val="0"/>
              </a:spcAft>
              <a:buClr>
                <a:srgbClr val="000000"/>
              </a:buClr>
              <a:buSzPts val="1000"/>
              <a:buNone/>
              <a:defRPr sz="1000">
                <a:solidFill>
                  <a:srgbClr val="000000"/>
                </a:solidFill>
              </a:defRPr>
            </a:lvl5pPr>
            <a:lvl6pPr lvl="5">
              <a:spcBef>
                <a:spcPts val="0"/>
              </a:spcBef>
              <a:spcAft>
                <a:spcPts val="0"/>
              </a:spcAft>
              <a:buClr>
                <a:srgbClr val="000000"/>
              </a:buClr>
              <a:buSzPts val="1000"/>
              <a:buNone/>
              <a:defRPr sz="1000">
                <a:solidFill>
                  <a:srgbClr val="000000"/>
                </a:solidFill>
              </a:defRPr>
            </a:lvl6pPr>
            <a:lvl7pPr lvl="6">
              <a:spcBef>
                <a:spcPts val="0"/>
              </a:spcBef>
              <a:spcAft>
                <a:spcPts val="0"/>
              </a:spcAft>
              <a:buClr>
                <a:srgbClr val="000000"/>
              </a:buClr>
              <a:buSzPts val="1000"/>
              <a:buNone/>
              <a:defRPr sz="1000">
                <a:solidFill>
                  <a:srgbClr val="000000"/>
                </a:solidFill>
              </a:defRPr>
            </a:lvl7pPr>
            <a:lvl8pPr lvl="7">
              <a:spcBef>
                <a:spcPts val="0"/>
              </a:spcBef>
              <a:spcAft>
                <a:spcPts val="0"/>
              </a:spcAft>
              <a:buClr>
                <a:srgbClr val="000000"/>
              </a:buClr>
              <a:buSzPts val="1000"/>
              <a:buNone/>
              <a:defRPr sz="1000">
                <a:solidFill>
                  <a:srgbClr val="000000"/>
                </a:solidFill>
              </a:defRPr>
            </a:lvl8pPr>
            <a:lvl9pPr lvl="8">
              <a:spcBef>
                <a:spcPts val="0"/>
              </a:spcBef>
              <a:spcAft>
                <a:spcPts val="0"/>
              </a:spcAft>
              <a:buClr>
                <a:srgbClr val="000000"/>
              </a:buClr>
              <a:buSzPts val="1000"/>
              <a:buNone/>
              <a:defRPr sz="1000">
                <a:solidFill>
                  <a:srgbClr val="000000"/>
                </a:solidFill>
              </a:defRPr>
            </a:lvl9pPr>
          </a:lstStyle>
          <a:p/>
        </p:txBody>
      </p:sp>
      <p:sp>
        <p:nvSpPr>
          <p:cNvPr id="6939" name="Google Shape;6939;p121"/>
          <p:cNvSpPr txBox="1"/>
          <p:nvPr>
            <p:ph idx="2" type="title"/>
          </p:nvPr>
        </p:nvSpPr>
        <p:spPr>
          <a:xfrm flipH="1">
            <a:off x="5454575" y="579550"/>
            <a:ext cx="4434000" cy="1692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000"/>
              <a:buNone/>
              <a:defRPr sz="1000">
                <a:solidFill>
                  <a:srgbClr val="000000"/>
                </a:solidFill>
              </a:defRPr>
            </a:lvl1pPr>
            <a:lvl2pPr lvl="1">
              <a:spcBef>
                <a:spcPts val="0"/>
              </a:spcBef>
              <a:spcAft>
                <a:spcPts val="0"/>
              </a:spcAft>
              <a:buClr>
                <a:srgbClr val="000000"/>
              </a:buClr>
              <a:buSzPts val="1000"/>
              <a:buNone/>
              <a:defRPr sz="1000">
                <a:solidFill>
                  <a:srgbClr val="000000"/>
                </a:solidFill>
              </a:defRPr>
            </a:lvl2pPr>
            <a:lvl3pPr lvl="2">
              <a:spcBef>
                <a:spcPts val="0"/>
              </a:spcBef>
              <a:spcAft>
                <a:spcPts val="0"/>
              </a:spcAft>
              <a:buClr>
                <a:srgbClr val="000000"/>
              </a:buClr>
              <a:buSzPts val="1000"/>
              <a:buNone/>
              <a:defRPr sz="1000">
                <a:solidFill>
                  <a:srgbClr val="000000"/>
                </a:solidFill>
              </a:defRPr>
            </a:lvl3pPr>
            <a:lvl4pPr lvl="3">
              <a:spcBef>
                <a:spcPts val="0"/>
              </a:spcBef>
              <a:spcAft>
                <a:spcPts val="0"/>
              </a:spcAft>
              <a:buClr>
                <a:srgbClr val="000000"/>
              </a:buClr>
              <a:buSzPts val="1000"/>
              <a:buNone/>
              <a:defRPr sz="1000">
                <a:solidFill>
                  <a:srgbClr val="000000"/>
                </a:solidFill>
              </a:defRPr>
            </a:lvl4pPr>
            <a:lvl5pPr lvl="4">
              <a:spcBef>
                <a:spcPts val="0"/>
              </a:spcBef>
              <a:spcAft>
                <a:spcPts val="0"/>
              </a:spcAft>
              <a:buClr>
                <a:srgbClr val="000000"/>
              </a:buClr>
              <a:buSzPts val="1000"/>
              <a:buNone/>
              <a:defRPr sz="1000">
                <a:solidFill>
                  <a:srgbClr val="000000"/>
                </a:solidFill>
              </a:defRPr>
            </a:lvl5pPr>
            <a:lvl6pPr lvl="5">
              <a:spcBef>
                <a:spcPts val="0"/>
              </a:spcBef>
              <a:spcAft>
                <a:spcPts val="0"/>
              </a:spcAft>
              <a:buClr>
                <a:srgbClr val="000000"/>
              </a:buClr>
              <a:buSzPts val="1000"/>
              <a:buNone/>
              <a:defRPr sz="1000">
                <a:solidFill>
                  <a:srgbClr val="000000"/>
                </a:solidFill>
              </a:defRPr>
            </a:lvl6pPr>
            <a:lvl7pPr lvl="6">
              <a:spcBef>
                <a:spcPts val="0"/>
              </a:spcBef>
              <a:spcAft>
                <a:spcPts val="0"/>
              </a:spcAft>
              <a:buClr>
                <a:srgbClr val="000000"/>
              </a:buClr>
              <a:buSzPts val="1000"/>
              <a:buNone/>
              <a:defRPr sz="1000">
                <a:solidFill>
                  <a:srgbClr val="000000"/>
                </a:solidFill>
              </a:defRPr>
            </a:lvl7pPr>
            <a:lvl8pPr lvl="7">
              <a:spcBef>
                <a:spcPts val="0"/>
              </a:spcBef>
              <a:spcAft>
                <a:spcPts val="0"/>
              </a:spcAft>
              <a:buClr>
                <a:srgbClr val="000000"/>
              </a:buClr>
              <a:buSzPts val="1000"/>
              <a:buNone/>
              <a:defRPr sz="1000">
                <a:solidFill>
                  <a:srgbClr val="000000"/>
                </a:solidFill>
              </a:defRPr>
            </a:lvl8pPr>
            <a:lvl9pPr lvl="8">
              <a:spcBef>
                <a:spcPts val="0"/>
              </a:spcBef>
              <a:spcAft>
                <a:spcPts val="0"/>
              </a:spcAft>
              <a:buClr>
                <a:srgbClr val="000000"/>
              </a:buClr>
              <a:buSzPts val="1000"/>
              <a:buNone/>
              <a:defRPr sz="1000">
                <a:solidFill>
                  <a:srgbClr val="000000"/>
                </a:solidFill>
              </a:defRPr>
            </a:lvl9pPr>
          </a:lstStyle>
          <a:p/>
        </p:txBody>
      </p:sp>
      <p:sp>
        <p:nvSpPr>
          <p:cNvPr id="6940" name="Google Shape;6940;p121"/>
          <p:cNvSpPr txBox="1"/>
          <p:nvPr>
            <p:ph idx="1" type="body"/>
          </p:nvPr>
        </p:nvSpPr>
        <p:spPr>
          <a:xfrm>
            <a:off x="641150" y="612125"/>
            <a:ext cx="1770300" cy="160500"/>
          </a:xfrm>
          <a:prstGeom prst="rect">
            <a:avLst/>
          </a:prstGeom>
          <a:noFill/>
          <a:ln>
            <a:noFill/>
          </a:ln>
        </p:spPr>
        <p:txBody>
          <a:bodyPr anchorCtr="0" anchor="t" bIns="0" lIns="0" spcFirstLastPara="1" rIns="0" wrap="square" tIns="0">
            <a:noAutofit/>
          </a:bodyPr>
          <a:lstStyle>
            <a:lvl1pPr indent="-292100" lvl="0" marL="457200" algn="ctr">
              <a:spcBef>
                <a:spcPts val="0"/>
              </a:spcBef>
              <a:spcAft>
                <a:spcPts val="0"/>
              </a:spcAft>
              <a:buClr>
                <a:srgbClr val="FFFFFF"/>
              </a:buClr>
              <a:buSzPts val="1000"/>
              <a:buChar char="●"/>
              <a:defRPr sz="1000">
                <a:solidFill>
                  <a:srgbClr val="FFFFFF"/>
                </a:solidFill>
              </a:defRPr>
            </a:lvl1pPr>
            <a:lvl2pPr indent="-292100" lvl="1" marL="914400" algn="ctr">
              <a:spcBef>
                <a:spcPts val="0"/>
              </a:spcBef>
              <a:spcAft>
                <a:spcPts val="0"/>
              </a:spcAft>
              <a:buClr>
                <a:srgbClr val="FFFFFF"/>
              </a:buClr>
              <a:buSzPts val="1000"/>
              <a:buChar char="○"/>
              <a:defRPr sz="1000">
                <a:solidFill>
                  <a:srgbClr val="FFFFFF"/>
                </a:solidFill>
              </a:defRPr>
            </a:lvl2pPr>
            <a:lvl3pPr indent="-292100" lvl="2" marL="1371600" algn="ctr">
              <a:spcBef>
                <a:spcPts val="0"/>
              </a:spcBef>
              <a:spcAft>
                <a:spcPts val="0"/>
              </a:spcAft>
              <a:buClr>
                <a:srgbClr val="FFFFFF"/>
              </a:buClr>
              <a:buSzPts val="1000"/>
              <a:buChar char="■"/>
              <a:defRPr sz="1000">
                <a:solidFill>
                  <a:srgbClr val="FFFFFF"/>
                </a:solidFill>
              </a:defRPr>
            </a:lvl3pPr>
            <a:lvl4pPr indent="-292100" lvl="3" marL="1828800" algn="ctr">
              <a:spcBef>
                <a:spcPts val="0"/>
              </a:spcBef>
              <a:spcAft>
                <a:spcPts val="0"/>
              </a:spcAft>
              <a:buClr>
                <a:srgbClr val="FFFFFF"/>
              </a:buClr>
              <a:buSzPts val="1000"/>
              <a:buChar char="●"/>
              <a:defRPr sz="1000">
                <a:solidFill>
                  <a:srgbClr val="FFFFFF"/>
                </a:solidFill>
              </a:defRPr>
            </a:lvl4pPr>
            <a:lvl5pPr indent="-292100" lvl="4" marL="2286000" algn="ctr">
              <a:spcBef>
                <a:spcPts val="0"/>
              </a:spcBef>
              <a:spcAft>
                <a:spcPts val="0"/>
              </a:spcAft>
              <a:buClr>
                <a:srgbClr val="FFFFFF"/>
              </a:buClr>
              <a:buSzPts val="1000"/>
              <a:buChar char="○"/>
              <a:defRPr sz="1000">
                <a:solidFill>
                  <a:srgbClr val="FFFFFF"/>
                </a:solidFill>
              </a:defRPr>
            </a:lvl5pPr>
            <a:lvl6pPr indent="-292100" lvl="5" marL="2743200" algn="ctr">
              <a:spcBef>
                <a:spcPts val="0"/>
              </a:spcBef>
              <a:spcAft>
                <a:spcPts val="0"/>
              </a:spcAft>
              <a:buClr>
                <a:srgbClr val="FFFFFF"/>
              </a:buClr>
              <a:buSzPts val="1000"/>
              <a:buChar char="■"/>
              <a:defRPr sz="1000">
                <a:solidFill>
                  <a:srgbClr val="FFFFFF"/>
                </a:solidFill>
              </a:defRPr>
            </a:lvl6pPr>
            <a:lvl7pPr indent="-292100" lvl="6" marL="3200400" algn="ctr">
              <a:spcBef>
                <a:spcPts val="0"/>
              </a:spcBef>
              <a:spcAft>
                <a:spcPts val="0"/>
              </a:spcAft>
              <a:buClr>
                <a:srgbClr val="FFFFFF"/>
              </a:buClr>
              <a:buSzPts val="1000"/>
              <a:buChar char="●"/>
              <a:defRPr sz="1000">
                <a:solidFill>
                  <a:srgbClr val="FFFFFF"/>
                </a:solidFill>
              </a:defRPr>
            </a:lvl7pPr>
            <a:lvl8pPr indent="-292100" lvl="7" marL="3657600" algn="ctr">
              <a:spcBef>
                <a:spcPts val="0"/>
              </a:spcBef>
              <a:spcAft>
                <a:spcPts val="0"/>
              </a:spcAft>
              <a:buClr>
                <a:srgbClr val="FFFFFF"/>
              </a:buClr>
              <a:buSzPts val="1000"/>
              <a:buChar char="○"/>
              <a:defRPr sz="1000">
                <a:solidFill>
                  <a:srgbClr val="FFFFFF"/>
                </a:solidFill>
              </a:defRPr>
            </a:lvl8pPr>
            <a:lvl9pPr indent="-292100" lvl="8" marL="4114800" algn="ctr">
              <a:spcBef>
                <a:spcPts val="0"/>
              </a:spcBef>
              <a:spcAft>
                <a:spcPts val="0"/>
              </a:spcAft>
              <a:buClr>
                <a:srgbClr val="FFFFFF"/>
              </a:buClr>
              <a:buSzPts val="1000"/>
              <a:buChar char="■"/>
              <a:defRPr sz="1000">
                <a:solidFill>
                  <a:srgbClr val="FFFFFF"/>
                </a:solidFill>
              </a:defRPr>
            </a:lvl9pPr>
          </a:lstStyle>
          <a:p/>
        </p:txBody>
      </p:sp>
      <p:sp>
        <p:nvSpPr>
          <p:cNvPr id="6941" name="Google Shape;6941;p121"/>
          <p:cNvSpPr txBox="1"/>
          <p:nvPr/>
        </p:nvSpPr>
        <p:spPr>
          <a:xfrm>
            <a:off x="84825" y="598125"/>
            <a:ext cx="595500" cy="205800"/>
          </a:xfrm>
          <a:prstGeom prst="rect">
            <a:avLst/>
          </a:prstGeom>
          <a:noFill/>
          <a:ln>
            <a:noFill/>
          </a:ln>
        </p:spPr>
        <p:txBody>
          <a:bodyPr anchorCtr="0" anchor="t" bIns="18000" lIns="18000" spcFirstLastPara="1" rIns="18000" wrap="square" tIns="18000">
            <a:spAutoFit/>
          </a:bodyPr>
          <a:lstStyle/>
          <a:p>
            <a:pPr indent="0" lvl="0" marL="0" rtl="0" algn="l">
              <a:spcBef>
                <a:spcPts val="0"/>
              </a:spcBef>
              <a:spcAft>
                <a:spcPts val="0"/>
              </a:spcAft>
              <a:buNone/>
            </a:pPr>
            <a:r>
              <a:rPr lang="es-419" sz="1100">
                <a:solidFill>
                  <a:srgbClr val="FFFFFF"/>
                </a:solidFill>
              </a:rPr>
              <a:t>Nombre:</a:t>
            </a:r>
            <a:endParaRPr sz="1100">
              <a:solidFill>
                <a:srgbClr val="FFFFFF"/>
              </a:solidFill>
            </a:endParaRPr>
          </a:p>
        </p:txBody>
      </p:sp>
      <p:sp>
        <p:nvSpPr>
          <p:cNvPr id="6942" name="Google Shape;6942;p121"/>
          <p:cNvSpPr/>
          <p:nvPr/>
        </p:nvSpPr>
        <p:spPr>
          <a:xfrm>
            <a:off x="-2268925" y="760700"/>
            <a:ext cx="1620600" cy="6079200"/>
          </a:xfrm>
          <a:prstGeom prst="roundRect">
            <a:avLst>
              <a:gd fmla="val 5833" name="adj"/>
            </a:avLst>
          </a:prstGeom>
          <a:solidFill>
            <a:srgbClr val="F3F3F3"/>
          </a:solidFill>
          <a:ln cap="flat" cmpd="sng" w="9525">
            <a:solidFill>
              <a:srgbClr val="F3F3F3"/>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t" bIns="54000" lIns="72000" spcFirstLastPara="1" rIns="72000" wrap="square" tIns="54000">
            <a:noAutofit/>
          </a:bodyPr>
          <a:lstStyle/>
          <a:p>
            <a:pPr indent="0" lvl="0" marL="0" rtl="0" algn="ctr">
              <a:spcBef>
                <a:spcPts val="0"/>
              </a:spcBef>
              <a:spcAft>
                <a:spcPts val="0"/>
              </a:spcAft>
              <a:buNone/>
            </a:pPr>
            <a:r>
              <a:rPr i="1" lang="es-419"/>
              <a:t>Paleta</a:t>
            </a:r>
            <a:endParaRPr i="1"/>
          </a:p>
        </p:txBody>
      </p:sp>
    </p:spTree>
  </p:cSld>
  <p:clrMapOvr>
    <a:masterClrMapping/>
  </p:clrMapOvr>
</p:sldLayout>
</file>

<file path=ppt/slideLayouts/slideLayout1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6.8 Validación de Transacción">
  <p:cSld name="TITLE_3_6_1_1_1_1_1_1_1_1_1_1_1_1_1_1_1_1_1_1_1_1_1_1_1_1_1_1_1_1_1_1">
    <p:spTree>
      <p:nvGrpSpPr>
        <p:cNvPr id="6943" name="Shape 6943"/>
        <p:cNvGrpSpPr/>
        <p:nvPr/>
      </p:nvGrpSpPr>
      <p:grpSpPr>
        <a:xfrm>
          <a:off x="0" y="0"/>
          <a:ext cx="0" cy="0"/>
          <a:chOff x="0" y="0"/>
          <a:chExt cx="0" cy="0"/>
        </a:xfrm>
      </p:grpSpPr>
      <p:sp>
        <p:nvSpPr>
          <p:cNvPr id="6944" name="Google Shape;6944;p122"/>
          <p:cNvSpPr/>
          <p:nvPr/>
        </p:nvSpPr>
        <p:spPr>
          <a:xfrm>
            <a:off x="97888" y="377012"/>
            <a:ext cx="9893400" cy="296700"/>
          </a:xfrm>
          <a:prstGeom prst="roundRect">
            <a:avLst>
              <a:gd fmla="val 22902" name="adj"/>
            </a:avLst>
          </a:prstGeom>
          <a:solidFill>
            <a:srgbClr val="F3F3F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6945" name="Google Shape;6945;p122"/>
          <p:cNvSpPr/>
          <p:nvPr/>
        </p:nvSpPr>
        <p:spPr>
          <a:xfrm>
            <a:off x="77688" y="358938"/>
            <a:ext cx="9935700" cy="6438000"/>
          </a:xfrm>
          <a:prstGeom prst="roundRect">
            <a:avLst>
              <a:gd fmla="val 2618" name="adj"/>
            </a:avLst>
          </a:prstGeom>
          <a:solidFill>
            <a:srgbClr val="FFFFFF"/>
          </a:solidFill>
          <a:ln cap="flat" cmpd="sng" w="38100">
            <a:solidFill>
              <a:srgbClr val="000000"/>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946" name="Google Shape;6946;p122"/>
          <p:cNvCxnSpPr/>
          <p:nvPr/>
        </p:nvCxnSpPr>
        <p:spPr>
          <a:xfrm>
            <a:off x="77688" y="772614"/>
            <a:ext cx="9935700" cy="0"/>
          </a:xfrm>
          <a:prstGeom prst="straightConnector1">
            <a:avLst/>
          </a:prstGeom>
          <a:noFill/>
          <a:ln cap="flat" cmpd="sng" w="19050">
            <a:solidFill>
              <a:srgbClr val="000000"/>
            </a:solidFill>
            <a:prstDash val="solid"/>
            <a:round/>
            <a:headEnd len="med" w="med" type="none"/>
            <a:tailEnd len="med" w="med" type="none"/>
          </a:ln>
        </p:spPr>
      </p:cxnSp>
      <p:cxnSp>
        <p:nvCxnSpPr>
          <p:cNvPr id="6947" name="Google Shape;6947;p122"/>
          <p:cNvCxnSpPr/>
          <p:nvPr/>
        </p:nvCxnSpPr>
        <p:spPr>
          <a:xfrm rot="10800000">
            <a:off x="2439038" y="368188"/>
            <a:ext cx="0" cy="402300"/>
          </a:xfrm>
          <a:prstGeom prst="straightConnector1">
            <a:avLst/>
          </a:prstGeom>
          <a:noFill/>
          <a:ln cap="flat" cmpd="sng" w="19050">
            <a:solidFill>
              <a:srgbClr val="000000"/>
            </a:solidFill>
            <a:prstDash val="solid"/>
            <a:round/>
            <a:headEnd len="med" w="med" type="none"/>
            <a:tailEnd len="med" w="med" type="none"/>
          </a:ln>
        </p:spPr>
      </p:cxnSp>
      <p:sp>
        <p:nvSpPr>
          <p:cNvPr id="6948" name="Google Shape;6948;p122"/>
          <p:cNvSpPr/>
          <p:nvPr/>
        </p:nvSpPr>
        <p:spPr>
          <a:xfrm>
            <a:off x="77688" y="349338"/>
            <a:ext cx="2361300" cy="421200"/>
          </a:xfrm>
          <a:prstGeom prst="roundRect">
            <a:avLst>
              <a:gd fmla="val 50000" name="adj"/>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s-419" sz="1200">
                <a:solidFill>
                  <a:srgbClr val="FFFFFF"/>
                </a:solidFill>
              </a:rPr>
              <a:t>Validación de Transacción</a:t>
            </a:r>
            <a:endParaRPr b="1" sz="1200">
              <a:solidFill>
                <a:srgbClr val="FFFFFF"/>
              </a:solidFill>
            </a:endParaRPr>
          </a:p>
          <a:p>
            <a:pPr indent="0" lvl="0" marL="0" rtl="0" algn="ctr">
              <a:spcBef>
                <a:spcPts val="0"/>
              </a:spcBef>
              <a:spcAft>
                <a:spcPts val="0"/>
              </a:spcAft>
              <a:buNone/>
            </a:pPr>
            <a:r>
              <a:t/>
            </a:r>
            <a:endParaRPr b="1" sz="1200">
              <a:solidFill>
                <a:srgbClr val="FFFFFF"/>
              </a:solidFill>
            </a:endParaRPr>
          </a:p>
        </p:txBody>
      </p:sp>
      <p:sp>
        <p:nvSpPr>
          <p:cNvPr id="6949" name="Google Shape;6949;p122"/>
          <p:cNvSpPr/>
          <p:nvPr/>
        </p:nvSpPr>
        <p:spPr>
          <a:xfrm>
            <a:off x="83988" y="595504"/>
            <a:ext cx="190200" cy="1692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0" name="Google Shape;6950;p122"/>
          <p:cNvSpPr/>
          <p:nvPr/>
        </p:nvSpPr>
        <p:spPr>
          <a:xfrm>
            <a:off x="2292338" y="358938"/>
            <a:ext cx="146700" cy="4023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1" name="Google Shape;6951;p122"/>
          <p:cNvSpPr txBox="1"/>
          <p:nvPr/>
        </p:nvSpPr>
        <p:spPr>
          <a:xfrm>
            <a:off x="2524025" y="478997"/>
            <a:ext cx="10467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Formulario :</a:t>
            </a:r>
            <a:endParaRPr b="1" sz="1100"/>
          </a:p>
        </p:txBody>
      </p:sp>
      <p:sp>
        <p:nvSpPr>
          <p:cNvPr id="6952" name="Google Shape;6952;p122"/>
          <p:cNvSpPr txBox="1"/>
          <p:nvPr>
            <p:ph type="title"/>
          </p:nvPr>
        </p:nvSpPr>
        <p:spPr>
          <a:xfrm flipH="1">
            <a:off x="3415475" y="433336"/>
            <a:ext cx="6473100" cy="2658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000"/>
              <a:buNone/>
              <a:defRPr sz="1000">
                <a:solidFill>
                  <a:srgbClr val="000000"/>
                </a:solidFill>
              </a:defRPr>
            </a:lvl1pPr>
            <a:lvl2pPr lvl="1">
              <a:spcBef>
                <a:spcPts val="0"/>
              </a:spcBef>
              <a:spcAft>
                <a:spcPts val="0"/>
              </a:spcAft>
              <a:buClr>
                <a:srgbClr val="000000"/>
              </a:buClr>
              <a:buSzPts val="1000"/>
              <a:buNone/>
              <a:defRPr sz="1000">
                <a:solidFill>
                  <a:srgbClr val="000000"/>
                </a:solidFill>
              </a:defRPr>
            </a:lvl2pPr>
            <a:lvl3pPr lvl="2">
              <a:spcBef>
                <a:spcPts val="0"/>
              </a:spcBef>
              <a:spcAft>
                <a:spcPts val="0"/>
              </a:spcAft>
              <a:buClr>
                <a:srgbClr val="000000"/>
              </a:buClr>
              <a:buSzPts val="1000"/>
              <a:buNone/>
              <a:defRPr sz="1000">
                <a:solidFill>
                  <a:srgbClr val="000000"/>
                </a:solidFill>
              </a:defRPr>
            </a:lvl3pPr>
            <a:lvl4pPr lvl="3">
              <a:spcBef>
                <a:spcPts val="0"/>
              </a:spcBef>
              <a:spcAft>
                <a:spcPts val="0"/>
              </a:spcAft>
              <a:buClr>
                <a:srgbClr val="000000"/>
              </a:buClr>
              <a:buSzPts val="1000"/>
              <a:buNone/>
              <a:defRPr sz="1000">
                <a:solidFill>
                  <a:srgbClr val="000000"/>
                </a:solidFill>
              </a:defRPr>
            </a:lvl4pPr>
            <a:lvl5pPr lvl="4">
              <a:spcBef>
                <a:spcPts val="0"/>
              </a:spcBef>
              <a:spcAft>
                <a:spcPts val="0"/>
              </a:spcAft>
              <a:buClr>
                <a:srgbClr val="000000"/>
              </a:buClr>
              <a:buSzPts val="1000"/>
              <a:buNone/>
              <a:defRPr sz="1000">
                <a:solidFill>
                  <a:srgbClr val="000000"/>
                </a:solidFill>
              </a:defRPr>
            </a:lvl5pPr>
            <a:lvl6pPr lvl="5">
              <a:spcBef>
                <a:spcPts val="0"/>
              </a:spcBef>
              <a:spcAft>
                <a:spcPts val="0"/>
              </a:spcAft>
              <a:buClr>
                <a:srgbClr val="000000"/>
              </a:buClr>
              <a:buSzPts val="1000"/>
              <a:buNone/>
              <a:defRPr sz="1000">
                <a:solidFill>
                  <a:srgbClr val="000000"/>
                </a:solidFill>
              </a:defRPr>
            </a:lvl6pPr>
            <a:lvl7pPr lvl="6">
              <a:spcBef>
                <a:spcPts val="0"/>
              </a:spcBef>
              <a:spcAft>
                <a:spcPts val="0"/>
              </a:spcAft>
              <a:buClr>
                <a:srgbClr val="000000"/>
              </a:buClr>
              <a:buSzPts val="1000"/>
              <a:buNone/>
              <a:defRPr sz="1000">
                <a:solidFill>
                  <a:srgbClr val="000000"/>
                </a:solidFill>
              </a:defRPr>
            </a:lvl7pPr>
            <a:lvl8pPr lvl="7">
              <a:spcBef>
                <a:spcPts val="0"/>
              </a:spcBef>
              <a:spcAft>
                <a:spcPts val="0"/>
              </a:spcAft>
              <a:buClr>
                <a:srgbClr val="000000"/>
              </a:buClr>
              <a:buSzPts val="1000"/>
              <a:buNone/>
              <a:defRPr sz="1000">
                <a:solidFill>
                  <a:srgbClr val="000000"/>
                </a:solidFill>
              </a:defRPr>
            </a:lvl8pPr>
            <a:lvl9pPr lvl="8">
              <a:spcBef>
                <a:spcPts val="0"/>
              </a:spcBef>
              <a:spcAft>
                <a:spcPts val="0"/>
              </a:spcAft>
              <a:buClr>
                <a:srgbClr val="000000"/>
              </a:buClr>
              <a:buSzPts val="1000"/>
              <a:buNone/>
              <a:defRPr sz="1000">
                <a:solidFill>
                  <a:srgbClr val="000000"/>
                </a:solidFill>
              </a:defRPr>
            </a:lvl9pPr>
          </a:lstStyle>
          <a:p/>
        </p:txBody>
      </p:sp>
      <p:sp>
        <p:nvSpPr>
          <p:cNvPr id="6953" name="Google Shape;6953;p122"/>
          <p:cNvSpPr txBox="1"/>
          <p:nvPr>
            <p:ph idx="1" type="body"/>
          </p:nvPr>
        </p:nvSpPr>
        <p:spPr>
          <a:xfrm>
            <a:off x="641150" y="612125"/>
            <a:ext cx="1770300" cy="160500"/>
          </a:xfrm>
          <a:prstGeom prst="rect">
            <a:avLst/>
          </a:prstGeom>
          <a:noFill/>
          <a:ln>
            <a:noFill/>
          </a:ln>
        </p:spPr>
        <p:txBody>
          <a:bodyPr anchorCtr="0" anchor="t" bIns="0" lIns="0" spcFirstLastPara="1" rIns="0" wrap="square" tIns="0">
            <a:noAutofit/>
          </a:bodyPr>
          <a:lstStyle>
            <a:lvl1pPr indent="-292100" lvl="0" marL="457200" algn="ctr">
              <a:spcBef>
                <a:spcPts val="0"/>
              </a:spcBef>
              <a:spcAft>
                <a:spcPts val="0"/>
              </a:spcAft>
              <a:buClr>
                <a:srgbClr val="FFFFFF"/>
              </a:buClr>
              <a:buSzPts val="1000"/>
              <a:buChar char="●"/>
              <a:defRPr sz="1000">
                <a:solidFill>
                  <a:srgbClr val="FFFFFF"/>
                </a:solidFill>
              </a:defRPr>
            </a:lvl1pPr>
            <a:lvl2pPr indent="-292100" lvl="1" marL="914400" algn="ctr">
              <a:spcBef>
                <a:spcPts val="0"/>
              </a:spcBef>
              <a:spcAft>
                <a:spcPts val="0"/>
              </a:spcAft>
              <a:buClr>
                <a:srgbClr val="FFFFFF"/>
              </a:buClr>
              <a:buSzPts val="1000"/>
              <a:buChar char="○"/>
              <a:defRPr sz="1000">
                <a:solidFill>
                  <a:srgbClr val="FFFFFF"/>
                </a:solidFill>
              </a:defRPr>
            </a:lvl2pPr>
            <a:lvl3pPr indent="-292100" lvl="2" marL="1371600" algn="ctr">
              <a:spcBef>
                <a:spcPts val="0"/>
              </a:spcBef>
              <a:spcAft>
                <a:spcPts val="0"/>
              </a:spcAft>
              <a:buClr>
                <a:srgbClr val="FFFFFF"/>
              </a:buClr>
              <a:buSzPts val="1000"/>
              <a:buChar char="■"/>
              <a:defRPr sz="1000">
                <a:solidFill>
                  <a:srgbClr val="FFFFFF"/>
                </a:solidFill>
              </a:defRPr>
            </a:lvl3pPr>
            <a:lvl4pPr indent="-292100" lvl="3" marL="1828800" algn="ctr">
              <a:spcBef>
                <a:spcPts val="0"/>
              </a:spcBef>
              <a:spcAft>
                <a:spcPts val="0"/>
              </a:spcAft>
              <a:buClr>
                <a:srgbClr val="FFFFFF"/>
              </a:buClr>
              <a:buSzPts val="1000"/>
              <a:buChar char="●"/>
              <a:defRPr sz="1000">
                <a:solidFill>
                  <a:srgbClr val="FFFFFF"/>
                </a:solidFill>
              </a:defRPr>
            </a:lvl4pPr>
            <a:lvl5pPr indent="-292100" lvl="4" marL="2286000" algn="ctr">
              <a:spcBef>
                <a:spcPts val="0"/>
              </a:spcBef>
              <a:spcAft>
                <a:spcPts val="0"/>
              </a:spcAft>
              <a:buClr>
                <a:srgbClr val="FFFFFF"/>
              </a:buClr>
              <a:buSzPts val="1000"/>
              <a:buChar char="○"/>
              <a:defRPr sz="1000">
                <a:solidFill>
                  <a:srgbClr val="FFFFFF"/>
                </a:solidFill>
              </a:defRPr>
            </a:lvl5pPr>
            <a:lvl6pPr indent="-292100" lvl="5" marL="2743200" algn="ctr">
              <a:spcBef>
                <a:spcPts val="0"/>
              </a:spcBef>
              <a:spcAft>
                <a:spcPts val="0"/>
              </a:spcAft>
              <a:buClr>
                <a:srgbClr val="FFFFFF"/>
              </a:buClr>
              <a:buSzPts val="1000"/>
              <a:buChar char="■"/>
              <a:defRPr sz="1000">
                <a:solidFill>
                  <a:srgbClr val="FFFFFF"/>
                </a:solidFill>
              </a:defRPr>
            </a:lvl6pPr>
            <a:lvl7pPr indent="-292100" lvl="6" marL="3200400" algn="ctr">
              <a:spcBef>
                <a:spcPts val="0"/>
              </a:spcBef>
              <a:spcAft>
                <a:spcPts val="0"/>
              </a:spcAft>
              <a:buClr>
                <a:srgbClr val="FFFFFF"/>
              </a:buClr>
              <a:buSzPts val="1000"/>
              <a:buChar char="●"/>
              <a:defRPr sz="1000">
                <a:solidFill>
                  <a:srgbClr val="FFFFFF"/>
                </a:solidFill>
              </a:defRPr>
            </a:lvl7pPr>
            <a:lvl8pPr indent="-292100" lvl="7" marL="3657600" algn="ctr">
              <a:spcBef>
                <a:spcPts val="0"/>
              </a:spcBef>
              <a:spcAft>
                <a:spcPts val="0"/>
              </a:spcAft>
              <a:buClr>
                <a:srgbClr val="FFFFFF"/>
              </a:buClr>
              <a:buSzPts val="1000"/>
              <a:buChar char="○"/>
              <a:defRPr sz="1000">
                <a:solidFill>
                  <a:srgbClr val="FFFFFF"/>
                </a:solidFill>
              </a:defRPr>
            </a:lvl8pPr>
            <a:lvl9pPr indent="-292100" lvl="8" marL="4114800" algn="ctr">
              <a:spcBef>
                <a:spcPts val="0"/>
              </a:spcBef>
              <a:spcAft>
                <a:spcPts val="0"/>
              </a:spcAft>
              <a:buClr>
                <a:srgbClr val="FFFFFF"/>
              </a:buClr>
              <a:buSzPts val="1000"/>
              <a:buChar char="■"/>
              <a:defRPr sz="1000">
                <a:solidFill>
                  <a:srgbClr val="FFFFFF"/>
                </a:solidFill>
              </a:defRPr>
            </a:lvl9pPr>
          </a:lstStyle>
          <a:p/>
        </p:txBody>
      </p:sp>
      <p:sp>
        <p:nvSpPr>
          <p:cNvPr id="6954" name="Google Shape;6954;p122"/>
          <p:cNvSpPr txBox="1"/>
          <p:nvPr/>
        </p:nvSpPr>
        <p:spPr>
          <a:xfrm>
            <a:off x="84825" y="598125"/>
            <a:ext cx="595500" cy="205800"/>
          </a:xfrm>
          <a:prstGeom prst="rect">
            <a:avLst/>
          </a:prstGeom>
          <a:noFill/>
          <a:ln>
            <a:noFill/>
          </a:ln>
        </p:spPr>
        <p:txBody>
          <a:bodyPr anchorCtr="0" anchor="t" bIns="18000" lIns="18000" spcFirstLastPara="1" rIns="18000" wrap="square" tIns="18000">
            <a:spAutoFit/>
          </a:bodyPr>
          <a:lstStyle/>
          <a:p>
            <a:pPr indent="0" lvl="0" marL="0" rtl="0" algn="l">
              <a:spcBef>
                <a:spcPts val="0"/>
              </a:spcBef>
              <a:spcAft>
                <a:spcPts val="0"/>
              </a:spcAft>
              <a:buNone/>
            </a:pPr>
            <a:r>
              <a:rPr lang="es-419" sz="1100">
                <a:solidFill>
                  <a:srgbClr val="FFFFFF"/>
                </a:solidFill>
              </a:rPr>
              <a:t>Nombre:</a:t>
            </a:r>
            <a:endParaRPr sz="1100">
              <a:solidFill>
                <a:srgbClr val="FFFFFF"/>
              </a:solidFill>
            </a:endParaRPr>
          </a:p>
        </p:txBody>
      </p:sp>
    </p:spTree>
  </p:cSld>
  <p:clrMapOvr>
    <a:masterClrMapping/>
  </p:clrMapOvr>
</p:sldLayout>
</file>

<file path=ppt/slideLayouts/slideLayout1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4.7 Normalización Transacciones Proceso de Negocio ">
  <p:cSld name="TITLE_3_4_1_2_1_2_1_2">
    <p:spTree>
      <p:nvGrpSpPr>
        <p:cNvPr id="6955" name="Shape 6955"/>
        <p:cNvGrpSpPr/>
        <p:nvPr/>
      </p:nvGrpSpPr>
      <p:grpSpPr>
        <a:xfrm>
          <a:off x="0" y="0"/>
          <a:ext cx="0" cy="0"/>
          <a:chOff x="0" y="0"/>
          <a:chExt cx="0" cy="0"/>
        </a:xfrm>
      </p:grpSpPr>
      <p:sp>
        <p:nvSpPr>
          <p:cNvPr id="6956" name="Google Shape;6956;p123"/>
          <p:cNvSpPr/>
          <p:nvPr/>
        </p:nvSpPr>
        <p:spPr>
          <a:xfrm>
            <a:off x="77688" y="358938"/>
            <a:ext cx="9935700" cy="6438000"/>
          </a:xfrm>
          <a:prstGeom prst="roundRect">
            <a:avLst>
              <a:gd fmla="val 2618" name="adj"/>
            </a:avLst>
          </a:prstGeom>
          <a:solidFill>
            <a:srgbClr val="FFFFFF"/>
          </a:solidFill>
          <a:ln cap="flat" cmpd="sng" w="38100">
            <a:solidFill>
              <a:srgbClr val="000000"/>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7" name="Google Shape;6957;p123"/>
          <p:cNvSpPr txBox="1"/>
          <p:nvPr/>
        </p:nvSpPr>
        <p:spPr>
          <a:xfrm>
            <a:off x="5380763" y="1066398"/>
            <a:ext cx="1069200" cy="2166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t/>
            </a:r>
            <a:endParaRPr b="1" sz="600"/>
          </a:p>
        </p:txBody>
      </p:sp>
      <p:cxnSp>
        <p:nvCxnSpPr>
          <p:cNvPr id="6958" name="Google Shape;6958;p123"/>
          <p:cNvCxnSpPr/>
          <p:nvPr/>
        </p:nvCxnSpPr>
        <p:spPr>
          <a:xfrm>
            <a:off x="77688" y="772614"/>
            <a:ext cx="9935700" cy="0"/>
          </a:xfrm>
          <a:prstGeom prst="straightConnector1">
            <a:avLst/>
          </a:prstGeom>
          <a:noFill/>
          <a:ln cap="flat" cmpd="sng" w="19050">
            <a:solidFill>
              <a:srgbClr val="000000"/>
            </a:solidFill>
            <a:prstDash val="solid"/>
            <a:round/>
            <a:headEnd len="med" w="med" type="none"/>
            <a:tailEnd len="med" w="med" type="none"/>
          </a:ln>
        </p:spPr>
      </p:cxnSp>
      <p:cxnSp>
        <p:nvCxnSpPr>
          <p:cNvPr id="6959" name="Google Shape;6959;p123"/>
          <p:cNvCxnSpPr/>
          <p:nvPr/>
        </p:nvCxnSpPr>
        <p:spPr>
          <a:xfrm rot="10800000">
            <a:off x="2439038" y="368188"/>
            <a:ext cx="0" cy="402300"/>
          </a:xfrm>
          <a:prstGeom prst="straightConnector1">
            <a:avLst/>
          </a:prstGeom>
          <a:noFill/>
          <a:ln cap="flat" cmpd="sng" w="19050">
            <a:solidFill>
              <a:srgbClr val="000000"/>
            </a:solidFill>
            <a:prstDash val="solid"/>
            <a:round/>
            <a:headEnd len="med" w="med" type="none"/>
            <a:tailEnd len="med" w="med" type="none"/>
          </a:ln>
        </p:spPr>
      </p:cxnSp>
      <p:sp>
        <p:nvSpPr>
          <p:cNvPr id="6960" name="Google Shape;6960;p123"/>
          <p:cNvSpPr txBox="1"/>
          <p:nvPr>
            <p:ph type="title"/>
          </p:nvPr>
        </p:nvSpPr>
        <p:spPr>
          <a:xfrm flipH="1">
            <a:off x="3219174" y="437575"/>
            <a:ext cx="1731300" cy="2658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200"/>
              <a:buNone/>
              <a:defRPr sz="1200">
                <a:solidFill>
                  <a:srgbClr val="000000"/>
                </a:solidFill>
              </a:defRPr>
            </a:lvl1pPr>
            <a:lvl2pPr lvl="1">
              <a:spcBef>
                <a:spcPts val="0"/>
              </a:spcBef>
              <a:spcAft>
                <a:spcPts val="0"/>
              </a:spcAft>
              <a:buClr>
                <a:srgbClr val="000000"/>
              </a:buClr>
              <a:buSzPts val="1100"/>
              <a:buNone/>
              <a:defRPr sz="1100">
                <a:solidFill>
                  <a:srgbClr val="000000"/>
                </a:solidFill>
              </a:defRPr>
            </a:lvl2pPr>
            <a:lvl3pPr lvl="2">
              <a:spcBef>
                <a:spcPts val="0"/>
              </a:spcBef>
              <a:spcAft>
                <a:spcPts val="0"/>
              </a:spcAft>
              <a:buClr>
                <a:srgbClr val="000000"/>
              </a:buClr>
              <a:buSzPts val="1100"/>
              <a:buNone/>
              <a:defRPr sz="1100">
                <a:solidFill>
                  <a:srgbClr val="000000"/>
                </a:solidFill>
              </a:defRPr>
            </a:lvl3pPr>
            <a:lvl4pPr lvl="3">
              <a:spcBef>
                <a:spcPts val="0"/>
              </a:spcBef>
              <a:spcAft>
                <a:spcPts val="0"/>
              </a:spcAft>
              <a:buClr>
                <a:srgbClr val="000000"/>
              </a:buClr>
              <a:buSzPts val="1100"/>
              <a:buNone/>
              <a:defRPr sz="1100">
                <a:solidFill>
                  <a:srgbClr val="000000"/>
                </a:solidFill>
              </a:defRPr>
            </a:lvl4pPr>
            <a:lvl5pPr lvl="4">
              <a:spcBef>
                <a:spcPts val="0"/>
              </a:spcBef>
              <a:spcAft>
                <a:spcPts val="0"/>
              </a:spcAft>
              <a:buClr>
                <a:srgbClr val="000000"/>
              </a:buClr>
              <a:buSzPts val="1100"/>
              <a:buNone/>
              <a:defRPr sz="1100">
                <a:solidFill>
                  <a:srgbClr val="000000"/>
                </a:solidFill>
              </a:defRPr>
            </a:lvl5pPr>
            <a:lvl6pPr lvl="5">
              <a:spcBef>
                <a:spcPts val="0"/>
              </a:spcBef>
              <a:spcAft>
                <a:spcPts val="0"/>
              </a:spcAft>
              <a:buClr>
                <a:srgbClr val="000000"/>
              </a:buClr>
              <a:buSzPts val="1100"/>
              <a:buNone/>
              <a:defRPr sz="1100">
                <a:solidFill>
                  <a:srgbClr val="000000"/>
                </a:solidFill>
              </a:defRPr>
            </a:lvl6pPr>
            <a:lvl7pPr lvl="6">
              <a:spcBef>
                <a:spcPts val="0"/>
              </a:spcBef>
              <a:spcAft>
                <a:spcPts val="0"/>
              </a:spcAft>
              <a:buClr>
                <a:srgbClr val="000000"/>
              </a:buClr>
              <a:buSzPts val="1100"/>
              <a:buNone/>
              <a:defRPr sz="1100">
                <a:solidFill>
                  <a:srgbClr val="000000"/>
                </a:solidFill>
              </a:defRPr>
            </a:lvl7pPr>
            <a:lvl8pPr lvl="7">
              <a:spcBef>
                <a:spcPts val="0"/>
              </a:spcBef>
              <a:spcAft>
                <a:spcPts val="0"/>
              </a:spcAft>
              <a:buClr>
                <a:srgbClr val="000000"/>
              </a:buClr>
              <a:buSzPts val="1100"/>
              <a:buNone/>
              <a:defRPr sz="1100">
                <a:solidFill>
                  <a:srgbClr val="000000"/>
                </a:solidFill>
              </a:defRPr>
            </a:lvl8pPr>
            <a:lvl9pPr lvl="8">
              <a:spcBef>
                <a:spcPts val="0"/>
              </a:spcBef>
              <a:spcAft>
                <a:spcPts val="0"/>
              </a:spcAft>
              <a:buClr>
                <a:srgbClr val="000000"/>
              </a:buClr>
              <a:buSzPts val="1100"/>
              <a:buNone/>
              <a:defRPr sz="1100">
                <a:solidFill>
                  <a:srgbClr val="000000"/>
                </a:solidFill>
              </a:defRPr>
            </a:lvl9pPr>
          </a:lstStyle>
          <a:p/>
        </p:txBody>
      </p:sp>
      <p:sp>
        <p:nvSpPr>
          <p:cNvPr id="6961" name="Google Shape;6961;p123"/>
          <p:cNvSpPr txBox="1"/>
          <p:nvPr/>
        </p:nvSpPr>
        <p:spPr>
          <a:xfrm>
            <a:off x="2513487" y="437267"/>
            <a:ext cx="679500" cy="2664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b="1" lang="es-419" sz="1100"/>
              <a:t>Proceso:</a:t>
            </a:r>
            <a:endParaRPr b="1" sz="1100"/>
          </a:p>
        </p:txBody>
      </p:sp>
      <p:cxnSp>
        <p:nvCxnSpPr>
          <p:cNvPr id="6962" name="Google Shape;6962;p123"/>
          <p:cNvCxnSpPr/>
          <p:nvPr/>
        </p:nvCxnSpPr>
        <p:spPr>
          <a:xfrm rot="10800000">
            <a:off x="5070754" y="368188"/>
            <a:ext cx="0" cy="402300"/>
          </a:xfrm>
          <a:prstGeom prst="straightConnector1">
            <a:avLst/>
          </a:prstGeom>
          <a:noFill/>
          <a:ln cap="flat" cmpd="sng" w="19050">
            <a:solidFill>
              <a:srgbClr val="000000"/>
            </a:solidFill>
            <a:prstDash val="solid"/>
            <a:round/>
            <a:headEnd len="med" w="med" type="none"/>
            <a:tailEnd len="med" w="med" type="none"/>
          </a:ln>
        </p:spPr>
      </p:cxnSp>
      <p:sp>
        <p:nvSpPr>
          <p:cNvPr id="6963" name="Google Shape;6963;p123"/>
          <p:cNvSpPr txBox="1"/>
          <p:nvPr/>
        </p:nvSpPr>
        <p:spPr>
          <a:xfrm>
            <a:off x="5191013" y="387663"/>
            <a:ext cx="13026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Finalidad empresa:</a:t>
            </a:r>
            <a:endParaRPr b="1" sz="1100"/>
          </a:p>
        </p:txBody>
      </p:sp>
      <p:sp>
        <p:nvSpPr>
          <p:cNvPr id="6964" name="Google Shape;6964;p123"/>
          <p:cNvSpPr txBox="1"/>
          <p:nvPr/>
        </p:nvSpPr>
        <p:spPr>
          <a:xfrm>
            <a:off x="5191013" y="579538"/>
            <a:ext cx="11637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Finalidad cliente:</a:t>
            </a:r>
            <a:endParaRPr b="1" sz="1100"/>
          </a:p>
        </p:txBody>
      </p:sp>
      <p:sp>
        <p:nvSpPr>
          <p:cNvPr id="6965" name="Google Shape;6965;p123"/>
          <p:cNvSpPr/>
          <p:nvPr/>
        </p:nvSpPr>
        <p:spPr>
          <a:xfrm>
            <a:off x="77688" y="349338"/>
            <a:ext cx="2361300" cy="421200"/>
          </a:xfrm>
          <a:prstGeom prst="roundRect">
            <a:avLst>
              <a:gd fmla="val 50000" name="adj"/>
            </a:avLst>
          </a:prstGeom>
          <a:solidFill>
            <a:srgbClr val="000000"/>
          </a:solidFill>
          <a:ln cap="flat" cmpd="sng" w="9525">
            <a:solidFill>
              <a:srgbClr val="000000"/>
            </a:solidFill>
            <a:prstDash val="solid"/>
            <a:round/>
            <a:headEnd len="sm" w="sm" type="none"/>
            <a:tailEnd len="sm" w="sm" type="none"/>
          </a:ln>
        </p:spPr>
        <p:txBody>
          <a:bodyPr anchorCtr="0" anchor="ctr" bIns="91425" lIns="0" spcFirstLastPara="1" rIns="0" wrap="square" tIns="91425">
            <a:noAutofit/>
          </a:bodyPr>
          <a:lstStyle/>
          <a:p>
            <a:pPr indent="0" lvl="0" marL="0" rtl="0" algn="ctr">
              <a:spcBef>
                <a:spcPts val="0"/>
              </a:spcBef>
              <a:spcAft>
                <a:spcPts val="0"/>
              </a:spcAft>
              <a:buNone/>
            </a:pPr>
            <a:r>
              <a:rPr b="1" lang="es-419" sz="1100">
                <a:solidFill>
                  <a:srgbClr val="FFFFFF"/>
                </a:solidFill>
              </a:rPr>
              <a:t>Normalización Proceso Negocio</a:t>
            </a:r>
            <a:endParaRPr b="1" sz="1100">
              <a:solidFill>
                <a:srgbClr val="FFFFFF"/>
              </a:solidFill>
            </a:endParaRPr>
          </a:p>
          <a:p>
            <a:pPr indent="0" lvl="0" marL="0" rtl="0" algn="ctr">
              <a:spcBef>
                <a:spcPts val="0"/>
              </a:spcBef>
              <a:spcAft>
                <a:spcPts val="0"/>
              </a:spcAft>
              <a:buNone/>
            </a:pPr>
            <a:r>
              <a:t/>
            </a:r>
            <a:endParaRPr b="1" sz="1200">
              <a:solidFill>
                <a:srgbClr val="FFFFFF"/>
              </a:solidFill>
            </a:endParaRPr>
          </a:p>
        </p:txBody>
      </p:sp>
      <p:sp>
        <p:nvSpPr>
          <p:cNvPr id="6966" name="Google Shape;6966;p123"/>
          <p:cNvSpPr/>
          <p:nvPr/>
        </p:nvSpPr>
        <p:spPr>
          <a:xfrm>
            <a:off x="83988" y="595504"/>
            <a:ext cx="190200" cy="1692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7" name="Google Shape;6967;p123"/>
          <p:cNvSpPr/>
          <p:nvPr/>
        </p:nvSpPr>
        <p:spPr>
          <a:xfrm>
            <a:off x="2350598" y="358950"/>
            <a:ext cx="88500" cy="4023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8" name="Google Shape;6968;p123"/>
          <p:cNvSpPr txBox="1"/>
          <p:nvPr>
            <p:ph idx="2" type="title"/>
          </p:nvPr>
        </p:nvSpPr>
        <p:spPr>
          <a:xfrm flipH="1">
            <a:off x="6546263" y="387663"/>
            <a:ext cx="3350100" cy="1692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000"/>
              <a:buNone/>
              <a:defRPr sz="1000">
                <a:solidFill>
                  <a:srgbClr val="000000"/>
                </a:solidFill>
              </a:defRPr>
            </a:lvl1pPr>
            <a:lvl2pPr lvl="1">
              <a:spcBef>
                <a:spcPts val="0"/>
              </a:spcBef>
              <a:spcAft>
                <a:spcPts val="0"/>
              </a:spcAft>
              <a:buClr>
                <a:srgbClr val="000000"/>
              </a:buClr>
              <a:buSzPts val="1000"/>
              <a:buNone/>
              <a:defRPr sz="1000">
                <a:solidFill>
                  <a:srgbClr val="000000"/>
                </a:solidFill>
              </a:defRPr>
            </a:lvl2pPr>
            <a:lvl3pPr lvl="2">
              <a:spcBef>
                <a:spcPts val="0"/>
              </a:spcBef>
              <a:spcAft>
                <a:spcPts val="0"/>
              </a:spcAft>
              <a:buClr>
                <a:srgbClr val="000000"/>
              </a:buClr>
              <a:buSzPts val="1000"/>
              <a:buNone/>
              <a:defRPr sz="1000">
                <a:solidFill>
                  <a:srgbClr val="000000"/>
                </a:solidFill>
              </a:defRPr>
            </a:lvl3pPr>
            <a:lvl4pPr lvl="3">
              <a:spcBef>
                <a:spcPts val="0"/>
              </a:spcBef>
              <a:spcAft>
                <a:spcPts val="0"/>
              </a:spcAft>
              <a:buClr>
                <a:srgbClr val="000000"/>
              </a:buClr>
              <a:buSzPts val="1000"/>
              <a:buNone/>
              <a:defRPr sz="1000">
                <a:solidFill>
                  <a:srgbClr val="000000"/>
                </a:solidFill>
              </a:defRPr>
            </a:lvl4pPr>
            <a:lvl5pPr lvl="4">
              <a:spcBef>
                <a:spcPts val="0"/>
              </a:spcBef>
              <a:spcAft>
                <a:spcPts val="0"/>
              </a:spcAft>
              <a:buClr>
                <a:srgbClr val="000000"/>
              </a:buClr>
              <a:buSzPts val="1000"/>
              <a:buNone/>
              <a:defRPr sz="1000">
                <a:solidFill>
                  <a:srgbClr val="000000"/>
                </a:solidFill>
              </a:defRPr>
            </a:lvl5pPr>
            <a:lvl6pPr lvl="5">
              <a:spcBef>
                <a:spcPts val="0"/>
              </a:spcBef>
              <a:spcAft>
                <a:spcPts val="0"/>
              </a:spcAft>
              <a:buClr>
                <a:srgbClr val="000000"/>
              </a:buClr>
              <a:buSzPts val="1000"/>
              <a:buNone/>
              <a:defRPr sz="1000">
                <a:solidFill>
                  <a:srgbClr val="000000"/>
                </a:solidFill>
              </a:defRPr>
            </a:lvl6pPr>
            <a:lvl7pPr lvl="6">
              <a:spcBef>
                <a:spcPts val="0"/>
              </a:spcBef>
              <a:spcAft>
                <a:spcPts val="0"/>
              </a:spcAft>
              <a:buClr>
                <a:srgbClr val="000000"/>
              </a:buClr>
              <a:buSzPts val="1000"/>
              <a:buNone/>
              <a:defRPr sz="1000">
                <a:solidFill>
                  <a:srgbClr val="000000"/>
                </a:solidFill>
              </a:defRPr>
            </a:lvl7pPr>
            <a:lvl8pPr lvl="7">
              <a:spcBef>
                <a:spcPts val="0"/>
              </a:spcBef>
              <a:spcAft>
                <a:spcPts val="0"/>
              </a:spcAft>
              <a:buClr>
                <a:srgbClr val="000000"/>
              </a:buClr>
              <a:buSzPts val="1000"/>
              <a:buNone/>
              <a:defRPr sz="1000">
                <a:solidFill>
                  <a:srgbClr val="000000"/>
                </a:solidFill>
              </a:defRPr>
            </a:lvl8pPr>
            <a:lvl9pPr lvl="8">
              <a:spcBef>
                <a:spcPts val="0"/>
              </a:spcBef>
              <a:spcAft>
                <a:spcPts val="0"/>
              </a:spcAft>
              <a:buClr>
                <a:srgbClr val="000000"/>
              </a:buClr>
              <a:buSzPts val="1000"/>
              <a:buNone/>
              <a:defRPr sz="1000">
                <a:solidFill>
                  <a:srgbClr val="000000"/>
                </a:solidFill>
              </a:defRPr>
            </a:lvl9pPr>
          </a:lstStyle>
          <a:p/>
        </p:txBody>
      </p:sp>
      <p:sp>
        <p:nvSpPr>
          <p:cNvPr id="6969" name="Google Shape;6969;p123"/>
          <p:cNvSpPr txBox="1"/>
          <p:nvPr>
            <p:ph idx="3" type="title"/>
          </p:nvPr>
        </p:nvSpPr>
        <p:spPr>
          <a:xfrm flipH="1">
            <a:off x="6546263" y="579538"/>
            <a:ext cx="3350100" cy="1692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000"/>
              <a:buNone/>
              <a:defRPr sz="1000">
                <a:solidFill>
                  <a:srgbClr val="000000"/>
                </a:solidFill>
              </a:defRPr>
            </a:lvl1pPr>
            <a:lvl2pPr lvl="1">
              <a:spcBef>
                <a:spcPts val="0"/>
              </a:spcBef>
              <a:spcAft>
                <a:spcPts val="0"/>
              </a:spcAft>
              <a:buClr>
                <a:srgbClr val="000000"/>
              </a:buClr>
              <a:buSzPts val="1000"/>
              <a:buNone/>
              <a:defRPr sz="1000">
                <a:solidFill>
                  <a:srgbClr val="000000"/>
                </a:solidFill>
              </a:defRPr>
            </a:lvl2pPr>
            <a:lvl3pPr lvl="2">
              <a:spcBef>
                <a:spcPts val="0"/>
              </a:spcBef>
              <a:spcAft>
                <a:spcPts val="0"/>
              </a:spcAft>
              <a:buClr>
                <a:srgbClr val="000000"/>
              </a:buClr>
              <a:buSzPts val="1000"/>
              <a:buNone/>
              <a:defRPr sz="1000">
                <a:solidFill>
                  <a:srgbClr val="000000"/>
                </a:solidFill>
              </a:defRPr>
            </a:lvl3pPr>
            <a:lvl4pPr lvl="3">
              <a:spcBef>
                <a:spcPts val="0"/>
              </a:spcBef>
              <a:spcAft>
                <a:spcPts val="0"/>
              </a:spcAft>
              <a:buClr>
                <a:srgbClr val="000000"/>
              </a:buClr>
              <a:buSzPts val="1000"/>
              <a:buNone/>
              <a:defRPr sz="1000">
                <a:solidFill>
                  <a:srgbClr val="000000"/>
                </a:solidFill>
              </a:defRPr>
            </a:lvl4pPr>
            <a:lvl5pPr lvl="4">
              <a:spcBef>
                <a:spcPts val="0"/>
              </a:spcBef>
              <a:spcAft>
                <a:spcPts val="0"/>
              </a:spcAft>
              <a:buClr>
                <a:srgbClr val="000000"/>
              </a:buClr>
              <a:buSzPts val="1000"/>
              <a:buNone/>
              <a:defRPr sz="1000">
                <a:solidFill>
                  <a:srgbClr val="000000"/>
                </a:solidFill>
              </a:defRPr>
            </a:lvl5pPr>
            <a:lvl6pPr lvl="5">
              <a:spcBef>
                <a:spcPts val="0"/>
              </a:spcBef>
              <a:spcAft>
                <a:spcPts val="0"/>
              </a:spcAft>
              <a:buClr>
                <a:srgbClr val="000000"/>
              </a:buClr>
              <a:buSzPts val="1000"/>
              <a:buNone/>
              <a:defRPr sz="1000">
                <a:solidFill>
                  <a:srgbClr val="000000"/>
                </a:solidFill>
              </a:defRPr>
            </a:lvl6pPr>
            <a:lvl7pPr lvl="6">
              <a:spcBef>
                <a:spcPts val="0"/>
              </a:spcBef>
              <a:spcAft>
                <a:spcPts val="0"/>
              </a:spcAft>
              <a:buClr>
                <a:srgbClr val="000000"/>
              </a:buClr>
              <a:buSzPts val="1000"/>
              <a:buNone/>
              <a:defRPr sz="1000">
                <a:solidFill>
                  <a:srgbClr val="000000"/>
                </a:solidFill>
              </a:defRPr>
            </a:lvl7pPr>
            <a:lvl8pPr lvl="7">
              <a:spcBef>
                <a:spcPts val="0"/>
              </a:spcBef>
              <a:spcAft>
                <a:spcPts val="0"/>
              </a:spcAft>
              <a:buClr>
                <a:srgbClr val="000000"/>
              </a:buClr>
              <a:buSzPts val="1000"/>
              <a:buNone/>
              <a:defRPr sz="1000">
                <a:solidFill>
                  <a:srgbClr val="000000"/>
                </a:solidFill>
              </a:defRPr>
            </a:lvl8pPr>
            <a:lvl9pPr lvl="8">
              <a:spcBef>
                <a:spcPts val="0"/>
              </a:spcBef>
              <a:spcAft>
                <a:spcPts val="0"/>
              </a:spcAft>
              <a:buClr>
                <a:srgbClr val="000000"/>
              </a:buClr>
              <a:buSzPts val="1000"/>
              <a:buNone/>
              <a:defRPr sz="1000">
                <a:solidFill>
                  <a:srgbClr val="000000"/>
                </a:solidFill>
              </a:defRPr>
            </a:lvl9pPr>
          </a:lstStyle>
          <a:p/>
        </p:txBody>
      </p:sp>
      <p:sp>
        <p:nvSpPr>
          <p:cNvPr id="6970" name="Google Shape;6970;p123"/>
          <p:cNvSpPr txBox="1"/>
          <p:nvPr/>
        </p:nvSpPr>
        <p:spPr>
          <a:xfrm>
            <a:off x="753551" y="1058448"/>
            <a:ext cx="1647300" cy="232500"/>
          </a:xfrm>
          <a:prstGeom prst="rect">
            <a:avLst/>
          </a:prstGeom>
          <a:noFill/>
          <a:ln>
            <a:noFill/>
          </a:ln>
        </p:spPr>
        <p:txBody>
          <a:bodyPr anchorCtr="0" anchor="ctr" bIns="0" lIns="0" spcFirstLastPara="1" rIns="0" wrap="square" tIns="0">
            <a:noAutofit/>
          </a:bodyPr>
          <a:lstStyle/>
          <a:p>
            <a:pPr indent="0" lvl="0" marL="0" rtl="0" algn="r">
              <a:spcBef>
                <a:spcPts val="0"/>
              </a:spcBef>
              <a:spcAft>
                <a:spcPts val="0"/>
              </a:spcAft>
              <a:buNone/>
            </a:pPr>
            <a:r>
              <a:rPr b="1" lang="es-419" sz="1100">
                <a:latin typeface="Arvo"/>
                <a:ea typeface="Arvo"/>
                <a:cs typeface="Arvo"/>
                <a:sym typeface="Arvo"/>
              </a:rPr>
              <a:t>Nombre del Proceso:</a:t>
            </a:r>
            <a:endParaRPr b="1" sz="1100">
              <a:latin typeface="Arvo"/>
              <a:ea typeface="Arvo"/>
              <a:cs typeface="Arvo"/>
              <a:sym typeface="Arvo"/>
            </a:endParaRPr>
          </a:p>
          <a:p>
            <a:pPr indent="0" lvl="0" marL="0" rtl="0" algn="r">
              <a:spcBef>
                <a:spcPts val="0"/>
              </a:spcBef>
              <a:spcAft>
                <a:spcPts val="0"/>
              </a:spcAft>
              <a:buNone/>
            </a:pPr>
            <a:r>
              <a:rPr i="1" lang="es-419" sz="600">
                <a:solidFill>
                  <a:srgbClr val="666666"/>
                </a:solidFill>
                <a:latin typeface="Arvo"/>
                <a:ea typeface="Arvo"/>
                <a:cs typeface="Arvo"/>
                <a:sym typeface="Arvo"/>
              </a:rPr>
              <a:t>&lt;ej: Reserva de citas médicas&gt;</a:t>
            </a:r>
            <a:endParaRPr i="1" sz="600">
              <a:solidFill>
                <a:srgbClr val="666666"/>
              </a:solidFill>
              <a:latin typeface="Arvo"/>
              <a:ea typeface="Arvo"/>
              <a:cs typeface="Arvo"/>
              <a:sym typeface="Arvo"/>
            </a:endParaRPr>
          </a:p>
        </p:txBody>
      </p:sp>
      <p:sp>
        <p:nvSpPr>
          <p:cNvPr id="6971" name="Google Shape;6971;p123"/>
          <p:cNvSpPr/>
          <p:nvPr/>
        </p:nvSpPr>
        <p:spPr>
          <a:xfrm>
            <a:off x="2503763" y="1002948"/>
            <a:ext cx="6823200" cy="343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6972" name="Google Shape;6972;p123"/>
          <p:cNvSpPr txBox="1"/>
          <p:nvPr/>
        </p:nvSpPr>
        <p:spPr>
          <a:xfrm>
            <a:off x="753551" y="2125116"/>
            <a:ext cx="1647300" cy="538800"/>
          </a:xfrm>
          <a:prstGeom prst="rect">
            <a:avLst/>
          </a:prstGeom>
          <a:noFill/>
          <a:ln>
            <a:noFill/>
          </a:ln>
        </p:spPr>
        <p:txBody>
          <a:bodyPr anchorCtr="0" anchor="ctr" bIns="0" lIns="0" spcFirstLastPara="1" rIns="0" wrap="square" tIns="0">
            <a:spAutoFit/>
          </a:bodyPr>
          <a:lstStyle/>
          <a:p>
            <a:pPr indent="0" lvl="0" marL="0" marR="0" rtl="0" algn="r">
              <a:lnSpc>
                <a:spcPct val="100000"/>
              </a:lnSpc>
              <a:spcBef>
                <a:spcPts val="0"/>
              </a:spcBef>
              <a:spcAft>
                <a:spcPts val="0"/>
              </a:spcAft>
              <a:buNone/>
            </a:pPr>
            <a:r>
              <a:rPr b="1" lang="es-419" sz="1100">
                <a:latin typeface="Arvo"/>
                <a:ea typeface="Arvo"/>
                <a:cs typeface="Arvo"/>
                <a:sym typeface="Arvo"/>
              </a:rPr>
              <a:t>Transacciones:</a:t>
            </a:r>
            <a:endParaRPr b="1" sz="1100">
              <a:latin typeface="Arvo"/>
              <a:ea typeface="Arvo"/>
              <a:cs typeface="Arvo"/>
              <a:sym typeface="Arvo"/>
            </a:endParaRPr>
          </a:p>
          <a:p>
            <a:pPr indent="0" lvl="0" marL="0" marR="0" rtl="0" algn="r">
              <a:lnSpc>
                <a:spcPct val="100000"/>
              </a:lnSpc>
              <a:spcBef>
                <a:spcPts val="0"/>
              </a:spcBef>
              <a:spcAft>
                <a:spcPts val="0"/>
              </a:spcAft>
              <a:buNone/>
            </a:pPr>
            <a:r>
              <a:rPr i="1" lang="es-419" sz="600">
                <a:solidFill>
                  <a:srgbClr val="666666"/>
                </a:solidFill>
                <a:latin typeface="Arvo"/>
                <a:ea typeface="Arvo"/>
                <a:cs typeface="Arvo"/>
                <a:sym typeface="Arvo"/>
              </a:rPr>
              <a:t>&lt;ej: El vigilante &lt;quién&gt; registra&lt;cómo&gt; la moto &lt;qué&gt;, en la cabina &lt;dónde&gt;, durante las 24 horas &lt;cuándo&gt;, por su seguridad &lt;por qué&gt;&gt;</a:t>
            </a:r>
            <a:endParaRPr i="1" sz="600">
              <a:solidFill>
                <a:srgbClr val="666666"/>
              </a:solidFill>
              <a:latin typeface="Arvo"/>
              <a:ea typeface="Arvo"/>
              <a:cs typeface="Arvo"/>
              <a:sym typeface="Arvo"/>
            </a:endParaRPr>
          </a:p>
        </p:txBody>
      </p:sp>
      <p:sp>
        <p:nvSpPr>
          <p:cNvPr id="6973" name="Google Shape;6973;p123"/>
          <p:cNvSpPr/>
          <p:nvPr/>
        </p:nvSpPr>
        <p:spPr>
          <a:xfrm>
            <a:off x="2504975" y="1537403"/>
            <a:ext cx="6822000" cy="472200"/>
          </a:xfrm>
          <a:prstGeom prst="roundRect">
            <a:avLst>
              <a:gd fmla="val 9351"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6974" name="Google Shape;6974;p123"/>
          <p:cNvSpPr/>
          <p:nvPr/>
        </p:nvSpPr>
        <p:spPr>
          <a:xfrm>
            <a:off x="2505200" y="2126001"/>
            <a:ext cx="6822000" cy="2534100"/>
          </a:xfrm>
          <a:prstGeom prst="roundRect">
            <a:avLst>
              <a:gd fmla="val 3991" name="adj"/>
            </a:avLst>
          </a:prstGeom>
          <a:solidFill>
            <a:srgbClr val="EFEFEF"/>
          </a:solidFill>
          <a:ln cap="flat" cmpd="sng" w="9525">
            <a:solidFill>
              <a:srgbClr val="F3F3F3"/>
            </a:solidFill>
            <a:prstDash val="solid"/>
            <a:round/>
            <a:headEnd len="sm" w="sm" type="none"/>
            <a:tailEnd len="sm" w="sm" type="none"/>
          </a:ln>
        </p:spPr>
        <p:txBody>
          <a:bodyPr anchorCtr="0" anchor="t"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6975" name="Google Shape;6975;p123"/>
          <p:cNvSpPr txBox="1"/>
          <p:nvPr/>
        </p:nvSpPr>
        <p:spPr>
          <a:xfrm>
            <a:off x="752801" y="5433989"/>
            <a:ext cx="1648800" cy="232500"/>
          </a:xfrm>
          <a:prstGeom prst="rect">
            <a:avLst/>
          </a:prstGeom>
          <a:noFill/>
          <a:ln>
            <a:noFill/>
          </a:ln>
        </p:spPr>
        <p:txBody>
          <a:bodyPr anchorCtr="0" anchor="ctr" bIns="0" lIns="0" spcFirstLastPara="1" rIns="0" wrap="square" tIns="0">
            <a:noAutofit/>
          </a:bodyPr>
          <a:lstStyle/>
          <a:p>
            <a:pPr indent="0" lvl="0" marL="0" rtl="0" algn="r">
              <a:spcBef>
                <a:spcPts val="0"/>
              </a:spcBef>
              <a:spcAft>
                <a:spcPts val="0"/>
              </a:spcAft>
              <a:buNone/>
            </a:pPr>
            <a:r>
              <a:rPr b="1" lang="es-419" sz="1100">
                <a:latin typeface="Arvo"/>
                <a:ea typeface="Arvo"/>
                <a:cs typeface="Arvo"/>
                <a:sym typeface="Arvo"/>
              </a:rPr>
              <a:t>Meta Cliente:</a:t>
            </a:r>
            <a:endParaRPr b="1" sz="1100">
              <a:latin typeface="Arvo"/>
              <a:ea typeface="Arvo"/>
              <a:cs typeface="Arvo"/>
              <a:sym typeface="Arvo"/>
            </a:endParaRPr>
          </a:p>
          <a:p>
            <a:pPr indent="0" lvl="0" marL="0" rtl="0" algn="r">
              <a:spcBef>
                <a:spcPts val="0"/>
              </a:spcBef>
              <a:spcAft>
                <a:spcPts val="0"/>
              </a:spcAft>
              <a:buNone/>
            </a:pPr>
            <a:r>
              <a:rPr b="1" i="1" lang="es-419" sz="600">
                <a:latin typeface="Arvo"/>
                <a:ea typeface="Arvo"/>
                <a:cs typeface="Arvo"/>
                <a:sym typeface="Arvo"/>
              </a:rPr>
              <a:t> </a:t>
            </a:r>
            <a:r>
              <a:rPr i="1" lang="es-419" sz="600">
                <a:solidFill>
                  <a:srgbClr val="666666"/>
                </a:solidFill>
                <a:latin typeface="Arvo"/>
                <a:ea typeface="Arvo"/>
                <a:cs typeface="Arvo"/>
                <a:sym typeface="Arvo"/>
              </a:rPr>
              <a:t>&lt;ej: Cita reservada, Recibir producto&gt;</a:t>
            </a:r>
            <a:endParaRPr i="1" sz="600">
              <a:solidFill>
                <a:srgbClr val="666666"/>
              </a:solidFill>
              <a:latin typeface="Arvo"/>
              <a:ea typeface="Arvo"/>
              <a:cs typeface="Arvo"/>
              <a:sym typeface="Arvo"/>
            </a:endParaRPr>
          </a:p>
        </p:txBody>
      </p:sp>
      <p:sp>
        <p:nvSpPr>
          <p:cNvPr id="6976" name="Google Shape;6976;p123"/>
          <p:cNvSpPr/>
          <p:nvPr/>
        </p:nvSpPr>
        <p:spPr>
          <a:xfrm>
            <a:off x="2504925" y="5378489"/>
            <a:ext cx="6822000" cy="343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6977" name="Google Shape;6977;p123"/>
          <p:cNvSpPr txBox="1"/>
          <p:nvPr/>
        </p:nvSpPr>
        <p:spPr>
          <a:xfrm>
            <a:off x="752801" y="5957982"/>
            <a:ext cx="1648800" cy="366300"/>
          </a:xfrm>
          <a:prstGeom prst="rect">
            <a:avLst/>
          </a:prstGeom>
          <a:noFill/>
          <a:ln>
            <a:noFill/>
          </a:ln>
        </p:spPr>
        <p:txBody>
          <a:bodyPr anchorCtr="0" anchor="ctr" bIns="0" lIns="0" spcFirstLastPara="1" rIns="0" wrap="square" tIns="0">
            <a:spAutoFit/>
          </a:bodyPr>
          <a:lstStyle/>
          <a:p>
            <a:pPr indent="0" lvl="0" marL="0" marR="0" rtl="0" algn="r">
              <a:lnSpc>
                <a:spcPct val="85000"/>
              </a:lnSpc>
              <a:spcBef>
                <a:spcPts val="0"/>
              </a:spcBef>
              <a:spcAft>
                <a:spcPts val="0"/>
              </a:spcAft>
              <a:buNone/>
            </a:pPr>
            <a:r>
              <a:rPr b="1" lang="es-419" sz="1100">
                <a:latin typeface="Arvo"/>
                <a:ea typeface="Arvo"/>
                <a:cs typeface="Arvo"/>
                <a:sym typeface="Arvo"/>
              </a:rPr>
              <a:t>Meta Empresa:</a:t>
            </a:r>
            <a:endParaRPr b="1" sz="1100">
              <a:latin typeface="Arvo"/>
              <a:ea typeface="Arvo"/>
              <a:cs typeface="Arvo"/>
              <a:sym typeface="Arvo"/>
            </a:endParaRPr>
          </a:p>
          <a:p>
            <a:pPr indent="0" lvl="0" marL="0" marR="0" rtl="0" algn="r">
              <a:lnSpc>
                <a:spcPct val="85000"/>
              </a:lnSpc>
              <a:spcBef>
                <a:spcPts val="0"/>
              </a:spcBef>
              <a:spcAft>
                <a:spcPts val="0"/>
              </a:spcAft>
              <a:buNone/>
            </a:pPr>
            <a:r>
              <a:rPr b="1" lang="es-419" sz="750">
                <a:latin typeface="Arvo"/>
                <a:ea typeface="Arvo"/>
                <a:cs typeface="Arvo"/>
                <a:sym typeface="Arvo"/>
              </a:rPr>
              <a:t>[Meta =&lt;sustantivo&gt;&lt;adjetivo&gt;]</a:t>
            </a:r>
            <a:r>
              <a:rPr b="1" lang="es-419" sz="1100">
                <a:solidFill>
                  <a:schemeClr val="dk1"/>
                </a:solidFill>
              </a:rPr>
              <a:t> </a:t>
            </a:r>
            <a:endParaRPr b="1" sz="1100">
              <a:solidFill>
                <a:schemeClr val="dk1"/>
              </a:solidFill>
            </a:endParaRPr>
          </a:p>
          <a:p>
            <a:pPr indent="0" lvl="0" marL="0" marR="0" rtl="0" algn="r">
              <a:lnSpc>
                <a:spcPct val="85000"/>
              </a:lnSpc>
              <a:spcBef>
                <a:spcPts val="0"/>
              </a:spcBef>
              <a:spcAft>
                <a:spcPts val="0"/>
              </a:spcAft>
              <a:buNone/>
            </a:pPr>
            <a:r>
              <a:rPr i="1" lang="es-419" sz="600">
                <a:solidFill>
                  <a:srgbClr val="666666"/>
                </a:solidFill>
                <a:latin typeface="Arvo"/>
                <a:ea typeface="Arvo"/>
                <a:cs typeface="Arvo"/>
                <a:sym typeface="Arvo"/>
              </a:rPr>
              <a:t>&lt; ej:Cita Reservada&gt;</a:t>
            </a:r>
            <a:endParaRPr b="1" i="1" sz="900">
              <a:latin typeface="Arvo"/>
              <a:ea typeface="Arvo"/>
              <a:cs typeface="Arvo"/>
              <a:sym typeface="Arvo"/>
            </a:endParaRPr>
          </a:p>
        </p:txBody>
      </p:sp>
      <p:sp>
        <p:nvSpPr>
          <p:cNvPr id="6978" name="Google Shape;6978;p123"/>
          <p:cNvSpPr txBox="1"/>
          <p:nvPr/>
        </p:nvSpPr>
        <p:spPr>
          <a:xfrm>
            <a:off x="753551" y="1554664"/>
            <a:ext cx="1647300" cy="261600"/>
          </a:xfrm>
          <a:prstGeom prst="rect">
            <a:avLst/>
          </a:prstGeom>
          <a:noFill/>
          <a:ln>
            <a:noFill/>
          </a:ln>
        </p:spPr>
        <p:txBody>
          <a:bodyPr anchorCtr="0" anchor="ctr" bIns="0" lIns="0" spcFirstLastPara="1" rIns="0" wrap="square" tIns="0">
            <a:spAutoFit/>
          </a:bodyPr>
          <a:lstStyle/>
          <a:p>
            <a:pPr indent="0" lvl="0" marL="0" rtl="0" algn="r">
              <a:spcBef>
                <a:spcPts val="0"/>
              </a:spcBef>
              <a:spcAft>
                <a:spcPts val="0"/>
              </a:spcAft>
              <a:buNone/>
            </a:pPr>
            <a:r>
              <a:rPr b="1" lang="es-419" sz="1100">
                <a:latin typeface="Arvo"/>
                <a:ea typeface="Arvo"/>
                <a:cs typeface="Arvo"/>
                <a:sym typeface="Arvo"/>
              </a:rPr>
              <a:t>Precondición:</a:t>
            </a:r>
            <a:endParaRPr b="1" sz="1100">
              <a:latin typeface="Arvo"/>
              <a:ea typeface="Arvo"/>
              <a:cs typeface="Arvo"/>
              <a:sym typeface="Arvo"/>
            </a:endParaRPr>
          </a:p>
          <a:p>
            <a:pPr indent="0" lvl="0" marL="0" rtl="0" algn="r">
              <a:spcBef>
                <a:spcPts val="0"/>
              </a:spcBef>
              <a:spcAft>
                <a:spcPts val="0"/>
              </a:spcAft>
              <a:buNone/>
            </a:pPr>
            <a:r>
              <a:rPr i="1" lang="es-419" sz="600">
                <a:solidFill>
                  <a:srgbClr val="666666"/>
                </a:solidFill>
                <a:latin typeface="Arvo"/>
                <a:ea typeface="Arvo"/>
                <a:cs typeface="Arvo"/>
                <a:sym typeface="Arvo"/>
              </a:rPr>
              <a:t>&lt;ej: El comprador debe estar registrado&gt;</a:t>
            </a:r>
            <a:endParaRPr i="1" sz="600">
              <a:solidFill>
                <a:srgbClr val="666666"/>
              </a:solidFill>
              <a:latin typeface="Arvo"/>
              <a:ea typeface="Arvo"/>
              <a:cs typeface="Arvo"/>
              <a:sym typeface="Arvo"/>
            </a:endParaRPr>
          </a:p>
        </p:txBody>
      </p:sp>
      <p:sp>
        <p:nvSpPr>
          <p:cNvPr id="6979" name="Google Shape;6979;p123"/>
          <p:cNvSpPr/>
          <p:nvPr/>
        </p:nvSpPr>
        <p:spPr>
          <a:xfrm>
            <a:off x="2503775" y="4779372"/>
            <a:ext cx="6823200" cy="472200"/>
          </a:xfrm>
          <a:prstGeom prst="roundRect">
            <a:avLst>
              <a:gd fmla="val 896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6980" name="Google Shape;6980;p123"/>
          <p:cNvSpPr txBox="1"/>
          <p:nvPr>
            <p:ph idx="1" type="subTitle"/>
          </p:nvPr>
        </p:nvSpPr>
        <p:spPr>
          <a:xfrm flipH="1">
            <a:off x="2504363" y="1003698"/>
            <a:ext cx="6822000" cy="342000"/>
          </a:xfrm>
          <a:prstGeom prst="rect">
            <a:avLst/>
          </a:prstGeom>
          <a:noFill/>
          <a:ln>
            <a:noFill/>
          </a:ln>
        </p:spPr>
        <p:txBody>
          <a:bodyPr anchorCtr="0" anchor="ctr" bIns="36000" lIns="36000" spcFirstLastPara="1" rIns="36000" wrap="square" tIns="36000">
            <a:noAutofit/>
          </a:bodyPr>
          <a:lstStyle>
            <a:lvl1pPr lvl="0">
              <a:lnSpc>
                <a:spcPct val="90000"/>
              </a:lnSpc>
              <a:spcBef>
                <a:spcPts val="0"/>
              </a:spcBef>
              <a:spcAft>
                <a:spcPts val="0"/>
              </a:spcAft>
              <a:buClr>
                <a:srgbClr val="000000"/>
              </a:buClr>
              <a:buSzPts val="1000"/>
              <a:buFont typeface="Arvo"/>
              <a:buNone/>
              <a:defRPr sz="10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1000"/>
              <a:buNone/>
              <a:defRPr sz="1000">
                <a:solidFill>
                  <a:srgbClr val="000000"/>
                </a:solidFill>
              </a:defRPr>
            </a:lvl2pPr>
            <a:lvl3pPr lvl="2">
              <a:lnSpc>
                <a:spcPct val="90000"/>
              </a:lnSpc>
              <a:spcBef>
                <a:spcPts val="0"/>
              </a:spcBef>
              <a:spcAft>
                <a:spcPts val="0"/>
              </a:spcAft>
              <a:buClr>
                <a:srgbClr val="000000"/>
              </a:buClr>
              <a:buSzPts val="1000"/>
              <a:buNone/>
              <a:defRPr sz="1000">
                <a:solidFill>
                  <a:srgbClr val="000000"/>
                </a:solidFill>
              </a:defRPr>
            </a:lvl3pPr>
            <a:lvl4pPr lvl="3">
              <a:lnSpc>
                <a:spcPct val="90000"/>
              </a:lnSpc>
              <a:spcBef>
                <a:spcPts val="0"/>
              </a:spcBef>
              <a:spcAft>
                <a:spcPts val="0"/>
              </a:spcAft>
              <a:buClr>
                <a:srgbClr val="000000"/>
              </a:buClr>
              <a:buSzPts val="1000"/>
              <a:buNone/>
              <a:defRPr sz="1000">
                <a:solidFill>
                  <a:srgbClr val="000000"/>
                </a:solidFill>
              </a:defRPr>
            </a:lvl4pPr>
            <a:lvl5pPr lvl="4">
              <a:lnSpc>
                <a:spcPct val="90000"/>
              </a:lnSpc>
              <a:spcBef>
                <a:spcPts val="0"/>
              </a:spcBef>
              <a:spcAft>
                <a:spcPts val="0"/>
              </a:spcAft>
              <a:buClr>
                <a:srgbClr val="000000"/>
              </a:buClr>
              <a:buSzPts val="1000"/>
              <a:buNone/>
              <a:defRPr sz="1000">
                <a:solidFill>
                  <a:srgbClr val="000000"/>
                </a:solidFill>
              </a:defRPr>
            </a:lvl5pPr>
            <a:lvl6pPr lvl="5">
              <a:lnSpc>
                <a:spcPct val="90000"/>
              </a:lnSpc>
              <a:spcBef>
                <a:spcPts val="0"/>
              </a:spcBef>
              <a:spcAft>
                <a:spcPts val="0"/>
              </a:spcAft>
              <a:buClr>
                <a:srgbClr val="000000"/>
              </a:buClr>
              <a:buSzPts val="1000"/>
              <a:buNone/>
              <a:defRPr sz="1000">
                <a:solidFill>
                  <a:srgbClr val="000000"/>
                </a:solidFill>
              </a:defRPr>
            </a:lvl6pPr>
            <a:lvl7pPr lvl="6">
              <a:lnSpc>
                <a:spcPct val="90000"/>
              </a:lnSpc>
              <a:spcBef>
                <a:spcPts val="0"/>
              </a:spcBef>
              <a:spcAft>
                <a:spcPts val="0"/>
              </a:spcAft>
              <a:buClr>
                <a:srgbClr val="000000"/>
              </a:buClr>
              <a:buSzPts val="1000"/>
              <a:buNone/>
              <a:defRPr sz="1000">
                <a:solidFill>
                  <a:srgbClr val="000000"/>
                </a:solidFill>
              </a:defRPr>
            </a:lvl7pPr>
            <a:lvl8pPr lvl="7">
              <a:lnSpc>
                <a:spcPct val="90000"/>
              </a:lnSpc>
              <a:spcBef>
                <a:spcPts val="0"/>
              </a:spcBef>
              <a:spcAft>
                <a:spcPts val="0"/>
              </a:spcAft>
              <a:buClr>
                <a:srgbClr val="000000"/>
              </a:buClr>
              <a:buSzPts val="1000"/>
              <a:buNone/>
              <a:defRPr sz="1000">
                <a:solidFill>
                  <a:srgbClr val="000000"/>
                </a:solidFill>
              </a:defRPr>
            </a:lvl8pPr>
            <a:lvl9pPr lvl="8">
              <a:lnSpc>
                <a:spcPct val="90000"/>
              </a:lnSpc>
              <a:spcBef>
                <a:spcPts val="0"/>
              </a:spcBef>
              <a:spcAft>
                <a:spcPts val="0"/>
              </a:spcAft>
              <a:buClr>
                <a:srgbClr val="000000"/>
              </a:buClr>
              <a:buSzPts val="1000"/>
              <a:buNone/>
              <a:defRPr sz="1000">
                <a:solidFill>
                  <a:srgbClr val="000000"/>
                </a:solidFill>
              </a:defRPr>
            </a:lvl9pPr>
          </a:lstStyle>
          <a:p/>
        </p:txBody>
      </p:sp>
      <p:sp>
        <p:nvSpPr>
          <p:cNvPr id="6981" name="Google Shape;6981;p123"/>
          <p:cNvSpPr txBox="1"/>
          <p:nvPr>
            <p:ph idx="4" type="subTitle"/>
          </p:nvPr>
        </p:nvSpPr>
        <p:spPr>
          <a:xfrm>
            <a:off x="2504975" y="1540102"/>
            <a:ext cx="6822000" cy="472200"/>
          </a:xfrm>
          <a:prstGeom prst="rect">
            <a:avLst/>
          </a:prstGeom>
          <a:noFill/>
          <a:ln>
            <a:noFill/>
          </a:ln>
        </p:spPr>
        <p:txBody>
          <a:bodyPr anchorCtr="0" anchor="t" bIns="36000" lIns="36000" spcFirstLastPara="1" rIns="36000" wrap="square" tIns="36000">
            <a:noAutofit/>
          </a:bodyPr>
          <a:lstStyle>
            <a:lvl1pPr lvl="0">
              <a:lnSpc>
                <a:spcPct val="90000"/>
              </a:lnSpc>
              <a:spcBef>
                <a:spcPts val="0"/>
              </a:spcBef>
              <a:spcAft>
                <a:spcPts val="0"/>
              </a:spcAft>
              <a:buClr>
                <a:srgbClr val="000000"/>
              </a:buClr>
              <a:buSzPts val="1000"/>
              <a:buFont typeface="Arvo"/>
              <a:buNone/>
              <a:defRPr sz="10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1000"/>
              <a:buNone/>
              <a:defRPr sz="1000">
                <a:solidFill>
                  <a:srgbClr val="000000"/>
                </a:solidFill>
              </a:defRPr>
            </a:lvl2pPr>
            <a:lvl3pPr lvl="2">
              <a:lnSpc>
                <a:spcPct val="90000"/>
              </a:lnSpc>
              <a:spcBef>
                <a:spcPts val="0"/>
              </a:spcBef>
              <a:spcAft>
                <a:spcPts val="0"/>
              </a:spcAft>
              <a:buClr>
                <a:srgbClr val="000000"/>
              </a:buClr>
              <a:buSzPts val="1000"/>
              <a:buNone/>
              <a:defRPr sz="1000">
                <a:solidFill>
                  <a:srgbClr val="000000"/>
                </a:solidFill>
              </a:defRPr>
            </a:lvl3pPr>
            <a:lvl4pPr lvl="3">
              <a:lnSpc>
                <a:spcPct val="90000"/>
              </a:lnSpc>
              <a:spcBef>
                <a:spcPts val="0"/>
              </a:spcBef>
              <a:spcAft>
                <a:spcPts val="0"/>
              </a:spcAft>
              <a:buClr>
                <a:srgbClr val="000000"/>
              </a:buClr>
              <a:buSzPts val="1000"/>
              <a:buNone/>
              <a:defRPr sz="1000">
                <a:solidFill>
                  <a:srgbClr val="000000"/>
                </a:solidFill>
              </a:defRPr>
            </a:lvl4pPr>
            <a:lvl5pPr lvl="4">
              <a:lnSpc>
                <a:spcPct val="90000"/>
              </a:lnSpc>
              <a:spcBef>
                <a:spcPts val="0"/>
              </a:spcBef>
              <a:spcAft>
                <a:spcPts val="0"/>
              </a:spcAft>
              <a:buClr>
                <a:srgbClr val="000000"/>
              </a:buClr>
              <a:buSzPts val="1000"/>
              <a:buNone/>
              <a:defRPr sz="1000">
                <a:solidFill>
                  <a:srgbClr val="000000"/>
                </a:solidFill>
              </a:defRPr>
            </a:lvl5pPr>
            <a:lvl6pPr lvl="5">
              <a:lnSpc>
                <a:spcPct val="90000"/>
              </a:lnSpc>
              <a:spcBef>
                <a:spcPts val="0"/>
              </a:spcBef>
              <a:spcAft>
                <a:spcPts val="0"/>
              </a:spcAft>
              <a:buClr>
                <a:srgbClr val="000000"/>
              </a:buClr>
              <a:buSzPts val="1000"/>
              <a:buNone/>
              <a:defRPr sz="1000">
                <a:solidFill>
                  <a:srgbClr val="000000"/>
                </a:solidFill>
              </a:defRPr>
            </a:lvl6pPr>
            <a:lvl7pPr lvl="6">
              <a:lnSpc>
                <a:spcPct val="90000"/>
              </a:lnSpc>
              <a:spcBef>
                <a:spcPts val="0"/>
              </a:spcBef>
              <a:spcAft>
                <a:spcPts val="0"/>
              </a:spcAft>
              <a:buClr>
                <a:srgbClr val="000000"/>
              </a:buClr>
              <a:buSzPts val="1000"/>
              <a:buNone/>
              <a:defRPr sz="1000">
                <a:solidFill>
                  <a:srgbClr val="000000"/>
                </a:solidFill>
              </a:defRPr>
            </a:lvl7pPr>
            <a:lvl8pPr lvl="7">
              <a:lnSpc>
                <a:spcPct val="90000"/>
              </a:lnSpc>
              <a:spcBef>
                <a:spcPts val="0"/>
              </a:spcBef>
              <a:spcAft>
                <a:spcPts val="0"/>
              </a:spcAft>
              <a:buClr>
                <a:srgbClr val="000000"/>
              </a:buClr>
              <a:buSzPts val="1000"/>
              <a:buNone/>
              <a:defRPr sz="1000">
                <a:solidFill>
                  <a:srgbClr val="000000"/>
                </a:solidFill>
              </a:defRPr>
            </a:lvl8pPr>
            <a:lvl9pPr lvl="8">
              <a:lnSpc>
                <a:spcPct val="90000"/>
              </a:lnSpc>
              <a:spcBef>
                <a:spcPts val="0"/>
              </a:spcBef>
              <a:spcAft>
                <a:spcPts val="0"/>
              </a:spcAft>
              <a:buClr>
                <a:srgbClr val="000000"/>
              </a:buClr>
              <a:buSzPts val="1000"/>
              <a:buNone/>
              <a:defRPr sz="1000">
                <a:solidFill>
                  <a:srgbClr val="000000"/>
                </a:solidFill>
              </a:defRPr>
            </a:lvl9pPr>
          </a:lstStyle>
          <a:p/>
        </p:txBody>
      </p:sp>
      <p:sp>
        <p:nvSpPr>
          <p:cNvPr id="6982" name="Google Shape;6982;p123"/>
          <p:cNvSpPr txBox="1"/>
          <p:nvPr>
            <p:ph idx="5" type="subTitle"/>
          </p:nvPr>
        </p:nvSpPr>
        <p:spPr>
          <a:xfrm>
            <a:off x="2505200" y="2140250"/>
            <a:ext cx="6822000" cy="2476200"/>
          </a:xfrm>
          <a:prstGeom prst="rect">
            <a:avLst/>
          </a:prstGeom>
          <a:noFill/>
          <a:ln>
            <a:noFill/>
          </a:ln>
        </p:spPr>
        <p:txBody>
          <a:bodyPr anchorCtr="0" anchor="t" bIns="36000" lIns="36000" spcFirstLastPara="1" rIns="36000" wrap="square" tIns="36000">
            <a:noAutofit/>
          </a:bodyPr>
          <a:lstStyle>
            <a:lvl1pPr lvl="0">
              <a:lnSpc>
                <a:spcPct val="90000"/>
              </a:lnSpc>
              <a:spcBef>
                <a:spcPts val="0"/>
              </a:spcBef>
              <a:spcAft>
                <a:spcPts val="0"/>
              </a:spcAft>
              <a:buClr>
                <a:srgbClr val="000000"/>
              </a:buClr>
              <a:buSzPts val="1000"/>
              <a:buFont typeface="Arvo"/>
              <a:buNone/>
              <a:defRPr sz="10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1000"/>
              <a:buNone/>
              <a:defRPr sz="1000">
                <a:solidFill>
                  <a:srgbClr val="000000"/>
                </a:solidFill>
              </a:defRPr>
            </a:lvl2pPr>
            <a:lvl3pPr lvl="2">
              <a:lnSpc>
                <a:spcPct val="90000"/>
              </a:lnSpc>
              <a:spcBef>
                <a:spcPts val="0"/>
              </a:spcBef>
              <a:spcAft>
                <a:spcPts val="0"/>
              </a:spcAft>
              <a:buClr>
                <a:srgbClr val="000000"/>
              </a:buClr>
              <a:buSzPts val="1000"/>
              <a:buNone/>
              <a:defRPr sz="1000">
                <a:solidFill>
                  <a:srgbClr val="000000"/>
                </a:solidFill>
              </a:defRPr>
            </a:lvl3pPr>
            <a:lvl4pPr lvl="3">
              <a:lnSpc>
                <a:spcPct val="90000"/>
              </a:lnSpc>
              <a:spcBef>
                <a:spcPts val="0"/>
              </a:spcBef>
              <a:spcAft>
                <a:spcPts val="0"/>
              </a:spcAft>
              <a:buClr>
                <a:srgbClr val="000000"/>
              </a:buClr>
              <a:buSzPts val="1000"/>
              <a:buNone/>
              <a:defRPr sz="1000">
                <a:solidFill>
                  <a:srgbClr val="000000"/>
                </a:solidFill>
              </a:defRPr>
            </a:lvl4pPr>
            <a:lvl5pPr lvl="4">
              <a:lnSpc>
                <a:spcPct val="90000"/>
              </a:lnSpc>
              <a:spcBef>
                <a:spcPts val="0"/>
              </a:spcBef>
              <a:spcAft>
                <a:spcPts val="0"/>
              </a:spcAft>
              <a:buClr>
                <a:srgbClr val="000000"/>
              </a:buClr>
              <a:buSzPts val="1000"/>
              <a:buNone/>
              <a:defRPr sz="1000">
                <a:solidFill>
                  <a:srgbClr val="000000"/>
                </a:solidFill>
              </a:defRPr>
            </a:lvl5pPr>
            <a:lvl6pPr lvl="5">
              <a:lnSpc>
                <a:spcPct val="90000"/>
              </a:lnSpc>
              <a:spcBef>
                <a:spcPts val="0"/>
              </a:spcBef>
              <a:spcAft>
                <a:spcPts val="0"/>
              </a:spcAft>
              <a:buClr>
                <a:srgbClr val="000000"/>
              </a:buClr>
              <a:buSzPts val="1000"/>
              <a:buNone/>
              <a:defRPr sz="1000">
                <a:solidFill>
                  <a:srgbClr val="000000"/>
                </a:solidFill>
              </a:defRPr>
            </a:lvl6pPr>
            <a:lvl7pPr lvl="6">
              <a:lnSpc>
                <a:spcPct val="90000"/>
              </a:lnSpc>
              <a:spcBef>
                <a:spcPts val="0"/>
              </a:spcBef>
              <a:spcAft>
                <a:spcPts val="0"/>
              </a:spcAft>
              <a:buClr>
                <a:srgbClr val="000000"/>
              </a:buClr>
              <a:buSzPts val="1000"/>
              <a:buNone/>
              <a:defRPr sz="1000">
                <a:solidFill>
                  <a:srgbClr val="000000"/>
                </a:solidFill>
              </a:defRPr>
            </a:lvl7pPr>
            <a:lvl8pPr lvl="7">
              <a:lnSpc>
                <a:spcPct val="90000"/>
              </a:lnSpc>
              <a:spcBef>
                <a:spcPts val="0"/>
              </a:spcBef>
              <a:spcAft>
                <a:spcPts val="0"/>
              </a:spcAft>
              <a:buClr>
                <a:srgbClr val="000000"/>
              </a:buClr>
              <a:buSzPts val="1000"/>
              <a:buNone/>
              <a:defRPr sz="1000">
                <a:solidFill>
                  <a:srgbClr val="000000"/>
                </a:solidFill>
              </a:defRPr>
            </a:lvl8pPr>
            <a:lvl9pPr lvl="8">
              <a:lnSpc>
                <a:spcPct val="90000"/>
              </a:lnSpc>
              <a:spcBef>
                <a:spcPts val="0"/>
              </a:spcBef>
              <a:spcAft>
                <a:spcPts val="0"/>
              </a:spcAft>
              <a:buClr>
                <a:srgbClr val="000000"/>
              </a:buClr>
              <a:buSzPts val="1000"/>
              <a:buNone/>
              <a:defRPr sz="1000">
                <a:solidFill>
                  <a:srgbClr val="000000"/>
                </a:solidFill>
              </a:defRPr>
            </a:lvl9pPr>
          </a:lstStyle>
          <a:p/>
        </p:txBody>
      </p:sp>
      <p:sp>
        <p:nvSpPr>
          <p:cNvPr id="6983" name="Google Shape;6983;p123"/>
          <p:cNvSpPr txBox="1"/>
          <p:nvPr>
            <p:ph idx="6" type="subTitle"/>
          </p:nvPr>
        </p:nvSpPr>
        <p:spPr>
          <a:xfrm>
            <a:off x="2508875" y="4779371"/>
            <a:ext cx="6813000" cy="421200"/>
          </a:xfrm>
          <a:prstGeom prst="rect">
            <a:avLst/>
          </a:prstGeom>
          <a:noFill/>
          <a:ln>
            <a:noFill/>
          </a:ln>
        </p:spPr>
        <p:txBody>
          <a:bodyPr anchorCtr="0" anchor="t" bIns="36000" lIns="36000" spcFirstLastPara="1" rIns="36000" wrap="square" tIns="36000">
            <a:noAutofit/>
          </a:bodyPr>
          <a:lstStyle>
            <a:lvl1pPr lvl="0">
              <a:lnSpc>
                <a:spcPct val="90000"/>
              </a:lnSpc>
              <a:spcBef>
                <a:spcPts val="0"/>
              </a:spcBef>
              <a:spcAft>
                <a:spcPts val="0"/>
              </a:spcAft>
              <a:buClr>
                <a:srgbClr val="000000"/>
              </a:buClr>
              <a:buSzPts val="1000"/>
              <a:buFont typeface="Arvo"/>
              <a:buNone/>
              <a:defRPr sz="10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1000"/>
              <a:buNone/>
              <a:defRPr sz="1000">
                <a:solidFill>
                  <a:srgbClr val="000000"/>
                </a:solidFill>
              </a:defRPr>
            </a:lvl2pPr>
            <a:lvl3pPr lvl="2">
              <a:lnSpc>
                <a:spcPct val="90000"/>
              </a:lnSpc>
              <a:spcBef>
                <a:spcPts val="0"/>
              </a:spcBef>
              <a:spcAft>
                <a:spcPts val="0"/>
              </a:spcAft>
              <a:buClr>
                <a:srgbClr val="000000"/>
              </a:buClr>
              <a:buSzPts val="1000"/>
              <a:buNone/>
              <a:defRPr sz="1000">
                <a:solidFill>
                  <a:srgbClr val="000000"/>
                </a:solidFill>
              </a:defRPr>
            </a:lvl3pPr>
            <a:lvl4pPr lvl="3">
              <a:lnSpc>
                <a:spcPct val="90000"/>
              </a:lnSpc>
              <a:spcBef>
                <a:spcPts val="0"/>
              </a:spcBef>
              <a:spcAft>
                <a:spcPts val="0"/>
              </a:spcAft>
              <a:buClr>
                <a:srgbClr val="000000"/>
              </a:buClr>
              <a:buSzPts val="1000"/>
              <a:buNone/>
              <a:defRPr sz="1000">
                <a:solidFill>
                  <a:srgbClr val="000000"/>
                </a:solidFill>
              </a:defRPr>
            </a:lvl4pPr>
            <a:lvl5pPr lvl="4">
              <a:lnSpc>
                <a:spcPct val="90000"/>
              </a:lnSpc>
              <a:spcBef>
                <a:spcPts val="0"/>
              </a:spcBef>
              <a:spcAft>
                <a:spcPts val="0"/>
              </a:spcAft>
              <a:buClr>
                <a:srgbClr val="000000"/>
              </a:buClr>
              <a:buSzPts val="1000"/>
              <a:buNone/>
              <a:defRPr sz="1000">
                <a:solidFill>
                  <a:srgbClr val="000000"/>
                </a:solidFill>
              </a:defRPr>
            </a:lvl5pPr>
            <a:lvl6pPr lvl="5">
              <a:lnSpc>
                <a:spcPct val="90000"/>
              </a:lnSpc>
              <a:spcBef>
                <a:spcPts val="0"/>
              </a:spcBef>
              <a:spcAft>
                <a:spcPts val="0"/>
              </a:spcAft>
              <a:buClr>
                <a:srgbClr val="000000"/>
              </a:buClr>
              <a:buSzPts val="1000"/>
              <a:buNone/>
              <a:defRPr sz="1000">
                <a:solidFill>
                  <a:srgbClr val="000000"/>
                </a:solidFill>
              </a:defRPr>
            </a:lvl6pPr>
            <a:lvl7pPr lvl="6">
              <a:lnSpc>
                <a:spcPct val="90000"/>
              </a:lnSpc>
              <a:spcBef>
                <a:spcPts val="0"/>
              </a:spcBef>
              <a:spcAft>
                <a:spcPts val="0"/>
              </a:spcAft>
              <a:buClr>
                <a:srgbClr val="000000"/>
              </a:buClr>
              <a:buSzPts val="1000"/>
              <a:buNone/>
              <a:defRPr sz="1000">
                <a:solidFill>
                  <a:srgbClr val="000000"/>
                </a:solidFill>
              </a:defRPr>
            </a:lvl7pPr>
            <a:lvl8pPr lvl="7">
              <a:lnSpc>
                <a:spcPct val="90000"/>
              </a:lnSpc>
              <a:spcBef>
                <a:spcPts val="0"/>
              </a:spcBef>
              <a:spcAft>
                <a:spcPts val="0"/>
              </a:spcAft>
              <a:buClr>
                <a:srgbClr val="000000"/>
              </a:buClr>
              <a:buSzPts val="1000"/>
              <a:buNone/>
              <a:defRPr sz="1000">
                <a:solidFill>
                  <a:srgbClr val="000000"/>
                </a:solidFill>
              </a:defRPr>
            </a:lvl8pPr>
            <a:lvl9pPr lvl="8">
              <a:lnSpc>
                <a:spcPct val="90000"/>
              </a:lnSpc>
              <a:spcBef>
                <a:spcPts val="0"/>
              </a:spcBef>
              <a:spcAft>
                <a:spcPts val="0"/>
              </a:spcAft>
              <a:buClr>
                <a:srgbClr val="000000"/>
              </a:buClr>
              <a:buSzPts val="1000"/>
              <a:buNone/>
              <a:defRPr sz="1000">
                <a:solidFill>
                  <a:srgbClr val="000000"/>
                </a:solidFill>
              </a:defRPr>
            </a:lvl9pPr>
          </a:lstStyle>
          <a:p/>
        </p:txBody>
      </p:sp>
      <p:sp>
        <p:nvSpPr>
          <p:cNvPr id="6984" name="Google Shape;6984;p123"/>
          <p:cNvSpPr txBox="1"/>
          <p:nvPr>
            <p:ph idx="7" type="subTitle"/>
          </p:nvPr>
        </p:nvSpPr>
        <p:spPr>
          <a:xfrm>
            <a:off x="2504325" y="5379239"/>
            <a:ext cx="6823200" cy="342000"/>
          </a:xfrm>
          <a:prstGeom prst="rect">
            <a:avLst/>
          </a:prstGeom>
          <a:noFill/>
          <a:ln>
            <a:noFill/>
          </a:ln>
        </p:spPr>
        <p:txBody>
          <a:bodyPr anchorCtr="0" anchor="ctr" bIns="36000" lIns="36000" spcFirstLastPara="1" rIns="36000" wrap="square" tIns="36000">
            <a:noAutofit/>
          </a:bodyPr>
          <a:lstStyle>
            <a:lvl1pPr lvl="0">
              <a:lnSpc>
                <a:spcPct val="90000"/>
              </a:lnSpc>
              <a:spcBef>
                <a:spcPts val="0"/>
              </a:spcBef>
              <a:spcAft>
                <a:spcPts val="0"/>
              </a:spcAft>
              <a:buClr>
                <a:srgbClr val="000000"/>
              </a:buClr>
              <a:buSzPts val="1000"/>
              <a:buFont typeface="Arvo"/>
              <a:buNone/>
              <a:defRPr sz="10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1000"/>
              <a:buNone/>
              <a:defRPr sz="1000">
                <a:solidFill>
                  <a:srgbClr val="000000"/>
                </a:solidFill>
              </a:defRPr>
            </a:lvl2pPr>
            <a:lvl3pPr lvl="2">
              <a:lnSpc>
                <a:spcPct val="90000"/>
              </a:lnSpc>
              <a:spcBef>
                <a:spcPts val="0"/>
              </a:spcBef>
              <a:spcAft>
                <a:spcPts val="0"/>
              </a:spcAft>
              <a:buClr>
                <a:srgbClr val="000000"/>
              </a:buClr>
              <a:buSzPts val="1000"/>
              <a:buNone/>
              <a:defRPr sz="1000">
                <a:solidFill>
                  <a:srgbClr val="000000"/>
                </a:solidFill>
              </a:defRPr>
            </a:lvl3pPr>
            <a:lvl4pPr lvl="3">
              <a:lnSpc>
                <a:spcPct val="90000"/>
              </a:lnSpc>
              <a:spcBef>
                <a:spcPts val="0"/>
              </a:spcBef>
              <a:spcAft>
                <a:spcPts val="0"/>
              </a:spcAft>
              <a:buClr>
                <a:srgbClr val="000000"/>
              </a:buClr>
              <a:buSzPts val="1000"/>
              <a:buNone/>
              <a:defRPr sz="1000">
                <a:solidFill>
                  <a:srgbClr val="000000"/>
                </a:solidFill>
              </a:defRPr>
            </a:lvl4pPr>
            <a:lvl5pPr lvl="4">
              <a:lnSpc>
                <a:spcPct val="90000"/>
              </a:lnSpc>
              <a:spcBef>
                <a:spcPts val="0"/>
              </a:spcBef>
              <a:spcAft>
                <a:spcPts val="0"/>
              </a:spcAft>
              <a:buClr>
                <a:srgbClr val="000000"/>
              </a:buClr>
              <a:buSzPts val="1000"/>
              <a:buNone/>
              <a:defRPr sz="1000">
                <a:solidFill>
                  <a:srgbClr val="000000"/>
                </a:solidFill>
              </a:defRPr>
            </a:lvl5pPr>
            <a:lvl6pPr lvl="5">
              <a:lnSpc>
                <a:spcPct val="90000"/>
              </a:lnSpc>
              <a:spcBef>
                <a:spcPts val="0"/>
              </a:spcBef>
              <a:spcAft>
                <a:spcPts val="0"/>
              </a:spcAft>
              <a:buClr>
                <a:srgbClr val="000000"/>
              </a:buClr>
              <a:buSzPts val="1000"/>
              <a:buNone/>
              <a:defRPr sz="1000">
                <a:solidFill>
                  <a:srgbClr val="000000"/>
                </a:solidFill>
              </a:defRPr>
            </a:lvl6pPr>
            <a:lvl7pPr lvl="6">
              <a:lnSpc>
                <a:spcPct val="90000"/>
              </a:lnSpc>
              <a:spcBef>
                <a:spcPts val="0"/>
              </a:spcBef>
              <a:spcAft>
                <a:spcPts val="0"/>
              </a:spcAft>
              <a:buClr>
                <a:srgbClr val="000000"/>
              </a:buClr>
              <a:buSzPts val="1000"/>
              <a:buNone/>
              <a:defRPr sz="1000">
                <a:solidFill>
                  <a:srgbClr val="000000"/>
                </a:solidFill>
              </a:defRPr>
            </a:lvl7pPr>
            <a:lvl8pPr lvl="7">
              <a:lnSpc>
                <a:spcPct val="90000"/>
              </a:lnSpc>
              <a:spcBef>
                <a:spcPts val="0"/>
              </a:spcBef>
              <a:spcAft>
                <a:spcPts val="0"/>
              </a:spcAft>
              <a:buClr>
                <a:srgbClr val="000000"/>
              </a:buClr>
              <a:buSzPts val="1000"/>
              <a:buNone/>
              <a:defRPr sz="1000">
                <a:solidFill>
                  <a:srgbClr val="000000"/>
                </a:solidFill>
              </a:defRPr>
            </a:lvl8pPr>
            <a:lvl9pPr lvl="8">
              <a:lnSpc>
                <a:spcPct val="90000"/>
              </a:lnSpc>
              <a:spcBef>
                <a:spcPts val="0"/>
              </a:spcBef>
              <a:spcAft>
                <a:spcPts val="0"/>
              </a:spcAft>
              <a:buClr>
                <a:srgbClr val="000000"/>
              </a:buClr>
              <a:buSzPts val="1000"/>
              <a:buNone/>
              <a:defRPr sz="1000">
                <a:solidFill>
                  <a:srgbClr val="000000"/>
                </a:solidFill>
              </a:defRPr>
            </a:lvl9pPr>
          </a:lstStyle>
          <a:p/>
        </p:txBody>
      </p:sp>
      <p:sp>
        <p:nvSpPr>
          <p:cNvPr id="6985" name="Google Shape;6985;p123"/>
          <p:cNvSpPr txBox="1"/>
          <p:nvPr/>
        </p:nvSpPr>
        <p:spPr>
          <a:xfrm>
            <a:off x="752801" y="4795332"/>
            <a:ext cx="1648800" cy="232500"/>
          </a:xfrm>
          <a:prstGeom prst="rect">
            <a:avLst/>
          </a:prstGeom>
          <a:noFill/>
          <a:ln>
            <a:noFill/>
          </a:ln>
        </p:spPr>
        <p:txBody>
          <a:bodyPr anchorCtr="0" anchor="ctr" bIns="0" lIns="0" spcFirstLastPara="1" rIns="0" wrap="square" tIns="0">
            <a:noAutofit/>
          </a:bodyPr>
          <a:lstStyle/>
          <a:p>
            <a:pPr indent="0" lvl="0" marL="0" rtl="0" algn="r">
              <a:spcBef>
                <a:spcPts val="0"/>
              </a:spcBef>
              <a:spcAft>
                <a:spcPts val="0"/>
              </a:spcAft>
              <a:buNone/>
            </a:pPr>
            <a:r>
              <a:rPr b="1" lang="es-419" sz="1100">
                <a:latin typeface="Arvo"/>
                <a:ea typeface="Arvo"/>
                <a:cs typeface="Arvo"/>
                <a:sym typeface="Arvo"/>
              </a:rPr>
              <a:t>Poscondición:</a:t>
            </a:r>
            <a:endParaRPr b="1" sz="1100">
              <a:latin typeface="Arvo"/>
              <a:ea typeface="Arvo"/>
              <a:cs typeface="Arvo"/>
              <a:sym typeface="Arvo"/>
            </a:endParaRPr>
          </a:p>
          <a:p>
            <a:pPr indent="0" lvl="0" marL="0" rtl="0" algn="r">
              <a:spcBef>
                <a:spcPts val="0"/>
              </a:spcBef>
              <a:spcAft>
                <a:spcPts val="0"/>
              </a:spcAft>
              <a:buNone/>
            </a:pPr>
            <a:r>
              <a:rPr i="1" lang="es-419" sz="600">
                <a:solidFill>
                  <a:srgbClr val="666666"/>
                </a:solidFill>
                <a:latin typeface="Arvo"/>
                <a:ea typeface="Arvo"/>
                <a:cs typeface="Arvo"/>
                <a:sym typeface="Arvo"/>
              </a:rPr>
              <a:t>&lt;ej:El pago debe estar realizado&gt;</a:t>
            </a:r>
            <a:endParaRPr i="1" sz="600">
              <a:solidFill>
                <a:srgbClr val="666666"/>
              </a:solidFill>
              <a:latin typeface="Arvo"/>
              <a:ea typeface="Arvo"/>
              <a:cs typeface="Arvo"/>
              <a:sym typeface="Arvo"/>
            </a:endParaRPr>
          </a:p>
        </p:txBody>
      </p:sp>
      <p:sp>
        <p:nvSpPr>
          <p:cNvPr id="6986" name="Google Shape;6986;p123"/>
          <p:cNvSpPr/>
          <p:nvPr/>
        </p:nvSpPr>
        <p:spPr>
          <a:xfrm>
            <a:off x="2504363" y="5905032"/>
            <a:ext cx="6822000" cy="4722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6987" name="Google Shape;6987;p123"/>
          <p:cNvSpPr txBox="1"/>
          <p:nvPr>
            <p:ph idx="8" type="subTitle"/>
          </p:nvPr>
        </p:nvSpPr>
        <p:spPr>
          <a:xfrm>
            <a:off x="2513469" y="5905025"/>
            <a:ext cx="6813000" cy="472200"/>
          </a:xfrm>
          <a:prstGeom prst="rect">
            <a:avLst/>
          </a:prstGeom>
          <a:noFill/>
          <a:ln>
            <a:noFill/>
          </a:ln>
        </p:spPr>
        <p:txBody>
          <a:bodyPr anchorCtr="0" anchor="ctr" bIns="36000" lIns="36000" spcFirstLastPara="1" rIns="36000" wrap="square" tIns="36000">
            <a:noAutofit/>
          </a:bodyPr>
          <a:lstStyle>
            <a:lvl1pPr lvl="0">
              <a:lnSpc>
                <a:spcPct val="90000"/>
              </a:lnSpc>
              <a:spcBef>
                <a:spcPts val="0"/>
              </a:spcBef>
              <a:spcAft>
                <a:spcPts val="0"/>
              </a:spcAft>
              <a:buClr>
                <a:srgbClr val="000000"/>
              </a:buClr>
              <a:buSzPts val="1000"/>
              <a:buFont typeface="Arvo"/>
              <a:buNone/>
              <a:defRPr sz="10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1000"/>
              <a:buNone/>
              <a:defRPr sz="1000">
                <a:solidFill>
                  <a:srgbClr val="000000"/>
                </a:solidFill>
              </a:defRPr>
            </a:lvl2pPr>
            <a:lvl3pPr lvl="2">
              <a:lnSpc>
                <a:spcPct val="90000"/>
              </a:lnSpc>
              <a:spcBef>
                <a:spcPts val="0"/>
              </a:spcBef>
              <a:spcAft>
                <a:spcPts val="0"/>
              </a:spcAft>
              <a:buClr>
                <a:srgbClr val="000000"/>
              </a:buClr>
              <a:buSzPts val="1000"/>
              <a:buNone/>
              <a:defRPr sz="1000">
                <a:solidFill>
                  <a:srgbClr val="000000"/>
                </a:solidFill>
              </a:defRPr>
            </a:lvl3pPr>
            <a:lvl4pPr lvl="3">
              <a:lnSpc>
                <a:spcPct val="90000"/>
              </a:lnSpc>
              <a:spcBef>
                <a:spcPts val="0"/>
              </a:spcBef>
              <a:spcAft>
                <a:spcPts val="0"/>
              </a:spcAft>
              <a:buClr>
                <a:srgbClr val="000000"/>
              </a:buClr>
              <a:buSzPts val="1000"/>
              <a:buNone/>
              <a:defRPr sz="1000">
                <a:solidFill>
                  <a:srgbClr val="000000"/>
                </a:solidFill>
              </a:defRPr>
            </a:lvl4pPr>
            <a:lvl5pPr lvl="4">
              <a:lnSpc>
                <a:spcPct val="90000"/>
              </a:lnSpc>
              <a:spcBef>
                <a:spcPts val="0"/>
              </a:spcBef>
              <a:spcAft>
                <a:spcPts val="0"/>
              </a:spcAft>
              <a:buClr>
                <a:srgbClr val="000000"/>
              </a:buClr>
              <a:buSzPts val="1000"/>
              <a:buNone/>
              <a:defRPr sz="1000">
                <a:solidFill>
                  <a:srgbClr val="000000"/>
                </a:solidFill>
              </a:defRPr>
            </a:lvl5pPr>
            <a:lvl6pPr lvl="5">
              <a:lnSpc>
                <a:spcPct val="90000"/>
              </a:lnSpc>
              <a:spcBef>
                <a:spcPts val="0"/>
              </a:spcBef>
              <a:spcAft>
                <a:spcPts val="0"/>
              </a:spcAft>
              <a:buClr>
                <a:srgbClr val="000000"/>
              </a:buClr>
              <a:buSzPts val="1000"/>
              <a:buNone/>
              <a:defRPr sz="1000">
                <a:solidFill>
                  <a:srgbClr val="000000"/>
                </a:solidFill>
              </a:defRPr>
            </a:lvl6pPr>
            <a:lvl7pPr lvl="6">
              <a:lnSpc>
                <a:spcPct val="90000"/>
              </a:lnSpc>
              <a:spcBef>
                <a:spcPts val="0"/>
              </a:spcBef>
              <a:spcAft>
                <a:spcPts val="0"/>
              </a:spcAft>
              <a:buClr>
                <a:srgbClr val="000000"/>
              </a:buClr>
              <a:buSzPts val="1000"/>
              <a:buNone/>
              <a:defRPr sz="1000">
                <a:solidFill>
                  <a:srgbClr val="000000"/>
                </a:solidFill>
              </a:defRPr>
            </a:lvl7pPr>
            <a:lvl8pPr lvl="7">
              <a:lnSpc>
                <a:spcPct val="90000"/>
              </a:lnSpc>
              <a:spcBef>
                <a:spcPts val="0"/>
              </a:spcBef>
              <a:spcAft>
                <a:spcPts val="0"/>
              </a:spcAft>
              <a:buClr>
                <a:srgbClr val="000000"/>
              </a:buClr>
              <a:buSzPts val="1000"/>
              <a:buNone/>
              <a:defRPr sz="1000">
                <a:solidFill>
                  <a:srgbClr val="000000"/>
                </a:solidFill>
              </a:defRPr>
            </a:lvl8pPr>
            <a:lvl9pPr lvl="8">
              <a:lnSpc>
                <a:spcPct val="90000"/>
              </a:lnSpc>
              <a:spcBef>
                <a:spcPts val="0"/>
              </a:spcBef>
              <a:spcAft>
                <a:spcPts val="0"/>
              </a:spcAft>
              <a:buClr>
                <a:srgbClr val="000000"/>
              </a:buClr>
              <a:buSzPts val="1000"/>
              <a:buNone/>
              <a:defRPr sz="1000">
                <a:solidFill>
                  <a:srgbClr val="000000"/>
                </a:solidFill>
              </a:defRPr>
            </a:lvl9pPr>
          </a:lstStyle>
          <a:p/>
        </p:txBody>
      </p:sp>
      <p:sp>
        <p:nvSpPr>
          <p:cNvPr id="6988" name="Google Shape;6988;p123"/>
          <p:cNvSpPr/>
          <p:nvPr/>
        </p:nvSpPr>
        <p:spPr>
          <a:xfrm>
            <a:off x="2277739" y="663750"/>
            <a:ext cx="88500" cy="1089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9" name="Google Shape;6989;p123"/>
          <p:cNvSpPr txBox="1"/>
          <p:nvPr/>
        </p:nvSpPr>
        <p:spPr>
          <a:xfrm>
            <a:off x="84825" y="598125"/>
            <a:ext cx="595500" cy="205800"/>
          </a:xfrm>
          <a:prstGeom prst="rect">
            <a:avLst/>
          </a:prstGeom>
          <a:noFill/>
          <a:ln>
            <a:noFill/>
          </a:ln>
        </p:spPr>
        <p:txBody>
          <a:bodyPr anchorCtr="0" anchor="t" bIns="18000" lIns="18000" spcFirstLastPara="1" rIns="18000" wrap="square" tIns="18000">
            <a:spAutoFit/>
          </a:bodyPr>
          <a:lstStyle/>
          <a:p>
            <a:pPr indent="0" lvl="0" marL="0" rtl="0" algn="l">
              <a:spcBef>
                <a:spcPts val="0"/>
              </a:spcBef>
              <a:spcAft>
                <a:spcPts val="0"/>
              </a:spcAft>
              <a:buNone/>
            </a:pPr>
            <a:r>
              <a:rPr lang="es-419" sz="1100">
                <a:solidFill>
                  <a:srgbClr val="FFFFFF"/>
                </a:solidFill>
              </a:rPr>
              <a:t>Nombre:</a:t>
            </a:r>
            <a:endParaRPr sz="1100">
              <a:solidFill>
                <a:srgbClr val="FFFFFF"/>
              </a:solidFill>
            </a:endParaRPr>
          </a:p>
        </p:txBody>
      </p:sp>
    </p:spTree>
  </p:cSld>
  <p:clrMapOvr>
    <a:masterClrMapping/>
  </p:clrMapOvr>
</p:sldLayout>
</file>

<file path=ppt/slideLayouts/slideLayout1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En Blanco">
  <p:cSld name="CUSTOM_1">
    <p:spTree>
      <p:nvGrpSpPr>
        <p:cNvPr id="6990" name="Shape 6990"/>
        <p:cNvGrpSpPr/>
        <p:nvPr/>
      </p:nvGrpSpPr>
      <p:grpSpPr>
        <a:xfrm>
          <a:off x="0" y="0"/>
          <a:ext cx="0" cy="0"/>
          <a:chOff x="0" y="0"/>
          <a:chExt cx="0" cy="0"/>
        </a:xfrm>
      </p:grpSpPr>
    </p:spTree>
  </p:cSld>
  <p:clrMapOvr>
    <a:masterClrMapping/>
  </p:clrMapOvr>
</p:sldLayout>
</file>

<file path=ppt/slideLayouts/slideLayout1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Paleta 1">
  <p:cSld name="CUSTOM_2">
    <p:spTree>
      <p:nvGrpSpPr>
        <p:cNvPr id="6991" name="Shape 6991"/>
        <p:cNvGrpSpPr/>
        <p:nvPr/>
      </p:nvGrpSpPr>
      <p:grpSpPr>
        <a:xfrm>
          <a:off x="0" y="0"/>
          <a:ext cx="0" cy="0"/>
          <a:chOff x="0" y="0"/>
          <a:chExt cx="0" cy="0"/>
        </a:xfrm>
      </p:grpSpPr>
      <p:sp>
        <p:nvSpPr>
          <p:cNvPr id="6992" name="Google Shape;6992;p125"/>
          <p:cNvSpPr/>
          <p:nvPr/>
        </p:nvSpPr>
        <p:spPr>
          <a:xfrm>
            <a:off x="328944" y="822265"/>
            <a:ext cx="748200" cy="5770500"/>
          </a:xfrm>
          <a:prstGeom prst="roundRect">
            <a:avLst>
              <a:gd fmla="val 11877" name="adj"/>
            </a:avLst>
          </a:prstGeom>
          <a:solidFill>
            <a:srgbClr val="F3F3F3"/>
          </a:solidFill>
          <a:ln cap="flat" cmpd="sng" w="9525">
            <a:solidFill>
              <a:srgbClr val="F3F3F3"/>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3" name="Google Shape;6993;p125"/>
          <p:cNvSpPr/>
          <p:nvPr/>
        </p:nvSpPr>
        <p:spPr>
          <a:xfrm>
            <a:off x="1603185" y="822265"/>
            <a:ext cx="748200" cy="5770500"/>
          </a:xfrm>
          <a:prstGeom prst="roundRect">
            <a:avLst>
              <a:gd fmla="val 11877" name="adj"/>
            </a:avLst>
          </a:prstGeom>
          <a:solidFill>
            <a:srgbClr val="F3F3F3"/>
          </a:solidFill>
          <a:ln cap="flat" cmpd="sng" w="9525">
            <a:solidFill>
              <a:srgbClr val="F3F3F3"/>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4" name="Google Shape;6994;p125"/>
          <p:cNvSpPr/>
          <p:nvPr/>
        </p:nvSpPr>
        <p:spPr>
          <a:xfrm>
            <a:off x="1469685" y="263250"/>
            <a:ext cx="1015200" cy="421200"/>
          </a:xfrm>
          <a:prstGeom prst="roundRect">
            <a:avLst>
              <a:gd fmla="val 17492" name="adj"/>
            </a:avLst>
          </a:prstGeom>
          <a:solidFill>
            <a:srgbClr val="000000"/>
          </a:solidFill>
          <a:ln cap="flat" cmpd="sng" w="9525">
            <a:solidFill>
              <a:srgbClr val="000000"/>
            </a:solidFill>
            <a:prstDash val="solid"/>
            <a:round/>
            <a:headEnd len="sm" w="sm" type="none"/>
            <a:tailEnd len="sm" w="sm" type="none"/>
          </a:ln>
        </p:spPr>
        <p:txBody>
          <a:bodyPr anchorCtr="0" anchor="ctr" bIns="0" lIns="0" spcFirstLastPara="1" rIns="0" wrap="square" tIns="0">
            <a:noAutofit/>
          </a:bodyPr>
          <a:lstStyle/>
          <a:p>
            <a:pPr indent="0" lvl="0" marL="0" rtl="0" algn="ctr">
              <a:spcBef>
                <a:spcPts val="0"/>
              </a:spcBef>
              <a:spcAft>
                <a:spcPts val="0"/>
              </a:spcAft>
              <a:buNone/>
            </a:pPr>
            <a:r>
              <a:rPr b="1" lang="es-419" sz="1200">
                <a:solidFill>
                  <a:srgbClr val="FFFFFF"/>
                </a:solidFill>
              </a:rPr>
              <a:t>Diagrama </a:t>
            </a:r>
            <a:r>
              <a:rPr b="1" lang="es-419" sz="1100">
                <a:solidFill>
                  <a:srgbClr val="FFFFFF"/>
                </a:solidFill>
              </a:rPr>
              <a:t>Comunicación</a:t>
            </a:r>
            <a:endParaRPr b="1" sz="1100">
              <a:solidFill>
                <a:srgbClr val="FFFFFF"/>
              </a:solidFill>
            </a:endParaRPr>
          </a:p>
        </p:txBody>
      </p:sp>
      <p:sp>
        <p:nvSpPr>
          <p:cNvPr id="6995" name="Google Shape;6995;p125"/>
          <p:cNvSpPr/>
          <p:nvPr/>
        </p:nvSpPr>
        <p:spPr>
          <a:xfrm>
            <a:off x="194994" y="263250"/>
            <a:ext cx="1016100" cy="421200"/>
          </a:xfrm>
          <a:prstGeom prst="roundRect">
            <a:avLst>
              <a:gd fmla="val 17492" name="adj"/>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s-419" sz="1200">
                <a:solidFill>
                  <a:srgbClr val="FFFFFF"/>
                </a:solidFill>
              </a:rPr>
              <a:t>Diagrama </a:t>
            </a:r>
            <a:r>
              <a:rPr b="1" lang="es-419" sz="1100">
                <a:solidFill>
                  <a:srgbClr val="FFFFFF"/>
                </a:solidFill>
              </a:rPr>
              <a:t>Actividad</a:t>
            </a:r>
            <a:endParaRPr b="1" sz="1100">
              <a:solidFill>
                <a:srgbClr val="FFFFFF"/>
              </a:solidFill>
            </a:endParaRPr>
          </a:p>
        </p:txBody>
      </p:sp>
      <p:cxnSp>
        <p:nvCxnSpPr>
          <p:cNvPr id="6996" name="Google Shape;6996;p125"/>
          <p:cNvCxnSpPr/>
          <p:nvPr/>
        </p:nvCxnSpPr>
        <p:spPr>
          <a:xfrm>
            <a:off x="1329303" y="164100"/>
            <a:ext cx="0" cy="6511800"/>
          </a:xfrm>
          <a:prstGeom prst="straightConnector1">
            <a:avLst/>
          </a:prstGeom>
          <a:noFill/>
          <a:ln cap="flat" cmpd="sng" w="28575">
            <a:solidFill>
              <a:srgbClr val="B7B7B7"/>
            </a:solidFill>
            <a:prstDash val="dash"/>
            <a:round/>
            <a:headEnd len="med" w="med" type="none"/>
            <a:tailEnd len="med" w="med" type="none"/>
          </a:ln>
        </p:spPr>
      </p:cxnSp>
      <p:cxnSp>
        <p:nvCxnSpPr>
          <p:cNvPr id="6997" name="Google Shape;6997;p125"/>
          <p:cNvCxnSpPr/>
          <p:nvPr/>
        </p:nvCxnSpPr>
        <p:spPr>
          <a:xfrm>
            <a:off x="2615848" y="164100"/>
            <a:ext cx="0" cy="6511800"/>
          </a:xfrm>
          <a:prstGeom prst="straightConnector1">
            <a:avLst/>
          </a:prstGeom>
          <a:noFill/>
          <a:ln cap="flat" cmpd="sng" w="28575">
            <a:solidFill>
              <a:srgbClr val="B7B7B7"/>
            </a:solidFill>
            <a:prstDash val="dash"/>
            <a:round/>
            <a:headEnd len="med" w="med" type="none"/>
            <a:tailEnd len="med" w="med" type="none"/>
          </a:ln>
        </p:spPr>
      </p:cxnSp>
      <p:sp>
        <p:nvSpPr>
          <p:cNvPr id="6998" name="Google Shape;6998;p125"/>
          <p:cNvSpPr/>
          <p:nvPr/>
        </p:nvSpPr>
        <p:spPr>
          <a:xfrm>
            <a:off x="2879386" y="822265"/>
            <a:ext cx="748200" cy="5770500"/>
          </a:xfrm>
          <a:prstGeom prst="roundRect">
            <a:avLst>
              <a:gd fmla="val 11877" name="adj"/>
            </a:avLst>
          </a:prstGeom>
          <a:solidFill>
            <a:srgbClr val="F3F3F3"/>
          </a:solidFill>
          <a:ln cap="flat" cmpd="sng" w="9525">
            <a:solidFill>
              <a:srgbClr val="F3F3F3"/>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9" name="Google Shape;6999;p125"/>
          <p:cNvSpPr/>
          <p:nvPr/>
        </p:nvSpPr>
        <p:spPr>
          <a:xfrm>
            <a:off x="2745886" y="263250"/>
            <a:ext cx="1015200" cy="421200"/>
          </a:xfrm>
          <a:prstGeom prst="roundRect">
            <a:avLst>
              <a:gd fmla="val 17492" name="adj"/>
            </a:avLst>
          </a:prstGeom>
          <a:solidFill>
            <a:srgbClr val="000000"/>
          </a:solidFill>
          <a:ln cap="flat" cmpd="sng" w="9525">
            <a:solidFill>
              <a:srgbClr val="000000"/>
            </a:solidFill>
            <a:prstDash val="solid"/>
            <a:round/>
            <a:headEnd len="sm" w="sm" type="none"/>
            <a:tailEnd len="sm" w="sm" type="none"/>
          </a:ln>
        </p:spPr>
        <p:txBody>
          <a:bodyPr anchorCtr="0" anchor="ctr" bIns="0" lIns="0" spcFirstLastPara="1" rIns="0" wrap="square" tIns="0">
            <a:noAutofit/>
          </a:bodyPr>
          <a:lstStyle/>
          <a:p>
            <a:pPr indent="0" lvl="0" marL="0" rtl="0" algn="ctr">
              <a:spcBef>
                <a:spcPts val="0"/>
              </a:spcBef>
              <a:spcAft>
                <a:spcPts val="0"/>
              </a:spcAft>
              <a:buNone/>
            </a:pPr>
            <a:r>
              <a:rPr b="1" lang="es-419" sz="1200">
                <a:solidFill>
                  <a:srgbClr val="FFFFFF"/>
                </a:solidFill>
              </a:rPr>
              <a:t>Diagrama de Dominio</a:t>
            </a:r>
            <a:endParaRPr b="1" sz="1200">
              <a:solidFill>
                <a:srgbClr val="FFFFFF"/>
              </a:solidFill>
            </a:endParaRPr>
          </a:p>
        </p:txBody>
      </p:sp>
      <p:cxnSp>
        <p:nvCxnSpPr>
          <p:cNvPr id="7000" name="Google Shape;7000;p125"/>
          <p:cNvCxnSpPr/>
          <p:nvPr/>
        </p:nvCxnSpPr>
        <p:spPr>
          <a:xfrm>
            <a:off x="3878034" y="164100"/>
            <a:ext cx="0" cy="6511800"/>
          </a:xfrm>
          <a:prstGeom prst="straightConnector1">
            <a:avLst/>
          </a:prstGeom>
          <a:noFill/>
          <a:ln cap="flat" cmpd="sng" w="28575">
            <a:solidFill>
              <a:srgbClr val="B7B7B7"/>
            </a:solidFill>
            <a:prstDash val="dash"/>
            <a:round/>
            <a:headEnd len="med" w="med" type="none"/>
            <a:tailEnd len="med" w="med" type="none"/>
          </a:ln>
        </p:spPr>
      </p:cxnSp>
      <p:sp>
        <p:nvSpPr>
          <p:cNvPr id="7001" name="Google Shape;7001;p125"/>
          <p:cNvSpPr/>
          <p:nvPr/>
        </p:nvSpPr>
        <p:spPr>
          <a:xfrm>
            <a:off x="4145243" y="822265"/>
            <a:ext cx="748200" cy="5770500"/>
          </a:xfrm>
          <a:prstGeom prst="roundRect">
            <a:avLst>
              <a:gd fmla="val 11877" name="adj"/>
            </a:avLst>
          </a:prstGeom>
          <a:solidFill>
            <a:srgbClr val="F3F3F3"/>
          </a:solidFill>
          <a:ln cap="flat" cmpd="sng" w="9525">
            <a:solidFill>
              <a:srgbClr val="F3F3F3"/>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2" name="Google Shape;7002;p125"/>
          <p:cNvSpPr/>
          <p:nvPr/>
        </p:nvSpPr>
        <p:spPr>
          <a:xfrm>
            <a:off x="4011743" y="263250"/>
            <a:ext cx="1015200" cy="421200"/>
          </a:xfrm>
          <a:prstGeom prst="roundRect">
            <a:avLst>
              <a:gd fmla="val 17492" name="adj"/>
            </a:avLst>
          </a:prstGeom>
          <a:solidFill>
            <a:srgbClr val="000000"/>
          </a:solidFill>
          <a:ln cap="flat" cmpd="sng" w="9525">
            <a:solidFill>
              <a:srgbClr val="000000"/>
            </a:solidFill>
            <a:prstDash val="solid"/>
            <a:round/>
            <a:headEnd len="sm" w="sm" type="none"/>
            <a:tailEnd len="sm" w="sm" type="none"/>
          </a:ln>
        </p:spPr>
        <p:txBody>
          <a:bodyPr anchorCtr="0" anchor="ctr" bIns="0" lIns="0" spcFirstLastPara="1" rIns="0" wrap="square" tIns="0">
            <a:noAutofit/>
          </a:bodyPr>
          <a:lstStyle/>
          <a:p>
            <a:pPr indent="0" lvl="0" marL="0" rtl="0" algn="ctr">
              <a:spcBef>
                <a:spcPts val="0"/>
              </a:spcBef>
              <a:spcAft>
                <a:spcPts val="0"/>
              </a:spcAft>
              <a:buNone/>
            </a:pPr>
            <a:r>
              <a:rPr b="1" lang="es-419" sz="1200">
                <a:solidFill>
                  <a:srgbClr val="FFFFFF"/>
                </a:solidFill>
              </a:rPr>
              <a:t>Casos de Uso Sistema</a:t>
            </a:r>
            <a:endParaRPr b="1" sz="1200">
              <a:solidFill>
                <a:srgbClr val="FFFFFF"/>
              </a:solidFill>
            </a:endParaRPr>
          </a:p>
        </p:txBody>
      </p:sp>
      <p:cxnSp>
        <p:nvCxnSpPr>
          <p:cNvPr id="7003" name="Google Shape;7003;p125"/>
          <p:cNvCxnSpPr/>
          <p:nvPr/>
        </p:nvCxnSpPr>
        <p:spPr>
          <a:xfrm>
            <a:off x="5140216" y="164100"/>
            <a:ext cx="0" cy="6511800"/>
          </a:xfrm>
          <a:prstGeom prst="straightConnector1">
            <a:avLst/>
          </a:prstGeom>
          <a:noFill/>
          <a:ln cap="flat" cmpd="sng" w="28575">
            <a:solidFill>
              <a:srgbClr val="B7B7B7"/>
            </a:solidFill>
            <a:prstDash val="dash"/>
            <a:round/>
            <a:headEnd len="med" w="med" type="none"/>
            <a:tailEnd len="med" w="med" type="none"/>
          </a:ln>
        </p:spPr>
      </p:cxnSp>
      <p:sp>
        <p:nvSpPr>
          <p:cNvPr id="7004" name="Google Shape;7004;p125"/>
          <p:cNvSpPr/>
          <p:nvPr/>
        </p:nvSpPr>
        <p:spPr>
          <a:xfrm>
            <a:off x="5404690" y="822265"/>
            <a:ext cx="748200" cy="5770500"/>
          </a:xfrm>
          <a:prstGeom prst="roundRect">
            <a:avLst>
              <a:gd fmla="val 11877" name="adj"/>
            </a:avLst>
          </a:prstGeom>
          <a:solidFill>
            <a:srgbClr val="F3F3F3"/>
          </a:solidFill>
          <a:ln cap="flat" cmpd="sng" w="9525">
            <a:solidFill>
              <a:srgbClr val="F3F3F3"/>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5" name="Google Shape;7005;p125"/>
          <p:cNvSpPr/>
          <p:nvPr/>
        </p:nvSpPr>
        <p:spPr>
          <a:xfrm>
            <a:off x="5271190" y="263250"/>
            <a:ext cx="1015200" cy="421200"/>
          </a:xfrm>
          <a:prstGeom prst="roundRect">
            <a:avLst>
              <a:gd fmla="val 17492" name="adj"/>
            </a:avLst>
          </a:prstGeom>
          <a:solidFill>
            <a:srgbClr val="000000"/>
          </a:solidFill>
          <a:ln cap="flat" cmpd="sng" w="9525">
            <a:solidFill>
              <a:srgbClr val="000000"/>
            </a:solidFill>
            <a:prstDash val="solid"/>
            <a:round/>
            <a:headEnd len="sm" w="sm" type="none"/>
            <a:tailEnd len="sm" w="sm" type="none"/>
          </a:ln>
        </p:spPr>
        <p:txBody>
          <a:bodyPr anchorCtr="0" anchor="ctr" bIns="0" lIns="0" spcFirstLastPara="1" rIns="0" wrap="square" tIns="0">
            <a:noAutofit/>
          </a:bodyPr>
          <a:lstStyle/>
          <a:p>
            <a:pPr indent="0" lvl="0" marL="0" rtl="0" algn="ctr">
              <a:spcBef>
                <a:spcPts val="0"/>
              </a:spcBef>
              <a:spcAft>
                <a:spcPts val="0"/>
              </a:spcAft>
              <a:buNone/>
            </a:pPr>
            <a:r>
              <a:rPr b="1" lang="es-419" sz="1200">
                <a:solidFill>
                  <a:srgbClr val="FFFFFF"/>
                </a:solidFill>
              </a:rPr>
              <a:t>Casos de Uso Negocio</a:t>
            </a:r>
            <a:endParaRPr b="1" sz="1200">
              <a:solidFill>
                <a:srgbClr val="FFFFFF"/>
              </a:solidFill>
            </a:endParaRPr>
          </a:p>
        </p:txBody>
      </p:sp>
      <p:cxnSp>
        <p:nvCxnSpPr>
          <p:cNvPr id="7006" name="Google Shape;7006;p125"/>
          <p:cNvCxnSpPr/>
          <p:nvPr/>
        </p:nvCxnSpPr>
        <p:spPr>
          <a:xfrm>
            <a:off x="6394306" y="164100"/>
            <a:ext cx="0" cy="6511800"/>
          </a:xfrm>
          <a:prstGeom prst="straightConnector1">
            <a:avLst/>
          </a:prstGeom>
          <a:noFill/>
          <a:ln cap="flat" cmpd="sng" w="28575">
            <a:solidFill>
              <a:srgbClr val="B7B7B7"/>
            </a:solidFill>
            <a:prstDash val="dash"/>
            <a:round/>
            <a:headEnd len="med" w="med" type="none"/>
            <a:tailEnd len="med" w="med" type="none"/>
          </a:ln>
        </p:spPr>
      </p:cxnSp>
      <p:sp>
        <p:nvSpPr>
          <p:cNvPr id="7007" name="Google Shape;7007;p125"/>
          <p:cNvSpPr/>
          <p:nvPr/>
        </p:nvSpPr>
        <p:spPr>
          <a:xfrm>
            <a:off x="6553252" y="822275"/>
            <a:ext cx="1622100" cy="5770500"/>
          </a:xfrm>
          <a:prstGeom prst="roundRect">
            <a:avLst>
              <a:gd fmla="val 6584" name="adj"/>
            </a:avLst>
          </a:prstGeom>
          <a:solidFill>
            <a:srgbClr val="F3F3F3"/>
          </a:solidFill>
          <a:ln cap="flat" cmpd="sng" w="9525">
            <a:solidFill>
              <a:srgbClr val="F3F3F3"/>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8" name="Google Shape;7008;p125"/>
          <p:cNvSpPr/>
          <p:nvPr/>
        </p:nvSpPr>
        <p:spPr>
          <a:xfrm>
            <a:off x="6535844" y="263250"/>
            <a:ext cx="3323100" cy="421200"/>
          </a:xfrm>
          <a:prstGeom prst="roundRect">
            <a:avLst>
              <a:gd fmla="val 17492" name="adj"/>
            </a:avLst>
          </a:prstGeom>
          <a:solidFill>
            <a:srgbClr val="000000"/>
          </a:solidFill>
          <a:ln cap="flat" cmpd="sng" w="9525">
            <a:solidFill>
              <a:srgbClr val="000000"/>
            </a:solidFill>
            <a:prstDash val="solid"/>
            <a:round/>
            <a:headEnd len="sm" w="sm" type="none"/>
            <a:tailEnd len="sm" w="sm" type="none"/>
          </a:ln>
        </p:spPr>
        <p:txBody>
          <a:bodyPr anchorCtr="0" anchor="ctr" bIns="0" lIns="0" spcFirstLastPara="1" rIns="0" wrap="square" tIns="0">
            <a:noAutofit/>
          </a:bodyPr>
          <a:lstStyle/>
          <a:p>
            <a:pPr indent="0" lvl="0" marL="0" rtl="0" algn="ctr">
              <a:spcBef>
                <a:spcPts val="0"/>
              </a:spcBef>
              <a:spcAft>
                <a:spcPts val="0"/>
              </a:spcAft>
              <a:buNone/>
            </a:pPr>
            <a:r>
              <a:rPr b="1" lang="es-419" sz="1200">
                <a:solidFill>
                  <a:srgbClr val="FFFFFF"/>
                </a:solidFill>
              </a:rPr>
              <a:t>Recorrido Cliente</a:t>
            </a:r>
            <a:endParaRPr b="1" sz="1200">
              <a:solidFill>
                <a:srgbClr val="FFFFFF"/>
              </a:solidFill>
            </a:endParaRPr>
          </a:p>
        </p:txBody>
      </p:sp>
      <p:grpSp>
        <p:nvGrpSpPr>
          <p:cNvPr id="7009" name="Google Shape;7009;p125"/>
          <p:cNvGrpSpPr/>
          <p:nvPr/>
        </p:nvGrpSpPr>
        <p:grpSpPr>
          <a:xfrm>
            <a:off x="439744" y="5220524"/>
            <a:ext cx="522688" cy="506718"/>
            <a:chOff x="2323550" y="2096250"/>
            <a:chExt cx="522688" cy="648475"/>
          </a:xfrm>
        </p:grpSpPr>
        <p:sp>
          <p:nvSpPr>
            <p:cNvPr id="7010" name="Google Shape;7010;p125"/>
            <p:cNvSpPr/>
            <p:nvPr/>
          </p:nvSpPr>
          <p:spPr>
            <a:xfrm>
              <a:off x="2323550" y="2096250"/>
              <a:ext cx="286500" cy="367500"/>
            </a:xfrm>
            <a:prstGeom prst="wedgeRoundRectCallout">
              <a:avLst>
                <a:gd fmla="val 36634" name="adj1"/>
                <a:gd fmla="val 77667" name="adj2"/>
                <a:gd fmla="val 0" name="adj3"/>
              </a:avLst>
            </a:prstGeom>
            <a:solidFill>
              <a:srgbClr val="CC0000">
                <a:alpha val="15320"/>
              </a:srgbClr>
            </a:solidFill>
            <a:ln cap="flat" cmpd="sng" w="9525">
              <a:solidFill>
                <a:srgbClr val="CC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1" name="Google Shape;7011;p125"/>
            <p:cNvSpPr/>
            <p:nvPr/>
          </p:nvSpPr>
          <p:spPr>
            <a:xfrm>
              <a:off x="2493738" y="2546725"/>
              <a:ext cx="352500" cy="198000"/>
            </a:xfrm>
            <a:prstGeom prst="roundRect">
              <a:avLst>
                <a:gd fmla="val 16667" name="adj"/>
              </a:avLst>
            </a:prstGeom>
            <a:solidFill>
              <a:srgbClr val="FFFFFF">
                <a:alpha val="77480"/>
              </a:srgbClr>
            </a:solidFill>
            <a:ln cap="flat" cmpd="sng" w="9525">
              <a:solidFill>
                <a:srgbClr val="CC0000"/>
              </a:solidFill>
              <a:prstDash val="solid"/>
              <a:round/>
              <a:headEnd len="sm" w="sm" type="none"/>
              <a:tailEnd len="sm" w="sm" type="none"/>
            </a:ln>
          </p:spPr>
          <p:txBody>
            <a:bodyPr anchorCtr="0" anchor="t" bIns="0" lIns="0" spcFirstLastPara="1" rIns="0" wrap="square" tIns="18000">
              <a:noAutofit/>
            </a:bodyPr>
            <a:lstStyle/>
            <a:p>
              <a:pPr indent="0" lvl="0" marL="0" rtl="0" algn="ctr">
                <a:spcBef>
                  <a:spcPts val="0"/>
                </a:spcBef>
                <a:spcAft>
                  <a:spcPts val="0"/>
                </a:spcAft>
                <a:buNone/>
              </a:pPr>
              <a:r>
                <a:rPr lang="es-419" sz="800"/>
                <a:t>&lt;...&gt;</a:t>
              </a:r>
              <a:endParaRPr sz="800"/>
            </a:p>
          </p:txBody>
        </p:sp>
      </p:grpSp>
      <p:sp>
        <p:nvSpPr>
          <p:cNvPr id="7012" name="Google Shape;7012;p125"/>
          <p:cNvSpPr/>
          <p:nvPr/>
        </p:nvSpPr>
        <p:spPr>
          <a:xfrm>
            <a:off x="565487" y="1864463"/>
            <a:ext cx="271200" cy="246000"/>
          </a:xfrm>
          <a:prstGeom prst="diamond">
            <a:avLst/>
          </a:prstGeom>
          <a:solidFill>
            <a:srgbClr val="FFFFCC"/>
          </a:solidFill>
          <a:ln cap="flat" cmpd="sng" w="9525">
            <a:solidFill>
              <a:srgbClr val="990033"/>
            </a:solidFill>
            <a:prstDash val="solid"/>
            <a:round/>
            <a:headEnd len="sm" w="sm" type="none"/>
            <a:tailEnd len="sm" w="sm" type="none"/>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None/>
            </a:pPr>
            <a:r>
              <a:t/>
            </a:r>
            <a:endParaRPr sz="900"/>
          </a:p>
        </p:txBody>
      </p:sp>
      <p:cxnSp>
        <p:nvCxnSpPr>
          <p:cNvPr id="7013" name="Google Shape;7013;p125"/>
          <p:cNvCxnSpPr/>
          <p:nvPr/>
        </p:nvCxnSpPr>
        <p:spPr>
          <a:xfrm flipH="1">
            <a:off x="574787" y="3841874"/>
            <a:ext cx="252600" cy="107700"/>
          </a:xfrm>
          <a:prstGeom prst="bentConnector3">
            <a:avLst>
              <a:gd fmla="val 50000" name="adj1"/>
            </a:avLst>
          </a:prstGeom>
          <a:noFill/>
          <a:ln cap="flat" cmpd="sng" w="9525">
            <a:solidFill>
              <a:srgbClr val="595959"/>
            </a:solidFill>
            <a:prstDash val="dot"/>
            <a:round/>
            <a:headEnd len="med" w="med" type="none"/>
            <a:tailEnd len="med" w="med" type="stealth"/>
          </a:ln>
        </p:spPr>
      </p:cxnSp>
      <p:cxnSp>
        <p:nvCxnSpPr>
          <p:cNvPr id="7014" name="Google Shape;7014;p125"/>
          <p:cNvCxnSpPr/>
          <p:nvPr/>
        </p:nvCxnSpPr>
        <p:spPr>
          <a:xfrm flipH="1">
            <a:off x="589787" y="3525874"/>
            <a:ext cx="222600" cy="121500"/>
          </a:xfrm>
          <a:prstGeom prst="bentConnector3">
            <a:avLst>
              <a:gd fmla="val 48012" name="adj1"/>
            </a:avLst>
          </a:prstGeom>
          <a:noFill/>
          <a:ln cap="flat" cmpd="sng" w="9525">
            <a:solidFill>
              <a:srgbClr val="595959"/>
            </a:solidFill>
            <a:prstDash val="solid"/>
            <a:round/>
            <a:headEnd len="med" w="med" type="none"/>
            <a:tailEnd len="med" w="med" type="stealth"/>
          </a:ln>
        </p:spPr>
      </p:cxnSp>
      <p:pic>
        <p:nvPicPr>
          <p:cNvPr id="7015" name="Google Shape;7015;p125"/>
          <p:cNvPicPr preferRelativeResize="0"/>
          <p:nvPr/>
        </p:nvPicPr>
        <p:blipFill>
          <a:blip r:embed="rId2">
            <a:alphaModFix/>
          </a:blip>
          <a:stretch>
            <a:fillRect/>
          </a:stretch>
        </p:blipFill>
        <p:spPr>
          <a:xfrm>
            <a:off x="605987" y="4707874"/>
            <a:ext cx="190200" cy="190200"/>
          </a:xfrm>
          <a:prstGeom prst="rect">
            <a:avLst/>
          </a:prstGeom>
          <a:noFill/>
          <a:ln>
            <a:noFill/>
          </a:ln>
        </p:spPr>
      </p:pic>
      <p:pic>
        <p:nvPicPr>
          <p:cNvPr id="7016" name="Google Shape;7016;p125"/>
          <p:cNvPicPr preferRelativeResize="0"/>
          <p:nvPr/>
        </p:nvPicPr>
        <p:blipFill>
          <a:blip r:embed="rId3">
            <a:alphaModFix/>
          </a:blip>
          <a:stretch>
            <a:fillRect/>
          </a:stretch>
        </p:blipFill>
        <p:spPr>
          <a:xfrm>
            <a:off x="627737" y="4296483"/>
            <a:ext cx="146700" cy="146700"/>
          </a:xfrm>
          <a:prstGeom prst="rect">
            <a:avLst/>
          </a:prstGeom>
          <a:noFill/>
          <a:ln>
            <a:noFill/>
          </a:ln>
        </p:spPr>
      </p:pic>
      <p:grpSp>
        <p:nvGrpSpPr>
          <p:cNvPr id="7017" name="Google Shape;7017;p125"/>
          <p:cNvGrpSpPr/>
          <p:nvPr/>
        </p:nvGrpSpPr>
        <p:grpSpPr>
          <a:xfrm>
            <a:off x="521255" y="5985021"/>
            <a:ext cx="359665" cy="471743"/>
            <a:chOff x="168338" y="3891550"/>
            <a:chExt cx="359665" cy="471743"/>
          </a:xfrm>
        </p:grpSpPr>
        <p:cxnSp>
          <p:nvCxnSpPr>
            <p:cNvPr id="7018" name="Google Shape;7018;p125"/>
            <p:cNvCxnSpPr>
              <a:stCxn id="7019" idx="4"/>
            </p:cNvCxnSpPr>
            <p:nvPr/>
          </p:nvCxnSpPr>
          <p:spPr>
            <a:xfrm rot="5400000">
              <a:off x="125438" y="4164693"/>
              <a:ext cx="241500" cy="155700"/>
            </a:xfrm>
            <a:prstGeom prst="bentConnector3">
              <a:avLst>
                <a:gd fmla="val 50000" name="adj1"/>
              </a:avLst>
            </a:prstGeom>
            <a:noFill/>
            <a:ln cap="flat" cmpd="sng" w="9525">
              <a:solidFill>
                <a:srgbClr val="990033"/>
              </a:solidFill>
              <a:prstDash val="dash"/>
              <a:round/>
              <a:headEnd len="sm" w="sm" type="none"/>
              <a:tailEnd len="sm" w="sm" type="none"/>
            </a:ln>
          </p:spPr>
        </p:cxnSp>
        <p:sp>
          <p:nvSpPr>
            <p:cNvPr id="7019" name="Google Shape;7019;p125"/>
            <p:cNvSpPr/>
            <p:nvPr/>
          </p:nvSpPr>
          <p:spPr>
            <a:xfrm>
              <a:off x="241503" y="3891550"/>
              <a:ext cx="286500" cy="192000"/>
            </a:xfrm>
            <a:prstGeom prst="wedgeRectCallout">
              <a:avLst>
                <a:gd fmla="val -21192" name="adj1"/>
                <a:gd fmla="val 69918" name="adj2"/>
              </a:avLst>
            </a:prstGeom>
            <a:solidFill>
              <a:srgbClr val="FFFFCC"/>
            </a:solidFill>
            <a:ln cap="flat" cmpd="sng" w="9525">
              <a:solidFill>
                <a:srgbClr val="990033"/>
              </a:solidFill>
              <a:prstDash val="solid"/>
              <a:round/>
              <a:headEnd len="sm" w="sm" type="none"/>
              <a:tailEnd len="sm" w="sm" type="none"/>
            </a:ln>
          </p:spPr>
          <p:txBody>
            <a:bodyPr anchorCtr="0" anchor="b" bIns="0" lIns="0" spcFirstLastPara="1" rIns="0" wrap="square" tIns="18000">
              <a:noAutofit/>
            </a:bodyPr>
            <a:lstStyle/>
            <a:p>
              <a:pPr indent="0" lvl="0" marL="0" rtl="0" algn="ctr">
                <a:spcBef>
                  <a:spcPts val="0"/>
                </a:spcBef>
                <a:spcAft>
                  <a:spcPts val="0"/>
                </a:spcAft>
                <a:buNone/>
              </a:pPr>
              <a:r>
                <a:rPr lang="es-419" sz="700"/>
                <a:t>&lt;...&gt;</a:t>
              </a:r>
              <a:endParaRPr sz="700"/>
            </a:p>
          </p:txBody>
        </p:sp>
      </p:grpSp>
      <p:grpSp>
        <p:nvGrpSpPr>
          <p:cNvPr id="7020" name="Google Shape;7020;p125"/>
          <p:cNvGrpSpPr/>
          <p:nvPr/>
        </p:nvGrpSpPr>
        <p:grpSpPr>
          <a:xfrm>
            <a:off x="508037" y="3125199"/>
            <a:ext cx="386100" cy="299575"/>
            <a:chOff x="-1238876" y="2158050"/>
            <a:chExt cx="386100" cy="299575"/>
          </a:xfrm>
        </p:grpSpPr>
        <p:cxnSp>
          <p:nvCxnSpPr>
            <p:cNvPr id="7021" name="Google Shape;7021;p125"/>
            <p:cNvCxnSpPr/>
            <p:nvPr/>
          </p:nvCxnSpPr>
          <p:spPr>
            <a:xfrm flipH="1">
              <a:off x="-1221379" y="2158050"/>
              <a:ext cx="268800" cy="152100"/>
            </a:xfrm>
            <a:prstGeom prst="bentConnector3">
              <a:avLst>
                <a:gd fmla="val 50000" name="adj1"/>
              </a:avLst>
            </a:prstGeom>
            <a:noFill/>
            <a:ln cap="flat" cmpd="sng" w="9525">
              <a:solidFill>
                <a:srgbClr val="595959"/>
              </a:solidFill>
              <a:prstDash val="solid"/>
              <a:round/>
              <a:headEnd len="med" w="med" type="none"/>
              <a:tailEnd len="med" w="med" type="stealth"/>
            </a:ln>
          </p:spPr>
        </p:cxnSp>
        <p:sp>
          <p:nvSpPr>
            <p:cNvPr id="7022" name="Google Shape;7022;p125"/>
            <p:cNvSpPr txBox="1"/>
            <p:nvPr/>
          </p:nvSpPr>
          <p:spPr>
            <a:xfrm>
              <a:off x="-1238876" y="2333725"/>
              <a:ext cx="386100" cy="123900"/>
            </a:xfrm>
            <a:prstGeom prst="rect">
              <a:avLst/>
            </a:prstGeom>
            <a:noFill/>
            <a:ln>
              <a:noFill/>
            </a:ln>
          </p:spPr>
          <p:txBody>
            <a:bodyPr anchorCtr="0" anchor="t" bIns="0" lIns="0" spcFirstLastPara="1" rIns="0" wrap="square" tIns="0">
              <a:noAutofit/>
            </a:bodyPr>
            <a:lstStyle/>
            <a:p>
              <a:pPr indent="0" lvl="0" marL="0" rtl="0" algn="l">
                <a:spcBef>
                  <a:spcPts val="0"/>
                </a:spcBef>
                <a:spcAft>
                  <a:spcPts val="0"/>
                </a:spcAft>
                <a:buNone/>
              </a:pPr>
              <a:r>
                <a:rPr lang="es-419" sz="700"/>
                <a:t>&lt;..&gt;</a:t>
              </a:r>
              <a:endParaRPr sz="700"/>
            </a:p>
          </p:txBody>
        </p:sp>
      </p:grpSp>
      <p:grpSp>
        <p:nvGrpSpPr>
          <p:cNvPr id="7023" name="Google Shape;7023;p125"/>
          <p:cNvGrpSpPr/>
          <p:nvPr/>
        </p:nvGrpSpPr>
        <p:grpSpPr>
          <a:xfrm>
            <a:off x="1797453" y="5931843"/>
            <a:ext cx="359665" cy="471743"/>
            <a:chOff x="168338" y="3891550"/>
            <a:chExt cx="359665" cy="471743"/>
          </a:xfrm>
        </p:grpSpPr>
        <p:cxnSp>
          <p:nvCxnSpPr>
            <p:cNvPr id="7024" name="Google Shape;7024;p125"/>
            <p:cNvCxnSpPr>
              <a:stCxn id="7025" idx="4"/>
            </p:cNvCxnSpPr>
            <p:nvPr/>
          </p:nvCxnSpPr>
          <p:spPr>
            <a:xfrm rot="5400000">
              <a:off x="125438" y="4164693"/>
              <a:ext cx="241500" cy="155700"/>
            </a:xfrm>
            <a:prstGeom prst="bentConnector3">
              <a:avLst>
                <a:gd fmla="val 50000" name="adj1"/>
              </a:avLst>
            </a:prstGeom>
            <a:noFill/>
            <a:ln cap="flat" cmpd="sng" w="9525">
              <a:solidFill>
                <a:srgbClr val="990033"/>
              </a:solidFill>
              <a:prstDash val="dash"/>
              <a:round/>
              <a:headEnd len="sm" w="sm" type="none"/>
              <a:tailEnd len="sm" w="sm" type="none"/>
            </a:ln>
          </p:spPr>
        </p:cxnSp>
        <p:sp>
          <p:nvSpPr>
            <p:cNvPr id="7025" name="Google Shape;7025;p125"/>
            <p:cNvSpPr/>
            <p:nvPr/>
          </p:nvSpPr>
          <p:spPr>
            <a:xfrm>
              <a:off x="241503" y="3891550"/>
              <a:ext cx="286500" cy="192000"/>
            </a:xfrm>
            <a:prstGeom prst="wedgeRectCallout">
              <a:avLst>
                <a:gd fmla="val -21192" name="adj1"/>
                <a:gd fmla="val 69918" name="adj2"/>
              </a:avLst>
            </a:prstGeom>
            <a:solidFill>
              <a:srgbClr val="FFFFCC"/>
            </a:solidFill>
            <a:ln cap="flat" cmpd="sng" w="9525">
              <a:solidFill>
                <a:srgbClr val="990033"/>
              </a:solidFill>
              <a:prstDash val="solid"/>
              <a:round/>
              <a:headEnd len="sm" w="sm" type="none"/>
              <a:tailEnd len="sm" w="sm" type="none"/>
            </a:ln>
          </p:spPr>
          <p:txBody>
            <a:bodyPr anchorCtr="0" anchor="b" bIns="0" lIns="0" spcFirstLastPara="1" rIns="0" wrap="square" tIns="18000">
              <a:noAutofit/>
            </a:bodyPr>
            <a:lstStyle/>
            <a:p>
              <a:pPr indent="0" lvl="0" marL="0" rtl="0" algn="ctr">
                <a:spcBef>
                  <a:spcPts val="0"/>
                </a:spcBef>
                <a:spcAft>
                  <a:spcPts val="0"/>
                </a:spcAft>
                <a:buNone/>
              </a:pPr>
              <a:r>
                <a:rPr lang="es-419" sz="700"/>
                <a:t>&lt;...&gt;</a:t>
              </a:r>
              <a:endParaRPr sz="700"/>
            </a:p>
          </p:txBody>
        </p:sp>
      </p:grpSp>
      <p:grpSp>
        <p:nvGrpSpPr>
          <p:cNvPr id="7026" name="Google Shape;7026;p125"/>
          <p:cNvGrpSpPr/>
          <p:nvPr/>
        </p:nvGrpSpPr>
        <p:grpSpPr>
          <a:xfrm>
            <a:off x="1715942" y="5107581"/>
            <a:ext cx="522688" cy="506718"/>
            <a:chOff x="2323550" y="2096250"/>
            <a:chExt cx="522688" cy="648475"/>
          </a:xfrm>
        </p:grpSpPr>
        <p:sp>
          <p:nvSpPr>
            <p:cNvPr id="7027" name="Google Shape;7027;p125"/>
            <p:cNvSpPr/>
            <p:nvPr/>
          </p:nvSpPr>
          <p:spPr>
            <a:xfrm>
              <a:off x="2323550" y="2096250"/>
              <a:ext cx="286500" cy="367500"/>
            </a:xfrm>
            <a:prstGeom prst="wedgeRoundRectCallout">
              <a:avLst>
                <a:gd fmla="val 36634" name="adj1"/>
                <a:gd fmla="val 77667" name="adj2"/>
                <a:gd fmla="val 0" name="adj3"/>
              </a:avLst>
            </a:prstGeom>
            <a:solidFill>
              <a:srgbClr val="CC0000">
                <a:alpha val="15320"/>
              </a:srgbClr>
            </a:solidFill>
            <a:ln cap="flat" cmpd="sng" w="9525">
              <a:solidFill>
                <a:srgbClr val="CC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8" name="Google Shape;7028;p125"/>
            <p:cNvSpPr/>
            <p:nvPr/>
          </p:nvSpPr>
          <p:spPr>
            <a:xfrm>
              <a:off x="2493738" y="2546725"/>
              <a:ext cx="352500" cy="198000"/>
            </a:xfrm>
            <a:prstGeom prst="roundRect">
              <a:avLst>
                <a:gd fmla="val 16667" name="adj"/>
              </a:avLst>
            </a:prstGeom>
            <a:solidFill>
              <a:srgbClr val="FFFFFF">
                <a:alpha val="77480"/>
              </a:srgbClr>
            </a:solidFill>
            <a:ln cap="flat" cmpd="sng" w="9525">
              <a:solidFill>
                <a:srgbClr val="CC0000"/>
              </a:solidFill>
              <a:prstDash val="solid"/>
              <a:round/>
              <a:headEnd len="sm" w="sm" type="none"/>
              <a:tailEnd len="sm" w="sm" type="none"/>
            </a:ln>
          </p:spPr>
          <p:txBody>
            <a:bodyPr anchorCtr="0" anchor="t" bIns="0" lIns="0" spcFirstLastPara="1" rIns="0" wrap="square" tIns="18000">
              <a:noAutofit/>
            </a:bodyPr>
            <a:lstStyle/>
            <a:p>
              <a:pPr indent="0" lvl="0" marL="0" rtl="0" algn="ctr">
                <a:spcBef>
                  <a:spcPts val="0"/>
                </a:spcBef>
                <a:spcAft>
                  <a:spcPts val="0"/>
                </a:spcAft>
                <a:buNone/>
              </a:pPr>
              <a:r>
                <a:rPr lang="es-419" sz="800"/>
                <a:t>&lt;...&gt;</a:t>
              </a:r>
              <a:endParaRPr sz="800"/>
            </a:p>
          </p:txBody>
        </p:sp>
      </p:grpSp>
      <p:grpSp>
        <p:nvGrpSpPr>
          <p:cNvPr id="7029" name="Google Shape;7029;p125"/>
          <p:cNvGrpSpPr/>
          <p:nvPr/>
        </p:nvGrpSpPr>
        <p:grpSpPr>
          <a:xfrm>
            <a:off x="1521285" y="941489"/>
            <a:ext cx="912000" cy="781950"/>
            <a:chOff x="53700" y="449100"/>
            <a:chExt cx="912000" cy="781950"/>
          </a:xfrm>
        </p:grpSpPr>
        <p:pic>
          <p:nvPicPr>
            <p:cNvPr id="7030" name="Google Shape;7030;p125"/>
            <p:cNvPicPr preferRelativeResize="0"/>
            <p:nvPr/>
          </p:nvPicPr>
          <p:blipFill>
            <a:blip r:embed="rId4">
              <a:alphaModFix/>
            </a:blip>
            <a:stretch>
              <a:fillRect/>
            </a:stretch>
          </p:blipFill>
          <p:spPr>
            <a:xfrm>
              <a:off x="282101" y="449103"/>
              <a:ext cx="451796" cy="545996"/>
            </a:xfrm>
            <a:prstGeom prst="rect">
              <a:avLst/>
            </a:prstGeom>
            <a:noFill/>
            <a:ln>
              <a:noFill/>
            </a:ln>
          </p:spPr>
        </p:pic>
        <p:sp>
          <p:nvSpPr>
            <p:cNvPr id="7031" name="Google Shape;7031;p125"/>
            <p:cNvSpPr txBox="1"/>
            <p:nvPr/>
          </p:nvSpPr>
          <p:spPr>
            <a:xfrm>
              <a:off x="282100" y="723325"/>
              <a:ext cx="420600" cy="2781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
          <p:nvSpPr>
            <p:cNvPr id="7032" name="Google Shape;7032;p125"/>
            <p:cNvSpPr txBox="1"/>
            <p:nvPr/>
          </p:nvSpPr>
          <p:spPr>
            <a:xfrm>
              <a:off x="294850" y="449100"/>
              <a:ext cx="420600" cy="2781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
          <p:nvSpPr>
            <p:cNvPr id="7033" name="Google Shape;7033;p125"/>
            <p:cNvSpPr txBox="1"/>
            <p:nvPr/>
          </p:nvSpPr>
          <p:spPr>
            <a:xfrm>
              <a:off x="53700" y="994950"/>
              <a:ext cx="912000" cy="236100"/>
            </a:xfrm>
            <a:prstGeom prst="rect">
              <a:avLst/>
            </a:prstGeom>
            <a:noFill/>
            <a:ln>
              <a:noFill/>
            </a:ln>
          </p:spPr>
          <p:txBody>
            <a:bodyPr anchorCtr="0" anchor="ctr" bIns="0" lIns="0" spcFirstLastPara="1" rIns="0" wrap="square" tIns="0">
              <a:noAutofit/>
            </a:bodyPr>
            <a:lstStyle/>
            <a:p>
              <a:pPr indent="0" lvl="0" marL="0" rtl="0" algn="ctr">
                <a:lnSpc>
                  <a:spcPct val="100000"/>
                </a:lnSpc>
                <a:spcBef>
                  <a:spcPts val="0"/>
                </a:spcBef>
                <a:spcAft>
                  <a:spcPts val="0"/>
                </a:spcAft>
                <a:buNone/>
              </a:pPr>
              <a:r>
                <a:rPr lang="es-419" sz="800"/>
                <a:t>&lt;..&gt;</a:t>
              </a:r>
              <a:endParaRPr sz="800"/>
            </a:p>
          </p:txBody>
        </p:sp>
      </p:grpSp>
      <p:grpSp>
        <p:nvGrpSpPr>
          <p:cNvPr id="7034" name="Google Shape;7034;p125"/>
          <p:cNvGrpSpPr/>
          <p:nvPr/>
        </p:nvGrpSpPr>
        <p:grpSpPr>
          <a:xfrm>
            <a:off x="1774698" y="3766902"/>
            <a:ext cx="405174" cy="394810"/>
            <a:chOff x="282076" y="1560764"/>
            <a:chExt cx="405174" cy="394810"/>
          </a:xfrm>
        </p:grpSpPr>
        <p:cxnSp>
          <p:nvCxnSpPr>
            <p:cNvPr id="7035" name="Google Shape;7035;p125"/>
            <p:cNvCxnSpPr/>
            <p:nvPr/>
          </p:nvCxnSpPr>
          <p:spPr>
            <a:xfrm flipH="1">
              <a:off x="289450" y="1670950"/>
              <a:ext cx="397800" cy="155100"/>
            </a:xfrm>
            <a:prstGeom prst="bentConnector3">
              <a:avLst>
                <a:gd fmla="val 50000" name="adj1"/>
              </a:avLst>
            </a:prstGeom>
            <a:noFill/>
            <a:ln cap="flat" cmpd="sng" w="19050">
              <a:solidFill>
                <a:srgbClr val="595959"/>
              </a:solidFill>
              <a:prstDash val="solid"/>
              <a:round/>
              <a:headEnd len="med" w="med" type="none"/>
              <a:tailEnd len="med" w="med" type="none"/>
            </a:ln>
          </p:spPr>
        </p:cxnSp>
        <p:sp>
          <p:nvSpPr>
            <p:cNvPr id="7036" name="Google Shape;7036;p125"/>
            <p:cNvSpPr txBox="1"/>
            <p:nvPr/>
          </p:nvSpPr>
          <p:spPr>
            <a:xfrm>
              <a:off x="282076" y="1831674"/>
              <a:ext cx="359700" cy="123900"/>
            </a:xfrm>
            <a:prstGeom prst="rect">
              <a:avLst/>
            </a:prstGeom>
            <a:noFill/>
            <a:ln>
              <a:noFill/>
            </a:ln>
          </p:spPr>
          <p:txBody>
            <a:bodyPr anchorCtr="0" anchor="t" bIns="0" lIns="0" spcFirstLastPara="1" rIns="0" wrap="square" tIns="0">
              <a:noAutofit/>
            </a:bodyPr>
            <a:lstStyle/>
            <a:p>
              <a:pPr indent="0" lvl="0" marL="0" rtl="0" algn="l">
                <a:spcBef>
                  <a:spcPts val="0"/>
                </a:spcBef>
                <a:spcAft>
                  <a:spcPts val="0"/>
                </a:spcAft>
                <a:buNone/>
              </a:pPr>
              <a:r>
                <a:rPr lang="es-419" sz="700"/>
                <a:t>[n] &lt;...&gt;</a:t>
              </a:r>
              <a:endParaRPr sz="700"/>
            </a:p>
          </p:txBody>
        </p:sp>
        <p:sp>
          <p:nvSpPr>
            <p:cNvPr id="7037" name="Google Shape;7037;p125"/>
            <p:cNvSpPr txBox="1"/>
            <p:nvPr/>
          </p:nvSpPr>
          <p:spPr>
            <a:xfrm>
              <a:off x="308499" y="1560764"/>
              <a:ext cx="359700" cy="111300"/>
            </a:xfrm>
            <a:prstGeom prst="rect">
              <a:avLst/>
            </a:prstGeom>
            <a:noFill/>
            <a:ln>
              <a:noFill/>
            </a:ln>
          </p:spPr>
          <p:txBody>
            <a:bodyPr anchorCtr="0" anchor="t" bIns="0" lIns="0" spcFirstLastPara="1" rIns="0" wrap="square" tIns="0">
              <a:noAutofit/>
            </a:bodyPr>
            <a:lstStyle/>
            <a:p>
              <a:pPr indent="0" lvl="0" marL="0" marR="0" rtl="0" algn="l">
                <a:lnSpc>
                  <a:spcPct val="100000"/>
                </a:lnSpc>
                <a:spcBef>
                  <a:spcPts val="0"/>
                </a:spcBef>
                <a:spcAft>
                  <a:spcPts val="0"/>
                </a:spcAft>
                <a:buNone/>
              </a:pPr>
              <a:r>
                <a:rPr lang="es-419" sz="700"/>
                <a:t>[1] &lt;...&gt;</a:t>
              </a:r>
              <a:endParaRPr sz="700"/>
            </a:p>
          </p:txBody>
        </p:sp>
      </p:grpSp>
      <p:cxnSp>
        <p:nvCxnSpPr>
          <p:cNvPr id="7038" name="Google Shape;7038;p125"/>
          <p:cNvCxnSpPr/>
          <p:nvPr/>
        </p:nvCxnSpPr>
        <p:spPr>
          <a:xfrm flipH="1" rot="10800000">
            <a:off x="1815585" y="4563581"/>
            <a:ext cx="323400" cy="148200"/>
          </a:xfrm>
          <a:prstGeom prst="bentConnector3">
            <a:avLst>
              <a:gd fmla="val 50000" name="adj1"/>
            </a:avLst>
          </a:prstGeom>
          <a:noFill/>
          <a:ln cap="flat" cmpd="sng" w="19050">
            <a:solidFill>
              <a:srgbClr val="595959"/>
            </a:solidFill>
            <a:prstDash val="solid"/>
            <a:round/>
            <a:headEnd len="med" w="med" type="none"/>
            <a:tailEnd len="med" w="med" type="triangle"/>
          </a:ln>
        </p:spPr>
      </p:cxnSp>
      <p:grpSp>
        <p:nvGrpSpPr>
          <p:cNvPr id="7039" name="Google Shape;7039;p125"/>
          <p:cNvGrpSpPr/>
          <p:nvPr/>
        </p:nvGrpSpPr>
        <p:grpSpPr>
          <a:xfrm>
            <a:off x="1422435" y="1951159"/>
            <a:ext cx="1109700" cy="702700"/>
            <a:chOff x="2659850" y="966500"/>
            <a:chExt cx="1109700" cy="702700"/>
          </a:xfrm>
        </p:grpSpPr>
        <p:pic>
          <p:nvPicPr>
            <p:cNvPr id="7040" name="Google Shape;7040;p125"/>
            <p:cNvPicPr preferRelativeResize="0"/>
            <p:nvPr/>
          </p:nvPicPr>
          <p:blipFill rotWithShape="1">
            <a:blip r:embed="rId5">
              <a:alphaModFix/>
            </a:blip>
            <a:srcRect b="2700" l="0" r="0" t="1201"/>
            <a:stretch/>
          </p:blipFill>
          <p:spPr>
            <a:xfrm>
              <a:off x="3000800" y="966500"/>
              <a:ext cx="434250" cy="412850"/>
            </a:xfrm>
            <a:prstGeom prst="rect">
              <a:avLst/>
            </a:prstGeom>
            <a:noFill/>
            <a:ln>
              <a:noFill/>
            </a:ln>
          </p:spPr>
        </p:pic>
        <p:sp>
          <p:nvSpPr>
            <p:cNvPr id="7041" name="Google Shape;7041;p125"/>
            <p:cNvSpPr txBox="1"/>
            <p:nvPr/>
          </p:nvSpPr>
          <p:spPr>
            <a:xfrm>
              <a:off x="2659850" y="1384500"/>
              <a:ext cx="1109700" cy="2847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0"/>
                </a:spcAft>
                <a:buNone/>
              </a:pPr>
              <a:r>
                <a:rPr lang="es-419" sz="800"/>
                <a:t>&lt;...&gt;</a:t>
              </a:r>
              <a:endParaRPr sz="800"/>
            </a:p>
          </p:txBody>
        </p:sp>
        <p:sp>
          <p:nvSpPr>
            <p:cNvPr id="7042" name="Google Shape;7042;p125"/>
            <p:cNvSpPr txBox="1"/>
            <p:nvPr/>
          </p:nvSpPr>
          <p:spPr>
            <a:xfrm>
              <a:off x="3036600" y="970050"/>
              <a:ext cx="351000" cy="2067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
          <p:nvSpPr>
            <p:cNvPr id="7043" name="Google Shape;7043;p125"/>
            <p:cNvSpPr txBox="1"/>
            <p:nvPr/>
          </p:nvSpPr>
          <p:spPr>
            <a:xfrm>
              <a:off x="3036700" y="1176625"/>
              <a:ext cx="351000" cy="1935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44" name="Google Shape;7044;p125"/>
          <p:cNvGrpSpPr/>
          <p:nvPr/>
        </p:nvGrpSpPr>
        <p:grpSpPr>
          <a:xfrm>
            <a:off x="2986981" y="5214914"/>
            <a:ext cx="522688" cy="506718"/>
            <a:chOff x="2323550" y="2096250"/>
            <a:chExt cx="522688" cy="648475"/>
          </a:xfrm>
        </p:grpSpPr>
        <p:sp>
          <p:nvSpPr>
            <p:cNvPr id="7045" name="Google Shape;7045;p125"/>
            <p:cNvSpPr/>
            <p:nvPr/>
          </p:nvSpPr>
          <p:spPr>
            <a:xfrm>
              <a:off x="2323550" y="2096250"/>
              <a:ext cx="286500" cy="367500"/>
            </a:xfrm>
            <a:prstGeom prst="wedgeRoundRectCallout">
              <a:avLst>
                <a:gd fmla="val 36634" name="adj1"/>
                <a:gd fmla="val 77667" name="adj2"/>
                <a:gd fmla="val 0" name="adj3"/>
              </a:avLst>
            </a:prstGeom>
            <a:solidFill>
              <a:srgbClr val="CC0000">
                <a:alpha val="15320"/>
              </a:srgbClr>
            </a:solidFill>
            <a:ln cap="flat" cmpd="sng" w="9525">
              <a:solidFill>
                <a:srgbClr val="CC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6" name="Google Shape;7046;p125"/>
            <p:cNvSpPr/>
            <p:nvPr/>
          </p:nvSpPr>
          <p:spPr>
            <a:xfrm>
              <a:off x="2493738" y="2546725"/>
              <a:ext cx="352500" cy="198000"/>
            </a:xfrm>
            <a:prstGeom prst="roundRect">
              <a:avLst>
                <a:gd fmla="val 16667" name="adj"/>
              </a:avLst>
            </a:prstGeom>
            <a:solidFill>
              <a:srgbClr val="FFFFFF">
                <a:alpha val="77480"/>
              </a:srgbClr>
            </a:solidFill>
            <a:ln cap="flat" cmpd="sng" w="9525">
              <a:solidFill>
                <a:srgbClr val="CC0000"/>
              </a:solidFill>
              <a:prstDash val="solid"/>
              <a:round/>
              <a:headEnd len="sm" w="sm" type="none"/>
              <a:tailEnd len="sm" w="sm" type="none"/>
            </a:ln>
          </p:spPr>
          <p:txBody>
            <a:bodyPr anchorCtr="0" anchor="t" bIns="0" lIns="0" spcFirstLastPara="1" rIns="0" wrap="square" tIns="18000">
              <a:noAutofit/>
            </a:bodyPr>
            <a:lstStyle/>
            <a:p>
              <a:pPr indent="0" lvl="0" marL="0" rtl="0" algn="ctr">
                <a:spcBef>
                  <a:spcPts val="0"/>
                </a:spcBef>
                <a:spcAft>
                  <a:spcPts val="0"/>
                </a:spcAft>
                <a:buNone/>
              </a:pPr>
              <a:r>
                <a:rPr lang="es-419" sz="800"/>
                <a:t>&lt;...&gt;</a:t>
              </a:r>
              <a:endParaRPr sz="800"/>
            </a:p>
          </p:txBody>
        </p:sp>
      </p:grpSp>
      <p:cxnSp>
        <p:nvCxnSpPr>
          <p:cNvPr id="7047" name="Google Shape;7047;p125"/>
          <p:cNvCxnSpPr/>
          <p:nvPr/>
        </p:nvCxnSpPr>
        <p:spPr>
          <a:xfrm flipH="1" rot="10800000">
            <a:off x="3086625" y="3487563"/>
            <a:ext cx="323400" cy="148200"/>
          </a:xfrm>
          <a:prstGeom prst="bentConnector3">
            <a:avLst>
              <a:gd fmla="val 50000" name="adj1"/>
            </a:avLst>
          </a:prstGeom>
          <a:noFill/>
          <a:ln cap="flat" cmpd="sng" w="19050">
            <a:solidFill>
              <a:srgbClr val="595959"/>
            </a:solidFill>
            <a:prstDash val="solid"/>
            <a:round/>
            <a:headEnd len="med" w="med" type="none"/>
            <a:tailEnd len="med" w="med" type="triangle"/>
          </a:ln>
        </p:spPr>
      </p:cxnSp>
      <p:grpSp>
        <p:nvGrpSpPr>
          <p:cNvPr id="7048" name="Google Shape;7048;p125"/>
          <p:cNvGrpSpPr/>
          <p:nvPr/>
        </p:nvGrpSpPr>
        <p:grpSpPr>
          <a:xfrm>
            <a:off x="3068492" y="4231076"/>
            <a:ext cx="359665" cy="471743"/>
            <a:chOff x="168338" y="3891550"/>
            <a:chExt cx="359665" cy="471743"/>
          </a:xfrm>
        </p:grpSpPr>
        <p:cxnSp>
          <p:nvCxnSpPr>
            <p:cNvPr id="7049" name="Google Shape;7049;p125"/>
            <p:cNvCxnSpPr>
              <a:stCxn id="7050" idx="4"/>
            </p:cNvCxnSpPr>
            <p:nvPr/>
          </p:nvCxnSpPr>
          <p:spPr>
            <a:xfrm rot="5400000">
              <a:off x="125438" y="4164693"/>
              <a:ext cx="241500" cy="155700"/>
            </a:xfrm>
            <a:prstGeom prst="bentConnector3">
              <a:avLst>
                <a:gd fmla="val 50000" name="adj1"/>
              </a:avLst>
            </a:prstGeom>
            <a:noFill/>
            <a:ln cap="flat" cmpd="sng" w="9525">
              <a:solidFill>
                <a:srgbClr val="990033"/>
              </a:solidFill>
              <a:prstDash val="dash"/>
              <a:round/>
              <a:headEnd len="sm" w="sm" type="none"/>
              <a:tailEnd len="sm" w="sm" type="none"/>
            </a:ln>
          </p:spPr>
        </p:cxnSp>
        <p:sp>
          <p:nvSpPr>
            <p:cNvPr id="7050" name="Google Shape;7050;p125"/>
            <p:cNvSpPr/>
            <p:nvPr/>
          </p:nvSpPr>
          <p:spPr>
            <a:xfrm>
              <a:off x="241503" y="3891550"/>
              <a:ext cx="286500" cy="192000"/>
            </a:xfrm>
            <a:prstGeom prst="wedgeRectCallout">
              <a:avLst>
                <a:gd fmla="val -21192" name="adj1"/>
                <a:gd fmla="val 69918" name="adj2"/>
              </a:avLst>
            </a:prstGeom>
            <a:solidFill>
              <a:srgbClr val="FFFFCC"/>
            </a:solidFill>
            <a:ln cap="flat" cmpd="sng" w="9525">
              <a:solidFill>
                <a:srgbClr val="990033"/>
              </a:solidFill>
              <a:prstDash val="solid"/>
              <a:round/>
              <a:headEnd len="sm" w="sm" type="none"/>
              <a:tailEnd len="sm" w="sm" type="none"/>
            </a:ln>
          </p:spPr>
          <p:txBody>
            <a:bodyPr anchorCtr="0" anchor="b" bIns="0" lIns="0" spcFirstLastPara="1" rIns="0" wrap="square" tIns="18000">
              <a:noAutofit/>
            </a:bodyPr>
            <a:lstStyle/>
            <a:p>
              <a:pPr indent="0" lvl="0" marL="0" rtl="0" algn="ctr">
                <a:spcBef>
                  <a:spcPts val="0"/>
                </a:spcBef>
                <a:spcAft>
                  <a:spcPts val="0"/>
                </a:spcAft>
                <a:buNone/>
              </a:pPr>
              <a:r>
                <a:rPr lang="es-419" sz="700"/>
                <a:t>&lt;...&gt;</a:t>
              </a:r>
              <a:endParaRPr sz="700"/>
            </a:p>
          </p:txBody>
        </p:sp>
      </p:grpSp>
      <p:grpSp>
        <p:nvGrpSpPr>
          <p:cNvPr id="7051" name="Google Shape;7051;p125"/>
          <p:cNvGrpSpPr/>
          <p:nvPr/>
        </p:nvGrpSpPr>
        <p:grpSpPr>
          <a:xfrm>
            <a:off x="3045738" y="2656139"/>
            <a:ext cx="405174" cy="394810"/>
            <a:chOff x="282076" y="1560764"/>
            <a:chExt cx="405174" cy="394810"/>
          </a:xfrm>
        </p:grpSpPr>
        <p:cxnSp>
          <p:nvCxnSpPr>
            <p:cNvPr id="7052" name="Google Shape;7052;p125"/>
            <p:cNvCxnSpPr/>
            <p:nvPr/>
          </p:nvCxnSpPr>
          <p:spPr>
            <a:xfrm flipH="1">
              <a:off x="289450" y="1670950"/>
              <a:ext cx="397800" cy="155100"/>
            </a:xfrm>
            <a:prstGeom prst="bentConnector3">
              <a:avLst>
                <a:gd fmla="val 50000" name="adj1"/>
              </a:avLst>
            </a:prstGeom>
            <a:noFill/>
            <a:ln cap="flat" cmpd="sng" w="19050">
              <a:solidFill>
                <a:srgbClr val="595959"/>
              </a:solidFill>
              <a:prstDash val="solid"/>
              <a:round/>
              <a:headEnd len="med" w="med" type="none"/>
              <a:tailEnd len="med" w="med" type="none"/>
            </a:ln>
          </p:spPr>
        </p:cxnSp>
        <p:sp>
          <p:nvSpPr>
            <p:cNvPr id="7053" name="Google Shape;7053;p125"/>
            <p:cNvSpPr txBox="1"/>
            <p:nvPr/>
          </p:nvSpPr>
          <p:spPr>
            <a:xfrm>
              <a:off x="282076" y="1831674"/>
              <a:ext cx="359700" cy="123900"/>
            </a:xfrm>
            <a:prstGeom prst="rect">
              <a:avLst/>
            </a:prstGeom>
            <a:noFill/>
            <a:ln>
              <a:noFill/>
            </a:ln>
          </p:spPr>
          <p:txBody>
            <a:bodyPr anchorCtr="0" anchor="t" bIns="0" lIns="0" spcFirstLastPara="1" rIns="0" wrap="square" tIns="0">
              <a:noAutofit/>
            </a:bodyPr>
            <a:lstStyle/>
            <a:p>
              <a:pPr indent="0" lvl="0" marL="0" rtl="0" algn="l">
                <a:spcBef>
                  <a:spcPts val="0"/>
                </a:spcBef>
                <a:spcAft>
                  <a:spcPts val="0"/>
                </a:spcAft>
                <a:buNone/>
              </a:pPr>
              <a:r>
                <a:rPr lang="es-419" sz="700"/>
                <a:t>[n] &lt;...&gt;</a:t>
              </a:r>
              <a:endParaRPr sz="700"/>
            </a:p>
          </p:txBody>
        </p:sp>
        <p:sp>
          <p:nvSpPr>
            <p:cNvPr id="7054" name="Google Shape;7054;p125"/>
            <p:cNvSpPr txBox="1"/>
            <p:nvPr/>
          </p:nvSpPr>
          <p:spPr>
            <a:xfrm>
              <a:off x="308499" y="1560764"/>
              <a:ext cx="359700" cy="111300"/>
            </a:xfrm>
            <a:prstGeom prst="rect">
              <a:avLst/>
            </a:prstGeom>
            <a:noFill/>
            <a:ln>
              <a:noFill/>
            </a:ln>
          </p:spPr>
          <p:txBody>
            <a:bodyPr anchorCtr="0" anchor="t" bIns="0" lIns="0" spcFirstLastPara="1" rIns="0" wrap="square" tIns="0">
              <a:noAutofit/>
            </a:bodyPr>
            <a:lstStyle/>
            <a:p>
              <a:pPr indent="0" lvl="0" marL="0" marR="0" rtl="0" algn="l">
                <a:lnSpc>
                  <a:spcPct val="100000"/>
                </a:lnSpc>
                <a:spcBef>
                  <a:spcPts val="0"/>
                </a:spcBef>
                <a:spcAft>
                  <a:spcPts val="0"/>
                </a:spcAft>
                <a:buNone/>
              </a:pPr>
              <a:r>
                <a:rPr lang="es-419" sz="700"/>
                <a:t>[1] &lt;...&gt;</a:t>
              </a:r>
              <a:endParaRPr sz="700"/>
            </a:p>
          </p:txBody>
        </p:sp>
      </p:grpSp>
      <p:grpSp>
        <p:nvGrpSpPr>
          <p:cNvPr id="7055" name="Google Shape;7055;p125"/>
          <p:cNvGrpSpPr/>
          <p:nvPr/>
        </p:nvGrpSpPr>
        <p:grpSpPr>
          <a:xfrm>
            <a:off x="4003943" y="2181750"/>
            <a:ext cx="1030800" cy="574313"/>
            <a:chOff x="2166675" y="1113275"/>
            <a:chExt cx="1030800" cy="574313"/>
          </a:xfrm>
        </p:grpSpPr>
        <p:pic>
          <p:nvPicPr>
            <p:cNvPr id="7056" name="Google Shape;7056;p125"/>
            <p:cNvPicPr preferRelativeResize="0"/>
            <p:nvPr/>
          </p:nvPicPr>
          <p:blipFill>
            <a:blip r:embed="rId6">
              <a:alphaModFix/>
            </a:blip>
            <a:stretch>
              <a:fillRect/>
            </a:stretch>
          </p:blipFill>
          <p:spPr>
            <a:xfrm>
              <a:off x="2445938" y="1113275"/>
              <a:ext cx="472264" cy="249625"/>
            </a:xfrm>
            <a:prstGeom prst="rect">
              <a:avLst/>
            </a:prstGeom>
            <a:noFill/>
            <a:ln>
              <a:noFill/>
            </a:ln>
          </p:spPr>
        </p:pic>
        <p:sp>
          <p:nvSpPr>
            <p:cNvPr id="7057" name="Google Shape;7057;p125"/>
            <p:cNvSpPr txBox="1"/>
            <p:nvPr/>
          </p:nvSpPr>
          <p:spPr>
            <a:xfrm>
              <a:off x="2479675" y="1128725"/>
              <a:ext cx="407100" cy="981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
          <p:nvSpPr>
            <p:cNvPr id="7058" name="Google Shape;7058;p125"/>
            <p:cNvSpPr txBox="1"/>
            <p:nvPr/>
          </p:nvSpPr>
          <p:spPr>
            <a:xfrm>
              <a:off x="2479675" y="1245900"/>
              <a:ext cx="407100" cy="981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
          <p:nvSpPr>
            <p:cNvPr id="7059" name="Google Shape;7059;p125"/>
            <p:cNvSpPr txBox="1"/>
            <p:nvPr/>
          </p:nvSpPr>
          <p:spPr>
            <a:xfrm>
              <a:off x="2166675" y="1394188"/>
              <a:ext cx="1030800" cy="2934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lang="es-419" sz="800"/>
                <a:t>&lt;..&gt;</a:t>
              </a:r>
              <a:endParaRPr sz="800"/>
            </a:p>
          </p:txBody>
        </p:sp>
      </p:grpSp>
      <p:grpSp>
        <p:nvGrpSpPr>
          <p:cNvPr id="7060" name="Google Shape;7060;p125"/>
          <p:cNvGrpSpPr/>
          <p:nvPr/>
        </p:nvGrpSpPr>
        <p:grpSpPr>
          <a:xfrm>
            <a:off x="4257999" y="4990363"/>
            <a:ext cx="522688" cy="506718"/>
            <a:chOff x="2323550" y="2096250"/>
            <a:chExt cx="522688" cy="648475"/>
          </a:xfrm>
        </p:grpSpPr>
        <p:sp>
          <p:nvSpPr>
            <p:cNvPr id="7061" name="Google Shape;7061;p125"/>
            <p:cNvSpPr/>
            <p:nvPr/>
          </p:nvSpPr>
          <p:spPr>
            <a:xfrm>
              <a:off x="2323550" y="2096250"/>
              <a:ext cx="286500" cy="367500"/>
            </a:xfrm>
            <a:prstGeom prst="wedgeRoundRectCallout">
              <a:avLst>
                <a:gd fmla="val 36634" name="adj1"/>
                <a:gd fmla="val 77667" name="adj2"/>
                <a:gd fmla="val 0" name="adj3"/>
              </a:avLst>
            </a:prstGeom>
            <a:solidFill>
              <a:srgbClr val="CC0000">
                <a:alpha val="15320"/>
              </a:srgbClr>
            </a:solidFill>
            <a:ln cap="flat" cmpd="sng" w="9525">
              <a:solidFill>
                <a:srgbClr val="CC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2" name="Google Shape;7062;p125"/>
            <p:cNvSpPr/>
            <p:nvPr/>
          </p:nvSpPr>
          <p:spPr>
            <a:xfrm>
              <a:off x="2493738" y="2546725"/>
              <a:ext cx="352500" cy="198000"/>
            </a:xfrm>
            <a:prstGeom prst="roundRect">
              <a:avLst>
                <a:gd fmla="val 16667" name="adj"/>
              </a:avLst>
            </a:prstGeom>
            <a:solidFill>
              <a:srgbClr val="FFFFFF">
                <a:alpha val="77480"/>
              </a:srgbClr>
            </a:solidFill>
            <a:ln cap="flat" cmpd="sng" w="9525">
              <a:solidFill>
                <a:srgbClr val="CC0000"/>
              </a:solidFill>
              <a:prstDash val="solid"/>
              <a:round/>
              <a:headEnd len="sm" w="sm" type="none"/>
              <a:tailEnd len="sm" w="sm" type="none"/>
            </a:ln>
          </p:spPr>
          <p:txBody>
            <a:bodyPr anchorCtr="0" anchor="t" bIns="0" lIns="0" spcFirstLastPara="1" rIns="0" wrap="square" tIns="18000">
              <a:noAutofit/>
            </a:bodyPr>
            <a:lstStyle/>
            <a:p>
              <a:pPr indent="0" lvl="0" marL="0" rtl="0" algn="ctr">
                <a:spcBef>
                  <a:spcPts val="0"/>
                </a:spcBef>
                <a:spcAft>
                  <a:spcPts val="0"/>
                </a:spcAft>
                <a:buNone/>
              </a:pPr>
              <a:r>
                <a:rPr lang="es-419" sz="800"/>
                <a:t>&lt;...&gt;</a:t>
              </a:r>
              <a:endParaRPr sz="800"/>
            </a:p>
          </p:txBody>
        </p:sp>
      </p:grpSp>
      <p:grpSp>
        <p:nvGrpSpPr>
          <p:cNvPr id="7063" name="Google Shape;7063;p125"/>
          <p:cNvGrpSpPr/>
          <p:nvPr/>
        </p:nvGrpSpPr>
        <p:grpSpPr>
          <a:xfrm>
            <a:off x="4258043" y="3028863"/>
            <a:ext cx="522600" cy="249625"/>
            <a:chOff x="140438" y="2815488"/>
            <a:chExt cx="522600" cy="249625"/>
          </a:xfrm>
        </p:grpSpPr>
        <p:cxnSp>
          <p:nvCxnSpPr>
            <p:cNvPr id="7064" name="Google Shape;7064;p125"/>
            <p:cNvCxnSpPr/>
            <p:nvPr/>
          </p:nvCxnSpPr>
          <p:spPr>
            <a:xfrm flipH="1">
              <a:off x="203437" y="2815488"/>
              <a:ext cx="396600" cy="157800"/>
            </a:xfrm>
            <a:prstGeom prst="straightConnector1">
              <a:avLst/>
            </a:prstGeom>
            <a:noFill/>
            <a:ln cap="flat" cmpd="sng" w="9525">
              <a:solidFill>
                <a:srgbClr val="990033"/>
              </a:solidFill>
              <a:prstDash val="dot"/>
              <a:round/>
              <a:headEnd len="med" w="med" type="none"/>
              <a:tailEnd len="med" w="med" type="stealth"/>
            </a:ln>
          </p:spPr>
        </p:cxnSp>
        <p:sp>
          <p:nvSpPr>
            <p:cNvPr id="7065" name="Google Shape;7065;p125"/>
            <p:cNvSpPr txBox="1"/>
            <p:nvPr/>
          </p:nvSpPr>
          <p:spPr>
            <a:xfrm>
              <a:off x="140438" y="2941213"/>
              <a:ext cx="522600" cy="1239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0"/>
                </a:spcAft>
                <a:buNone/>
              </a:pPr>
              <a:r>
                <a:rPr lang="es-419" sz="700"/>
                <a:t>&lt;&lt;include&gt;&gt;</a:t>
              </a:r>
              <a:endParaRPr sz="700"/>
            </a:p>
          </p:txBody>
        </p:sp>
      </p:grpSp>
      <p:cxnSp>
        <p:nvCxnSpPr>
          <p:cNvPr id="7066" name="Google Shape;7066;p125"/>
          <p:cNvCxnSpPr/>
          <p:nvPr/>
        </p:nvCxnSpPr>
        <p:spPr>
          <a:xfrm flipH="1">
            <a:off x="4357643" y="4378150"/>
            <a:ext cx="323400" cy="121200"/>
          </a:xfrm>
          <a:prstGeom prst="bentConnector3">
            <a:avLst>
              <a:gd fmla="val 50000" name="adj1"/>
            </a:avLst>
          </a:prstGeom>
          <a:noFill/>
          <a:ln cap="flat" cmpd="sng" w="9525">
            <a:solidFill>
              <a:srgbClr val="990033"/>
            </a:solidFill>
            <a:prstDash val="solid"/>
            <a:round/>
            <a:headEnd len="med" w="med" type="none"/>
            <a:tailEnd len="med" w="med" type="stealth"/>
          </a:ln>
        </p:spPr>
      </p:cxnSp>
      <p:grpSp>
        <p:nvGrpSpPr>
          <p:cNvPr id="7067" name="Google Shape;7067;p125"/>
          <p:cNvGrpSpPr/>
          <p:nvPr/>
        </p:nvGrpSpPr>
        <p:grpSpPr>
          <a:xfrm>
            <a:off x="4339511" y="5835700"/>
            <a:ext cx="359665" cy="471743"/>
            <a:chOff x="168338" y="3891550"/>
            <a:chExt cx="359665" cy="471743"/>
          </a:xfrm>
        </p:grpSpPr>
        <p:cxnSp>
          <p:nvCxnSpPr>
            <p:cNvPr id="7068" name="Google Shape;7068;p125"/>
            <p:cNvCxnSpPr>
              <a:stCxn id="7069" idx="4"/>
            </p:cNvCxnSpPr>
            <p:nvPr/>
          </p:nvCxnSpPr>
          <p:spPr>
            <a:xfrm rot="5400000">
              <a:off x="125438" y="4164693"/>
              <a:ext cx="241500" cy="155700"/>
            </a:xfrm>
            <a:prstGeom prst="bentConnector3">
              <a:avLst>
                <a:gd fmla="val 50000" name="adj1"/>
              </a:avLst>
            </a:prstGeom>
            <a:noFill/>
            <a:ln cap="flat" cmpd="sng" w="9525">
              <a:solidFill>
                <a:srgbClr val="990033"/>
              </a:solidFill>
              <a:prstDash val="dash"/>
              <a:round/>
              <a:headEnd len="sm" w="sm" type="none"/>
              <a:tailEnd len="sm" w="sm" type="none"/>
            </a:ln>
          </p:spPr>
        </p:cxnSp>
        <p:sp>
          <p:nvSpPr>
            <p:cNvPr id="7069" name="Google Shape;7069;p125"/>
            <p:cNvSpPr/>
            <p:nvPr/>
          </p:nvSpPr>
          <p:spPr>
            <a:xfrm>
              <a:off x="241503" y="3891550"/>
              <a:ext cx="286500" cy="192000"/>
            </a:xfrm>
            <a:prstGeom prst="wedgeRectCallout">
              <a:avLst>
                <a:gd fmla="val -21192" name="adj1"/>
                <a:gd fmla="val 69918" name="adj2"/>
              </a:avLst>
            </a:prstGeom>
            <a:solidFill>
              <a:srgbClr val="FFFFCC"/>
            </a:solidFill>
            <a:ln cap="flat" cmpd="sng" w="9525">
              <a:solidFill>
                <a:srgbClr val="990033"/>
              </a:solidFill>
              <a:prstDash val="solid"/>
              <a:round/>
              <a:headEnd len="sm" w="sm" type="none"/>
              <a:tailEnd len="sm" w="sm" type="none"/>
            </a:ln>
          </p:spPr>
          <p:txBody>
            <a:bodyPr anchorCtr="0" anchor="b" bIns="0" lIns="0" spcFirstLastPara="1" rIns="0" wrap="square" tIns="18000">
              <a:noAutofit/>
            </a:bodyPr>
            <a:lstStyle/>
            <a:p>
              <a:pPr indent="0" lvl="0" marL="0" rtl="0" algn="ctr">
                <a:spcBef>
                  <a:spcPts val="0"/>
                </a:spcBef>
                <a:spcAft>
                  <a:spcPts val="0"/>
                </a:spcAft>
                <a:buNone/>
              </a:pPr>
              <a:r>
                <a:rPr lang="es-419" sz="700"/>
                <a:t>&lt;...&gt;</a:t>
              </a:r>
              <a:endParaRPr sz="700"/>
            </a:p>
          </p:txBody>
        </p:sp>
      </p:grpSp>
      <p:grpSp>
        <p:nvGrpSpPr>
          <p:cNvPr id="7070" name="Google Shape;7070;p125"/>
          <p:cNvGrpSpPr/>
          <p:nvPr/>
        </p:nvGrpSpPr>
        <p:grpSpPr>
          <a:xfrm>
            <a:off x="4063343" y="1177500"/>
            <a:ext cx="912000" cy="715400"/>
            <a:chOff x="1163975" y="697425"/>
            <a:chExt cx="912000" cy="715400"/>
          </a:xfrm>
        </p:grpSpPr>
        <p:pic>
          <p:nvPicPr>
            <p:cNvPr id="7071" name="Google Shape;7071;p125"/>
            <p:cNvPicPr preferRelativeResize="0"/>
            <p:nvPr/>
          </p:nvPicPr>
          <p:blipFill>
            <a:blip r:embed="rId7">
              <a:alphaModFix/>
            </a:blip>
            <a:stretch>
              <a:fillRect/>
            </a:stretch>
          </p:blipFill>
          <p:spPr>
            <a:xfrm>
              <a:off x="1443763" y="697425"/>
              <a:ext cx="352425" cy="485775"/>
            </a:xfrm>
            <a:prstGeom prst="rect">
              <a:avLst/>
            </a:prstGeom>
            <a:noFill/>
            <a:ln>
              <a:noFill/>
            </a:ln>
          </p:spPr>
        </p:pic>
        <p:sp>
          <p:nvSpPr>
            <p:cNvPr id="7072" name="Google Shape;7072;p125"/>
            <p:cNvSpPr txBox="1"/>
            <p:nvPr/>
          </p:nvSpPr>
          <p:spPr>
            <a:xfrm>
              <a:off x="1441625" y="697425"/>
              <a:ext cx="369300" cy="2496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
          <p:nvSpPr>
            <p:cNvPr id="7073" name="Google Shape;7073;p125"/>
            <p:cNvSpPr txBox="1"/>
            <p:nvPr/>
          </p:nvSpPr>
          <p:spPr>
            <a:xfrm>
              <a:off x="1443775" y="947100"/>
              <a:ext cx="369300" cy="2361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
          <p:nvSpPr>
            <p:cNvPr id="7074" name="Google Shape;7074;p125"/>
            <p:cNvSpPr txBox="1"/>
            <p:nvPr/>
          </p:nvSpPr>
          <p:spPr>
            <a:xfrm>
              <a:off x="1163975" y="1176725"/>
              <a:ext cx="912000" cy="236100"/>
            </a:xfrm>
            <a:prstGeom prst="rect">
              <a:avLst/>
            </a:prstGeom>
            <a:noFill/>
            <a:ln>
              <a:noFill/>
            </a:ln>
          </p:spPr>
          <p:txBody>
            <a:bodyPr anchorCtr="0" anchor="ctr" bIns="0" lIns="0" spcFirstLastPara="1" rIns="0" wrap="square" tIns="0">
              <a:noAutofit/>
            </a:bodyPr>
            <a:lstStyle/>
            <a:p>
              <a:pPr indent="0" lvl="0" marL="0" rtl="0" algn="ctr">
                <a:lnSpc>
                  <a:spcPct val="100000"/>
                </a:lnSpc>
                <a:spcBef>
                  <a:spcPts val="0"/>
                </a:spcBef>
                <a:spcAft>
                  <a:spcPts val="0"/>
                </a:spcAft>
                <a:buNone/>
              </a:pPr>
              <a:r>
                <a:rPr lang="es-419" sz="800"/>
                <a:t>&lt;..&gt;</a:t>
              </a:r>
              <a:endParaRPr sz="800"/>
            </a:p>
          </p:txBody>
        </p:sp>
      </p:grpSp>
      <p:grpSp>
        <p:nvGrpSpPr>
          <p:cNvPr id="7075" name="Google Shape;7075;p125"/>
          <p:cNvGrpSpPr/>
          <p:nvPr/>
        </p:nvGrpSpPr>
        <p:grpSpPr>
          <a:xfrm>
            <a:off x="4258043" y="3627488"/>
            <a:ext cx="522600" cy="247062"/>
            <a:chOff x="1761200" y="2490188"/>
            <a:chExt cx="522600" cy="247062"/>
          </a:xfrm>
        </p:grpSpPr>
        <p:cxnSp>
          <p:nvCxnSpPr>
            <p:cNvPr id="7076" name="Google Shape;7076;p125"/>
            <p:cNvCxnSpPr/>
            <p:nvPr/>
          </p:nvCxnSpPr>
          <p:spPr>
            <a:xfrm flipH="1">
              <a:off x="1852463" y="2490188"/>
              <a:ext cx="396600" cy="157800"/>
            </a:xfrm>
            <a:prstGeom prst="straightConnector1">
              <a:avLst/>
            </a:prstGeom>
            <a:noFill/>
            <a:ln cap="flat" cmpd="sng" w="9525">
              <a:solidFill>
                <a:srgbClr val="990033"/>
              </a:solidFill>
              <a:prstDash val="dot"/>
              <a:round/>
              <a:headEnd len="med" w="med" type="none"/>
              <a:tailEnd len="med" w="med" type="stealth"/>
            </a:ln>
          </p:spPr>
        </p:cxnSp>
        <p:sp>
          <p:nvSpPr>
            <p:cNvPr id="7077" name="Google Shape;7077;p125"/>
            <p:cNvSpPr txBox="1"/>
            <p:nvPr/>
          </p:nvSpPr>
          <p:spPr>
            <a:xfrm>
              <a:off x="1761200" y="2613350"/>
              <a:ext cx="522600" cy="1239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0"/>
                </a:spcAft>
                <a:buNone/>
              </a:pPr>
              <a:r>
                <a:rPr lang="es-419" sz="700"/>
                <a:t>&lt;&lt;extend&gt;&gt;</a:t>
              </a:r>
              <a:endParaRPr sz="700"/>
            </a:p>
          </p:txBody>
        </p:sp>
      </p:grpSp>
      <p:grpSp>
        <p:nvGrpSpPr>
          <p:cNvPr id="7078" name="Google Shape;7078;p125"/>
          <p:cNvGrpSpPr/>
          <p:nvPr/>
        </p:nvGrpSpPr>
        <p:grpSpPr>
          <a:xfrm>
            <a:off x="5263390" y="1867587"/>
            <a:ext cx="1030800" cy="669274"/>
            <a:chOff x="1883075" y="3073176"/>
            <a:chExt cx="1030800" cy="669274"/>
          </a:xfrm>
        </p:grpSpPr>
        <p:pic>
          <p:nvPicPr>
            <p:cNvPr id="7079" name="Google Shape;7079;p125"/>
            <p:cNvPicPr preferRelativeResize="0"/>
            <p:nvPr/>
          </p:nvPicPr>
          <p:blipFill>
            <a:blip r:embed="rId8">
              <a:alphaModFix/>
            </a:blip>
            <a:stretch>
              <a:fillRect/>
            </a:stretch>
          </p:blipFill>
          <p:spPr>
            <a:xfrm>
              <a:off x="2104400" y="3073176"/>
              <a:ext cx="623100" cy="363350"/>
            </a:xfrm>
            <a:prstGeom prst="rect">
              <a:avLst/>
            </a:prstGeom>
            <a:noFill/>
            <a:ln>
              <a:noFill/>
            </a:ln>
          </p:spPr>
        </p:pic>
        <p:sp>
          <p:nvSpPr>
            <p:cNvPr id="7080" name="Google Shape;7080;p125"/>
            <p:cNvSpPr txBox="1"/>
            <p:nvPr/>
          </p:nvSpPr>
          <p:spPr>
            <a:xfrm>
              <a:off x="2140930" y="3087337"/>
              <a:ext cx="522600" cy="1563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
          <p:nvSpPr>
            <p:cNvPr id="7081" name="Google Shape;7081;p125"/>
            <p:cNvSpPr txBox="1"/>
            <p:nvPr/>
          </p:nvSpPr>
          <p:spPr>
            <a:xfrm>
              <a:off x="2140913" y="3239759"/>
              <a:ext cx="522600" cy="1563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
          <p:nvSpPr>
            <p:cNvPr id="7082" name="Google Shape;7082;p125"/>
            <p:cNvSpPr txBox="1"/>
            <p:nvPr/>
          </p:nvSpPr>
          <p:spPr>
            <a:xfrm>
              <a:off x="1883075" y="3449050"/>
              <a:ext cx="1030800" cy="2934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lang="es-419" sz="800"/>
                <a:t>&lt;..&gt;</a:t>
              </a:r>
              <a:endParaRPr sz="800"/>
            </a:p>
          </p:txBody>
        </p:sp>
      </p:grpSp>
      <p:grpSp>
        <p:nvGrpSpPr>
          <p:cNvPr id="7083" name="Google Shape;7083;p125"/>
          <p:cNvGrpSpPr/>
          <p:nvPr/>
        </p:nvGrpSpPr>
        <p:grpSpPr>
          <a:xfrm>
            <a:off x="5517446" y="4952751"/>
            <a:ext cx="522688" cy="506718"/>
            <a:chOff x="2323550" y="2096250"/>
            <a:chExt cx="522688" cy="648475"/>
          </a:xfrm>
        </p:grpSpPr>
        <p:sp>
          <p:nvSpPr>
            <p:cNvPr id="7084" name="Google Shape;7084;p125"/>
            <p:cNvSpPr/>
            <p:nvPr/>
          </p:nvSpPr>
          <p:spPr>
            <a:xfrm>
              <a:off x="2323550" y="2096250"/>
              <a:ext cx="286500" cy="367500"/>
            </a:xfrm>
            <a:prstGeom prst="wedgeRoundRectCallout">
              <a:avLst>
                <a:gd fmla="val 36634" name="adj1"/>
                <a:gd fmla="val 77667" name="adj2"/>
                <a:gd fmla="val 0" name="adj3"/>
              </a:avLst>
            </a:prstGeom>
            <a:solidFill>
              <a:srgbClr val="CC0000">
                <a:alpha val="15320"/>
              </a:srgbClr>
            </a:solidFill>
            <a:ln cap="flat" cmpd="sng" w="9525">
              <a:solidFill>
                <a:srgbClr val="CC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5" name="Google Shape;7085;p125"/>
            <p:cNvSpPr/>
            <p:nvPr/>
          </p:nvSpPr>
          <p:spPr>
            <a:xfrm>
              <a:off x="2493738" y="2546725"/>
              <a:ext cx="352500" cy="198000"/>
            </a:xfrm>
            <a:prstGeom prst="roundRect">
              <a:avLst>
                <a:gd fmla="val 16667" name="adj"/>
              </a:avLst>
            </a:prstGeom>
            <a:solidFill>
              <a:srgbClr val="FFFFFF">
                <a:alpha val="77480"/>
              </a:srgbClr>
            </a:solidFill>
            <a:ln cap="flat" cmpd="sng" w="9525">
              <a:solidFill>
                <a:srgbClr val="CC0000"/>
              </a:solidFill>
              <a:prstDash val="solid"/>
              <a:round/>
              <a:headEnd len="sm" w="sm" type="none"/>
              <a:tailEnd len="sm" w="sm" type="none"/>
            </a:ln>
          </p:spPr>
          <p:txBody>
            <a:bodyPr anchorCtr="0" anchor="t" bIns="0" lIns="0" spcFirstLastPara="1" rIns="0" wrap="square" tIns="18000">
              <a:noAutofit/>
            </a:bodyPr>
            <a:lstStyle/>
            <a:p>
              <a:pPr indent="0" lvl="0" marL="0" rtl="0" algn="ctr">
                <a:spcBef>
                  <a:spcPts val="0"/>
                </a:spcBef>
                <a:spcAft>
                  <a:spcPts val="0"/>
                </a:spcAft>
                <a:buNone/>
              </a:pPr>
              <a:r>
                <a:rPr lang="es-419" sz="800"/>
                <a:t>&lt;...&gt;</a:t>
              </a:r>
              <a:endParaRPr sz="800"/>
            </a:p>
          </p:txBody>
        </p:sp>
      </p:grpSp>
      <p:grpSp>
        <p:nvGrpSpPr>
          <p:cNvPr id="7086" name="Google Shape;7086;p125"/>
          <p:cNvGrpSpPr/>
          <p:nvPr/>
        </p:nvGrpSpPr>
        <p:grpSpPr>
          <a:xfrm>
            <a:off x="5322790" y="969363"/>
            <a:ext cx="912000" cy="781950"/>
            <a:chOff x="53700" y="449100"/>
            <a:chExt cx="912000" cy="781950"/>
          </a:xfrm>
        </p:grpSpPr>
        <p:pic>
          <p:nvPicPr>
            <p:cNvPr id="7087" name="Google Shape;7087;p125"/>
            <p:cNvPicPr preferRelativeResize="0"/>
            <p:nvPr/>
          </p:nvPicPr>
          <p:blipFill>
            <a:blip r:embed="rId4">
              <a:alphaModFix/>
            </a:blip>
            <a:stretch>
              <a:fillRect/>
            </a:stretch>
          </p:blipFill>
          <p:spPr>
            <a:xfrm>
              <a:off x="282101" y="449103"/>
              <a:ext cx="451796" cy="545996"/>
            </a:xfrm>
            <a:prstGeom prst="rect">
              <a:avLst/>
            </a:prstGeom>
            <a:noFill/>
            <a:ln>
              <a:noFill/>
            </a:ln>
          </p:spPr>
        </p:pic>
        <p:sp>
          <p:nvSpPr>
            <p:cNvPr id="7088" name="Google Shape;7088;p125"/>
            <p:cNvSpPr txBox="1"/>
            <p:nvPr/>
          </p:nvSpPr>
          <p:spPr>
            <a:xfrm>
              <a:off x="282100" y="723325"/>
              <a:ext cx="420600" cy="2781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
          <p:nvSpPr>
            <p:cNvPr id="7089" name="Google Shape;7089;p125"/>
            <p:cNvSpPr txBox="1"/>
            <p:nvPr/>
          </p:nvSpPr>
          <p:spPr>
            <a:xfrm>
              <a:off x="294850" y="449100"/>
              <a:ext cx="420600" cy="2781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
          <p:nvSpPr>
            <p:cNvPr id="7090" name="Google Shape;7090;p125"/>
            <p:cNvSpPr txBox="1"/>
            <p:nvPr/>
          </p:nvSpPr>
          <p:spPr>
            <a:xfrm>
              <a:off x="53700" y="994950"/>
              <a:ext cx="912000" cy="236100"/>
            </a:xfrm>
            <a:prstGeom prst="rect">
              <a:avLst/>
            </a:prstGeom>
            <a:noFill/>
            <a:ln>
              <a:noFill/>
            </a:ln>
          </p:spPr>
          <p:txBody>
            <a:bodyPr anchorCtr="0" anchor="ctr" bIns="0" lIns="0" spcFirstLastPara="1" rIns="0" wrap="square" tIns="0">
              <a:noAutofit/>
            </a:bodyPr>
            <a:lstStyle/>
            <a:p>
              <a:pPr indent="0" lvl="0" marL="0" rtl="0" algn="ctr">
                <a:lnSpc>
                  <a:spcPct val="100000"/>
                </a:lnSpc>
                <a:spcBef>
                  <a:spcPts val="0"/>
                </a:spcBef>
                <a:spcAft>
                  <a:spcPts val="0"/>
                </a:spcAft>
                <a:buNone/>
              </a:pPr>
              <a:r>
                <a:rPr lang="es-419" sz="800"/>
                <a:t>&lt;..&gt;</a:t>
              </a:r>
              <a:endParaRPr sz="800"/>
            </a:p>
          </p:txBody>
        </p:sp>
      </p:grpSp>
      <p:grpSp>
        <p:nvGrpSpPr>
          <p:cNvPr id="7091" name="Google Shape;7091;p125"/>
          <p:cNvGrpSpPr/>
          <p:nvPr/>
        </p:nvGrpSpPr>
        <p:grpSpPr>
          <a:xfrm>
            <a:off x="5517490" y="3267088"/>
            <a:ext cx="522600" cy="249625"/>
            <a:chOff x="140438" y="2815488"/>
            <a:chExt cx="522600" cy="249625"/>
          </a:xfrm>
        </p:grpSpPr>
        <p:cxnSp>
          <p:nvCxnSpPr>
            <p:cNvPr id="7092" name="Google Shape;7092;p125"/>
            <p:cNvCxnSpPr/>
            <p:nvPr/>
          </p:nvCxnSpPr>
          <p:spPr>
            <a:xfrm flipH="1">
              <a:off x="203437" y="2815488"/>
              <a:ext cx="396600" cy="157800"/>
            </a:xfrm>
            <a:prstGeom prst="straightConnector1">
              <a:avLst/>
            </a:prstGeom>
            <a:noFill/>
            <a:ln cap="flat" cmpd="sng" w="9525">
              <a:solidFill>
                <a:srgbClr val="990033"/>
              </a:solidFill>
              <a:prstDash val="dot"/>
              <a:round/>
              <a:headEnd len="med" w="med" type="none"/>
              <a:tailEnd len="med" w="med" type="stealth"/>
            </a:ln>
          </p:spPr>
        </p:cxnSp>
        <p:sp>
          <p:nvSpPr>
            <p:cNvPr id="7093" name="Google Shape;7093;p125"/>
            <p:cNvSpPr txBox="1"/>
            <p:nvPr/>
          </p:nvSpPr>
          <p:spPr>
            <a:xfrm>
              <a:off x="140438" y="2941213"/>
              <a:ext cx="522600" cy="1239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0"/>
                </a:spcAft>
                <a:buNone/>
              </a:pPr>
              <a:r>
                <a:rPr lang="es-419" sz="700"/>
                <a:t>&lt;&lt;include&gt;&gt;</a:t>
              </a:r>
              <a:endParaRPr sz="700"/>
            </a:p>
          </p:txBody>
        </p:sp>
      </p:grpSp>
      <p:grpSp>
        <p:nvGrpSpPr>
          <p:cNvPr id="7094" name="Google Shape;7094;p125"/>
          <p:cNvGrpSpPr/>
          <p:nvPr/>
        </p:nvGrpSpPr>
        <p:grpSpPr>
          <a:xfrm>
            <a:off x="5543590" y="3813964"/>
            <a:ext cx="470400" cy="247062"/>
            <a:chOff x="164377" y="2815488"/>
            <a:chExt cx="470400" cy="247062"/>
          </a:xfrm>
        </p:grpSpPr>
        <p:cxnSp>
          <p:nvCxnSpPr>
            <p:cNvPr id="7095" name="Google Shape;7095;p125"/>
            <p:cNvCxnSpPr/>
            <p:nvPr/>
          </p:nvCxnSpPr>
          <p:spPr>
            <a:xfrm flipH="1">
              <a:off x="203437" y="2815488"/>
              <a:ext cx="396600" cy="157800"/>
            </a:xfrm>
            <a:prstGeom prst="straightConnector1">
              <a:avLst/>
            </a:prstGeom>
            <a:noFill/>
            <a:ln cap="flat" cmpd="sng" w="9525">
              <a:solidFill>
                <a:srgbClr val="990033"/>
              </a:solidFill>
              <a:prstDash val="dot"/>
              <a:round/>
              <a:headEnd len="med" w="med" type="none"/>
              <a:tailEnd len="med" w="med" type="stealth"/>
            </a:ln>
          </p:spPr>
        </p:cxnSp>
        <p:sp>
          <p:nvSpPr>
            <p:cNvPr id="7096" name="Google Shape;7096;p125"/>
            <p:cNvSpPr txBox="1"/>
            <p:nvPr/>
          </p:nvSpPr>
          <p:spPr>
            <a:xfrm>
              <a:off x="164377" y="2938650"/>
              <a:ext cx="470400" cy="1239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0"/>
                </a:spcAft>
                <a:buNone/>
              </a:pPr>
              <a:r>
                <a:rPr lang="es-419" sz="700"/>
                <a:t>&lt;&lt;extend&gt;&gt;</a:t>
              </a:r>
              <a:endParaRPr sz="700"/>
            </a:p>
          </p:txBody>
        </p:sp>
      </p:grpSp>
      <p:cxnSp>
        <p:nvCxnSpPr>
          <p:cNvPr id="7097" name="Google Shape;7097;p125"/>
          <p:cNvCxnSpPr/>
          <p:nvPr/>
        </p:nvCxnSpPr>
        <p:spPr>
          <a:xfrm flipH="1">
            <a:off x="5617090" y="4492813"/>
            <a:ext cx="323400" cy="121200"/>
          </a:xfrm>
          <a:prstGeom prst="bentConnector3">
            <a:avLst>
              <a:gd fmla="val 50000" name="adj1"/>
            </a:avLst>
          </a:prstGeom>
          <a:noFill/>
          <a:ln cap="flat" cmpd="sng" w="9525">
            <a:solidFill>
              <a:srgbClr val="990033"/>
            </a:solidFill>
            <a:prstDash val="solid"/>
            <a:round/>
            <a:headEnd len="med" w="med" type="none"/>
            <a:tailEnd len="med" w="med" type="stealth"/>
          </a:ln>
        </p:spPr>
      </p:cxnSp>
      <p:grpSp>
        <p:nvGrpSpPr>
          <p:cNvPr id="7098" name="Google Shape;7098;p125"/>
          <p:cNvGrpSpPr/>
          <p:nvPr/>
        </p:nvGrpSpPr>
        <p:grpSpPr>
          <a:xfrm>
            <a:off x="5598957" y="5817938"/>
            <a:ext cx="359665" cy="471743"/>
            <a:chOff x="168338" y="3891550"/>
            <a:chExt cx="359665" cy="471743"/>
          </a:xfrm>
        </p:grpSpPr>
        <p:cxnSp>
          <p:nvCxnSpPr>
            <p:cNvPr id="7099" name="Google Shape;7099;p125"/>
            <p:cNvCxnSpPr>
              <a:stCxn id="7100" idx="4"/>
            </p:cNvCxnSpPr>
            <p:nvPr/>
          </p:nvCxnSpPr>
          <p:spPr>
            <a:xfrm rot="5400000">
              <a:off x="125438" y="4164693"/>
              <a:ext cx="241500" cy="155700"/>
            </a:xfrm>
            <a:prstGeom prst="bentConnector3">
              <a:avLst>
                <a:gd fmla="val 50000" name="adj1"/>
              </a:avLst>
            </a:prstGeom>
            <a:noFill/>
            <a:ln cap="flat" cmpd="sng" w="9525">
              <a:solidFill>
                <a:srgbClr val="990033"/>
              </a:solidFill>
              <a:prstDash val="dash"/>
              <a:round/>
              <a:headEnd len="sm" w="sm" type="none"/>
              <a:tailEnd len="sm" w="sm" type="none"/>
            </a:ln>
          </p:spPr>
        </p:cxnSp>
        <p:sp>
          <p:nvSpPr>
            <p:cNvPr id="7100" name="Google Shape;7100;p125"/>
            <p:cNvSpPr/>
            <p:nvPr/>
          </p:nvSpPr>
          <p:spPr>
            <a:xfrm>
              <a:off x="241503" y="3891550"/>
              <a:ext cx="286500" cy="192000"/>
            </a:xfrm>
            <a:prstGeom prst="wedgeRectCallout">
              <a:avLst>
                <a:gd fmla="val -21192" name="adj1"/>
                <a:gd fmla="val 69918" name="adj2"/>
              </a:avLst>
            </a:prstGeom>
            <a:solidFill>
              <a:srgbClr val="FFFFCC"/>
            </a:solidFill>
            <a:ln cap="flat" cmpd="sng" w="9525">
              <a:solidFill>
                <a:srgbClr val="990033"/>
              </a:solidFill>
              <a:prstDash val="solid"/>
              <a:round/>
              <a:headEnd len="sm" w="sm" type="none"/>
              <a:tailEnd len="sm" w="sm" type="none"/>
            </a:ln>
          </p:spPr>
          <p:txBody>
            <a:bodyPr anchorCtr="0" anchor="b" bIns="0" lIns="0" spcFirstLastPara="1" rIns="0" wrap="square" tIns="18000">
              <a:noAutofit/>
            </a:bodyPr>
            <a:lstStyle/>
            <a:p>
              <a:pPr indent="0" lvl="0" marL="0" rtl="0" algn="ctr">
                <a:spcBef>
                  <a:spcPts val="0"/>
                </a:spcBef>
                <a:spcAft>
                  <a:spcPts val="0"/>
                </a:spcAft>
                <a:buNone/>
              </a:pPr>
              <a:r>
                <a:rPr lang="es-419" sz="700"/>
                <a:t>&lt;...&gt;</a:t>
              </a:r>
              <a:endParaRPr sz="700"/>
            </a:p>
          </p:txBody>
        </p:sp>
      </p:grpSp>
      <p:grpSp>
        <p:nvGrpSpPr>
          <p:cNvPr id="7101" name="Google Shape;7101;p125"/>
          <p:cNvGrpSpPr/>
          <p:nvPr/>
        </p:nvGrpSpPr>
        <p:grpSpPr>
          <a:xfrm>
            <a:off x="5255890" y="2690413"/>
            <a:ext cx="1045800" cy="403950"/>
            <a:chOff x="4759275" y="563750"/>
            <a:chExt cx="1045800" cy="403950"/>
          </a:xfrm>
        </p:grpSpPr>
        <p:pic>
          <p:nvPicPr>
            <p:cNvPr id="7102" name="Google Shape;7102;p125"/>
            <p:cNvPicPr preferRelativeResize="0"/>
            <p:nvPr/>
          </p:nvPicPr>
          <p:blipFill>
            <a:blip r:embed="rId9">
              <a:alphaModFix/>
            </a:blip>
            <a:stretch>
              <a:fillRect/>
            </a:stretch>
          </p:blipFill>
          <p:spPr>
            <a:xfrm>
              <a:off x="5149072" y="569151"/>
              <a:ext cx="308271" cy="270600"/>
            </a:xfrm>
            <a:prstGeom prst="rect">
              <a:avLst/>
            </a:prstGeom>
            <a:noFill/>
            <a:ln>
              <a:noFill/>
            </a:ln>
          </p:spPr>
        </p:pic>
        <p:sp>
          <p:nvSpPr>
            <p:cNvPr id="7103" name="Google Shape;7103;p125"/>
            <p:cNvSpPr txBox="1"/>
            <p:nvPr/>
          </p:nvSpPr>
          <p:spPr>
            <a:xfrm>
              <a:off x="5143200" y="563750"/>
              <a:ext cx="253500" cy="1338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
          <p:nvSpPr>
            <p:cNvPr id="7104" name="Google Shape;7104;p125"/>
            <p:cNvSpPr txBox="1"/>
            <p:nvPr/>
          </p:nvSpPr>
          <p:spPr>
            <a:xfrm>
              <a:off x="5143175" y="697400"/>
              <a:ext cx="253500" cy="1266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
          <p:nvSpPr>
            <p:cNvPr id="7105" name="Google Shape;7105;p125"/>
            <p:cNvSpPr txBox="1"/>
            <p:nvPr/>
          </p:nvSpPr>
          <p:spPr>
            <a:xfrm>
              <a:off x="4759275" y="846500"/>
              <a:ext cx="1045800" cy="1212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i="1" lang="es-419" sz="800">
                  <a:solidFill>
                    <a:srgbClr val="B7B7B7"/>
                  </a:solidFill>
                </a:rPr>
                <a:t>&lt;...&gt;</a:t>
              </a:r>
              <a:endParaRPr i="1" sz="800">
                <a:solidFill>
                  <a:srgbClr val="B7B7B7"/>
                </a:solidFill>
              </a:endParaRPr>
            </a:p>
          </p:txBody>
        </p:sp>
      </p:grpSp>
      <p:grpSp>
        <p:nvGrpSpPr>
          <p:cNvPr id="7106" name="Google Shape;7106;p125"/>
          <p:cNvGrpSpPr/>
          <p:nvPr/>
        </p:nvGrpSpPr>
        <p:grpSpPr>
          <a:xfrm>
            <a:off x="193037" y="2223627"/>
            <a:ext cx="1016100" cy="648675"/>
            <a:chOff x="2711039" y="956525"/>
            <a:chExt cx="1016100" cy="648675"/>
          </a:xfrm>
        </p:grpSpPr>
        <p:sp>
          <p:nvSpPr>
            <p:cNvPr id="7107" name="Google Shape;7107;p125"/>
            <p:cNvSpPr/>
            <p:nvPr/>
          </p:nvSpPr>
          <p:spPr>
            <a:xfrm>
              <a:off x="3036100" y="959050"/>
              <a:ext cx="324900" cy="3069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8" name="Google Shape;7108;p125"/>
            <p:cNvSpPr txBox="1"/>
            <p:nvPr/>
          </p:nvSpPr>
          <p:spPr>
            <a:xfrm>
              <a:off x="2711039" y="1279275"/>
              <a:ext cx="1016100" cy="156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0"/>
                </a:spcAft>
                <a:buNone/>
              </a:pPr>
              <a:r>
                <a:rPr lang="es-419" sz="800"/>
                <a:t>&lt;...&gt;</a:t>
              </a:r>
              <a:endParaRPr sz="800"/>
            </a:p>
          </p:txBody>
        </p:sp>
        <p:sp>
          <p:nvSpPr>
            <p:cNvPr id="7109" name="Google Shape;7109;p125"/>
            <p:cNvSpPr txBox="1"/>
            <p:nvPr/>
          </p:nvSpPr>
          <p:spPr>
            <a:xfrm>
              <a:off x="2922239" y="1448900"/>
              <a:ext cx="593700" cy="156300"/>
            </a:xfrm>
            <a:prstGeom prst="rect">
              <a:avLst/>
            </a:prstGeom>
            <a:noFill/>
            <a:ln>
              <a:noFill/>
            </a:ln>
          </p:spPr>
          <p:txBody>
            <a:bodyPr anchorCtr="0" anchor="t" bIns="0" lIns="18000" spcFirstLastPara="1" rIns="0" wrap="square" tIns="18000">
              <a:noAutofit/>
            </a:bodyPr>
            <a:lstStyle/>
            <a:p>
              <a:pPr indent="0" lvl="0" marL="0" rtl="0" algn="l">
                <a:spcBef>
                  <a:spcPts val="0"/>
                </a:spcBef>
                <a:spcAft>
                  <a:spcPts val="0"/>
                </a:spcAft>
                <a:buNone/>
              </a:pPr>
              <a:r>
                <a:rPr lang="es-419" sz="700"/>
                <a:t>[Estado]</a:t>
              </a:r>
              <a:endParaRPr sz="700"/>
            </a:p>
          </p:txBody>
        </p:sp>
        <p:cxnSp>
          <p:nvCxnSpPr>
            <p:cNvPr id="7110" name="Google Shape;7110;p125"/>
            <p:cNvCxnSpPr/>
            <p:nvPr/>
          </p:nvCxnSpPr>
          <p:spPr>
            <a:xfrm>
              <a:off x="2959289" y="1434463"/>
              <a:ext cx="519600" cy="1800"/>
            </a:xfrm>
            <a:prstGeom prst="straightConnector1">
              <a:avLst/>
            </a:prstGeom>
            <a:noFill/>
            <a:ln cap="flat" cmpd="sng" w="9525">
              <a:solidFill>
                <a:srgbClr val="D9D9D9"/>
              </a:solidFill>
              <a:prstDash val="solid"/>
              <a:round/>
              <a:headEnd len="med" w="med" type="none"/>
              <a:tailEnd len="med" w="med" type="none"/>
            </a:ln>
          </p:spPr>
        </p:cxnSp>
        <p:sp>
          <p:nvSpPr>
            <p:cNvPr id="7111" name="Google Shape;7111;p125"/>
            <p:cNvSpPr txBox="1"/>
            <p:nvPr/>
          </p:nvSpPr>
          <p:spPr>
            <a:xfrm>
              <a:off x="3055750" y="956525"/>
              <a:ext cx="283500" cy="1563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
          <p:nvSpPr>
            <p:cNvPr id="7112" name="Google Shape;7112;p125"/>
            <p:cNvSpPr txBox="1"/>
            <p:nvPr/>
          </p:nvSpPr>
          <p:spPr>
            <a:xfrm>
              <a:off x="3055750" y="1108925"/>
              <a:ext cx="283500" cy="1563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pic>
          <p:nvPicPr>
            <p:cNvPr id="7113" name="Google Shape;7113;p125"/>
            <p:cNvPicPr preferRelativeResize="0"/>
            <p:nvPr/>
          </p:nvPicPr>
          <p:blipFill>
            <a:blip r:embed="rId10">
              <a:alphaModFix/>
            </a:blip>
            <a:stretch>
              <a:fillRect/>
            </a:stretch>
          </p:blipFill>
          <p:spPr>
            <a:xfrm>
              <a:off x="3025212" y="1016937"/>
              <a:ext cx="386100" cy="262357"/>
            </a:xfrm>
            <a:prstGeom prst="rect">
              <a:avLst/>
            </a:prstGeom>
            <a:noFill/>
            <a:ln>
              <a:noFill/>
            </a:ln>
          </p:spPr>
        </p:pic>
      </p:grpSp>
      <p:grpSp>
        <p:nvGrpSpPr>
          <p:cNvPr id="7114" name="Google Shape;7114;p125"/>
          <p:cNvGrpSpPr/>
          <p:nvPr/>
        </p:nvGrpSpPr>
        <p:grpSpPr>
          <a:xfrm>
            <a:off x="1469235" y="2716379"/>
            <a:ext cx="1016100" cy="648675"/>
            <a:chOff x="2711039" y="956525"/>
            <a:chExt cx="1016100" cy="648675"/>
          </a:xfrm>
        </p:grpSpPr>
        <p:sp>
          <p:nvSpPr>
            <p:cNvPr id="7115" name="Google Shape;7115;p125"/>
            <p:cNvSpPr/>
            <p:nvPr/>
          </p:nvSpPr>
          <p:spPr>
            <a:xfrm>
              <a:off x="3036100" y="959050"/>
              <a:ext cx="324900" cy="3069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6" name="Google Shape;7116;p125"/>
            <p:cNvSpPr txBox="1"/>
            <p:nvPr/>
          </p:nvSpPr>
          <p:spPr>
            <a:xfrm>
              <a:off x="2711039" y="1279275"/>
              <a:ext cx="1016100" cy="156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0"/>
                </a:spcAft>
                <a:buNone/>
              </a:pPr>
              <a:r>
                <a:rPr lang="es-419" sz="800"/>
                <a:t>&lt;...&gt;</a:t>
              </a:r>
              <a:endParaRPr sz="800"/>
            </a:p>
          </p:txBody>
        </p:sp>
        <p:sp>
          <p:nvSpPr>
            <p:cNvPr id="7117" name="Google Shape;7117;p125"/>
            <p:cNvSpPr txBox="1"/>
            <p:nvPr/>
          </p:nvSpPr>
          <p:spPr>
            <a:xfrm>
              <a:off x="2922239" y="1448900"/>
              <a:ext cx="593700" cy="156300"/>
            </a:xfrm>
            <a:prstGeom prst="rect">
              <a:avLst/>
            </a:prstGeom>
            <a:noFill/>
            <a:ln>
              <a:noFill/>
            </a:ln>
          </p:spPr>
          <p:txBody>
            <a:bodyPr anchorCtr="0" anchor="t" bIns="0" lIns="18000" spcFirstLastPara="1" rIns="0" wrap="square" tIns="18000">
              <a:noAutofit/>
            </a:bodyPr>
            <a:lstStyle/>
            <a:p>
              <a:pPr indent="0" lvl="0" marL="0" rtl="0" algn="l">
                <a:spcBef>
                  <a:spcPts val="0"/>
                </a:spcBef>
                <a:spcAft>
                  <a:spcPts val="0"/>
                </a:spcAft>
                <a:buNone/>
              </a:pPr>
              <a:r>
                <a:rPr lang="es-419" sz="700"/>
                <a:t>[Estado]</a:t>
              </a:r>
              <a:endParaRPr sz="700"/>
            </a:p>
          </p:txBody>
        </p:sp>
        <p:cxnSp>
          <p:nvCxnSpPr>
            <p:cNvPr id="7118" name="Google Shape;7118;p125"/>
            <p:cNvCxnSpPr/>
            <p:nvPr/>
          </p:nvCxnSpPr>
          <p:spPr>
            <a:xfrm>
              <a:off x="2959289" y="1434463"/>
              <a:ext cx="519600" cy="1800"/>
            </a:xfrm>
            <a:prstGeom prst="straightConnector1">
              <a:avLst/>
            </a:prstGeom>
            <a:noFill/>
            <a:ln cap="flat" cmpd="sng" w="9525">
              <a:solidFill>
                <a:srgbClr val="D9D9D9"/>
              </a:solidFill>
              <a:prstDash val="solid"/>
              <a:round/>
              <a:headEnd len="med" w="med" type="none"/>
              <a:tailEnd len="med" w="med" type="none"/>
            </a:ln>
          </p:spPr>
        </p:cxnSp>
        <p:sp>
          <p:nvSpPr>
            <p:cNvPr id="7119" name="Google Shape;7119;p125"/>
            <p:cNvSpPr txBox="1"/>
            <p:nvPr/>
          </p:nvSpPr>
          <p:spPr>
            <a:xfrm>
              <a:off x="3055750" y="956525"/>
              <a:ext cx="283500" cy="1563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
          <p:nvSpPr>
            <p:cNvPr id="7120" name="Google Shape;7120;p125"/>
            <p:cNvSpPr txBox="1"/>
            <p:nvPr/>
          </p:nvSpPr>
          <p:spPr>
            <a:xfrm>
              <a:off x="3055750" y="1108925"/>
              <a:ext cx="283500" cy="1563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pic>
          <p:nvPicPr>
            <p:cNvPr id="7121" name="Google Shape;7121;p125"/>
            <p:cNvPicPr preferRelativeResize="0"/>
            <p:nvPr/>
          </p:nvPicPr>
          <p:blipFill>
            <a:blip r:embed="rId10">
              <a:alphaModFix/>
            </a:blip>
            <a:stretch>
              <a:fillRect/>
            </a:stretch>
          </p:blipFill>
          <p:spPr>
            <a:xfrm>
              <a:off x="3025212" y="1016937"/>
              <a:ext cx="386100" cy="262357"/>
            </a:xfrm>
            <a:prstGeom prst="rect">
              <a:avLst/>
            </a:prstGeom>
            <a:noFill/>
            <a:ln>
              <a:noFill/>
            </a:ln>
          </p:spPr>
        </p:pic>
      </p:grpSp>
      <p:grpSp>
        <p:nvGrpSpPr>
          <p:cNvPr id="7122" name="Google Shape;7122;p125"/>
          <p:cNvGrpSpPr/>
          <p:nvPr/>
        </p:nvGrpSpPr>
        <p:grpSpPr>
          <a:xfrm>
            <a:off x="2740275" y="1675499"/>
            <a:ext cx="1016100" cy="648675"/>
            <a:chOff x="2711039" y="956525"/>
            <a:chExt cx="1016100" cy="648675"/>
          </a:xfrm>
        </p:grpSpPr>
        <p:sp>
          <p:nvSpPr>
            <p:cNvPr id="7123" name="Google Shape;7123;p125"/>
            <p:cNvSpPr/>
            <p:nvPr/>
          </p:nvSpPr>
          <p:spPr>
            <a:xfrm>
              <a:off x="3036100" y="959050"/>
              <a:ext cx="324900" cy="3069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4" name="Google Shape;7124;p125"/>
            <p:cNvSpPr txBox="1"/>
            <p:nvPr/>
          </p:nvSpPr>
          <p:spPr>
            <a:xfrm>
              <a:off x="2711039" y="1279275"/>
              <a:ext cx="1016100" cy="156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0"/>
                </a:spcAft>
                <a:buNone/>
              </a:pPr>
              <a:r>
                <a:rPr lang="es-419" sz="800"/>
                <a:t>&lt;...&gt;</a:t>
              </a:r>
              <a:endParaRPr sz="800"/>
            </a:p>
          </p:txBody>
        </p:sp>
        <p:sp>
          <p:nvSpPr>
            <p:cNvPr id="7125" name="Google Shape;7125;p125"/>
            <p:cNvSpPr txBox="1"/>
            <p:nvPr/>
          </p:nvSpPr>
          <p:spPr>
            <a:xfrm>
              <a:off x="2922239" y="1448900"/>
              <a:ext cx="593700" cy="156300"/>
            </a:xfrm>
            <a:prstGeom prst="rect">
              <a:avLst/>
            </a:prstGeom>
            <a:noFill/>
            <a:ln>
              <a:noFill/>
            </a:ln>
          </p:spPr>
          <p:txBody>
            <a:bodyPr anchorCtr="0" anchor="t" bIns="0" lIns="18000" spcFirstLastPara="1" rIns="0" wrap="square" tIns="18000">
              <a:noAutofit/>
            </a:bodyPr>
            <a:lstStyle/>
            <a:p>
              <a:pPr indent="0" lvl="0" marL="0" rtl="0" algn="l">
                <a:spcBef>
                  <a:spcPts val="0"/>
                </a:spcBef>
                <a:spcAft>
                  <a:spcPts val="0"/>
                </a:spcAft>
                <a:buNone/>
              </a:pPr>
              <a:r>
                <a:rPr lang="es-419" sz="700"/>
                <a:t>[Estado]</a:t>
              </a:r>
              <a:endParaRPr sz="700"/>
            </a:p>
          </p:txBody>
        </p:sp>
        <p:cxnSp>
          <p:nvCxnSpPr>
            <p:cNvPr id="7126" name="Google Shape;7126;p125"/>
            <p:cNvCxnSpPr/>
            <p:nvPr/>
          </p:nvCxnSpPr>
          <p:spPr>
            <a:xfrm>
              <a:off x="2959289" y="1434463"/>
              <a:ext cx="519600" cy="1800"/>
            </a:xfrm>
            <a:prstGeom prst="straightConnector1">
              <a:avLst/>
            </a:prstGeom>
            <a:noFill/>
            <a:ln cap="flat" cmpd="sng" w="9525">
              <a:solidFill>
                <a:srgbClr val="D9D9D9"/>
              </a:solidFill>
              <a:prstDash val="solid"/>
              <a:round/>
              <a:headEnd len="med" w="med" type="none"/>
              <a:tailEnd len="med" w="med" type="none"/>
            </a:ln>
          </p:spPr>
        </p:cxnSp>
        <p:sp>
          <p:nvSpPr>
            <p:cNvPr id="7127" name="Google Shape;7127;p125"/>
            <p:cNvSpPr txBox="1"/>
            <p:nvPr/>
          </p:nvSpPr>
          <p:spPr>
            <a:xfrm>
              <a:off x="3055750" y="956525"/>
              <a:ext cx="283500" cy="1563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
          <p:nvSpPr>
            <p:cNvPr id="7128" name="Google Shape;7128;p125"/>
            <p:cNvSpPr txBox="1"/>
            <p:nvPr/>
          </p:nvSpPr>
          <p:spPr>
            <a:xfrm>
              <a:off x="3055750" y="1108925"/>
              <a:ext cx="283500" cy="1563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pic>
          <p:nvPicPr>
            <p:cNvPr id="7129" name="Google Shape;7129;p125"/>
            <p:cNvPicPr preferRelativeResize="0"/>
            <p:nvPr/>
          </p:nvPicPr>
          <p:blipFill>
            <a:blip r:embed="rId10">
              <a:alphaModFix/>
            </a:blip>
            <a:stretch>
              <a:fillRect/>
            </a:stretch>
          </p:blipFill>
          <p:spPr>
            <a:xfrm>
              <a:off x="3025212" y="1016937"/>
              <a:ext cx="386100" cy="262357"/>
            </a:xfrm>
            <a:prstGeom prst="rect">
              <a:avLst/>
            </a:prstGeom>
            <a:noFill/>
            <a:ln>
              <a:noFill/>
            </a:ln>
          </p:spPr>
        </p:pic>
      </p:grpSp>
      <p:grpSp>
        <p:nvGrpSpPr>
          <p:cNvPr id="7130" name="Google Shape;7130;p125"/>
          <p:cNvGrpSpPr/>
          <p:nvPr/>
        </p:nvGrpSpPr>
        <p:grpSpPr>
          <a:xfrm>
            <a:off x="463637" y="866084"/>
            <a:ext cx="599794" cy="335546"/>
            <a:chOff x="463637" y="866084"/>
            <a:chExt cx="599794" cy="335546"/>
          </a:xfrm>
        </p:grpSpPr>
        <p:sp>
          <p:nvSpPr>
            <p:cNvPr id="7131" name="Google Shape;7131;p125"/>
            <p:cNvSpPr/>
            <p:nvPr/>
          </p:nvSpPr>
          <p:spPr>
            <a:xfrm>
              <a:off x="463637" y="968229"/>
              <a:ext cx="474900" cy="233400"/>
            </a:xfrm>
            <a:prstGeom prst="roundRect">
              <a:avLst>
                <a:gd fmla="val 50000" name="adj"/>
              </a:avLst>
            </a:prstGeom>
            <a:solidFill>
              <a:srgbClr val="FFFFCC"/>
            </a:solidFill>
            <a:ln cap="flat" cmpd="sng" w="9525">
              <a:solidFill>
                <a:srgbClr val="990033"/>
              </a:solidFill>
              <a:prstDash val="solid"/>
              <a:round/>
              <a:headEnd len="sm" w="sm" type="none"/>
              <a:tailEnd len="sm" w="sm" type="none"/>
            </a:ln>
          </p:spPr>
          <p:txBody>
            <a:bodyPr anchorCtr="0" anchor="b" bIns="0" lIns="0" spcFirstLastPara="1" rIns="0" wrap="square" tIns="18000">
              <a:noAutofit/>
            </a:bodyPr>
            <a:lstStyle/>
            <a:p>
              <a:pPr indent="0" lvl="0" marL="0" marR="0" rtl="0" algn="ctr">
                <a:lnSpc>
                  <a:spcPct val="100000"/>
                </a:lnSpc>
                <a:spcBef>
                  <a:spcPts val="0"/>
                </a:spcBef>
                <a:spcAft>
                  <a:spcPts val="0"/>
                </a:spcAft>
                <a:buNone/>
              </a:pPr>
              <a:r>
                <a:rPr lang="es-419" sz="800"/>
                <a:t>&lt;...&gt;</a:t>
              </a:r>
              <a:endParaRPr sz="800"/>
            </a:p>
          </p:txBody>
        </p:sp>
        <p:pic>
          <p:nvPicPr>
            <p:cNvPr id="7132" name="Google Shape;7132;p125"/>
            <p:cNvPicPr preferRelativeResize="0"/>
            <p:nvPr/>
          </p:nvPicPr>
          <p:blipFill rotWithShape="1">
            <a:blip r:embed="rId11">
              <a:alphaModFix/>
            </a:blip>
            <a:srcRect b="-868" l="0" r="82941" t="66946"/>
            <a:stretch/>
          </p:blipFill>
          <p:spPr>
            <a:xfrm>
              <a:off x="830031" y="866084"/>
              <a:ext cx="233400" cy="233401"/>
            </a:xfrm>
            <a:prstGeom prst="rect">
              <a:avLst/>
            </a:prstGeom>
            <a:noFill/>
            <a:ln>
              <a:noFill/>
            </a:ln>
          </p:spPr>
        </p:pic>
      </p:grpSp>
      <p:grpSp>
        <p:nvGrpSpPr>
          <p:cNvPr id="7133" name="Google Shape;7133;p125"/>
          <p:cNvGrpSpPr/>
          <p:nvPr/>
        </p:nvGrpSpPr>
        <p:grpSpPr>
          <a:xfrm>
            <a:off x="344501" y="1313194"/>
            <a:ext cx="594037" cy="335546"/>
            <a:chOff x="344501" y="866084"/>
            <a:chExt cx="594037" cy="335546"/>
          </a:xfrm>
        </p:grpSpPr>
        <p:sp>
          <p:nvSpPr>
            <p:cNvPr id="7134" name="Google Shape;7134;p125"/>
            <p:cNvSpPr/>
            <p:nvPr/>
          </p:nvSpPr>
          <p:spPr>
            <a:xfrm>
              <a:off x="463637" y="968229"/>
              <a:ext cx="474900" cy="233400"/>
            </a:xfrm>
            <a:prstGeom prst="roundRect">
              <a:avLst>
                <a:gd fmla="val 50000" name="adj"/>
              </a:avLst>
            </a:prstGeom>
            <a:solidFill>
              <a:srgbClr val="FFFFCC"/>
            </a:solidFill>
            <a:ln cap="flat" cmpd="sng" w="9525">
              <a:solidFill>
                <a:srgbClr val="990033"/>
              </a:solidFill>
              <a:prstDash val="solid"/>
              <a:round/>
              <a:headEnd len="sm" w="sm" type="none"/>
              <a:tailEnd len="sm" w="sm" type="none"/>
            </a:ln>
          </p:spPr>
          <p:txBody>
            <a:bodyPr anchorCtr="0" anchor="b" bIns="0" lIns="0" spcFirstLastPara="1" rIns="0" wrap="square" tIns="18000">
              <a:noAutofit/>
            </a:bodyPr>
            <a:lstStyle/>
            <a:p>
              <a:pPr indent="0" lvl="0" marL="0" marR="0" rtl="0" algn="ctr">
                <a:lnSpc>
                  <a:spcPct val="100000"/>
                </a:lnSpc>
                <a:spcBef>
                  <a:spcPts val="0"/>
                </a:spcBef>
                <a:spcAft>
                  <a:spcPts val="0"/>
                </a:spcAft>
                <a:buNone/>
              </a:pPr>
              <a:r>
                <a:rPr lang="es-419" sz="800"/>
                <a:t>&lt;...&gt;</a:t>
              </a:r>
              <a:endParaRPr sz="800"/>
            </a:p>
          </p:txBody>
        </p:sp>
        <p:pic>
          <p:nvPicPr>
            <p:cNvPr id="7135" name="Google Shape;7135;p125"/>
            <p:cNvPicPr preferRelativeResize="0"/>
            <p:nvPr/>
          </p:nvPicPr>
          <p:blipFill rotWithShape="1">
            <a:blip r:embed="rId11">
              <a:alphaModFix/>
            </a:blip>
            <a:srcRect b="-868" l="33603" r="49337" t="66946"/>
            <a:stretch/>
          </p:blipFill>
          <p:spPr>
            <a:xfrm>
              <a:off x="344501" y="866084"/>
              <a:ext cx="233400" cy="233401"/>
            </a:xfrm>
            <a:prstGeom prst="rect">
              <a:avLst/>
            </a:prstGeom>
            <a:noFill/>
            <a:ln>
              <a:noFill/>
            </a:ln>
          </p:spPr>
        </p:pic>
      </p:grpSp>
      <p:cxnSp>
        <p:nvCxnSpPr>
          <p:cNvPr id="7136" name="Google Shape;7136;p125"/>
          <p:cNvCxnSpPr/>
          <p:nvPr/>
        </p:nvCxnSpPr>
        <p:spPr>
          <a:xfrm>
            <a:off x="7052961" y="5152726"/>
            <a:ext cx="933300" cy="306900"/>
          </a:xfrm>
          <a:prstGeom prst="bentConnector3">
            <a:avLst>
              <a:gd fmla="val 45309" name="adj1"/>
            </a:avLst>
          </a:prstGeom>
          <a:noFill/>
          <a:ln cap="flat" cmpd="sng" w="19050">
            <a:solidFill>
              <a:srgbClr val="274E13"/>
            </a:solidFill>
            <a:prstDash val="solid"/>
            <a:round/>
            <a:headEnd len="med" w="med" type="none"/>
            <a:tailEnd len="med" w="med" type="stealth"/>
          </a:ln>
        </p:spPr>
      </p:cxnSp>
      <p:grpSp>
        <p:nvGrpSpPr>
          <p:cNvPr id="7137" name="Google Shape;7137;p125"/>
          <p:cNvGrpSpPr/>
          <p:nvPr/>
        </p:nvGrpSpPr>
        <p:grpSpPr>
          <a:xfrm>
            <a:off x="7131309" y="5702310"/>
            <a:ext cx="776605" cy="288000"/>
            <a:chOff x="1875140" y="1380321"/>
            <a:chExt cx="776605" cy="288000"/>
          </a:xfrm>
        </p:grpSpPr>
        <p:pic>
          <p:nvPicPr>
            <p:cNvPr id="7138" name="Google Shape;7138;p125"/>
            <p:cNvPicPr preferRelativeResize="0"/>
            <p:nvPr/>
          </p:nvPicPr>
          <p:blipFill rotWithShape="1">
            <a:blip r:embed="rId12">
              <a:alphaModFix/>
            </a:blip>
            <a:srcRect b="0" l="73988" r="-415" t="0"/>
            <a:stretch/>
          </p:blipFill>
          <p:spPr>
            <a:xfrm>
              <a:off x="1875140" y="1380321"/>
              <a:ext cx="245107" cy="288000"/>
            </a:xfrm>
            <a:prstGeom prst="rect">
              <a:avLst/>
            </a:prstGeom>
            <a:noFill/>
            <a:ln>
              <a:noFill/>
            </a:ln>
          </p:spPr>
        </p:pic>
        <p:sp>
          <p:nvSpPr>
            <p:cNvPr id="7139" name="Google Shape;7139;p125"/>
            <p:cNvSpPr txBox="1"/>
            <p:nvPr/>
          </p:nvSpPr>
          <p:spPr>
            <a:xfrm>
              <a:off x="2101545" y="1414794"/>
              <a:ext cx="550200" cy="217200"/>
            </a:xfrm>
            <a:prstGeom prst="rect">
              <a:avLst/>
            </a:prstGeom>
            <a:noFill/>
            <a:ln>
              <a:noFill/>
            </a:ln>
          </p:spPr>
          <p:txBody>
            <a:bodyPr anchorCtr="0" anchor="t" bIns="18000" lIns="18000" spcFirstLastPara="1" rIns="18000" wrap="square" tIns="18000">
              <a:noAutofit/>
            </a:bodyPr>
            <a:lstStyle/>
            <a:p>
              <a:pPr indent="0" lvl="0" marL="0" rtl="0" algn="l">
                <a:spcBef>
                  <a:spcPts val="0"/>
                </a:spcBef>
                <a:spcAft>
                  <a:spcPts val="0"/>
                </a:spcAft>
                <a:buNone/>
              </a:pPr>
              <a:r>
                <a:rPr b="1" lang="es-419" sz="600"/>
                <a:t>&lt;...&gt;</a:t>
              </a:r>
              <a:endParaRPr b="1" sz="600"/>
            </a:p>
          </p:txBody>
        </p:sp>
      </p:grpSp>
      <p:grpSp>
        <p:nvGrpSpPr>
          <p:cNvPr id="7140" name="Google Shape;7140;p125"/>
          <p:cNvGrpSpPr/>
          <p:nvPr/>
        </p:nvGrpSpPr>
        <p:grpSpPr>
          <a:xfrm>
            <a:off x="7131309" y="6159510"/>
            <a:ext cx="776605" cy="288000"/>
            <a:chOff x="1875140" y="1380321"/>
            <a:chExt cx="776605" cy="288000"/>
          </a:xfrm>
        </p:grpSpPr>
        <p:pic>
          <p:nvPicPr>
            <p:cNvPr id="7141" name="Google Shape;7141;p125"/>
            <p:cNvPicPr preferRelativeResize="0"/>
            <p:nvPr/>
          </p:nvPicPr>
          <p:blipFill rotWithShape="1">
            <a:blip r:embed="rId12">
              <a:alphaModFix/>
            </a:blip>
            <a:srcRect b="0" l="23692" r="49881" t="0"/>
            <a:stretch/>
          </p:blipFill>
          <p:spPr>
            <a:xfrm>
              <a:off x="1875140" y="1380321"/>
              <a:ext cx="245107" cy="288000"/>
            </a:xfrm>
            <a:prstGeom prst="rect">
              <a:avLst/>
            </a:prstGeom>
            <a:noFill/>
            <a:ln>
              <a:noFill/>
            </a:ln>
          </p:spPr>
        </p:pic>
        <p:sp>
          <p:nvSpPr>
            <p:cNvPr id="7142" name="Google Shape;7142;p125"/>
            <p:cNvSpPr txBox="1"/>
            <p:nvPr/>
          </p:nvSpPr>
          <p:spPr>
            <a:xfrm>
              <a:off x="2101545" y="1414794"/>
              <a:ext cx="550200" cy="217200"/>
            </a:xfrm>
            <a:prstGeom prst="rect">
              <a:avLst/>
            </a:prstGeom>
            <a:noFill/>
            <a:ln>
              <a:noFill/>
            </a:ln>
          </p:spPr>
          <p:txBody>
            <a:bodyPr anchorCtr="0" anchor="t" bIns="18000" lIns="18000" spcFirstLastPara="1" rIns="18000" wrap="square" tIns="18000">
              <a:noAutofit/>
            </a:bodyPr>
            <a:lstStyle/>
            <a:p>
              <a:pPr indent="0" lvl="0" marL="0" rtl="0" algn="l">
                <a:spcBef>
                  <a:spcPts val="0"/>
                </a:spcBef>
                <a:spcAft>
                  <a:spcPts val="0"/>
                </a:spcAft>
                <a:buNone/>
              </a:pPr>
              <a:r>
                <a:rPr b="1" lang="es-419" sz="600"/>
                <a:t>&lt;...&gt;</a:t>
              </a:r>
              <a:endParaRPr b="1" sz="600"/>
            </a:p>
          </p:txBody>
        </p:sp>
      </p:grpSp>
      <p:grpSp>
        <p:nvGrpSpPr>
          <p:cNvPr id="7143" name="Google Shape;7143;p125"/>
          <p:cNvGrpSpPr/>
          <p:nvPr/>
        </p:nvGrpSpPr>
        <p:grpSpPr>
          <a:xfrm>
            <a:off x="6691240" y="2574369"/>
            <a:ext cx="1354963" cy="877500"/>
            <a:chOff x="670700" y="1862346"/>
            <a:chExt cx="1354963" cy="877500"/>
          </a:xfrm>
        </p:grpSpPr>
        <p:sp>
          <p:nvSpPr>
            <p:cNvPr id="7144" name="Google Shape;7144;p125"/>
            <p:cNvSpPr/>
            <p:nvPr/>
          </p:nvSpPr>
          <p:spPr>
            <a:xfrm rot="5400000">
              <a:off x="906800" y="1626246"/>
              <a:ext cx="877500" cy="1349700"/>
            </a:xfrm>
            <a:prstGeom prst="chevron">
              <a:avLst>
                <a:gd fmla="val 10671" name="adj"/>
              </a:avLst>
            </a:prstGeom>
            <a:solidFill>
              <a:srgbClr val="F3F3F3"/>
            </a:solidFill>
            <a:ln cap="flat" cmpd="sng" w="9525">
              <a:solidFill>
                <a:srgbClr val="1C4587"/>
              </a:solidFill>
              <a:prstDash val="solid"/>
              <a:round/>
              <a:headEnd len="sm" w="sm" type="none"/>
              <a:tailEnd len="sm" w="sm" type="none"/>
            </a:ln>
          </p:spPr>
          <p:txBody>
            <a:bodyPr anchorCtr="0" anchor="t" bIns="91425" lIns="91425" spcFirstLastPara="1" rIns="91425" wrap="square" tIns="91425">
              <a:noAutofit/>
            </a:bodyPr>
            <a:lstStyle/>
            <a:p>
              <a:pPr indent="0" lvl="0" marL="0" rtl="0" algn="ctr">
                <a:spcBef>
                  <a:spcPts val="0"/>
                </a:spcBef>
                <a:spcAft>
                  <a:spcPts val="0"/>
                </a:spcAft>
                <a:buNone/>
              </a:pPr>
              <a:r>
                <a:t/>
              </a:r>
              <a:endParaRPr sz="900"/>
            </a:p>
          </p:txBody>
        </p:sp>
        <p:sp>
          <p:nvSpPr>
            <p:cNvPr id="7145" name="Google Shape;7145;p125"/>
            <p:cNvSpPr txBox="1"/>
            <p:nvPr/>
          </p:nvSpPr>
          <p:spPr>
            <a:xfrm>
              <a:off x="721625" y="2345833"/>
              <a:ext cx="1257300" cy="198300"/>
            </a:xfrm>
            <a:prstGeom prst="rect">
              <a:avLst/>
            </a:prstGeom>
            <a:noFill/>
            <a:ln>
              <a:noFill/>
            </a:ln>
          </p:spPr>
          <p:txBody>
            <a:bodyPr anchorCtr="0" anchor="ctr" bIns="18000" lIns="18000" spcFirstLastPara="1" rIns="18000" wrap="square" tIns="18000">
              <a:noAutofit/>
            </a:bodyPr>
            <a:lstStyle/>
            <a:p>
              <a:pPr indent="0" lvl="0" marL="0" marR="0" rtl="0" algn="l">
                <a:lnSpc>
                  <a:spcPct val="100000"/>
                </a:lnSpc>
                <a:spcBef>
                  <a:spcPts val="0"/>
                </a:spcBef>
                <a:spcAft>
                  <a:spcPts val="0"/>
                </a:spcAft>
                <a:buNone/>
              </a:pPr>
              <a:r>
                <a:rPr b="1" lang="es-419" sz="600"/>
                <a:t>&lt;...&gt;</a:t>
              </a:r>
              <a:endParaRPr b="1" sz="600"/>
            </a:p>
          </p:txBody>
        </p:sp>
        <p:sp>
          <p:nvSpPr>
            <p:cNvPr id="7146" name="Google Shape;7146;p125"/>
            <p:cNvSpPr/>
            <p:nvPr/>
          </p:nvSpPr>
          <p:spPr>
            <a:xfrm>
              <a:off x="1050925" y="2040246"/>
              <a:ext cx="899700" cy="311400"/>
            </a:xfrm>
            <a:prstGeom prst="roundRect">
              <a:avLst>
                <a:gd fmla="val 16667" name="adj"/>
              </a:avLst>
            </a:prstGeom>
            <a:solidFill>
              <a:srgbClr val="FFFFFF"/>
            </a:solidFill>
            <a:ln cap="flat" cmpd="sng" w="9525">
              <a:solidFill>
                <a:srgbClr val="274E13"/>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18000" lIns="18000" spcFirstLastPara="1" rIns="18000" wrap="square" tIns="18000">
              <a:noAutofit/>
            </a:bodyPr>
            <a:lstStyle/>
            <a:p>
              <a:pPr indent="0" lvl="0" marL="0" marR="0" rtl="0" algn="ctr">
                <a:lnSpc>
                  <a:spcPct val="100000"/>
                </a:lnSpc>
                <a:spcBef>
                  <a:spcPts val="0"/>
                </a:spcBef>
                <a:spcAft>
                  <a:spcPts val="0"/>
                </a:spcAft>
                <a:buNone/>
              </a:pPr>
              <a:r>
                <a:rPr lang="es-419" sz="600"/>
                <a:t>&lt;...&gt;</a:t>
              </a:r>
              <a:endParaRPr sz="600"/>
            </a:p>
          </p:txBody>
        </p:sp>
        <p:pic>
          <p:nvPicPr>
            <p:cNvPr id="7147" name="Google Shape;7147;p125"/>
            <p:cNvPicPr preferRelativeResize="0"/>
            <p:nvPr/>
          </p:nvPicPr>
          <p:blipFill rotWithShape="1">
            <a:blip r:embed="rId13">
              <a:alphaModFix/>
            </a:blip>
            <a:srcRect b="955" l="75264" r="13084" t="86344"/>
            <a:stretch/>
          </p:blipFill>
          <p:spPr>
            <a:xfrm>
              <a:off x="759565" y="2053302"/>
              <a:ext cx="252631" cy="288000"/>
            </a:xfrm>
            <a:prstGeom prst="rect">
              <a:avLst/>
            </a:prstGeom>
            <a:noFill/>
            <a:ln>
              <a:noFill/>
            </a:ln>
          </p:spPr>
        </p:pic>
        <p:sp>
          <p:nvSpPr>
            <p:cNvPr id="7148" name="Google Shape;7148;p125"/>
            <p:cNvSpPr txBox="1"/>
            <p:nvPr/>
          </p:nvSpPr>
          <p:spPr>
            <a:xfrm>
              <a:off x="672663" y="2508695"/>
              <a:ext cx="1353000" cy="190500"/>
            </a:xfrm>
            <a:prstGeom prst="rect">
              <a:avLst/>
            </a:prstGeom>
            <a:noFill/>
            <a:ln>
              <a:noFill/>
            </a:ln>
          </p:spPr>
          <p:txBody>
            <a:bodyPr anchorCtr="0" anchor="ctr" bIns="18000" lIns="18000" spcFirstLastPara="1" rIns="18000" wrap="square" tIns="18000">
              <a:noAutofit/>
            </a:bodyPr>
            <a:lstStyle/>
            <a:p>
              <a:pPr indent="0" lvl="0" marL="0" marR="0" rtl="0" algn="ctr">
                <a:lnSpc>
                  <a:spcPct val="100000"/>
                </a:lnSpc>
                <a:spcBef>
                  <a:spcPts val="0"/>
                </a:spcBef>
                <a:spcAft>
                  <a:spcPts val="0"/>
                </a:spcAft>
                <a:buNone/>
              </a:pPr>
              <a:r>
                <a:rPr b="1" lang="es-419" sz="900"/>
                <a:t>&lt;...&gt;</a:t>
              </a:r>
              <a:endParaRPr b="1" sz="900"/>
            </a:p>
          </p:txBody>
        </p:sp>
      </p:grpSp>
      <p:grpSp>
        <p:nvGrpSpPr>
          <p:cNvPr id="7149" name="Google Shape;7149;p125"/>
          <p:cNvGrpSpPr/>
          <p:nvPr/>
        </p:nvGrpSpPr>
        <p:grpSpPr>
          <a:xfrm>
            <a:off x="6689360" y="3439246"/>
            <a:ext cx="1358723" cy="781500"/>
            <a:chOff x="667055" y="3519840"/>
            <a:chExt cx="1358723" cy="781500"/>
          </a:xfrm>
        </p:grpSpPr>
        <p:sp>
          <p:nvSpPr>
            <p:cNvPr id="7150" name="Google Shape;7150;p125"/>
            <p:cNvSpPr/>
            <p:nvPr/>
          </p:nvSpPr>
          <p:spPr>
            <a:xfrm rot="5400000">
              <a:off x="956883" y="3235740"/>
              <a:ext cx="781500" cy="1349700"/>
            </a:xfrm>
            <a:prstGeom prst="chevron">
              <a:avLst>
                <a:gd fmla="val 10671" name="adj"/>
              </a:avLst>
            </a:prstGeom>
            <a:solidFill>
              <a:srgbClr val="FFD966"/>
            </a:solidFill>
            <a:ln cap="flat" cmpd="sng" w="19050">
              <a:solidFill>
                <a:srgbClr val="1C4587"/>
              </a:solidFill>
              <a:prstDash val="solid"/>
              <a:round/>
              <a:headEnd len="sm" w="sm" type="none"/>
              <a:tailEnd len="sm" w="sm" type="none"/>
            </a:ln>
          </p:spPr>
          <p:txBody>
            <a:bodyPr anchorCtr="0" anchor="t" bIns="91425" lIns="91425" spcFirstLastPara="1" rIns="91425" wrap="square" tIns="91425">
              <a:noAutofit/>
            </a:bodyPr>
            <a:lstStyle/>
            <a:p>
              <a:pPr indent="0" lvl="0" marL="0" rtl="0" algn="ctr">
                <a:spcBef>
                  <a:spcPts val="0"/>
                </a:spcBef>
                <a:spcAft>
                  <a:spcPts val="0"/>
                </a:spcAft>
                <a:buNone/>
              </a:pPr>
              <a:r>
                <a:t/>
              </a:r>
              <a:endParaRPr sz="900"/>
            </a:p>
          </p:txBody>
        </p:sp>
        <p:sp>
          <p:nvSpPr>
            <p:cNvPr id="7151" name="Google Shape;7151;p125"/>
            <p:cNvSpPr/>
            <p:nvPr/>
          </p:nvSpPr>
          <p:spPr>
            <a:xfrm>
              <a:off x="718354" y="3885482"/>
              <a:ext cx="1257300" cy="288000"/>
            </a:xfrm>
            <a:prstGeom prst="snip2SameRect">
              <a:avLst>
                <a:gd fmla="val 7104" name="adj1"/>
                <a:gd fmla="val 8493" name="adj2"/>
              </a:avLst>
            </a:prstGeom>
            <a:solidFill>
              <a:srgbClr val="FFFFFF"/>
            </a:solidFill>
            <a:ln cap="flat" cmpd="sng" w="9525">
              <a:solidFill>
                <a:srgbClr val="274E13"/>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18000" lIns="18000" spcFirstLastPara="1" rIns="18000" wrap="square" tIns="18000">
              <a:noAutofit/>
            </a:bodyPr>
            <a:lstStyle/>
            <a:p>
              <a:pPr indent="0" lvl="0" marL="0" marR="0" rtl="0" algn="ctr">
                <a:lnSpc>
                  <a:spcPct val="100000"/>
                </a:lnSpc>
                <a:spcBef>
                  <a:spcPts val="0"/>
                </a:spcBef>
                <a:spcAft>
                  <a:spcPts val="0"/>
                </a:spcAft>
                <a:buNone/>
              </a:pPr>
              <a:r>
                <a:rPr lang="es-419" sz="600"/>
                <a:t>&lt;...&gt;</a:t>
              </a:r>
              <a:endParaRPr sz="600"/>
            </a:p>
          </p:txBody>
        </p:sp>
        <p:sp>
          <p:nvSpPr>
            <p:cNvPr id="7152" name="Google Shape;7152;p125"/>
            <p:cNvSpPr txBox="1"/>
            <p:nvPr/>
          </p:nvSpPr>
          <p:spPr>
            <a:xfrm>
              <a:off x="674878" y="3661827"/>
              <a:ext cx="1350900" cy="190500"/>
            </a:xfrm>
            <a:prstGeom prst="rect">
              <a:avLst/>
            </a:prstGeom>
            <a:noFill/>
            <a:ln>
              <a:noFill/>
            </a:ln>
          </p:spPr>
          <p:txBody>
            <a:bodyPr anchorCtr="0" anchor="ctr" bIns="18000" lIns="18000" spcFirstLastPara="1" rIns="18000" wrap="square" tIns="18000">
              <a:noAutofit/>
            </a:bodyPr>
            <a:lstStyle/>
            <a:p>
              <a:pPr indent="0" lvl="0" marL="0" marR="0" rtl="0" algn="ctr">
                <a:lnSpc>
                  <a:spcPct val="100000"/>
                </a:lnSpc>
                <a:spcBef>
                  <a:spcPts val="0"/>
                </a:spcBef>
                <a:spcAft>
                  <a:spcPts val="0"/>
                </a:spcAft>
                <a:buNone/>
              </a:pPr>
              <a:r>
                <a:rPr b="1" lang="es-419" sz="900"/>
                <a:t>&lt;...&gt;</a:t>
              </a:r>
              <a:endParaRPr b="1" sz="900">
                <a:latin typeface="Source Code Pro"/>
                <a:ea typeface="Source Code Pro"/>
                <a:cs typeface="Source Code Pro"/>
                <a:sym typeface="Source Code Pro"/>
              </a:endParaRPr>
            </a:p>
          </p:txBody>
        </p:sp>
        <p:pic>
          <p:nvPicPr>
            <p:cNvPr id="7153" name="Google Shape;7153;p125"/>
            <p:cNvPicPr preferRelativeResize="0"/>
            <p:nvPr/>
          </p:nvPicPr>
          <p:blipFill rotWithShape="1">
            <a:blip r:embed="rId14">
              <a:alphaModFix/>
            </a:blip>
            <a:srcRect b="-366" l="59788" r="19220" t="82753"/>
            <a:stretch/>
          </p:blipFill>
          <p:spPr>
            <a:xfrm>
              <a:off x="667055" y="3586081"/>
              <a:ext cx="271058" cy="287999"/>
            </a:xfrm>
            <a:prstGeom prst="rect">
              <a:avLst/>
            </a:prstGeom>
            <a:noFill/>
            <a:ln>
              <a:noFill/>
            </a:ln>
          </p:spPr>
        </p:pic>
      </p:grpSp>
      <p:grpSp>
        <p:nvGrpSpPr>
          <p:cNvPr id="7154" name="Google Shape;7154;p125"/>
          <p:cNvGrpSpPr/>
          <p:nvPr/>
        </p:nvGrpSpPr>
        <p:grpSpPr>
          <a:xfrm>
            <a:off x="6692573" y="967538"/>
            <a:ext cx="1349700" cy="1602300"/>
            <a:chOff x="221125" y="841375"/>
            <a:chExt cx="1349700" cy="1602300"/>
          </a:xfrm>
        </p:grpSpPr>
        <p:sp>
          <p:nvSpPr>
            <p:cNvPr id="7155" name="Google Shape;7155;p125"/>
            <p:cNvSpPr/>
            <p:nvPr/>
          </p:nvSpPr>
          <p:spPr>
            <a:xfrm rot="5400000">
              <a:off x="94825" y="967675"/>
              <a:ext cx="1602300" cy="1349700"/>
            </a:xfrm>
            <a:prstGeom prst="chevron">
              <a:avLst>
                <a:gd fmla="val 6049" name="adj"/>
              </a:avLst>
            </a:prstGeom>
            <a:solidFill>
              <a:srgbClr val="F4CCCC"/>
            </a:solidFill>
            <a:ln cap="flat" cmpd="sng" w="9525">
              <a:solidFill>
                <a:srgbClr val="1C4587"/>
              </a:solidFill>
              <a:prstDash val="solid"/>
              <a:round/>
              <a:headEnd len="sm" w="sm" type="none"/>
              <a:tailEnd len="sm" w="sm" type="none"/>
            </a:ln>
          </p:spPr>
          <p:txBody>
            <a:bodyPr anchorCtr="0" anchor="t" bIns="91425" lIns="91425" spcFirstLastPara="1" rIns="91425" wrap="square" tIns="91425">
              <a:noAutofit/>
            </a:bodyPr>
            <a:lstStyle/>
            <a:p>
              <a:pPr indent="0" lvl="0" marL="0" rtl="0" algn="ctr">
                <a:spcBef>
                  <a:spcPts val="0"/>
                </a:spcBef>
                <a:spcAft>
                  <a:spcPts val="0"/>
                </a:spcAft>
                <a:buNone/>
              </a:pPr>
              <a:r>
                <a:t/>
              </a:r>
              <a:endParaRPr sz="900"/>
            </a:p>
          </p:txBody>
        </p:sp>
        <p:sp>
          <p:nvSpPr>
            <p:cNvPr id="7156" name="Google Shape;7156;p125"/>
            <p:cNvSpPr txBox="1"/>
            <p:nvPr/>
          </p:nvSpPr>
          <p:spPr>
            <a:xfrm>
              <a:off x="221125" y="1478473"/>
              <a:ext cx="660900" cy="190500"/>
            </a:xfrm>
            <a:prstGeom prst="rect">
              <a:avLst/>
            </a:prstGeom>
            <a:noFill/>
            <a:ln>
              <a:noFill/>
            </a:ln>
          </p:spPr>
          <p:txBody>
            <a:bodyPr anchorCtr="0" anchor="ctr" bIns="18000" lIns="18000" spcFirstLastPara="1" rIns="18000" wrap="square" tIns="18000">
              <a:noAutofit/>
            </a:bodyPr>
            <a:lstStyle/>
            <a:p>
              <a:pPr indent="0" lvl="0" marL="0" marR="0" rtl="0" algn="l">
                <a:lnSpc>
                  <a:spcPct val="100000"/>
                </a:lnSpc>
                <a:spcBef>
                  <a:spcPts val="0"/>
                </a:spcBef>
                <a:spcAft>
                  <a:spcPts val="0"/>
                </a:spcAft>
                <a:buNone/>
              </a:pPr>
              <a:r>
                <a:rPr b="1" lang="es-419" sz="600"/>
                <a:t>&lt;...&gt;</a:t>
              </a:r>
              <a:endParaRPr b="1" sz="1200">
                <a:latin typeface="Source Code Pro"/>
                <a:ea typeface="Source Code Pro"/>
                <a:cs typeface="Source Code Pro"/>
                <a:sym typeface="Source Code Pro"/>
              </a:endParaRPr>
            </a:p>
          </p:txBody>
        </p:sp>
        <p:pic>
          <p:nvPicPr>
            <p:cNvPr id="7157" name="Google Shape;7157;p125"/>
            <p:cNvPicPr preferRelativeResize="0"/>
            <p:nvPr/>
          </p:nvPicPr>
          <p:blipFill rotWithShape="1">
            <a:blip r:embed="rId11">
              <a:alphaModFix/>
            </a:blip>
            <a:srcRect b="-263" l="59" r="83461" t="67407"/>
            <a:stretch/>
          </p:blipFill>
          <p:spPr>
            <a:xfrm>
              <a:off x="237215" y="1231098"/>
              <a:ext cx="288000" cy="288000"/>
            </a:xfrm>
            <a:prstGeom prst="rect">
              <a:avLst/>
            </a:prstGeom>
            <a:noFill/>
            <a:ln>
              <a:noFill/>
            </a:ln>
          </p:spPr>
        </p:pic>
        <p:sp>
          <p:nvSpPr>
            <p:cNvPr id="7158" name="Google Shape;7158;p125"/>
            <p:cNvSpPr txBox="1"/>
            <p:nvPr/>
          </p:nvSpPr>
          <p:spPr>
            <a:xfrm>
              <a:off x="900218" y="1478473"/>
              <a:ext cx="660900" cy="198300"/>
            </a:xfrm>
            <a:prstGeom prst="rect">
              <a:avLst/>
            </a:prstGeom>
            <a:noFill/>
            <a:ln>
              <a:noFill/>
            </a:ln>
          </p:spPr>
          <p:txBody>
            <a:bodyPr anchorCtr="0" anchor="ctr" bIns="18000" lIns="18000" spcFirstLastPara="1" rIns="18000" wrap="square" tIns="18000">
              <a:noAutofit/>
            </a:bodyPr>
            <a:lstStyle/>
            <a:p>
              <a:pPr indent="0" lvl="0" marL="0" marR="0" rtl="0" algn="r">
                <a:lnSpc>
                  <a:spcPct val="100000"/>
                </a:lnSpc>
                <a:spcBef>
                  <a:spcPts val="0"/>
                </a:spcBef>
                <a:spcAft>
                  <a:spcPts val="0"/>
                </a:spcAft>
                <a:buNone/>
              </a:pPr>
              <a:r>
                <a:rPr b="1" lang="es-419" sz="600"/>
                <a:t>&lt;...&gt;</a:t>
              </a:r>
              <a:endParaRPr b="1" sz="600"/>
            </a:p>
          </p:txBody>
        </p:sp>
        <p:pic>
          <p:nvPicPr>
            <p:cNvPr id="7159" name="Google Shape;7159;p125"/>
            <p:cNvPicPr preferRelativeResize="0"/>
            <p:nvPr/>
          </p:nvPicPr>
          <p:blipFill rotWithShape="1">
            <a:blip r:embed="rId13">
              <a:alphaModFix/>
            </a:blip>
            <a:srcRect b="603" l="50354" r="37994" t="86695"/>
            <a:stretch/>
          </p:blipFill>
          <p:spPr>
            <a:xfrm flipH="1">
              <a:off x="1267919" y="1231098"/>
              <a:ext cx="287999" cy="288000"/>
            </a:xfrm>
            <a:prstGeom prst="rect">
              <a:avLst/>
            </a:prstGeom>
            <a:noFill/>
            <a:ln>
              <a:noFill/>
            </a:ln>
          </p:spPr>
        </p:pic>
        <p:cxnSp>
          <p:nvCxnSpPr>
            <p:cNvPr id="7160" name="Google Shape;7160;p125"/>
            <p:cNvCxnSpPr/>
            <p:nvPr/>
          </p:nvCxnSpPr>
          <p:spPr>
            <a:xfrm>
              <a:off x="473504" y="1468805"/>
              <a:ext cx="825300" cy="0"/>
            </a:xfrm>
            <a:prstGeom prst="straightConnector1">
              <a:avLst/>
            </a:prstGeom>
            <a:noFill/>
            <a:ln cap="flat" cmpd="sng" w="9525">
              <a:solidFill>
                <a:schemeClr val="dk2"/>
              </a:solidFill>
              <a:prstDash val="solid"/>
              <a:round/>
              <a:headEnd len="med" w="med" type="none"/>
              <a:tailEnd len="med" w="med" type="none"/>
            </a:ln>
          </p:spPr>
        </p:cxnSp>
        <p:sp>
          <p:nvSpPr>
            <p:cNvPr id="7161" name="Google Shape;7161;p125"/>
            <p:cNvSpPr/>
            <p:nvPr/>
          </p:nvSpPr>
          <p:spPr>
            <a:xfrm>
              <a:off x="426283" y="964116"/>
              <a:ext cx="933300" cy="311400"/>
            </a:xfrm>
            <a:prstGeom prst="wedgeRoundRectCallout">
              <a:avLst>
                <a:gd fmla="val -43625" name="adj1"/>
                <a:gd fmla="val 81812" name="adj2"/>
                <a:gd fmla="val 0" name="adj3"/>
              </a:avLst>
            </a:prstGeom>
            <a:solidFill>
              <a:srgbClr val="F3F3F3"/>
            </a:solidFill>
            <a:ln cap="flat" cmpd="sng" w="9525">
              <a:solidFill>
                <a:srgbClr val="990000"/>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18000" lIns="54000" spcFirstLastPara="1" rIns="18000" wrap="square" tIns="18000">
              <a:noAutofit/>
            </a:bodyPr>
            <a:lstStyle/>
            <a:p>
              <a:pPr indent="0" lvl="0" marL="0" rtl="0" algn="ctr">
                <a:spcBef>
                  <a:spcPts val="0"/>
                </a:spcBef>
                <a:spcAft>
                  <a:spcPts val="0"/>
                </a:spcAft>
                <a:buNone/>
              </a:pPr>
              <a:r>
                <a:rPr lang="es-419" sz="600"/>
                <a:t>&lt;...&gt;</a:t>
              </a:r>
              <a:endParaRPr sz="600"/>
            </a:p>
          </p:txBody>
        </p:sp>
        <p:sp>
          <p:nvSpPr>
            <p:cNvPr id="7162" name="Google Shape;7162;p125"/>
            <p:cNvSpPr/>
            <p:nvPr/>
          </p:nvSpPr>
          <p:spPr>
            <a:xfrm>
              <a:off x="265375" y="1769715"/>
              <a:ext cx="1250400" cy="190500"/>
            </a:xfrm>
            <a:prstGeom prst="foldedCorner">
              <a:avLst>
                <a:gd fmla="val 23024" name="adj"/>
              </a:avLst>
            </a:prstGeom>
            <a:solidFill>
              <a:srgbClr val="FFFFFF"/>
            </a:solidFill>
            <a:ln cap="flat" cmpd="sng" w="9525">
              <a:solidFill>
                <a:srgbClr val="424242"/>
              </a:solidFill>
              <a:prstDash val="solid"/>
              <a:round/>
              <a:headEnd len="sm" w="sm" type="none"/>
              <a:tailEnd len="sm" w="sm" type="none"/>
            </a:ln>
          </p:spPr>
          <p:txBody>
            <a:bodyPr anchorCtr="0" anchor="ctr" bIns="0" lIns="36000" spcFirstLastPara="1" rIns="0" wrap="square" tIns="0">
              <a:noAutofit/>
            </a:bodyPr>
            <a:lstStyle/>
            <a:p>
              <a:pPr indent="0" lvl="0" marL="0" rtl="0" algn="l">
                <a:spcBef>
                  <a:spcPts val="0"/>
                </a:spcBef>
                <a:spcAft>
                  <a:spcPts val="0"/>
                </a:spcAft>
                <a:buNone/>
              </a:pPr>
              <a:r>
                <a:rPr b="1" lang="es-419" sz="600">
                  <a:solidFill>
                    <a:schemeClr val="dk1"/>
                  </a:solidFill>
                </a:rPr>
                <a:t>&lt;...&gt;</a:t>
              </a:r>
              <a:endParaRPr sz="1600"/>
            </a:p>
          </p:txBody>
        </p:sp>
        <p:pic>
          <p:nvPicPr>
            <p:cNvPr id="7163" name="Google Shape;7163;p125"/>
            <p:cNvPicPr preferRelativeResize="0"/>
            <p:nvPr/>
          </p:nvPicPr>
          <p:blipFill rotWithShape="1">
            <a:blip r:embed="rId15">
              <a:alphaModFix/>
            </a:blip>
            <a:srcRect b="32925" l="74881" r="0" t="32921"/>
            <a:stretch/>
          </p:blipFill>
          <p:spPr>
            <a:xfrm>
              <a:off x="291236" y="1641028"/>
              <a:ext cx="179999" cy="180000"/>
            </a:xfrm>
            <a:prstGeom prst="rect">
              <a:avLst/>
            </a:prstGeom>
            <a:noFill/>
            <a:ln>
              <a:noFill/>
            </a:ln>
          </p:spPr>
        </p:pic>
        <p:pic>
          <p:nvPicPr>
            <p:cNvPr id="7164" name="Google Shape;7164;p125"/>
            <p:cNvPicPr preferRelativeResize="0"/>
            <p:nvPr/>
          </p:nvPicPr>
          <p:blipFill rotWithShape="1">
            <a:blip r:embed="rId15">
              <a:alphaModFix/>
            </a:blip>
            <a:srcRect b="-2302" l="74881" r="0" t="68148"/>
            <a:stretch/>
          </p:blipFill>
          <p:spPr>
            <a:xfrm>
              <a:off x="473511" y="1641028"/>
              <a:ext cx="179999" cy="180000"/>
            </a:xfrm>
            <a:prstGeom prst="rect">
              <a:avLst/>
            </a:prstGeom>
            <a:noFill/>
            <a:ln>
              <a:noFill/>
            </a:ln>
          </p:spPr>
        </p:pic>
        <p:pic>
          <p:nvPicPr>
            <p:cNvPr id="7165" name="Google Shape;7165;p125"/>
            <p:cNvPicPr preferRelativeResize="0"/>
            <p:nvPr/>
          </p:nvPicPr>
          <p:blipFill rotWithShape="1">
            <a:blip r:embed="rId15">
              <a:alphaModFix/>
            </a:blip>
            <a:srcRect b="33697" l="50038" r="24843" t="32149"/>
            <a:stretch/>
          </p:blipFill>
          <p:spPr>
            <a:xfrm>
              <a:off x="655786" y="1641028"/>
              <a:ext cx="179999" cy="180000"/>
            </a:xfrm>
            <a:prstGeom prst="rect">
              <a:avLst/>
            </a:prstGeom>
            <a:noFill/>
            <a:ln>
              <a:noFill/>
            </a:ln>
          </p:spPr>
        </p:pic>
        <p:pic>
          <p:nvPicPr>
            <p:cNvPr id="7166" name="Google Shape;7166;p125"/>
            <p:cNvPicPr preferRelativeResize="0"/>
            <p:nvPr/>
          </p:nvPicPr>
          <p:blipFill rotWithShape="1">
            <a:blip r:embed="rId15">
              <a:alphaModFix/>
            </a:blip>
            <a:srcRect b="66403" l="50038" r="24843" t="-557"/>
            <a:stretch/>
          </p:blipFill>
          <p:spPr>
            <a:xfrm>
              <a:off x="854211" y="1641028"/>
              <a:ext cx="179999" cy="180000"/>
            </a:xfrm>
            <a:prstGeom prst="rect">
              <a:avLst/>
            </a:prstGeom>
            <a:noFill/>
            <a:ln>
              <a:noFill/>
            </a:ln>
          </p:spPr>
        </p:pic>
        <p:pic>
          <p:nvPicPr>
            <p:cNvPr id="7167" name="Google Shape;7167;p125"/>
            <p:cNvPicPr preferRelativeResize="0"/>
            <p:nvPr/>
          </p:nvPicPr>
          <p:blipFill rotWithShape="1">
            <a:blip r:embed="rId15">
              <a:alphaModFix/>
            </a:blip>
            <a:srcRect b="65846" l="0" r="74881" t="0"/>
            <a:stretch/>
          </p:blipFill>
          <p:spPr>
            <a:xfrm>
              <a:off x="1052636" y="1641028"/>
              <a:ext cx="179999" cy="180000"/>
            </a:xfrm>
            <a:prstGeom prst="rect">
              <a:avLst/>
            </a:prstGeom>
            <a:noFill/>
            <a:ln>
              <a:noFill/>
            </a:ln>
          </p:spPr>
        </p:pic>
        <p:sp>
          <p:nvSpPr>
            <p:cNvPr id="7168" name="Google Shape;7168;p125"/>
            <p:cNvSpPr/>
            <p:nvPr/>
          </p:nvSpPr>
          <p:spPr>
            <a:xfrm>
              <a:off x="265375" y="2092348"/>
              <a:ext cx="1250400" cy="190500"/>
            </a:xfrm>
            <a:prstGeom prst="foldedCorner">
              <a:avLst>
                <a:gd fmla="val 23024" name="adj"/>
              </a:avLst>
            </a:prstGeom>
            <a:solidFill>
              <a:srgbClr val="FFFFFF"/>
            </a:solidFill>
            <a:ln cap="flat" cmpd="sng" w="9525">
              <a:solidFill>
                <a:srgbClr val="424242"/>
              </a:solidFill>
              <a:prstDash val="solid"/>
              <a:round/>
              <a:headEnd len="sm" w="sm" type="none"/>
              <a:tailEnd len="sm" w="sm" type="none"/>
            </a:ln>
          </p:spPr>
          <p:txBody>
            <a:bodyPr anchorCtr="0" anchor="ctr" bIns="0" lIns="36000" spcFirstLastPara="1" rIns="0" wrap="square" tIns="0">
              <a:noAutofit/>
            </a:bodyPr>
            <a:lstStyle/>
            <a:p>
              <a:pPr indent="0" lvl="0" marL="0" rtl="0" algn="l">
                <a:spcBef>
                  <a:spcPts val="0"/>
                </a:spcBef>
                <a:spcAft>
                  <a:spcPts val="0"/>
                </a:spcAft>
                <a:buNone/>
              </a:pPr>
              <a:r>
                <a:rPr b="1" lang="es-419" sz="600">
                  <a:solidFill>
                    <a:schemeClr val="dk1"/>
                  </a:solidFill>
                </a:rPr>
                <a:t>&lt;...&gt;</a:t>
              </a:r>
              <a:endParaRPr sz="1600"/>
            </a:p>
          </p:txBody>
        </p:sp>
        <p:pic>
          <p:nvPicPr>
            <p:cNvPr id="7169" name="Google Shape;7169;p125"/>
            <p:cNvPicPr preferRelativeResize="0"/>
            <p:nvPr/>
          </p:nvPicPr>
          <p:blipFill rotWithShape="1">
            <a:blip r:embed="rId15">
              <a:alphaModFix/>
            </a:blip>
            <a:srcRect b="32996" l="0" r="74881" t="32849"/>
            <a:stretch/>
          </p:blipFill>
          <p:spPr>
            <a:xfrm>
              <a:off x="291236" y="1960742"/>
              <a:ext cx="179999" cy="180000"/>
            </a:xfrm>
            <a:prstGeom prst="rect">
              <a:avLst/>
            </a:prstGeom>
            <a:noFill/>
            <a:ln>
              <a:noFill/>
            </a:ln>
          </p:spPr>
        </p:pic>
        <p:pic>
          <p:nvPicPr>
            <p:cNvPr id="7170" name="Google Shape;7170;p125"/>
            <p:cNvPicPr preferRelativeResize="0"/>
            <p:nvPr/>
          </p:nvPicPr>
          <p:blipFill rotWithShape="1">
            <a:blip r:embed="rId15">
              <a:alphaModFix/>
            </a:blip>
            <a:srcRect b="-2302" l="74881" r="0" t="68148"/>
            <a:stretch/>
          </p:blipFill>
          <p:spPr>
            <a:xfrm>
              <a:off x="473511" y="1960742"/>
              <a:ext cx="179999" cy="180000"/>
            </a:xfrm>
            <a:prstGeom prst="rect">
              <a:avLst/>
            </a:prstGeom>
            <a:noFill/>
            <a:ln>
              <a:noFill/>
            </a:ln>
          </p:spPr>
        </p:pic>
      </p:grpSp>
      <p:grpSp>
        <p:nvGrpSpPr>
          <p:cNvPr id="7171" name="Google Shape;7171;p125"/>
          <p:cNvGrpSpPr/>
          <p:nvPr/>
        </p:nvGrpSpPr>
        <p:grpSpPr>
          <a:xfrm>
            <a:off x="8372972" y="2417782"/>
            <a:ext cx="1354963" cy="877500"/>
            <a:chOff x="670700" y="1862346"/>
            <a:chExt cx="1354963" cy="877500"/>
          </a:xfrm>
        </p:grpSpPr>
        <p:sp>
          <p:nvSpPr>
            <p:cNvPr id="7172" name="Google Shape;7172;p125"/>
            <p:cNvSpPr/>
            <p:nvPr/>
          </p:nvSpPr>
          <p:spPr>
            <a:xfrm rot="5400000">
              <a:off x="906800" y="1626246"/>
              <a:ext cx="877500" cy="1349700"/>
            </a:xfrm>
            <a:prstGeom prst="chevron">
              <a:avLst>
                <a:gd fmla="val 10671" name="adj"/>
              </a:avLst>
            </a:prstGeom>
            <a:solidFill>
              <a:srgbClr val="F3F3F3"/>
            </a:solidFill>
            <a:ln cap="flat" cmpd="sng" w="9525">
              <a:solidFill>
                <a:srgbClr val="1C4587"/>
              </a:solidFill>
              <a:prstDash val="solid"/>
              <a:round/>
              <a:headEnd len="sm" w="sm" type="none"/>
              <a:tailEnd len="sm" w="sm" type="none"/>
            </a:ln>
          </p:spPr>
          <p:txBody>
            <a:bodyPr anchorCtr="0" anchor="t" bIns="91425" lIns="91425" spcFirstLastPara="1" rIns="91425" wrap="square" tIns="91425">
              <a:noAutofit/>
            </a:bodyPr>
            <a:lstStyle/>
            <a:p>
              <a:pPr indent="0" lvl="0" marL="0" rtl="0" algn="ctr">
                <a:spcBef>
                  <a:spcPts val="0"/>
                </a:spcBef>
                <a:spcAft>
                  <a:spcPts val="0"/>
                </a:spcAft>
                <a:buNone/>
              </a:pPr>
              <a:r>
                <a:t/>
              </a:r>
              <a:endParaRPr sz="900"/>
            </a:p>
          </p:txBody>
        </p:sp>
        <p:sp>
          <p:nvSpPr>
            <p:cNvPr id="7173" name="Google Shape;7173;p125"/>
            <p:cNvSpPr txBox="1"/>
            <p:nvPr/>
          </p:nvSpPr>
          <p:spPr>
            <a:xfrm>
              <a:off x="721625" y="2345833"/>
              <a:ext cx="1257300" cy="198300"/>
            </a:xfrm>
            <a:prstGeom prst="rect">
              <a:avLst/>
            </a:prstGeom>
            <a:noFill/>
            <a:ln>
              <a:noFill/>
            </a:ln>
          </p:spPr>
          <p:txBody>
            <a:bodyPr anchorCtr="0" anchor="ctr" bIns="18000" lIns="18000" spcFirstLastPara="1" rIns="18000" wrap="square" tIns="18000">
              <a:noAutofit/>
            </a:bodyPr>
            <a:lstStyle/>
            <a:p>
              <a:pPr indent="0" lvl="0" marL="0" marR="0" rtl="0" algn="l">
                <a:lnSpc>
                  <a:spcPct val="100000"/>
                </a:lnSpc>
                <a:spcBef>
                  <a:spcPts val="0"/>
                </a:spcBef>
                <a:spcAft>
                  <a:spcPts val="0"/>
                </a:spcAft>
                <a:buNone/>
              </a:pPr>
              <a:r>
                <a:rPr b="1" lang="es-419" sz="600"/>
                <a:t>Comercial</a:t>
              </a:r>
              <a:endParaRPr b="1" sz="600"/>
            </a:p>
          </p:txBody>
        </p:sp>
        <p:sp>
          <p:nvSpPr>
            <p:cNvPr id="7174" name="Google Shape;7174;p125"/>
            <p:cNvSpPr/>
            <p:nvPr/>
          </p:nvSpPr>
          <p:spPr>
            <a:xfrm>
              <a:off x="1050925" y="2040246"/>
              <a:ext cx="899700" cy="311400"/>
            </a:xfrm>
            <a:prstGeom prst="roundRect">
              <a:avLst>
                <a:gd fmla="val 16667" name="adj"/>
              </a:avLst>
            </a:prstGeom>
            <a:solidFill>
              <a:srgbClr val="FFFFFF"/>
            </a:solidFill>
            <a:ln cap="flat" cmpd="sng" w="9525">
              <a:solidFill>
                <a:srgbClr val="274E13"/>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18000" lIns="18000" spcFirstLastPara="1" rIns="18000" wrap="square" tIns="18000">
              <a:noAutofit/>
            </a:bodyPr>
            <a:lstStyle/>
            <a:p>
              <a:pPr indent="0" lvl="0" marL="0" marR="0" rtl="0" algn="ctr">
                <a:lnSpc>
                  <a:spcPct val="100000"/>
                </a:lnSpc>
                <a:spcBef>
                  <a:spcPts val="0"/>
                </a:spcBef>
                <a:spcAft>
                  <a:spcPts val="0"/>
                </a:spcAft>
                <a:buNone/>
              </a:pPr>
              <a:r>
                <a:rPr lang="es-419" sz="600"/>
                <a:t>tramitar el pago</a:t>
              </a:r>
              <a:endParaRPr sz="600"/>
            </a:p>
          </p:txBody>
        </p:sp>
        <p:pic>
          <p:nvPicPr>
            <p:cNvPr id="7175" name="Google Shape;7175;p125"/>
            <p:cNvPicPr preferRelativeResize="0"/>
            <p:nvPr/>
          </p:nvPicPr>
          <p:blipFill rotWithShape="1">
            <a:blip r:embed="rId13">
              <a:alphaModFix/>
            </a:blip>
            <a:srcRect b="955" l="75264" r="13084" t="86344"/>
            <a:stretch/>
          </p:blipFill>
          <p:spPr>
            <a:xfrm>
              <a:off x="759565" y="2053302"/>
              <a:ext cx="252631" cy="288000"/>
            </a:xfrm>
            <a:prstGeom prst="rect">
              <a:avLst/>
            </a:prstGeom>
            <a:noFill/>
            <a:ln>
              <a:noFill/>
            </a:ln>
          </p:spPr>
        </p:pic>
        <p:sp>
          <p:nvSpPr>
            <p:cNvPr id="7176" name="Google Shape;7176;p125"/>
            <p:cNvSpPr txBox="1"/>
            <p:nvPr/>
          </p:nvSpPr>
          <p:spPr>
            <a:xfrm>
              <a:off x="672663" y="2508695"/>
              <a:ext cx="1353000" cy="190500"/>
            </a:xfrm>
            <a:prstGeom prst="rect">
              <a:avLst/>
            </a:prstGeom>
            <a:noFill/>
            <a:ln>
              <a:noFill/>
            </a:ln>
          </p:spPr>
          <p:txBody>
            <a:bodyPr anchorCtr="0" anchor="ctr" bIns="18000" lIns="18000" spcFirstLastPara="1" rIns="18000" wrap="square" tIns="18000">
              <a:noAutofit/>
            </a:bodyPr>
            <a:lstStyle/>
            <a:p>
              <a:pPr indent="0" lvl="0" marL="0" marR="0" rtl="0" algn="ctr">
                <a:lnSpc>
                  <a:spcPct val="100000"/>
                </a:lnSpc>
                <a:spcBef>
                  <a:spcPts val="0"/>
                </a:spcBef>
                <a:spcAft>
                  <a:spcPts val="0"/>
                </a:spcAft>
                <a:buNone/>
              </a:pPr>
              <a:r>
                <a:rPr b="1" lang="es-419" sz="800"/>
                <a:t>Ventas</a:t>
              </a:r>
              <a:endParaRPr b="1" sz="800"/>
            </a:p>
          </p:txBody>
        </p:sp>
      </p:grpSp>
      <p:grpSp>
        <p:nvGrpSpPr>
          <p:cNvPr id="7177" name="Google Shape;7177;p125"/>
          <p:cNvGrpSpPr/>
          <p:nvPr/>
        </p:nvGrpSpPr>
        <p:grpSpPr>
          <a:xfrm>
            <a:off x="8374525" y="841375"/>
            <a:ext cx="1352296" cy="1602300"/>
            <a:chOff x="221125" y="841375"/>
            <a:chExt cx="1352296" cy="1602300"/>
          </a:xfrm>
        </p:grpSpPr>
        <p:sp>
          <p:nvSpPr>
            <p:cNvPr id="7178" name="Google Shape;7178;p125"/>
            <p:cNvSpPr/>
            <p:nvPr/>
          </p:nvSpPr>
          <p:spPr>
            <a:xfrm rot="5400000">
              <a:off x="94825" y="967675"/>
              <a:ext cx="1602300" cy="1349700"/>
            </a:xfrm>
            <a:prstGeom prst="chevron">
              <a:avLst>
                <a:gd fmla="val 6049" name="adj"/>
              </a:avLst>
            </a:prstGeom>
            <a:solidFill>
              <a:srgbClr val="F4CCCC"/>
            </a:solidFill>
            <a:ln cap="flat" cmpd="sng" w="9525">
              <a:solidFill>
                <a:srgbClr val="1C4587"/>
              </a:solidFill>
              <a:prstDash val="solid"/>
              <a:round/>
              <a:headEnd len="sm" w="sm" type="none"/>
              <a:tailEnd len="sm" w="sm" type="none"/>
            </a:ln>
          </p:spPr>
          <p:txBody>
            <a:bodyPr anchorCtr="0" anchor="t" bIns="91425" lIns="91425" spcFirstLastPara="1" rIns="91425" wrap="square" tIns="91425">
              <a:noAutofit/>
            </a:bodyPr>
            <a:lstStyle/>
            <a:p>
              <a:pPr indent="0" lvl="0" marL="0" rtl="0" algn="ctr">
                <a:spcBef>
                  <a:spcPts val="0"/>
                </a:spcBef>
                <a:spcAft>
                  <a:spcPts val="0"/>
                </a:spcAft>
                <a:buNone/>
              </a:pPr>
              <a:r>
                <a:t/>
              </a:r>
              <a:endParaRPr sz="900"/>
            </a:p>
          </p:txBody>
        </p:sp>
        <p:sp>
          <p:nvSpPr>
            <p:cNvPr id="7179" name="Google Shape;7179;p125"/>
            <p:cNvSpPr txBox="1"/>
            <p:nvPr/>
          </p:nvSpPr>
          <p:spPr>
            <a:xfrm>
              <a:off x="221125" y="1478473"/>
              <a:ext cx="660900" cy="190500"/>
            </a:xfrm>
            <a:prstGeom prst="rect">
              <a:avLst/>
            </a:prstGeom>
            <a:noFill/>
            <a:ln>
              <a:noFill/>
            </a:ln>
          </p:spPr>
          <p:txBody>
            <a:bodyPr anchorCtr="0" anchor="ctr" bIns="18000" lIns="18000" spcFirstLastPara="1" rIns="18000" wrap="square" tIns="18000">
              <a:noAutofit/>
            </a:bodyPr>
            <a:lstStyle/>
            <a:p>
              <a:pPr indent="0" lvl="0" marL="0" marR="0" rtl="0" algn="l">
                <a:lnSpc>
                  <a:spcPct val="100000"/>
                </a:lnSpc>
                <a:spcBef>
                  <a:spcPts val="0"/>
                </a:spcBef>
                <a:spcAft>
                  <a:spcPts val="0"/>
                </a:spcAft>
                <a:buNone/>
              </a:pPr>
              <a:r>
                <a:rPr b="1" lang="es-419" sz="600"/>
                <a:t>Consumidor</a:t>
              </a:r>
              <a:endParaRPr b="1" sz="1200">
                <a:latin typeface="Source Code Pro"/>
                <a:ea typeface="Source Code Pro"/>
                <a:cs typeface="Source Code Pro"/>
                <a:sym typeface="Source Code Pro"/>
              </a:endParaRPr>
            </a:p>
          </p:txBody>
        </p:sp>
        <p:pic>
          <p:nvPicPr>
            <p:cNvPr id="7180" name="Google Shape;7180;p125"/>
            <p:cNvPicPr preferRelativeResize="0"/>
            <p:nvPr/>
          </p:nvPicPr>
          <p:blipFill rotWithShape="1">
            <a:blip r:embed="rId11">
              <a:alphaModFix/>
            </a:blip>
            <a:srcRect b="-263" l="59" r="83461" t="67407"/>
            <a:stretch/>
          </p:blipFill>
          <p:spPr>
            <a:xfrm>
              <a:off x="237215" y="1231098"/>
              <a:ext cx="288000" cy="288000"/>
            </a:xfrm>
            <a:prstGeom prst="rect">
              <a:avLst/>
            </a:prstGeom>
            <a:noFill/>
            <a:ln>
              <a:noFill/>
            </a:ln>
          </p:spPr>
        </p:pic>
        <p:sp>
          <p:nvSpPr>
            <p:cNvPr id="7181" name="Google Shape;7181;p125"/>
            <p:cNvSpPr txBox="1"/>
            <p:nvPr/>
          </p:nvSpPr>
          <p:spPr>
            <a:xfrm>
              <a:off x="912521" y="1478473"/>
              <a:ext cx="660900" cy="198300"/>
            </a:xfrm>
            <a:prstGeom prst="rect">
              <a:avLst/>
            </a:prstGeom>
            <a:noFill/>
            <a:ln>
              <a:noFill/>
            </a:ln>
          </p:spPr>
          <p:txBody>
            <a:bodyPr anchorCtr="0" anchor="ctr" bIns="18000" lIns="18000" spcFirstLastPara="1" rIns="18000" wrap="square" tIns="18000">
              <a:noAutofit/>
            </a:bodyPr>
            <a:lstStyle/>
            <a:p>
              <a:pPr indent="0" lvl="0" marL="0" marR="0" rtl="0" algn="r">
                <a:lnSpc>
                  <a:spcPct val="100000"/>
                </a:lnSpc>
                <a:spcBef>
                  <a:spcPts val="0"/>
                </a:spcBef>
                <a:spcAft>
                  <a:spcPts val="0"/>
                </a:spcAft>
                <a:buNone/>
              </a:pPr>
              <a:r>
                <a:rPr b="1" lang="es-419" sz="600"/>
                <a:t>Comercial</a:t>
              </a:r>
              <a:endParaRPr b="1" sz="600"/>
            </a:p>
          </p:txBody>
        </p:sp>
        <p:pic>
          <p:nvPicPr>
            <p:cNvPr id="7182" name="Google Shape;7182;p125"/>
            <p:cNvPicPr preferRelativeResize="0"/>
            <p:nvPr/>
          </p:nvPicPr>
          <p:blipFill rotWithShape="1">
            <a:blip r:embed="rId13">
              <a:alphaModFix/>
            </a:blip>
            <a:srcRect b="603" l="50354" r="37994" t="86695"/>
            <a:stretch/>
          </p:blipFill>
          <p:spPr>
            <a:xfrm flipH="1">
              <a:off x="1267919" y="1231098"/>
              <a:ext cx="287999" cy="288000"/>
            </a:xfrm>
            <a:prstGeom prst="rect">
              <a:avLst/>
            </a:prstGeom>
            <a:noFill/>
            <a:ln>
              <a:noFill/>
            </a:ln>
          </p:spPr>
        </p:pic>
        <p:cxnSp>
          <p:nvCxnSpPr>
            <p:cNvPr id="7183" name="Google Shape;7183;p125"/>
            <p:cNvCxnSpPr/>
            <p:nvPr/>
          </p:nvCxnSpPr>
          <p:spPr>
            <a:xfrm>
              <a:off x="473504" y="1468805"/>
              <a:ext cx="825300" cy="0"/>
            </a:xfrm>
            <a:prstGeom prst="straightConnector1">
              <a:avLst/>
            </a:prstGeom>
            <a:noFill/>
            <a:ln cap="flat" cmpd="sng" w="9525">
              <a:solidFill>
                <a:schemeClr val="dk2"/>
              </a:solidFill>
              <a:prstDash val="solid"/>
              <a:round/>
              <a:headEnd len="med" w="med" type="none"/>
              <a:tailEnd len="med" w="med" type="none"/>
            </a:ln>
          </p:spPr>
        </p:cxnSp>
        <p:sp>
          <p:nvSpPr>
            <p:cNvPr id="7184" name="Google Shape;7184;p125"/>
            <p:cNvSpPr/>
            <p:nvPr/>
          </p:nvSpPr>
          <p:spPr>
            <a:xfrm>
              <a:off x="426283" y="964116"/>
              <a:ext cx="933300" cy="311400"/>
            </a:xfrm>
            <a:prstGeom prst="wedgeRoundRectCallout">
              <a:avLst>
                <a:gd fmla="val -43625" name="adj1"/>
                <a:gd fmla="val 81812" name="adj2"/>
                <a:gd fmla="val 0" name="adj3"/>
              </a:avLst>
            </a:prstGeom>
            <a:solidFill>
              <a:srgbClr val="F3F3F3"/>
            </a:solidFill>
            <a:ln cap="flat" cmpd="sng" w="9525">
              <a:solidFill>
                <a:srgbClr val="990000"/>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18000" lIns="54000" spcFirstLastPara="1" rIns="18000" wrap="square" tIns="18000">
              <a:noAutofit/>
            </a:bodyPr>
            <a:lstStyle/>
            <a:p>
              <a:pPr indent="0" lvl="0" marL="0" rtl="0" algn="ctr">
                <a:spcBef>
                  <a:spcPts val="0"/>
                </a:spcBef>
                <a:spcAft>
                  <a:spcPts val="0"/>
                </a:spcAft>
                <a:buNone/>
              </a:pPr>
              <a:r>
                <a:rPr lang="es-419" sz="600"/>
                <a:t>Realizar Pago</a:t>
              </a:r>
              <a:endParaRPr sz="600"/>
            </a:p>
          </p:txBody>
        </p:sp>
        <p:sp>
          <p:nvSpPr>
            <p:cNvPr id="7185" name="Google Shape;7185;p125"/>
            <p:cNvSpPr/>
            <p:nvPr/>
          </p:nvSpPr>
          <p:spPr>
            <a:xfrm>
              <a:off x="265375" y="1769715"/>
              <a:ext cx="1250400" cy="190500"/>
            </a:xfrm>
            <a:prstGeom prst="foldedCorner">
              <a:avLst>
                <a:gd fmla="val 23024" name="adj"/>
              </a:avLst>
            </a:prstGeom>
            <a:solidFill>
              <a:srgbClr val="FFFFFF"/>
            </a:solidFill>
            <a:ln cap="flat" cmpd="sng" w="9525">
              <a:solidFill>
                <a:srgbClr val="424242"/>
              </a:solidFill>
              <a:prstDash val="solid"/>
              <a:round/>
              <a:headEnd len="sm" w="sm" type="none"/>
              <a:tailEnd len="sm" w="sm" type="none"/>
            </a:ln>
          </p:spPr>
          <p:txBody>
            <a:bodyPr anchorCtr="0" anchor="ctr" bIns="0" lIns="0" spcFirstLastPara="1" rIns="0" wrap="square" tIns="0">
              <a:noAutofit/>
            </a:bodyPr>
            <a:lstStyle/>
            <a:p>
              <a:pPr indent="0" lvl="0" marL="0" rtl="0" algn="l">
                <a:spcBef>
                  <a:spcPts val="0"/>
                </a:spcBef>
                <a:spcAft>
                  <a:spcPts val="0"/>
                </a:spcAft>
                <a:buNone/>
              </a:pPr>
              <a:r>
                <a:rPr b="1" lang="es-419" sz="600">
                  <a:solidFill>
                    <a:schemeClr val="dk1"/>
                  </a:solidFill>
                </a:rPr>
                <a:t>{Pago}</a:t>
              </a:r>
              <a:endParaRPr sz="1600"/>
            </a:p>
          </p:txBody>
        </p:sp>
        <p:pic>
          <p:nvPicPr>
            <p:cNvPr id="7186" name="Google Shape;7186;p125"/>
            <p:cNvPicPr preferRelativeResize="0"/>
            <p:nvPr/>
          </p:nvPicPr>
          <p:blipFill rotWithShape="1">
            <a:blip r:embed="rId15">
              <a:alphaModFix/>
            </a:blip>
            <a:srcRect b="32925" l="74881" r="0" t="32921"/>
            <a:stretch/>
          </p:blipFill>
          <p:spPr>
            <a:xfrm>
              <a:off x="291236" y="1641028"/>
              <a:ext cx="179999" cy="180000"/>
            </a:xfrm>
            <a:prstGeom prst="rect">
              <a:avLst/>
            </a:prstGeom>
            <a:noFill/>
            <a:ln>
              <a:noFill/>
            </a:ln>
          </p:spPr>
        </p:pic>
        <p:pic>
          <p:nvPicPr>
            <p:cNvPr id="7187" name="Google Shape;7187;p125"/>
            <p:cNvPicPr preferRelativeResize="0"/>
            <p:nvPr/>
          </p:nvPicPr>
          <p:blipFill rotWithShape="1">
            <a:blip r:embed="rId15">
              <a:alphaModFix/>
            </a:blip>
            <a:srcRect b="-2302" l="74881" r="0" t="68148"/>
            <a:stretch/>
          </p:blipFill>
          <p:spPr>
            <a:xfrm>
              <a:off x="473511" y="1641028"/>
              <a:ext cx="179999" cy="180000"/>
            </a:xfrm>
            <a:prstGeom prst="rect">
              <a:avLst/>
            </a:prstGeom>
            <a:noFill/>
            <a:ln>
              <a:noFill/>
            </a:ln>
          </p:spPr>
        </p:pic>
        <p:pic>
          <p:nvPicPr>
            <p:cNvPr id="7188" name="Google Shape;7188;p125"/>
            <p:cNvPicPr preferRelativeResize="0"/>
            <p:nvPr/>
          </p:nvPicPr>
          <p:blipFill rotWithShape="1">
            <a:blip r:embed="rId15">
              <a:alphaModFix/>
            </a:blip>
            <a:srcRect b="33697" l="50038" r="24843" t="32149"/>
            <a:stretch/>
          </p:blipFill>
          <p:spPr>
            <a:xfrm>
              <a:off x="655786" y="1641028"/>
              <a:ext cx="179999" cy="180000"/>
            </a:xfrm>
            <a:prstGeom prst="rect">
              <a:avLst/>
            </a:prstGeom>
            <a:noFill/>
            <a:ln>
              <a:noFill/>
            </a:ln>
          </p:spPr>
        </p:pic>
        <p:pic>
          <p:nvPicPr>
            <p:cNvPr id="7189" name="Google Shape;7189;p125"/>
            <p:cNvPicPr preferRelativeResize="0"/>
            <p:nvPr/>
          </p:nvPicPr>
          <p:blipFill rotWithShape="1">
            <a:blip r:embed="rId15">
              <a:alphaModFix/>
            </a:blip>
            <a:srcRect b="66403" l="50038" r="24843" t="-557"/>
            <a:stretch/>
          </p:blipFill>
          <p:spPr>
            <a:xfrm>
              <a:off x="854211" y="1641028"/>
              <a:ext cx="179999" cy="180000"/>
            </a:xfrm>
            <a:prstGeom prst="rect">
              <a:avLst/>
            </a:prstGeom>
            <a:noFill/>
            <a:ln>
              <a:noFill/>
            </a:ln>
          </p:spPr>
        </p:pic>
        <p:pic>
          <p:nvPicPr>
            <p:cNvPr id="7190" name="Google Shape;7190;p125"/>
            <p:cNvPicPr preferRelativeResize="0"/>
            <p:nvPr/>
          </p:nvPicPr>
          <p:blipFill rotWithShape="1">
            <a:blip r:embed="rId15">
              <a:alphaModFix/>
            </a:blip>
            <a:srcRect b="65846" l="0" r="74881" t="0"/>
            <a:stretch/>
          </p:blipFill>
          <p:spPr>
            <a:xfrm>
              <a:off x="1052636" y="1641028"/>
              <a:ext cx="179999" cy="180000"/>
            </a:xfrm>
            <a:prstGeom prst="rect">
              <a:avLst/>
            </a:prstGeom>
            <a:noFill/>
            <a:ln>
              <a:noFill/>
            </a:ln>
          </p:spPr>
        </p:pic>
        <p:sp>
          <p:nvSpPr>
            <p:cNvPr id="7191" name="Google Shape;7191;p125"/>
            <p:cNvSpPr/>
            <p:nvPr/>
          </p:nvSpPr>
          <p:spPr>
            <a:xfrm>
              <a:off x="265375" y="2092348"/>
              <a:ext cx="1250400" cy="190500"/>
            </a:xfrm>
            <a:prstGeom prst="foldedCorner">
              <a:avLst>
                <a:gd fmla="val 23024" name="adj"/>
              </a:avLst>
            </a:prstGeom>
            <a:solidFill>
              <a:srgbClr val="FFFFFF"/>
            </a:solidFill>
            <a:ln cap="flat" cmpd="sng" w="9525">
              <a:solidFill>
                <a:srgbClr val="424242"/>
              </a:solidFill>
              <a:prstDash val="solid"/>
              <a:round/>
              <a:headEnd len="sm" w="sm" type="none"/>
              <a:tailEnd len="sm" w="sm" type="none"/>
            </a:ln>
          </p:spPr>
          <p:txBody>
            <a:bodyPr anchorCtr="0" anchor="ctr" bIns="0" lIns="0" spcFirstLastPara="1" rIns="0" wrap="square" tIns="0">
              <a:noAutofit/>
            </a:bodyPr>
            <a:lstStyle/>
            <a:p>
              <a:pPr indent="0" lvl="0" marL="0" rtl="0" algn="l">
                <a:spcBef>
                  <a:spcPts val="0"/>
                </a:spcBef>
                <a:spcAft>
                  <a:spcPts val="0"/>
                </a:spcAft>
                <a:buNone/>
              </a:pPr>
              <a:r>
                <a:rPr b="1" lang="es-419" sz="600">
                  <a:solidFill>
                    <a:schemeClr val="dk1"/>
                  </a:solidFill>
                </a:rPr>
                <a:t>{Voucher}</a:t>
              </a:r>
              <a:endParaRPr sz="1600"/>
            </a:p>
          </p:txBody>
        </p:sp>
        <p:pic>
          <p:nvPicPr>
            <p:cNvPr id="7192" name="Google Shape;7192;p125"/>
            <p:cNvPicPr preferRelativeResize="0"/>
            <p:nvPr/>
          </p:nvPicPr>
          <p:blipFill rotWithShape="1">
            <a:blip r:embed="rId15">
              <a:alphaModFix/>
            </a:blip>
            <a:srcRect b="32996" l="0" r="74881" t="32849"/>
            <a:stretch/>
          </p:blipFill>
          <p:spPr>
            <a:xfrm>
              <a:off x="291236" y="1960742"/>
              <a:ext cx="179999" cy="180000"/>
            </a:xfrm>
            <a:prstGeom prst="rect">
              <a:avLst/>
            </a:prstGeom>
            <a:noFill/>
            <a:ln>
              <a:noFill/>
            </a:ln>
          </p:spPr>
        </p:pic>
        <p:pic>
          <p:nvPicPr>
            <p:cNvPr id="7193" name="Google Shape;7193;p125"/>
            <p:cNvPicPr preferRelativeResize="0"/>
            <p:nvPr/>
          </p:nvPicPr>
          <p:blipFill rotWithShape="1">
            <a:blip r:embed="rId15">
              <a:alphaModFix/>
            </a:blip>
            <a:srcRect b="-2302" l="74881" r="0" t="68148"/>
            <a:stretch/>
          </p:blipFill>
          <p:spPr>
            <a:xfrm>
              <a:off x="473511" y="1960742"/>
              <a:ext cx="179999" cy="180000"/>
            </a:xfrm>
            <a:prstGeom prst="rect">
              <a:avLst/>
            </a:prstGeom>
            <a:noFill/>
            <a:ln>
              <a:noFill/>
            </a:ln>
          </p:spPr>
        </p:pic>
      </p:grpSp>
      <p:grpSp>
        <p:nvGrpSpPr>
          <p:cNvPr id="7194" name="Google Shape;7194;p125"/>
          <p:cNvGrpSpPr/>
          <p:nvPr/>
        </p:nvGrpSpPr>
        <p:grpSpPr>
          <a:xfrm>
            <a:off x="8362072" y="3274351"/>
            <a:ext cx="1354963" cy="877500"/>
            <a:chOff x="670700" y="1862346"/>
            <a:chExt cx="1354963" cy="877500"/>
          </a:xfrm>
        </p:grpSpPr>
        <p:sp>
          <p:nvSpPr>
            <p:cNvPr id="7195" name="Google Shape;7195;p125"/>
            <p:cNvSpPr/>
            <p:nvPr/>
          </p:nvSpPr>
          <p:spPr>
            <a:xfrm rot="5400000">
              <a:off x="906800" y="1626246"/>
              <a:ext cx="877500" cy="1349700"/>
            </a:xfrm>
            <a:prstGeom prst="chevron">
              <a:avLst>
                <a:gd fmla="val 10671" name="adj"/>
              </a:avLst>
            </a:prstGeom>
            <a:solidFill>
              <a:srgbClr val="F3F3F3"/>
            </a:solidFill>
            <a:ln cap="flat" cmpd="sng" w="9525">
              <a:solidFill>
                <a:srgbClr val="1C4587"/>
              </a:solidFill>
              <a:prstDash val="solid"/>
              <a:round/>
              <a:headEnd len="sm" w="sm" type="none"/>
              <a:tailEnd len="sm" w="sm" type="none"/>
            </a:ln>
          </p:spPr>
          <p:txBody>
            <a:bodyPr anchorCtr="0" anchor="t" bIns="91425" lIns="91425" spcFirstLastPara="1" rIns="91425" wrap="square" tIns="91425">
              <a:noAutofit/>
            </a:bodyPr>
            <a:lstStyle/>
            <a:p>
              <a:pPr indent="0" lvl="0" marL="0" rtl="0" algn="ctr">
                <a:spcBef>
                  <a:spcPts val="0"/>
                </a:spcBef>
                <a:spcAft>
                  <a:spcPts val="0"/>
                </a:spcAft>
                <a:buNone/>
              </a:pPr>
              <a:r>
                <a:t/>
              </a:r>
              <a:endParaRPr sz="900"/>
            </a:p>
          </p:txBody>
        </p:sp>
        <p:sp>
          <p:nvSpPr>
            <p:cNvPr id="7196" name="Google Shape;7196;p125"/>
            <p:cNvSpPr txBox="1"/>
            <p:nvPr/>
          </p:nvSpPr>
          <p:spPr>
            <a:xfrm>
              <a:off x="721625" y="2345833"/>
              <a:ext cx="1257300" cy="198300"/>
            </a:xfrm>
            <a:prstGeom prst="rect">
              <a:avLst/>
            </a:prstGeom>
            <a:noFill/>
            <a:ln>
              <a:noFill/>
            </a:ln>
          </p:spPr>
          <p:txBody>
            <a:bodyPr anchorCtr="0" anchor="ctr" bIns="18000" lIns="18000" spcFirstLastPara="1" rIns="18000" wrap="square" tIns="18000">
              <a:noAutofit/>
            </a:bodyPr>
            <a:lstStyle/>
            <a:p>
              <a:pPr indent="0" lvl="0" marL="0" marR="0" rtl="0" algn="l">
                <a:lnSpc>
                  <a:spcPct val="100000"/>
                </a:lnSpc>
                <a:spcBef>
                  <a:spcPts val="0"/>
                </a:spcBef>
                <a:spcAft>
                  <a:spcPts val="0"/>
                </a:spcAft>
                <a:buNone/>
              </a:pPr>
              <a:r>
                <a:rPr b="1" lang="es-419" sz="600"/>
                <a:t>Auxiliar de Servicio</a:t>
              </a:r>
              <a:endParaRPr b="1" sz="600"/>
            </a:p>
          </p:txBody>
        </p:sp>
        <p:sp>
          <p:nvSpPr>
            <p:cNvPr id="7197" name="Google Shape;7197;p125"/>
            <p:cNvSpPr/>
            <p:nvPr/>
          </p:nvSpPr>
          <p:spPr>
            <a:xfrm>
              <a:off x="1050925" y="2040246"/>
              <a:ext cx="899700" cy="311400"/>
            </a:xfrm>
            <a:prstGeom prst="roundRect">
              <a:avLst>
                <a:gd fmla="val 16667" name="adj"/>
              </a:avLst>
            </a:prstGeom>
            <a:solidFill>
              <a:srgbClr val="FFFFFF"/>
            </a:solidFill>
            <a:ln cap="flat" cmpd="sng" w="9525">
              <a:solidFill>
                <a:srgbClr val="274E13"/>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18000" lIns="18000" spcFirstLastPara="1" rIns="18000" wrap="square" tIns="18000">
              <a:noAutofit/>
            </a:bodyPr>
            <a:lstStyle/>
            <a:p>
              <a:pPr indent="0" lvl="0" marL="0" marR="0" rtl="0" algn="ctr">
                <a:lnSpc>
                  <a:spcPct val="100000"/>
                </a:lnSpc>
                <a:spcBef>
                  <a:spcPts val="0"/>
                </a:spcBef>
                <a:spcAft>
                  <a:spcPts val="0"/>
                </a:spcAft>
                <a:buNone/>
              </a:pPr>
              <a:r>
                <a:rPr lang="es-419" sz="600"/>
                <a:t>tramitar el voucher</a:t>
              </a:r>
              <a:endParaRPr sz="600"/>
            </a:p>
          </p:txBody>
        </p:sp>
        <p:pic>
          <p:nvPicPr>
            <p:cNvPr id="7198" name="Google Shape;7198;p125"/>
            <p:cNvPicPr preferRelativeResize="0"/>
            <p:nvPr/>
          </p:nvPicPr>
          <p:blipFill rotWithShape="1">
            <a:blip r:embed="rId13">
              <a:alphaModFix/>
            </a:blip>
            <a:srcRect b="955" l="75264" r="13084" t="86344"/>
            <a:stretch/>
          </p:blipFill>
          <p:spPr>
            <a:xfrm>
              <a:off x="759565" y="2053302"/>
              <a:ext cx="252631" cy="288000"/>
            </a:xfrm>
            <a:prstGeom prst="rect">
              <a:avLst/>
            </a:prstGeom>
            <a:noFill/>
            <a:ln>
              <a:noFill/>
            </a:ln>
          </p:spPr>
        </p:pic>
        <p:sp>
          <p:nvSpPr>
            <p:cNvPr id="7199" name="Google Shape;7199;p125"/>
            <p:cNvSpPr txBox="1"/>
            <p:nvPr/>
          </p:nvSpPr>
          <p:spPr>
            <a:xfrm>
              <a:off x="672663" y="2508695"/>
              <a:ext cx="1353000" cy="190500"/>
            </a:xfrm>
            <a:prstGeom prst="rect">
              <a:avLst/>
            </a:prstGeom>
            <a:noFill/>
            <a:ln>
              <a:noFill/>
            </a:ln>
          </p:spPr>
          <p:txBody>
            <a:bodyPr anchorCtr="0" anchor="ctr" bIns="18000" lIns="18000" spcFirstLastPara="1" rIns="18000" wrap="square" tIns="18000">
              <a:noAutofit/>
            </a:bodyPr>
            <a:lstStyle/>
            <a:p>
              <a:pPr indent="0" lvl="0" marL="0" marR="0" rtl="0" algn="ctr">
                <a:lnSpc>
                  <a:spcPct val="100000"/>
                </a:lnSpc>
                <a:spcBef>
                  <a:spcPts val="0"/>
                </a:spcBef>
                <a:spcAft>
                  <a:spcPts val="0"/>
                </a:spcAft>
                <a:buNone/>
              </a:pPr>
              <a:r>
                <a:rPr b="1" lang="es-419" sz="800"/>
                <a:t>Servicios al Cliente</a:t>
              </a:r>
              <a:endParaRPr b="1" sz="800"/>
            </a:p>
          </p:txBody>
        </p:sp>
      </p:grpSp>
      <p:grpSp>
        <p:nvGrpSpPr>
          <p:cNvPr id="7200" name="Google Shape;7200;p125"/>
          <p:cNvGrpSpPr/>
          <p:nvPr/>
        </p:nvGrpSpPr>
        <p:grpSpPr>
          <a:xfrm>
            <a:off x="8352452" y="5770472"/>
            <a:ext cx="1354963" cy="877500"/>
            <a:chOff x="670700" y="1862346"/>
            <a:chExt cx="1354963" cy="877500"/>
          </a:xfrm>
        </p:grpSpPr>
        <p:sp>
          <p:nvSpPr>
            <p:cNvPr id="7201" name="Google Shape;7201;p125"/>
            <p:cNvSpPr/>
            <p:nvPr/>
          </p:nvSpPr>
          <p:spPr>
            <a:xfrm rot="5400000">
              <a:off x="906800" y="1626246"/>
              <a:ext cx="877500" cy="1349700"/>
            </a:xfrm>
            <a:prstGeom prst="chevron">
              <a:avLst>
                <a:gd fmla="val 10671" name="adj"/>
              </a:avLst>
            </a:prstGeom>
            <a:solidFill>
              <a:srgbClr val="999999"/>
            </a:solidFill>
            <a:ln cap="flat" cmpd="sng" w="9525">
              <a:solidFill>
                <a:srgbClr val="1C4587"/>
              </a:solidFill>
              <a:prstDash val="solid"/>
              <a:round/>
              <a:headEnd len="sm" w="sm" type="none"/>
              <a:tailEnd len="sm" w="sm" type="none"/>
            </a:ln>
          </p:spPr>
          <p:txBody>
            <a:bodyPr anchorCtr="0" anchor="t" bIns="91425" lIns="91425" spcFirstLastPara="1" rIns="91425" wrap="square" tIns="91425">
              <a:noAutofit/>
            </a:bodyPr>
            <a:lstStyle/>
            <a:p>
              <a:pPr indent="0" lvl="0" marL="0" rtl="0" algn="ctr">
                <a:spcBef>
                  <a:spcPts val="0"/>
                </a:spcBef>
                <a:spcAft>
                  <a:spcPts val="0"/>
                </a:spcAft>
                <a:buNone/>
              </a:pPr>
              <a:r>
                <a:t/>
              </a:r>
              <a:endParaRPr sz="900"/>
            </a:p>
          </p:txBody>
        </p:sp>
        <p:sp>
          <p:nvSpPr>
            <p:cNvPr id="7202" name="Google Shape;7202;p125"/>
            <p:cNvSpPr txBox="1"/>
            <p:nvPr/>
          </p:nvSpPr>
          <p:spPr>
            <a:xfrm>
              <a:off x="721625" y="2345833"/>
              <a:ext cx="1257300" cy="198300"/>
            </a:xfrm>
            <a:prstGeom prst="rect">
              <a:avLst/>
            </a:prstGeom>
            <a:noFill/>
            <a:ln>
              <a:noFill/>
            </a:ln>
          </p:spPr>
          <p:txBody>
            <a:bodyPr anchorCtr="0" anchor="ctr" bIns="18000" lIns="18000" spcFirstLastPara="1" rIns="18000" wrap="square" tIns="18000">
              <a:noAutofit/>
            </a:bodyPr>
            <a:lstStyle/>
            <a:p>
              <a:pPr indent="0" lvl="0" marL="0" marR="0" rtl="0" algn="l">
                <a:lnSpc>
                  <a:spcPct val="100000"/>
                </a:lnSpc>
                <a:spcBef>
                  <a:spcPts val="0"/>
                </a:spcBef>
                <a:spcAft>
                  <a:spcPts val="0"/>
                </a:spcAft>
                <a:buNone/>
              </a:pPr>
              <a:r>
                <a:rPr b="1" lang="es-419" sz="600"/>
                <a:t>Comercial</a:t>
              </a:r>
              <a:endParaRPr b="1" sz="600"/>
            </a:p>
          </p:txBody>
        </p:sp>
        <p:sp>
          <p:nvSpPr>
            <p:cNvPr id="7203" name="Google Shape;7203;p125"/>
            <p:cNvSpPr/>
            <p:nvPr/>
          </p:nvSpPr>
          <p:spPr>
            <a:xfrm>
              <a:off x="1050925" y="2040246"/>
              <a:ext cx="899700" cy="311400"/>
            </a:xfrm>
            <a:prstGeom prst="roundRect">
              <a:avLst>
                <a:gd fmla="val 16667" name="adj"/>
              </a:avLst>
            </a:prstGeom>
            <a:solidFill>
              <a:srgbClr val="F3F3F3"/>
            </a:solidFill>
            <a:ln cap="flat" cmpd="sng" w="9525">
              <a:solidFill>
                <a:srgbClr val="274E13"/>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18000" lIns="18000" spcFirstLastPara="1" rIns="18000" wrap="square" tIns="18000">
              <a:noAutofit/>
            </a:bodyPr>
            <a:lstStyle/>
            <a:p>
              <a:pPr indent="0" lvl="0" marL="0" marR="0" rtl="0" algn="ctr">
                <a:lnSpc>
                  <a:spcPct val="100000"/>
                </a:lnSpc>
                <a:spcBef>
                  <a:spcPts val="0"/>
                </a:spcBef>
                <a:spcAft>
                  <a:spcPts val="0"/>
                </a:spcAft>
                <a:buNone/>
              </a:pPr>
              <a:r>
                <a:rPr lang="es-419" sz="600"/>
                <a:t>tramitar el voucher</a:t>
              </a:r>
              <a:endParaRPr sz="600"/>
            </a:p>
          </p:txBody>
        </p:sp>
        <p:pic>
          <p:nvPicPr>
            <p:cNvPr id="7204" name="Google Shape;7204;p125"/>
            <p:cNvPicPr preferRelativeResize="0"/>
            <p:nvPr/>
          </p:nvPicPr>
          <p:blipFill rotWithShape="1">
            <a:blip r:embed="rId13">
              <a:alphaModFix/>
            </a:blip>
            <a:srcRect b="955" l="75264" r="13084" t="86344"/>
            <a:stretch/>
          </p:blipFill>
          <p:spPr>
            <a:xfrm>
              <a:off x="759565" y="2053302"/>
              <a:ext cx="252631" cy="288000"/>
            </a:xfrm>
            <a:prstGeom prst="rect">
              <a:avLst/>
            </a:prstGeom>
            <a:noFill/>
            <a:ln>
              <a:noFill/>
            </a:ln>
          </p:spPr>
        </p:pic>
        <p:sp>
          <p:nvSpPr>
            <p:cNvPr id="7205" name="Google Shape;7205;p125"/>
            <p:cNvSpPr txBox="1"/>
            <p:nvPr/>
          </p:nvSpPr>
          <p:spPr>
            <a:xfrm>
              <a:off x="672663" y="2508695"/>
              <a:ext cx="1353000" cy="190500"/>
            </a:xfrm>
            <a:prstGeom prst="rect">
              <a:avLst/>
            </a:prstGeom>
            <a:noFill/>
            <a:ln>
              <a:noFill/>
            </a:ln>
          </p:spPr>
          <p:txBody>
            <a:bodyPr anchorCtr="0" anchor="ctr" bIns="18000" lIns="18000" spcFirstLastPara="1" rIns="18000" wrap="square" tIns="18000">
              <a:noAutofit/>
            </a:bodyPr>
            <a:lstStyle/>
            <a:p>
              <a:pPr indent="0" lvl="0" marL="0" marR="0" rtl="0" algn="ctr">
                <a:lnSpc>
                  <a:spcPct val="100000"/>
                </a:lnSpc>
                <a:spcBef>
                  <a:spcPts val="0"/>
                </a:spcBef>
                <a:spcAft>
                  <a:spcPts val="0"/>
                </a:spcAft>
                <a:buNone/>
              </a:pPr>
              <a:r>
                <a:rPr b="1" lang="es-419" sz="900"/>
                <a:t>&lt;...&gt;</a:t>
              </a:r>
              <a:endParaRPr b="1" sz="900"/>
            </a:p>
          </p:txBody>
        </p:sp>
      </p:grpSp>
      <p:grpSp>
        <p:nvGrpSpPr>
          <p:cNvPr id="7206" name="Google Shape;7206;p125"/>
          <p:cNvGrpSpPr/>
          <p:nvPr/>
        </p:nvGrpSpPr>
        <p:grpSpPr>
          <a:xfrm>
            <a:off x="8358639" y="4998764"/>
            <a:ext cx="1358723" cy="781500"/>
            <a:chOff x="667055" y="3519840"/>
            <a:chExt cx="1358723" cy="781500"/>
          </a:xfrm>
        </p:grpSpPr>
        <p:sp>
          <p:nvSpPr>
            <p:cNvPr id="7207" name="Google Shape;7207;p125"/>
            <p:cNvSpPr/>
            <p:nvPr/>
          </p:nvSpPr>
          <p:spPr>
            <a:xfrm rot="5400000">
              <a:off x="956883" y="3235740"/>
              <a:ext cx="781500" cy="1349700"/>
            </a:xfrm>
            <a:prstGeom prst="chevron">
              <a:avLst>
                <a:gd fmla="val 10671" name="adj"/>
              </a:avLst>
            </a:prstGeom>
            <a:solidFill>
              <a:srgbClr val="FFD966"/>
            </a:solidFill>
            <a:ln cap="flat" cmpd="sng" w="9525">
              <a:solidFill>
                <a:srgbClr val="1C4587"/>
              </a:solidFill>
              <a:prstDash val="solid"/>
              <a:round/>
              <a:headEnd len="sm" w="sm" type="none"/>
              <a:tailEnd len="sm" w="sm" type="none"/>
            </a:ln>
          </p:spPr>
          <p:txBody>
            <a:bodyPr anchorCtr="0" anchor="t" bIns="91425" lIns="91425" spcFirstLastPara="1" rIns="91425" wrap="square" tIns="91425">
              <a:noAutofit/>
            </a:bodyPr>
            <a:lstStyle/>
            <a:p>
              <a:pPr indent="0" lvl="0" marL="0" rtl="0" algn="ctr">
                <a:spcBef>
                  <a:spcPts val="0"/>
                </a:spcBef>
                <a:spcAft>
                  <a:spcPts val="0"/>
                </a:spcAft>
                <a:buNone/>
              </a:pPr>
              <a:r>
                <a:t/>
              </a:r>
              <a:endParaRPr sz="900"/>
            </a:p>
          </p:txBody>
        </p:sp>
        <p:sp>
          <p:nvSpPr>
            <p:cNvPr id="7208" name="Google Shape;7208;p125"/>
            <p:cNvSpPr/>
            <p:nvPr/>
          </p:nvSpPr>
          <p:spPr>
            <a:xfrm>
              <a:off x="718358" y="3885490"/>
              <a:ext cx="1257300" cy="311400"/>
            </a:xfrm>
            <a:prstGeom prst="snip2SameRect">
              <a:avLst>
                <a:gd fmla="val 7104" name="adj1"/>
                <a:gd fmla="val 8493" name="adj2"/>
              </a:avLst>
            </a:prstGeom>
            <a:solidFill>
              <a:srgbClr val="F3F3F3"/>
            </a:solidFill>
            <a:ln cap="flat" cmpd="sng" w="9525">
              <a:solidFill>
                <a:srgbClr val="274E13"/>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18000" lIns="18000" spcFirstLastPara="1" rIns="18000" wrap="square" tIns="18000">
              <a:noAutofit/>
            </a:bodyPr>
            <a:lstStyle/>
            <a:p>
              <a:pPr indent="0" lvl="0" marL="0" marR="0" rtl="0" algn="ctr">
                <a:lnSpc>
                  <a:spcPct val="100000"/>
                </a:lnSpc>
                <a:spcBef>
                  <a:spcPts val="0"/>
                </a:spcBef>
                <a:spcAft>
                  <a:spcPts val="0"/>
                </a:spcAft>
                <a:buNone/>
              </a:pPr>
              <a:r>
                <a:rPr lang="es-419" sz="600"/>
                <a:t>&lt;...&gt;</a:t>
              </a:r>
              <a:endParaRPr sz="600"/>
            </a:p>
          </p:txBody>
        </p:sp>
        <p:sp>
          <p:nvSpPr>
            <p:cNvPr id="7209" name="Google Shape;7209;p125"/>
            <p:cNvSpPr txBox="1"/>
            <p:nvPr/>
          </p:nvSpPr>
          <p:spPr>
            <a:xfrm>
              <a:off x="674878" y="3661827"/>
              <a:ext cx="1350900" cy="190500"/>
            </a:xfrm>
            <a:prstGeom prst="rect">
              <a:avLst/>
            </a:prstGeom>
            <a:noFill/>
            <a:ln>
              <a:noFill/>
            </a:ln>
          </p:spPr>
          <p:txBody>
            <a:bodyPr anchorCtr="0" anchor="ctr" bIns="18000" lIns="18000" spcFirstLastPara="1" rIns="18000" wrap="square" tIns="18000">
              <a:noAutofit/>
            </a:bodyPr>
            <a:lstStyle/>
            <a:p>
              <a:pPr indent="0" lvl="0" marL="0" marR="0" rtl="0" algn="ctr">
                <a:lnSpc>
                  <a:spcPct val="100000"/>
                </a:lnSpc>
                <a:spcBef>
                  <a:spcPts val="0"/>
                </a:spcBef>
                <a:spcAft>
                  <a:spcPts val="0"/>
                </a:spcAft>
                <a:buNone/>
              </a:pPr>
              <a:r>
                <a:rPr b="1" lang="es-419" sz="800"/>
                <a:t>&lt;...&gt;</a:t>
              </a:r>
              <a:endParaRPr b="1" sz="800">
                <a:latin typeface="Source Code Pro"/>
                <a:ea typeface="Source Code Pro"/>
                <a:cs typeface="Source Code Pro"/>
                <a:sym typeface="Source Code Pro"/>
              </a:endParaRPr>
            </a:p>
          </p:txBody>
        </p:sp>
        <p:pic>
          <p:nvPicPr>
            <p:cNvPr id="7210" name="Google Shape;7210;p125"/>
            <p:cNvPicPr preferRelativeResize="0"/>
            <p:nvPr/>
          </p:nvPicPr>
          <p:blipFill rotWithShape="1">
            <a:blip r:embed="rId14">
              <a:alphaModFix/>
            </a:blip>
            <a:srcRect b="-366" l="59788" r="19220" t="82753"/>
            <a:stretch/>
          </p:blipFill>
          <p:spPr>
            <a:xfrm>
              <a:off x="667055" y="3586081"/>
              <a:ext cx="271058" cy="287999"/>
            </a:xfrm>
            <a:prstGeom prst="rect">
              <a:avLst/>
            </a:prstGeom>
            <a:noFill/>
            <a:ln>
              <a:noFill/>
            </a:ln>
          </p:spPr>
        </p:pic>
      </p:grpSp>
      <p:grpSp>
        <p:nvGrpSpPr>
          <p:cNvPr id="7211" name="Google Shape;7211;p125"/>
          <p:cNvGrpSpPr/>
          <p:nvPr/>
        </p:nvGrpSpPr>
        <p:grpSpPr>
          <a:xfrm>
            <a:off x="8362072" y="4131791"/>
            <a:ext cx="1354963" cy="877500"/>
            <a:chOff x="670700" y="1862346"/>
            <a:chExt cx="1354963" cy="877500"/>
          </a:xfrm>
        </p:grpSpPr>
        <p:sp>
          <p:nvSpPr>
            <p:cNvPr id="7212" name="Google Shape;7212;p125"/>
            <p:cNvSpPr/>
            <p:nvPr/>
          </p:nvSpPr>
          <p:spPr>
            <a:xfrm rot="5400000">
              <a:off x="906800" y="1626246"/>
              <a:ext cx="877500" cy="1349700"/>
            </a:xfrm>
            <a:prstGeom prst="chevron">
              <a:avLst>
                <a:gd fmla="val 10671" name="adj"/>
              </a:avLst>
            </a:prstGeom>
            <a:solidFill>
              <a:srgbClr val="F3F3F3"/>
            </a:solidFill>
            <a:ln cap="flat" cmpd="sng" w="9525">
              <a:solidFill>
                <a:srgbClr val="1C4587"/>
              </a:solidFill>
              <a:prstDash val="solid"/>
              <a:round/>
              <a:headEnd len="sm" w="sm" type="none"/>
              <a:tailEnd len="sm" w="sm" type="none"/>
            </a:ln>
          </p:spPr>
          <p:txBody>
            <a:bodyPr anchorCtr="0" anchor="t" bIns="91425" lIns="91425" spcFirstLastPara="1" rIns="91425" wrap="square" tIns="91425">
              <a:noAutofit/>
            </a:bodyPr>
            <a:lstStyle/>
            <a:p>
              <a:pPr indent="0" lvl="0" marL="0" rtl="0" algn="ctr">
                <a:spcBef>
                  <a:spcPts val="0"/>
                </a:spcBef>
                <a:spcAft>
                  <a:spcPts val="0"/>
                </a:spcAft>
                <a:buNone/>
              </a:pPr>
              <a:r>
                <a:t/>
              </a:r>
              <a:endParaRPr sz="900"/>
            </a:p>
          </p:txBody>
        </p:sp>
        <p:sp>
          <p:nvSpPr>
            <p:cNvPr id="7213" name="Google Shape;7213;p125"/>
            <p:cNvSpPr txBox="1"/>
            <p:nvPr/>
          </p:nvSpPr>
          <p:spPr>
            <a:xfrm>
              <a:off x="721625" y="2345833"/>
              <a:ext cx="1257300" cy="198300"/>
            </a:xfrm>
            <a:prstGeom prst="rect">
              <a:avLst/>
            </a:prstGeom>
            <a:noFill/>
            <a:ln>
              <a:noFill/>
            </a:ln>
          </p:spPr>
          <p:txBody>
            <a:bodyPr anchorCtr="0" anchor="ctr" bIns="18000" lIns="18000" spcFirstLastPara="1" rIns="18000" wrap="square" tIns="18000">
              <a:noAutofit/>
            </a:bodyPr>
            <a:lstStyle/>
            <a:p>
              <a:pPr indent="0" lvl="0" marL="0" marR="0" rtl="0" algn="l">
                <a:lnSpc>
                  <a:spcPct val="100000"/>
                </a:lnSpc>
                <a:spcBef>
                  <a:spcPts val="0"/>
                </a:spcBef>
                <a:spcAft>
                  <a:spcPts val="0"/>
                </a:spcAft>
                <a:buNone/>
              </a:pPr>
              <a:r>
                <a:rPr b="1" lang="es-419" sz="600"/>
                <a:t>Auxiliar de Servicio</a:t>
              </a:r>
              <a:endParaRPr b="1" sz="600"/>
            </a:p>
          </p:txBody>
        </p:sp>
        <p:sp>
          <p:nvSpPr>
            <p:cNvPr id="7214" name="Google Shape;7214;p125"/>
            <p:cNvSpPr/>
            <p:nvPr/>
          </p:nvSpPr>
          <p:spPr>
            <a:xfrm>
              <a:off x="1050925" y="2040246"/>
              <a:ext cx="899700" cy="311400"/>
            </a:xfrm>
            <a:prstGeom prst="roundRect">
              <a:avLst>
                <a:gd fmla="val 16667" name="adj"/>
              </a:avLst>
            </a:prstGeom>
            <a:solidFill>
              <a:srgbClr val="FFFFFF"/>
            </a:solidFill>
            <a:ln cap="flat" cmpd="sng" w="9525">
              <a:solidFill>
                <a:srgbClr val="274E13"/>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18000" lIns="18000" spcFirstLastPara="1" rIns="18000" wrap="square" tIns="18000">
              <a:noAutofit/>
            </a:bodyPr>
            <a:lstStyle/>
            <a:p>
              <a:pPr indent="0" lvl="0" marL="0" marR="0" rtl="0" algn="ctr">
                <a:lnSpc>
                  <a:spcPct val="100000"/>
                </a:lnSpc>
                <a:spcBef>
                  <a:spcPts val="0"/>
                </a:spcBef>
                <a:spcAft>
                  <a:spcPts val="0"/>
                </a:spcAft>
                <a:buNone/>
              </a:pPr>
              <a:r>
                <a:rPr lang="es-419" sz="600"/>
                <a:t>tramitar el voucher</a:t>
              </a:r>
              <a:endParaRPr sz="600"/>
            </a:p>
          </p:txBody>
        </p:sp>
        <p:pic>
          <p:nvPicPr>
            <p:cNvPr id="7215" name="Google Shape;7215;p125"/>
            <p:cNvPicPr preferRelativeResize="0"/>
            <p:nvPr/>
          </p:nvPicPr>
          <p:blipFill rotWithShape="1">
            <a:blip r:embed="rId13">
              <a:alphaModFix/>
            </a:blip>
            <a:srcRect b="955" l="75264" r="13084" t="86344"/>
            <a:stretch/>
          </p:blipFill>
          <p:spPr>
            <a:xfrm>
              <a:off x="759565" y="2053302"/>
              <a:ext cx="252631" cy="288000"/>
            </a:xfrm>
            <a:prstGeom prst="rect">
              <a:avLst/>
            </a:prstGeom>
            <a:noFill/>
            <a:ln>
              <a:noFill/>
            </a:ln>
          </p:spPr>
        </p:pic>
        <p:sp>
          <p:nvSpPr>
            <p:cNvPr id="7216" name="Google Shape;7216;p125"/>
            <p:cNvSpPr txBox="1"/>
            <p:nvPr/>
          </p:nvSpPr>
          <p:spPr>
            <a:xfrm>
              <a:off x="672663" y="2508695"/>
              <a:ext cx="1353000" cy="190500"/>
            </a:xfrm>
            <a:prstGeom prst="rect">
              <a:avLst/>
            </a:prstGeom>
            <a:noFill/>
            <a:ln>
              <a:noFill/>
            </a:ln>
          </p:spPr>
          <p:txBody>
            <a:bodyPr anchorCtr="0" anchor="ctr" bIns="18000" lIns="18000" spcFirstLastPara="1" rIns="18000" wrap="square" tIns="18000">
              <a:noAutofit/>
            </a:bodyPr>
            <a:lstStyle/>
            <a:p>
              <a:pPr indent="0" lvl="0" marL="0" marR="0" rtl="0" algn="ctr">
                <a:lnSpc>
                  <a:spcPct val="100000"/>
                </a:lnSpc>
                <a:spcBef>
                  <a:spcPts val="0"/>
                </a:spcBef>
                <a:spcAft>
                  <a:spcPts val="0"/>
                </a:spcAft>
                <a:buNone/>
              </a:pPr>
              <a:r>
                <a:rPr b="1" lang="es-419" sz="800"/>
                <a:t>Servicios al Cliente</a:t>
              </a:r>
              <a:endParaRPr b="1" sz="800"/>
            </a:p>
          </p:txBody>
        </p:sp>
      </p:grpSp>
    </p:spTree>
  </p:cSld>
  <p:clrMapOvr>
    <a:masterClrMapping/>
  </p:clrMapOvr>
</p:sldLayout>
</file>

<file path=ppt/slideLayouts/slideLayout1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Paleta 2">
  <p:cSld name="TITLE_3_5">
    <p:spTree>
      <p:nvGrpSpPr>
        <p:cNvPr id="7217" name="Shape 7217"/>
        <p:cNvGrpSpPr/>
        <p:nvPr/>
      </p:nvGrpSpPr>
      <p:grpSpPr>
        <a:xfrm>
          <a:off x="0" y="0"/>
          <a:ext cx="0" cy="0"/>
          <a:chOff x="0" y="0"/>
          <a:chExt cx="0" cy="0"/>
        </a:xfrm>
      </p:grpSpPr>
      <p:sp>
        <p:nvSpPr>
          <p:cNvPr id="7218" name="Google Shape;7218;p126"/>
          <p:cNvSpPr/>
          <p:nvPr/>
        </p:nvSpPr>
        <p:spPr>
          <a:xfrm>
            <a:off x="2037793" y="656300"/>
            <a:ext cx="2591100" cy="6059700"/>
          </a:xfrm>
          <a:prstGeom prst="roundRect">
            <a:avLst>
              <a:gd fmla="val 4880" name="adj"/>
            </a:avLst>
          </a:prstGeom>
          <a:solidFill>
            <a:srgbClr val="F3F3F3"/>
          </a:solidFill>
          <a:ln cap="flat" cmpd="sng" w="9525">
            <a:solidFill>
              <a:srgbClr val="F3F3F3"/>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9" name="Google Shape;7219;p126"/>
          <p:cNvSpPr/>
          <p:nvPr/>
        </p:nvSpPr>
        <p:spPr>
          <a:xfrm>
            <a:off x="2037793" y="110850"/>
            <a:ext cx="2606400" cy="421200"/>
          </a:xfrm>
          <a:prstGeom prst="roundRect">
            <a:avLst>
              <a:gd fmla="val 17492" name="adj"/>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s-419" sz="1200">
                <a:solidFill>
                  <a:srgbClr val="FFFFFF"/>
                </a:solidFill>
              </a:rPr>
              <a:t>Diagrama de Secuencia</a:t>
            </a:r>
            <a:endParaRPr b="1" sz="1100">
              <a:solidFill>
                <a:srgbClr val="FFFFFF"/>
              </a:solidFill>
            </a:endParaRPr>
          </a:p>
        </p:txBody>
      </p:sp>
      <p:grpSp>
        <p:nvGrpSpPr>
          <p:cNvPr id="7220" name="Google Shape;7220;p126"/>
          <p:cNvGrpSpPr/>
          <p:nvPr/>
        </p:nvGrpSpPr>
        <p:grpSpPr>
          <a:xfrm>
            <a:off x="2166425" y="806110"/>
            <a:ext cx="1440000" cy="5760081"/>
            <a:chOff x="221116" y="911918"/>
            <a:chExt cx="1440000" cy="5760081"/>
          </a:xfrm>
        </p:grpSpPr>
        <p:sp>
          <p:nvSpPr>
            <p:cNvPr id="7221" name="Google Shape;7221;p126"/>
            <p:cNvSpPr/>
            <p:nvPr/>
          </p:nvSpPr>
          <p:spPr>
            <a:xfrm>
              <a:off x="221116" y="911918"/>
              <a:ext cx="1440000" cy="5760000"/>
            </a:xfrm>
            <a:prstGeom prst="rect">
              <a:avLst/>
            </a:prstGeom>
            <a:noFill/>
            <a:ln cap="flat" cmpd="sng" w="9525">
              <a:solidFill>
                <a:srgbClr val="999999"/>
              </a:solidFill>
              <a:prstDash val="dash"/>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2" name="Google Shape;7222;p126"/>
            <p:cNvSpPr/>
            <p:nvPr/>
          </p:nvSpPr>
          <p:spPr>
            <a:xfrm>
              <a:off x="293116" y="960488"/>
              <a:ext cx="1296000" cy="400800"/>
            </a:xfrm>
            <a:prstGeom prst="rect">
              <a:avLst/>
            </a:prstGeom>
            <a:solidFill>
              <a:srgbClr val="FFF9DA"/>
            </a:solidFill>
            <a:ln cap="flat" cmpd="sng" w="9525">
              <a:solidFill>
                <a:srgbClr val="990033"/>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s-419" sz="800"/>
                <a:t>&lt;...&gt;</a:t>
              </a:r>
              <a:endParaRPr sz="800"/>
            </a:p>
          </p:txBody>
        </p:sp>
        <p:sp>
          <p:nvSpPr>
            <p:cNvPr id="7223" name="Google Shape;7223;p126"/>
            <p:cNvSpPr/>
            <p:nvPr/>
          </p:nvSpPr>
          <p:spPr>
            <a:xfrm>
              <a:off x="888166" y="1361300"/>
              <a:ext cx="105900" cy="5310600"/>
            </a:xfrm>
            <a:prstGeom prst="rect">
              <a:avLst/>
            </a:prstGeom>
            <a:no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4" name="Google Shape;7224;p126"/>
            <p:cNvSpPr/>
            <p:nvPr/>
          </p:nvSpPr>
          <p:spPr>
            <a:xfrm>
              <a:off x="888175" y="1361300"/>
              <a:ext cx="105900" cy="4893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5" name="Google Shape;7225;p126"/>
            <p:cNvSpPr/>
            <p:nvPr/>
          </p:nvSpPr>
          <p:spPr>
            <a:xfrm>
              <a:off x="888175" y="1850708"/>
              <a:ext cx="105900" cy="4893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6" name="Google Shape;7226;p126"/>
            <p:cNvSpPr/>
            <p:nvPr/>
          </p:nvSpPr>
          <p:spPr>
            <a:xfrm>
              <a:off x="888175" y="2340188"/>
              <a:ext cx="105900" cy="4893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7" name="Google Shape;7227;p126"/>
            <p:cNvSpPr/>
            <p:nvPr/>
          </p:nvSpPr>
          <p:spPr>
            <a:xfrm>
              <a:off x="888175" y="2829596"/>
              <a:ext cx="105900" cy="4893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8" name="Google Shape;7228;p126"/>
            <p:cNvSpPr/>
            <p:nvPr/>
          </p:nvSpPr>
          <p:spPr>
            <a:xfrm>
              <a:off x="888175" y="3318991"/>
              <a:ext cx="105900" cy="4893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9" name="Google Shape;7229;p126"/>
            <p:cNvSpPr/>
            <p:nvPr/>
          </p:nvSpPr>
          <p:spPr>
            <a:xfrm>
              <a:off x="888175" y="3808399"/>
              <a:ext cx="105900" cy="4893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0" name="Google Shape;7230;p126"/>
            <p:cNvSpPr/>
            <p:nvPr/>
          </p:nvSpPr>
          <p:spPr>
            <a:xfrm>
              <a:off x="888175" y="4297879"/>
              <a:ext cx="105900" cy="4893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1" name="Google Shape;7231;p126"/>
            <p:cNvSpPr/>
            <p:nvPr/>
          </p:nvSpPr>
          <p:spPr>
            <a:xfrm>
              <a:off x="888175" y="4787287"/>
              <a:ext cx="105900" cy="4893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2" name="Google Shape;7232;p126"/>
            <p:cNvSpPr/>
            <p:nvPr/>
          </p:nvSpPr>
          <p:spPr>
            <a:xfrm>
              <a:off x="888175" y="5276103"/>
              <a:ext cx="105900" cy="4893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3" name="Google Shape;7233;p126"/>
            <p:cNvSpPr/>
            <p:nvPr/>
          </p:nvSpPr>
          <p:spPr>
            <a:xfrm>
              <a:off x="888175" y="5765583"/>
              <a:ext cx="105900" cy="4893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4" name="Google Shape;7234;p126"/>
            <p:cNvSpPr/>
            <p:nvPr/>
          </p:nvSpPr>
          <p:spPr>
            <a:xfrm>
              <a:off x="888175" y="6254999"/>
              <a:ext cx="105900" cy="4170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35" name="Google Shape;7235;p126"/>
          <p:cNvGrpSpPr/>
          <p:nvPr/>
        </p:nvGrpSpPr>
        <p:grpSpPr>
          <a:xfrm>
            <a:off x="3816216" y="1579562"/>
            <a:ext cx="622490" cy="586379"/>
            <a:chOff x="-1244040" y="2892312"/>
            <a:chExt cx="622490" cy="586379"/>
          </a:xfrm>
        </p:grpSpPr>
        <p:cxnSp>
          <p:nvCxnSpPr>
            <p:cNvPr id="7236" name="Google Shape;7236;p126"/>
            <p:cNvCxnSpPr/>
            <p:nvPr/>
          </p:nvCxnSpPr>
          <p:spPr>
            <a:xfrm flipH="1">
              <a:off x="-1226350" y="3029875"/>
              <a:ext cx="604800" cy="301200"/>
            </a:xfrm>
            <a:prstGeom prst="bentConnector3">
              <a:avLst>
                <a:gd fmla="val 50000" name="adj1"/>
              </a:avLst>
            </a:prstGeom>
            <a:noFill/>
            <a:ln cap="flat" cmpd="sng" w="9525">
              <a:solidFill>
                <a:srgbClr val="990033"/>
              </a:solidFill>
              <a:prstDash val="solid"/>
              <a:round/>
              <a:headEnd len="med" w="med" type="none"/>
              <a:tailEnd len="med" w="med" type="stealth"/>
            </a:ln>
          </p:spPr>
        </p:cxnSp>
        <p:sp>
          <p:nvSpPr>
            <p:cNvPr id="7237" name="Google Shape;7237;p126"/>
            <p:cNvSpPr txBox="1"/>
            <p:nvPr/>
          </p:nvSpPr>
          <p:spPr>
            <a:xfrm>
              <a:off x="-1244040" y="3354791"/>
              <a:ext cx="386100" cy="123900"/>
            </a:xfrm>
            <a:prstGeom prst="rect">
              <a:avLst/>
            </a:prstGeom>
            <a:noFill/>
            <a:ln>
              <a:noFill/>
            </a:ln>
          </p:spPr>
          <p:txBody>
            <a:bodyPr anchorCtr="0" anchor="t" bIns="0" lIns="0" spcFirstLastPara="1" rIns="0" wrap="square" tIns="0">
              <a:noAutofit/>
            </a:bodyPr>
            <a:lstStyle/>
            <a:p>
              <a:pPr indent="0" lvl="0" marL="0" rtl="0" algn="l">
                <a:spcBef>
                  <a:spcPts val="0"/>
                </a:spcBef>
                <a:spcAft>
                  <a:spcPts val="0"/>
                </a:spcAft>
                <a:buNone/>
              </a:pPr>
              <a:r>
                <a:rPr lang="es-419" sz="700"/>
                <a:t>&lt;...&gt;</a:t>
              </a:r>
              <a:endParaRPr sz="700"/>
            </a:p>
          </p:txBody>
        </p:sp>
        <p:sp>
          <p:nvSpPr>
            <p:cNvPr id="7238" name="Google Shape;7238;p126"/>
            <p:cNvSpPr txBox="1"/>
            <p:nvPr/>
          </p:nvSpPr>
          <p:spPr>
            <a:xfrm>
              <a:off x="-1013062" y="2892312"/>
              <a:ext cx="386100" cy="123900"/>
            </a:xfrm>
            <a:prstGeom prst="rect">
              <a:avLst/>
            </a:prstGeom>
            <a:noFill/>
            <a:ln>
              <a:noFill/>
            </a:ln>
          </p:spPr>
          <p:txBody>
            <a:bodyPr anchorCtr="0" anchor="t" bIns="0" lIns="0" spcFirstLastPara="1" rIns="0" wrap="square" tIns="0">
              <a:noAutofit/>
            </a:bodyPr>
            <a:lstStyle/>
            <a:p>
              <a:pPr indent="0" lvl="0" marL="0" rtl="0" algn="r">
                <a:spcBef>
                  <a:spcPts val="0"/>
                </a:spcBef>
                <a:spcAft>
                  <a:spcPts val="0"/>
                </a:spcAft>
                <a:buNone/>
              </a:pPr>
              <a:r>
                <a:rPr lang="es-419" sz="700"/>
                <a:t>&lt;...&gt;</a:t>
              </a:r>
              <a:endParaRPr sz="700"/>
            </a:p>
          </p:txBody>
        </p:sp>
      </p:grpSp>
      <p:grpSp>
        <p:nvGrpSpPr>
          <p:cNvPr id="7239" name="Google Shape;7239;p126"/>
          <p:cNvGrpSpPr/>
          <p:nvPr/>
        </p:nvGrpSpPr>
        <p:grpSpPr>
          <a:xfrm>
            <a:off x="3816216" y="2417762"/>
            <a:ext cx="622490" cy="586379"/>
            <a:chOff x="-1244040" y="2892312"/>
            <a:chExt cx="622490" cy="586379"/>
          </a:xfrm>
        </p:grpSpPr>
        <p:cxnSp>
          <p:nvCxnSpPr>
            <p:cNvPr id="7240" name="Google Shape;7240;p126"/>
            <p:cNvCxnSpPr/>
            <p:nvPr/>
          </p:nvCxnSpPr>
          <p:spPr>
            <a:xfrm flipH="1">
              <a:off x="-1226350" y="3029875"/>
              <a:ext cx="604800" cy="301200"/>
            </a:xfrm>
            <a:prstGeom prst="bentConnector3">
              <a:avLst>
                <a:gd fmla="val 50000" name="adj1"/>
              </a:avLst>
            </a:prstGeom>
            <a:noFill/>
            <a:ln cap="flat" cmpd="sng" w="9525">
              <a:solidFill>
                <a:srgbClr val="990033"/>
              </a:solidFill>
              <a:prstDash val="dash"/>
              <a:round/>
              <a:headEnd len="med" w="med" type="none"/>
              <a:tailEnd len="med" w="med" type="stealth"/>
            </a:ln>
          </p:spPr>
        </p:cxnSp>
        <p:sp>
          <p:nvSpPr>
            <p:cNvPr id="7241" name="Google Shape;7241;p126"/>
            <p:cNvSpPr txBox="1"/>
            <p:nvPr/>
          </p:nvSpPr>
          <p:spPr>
            <a:xfrm>
              <a:off x="-1244040" y="3354791"/>
              <a:ext cx="386100" cy="123900"/>
            </a:xfrm>
            <a:prstGeom prst="rect">
              <a:avLst/>
            </a:prstGeom>
            <a:noFill/>
            <a:ln>
              <a:noFill/>
            </a:ln>
          </p:spPr>
          <p:txBody>
            <a:bodyPr anchorCtr="0" anchor="t" bIns="0" lIns="0" spcFirstLastPara="1" rIns="0" wrap="square" tIns="0">
              <a:noAutofit/>
            </a:bodyPr>
            <a:lstStyle/>
            <a:p>
              <a:pPr indent="0" lvl="0" marL="0" rtl="0" algn="l">
                <a:spcBef>
                  <a:spcPts val="0"/>
                </a:spcBef>
                <a:spcAft>
                  <a:spcPts val="0"/>
                </a:spcAft>
                <a:buNone/>
              </a:pPr>
              <a:r>
                <a:rPr lang="es-419" sz="700"/>
                <a:t>&lt;...&gt;</a:t>
              </a:r>
              <a:endParaRPr sz="700"/>
            </a:p>
          </p:txBody>
        </p:sp>
        <p:sp>
          <p:nvSpPr>
            <p:cNvPr id="7242" name="Google Shape;7242;p126"/>
            <p:cNvSpPr txBox="1"/>
            <p:nvPr/>
          </p:nvSpPr>
          <p:spPr>
            <a:xfrm>
              <a:off x="-1013062" y="2892312"/>
              <a:ext cx="386100" cy="123900"/>
            </a:xfrm>
            <a:prstGeom prst="rect">
              <a:avLst/>
            </a:prstGeom>
            <a:noFill/>
            <a:ln>
              <a:noFill/>
            </a:ln>
          </p:spPr>
          <p:txBody>
            <a:bodyPr anchorCtr="0" anchor="t" bIns="0" lIns="0" spcFirstLastPara="1" rIns="0" wrap="square" tIns="0">
              <a:noAutofit/>
            </a:bodyPr>
            <a:lstStyle/>
            <a:p>
              <a:pPr indent="0" lvl="0" marL="0" rtl="0" algn="r">
                <a:spcBef>
                  <a:spcPts val="0"/>
                </a:spcBef>
                <a:spcAft>
                  <a:spcPts val="0"/>
                </a:spcAft>
                <a:buNone/>
              </a:pPr>
              <a:r>
                <a:rPr lang="es-419" sz="700"/>
                <a:t>&lt;...&gt;</a:t>
              </a:r>
              <a:endParaRPr sz="700"/>
            </a:p>
          </p:txBody>
        </p:sp>
      </p:grpSp>
      <p:sp>
        <p:nvSpPr>
          <p:cNvPr id="7243" name="Google Shape;7243;p126"/>
          <p:cNvSpPr/>
          <p:nvPr/>
        </p:nvSpPr>
        <p:spPr>
          <a:xfrm>
            <a:off x="200475" y="669875"/>
            <a:ext cx="1407900" cy="6059700"/>
          </a:xfrm>
          <a:prstGeom prst="roundRect">
            <a:avLst>
              <a:gd fmla="val 6584" name="adj"/>
            </a:avLst>
          </a:prstGeom>
          <a:solidFill>
            <a:srgbClr val="F3F3F3"/>
          </a:solidFill>
          <a:ln cap="flat" cmpd="sng" w="9525">
            <a:solidFill>
              <a:srgbClr val="F3F3F3"/>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4" name="Google Shape;7244;p126"/>
          <p:cNvSpPr/>
          <p:nvPr/>
        </p:nvSpPr>
        <p:spPr>
          <a:xfrm>
            <a:off x="185368" y="110850"/>
            <a:ext cx="1407900" cy="421200"/>
          </a:xfrm>
          <a:prstGeom prst="roundRect">
            <a:avLst>
              <a:gd fmla="val 17492" name="adj"/>
            </a:avLst>
          </a:prstGeom>
          <a:solidFill>
            <a:srgbClr val="000000"/>
          </a:solidFill>
          <a:ln cap="flat" cmpd="sng" w="9525">
            <a:solidFill>
              <a:srgbClr val="000000"/>
            </a:solidFill>
            <a:prstDash val="solid"/>
            <a:round/>
            <a:headEnd len="sm" w="sm" type="none"/>
            <a:tailEnd len="sm" w="sm" type="none"/>
          </a:ln>
        </p:spPr>
        <p:txBody>
          <a:bodyPr anchorCtr="0" anchor="ctr" bIns="0" lIns="0" spcFirstLastPara="1" rIns="0" wrap="square" tIns="0">
            <a:noAutofit/>
          </a:bodyPr>
          <a:lstStyle/>
          <a:p>
            <a:pPr indent="0" lvl="0" marL="0" rtl="0" algn="ctr">
              <a:spcBef>
                <a:spcPts val="0"/>
              </a:spcBef>
              <a:spcAft>
                <a:spcPts val="0"/>
              </a:spcAft>
              <a:buNone/>
            </a:pPr>
            <a:r>
              <a:rPr b="1" lang="es-419" sz="1200">
                <a:solidFill>
                  <a:srgbClr val="FFFFFF"/>
                </a:solidFill>
              </a:rPr>
              <a:t>Diagrama de Clases</a:t>
            </a:r>
            <a:endParaRPr b="1" sz="1200">
              <a:solidFill>
                <a:srgbClr val="FFFFFF"/>
              </a:solidFill>
            </a:endParaRPr>
          </a:p>
        </p:txBody>
      </p:sp>
      <p:grpSp>
        <p:nvGrpSpPr>
          <p:cNvPr id="7245" name="Google Shape;7245;p126"/>
          <p:cNvGrpSpPr/>
          <p:nvPr/>
        </p:nvGrpSpPr>
        <p:grpSpPr>
          <a:xfrm>
            <a:off x="289564" y="1050864"/>
            <a:ext cx="1229700" cy="1478700"/>
            <a:chOff x="1395625" y="1381825"/>
            <a:chExt cx="1229700" cy="1478700"/>
          </a:xfrm>
        </p:grpSpPr>
        <p:sp>
          <p:nvSpPr>
            <p:cNvPr id="7246" name="Google Shape;7246;p126"/>
            <p:cNvSpPr/>
            <p:nvPr/>
          </p:nvSpPr>
          <p:spPr>
            <a:xfrm>
              <a:off x="1395625" y="1381825"/>
              <a:ext cx="1229700" cy="1478700"/>
            </a:xfrm>
            <a:prstGeom prst="roundRect">
              <a:avLst>
                <a:gd fmla="val 4673" name="adj"/>
              </a:avLst>
            </a:prstGeom>
            <a:solidFill>
              <a:srgbClr val="FFF9DA"/>
            </a:solidFill>
            <a:ln cap="flat" cmpd="sng" w="9525">
              <a:solidFill>
                <a:srgbClr val="990033"/>
              </a:solidFill>
              <a:prstDash val="solid"/>
              <a:round/>
              <a:headEnd len="sm" w="sm" type="none"/>
              <a:tailEnd len="sm" w="sm" type="none"/>
            </a:ln>
          </p:spPr>
          <p:txBody>
            <a:bodyPr anchorCtr="0" anchor="t" bIns="91425" lIns="91425" spcFirstLastPara="1" rIns="91425" wrap="square" tIns="91425">
              <a:noAutofit/>
            </a:bodyPr>
            <a:lstStyle/>
            <a:p>
              <a:pPr indent="0" lvl="0" marL="0" rtl="0" algn="l">
                <a:spcBef>
                  <a:spcPts val="0"/>
                </a:spcBef>
                <a:spcAft>
                  <a:spcPts val="0"/>
                </a:spcAft>
                <a:buNone/>
              </a:pPr>
              <a:r>
                <a:t/>
              </a:r>
              <a:endParaRPr sz="700"/>
            </a:p>
            <a:p>
              <a:pPr indent="0" lvl="0" marL="0" rtl="0" algn="l">
                <a:spcBef>
                  <a:spcPts val="0"/>
                </a:spcBef>
                <a:spcAft>
                  <a:spcPts val="0"/>
                </a:spcAft>
                <a:buNone/>
              </a:pPr>
              <a:r>
                <a:t/>
              </a:r>
              <a:endParaRPr sz="700"/>
            </a:p>
            <a:p>
              <a:pPr indent="0" lvl="0" marL="0" rtl="0" algn="l">
                <a:spcBef>
                  <a:spcPts val="0"/>
                </a:spcBef>
                <a:spcAft>
                  <a:spcPts val="0"/>
                </a:spcAft>
                <a:buNone/>
              </a:pPr>
              <a:r>
                <a:rPr lang="es-419" sz="700"/>
                <a:t>&lt;...&gt;</a:t>
              </a:r>
              <a:endParaRPr sz="700"/>
            </a:p>
            <a:p>
              <a:pPr indent="0" lvl="0" marL="0" rtl="0" algn="l">
                <a:spcBef>
                  <a:spcPts val="0"/>
                </a:spcBef>
                <a:spcAft>
                  <a:spcPts val="0"/>
                </a:spcAft>
                <a:buNone/>
              </a:pPr>
              <a:r>
                <a:rPr lang="es-419" sz="700">
                  <a:solidFill>
                    <a:schemeClr val="dk1"/>
                  </a:solidFill>
                </a:rPr>
                <a:t>&lt;...&gt;</a:t>
              </a:r>
              <a:endParaRPr sz="700">
                <a:solidFill>
                  <a:schemeClr val="dk1"/>
                </a:solidFill>
              </a:endParaRPr>
            </a:p>
            <a:p>
              <a:pPr indent="0" lvl="0" marL="0" rtl="0" algn="l">
                <a:spcBef>
                  <a:spcPts val="0"/>
                </a:spcBef>
                <a:spcAft>
                  <a:spcPts val="0"/>
                </a:spcAft>
                <a:buNone/>
              </a:pPr>
              <a:r>
                <a:rPr lang="es-419" sz="700">
                  <a:solidFill>
                    <a:schemeClr val="dk1"/>
                  </a:solidFill>
                </a:rPr>
                <a:t>&lt;...&gt;</a:t>
              </a:r>
              <a:endParaRPr sz="700">
                <a:solidFill>
                  <a:schemeClr val="dk1"/>
                </a:solidFill>
              </a:endParaRPr>
            </a:p>
            <a:p>
              <a:pPr indent="0" lvl="0" marL="0" rtl="0" algn="l">
                <a:spcBef>
                  <a:spcPts val="0"/>
                </a:spcBef>
                <a:spcAft>
                  <a:spcPts val="0"/>
                </a:spcAft>
                <a:buNone/>
              </a:pPr>
              <a:r>
                <a:rPr lang="es-419" sz="700">
                  <a:solidFill>
                    <a:schemeClr val="dk1"/>
                  </a:solidFill>
                </a:rPr>
                <a:t>&lt;...&gt;</a:t>
              </a:r>
              <a:endParaRPr sz="700">
                <a:solidFill>
                  <a:schemeClr val="dk1"/>
                </a:solidFill>
              </a:endParaRPr>
            </a:p>
            <a:p>
              <a:pPr indent="0" lvl="0" marL="0" rtl="0" algn="l">
                <a:spcBef>
                  <a:spcPts val="0"/>
                </a:spcBef>
                <a:spcAft>
                  <a:spcPts val="0"/>
                </a:spcAft>
                <a:buNone/>
              </a:pPr>
              <a:r>
                <a:rPr lang="es-419" sz="700">
                  <a:solidFill>
                    <a:schemeClr val="dk1"/>
                  </a:solidFill>
                </a:rPr>
                <a:t>&lt;...&gt;</a:t>
              </a:r>
              <a:endParaRPr sz="700">
                <a:solidFill>
                  <a:schemeClr val="dk1"/>
                </a:solidFill>
              </a:endParaRPr>
            </a:p>
          </p:txBody>
        </p:sp>
        <p:sp>
          <p:nvSpPr>
            <p:cNvPr id="7247" name="Google Shape;7247;p126"/>
            <p:cNvSpPr/>
            <p:nvPr/>
          </p:nvSpPr>
          <p:spPr>
            <a:xfrm>
              <a:off x="1395625" y="1381825"/>
              <a:ext cx="1229700" cy="265800"/>
            </a:xfrm>
            <a:prstGeom prst="roundRect">
              <a:avLst>
                <a:gd fmla="val 23119" name="adj"/>
              </a:avLst>
            </a:prstGeom>
            <a:solidFill>
              <a:srgbClr val="FFF9DA"/>
            </a:solidFill>
            <a:ln cap="flat" cmpd="sng" w="9525">
              <a:solidFill>
                <a:srgbClr val="990033"/>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s-419" sz="800"/>
                <a:t>&lt;...&gt;</a:t>
              </a:r>
              <a:endParaRPr sz="800"/>
            </a:p>
          </p:txBody>
        </p:sp>
      </p:grpSp>
      <p:grpSp>
        <p:nvGrpSpPr>
          <p:cNvPr id="7248" name="Google Shape;7248;p126"/>
          <p:cNvGrpSpPr/>
          <p:nvPr/>
        </p:nvGrpSpPr>
        <p:grpSpPr>
          <a:xfrm>
            <a:off x="593169" y="3762498"/>
            <a:ext cx="622490" cy="590192"/>
            <a:chOff x="-1244040" y="3574298"/>
            <a:chExt cx="622490" cy="590192"/>
          </a:xfrm>
        </p:grpSpPr>
        <p:cxnSp>
          <p:nvCxnSpPr>
            <p:cNvPr id="7249" name="Google Shape;7249;p126"/>
            <p:cNvCxnSpPr/>
            <p:nvPr/>
          </p:nvCxnSpPr>
          <p:spPr>
            <a:xfrm flipH="1">
              <a:off x="-1226350" y="3715675"/>
              <a:ext cx="604800" cy="301200"/>
            </a:xfrm>
            <a:prstGeom prst="bentConnector3">
              <a:avLst>
                <a:gd fmla="val 50000" name="adj1"/>
              </a:avLst>
            </a:prstGeom>
            <a:noFill/>
            <a:ln cap="flat" cmpd="sng" w="9525">
              <a:solidFill>
                <a:srgbClr val="000000"/>
              </a:solidFill>
              <a:prstDash val="solid"/>
              <a:round/>
              <a:headEnd len="med" w="med" type="none"/>
              <a:tailEnd len="med" w="med" type="diamond"/>
            </a:ln>
          </p:spPr>
        </p:cxnSp>
        <p:sp>
          <p:nvSpPr>
            <p:cNvPr id="7250" name="Google Shape;7250;p126"/>
            <p:cNvSpPr txBox="1"/>
            <p:nvPr/>
          </p:nvSpPr>
          <p:spPr>
            <a:xfrm>
              <a:off x="-1244040" y="4040591"/>
              <a:ext cx="386100" cy="123900"/>
            </a:xfrm>
            <a:prstGeom prst="rect">
              <a:avLst/>
            </a:prstGeom>
            <a:noFill/>
            <a:ln>
              <a:noFill/>
            </a:ln>
          </p:spPr>
          <p:txBody>
            <a:bodyPr anchorCtr="0" anchor="t" bIns="0" lIns="0" spcFirstLastPara="1" rIns="0" wrap="square" tIns="0">
              <a:noAutofit/>
            </a:bodyPr>
            <a:lstStyle/>
            <a:p>
              <a:pPr indent="0" lvl="0" marL="0" rtl="0" algn="l">
                <a:spcBef>
                  <a:spcPts val="0"/>
                </a:spcBef>
                <a:spcAft>
                  <a:spcPts val="0"/>
                </a:spcAft>
                <a:buNone/>
              </a:pPr>
              <a:r>
                <a:rPr lang="es-419" sz="700"/>
                <a:t>&lt;...&gt;</a:t>
              </a:r>
              <a:endParaRPr sz="700"/>
            </a:p>
          </p:txBody>
        </p:sp>
        <p:sp>
          <p:nvSpPr>
            <p:cNvPr id="7251" name="Google Shape;7251;p126"/>
            <p:cNvSpPr txBox="1"/>
            <p:nvPr/>
          </p:nvSpPr>
          <p:spPr>
            <a:xfrm>
              <a:off x="-1013062" y="3574298"/>
              <a:ext cx="386100" cy="123900"/>
            </a:xfrm>
            <a:prstGeom prst="rect">
              <a:avLst/>
            </a:prstGeom>
            <a:noFill/>
            <a:ln>
              <a:noFill/>
            </a:ln>
          </p:spPr>
          <p:txBody>
            <a:bodyPr anchorCtr="0" anchor="t" bIns="0" lIns="0" spcFirstLastPara="1" rIns="0" wrap="square" tIns="0">
              <a:noAutofit/>
            </a:bodyPr>
            <a:lstStyle/>
            <a:p>
              <a:pPr indent="0" lvl="0" marL="0" rtl="0" algn="r">
                <a:spcBef>
                  <a:spcPts val="0"/>
                </a:spcBef>
                <a:spcAft>
                  <a:spcPts val="0"/>
                </a:spcAft>
                <a:buNone/>
              </a:pPr>
              <a:r>
                <a:rPr lang="es-419" sz="700"/>
                <a:t>&lt;...&gt;</a:t>
              </a:r>
              <a:endParaRPr sz="700"/>
            </a:p>
          </p:txBody>
        </p:sp>
      </p:grpSp>
      <p:grpSp>
        <p:nvGrpSpPr>
          <p:cNvPr id="7252" name="Google Shape;7252;p126"/>
          <p:cNvGrpSpPr/>
          <p:nvPr/>
        </p:nvGrpSpPr>
        <p:grpSpPr>
          <a:xfrm>
            <a:off x="593169" y="2775712"/>
            <a:ext cx="622490" cy="586379"/>
            <a:chOff x="-1244040" y="2892312"/>
            <a:chExt cx="622490" cy="586379"/>
          </a:xfrm>
        </p:grpSpPr>
        <p:cxnSp>
          <p:nvCxnSpPr>
            <p:cNvPr id="7253" name="Google Shape;7253;p126"/>
            <p:cNvCxnSpPr/>
            <p:nvPr/>
          </p:nvCxnSpPr>
          <p:spPr>
            <a:xfrm flipH="1">
              <a:off x="-1226350" y="3029875"/>
              <a:ext cx="604800" cy="301200"/>
            </a:xfrm>
            <a:prstGeom prst="bentConnector3">
              <a:avLst>
                <a:gd fmla="val 50000" name="adj1"/>
              </a:avLst>
            </a:prstGeom>
            <a:noFill/>
            <a:ln cap="flat" cmpd="sng" w="9525">
              <a:solidFill>
                <a:srgbClr val="000000"/>
              </a:solidFill>
              <a:prstDash val="solid"/>
              <a:round/>
              <a:headEnd len="med" w="med" type="none"/>
              <a:tailEnd len="med" w="med" type="triangle"/>
            </a:ln>
          </p:spPr>
        </p:cxnSp>
        <p:sp>
          <p:nvSpPr>
            <p:cNvPr id="7254" name="Google Shape;7254;p126"/>
            <p:cNvSpPr txBox="1"/>
            <p:nvPr/>
          </p:nvSpPr>
          <p:spPr>
            <a:xfrm>
              <a:off x="-1244040" y="3354791"/>
              <a:ext cx="386100" cy="123900"/>
            </a:xfrm>
            <a:prstGeom prst="rect">
              <a:avLst/>
            </a:prstGeom>
            <a:noFill/>
            <a:ln>
              <a:noFill/>
            </a:ln>
          </p:spPr>
          <p:txBody>
            <a:bodyPr anchorCtr="0" anchor="t" bIns="0" lIns="0" spcFirstLastPara="1" rIns="0" wrap="square" tIns="0">
              <a:noAutofit/>
            </a:bodyPr>
            <a:lstStyle/>
            <a:p>
              <a:pPr indent="0" lvl="0" marL="0" rtl="0" algn="l">
                <a:spcBef>
                  <a:spcPts val="0"/>
                </a:spcBef>
                <a:spcAft>
                  <a:spcPts val="0"/>
                </a:spcAft>
                <a:buNone/>
              </a:pPr>
              <a:r>
                <a:rPr lang="es-419" sz="700"/>
                <a:t>&lt;...&gt;</a:t>
              </a:r>
              <a:endParaRPr sz="700"/>
            </a:p>
          </p:txBody>
        </p:sp>
        <p:sp>
          <p:nvSpPr>
            <p:cNvPr id="7255" name="Google Shape;7255;p126"/>
            <p:cNvSpPr txBox="1"/>
            <p:nvPr/>
          </p:nvSpPr>
          <p:spPr>
            <a:xfrm>
              <a:off x="-1013062" y="2892312"/>
              <a:ext cx="386100" cy="123900"/>
            </a:xfrm>
            <a:prstGeom prst="rect">
              <a:avLst/>
            </a:prstGeom>
            <a:noFill/>
            <a:ln>
              <a:noFill/>
            </a:ln>
          </p:spPr>
          <p:txBody>
            <a:bodyPr anchorCtr="0" anchor="t" bIns="0" lIns="0" spcFirstLastPara="1" rIns="0" wrap="square" tIns="0">
              <a:noAutofit/>
            </a:bodyPr>
            <a:lstStyle/>
            <a:p>
              <a:pPr indent="0" lvl="0" marL="0" rtl="0" algn="r">
                <a:spcBef>
                  <a:spcPts val="0"/>
                </a:spcBef>
                <a:spcAft>
                  <a:spcPts val="0"/>
                </a:spcAft>
                <a:buNone/>
              </a:pPr>
              <a:r>
                <a:rPr lang="es-419" sz="700"/>
                <a:t>&lt;...&gt;</a:t>
              </a:r>
              <a:endParaRPr sz="700"/>
            </a:p>
          </p:txBody>
        </p:sp>
      </p:grpSp>
      <p:grpSp>
        <p:nvGrpSpPr>
          <p:cNvPr id="7256" name="Google Shape;7256;p126"/>
          <p:cNvGrpSpPr/>
          <p:nvPr/>
        </p:nvGrpSpPr>
        <p:grpSpPr>
          <a:xfrm>
            <a:off x="593169" y="4753098"/>
            <a:ext cx="622490" cy="590192"/>
            <a:chOff x="-1244040" y="3574298"/>
            <a:chExt cx="622490" cy="590192"/>
          </a:xfrm>
        </p:grpSpPr>
        <p:cxnSp>
          <p:nvCxnSpPr>
            <p:cNvPr id="7257" name="Google Shape;7257;p126"/>
            <p:cNvCxnSpPr/>
            <p:nvPr/>
          </p:nvCxnSpPr>
          <p:spPr>
            <a:xfrm flipH="1">
              <a:off x="-1226350" y="3715675"/>
              <a:ext cx="604800" cy="301200"/>
            </a:xfrm>
            <a:prstGeom prst="bentConnector3">
              <a:avLst>
                <a:gd fmla="val 50000" name="adj1"/>
              </a:avLst>
            </a:prstGeom>
            <a:noFill/>
            <a:ln cap="flat" cmpd="sng" w="9525">
              <a:solidFill>
                <a:srgbClr val="000000"/>
              </a:solidFill>
              <a:prstDash val="solid"/>
              <a:round/>
              <a:headEnd len="med" w="med" type="none"/>
              <a:tailEnd len="med" w="med" type="none"/>
            </a:ln>
          </p:spPr>
        </p:cxnSp>
        <p:sp>
          <p:nvSpPr>
            <p:cNvPr id="7258" name="Google Shape;7258;p126"/>
            <p:cNvSpPr txBox="1"/>
            <p:nvPr/>
          </p:nvSpPr>
          <p:spPr>
            <a:xfrm>
              <a:off x="-1244040" y="4040591"/>
              <a:ext cx="386100" cy="123900"/>
            </a:xfrm>
            <a:prstGeom prst="rect">
              <a:avLst/>
            </a:prstGeom>
            <a:noFill/>
            <a:ln>
              <a:noFill/>
            </a:ln>
          </p:spPr>
          <p:txBody>
            <a:bodyPr anchorCtr="0" anchor="t" bIns="0" lIns="0" spcFirstLastPara="1" rIns="0" wrap="square" tIns="0">
              <a:noAutofit/>
            </a:bodyPr>
            <a:lstStyle/>
            <a:p>
              <a:pPr indent="0" lvl="0" marL="0" rtl="0" algn="l">
                <a:spcBef>
                  <a:spcPts val="0"/>
                </a:spcBef>
                <a:spcAft>
                  <a:spcPts val="0"/>
                </a:spcAft>
                <a:buNone/>
              </a:pPr>
              <a:r>
                <a:rPr lang="es-419" sz="700"/>
                <a:t>&lt;...&gt;</a:t>
              </a:r>
              <a:endParaRPr sz="700"/>
            </a:p>
          </p:txBody>
        </p:sp>
        <p:sp>
          <p:nvSpPr>
            <p:cNvPr id="7259" name="Google Shape;7259;p126"/>
            <p:cNvSpPr txBox="1"/>
            <p:nvPr/>
          </p:nvSpPr>
          <p:spPr>
            <a:xfrm>
              <a:off x="-1013062" y="3574298"/>
              <a:ext cx="386100" cy="123900"/>
            </a:xfrm>
            <a:prstGeom prst="rect">
              <a:avLst/>
            </a:prstGeom>
            <a:noFill/>
            <a:ln>
              <a:noFill/>
            </a:ln>
          </p:spPr>
          <p:txBody>
            <a:bodyPr anchorCtr="0" anchor="t" bIns="0" lIns="0" spcFirstLastPara="1" rIns="0" wrap="square" tIns="0">
              <a:noAutofit/>
            </a:bodyPr>
            <a:lstStyle/>
            <a:p>
              <a:pPr indent="0" lvl="0" marL="0" rtl="0" algn="r">
                <a:spcBef>
                  <a:spcPts val="0"/>
                </a:spcBef>
                <a:spcAft>
                  <a:spcPts val="0"/>
                </a:spcAft>
                <a:buNone/>
              </a:pPr>
              <a:r>
                <a:rPr lang="es-419" sz="700"/>
                <a:t>&lt;...&gt;</a:t>
              </a:r>
              <a:endParaRPr sz="700"/>
            </a:p>
          </p:txBody>
        </p:sp>
      </p:grpSp>
      <p:cxnSp>
        <p:nvCxnSpPr>
          <p:cNvPr id="7260" name="Google Shape;7260;p126"/>
          <p:cNvCxnSpPr/>
          <p:nvPr/>
        </p:nvCxnSpPr>
        <p:spPr>
          <a:xfrm>
            <a:off x="1826987" y="87450"/>
            <a:ext cx="0" cy="6665100"/>
          </a:xfrm>
          <a:prstGeom prst="straightConnector1">
            <a:avLst/>
          </a:prstGeom>
          <a:noFill/>
          <a:ln cap="flat" cmpd="sng" w="28575">
            <a:solidFill>
              <a:srgbClr val="B7B7B7"/>
            </a:solidFill>
            <a:prstDash val="dash"/>
            <a:round/>
            <a:headEnd len="med" w="med" type="none"/>
            <a:tailEnd len="med" w="med" type="none"/>
          </a:ln>
        </p:spPr>
      </p:cxnSp>
    </p:spTree>
  </p:cSld>
  <p:clrMapOvr>
    <a:masterClrMapping/>
  </p:clrMapOvr>
</p:sldLayout>
</file>

<file path=ppt/slideLayouts/slideLayout1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Paleta 2 1">
  <p:cSld name="TITLE_3_5_1">
    <p:spTree>
      <p:nvGrpSpPr>
        <p:cNvPr id="7261" name="Shape 7261"/>
        <p:cNvGrpSpPr/>
        <p:nvPr/>
      </p:nvGrpSpPr>
      <p:grpSpPr>
        <a:xfrm>
          <a:off x="0" y="0"/>
          <a:ext cx="0" cy="0"/>
          <a:chOff x="0" y="0"/>
          <a:chExt cx="0" cy="0"/>
        </a:xfrm>
      </p:grpSpPr>
      <p:sp>
        <p:nvSpPr>
          <p:cNvPr id="7262" name="Google Shape;7262;p127"/>
          <p:cNvSpPr txBox="1"/>
          <p:nvPr/>
        </p:nvSpPr>
        <p:spPr>
          <a:xfrm>
            <a:off x="-5257800" y="838200"/>
            <a:ext cx="4648200" cy="6248400"/>
          </a:xfrm>
          <a:prstGeom prst="rect">
            <a:avLst/>
          </a:prstGeom>
          <a:solidFill>
            <a:srgbClr val="FFFFFF"/>
          </a:solidFill>
          <a:ln cap="flat" cmpd="sng" w="9525">
            <a:solidFill>
              <a:srgbClr val="00B0F0"/>
            </a:solidFill>
            <a:prstDash val="solid"/>
            <a:round/>
            <a:headEnd len="sm" w="sm" type="none"/>
            <a:tailEnd len="sm" w="sm" type="none"/>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A6A6A6"/>
              </a:buClr>
              <a:buSzPts val="1700"/>
              <a:buFont typeface="Tahoma"/>
              <a:buNone/>
            </a:pPr>
            <a:r>
              <a:rPr b="1" i="0" lang="es-419" sz="1700" u="none">
                <a:solidFill>
                  <a:srgbClr val="A6A6A6"/>
                </a:solidFill>
                <a:latin typeface="Tahoma"/>
                <a:ea typeface="Tahoma"/>
                <a:cs typeface="Tahoma"/>
                <a:sym typeface="Tahoma"/>
              </a:rPr>
              <a:t>                                                           Fichas</a:t>
            </a:r>
            <a:endParaRPr/>
          </a:p>
          <a:p>
            <a:pPr indent="0" lvl="0" marL="0" marR="0" rtl="0" algn="r">
              <a:lnSpc>
                <a:spcPct val="100000"/>
              </a:lnSpc>
              <a:spcBef>
                <a:spcPts val="0"/>
              </a:spcBef>
              <a:spcAft>
                <a:spcPts val="0"/>
              </a:spcAft>
              <a:buClr>
                <a:srgbClr val="A6A6A6"/>
              </a:buClr>
              <a:buSzPts val="1700"/>
              <a:buFont typeface="Tahoma"/>
              <a:buNone/>
            </a:pPr>
            <a:r>
              <a:rPr b="1" i="0" lang="es-419" sz="1700" u="none">
                <a:solidFill>
                  <a:srgbClr val="A6A6A6"/>
                </a:solidFill>
                <a:latin typeface="Tahoma"/>
                <a:ea typeface="Tahoma"/>
                <a:cs typeface="Tahoma"/>
                <a:sym typeface="Tahoma"/>
              </a:rPr>
              <a:t>Worker</a:t>
            </a:r>
            <a:endParaRPr/>
          </a:p>
        </p:txBody>
      </p:sp>
      <p:sp>
        <p:nvSpPr>
          <p:cNvPr id="7263" name="Google Shape;7263;p127"/>
          <p:cNvSpPr txBox="1"/>
          <p:nvPr/>
        </p:nvSpPr>
        <p:spPr>
          <a:xfrm>
            <a:off x="10283825" y="838200"/>
            <a:ext cx="4319700" cy="6248400"/>
          </a:xfrm>
          <a:prstGeom prst="rect">
            <a:avLst/>
          </a:prstGeom>
          <a:solidFill>
            <a:srgbClr val="FFFFFF"/>
          </a:solidFill>
          <a:ln cap="flat" cmpd="sng" w="9525">
            <a:solidFill>
              <a:srgbClr val="00B0F0"/>
            </a:solidFill>
            <a:prstDash val="solid"/>
            <a:round/>
            <a:headEnd len="sm" w="sm" type="none"/>
            <a:tailEnd len="sm" w="sm" type="none"/>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A6A6A6"/>
              </a:buClr>
              <a:buSzPts val="1800"/>
              <a:buFont typeface="Tahoma"/>
              <a:buNone/>
            </a:pPr>
            <a:r>
              <a:rPr b="1" i="0" lang="es-419" sz="1800" u="none">
                <a:solidFill>
                  <a:srgbClr val="A6A6A6"/>
                </a:solidFill>
                <a:latin typeface="Tahoma"/>
                <a:ea typeface="Tahoma"/>
                <a:cs typeface="Tahoma"/>
                <a:sym typeface="Tahoma"/>
              </a:rPr>
              <a:t>  </a:t>
            </a:r>
            <a:r>
              <a:rPr b="1" i="0" lang="es-419" sz="1700" u="none">
                <a:solidFill>
                  <a:srgbClr val="A6A6A6"/>
                </a:solidFill>
                <a:latin typeface="Tahoma"/>
                <a:ea typeface="Tahoma"/>
                <a:cs typeface="Tahoma"/>
                <a:sym typeface="Tahoma"/>
              </a:rPr>
              <a:t>Fichas</a:t>
            </a:r>
            <a:endParaRPr/>
          </a:p>
          <a:p>
            <a:pPr indent="0" lvl="0" marL="0" marR="0" rtl="0" algn="l">
              <a:lnSpc>
                <a:spcPct val="100000"/>
              </a:lnSpc>
              <a:spcBef>
                <a:spcPts val="0"/>
              </a:spcBef>
              <a:spcAft>
                <a:spcPts val="0"/>
              </a:spcAft>
              <a:buClr>
                <a:srgbClr val="A6A6A6"/>
              </a:buClr>
              <a:buSzPts val="1700"/>
              <a:buFont typeface="Tahoma"/>
              <a:buNone/>
            </a:pPr>
            <a:r>
              <a:rPr b="1" i="0" lang="es-419" sz="1700" u="none">
                <a:solidFill>
                  <a:srgbClr val="A6A6A6"/>
                </a:solidFill>
                <a:latin typeface="Tahoma"/>
                <a:ea typeface="Tahoma"/>
                <a:cs typeface="Tahoma"/>
                <a:sym typeface="Tahoma"/>
              </a:rPr>
              <a:t>Usuarios</a:t>
            </a:r>
            <a:endParaRPr/>
          </a:p>
        </p:txBody>
      </p:sp>
      <p:sp>
        <p:nvSpPr>
          <p:cNvPr id="7264" name="Google Shape;7264;p127"/>
          <p:cNvSpPr txBox="1"/>
          <p:nvPr/>
        </p:nvSpPr>
        <p:spPr>
          <a:xfrm>
            <a:off x="-5257800" y="7199312"/>
            <a:ext cx="7924800" cy="811200"/>
          </a:xfrm>
          <a:prstGeom prst="rect">
            <a:avLst/>
          </a:prstGeom>
          <a:solidFill>
            <a:srgbClr val="FFFFFF"/>
          </a:solidFill>
          <a:ln cap="flat" cmpd="sng" w="9525">
            <a:solidFill>
              <a:srgbClr val="00B0F0"/>
            </a:solidFill>
            <a:prstDash val="solid"/>
            <a:round/>
            <a:headEnd len="sm" w="sm" type="none"/>
            <a:tailEnd len="sm" w="sm" type="none"/>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A6A6A6"/>
              </a:buClr>
              <a:buSzPts val="1700"/>
              <a:buFont typeface="Tahoma"/>
              <a:buNone/>
            </a:pPr>
            <a:r>
              <a:rPr b="1" i="0" lang="es-419" sz="1700" u="none">
                <a:solidFill>
                  <a:srgbClr val="A6A6A6"/>
                </a:solidFill>
                <a:latin typeface="Tahoma"/>
                <a:ea typeface="Tahoma"/>
                <a:cs typeface="Tahoma"/>
                <a:sym typeface="Tahoma"/>
              </a:rPr>
              <a:t>Elementos</a:t>
            </a:r>
            <a:endParaRPr/>
          </a:p>
        </p:txBody>
      </p:sp>
      <p:sp>
        <p:nvSpPr>
          <p:cNvPr id="7265" name="Google Shape;7265;p127"/>
          <p:cNvSpPr txBox="1"/>
          <p:nvPr/>
        </p:nvSpPr>
        <p:spPr>
          <a:xfrm>
            <a:off x="2820976" y="7199300"/>
            <a:ext cx="11782500" cy="811200"/>
          </a:xfrm>
          <a:prstGeom prst="rect">
            <a:avLst/>
          </a:prstGeom>
          <a:solidFill>
            <a:srgbClr val="FFFFFF"/>
          </a:solidFill>
          <a:ln cap="flat" cmpd="sng" w="9525">
            <a:solidFill>
              <a:srgbClr val="00B0F0"/>
            </a:solidFill>
            <a:prstDash val="solid"/>
            <a:round/>
            <a:headEnd len="sm" w="sm" type="none"/>
            <a:tailEnd len="sm" w="sm" type="none"/>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A6A6A6"/>
              </a:buClr>
              <a:buSzPts val="1700"/>
              <a:buFont typeface="Tahoma"/>
              <a:buNone/>
            </a:pPr>
            <a:r>
              <a:rPr b="1" i="0" lang="es-419" sz="1700" u="none">
                <a:solidFill>
                  <a:srgbClr val="A6A6A6"/>
                </a:solidFill>
                <a:latin typeface="Tahoma"/>
                <a:ea typeface="Tahoma"/>
                <a:cs typeface="Tahoma"/>
                <a:sym typeface="Tahoma"/>
              </a:rPr>
              <a:t>Comunicación</a:t>
            </a:r>
            <a:endParaRPr/>
          </a:p>
        </p:txBody>
      </p:sp>
      <p:pic>
        <p:nvPicPr>
          <p:cNvPr id="7266" name="Google Shape;7266;p127"/>
          <p:cNvPicPr preferRelativeResize="0"/>
          <p:nvPr/>
        </p:nvPicPr>
        <p:blipFill rotWithShape="1">
          <a:blip r:embed="rId2">
            <a:alphaModFix/>
          </a:blip>
          <a:srcRect b="0" l="0" r="0" t="0"/>
          <a:stretch/>
        </p:blipFill>
        <p:spPr>
          <a:xfrm>
            <a:off x="12744537" y="2342855"/>
            <a:ext cx="242721" cy="644138"/>
          </a:xfrm>
          <a:prstGeom prst="rect">
            <a:avLst/>
          </a:prstGeom>
          <a:noFill/>
          <a:ln>
            <a:noFill/>
          </a:ln>
        </p:spPr>
      </p:pic>
      <p:pic>
        <p:nvPicPr>
          <p:cNvPr id="7267" name="Google Shape;7267;p127"/>
          <p:cNvPicPr preferRelativeResize="0"/>
          <p:nvPr/>
        </p:nvPicPr>
        <p:blipFill rotWithShape="1">
          <a:blip r:embed="rId3">
            <a:alphaModFix/>
          </a:blip>
          <a:srcRect b="0" l="0" r="0" t="0"/>
          <a:stretch/>
        </p:blipFill>
        <p:spPr>
          <a:xfrm>
            <a:off x="13685285" y="2343268"/>
            <a:ext cx="242721" cy="643303"/>
          </a:xfrm>
          <a:prstGeom prst="rect">
            <a:avLst/>
          </a:prstGeom>
          <a:noFill/>
          <a:ln>
            <a:noFill/>
          </a:ln>
        </p:spPr>
      </p:pic>
      <p:pic>
        <p:nvPicPr>
          <p:cNvPr id="7268" name="Google Shape;7268;p127"/>
          <p:cNvPicPr preferRelativeResize="0"/>
          <p:nvPr/>
        </p:nvPicPr>
        <p:blipFill rotWithShape="1">
          <a:blip r:embed="rId4">
            <a:alphaModFix/>
          </a:blip>
          <a:srcRect b="0" l="0" r="0" t="0"/>
          <a:stretch/>
        </p:blipFill>
        <p:spPr>
          <a:xfrm>
            <a:off x="12724898" y="1500601"/>
            <a:ext cx="194343" cy="643303"/>
          </a:xfrm>
          <a:prstGeom prst="rect">
            <a:avLst/>
          </a:prstGeom>
          <a:noFill/>
          <a:ln>
            <a:noFill/>
          </a:ln>
        </p:spPr>
      </p:pic>
      <p:pic>
        <p:nvPicPr>
          <p:cNvPr id="7269" name="Google Shape;7269;p127"/>
          <p:cNvPicPr preferRelativeResize="0"/>
          <p:nvPr/>
        </p:nvPicPr>
        <p:blipFill rotWithShape="1">
          <a:blip r:embed="rId5">
            <a:alphaModFix/>
          </a:blip>
          <a:srcRect b="0" l="0" r="0" t="0"/>
          <a:stretch/>
        </p:blipFill>
        <p:spPr>
          <a:xfrm>
            <a:off x="13269668" y="2359148"/>
            <a:ext cx="227707" cy="644136"/>
          </a:xfrm>
          <a:prstGeom prst="rect">
            <a:avLst/>
          </a:prstGeom>
          <a:noFill/>
          <a:ln>
            <a:noFill/>
          </a:ln>
        </p:spPr>
      </p:pic>
      <p:pic>
        <p:nvPicPr>
          <p:cNvPr id="7270" name="Google Shape;7270;p127"/>
          <p:cNvPicPr preferRelativeResize="0"/>
          <p:nvPr/>
        </p:nvPicPr>
        <p:blipFill rotWithShape="1">
          <a:blip r:embed="rId6">
            <a:alphaModFix/>
          </a:blip>
          <a:srcRect b="0" l="0" r="0" t="0"/>
          <a:stretch/>
        </p:blipFill>
        <p:spPr>
          <a:xfrm>
            <a:off x="13722849" y="1529896"/>
            <a:ext cx="309448" cy="643302"/>
          </a:xfrm>
          <a:prstGeom prst="rect">
            <a:avLst/>
          </a:prstGeom>
          <a:noFill/>
          <a:ln>
            <a:noFill/>
          </a:ln>
        </p:spPr>
      </p:pic>
      <p:pic>
        <p:nvPicPr>
          <p:cNvPr id="7271" name="Google Shape;7271;p127"/>
          <p:cNvPicPr preferRelativeResize="0"/>
          <p:nvPr/>
        </p:nvPicPr>
        <p:blipFill rotWithShape="1">
          <a:blip r:embed="rId7">
            <a:alphaModFix/>
          </a:blip>
          <a:srcRect b="0" l="0" r="0" t="0"/>
          <a:stretch/>
        </p:blipFill>
        <p:spPr>
          <a:xfrm>
            <a:off x="13290283" y="1463864"/>
            <a:ext cx="313619" cy="700876"/>
          </a:xfrm>
          <a:prstGeom prst="rect">
            <a:avLst/>
          </a:prstGeom>
          <a:noFill/>
          <a:ln>
            <a:noFill/>
          </a:ln>
        </p:spPr>
      </p:pic>
      <p:pic>
        <p:nvPicPr>
          <p:cNvPr id="7272" name="Google Shape;7272;p127"/>
          <p:cNvPicPr preferRelativeResize="0"/>
          <p:nvPr/>
        </p:nvPicPr>
        <p:blipFill rotWithShape="1">
          <a:blip r:embed="rId8">
            <a:alphaModFix/>
          </a:blip>
          <a:srcRect b="0" l="0" r="0" t="0"/>
          <a:stretch/>
        </p:blipFill>
        <p:spPr>
          <a:xfrm>
            <a:off x="12621058" y="3154802"/>
            <a:ext cx="402033" cy="680849"/>
          </a:xfrm>
          <a:prstGeom prst="rect">
            <a:avLst/>
          </a:prstGeom>
          <a:noFill/>
          <a:ln>
            <a:noFill/>
          </a:ln>
        </p:spPr>
      </p:pic>
      <p:pic>
        <p:nvPicPr>
          <p:cNvPr id="7273" name="Google Shape;7273;p127"/>
          <p:cNvPicPr preferRelativeResize="0"/>
          <p:nvPr/>
        </p:nvPicPr>
        <p:blipFill rotWithShape="1">
          <a:blip r:embed="rId9">
            <a:alphaModFix/>
          </a:blip>
          <a:srcRect b="0" l="0" r="0" t="0"/>
          <a:stretch/>
        </p:blipFill>
        <p:spPr>
          <a:xfrm>
            <a:off x="12624861" y="3944294"/>
            <a:ext cx="482105" cy="661660"/>
          </a:xfrm>
          <a:prstGeom prst="rect">
            <a:avLst/>
          </a:prstGeom>
          <a:noFill/>
          <a:ln>
            <a:noFill/>
          </a:ln>
        </p:spPr>
      </p:pic>
      <p:pic>
        <p:nvPicPr>
          <p:cNvPr id="7274" name="Google Shape;7274;p127"/>
          <p:cNvPicPr preferRelativeResize="0"/>
          <p:nvPr/>
        </p:nvPicPr>
        <p:blipFill rotWithShape="1">
          <a:blip r:embed="rId10">
            <a:alphaModFix/>
          </a:blip>
          <a:srcRect b="0" l="0" r="0" t="0"/>
          <a:stretch/>
        </p:blipFill>
        <p:spPr>
          <a:xfrm>
            <a:off x="13253283" y="3127619"/>
            <a:ext cx="200183" cy="643302"/>
          </a:xfrm>
          <a:prstGeom prst="rect">
            <a:avLst/>
          </a:prstGeom>
          <a:noFill/>
          <a:ln>
            <a:noFill/>
          </a:ln>
        </p:spPr>
      </p:pic>
      <p:pic>
        <p:nvPicPr>
          <p:cNvPr id="7275" name="Google Shape;7275;p127"/>
          <p:cNvPicPr preferRelativeResize="0"/>
          <p:nvPr/>
        </p:nvPicPr>
        <p:blipFill rotWithShape="1">
          <a:blip r:embed="rId11">
            <a:alphaModFix/>
          </a:blip>
          <a:srcRect b="0" l="0" r="0" t="0"/>
          <a:stretch/>
        </p:blipFill>
        <p:spPr>
          <a:xfrm>
            <a:off x="-5155031" y="7503888"/>
            <a:ext cx="221859" cy="202015"/>
          </a:xfrm>
          <a:prstGeom prst="rect">
            <a:avLst/>
          </a:prstGeom>
          <a:noFill/>
          <a:ln>
            <a:noFill/>
          </a:ln>
        </p:spPr>
      </p:pic>
      <p:pic>
        <p:nvPicPr>
          <p:cNvPr id="7276" name="Google Shape;7276;p127"/>
          <p:cNvPicPr preferRelativeResize="0"/>
          <p:nvPr/>
        </p:nvPicPr>
        <p:blipFill rotWithShape="1">
          <a:blip r:embed="rId12">
            <a:alphaModFix/>
          </a:blip>
          <a:srcRect b="0" l="0" r="0" t="0"/>
          <a:stretch/>
        </p:blipFill>
        <p:spPr>
          <a:xfrm>
            <a:off x="13574045" y="3092685"/>
            <a:ext cx="341144" cy="662493"/>
          </a:xfrm>
          <a:prstGeom prst="rect">
            <a:avLst/>
          </a:prstGeom>
          <a:noFill/>
          <a:ln>
            <a:noFill/>
          </a:ln>
        </p:spPr>
      </p:pic>
      <p:pic>
        <p:nvPicPr>
          <p:cNvPr id="7277" name="Google Shape;7277;p127"/>
          <p:cNvPicPr preferRelativeResize="0"/>
          <p:nvPr/>
        </p:nvPicPr>
        <p:blipFill rotWithShape="1">
          <a:blip r:embed="rId13">
            <a:alphaModFix/>
          </a:blip>
          <a:srcRect b="0" l="0" r="0" t="0"/>
          <a:stretch/>
        </p:blipFill>
        <p:spPr>
          <a:xfrm>
            <a:off x="-4879783" y="5443620"/>
            <a:ext cx="1476275" cy="1130237"/>
          </a:xfrm>
          <a:prstGeom prst="rect">
            <a:avLst/>
          </a:prstGeom>
          <a:noFill/>
          <a:ln>
            <a:noFill/>
          </a:ln>
        </p:spPr>
      </p:pic>
      <p:pic>
        <p:nvPicPr>
          <p:cNvPr id="7278" name="Google Shape;7278;p127"/>
          <p:cNvPicPr preferRelativeResize="0"/>
          <p:nvPr/>
        </p:nvPicPr>
        <p:blipFill rotWithShape="1">
          <a:blip r:embed="rId14">
            <a:alphaModFix/>
          </a:blip>
          <a:srcRect b="0" l="0" r="0" t="0"/>
          <a:stretch/>
        </p:blipFill>
        <p:spPr>
          <a:xfrm>
            <a:off x="13238927" y="3895237"/>
            <a:ext cx="228885" cy="644011"/>
          </a:xfrm>
          <a:prstGeom prst="rect">
            <a:avLst/>
          </a:prstGeom>
          <a:noFill/>
          <a:ln>
            <a:noFill/>
          </a:ln>
        </p:spPr>
      </p:pic>
      <p:pic>
        <p:nvPicPr>
          <p:cNvPr id="7279" name="Google Shape;7279;p127"/>
          <p:cNvPicPr preferRelativeResize="0"/>
          <p:nvPr/>
        </p:nvPicPr>
        <p:blipFill rotWithShape="1">
          <a:blip r:embed="rId15">
            <a:alphaModFix/>
          </a:blip>
          <a:srcRect b="0" l="0" r="0" t="0"/>
          <a:stretch/>
        </p:blipFill>
        <p:spPr>
          <a:xfrm>
            <a:off x="-4795587" y="7408056"/>
            <a:ext cx="229994" cy="303581"/>
          </a:xfrm>
          <a:prstGeom prst="rect">
            <a:avLst/>
          </a:prstGeom>
          <a:noFill/>
          <a:ln>
            <a:noFill/>
          </a:ln>
        </p:spPr>
      </p:pic>
      <p:pic>
        <p:nvPicPr>
          <p:cNvPr id="7280" name="Google Shape;7280;p127"/>
          <p:cNvPicPr preferRelativeResize="0"/>
          <p:nvPr/>
        </p:nvPicPr>
        <p:blipFill rotWithShape="1">
          <a:blip r:embed="rId16">
            <a:alphaModFix/>
          </a:blip>
          <a:srcRect b="0" l="0" r="0" t="0"/>
          <a:stretch/>
        </p:blipFill>
        <p:spPr>
          <a:xfrm>
            <a:off x="-4052403" y="7173972"/>
            <a:ext cx="259641" cy="404923"/>
          </a:xfrm>
          <a:prstGeom prst="rect">
            <a:avLst/>
          </a:prstGeom>
          <a:noFill/>
          <a:ln>
            <a:noFill/>
          </a:ln>
        </p:spPr>
      </p:pic>
      <p:pic>
        <p:nvPicPr>
          <p:cNvPr id="7281" name="Google Shape;7281;p127"/>
          <p:cNvPicPr preferRelativeResize="0"/>
          <p:nvPr/>
        </p:nvPicPr>
        <p:blipFill rotWithShape="1">
          <a:blip r:embed="rId17">
            <a:alphaModFix/>
          </a:blip>
          <a:srcRect b="0" l="0" r="0" t="0"/>
          <a:stretch/>
        </p:blipFill>
        <p:spPr>
          <a:xfrm>
            <a:off x="13883458" y="3630078"/>
            <a:ext cx="247261" cy="662387"/>
          </a:xfrm>
          <a:prstGeom prst="rect">
            <a:avLst/>
          </a:prstGeom>
          <a:noFill/>
          <a:ln>
            <a:noFill/>
          </a:ln>
        </p:spPr>
      </p:pic>
      <p:pic>
        <p:nvPicPr>
          <p:cNvPr id="7282" name="Google Shape;7282;p127"/>
          <p:cNvPicPr preferRelativeResize="0"/>
          <p:nvPr/>
        </p:nvPicPr>
        <p:blipFill rotWithShape="1">
          <a:blip r:embed="rId18">
            <a:alphaModFix/>
          </a:blip>
          <a:srcRect b="0" l="0" r="0" t="0"/>
          <a:stretch/>
        </p:blipFill>
        <p:spPr>
          <a:xfrm>
            <a:off x="13589200" y="4184552"/>
            <a:ext cx="356400" cy="673200"/>
          </a:xfrm>
          <a:prstGeom prst="rect">
            <a:avLst/>
          </a:prstGeom>
          <a:noFill/>
          <a:ln>
            <a:noFill/>
          </a:ln>
        </p:spPr>
      </p:pic>
      <p:pic>
        <p:nvPicPr>
          <p:cNvPr id="7283" name="Google Shape;7283;p127"/>
          <p:cNvPicPr preferRelativeResize="0"/>
          <p:nvPr/>
        </p:nvPicPr>
        <p:blipFill rotWithShape="1">
          <a:blip r:embed="rId19">
            <a:alphaModFix/>
          </a:blip>
          <a:srcRect b="0" l="0" r="0" t="0"/>
          <a:stretch/>
        </p:blipFill>
        <p:spPr>
          <a:xfrm>
            <a:off x="2207496" y="7792256"/>
            <a:ext cx="269006" cy="161907"/>
          </a:xfrm>
          <a:prstGeom prst="rect">
            <a:avLst/>
          </a:prstGeom>
          <a:noFill/>
          <a:ln>
            <a:noFill/>
          </a:ln>
        </p:spPr>
      </p:pic>
      <p:pic>
        <p:nvPicPr>
          <p:cNvPr id="7284" name="Google Shape;7284;p127"/>
          <p:cNvPicPr preferRelativeResize="0"/>
          <p:nvPr/>
        </p:nvPicPr>
        <p:blipFill rotWithShape="1">
          <a:blip r:embed="rId20">
            <a:alphaModFix/>
          </a:blip>
          <a:srcRect b="0" l="0" r="0" t="0"/>
          <a:stretch/>
        </p:blipFill>
        <p:spPr>
          <a:xfrm>
            <a:off x="2206766" y="7530804"/>
            <a:ext cx="269717" cy="161194"/>
          </a:xfrm>
          <a:prstGeom prst="rect">
            <a:avLst/>
          </a:prstGeom>
          <a:noFill/>
          <a:ln>
            <a:noFill/>
          </a:ln>
        </p:spPr>
      </p:pic>
      <p:pic>
        <p:nvPicPr>
          <p:cNvPr id="7285" name="Google Shape;7285;p127"/>
          <p:cNvPicPr preferRelativeResize="0"/>
          <p:nvPr/>
        </p:nvPicPr>
        <p:blipFill rotWithShape="1">
          <a:blip r:embed="rId21">
            <a:alphaModFix/>
          </a:blip>
          <a:srcRect b="0" l="0" r="0" t="0"/>
          <a:stretch/>
        </p:blipFill>
        <p:spPr>
          <a:xfrm>
            <a:off x="2179511" y="7268639"/>
            <a:ext cx="182184" cy="161907"/>
          </a:xfrm>
          <a:prstGeom prst="rect">
            <a:avLst/>
          </a:prstGeom>
          <a:noFill/>
          <a:ln>
            <a:noFill/>
          </a:ln>
        </p:spPr>
      </p:pic>
      <p:pic>
        <p:nvPicPr>
          <p:cNvPr id="7286" name="Google Shape;7286;p127"/>
          <p:cNvPicPr preferRelativeResize="0"/>
          <p:nvPr/>
        </p:nvPicPr>
        <p:blipFill rotWithShape="1">
          <a:blip r:embed="rId22">
            <a:alphaModFix/>
          </a:blip>
          <a:srcRect b="0" l="0" r="0" t="0"/>
          <a:stretch/>
        </p:blipFill>
        <p:spPr>
          <a:xfrm>
            <a:off x="2442264" y="7271571"/>
            <a:ext cx="185030" cy="161907"/>
          </a:xfrm>
          <a:prstGeom prst="rect">
            <a:avLst/>
          </a:prstGeom>
          <a:noFill/>
          <a:ln>
            <a:noFill/>
          </a:ln>
        </p:spPr>
      </p:pic>
      <p:pic>
        <p:nvPicPr>
          <p:cNvPr id="7287" name="Google Shape;7287;p127"/>
          <p:cNvPicPr preferRelativeResize="0"/>
          <p:nvPr/>
        </p:nvPicPr>
        <p:blipFill rotWithShape="1">
          <a:blip r:embed="rId23">
            <a:alphaModFix/>
          </a:blip>
          <a:srcRect b="0" l="0" r="0" t="0"/>
          <a:stretch/>
        </p:blipFill>
        <p:spPr>
          <a:xfrm>
            <a:off x="-4899943" y="7792246"/>
            <a:ext cx="182184" cy="161907"/>
          </a:xfrm>
          <a:prstGeom prst="rect">
            <a:avLst/>
          </a:prstGeom>
          <a:noFill/>
          <a:ln>
            <a:noFill/>
          </a:ln>
        </p:spPr>
      </p:pic>
      <p:pic>
        <p:nvPicPr>
          <p:cNvPr id="7288" name="Google Shape;7288;p127"/>
          <p:cNvPicPr preferRelativeResize="0"/>
          <p:nvPr/>
        </p:nvPicPr>
        <p:blipFill rotWithShape="1">
          <a:blip r:embed="rId24">
            <a:alphaModFix/>
          </a:blip>
          <a:srcRect b="0" l="0" r="0" t="0"/>
          <a:stretch/>
        </p:blipFill>
        <p:spPr>
          <a:xfrm>
            <a:off x="-4192846" y="7792251"/>
            <a:ext cx="185030" cy="161907"/>
          </a:xfrm>
          <a:prstGeom prst="rect">
            <a:avLst/>
          </a:prstGeom>
          <a:noFill/>
          <a:ln>
            <a:noFill/>
          </a:ln>
        </p:spPr>
      </p:pic>
      <p:pic>
        <p:nvPicPr>
          <p:cNvPr id="7289" name="Google Shape;7289;p127"/>
          <p:cNvPicPr preferRelativeResize="0"/>
          <p:nvPr/>
        </p:nvPicPr>
        <p:blipFill rotWithShape="1">
          <a:blip r:embed="rId25">
            <a:alphaModFix/>
          </a:blip>
          <a:srcRect b="0" l="0" r="0" t="0"/>
          <a:stretch/>
        </p:blipFill>
        <p:spPr>
          <a:xfrm>
            <a:off x="-3827987" y="7666266"/>
            <a:ext cx="338036" cy="307409"/>
          </a:xfrm>
          <a:prstGeom prst="rect">
            <a:avLst/>
          </a:prstGeom>
          <a:noFill/>
          <a:ln>
            <a:noFill/>
          </a:ln>
        </p:spPr>
      </p:pic>
      <p:pic>
        <p:nvPicPr>
          <p:cNvPr id="7290" name="Google Shape;7290;p127"/>
          <p:cNvPicPr preferRelativeResize="0"/>
          <p:nvPr/>
        </p:nvPicPr>
        <p:blipFill rotWithShape="1">
          <a:blip r:embed="rId26">
            <a:alphaModFix/>
          </a:blip>
          <a:srcRect b="0" l="0" r="0" t="0"/>
          <a:stretch/>
        </p:blipFill>
        <p:spPr>
          <a:xfrm>
            <a:off x="-3350622" y="7739017"/>
            <a:ext cx="184318" cy="161907"/>
          </a:xfrm>
          <a:prstGeom prst="rect">
            <a:avLst/>
          </a:prstGeom>
          <a:noFill/>
          <a:ln>
            <a:noFill/>
          </a:ln>
        </p:spPr>
      </p:pic>
      <p:pic>
        <p:nvPicPr>
          <p:cNvPr id="7291" name="Google Shape;7291;p127"/>
          <p:cNvPicPr preferRelativeResize="0"/>
          <p:nvPr/>
        </p:nvPicPr>
        <p:blipFill rotWithShape="1">
          <a:blip r:embed="rId27">
            <a:alphaModFix/>
          </a:blip>
          <a:srcRect b="0" l="0" r="0" t="0"/>
          <a:stretch/>
        </p:blipFill>
        <p:spPr>
          <a:xfrm>
            <a:off x="-4504406" y="7755430"/>
            <a:ext cx="98208" cy="129097"/>
          </a:xfrm>
          <a:prstGeom prst="rect">
            <a:avLst/>
          </a:prstGeom>
          <a:noFill/>
          <a:ln>
            <a:noFill/>
          </a:ln>
        </p:spPr>
      </p:pic>
      <p:pic>
        <p:nvPicPr>
          <p:cNvPr id="7292" name="Google Shape;7292;p127"/>
          <p:cNvPicPr preferRelativeResize="0"/>
          <p:nvPr/>
        </p:nvPicPr>
        <p:blipFill rotWithShape="1">
          <a:blip r:embed="rId28">
            <a:alphaModFix/>
          </a:blip>
          <a:srcRect b="0" l="0" r="0" t="0"/>
          <a:stretch/>
        </p:blipFill>
        <p:spPr>
          <a:xfrm>
            <a:off x="11586562" y="5793637"/>
            <a:ext cx="540875" cy="548975"/>
          </a:xfrm>
          <a:prstGeom prst="rect">
            <a:avLst/>
          </a:prstGeom>
          <a:noFill/>
          <a:ln>
            <a:noFill/>
          </a:ln>
        </p:spPr>
      </p:pic>
      <p:pic>
        <p:nvPicPr>
          <p:cNvPr id="7293" name="Google Shape;7293;p127"/>
          <p:cNvPicPr preferRelativeResize="0"/>
          <p:nvPr/>
        </p:nvPicPr>
        <p:blipFill rotWithShape="1">
          <a:blip r:embed="rId29">
            <a:alphaModFix/>
          </a:blip>
          <a:srcRect b="0" l="0" r="0" t="0"/>
          <a:stretch/>
        </p:blipFill>
        <p:spPr>
          <a:xfrm>
            <a:off x="12213672" y="5685324"/>
            <a:ext cx="637053" cy="548974"/>
          </a:xfrm>
          <a:prstGeom prst="rect">
            <a:avLst/>
          </a:prstGeom>
          <a:noFill/>
          <a:ln>
            <a:noFill/>
          </a:ln>
        </p:spPr>
      </p:pic>
      <p:pic>
        <p:nvPicPr>
          <p:cNvPr id="7294" name="Google Shape;7294;p127"/>
          <p:cNvPicPr preferRelativeResize="0"/>
          <p:nvPr/>
        </p:nvPicPr>
        <p:blipFill rotWithShape="1">
          <a:blip r:embed="rId30">
            <a:alphaModFix/>
          </a:blip>
          <a:srcRect b="0" l="0" r="0" t="0"/>
          <a:stretch/>
        </p:blipFill>
        <p:spPr>
          <a:xfrm>
            <a:off x="12814667" y="4909970"/>
            <a:ext cx="475941" cy="633431"/>
          </a:xfrm>
          <a:prstGeom prst="rect">
            <a:avLst/>
          </a:prstGeom>
          <a:noFill/>
          <a:ln>
            <a:noFill/>
          </a:ln>
        </p:spPr>
      </p:pic>
      <p:pic>
        <p:nvPicPr>
          <p:cNvPr id="7295" name="Google Shape;7295;p127"/>
          <p:cNvPicPr preferRelativeResize="0"/>
          <p:nvPr/>
        </p:nvPicPr>
        <p:blipFill rotWithShape="1">
          <a:blip r:embed="rId31">
            <a:alphaModFix/>
          </a:blip>
          <a:srcRect b="0" l="0" r="0" t="0"/>
          <a:stretch/>
        </p:blipFill>
        <p:spPr>
          <a:xfrm>
            <a:off x="11518655" y="6390757"/>
            <a:ext cx="551094" cy="591204"/>
          </a:xfrm>
          <a:prstGeom prst="rect">
            <a:avLst/>
          </a:prstGeom>
          <a:noFill/>
          <a:ln>
            <a:noFill/>
          </a:ln>
        </p:spPr>
      </p:pic>
      <p:pic>
        <p:nvPicPr>
          <p:cNvPr id="7296" name="Google Shape;7296;p127"/>
          <p:cNvPicPr preferRelativeResize="0"/>
          <p:nvPr/>
        </p:nvPicPr>
        <p:blipFill rotWithShape="1">
          <a:blip r:embed="rId32">
            <a:alphaModFix/>
          </a:blip>
          <a:srcRect b="0" l="0" r="0" t="0"/>
          <a:stretch/>
        </p:blipFill>
        <p:spPr>
          <a:xfrm>
            <a:off x="12327821" y="6376190"/>
            <a:ext cx="509015" cy="527861"/>
          </a:xfrm>
          <a:prstGeom prst="rect">
            <a:avLst/>
          </a:prstGeom>
          <a:noFill/>
          <a:ln>
            <a:noFill/>
          </a:ln>
        </p:spPr>
      </p:pic>
      <p:pic>
        <p:nvPicPr>
          <p:cNvPr id="7297" name="Google Shape;7297;p127"/>
          <p:cNvPicPr preferRelativeResize="0"/>
          <p:nvPr/>
        </p:nvPicPr>
        <p:blipFill rotWithShape="1">
          <a:blip r:embed="rId33">
            <a:alphaModFix/>
          </a:blip>
          <a:srcRect b="0" l="0" r="0" t="0"/>
          <a:stretch/>
        </p:blipFill>
        <p:spPr>
          <a:xfrm>
            <a:off x="13483510" y="4973316"/>
            <a:ext cx="492608" cy="506746"/>
          </a:xfrm>
          <a:prstGeom prst="rect">
            <a:avLst/>
          </a:prstGeom>
          <a:noFill/>
          <a:ln>
            <a:noFill/>
          </a:ln>
        </p:spPr>
      </p:pic>
      <p:pic>
        <p:nvPicPr>
          <p:cNvPr id="7298" name="Google Shape;7298;p127"/>
          <p:cNvPicPr preferRelativeResize="0"/>
          <p:nvPr/>
        </p:nvPicPr>
        <p:blipFill rotWithShape="1">
          <a:blip r:embed="rId34">
            <a:alphaModFix/>
          </a:blip>
          <a:srcRect b="0" l="0" r="0" t="0"/>
          <a:stretch/>
        </p:blipFill>
        <p:spPr>
          <a:xfrm>
            <a:off x="11613717" y="4972365"/>
            <a:ext cx="336059" cy="696776"/>
          </a:xfrm>
          <a:prstGeom prst="rect">
            <a:avLst/>
          </a:prstGeom>
          <a:noFill/>
          <a:ln>
            <a:noFill/>
          </a:ln>
        </p:spPr>
      </p:pic>
      <p:pic>
        <p:nvPicPr>
          <p:cNvPr id="7299" name="Google Shape;7299;p127"/>
          <p:cNvPicPr preferRelativeResize="0"/>
          <p:nvPr/>
        </p:nvPicPr>
        <p:blipFill rotWithShape="1">
          <a:blip r:embed="rId35">
            <a:alphaModFix/>
          </a:blip>
          <a:srcRect b="0" l="0" r="0" t="0"/>
          <a:stretch/>
        </p:blipFill>
        <p:spPr>
          <a:xfrm>
            <a:off x="-4219334" y="7267135"/>
            <a:ext cx="140330" cy="396835"/>
          </a:xfrm>
          <a:prstGeom prst="rect">
            <a:avLst/>
          </a:prstGeom>
          <a:noFill/>
          <a:ln>
            <a:noFill/>
          </a:ln>
        </p:spPr>
      </p:pic>
      <p:pic>
        <p:nvPicPr>
          <p:cNvPr id="7300" name="Google Shape;7300;p127"/>
          <p:cNvPicPr preferRelativeResize="0"/>
          <p:nvPr/>
        </p:nvPicPr>
        <p:blipFill rotWithShape="1">
          <a:blip r:embed="rId36">
            <a:alphaModFix/>
          </a:blip>
          <a:srcRect b="0" l="0" r="0" t="0"/>
          <a:stretch/>
        </p:blipFill>
        <p:spPr>
          <a:xfrm>
            <a:off x="-4543418" y="7361578"/>
            <a:ext cx="256682" cy="396543"/>
          </a:xfrm>
          <a:prstGeom prst="rect">
            <a:avLst/>
          </a:prstGeom>
          <a:noFill/>
          <a:ln>
            <a:noFill/>
          </a:ln>
        </p:spPr>
      </p:pic>
      <p:pic>
        <p:nvPicPr>
          <p:cNvPr id="7301" name="Google Shape;7301;p127"/>
          <p:cNvPicPr preferRelativeResize="0"/>
          <p:nvPr/>
        </p:nvPicPr>
        <p:blipFill rotWithShape="1">
          <a:blip r:embed="rId37">
            <a:alphaModFix/>
          </a:blip>
          <a:srcRect b="0" l="0" r="0" t="0"/>
          <a:stretch/>
        </p:blipFill>
        <p:spPr>
          <a:xfrm>
            <a:off x="5376897" y="7262797"/>
            <a:ext cx="634453" cy="547741"/>
          </a:xfrm>
          <a:prstGeom prst="rect">
            <a:avLst/>
          </a:prstGeom>
          <a:noFill/>
          <a:ln>
            <a:noFill/>
          </a:ln>
        </p:spPr>
      </p:pic>
      <p:pic>
        <p:nvPicPr>
          <p:cNvPr id="7302" name="Google Shape;7302;p127"/>
          <p:cNvPicPr preferRelativeResize="0"/>
          <p:nvPr/>
        </p:nvPicPr>
        <p:blipFill rotWithShape="1">
          <a:blip r:embed="rId38">
            <a:alphaModFix/>
          </a:blip>
          <a:srcRect b="0" l="0" r="0" t="0"/>
          <a:stretch/>
        </p:blipFill>
        <p:spPr>
          <a:xfrm>
            <a:off x="13633964" y="5595625"/>
            <a:ext cx="746229" cy="633863"/>
          </a:xfrm>
          <a:prstGeom prst="rect">
            <a:avLst/>
          </a:prstGeom>
          <a:noFill/>
          <a:ln>
            <a:noFill/>
          </a:ln>
        </p:spPr>
      </p:pic>
      <p:pic>
        <p:nvPicPr>
          <p:cNvPr id="7303" name="Google Shape;7303;p127"/>
          <p:cNvPicPr preferRelativeResize="0"/>
          <p:nvPr/>
        </p:nvPicPr>
        <p:blipFill rotWithShape="1">
          <a:blip r:embed="rId39">
            <a:alphaModFix/>
          </a:blip>
          <a:srcRect b="0" l="0" r="0" t="0"/>
          <a:stretch/>
        </p:blipFill>
        <p:spPr>
          <a:xfrm>
            <a:off x="13094868" y="6345045"/>
            <a:ext cx="577331" cy="590146"/>
          </a:xfrm>
          <a:prstGeom prst="rect">
            <a:avLst/>
          </a:prstGeom>
          <a:noFill/>
          <a:ln>
            <a:noFill/>
          </a:ln>
        </p:spPr>
      </p:pic>
      <p:pic>
        <p:nvPicPr>
          <p:cNvPr id="7304" name="Google Shape;7304;p127"/>
          <p:cNvPicPr preferRelativeResize="0"/>
          <p:nvPr/>
        </p:nvPicPr>
        <p:blipFill rotWithShape="1">
          <a:blip r:embed="rId40">
            <a:alphaModFix/>
          </a:blip>
          <a:srcRect b="0" l="0" r="0" t="0"/>
          <a:stretch/>
        </p:blipFill>
        <p:spPr>
          <a:xfrm>
            <a:off x="13722847" y="6226699"/>
            <a:ext cx="599425" cy="633860"/>
          </a:xfrm>
          <a:prstGeom prst="rect">
            <a:avLst/>
          </a:prstGeom>
          <a:noFill/>
          <a:ln>
            <a:noFill/>
          </a:ln>
        </p:spPr>
      </p:pic>
      <p:pic>
        <p:nvPicPr>
          <p:cNvPr id="7305" name="Google Shape;7305;p127"/>
          <p:cNvPicPr preferRelativeResize="0"/>
          <p:nvPr/>
        </p:nvPicPr>
        <p:blipFill rotWithShape="1">
          <a:blip r:embed="rId41">
            <a:alphaModFix/>
          </a:blip>
          <a:srcRect b="0" l="0" r="0" t="0"/>
          <a:stretch/>
        </p:blipFill>
        <p:spPr>
          <a:xfrm>
            <a:off x="12992868" y="5465484"/>
            <a:ext cx="485054" cy="874292"/>
          </a:xfrm>
          <a:prstGeom prst="rect">
            <a:avLst/>
          </a:prstGeom>
          <a:noFill/>
          <a:ln>
            <a:noFill/>
          </a:ln>
        </p:spPr>
      </p:pic>
      <p:sp>
        <p:nvSpPr>
          <p:cNvPr id="7306" name="Google Shape;7306;p127"/>
          <p:cNvSpPr/>
          <p:nvPr/>
        </p:nvSpPr>
        <p:spPr>
          <a:xfrm>
            <a:off x="6504029" y="7634678"/>
            <a:ext cx="620100" cy="198600"/>
          </a:xfrm>
          <a:prstGeom prst="wedgeRoundRectCallout">
            <a:avLst>
              <a:gd fmla="val -73788" name="adj1"/>
              <a:gd fmla="val 26786" name="adj2"/>
              <a:gd fmla="val 0" name="adj3"/>
            </a:avLst>
          </a:prstGeom>
          <a:solidFill>
            <a:srgbClr val="E6F0C8"/>
          </a:solidFill>
          <a:ln cap="flat" cmpd="sng" w="9525">
            <a:solidFill>
              <a:srgbClr val="00B050"/>
            </a:solidFill>
            <a:prstDash val="solid"/>
            <a:round/>
            <a:headEnd len="sm" w="sm" type="none"/>
            <a:tailEnd len="sm" w="sm" type="none"/>
          </a:ln>
        </p:spPr>
        <p:txBody>
          <a:bodyPr anchorCtr="0" anchor="ctr" bIns="0" lIns="72000" spcFirstLastPara="1" rIns="72000" wrap="square" tIns="0">
            <a:noAutofit/>
          </a:bodyPr>
          <a:lstStyle/>
          <a:p>
            <a:pPr indent="0" lvl="0" marL="0" marR="0" rtl="0" algn="just">
              <a:lnSpc>
                <a:spcPct val="100000"/>
              </a:lnSpc>
              <a:spcBef>
                <a:spcPts val="0"/>
              </a:spcBef>
              <a:spcAft>
                <a:spcPts val="0"/>
              </a:spcAft>
              <a:buNone/>
            </a:pPr>
            <a:r>
              <a:t/>
            </a:r>
            <a:endParaRPr sz="1000"/>
          </a:p>
        </p:txBody>
      </p:sp>
      <p:sp>
        <p:nvSpPr>
          <p:cNvPr id="7307" name="Google Shape;7307;p127"/>
          <p:cNvSpPr/>
          <p:nvPr/>
        </p:nvSpPr>
        <p:spPr>
          <a:xfrm>
            <a:off x="6504026" y="7280525"/>
            <a:ext cx="620100" cy="198600"/>
          </a:xfrm>
          <a:prstGeom prst="wedgeRoundRectCallout">
            <a:avLst>
              <a:gd fmla="val 67640" name="adj1"/>
              <a:gd fmla="val -31750" name="adj2"/>
              <a:gd fmla="val 0" name="adj3"/>
            </a:avLst>
          </a:prstGeom>
          <a:solidFill>
            <a:srgbClr val="F4CCCC"/>
          </a:solidFill>
          <a:ln cap="flat" cmpd="sng" w="9525">
            <a:solidFill>
              <a:srgbClr val="990000"/>
            </a:solidFill>
            <a:prstDash val="solid"/>
            <a:round/>
            <a:headEnd len="sm" w="sm" type="none"/>
            <a:tailEnd len="sm" w="sm" type="none"/>
          </a:ln>
        </p:spPr>
        <p:txBody>
          <a:bodyPr anchorCtr="0" anchor="ctr" bIns="0" lIns="72000" spcFirstLastPara="1" rIns="72000" wrap="square" tIns="0">
            <a:noAutofit/>
          </a:bodyPr>
          <a:lstStyle/>
          <a:p>
            <a:pPr indent="0" lvl="0" marL="0" marR="0" rtl="0" algn="just">
              <a:lnSpc>
                <a:spcPct val="100000"/>
              </a:lnSpc>
              <a:spcBef>
                <a:spcPts val="0"/>
              </a:spcBef>
              <a:spcAft>
                <a:spcPts val="0"/>
              </a:spcAft>
              <a:buNone/>
            </a:pPr>
            <a:r>
              <a:t/>
            </a:r>
            <a:endParaRPr sz="1000"/>
          </a:p>
        </p:txBody>
      </p:sp>
      <p:grpSp>
        <p:nvGrpSpPr>
          <p:cNvPr id="7308" name="Google Shape;7308;p127"/>
          <p:cNvGrpSpPr/>
          <p:nvPr/>
        </p:nvGrpSpPr>
        <p:grpSpPr>
          <a:xfrm>
            <a:off x="7467493" y="7406393"/>
            <a:ext cx="695100" cy="409994"/>
            <a:chOff x="7501125" y="1477581"/>
            <a:chExt cx="695100" cy="409994"/>
          </a:xfrm>
        </p:grpSpPr>
        <p:pic>
          <p:nvPicPr>
            <p:cNvPr id="7309" name="Google Shape;7309;p127"/>
            <p:cNvPicPr preferRelativeResize="0"/>
            <p:nvPr/>
          </p:nvPicPr>
          <p:blipFill rotWithShape="1">
            <a:blip r:embed="rId42">
              <a:alphaModFix/>
            </a:blip>
            <a:srcRect b="0" l="0" r="0" t="0"/>
            <a:stretch/>
          </p:blipFill>
          <p:spPr>
            <a:xfrm>
              <a:off x="7601707" y="1477581"/>
              <a:ext cx="391905" cy="324356"/>
            </a:xfrm>
            <a:prstGeom prst="rect">
              <a:avLst/>
            </a:prstGeom>
            <a:noFill/>
            <a:ln>
              <a:noFill/>
            </a:ln>
          </p:spPr>
        </p:pic>
        <p:sp>
          <p:nvSpPr>
            <p:cNvPr id="7310" name="Google Shape;7310;p127"/>
            <p:cNvSpPr txBox="1"/>
            <p:nvPr/>
          </p:nvSpPr>
          <p:spPr>
            <a:xfrm>
              <a:off x="7501125" y="1743875"/>
              <a:ext cx="695100" cy="1437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s-419" sz="1000"/>
                <a:t>Entidad</a:t>
              </a:r>
              <a:endParaRPr sz="1000"/>
            </a:p>
          </p:txBody>
        </p:sp>
      </p:grpSp>
      <p:grpSp>
        <p:nvGrpSpPr>
          <p:cNvPr id="7311" name="Google Shape;7311;p127"/>
          <p:cNvGrpSpPr/>
          <p:nvPr/>
        </p:nvGrpSpPr>
        <p:grpSpPr>
          <a:xfrm>
            <a:off x="4658342" y="7338126"/>
            <a:ext cx="1170526" cy="397084"/>
            <a:chOff x="934524" y="1335443"/>
            <a:chExt cx="1170526" cy="397084"/>
          </a:xfrm>
        </p:grpSpPr>
        <p:sp>
          <p:nvSpPr>
            <p:cNvPr id="7312" name="Google Shape;7312;p127"/>
            <p:cNvSpPr txBox="1"/>
            <p:nvPr/>
          </p:nvSpPr>
          <p:spPr>
            <a:xfrm>
              <a:off x="1272550" y="1336092"/>
              <a:ext cx="832500" cy="393900"/>
            </a:xfrm>
            <a:prstGeom prst="rect">
              <a:avLst/>
            </a:prstGeom>
            <a:noFill/>
            <a:ln>
              <a:noFill/>
            </a:ln>
          </p:spPr>
          <p:txBody>
            <a:bodyPr anchorCtr="0" anchor="t" bIns="18000" lIns="18000" spcFirstLastPara="1" rIns="18000" wrap="square" tIns="18000">
              <a:noAutofit/>
            </a:bodyPr>
            <a:lstStyle/>
            <a:p>
              <a:pPr indent="0" lvl="0" marL="0" rtl="0" algn="l">
                <a:spcBef>
                  <a:spcPts val="0"/>
                </a:spcBef>
                <a:spcAft>
                  <a:spcPts val="0"/>
                </a:spcAft>
                <a:buNone/>
              </a:pPr>
              <a:r>
                <a:rPr b="1" lang="es-419" sz="600">
                  <a:solidFill>
                    <a:srgbClr val="000000"/>
                  </a:solidFill>
                </a:rPr>
                <a:t>[</a:t>
              </a:r>
              <a:r>
                <a:rPr b="1" lang="es-419" sz="600"/>
                <a:t>...</a:t>
              </a:r>
              <a:r>
                <a:rPr b="1" lang="es-419" sz="600">
                  <a:solidFill>
                    <a:srgbClr val="000000"/>
                  </a:solidFill>
                </a:rPr>
                <a:t>] </a:t>
              </a:r>
              <a:endParaRPr b="1" sz="600"/>
            </a:p>
          </p:txBody>
        </p:sp>
        <p:pic>
          <p:nvPicPr>
            <p:cNvPr id="7313" name="Google Shape;7313;p127"/>
            <p:cNvPicPr preferRelativeResize="0"/>
            <p:nvPr/>
          </p:nvPicPr>
          <p:blipFill rotWithShape="1">
            <a:blip r:embed="rId43">
              <a:alphaModFix/>
            </a:blip>
            <a:srcRect b="0" l="73988" r="-415" t="0"/>
            <a:stretch/>
          </p:blipFill>
          <p:spPr>
            <a:xfrm>
              <a:off x="934524" y="1335443"/>
              <a:ext cx="338024" cy="397084"/>
            </a:xfrm>
            <a:prstGeom prst="rect">
              <a:avLst/>
            </a:prstGeom>
            <a:noFill/>
            <a:ln>
              <a:noFill/>
            </a:ln>
            <a:effectLst>
              <a:outerShdw blurRad="57150" rotWithShape="0" algn="bl" dir="5400000" dist="19050">
                <a:srgbClr val="000000">
                  <a:alpha val="50000"/>
                </a:srgbClr>
              </a:outerShdw>
            </a:effectLst>
          </p:spPr>
        </p:pic>
      </p:grpSp>
      <p:pic>
        <p:nvPicPr>
          <p:cNvPr id="7314" name="Google Shape;7314;p127"/>
          <p:cNvPicPr preferRelativeResize="0"/>
          <p:nvPr/>
        </p:nvPicPr>
        <p:blipFill rotWithShape="1">
          <a:blip r:embed="rId44">
            <a:alphaModFix/>
          </a:blip>
          <a:srcRect b="0" l="0" r="0" t="0"/>
          <a:stretch/>
        </p:blipFill>
        <p:spPr>
          <a:xfrm>
            <a:off x="10576718" y="5683540"/>
            <a:ext cx="457200" cy="457200"/>
          </a:xfrm>
          <a:prstGeom prst="rect">
            <a:avLst/>
          </a:prstGeom>
          <a:noFill/>
          <a:ln>
            <a:noFill/>
          </a:ln>
        </p:spPr>
      </p:pic>
      <p:pic>
        <p:nvPicPr>
          <p:cNvPr id="7315" name="Google Shape;7315;p127"/>
          <p:cNvPicPr preferRelativeResize="0"/>
          <p:nvPr/>
        </p:nvPicPr>
        <p:blipFill rotWithShape="1">
          <a:blip r:embed="rId45">
            <a:alphaModFix/>
          </a:blip>
          <a:srcRect b="0" l="0" r="0" t="0"/>
          <a:stretch/>
        </p:blipFill>
        <p:spPr>
          <a:xfrm>
            <a:off x="10567556" y="6315027"/>
            <a:ext cx="463550" cy="457200"/>
          </a:xfrm>
          <a:prstGeom prst="rect">
            <a:avLst/>
          </a:prstGeom>
          <a:noFill/>
          <a:ln>
            <a:noFill/>
          </a:ln>
        </p:spPr>
      </p:pic>
      <p:pic>
        <p:nvPicPr>
          <p:cNvPr id="7316" name="Google Shape;7316;p127"/>
          <p:cNvPicPr preferRelativeResize="0"/>
          <p:nvPr/>
        </p:nvPicPr>
        <p:blipFill rotWithShape="1">
          <a:blip r:embed="rId46">
            <a:alphaModFix/>
          </a:blip>
          <a:srcRect b="0" l="0" r="0" t="0"/>
          <a:stretch/>
        </p:blipFill>
        <p:spPr>
          <a:xfrm>
            <a:off x="-1995550" y="4847243"/>
            <a:ext cx="378937" cy="396778"/>
          </a:xfrm>
          <a:prstGeom prst="rect">
            <a:avLst/>
          </a:prstGeom>
          <a:noFill/>
          <a:ln>
            <a:noFill/>
          </a:ln>
        </p:spPr>
      </p:pic>
      <p:pic>
        <p:nvPicPr>
          <p:cNvPr id="7317" name="Google Shape;7317;p127"/>
          <p:cNvPicPr preferRelativeResize="0"/>
          <p:nvPr/>
        </p:nvPicPr>
        <p:blipFill rotWithShape="1">
          <a:blip r:embed="rId47">
            <a:alphaModFix/>
          </a:blip>
          <a:srcRect b="0" l="0" r="0" t="0"/>
          <a:stretch/>
        </p:blipFill>
        <p:spPr>
          <a:xfrm>
            <a:off x="-1789940" y="4254063"/>
            <a:ext cx="378937" cy="396778"/>
          </a:xfrm>
          <a:prstGeom prst="rect">
            <a:avLst/>
          </a:prstGeom>
          <a:noFill/>
          <a:ln>
            <a:noFill/>
          </a:ln>
        </p:spPr>
      </p:pic>
      <p:pic>
        <p:nvPicPr>
          <p:cNvPr id="7318" name="Google Shape;7318;p127"/>
          <p:cNvPicPr preferRelativeResize="0"/>
          <p:nvPr/>
        </p:nvPicPr>
        <p:blipFill rotWithShape="1">
          <a:blip r:embed="rId48">
            <a:alphaModFix/>
          </a:blip>
          <a:srcRect b="0" l="0" r="0" t="0"/>
          <a:stretch/>
        </p:blipFill>
        <p:spPr>
          <a:xfrm>
            <a:off x="-1972768" y="5981041"/>
            <a:ext cx="388146" cy="406422"/>
          </a:xfrm>
          <a:prstGeom prst="rect">
            <a:avLst/>
          </a:prstGeom>
          <a:noFill/>
          <a:ln>
            <a:noFill/>
          </a:ln>
        </p:spPr>
      </p:pic>
      <p:pic>
        <p:nvPicPr>
          <p:cNvPr id="7319" name="Google Shape;7319;p127"/>
          <p:cNvPicPr preferRelativeResize="0"/>
          <p:nvPr/>
        </p:nvPicPr>
        <p:blipFill rotWithShape="1">
          <a:blip r:embed="rId49">
            <a:alphaModFix/>
          </a:blip>
          <a:srcRect b="0" l="0" r="0" t="0"/>
          <a:stretch/>
        </p:blipFill>
        <p:spPr>
          <a:xfrm>
            <a:off x="-1995550" y="5411467"/>
            <a:ext cx="388146" cy="406422"/>
          </a:xfrm>
          <a:prstGeom prst="rect">
            <a:avLst/>
          </a:prstGeom>
          <a:noFill/>
          <a:ln>
            <a:noFill/>
          </a:ln>
        </p:spPr>
      </p:pic>
      <p:pic>
        <p:nvPicPr>
          <p:cNvPr id="7320" name="Google Shape;7320;p127"/>
          <p:cNvPicPr preferRelativeResize="0"/>
          <p:nvPr/>
        </p:nvPicPr>
        <p:blipFill>
          <a:blip r:embed="rId50">
            <a:alphaModFix/>
          </a:blip>
          <a:stretch>
            <a:fillRect/>
          </a:stretch>
        </p:blipFill>
        <p:spPr>
          <a:xfrm>
            <a:off x="-1558039" y="4821476"/>
            <a:ext cx="426389" cy="445579"/>
          </a:xfrm>
          <a:prstGeom prst="rect">
            <a:avLst/>
          </a:prstGeom>
          <a:noFill/>
          <a:ln>
            <a:noFill/>
          </a:ln>
        </p:spPr>
      </p:pic>
      <p:pic>
        <p:nvPicPr>
          <p:cNvPr id="7321" name="Google Shape;7321;p127"/>
          <p:cNvPicPr preferRelativeResize="0"/>
          <p:nvPr/>
        </p:nvPicPr>
        <p:blipFill>
          <a:blip r:embed="rId51">
            <a:alphaModFix/>
          </a:blip>
          <a:stretch>
            <a:fillRect/>
          </a:stretch>
        </p:blipFill>
        <p:spPr>
          <a:xfrm>
            <a:off x="-1568876" y="5401255"/>
            <a:ext cx="426389" cy="445578"/>
          </a:xfrm>
          <a:prstGeom prst="rect">
            <a:avLst/>
          </a:prstGeom>
          <a:noFill/>
          <a:ln>
            <a:noFill/>
          </a:ln>
        </p:spPr>
      </p:pic>
      <p:pic>
        <p:nvPicPr>
          <p:cNvPr id="7322" name="Google Shape;7322;p127"/>
          <p:cNvPicPr preferRelativeResize="0"/>
          <p:nvPr/>
        </p:nvPicPr>
        <p:blipFill rotWithShape="1">
          <a:blip r:embed="rId52">
            <a:alphaModFix/>
          </a:blip>
          <a:srcRect b="0" l="0" r="0" t="0"/>
          <a:stretch/>
        </p:blipFill>
        <p:spPr>
          <a:xfrm>
            <a:off x="-306632" y="7466472"/>
            <a:ext cx="248756" cy="143693"/>
          </a:xfrm>
          <a:prstGeom prst="rect">
            <a:avLst/>
          </a:prstGeom>
          <a:noFill/>
          <a:ln>
            <a:noFill/>
          </a:ln>
        </p:spPr>
      </p:pic>
      <p:pic>
        <p:nvPicPr>
          <p:cNvPr id="7323" name="Google Shape;7323;p127"/>
          <p:cNvPicPr preferRelativeResize="0"/>
          <p:nvPr/>
        </p:nvPicPr>
        <p:blipFill rotWithShape="1">
          <a:blip r:embed="rId53">
            <a:alphaModFix/>
          </a:blip>
          <a:srcRect b="0" l="0" r="0" t="0"/>
          <a:stretch/>
        </p:blipFill>
        <p:spPr>
          <a:xfrm>
            <a:off x="90890" y="7399909"/>
            <a:ext cx="340210" cy="167994"/>
          </a:xfrm>
          <a:prstGeom prst="rect">
            <a:avLst/>
          </a:prstGeom>
          <a:noFill/>
          <a:ln>
            <a:noFill/>
          </a:ln>
        </p:spPr>
      </p:pic>
      <p:pic>
        <p:nvPicPr>
          <p:cNvPr id="7324" name="Google Shape;7324;p127"/>
          <p:cNvPicPr preferRelativeResize="0"/>
          <p:nvPr/>
        </p:nvPicPr>
        <p:blipFill rotWithShape="1">
          <a:blip r:embed="rId54">
            <a:alphaModFix/>
          </a:blip>
          <a:srcRect b="0" l="0" r="0" t="0"/>
          <a:stretch/>
        </p:blipFill>
        <p:spPr>
          <a:xfrm>
            <a:off x="1378567" y="7357647"/>
            <a:ext cx="142668" cy="239841"/>
          </a:xfrm>
          <a:prstGeom prst="rect">
            <a:avLst/>
          </a:prstGeom>
          <a:noFill/>
          <a:ln>
            <a:noFill/>
          </a:ln>
        </p:spPr>
      </p:pic>
      <p:pic>
        <p:nvPicPr>
          <p:cNvPr id="7325" name="Google Shape;7325;p127"/>
          <p:cNvPicPr preferRelativeResize="0"/>
          <p:nvPr/>
        </p:nvPicPr>
        <p:blipFill rotWithShape="1">
          <a:blip r:embed="rId55">
            <a:alphaModFix/>
          </a:blip>
          <a:srcRect b="0" l="0" r="0" t="0"/>
          <a:stretch/>
        </p:blipFill>
        <p:spPr>
          <a:xfrm>
            <a:off x="1713899" y="7347081"/>
            <a:ext cx="271924" cy="239841"/>
          </a:xfrm>
          <a:prstGeom prst="rect">
            <a:avLst/>
          </a:prstGeom>
          <a:noFill/>
          <a:ln>
            <a:noFill/>
          </a:ln>
        </p:spPr>
      </p:pic>
      <p:pic>
        <p:nvPicPr>
          <p:cNvPr id="7326" name="Google Shape;7326;p127"/>
          <p:cNvPicPr preferRelativeResize="0"/>
          <p:nvPr/>
        </p:nvPicPr>
        <p:blipFill rotWithShape="1">
          <a:blip r:embed="rId56">
            <a:alphaModFix/>
          </a:blip>
          <a:srcRect b="0" l="0" r="0" t="0"/>
          <a:stretch/>
        </p:blipFill>
        <p:spPr>
          <a:xfrm>
            <a:off x="601814" y="7441115"/>
            <a:ext cx="179250" cy="95091"/>
          </a:xfrm>
          <a:prstGeom prst="rect">
            <a:avLst/>
          </a:prstGeom>
          <a:noFill/>
          <a:ln>
            <a:noFill/>
          </a:ln>
        </p:spPr>
      </p:pic>
      <p:pic>
        <p:nvPicPr>
          <p:cNvPr id="7327" name="Google Shape;7327;p127"/>
          <p:cNvPicPr preferRelativeResize="0"/>
          <p:nvPr/>
        </p:nvPicPr>
        <p:blipFill rotWithShape="1">
          <a:blip r:embed="rId57">
            <a:alphaModFix/>
          </a:blip>
          <a:srcRect b="0" l="0" r="0" t="0"/>
          <a:stretch/>
        </p:blipFill>
        <p:spPr>
          <a:xfrm>
            <a:off x="961535" y="7286856"/>
            <a:ext cx="264608" cy="359233"/>
          </a:xfrm>
          <a:prstGeom prst="rect">
            <a:avLst/>
          </a:prstGeom>
          <a:noFill/>
          <a:ln>
            <a:noFill/>
          </a:ln>
        </p:spPr>
      </p:pic>
      <p:pic>
        <p:nvPicPr>
          <p:cNvPr id="7328" name="Google Shape;7328;p127"/>
          <p:cNvPicPr preferRelativeResize="0"/>
          <p:nvPr/>
        </p:nvPicPr>
        <p:blipFill rotWithShape="1">
          <a:blip r:embed="rId58">
            <a:alphaModFix/>
          </a:blip>
          <a:srcRect b="0" l="0" r="0" t="0"/>
          <a:stretch/>
        </p:blipFill>
        <p:spPr>
          <a:xfrm>
            <a:off x="-1324824" y="7330704"/>
            <a:ext cx="178031" cy="96147"/>
          </a:xfrm>
          <a:prstGeom prst="rect">
            <a:avLst/>
          </a:prstGeom>
          <a:noFill/>
          <a:ln>
            <a:noFill/>
          </a:ln>
        </p:spPr>
      </p:pic>
      <p:pic>
        <p:nvPicPr>
          <p:cNvPr id="7329" name="Google Shape;7329;p127"/>
          <p:cNvPicPr preferRelativeResize="0"/>
          <p:nvPr/>
        </p:nvPicPr>
        <p:blipFill rotWithShape="1">
          <a:blip r:embed="rId59">
            <a:alphaModFix/>
          </a:blip>
          <a:srcRect b="0" l="0" r="0" t="0"/>
          <a:stretch/>
        </p:blipFill>
        <p:spPr>
          <a:xfrm>
            <a:off x="-772440" y="7263612"/>
            <a:ext cx="264608" cy="360289"/>
          </a:xfrm>
          <a:prstGeom prst="rect">
            <a:avLst/>
          </a:prstGeom>
          <a:noFill/>
          <a:ln>
            <a:noFill/>
          </a:ln>
        </p:spPr>
      </p:pic>
      <p:pic>
        <p:nvPicPr>
          <p:cNvPr id="7330" name="Google Shape;7330;p127"/>
          <p:cNvPicPr preferRelativeResize="0"/>
          <p:nvPr/>
        </p:nvPicPr>
        <p:blipFill rotWithShape="1">
          <a:blip r:embed="rId60">
            <a:alphaModFix/>
          </a:blip>
          <a:srcRect b="0" l="0" r="0" t="0"/>
          <a:stretch/>
        </p:blipFill>
        <p:spPr>
          <a:xfrm>
            <a:off x="-1807434" y="7307987"/>
            <a:ext cx="248756" cy="143693"/>
          </a:xfrm>
          <a:prstGeom prst="rect">
            <a:avLst/>
          </a:prstGeom>
          <a:noFill/>
          <a:ln>
            <a:noFill/>
          </a:ln>
        </p:spPr>
      </p:pic>
      <p:pic>
        <p:nvPicPr>
          <p:cNvPr id="7331" name="Google Shape;7331;p127"/>
          <p:cNvPicPr preferRelativeResize="0"/>
          <p:nvPr/>
        </p:nvPicPr>
        <p:blipFill rotWithShape="1">
          <a:blip r:embed="rId61">
            <a:alphaModFix/>
          </a:blip>
          <a:srcRect b="0" l="0" r="0" t="0"/>
          <a:stretch/>
        </p:blipFill>
        <p:spPr>
          <a:xfrm>
            <a:off x="-2265646" y="7294780"/>
            <a:ext cx="338990" cy="167994"/>
          </a:xfrm>
          <a:prstGeom prst="rect">
            <a:avLst/>
          </a:prstGeom>
          <a:noFill/>
          <a:ln>
            <a:noFill/>
          </a:ln>
        </p:spPr>
      </p:pic>
      <p:pic>
        <p:nvPicPr>
          <p:cNvPr id="7332" name="Google Shape;7332;p127"/>
          <p:cNvPicPr preferRelativeResize="0"/>
          <p:nvPr/>
        </p:nvPicPr>
        <p:blipFill rotWithShape="1">
          <a:blip r:embed="rId62">
            <a:alphaModFix/>
          </a:blip>
          <a:srcRect b="0" l="0" r="0" t="0"/>
          <a:stretch/>
        </p:blipFill>
        <p:spPr>
          <a:xfrm>
            <a:off x="-2540587" y="7276291"/>
            <a:ext cx="142668" cy="239841"/>
          </a:xfrm>
          <a:prstGeom prst="rect">
            <a:avLst/>
          </a:prstGeom>
          <a:noFill/>
          <a:ln>
            <a:noFill/>
          </a:ln>
        </p:spPr>
      </p:pic>
      <p:pic>
        <p:nvPicPr>
          <p:cNvPr id="7333" name="Google Shape;7333;p127"/>
          <p:cNvPicPr preferRelativeResize="0"/>
          <p:nvPr/>
        </p:nvPicPr>
        <p:blipFill rotWithShape="1">
          <a:blip r:embed="rId63">
            <a:alphaModFix/>
          </a:blip>
          <a:srcRect b="0" l="0" r="0" t="0"/>
          <a:stretch/>
        </p:blipFill>
        <p:spPr>
          <a:xfrm>
            <a:off x="-2983102" y="7206201"/>
            <a:ext cx="271924" cy="238784"/>
          </a:xfrm>
          <a:prstGeom prst="rect">
            <a:avLst/>
          </a:prstGeom>
          <a:noFill/>
          <a:ln>
            <a:noFill/>
          </a:ln>
        </p:spPr>
      </p:pic>
      <p:pic>
        <p:nvPicPr>
          <p:cNvPr id="7334" name="Google Shape;7334;p127"/>
          <p:cNvPicPr preferRelativeResize="0"/>
          <p:nvPr/>
        </p:nvPicPr>
        <p:blipFill rotWithShape="1">
          <a:blip r:embed="rId64">
            <a:alphaModFix/>
          </a:blip>
          <a:srcRect b="0" l="0" r="0" t="0"/>
          <a:stretch/>
        </p:blipFill>
        <p:spPr>
          <a:xfrm>
            <a:off x="137400" y="7598390"/>
            <a:ext cx="336432" cy="323310"/>
          </a:xfrm>
          <a:prstGeom prst="rect">
            <a:avLst/>
          </a:prstGeom>
          <a:noFill/>
          <a:ln>
            <a:noFill/>
          </a:ln>
        </p:spPr>
      </p:pic>
      <p:pic>
        <p:nvPicPr>
          <p:cNvPr id="7335" name="Google Shape;7335;p127"/>
          <p:cNvPicPr preferRelativeResize="0"/>
          <p:nvPr/>
        </p:nvPicPr>
        <p:blipFill rotWithShape="1">
          <a:blip r:embed="rId65">
            <a:alphaModFix/>
          </a:blip>
          <a:srcRect b="0" l="0" r="0" t="0"/>
          <a:stretch/>
        </p:blipFill>
        <p:spPr>
          <a:xfrm>
            <a:off x="-1343985" y="7564576"/>
            <a:ext cx="425340" cy="311480"/>
          </a:xfrm>
          <a:prstGeom prst="rect">
            <a:avLst/>
          </a:prstGeom>
          <a:noFill/>
          <a:ln>
            <a:noFill/>
          </a:ln>
        </p:spPr>
      </p:pic>
      <p:pic>
        <p:nvPicPr>
          <p:cNvPr id="7336" name="Google Shape;7336;p127"/>
          <p:cNvPicPr preferRelativeResize="0"/>
          <p:nvPr/>
        </p:nvPicPr>
        <p:blipFill rotWithShape="1">
          <a:blip r:embed="rId66">
            <a:alphaModFix/>
          </a:blip>
          <a:srcRect b="0" l="0" r="0" t="0"/>
          <a:stretch/>
        </p:blipFill>
        <p:spPr>
          <a:xfrm>
            <a:off x="-1853077" y="7578245"/>
            <a:ext cx="425341" cy="311480"/>
          </a:xfrm>
          <a:prstGeom prst="rect">
            <a:avLst/>
          </a:prstGeom>
          <a:noFill/>
          <a:ln>
            <a:noFill/>
          </a:ln>
        </p:spPr>
      </p:pic>
      <p:pic>
        <p:nvPicPr>
          <p:cNvPr id="7337" name="Google Shape;7337;p127"/>
          <p:cNvPicPr preferRelativeResize="0"/>
          <p:nvPr/>
        </p:nvPicPr>
        <p:blipFill rotWithShape="1">
          <a:blip r:embed="rId67">
            <a:alphaModFix/>
          </a:blip>
          <a:srcRect b="0" l="0" r="0" t="0"/>
          <a:stretch/>
        </p:blipFill>
        <p:spPr>
          <a:xfrm>
            <a:off x="-232643" y="7603825"/>
            <a:ext cx="323532" cy="311479"/>
          </a:xfrm>
          <a:prstGeom prst="rect">
            <a:avLst/>
          </a:prstGeom>
          <a:noFill/>
          <a:ln>
            <a:noFill/>
          </a:ln>
        </p:spPr>
      </p:pic>
      <p:pic>
        <p:nvPicPr>
          <p:cNvPr id="7338" name="Google Shape;7338;p127"/>
          <p:cNvPicPr preferRelativeResize="0"/>
          <p:nvPr/>
        </p:nvPicPr>
        <p:blipFill rotWithShape="1">
          <a:blip r:embed="rId68">
            <a:alphaModFix/>
          </a:blip>
          <a:srcRect b="0" l="0" r="0" t="0"/>
          <a:stretch/>
        </p:blipFill>
        <p:spPr>
          <a:xfrm>
            <a:off x="-2384757" y="7564576"/>
            <a:ext cx="389215" cy="359399"/>
          </a:xfrm>
          <a:prstGeom prst="rect">
            <a:avLst/>
          </a:prstGeom>
          <a:noFill/>
          <a:ln>
            <a:noFill/>
          </a:ln>
        </p:spPr>
      </p:pic>
      <p:pic>
        <p:nvPicPr>
          <p:cNvPr id="7339" name="Google Shape;7339;p127"/>
          <p:cNvPicPr preferRelativeResize="0"/>
          <p:nvPr/>
        </p:nvPicPr>
        <p:blipFill rotWithShape="1">
          <a:blip r:embed="rId69">
            <a:alphaModFix/>
          </a:blip>
          <a:srcRect b="0" l="0" r="0" t="0"/>
          <a:stretch/>
        </p:blipFill>
        <p:spPr>
          <a:xfrm>
            <a:off x="-2847082" y="7564576"/>
            <a:ext cx="389215" cy="359399"/>
          </a:xfrm>
          <a:prstGeom prst="rect">
            <a:avLst/>
          </a:prstGeom>
          <a:noFill/>
          <a:ln>
            <a:noFill/>
          </a:ln>
        </p:spPr>
      </p:pic>
      <p:pic>
        <p:nvPicPr>
          <p:cNvPr id="7340" name="Google Shape;7340;p127"/>
          <p:cNvPicPr preferRelativeResize="0"/>
          <p:nvPr/>
        </p:nvPicPr>
        <p:blipFill rotWithShape="1">
          <a:blip r:embed="rId70">
            <a:alphaModFix/>
          </a:blip>
          <a:srcRect b="0" l="0" r="0" t="0"/>
          <a:stretch/>
        </p:blipFill>
        <p:spPr>
          <a:xfrm>
            <a:off x="-1171656" y="7261352"/>
            <a:ext cx="478001" cy="364777"/>
          </a:xfrm>
          <a:prstGeom prst="rect">
            <a:avLst/>
          </a:prstGeom>
          <a:noFill/>
          <a:ln>
            <a:noFill/>
          </a:ln>
        </p:spPr>
      </p:pic>
      <p:pic>
        <p:nvPicPr>
          <p:cNvPr descr="Resultado de imagen de icono lapiz" id="7341" name="Google Shape;7341;p127"/>
          <p:cNvPicPr preferRelativeResize="0"/>
          <p:nvPr/>
        </p:nvPicPr>
        <p:blipFill rotWithShape="1">
          <a:blip r:embed="rId71">
            <a:alphaModFix/>
          </a:blip>
          <a:srcRect b="0" l="0" r="0" t="0"/>
          <a:stretch/>
        </p:blipFill>
        <p:spPr>
          <a:xfrm>
            <a:off x="1842051" y="7688199"/>
            <a:ext cx="173153" cy="150032"/>
          </a:xfrm>
          <a:prstGeom prst="rect">
            <a:avLst/>
          </a:prstGeom>
          <a:noFill/>
          <a:ln>
            <a:noFill/>
          </a:ln>
        </p:spPr>
      </p:pic>
      <p:pic>
        <p:nvPicPr>
          <p:cNvPr descr="Resultado de imagen de icono lapicero" id="7342" name="Google Shape;7342;p127"/>
          <p:cNvPicPr preferRelativeResize="0"/>
          <p:nvPr/>
        </p:nvPicPr>
        <p:blipFill rotWithShape="1">
          <a:blip r:embed="rId72">
            <a:alphaModFix/>
          </a:blip>
          <a:srcRect b="0" l="0" r="0" t="0"/>
          <a:stretch/>
        </p:blipFill>
        <p:spPr>
          <a:xfrm>
            <a:off x="1686194" y="7653323"/>
            <a:ext cx="155857" cy="135046"/>
          </a:xfrm>
          <a:prstGeom prst="rect">
            <a:avLst/>
          </a:prstGeom>
          <a:noFill/>
          <a:ln>
            <a:noFill/>
          </a:ln>
        </p:spPr>
      </p:pic>
      <p:pic>
        <p:nvPicPr>
          <p:cNvPr id="7343" name="Google Shape;7343;p127"/>
          <p:cNvPicPr preferRelativeResize="0"/>
          <p:nvPr/>
        </p:nvPicPr>
        <p:blipFill rotWithShape="1">
          <a:blip r:embed="rId73">
            <a:alphaModFix/>
          </a:blip>
          <a:srcRect b="0" l="0" r="0" t="0"/>
          <a:stretch/>
        </p:blipFill>
        <p:spPr>
          <a:xfrm rot="6798590">
            <a:off x="953240" y="7675070"/>
            <a:ext cx="294009" cy="289796"/>
          </a:xfrm>
          <a:prstGeom prst="rect">
            <a:avLst/>
          </a:prstGeom>
          <a:noFill/>
          <a:ln>
            <a:noFill/>
          </a:ln>
        </p:spPr>
      </p:pic>
      <p:pic>
        <p:nvPicPr>
          <p:cNvPr id="7344" name="Google Shape;7344;p127"/>
          <p:cNvPicPr preferRelativeResize="0"/>
          <p:nvPr/>
        </p:nvPicPr>
        <p:blipFill rotWithShape="1">
          <a:blip r:embed="rId73">
            <a:alphaModFix/>
          </a:blip>
          <a:srcRect b="0" l="0" r="0" t="0"/>
          <a:stretch/>
        </p:blipFill>
        <p:spPr>
          <a:xfrm>
            <a:off x="1309594" y="7786045"/>
            <a:ext cx="260373" cy="199619"/>
          </a:xfrm>
          <a:prstGeom prst="rect">
            <a:avLst/>
          </a:prstGeom>
          <a:noFill/>
          <a:ln>
            <a:noFill/>
          </a:ln>
        </p:spPr>
      </p:pic>
      <p:pic>
        <p:nvPicPr>
          <p:cNvPr id="7345" name="Google Shape;7345;p127"/>
          <p:cNvPicPr preferRelativeResize="0"/>
          <p:nvPr/>
        </p:nvPicPr>
        <p:blipFill rotWithShape="1">
          <a:blip r:embed="rId74">
            <a:alphaModFix/>
          </a:blip>
          <a:srcRect b="0" l="0" r="0" t="0"/>
          <a:stretch/>
        </p:blipFill>
        <p:spPr>
          <a:xfrm>
            <a:off x="-706773" y="7627301"/>
            <a:ext cx="298566" cy="266270"/>
          </a:xfrm>
          <a:prstGeom prst="rect">
            <a:avLst/>
          </a:prstGeom>
          <a:noFill/>
          <a:ln>
            <a:noFill/>
          </a:ln>
        </p:spPr>
      </p:pic>
      <p:pic>
        <p:nvPicPr>
          <p:cNvPr id="7346" name="Google Shape;7346;p127"/>
          <p:cNvPicPr preferRelativeResize="0"/>
          <p:nvPr/>
        </p:nvPicPr>
        <p:blipFill rotWithShape="1">
          <a:blip r:embed="rId75">
            <a:alphaModFix/>
          </a:blip>
          <a:srcRect b="0" l="0" r="0" t="0"/>
          <a:stretch/>
        </p:blipFill>
        <p:spPr>
          <a:xfrm>
            <a:off x="625306" y="7646089"/>
            <a:ext cx="227569" cy="131343"/>
          </a:xfrm>
          <a:prstGeom prst="rect">
            <a:avLst/>
          </a:prstGeom>
          <a:noFill/>
          <a:ln>
            <a:noFill/>
          </a:ln>
        </p:spPr>
      </p:pic>
      <p:pic>
        <p:nvPicPr>
          <p:cNvPr id="7347" name="Google Shape;7347;p127"/>
          <p:cNvPicPr preferRelativeResize="0"/>
          <p:nvPr/>
        </p:nvPicPr>
        <p:blipFill rotWithShape="1">
          <a:blip r:embed="rId76">
            <a:alphaModFix/>
          </a:blip>
          <a:srcRect b="0" l="0" r="0" t="0"/>
          <a:stretch/>
        </p:blipFill>
        <p:spPr>
          <a:xfrm rot="-8707136">
            <a:off x="436889" y="7820853"/>
            <a:ext cx="163258" cy="201694"/>
          </a:xfrm>
          <a:prstGeom prst="rect">
            <a:avLst/>
          </a:prstGeom>
          <a:noFill/>
          <a:ln>
            <a:noFill/>
          </a:ln>
        </p:spPr>
      </p:pic>
      <p:pic>
        <p:nvPicPr>
          <p:cNvPr id="7348" name="Google Shape;7348;p127"/>
          <p:cNvPicPr preferRelativeResize="0"/>
          <p:nvPr/>
        </p:nvPicPr>
        <p:blipFill rotWithShape="1">
          <a:blip r:embed="rId77">
            <a:alphaModFix/>
          </a:blip>
          <a:srcRect b="0" l="0" r="0" t="0"/>
          <a:stretch/>
        </p:blipFill>
        <p:spPr>
          <a:xfrm>
            <a:off x="-5174752" y="3476526"/>
            <a:ext cx="361271" cy="674438"/>
          </a:xfrm>
          <a:prstGeom prst="rect">
            <a:avLst/>
          </a:prstGeom>
          <a:noFill/>
          <a:ln>
            <a:noFill/>
          </a:ln>
        </p:spPr>
      </p:pic>
      <p:pic>
        <p:nvPicPr>
          <p:cNvPr id="7349" name="Google Shape;7349;p127"/>
          <p:cNvPicPr preferRelativeResize="0"/>
          <p:nvPr/>
        </p:nvPicPr>
        <p:blipFill rotWithShape="1">
          <a:blip r:embed="rId78">
            <a:alphaModFix/>
          </a:blip>
          <a:srcRect b="0" l="0" r="0" t="0"/>
          <a:stretch/>
        </p:blipFill>
        <p:spPr>
          <a:xfrm>
            <a:off x="-4168283" y="3587610"/>
            <a:ext cx="661841" cy="674437"/>
          </a:xfrm>
          <a:prstGeom prst="rect">
            <a:avLst/>
          </a:prstGeom>
          <a:noFill/>
          <a:ln>
            <a:noFill/>
          </a:ln>
        </p:spPr>
      </p:pic>
      <p:pic>
        <p:nvPicPr>
          <p:cNvPr id="7350" name="Google Shape;7350;p127"/>
          <p:cNvPicPr preferRelativeResize="0"/>
          <p:nvPr/>
        </p:nvPicPr>
        <p:blipFill rotWithShape="1">
          <a:blip r:embed="rId79">
            <a:alphaModFix/>
          </a:blip>
          <a:srcRect b="0" l="0" r="0" t="0"/>
          <a:stretch/>
        </p:blipFill>
        <p:spPr>
          <a:xfrm>
            <a:off x="-4620607" y="3514215"/>
            <a:ext cx="361271" cy="674438"/>
          </a:xfrm>
          <a:prstGeom prst="rect">
            <a:avLst/>
          </a:prstGeom>
          <a:noFill/>
          <a:ln>
            <a:noFill/>
          </a:ln>
        </p:spPr>
      </p:pic>
      <p:pic>
        <p:nvPicPr>
          <p:cNvPr id="7351" name="Google Shape;7351;p127"/>
          <p:cNvPicPr preferRelativeResize="0"/>
          <p:nvPr/>
        </p:nvPicPr>
        <p:blipFill rotWithShape="1">
          <a:blip r:embed="rId80">
            <a:alphaModFix/>
          </a:blip>
          <a:srcRect b="0" l="0" r="0" t="0"/>
          <a:stretch/>
        </p:blipFill>
        <p:spPr>
          <a:xfrm>
            <a:off x="-2745717" y="1324276"/>
            <a:ext cx="219308" cy="674437"/>
          </a:xfrm>
          <a:prstGeom prst="rect">
            <a:avLst/>
          </a:prstGeom>
          <a:noFill/>
          <a:ln>
            <a:noFill/>
          </a:ln>
        </p:spPr>
      </p:pic>
      <p:pic>
        <p:nvPicPr>
          <p:cNvPr id="7352" name="Google Shape;7352;p127"/>
          <p:cNvPicPr preferRelativeResize="0"/>
          <p:nvPr/>
        </p:nvPicPr>
        <p:blipFill rotWithShape="1">
          <a:blip r:embed="rId81">
            <a:alphaModFix/>
          </a:blip>
          <a:srcRect b="0" l="0" r="0" t="0"/>
          <a:stretch/>
        </p:blipFill>
        <p:spPr>
          <a:xfrm>
            <a:off x="-4747884" y="960277"/>
            <a:ext cx="315256" cy="674438"/>
          </a:xfrm>
          <a:prstGeom prst="rect">
            <a:avLst/>
          </a:prstGeom>
          <a:noFill/>
          <a:ln>
            <a:noFill/>
          </a:ln>
        </p:spPr>
      </p:pic>
      <p:pic>
        <p:nvPicPr>
          <p:cNvPr id="7353" name="Google Shape;7353;p127"/>
          <p:cNvPicPr preferRelativeResize="0"/>
          <p:nvPr/>
        </p:nvPicPr>
        <p:blipFill rotWithShape="1">
          <a:blip r:embed="rId82">
            <a:alphaModFix/>
          </a:blip>
          <a:srcRect b="0" l="0" r="0" t="0"/>
          <a:stretch/>
        </p:blipFill>
        <p:spPr>
          <a:xfrm>
            <a:off x="-3792326" y="970196"/>
            <a:ext cx="315256" cy="674438"/>
          </a:xfrm>
          <a:prstGeom prst="rect">
            <a:avLst/>
          </a:prstGeom>
          <a:noFill/>
          <a:ln>
            <a:noFill/>
          </a:ln>
        </p:spPr>
      </p:pic>
      <p:pic>
        <p:nvPicPr>
          <p:cNvPr id="7354" name="Google Shape;7354;p127"/>
          <p:cNvPicPr preferRelativeResize="0"/>
          <p:nvPr/>
        </p:nvPicPr>
        <p:blipFill rotWithShape="1">
          <a:blip r:embed="rId83">
            <a:alphaModFix/>
          </a:blip>
          <a:srcRect b="0" l="0" r="0" t="0"/>
          <a:stretch/>
        </p:blipFill>
        <p:spPr>
          <a:xfrm>
            <a:off x="-4284791" y="970196"/>
            <a:ext cx="291758" cy="674438"/>
          </a:xfrm>
          <a:prstGeom prst="rect">
            <a:avLst/>
          </a:prstGeom>
          <a:noFill/>
          <a:ln>
            <a:noFill/>
          </a:ln>
        </p:spPr>
      </p:pic>
      <p:pic>
        <p:nvPicPr>
          <p:cNvPr id="7355" name="Google Shape;7355;p127"/>
          <p:cNvPicPr preferRelativeResize="0"/>
          <p:nvPr/>
        </p:nvPicPr>
        <p:blipFill rotWithShape="1">
          <a:blip r:embed="rId84">
            <a:alphaModFix/>
          </a:blip>
          <a:srcRect b="0" l="0" r="0" t="0"/>
          <a:stretch/>
        </p:blipFill>
        <p:spPr>
          <a:xfrm>
            <a:off x="-5173773" y="945400"/>
            <a:ext cx="219308" cy="674437"/>
          </a:xfrm>
          <a:prstGeom prst="rect">
            <a:avLst/>
          </a:prstGeom>
          <a:noFill/>
          <a:ln>
            <a:noFill/>
          </a:ln>
        </p:spPr>
      </p:pic>
      <p:pic>
        <p:nvPicPr>
          <p:cNvPr id="7356" name="Google Shape;7356;p127"/>
          <p:cNvPicPr preferRelativeResize="0"/>
          <p:nvPr/>
        </p:nvPicPr>
        <p:blipFill rotWithShape="1">
          <a:blip r:embed="rId85">
            <a:alphaModFix/>
          </a:blip>
          <a:srcRect b="0" l="0" r="0" t="0"/>
          <a:stretch/>
        </p:blipFill>
        <p:spPr>
          <a:xfrm>
            <a:off x="-3060973" y="2682077"/>
            <a:ext cx="518899" cy="674438"/>
          </a:xfrm>
          <a:prstGeom prst="rect">
            <a:avLst/>
          </a:prstGeom>
          <a:noFill/>
          <a:ln>
            <a:noFill/>
          </a:ln>
        </p:spPr>
      </p:pic>
      <p:pic>
        <p:nvPicPr>
          <p:cNvPr id="7357" name="Google Shape;7357;p127"/>
          <p:cNvPicPr preferRelativeResize="0"/>
          <p:nvPr/>
        </p:nvPicPr>
        <p:blipFill rotWithShape="1">
          <a:blip r:embed="rId86">
            <a:alphaModFix/>
          </a:blip>
          <a:srcRect b="0" l="0" r="0" t="0"/>
          <a:stretch/>
        </p:blipFill>
        <p:spPr>
          <a:xfrm>
            <a:off x="-3139297" y="1323284"/>
            <a:ext cx="290779" cy="674438"/>
          </a:xfrm>
          <a:prstGeom prst="rect">
            <a:avLst/>
          </a:prstGeom>
          <a:noFill/>
          <a:ln>
            <a:noFill/>
          </a:ln>
        </p:spPr>
      </p:pic>
      <p:pic>
        <p:nvPicPr>
          <p:cNvPr id="7358" name="Google Shape;7358;p127"/>
          <p:cNvPicPr preferRelativeResize="0"/>
          <p:nvPr/>
        </p:nvPicPr>
        <p:blipFill rotWithShape="1">
          <a:blip r:embed="rId87">
            <a:alphaModFix/>
          </a:blip>
          <a:srcRect b="0" l="0" r="0" t="0"/>
          <a:stretch/>
        </p:blipFill>
        <p:spPr>
          <a:xfrm>
            <a:off x="-2772151" y="2189143"/>
            <a:ext cx="314276" cy="360031"/>
          </a:xfrm>
          <a:prstGeom prst="rect">
            <a:avLst/>
          </a:prstGeom>
          <a:noFill/>
          <a:ln>
            <a:noFill/>
          </a:ln>
        </p:spPr>
      </p:pic>
      <p:pic>
        <p:nvPicPr>
          <p:cNvPr id="7359" name="Google Shape;7359;p127"/>
          <p:cNvPicPr preferRelativeResize="0"/>
          <p:nvPr/>
        </p:nvPicPr>
        <p:blipFill rotWithShape="1">
          <a:blip r:embed="rId88">
            <a:alphaModFix/>
          </a:blip>
          <a:srcRect b="0" l="0" r="0" t="0"/>
          <a:stretch/>
        </p:blipFill>
        <p:spPr>
          <a:xfrm>
            <a:off x="-3214684" y="2173274"/>
            <a:ext cx="313298" cy="360031"/>
          </a:xfrm>
          <a:prstGeom prst="rect">
            <a:avLst/>
          </a:prstGeom>
          <a:noFill/>
          <a:ln>
            <a:noFill/>
          </a:ln>
        </p:spPr>
      </p:pic>
      <p:pic>
        <p:nvPicPr>
          <p:cNvPr id="7360" name="Google Shape;7360;p127"/>
          <p:cNvPicPr preferRelativeResize="0"/>
          <p:nvPr/>
        </p:nvPicPr>
        <p:blipFill rotWithShape="1">
          <a:blip r:embed="rId89">
            <a:alphaModFix/>
          </a:blip>
          <a:srcRect b="0" l="0" r="0" t="0"/>
          <a:stretch/>
        </p:blipFill>
        <p:spPr>
          <a:xfrm>
            <a:off x="-5171815" y="2682077"/>
            <a:ext cx="518899" cy="674438"/>
          </a:xfrm>
          <a:prstGeom prst="rect">
            <a:avLst/>
          </a:prstGeom>
          <a:noFill/>
          <a:ln>
            <a:noFill/>
          </a:ln>
        </p:spPr>
      </p:pic>
      <p:pic>
        <p:nvPicPr>
          <p:cNvPr id="7361" name="Google Shape;7361;p127"/>
          <p:cNvPicPr preferRelativeResize="0"/>
          <p:nvPr/>
        </p:nvPicPr>
        <p:blipFill rotWithShape="1">
          <a:blip r:embed="rId90">
            <a:alphaModFix/>
          </a:blip>
          <a:srcRect b="0" l="0" r="0" t="0"/>
          <a:stretch/>
        </p:blipFill>
        <p:spPr>
          <a:xfrm>
            <a:off x="-3705191" y="2682077"/>
            <a:ext cx="519878" cy="674437"/>
          </a:xfrm>
          <a:prstGeom prst="rect">
            <a:avLst/>
          </a:prstGeom>
          <a:noFill/>
          <a:ln>
            <a:noFill/>
          </a:ln>
        </p:spPr>
      </p:pic>
      <p:pic>
        <p:nvPicPr>
          <p:cNvPr id="7362" name="Google Shape;7362;p127"/>
          <p:cNvPicPr preferRelativeResize="0"/>
          <p:nvPr/>
        </p:nvPicPr>
        <p:blipFill rotWithShape="1">
          <a:blip r:embed="rId91">
            <a:alphaModFix/>
          </a:blip>
          <a:srcRect b="0" l="0" r="0" t="0"/>
          <a:stretch/>
        </p:blipFill>
        <p:spPr>
          <a:xfrm>
            <a:off x="-3847153" y="1912425"/>
            <a:ext cx="520857" cy="674437"/>
          </a:xfrm>
          <a:prstGeom prst="rect">
            <a:avLst/>
          </a:prstGeom>
          <a:noFill/>
          <a:ln>
            <a:noFill/>
          </a:ln>
        </p:spPr>
      </p:pic>
      <p:pic>
        <p:nvPicPr>
          <p:cNvPr id="7363" name="Google Shape;7363;p127"/>
          <p:cNvPicPr preferRelativeResize="0"/>
          <p:nvPr/>
        </p:nvPicPr>
        <p:blipFill rotWithShape="1">
          <a:blip r:embed="rId92">
            <a:alphaModFix/>
          </a:blip>
          <a:srcRect b="0" l="0" r="0" t="0"/>
          <a:stretch/>
        </p:blipFill>
        <p:spPr>
          <a:xfrm>
            <a:off x="-4509974" y="1916392"/>
            <a:ext cx="520857" cy="674437"/>
          </a:xfrm>
          <a:prstGeom prst="rect">
            <a:avLst/>
          </a:prstGeom>
          <a:noFill/>
          <a:ln>
            <a:noFill/>
          </a:ln>
        </p:spPr>
      </p:pic>
      <p:pic>
        <p:nvPicPr>
          <p:cNvPr id="7364" name="Google Shape;7364;p127"/>
          <p:cNvPicPr preferRelativeResize="0"/>
          <p:nvPr/>
        </p:nvPicPr>
        <p:blipFill rotWithShape="1">
          <a:blip r:embed="rId93">
            <a:alphaModFix/>
          </a:blip>
          <a:srcRect b="0" l="0" r="0" t="0"/>
          <a:stretch/>
        </p:blipFill>
        <p:spPr>
          <a:xfrm>
            <a:off x="-5192375" y="1896556"/>
            <a:ext cx="520857" cy="674437"/>
          </a:xfrm>
          <a:prstGeom prst="rect">
            <a:avLst/>
          </a:prstGeom>
          <a:noFill/>
          <a:ln>
            <a:noFill/>
          </a:ln>
        </p:spPr>
      </p:pic>
      <p:pic>
        <p:nvPicPr>
          <p:cNvPr id="7365" name="Google Shape;7365;p127"/>
          <p:cNvPicPr preferRelativeResize="0"/>
          <p:nvPr/>
        </p:nvPicPr>
        <p:blipFill rotWithShape="1">
          <a:blip r:embed="rId94">
            <a:alphaModFix/>
          </a:blip>
          <a:srcRect b="0" l="0" r="0" t="0"/>
          <a:stretch/>
        </p:blipFill>
        <p:spPr>
          <a:xfrm>
            <a:off x="-4499204" y="2682077"/>
            <a:ext cx="661841" cy="674437"/>
          </a:xfrm>
          <a:prstGeom prst="rect">
            <a:avLst/>
          </a:prstGeom>
          <a:noFill/>
          <a:ln>
            <a:noFill/>
          </a:ln>
        </p:spPr>
      </p:pic>
      <p:pic>
        <p:nvPicPr>
          <p:cNvPr id="7366" name="Google Shape;7366;p127"/>
          <p:cNvPicPr preferRelativeResize="0"/>
          <p:nvPr/>
        </p:nvPicPr>
        <p:blipFill rotWithShape="1">
          <a:blip r:embed="rId95">
            <a:alphaModFix/>
          </a:blip>
          <a:srcRect b="0" l="0" r="0" t="0"/>
          <a:stretch/>
        </p:blipFill>
        <p:spPr>
          <a:xfrm>
            <a:off x="-3558437" y="7261977"/>
            <a:ext cx="253062" cy="363523"/>
          </a:xfrm>
          <a:prstGeom prst="rect">
            <a:avLst/>
          </a:prstGeom>
          <a:noFill/>
          <a:ln>
            <a:noFill/>
          </a:ln>
        </p:spPr>
      </p:pic>
      <p:pic>
        <p:nvPicPr>
          <p:cNvPr id="7367" name="Google Shape;7367;p127"/>
          <p:cNvPicPr preferRelativeResize="0"/>
          <p:nvPr/>
        </p:nvPicPr>
        <p:blipFill rotWithShape="1">
          <a:blip r:embed="rId96">
            <a:alphaModFix/>
          </a:blip>
          <a:srcRect b="0" l="0" r="0" t="0"/>
          <a:stretch/>
        </p:blipFill>
        <p:spPr>
          <a:xfrm>
            <a:off x="-3238924" y="7529675"/>
            <a:ext cx="253062" cy="364165"/>
          </a:xfrm>
          <a:prstGeom prst="rect">
            <a:avLst/>
          </a:prstGeom>
          <a:noFill/>
          <a:ln>
            <a:noFill/>
          </a:ln>
        </p:spPr>
      </p:pic>
      <p:pic>
        <p:nvPicPr>
          <p:cNvPr id="7368" name="Google Shape;7368;p127"/>
          <p:cNvPicPr preferRelativeResize="0"/>
          <p:nvPr/>
        </p:nvPicPr>
        <p:blipFill rotWithShape="1">
          <a:blip r:embed="rId97">
            <a:alphaModFix/>
          </a:blip>
          <a:srcRect b="0" l="0" r="0" t="0"/>
          <a:stretch/>
        </p:blipFill>
        <p:spPr>
          <a:xfrm>
            <a:off x="11209012" y="1489786"/>
            <a:ext cx="239852" cy="652576"/>
          </a:xfrm>
          <a:prstGeom prst="rect">
            <a:avLst/>
          </a:prstGeom>
          <a:noFill/>
          <a:ln>
            <a:noFill/>
          </a:ln>
        </p:spPr>
      </p:pic>
      <p:pic>
        <p:nvPicPr>
          <p:cNvPr id="7369" name="Google Shape;7369;p127"/>
          <p:cNvPicPr preferRelativeResize="0"/>
          <p:nvPr/>
        </p:nvPicPr>
        <p:blipFill rotWithShape="1">
          <a:blip r:embed="rId98">
            <a:alphaModFix/>
          </a:blip>
          <a:srcRect b="0" l="0" r="0" t="0"/>
          <a:stretch/>
        </p:blipFill>
        <p:spPr>
          <a:xfrm>
            <a:off x="11628156" y="1476350"/>
            <a:ext cx="257383" cy="652576"/>
          </a:xfrm>
          <a:prstGeom prst="rect">
            <a:avLst/>
          </a:prstGeom>
          <a:noFill/>
          <a:ln>
            <a:noFill/>
          </a:ln>
        </p:spPr>
      </p:pic>
      <p:pic>
        <p:nvPicPr>
          <p:cNvPr id="7370" name="Google Shape;7370;p127"/>
          <p:cNvPicPr preferRelativeResize="0"/>
          <p:nvPr/>
        </p:nvPicPr>
        <p:blipFill rotWithShape="1">
          <a:blip r:embed="rId99">
            <a:alphaModFix/>
          </a:blip>
          <a:srcRect b="0" l="0" r="0" t="0"/>
          <a:stretch/>
        </p:blipFill>
        <p:spPr>
          <a:xfrm>
            <a:off x="11165185" y="2917777"/>
            <a:ext cx="446237" cy="652576"/>
          </a:xfrm>
          <a:prstGeom prst="rect">
            <a:avLst/>
          </a:prstGeom>
          <a:noFill/>
          <a:ln>
            <a:noFill/>
          </a:ln>
        </p:spPr>
      </p:pic>
      <p:pic>
        <p:nvPicPr>
          <p:cNvPr id="7371" name="Google Shape;7371;p127"/>
          <p:cNvPicPr preferRelativeResize="0"/>
          <p:nvPr/>
        </p:nvPicPr>
        <p:blipFill rotWithShape="1">
          <a:blip r:embed="rId100">
            <a:alphaModFix/>
          </a:blip>
          <a:srcRect b="0" l="0" r="0" t="0"/>
          <a:stretch/>
        </p:blipFill>
        <p:spPr>
          <a:xfrm>
            <a:off x="10338052" y="2884188"/>
            <a:ext cx="539468" cy="652576"/>
          </a:xfrm>
          <a:prstGeom prst="rect">
            <a:avLst/>
          </a:prstGeom>
          <a:noFill/>
          <a:ln>
            <a:noFill/>
          </a:ln>
        </p:spPr>
      </p:pic>
      <p:pic>
        <p:nvPicPr>
          <p:cNvPr id="7372" name="Google Shape;7372;p127"/>
          <p:cNvPicPr preferRelativeResize="0"/>
          <p:nvPr/>
        </p:nvPicPr>
        <p:blipFill rotWithShape="1">
          <a:blip r:embed="rId101">
            <a:alphaModFix/>
          </a:blip>
          <a:srcRect b="0" l="0" r="0" t="0"/>
          <a:stretch/>
        </p:blipFill>
        <p:spPr>
          <a:xfrm>
            <a:off x="11728865" y="3311243"/>
            <a:ext cx="446237" cy="652576"/>
          </a:xfrm>
          <a:prstGeom prst="rect">
            <a:avLst/>
          </a:prstGeom>
          <a:noFill/>
          <a:ln>
            <a:noFill/>
          </a:ln>
        </p:spPr>
      </p:pic>
      <p:pic>
        <p:nvPicPr>
          <p:cNvPr id="7373" name="Google Shape;7373;p127"/>
          <p:cNvPicPr preferRelativeResize="0"/>
          <p:nvPr/>
        </p:nvPicPr>
        <p:blipFill rotWithShape="1">
          <a:blip r:embed="rId102">
            <a:alphaModFix/>
          </a:blip>
          <a:srcRect b="0" l="0" r="0" t="0"/>
          <a:stretch/>
        </p:blipFill>
        <p:spPr>
          <a:xfrm>
            <a:off x="11330133" y="4272832"/>
            <a:ext cx="178495" cy="652576"/>
          </a:xfrm>
          <a:prstGeom prst="rect">
            <a:avLst/>
          </a:prstGeom>
          <a:noFill/>
          <a:ln>
            <a:noFill/>
          </a:ln>
        </p:spPr>
      </p:pic>
      <p:pic>
        <p:nvPicPr>
          <p:cNvPr id="7374" name="Google Shape;7374;p127"/>
          <p:cNvPicPr preferRelativeResize="0"/>
          <p:nvPr/>
        </p:nvPicPr>
        <p:blipFill rotWithShape="1">
          <a:blip r:embed="rId103">
            <a:alphaModFix/>
          </a:blip>
          <a:srcRect b="0" l="0" r="0" t="0"/>
          <a:stretch/>
        </p:blipFill>
        <p:spPr>
          <a:xfrm>
            <a:off x="12080768" y="1476350"/>
            <a:ext cx="178495" cy="652576"/>
          </a:xfrm>
          <a:prstGeom prst="rect">
            <a:avLst/>
          </a:prstGeom>
          <a:noFill/>
          <a:ln>
            <a:noFill/>
          </a:ln>
        </p:spPr>
      </p:pic>
      <p:pic>
        <p:nvPicPr>
          <p:cNvPr id="7375" name="Google Shape;7375;p127"/>
          <p:cNvPicPr preferRelativeResize="0"/>
          <p:nvPr/>
        </p:nvPicPr>
        <p:blipFill rotWithShape="1">
          <a:blip r:embed="rId104">
            <a:alphaModFix/>
          </a:blip>
          <a:srcRect b="0" l="0" r="0" t="0"/>
          <a:stretch/>
        </p:blipFill>
        <p:spPr>
          <a:xfrm>
            <a:off x="10310163" y="4060745"/>
            <a:ext cx="251008" cy="652577"/>
          </a:xfrm>
          <a:prstGeom prst="rect">
            <a:avLst/>
          </a:prstGeom>
          <a:noFill/>
          <a:ln>
            <a:noFill/>
          </a:ln>
        </p:spPr>
      </p:pic>
      <p:pic>
        <p:nvPicPr>
          <p:cNvPr id="7376" name="Google Shape;7376;p127"/>
          <p:cNvPicPr preferRelativeResize="0"/>
          <p:nvPr/>
        </p:nvPicPr>
        <p:blipFill rotWithShape="1">
          <a:blip r:embed="rId105">
            <a:alphaModFix/>
          </a:blip>
          <a:srcRect b="0" l="0" r="0" t="0"/>
          <a:stretch/>
        </p:blipFill>
        <p:spPr>
          <a:xfrm>
            <a:off x="10765165" y="1463874"/>
            <a:ext cx="250212" cy="652577"/>
          </a:xfrm>
          <a:prstGeom prst="rect">
            <a:avLst/>
          </a:prstGeom>
          <a:noFill/>
          <a:ln>
            <a:noFill/>
          </a:ln>
        </p:spPr>
      </p:pic>
      <p:pic>
        <p:nvPicPr>
          <p:cNvPr id="7377" name="Google Shape;7377;p127"/>
          <p:cNvPicPr preferRelativeResize="0"/>
          <p:nvPr/>
        </p:nvPicPr>
        <p:blipFill rotWithShape="1">
          <a:blip r:embed="rId106">
            <a:alphaModFix/>
          </a:blip>
          <a:srcRect b="0" l="0" r="0" t="0"/>
          <a:stretch/>
        </p:blipFill>
        <p:spPr>
          <a:xfrm>
            <a:off x="10803414" y="4283389"/>
            <a:ext cx="258180" cy="653535"/>
          </a:xfrm>
          <a:prstGeom prst="rect">
            <a:avLst/>
          </a:prstGeom>
          <a:noFill/>
          <a:ln>
            <a:noFill/>
          </a:ln>
        </p:spPr>
      </p:pic>
      <p:pic>
        <p:nvPicPr>
          <p:cNvPr id="7378" name="Google Shape;7378;p127"/>
          <p:cNvPicPr preferRelativeResize="0"/>
          <p:nvPr/>
        </p:nvPicPr>
        <p:blipFill rotWithShape="1">
          <a:blip r:embed="rId107">
            <a:alphaModFix/>
          </a:blip>
          <a:srcRect b="0" l="0" r="0" t="0"/>
          <a:stretch/>
        </p:blipFill>
        <p:spPr>
          <a:xfrm>
            <a:off x="11648874" y="2339094"/>
            <a:ext cx="539468" cy="652576"/>
          </a:xfrm>
          <a:prstGeom prst="rect">
            <a:avLst/>
          </a:prstGeom>
          <a:noFill/>
          <a:ln>
            <a:noFill/>
          </a:ln>
        </p:spPr>
      </p:pic>
      <p:pic>
        <p:nvPicPr>
          <p:cNvPr id="7379" name="Google Shape;7379;p127"/>
          <p:cNvPicPr preferRelativeResize="0"/>
          <p:nvPr/>
        </p:nvPicPr>
        <p:blipFill rotWithShape="1">
          <a:blip r:embed="rId108">
            <a:alphaModFix/>
          </a:blip>
          <a:srcRect b="0" l="0" r="0" t="0"/>
          <a:stretch/>
        </p:blipFill>
        <p:spPr>
          <a:xfrm>
            <a:off x="10966769" y="2252724"/>
            <a:ext cx="540265" cy="652577"/>
          </a:xfrm>
          <a:prstGeom prst="rect">
            <a:avLst/>
          </a:prstGeom>
          <a:noFill/>
          <a:ln>
            <a:noFill/>
          </a:ln>
        </p:spPr>
      </p:pic>
      <p:pic>
        <p:nvPicPr>
          <p:cNvPr id="7380" name="Google Shape;7380;p127"/>
          <p:cNvPicPr preferRelativeResize="0"/>
          <p:nvPr/>
        </p:nvPicPr>
        <p:blipFill rotWithShape="1">
          <a:blip r:embed="rId109">
            <a:alphaModFix/>
          </a:blip>
          <a:srcRect b="0" l="0" r="0" t="0"/>
          <a:stretch/>
        </p:blipFill>
        <p:spPr>
          <a:xfrm>
            <a:off x="10481485" y="2013766"/>
            <a:ext cx="239056" cy="653535"/>
          </a:xfrm>
          <a:prstGeom prst="rect">
            <a:avLst/>
          </a:prstGeom>
          <a:noFill/>
          <a:ln>
            <a:noFill/>
          </a:ln>
        </p:spPr>
      </p:pic>
      <p:pic>
        <p:nvPicPr>
          <p:cNvPr id="7381" name="Google Shape;7381;p127"/>
          <p:cNvPicPr preferRelativeResize="0"/>
          <p:nvPr/>
        </p:nvPicPr>
        <p:blipFill rotWithShape="1">
          <a:blip r:embed="rId92">
            <a:alphaModFix/>
          </a:blip>
          <a:srcRect b="0" l="0" r="0" t="0"/>
          <a:stretch/>
        </p:blipFill>
        <p:spPr>
          <a:xfrm>
            <a:off x="10855209" y="3549240"/>
            <a:ext cx="423925" cy="652576"/>
          </a:xfrm>
          <a:prstGeom prst="rect">
            <a:avLst/>
          </a:prstGeom>
          <a:noFill/>
          <a:ln>
            <a:noFill/>
          </a:ln>
        </p:spPr>
      </p:pic>
      <p:pic>
        <p:nvPicPr>
          <p:cNvPr id="7382" name="Google Shape;7382;p127"/>
          <p:cNvPicPr preferRelativeResize="0"/>
          <p:nvPr/>
        </p:nvPicPr>
        <p:blipFill rotWithShape="1">
          <a:blip r:embed="rId110">
            <a:alphaModFix/>
          </a:blip>
          <a:srcRect b="0" l="0" r="0" t="0"/>
          <a:stretch/>
        </p:blipFill>
        <p:spPr>
          <a:xfrm>
            <a:off x="11855565" y="4194376"/>
            <a:ext cx="422332" cy="653535"/>
          </a:xfrm>
          <a:prstGeom prst="rect">
            <a:avLst/>
          </a:prstGeom>
          <a:noFill/>
          <a:ln>
            <a:noFill/>
          </a:ln>
        </p:spPr>
      </p:pic>
      <p:grpSp>
        <p:nvGrpSpPr>
          <p:cNvPr id="7383" name="Google Shape;7383;p127"/>
          <p:cNvGrpSpPr/>
          <p:nvPr/>
        </p:nvGrpSpPr>
        <p:grpSpPr>
          <a:xfrm>
            <a:off x="187550" y="875833"/>
            <a:ext cx="4396608" cy="5774659"/>
            <a:chOff x="111125" y="561600"/>
            <a:chExt cx="5760000" cy="6192000"/>
          </a:xfrm>
        </p:grpSpPr>
        <p:sp>
          <p:nvSpPr>
            <p:cNvPr id="7384" name="Google Shape;7384;p127"/>
            <p:cNvSpPr txBox="1"/>
            <p:nvPr/>
          </p:nvSpPr>
          <p:spPr>
            <a:xfrm>
              <a:off x="111125" y="561600"/>
              <a:ext cx="5760000" cy="6192000"/>
            </a:xfrm>
            <a:prstGeom prst="rect">
              <a:avLst/>
            </a:prstGeom>
            <a:solidFill>
              <a:srgbClr val="FFFFFF"/>
            </a:solidFill>
            <a:ln cap="flat" cmpd="sng" w="38100">
              <a:solidFill>
                <a:srgbClr val="0DC3C3"/>
              </a:solidFill>
              <a:prstDash val="solid"/>
              <a:round/>
              <a:headEnd len="sm" w="sm" type="none"/>
              <a:tailEnd len="sm" w="sm" type="none"/>
            </a:ln>
            <a:effectLst>
              <a:outerShdw blurRad="63500" dir="10800000" dist="38100">
                <a:srgbClr val="000000">
                  <a:alpha val="39220"/>
                </a:srgbClr>
              </a:outerShdw>
            </a:effectLst>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Arial"/>
                <a:ea typeface="Arial"/>
                <a:cs typeface="Arial"/>
                <a:sym typeface="Arial"/>
              </a:endParaRPr>
            </a:p>
          </p:txBody>
        </p:sp>
        <p:sp>
          <p:nvSpPr>
            <p:cNvPr id="7385" name="Google Shape;7385;p127"/>
            <p:cNvSpPr txBox="1"/>
            <p:nvPr/>
          </p:nvSpPr>
          <p:spPr>
            <a:xfrm>
              <a:off x="111125" y="561600"/>
              <a:ext cx="5760000" cy="352500"/>
            </a:xfrm>
            <a:prstGeom prst="rect">
              <a:avLst/>
            </a:prstGeom>
            <a:solidFill>
              <a:srgbClr val="0DC3C3"/>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FFFFFF"/>
                </a:buClr>
                <a:buSzPts val="1800"/>
                <a:buFont typeface="Arial"/>
                <a:buNone/>
              </a:pPr>
              <a:r>
                <a:rPr b="1" lang="es-419" sz="1300">
                  <a:solidFill>
                    <a:srgbClr val="FFFFFF"/>
                  </a:solidFill>
                  <a:latin typeface="Arvo"/>
                  <a:ea typeface="Arvo"/>
                  <a:cs typeface="Arvo"/>
                  <a:sym typeface="Arvo"/>
                </a:rPr>
                <a:t>Escenario</a:t>
              </a:r>
              <a:endParaRPr i="0" sz="1300" u="none" cap="none" strike="noStrike">
                <a:solidFill>
                  <a:srgbClr val="000000"/>
                </a:solidFill>
                <a:latin typeface="Arvo"/>
                <a:ea typeface="Arvo"/>
                <a:cs typeface="Arvo"/>
                <a:sym typeface="Arvo"/>
              </a:endParaRPr>
            </a:p>
          </p:txBody>
        </p:sp>
      </p:grpSp>
      <p:grpSp>
        <p:nvGrpSpPr>
          <p:cNvPr id="7386" name="Google Shape;7386;p127"/>
          <p:cNvGrpSpPr/>
          <p:nvPr/>
        </p:nvGrpSpPr>
        <p:grpSpPr>
          <a:xfrm>
            <a:off x="4728159" y="875834"/>
            <a:ext cx="5135352" cy="5774659"/>
            <a:chOff x="6025601" y="561600"/>
            <a:chExt cx="5773302" cy="6192000"/>
          </a:xfrm>
        </p:grpSpPr>
        <p:sp>
          <p:nvSpPr>
            <p:cNvPr id="7387" name="Google Shape;7387;p127"/>
            <p:cNvSpPr txBox="1"/>
            <p:nvPr/>
          </p:nvSpPr>
          <p:spPr>
            <a:xfrm>
              <a:off x="6025601" y="561600"/>
              <a:ext cx="5760600" cy="6192000"/>
            </a:xfrm>
            <a:prstGeom prst="rect">
              <a:avLst/>
            </a:prstGeom>
            <a:solidFill>
              <a:srgbClr val="FFFFFF"/>
            </a:solidFill>
            <a:ln cap="flat" cmpd="sng" w="38100">
              <a:solidFill>
                <a:srgbClr val="96479C"/>
              </a:solidFill>
              <a:prstDash val="solid"/>
              <a:round/>
              <a:headEnd len="sm" w="sm" type="none"/>
              <a:tailEnd len="sm" w="sm" type="none"/>
            </a:ln>
            <a:effectLst>
              <a:outerShdw blurRad="63500" dir="10800000" dist="38100">
                <a:srgbClr val="000000">
                  <a:alpha val="39220"/>
                </a:srgbClr>
              </a:outerShdw>
            </a:effectLst>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Arial"/>
                <a:ea typeface="Arial"/>
                <a:cs typeface="Arial"/>
                <a:sym typeface="Arial"/>
              </a:endParaRPr>
            </a:p>
          </p:txBody>
        </p:sp>
        <p:sp>
          <p:nvSpPr>
            <p:cNvPr id="7388" name="Google Shape;7388;p127"/>
            <p:cNvSpPr txBox="1"/>
            <p:nvPr/>
          </p:nvSpPr>
          <p:spPr>
            <a:xfrm>
              <a:off x="6038303" y="561600"/>
              <a:ext cx="5760600" cy="352500"/>
            </a:xfrm>
            <a:prstGeom prst="rect">
              <a:avLst/>
            </a:prstGeom>
            <a:solidFill>
              <a:srgbClr val="96479C"/>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FFFFFF"/>
                </a:buClr>
                <a:buSzPts val="1800"/>
                <a:buFont typeface="Arial"/>
                <a:buNone/>
              </a:pPr>
              <a:r>
                <a:rPr b="1" lang="es-419" sz="1200">
                  <a:solidFill>
                    <a:srgbClr val="FFFFFF"/>
                  </a:solidFill>
                  <a:latin typeface="Arvo"/>
                  <a:ea typeface="Arvo"/>
                  <a:cs typeface="Arvo"/>
                  <a:sym typeface="Arvo"/>
                </a:rPr>
                <a:t>Sistema de Información</a:t>
              </a:r>
              <a:endParaRPr i="0" sz="1200" u="none" cap="none" strike="noStrike">
                <a:solidFill>
                  <a:srgbClr val="000000"/>
                </a:solidFill>
                <a:latin typeface="Arvo"/>
                <a:ea typeface="Arvo"/>
                <a:cs typeface="Arvo"/>
                <a:sym typeface="Arvo"/>
              </a:endParaRPr>
            </a:p>
          </p:txBody>
        </p:sp>
      </p:grpSp>
      <p:grpSp>
        <p:nvGrpSpPr>
          <p:cNvPr id="7389" name="Google Shape;7389;p127"/>
          <p:cNvGrpSpPr/>
          <p:nvPr/>
        </p:nvGrpSpPr>
        <p:grpSpPr>
          <a:xfrm>
            <a:off x="4862100" y="1326042"/>
            <a:ext cx="2365102" cy="1823291"/>
            <a:chOff x="4977080" y="1509325"/>
            <a:chExt cx="2028911" cy="1321800"/>
          </a:xfrm>
        </p:grpSpPr>
        <p:sp>
          <p:nvSpPr>
            <p:cNvPr id="7390" name="Google Shape;7390;p127"/>
            <p:cNvSpPr txBox="1"/>
            <p:nvPr/>
          </p:nvSpPr>
          <p:spPr>
            <a:xfrm>
              <a:off x="4977092" y="1509325"/>
              <a:ext cx="2028900" cy="1321800"/>
            </a:xfrm>
            <a:prstGeom prst="rect">
              <a:avLst/>
            </a:prstGeom>
            <a:solidFill>
              <a:srgbClr val="FFFFFF"/>
            </a:solidFill>
            <a:ln cap="flat" cmpd="sng" w="38100">
              <a:solidFill>
                <a:srgbClr val="BFBFBF"/>
              </a:solidFill>
              <a:prstDash val="solid"/>
              <a:round/>
              <a:headEnd len="sm" w="sm" type="none"/>
              <a:tailEnd len="sm" w="sm" type="none"/>
            </a:ln>
            <a:effectLst>
              <a:outerShdw blurRad="63500" dir="2700000" dist="38100">
                <a:srgbClr val="000000">
                  <a:alpha val="39220"/>
                </a:srgbClr>
              </a:outerShdw>
            </a:effectLst>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Arial"/>
                <a:ea typeface="Arial"/>
                <a:cs typeface="Arial"/>
                <a:sym typeface="Arial"/>
              </a:endParaRPr>
            </a:p>
          </p:txBody>
        </p:sp>
        <p:sp>
          <p:nvSpPr>
            <p:cNvPr id="7391" name="Google Shape;7391;p127"/>
            <p:cNvSpPr txBox="1"/>
            <p:nvPr/>
          </p:nvSpPr>
          <p:spPr>
            <a:xfrm>
              <a:off x="4977080" y="1520404"/>
              <a:ext cx="2028900" cy="192600"/>
            </a:xfrm>
            <a:prstGeom prst="rect">
              <a:avLst/>
            </a:prstGeom>
            <a:solidFill>
              <a:srgbClr val="BFBFBF"/>
            </a:solidFill>
            <a:ln>
              <a:noFill/>
            </a:ln>
          </p:spPr>
          <p:txBody>
            <a:bodyPr anchorCtr="0" anchor="ctr" bIns="0" lIns="0" spcFirstLastPara="1" rIns="0" wrap="square" tIns="0">
              <a:noAutofit/>
            </a:bodyPr>
            <a:lstStyle/>
            <a:p>
              <a:pPr indent="0" lvl="0" marL="0" marR="0" rtl="0" algn="ctr">
                <a:lnSpc>
                  <a:spcPct val="100000"/>
                </a:lnSpc>
                <a:spcBef>
                  <a:spcPts val="0"/>
                </a:spcBef>
                <a:spcAft>
                  <a:spcPts val="0"/>
                </a:spcAft>
                <a:buClr>
                  <a:srgbClr val="000000"/>
                </a:buClr>
                <a:buSzPts val="1800"/>
                <a:buFont typeface="Arial"/>
                <a:buNone/>
              </a:pPr>
              <a:r>
                <a:rPr b="1" i="0" lang="es-419" sz="1000" u="none" cap="none" strike="noStrike">
                  <a:solidFill>
                    <a:srgbClr val="000000"/>
                  </a:solidFill>
                  <a:latin typeface="Arvo"/>
                  <a:ea typeface="Arvo"/>
                  <a:cs typeface="Arvo"/>
                  <a:sym typeface="Arvo"/>
                </a:rPr>
                <a:t>Formularios - P</a:t>
              </a:r>
              <a:r>
                <a:rPr b="1" lang="es-419" sz="1000">
                  <a:latin typeface="Arvo"/>
                  <a:ea typeface="Arvo"/>
                  <a:cs typeface="Arvo"/>
                  <a:sym typeface="Arvo"/>
                </a:rPr>
                <a:t>rocesos</a:t>
              </a:r>
              <a:endParaRPr i="0" sz="1000" u="none" cap="none" strike="noStrike">
                <a:solidFill>
                  <a:srgbClr val="000000"/>
                </a:solidFill>
                <a:latin typeface="Arvo"/>
                <a:ea typeface="Arvo"/>
                <a:cs typeface="Arvo"/>
                <a:sym typeface="Arvo"/>
              </a:endParaRPr>
            </a:p>
          </p:txBody>
        </p:sp>
      </p:grpSp>
      <p:grpSp>
        <p:nvGrpSpPr>
          <p:cNvPr id="7392" name="Google Shape;7392;p127"/>
          <p:cNvGrpSpPr/>
          <p:nvPr/>
        </p:nvGrpSpPr>
        <p:grpSpPr>
          <a:xfrm>
            <a:off x="4862112" y="3288193"/>
            <a:ext cx="2365090" cy="1583535"/>
            <a:chOff x="4977091" y="2931792"/>
            <a:chExt cx="2028901" cy="1147988"/>
          </a:xfrm>
        </p:grpSpPr>
        <p:sp>
          <p:nvSpPr>
            <p:cNvPr id="7393" name="Google Shape;7393;p127"/>
            <p:cNvSpPr txBox="1"/>
            <p:nvPr/>
          </p:nvSpPr>
          <p:spPr>
            <a:xfrm>
              <a:off x="4977092" y="2944881"/>
              <a:ext cx="2028900" cy="1134900"/>
            </a:xfrm>
            <a:prstGeom prst="rect">
              <a:avLst/>
            </a:prstGeom>
            <a:solidFill>
              <a:srgbClr val="FFFFFF"/>
            </a:solidFill>
            <a:ln cap="flat" cmpd="sng" w="38100">
              <a:solidFill>
                <a:srgbClr val="D9D9D9"/>
              </a:solidFill>
              <a:prstDash val="solid"/>
              <a:round/>
              <a:headEnd len="sm" w="sm" type="none"/>
              <a:tailEnd len="sm" w="sm" type="none"/>
            </a:ln>
            <a:effectLst>
              <a:outerShdw blurRad="63500" dir="2700000" dist="38100">
                <a:srgbClr val="000000">
                  <a:alpha val="39220"/>
                </a:srgbClr>
              </a:outerShdw>
            </a:effectLst>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Arial"/>
                <a:ea typeface="Arial"/>
                <a:cs typeface="Arial"/>
                <a:sym typeface="Arial"/>
              </a:endParaRPr>
            </a:p>
          </p:txBody>
        </p:sp>
        <p:sp>
          <p:nvSpPr>
            <p:cNvPr id="7394" name="Google Shape;7394;p127"/>
            <p:cNvSpPr txBox="1"/>
            <p:nvPr/>
          </p:nvSpPr>
          <p:spPr>
            <a:xfrm>
              <a:off x="4977091" y="2931792"/>
              <a:ext cx="2028900" cy="208500"/>
            </a:xfrm>
            <a:prstGeom prst="rect">
              <a:avLst/>
            </a:prstGeom>
            <a:solidFill>
              <a:srgbClr val="F2F2F2"/>
            </a:solidFill>
            <a:ln cap="flat" cmpd="sng" w="9525">
              <a:solidFill>
                <a:srgbClr val="D9D9D9"/>
              </a:solidFill>
              <a:prstDash val="solid"/>
              <a:miter lim="800000"/>
              <a:headEnd len="sm" w="sm" type="none"/>
              <a:tailEnd len="sm" w="sm" type="none"/>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rPr b="1" lang="es-419" sz="1000">
                  <a:latin typeface="Arvo"/>
                  <a:ea typeface="Arvo"/>
                  <a:cs typeface="Arvo"/>
                  <a:sym typeface="Arvo"/>
                </a:rPr>
                <a:t>Formulario </a:t>
              </a:r>
              <a:r>
                <a:rPr b="1" i="0" lang="es-419" sz="1000" u="none" cap="none" strike="noStrike">
                  <a:solidFill>
                    <a:srgbClr val="000000"/>
                  </a:solidFill>
                  <a:latin typeface="Arvo"/>
                  <a:ea typeface="Arvo"/>
                  <a:cs typeface="Arvo"/>
                  <a:sym typeface="Arvo"/>
                </a:rPr>
                <a:t>- </a:t>
              </a:r>
              <a:r>
                <a:rPr b="1" lang="es-419" sz="1000">
                  <a:latin typeface="Arvo"/>
                  <a:ea typeface="Arvo"/>
                  <a:cs typeface="Arvo"/>
                  <a:sym typeface="Arvo"/>
                </a:rPr>
                <a:t>Soporte</a:t>
              </a:r>
              <a:endParaRPr i="0" sz="1000" u="none" cap="none" strike="noStrike">
                <a:solidFill>
                  <a:srgbClr val="000000"/>
                </a:solidFill>
                <a:latin typeface="Arvo"/>
                <a:ea typeface="Arvo"/>
                <a:cs typeface="Arvo"/>
                <a:sym typeface="Arvo"/>
              </a:endParaRPr>
            </a:p>
          </p:txBody>
        </p:sp>
      </p:grpSp>
      <p:grpSp>
        <p:nvGrpSpPr>
          <p:cNvPr id="7395" name="Google Shape;7395;p127"/>
          <p:cNvGrpSpPr/>
          <p:nvPr/>
        </p:nvGrpSpPr>
        <p:grpSpPr>
          <a:xfrm>
            <a:off x="4862466" y="5042037"/>
            <a:ext cx="2365089" cy="1466001"/>
            <a:chOff x="4977394" y="4203246"/>
            <a:chExt cx="2028900" cy="1062781"/>
          </a:xfrm>
        </p:grpSpPr>
        <p:sp>
          <p:nvSpPr>
            <p:cNvPr id="7396" name="Google Shape;7396;p127"/>
            <p:cNvSpPr txBox="1"/>
            <p:nvPr/>
          </p:nvSpPr>
          <p:spPr>
            <a:xfrm>
              <a:off x="4977394" y="4216328"/>
              <a:ext cx="2028900" cy="1049700"/>
            </a:xfrm>
            <a:prstGeom prst="rect">
              <a:avLst/>
            </a:prstGeom>
            <a:solidFill>
              <a:srgbClr val="FFFFFF"/>
            </a:solidFill>
            <a:ln cap="flat" cmpd="sng" w="38100">
              <a:solidFill>
                <a:srgbClr val="72BFC5"/>
              </a:solidFill>
              <a:prstDash val="solid"/>
              <a:round/>
              <a:headEnd len="sm" w="sm" type="none"/>
              <a:tailEnd len="sm" w="sm" type="none"/>
            </a:ln>
            <a:effectLst>
              <a:outerShdw blurRad="63500" dir="2700000" dist="38100">
                <a:srgbClr val="000000">
                  <a:alpha val="39220"/>
                </a:srgbClr>
              </a:outerShdw>
            </a:effectLst>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Arial"/>
                <a:ea typeface="Arial"/>
                <a:cs typeface="Arial"/>
                <a:sym typeface="Arial"/>
              </a:endParaRPr>
            </a:p>
          </p:txBody>
        </p:sp>
        <p:sp>
          <p:nvSpPr>
            <p:cNvPr id="7397" name="Google Shape;7397;p127"/>
            <p:cNvSpPr txBox="1"/>
            <p:nvPr/>
          </p:nvSpPr>
          <p:spPr>
            <a:xfrm>
              <a:off x="4977394" y="4203246"/>
              <a:ext cx="2028900" cy="182100"/>
            </a:xfrm>
            <a:prstGeom prst="rect">
              <a:avLst/>
            </a:prstGeom>
            <a:solidFill>
              <a:srgbClr val="72BFC5"/>
            </a:solidFill>
            <a:ln cap="flat" cmpd="sng" w="38100">
              <a:solidFill>
                <a:srgbClr val="72BFC5"/>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rPr b="1" i="0" lang="es-419" sz="1000" u="none" cap="none" strike="noStrike">
                  <a:solidFill>
                    <a:srgbClr val="000000"/>
                  </a:solidFill>
                  <a:latin typeface="Arvo"/>
                  <a:ea typeface="Arvo"/>
                  <a:cs typeface="Arvo"/>
                  <a:sym typeface="Arvo"/>
                </a:rPr>
                <a:t>Formularios - D</a:t>
              </a:r>
              <a:r>
                <a:rPr b="1" lang="es-419" sz="1000">
                  <a:latin typeface="Arvo"/>
                  <a:ea typeface="Arvo"/>
                  <a:cs typeface="Arvo"/>
                  <a:sym typeface="Arvo"/>
                </a:rPr>
                <a:t>ialogo</a:t>
              </a:r>
              <a:endParaRPr i="0" sz="1000" u="none" cap="none" strike="noStrike">
                <a:solidFill>
                  <a:srgbClr val="000000"/>
                </a:solidFill>
                <a:latin typeface="Arvo"/>
                <a:ea typeface="Arvo"/>
                <a:cs typeface="Arvo"/>
                <a:sym typeface="Arvo"/>
              </a:endParaRPr>
            </a:p>
          </p:txBody>
        </p:sp>
      </p:grpSp>
      <p:grpSp>
        <p:nvGrpSpPr>
          <p:cNvPr id="7398" name="Google Shape;7398;p127"/>
          <p:cNvGrpSpPr/>
          <p:nvPr/>
        </p:nvGrpSpPr>
        <p:grpSpPr>
          <a:xfrm>
            <a:off x="7414088" y="1326038"/>
            <a:ext cx="2297245" cy="1823436"/>
            <a:chOff x="7166313" y="1509322"/>
            <a:chExt cx="1970700" cy="1321905"/>
          </a:xfrm>
        </p:grpSpPr>
        <p:sp>
          <p:nvSpPr>
            <p:cNvPr id="7399" name="Google Shape;7399;p127"/>
            <p:cNvSpPr txBox="1"/>
            <p:nvPr/>
          </p:nvSpPr>
          <p:spPr>
            <a:xfrm>
              <a:off x="7166313" y="1510328"/>
              <a:ext cx="1970700" cy="1320900"/>
            </a:xfrm>
            <a:prstGeom prst="rect">
              <a:avLst/>
            </a:prstGeom>
            <a:solidFill>
              <a:srgbClr val="FFFFFF"/>
            </a:solidFill>
            <a:ln cap="flat" cmpd="sng" w="38100">
              <a:solidFill>
                <a:srgbClr val="D9D9D9"/>
              </a:solidFill>
              <a:prstDash val="solid"/>
              <a:round/>
              <a:headEnd len="sm" w="sm" type="none"/>
              <a:tailEnd len="sm" w="sm" type="none"/>
            </a:ln>
            <a:effectLst>
              <a:outerShdw blurRad="63500" dir="2700000" dist="38100">
                <a:srgbClr val="000000">
                  <a:alpha val="39220"/>
                </a:srgbClr>
              </a:outerShdw>
            </a:effectLst>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Arial"/>
                <a:ea typeface="Arial"/>
                <a:cs typeface="Arial"/>
                <a:sym typeface="Arial"/>
              </a:endParaRPr>
            </a:p>
          </p:txBody>
        </p:sp>
        <p:sp>
          <p:nvSpPr>
            <p:cNvPr id="7400" name="Google Shape;7400;p127"/>
            <p:cNvSpPr txBox="1"/>
            <p:nvPr/>
          </p:nvSpPr>
          <p:spPr>
            <a:xfrm>
              <a:off x="7166313" y="1509322"/>
              <a:ext cx="1970700" cy="181800"/>
            </a:xfrm>
            <a:prstGeom prst="rect">
              <a:avLst/>
            </a:prstGeom>
            <a:solidFill>
              <a:srgbClr val="F2F2F2"/>
            </a:solidFill>
            <a:ln cap="flat" cmpd="sng" w="38100">
              <a:solidFill>
                <a:srgbClr val="D9D9D9"/>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rPr b="1" lang="es-419" sz="1000">
                  <a:latin typeface="Arvo"/>
                  <a:ea typeface="Arvo"/>
                  <a:cs typeface="Arvo"/>
                  <a:sym typeface="Arvo"/>
                </a:rPr>
                <a:t>Entidades </a:t>
              </a:r>
              <a:r>
                <a:rPr b="1" i="0" lang="es-419" sz="1000" u="none" cap="none" strike="noStrike">
                  <a:solidFill>
                    <a:srgbClr val="000000"/>
                  </a:solidFill>
                  <a:latin typeface="Arvo"/>
                  <a:ea typeface="Arvo"/>
                  <a:cs typeface="Arvo"/>
                  <a:sym typeface="Arvo"/>
                </a:rPr>
                <a:t>- </a:t>
              </a:r>
              <a:r>
                <a:rPr b="1" lang="es-419" sz="1000">
                  <a:latin typeface="Arvo"/>
                  <a:ea typeface="Arvo"/>
                  <a:cs typeface="Arvo"/>
                  <a:sym typeface="Arvo"/>
                </a:rPr>
                <a:t>Dominio</a:t>
              </a:r>
              <a:endParaRPr b="1" i="0" sz="1000" u="none" cap="none" strike="noStrike">
                <a:solidFill>
                  <a:srgbClr val="000000"/>
                </a:solidFill>
                <a:latin typeface="Arvo"/>
                <a:ea typeface="Arvo"/>
                <a:cs typeface="Arvo"/>
                <a:sym typeface="Arvo"/>
              </a:endParaRPr>
            </a:p>
          </p:txBody>
        </p:sp>
      </p:grpSp>
      <p:grpSp>
        <p:nvGrpSpPr>
          <p:cNvPr id="7401" name="Google Shape;7401;p127"/>
          <p:cNvGrpSpPr/>
          <p:nvPr/>
        </p:nvGrpSpPr>
        <p:grpSpPr>
          <a:xfrm>
            <a:off x="7413883" y="3312381"/>
            <a:ext cx="2297249" cy="3195411"/>
            <a:chOff x="7166309" y="2980271"/>
            <a:chExt cx="1970704" cy="2285701"/>
          </a:xfrm>
        </p:grpSpPr>
        <p:sp>
          <p:nvSpPr>
            <p:cNvPr id="7402" name="Google Shape;7402;p127"/>
            <p:cNvSpPr txBox="1"/>
            <p:nvPr/>
          </p:nvSpPr>
          <p:spPr>
            <a:xfrm>
              <a:off x="7166313" y="2980272"/>
              <a:ext cx="1970700" cy="2285700"/>
            </a:xfrm>
            <a:prstGeom prst="rect">
              <a:avLst/>
            </a:prstGeom>
            <a:solidFill>
              <a:srgbClr val="FFFFFF"/>
            </a:solidFill>
            <a:ln cap="flat" cmpd="sng" w="38100">
              <a:solidFill>
                <a:srgbClr val="C00000"/>
              </a:solidFill>
              <a:prstDash val="solid"/>
              <a:round/>
              <a:headEnd len="sm" w="sm" type="none"/>
              <a:tailEnd len="sm" w="sm" type="none"/>
            </a:ln>
            <a:effectLst>
              <a:outerShdw blurRad="63500" dir="2700000" dist="38100">
                <a:srgbClr val="000000">
                  <a:alpha val="39220"/>
                </a:srgbClr>
              </a:outerShdw>
            </a:effectLst>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Arial"/>
                <a:ea typeface="Arial"/>
                <a:cs typeface="Arial"/>
                <a:sym typeface="Arial"/>
              </a:endParaRPr>
            </a:p>
          </p:txBody>
        </p:sp>
        <p:sp>
          <p:nvSpPr>
            <p:cNvPr id="7403" name="Google Shape;7403;p127"/>
            <p:cNvSpPr txBox="1"/>
            <p:nvPr/>
          </p:nvSpPr>
          <p:spPr>
            <a:xfrm>
              <a:off x="7166309" y="2980271"/>
              <a:ext cx="1970700" cy="171300"/>
            </a:xfrm>
            <a:prstGeom prst="rect">
              <a:avLst/>
            </a:prstGeom>
            <a:solidFill>
              <a:srgbClr val="C00000"/>
            </a:solidFill>
            <a:ln cap="flat" cmpd="sng" w="38100">
              <a:solidFill>
                <a:srgbClr val="C00000"/>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FFFFFF"/>
                </a:buClr>
                <a:buSzPts val="1800"/>
                <a:buFont typeface="Arial"/>
                <a:buNone/>
              </a:pPr>
              <a:r>
                <a:rPr b="1" lang="es-419" sz="1000">
                  <a:solidFill>
                    <a:srgbClr val="FFFFFF"/>
                  </a:solidFill>
                  <a:latin typeface="Arvo"/>
                  <a:ea typeface="Arvo"/>
                  <a:cs typeface="Arvo"/>
                  <a:sym typeface="Arvo"/>
                </a:rPr>
                <a:t>Comunicación</a:t>
              </a:r>
              <a:endParaRPr i="0" sz="1000" u="none" cap="none" strike="noStrike">
                <a:solidFill>
                  <a:srgbClr val="000000"/>
                </a:solidFill>
                <a:latin typeface="Arvo"/>
                <a:ea typeface="Arvo"/>
                <a:cs typeface="Arvo"/>
                <a:sym typeface="Arvo"/>
              </a:endParaRPr>
            </a:p>
          </p:txBody>
        </p:sp>
      </p:grpSp>
    </p:spTree>
  </p:cSld>
  <p:clrMapOvr>
    <a:masterClrMapping/>
  </p:clrMapOvr>
</p:sldLayout>
</file>

<file path=ppt/slideLayouts/slideLayout1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Paleta 3">
  <p:cSld name="CUSTOM_3">
    <p:spTree>
      <p:nvGrpSpPr>
        <p:cNvPr id="7404" name="Shape 7404"/>
        <p:cNvGrpSpPr/>
        <p:nvPr/>
      </p:nvGrpSpPr>
      <p:grpSpPr>
        <a:xfrm>
          <a:off x="0" y="0"/>
          <a:ext cx="0" cy="0"/>
          <a:chOff x="0" y="0"/>
          <a:chExt cx="0" cy="0"/>
        </a:xfrm>
      </p:grpSpPr>
      <p:sp>
        <p:nvSpPr>
          <p:cNvPr id="7405" name="Google Shape;7405;p128"/>
          <p:cNvSpPr/>
          <p:nvPr/>
        </p:nvSpPr>
        <p:spPr>
          <a:xfrm>
            <a:off x="195013" y="263250"/>
            <a:ext cx="3319800" cy="421200"/>
          </a:xfrm>
          <a:prstGeom prst="roundRect">
            <a:avLst>
              <a:gd fmla="val 17492" name="adj"/>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s-419" sz="1200">
                <a:solidFill>
                  <a:srgbClr val="FFFFFF"/>
                </a:solidFill>
              </a:rPr>
              <a:t>Estructura de Procesos</a:t>
            </a:r>
            <a:endParaRPr b="1" sz="1100">
              <a:solidFill>
                <a:srgbClr val="FFFFFF"/>
              </a:solidFill>
            </a:endParaRPr>
          </a:p>
        </p:txBody>
      </p:sp>
      <p:cxnSp>
        <p:nvCxnSpPr>
          <p:cNvPr id="7406" name="Google Shape;7406;p128"/>
          <p:cNvCxnSpPr/>
          <p:nvPr/>
        </p:nvCxnSpPr>
        <p:spPr>
          <a:xfrm>
            <a:off x="3706088" y="164100"/>
            <a:ext cx="0" cy="6511800"/>
          </a:xfrm>
          <a:prstGeom prst="straightConnector1">
            <a:avLst/>
          </a:prstGeom>
          <a:noFill/>
          <a:ln cap="flat" cmpd="sng" w="28575">
            <a:solidFill>
              <a:srgbClr val="B7B7B7"/>
            </a:solidFill>
            <a:prstDash val="dash"/>
            <a:round/>
            <a:headEnd len="med" w="med" type="none"/>
            <a:tailEnd len="med" w="med" type="none"/>
          </a:ln>
        </p:spPr>
      </p:cxnSp>
      <p:sp>
        <p:nvSpPr>
          <p:cNvPr id="7407" name="Google Shape;7407;p128"/>
          <p:cNvSpPr/>
          <p:nvPr/>
        </p:nvSpPr>
        <p:spPr>
          <a:xfrm>
            <a:off x="195000" y="822275"/>
            <a:ext cx="3319800" cy="5853600"/>
          </a:xfrm>
          <a:prstGeom prst="roundRect">
            <a:avLst>
              <a:gd fmla="val 4230" name="adj"/>
            </a:avLst>
          </a:prstGeom>
          <a:solidFill>
            <a:srgbClr val="F3F3F3"/>
          </a:solidFill>
          <a:ln cap="flat" cmpd="sng" w="9525">
            <a:solidFill>
              <a:srgbClr val="F3F3F3"/>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8" name="Google Shape;7408;p128"/>
          <p:cNvSpPr/>
          <p:nvPr/>
        </p:nvSpPr>
        <p:spPr>
          <a:xfrm>
            <a:off x="287014" y="1073599"/>
            <a:ext cx="687600" cy="366900"/>
          </a:xfrm>
          <a:prstGeom prst="foldedCorner">
            <a:avLst>
              <a:gd fmla="val 16667" name="adj"/>
            </a:avLst>
          </a:prstGeom>
          <a:solidFill>
            <a:srgbClr val="F3F3F3"/>
          </a:solidFill>
          <a:ln cap="flat" cmpd="sng" w="9525">
            <a:solidFill>
              <a:srgbClr val="999999"/>
            </a:solidFill>
            <a:prstDash val="solid"/>
            <a:round/>
            <a:headEnd len="sm" w="sm" type="none"/>
            <a:tailEnd len="sm" w="sm" type="none"/>
          </a:ln>
          <a:effectLst>
            <a:outerShdw blurRad="57150" rotWithShape="0" algn="bl" dir="1920000" dist="19050">
              <a:srgbClr val="000000">
                <a:alpha val="22000"/>
              </a:srgbClr>
            </a:outerShdw>
          </a:effectLst>
        </p:spPr>
        <p:txBody>
          <a:bodyPr anchorCtr="0" anchor="t" bIns="18000" lIns="18000" spcFirstLastPara="1" rIns="18000" wrap="square" tIns="18000">
            <a:noAutofit/>
          </a:bodyPr>
          <a:lstStyle/>
          <a:p>
            <a:pPr indent="0" lvl="0" marL="0" rtl="0" algn="ctr">
              <a:spcBef>
                <a:spcPts val="0"/>
              </a:spcBef>
              <a:spcAft>
                <a:spcPts val="0"/>
              </a:spcAft>
              <a:buNone/>
            </a:pPr>
            <a:r>
              <a:rPr b="1" lang="es-419" sz="800"/>
              <a:t>&lt;...&gt;</a:t>
            </a:r>
            <a:endParaRPr b="1" sz="800"/>
          </a:p>
          <a:p>
            <a:pPr indent="0" lvl="0" marL="0" rtl="0" algn="ctr">
              <a:spcBef>
                <a:spcPts val="0"/>
              </a:spcBef>
              <a:spcAft>
                <a:spcPts val="0"/>
              </a:spcAft>
              <a:buNone/>
            </a:pPr>
            <a:r>
              <a:rPr lang="es-419" sz="800"/>
              <a:t>&lt;...&gt;</a:t>
            </a:r>
            <a:endParaRPr sz="800"/>
          </a:p>
        </p:txBody>
      </p:sp>
      <p:grpSp>
        <p:nvGrpSpPr>
          <p:cNvPr id="7409" name="Google Shape;7409;p128"/>
          <p:cNvGrpSpPr/>
          <p:nvPr/>
        </p:nvGrpSpPr>
        <p:grpSpPr>
          <a:xfrm>
            <a:off x="791843" y="2540959"/>
            <a:ext cx="801000" cy="434150"/>
            <a:chOff x="6170025" y="1408150"/>
            <a:chExt cx="801000" cy="434150"/>
          </a:xfrm>
        </p:grpSpPr>
        <p:cxnSp>
          <p:nvCxnSpPr>
            <p:cNvPr id="7410" name="Google Shape;7410;p128"/>
            <p:cNvCxnSpPr/>
            <p:nvPr/>
          </p:nvCxnSpPr>
          <p:spPr>
            <a:xfrm>
              <a:off x="6170025" y="1555500"/>
              <a:ext cx="801000" cy="286800"/>
            </a:xfrm>
            <a:prstGeom prst="bentConnector3">
              <a:avLst>
                <a:gd fmla="val 50000" name="adj1"/>
              </a:avLst>
            </a:prstGeom>
            <a:noFill/>
            <a:ln cap="flat" cmpd="sng" w="19050">
              <a:solidFill>
                <a:srgbClr val="274E13"/>
              </a:solidFill>
              <a:prstDash val="lgDash"/>
              <a:round/>
              <a:headEnd len="med" w="med" type="none"/>
              <a:tailEnd len="med" w="med" type="stealth"/>
            </a:ln>
          </p:spPr>
        </p:cxnSp>
        <p:sp>
          <p:nvSpPr>
            <p:cNvPr id="7411" name="Google Shape;7411;p128"/>
            <p:cNvSpPr txBox="1"/>
            <p:nvPr/>
          </p:nvSpPr>
          <p:spPr>
            <a:xfrm>
              <a:off x="6255333" y="1408150"/>
              <a:ext cx="623400" cy="123000"/>
            </a:xfrm>
            <a:prstGeom prst="rect">
              <a:avLst/>
            </a:prstGeom>
            <a:noFill/>
            <a:ln>
              <a:noFill/>
            </a:ln>
          </p:spPr>
          <p:txBody>
            <a:bodyPr anchorCtr="0" anchor="t" bIns="0" lIns="0" spcFirstLastPara="1" rIns="0" wrap="square" tIns="0">
              <a:spAutoFit/>
            </a:bodyPr>
            <a:lstStyle/>
            <a:p>
              <a:pPr indent="0" lvl="0" marL="0" rtl="0" algn="ctr">
                <a:spcBef>
                  <a:spcPts val="0"/>
                </a:spcBef>
                <a:spcAft>
                  <a:spcPts val="0"/>
                </a:spcAft>
                <a:buNone/>
              </a:pPr>
              <a:r>
                <a:rPr b="1" i="1" lang="es-419" sz="800">
                  <a:solidFill>
                    <a:srgbClr val="274E13"/>
                  </a:solidFill>
                </a:rPr>
                <a:t>includes</a:t>
              </a:r>
              <a:endParaRPr b="1" i="1" sz="800">
                <a:solidFill>
                  <a:srgbClr val="274E13"/>
                </a:solidFill>
              </a:endParaRPr>
            </a:p>
          </p:txBody>
        </p:sp>
      </p:grpSp>
      <p:grpSp>
        <p:nvGrpSpPr>
          <p:cNvPr id="7412" name="Google Shape;7412;p128"/>
          <p:cNvGrpSpPr/>
          <p:nvPr/>
        </p:nvGrpSpPr>
        <p:grpSpPr>
          <a:xfrm>
            <a:off x="2026468" y="2580397"/>
            <a:ext cx="801000" cy="434150"/>
            <a:chOff x="6170025" y="1408150"/>
            <a:chExt cx="801000" cy="434150"/>
          </a:xfrm>
        </p:grpSpPr>
        <p:cxnSp>
          <p:nvCxnSpPr>
            <p:cNvPr id="7413" name="Google Shape;7413;p128"/>
            <p:cNvCxnSpPr/>
            <p:nvPr/>
          </p:nvCxnSpPr>
          <p:spPr>
            <a:xfrm>
              <a:off x="6170025" y="1555500"/>
              <a:ext cx="801000" cy="286800"/>
            </a:xfrm>
            <a:prstGeom prst="bentConnector3">
              <a:avLst>
                <a:gd fmla="val 50000" name="adj1"/>
              </a:avLst>
            </a:prstGeom>
            <a:noFill/>
            <a:ln cap="flat" cmpd="sng" w="19050">
              <a:solidFill>
                <a:srgbClr val="990000"/>
              </a:solidFill>
              <a:prstDash val="lgDash"/>
              <a:round/>
              <a:headEnd len="med" w="med" type="none"/>
              <a:tailEnd len="med" w="med" type="stealth"/>
            </a:ln>
          </p:spPr>
        </p:cxnSp>
        <p:sp>
          <p:nvSpPr>
            <p:cNvPr id="7414" name="Google Shape;7414;p128"/>
            <p:cNvSpPr txBox="1"/>
            <p:nvPr/>
          </p:nvSpPr>
          <p:spPr>
            <a:xfrm>
              <a:off x="6255333" y="1408150"/>
              <a:ext cx="623400" cy="123000"/>
            </a:xfrm>
            <a:prstGeom prst="rect">
              <a:avLst/>
            </a:prstGeom>
            <a:noFill/>
            <a:ln>
              <a:noFill/>
            </a:ln>
          </p:spPr>
          <p:txBody>
            <a:bodyPr anchorCtr="0" anchor="t" bIns="0" lIns="0" spcFirstLastPara="1" rIns="0" wrap="square" tIns="0">
              <a:spAutoFit/>
            </a:bodyPr>
            <a:lstStyle/>
            <a:p>
              <a:pPr indent="0" lvl="0" marL="0" rtl="0" algn="ctr">
                <a:spcBef>
                  <a:spcPts val="0"/>
                </a:spcBef>
                <a:spcAft>
                  <a:spcPts val="0"/>
                </a:spcAft>
                <a:buNone/>
              </a:pPr>
              <a:r>
                <a:rPr b="1" i="1" lang="es-419" sz="800">
                  <a:solidFill>
                    <a:srgbClr val="990000"/>
                  </a:solidFill>
                </a:rPr>
                <a:t>extends</a:t>
              </a:r>
              <a:endParaRPr b="1" i="1" sz="800">
                <a:solidFill>
                  <a:srgbClr val="990000"/>
                </a:solidFill>
              </a:endParaRPr>
            </a:p>
          </p:txBody>
        </p:sp>
      </p:grpSp>
      <p:pic>
        <p:nvPicPr>
          <p:cNvPr id="7415" name="Google Shape;7415;p128"/>
          <p:cNvPicPr preferRelativeResize="0"/>
          <p:nvPr/>
        </p:nvPicPr>
        <p:blipFill rotWithShape="1">
          <a:blip r:embed="rId2">
            <a:alphaModFix/>
          </a:blip>
          <a:srcRect b="0" l="0" r="0" t="0"/>
          <a:stretch/>
        </p:blipFill>
        <p:spPr>
          <a:xfrm>
            <a:off x="2665759" y="1883602"/>
            <a:ext cx="189000" cy="540000"/>
          </a:xfrm>
          <a:prstGeom prst="rect">
            <a:avLst/>
          </a:prstGeom>
          <a:noFill/>
          <a:ln>
            <a:noFill/>
          </a:ln>
        </p:spPr>
      </p:pic>
      <p:pic>
        <p:nvPicPr>
          <p:cNvPr id="7416" name="Google Shape;7416;p128"/>
          <p:cNvPicPr preferRelativeResize="0"/>
          <p:nvPr/>
        </p:nvPicPr>
        <p:blipFill rotWithShape="1">
          <a:blip r:embed="rId3">
            <a:alphaModFix/>
          </a:blip>
          <a:srcRect b="0" l="0" r="0" t="0"/>
          <a:stretch/>
        </p:blipFill>
        <p:spPr>
          <a:xfrm>
            <a:off x="2236333" y="1883594"/>
            <a:ext cx="259200" cy="540000"/>
          </a:xfrm>
          <a:prstGeom prst="rect">
            <a:avLst/>
          </a:prstGeom>
          <a:noFill/>
          <a:ln>
            <a:noFill/>
          </a:ln>
        </p:spPr>
      </p:pic>
      <p:pic>
        <p:nvPicPr>
          <p:cNvPr id="7417" name="Google Shape;7417;p128"/>
          <p:cNvPicPr preferRelativeResize="0"/>
          <p:nvPr/>
        </p:nvPicPr>
        <p:blipFill rotWithShape="1">
          <a:blip r:embed="rId4">
            <a:alphaModFix/>
          </a:blip>
          <a:srcRect b="0" l="0" r="0" t="0"/>
          <a:stretch/>
        </p:blipFill>
        <p:spPr>
          <a:xfrm>
            <a:off x="3060890" y="1883600"/>
            <a:ext cx="259200" cy="540000"/>
          </a:xfrm>
          <a:prstGeom prst="rect">
            <a:avLst/>
          </a:prstGeom>
          <a:noFill/>
          <a:ln>
            <a:noFill/>
          </a:ln>
        </p:spPr>
      </p:pic>
      <p:grpSp>
        <p:nvGrpSpPr>
          <p:cNvPr id="7418" name="Google Shape;7418;p128"/>
          <p:cNvGrpSpPr/>
          <p:nvPr/>
        </p:nvGrpSpPr>
        <p:grpSpPr>
          <a:xfrm>
            <a:off x="1855443" y="936425"/>
            <a:ext cx="1541275" cy="839850"/>
            <a:chOff x="849038" y="4592425"/>
            <a:chExt cx="1541275" cy="839850"/>
          </a:xfrm>
        </p:grpSpPr>
        <p:sp>
          <p:nvSpPr>
            <p:cNvPr id="7419" name="Google Shape;7419;p128"/>
            <p:cNvSpPr/>
            <p:nvPr/>
          </p:nvSpPr>
          <p:spPr>
            <a:xfrm>
              <a:off x="850363" y="4592425"/>
              <a:ext cx="1527600" cy="831300"/>
            </a:xfrm>
            <a:prstGeom prst="snip2SameRect">
              <a:avLst>
                <a:gd fmla="val 37547" name="adj1"/>
                <a:gd fmla="val 0" name="adj2"/>
              </a:avLst>
            </a:prstGeom>
            <a:solidFill>
              <a:schemeClr val="l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i="1" lang="es-419" sz="1000"/>
                <a:t>&lt;...&gt;</a:t>
              </a:r>
              <a:endParaRPr i="1" sz="1000"/>
            </a:p>
          </p:txBody>
        </p:sp>
        <p:cxnSp>
          <p:nvCxnSpPr>
            <p:cNvPr id="7420" name="Google Shape;7420;p128"/>
            <p:cNvCxnSpPr/>
            <p:nvPr/>
          </p:nvCxnSpPr>
          <p:spPr>
            <a:xfrm flipH="1">
              <a:off x="849038" y="5009550"/>
              <a:ext cx="320100" cy="413700"/>
            </a:xfrm>
            <a:prstGeom prst="straightConnector1">
              <a:avLst/>
            </a:prstGeom>
            <a:noFill/>
            <a:ln cap="flat" cmpd="sng" w="9525">
              <a:solidFill>
                <a:schemeClr val="dk2"/>
              </a:solidFill>
              <a:prstDash val="solid"/>
              <a:round/>
              <a:headEnd len="med" w="med" type="none"/>
              <a:tailEnd len="med" w="med" type="none"/>
            </a:ln>
          </p:spPr>
        </p:cxnSp>
        <p:cxnSp>
          <p:nvCxnSpPr>
            <p:cNvPr id="7421" name="Google Shape;7421;p128"/>
            <p:cNvCxnSpPr/>
            <p:nvPr/>
          </p:nvCxnSpPr>
          <p:spPr>
            <a:xfrm>
              <a:off x="1163288" y="4592700"/>
              <a:ext cx="0" cy="425700"/>
            </a:xfrm>
            <a:prstGeom prst="straightConnector1">
              <a:avLst/>
            </a:prstGeom>
            <a:noFill/>
            <a:ln cap="flat" cmpd="sng" w="9525">
              <a:solidFill>
                <a:schemeClr val="dk2"/>
              </a:solidFill>
              <a:prstDash val="solid"/>
              <a:round/>
              <a:headEnd len="med" w="med" type="none"/>
              <a:tailEnd len="med" w="med" type="none"/>
            </a:ln>
          </p:spPr>
        </p:cxnSp>
        <p:cxnSp>
          <p:nvCxnSpPr>
            <p:cNvPr id="7422" name="Google Shape;7422;p128"/>
            <p:cNvCxnSpPr/>
            <p:nvPr/>
          </p:nvCxnSpPr>
          <p:spPr>
            <a:xfrm flipH="1" rot="10800000">
              <a:off x="1169138" y="5012425"/>
              <a:ext cx="892500" cy="3000"/>
            </a:xfrm>
            <a:prstGeom prst="straightConnector1">
              <a:avLst/>
            </a:prstGeom>
            <a:noFill/>
            <a:ln cap="flat" cmpd="sng" w="9525">
              <a:solidFill>
                <a:schemeClr val="dk2"/>
              </a:solidFill>
              <a:prstDash val="solid"/>
              <a:round/>
              <a:headEnd len="med" w="med" type="none"/>
              <a:tailEnd len="med" w="med" type="none"/>
            </a:ln>
          </p:spPr>
        </p:cxnSp>
        <p:cxnSp>
          <p:nvCxnSpPr>
            <p:cNvPr id="7423" name="Google Shape;7423;p128"/>
            <p:cNvCxnSpPr/>
            <p:nvPr/>
          </p:nvCxnSpPr>
          <p:spPr>
            <a:xfrm>
              <a:off x="2064138" y="4592700"/>
              <a:ext cx="0" cy="425700"/>
            </a:xfrm>
            <a:prstGeom prst="straightConnector1">
              <a:avLst/>
            </a:prstGeom>
            <a:noFill/>
            <a:ln cap="flat" cmpd="sng" w="9525">
              <a:solidFill>
                <a:schemeClr val="dk2"/>
              </a:solidFill>
              <a:prstDash val="solid"/>
              <a:round/>
              <a:headEnd len="med" w="med" type="none"/>
              <a:tailEnd len="med" w="med" type="none"/>
            </a:ln>
          </p:spPr>
        </p:cxnSp>
        <p:cxnSp>
          <p:nvCxnSpPr>
            <p:cNvPr id="7424" name="Google Shape;7424;p128"/>
            <p:cNvCxnSpPr/>
            <p:nvPr/>
          </p:nvCxnSpPr>
          <p:spPr>
            <a:xfrm rot="10800000">
              <a:off x="2067513" y="5018275"/>
              <a:ext cx="322800" cy="414000"/>
            </a:xfrm>
            <a:prstGeom prst="straightConnector1">
              <a:avLst/>
            </a:prstGeom>
            <a:noFill/>
            <a:ln cap="flat" cmpd="sng" w="9525">
              <a:solidFill>
                <a:schemeClr val="dk2"/>
              </a:solidFill>
              <a:prstDash val="solid"/>
              <a:round/>
              <a:headEnd len="med" w="med" type="none"/>
              <a:tailEnd len="med" w="med" type="none"/>
            </a:ln>
          </p:spPr>
        </p:cxnSp>
      </p:grpSp>
      <p:grpSp>
        <p:nvGrpSpPr>
          <p:cNvPr id="7425" name="Google Shape;7425;p128"/>
          <p:cNvGrpSpPr/>
          <p:nvPr/>
        </p:nvGrpSpPr>
        <p:grpSpPr>
          <a:xfrm>
            <a:off x="506231" y="3169679"/>
            <a:ext cx="2716200" cy="1366800"/>
            <a:chOff x="6859675" y="892675"/>
            <a:chExt cx="2716200" cy="1366800"/>
          </a:xfrm>
        </p:grpSpPr>
        <p:sp>
          <p:nvSpPr>
            <p:cNvPr id="7426" name="Google Shape;7426;p128"/>
            <p:cNvSpPr/>
            <p:nvPr/>
          </p:nvSpPr>
          <p:spPr>
            <a:xfrm>
              <a:off x="6859675" y="892675"/>
              <a:ext cx="2716200" cy="1366800"/>
            </a:xfrm>
            <a:prstGeom prst="roundRect">
              <a:avLst>
                <a:gd fmla="val 3146" name="adj"/>
              </a:avLst>
            </a:prstGeom>
            <a:solidFill>
              <a:srgbClr val="FFFFFF"/>
            </a:solidFill>
            <a:ln cap="flat" cmpd="sng" w="9525">
              <a:solidFill>
                <a:srgbClr val="EFEFEF"/>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t" bIns="18000" lIns="18000" spcFirstLastPara="1" rIns="18000" wrap="square" tIns="18000">
              <a:noAutofit/>
            </a:bodyPr>
            <a:lstStyle/>
            <a:p>
              <a:pPr indent="0" lvl="0" marL="0" rtl="0" algn="r">
                <a:spcBef>
                  <a:spcPts val="0"/>
                </a:spcBef>
                <a:spcAft>
                  <a:spcPts val="0"/>
                </a:spcAft>
                <a:buNone/>
              </a:pPr>
              <a:r>
                <a:t/>
              </a:r>
              <a:endParaRPr b="1" i="1" sz="900">
                <a:solidFill>
                  <a:srgbClr val="434343"/>
                </a:solidFill>
              </a:endParaRPr>
            </a:p>
          </p:txBody>
        </p:sp>
        <p:sp>
          <p:nvSpPr>
            <p:cNvPr id="7427" name="Google Shape;7427;p128"/>
            <p:cNvSpPr txBox="1"/>
            <p:nvPr/>
          </p:nvSpPr>
          <p:spPr>
            <a:xfrm>
              <a:off x="6939508" y="944250"/>
              <a:ext cx="376500" cy="265800"/>
            </a:xfrm>
            <a:prstGeom prst="rect">
              <a:avLst/>
            </a:prstGeom>
            <a:noFill/>
            <a:ln>
              <a:noFill/>
            </a:ln>
          </p:spPr>
          <p:txBody>
            <a:bodyPr anchorCtr="0" anchor="ctr" bIns="0" lIns="0" spcFirstLastPara="1" rIns="0" wrap="square" tIns="0">
              <a:noAutofit/>
            </a:bodyPr>
            <a:lstStyle/>
            <a:p>
              <a:pPr indent="0" lvl="0" marL="0" rtl="0" algn="r">
                <a:spcBef>
                  <a:spcPts val="0"/>
                </a:spcBef>
                <a:spcAft>
                  <a:spcPts val="0"/>
                </a:spcAft>
                <a:buNone/>
              </a:pPr>
              <a:r>
                <a:rPr lang="es-419" sz="700">
                  <a:latin typeface="Arvo"/>
                  <a:ea typeface="Arvo"/>
                  <a:cs typeface="Arvo"/>
                  <a:sym typeface="Arvo"/>
                </a:rPr>
                <a:t>Proceso:</a:t>
              </a:r>
              <a:endParaRPr sz="700">
                <a:latin typeface="Arvo"/>
                <a:ea typeface="Arvo"/>
                <a:cs typeface="Arvo"/>
                <a:sym typeface="Arvo"/>
              </a:endParaRPr>
            </a:p>
            <a:p>
              <a:pPr indent="0" lvl="0" marL="0" rtl="0" algn="r">
                <a:spcBef>
                  <a:spcPts val="0"/>
                </a:spcBef>
                <a:spcAft>
                  <a:spcPts val="0"/>
                </a:spcAft>
                <a:buNone/>
              </a:pPr>
              <a:r>
                <a:t/>
              </a:r>
              <a:endParaRPr i="1" sz="600">
                <a:solidFill>
                  <a:srgbClr val="666666"/>
                </a:solidFill>
                <a:latin typeface="Arvo"/>
                <a:ea typeface="Arvo"/>
                <a:cs typeface="Arvo"/>
                <a:sym typeface="Arvo"/>
              </a:endParaRPr>
            </a:p>
          </p:txBody>
        </p:sp>
        <p:sp>
          <p:nvSpPr>
            <p:cNvPr id="7428" name="Google Shape;7428;p128"/>
            <p:cNvSpPr/>
            <p:nvPr/>
          </p:nvSpPr>
          <p:spPr>
            <a:xfrm>
              <a:off x="7450814" y="951063"/>
              <a:ext cx="2049300" cy="160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600">
                <a:latin typeface="Roboto"/>
                <a:ea typeface="Roboto"/>
                <a:cs typeface="Roboto"/>
                <a:sym typeface="Roboto"/>
              </a:endParaRPr>
            </a:p>
          </p:txBody>
        </p:sp>
        <p:sp>
          <p:nvSpPr>
            <p:cNvPr id="7429" name="Google Shape;7429;p128"/>
            <p:cNvSpPr txBox="1"/>
            <p:nvPr/>
          </p:nvSpPr>
          <p:spPr>
            <a:xfrm>
              <a:off x="7450814" y="946863"/>
              <a:ext cx="1736100" cy="169200"/>
            </a:xfrm>
            <a:prstGeom prst="rect">
              <a:avLst/>
            </a:prstGeom>
            <a:noFill/>
            <a:ln>
              <a:noFill/>
            </a:ln>
          </p:spPr>
          <p:txBody>
            <a:bodyPr anchorCtr="0" anchor="ctr" bIns="18000" lIns="18000" spcFirstLastPara="1" rIns="18000" wrap="square" tIns="18000">
              <a:noAutofit/>
            </a:bodyPr>
            <a:lstStyle/>
            <a:p>
              <a:pPr indent="0" lvl="0" marL="0" rtl="0" algn="ctr">
                <a:spcBef>
                  <a:spcPts val="0"/>
                </a:spcBef>
                <a:spcAft>
                  <a:spcPts val="0"/>
                </a:spcAft>
                <a:buNone/>
              </a:pPr>
              <a:r>
                <a:rPr b="1" i="1" lang="es-419" sz="800">
                  <a:solidFill>
                    <a:srgbClr val="434343"/>
                  </a:solidFill>
                </a:rPr>
                <a:t>&lt;...&gt;</a:t>
              </a:r>
              <a:endParaRPr b="1" i="1" sz="800">
                <a:solidFill>
                  <a:srgbClr val="434343"/>
                </a:solidFill>
              </a:endParaRPr>
            </a:p>
          </p:txBody>
        </p:sp>
        <p:sp>
          <p:nvSpPr>
            <p:cNvPr id="7430" name="Google Shape;7430;p128"/>
            <p:cNvSpPr/>
            <p:nvPr/>
          </p:nvSpPr>
          <p:spPr>
            <a:xfrm>
              <a:off x="6965508" y="1159663"/>
              <a:ext cx="461700" cy="1038600"/>
            </a:xfrm>
            <a:prstGeom prst="roundRect">
              <a:avLst>
                <a:gd fmla="val 9856" name="adj"/>
              </a:avLst>
            </a:prstGeom>
            <a:solidFill>
              <a:schemeClr val="l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1" name="Google Shape;7431;p128"/>
            <p:cNvSpPr txBox="1"/>
            <p:nvPr/>
          </p:nvSpPr>
          <p:spPr>
            <a:xfrm>
              <a:off x="6965508" y="1204638"/>
              <a:ext cx="454500" cy="386700"/>
            </a:xfrm>
            <a:prstGeom prst="rect">
              <a:avLst/>
            </a:prstGeom>
            <a:noFill/>
            <a:ln>
              <a:noFill/>
            </a:ln>
          </p:spPr>
          <p:txBody>
            <a:bodyPr anchorCtr="0" anchor="t" bIns="18000" lIns="18000" spcFirstLastPara="1" rIns="18000" wrap="square" tIns="18000">
              <a:noAutofit/>
            </a:bodyPr>
            <a:lstStyle/>
            <a:p>
              <a:pPr indent="0" lvl="0" marL="0" rtl="0" algn="ctr">
                <a:spcBef>
                  <a:spcPts val="0"/>
                </a:spcBef>
                <a:spcAft>
                  <a:spcPts val="0"/>
                </a:spcAft>
                <a:buNone/>
              </a:pPr>
              <a:r>
                <a:rPr lang="es-419" sz="700"/>
                <a:t>&lt;...&gt;</a:t>
              </a:r>
              <a:endParaRPr sz="700"/>
            </a:p>
            <a:p>
              <a:pPr indent="0" lvl="0" marL="457200" rtl="0" algn="ctr">
                <a:spcBef>
                  <a:spcPts val="0"/>
                </a:spcBef>
                <a:spcAft>
                  <a:spcPts val="0"/>
                </a:spcAft>
                <a:buNone/>
              </a:pPr>
              <a:r>
                <a:t/>
              </a:r>
              <a:endParaRPr sz="700"/>
            </a:p>
          </p:txBody>
        </p:sp>
        <p:sp>
          <p:nvSpPr>
            <p:cNvPr id="7432" name="Google Shape;7432;p128"/>
            <p:cNvSpPr/>
            <p:nvPr/>
          </p:nvSpPr>
          <p:spPr>
            <a:xfrm>
              <a:off x="7479206" y="1159663"/>
              <a:ext cx="461700" cy="1038600"/>
            </a:xfrm>
            <a:prstGeom prst="roundRect">
              <a:avLst>
                <a:gd fmla="val 9856" name="adj"/>
              </a:avLst>
            </a:prstGeom>
            <a:solidFill>
              <a:schemeClr val="l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3" name="Google Shape;7433;p128"/>
            <p:cNvSpPr txBox="1"/>
            <p:nvPr/>
          </p:nvSpPr>
          <p:spPr>
            <a:xfrm>
              <a:off x="7479206" y="1204638"/>
              <a:ext cx="454500" cy="386700"/>
            </a:xfrm>
            <a:prstGeom prst="rect">
              <a:avLst/>
            </a:prstGeom>
            <a:noFill/>
            <a:ln>
              <a:noFill/>
            </a:ln>
          </p:spPr>
          <p:txBody>
            <a:bodyPr anchorCtr="0" anchor="t" bIns="18000" lIns="18000" spcFirstLastPara="1" rIns="18000" wrap="square" tIns="18000">
              <a:noAutofit/>
            </a:bodyPr>
            <a:lstStyle/>
            <a:p>
              <a:pPr indent="0" lvl="0" marL="0" rtl="0" algn="ctr">
                <a:spcBef>
                  <a:spcPts val="0"/>
                </a:spcBef>
                <a:spcAft>
                  <a:spcPts val="0"/>
                </a:spcAft>
                <a:buNone/>
              </a:pPr>
              <a:r>
                <a:rPr lang="es-419" sz="700"/>
                <a:t>&lt;...&gt;</a:t>
              </a:r>
              <a:endParaRPr sz="700"/>
            </a:p>
            <a:p>
              <a:pPr indent="0" lvl="0" marL="457200" rtl="0" algn="ctr">
                <a:spcBef>
                  <a:spcPts val="0"/>
                </a:spcBef>
                <a:spcAft>
                  <a:spcPts val="0"/>
                </a:spcAft>
                <a:buNone/>
              </a:pPr>
              <a:r>
                <a:t/>
              </a:r>
              <a:endParaRPr sz="700"/>
            </a:p>
          </p:txBody>
        </p:sp>
        <p:sp>
          <p:nvSpPr>
            <p:cNvPr id="7434" name="Google Shape;7434;p128"/>
            <p:cNvSpPr/>
            <p:nvPr/>
          </p:nvSpPr>
          <p:spPr>
            <a:xfrm>
              <a:off x="7998866" y="1159663"/>
              <a:ext cx="461700" cy="1038600"/>
            </a:xfrm>
            <a:prstGeom prst="roundRect">
              <a:avLst>
                <a:gd fmla="val 9856" name="adj"/>
              </a:avLst>
            </a:prstGeom>
            <a:solidFill>
              <a:schemeClr val="l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5" name="Google Shape;7435;p128"/>
            <p:cNvSpPr txBox="1"/>
            <p:nvPr/>
          </p:nvSpPr>
          <p:spPr>
            <a:xfrm>
              <a:off x="7998866" y="1204638"/>
              <a:ext cx="454500" cy="386700"/>
            </a:xfrm>
            <a:prstGeom prst="rect">
              <a:avLst/>
            </a:prstGeom>
            <a:noFill/>
            <a:ln>
              <a:noFill/>
            </a:ln>
          </p:spPr>
          <p:txBody>
            <a:bodyPr anchorCtr="0" anchor="t" bIns="18000" lIns="18000" spcFirstLastPara="1" rIns="18000" wrap="square" tIns="18000">
              <a:noAutofit/>
            </a:bodyPr>
            <a:lstStyle/>
            <a:p>
              <a:pPr indent="0" lvl="0" marL="0" rtl="0" algn="ctr">
                <a:spcBef>
                  <a:spcPts val="0"/>
                </a:spcBef>
                <a:spcAft>
                  <a:spcPts val="0"/>
                </a:spcAft>
                <a:buNone/>
              </a:pPr>
              <a:r>
                <a:rPr lang="es-419" sz="700"/>
                <a:t>&lt;...&gt;</a:t>
              </a:r>
              <a:endParaRPr sz="700"/>
            </a:p>
            <a:p>
              <a:pPr indent="0" lvl="0" marL="457200" rtl="0" algn="ctr">
                <a:spcBef>
                  <a:spcPts val="0"/>
                </a:spcBef>
                <a:spcAft>
                  <a:spcPts val="0"/>
                </a:spcAft>
                <a:buNone/>
              </a:pPr>
              <a:r>
                <a:t/>
              </a:r>
              <a:endParaRPr sz="700"/>
            </a:p>
          </p:txBody>
        </p:sp>
        <p:sp>
          <p:nvSpPr>
            <p:cNvPr id="7436" name="Google Shape;7436;p128"/>
            <p:cNvSpPr/>
            <p:nvPr/>
          </p:nvSpPr>
          <p:spPr>
            <a:xfrm>
              <a:off x="8518526" y="1159663"/>
              <a:ext cx="461700" cy="1038600"/>
            </a:xfrm>
            <a:prstGeom prst="roundRect">
              <a:avLst>
                <a:gd fmla="val 9856" name="adj"/>
              </a:avLst>
            </a:prstGeom>
            <a:solidFill>
              <a:schemeClr val="l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7" name="Google Shape;7437;p128"/>
            <p:cNvSpPr txBox="1"/>
            <p:nvPr/>
          </p:nvSpPr>
          <p:spPr>
            <a:xfrm>
              <a:off x="8518526" y="1204638"/>
              <a:ext cx="454500" cy="386700"/>
            </a:xfrm>
            <a:prstGeom prst="rect">
              <a:avLst/>
            </a:prstGeom>
            <a:noFill/>
            <a:ln>
              <a:noFill/>
            </a:ln>
          </p:spPr>
          <p:txBody>
            <a:bodyPr anchorCtr="0" anchor="t" bIns="18000" lIns="18000" spcFirstLastPara="1" rIns="18000" wrap="square" tIns="18000">
              <a:noAutofit/>
            </a:bodyPr>
            <a:lstStyle/>
            <a:p>
              <a:pPr indent="0" lvl="0" marL="0" rtl="0" algn="ctr">
                <a:spcBef>
                  <a:spcPts val="0"/>
                </a:spcBef>
                <a:spcAft>
                  <a:spcPts val="0"/>
                </a:spcAft>
                <a:buNone/>
              </a:pPr>
              <a:r>
                <a:rPr lang="es-419" sz="700"/>
                <a:t>&lt;...&gt;</a:t>
              </a:r>
              <a:endParaRPr sz="700"/>
            </a:p>
            <a:p>
              <a:pPr indent="0" lvl="0" marL="457200" rtl="0" algn="ctr">
                <a:spcBef>
                  <a:spcPts val="0"/>
                </a:spcBef>
                <a:spcAft>
                  <a:spcPts val="0"/>
                </a:spcAft>
                <a:buNone/>
              </a:pPr>
              <a:r>
                <a:t/>
              </a:r>
              <a:endParaRPr sz="700"/>
            </a:p>
          </p:txBody>
        </p:sp>
        <p:sp>
          <p:nvSpPr>
            <p:cNvPr id="7438" name="Google Shape;7438;p128"/>
            <p:cNvSpPr/>
            <p:nvPr/>
          </p:nvSpPr>
          <p:spPr>
            <a:xfrm>
              <a:off x="9038185" y="1159663"/>
              <a:ext cx="461700" cy="1038600"/>
            </a:xfrm>
            <a:prstGeom prst="roundRect">
              <a:avLst>
                <a:gd fmla="val 9856" name="adj"/>
              </a:avLst>
            </a:prstGeom>
            <a:solidFill>
              <a:schemeClr val="l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9" name="Google Shape;7439;p128"/>
            <p:cNvSpPr txBox="1"/>
            <p:nvPr/>
          </p:nvSpPr>
          <p:spPr>
            <a:xfrm>
              <a:off x="9038185" y="1204638"/>
              <a:ext cx="454500" cy="386700"/>
            </a:xfrm>
            <a:prstGeom prst="rect">
              <a:avLst/>
            </a:prstGeom>
            <a:noFill/>
            <a:ln>
              <a:noFill/>
            </a:ln>
          </p:spPr>
          <p:txBody>
            <a:bodyPr anchorCtr="0" anchor="t" bIns="18000" lIns="18000" spcFirstLastPara="1" rIns="18000" wrap="square" tIns="18000">
              <a:noAutofit/>
            </a:bodyPr>
            <a:lstStyle/>
            <a:p>
              <a:pPr indent="0" lvl="0" marL="0" rtl="0" algn="ctr">
                <a:spcBef>
                  <a:spcPts val="0"/>
                </a:spcBef>
                <a:spcAft>
                  <a:spcPts val="0"/>
                </a:spcAft>
                <a:buNone/>
              </a:pPr>
              <a:r>
                <a:rPr lang="es-419" sz="700"/>
                <a:t>&lt;...&gt;</a:t>
              </a:r>
              <a:endParaRPr sz="700"/>
            </a:p>
          </p:txBody>
        </p:sp>
      </p:grpSp>
      <p:cxnSp>
        <p:nvCxnSpPr>
          <p:cNvPr id="7440" name="Google Shape;7440;p128"/>
          <p:cNvCxnSpPr/>
          <p:nvPr/>
        </p:nvCxnSpPr>
        <p:spPr>
          <a:xfrm>
            <a:off x="473468" y="1675158"/>
            <a:ext cx="773700" cy="442200"/>
          </a:xfrm>
          <a:prstGeom prst="bentConnector3">
            <a:avLst>
              <a:gd fmla="val 50000" name="adj1"/>
            </a:avLst>
          </a:prstGeom>
          <a:noFill/>
          <a:ln cap="flat" cmpd="sng" w="19050">
            <a:solidFill>
              <a:schemeClr val="dk2"/>
            </a:solidFill>
            <a:prstDash val="dash"/>
            <a:round/>
            <a:headEnd len="med" w="med" type="none"/>
            <a:tailEnd len="med" w="med" type="stealth"/>
          </a:ln>
        </p:spPr>
      </p:cxnSp>
      <p:sp>
        <p:nvSpPr>
          <p:cNvPr id="7441" name="Google Shape;7441;p128"/>
          <p:cNvSpPr/>
          <p:nvPr/>
        </p:nvSpPr>
        <p:spPr>
          <a:xfrm>
            <a:off x="1059443" y="1103150"/>
            <a:ext cx="691500" cy="307800"/>
          </a:xfrm>
          <a:prstGeom prst="roundRect">
            <a:avLst>
              <a:gd fmla="val 5590" name="adj"/>
            </a:avLst>
          </a:prstGeom>
          <a:solidFill>
            <a:srgbClr val="D9EAD3"/>
          </a:solidFill>
          <a:ln cap="flat" cmpd="sng" w="9525">
            <a:solidFill>
              <a:srgbClr val="EFEFEF"/>
            </a:solidFill>
            <a:prstDash val="solid"/>
            <a:round/>
            <a:headEnd len="sm" w="sm" type="none"/>
            <a:tailEnd len="sm" w="sm" type="none"/>
          </a:ln>
          <a:effectLst>
            <a:outerShdw rotWithShape="0" algn="bl" dir="2820000" dist="9525">
              <a:srgbClr val="660000">
                <a:alpha val="50000"/>
              </a:srgbClr>
            </a:outerShdw>
          </a:effectLst>
        </p:spPr>
        <p:txBody>
          <a:bodyPr anchorCtr="0" anchor="ctr" bIns="18000" lIns="18000" spcFirstLastPara="1" rIns="18000" wrap="square" tIns="18000">
            <a:noAutofit/>
          </a:bodyPr>
          <a:lstStyle/>
          <a:p>
            <a:pPr indent="0" lvl="0" marL="0" rtl="0" algn="ctr">
              <a:spcBef>
                <a:spcPts val="0"/>
              </a:spcBef>
              <a:spcAft>
                <a:spcPts val="0"/>
              </a:spcAft>
              <a:buNone/>
            </a:pPr>
            <a:r>
              <a:rPr b="1" lang="es-419" sz="800"/>
              <a:t>&lt;..&gt;</a:t>
            </a:r>
            <a:endParaRPr b="1" sz="800">
              <a:latin typeface="Roboto"/>
              <a:ea typeface="Roboto"/>
              <a:cs typeface="Roboto"/>
              <a:sym typeface="Roboto"/>
            </a:endParaRPr>
          </a:p>
        </p:txBody>
      </p:sp>
      <p:pic>
        <p:nvPicPr>
          <p:cNvPr id="7442" name="Google Shape;7442;p128"/>
          <p:cNvPicPr preferRelativeResize="0"/>
          <p:nvPr/>
        </p:nvPicPr>
        <p:blipFill rotWithShape="1">
          <a:blip r:embed="rId5">
            <a:alphaModFix/>
          </a:blip>
          <a:srcRect b="0" l="0" r="0" t="0"/>
          <a:stretch/>
        </p:blipFill>
        <p:spPr>
          <a:xfrm>
            <a:off x="1839124" y="1883611"/>
            <a:ext cx="167400" cy="540000"/>
          </a:xfrm>
          <a:prstGeom prst="rect">
            <a:avLst/>
          </a:prstGeom>
          <a:noFill/>
          <a:ln>
            <a:noFill/>
          </a:ln>
        </p:spPr>
      </p:pic>
      <p:sp>
        <p:nvSpPr>
          <p:cNvPr id="7443" name="Google Shape;7443;p128"/>
          <p:cNvSpPr/>
          <p:nvPr/>
        </p:nvSpPr>
        <p:spPr>
          <a:xfrm>
            <a:off x="4005026" y="263250"/>
            <a:ext cx="3472500" cy="421200"/>
          </a:xfrm>
          <a:prstGeom prst="roundRect">
            <a:avLst>
              <a:gd fmla="val 17492" name="adj"/>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s-419" sz="1200">
                <a:solidFill>
                  <a:srgbClr val="FFFFFF"/>
                </a:solidFill>
              </a:rPr>
              <a:t>Estructura de Puntos de Automatización</a:t>
            </a:r>
            <a:endParaRPr b="1" sz="1100">
              <a:solidFill>
                <a:srgbClr val="FFFFFF"/>
              </a:solidFill>
            </a:endParaRPr>
          </a:p>
        </p:txBody>
      </p:sp>
      <p:sp>
        <p:nvSpPr>
          <p:cNvPr id="7444" name="Google Shape;7444;p128"/>
          <p:cNvSpPr/>
          <p:nvPr/>
        </p:nvSpPr>
        <p:spPr>
          <a:xfrm>
            <a:off x="4005000" y="822275"/>
            <a:ext cx="3472500" cy="5853600"/>
          </a:xfrm>
          <a:prstGeom prst="roundRect">
            <a:avLst>
              <a:gd fmla="val 4230" name="adj"/>
            </a:avLst>
          </a:prstGeom>
          <a:solidFill>
            <a:srgbClr val="F3F3F3"/>
          </a:solidFill>
          <a:ln cap="flat" cmpd="sng" w="9525">
            <a:solidFill>
              <a:srgbClr val="F3F3F3"/>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45" name="Google Shape;7445;p128"/>
          <p:cNvGrpSpPr/>
          <p:nvPr/>
        </p:nvGrpSpPr>
        <p:grpSpPr>
          <a:xfrm>
            <a:off x="4200298" y="1006178"/>
            <a:ext cx="3098700" cy="2874900"/>
            <a:chOff x="-3269900" y="813200"/>
            <a:chExt cx="3098700" cy="2874900"/>
          </a:xfrm>
        </p:grpSpPr>
        <p:sp>
          <p:nvSpPr>
            <p:cNvPr id="7446" name="Google Shape;7446;p128"/>
            <p:cNvSpPr/>
            <p:nvPr/>
          </p:nvSpPr>
          <p:spPr>
            <a:xfrm>
              <a:off x="-3269900" y="813200"/>
              <a:ext cx="3098700" cy="2874900"/>
            </a:xfrm>
            <a:prstGeom prst="roundRect">
              <a:avLst>
                <a:gd fmla="val 3233" name="adj"/>
              </a:avLst>
            </a:prstGeom>
            <a:solidFill>
              <a:srgbClr val="FFFFFF"/>
            </a:solidFill>
            <a:ln cap="flat" cmpd="sng" w="9525">
              <a:solidFill>
                <a:srgbClr val="EFEFEF"/>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t" bIns="18000" lIns="18000" spcFirstLastPara="1" rIns="18000" wrap="square" tIns="18000">
              <a:noAutofit/>
            </a:bodyPr>
            <a:lstStyle/>
            <a:p>
              <a:pPr indent="0" lvl="0" marL="0" rtl="0" algn="ctr">
                <a:spcBef>
                  <a:spcPts val="0"/>
                </a:spcBef>
                <a:spcAft>
                  <a:spcPts val="0"/>
                </a:spcAft>
                <a:buNone/>
              </a:pPr>
              <a:r>
                <a:rPr b="1" i="1" lang="es-419" sz="900">
                  <a:solidFill>
                    <a:srgbClr val="434343"/>
                  </a:solidFill>
                </a:rPr>
                <a:t>Puntos de Automatización</a:t>
              </a:r>
              <a:endParaRPr b="1" i="1" sz="900">
                <a:solidFill>
                  <a:srgbClr val="434343"/>
                </a:solidFill>
              </a:endParaRPr>
            </a:p>
          </p:txBody>
        </p:sp>
        <p:sp>
          <p:nvSpPr>
            <p:cNvPr id="7447" name="Google Shape;7447;p128"/>
            <p:cNvSpPr txBox="1"/>
            <p:nvPr/>
          </p:nvSpPr>
          <p:spPr>
            <a:xfrm>
              <a:off x="-3089724" y="1083825"/>
              <a:ext cx="1098600" cy="232500"/>
            </a:xfrm>
            <a:prstGeom prst="rect">
              <a:avLst/>
            </a:prstGeom>
            <a:noFill/>
            <a:ln>
              <a:noFill/>
            </a:ln>
          </p:spPr>
          <p:txBody>
            <a:bodyPr anchorCtr="0" anchor="ctr" bIns="0" lIns="0" spcFirstLastPara="1" rIns="0" wrap="square" tIns="0">
              <a:noAutofit/>
            </a:bodyPr>
            <a:lstStyle/>
            <a:p>
              <a:pPr indent="0" lvl="0" marL="0" rtl="0" algn="r">
                <a:spcBef>
                  <a:spcPts val="0"/>
                </a:spcBef>
                <a:spcAft>
                  <a:spcPts val="0"/>
                </a:spcAft>
                <a:buNone/>
              </a:pPr>
              <a:r>
                <a:rPr lang="es-419" sz="800">
                  <a:latin typeface="Arvo"/>
                  <a:ea typeface="Arvo"/>
                  <a:cs typeface="Arvo"/>
                  <a:sym typeface="Arvo"/>
                </a:rPr>
                <a:t>Actividad de Negocio</a:t>
              </a:r>
              <a:endParaRPr sz="800">
                <a:latin typeface="Arvo"/>
                <a:ea typeface="Arvo"/>
                <a:cs typeface="Arvo"/>
                <a:sym typeface="Arvo"/>
              </a:endParaRPr>
            </a:p>
            <a:p>
              <a:pPr indent="0" lvl="0" marL="0" rtl="0" algn="r">
                <a:spcBef>
                  <a:spcPts val="0"/>
                </a:spcBef>
                <a:spcAft>
                  <a:spcPts val="0"/>
                </a:spcAft>
                <a:buNone/>
              </a:pPr>
              <a:r>
                <a:rPr i="1" lang="es-419" sz="600">
                  <a:latin typeface="Arvo"/>
                  <a:ea typeface="Arvo"/>
                  <a:cs typeface="Arvo"/>
                  <a:sym typeface="Arvo"/>
                </a:rPr>
                <a:t>&lt;ej: Identificarse&gt;</a:t>
              </a:r>
              <a:endParaRPr i="1" sz="600">
                <a:latin typeface="Arvo"/>
                <a:ea typeface="Arvo"/>
                <a:cs typeface="Arvo"/>
                <a:sym typeface="Arvo"/>
              </a:endParaRPr>
            </a:p>
          </p:txBody>
        </p:sp>
        <p:sp>
          <p:nvSpPr>
            <p:cNvPr id="7448" name="Google Shape;7448;p128"/>
            <p:cNvSpPr/>
            <p:nvPr/>
          </p:nvSpPr>
          <p:spPr>
            <a:xfrm>
              <a:off x="-1959300" y="1060675"/>
              <a:ext cx="17313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600">
                <a:latin typeface="Roboto"/>
                <a:ea typeface="Roboto"/>
                <a:cs typeface="Roboto"/>
                <a:sym typeface="Roboto"/>
              </a:endParaRPr>
            </a:p>
          </p:txBody>
        </p:sp>
        <p:sp>
          <p:nvSpPr>
            <p:cNvPr id="7449" name="Google Shape;7449;p128"/>
            <p:cNvSpPr txBox="1"/>
            <p:nvPr/>
          </p:nvSpPr>
          <p:spPr>
            <a:xfrm>
              <a:off x="-1947450" y="1043175"/>
              <a:ext cx="1731300" cy="351900"/>
            </a:xfrm>
            <a:prstGeom prst="rect">
              <a:avLst/>
            </a:prstGeom>
            <a:noFill/>
            <a:ln>
              <a:noFill/>
            </a:ln>
          </p:spPr>
          <p:txBody>
            <a:bodyPr anchorCtr="0" anchor="ctr" bIns="18000" lIns="18000" spcFirstLastPara="1" rIns="18000" wrap="square" tIns="18000">
              <a:noAutofit/>
            </a:bodyPr>
            <a:lstStyle/>
            <a:p>
              <a:pPr indent="0" lvl="0" marL="0" rtl="0" algn="ctr">
                <a:spcBef>
                  <a:spcPts val="0"/>
                </a:spcBef>
                <a:spcAft>
                  <a:spcPts val="0"/>
                </a:spcAft>
                <a:buNone/>
              </a:pPr>
              <a:r>
                <a:t/>
              </a:r>
              <a:endParaRPr b="1" i="1" sz="800">
                <a:solidFill>
                  <a:srgbClr val="434343"/>
                </a:solidFill>
              </a:endParaRPr>
            </a:p>
          </p:txBody>
        </p:sp>
        <p:sp>
          <p:nvSpPr>
            <p:cNvPr id="7450" name="Google Shape;7450;p128"/>
            <p:cNvSpPr/>
            <p:nvPr/>
          </p:nvSpPr>
          <p:spPr>
            <a:xfrm>
              <a:off x="-2264100" y="1976599"/>
              <a:ext cx="6333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600">
                <a:latin typeface="Roboto"/>
                <a:ea typeface="Roboto"/>
                <a:cs typeface="Roboto"/>
                <a:sym typeface="Roboto"/>
              </a:endParaRPr>
            </a:p>
          </p:txBody>
        </p:sp>
        <p:sp>
          <p:nvSpPr>
            <p:cNvPr id="7451" name="Google Shape;7451;p128"/>
            <p:cNvSpPr/>
            <p:nvPr/>
          </p:nvSpPr>
          <p:spPr>
            <a:xfrm>
              <a:off x="-2264100" y="2361045"/>
              <a:ext cx="6333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600">
                <a:latin typeface="Roboto"/>
                <a:ea typeface="Roboto"/>
                <a:cs typeface="Roboto"/>
                <a:sym typeface="Roboto"/>
              </a:endParaRPr>
            </a:p>
          </p:txBody>
        </p:sp>
        <p:sp>
          <p:nvSpPr>
            <p:cNvPr id="7452" name="Google Shape;7452;p128"/>
            <p:cNvSpPr/>
            <p:nvPr/>
          </p:nvSpPr>
          <p:spPr>
            <a:xfrm>
              <a:off x="-2264100" y="2754449"/>
              <a:ext cx="6333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600">
                <a:latin typeface="Roboto"/>
                <a:ea typeface="Roboto"/>
                <a:cs typeface="Roboto"/>
                <a:sym typeface="Roboto"/>
              </a:endParaRPr>
            </a:p>
          </p:txBody>
        </p:sp>
        <p:sp>
          <p:nvSpPr>
            <p:cNvPr id="7453" name="Google Shape;7453;p128"/>
            <p:cNvSpPr/>
            <p:nvPr/>
          </p:nvSpPr>
          <p:spPr>
            <a:xfrm>
              <a:off x="-2264100" y="3130951"/>
              <a:ext cx="6333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600">
                <a:latin typeface="Roboto"/>
                <a:ea typeface="Roboto"/>
                <a:cs typeface="Roboto"/>
                <a:sym typeface="Roboto"/>
              </a:endParaRPr>
            </a:p>
          </p:txBody>
        </p:sp>
        <p:pic>
          <p:nvPicPr>
            <p:cNvPr id="7454" name="Google Shape;7454;p128"/>
            <p:cNvPicPr preferRelativeResize="0"/>
            <p:nvPr/>
          </p:nvPicPr>
          <p:blipFill rotWithShape="1">
            <a:blip r:embed="rId6">
              <a:alphaModFix/>
            </a:blip>
            <a:srcRect b="603" l="50354" r="37994" t="86695"/>
            <a:stretch/>
          </p:blipFill>
          <p:spPr>
            <a:xfrm>
              <a:off x="-2213375" y="2387276"/>
              <a:ext cx="261818" cy="288000"/>
            </a:xfrm>
            <a:prstGeom prst="rect">
              <a:avLst/>
            </a:prstGeom>
            <a:noFill/>
            <a:ln>
              <a:noFill/>
            </a:ln>
          </p:spPr>
        </p:pic>
        <p:pic>
          <p:nvPicPr>
            <p:cNvPr id="7455" name="Google Shape;7455;p128"/>
            <p:cNvPicPr preferRelativeResize="0"/>
            <p:nvPr/>
          </p:nvPicPr>
          <p:blipFill rotWithShape="1">
            <a:blip r:embed="rId6">
              <a:alphaModFix/>
            </a:blip>
            <a:srcRect b="603" l="50354" r="37994" t="86695"/>
            <a:stretch/>
          </p:blipFill>
          <p:spPr>
            <a:xfrm>
              <a:off x="-2191453" y="3156710"/>
              <a:ext cx="261818" cy="288000"/>
            </a:xfrm>
            <a:prstGeom prst="rect">
              <a:avLst/>
            </a:prstGeom>
            <a:noFill/>
            <a:ln>
              <a:noFill/>
            </a:ln>
          </p:spPr>
        </p:pic>
        <p:sp>
          <p:nvSpPr>
            <p:cNvPr id="7456" name="Google Shape;7456;p128"/>
            <p:cNvSpPr/>
            <p:nvPr/>
          </p:nvSpPr>
          <p:spPr>
            <a:xfrm>
              <a:off x="-1560550" y="1976600"/>
              <a:ext cx="13251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2000" lIns="72000" spcFirstLastPara="1" rIns="72000" wrap="square" tIns="72000">
              <a:noAutofit/>
            </a:bodyPr>
            <a:lstStyle/>
            <a:p>
              <a:pPr indent="0" lvl="0" marL="0" rtl="0" algn="l">
                <a:spcBef>
                  <a:spcPts val="0"/>
                </a:spcBef>
                <a:spcAft>
                  <a:spcPts val="0"/>
                </a:spcAft>
                <a:buNone/>
              </a:pPr>
              <a:r>
                <a:rPr lang="es-419" sz="800">
                  <a:latin typeface="Roboto"/>
                  <a:ea typeface="Roboto"/>
                  <a:cs typeface="Roboto"/>
                  <a:sym typeface="Roboto"/>
                </a:rPr>
                <a:t>&lt;...&gt;</a:t>
              </a:r>
              <a:endParaRPr sz="800">
                <a:latin typeface="Roboto"/>
                <a:ea typeface="Roboto"/>
                <a:cs typeface="Roboto"/>
                <a:sym typeface="Roboto"/>
              </a:endParaRPr>
            </a:p>
          </p:txBody>
        </p:sp>
        <p:sp>
          <p:nvSpPr>
            <p:cNvPr id="7457" name="Google Shape;7457;p128"/>
            <p:cNvSpPr/>
            <p:nvPr/>
          </p:nvSpPr>
          <p:spPr>
            <a:xfrm>
              <a:off x="-1560550" y="2361043"/>
              <a:ext cx="13251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2000" lIns="72000" spcFirstLastPara="1" rIns="72000" wrap="square" tIns="72000">
              <a:noAutofit/>
            </a:bodyPr>
            <a:lstStyle/>
            <a:p>
              <a:pPr indent="0" lvl="0" marL="0" rtl="0" algn="l">
                <a:spcBef>
                  <a:spcPts val="0"/>
                </a:spcBef>
                <a:spcAft>
                  <a:spcPts val="0"/>
                </a:spcAft>
                <a:buNone/>
              </a:pPr>
              <a:r>
                <a:rPr lang="es-419" sz="800">
                  <a:latin typeface="Roboto"/>
                  <a:ea typeface="Roboto"/>
                  <a:cs typeface="Roboto"/>
                  <a:sym typeface="Roboto"/>
                </a:rPr>
                <a:t>&lt;...&gt;</a:t>
              </a:r>
              <a:endParaRPr sz="800">
                <a:latin typeface="Roboto"/>
                <a:ea typeface="Roboto"/>
                <a:cs typeface="Roboto"/>
                <a:sym typeface="Roboto"/>
              </a:endParaRPr>
            </a:p>
          </p:txBody>
        </p:sp>
        <p:sp>
          <p:nvSpPr>
            <p:cNvPr id="7458" name="Google Shape;7458;p128"/>
            <p:cNvSpPr/>
            <p:nvPr/>
          </p:nvSpPr>
          <p:spPr>
            <a:xfrm>
              <a:off x="-1560550" y="2754444"/>
              <a:ext cx="13251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2000" lIns="72000" spcFirstLastPara="1" rIns="72000" wrap="square" tIns="72000">
              <a:noAutofit/>
            </a:bodyPr>
            <a:lstStyle/>
            <a:p>
              <a:pPr indent="0" lvl="0" marL="0" rtl="0" algn="l">
                <a:spcBef>
                  <a:spcPts val="0"/>
                </a:spcBef>
                <a:spcAft>
                  <a:spcPts val="0"/>
                </a:spcAft>
                <a:buNone/>
              </a:pPr>
              <a:r>
                <a:rPr lang="es-419" sz="800">
                  <a:latin typeface="Roboto"/>
                  <a:ea typeface="Roboto"/>
                  <a:cs typeface="Roboto"/>
                  <a:sym typeface="Roboto"/>
                </a:rPr>
                <a:t>&lt;...&gt;</a:t>
              </a:r>
              <a:endParaRPr sz="800">
                <a:latin typeface="Roboto"/>
                <a:ea typeface="Roboto"/>
                <a:cs typeface="Roboto"/>
                <a:sym typeface="Roboto"/>
              </a:endParaRPr>
            </a:p>
          </p:txBody>
        </p:sp>
        <p:sp>
          <p:nvSpPr>
            <p:cNvPr id="7459" name="Google Shape;7459;p128"/>
            <p:cNvSpPr/>
            <p:nvPr/>
          </p:nvSpPr>
          <p:spPr>
            <a:xfrm>
              <a:off x="-1560550" y="3140903"/>
              <a:ext cx="13251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2000" lIns="72000" spcFirstLastPara="1" rIns="72000" wrap="square" tIns="72000">
              <a:noAutofit/>
            </a:bodyPr>
            <a:lstStyle/>
            <a:p>
              <a:pPr indent="0" lvl="0" marL="0" rtl="0" algn="l">
                <a:spcBef>
                  <a:spcPts val="0"/>
                </a:spcBef>
                <a:spcAft>
                  <a:spcPts val="0"/>
                </a:spcAft>
                <a:buNone/>
              </a:pPr>
              <a:r>
                <a:rPr lang="es-419" sz="800">
                  <a:latin typeface="Roboto"/>
                  <a:ea typeface="Roboto"/>
                  <a:cs typeface="Roboto"/>
                  <a:sym typeface="Roboto"/>
                </a:rPr>
                <a:t>&lt;...&gt;</a:t>
              </a:r>
              <a:endParaRPr sz="800">
                <a:latin typeface="Roboto"/>
                <a:ea typeface="Roboto"/>
                <a:cs typeface="Roboto"/>
                <a:sym typeface="Roboto"/>
              </a:endParaRPr>
            </a:p>
          </p:txBody>
        </p:sp>
        <p:sp>
          <p:nvSpPr>
            <p:cNvPr id="7460" name="Google Shape;7460;p128"/>
            <p:cNvSpPr/>
            <p:nvPr/>
          </p:nvSpPr>
          <p:spPr>
            <a:xfrm>
              <a:off x="-3205580" y="2362700"/>
              <a:ext cx="8817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600">
                <a:latin typeface="Roboto"/>
                <a:ea typeface="Roboto"/>
                <a:cs typeface="Roboto"/>
                <a:sym typeface="Roboto"/>
              </a:endParaRPr>
            </a:p>
          </p:txBody>
        </p:sp>
        <p:sp>
          <p:nvSpPr>
            <p:cNvPr id="7461" name="Google Shape;7461;p128"/>
            <p:cNvSpPr txBox="1"/>
            <p:nvPr/>
          </p:nvSpPr>
          <p:spPr>
            <a:xfrm>
              <a:off x="-1447300" y="1458400"/>
              <a:ext cx="1098600" cy="4653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b="1" lang="es-419" sz="800">
                  <a:latin typeface="Arvo"/>
                  <a:ea typeface="Arvo"/>
                  <a:cs typeface="Arvo"/>
                  <a:sym typeface="Arvo"/>
                </a:rPr>
                <a:t>Acción interactiva:</a:t>
              </a:r>
              <a:endParaRPr b="1" sz="800">
                <a:latin typeface="Arvo"/>
                <a:ea typeface="Arvo"/>
                <a:cs typeface="Arvo"/>
                <a:sym typeface="Arvo"/>
              </a:endParaRPr>
            </a:p>
            <a:p>
              <a:pPr indent="0" lvl="0" marL="0" rtl="0" algn="ctr">
                <a:spcBef>
                  <a:spcPts val="0"/>
                </a:spcBef>
                <a:spcAft>
                  <a:spcPts val="0"/>
                </a:spcAft>
                <a:buNone/>
              </a:pPr>
              <a:r>
                <a:rPr i="1" lang="es-419" sz="600">
                  <a:latin typeface="Arvo"/>
                  <a:ea typeface="Arvo"/>
                  <a:cs typeface="Arvo"/>
                  <a:sym typeface="Arvo"/>
                </a:rPr>
                <a:t>&lt;ej: </a:t>
              </a:r>
              <a:r>
                <a:rPr i="1" lang="es-419" sz="600">
                  <a:solidFill>
                    <a:schemeClr val="dk1"/>
                  </a:solidFill>
                  <a:latin typeface="Roboto"/>
                  <a:ea typeface="Roboto"/>
                  <a:cs typeface="Roboto"/>
                  <a:sym typeface="Roboto"/>
                </a:rPr>
                <a:t>autenticar por huella y cara</a:t>
              </a:r>
              <a:r>
                <a:rPr i="1" lang="es-419" sz="600">
                  <a:latin typeface="Arvo"/>
                  <a:ea typeface="Arvo"/>
                  <a:cs typeface="Arvo"/>
                  <a:sym typeface="Arvo"/>
                </a:rPr>
                <a:t>&gt;</a:t>
              </a:r>
              <a:endParaRPr i="1" sz="600">
                <a:latin typeface="Arvo"/>
                <a:ea typeface="Arvo"/>
                <a:cs typeface="Arvo"/>
                <a:sym typeface="Arvo"/>
              </a:endParaRPr>
            </a:p>
          </p:txBody>
        </p:sp>
        <p:sp>
          <p:nvSpPr>
            <p:cNvPr id="7462" name="Google Shape;7462;p128"/>
            <p:cNvSpPr txBox="1"/>
            <p:nvPr/>
          </p:nvSpPr>
          <p:spPr>
            <a:xfrm>
              <a:off x="-2270600" y="1458400"/>
              <a:ext cx="702600" cy="4653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b="1" lang="es-419" sz="800">
                  <a:latin typeface="Arvo"/>
                  <a:ea typeface="Arvo"/>
                  <a:cs typeface="Arvo"/>
                  <a:sym typeface="Arvo"/>
                </a:rPr>
                <a:t>Punto de contacto</a:t>
              </a:r>
              <a:endParaRPr sz="800">
                <a:latin typeface="Arvo"/>
                <a:ea typeface="Arvo"/>
                <a:cs typeface="Arvo"/>
                <a:sym typeface="Arvo"/>
              </a:endParaRPr>
            </a:p>
          </p:txBody>
        </p:sp>
        <p:sp>
          <p:nvSpPr>
            <p:cNvPr id="7463" name="Google Shape;7463;p128"/>
            <p:cNvSpPr txBox="1"/>
            <p:nvPr/>
          </p:nvSpPr>
          <p:spPr>
            <a:xfrm>
              <a:off x="-3126063" y="1469121"/>
              <a:ext cx="702600" cy="4653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b="1" lang="es-419" sz="800">
                  <a:latin typeface="Arvo"/>
                  <a:ea typeface="Arvo"/>
                  <a:cs typeface="Arvo"/>
                  <a:sym typeface="Arvo"/>
                </a:rPr>
                <a:t>Rol</a:t>
              </a:r>
              <a:endParaRPr sz="800">
                <a:latin typeface="Arvo"/>
                <a:ea typeface="Arvo"/>
                <a:cs typeface="Arvo"/>
                <a:sym typeface="Arvo"/>
              </a:endParaRPr>
            </a:p>
          </p:txBody>
        </p:sp>
        <p:pic>
          <p:nvPicPr>
            <p:cNvPr id="7464" name="Google Shape;7464;p128"/>
            <p:cNvPicPr preferRelativeResize="0"/>
            <p:nvPr/>
          </p:nvPicPr>
          <p:blipFill rotWithShape="1">
            <a:blip r:embed="rId7">
              <a:alphaModFix/>
            </a:blip>
            <a:srcRect b="-868" l="0" r="82941" t="66946"/>
            <a:stretch/>
          </p:blipFill>
          <p:spPr>
            <a:xfrm>
              <a:off x="-3127829" y="1726844"/>
              <a:ext cx="702701" cy="702700"/>
            </a:xfrm>
            <a:prstGeom prst="rect">
              <a:avLst/>
            </a:prstGeom>
            <a:noFill/>
            <a:ln>
              <a:noFill/>
            </a:ln>
          </p:spPr>
        </p:pic>
        <p:sp>
          <p:nvSpPr>
            <p:cNvPr id="7465" name="Google Shape;7465;p128"/>
            <p:cNvSpPr txBox="1"/>
            <p:nvPr/>
          </p:nvSpPr>
          <p:spPr>
            <a:xfrm>
              <a:off x="-3127825" y="2377125"/>
              <a:ext cx="761100" cy="2325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b="1" lang="es-419" sz="800">
                  <a:latin typeface="Arvo"/>
                  <a:ea typeface="Arvo"/>
                  <a:cs typeface="Arvo"/>
                  <a:sym typeface="Arvo"/>
                </a:rPr>
                <a:t>Conductor</a:t>
              </a:r>
              <a:endParaRPr b="1" i="1" sz="700">
                <a:solidFill>
                  <a:srgbClr val="666666"/>
                </a:solidFill>
                <a:latin typeface="Arvo"/>
                <a:ea typeface="Arvo"/>
                <a:cs typeface="Arvo"/>
                <a:sym typeface="Arvo"/>
              </a:endParaRPr>
            </a:p>
          </p:txBody>
        </p:sp>
        <p:sp>
          <p:nvSpPr>
            <p:cNvPr id="7466" name="Google Shape;7466;p128"/>
            <p:cNvSpPr txBox="1"/>
            <p:nvPr/>
          </p:nvSpPr>
          <p:spPr>
            <a:xfrm>
              <a:off x="-3205576" y="2570725"/>
              <a:ext cx="964800" cy="232500"/>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t/>
              </a:r>
              <a:endParaRPr b="1" sz="800">
                <a:latin typeface="Arvo"/>
                <a:ea typeface="Arvo"/>
                <a:cs typeface="Arvo"/>
                <a:sym typeface="Arvo"/>
              </a:endParaRPr>
            </a:p>
            <a:p>
              <a:pPr indent="0" lvl="0" marL="0" rtl="0" algn="ctr">
                <a:spcBef>
                  <a:spcPts val="0"/>
                </a:spcBef>
                <a:spcAft>
                  <a:spcPts val="0"/>
                </a:spcAft>
                <a:buNone/>
              </a:pPr>
              <a:r>
                <a:rPr i="1" lang="es-419" sz="600">
                  <a:latin typeface="Arvo"/>
                  <a:ea typeface="Arvo"/>
                  <a:cs typeface="Arvo"/>
                  <a:sym typeface="Arvo"/>
                </a:rPr>
                <a:t>&lt;ej: conductor&gt;</a:t>
              </a:r>
              <a:endParaRPr i="1" sz="600">
                <a:latin typeface="Arvo"/>
                <a:ea typeface="Arvo"/>
                <a:cs typeface="Arvo"/>
                <a:sym typeface="Arvo"/>
              </a:endParaRPr>
            </a:p>
          </p:txBody>
        </p:sp>
        <p:pic>
          <p:nvPicPr>
            <p:cNvPr id="7467" name="Google Shape;7467;p128"/>
            <p:cNvPicPr preferRelativeResize="0"/>
            <p:nvPr/>
          </p:nvPicPr>
          <p:blipFill rotWithShape="1">
            <a:blip r:embed="rId8">
              <a:alphaModFix/>
            </a:blip>
            <a:srcRect b="0" l="0" r="65599" t="84478"/>
            <a:stretch/>
          </p:blipFill>
          <p:spPr>
            <a:xfrm>
              <a:off x="-1929625" y="3173750"/>
              <a:ext cx="261825" cy="265800"/>
            </a:xfrm>
            <a:prstGeom prst="rect">
              <a:avLst/>
            </a:prstGeom>
            <a:noFill/>
            <a:ln>
              <a:noFill/>
            </a:ln>
            <a:effectLst>
              <a:outerShdw blurRad="57150" rotWithShape="0" algn="bl" dir="5400000" dist="19050">
                <a:srgbClr val="000000">
                  <a:alpha val="50000"/>
                </a:srgbClr>
              </a:outerShdw>
            </a:effectLst>
          </p:spPr>
        </p:pic>
        <p:pic>
          <p:nvPicPr>
            <p:cNvPr id="7468" name="Google Shape;7468;p128"/>
            <p:cNvPicPr preferRelativeResize="0"/>
            <p:nvPr/>
          </p:nvPicPr>
          <p:blipFill rotWithShape="1">
            <a:blip r:embed="rId8">
              <a:alphaModFix/>
            </a:blip>
            <a:srcRect b="56583" l="0" r="65599" t="27896"/>
            <a:stretch/>
          </p:blipFill>
          <p:spPr>
            <a:xfrm>
              <a:off x="-1951550" y="2398375"/>
              <a:ext cx="261825" cy="265800"/>
            </a:xfrm>
            <a:prstGeom prst="rect">
              <a:avLst/>
            </a:prstGeom>
            <a:noFill/>
            <a:ln>
              <a:noFill/>
            </a:ln>
            <a:effectLst>
              <a:outerShdw blurRad="57150" rotWithShape="0" algn="bl" dir="5400000" dist="19050">
                <a:srgbClr val="000000">
                  <a:alpha val="50000"/>
                </a:srgbClr>
              </a:outerShdw>
            </a:effectLst>
          </p:spPr>
        </p:pic>
        <p:pic>
          <p:nvPicPr>
            <p:cNvPr id="7469" name="Google Shape;7469;p128"/>
            <p:cNvPicPr preferRelativeResize="0"/>
            <p:nvPr/>
          </p:nvPicPr>
          <p:blipFill rotWithShape="1">
            <a:blip r:embed="rId6">
              <a:alphaModFix/>
            </a:blip>
            <a:srcRect b="603" l="50354" r="37994" t="86695"/>
            <a:stretch/>
          </p:blipFill>
          <p:spPr>
            <a:xfrm>
              <a:off x="-2213375" y="2006276"/>
              <a:ext cx="261818" cy="288000"/>
            </a:xfrm>
            <a:prstGeom prst="rect">
              <a:avLst/>
            </a:prstGeom>
            <a:noFill/>
            <a:ln>
              <a:noFill/>
            </a:ln>
          </p:spPr>
        </p:pic>
        <p:pic>
          <p:nvPicPr>
            <p:cNvPr id="7470" name="Google Shape;7470;p128"/>
            <p:cNvPicPr preferRelativeResize="0"/>
            <p:nvPr/>
          </p:nvPicPr>
          <p:blipFill rotWithShape="1">
            <a:blip r:embed="rId8">
              <a:alphaModFix/>
            </a:blip>
            <a:srcRect b="26533" l="31394" r="34205" t="57946"/>
            <a:stretch/>
          </p:blipFill>
          <p:spPr>
            <a:xfrm>
              <a:off x="-1951550" y="2017375"/>
              <a:ext cx="261825" cy="265800"/>
            </a:xfrm>
            <a:prstGeom prst="rect">
              <a:avLst/>
            </a:prstGeom>
            <a:noFill/>
            <a:ln>
              <a:noFill/>
            </a:ln>
            <a:effectLst>
              <a:outerShdw blurRad="57150" rotWithShape="0" algn="bl" dir="5400000" dist="19050">
                <a:srgbClr val="000000">
                  <a:alpha val="50000"/>
                </a:srgbClr>
              </a:outerShdw>
            </a:effectLst>
          </p:spPr>
        </p:pic>
      </p:grpSp>
      <p:grpSp>
        <p:nvGrpSpPr>
          <p:cNvPr id="7471" name="Google Shape;7471;p128"/>
          <p:cNvGrpSpPr/>
          <p:nvPr/>
        </p:nvGrpSpPr>
        <p:grpSpPr>
          <a:xfrm>
            <a:off x="410000" y="4705769"/>
            <a:ext cx="2955900" cy="1814700"/>
            <a:chOff x="-3261600" y="4165325"/>
            <a:chExt cx="2955900" cy="1814700"/>
          </a:xfrm>
        </p:grpSpPr>
        <p:sp>
          <p:nvSpPr>
            <p:cNvPr id="7472" name="Google Shape;7472;p128"/>
            <p:cNvSpPr/>
            <p:nvPr/>
          </p:nvSpPr>
          <p:spPr>
            <a:xfrm>
              <a:off x="-3261600" y="4165325"/>
              <a:ext cx="2955900" cy="1814700"/>
            </a:xfrm>
            <a:prstGeom prst="roundRect">
              <a:avLst>
                <a:gd fmla="val 3233" name="adj"/>
              </a:avLst>
            </a:prstGeom>
            <a:solidFill>
              <a:srgbClr val="FFFFFF"/>
            </a:solidFill>
            <a:ln cap="flat" cmpd="sng" w="9525">
              <a:solidFill>
                <a:srgbClr val="EFEFEF"/>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t" bIns="18000" lIns="18000" spcFirstLastPara="1" rIns="18000" wrap="square" tIns="18000">
              <a:noAutofit/>
            </a:bodyPr>
            <a:lstStyle/>
            <a:p>
              <a:pPr indent="0" lvl="0" marL="0" rtl="0" algn="ctr">
                <a:spcBef>
                  <a:spcPts val="0"/>
                </a:spcBef>
                <a:spcAft>
                  <a:spcPts val="0"/>
                </a:spcAft>
                <a:buNone/>
              </a:pPr>
              <a:r>
                <a:rPr b="1" i="1" lang="es-419" sz="900">
                  <a:solidFill>
                    <a:srgbClr val="434343"/>
                  </a:solidFill>
                </a:rPr>
                <a:t>Objetivos de Proceso</a:t>
              </a:r>
              <a:endParaRPr b="1" i="1" sz="900">
                <a:solidFill>
                  <a:srgbClr val="434343"/>
                </a:solidFill>
              </a:endParaRPr>
            </a:p>
          </p:txBody>
        </p:sp>
        <p:sp>
          <p:nvSpPr>
            <p:cNvPr id="7473" name="Google Shape;7473;p128"/>
            <p:cNvSpPr txBox="1"/>
            <p:nvPr/>
          </p:nvSpPr>
          <p:spPr>
            <a:xfrm>
              <a:off x="-1831833" y="4425758"/>
              <a:ext cx="1069200" cy="2166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t/>
              </a:r>
              <a:endParaRPr b="1" sz="600"/>
            </a:p>
          </p:txBody>
        </p:sp>
        <p:sp>
          <p:nvSpPr>
            <p:cNvPr id="7474" name="Google Shape;7474;p128"/>
            <p:cNvSpPr txBox="1"/>
            <p:nvPr/>
          </p:nvSpPr>
          <p:spPr>
            <a:xfrm>
              <a:off x="-3145225" y="4433975"/>
              <a:ext cx="1011000" cy="232500"/>
            </a:xfrm>
            <a:prstGeom prst="rect">
              <a:avLst/>
            </a:prstGeom>
            <a:noFill/>
            <a:ln>
              <a:noFill/>
            </a:ln>
          </p:spPr>
          <p:txBody>
            <a:bodyPr anchorCtr="0" anchor="ctr" bIns="0" lIns="0" spcFirstLastPara="1" rIns="0" wrap="square" tIns="0">
              <a:noAutofit/>
            </a:bodyPr>
            <a:lstStyle/>
            <a:p>
              <a:pPr indent="0" lvl="0" marL="0" rtl="0" algn="r">
                <a:spcBef>
                  <a:spcPts val="0"/>
                </a:spcBef>
                <a:spcAft>
                  <a:spcPts val="0"/>
                </a:spcAft>
                <a:buNone/>
              </a:pPr>
              <a:r>
                <a:rPr lang="es-419" sz="700">
                  <a:latin typeface="Arvo"/>
                  <a:ea typeface="Arvo"/>
                  <a:cs typeface="Arvo"/>
                  <a:sym typeface="Arvo"/>
                </a:rPr>
                <a:t>Nombre del Proceso:</a:t>
              </a:r>
              <a:endParaRPr sz="700">
                <a:latin typeface="Arvo"/>
                <a:ea typeface="Arvo"/>
                <a:cs typeface="Arvo"/>
                <a:sym typeface="Arvo"/>
              </a:endParaRPr>
            </a:p>
            <a:p>
              <a:pPr indent="0" lvl="0" marL="0" rtl="0" algn="r">
                <a:spcBef>
                  <a:spcPts val="0"/>
                </a:spcBef>
                <a:spcAft>
                  <a:spcPts val="0"/>
                </a:spcAft>
                <a:buNone/>
              </a:pPr>
              <a:r>
                <a:rPr i="1" lang="es-419" sz="600">
                  <a:solidFill>
                    <a:srgbClr val="666666"/>
                  </a:solidFill>
                  <a:latin typeface="Arvo"/>
                  <a:ea typeface="Arvo"/>
                  <a:cs typeface="Arvo"/>
                  <a:sym typeface="Arvo"/>
                </a:rPr>
                <a:t>ej: Reserva de citas médicas</a:t>
              </a:r>
              <a:endParaRPr i="1" sz="600">
                <a:solidFill>
                  <a:srgbClr val="666666"/>
                </a:solidFill>
                <a:latin typeface="Arvo"/>
                <a:ea typeface="Arvo"/>
                <a:cs typeface="Arvo"/>
                <a:sym typeface="Arvo"/>
              </a:endParaRPr>
            </a:p>
          </p:txBody>
        </p:sp>
        <p:sp>
          <p:nvSpPr>
            <p:cNvPr id="7475" name="Google Shape;7475;p128"/>
            <p:cNvSpPr txBox="1"/>
            <p:nvPr/>
          </p:nvSpPr>
          <p:spPr>
            <a:xfrm>
              <a:off x="-3145224" y="5374533"/>
              <a:ext cx="1011000" cy="232500"/>
            </a:xfrm>
            <a:prstGeom prst="rect">
              <a:avLst/>
            </a:prstGeom>
            <a:noFill/>
            <a:ln>
              <a:noFill/>
            </a:ln>
          </p:spPr>
          <p:txBody>
            <a:bodyPr anchorCtr="0" anchor="ctr" bIns="0" lIns="0" spcFirstLastPara="1" rIns="0" wrap="square" tIns="0">
              <a:noAutofit/>
            </a:bodyPr>
            <a:lstStyle/>
            <a:p>
              <a:pPr indent="0" lvl="0" marL="0" rtl="0" algn="r">
                <a:spcBef>
                  <a:spcPts val="0"/>
                </a:spcBef>
                <a:spcAft>
                  <a:spcPts val="0"/>
                </a:spcAft>
                <a:buNone/>
              </a:pPr>
              <a:r>
                <a:rPr lang="es-419" sz="700">
                  <a:latin typeface="Arvo"/>
                  <a:ea typeface="Arvo"/>
                  <a:cs typeface="Arvo"/>
                  <a:sym typeface="Arvo"/>
                </a:rPr>
                <a:t>Meta Cliente:</a:t>
              </a:r>
              <a:endParaRPr sz="700">
                <a:latin typeface="Arvo"/>
                <a:ea typeface="Arvo"/>
                <a:cs typeface="Arvo"/>
                <a:sym typeface="Arvo"/>
              </a:endParaRPr>
            </a:p>
            <a:p>
              <a:pPr indent="0" lvl="0" marL="0" rtl="0" algn="r">
                <a:lnSpc>
                  <a:spcPct val="85000"/>
                </a:lnSpc>
                <a:spcBef>
                  <a:spcPts val="0"/>
                </a:spcBef>
                <a:spcAft>
                  <a:spcPts val="0"/>
                </a:spcAft>
                <a:buClr>
                  <a:srgbClr val="000000"/>
                </a:buClr>
                <a:buSzPts val="1100"/>
                <a:buFont typeface="Arial"/>
                <a:buNone/>
              </a:pPr>
              <a:r>
                <a:rPr lang="es-419" sz="500">
                  <a:solidFill>
                    <a:srgbClr val="000000"/>
                  </a:solidFill>
                  <a:latin typeface="Arvo"/>
                  <a:ea typeface="Arvo"/>
                  <a:cs typeface="Arvo"/>
                  <a:sym typeface="Arvo"/>
                </a:rPr>
                <a:t>&lt;sustantivo&gt;&lt;adjetivo&gt;</a:t>
              </a:r>
              <a:endParaRPr sz="600">
                <a:latin typeface="Arvo"/>
                <a:ea typeface="Arvo"/>
                <a:cs typeface="Arvo"/>
                <a:sym typeface="Arvo"/>
              </a:endParaRPr>
            </a:p>
            <a:p>
              <a:pPr indent="0" lvl="0" marL="0" rtl="0" algn="r">
                <a:spcBef>
                  <a:spcPts val="0"/>
                </a:spcBef>
                <a:spcAft>
                  <a:spcPts val="0"/>
                </a:spcAft>
                <a:buNone/>
              </a:pPr>
              <a:r>
                <a:rPr i="1" lang="es-419" sz="600">
                  <a:latin typeface="Arvo"/>
                  <a:ea typeface="Arvo"/>
                  <a:cs typeface="Arvo"/>
                  <a:sym typeface="Arvo"/>
                </a:rPr>
                <a:t> </a:t>
              </a:r>
              <a:r>
                <a:rPr i="1" lang="es-419" sz="600">
                  <a:solidFill>
                    <a:srgbClr val="666666"/>
                  </a:solidFill>
                  <a:latin typeface="Arvo"/>
                  <a:ea typeface="Arvo"/>
                  <a:cs typeface="Arvo"/>
                  <a:sym typeface="Arvo"/>
                </a:rPr>
                <a:t>ej: cita reservada</a:t>
              </a:r>
              <a:endParaRPr i="1" sz="600">
                <a:solidFill>
                  <a:srgbClr val="666666"/>
                </a:solidFill>
                <a:latin typeface="Arvo"/>
                <a:ea typeface="Arvo"/>
                <a:cs typeface="Arvo"/>
                <a:sym typeface="Arvo"/>
              </a:endParaRPr>
            </a:p>
          </p:txBody>
        </p:sp>
        <p:sp>
          <p:nvSpPr>
            <p:cNvPr id="7476" name="Google Shape;7476;p128"/>
            <p:cNvSpPr txBox="1"/>
            <p:nvPr/>
          </p:nvSpPr>
          <p:spPr>
            <a:xfrm>
              <a:off x="-3145224" y="5658000"/>
              <a:ext cx="1011000" cy="248700"/>
            </a:xfrm>
            <a:prstGeom prst="rect">
              <a:avLst/>
            </a:prstGeom>
            <a:noFill/>
            <a:ln>
              <a:noFill/>
            </a:ln>
          </p:spPr>
          <p:txBody>
            <a:bodyPr anchorCtr="0" anchor="ctr" bIns="0" lIns="0" spcFirstLastPara="1" rIns="0" wrap="square" tIns="0">
              <a:spAutoFit/>
            </a:bodyPr>
            <a:lstStyle/>
            <a:p>
              <a:pPr indent="0" lvl="0" marL="0" marR="0" rtl="0" algn="r">
                <a:lnSpc>
                  <a:spcPct val="85000"/>
                </a:lnSpc>
                <a:spcBef>
                  <a:spcPts val="0"/>
                </a:spcBef>
                <a:spcAft>
                  <a:spcPts val="0"/>
                </a:spcAft>
                <a:buNone/>
              </a:pPr>
              <a:r>
                <a:rPr lang="es-419" sz="700">
                  <a:latin typeface="Arvo"/>
                  <a:ea typeface="Arvo"/>
                  <a:cs typeface="Arvo"/>
                  <a:sym typeface="Arvo"/>
                </a:rPr>
                <a:t>Meta Empresa:</a:t>
              </a:r>
              <a:endParaRPr sz="700">
                <a:latin typeface="Arvo"/>
                <a:ea typeface="Arvo"/>
                <a:cs typeface="Arvo"/>
                <a:sym typeface="Arvo"/>
              </a:endParaRPr>
            </a:p>
            <a:p>
              <a:pPr indent="0" lvl="0" marL="0" marR="0" rtl="0" algn="r">
                <a:lnSpc>
                  <a:spcPct val="85000"/>
                </a:lnSpc>
                <a:spcBef>
                  <a:spcPts val="0"/>
                </a:spcBef>
                <a:spcAft>
                  <a:spcPts val="0"/>
                </a:spcAft>
                <a:buNone/>
              </a:pPr>
              <a:r>
                <a:rPr lang="es-419" sz="500">
                  <a:latin typeface="Arvo"/>
                  <a:ea typeface="Arvo"/>
                  <a:cs typeface="Arvo"/>
                  <a:sym typeface="Arvo"/>
                </a:rPr>
                <a:t>&lt;sustantivo&gt;&lt;adjetivo&gt;</a:t>
              </a:r>
              <a:r>
                <a:rPr lang="es-419" sz="600">
                  <a:solidFill>
                    <a:srgbClr val="000000"/>
                  </a:solidFill>
                </a:rPr>
                <a:t> </a:t>
              </a:r>
              <a:endParaRPr sz="600">
                <a:solidFill>
                  <a:srgbClr val="000000"/>
                </a:solidFill>
              </a:endParaRPr>
            </a:p>
            <a:p>
              <a:pPr indent="0" lvl="0" marL="0" marR="0" rtl="0" algn="r">
                <a:lnSpc>
                  <a:spcPct val="85000"/>
                </a:lnSpc>
                <a:spcBef>
                  <a:spcPts val="0"/>
                </a:spcBef>
                <a:spcAft>
                  <a:spcPts val="0"/>
                </a:spcAft>
                <a:buNone/>
              </a:pPr>
              <a:r>
                <a:rPr i="1" lang="es-419" sz="600">
                  <a:solidFill>
                    <a:srgbClr val="666666"/>
                  </a:solidFill>
                  <a:latin typeface="Arvo"/>
                  <a:ea typeface="Arvo"/>
                  <a:cs typeface="Arvo"/>
                  <a:sym typeface="Arvo"/>
                </a:rPr>
                <a:t>ej: agenda actualizada</a:t>
              </a:r>
              <a:endParaRPr i="1" sz="600">
                <a:latin typeface="Arvo"/>
                <a:ea typeface="Arvo"/>
                <a:cs typeface="Arvo"/>
                <a:sym typeface="Arvo"/>
              </a:endParaRPr>
            </a:p>
          </p:txBody>
        </p:sp>
        <p:sp>
          <p:nvSpPr>
            <p:cNvPr id="7477" name="Google Shape;7477;p128"/>
            <p:cNvSpPr txBox="1"/>
            <p:nvPr/>
          </p:nvSpPr>
          <p:spPr>
            <a:xfrm>
              <a:off x="-3145224" y="4720952"/>
              <a:ext cx="1011000" cy="265500"/>
            </a:xfrm>
            <a:prstGeom prst="rect">
              <a:avLst/>
            </a:prstGeom>
            <a:noFill/>
            <a:ln>
              <a:noFill/>
            </a:ln>
          </p:spPr>
          <p:txBody>
            <a:bodyPr anchorCtr="0" anchor="ctr" bIns="0" lIns="0" spcFirstLastPara="1" rIns="0" wrap="square" tIns="0">
              <a:spAutoFit/>
            </a:bodyPr>
            <a:lstStyle/>
            <a:p>
              <a:pPr indent="0" lvl="0" marL="0" rtl="0" algn="r">
                <a:spcBef>
                  <a:spcPts val="0"/>
                </a:spcBef>
                <a:spcAft>
                  <a:spcPts val="0"/>
                </a:spcAft>
                <a:buNone/>
              </a:pPr>
              <a:r>
                <a:rPr lang="es-419" sz="700">
                  <a:latin typeface="Arvo"/>
                  <a:ea typeface="Arvo"/>
                  <a:cs typeface="Arvo"/>
                  <a:sym typeface="Arvo"/>
                </a:rPr>
                <a:t>Precondiciones:</a:t>
              </a:r>
              <a:endParaRPr sz="700">
                <a:latin typeface="Arvo"/>
                <a:ea typeface="Arvo"/>
                <a:cs typeface="Arvo"/>
                <a:sym typeface="Arvo"/>
              </a:endParaRPr>
            </a:p>
            <a:p>
              <a:pPr indent="0" lvl="0" marL="0" rtl="0" algn="r">
                <a:lnSpc>
                  <a:spcPct val="85000"/>
                </a:lnSpc>
                <a:spcBef>
                  <a:spcPts val="0"/>
                </a:spcBef>
                <a:spcAft>
                  <a:spcPts val="0"/>
                </a:spcAft>
                <a:buClr>
                  <a:srgbClr val="000000"/>
                </a:buClr>
                <a:buSzPts val="1100"/>
                <a:buFont typeface="Arial"/>
                <a:buNone/>
              </a:pPr>
              <a:r>
                <a:rPr lang="es-419" sz="500">
                  <a:solidFill>
                    <a:srgbClr val="000000"/>
                  </a:solidFill>
                  <a:latin typeface="Arvo"/>
                  <a:ea typeface="Arvo"/>
                  <a:cs typeface="Arvo"/>
                  <a:sym typeface="Arvo"/>
                </a:rPr>
                <a:t>&lt;sustantivo&gt;&lt;adjetivo&gt;</a:t>
              </a:r>
              <a:endParaRPr sz="600">
                <a:latin typeface="Arvo"/>
                <a:ea typeface="Arvo"/>
                <a:cs typeface="Arvo"/>
                <a:sym typeface="Arvo"/>
              </a:endParaRPr>
            </a:p>
            <a:p>
              <a:pPr indent="0" lvl="0" marL="0" rtl="0" algn="r">
                <a:spcBef>
                  <a:spcPts val="0"/>
                </a:spcBef>
                <a:spcAft>
                  <a:spcPts val="0"/>
                </a:spcAft>
                <a:buNone/>
              </a:pPr>
              <a:r>
                <a:rPr i="1" lang="es-419" sz="600">
                  <a:solidFill>
                    <a:srgbClr val="666666"/>
                  </a:solidFill>
                  <a:latin typeface="Arvo"/>
                  <a:ea typeface="Arvo"/>
                  <a:cs typeface="Arvo"/>
                  <a:sym typeface="Arvo"/>
                </a:rPr>
                <a:t>ej: comprador registrado</a:t>
              </a:r>
              <a:endParaRPr i="1" sz="600">
                <a:solidFill>
                  <a:srgbClr val="666666"/>
                </a:solidFill>
                <a:latin typeface="Arvo"/>
                <a:ea typeface="Arvo"/>
                <a:cs typeface="Arvo"/>
                <a:sym typeface="Arvo"/>
              </a:endParaRPr>
            </a:p>
          </p:txBody>
        </p:sp>
        <p:sp>
          <p:nvSpPr>
            <p:cNvPr id="7478" name="Google Shape;7478;p128"/>
            <p:cNvSpPr txBox="1"/>
            <p:nvPr/>
          </p:nvSpPr>
          <p:spPr>
            <a:xfrm>
              <a:off x="-3145224" y="5031405"/>
              <a:ext cx="1011000" cy="232500"/>
            </a:xfrm>
            <a:prstGeom prst="rect">
              <a:avLst/>
            </a:prstGeom>
            <a:noFill/>
            <a:ln>
              <a:noFill/>
            </a:ln>
          </p:spPr>
          <p:txBody>
            <a:bodyPr anchorCtr="0" anchor="ctr" bIns="0" lIns="0" spcFirstLastPara="1" rIns="0" wrap="square" tIns="0">
              <a:noAutofit/>
            </a:bodyPr>
            <a:lstStyle/>
            <a:p>
              <a:pPr indent="0" lvl="0" marL="0" rtl="0" algn="r">
                <a:spcBef>
                  <a:spcPts val="0"/>
                </a:spcBef>
                <a:spcAft>
                  <a:spcPts val="0"/>
                </a:spcAft>
                <a:buNone/>
              </a:pPr>
              <a:r>
                <a:rPr lang="es-419" sz="700">
                  <a:latin typeface="Arvo"/>
                  <a:ea typeface="Arvo"/>
                  <a:cs typeface="Arvo"/>
                  <a:sym typeface="Arvo"/>
                </a:rPr>
                <a:t>Poscondición:</a:t>
              </a:r>
              <a:endParaRPr sz="700">
                <a:latin typeface="Arvo"/>
                <a:ea typeface="Arvo"/>
                <a:cs typeface="Arvo"/>
                <a:sym typeface="Arvo"/>
              </a:endParaRPr>
            </a:p>
            <a:p>
              <a:pPr indent="0" lvl="0" marL="0" rtl="0" algn="r">
                <a:lnSpc>
                  <a:spcPct val="85000"/>
                </a:lnSpc>
                <a:spcBef>
                  <a:spcPts val="0"/>
                </a:spcBef>
                <a:spcAft>
                  <a:spcPts val="0"/>
                </a:spcAft>
                <a:buClr>
                  <a:srgbClr val="000000"/>
                </a:buClr>
                <a:buSzPts val="1100"/>
                <a:buFont typeface="Arial"/>
                <a:buNone/>
              </a:pPr>
              <a:r>
                <a:rPr lang="es-419" sz="500">
                  <a:solidFill>
                    <a:srgbClr val="000000"/>
                  </a:solidFill>
                  <a:latin typeface="Arvo"/>
                  <a:ea typeface="Arvo"/>
                  <a:cs typeface="Arvo"/>
                  <a:sym typeface="Arvo"/>
                </a:rPr>
                <a:t>&lt;sustantivo&gt;&lt;adjetivo&gt;</a:t>
              </a:r>
              <a:endParaRPr sz="600">
                <a:latin typeface="Arvo"/>
                <a:ea typeface="Arvo"/>
                <a:cs typeface="Arvo"/>
                <a:sym typeface="Arvo"/>
              </a:endParaRPr>
            </a:p>
            <a:p>
              <a:pPr indent="0" lvl="0" marL="0" rtl="0" algn="r">
                <a:spcBef>
                  <a:spcPts val="0"/>
                </a:spcBef>
                <a:spcAft>
                  <a:spcPts val="0"/>
                </a:spcAft>
                <a:buNone/>
              </a:pPr>
              <a:r>
                <a:rPr i="1" lang="es-419" sz="600">
                  <a:solidFill>
                    <a:srgbClr val="666666"/>
                  </a:solidFill>
                  <a:latin typeface="Arvo"/>
                  <a:ea typeface="Arvo"/>
                  <a:cs typeface="Arvo"/>
                  <a:sym typeface="Arvo"/>
                </a:rPr>
                <a:t>ej: pago  realizado</a:t>
              </a:r>
              <a:endParaRPr i="1" sz="600">
                <a:solidFill>
                  <a:srgbClr val="666666"/>
                </a:solidFill>
                <a:latin typeface="Arvo"/>
                <a:ea typeface="Arvo"/>
                <a:cs typeface="Arvo"/>
                <a:sym typeface="Arvo"/>
              </a:endParaRPr>
            </a:p>
          </p:txBody>
        </p:sp>
        <p:sp>
          <p:nvSpPr>
            <p:cNvPr id="7479" name="Google Shape;7479;p128"/>
            <p:cNvSpPr txBox="1"/>
            <p:nvPr/>
          </p:nvSpPr>
          <p:spPr>
            <a:xfrm>
              <a:off x="-1831833" y="4822921"/>
              <a:ext cx="1069200" cy="2166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t/>
              </a:r>
              <a:endParaRPr b="1" sz="600"/>
            </a:p>
          </p:txBody>
        </p:sp>
        <p:sp>
          <p:nvSpPr>
            <p:cNvPr id="7480" name="Google Shape;7480;p128"/>
            <p:cNvSpPr/>
            <p:nvPr/>
          </p:nvSpPr>
          <p:spPr>
            <a:xfrm>
              <a:off x="-2029275" y="4746721"/>
              <a:ext cx="1551300" cy="2166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600">
                <a:latin typeface="Roboto"/>
                <a:ea typeface="Roboto"/>
                <a:cs typeface="Roboto"/>
                <a:sym typeface="Roboto"/>
              </a:endParaRPr>
            </a:p>
          </p:txBody>
        </p:sp>
        <p:sp>
          <p:nvSpPr>
            <p:cNvPr id="7481" name="Google Shape;7481;p128"/>
            <p:cNvSpPr/>
            <p:nvPr/>
          </p:nvSpPr>
          <p:spPr>
            <a:xfrm>
              <a:off x="-2029275" y="5024235"/>
              <a:ext cx="1551300" cy="2166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600">
                <a:latin typeface="Roboto"/>
                <a:ea typeface="Roboto"/>
                <a:cs typeface="Roboto"/>
                <a:sym typeface="Roboto"/>
              </a:endParaRPr>
            </a:p>
          </p:txBody>
        </p:sp>
        <p:sp>
          <p:nvSpPr>
            <p:cNvPr id="7482" name="Google Shape;7482;p128"/>
            <p:cNvSpPr/>
            <p:nvPr/>
          </p:nvSpPr>
          <p:spPr>
            <a:xfrm>
              <a:off x="-2029275" y="5376429"/>
              <a:ext cx="1551300" cy="2166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600">
                <a:latin typeface="Roboto"/>
                <a:ea typeface="Roboto"/>
                <a:cs typeface="Roboto"/>
                <a:sym typeface="Roboto"/>
              </a:endParaRPr>
            </a:p>
          </p:txBody>
        </p:sp>
        <p:sp>
          <p:nvSpPr>
            <p:cNvPr id="7483" name="Google Shape;7483;p128"/>
            <p:cNvSpPr/>
            <p:nvPr/>
          </p:nvSpPr>
          <p:spPr>
            <a:xfrm>
              <a:off x="-2029275" y="5674405"/>
              <a:ext cx="1551300" cy="2166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600">
                <a:latin typeface="Roboto"/>
                <a:ea typeface="Roboto"/>
                <a:cs typeface="Roboto"/>
                <a:sym typeface="Roboto"/>
              </a:endParaRPr>
            </a:p>
          </p:txBody>
        </p:sp>
        <p:sp>
          <p:nvSpPr>
            <p:cNvPr id="7484" name="Google Shape;7484;p128"/>
            <p:cNvSpPr txBox="1"/>
            <p:nvPr/>
          </p:nvSpPr>
          <p:spPr>
            <a:xfrm>
              <a:off x="-2005450" y="4760200"/>
              <a:ext cx="1527600" cy="203100"/>
            </a:xfrm>
            <a:prstGeom prst="rect">
              <a:avLst/>
            </a:prstGeom>
            <a:solidFill>
              <a:srgbClr val="F3F3F3"/>
            </a:solidFill>
            <a:ln>
              <a:noFill/>
            </a:ln>
          </p:spPr>
          <p:txBody>
            <a:bodyPr anchorCtr="0" anchor="ctr" bIns="18000" lIns="18000" spcFirstLastPara="1" rIns="18000" wrap="square" tIns="18000">
              <a:noAutofit/>
            </a:bodyPr>
            <a:lstStyle/>
            <a:p>
              <a:pPr indent="0" lvl="0" marL="0" rtl="0" algn="l">
                <a:spcBef>
                  <a:spcPts val="0"/>
                </a:spcBef>
                <a:spcAft>
                  <a:spcPts val="0"/>
                </a:spcAft>
                <a:buNone/>
              </a:pPr>
              <a:r>
                <a:t/>
              </a:r>
              <a:endParaRPr b="1" i="1" sz="800">
                <a:solidFill>
                  <a:srgbClr val="434343"/>
                </a:solidFill>
              </a:endParaRPr>
            </a:p>
          </p:txBody>
        </p:sp>
        <p:sp>
          <p:nvSpPr>
            <p:cNvPr id="7485" name="Google Shape;7485;p128"/>
            <p:cNvSpPr txBox="1"/>
            <p:nvPr/>
          </p:nvSpPr>
          <p:spPr>
            <a:xfrm>
              <a:off x="-2005450" y="5028638"/>
              <a:ext cx="1527600" cy="203100"/>
            </a:xfrm>
            <a:prstGeom prst="rect">
              <a:avLst/>
            </a:prstGeom>
            <a:solidFill>
              <a:srgbClr val="F3F3F3"/>
            </a:solidFill>
            <a:ln>
              <a:noFill/>
            </a:ln>
          </p:spPr>
          <p:txBody>
            <a:bodyPr anchorCtr="0" anchor="ctr" bIns="18000" lIns="18000" spcFirstLastPara="1" rIns="18000" wrap="square" tIns="18000">
              <a:noAutofit/>
            </a:bodyPr>
            <a:lstStyle/>
            <a:p>
              <a:pPr indent="0" lvl="0" marL="0" rtl="0" algn="l">
                <a:spcBef>
                  <a:spcPts val="0"/>
                </a:spcBef>
                <a:spcAft>
                  <a:spcPts val="0"/>
                </a:spcAft>
                <a:buNone/>
              </a:pPr>
              <a:r>
                <a:t/>
              </a:r>
              <a:endParaRPr b="1" i="1" sz="800">
                <a:solidFill>
                  <a:srgbClr val="434343"/>
                </a:solidFill>
              </a:endParaRPr>
            </a:p>
          </p:txBody>
        </p:sp>
        <p:sp>
          <p:nvSpPr>
            <p:cNvPr id="7486" name="Google Shape;7486;p128"/>
            <p:cNvSpPr txBox="1"/>
            <p:nvPr/>
          </p:nvSpPr>
          <p:spPr>
            <a:xfrm>
              <a:off x="-2005450" y="5387503"/>
              <a:ext cx="1527600" cy="203100"/>
            </a:xfrm>
            <a:prstGeom prst="rect">
              <a:avLst/>
            </a:prstGeom>
            <a:solidFill>
              <a:srgbClr val="F3F3F3"/>
            </a:solidFill>
            <a:ln>
              <a:noFill/>
            </a:ln>
          </p:spPr>
          <p:txBody>
            <a:bodyPr anchorCtr="0" anchor="ctr" bIns="18000" lIns="18000" spcFirstLastPara="1" rIns="18000" wrap="square" tIns="18000">
              <a:noAutofit/>
            </a:bodyPr>
            <a:lstStyle/>
            <a:p>
              <a:pPr indent="0" lvl="0" marL="0" rtl="0" algn="l">
                <a:spcBef>
                  <a:spcPts val="0"/>
                </a:spcBef>
                <a:spcAft>
                  <a:spcPts val="0"/>
                </a:spcAft>
                <a:buNone/>
              </a:pPr>
              <a:r>
                <a:t/>
              </a:r>
              <a:endParaRPr b="1" i="1" sz="800">
                <a:solidFill>
                  <a:srgbClr val="434343"/>
                </a:solidFill>
              </a:endParaRPr>
            </a:p>
          </p:txBody>
        </p:sp>
        <p:sp>
          <p:nvSpPr>
            <p:cNvPr id="7487" name="Google Shape;7487;p128"/>
            <p:cNvSpPr txBox="1"/>
            <p:nvPr/>
          </p:nvSpPr>
          <p:spPr>
            <a:xfrm>
              <a:off x="-2005450" y="5667006"/>
              <a:ext cx="1527600" cy="203100"/>
            </a:xfrm>
            <a:prstGeom prst="rect">
              <a:avLst/>
            </a:prstGeom>
            <a:solidFill>
              <a:srgbClr val="F3F3F3"/>
            </a:solidFill>
            <a:ln>
              <a:noFill/>
            </a:ln>
          </p:spPr>
          <p:txBody>
            <a:bodyPr anchorCtr="0" anchor="ctr" bIns="18000" lIns="18000" spcFirstLastPara="1" rIns="18000" wrap="square" tIns="18000">
              <a:noAutofit/>
            </a:bodyPr>
            <a:lstStyle/>
            <a:p>
              <a:pPr indent="0" lvl="0" marL="0" rtl="0" algn="l">
                <a:spcBef>
                  <a:spcPts val="0"/>
                </a:spcBef>
                <a:spcAft>
                  <a:spcPts val="0"/>
                </a:spcAft>
                <a:buNone/>
              </a:pPr>
              <a:r>
                <a:t/>
              </a:r>
              <a:endParaRPr b="1" i="1" sz="800">
                <a:solidFill>
                  <a:srgbClr val="434343"/>
                </a:solidFill>
              </a:endParaRPr>
            </a:p>
          </p:txBody>
        </p:sp>
        <p:sp>
          <p:nvSpPr>
            <p:cNvPr id="7488" name="Google Shape;7488;p128"/>
            <p:cNvSpPr txBox="1"/>
            <p:nvPr/>
          </p:nvSpPr>
          <p:spPr>
            <a:xfrm>
              <a:off x="-1819858" y="4435254"/>
              <a:ext cx="1069200" cy="2166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t/>
              </a:r>
              <a:endParaRPr b="1" sz="600"/>
            </a:p>
          </p:txBody>
        </p:sp>
        <p:sp>
          <p:nvSpPr>
            <p:cNvPr id="7489" name="Google Shape;7489;p128"/>
            <p:cNvSpPr/>
            <p:nvPr/>
          </p:nvSpPr>
          <p:spPr>
            <a:xfrm>
              <a:off x="-2017300" y="4377771"/>
              <a:ext cx="15513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600">
                <a:latin typeface="Roboto"/>
                <a:ea typeface="Roboto"/>
                <a:cs typeface="Roboto"/>
                <a:sym typeface="Roboto"/>
              </a:endParaRPr>
            </a:p>
          </p:txBody>
        </p:sp>
        <p:sp>
          <p:nvSpPr>
            <p:cNvPr id="7490" name="Google Shape;7490;p128"/>
            <p:cNvSpPr txBox="1"/>
            <p:nvPr/>
          </p:nvSpPr>
          <p:spPr>
            <a:xfrm>
              <a:off x="-2005450" y="4360282"/>
              <a:ext cx="1527600" cy="351900"/>
            </a:xfrm>
            <a:prstGeom prst="rect">
              <a:avLst/>
            </a:prstGeom>
            <a:noFill/>
            <a:ln>
              <a:noFill/>
            </a:ln>
          </p:spPr>
          <p:txBody>
            <a:bodyPr anchorCtr="0" anchor="ctr" bIns="18000" lIns="18000" spcFirstLastPara="1" rIns="18000" wrap="square" tIns="18000">
              <a:noAutofit/>
            </a:bodyPr>
            <a:lstStyle/>
            <a:p>
              <a:pPr indent="0" lvl="0" marL="0" rtl="0" algn="ctr">
                <a:spcBef>
                  <a:spcPts val="0"/>
                </a:spcBef>
                <a:spcAft>
                  <a:spcPts val="0"/>
                </a:spcAft>
                <a:buNone/>
              </a:pPr>
              <a:r>
                <a:t/>
              </a:r>
              <a:endParaRPr b="1" i="1" sz="1100">
                <a:solidFill>
                  <a:srgbClr val="434343"/>
                </a:solidFill>
              </a:endParaRPr>
            </a:p>
          </p:txBody>
        </p:sp>
      </p:grpSp>
    </p:spTree>
  </p:cSld>
  <p:clrMapOvr>
    <a:masterClrMapping/>
  </p:clrMapOvr>
</p:sldLayout>
</file>

<file path=ppt/slideLayouts/slideLayout12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Paleta 3 2">
  <p:cSld name="CUSTOM_3_2">
    <p:spTree>
      <p:nvGrpSpPr>
        <p:cNvPr id="7491" name="Shape 7491"/>
        <p:cNvGrpSpPr/>
        <p:nvPr/>
      </p:nvGrpSpPr>
      <p:grpSpPr>
        <a:xfrm>
          <a:off x="0" y="0"/>
          <a:ext cx="0" cy="0"/>
          <a:chOff x="0" y="0"/>
          <a:chExt cx="0" cy="0"/>
        </a:xfrm>
      </p:grpSpPr>
      <p:sp>
        <p:nvSpPr>
          <p:cNvPr id="7492" name="Google Shape;7492;p129"/>
          <p:cNvSpPr/>
          <p:nvPr/>
        </p:nvSpPr>
        <p:spPr>
          <a:xfrm>
            <a:off x="195013" y="263250"/>
            <a:ext cx="3319800" cy="421200"/>
          </a:xfrm>
          <a:prstGeom prst="roundRect">
            <a:avLst>
              <a:gd fmla="val 17492" name="adj"/>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s-419" sz="1200">
                <a:solidFill>
                  <a:srgbClr val="FFFFFF"/>
                </a:solidFill>
              </a:rPr>
              <a:t>Estructura de Funcionalidades</a:t>
            </a:r>
            <a:endParaRPr b="1" sz="1100">
              <a:solidFill>
                <a:srgbClr val="FFFFFF"/>
              </a:solidFill>
            </a:endParaRPr>
          </a:p>
        </p:txBody>
      </p:sp>
      <p:sp>
        <p:nvSpPr>
          <p:cNvPr id="7493" name="Google Shape;7493;p129"/>
          <p:cNvSpPr/>
          <p:nvPr/>
        </p:nvSpPr>
        <p:spPr>
          <a:xfrm>
            <a:off x="195000" y="822275"/>
            <a:ext cx="3319800" cy="4765500"/>
          </a:xfrm>
          <a:prstGeom prst="roundRect">
            <a:avLst>
              <a:gd fmla="val 4230" name="adj"/>
            </a:avLst>
          </a:prstGeom>
          <a:solidFill>
            <a:srgbClr val="F3F3F3"/>
          </a:solidFill>
          <a:ln cap="flat" cmpd="sng" w="9525">
            <a:solidFill>
              <a:srgbClr val="F3F3F3"/>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4" name="Google Shape;7494;p129"/>
          <p:cNvSpPr/>
          <p:nvPr/>
        </p:nvSpPr>
        <p:spPr>
          <a:xfrm>
            <a:off x="849764" y="996349"/>
            <a:ext cx="687600" cy="366900"/>
          </a:xfrm>
          <a:prstGeom prst="foldedCorner">
            <a:avLst>
              <a:gd fmla="val 16667" name="adj"/>
            </a:avLst>
          </a:prstGeom>
          <a:solidFill>
            <a:srgbClr val="F3F3F3"/>
          </a:solidFill>
          <a:ln cap="flat" cmpd="sng" w="9525">
            <a:solidFill>
              <a:srgbClr val="999999"/>
            </a:solidFill>
            <a:prstDash val="solid"/>
            <a:round/>
            <a:headEnd len="sm" w="sm" type="none"/>
            <a:tailEnd len="sm" w="sm" type="none"/>
          </a:ln>
          <a:effectLst>
            <a:outerShdw blurRad="57150" rotWithShape="0" algn="bl" dir="1920000" dist="19050">
              <a:srgbClr val="000000">
                <a:alpha val="22000"/>
              </a:srgbClr>
            </a:outerShdw>
          </a:effectLst>
        </p:spPr>
        <p:txBody>
          <a:bodyPr anchorCtr="0" anchor="t" bIns="18000" lIns="18000" spcFirstLastPara="1" rIns="18000" wrap="square" tIns="18000">
            <a:noAutofit/>
          </a:bodyPr>
          <a:lstStyle/>
          <a:p>
            <a:pPr indent="0" lvl="0" marL="0" rtl="0" algn="ctr">
              <a:spcBef>
                <a:spcPts val="0"/>
              </a:spcBef>
              <a:spcAft>
                <a:spcPts val="0"/>
              </a:spcAft>
              <a:buNone/>
            </a:pPr>
            <a:r>
              <a:rPr b="1" lang="es-419" sz="800"/>
              <a:t>&lt;...&gt;</a:t>
            </a:r>
            <a:endParaRPr b="1" sz="800"/>
          </a:p>
          <a:p>
            <a:pPr indent="0" lvl="0" marL="0" rtl="0" algn="ctr">
              <a:spcBef>
                <a:spcPts val="0"/>
              </a:spcBef>
              <a:spcAft>
                <a:spcPts val="0"/>
              </a:spcAft>
              <a:buNone/>
            </a:pPr>
            <a:r>
              <a:rPr lang="es-419" sz="800"/>
              <a:t>&lt;...&gt;</a:t>
            </a:r>
            <a:endParaRPr sz="800"/>
          </a:p>
        </p:txBody>
      </p:sp>
      <p:grpSp>
        <p:nvGrpSpPr>
          <p:cNvPr id="7495" name="Google Shape;7495;p129"/>
          <p:cNvGrpSpPr/>
          <p:nvPr/>
        </p:nvGrpSpPr>
        <p:grpSpPr>
          <a:xfrm>
            <a:off x="2300118" y="1679184"/>
            <a:ext cx="801000" cy="434150"/>
            <a:chOff x="6170025" y="1408150"/>
            <a:chExt cx="801000" cy="434150"/>
          </a:xfrm>
        </p:grpSpPr>
        <p:cxnSp>
          <p:nvCxnSpPr>
            <p:cNvPr id="7496" name="Google Shape;7496;p129"/>
            <p:cNvCxnSpPr/>
            <p:nvPr/>
          </p:nvCxnSpPr>
          <p:spPr>
            <a:xfrm>
              <a:off x="6170025" y="1555500"/>
              <a:ext cx="801000" cy="286800"/>
            </a:xfrm>
            <a:prstGeom prst="bentConnector3">
              <a:avLst>
                <a:gd fmla="val 50000" name="adj1"/>
              </a:avLst>
            </a:prstGeom>
            <a:noFill/>
            <a:ln cap="flat" cmpd="sng" w="19050">
              <a:solidFill>
                <a:srgbClr val="274E13"/>
              </a:solidFill>
              <a:prstDash val="lgDash"/>
              <a:round/>
              <a:headEnd len="med" w="med" type="none"/>
              <a:tailEnd len="med" w="med" type="stealth"/>
            </a:ln>
          </p:spPr>
        </p:cxnSp>
        <p:sp>
          <p:nvSpPr>
            <p:cNvPr id="7497" name="Google Shape;7497;p129"/>
            <p:cNvSpPr txBox="1"/>
            <p:nvPr/>
          </p:nvSpPr>
          <p:spPr>
            <a:xfrm>
              <a:off x="6255333" y="1408150"/>
              <a:ext cx="623400" cy="123000"/>
            </a:xfrm>
            <a:prstGeom prst="rect">
              <a:avLst/>
            </a:prstGeom>
            <a:noFill/>
            <a:ln>
              <a:noFill/>
            </a:ln>
          </p:spPr>
          <p:txBody>
            <a:bodyPr anchorCtr="0" anchor="t" bIns="0" lIns="0" spcFirstLastPara="1" rIns="0" wrap="square" tIns="0">
              <a:spAutoFit/>
            </a:bodyPr>
            <a:lstStyle/>
            <a:p>
              <a:pPr indent="0" lvl="0" marL="0" rtl="0" algn="ctr">
                <a:spcBef>
                  <a:spcPts val="0"/>
                </a:spcBef>
                <a:spcAft>
                  <a:spcPts val="0"/>
                </a:spcAft>
                <a:buNone/>
              </a:pPr>
              <a:r>
                <a:rPr b="1" i="1" lang="es-419" sz="800">
                  <a:solidFill>
                    <a:srgbClr val="274E13"/>
                  </a:solidFill>
                </a:rPr>
                <a:t>includes</a:t>
              </a:r>
              <a:endParaRPr b="1" i="1" sz="800">
                <a:solidFill>
                  <a:srgbClr val="274E13"/>
                </a:solidFill>
              </a:endParaRPr>
            </a:p>
          </p:txBody>
        </p:sp>
      </p:grpSp>
      <p:grpSp>
        <p:nvGrpSpPr>
          <p:cNvPr id="7498" name="Google Shape;7498;p129"/>
          <p:cNvGrpSpPr/>
          <p:nvPr/>
        </p:nvGrpSpPr>
        <p:grpSpPr>
          <a:xfrm>
            <a:off x="1335043" y="1602972"/>
            <a:ext cx="801000" cy="434150"/>
            <a:chOff x="6170025" y="1408150"/>
            <a:chExt cx="801000" cy="434150"/>
          </a:xfrm>
        </p:grpSpPr>
        <p:cxnSp>
          <p:nvCxnSpPr>
            <p:cNvPr id="7499" name="Google Shape;7499;p129"/>
            <p:cNvCxnSpPr/>
            <p:nvPr/>
          </p:nvCxnSpPr>
          <p:spPr>
            <a:xfrm>
              <a:off x="6170025" y="1555500"/>
              <a:ext cx="801000" cy="286800"/>
            </a:xfrm>
            <a:prstGeom prst="bentConnector3">
              <a:avLst>
                <a:gd fmla="val 50000" name="adj1"/>
              </a:avLst>
            </a:prstGeom>
            <a:noFill/>
            <a:ln cap="flat" cmpd="sng" w="19050">
              <a:solidFill>
                <a:srgbClr val="990000"/>
              </a:solidFill>
              <a:prstDash val="lgDash"/>
              <a:round/>
              <a:headEnd len="med" w="med" type="none"/>
              <a:tailEnd len="med" w="med" type="stealth"/>
            </a:ln>
          </p:spPr>
        </p:cxnSp>
        <p:sp>
          <p:nvSpPr>
            <p:cNvPr id="7500" name="Google Shape;7500;p129"/>
            <p:cNvSpPr txBox="1"/>
            <p:nvPr/>
          </p:nvSpPr>
          <p:spPr>
            <a:xfrm>
              <a:off x="6255333" y="1408150"/>
              <a:ext cx="623400" cy="123000"/>
            </a:xfrm>
            <a:prstGeom prst="rect">
              <a:avLst/>
            </a:prstGeom>
            <a:noFill/>
            <a:ln>
              <a:noFill/>
            </a:ln>
          </p:spPr>
          <p:txBody>
            <a:bodyPr anchorCtr="0" anchor="t" bIns="0" lIns="0" spcFirstLastPara="1" rIns="0" wrap="square" tIns="0">
              <a:spAutoFit/>
            </a:bodyPr>
            <a:lstStyle/>
            <a:p>
              <a:pPr indent="0" lvl="0" marL="0" rtl="0" algn="ctr">
                <a:spcBef>
                  <a:spcPts val="0"/>
                </a:spcBef>
                <a:spcAft>
                  <a:spcPts val="0"/>
                </a:spcAft>
                <a:buNone/>
              </a:pPr>
              <a:r>
                <a:rPr b="1" i="1" lang="es-419" sz="800">
                  <a:solidFill>
                    <a:srgbClr val="990000"/>
                  </a:solidFill>
                </a:rPr>
                <a:t>extends</a:t>
              </a:r>
              <a:endParaRPr b="1" i="1" sz="800">
                <a:solidFill>
                  <a:srgbClr val="990000"/>
                </a:solidFill>
              </a:endParaRPr>
            </a:p>
          </p:txBody>
        </p:sp>
      </p:grpSp>
      <p:sp>
        <p:nvSpPr>
          <p:cNvPr id="7501" name="Google Shape;7501;p129"/>
          <p:cNvSpPr/>
          <p:nvPr/>
        </p:nvSpPr>
        <p:spPr>
          <a:xfrm>
            <a:off x="529850" y="2389750"/>
            <a:ext cx="2620800" cy="1493100"/>
          </a:xfrm>
          <a:prstGeom prst="roundRect">
            <a:avLst>
              <a:gd fmla="val 3146" name="adj"/>
            </a:avLst>
          </a:prstGeom>
          <a:solidFill>
            <a:srgbClr val="FFFFFF"/>
          </a:solidFill>
          <a:ln cap="flat" cmpd="sng" w="9525">
            <a:solidFill>
              <a:srgbClr val="EFEFEF"/>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t" bIns="18000" lIns="18000" spcFirstLastPara="1" rIns="18000" wrap="square" tIns="18000">
            <a:noAutofit/>
          </a:bodyPr>
          <a:lstStyle/>
          <a:p>
            <a:pPr indent="0" lvl="0" marL="0" rtl="0" algn="r">
              <a:spcBef>
                <a:spcPts val="0"/>
              </a:spcBef>
              <a:spcAft>
                <a:spcPts val="0"/>
              </a:spcAft>
              <a:buNone/>
            </a:pPr>
            <a:r>
              <a:t/>
            </a:r>
            <a:endParaRPr b="1" i="1" sz="900">
              <a:solidFill>
                <a:srgbClr val="434343"/>
              </a:solidFill>
            </a:endParaRPr>
          </a:p>
        </p:txBody>
      </p:sp>
      <p:sp>
        <p:nvSpPr>
          <p:cNvPr id="7502" name="Google Shape;7502;p129"/>
          <p:cNvSpPr txBox="1"/>
          <p:nvPr/>
        </p:nvSpPr>
        <p:spPr>
          <a:xfrm>
            <a:off x="555675" y="2429250"/>
            <a:ext cx="691500" cy="2658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lang="es-419" sz="700">
                <a:latin typeface="Arvo"/>
                <a:ea typeface="Arvo"/>
                <a:cs typeface="Arvo"/>
                <a:sym typeface="Arvo"/>
              </a:rPr>
              <a:t>Funcionalidad:</a:t>
            </a:r>
            <a:endParaRPr i="1" sz="600">
              <a:solidFill>
                <a:srgbClr val="666666"/>
              </a:solidFill>
              <a:latin typeface="Arvo"/>
              <a:ea typeface="Arvo"/>
              <a:cs typeface="Arvo"/>
              <a:sym typeface="Arvo"/>
            </a:endParaRPr>
          </a:p>
        </p:txBody>
      </p:sp>
      <p:sp>
        <p:nvSpPr>
          <p:cNvPr id="7503" name="Google Shape;7503;p129"/>
          <p:cNvSpPr/>
          <p:nvPr/>
        </p:nvSpPr>
        <p:spPr>
          <a:xfrm>
            <a:off x="1260100" y="2485425"/>
            <a:ext cx="1783200" cy="160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600">
              <a:latin typeface="Roboto"/>
              <a:ea typeface="Roboto"/>
              <a:cs typeface="Roboto"/>
              <a:sym typeface="Roboto"/>
            </a:endParaRPr>
          </a:p>
        </p:txBody>
      </p:sp>
      <p:sp>
        <p:nvSpPr>
          <p:cNvPr id="7504" name="Google Shape;7504;p129"/>
          <p:cNvSpPr txBox="1"/>
          <p:nvPr/>
        </p:nvSpPr>
        <p:spPr>
          <a:xfrm>
            <a:off x="1260100" y="2481225"/>
            <a:ext cx="1783200" cy="169200"/>
          </a:xfrm>
          <a:prstGeom prst="rect">
            <a:avLst/>
          </a:prstGeom>
          <a:noFill/>
          <a:ln>
            <a:noFill/>
          </a:ln>
        </p:spPr>
        <p:txBody>
          <a:bodyPr anchorCtr="0" anchor="ctr" bIns="18000" lIns="18000" spcFirstLastPara="1" rIns="18000" wrap="square" tIns="18000">
            <a:noAutofit/>
          </a:bodyPr>
          <a:lstStyle/>
          <a:p>
            <a:pPr indent="0" lvl="0" marL="0" rtl="0" algn="ctr">
              <a:spcBef>
                <a:spcPts val="0"/>
              </a:spcBef>
              <a:spcAft>
                <a:spcPts val="0"/>
              </a:spcAft>
              <a:buNone/>
            </a:pPr>
            <a:r>
              <a:rPr b="1" i="1" lang="es-419" sz="800">
                <a:solidFill>
                  <a:srgbClr val="434343"/>
                </a:solidFill>
              </a:rPr>
              <a:t>&lt;...&gt;</a:t>
            </a:r>
            <a:endParaRPr b="1" i="1" sz="800">
              <a:solidFill>
                <a:srgbClr val="434343"/>
              </a:solidFill>
            </a:endParaRPr>
          </a:p>
        </p:txBody>
      </p:sp>
      <p:cxnSp>
        <p:nvCxnSpPr>
          <p:cNvPr id="7505" name="Google Shape;7505;p129"/>
          <p:cNvCxnSpPr/>
          <p:nvPr/>
        </p:nvCxnSpPr>
        <p:spPr>
          <a:xfrm>
            <a:off x="473468" y="1675158"/>
            <a:ext cx="773700" cy="442200"/>
          </a:xfrm>
          <a:prstGeom prst="bentConnector3">
            <a:avLst>
              <a:gd fmla="val 50000" name="adj1"/>
            </a:avLst>
          </a:prstGeom>
          <a:noFill/>
          <a:ln cap="flat" cmpd="sng" w="19050">
            <a:solidFill>
              <a:schemeClr val="dk2"/>
            </a:solidFill>
            <a:prstDash val="dash"/>
            <a:round/>
            <a:headEnd len="med" w="med" type="none"/>
            <a:tailEnd len="med" w="med" type="stealth"/>
          </a:ln>
        </p:spPr>
      </p:cxnSp>
      <p:sp>
        <p:nvSpPr>
          <p:cNvPr id="7506" name="Google Shape;7506;p129"/>
          <p:cNvSpPr/>
          <p:nvPr/>
        </p:nvSpPr>
        <p:spPr>
          <a:xfrm>
            <a:off x="1994606" y="1027913"/>
            <a:ext cx="691500" cy="307800"/>
          </a:xfrm>
          <a:prstGeom prst="roundRect">
            <a:avLst>
              <a:gd fmla="val 5590" name="adj"/>
            </a:avLst>
          </a:prstGeom>
          <a:solidFill>
            <a:srgbClr val="D9EAD3"/>
          </a:solidFill>
          <a:ln cap="flat" cmpd="sng" w="9525">
            <a:solidFill>
              <a:srgbClr val="EFEFEF"/>
            </a:solidFill>
            <a:prstDash val="solid"/>
            <a:round/>
            <a:headEnd len="sm" w="sm" type="none"/>
            <a:tailEnd len="sm" w="sm" type="none"/>
          </a:ln>
          <a:effectLst>
            <a:outerShdw rotWithShape="0" algn="bl" dir="2820000" dist="9525">
              <a:srgbClr val="660000">
                <a:alpha val="50000"/>
              </a:srgbClr>
            </a:outerShdw>
          </a:effectLst>
        </p:spPr>
        <p:txBody>
          <a:bodyPr anchorCtr="0" anchor="ctr" bIns="18000" lIns="18000" spcFirstLastPara="1" rIns="18000" wrap="square" tIns="18000">
            <a:noAutofit/>
          </a:bodyPr>
          <a:lstStyle/>
          <a:p>
            <a:pPr indent="0" lvl="0" marL="0" rtl="0" algn="ctr">
              <a:spcBef>
                <a:spcPts val="0"/>
              </a:spcBef>
              <a:spcAft>
                <a:spcPts val="0"/>
              </a:spcAft>
              <a:buNone/>
            </a:pPr>
            <a:r>
              <a:rPr b="1" lang="es-419" sz="800"/>
              <a:t>&lt;..&gt;</a:t>
            </a:r>
            <a:endParaRPr b="1" sz="800">
              <a:latin typeface="Roboto"/>
              <a:ea typeface="Roboto"/>
              <a:cs typeface="Roboto"/>
              <a:sym typeface="Roboto"/>
            </a:endParaRPr>
          </a:p>
        </p:txBody>
      </p:sp>
      <p:grpSp>
        <p:nvGrpSpPr>
          <p:cNvPr id="7507" name="Google Shape;7507;p129"/>
          <p:cNvGrpSpPr/>
          <p:nvPr/>
        </p:nvGrpSpPr>
        <p:grpSpPr>
          <a:xfrm>
            <a:off x="454975" y="4061650"/>
            <a:ext cx="2799900" cy="1366800"/>
            <a:chOff x="454975" y="4155250"/>
            <a:chExt cx="2799900" cy="1366800"/>
          </a:xfrm>
        </p:grpSpPr>
        <p:sp>
          <p:nvSpPr>
            <p:cNvPr id="7508" name="Google Shape;7508;p129"/>
            <p:cNvSpPr/>
            <p:nvPr/>
          </p:nvSpPr>
          <p:spPr>
            <a:xfrm>
              <a:off x="454975" y="4155250"/>
              <a:ext cx="2799900" cy="1366800"/>
            </a:xfrm>
            <a:prstGeom prst="roundRect">
              <a:avLst>
                <a:gd fmla="val 3233" name="adj"/>
              </a:avLst>
            </a:prstGeom>
            <a:solidFill>
              <a:srgbClr val="FFFFFF"/>
            </a:solidFill>
            <a:ln cap="flat" cmpd="sng" w="9525">
              <a:solidFill>
                <a:srgbClr val="EFEFEF"/>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t" bIns="18000" lIns="18000" spcFirstLastPara="1" rIns="18000" wrap="square" tIns="18000">
              <a:noAutofit/>
            </a:bodyPr>
            <a:lstStyle/>
            <a:p>
              <a:pPr indent="0" lvl="0" marL="0" rtl="0" algn="ctr">
                <a:spcBef>
                  <a:spcPts val="0"/>
                </a:spcBef>
                <a:spcAft>
                  <a:spcPts val="0"/>
                </a:spcAft>
                <a:buNone/>
              </a:pPr>
              <a:r>
                <a:rPr b="1" i="1" lang="es-419" sz="900">
                  <a:solidFill>
                    <a:srgbClr val="434343"/>
                  </a:solidFill>
                </a:rPr>
                <a:t>Objetivos de la Funcionalidad</a:t>
              </a:r>
              <a:endParaRPr b="1" i="1" sz="900">
                <a:solidFill>
                  <a:srgbClr val="434343"/>
                </a:solidFill>
              </a:endParaRPr>
            </a:p>
          </p:txBody>
        </p:sp>
        <p:sp>
          <p:nvSpPr>
            <p:cNvPr id="7509" name="Google Shape;7509;p129"/>
            <p:cNvSpPr txBox="1"/>
            <p:nvPr/>
          </p:nvSpPr>
          <p:spPr>
            <a:xfrm>
              <a:off x="1764892" y="4415677"/>
              <a:ext cx="1069200" cy="2166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t/>
              </a:r>
              <a:endParaRPr b="1" sz="600"/>
            </a:p>
          </p:txBody>
        </p:sp>
        <p:sp>
          <p:nvSpPr>
            <p:cNvPr id="7510" name="Google Shape;7510;p129"/>
            <p:cNvSpPr txBox="1"/>
            <p:nvPr/>
          </p:nvSpPr>
          <p:spPr>
            <a:xfrm>
              <a:off x="661500" y="4423900"/>
              <a:ext cx="801000" cy="232500"/>
            </a:xfrm>
            <a:prstGeom prst="rect">
              <a:avLst/>
            </a:prstGeom>
            <a:noFill/>
            <a:ln>
              <a:noFill/>
            </a:ln>
          </p:spPr>
          <p:txBody>
            <a:bodyPr anchorCtr="0" anchor="ctr" bIns="0" lIns="0" spcFirstLastPara="1" rIns="0" wrap="square" tIns="0">
              <a:noAutofit/>
            </a:bodyPr>
            <a:lstStyle/>
            <a:p>
              <a:pPr indent="0" lvl="0" marL="0" rtl="0" algn="r">
                <a:spcBef>
                  <a:spcPts val="0"/>
                </a:spcBef>
                <a:spcAft>
                  <a:spcPts val="0"/>
                </a:spcAft>
                <a:buNone/>
              </a:pPr>
              <a:r>
                <a:rPr lang="es-419" sz="700">
                  <a:latin typeface="Arvo"/>
                  <a:ea typeface="Arvo"/>
                  <a:cs typeface="Arvo"/>
                  <a:sym typeface="Arvo"/>
                </a:rPr>
                <a:t>Nombre de la Funcionalidad:</a:t>
              </a:r>
              <a:endParaRPr sz="700">
                <a:latin typeface="Arvo"/>
                <a:ea typeface="Arvo"/>
                <a:cs typeface="Arvo"/>
                <a:sym typeface="Arvo"/>
              </a:endParaRPr>
            </a:p>
            <a:p>
              <a:pPr indent="0" lvl="0" marL="0" rtl="0" algn="r">
                <a:spcBef>
                  <a:spcPts val="0"/>
                </a:spcBef>
                <a:spcAft>
                  <a:spcPts val="0"/>
                </a:spcAft>
                <a:buNone/>
              </a:pPr>
              <a:r>
                <a:rPr i="1" lang="es-419" sz="600">
                  <a:solidFill>
                    <a:srgbClr val="666666"/>
                  </a:solidFill>
                  <a:latin typeface="Arvo"/>
                  <a:ea typeface="Arvo"/>
                  <a:cs typeface="Arvo"/>
                  <a:sym typeface="Arvo"/>
                </a:rPr>
                <a:t>ej: Reserva de citas médicas</a:t>
              </a:r>
              <a:endParaRPr i="1" sz="600">
                <a:solidFill>
                  <a:srgbClr val="666666"/>
                </a:solidFill>
                <a:latin typeface="Arvo"/>
                <a:ea typeface="Arvo"/>
                <a:cs typeface="Arvo"/>
                <a:sym typeface="Arvo"/>
              </a:endParaRPr>
            </a:p>
          </p:txBody>
        </p:sp>
        <p:sp>
          <p:nvSpPr>
            <p:cNvPr id="7511" name="Google Shape;7511;p129"/>
            <p:cNvSpPr txBox="1"/>
            <p:nvPr/>
          </p:nvSpPr>
          <p:spPr>
            <a:xfrm>
              <a:off x="536975" y="5190725"/>
              <a:ext cx="925500" cy="248700"/>
            </a:xfrm>
            <a:prstGeom prst="rect">
              <a:avLst/>
            </a:prstGeom>
            <a:noFill/>
            <a:ln>
              <a:noFill/>
            </a:ln>
          </p:spPr>
          <p:txBody>
            <a:bodyPr anchorCtr="0" anchor="ctr" bIns="0" lIns="0" spcFirstLastPara="1" rIns="0" wrap="square" tIns="0">
              <a:spAutoFit/>
            </a:bodyPr>
            <a:lstStyle/>
            <a:p>
              <a:pPr indent="0" lvl="0" marL="0" marR="0" rtl="0" algn="r">
                <a:lnSpc>
                  <a:spcPct val="85000"/>
                </a:lnSpc>
                <a:spcBef>
                  <a:spcPts val="0"/>
                </a:spcBef>
                <a:spcAft>
                  <a:spcPts val="0"/>
                </a:spcAft>
                <a:buNone/>
              </a:pPr>
              <a:r>
                <a:rPr lang="es-419" sz="700">
                  <a:latin typeface="Arvo"/>
                  <a:ea typeface="Arvo"/>
                  <a:cs typeface="Arvo"/>
                  <a:sym typeface="Arvo"/>
                </a:rPr>
                <a:t>Meta Empresa:</a:t>
              </a:r>
              <a:endParaRPr sz="700">
                <a:latin typeface="Arvo"/>
                <a:ea typeface="Arvo"/>
                <a:cs typeface="Arvo"/>
                <a:sym typeface="Arvo"/>
              </a:endParaRPr>
            </a:p>
            <a:p>
              <a:pPr indent="0" lvl="0" marL="0" marR="0" rtl="0" algn="r">
                <a:lnSpc>
                  <a:spcPct val="85000"/>
                </a:lnSpc>
                <a:spcBef>
                  <a:spcPts val="0"/>
                </a:spcBef>
                <a:spcAft>
                  <a:spcPts val="0"/>
                </a:spcAft>
                <a:buNone/>
              </a:pPr>
              <a:r>
                <a:rPr lang="es-419" sz="500">
                  <a:latin typeface="Arvo"/>
                  <a:ea typeface="Arvo"/>
                  <a:cs typeface="Arvo"/>
                  <a:sym typeface="Arvo"/>
                </a:rPr>
                <a:t>&lt;sustantivo&gt;&lt;adjetivo&gt;</a:t>
              </a:r>
              <a:r>
                <a:rPr lang="es-419" sz="600">
                  <a:solidFill>
                    <a:srgbClr val="000000"/>
                  </a:solidFill>
                </a:rPr>
                <a:t> </a:t>
              </a:r>
              <a:endParaRPr sz="600">
                <a:solidFill>
                  <a:srgbClr val="000000"/>
                </a:solidFill>
              </a:endParaRPr>
            </a:p>
            <a:p>
              <a:pPr indent="0" lvl="0" marL="0" marR="0" rtl="0" algn="r">
                <a:lnSpc>
                  <a:spcPct val="85000"/>
                </a:lnSpc>
                <a:spcBef>
                  <a:spcPts val="0"/>
                </a:spcBef>
                <a:spcAft>
                  <a:spcPts val="0"/>
                </a:spcAft>
                <a:buNone/>
              </a:pPr>
              <a:r>
                <a:rPr i="1" lang="es-419" sz="600">
                  <a:solidFill>
                    <a:srgbClr val="666666"/>
                  </a:solidFill>
                  <a:latin typeface="Arvo"/>
                  <a:ea typeface="Arvo"/>
                  <a:cs typeface="Arvo"/>
                  <a:sym typeface="Arvo"/>
                </a:rPr>
                <a:t>ej: agenda actualizada</a:t>
              </a:r>
              <a:endParaRPr i="1" sz="600">
                <a:latin typeface="Arvo"/>
                <a:ea typeface="Arvo"/>
                <a:cs typeface="Arvo"/>
                <a:sym typeface="Arvo"/>
              </a:endParaRPr>
            </a:p>
          </p:txBody>
        </p:sp>
        <p:sp>
          <p:nvSpPr>
            <p:cNvPr id="7512" name="Google Shape;7512;p129"/>
            <p:cNvSpPr txBox="1"/>
            <p:nvPr/>
          </p:nvSpPr>
          <p:spPr>
            <a:xfrm>
              <a:off x="537000" y="4868925"/>
              <a:ext cx="925500" cy="232500"/>
            </a:xfrm>
            <a:prstGeom prst="rect">
              <a:avLst/>
            </a:prstGeom>
            <a:noFill/>
            <a:ln>
              <a:noFill/>
            </a:ln>
          </p:spPr>
          <p:txBody>
            <a:bodyPr anchorCtr="0" anchor="ctr" bIns="0" lIns="0" spcFirstLastPara="1" rIns="0" wrap="square" tIns="0">
              <a:noAutofit/>
            </a:bodyPr>
            <a:lstStyle/>
            <a:p>
              <a:pPr indent="0" lvl="0" marL="0" rtl="0" algn="r">
                <a:spcBef>
                  <a:spcPts val="0"/>
                </a:spcBef>
                <a:spcAft>
                  <a:spcPts val="0"/>
                </a:spcAft>
                <a:buNone/>
              </a:pPr>
              <a:r>
                <a:rPr lang="es-419" sz="700">
                  <a:latin typeface="Arvo"/>
                  <a:ea typeface="Arvo"/>
                  <a:cs typeface="Arvo"/>
                  <a:sym typeface="Arvo"/>
                </a:rPr>
                <a:t>Poscondición:</a:t>
              </a:r>
              <a:endParaRPr sz="700">
                <a:latin typeface="Arvo"/>
                <a:ea typeface="Arvo"/>
                <a:cs typeface="Arvo"/>
                <a:sym typeface="Arvo"/>
              </a:endParaRPr>
            </a:p>
            <a:p>
              <a:pPr indent="0" lvl="0" marL="0" rtl="0" algn="r">
                <a:lnSpc>
                  <a:spcPct val="85000"/>
                </a:lnSpc>
                <a:spcBef>
                  <a:spcPts val="0"/>
                </a:spcBef>
                <a:spcAft>
                  <a:spcPts val="0"/>
                </a:spcAft>
                <a:buClr>
                  <a:srgbClr val="000000"/>
                </a:buClr>
                <a:buSzPts val="1100"/>
                <a:buFont typeface="Arial"/>
                <a:buNone/>
              </a:pPr>
              <a:r>
                <a:rPr lang="es-419" sz="500">
                  <a:solidFill>
                    <a:srgbClr val="000000"/>
                  </a:solidFill>
                  <a:latin typeface="Arvo"/>
                  <a:ea typeface="Arvo"/>
                  <a:cs typeface="Arvo"/>
                  <a:sym typeface="Arvo"/>
                </a:rPr>
                <a:t>&lt;sustantivo&gt;&lt;adjetivo&gt;</a:t>
              </a:r>
              <a:endParaRPr sz="600">
                <a:latin typeface="Arvo"/>
                <a:ea typeface="Arvo"/>
                <a:cs typeface="Arvo"/>
                <a:sym typeface="Arvo"/>
              </a:endParaRPr>
            </a:p>
            <a:p>
              <a:pPr indent="0" lvl="0" marL="0" rtl="0" algn="r">
                <a:spcBef>
                  <a:spcPts val="0"/>
                </a:spcBef>
                <a:spcAft>
                  <a:spcPts val="0"/>
                </a:spcAft>
                <a:buNone/>
              </a:pPr>
              <a:r>
                <a:rPr i="1" lang="es-419" sz="600">
                  <a:solidFill>
                    <a:srgbClr val="666666"/>
                  </a:solidFill>
                  <a:latin typeface="Arvo"/>
                  <a:ea typeface="Arvo"/>
                  <a:cs typeface="Arvo"/>
                  <a:sym typeface="Arvo"/>
                </a:rPr>
                <a:t>ej: pago  realizado</a:t>
              </a:r>
              <a:endParaRPr i="1" sz="600">
                <a:solidFill>
                  <a:srgbClr val="666666"/>
                </a:solidFill>
                <a:latin typeface="Arvo"/>
                <a:ea typeface="Arvo"/>
                <a:cs typeface="Arvo"/>
                <a:sym typeface="Arvo"/>
              </a:endParaRPr>
            </a:p>
          </p:txBody>
        </p:sp>
        <p:sp>
          <p:nvSpPr>
            <p:cNvPr id="7513" name="Google Shape;7513;p129"/>
            <p:cNvSpPr/>
            <p:nvPr/>
          </p:nvSpPr>
          <p:spPr>
            <a:xfrm>
              <a:off x="1567450" y="4861754"/>
              <a:ext cx="1551300" cy="2166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600">
                <a:latin typeface="Roboto"/>
                <a:ea typeface="Roboto"/>
                <a:cs typeface="Roboto"/>
                <a:sym typeface="Roboto"/>
              </a:endParaRPr>
            </a:p>
          </p:txBody>
        </p:sp>
        <p:sp>
          <p:nvSpPr>
            <p:cNvPr id="7514" name="Google Shape;7514;p129"/>
            <p:cNvSpPr/>
            <p:nvPr/>
          </p:nvSpPr>
          <p:spPr>
            <a:xfrm>
              <a:off x="1567450" y="5207124"/>
              <a:ext cx="1551300" cy="2166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600">
                <a:latin typeface="Roboto"/>
                <a:ea typeface="Roboto"/>
                <a:cs typeface="Roboto"/>
                <a:sym typeface="Roboto"/>
              </a:endParaRPr>
            </a:p>
          </p:txBody>
        </p:sp>
        <p:sp>
          <p:nvSpPr>
            <p:cNvPr id="7515" name="Google Shape;7515;p129"/>
            <p:cNvSpPr txBox="1"/>
            <p:nvPr/>
          </p:nvSpPr>
          <p:spPr>
            <a:xfrm>
              <a:off x="1591275" y="4866157"/>
              <a:ext cx="1527600" cy="203100"/>
            </a:xfrm>
            <a:prstGeom prst="rect">
              <a:avLst/>
            </a:prstGeom>
            <a:solidFill>
              <a:srgbClr val="F3F3F3"/>
            </a:solidFill>
            <a:ln>
              <a:noFill/>
            </a:ln>
          </p:spPr>
          <p:txBody>
            <a:bodyPr anchorCtr="0" anchor="ctr" bIns="18000" lIns="18000" spcFirstLastPara="1" rIns="18000" wrap="square" tIns="18000">
              <a:noAutofit/>
            </a:bodyPr>
            <a:lstStyle/>
            <a:p>
              <a:pPr indent="0" lvl="0" marL="0" rtl="0" algn="l">
                <a:spcBef>
                  <a:spcPts val="0"/>
                </a:spcBef>
                <a:spcAft>
                  <a:spcPts val="0"/>
                </a:spcAft>
                <a:buNone/>
              </a:pPr>
              <a:r>
                <a:t/>
              </a:r>
              <a:endParaRPr b="1" i="1" sz="800">
                <a:solidFill>
                  <a:srgbClr val="434343"/>
                </a:solidFill>
              </a:endParaRPr>
            </a:p>
          </p:txBody>
        </p:sp>
        <p:sp>
          <p:nvSpPr>
            <p:cNvPr id="7516" name="Google Shape;7516;p129"/>
            <p:cNvSpPr txBox="1"/>
            <p:nvPr/>
          </p:nvSpPr>
          <p:spPr>
            <a:xfrm>
              <a:off x="1591275" y="5199725"/>
              <a:ext cx="1527600" cy="203100"/>
            </a:xfrm>
            <a:prstGeom prst="rect">
              <a:avLst/>
            </a:prstGeom>
            <a:solidFill>
              <a:srgbClr val="F3F3F3"/>
            </a:solidFill>
            <a:ln>
              <a:noFill/>
            </a:ln>
          </p:spPr>
          <p:txBody>
            <a:bodyPr anchorCtr="0" anchor="ctr" bIns="18000" lIns="18000" spcFirstLastPara="1" rIns="18000" wrap="square" tIns="18000">
              <a:noAutofit/>
            </a:bodyPr>
            <a:lstStyle/>
            <a:p>
              <a:pPr indent="0" lvl="0" marL="0" rtl="0" algn="l">
                <a:spcBef>
                  <a:spcPts val="0"/>
                </a:spcBef>
                <a:spcAft>
                  <a:spcPts val="0"/>
                </a:spcAft>
                <a:buNone/>
              </a:pPr>
              <a:r>
                <a:t/>
              </a:r>
              <a:endParaRPr b="1" i="1" sz="800">
                <a:solidFill>
                  <a:srgbClr val="434343"/>
                </a:solidFill>
              </a:endParaRPr>
            </a:p>
          </p:txBody>
        </p:sp>
        <p:sp>
          <p:nvSpPr>
            <p:cNvPr id="7517" name="Google Shape;7517;p129"/>
            <p:cNvSpPr txBox="1"/>
            <p:nvPr/>
          </p:nvSpPr>
          <p:spPr>
            <a:xfrm>
              <a:off x="1776867" y="4425173"/>
              <a:ext cx="1069200" cy="2166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t/>
              </a:r>
              <a:endParaRPr b="1" sz="600"/>
            </a:p>
          </p:txBody>
        </p:sp>
        <p:sp>
          <p:nvSpPr>
            <p:cNvPr id="7518" name="Google Shape;7518;p129"/>
            <p:cNvSpPr/>
            <p:nvPr/>
          </p:nvSpPr>
          <p:spPr>
            <a:xfrm>
              <a:off x="1579425" y="4367690"/>
              <a:ext cx="15513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600">
                <a:latin typeface="Roboto"/>
                <a:ea typeface="Roboto"/>
                <a:cs typeface="Roboto"/>
                <a:sym typeface="Roboto"/>
              </a:endParaRPr>
            </a:p>
          </p:txBody>
        </p:sp>
        <p:sp>
          <p:nvSpPr>
            <p:cNvPr id="7519" name="Google Shape;7519;p129"/>
            <p:cNvSpPr txBox="1"/>
            <p:nvPr/>
          </p:nvSpPr>
          <p:spPr>
            <a:xfrm>
              <a:off x="1591275" y="4350201"/>
              <a:ext cx="1527600" cy="351900"/>
            </a:xfrm>
            <a:prstGeom prst="rect">
              <a:avLst/>
            </a:prstGeom>
            <a:noFill/>
            <a:ln>
              <a:noFill/>
            </a:ln>
          </p:spPr>
          <p:txBody>
            <a:bodyPr anchorCtr="0" anchor="ctr" bIns="18000" lIns="18000" spcFirstLastPara="1" rIns="18000" wrap="square" tIns="18000">
              <a:noAutofit/>
            </a:bodyPr>
            <a:lstStyle/>
            <a:p>
              <a:pPr indent="0" lvl="0" marL="0" rtl="0" algn="ctr">
                <a:spcBef>
                  <a:spcPts val="0"/>
                </a:spcBef>
                <a:spcAft>
                  <a:spcPts val="0"/>
                </a:spcAft>
                <a:buNone/>
              </a:pPr>
              <a:r>
                <a:t/>
              </a:r>
              <a:endParaRPr b="1" i="1" sz="1100">
                <a:solidFill>
                  <a:srgbClr val="434343"/>
                </a:solidFill>
              </a:endParaRPr>
            </a:p>
          </p:txBody>
        </p:sp>
      </p:grpSp>
      <p:grpSp>
        <p:nvGrpSpPr>
          <p:cNvPr id="7520" name="Google Shape;7520;p129"/>
          <p:cNvGrpSpPr/>
          <p:nvPr/>
        </p:nvGrpSpPr>
        <p:grpSpPr>
          <a:xfrm>
            <a:off x="666588" y="2714647"/>
            <a:ext cx="2376625" cy="200100"/>
            <a:chOff x="624700" y="1498750"/>
            <a:chExt cx="2376625" cy="200100"/>
          </a:xfrm>
        </p:grpSpPr>
        <p:sp>
          <p:nvSpPr>
            <p:cNvPr id="7521" name="Google Shape;7521;p129"/>
            <p:cNvSpPr txBox="1"/>
            <p:nvPr/>
          </p:nvSpPr>
          <p:spPr>
            <a:xfrm>
              <a:off x="747725" y="1498750"/>
              <a:ext cx="2253600" cy="200100"/>
            </a:xfrm>
            <a:prstGeom prst="rect">
              <a:avLst/>
            </a:prstGeom>
            <a:solidFill>
              <a:srgbClr val="F3F3F3"/>
            </a:solidFill>
            <a:ln>
              <a:noFill/>
            </a:ln>
          </p:spPr>
          <p:txBody>
            <a:bodyPr anchorCtr="0" anchor="ctr" bIns="18000" lIns="18000" spcFirstLastPara="1" rIns="18000" wrap="square" tIns="18000">
              <a:noAutofit/>
            </a:bodyPr>
            <a:lstStyle/>
            <a:p>
              <a:pPr indent="0" lvl="0" marL="0" rtl="0" algn="l">
                <a:spcBef>
                  <a:spcPts val="0"/>
                </a:spcBef>
                <a:spcAft>
                  <a:spcPts val="0"/>
                </a:spcAft>
                <a:buNone/>
              </a:pPr>
              <a:r>
                <a:t/>
              </a:r>
              <a:endParaRPr sz="800">
                <a:solidFill>
                  <a:srgbClr val="434343"/>
                </a:solidFill>
              </a:endParaRPr>
            </a:p>
          </p:txBody>
        </p:sp>
        <p:sp>
          <p:nvSpPr>
            <p:cNvPr id="7522" name="Google Shape;7522;p129"/>
            <p:cNvSpPr txBox="1"/>
            <p:nvPr/>
          </p:nvSpPr>
          <p:spPr>
            <a:xfrm>
              <a:off x="624700" y="1514200"/>
              <a:ext cx="86100" cy="169200"/>
            </a:xfrm>
            <a:prstGeom prst="rect">
              <a:avLst/>
            </a:prstGeom>
            <a:noFill/>
            <a:ln>
              <a:noFill/>
            </a:ln>
          </p:spPr>
          <p:txBody>
            <a:bodyPr anchorCtr="0" anchor="ctr" bIns="0" lIns="0" spcFirstLastPara="1" rIns="0" wrap="square" tIns="0">
              <a:spAutoFit/>
            </a:bodyPr>
            <a:lstStyle/>
            <a:p>
              <a:pPr indent="0" lvl="0" marL="0" rtl="0" algn="r">
                <a:spcBef>
                  <a:spcPts val="0"/>
                </a:spcBef>
                <a:spcAft>
                  <a:spcPts val="0"/>
                </a:spcAft>
                <a:buNone/>
              </a:pPr>
              <a:r>
                <a:rPr lang="es-419" sz="700">
                  <a:latin typeface="Arvo"/>
                  <a:ea typeface="Arvo"/>
                  <a:cs typeface="Arvo"/>
                  <a:sym typeface="Arvo"/>
                </a:rPr>
                <a:t>1.</a:t>
              </a:r>
              <a:endParaRPr sz="700">
                <a:latin typeface="Arvo"/>
                <a:ea typeface="Arvo"/>
                <a:cs typeface="Arvo"/>
                <a:sym typeface="Arvo"/>
              </a:endParaRPr>
            </a:p>
            <a:p>
              <a:pPr indent="0" lvl="0" marL="0" rtl="0" algn="r">
                <a:spcBef>
                  <a:spcPts val="0"/>
                </a:spcBef>
                <a:spcAft>
                  <a:spcPts val="0"/>
                </a:spcAft>
                <a:buNone/>
              </a:pPr>
              <a:r>
                <a:t/>
              </a:r>
              <a:endParaRPr i="1" sz="400">
                <a:solidFill>
                  <a:srgbClr val="666666"/>
                </a:solidFill>
                <a:latin typeface="Arvo"/>
                <a:ea typeface="Arvo"/>
                <a:cs typeface="Arvo"/>
                <a:sym typeface="Arvo"/>
              </a:endParaRPr>
            </a:p>
          </p:txBody>
        </p:sp>
      </p:grpSp>
      <p:grpSp>
        <p:nvGrpSpPr>
          <p:cNvPr id="7523" name="Google Shape;7523;p129"/>
          <p:cNvGrpSpPr/>
          <p:nvPr/>
        </p:nvGrpSpPr>
        <p:grpSpPr>
          <a:xfrm>
            <a:off x="666588" y="2937184"/>
            <a:ext cx="2376625" cy="200100"/>
            <a:chOff x="624700" y="1498750"/>
            <a:chExt cx="2376625" cy="200100"/>
          </a:xfrm>
        </p:grpSpPr>
        <p:sp>
          <p:nvSpPr>
            <p:cNvPr id="7524" name="Google Shape;7524;p129"/>
            <p:cNvSpPr txBox="1"/>
            <p:nvPr/>
          </p:nvSpPr>
          <p:spPr>
            <a:xfrm>
              <a:off x="747725" y="1498750"/>
              <a:ext cx="2253600" cy="200100"/>
            </a:xfrm>
            <a:prstGeom prst="rect">
              <a:avLst/>
            </a:prstGeom>
            <a:solidFill>
              <a:srgbClr val="F3F3F3"/>
            </a:solidFill>
            <a:ln>
              <a:noFill/>
            </a:ln>
          </p:spPr>
          <p:txBody>
            <a:bodyPr anchorCtr="0" anchor="ctr" bIns="18000" lIns="18000" spcFirstLastPara="1" rIns="18000" wrap="square" tIns="18000">
              <a:noAutofit/>
            </a:bodyPr>
            <a:lstStyle/>
            <a:p>
              <a:pPr indent="0" lvl="0" marL="0" rtl="0" algn="l">
                <a:spcBef>
                  <a:spcPts val="0"/>
                </a:spcBef>
                <a:spcAft>
                  <a:spcPts val="0"/>
                </a:spcAft>
                <a:buNone/>
              </a:pPr>
              <a:r>
                <a:t/>
              </a:r>
              <a:endParaRPr sz="800">
                <a:solidFill>
                  <a:srgbClr val="434343"/>
                </a:solidFill>
              </a:endParaRPr>
            </a:p>
          </p:txBody>
        </p:sp>
        <p:sp>
          <p:nvSpPr>
            <p:cNvPr id="7525" name="Google Shape;7525;p129"/>
            <p:cNvSpPr txBox="1"/>
            <p:nvPr/>
          </p:nvSpPr>
          <p:spPr>
            <a:xfrm>
              <a:off x="624700" y="1514200"/>
              <a:ext cx="86100" cy="169200"/>
            </a:xfrm>
            <a:prstGeom prst="rect">
              <a:avLst/>
            </a:prstGeom>
            <a:noFill/>
            <a:ln>
              <a:noFill/>
            </a:ln>
          </p:spPr>
          <p:txBody>
            <a:bodyPr anchorCtr="0" anchor="ctr" bIns="0" lIns="0" spcFirstLastPara="1" rIns="0" wrap="square" tIns="0">
              <a:spAutoFit/>
            </a:bodyPr>
            <a:lstStyle/>
            <a:p>
              <a:pPr indent="0" lvl="0" marL="0" rtl="0" algn="r">
                <a:spcBef>
                  <a:spcPts val="0"/>
                </a:spcBef>
                <a:spcAft>
                  <a:spcPts val="0"/>
                </a:spcAft>
                <a:buNone/>
              </a:pPr>
              <a:r>
                <a:rPr lang="es-419" sz="700">
                  <a:latin typeface="Arvo"/>
                  <a:ea typeface="Arvo"/>
                  <a:cs typeface="Arvo"/>
                  <a:sym typeface="Arvo"/>
                </a:rPr>
                <a:t>2.</a:t>
              </a:r>
              <a:endParaRPr sz="700">
                <a:latin typeface="Arvo"/>
                <a:ea typeface="Arvo"/>
                <a:cs typeface="Arvo"/>
                <a:sym typeface="Arvo"/>
              </a:endParaRPr>
            </a:p>
            <a:p>
              <a:pPr indent="0" lvl="0" marL="0" rtl="0" algn="r">
                <a:spcBef>
                  <a:spcPts val="0"/>
                </a:spcBef>
                <a:spcAft>
                  <a:spcPts val="0"/>
                </a:spcAft>
                <a:buNone/>
              </a:pPr>
              <a:r>
                <a:t/>
              </a:r>
              <a:endParaRPr i="1" sz="400">
                <a:solidFill>
                  <a:srgbClr val="666666"/>
                </a:solidFill>
                <a:latin typeface="Arvo"/>
                <a:ea typeface="Arvo"/>
                <a:cs typeface="Arvo"/>
                <a:sym typeface="Arvo"/>
              </a:endParaRPr>
            </a:p>
          </p:txBody>
        </p:sp>
      </p:grpSp>
      <p:grpSp>
        <p:nvGrpSpPr>
          <p:cNvPr id="7526" name="Google Shape;7526;p129"/>
          <p:cNvGrpSpPr/>
          <p:nvPr/>
        </p:nvGrpSpPr>
        <p:grpSpPr>
          <a:xfrm>
            <a:off x="666588" y="3159747"/>
            <a:ext cx="2376625" cy="200100"/>
            <a:chOff x="624700" y="1498750"/>
            <a:chExt cx="2376625" cy="200100"/>
          </a:xfrm>
        </p:grpSpPr>
        <p:sp>
          <p:nvSpPr>
            <p:cNvPr id="7527" name="Google Shape;7527;p129"/>
            <p:cNvSpPr txBox="1"/>
            <p:nvPr/>
          </p:nvSpPr>
          <p:spPr>
            <a:xfrm>
              <a:off x="747725" y="1498750"/>
              <a:ext cx="2253600" cy="200100"/>
            </a:xfrm>
            <a:prstGeom prst="rect">
              <a:avLst/>
            </a:prstGeom>
            <a:solidFill>
              <a:srgbClr val="F3F3F3"/>
            </a:solidFill>
            <a:ln>
              <a:noFill/>
            </a:ln>
          </p:spPr>
          <p:txBody>
            <a:bodyPr anchorCtr="0" anchor="ctr" bIns="18000" lIns="18000" spcFirstLastPara="1" rIns="18000" wrap="square" tIns="18000">
              <a:noAutofit/>
            </a:bodyPr>
            <a:lstStyle/>
            <a:p>
              <a:pPr indent="0" lvl="0" marL="0" rtl="0" algn="l">
                <a:spcBef>
                  <a:spcPts val="0"/>
                </a:spcBef>
                <a:spcAft>
                  <a:spcPts val="0"/>
                </a:spcAft>
                <a:buNone/>
              </a:pPr>
              <a:r>
                <a:t/>
              </a:r>
              <a:endParaRPr sz="800">
                <a:solidFill>
                  <a:srgbClr val="434343"/>
                </a:solidFill>
              </a:endParaRPr>
            </a:p>
          </p:txBody>
        </p:sp>
        <p:sp>
          <p:nvSpPr>
            <p:cNvPr id="7528" name="Google Shape;7528;p129"/>
            <p:cNvSpPr txBox="1"/>
            <p:nvPr/>
          </p:nvSpPr>
          <p:spPr>
            <a:xfrm>
              <a:off x="624700" y="1514200"/>
              <a:ext cx="86100" cy="169200"/>
            </a:xfrm>
            <a:prstGeom prst="rect">
              <a:avLst/>
            </a:prstGeom>
            <a:noFill/>
            <a:ln>
              <a:noFill/>
            </a:ln>
          </p:spPr>
          <p:txBody>
            <a:bodyPr anchorCtr="0" anchor="ctr" bIns="0" lIns="0" spcFirstLastPara="1" rIns="0" wrap="square" tIns="0">
              <a:spAutoFit/>
            </a:bodyPr>
            <a:lstStyle/>
            <a:p>
              <a:pPr indent="0" lvl="0" marL="0" rtl="0" algn="r">
                <a:spcBef>
                  <a:spcPts val="0"/>
                </a:spcBef>
                <a:spcAft>
                  <a:spcPts val="0"/>
                </a:spcAft>
                <a:buNone/>
              </a:pPr>
              <a:r>
                <a:rPr lang="es-419" sz="700">
                  <a:latin typeface="Arvo"/>
                  <a:ea typeface="Arvo"/>
                  <a:cs typeface="Arvo"/>
                  <a:sym typeface="Arvo"/>
                </a:rPr>
                <a:t>3.</a:t>
              </a:r>
              <a:endParaRPr sz="700">
                <a:latin typeface="Arvo"/>
                <a:ea typeface="Arvo"/>
                <a:cs typeface="Arvo"/>
                <a:sym typeface="Arvo"/>
              </a:endParaRPr>
            </a:p>
            <a:p>
              <a:pPr indent="0" lvl="0" marL="0" rtl="0" algn="r">
                <a:spcBef>
                  <a:spcPts val="0"/>
                </a:spcBef>
                <a:spcAft>
                  <a:spcPts val="0"/>
                </a:spcAft>
                <a:buNone/>
              </a:pPr>
              <a:r>
                <a:t/>
              </a:r>
              <a:endParaRPr i="1" sz="400">
                <a:solidFill>
                  <a:srgbClr val="666666"/>
                </a:solidFill>
                <a:latin typeface="Arvo"/>
                <a:ea typeface="Arvo"/>
                <a:cs typeface="Arvo"/>
                <a:sym typeface="Arvo"/>
              </a:endParaRPr>
            </a:p>
          </p:txBody>
        </p:sp>
      </p:grpSp>
      <p:grpSp>
        <p:nvGrpSpPr>
          <p:cNvPr id="7529" name="Google Shape;7529;p129"/>
          <p:cNvGrpSpPr/>
          <p:nvPr/>
        </p:nvGrpSpPr>
        <p:grpSpPr>
          <a:xfrm>
            <a:off x="666588" y="3382284"/>
            <a:ext cx="2376625" cy="200100"/>
            <a:chOff x="624700" y="1498750"/>
            <a:chExt cx="2376625" cy="200100"/>
          </a:xfrm>
        </p:grpSpPr>
        <p:sp>
          <p:nvSpPr>
            <p:cNvPr id="7530" name="Google Shape;7530;p129"/>
            <p:cNvSpPr txBox="1"/>
            <p:nvPr/>
          </p:nvSpPr>
          <p:spPr>
            <a:xfrm>
              <a:off x="747725" y="1498750"/>
              <a:ext cx="2253600" cy="200100"/>
            </a:xfrm>
            <a:prstGeom prst="rect">
              <a:avLst/>
            </a:prstGeom>
            <a:solidFill>
              <a:srgbClr val="F3F3F3"/>
            </a:solidFill>
            <a:ln>
              <a:noFill/>
            </a:ln>
          </p:spPr>
          <p:txBody>
            <a:bodyPr anchorCtr="0" anchor="ctr" bIns="18000" lIns="18000" spcFirstLastPara="1" rIns="18000" wrap="square" tIns="18000">
              <a:noAutofit/>
            </a:bodyPr>
            <a:lstStyle/>
            <a:p>
              <a:pPr indent="0" lvl="0" marL="0" rtl="0" algn="l">
                <a:spcBef>
                  <a:spcPts val="0"/>
                </a:spcBef>
                <a:spcAft>
                  <a:spcPts val="0"/>
                </a:spcAft>
                <a:buNone/>
              </a:pPr>
              <a:r>
                <a:t/>
              </a:r>
              <a:endParaRPr sz="800">
                <a:solidFill>
                  <a:srgbClr val="434343"/>
                </a:solidFill>
              </a:endParaRPr>
            </a:p>
          </p:txBody>
        </p:sp>
        <p:sp>
          <p:nvSpPr>
            <p:cNvPr id="7531" name="Google Shape;7531;p129"/>
            <p:cNvSpPr txBox="1"/>
            <p:nvPr/>
          </p:nvSpPr>
          <p:spPr>
            <a:xfrm>
              <a:off x="624700" y="1514200"/>
              <a:ext cx="86100" cy="169200"/>
            </a:xfrm>
            <a:prstGeom prst="rect">
              <a:avLst/>
            </a:prstGeom>
            <a:noFill/>
            <a:ln>
              <a:noFill/>
            </a:ln>
          </p:spPr>
          <p:txBody>
            <a:bodyPr anchorCtr="0" anchor="ctr" bIns="0" lIns="0" spcFirstLastPara="1" rIns="0" wrap="square" tIns="0">
              <a:spAutoFit/>
            </a:bodyPr>
            <a:lstStyle/>
            <a:p>
              <a:pPr indent="0" lvl="0" marL="0" rtl="0" algn="r">
                <a:spcBef>
                  <a:spcPts val="0"/>
                </a:spcBef>
                <a:spcAft>
                  <a:spcPts val="0"/>
                </a:spcAft>
                <a:buNone/>
              </a:pPr>
              <a:r>
                <a:rPr lang="es-419" sz="700">
                  <a:latin typeface="Arvo"/>
                  <a:ea typeface="Arvo"/>
                  <a:cs typeface="Arvo"/>
                  <a:sym typeface="Arvo"/>
                </a:rPr>
                <a:t>4.</a:t>
              </a:r>
              <a:endParaRPr sz="700">
                <a:latin typeface="Arvo"/>
                <a:ea typeface="Arvo"/>
                <a:cs typeface="Arvo"/>
                <a:sym typeface="Arvo"/>
              </a:endParaRPr>
            </a:p>
            <a:p>
              <a:pPr indent="0" lvl="0" marL="0" rtl="0" algn="r">
                <a:spcBef>
                  <a:spcPts val="0"/>
                </a:spcBef>
                <a:spcAft>
                  <a:spcPts val="0"/>
                </a:spcAft>
                <a:buNone/>
              </a:pPr>
              <a:r>
                <a:t/>
              </a:r>
              <a:endParaRPr i="1" sz="400">
                <a:solidFill>
                  <a:srgbClr val="666666"/>
                </a:solidFill>
                <a:latin typeface="Arvo"/>
                <a:ea typeface="Arvo"/>
                <a:cs typeface="Arvo"/>
                <a:sym typeface="Arvo"/>
              </a:endParaRPr>
            </a:p>
          </p:txBody>
        </p:sp>
      </p:grpSp>
      <p:grpSp>
        <p:nvGrpSpPr>
          <p:cNvPr id="7532" name="Google Shape;7532;p129"/>
          <p:cNvGrpSpPr/>
          <p:nvPr/>
        </p:nvGrpSpPr>
        <p:grpSpPr>
          <a:xfrm>
            <a:off x="666588" y="3610709"/>
            <a:ext cx="2376625" cy="200100"/>
            <a:chOff x="624700" y="1498750"/>
            <a:chExt cx="2376625" cy="200100"/>
          </a:xfrm>
        </p:grpSpPr>
        <p:sp>
          <p:nvSpPr>
            <p:cNvPr id="7533" name="Google Shape;7533;p129"/>
            <p:cNvSpPr txBox="1"/>
            <p:nvPr/>
          </p:nvSpPr>
          <p:spPr>
            <a:xfrm>
              <a:off x="747725" y="1498750"/>
              <a:ext cx="2253600" cy="200100"/>
            </a:xfrm>
            <a:prstGeom prst="rect">
              <a:avLst/>
            </a:prstGeom>
            <a:solidFill>
              <a:srgbClr val="F3F3F3"/>
            </a:solidFill>
            <a:ln>
              <a:noFill/>
            </a:ln>
          </p:spPr>
          <p:txBody>
            <a:bodyPr anchorCtr="0" anchor="ctr" bIns="18000" lIns="18000" spcFirstLastPara="1" rIns="18000" wrap="square" tIns="18000">
              <a:noAutofit/>
            </a:bodyPr>
            <a:lstStyle/>
            <a:p>
              <a:pPr indent="0" lvl="0" marL="0" rtl="0" algn="l">
                <a:spcBef>
                  <a:spcPts val="0"/>
                </a:spcBef>
                <a:spcAft>
                  <a:spcPts val="0"/>
                </a:spcAft>
                <a:buNone/>
              </a:pPr>
              <a:r>
                <a:t/>
              </a:r>
              <a:endParaRPr sz="800">
                <a:solidFill>
                  <a:srgbClr val="434343"/>
                </a:solidFill>
              </a:endParaRPr>
            </a:p>
          </p:txBody>
        </p:sp>
        <p:sp>
          <p:nvSpPr>
            <p:cNvPr id="7534" name="Google Shape;7534;p129"/>
            <p:cNvSpPr txBox="1"/>
            <p:nvPr/>
          </p:nvSpPr>
          <p:spPr>
            <a:xfrm>
              <a:off x="624700" y="1514200"/>
              <a:ext cx="86100" cy="169200"/>
            </a:xfrm>
            <a:prstGeom prst="rect">
              <a:avLst/>
            </a:prstGeom>
            <a:noFill/>
            <a:ln>
              <a:noFill/>
            </a:ln>
          </p:spPr>
          <p:txBody>
            <a:bodyPr anchorCtr="0" anchor="ctr" bIns="0" lIns="0" spcFirstLastPara="1" rIns="0" wrap="square" tIns="0">
              <a:spAutoFit/>
            </a:bodyPr>
            <a:lstStyle/>
            <a:p>
              <a:pPr indent="0" lvl="0" marL="0" rtl="0" algn="r">
                <a:spcBef>
                  <a:spcPts val="0"/>
                </a:spcBef>
                <a:spcAft>
                  <a:spcPts val="0"/>
                </a:spcAft>
                <a:buNone/>
              </a:pPr>
              <a:r>
                <a:rPr lang="es-419" sz="700">
                  <a:latin typeface="Arvo"/>
                  <a:ea typeface="Arvo"/>
                  <a:cs typeface="Arvo"/>
                  <a:sym typeface="Arvo"/>
                </a:rPr>
                <a:t>5.</a:t>
              </a:r>
              <a:endParaRPr sz="700">
                <a:latin typeface="Arvo"/>
                <a:ea typeface="Arvo"/>
                <a:cs typeface="Arvo"/>
                <a:sym typeface="Arvo"/>
              </a:endParaRPr>
            </a:p>
            <a:p>
              <a:pPr indent="0" lvl="0" marL="0" rtl="0" algn="r">
                <a:spcBef>
                  <a:spcPts val="0"/>
                </a:spcBef>
                <a:spcAft>
                  <a:spcPts val="0"/>
                </a:spcAft>
                <a:buNone/>
              </a:pPr>
              <a:r>
                <a:t/>
              </a:r>
              <a:endParaRPr i="1" sz="400">
                <a:solidFill>
                  <a:srgbClr val="666666"/>
                </a:solidFill>
                <a:latin typeface="Arvo"/>
                <a:ea typeface="Arvo"/>
                <a:cs typeface="Arvo"/>
                <a:sym typeface="Arvo"/>
              </a:endParaRPr>
            </a:p>
          </p:txBody>
        </p:sp>
      </p:grpSp>
    </p:spTree>
  </p:cSld>
  <p:clrMapOvr>
    <a:masterClrMapping/>
  </p:clrMapOvr>
</p:sldLayout>
</file>

<file path=ppt/slideLayouts/slideLayout12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Paleta 3 1">
  <p:cSld name="CUSTOM_3_1">
    <p:spTree>
      <p:nvGrpSpPr>
        <p:cNvPr id="7535" name="Shape 7535"/>
        <p:cNvGrpSpPr/>
        <p:nvPr/>
      </p:nvGrpSpPr>
      <p:grpSpPr>
        <a:xfrm>
          <a:off x="0" y="0"/>
          <a:ext cx="0" cy="0"/>
          <a:chOff x="0" y="0"/>
          <a:chExt cx="0" cy="0"/>
        </a:xfrm>
      </p:grpSpPr>
      <p:sp>
        <p:nvSpPr>
          <p:cNvPr id="7536" name="Google Shape;7536;p130"/>
          <p:cNvSpPr/>
          <p:nvPr/>
        </p:nvSpPr>
        <p:spPr>
          <a:xfrm>
            <a:off x="195025" y="263250"/>
            <a:ext cx="5567400" cy="421200"/>
          </a:xfrm>
          <a:prstGeom prst="roundRect">
            <a:avLst>
              <a:gd fmla="val 17492" name="adj"/>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s-419" sz="1200">
                <a:solidFill>
                  <a:srgbClr val="FFFFFF"/>
                </a:solidFill>
              </a:rPr>
              <a:t>Especificación de Caso de Uso</a:t>
            </a:r>
            <a:endParaRPr b="1" sz="1100">
              <a:solidFill>
                <a:srgbClr val="FFFFFF"/>
              </a:solidFill>
            </a:endParaRPr>
          </a:p>
        </p:txBody>
      </p:sp>
      <p:sp>
        <p:nvSpPr>
          <p:cNvPr id="7537" name="Google Shape;7537;p130"/>
          <p:cNvSpPr/>
          <p:nvPr/>
        </p:nvSpPr>
        <p:spPr>
          <a:xfrm>
            <a:off x="195000" y="822275"/>
            <a:ext cx="5567400" cy="5853600"/>
          </a:xfrm>
          <a:prstGeom prst="roundRect">
            <a:avLst>
              <a:gd fmla="val 2402" name="adj"/>
            </a:avLst>
          </a:prstGeom>
          <a:solidFill>
            <a:srgbClr val="F3F3F3"/>
          </a:solidFill>
          <a:ln cap="flat" cmpd="sng" w="9525">
            <a:solidFill>
              <a:srgbClr val="F3F3F3"/>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38" name="Google Shape;7538;p130"/>
          <p:cNvGrpSpPr/>
          <p:nvPr/>
        </p:nvGrpSpPr>
        <p:grpSpPr>
          <a:xfrm>
            <a:off x="300175" y="1002322"/>
            <a:ext cx="2562300" cy="3616200"/>
            <a:chOff x="300175" y="1002322"/>
            <a:chExt cx="2562300" cy="3616200"/>
          </a:xfrm>
        </p:grpSpPr>
        <p:sp>
          <p:nvSpPr>
            <p:cNvPr id="7539" name="Google Shape;7539;p130"/>
            <p:cNvSpPr/>
            <p:nvPr/>
          </p:nvSpPr>
          <p:spPr>
            <a:xfrm>
              <a:off x="300175" y="1002322"/>
              <a:ext cx="2562300" cy="3616200"/>
            </a:xfrm>
            <a:prstGeom prst="roundRect">
              <a:avLst>
                <a:gd fmla="val 3233" name="adj"/>
              </a:avLst>
            </a:prstGeom>
            <a:solidFill>
              <a:srgbClr val="FFFFFF"/>
            </a:solidFill>
            <a:ln cap="flat" cmpd="sng" w="9525">
              <a:solidFill>
                <a:srgbClr val="EFEFEF"/>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t" bIns="18000" lIns="18000" spcFirstLastPara="1" rIns="18000" wrap="square" tIns="18000">
              <a:noAutofit/>
            </a:bodyPr>
            <a:lstStyle/>
            <a:p>
              <a:pPr indent="0" lvl="0" marL="0" rtl="0" algn="l">
                <a:spcBef>
                  <a:spcPts val="0"/>
                </a:spcBef>
                <a:spcAft>
                  <a:spcPts val="0"/>
                </a:spcAft>
                <a:buNone/>
              </a:pPr>
              <a:r>
                <a:rPr b="1" i="1" lang="es-419" sz="900">
                  <a:solidFill>
                    <a:srgbClr val="434343"/>
                  </a:solidFill>
                </a:rPr>
                <a:t>Pasos del Flujo Básico:</a:t>
              </a:r>
              <a:endParaRPr b="1" i="1" sz="900">
                <a:solidFill>
                  <a:srgbClr val="434343"/>
                </a:solidFill>
              </a:endParaRPr>
            </a:p>
          </p:txBody>
        </p:sp>
        <p:grpSp>
          <p:nvGrpSpPr>
            <p:cNvPr id="7540" name="Google Shape;7540;p130"/>
            <p:cNvGrpSpPr/>
            <p:nvPr/>
          </p:nvGrpSpPr>
          <p:grpSpPr>
            <a:xfrm>
              <a:off x="396100" y="1221347"/>
              <a:ext cx="2376625" cy="200100"/>
              <a:chOff x="624700" y="1498750"/>
              <a:chExt cx="2376625" cy="200100"/>
            </a:xfrm>
          </p:grpSpPr>
          <p:sp>
            <p:nvSpPr>
              <p:cNvPr id="7541" name="Google Shape;7541;p130"/>
              <p:cNvSpPr txBox="1"/>
              <p:nvPr/>
            </p:nvSpPr>
            <p:spPr>
              <a:xfrm>
                <a:off x="747725" y="1498750"/>
                <a:ext cx="2253600" cy="200100"/>
              </a:xfrm>
              <a:prstGeom prst="rect">
                <a:avLst/>
              </a:prstGeom>
              <a:solidFill>
                <a:srgbClr val="F3F3F3"/>
              </a:solidFill>
              <a:ln>
                <a:noFill/>
              </a:ln>
            </p:spPr>
            <p:txBody>
              <a:bodyPr anchorCtr="0" anchor="ctr" bIns="18000" lIns="18000" spcFirstLastPara="1" rIns="18000" wrap="square" tIns="18000">
                <a:noAutofit/>
              </a:bodyPr>
              <a:lstStyle/>
              <a:p>
                <a:pPr indent="0" lvl="0" marL="0" rtl="0" algn="l">
                  <a:spcBef>
                    <a:spcPts val="0"/>
                  </a:spcBef>
                  <a:spcAft>
                    <a:spcPts val="0"/>
                  </a:spcAft>
                  <a:buNone/>
                </a:pPr>
                <a:r>
                  <a:t/>
                </a:r>
                <a:endParaRPr sz="800">
                  <a:solidFill>
                    <a:srgbClr val="434343"/>
                  </a:solidFill>
                </a:endParaRPr>
              </a:p>
            </p:txBody>
          </p:sp>
          <p:sp>
            <p:nvSpPr>
              <p:cNvPr id="7542" name="Google Shape;7542;p130"/>
              <p:cNvSpPr txBox="1"/>
              <p:nvPr/>
            </p:nvSpPr>
            <p:spPr>
              <a:xfrm>
                <a:off x="624700" y="1514200"/>
                <a:ext cx="86100" cy="169200"/>
              </a:xfrm>
              <a:prstGeom prst="rect">
                <a:avLst/>
              </a:prstGeom>
              <a:noFill/>
              <a:ln>
                <a:noFill/>
              </a:ln>
            </p:spPr>
            <p:txBody>
              <a:bodyPr anchorCtr="0" anchor="ctr" bIns="0" lIns="0" spcFirstLastPara="1" rIns="0" wrap="square" tIns="0">
                <a:spAutoFit/>
              </a:bodyPr>
              <a:lstStyle/>
              <a:p>
                <a:pPr indent="0" lvl="0" marL="0" rtl="0" algn="r">
                  <a:spcBef>
                    <a:spcPts val="0"/>
                  </a:spcBef>
                  <a:spcAft>
                    <a:spcPts val="0"/>
                  </a:spcAft>
                  <a:buNone/>
                </a:pPr>
                <a:r>
                  <a:rPr lang="es-419" sz="700">
                    <a:latin typeface="Arvo"/>
                    <a:ea typeface="Arvo"/>
                    <a:cs typeface="Arvo"/>
                    <a:sym typeface="Arvo"/>
                  </a:rPr>
                  <a:t>1.</a:t>
                </a:r>
                <a:endParaRPr sz="700">
                  <a:latin typeface="Arvo"/>
                  <a:ea typeface="Arvo"/>
                  <a:cs typeface="Arvo"/>
                  <a:sym typeface="Arvo"/>
                </a:endParaRPr>
              </a:p>
              <a:p>
                <a:pPr indent="0" lvl="0" marL="0" rtl="0" algn="r">
                  <a:spcBef>
                    <a:spcPts val="0"/>
                  </a:spcBef>
                  <a:spcAft>
                    <a:spcPts val="0"/>
                  </a:spcAft>
                  <a:buNone/>
                </a:pPr>
                <a:r>
                  <a:t/>
                </a:r>
                <a:endParaRPr i="1" sz="400">
                  <a:solidFill>
                    <a:srgbClr val="666666"/>
                  </a:solidFill>
                  <a:latin typeface="Arvo"/>
                  <a:ea typeface="Arvo"/>
                  <a:cs typeface="Arvo"/>
                  <a:sym typeface="Arvo"/>
                </a:endParaRPr>
              </a:p>
            </p:txBody>
          </p:sp>
        </p:grpSp>
        <p:grpSp>
          <p:nvGrpSpPr>
            <p:cNvPr id="7543" name="Google Shape;7543;p130"/>
            <p:cNvGrpSpPr/>
            <p:nvPr/>
          </p:nvGrpSpPr>
          <p:grpSpPr>
            <a:xfrm>
              <a:off x="396100" y="1443884"/>
              <a:ext cx="2376625" cy="200100"/>
              <a:chOff x="624700" y="1498750"/>
              <a:chExt cx="2376625" cy="200100"/>
            </a:xfrm>
          </p:grpSpPr>
          <p:sp>
            <p:nvSpPr>
              <p:cNvPr id="7544" name="Google Shape;7544;p130"/>
              <p:cNvSpPr txBox="1"/>
              <p:nvPr/>
            </p:nvSpPr>
            <p:spPr>
              <a:xfrm>
                <a:off x="747725" y="1498750"/>
                <a:ext cx="2253600" cy="200100"/>
              </a:xfrm>
              <a:prstGeom prst="rect">
                <a:avLst/>
              </a:prstGeom>
              <a:solidFill>
                <a:srgbClr val="F3F3F3"/>
              </a:solidFill>
              <a:ln>
                <a:noFill/>
              </a:ln>
            </p:spPr>
            <p:txBody>
              <a:bodyPr anchorCtr="0" anchor="ctr" bIns="18000" lIns="18000" spcFirstLastPara="1" rIns="18000" wrap="square" tIns="18000">
                <a:noAutofit/>
              </a:bodyPr>
              <a:lstStyle/>
              <a:p>
                <a:pPr indent="0" lvl="0" marL="0" rtl="0" algn="l">
                  <a:spcBef>
                    <a:spcPts val="0"/>
                  </a:spcBef>
                  <a:spcAft>
                    <a:spcPts val="0"/>
                  </a:spcAft>
                  <a:buNone/>
                </a:pPr>
                <a:r>
                  <a:t/>
                </a:r>
                <a:endParaRPr sz="800">
                  <a:solidFill>
                    <a:srgbClr val="434343"/>
                  </a:solidFill>
                </a:endParaRPr>
              </a:p>
            </p:txBody>
          </p:sp>
          <p:sp>
            <p:nvSpPr>
              <p:cNvPr id="7545" name="Google Shape;7545;p130"/>
              <p:cNvSpPr txBox="1"/>
              <p:nvPr/>
            </p:nvSpPr>
            <p:spPr>
              <a:xfrm>
                <a:off x="624700" y="1514200"/>
                <a:ext cx="86100" cy="169200"/>
              </a:xfrm>
              <a:prstGeom prst="rect">
                <a:avLst/>
              </a:prstGeom>
              <a:noFill/>
              <a:ln>
                <a:noFill/>
              </a:ln>
            </p:spPr>
            <p:txBody>
              <a:bodyPr anchorCtr="0" anchor="ctr" bIns="0" lIns="0" spcFirstLastPara="1" rIns="0" wrap="square" tIns="0">
                <a:spAutoFit/>
              </a:bodyPr>
              <a:lstStyle/>
              <a:p>
                <a:pPr indent="0" lvl="0" marL="0" rtl="0" algn="r">
                  <a:spcBef>
                    <a:spcPts val="0"/>
                  </a:spcBef>
                  <a:spcAft>
                    <a:spcPts val="0"/>
                  </a:spcAft>
                  <a:buNone/>
                </a:pPr>
                <a:r>
                  <a:rPr lang="es-419" sz="700">
                    <a:latin typeface="Arvo"/>
                    <a:ea typeface="Arvo"/>
                    <a:cs typeface="Arvo"/>
                    <a:sym typeface="Arvo"/>
                  </a:rPr>
                  <a:t>2.</a:t>
                </a:r>
                <a:endParaRPr sz="700">
                  <a:latin typeface="Arvo"/>
                  <a:ea typeface="Arvo"/>
                  <a:cs typeface="Arvo"/>
                  <a:sym typeface="Arvo"/>
                </a:endParaRPr>
              </a:p>
              <a:p>
                <a:pPr indent="0" lvl="0" marL="0" rtl="0" algn="r">
                  <a:spcBef>
                    <a:spcPts val="0"/>
                  </a:spcBef>
                  <a:spcAft>
                    <a:spcPts val="0"/>
                  </a:spcAft>
                  <a:buNone/>
                </a:pPr>
                <a:r>
                  <a:t/>
                </a:r>
                <a:endParaRPr i="1" sz="400">
                  <a:solidFill>
                    <a:srgbClr val="666666"/>
                  </a:solidFill>
                  <a:latin typeface="Arvo"/>
                  <a:ea typeface="Arvo"/>
                  <a:cs typeface="Arvo"/>
                  <a:sym typeface="Arvo"/>
                </a:endParaRPr>
              </a:p>
            </p:txBody>
          </p:sp>
        </p:grpSp>
        <p:grpSp>
          <p:nvGrpSpPr>
            <p:cNvPr id="7546" name="Google Shape;7546;p130"/>
            <p:cNvGrpSpPr/>
            <p:nvPr/>
          </p:nvGrpSpPr>
          <p:grpSpPr>
            <a:xfrm>
              <a:off x="396100" y="1666447"/>
              <a:ext cx="2376625" cy="200100"/>
              <a:chOff x="624700" y="1498750"/>
              <a:chExt cx="2376625" cy="200100"/>
            </a:xfrm>
          </p:grpSpPr>
          <p:sp>
            <p:nvSpPr>
              <p:cNvPr id="7547" name="Google Shape;7547;p130"/>
              <p:cNvSpPr txBox="1"/>
              <p:nvPr/>
            </p:nvSpPr>
            <p:spPr>
              <a:xfrm>
                <a:off x="747725" y="1498750"/>
                <a:ext cx="2253600" cy="200100"/>
              </a:xfrm>
              <a:prstGeom prst="rect">
                <a:avLst/>
              </a:prstGeom>
              <a:solidFill>
                <a:srgbClr val="F3F3F3"/>
              </a:solidFill>
              <a:ln>
                <a:noFill/>
              </a:ln>
            </p:spPr>
            <p:txBody>
              <a:bodyPr anchorCtr="0" anchor="ctr" bIns="18000" lIns="18000" spcFirstLastPara="1" rIns="18000" wrap="square" tIns="18000">
                <a:noAutofit/>
              </a:bodyPr>
              <a:lstStyle/>
              <a:p>
                <a:pPr indent="0" lvl="0" marL="0" rtl="0" algn="l">
                  <a:spcBef>
                    <a:spcPts val="0"/>
                  </a:spcBef>
                  <a:spcAft>
                    <a:spcPts val="0"/>
                  </a:spcAft>
                  <a:buNone/>
                </a:pPr>
                <a:r>
                  <a:t/>
                </a:r>
                <a:endParaRPr sz="800">
                  <a:solidFill>
                    <a:srgbClr val="434343"/>
                  </a:solidFill>
                </a:endParaRPr>
              </a:p>
            </p:txBody>
          </p:sp>
          <p:sp>
            <p:nvSpPr>
              <p:cNvPr id="7548" name="Google Shape;7548;p130"/>
              <p:cNvSpPr txBox="1"/>
              <p:nvPr/>
            </p:nvSpPr>
            <p:spPr>
              <a:xfrm>
                <a:off x="624700" y="1514200"/>
                <a:ext cx="86100" cy="169200"/>
              </a:xfrm>
              <a:prstGeom prst="rect">
                <a:avLst/>
              </a:prstGeom>
              <a:noFill/>
              <a:ln>
                <a:noFill/>
              </a:ln>
            </p:spPr>
            <p:txBody>
              <a:bodyPr anchorCtr="0" anchor="ctr" bIns="0" lIns="0" spcFirstLastPara="1" rIns="0" wrap="square" tIns="0">
                <a:spAutoFit/>
              </a:bodyPr>
              <a:lstStyle/>
              <a:p>
                <a:pPr indent="0" lvl="0" marL="0" rtl="0" algn="r">
                  <a:spcBef>
                    <a:spcPts val="0"/>
                  </a:spcBef>
                  <a:spcAft>
                    <a:spcPts val="0"/>
                  </a:spcAft>
                  <a:buNone/>
                </a:pPr>
                <a:r>
                  <a:rPr lang="es-419" sz="700">
                    <a:latin typeface="Arvo"/>
                    <a:ea typeface="Arvo"/>
                    <a:cs typeface="Arvo"/>
                    <a:sym typeface="Arvo"/>
                  </a:rPr>
                  <a:t>3.</a:t>
                </a:r>
                <a:endParaRPr sz="700">
                  <a:latin typeface="Arvo"/>
                  <a:ea typeface="Arvo"/>
                  <a:cs typeface="Arvo"/>
                  <a:sym typeface="Arvo"/>
                </a:endParaRPr>
              </a:p>
              <a:p>
                <a:pPr indent="0" lvl="0" marL="0" rtl="0" algn="r">
                  <a:spcBef>
                    <a:spcPts val="0"/>
                  </a:spcBef>
                  <a:spcAft>
                    <a:spcPts val="0"/>
                  </a:spcAft>
                  <a:buNone/>
                </a:pPr>
                <a:r>
                  <a:t/>
                </a:r>
                <a:endParaRPr i="1" sz="400">
                  <a:solidFill>
                    <a:srgbClr val="666666"/>
                  </a:solidFill>
                  <a:latin typeface="Arvo"/>
                  <a:ea typeface="Arvo"/>
                  <a:cs typeface="Arvo"/>
                  <a:sym typeface="Arvo"/>
                </a:endParaRPr>
              </a:p>
            </p:txBody>
          </p:sp>
        </p:grpSp>
        <p:grpSp>
          <p:nvGrpSpPr>
            <p:cNvPr id="7549" name="Google Shape;7549;p130"/>
            <p:cNvGrpSpPr/>
            <p:nvPr/>
          </p:nvGrpSpPr>
          <p:grpSpPr>
            <a:xfrm>
              <a:off x="396100" y="1888984"/>
              <a:ext cx="2376625" cy="200100"/>
              <a:chOff x="624700" y="1498750"/>
              <a:chExt cx="2376625" cy="200100"/>
            </a:xfrm>
          </p:grpSpPr>
          <p:sp>
            <p:nvSpPr>
              <p:cNvPr id="7550" name="Google Shape;7550;p130"/>
              <p:cNvSpPr txBox="1"/>
              <p:nvPr/>
            </p:nvSpPr>
            <p:spPr>
              <a:xfrm>
                <a:off x="747725" y="1498750"/>
                <a:ext cx="2253600" cy="200100"/>
              </a:xfrm>
              <a:prstGeom prst="rect">
                <a:avLst/>
              </a:prstGeom>
              <a:solidFill>
                <a:srgbClr val="F3F3F3"/>
              </a:solidFill>
              <a:ln>
                <a:noFill/>
              </a:ln>
            </p:spPr>
            <p:txBody>
              <a:bodyPr anchorCtr="0" anchor="ctr" bIns="18000" lIns="18000" spcFirstLastPara="1" rIns="18000" wrap="square" tIns="18000">
                <a:noAutofit/>
              </a:bodyPr>
              <a:lstStyle/>
              <a:p>
                <a:pPr indent="0" lvl="0" marL="0" rtl="0" algn="l">
                  <a:spcBef>
                    <a:spcPts val="0"/>
                  </a:spcBef>
                  <a:spcAft>
                    <a:spcPts val="0"/>
                  </a:spcAft>
                  <a:buNone/>
                </a:pPr>
                <a:r>
                  <a:t/>
                </a:r>
                <a:endParaRPr sz="800">
                  <a:solidFill>
                    <a:srgbClr val="434343"/>
                  </a:solidFill>
                </a:endParaRPr>
              </a:p>
            </p:txBody>
          </p:sp>
          <p:sp>
            <p:nvSpPr>
              <p:cNvPr id="7551" name="Google Shape;7551;p130"/>
              <p:cNvSpPr txBox="1"/>
              <p:nvPr/>
            </p:nvSpPr>
            <p:spPr>
              <a:xfrm>
                <a:off x="624700" y="1514200"/>
                <a:ext cx="86100" cy="169200"/>
              </a:xfrm>
              <a:prstGeom prst="rect">
                <a:avLst/>
              </a:prstGeom>
              <a:noFill/>
              <a:ln>
                <a:noFill/>
              </a:ln>
            </p:spPr>
            <p:txBody>
              <a:bodyPr anchorCtr="0" anchor="ctr" bIns="0" lIns="0" spcFirstLastPara="1" rIns="0" wrap="square" tIns="0">
                <a:spAutoFit/>
              </a:bodyPr>
              <a:lstStyle/>
              <a:p>
                <a:pPr indent="0" lvl="0" marL="0" rtl="0" algn="r">
                  <a:spcBef>
                    <a:spcPts val="0"/>
                  </a:spcBef>
                  <a:spcAft>
                    <a:spcPts val="0"/>
                  </a:spcAft>
                  <a:buNone/>
                </a:pPr>
                <a:r>
                  <a:rPr lang="es-419" sz="700">
                    <a:latin typeface="Arvo"/>
                    <a:ea typeface="Arvo"/>
                    <a:cs typeface="Arvo"/>
                    <a:sym typeface="Arvo"/>
                  </a:rPr>
                  <a:t>4.</a:t>
                </a:r>
                <a:endParaRPr sz="700">
                  <a:latin typeface="Arvo"/>
                  <a:ea typeface="Arvo"/>
                  <a:cs typeface="Arvo"/>
                  <a:sym typeface="Arvo"/>
                </a:endParaRPr>
              </a:p>
              <a:p>
                <a:pPr indent="0" lvl="0" marL="0" rtl="0" algn="r">
                  <a:spcBef>
                    <a:spcPts val="0"/>
                  </a:spcBef>
                  <a:spcAft>
                    <a:spcPts val="0"/>
                  </a:spcAft>
                  <a:buNone/>
                </a:pPr>
                <a:r>
                  <a:t/>
                </a:r>
                <a:endParaRPr i="1" sz="400">
                  <a:solidFill>
                    <a:srgbClr val="666666"/>
                  </a:solidFill>
                  <a:latin typeface="Arvo"/>
                  <a:ea typeface="Arvo"/>
                  <a:cs typeface="Arvo"/>
                  <a:sym typeface="Arvo"/>
                </a:endParaRPr>
              </a:p>
            </p:txBody>
          </p:sp>
        </p:grpSp>
        <p:grpSp>
          <p:nvGrpSpPr>
            <p:cNvPr id="7552" name="Google Shape;7552;p130"/>
            <p:cNvGrpSpPr/>
            <p:nvPr/>
          </p:nvGrpSpPr>
          <p:grpSpPr>
            <a:xfrm>
              <a:off x="396100" y="2117409"/>
              <a:ext cx="2376625" cy="200100"/>
              <a:chOff x="624700" y="1498750"/>
              <a:chExt cx="2376625" cy="200100"/>
            </a:xfrm>
          </p:grpSpPr>
          <p:sp>
            <p:nvSpPr>
              <p:cNvPr id="7553" name="Google Shape;7553;p130"/>
              <p:cNvSpPr txBox="1"/>
              <p:nvPr/>
            </p:nvSpPr>
            <p:spPr>
              <a:xfrm>
                <a:off x="747725" y="1498750"/>
                <a:ext cx="2253600" cy="200100"/>
              </a:xfrm>
              <a:prstGeom prst="rect">
                <a:avLst/>
              </a:prstGeom>
              <a:solidFill>
                <a:srgbClr val="F3F3F3"/>
              </a:solidFill>
              <a:ln>
                <a:noFill/>
              </a:ln>
            </p:spPr>
            <p:txBody>
              <a:bodyPr anchorCtr="0" anchor="ctr" bIns="18000" lIns="18000" spcFirstLastPara="1" rIns="18000" wrap="square" tIns="18000">
                <a:noAutofit/>
              </a:bodyPr>
              <a:lstStyle/>
              <a:p>
                <a:pPr indent="0" lvl="0" marL="0" rtl="0" algn="l">
                  <a:spcBef>
                    <a:spcPts val="0"/>
                  </a:spcBef>
                  <a:spcAft>
                    <a:spcPts val="0"/>
                  </a:spcAft>
                  <a:buNone/>
                </a:pPr>
                <a:r>
                  <a:t/>
                </a:r>
                <a:endParaRPr sz="800">
                  <a:solidFill>
                    <a:srgbClr val="434343"/>
                  </a:solidFill>
                </a:endParaRPr>
              </a:p>
            </p:txBody>
          </p:sp>
          <p:sp>
            <p:nvSpPr>
              <p:cNvPr id="7554" name="Google Shape;7554;p130"/>
              <p:cNvSpPr txBox="1"/>
              <p:nvPr/>
            </p:nvSpPr>
            <p:spPr>
              <a:xfrm>
                <a:off x="624700" y="1514200"/>
                <a:ext cx="86100" cy="169200"/>
              </a:xfrm>
              <a:prstGeom prst="rect">
                <a:avLst/>
              </a:prstGeom>
              <a:noFill/>
              <a:ln>
                <a:noFill/>
              </a:ln>
            </p:spPr>
            <p:txBody>
              <a:bodyPr anchorCtr="0" anchor="ctr" bIns="0" lIns="0" spcFirstLastPara="1" rIns="0" wrap="square" tIns="0">
                <a:spAutoFit/>
              </a:bodyPr>
              <a:lstStyle/>
              <a:p>
                <a:pPr indent="0" lvl="0" marL="0" rtl="0" algn="r">
                  <a:spcBef>
                    <a:spcPts val="0"/>
                  </a:spcBef>
                  <a:spcAft>
                    <a:spcPts val="0"/>
                  </a:spcAft>
                  <a:buNone/>
                </a:pPr>
                <a:r>
                  <a:rPr lang="es-419" sz="700">
                    <a:latin typeface="Arvo"/>
                    <a:ea typeface="Arvo"/>
                    <a:cs typeface="Arvo"/>
                    <a:sym typeface="Arvo"/>
                  </a:rPr>
                  <a:t>5.</a:t>
                </a:r>
                <a:endParaRPr sz="700">
                  <a:latin typeface="Arvo"/>
                  <a:ea typeface="Arvo"/>
                  <a:cs typeface="Arvo"/>
                  <a:sym typeface="Arvo"/>
                </a:endParaRPr>
              </a:p>
              <a:p>
                <a:pPr indent="0" lvl="0" marL="0" rtl="0" algn="r">
                  <a:spcBef>
                    <a:spcPts val="0"/>
                  </a:spcBef>
                  <a:spcAft>
                    <a:spcPts val="0"/>
                  </a:spcAft>
                  <a:buNone/>
                </a:pPr>
                <a:r>
                  <a:t/>
                </a:r>
                <a:endParaRPr i="1" sz="400">
                  <a:solidFill>
                    <a:srgbClr val="666666"/>
                  </a:solidFill>
                  <a:latin typeface="Arvo"/>
                  <a:ea typeface="Arvo"/>
                  <a:cs typeface="Arvo"/>
                  <a:sym typeface="Arvo"/>
                </a:endParaRPr>
              </a:p>
            </p:txBody>
          </p:sp>
        </p:grpSp>
        <p:grpSp>
          <p:nvGrpSpPr>
            <p:cNvPr id="7555" name="Google Shape;7555;p130"/>
            <p:cNvGrpSpPr/>
            <p:nvPr/>
          </p:nvGrpSpPr>
          <p:grpSpPr>
            <a:xfrm>
              <a:off x="396100" y="2339947"/>
              <a:ext cx="2376625" cy="200100"/>
              <a:chOff x="624700" y="1498750"/>
              <a:chExt cx="2376625" cy="200100"/>
            </a:xfrm>
          </p:grpSpPr>
          <p:sp>
            <p:nvSpPr>
              <p:cNvPr id="7556" name="Google Shape;7556;p130"/>
              <p:cNvSpPr txBox="1"/>
              <p:nvPr/>
            </p:nvSpPr>
            <p:spPr>
              <a:xfrm>
                <a:off x="747725" y="1498750"/>
                <a:ext cx="2253600" cy="200100"/>
              </a:xfrm>
              <a:prstGeom prst="rect">
                <a:avLst/>
              </a:prstGeom>
              <a:solidFill>
                <a:srgbClr val="F3F3F3"/>
              </a:solidFill>
              <a:ln>
                <a:noFill/>
              </a:ln>
            </p:spPr>
            <p:txBody>
              <a:bodyPr anchorCtr="0" anchor="ctr" bIns="18000" lIns="18000" spcFirstLastPara="1" rIns="18000" wrap="square" tIns="18000">
                <a:noAutofit/>
              </a:bodyPr>
              <a:lstStyle/>
              <a:p>
                <a:pPr indent="0" lvl="0" marL="0" rtl="0" algn="l">
                  <a:spcBef>
                    <a:spcPts val="0"/>
                  </a:spcBef>
                  <a:spcAft>
                    <a:spcPts val="0"/>
                  </a:spcAft>
                  <a:buNone/>
                </a:pPr>
                <a:r>
                  <a:t/>
                </a:r>
                <a:endParaRPr sz="800">
                  <a:solidFill>
                    <a:srgbClr val="434343"/>
                  </a:solidFill>
                </a:endParaRPr>
              </a:p>
            </p:txBody>
          </p:sp>
          <p:sp>
            <p:nvSpPr>
              <p:cNvPr id="7557" name="Google Shape;7557;p130"/>
              <p:cNvSpPr txBox="1"/>
              <p:nvPr/>
            </p:nvSpPr>
            <p:spPr>
              <a:xfrm>
                <a:off x="624700" y="1514200"/>
                <a:ext cx="86100" cy="169200"/>
              </a:xfrm>
              <a:prstGeom prst="rect">
                <a:avLst/>
              </a:prstGeom>
              <a:noFill/>
              <a:ln>
                <a:noFill/>
              </a:ln>
            </p:spPr>
            <p:txBody>
              <a:bodyPr anchorCtr="0" anchor="ctr" bIns="0" lIns="0" spcFirstLastPara="1" rIns="0" wrap="square" tIns="0">
                <a:spAutoFit/>
              </a:bodyPr>
              <a:lstStyle/>
              <a:p>
                <a:pPr indent="0" lvl="0" marL="0" rtl="0" algn="r">
                  <a:spcBef>
                    <a:spcPts val="0"/>
                  </a:spcBef>
                  <a:spcAft>
                    <a:spcPts val="0"/>
                  </a:spcAft>
                  <a:buNone/>
                </a:pPr>
                <a:r>
                  <a:rPr lang="es-419" sz="700">
                    <a:latin typeface="Arvo"/>
                    <a:ea typeface="Arvo"/>
                    <a:cs typeface="Arvo"/>
                    <a:sym typeface="Arvo"/>
                  </a:rPr>
                  <a:t>6.</a:t>
                </a:r>
                <a:endParaRPr sz="700">
                  <a:latin typeface="Arvo"/>
                  <a:ea typeface="Arvo"/>
                  <a:cs typeface="Arvo"/>
                  <a:sym typeface="Arvo"/>
                </a:endParaRPr>
              </a:p>
              <a:p>
                <a:pPr indent="0" lvl="0" marL="0" rtl="0" algn="r">
                  <a:spcBef>
                    <a:spcPts val="0"/>
                  </a:spcBef>
                  <a:spcAft>
                    <a:spcPts val="0"/>
                  </a:spcAft>
                  <a:buNone/>
                </a:pPr>
                <a:r>
                  <a:t/>
                </a:r>
                <a:endParaRPr i="1" sz="400">
                  <a:solidFill>
                    <a:srgbClr val="666666"/>
                  </a:solidFill>
                  <a:latin typeface="Arvo"/>
                  <a:ea typeface="Arvo"/>
                  <a:cs typeface="Arvo"/>
                  <a:sym typeface="Arvo"/>
                </a:endParaRPr>
              </a:p>
            </p:txBody>
          </p:sp>
        </p:grpSp>
        <p:grpSp>
          <p:nvGrpSpPr>
            <p:cNvPr id="7558" name="Google Shape;7558;p130"/>
            <p:cNvGrpSpPr/>
            <p:nvPr/>
          </p:nvGrpSpPr>
          <p:grpSpPr>
            <a:xfrm>
              <a:off x="400875" y="2562472"/>
              <a:ext cx="2376625" cy="200100"/>
              <a:chOff x="624700" y="1498750"/>
              <a:chExt cx="2376625" cy="200100"/>
            </a:xfrm>
          </p:grpSpPr>
          <p:sp>
            <p:nvSpPr>
              <p:cNvPr id="7559" name="Google Shape;7559;p130"/>
              <p:cNvSpPr txBox="1"/>
              <p:nvPr/>
            </p:nvSpPr>
            <p:spPr>
              <a:xfrm>
                <a:off x="747725" y="1498750"/>
                <a:ext cx="2253600" cy="200100"/>
              </a:xfrm>
              <a:prstGeom prst="rect">
                <a:avLst/>
              </a:prstGeom>
              <a:solidFill>
                <a:srgbClr val="F3F3F3"/>
              </a:solidFill>
              <a:ln>
                <a:noFill/>
              </a:ln>
            </p:spPr>
            <p:txBody>
              <a:bodyPr anchorCtr="0" anchor="ctr" bIns="18000" lIns="18000" spcFirstLastPara="1" rIns="18000" wrap="square" tIns="18000">
                <a:noAutofit/>
              </a:bodyPr>
              <a:lstStyle/>
              <a:p>
                <a:pPr indent="0" lvl="0" marL="0" rtl="0" algn="l">
                  <a:spcBef>
                    <a:spcPts val="0"/>
                  </a:spcBef>
                  <a:spcAft>
                    <a:spcPts val="0"/>
                  </a:spcAft>
                  <a:buNone/>
                </a:pPr>
                <a:r>
                  <a:t/>
                </a:r>
                <a:endParaRPr sz="800">
                  <a:solidFill>
                    <a:srgbClr val="434343"/>
                  </a:solidFill>
                </a:endParaRPr>
              </a:p>
            </p:txBody>
          </p:sp>
          <p:sp>
            <p:nvSpPr>
              <p:cNvPr id="7560" name="Google Shape;7560;p130"/>
              <p:cNvSpPr txBox="1"/>
              <p:nvPr/>
            </p:nvSpPr>
            <p:spPr>
              <a:xfrm>
                <a:off x="624700" y="1514200"/>
                <a:ext cx="86100" cy="169200"/>
              </a:xfrm>
              <a:prstGeom prst="rect">
                <a:avLst/>
              </a:prstGeom>
              <a:noFill/>
              <a:ln>
                <a:noFill/>
              </a:ln>
            </p:spPr>
            <p:txBody>
              <a:bodyPr anchorCtr="0" anchor="ctr" bIns="0" lIns="0" spcFirstLastPara="1" rIns="0" wrap="square" tIns="0">
                <a:spAutoFit/>
              </a:bodyPr>
              <a:lstStyle/>
              <a:p>
                <a:pPr indent="0" lvl="0" marL="0" rtl="0" algn="r">
                  <a:spcBef>
                    <a:spcPts val="0"/>
                  </a:spcBef>
                  <a:spcAft>
                    <a:spcPts val="0"/>
                  </a:spcAft>
                  <a:buNone/>
                </a:pPr>
                <a:r>
                  <a:rPr lang="es-419" sz="700">
                    <a:latin typeface="Arvo"/>
                    <a:ea typeface="Arvo"/>
                    <a:cs typeface="Arvo"/>
                    <a:sym typeface="Arvo"/>
                  </a:rPr>
                  <a:t>7.</a:t>
                </a:r>
                <a:endParaRPr sz="700">
                  <a:latin typeface="Arvo"/>
                  <a:ea typeface="Arvo"/>
                  <a:cs typeface="Arvo"/>
                  <a:sym typeface="Arvo"/>
                </a:endParaRPr>
              </a:p>
              <a:p>
                <a:pPr indent="0" lvl="0" marL="0" rtl="0" algn="r">
                  <a:spcBef>
                    <a:spcPts val="0"/>
                  </a:spcBef>
                  <a:spcAft>
                    <a:spcPts val="0"/>
                  </a:spcAft>
                  <a:buNone/>
                </a:pPr>
                <a:r>
                  <a:t/>
                </a:r>
                <a:endParaRPr i="1" sz="400">
                  <a:solidFill>
                    <a:srgbClr val="666666"/>
                  </a:solidFill>
                  <a:latin typeface="Arvo"/>
                  <a:ea typeface="Arvo"/>
                  <a:cs typeface="Arvo"/>
                  <a:sym typeface="Arvo"/>
                </a:endParaRPr>
              </a:p>
            </p:txBody>
          </p:sp>
        </p:grpSp>
        <p:grpSp>
          <p:nvGrpSpPr>
            <p:cNvPr id="7561" name="Google Shape;7561;p130"/>
            <p:cNvGrpSpPr/>
            <p:nvPr/>
          </p:nvGrpSpPr>
          <p:grpSpPr>
            <a:xfrm>
              <a:off x="400875" y="2785009"/>
              <a:ext cx="2376625" cy="200100"/>
              <a:chOff x="624700" y="1498750"/>
              <a:chExt cx="2376625" cy="200100"/>
            </a:xfrm>
          </p:grpSpPr>
          <p:sp>
            <p:nvSpPr>
              <p:cNvPr id="7562" name="Google Shape;7562;p130"/>
              <p:cNvSpPr txBox="1"/>
              <p:nvPr/>
            </p:nvSpPr>
            <p:spPr>
              <a:xfrm>
                <a:off x="747725" y="1498750"/>
                <a:ext cx="2253600" cy="200100"/>
              </a:xfrm>
              <a:prstGeom prst="rect">
                <a:avLst/>
              </a:prstGeom>
              <a:solidFill>
                <a:srgbClr val="F3F3F3"/>
              </a:solidFill>
              <a:ln>
                <a:noFill/>
              </a:ln>
            </p:spPr>
            <p:txBody>
              <a:bodyPr anchorCtr="0" anchor="ctr" bIns="18000" lIns="18000" spcFirstLastPara="1" rIns="18000" wrap="square" tIns="18000">
                <a:noAutofit/>
              </a:bodyPr>
              <a:lstStyle/>
              <a:p>
                <a:pPr indent="0" lvl="0" marL="0" rtl="0" algn="l">
                  <a:spcBef>
                    <a:spcPts val="0"/>
                  </a:spcBef>
                  <a:spcAft>
                    <a:spcPts val="0"/>
                  </a:spcAft>
                  <a:buNone/>
                </a:pPr>
                <a:r>
                  <a:t/>
                </a:r>
                <a:endParaRPr sz="800">
                  <a:solidFill>
                    <a:srgbClr val="434343"/>
                  </a:solidFill>
                </a:endParaRPr>
              </a:p>
            </p:txBody>
          </p:sp>
          <p:sp>
            <p:nvSpPr>
              <p:cNvPr id="7563" name="Google Shape;7563;p130"/>
              <p:cNvSpPr txBox="1"/>
              <p:nvPr/>
            </p:nvSpPr>
            <p:spPr>
              <a:xfrm>
                <a:off x="624700" y="1514200"/>
                <a:ext cx="86100" cy="169200"/>
              </a:xfrm>
              <a:prstGeom prst="rect">
                <a:avLst/>
              </a:prstGeom>
              <a:noFill/>
              <a:ln>
                <a:noFill/>
              </a:ln>
            </p:spPr>
            <p:txBody>
              <a:bodyPr anchorCtr="0" anchor="ctr" bIns="0" lIns="0" spcFirstLastPara="1" rIns="0" wrap="square" tIns="0">
                <a:spAutoFit/>
              </a:bodyPr>
              <a:lstStyle/>
              <a:p>
                <a:pPr indent="0" lvl="0" marL="0" rtl="0" algn="r">
                  <a:spcBef>
                    <a:spcPts val="0"/>
                  </a:spcBef>
                  <a:spcAft>
                    <a:spcPts val="0"/>
                  </a:spcAft>
                  <a:buNone/>
                </a:pPr>
                <a:r>
                  <a:rPr lang="es-419" sz="700">
                    <a:latin typeface="Arvo"/>
                    <a:ea typeface="Arvo"/>
                    <a:cs typeface="Arvo"/>
                    <a:sym typeface="Arvo"/>
                  </a:rPr>
                  <a:t>8.</a:t>
                </a:r>
                <a:endParaRPr sz="700">
                  <a:latin typeface="Arvo"/>
                  <a:ea typeface="Arvo"/>
                  <a:cs typeface="Arvo"/>
                  <a:sym typeface="Arvo"/>
                </a:endParaRPr>
              </a:p>
              <a:p>
                <a:pPr indent="0" lvl="0" marL="0" rtl="0" algn="r">
                  <a:spcBef>
                    <a:spcPts val="0"/>
                  </a:spcBef>
                  <a:spcAft>
                    <a:spcPts val="0"/>
                  </a:spcAft>
                  <a:buNone/>
                </a:pPr>
                <a:r>
                  <a:t/>
                </a:r>
                <a:endParaRPr i="1" sz="400">
                  <a:solidFill>
                    <a:srgbClr val="666666"/>
                  </a:solidFill>
                  <a:latin typeface="Arvo"/>
                  <a:ea typeface="Arvo"/>
                  <a:cs typeface="Arvo"/>
                  <a:sym typeface="Arvo"/>
                </a:endParaRPr>
              </a:p>
            </p:txBody>
          </p:sp>
        </p:grpSp>
        <p:grpSp>
          <p:nvGrpSpPr>
            <p:cNvPr id="7564" name="Google Shape;7564;p130"/>
            <p:cNvGrpSpPr/>
            <p:nvPr/>
          </p:nvGrpSpPr>
          <p:grpSpPr>
            <a:xfrm>
              <a:off x="400875" y="3013434"/>
              <a:ext cx="2376625" cy="200100"/>
              <a:chOff x="624700" y="1498750"/>
              <a:chExt cx="2376625" cy="200100"/>
            </a:xfrm>
          </p:grpSpPr>
          <p:sp>
            <p:nvSpPr>
              <p:cNvPr id="7565" name="Google Shape;7565;p130"/>
              <p:cNvSpPr txBox="1"/>
              <p:nvPr/>
            </p:nvSpPr>
            <p:spPr>
              <a:xfrm>
                <a:off x="747725" y="1498750"/>
                <a:ext cx="2253600" cy="200100"/>
              </a:xfrm>
              <a:prstGeom prst="rect">
                <a:avLst/>
              </a:prstGeom>
              <a:solidFill>
                <a:srgbClr val="F3F3F3"/>
              </a:solidFill>
              <a:ln>
                <a:noFill/>
              </a:ln>
            </p:spPr>
            <p:txBody>
              <a:bodyPr anchorCtr="0" anchor="ctr" bIns="18000" lIns="18000" spcFirstLastPara="1" rIns="18000" wrap="square" tIns="18000">
                <a:noAutofit/>
              </a:bodyPr>
              <a:lstStyle/>
              <a:p>
                <a:pPr indent="0" lvl="0" marL="0" rtl="0" algn="l">
                  <a:spcBef>
                    <a:spcPts val="0"/>
                  </a:spcBef>
                  <a:spcAft>
                    <a:spcPts val="0"/>
                  </a:spcAft>
                  <a:buNone/>
                </a:pPr>
                <a:r>
                  <a:t/>
                </a:r>
                <a:endParaRPr sz="800">
                  <a:solidFill>
                    <a:srgbClr val="434343"/>
                  </a:solidFill>
                </a:endParaRPr>
              </a:p>
            </p:txBody>
          </p:sp>
          <p:sp>
            <p:nvSpPr>
              <p:cNvPr id="7566" name="Google Shape;7566;p130"/>
              <p:cNvSpPr txBox="1"/>
              <p:nvPr/>
            </p:nvSpPr>
            <p:spPr>
              <a:xfrm>
                <a:off x="624700" y="1514200"/>
                <a:ext cx="86100" cy="169200"/>
              </a:xfrm>
              <a:prstGeom prst="rect">
                <a:avLst/>
              </a:prstGeom>
              <a:noFill/>
              <a:ln>
                <a:noFill/>
              </a:ln>
            </p:spPr>
            <p:txBody>
              <a:bodyPr anchorCtr="0" anchor="ctr" bIns="0" lIns="0" spcFirstLastPara="1" rIns="0" wrap="square" tIns="0">
                <a:spAutoFit/>
              </a:bodyPr>
              <a:lstStyle/>
              <a:p>
                <a:pPr indent="0" lvl="0" marL="0" rtl="0" algn="r">
                  <a:spcBef>
                    <a:spcPts val="0"/>
                  </a:spcBef>
                  <a:spcAft>
                    <a:spcPts val="0"/>
                  </a:spcAft>
                  <a:buNone/>
                </a:pPr>
                <a:r>
                  <a:rPr lang="es-419" sz="700">
                    <a:latin typeface="Arvo"/>
                    <a:ea typeface="Arvo"/>
                    <a:cs typeface="Arvo"/>
                    <a:sym typeface="Arvo"/>
                  </a:rPr>
                  <a:t>9.</a:t>
                </a:r>
                <a:endParaRPr sz="700">
                  <a:latin typeface="Arvo"/>
                  <a:ea typeface="Arvo"/>
                  <a:cs typeface="Arvo"/>
                  <a:sym typeface="Arvo"/>
                </a:endParaRPr>
              </a:p>
              <a:p>
                <a:pPr indent="0" lvl="0" marL="0" rtl="0" algn="r">
                  <a:spcBef>
                    <a:spcPts val="0"/>
                  </a:spcBef>
                  <a:spcAft>
                    <a:spcPts val="0"/>
                  </a:spcAft>
                  <a:buNone/>
                </a:pPr>
                <a:r>
                  <a:t/>
                </a:r>
                <a:endParaRPr i="1" sz="400">
                  <a:solidFill>
                    <a:srgbClr val="666666"/>
                  </a:solidFill>
                  <a:latin typeface="Arvo"/>
                  <a:ea typeface="Arvo"/>
                  <a:cs typeface="Arvo"/>
                  <a:sym typeface="Arvo"/>
                </a:endParaRPr>
              </a:p>
            </p:txBody>
          </p:sp>
        </p:grpSp>
        <p:grpSp>
          <p:nvGrpSpPr>
            <p:cNvPr id="7567" name="Google Shape;7567;p130"/>
            <p:cNvGrpSpPr/>
            <p:nvPr/>
          </p:nvGrpSpPr>
          <p:grpSpPr>
            <a:xfrm>
              <a:off x="371475" y="3235972"/>
              <a:ext cx="2406025" cy="200100"/>
              <a:chOff x="595300" y="1498750"/>
              <a:chExt cx="2406025" cy="200100"/>
            </a:xfrm>
          </p:grpSpPr>
          <p:sp>
            <p:nvSpPr>
              <p:cNvPr id="7568" name="Google Shape;7568;p130"/>
              <p:cNvSpPr txBox="1"/>
              <p:nvPr/>
            </p:nvSpPr>
            <p:spPr>
              <a:xfrm>
                <a:off x="747725" y="1498750"/>
                <a:ext cx="2253600" cy="200100"/>
              </a:xfrm>
              <a:prstGeom prst="rect">
                <a:avLst/>
              </a:prstGeom>
              <a:solidFill>
                <a:srgbClr val="F3F3F3"/>
              </a:solidFill>
              <a:ln>
                <a:noFill/>
              </a:ln>
            </p:spPr>
            <p:txBody>
              <a:bodyPr anchorCtr="0" anchor="ctr" bIns="18000" lIns="18000" spcFirstLastPara="1" rIns="18000" wrap="square" tIns="18000">
                <a:noAutofit/>
              </a:bodyPr>
              <a:lstStyle/>
              <a:p>
                <a:pPr indent="0" lvl="0" marL="0" rtl="0" algn="l">
                  <a:spcBef>
                    <a:spcPts val="0"/>
                  </a:spcBef>
                  <a:spcAft>
                    <a:spcPts val="0"/>
                  </a:spcAft>
                  <a:buNone/>
                </a:pPr>
                <a:r>
                  <a:t/>
                </a:r>
                <a:endParaRPr sz="800">
                  <a:solidFill>
                    <a:srgbClr val="434343"/>
                  </a:solidFill>
                </a:endParaRPr>
              </a:p>
            </p:txBody>
          </p:sp>
          <p:sp>
            <p:nvSpPr>
              <p:cNvPr id="7569" name="Google Shape;7569;p130"/>
              <p:cNvSpPr txBox="1"/>
              <p:nvPr/>
            </p:nvSpPr>
            <p:spPr>
              <a:xfrm>
                <a:off x="595300" y="1514200"/>
                <a:ext cx="115500" cy="169200"/>
              </a:xfrm>
              <a:prstGeom prst="rect">
                <a:avLst/>
              </a:prstGeom>
              <a:noFill/>
              <a:ln>
                <a:noFill/>
              </a:ln>
            </p:spPr>
            <p:txBody>
              <a:bodyPr anchorCtr="0" anchor="ctr" bIns="0" lIns="0" spcFirstLastPara="1" rIns="0" wrap="square" tIns="0">
                <a:spAutoFit/>
              </a:bodyPr>
              <a:lstStyle/>
              <a:p>
                <a:pPr indent="0" lvl="0" marL="0" rtl="0" algn="r">
                  <a:spcBef>
                    <a:spcPts val="0"/>
                  </a:spcBef>
                  <a:spcAft>
                    <a:spcPts val="0"/>
                  </a:spcAft>
                  <a:buNone/>
                </a:pPr>
                <a:r>
                  <a:rPr lang="es-419" sz="700">
                    <a:latin typeface="Arvo"/>
                    <a:ea typeface="Arvo"/>
                    <a:cs typeface="Arvo"/>
                    <a:sym typeface="Arvo"/>
                  </a:rPr>
                  <a:t>10.</a:t>
                </a:r>
                <a:endParaRPr sz="700">
                  <a:latin typeface="Arvo"/>
                  <a:ea typeface="Arvo"/>
                  <a:cs typeface="Arvo"/>
                  <a:sym typeface="Arvo"/>
                </a:endParaRPr>
              </a:p>
              <a:p>
                <a:pPr indent="0" lvl="0" marL="0" rtl="0" algn="r">
                  <a:spcBef>
                    <a:spcPts val="0"/>
                  </a:spcBef>
                  <a:spcAft>
                    <a:spcPts val="0"/>
                  </a:spcAft>
                  <a:buNone/>
                </a:pPr>
                <a:r>
                  <a:t/>
                </a:r>
                <a:endParaRPr i="1" sz="400">
                  <a:solidFill>
                    <a:srgbClr val="666666"/>
                  </a:solidFill>
                  <a:latin typeface="Arvo"/>
                  <a:ea typeface="Arvo"/>
                  <a:cs typeface="Arvo"/>
                  <a:sym typeface="Arvo"/>
                </a:endParaRPr>
              </a:p>
            </p:txBody>
          </p:sp>
        </p:grpSp>
        <p:grpSp>
          <p:nvGrpSpPr>
            <p:cNvPr id="7570" name="Google Shape;7570;p130"/>
            <p:cNvGrpSpPr/>
            <p:nvPr/>
          </p:nvGrpSpPr>
          <p:grpSpPr>
            <a:xfrm>
              <a:off x="381000" y="3458497"/>
              <a:ext cx="2401250" cy="200100"/>
              <a:chOff x="600075" y="1498750"/>
              <a:chExt cx="2401250" cy="200100"/>
            </a:xfrm>
          </p:grpSpPr>
          <p:sp>
            <p:nvSpPr>
              <p:cNvPr id="7571" name="Google Shape;7571;p130"/>
              <p:cNvSpPr txBox="1"/>
              <p:nvPr/>
            </p:nvSpPr>
            <p:spPr>
              <a:xfrm>
                <a:off x="747725" y="1498750"/>
                <a:ext cx="2253600" cy="200100"/>
              </a:xfrm>
              <a:prstGeom prst="rect">
                <a:avLst/>
              </a:prstGeom>
              <a:solidFill>
                <a:srgbClr val="F3F3F3"/>
              </a:solidFill>
              <a:ln>
                <a:noFill/>
              </a:ln>
            </p:spPr>
            <p:txBody>
              <a:bodyPr anchorCtr="0" anchor="ctr" bIns="18000" lIns="18000" spcFirstLastPara="1" rIns="18000" wrap="square" tIns="18000">
                <a:noAutofit/>
              </a:bodyPr>
              <a:lstStyle/>
              <a:p>
                <a:pPr indent="0" lvl="0" marL="0" rtl="0" algn="l">
                  <a:spcBef>
                    <a:spcPts val="0"/>
                  </a:spcBef>
                  <a:spcAft>
                    <a:spcPts val="0"/>
                  </a:spcAft>
                  <a:buNone/>
                </a:pPr>
                <a:r>
                  <a:t/>
                </a:r>
                <a:endParaRPr sz="800">
                  <a:solidFill>
                    <a:srgbClr val="434343"/>
                  </a:solidFill>
                </a:endParaRPr>
              </a:p>
            </p:txBody>
          </p:sp>
          <p:sp>
            <p:nvSpPr>
              <p:cNvPr id="7572" name="Google Shape;7572;p130"/>
              <p:cNvSpPr txBox="1"/>
              <p:nvPr/>
            </p:nvSpPr>
            <p:spPr>
              <a:xfrm>
                <a:off x="600075" y="1514200"/>
                <a:ext cx="110700" cy="169200"/>
              </a:xfrm>
              <a:prstGeom prst="rect">
                <a:avLst/>
              </a:prstGeom>
              <a:noFill/>
              <a:ln>
                <a:noFill/>
              </a:ln>
            </p:spPr>
            <p:txBody>
              <a:bodyPr anchorCtr="0" anchor="ctr" bIns="0" lIns="0" spcFirstLastPara="1" rIns="0" wrap="square" tIns="0">
                <a:spAutoFit/>
              </a:bodyPr>
              <a:lstStyle/>
              <a:p>
                <a:pPr indent="0" lvl="0" marL="0" rtl="0" algn="r">
                  <a:spcBef>
                    <a:spcPts val="0"/>
                  </a:spcBef>
                  <a:spcAft>
                    <a:spcPts val="0"/>
                  </a:spcAft>
                  <a:buNone/>
                </a:pPr>
                <a:r>
                  <a:rPr lang="es-419" sz="700">
                    <a:latin typeface="Arvo"/>
                    <a:ea typeface="Arvo"/>
                    <a:cs typeface="Arvo"/>
                    <a:sym typeface="Arvo"/>
                  </a:rPr>
                  <a:t>11.</a:t>
                </a:r>
                <a:endParaRPr sz="700">
                  <a:latin typeface="Arvo"/>
                  <a:ea typeface="Arvo"/>
                  <a:cs typeface="Arvo"/>
                  <a:sym typeface="Arvo"/>
                </a:endParaRPr>
              </a:p>
              <a:p>
                <a:pPr indent="0" lvl="0" marL="0" rtl="0" algn="r">
                  <a:spcBef>
                    <a:spcPts val="0"/>
                  </a:spcBef>
                  <a:spcAft>
                    <a:spcPts val="0"/>
                  </a:spcAft>
                  <a:buNone/>
                </a:pPr>
                <a:r>
                  <a:t/>
                </a:r>
                <a:endParaRPr i="1" sz="400">
                  <a:solidFill>
                    <a:srgbClr val="666666"/>
                  </a:solidFill>
                  <a:latin typeface="Arvo"/>
                  <a:ea typeface="Arvo"/>
                  <a:cs typeface="Arvo"/>
                  <a:sym typeface="Arvo"/>
                </a:endParaRPr>
              </a:p>
            </p:txBody>
          </p:sp>
        </p:grpSp>
        <p:grpSp>
          <p:nvGrpSpPr>
            <p:cNvPr id="7573" name="Google Shape;7573;p130"/>
            <p:cNvGrpSpPr/>
            <p:nvPr/>
          </p:nvGrpSpPr>
          <p:grpSpPr>
            <a:xfrm>
              <a:off x="381000" y="3681022"/>
              <a:ext cx="2406025" cy="200100"/>
              <a:chOff x="595300" y="1498750"/>
              <a:chExt cx="2406025" cy="200100"/>
            </a:xfrm>
          </p:grpSpPr>
          <p:sp>
            <p:nvSpPr>
              <p:cNvPr id="7574" name="Google Shape;7574;p130"/>
              <p:cNvSpPr txBox="1"/>
              <p:nvPr/>
            </p:nvSpPr>
            <p:spPr>
              <a:xfrm>
                <a:off x="747725" y="1498750"/>
                <a:ext cx="2253600" cy="200100"/>
              </a:xfrm>
              <a:prstGeom prst="rect">
                <a:avLst/>
              </a:prstGeom>
              <a:solidFill>
                <a:srgbClr val="F3F3F3"/>
              </a:solidFill>
              <a:ln>
                <a:noFill/>
              </a:ln>
            </p:spPr>
            <p:txBody>
              <a:bodyPr anchorCtr="0" anchor="ctr" bIns="18000" lIns="18000" spcFirstLastPara="1" rIns="18000" wrap="square" tIns="18000">
                <a:noAutofit/>
              </a:bodyPr>
              <a:lstStyle/>
              <a:p>
                <a:pPr indent="0" lvl="0" marL="0" rtl="0" algn="l">
                  <a:spcBef>
                    <a:spcPts val="0"/>
                  </a:spcBef>
                  <a:spcAft>
                    <a:spcPts val="0"/>
                  </a:spcAft>
                  <a:buNone/>
                </a:pPr>
                <a:r>
                  <a:t/>
                </a:r>
                <a:endParaRPr sz="800">
                  <a:solidFill>
                    <a:srgbClr val="434343"/>
                  </a:solidFill>
                </a:endParaRPr>
              </a:p>
            </p:txBody>
          </p:sp>
          <p:sp>
            <p:nvSpPr>
              <p:cNvPr id="7575" name="Google Shape;7575;p130"/>
              <p:cNvSpPr txBox="1"/>
              <p:nvPr/>
            </p:nvSpPr>
            <p:spPr>
              <a:xfrm>
                <a:off x="595300" y="1514200"/>
                <a:ext cx="115500" cy="169200"/>
              </a:xfrm>
              <a:prstGeom prst="rect">
                <a:avLst/>
              </a:prstGeom>
              <a:noFill/>
              <a:ln>
                <a:noFill/>
              </a:ln>
            </p:spPr>
            <p:txBody>
              <a:bodyPr anchorCtr="0" anchor="ctr" bIns="0" lIns="0" spcFirstLastPara="1" rIns="0" wrap="square" tIns="0">
                <a:spAutoFit/>
              </a:bodyPr>
              <a:lstStyle/>
              <a:p>
                <a:pPr indent="0" lvl="0" marL="0" rtl="0" algn="r">
                  <a:spcBef>
                    <a:spcPts val="0"/>
                  </a:spcBef>
                  <a:spcAft>
                    <a:spcPts val="0"/>
                  </a:spcAft>
                  <a:buNone/>
                </a:pPr>
                <a:r>
                  <a:rPr lang="es-419" sz="700">
                    <a:latin typeface="Arvo"/>
                    <a:ea typeface="Arvo"/>
                    <a:cs typeface="Arvo"/>
                    <a:sym typeface="Arvo"/>
                  </a:rPr>
                  <a:t>12.</a:t>
                </a:r>
                <a:endParaRPr sz="700">
                  <a:latin typeface="Arvo"/>
                  <a:ea typeface="Arvo"/>
                  <a:cs typeface="Arvo"/>
                  <a:sym typeface="Arvo"/>
                </a:endParaRPr>
              </a:p>
              <a:p>
                <a:pPr indent="0" lvl="0" marL="0" rtl="0" algn="r">
                  <a:spcBef>
                    <a:spcPts val="0"/>
                  </a:spcBef>
                  <a:spcAft>
                    <a:spcPts val="0"/>
                  </a:spcAft>
                  <a:buNone/>
                </a:pPr>
                <a:r>
                  <a:t/>
                </a:r>
                <a:endParaRPr i="1" sz="400">
                  <a:solidFill>
                    <a:srgbClr val="666666"/>
                  </a:solidFill>
                  <a:latin typeface="Arvo"/>
                  <a:ea typeface="Arvo"/>
                  <a:cs typeface="Arvo"/>
                  <a:sym typeface="Arvo"/>
                </a:endParaRPr>
              </a:p>
            </p:txBody>
          </p:sp>
        </p:grpSp>
        <p:grpSp>
          <p:nvGrpSpPr>
            <p:cNvPr id="7576" name="Google Shape;7576;p130"/>
            <p:cNvGrpSpPr/>
            <p:nvPr/>
          </p:nvGrpSpPr>
          <p:grpSpPr>
            <a:xfrm>
              <a:off x="381000" y="3903559"/>
              <a:ext cx="2406025" cy="200100"/>
              <a:chOff x="595300" y="1498750"/>
              <a:chExt cx="2406025" cy="200100"/>
            </a:xfrm>
          </p:grpSpPr>
          <p:sp>
            <p:nvSpPr>
              <p:cNvPr id="7577" name="Google Shape;7577;p130"/>
              <p:cNvSpPr txBox="1"/>
              <p:nvPr/>
            </p:nvSpPr>
            <p:spPr>
              <a:xfrm>
                <a:off x="747725" y="1498750"/>
                <a:ext cx="2253600" cy="200100"/>
              </a:xfrm>
              <a:prstGeom prst="rect">
                <a:avLst/>
              </a:prstGeom>
              <a:solidFill>
                <a:srgbClr val="F3F3F3"/>
              </a:solidFill>
              <a:ln>
                <a:noFill/>
              </a:ln>
            </p:spPr>
            <p:txBody>
              <a:bodyPr anchorCtr="0" anchor="ctr" bIns="18000" lIns="18000" spcFirstLastPara="1" rIns="18000" wrap="square" tIns="18000">
                <a:noAutofit/>
              </a:bodyPr>
              <a:lstStyle/>
              <a:p>
                <a:pPr indent="0" lvl="0" marL="0" rtl="0" algn="l">
                  <a:spcBef>
                    <a:spcPts val="0"/>
                  </a:spcBef>
                  <a:spcAft>
                    <a:spcPts val="0"/>
                  </a:spcAft>
                  <a:buNone/>
                </a:pPr>
                <a:r>
                  <a:t/>
                </a:r>
                <a:endParaRPr sz="800">
                  <a:solidFill>
                    <a:srgbClr val="434343"/>
                  </a:solidFill>
                </a:endParaRPr>
              </a:p>
            </p:txBody>
          </p:sp>
          <p:sp>
            <p:nvSpPr>
              <p:cNvPr id="7578" name="Google Shape;7578;p130"/>
              <p:cNvSpPr txBox="1"/>
              <p:nvPr/>
            </p:nvSpPr>
            <p:spPr>
              <a:xfrm>
                <a:off x="595300" y="1514213"/>
                <a:ext cx="115500" cy="169200"/>
              </a:xfrm>
              <a:prstGeom prst="rect">
                <a:avLst/>
              </a:prstGeom>
              <a:noFill/>
              <a:ln>
                <a:noFill/>
              </a:ln>
            </p:spPr>
            <p:txBody>
              <a:bodyPr anchorCtr="0" anchor="ctr" bIns="0" lIns="0" spcFirstLastPara="1" rIns="0" wrap="square" tIns="0">
                <a:spAutoFit/>
              </a:bodyPr>
              <a:lstStyle/>
              <a:p>
                <a:pPr indent="0" lvl="0" marL="0" rtl="0" algn="r">
                  <a:spcBef>
                    <a:spcPts val="0"/>
                  </a:spcBef>
                  <a:spcAft>
                    <a:spcPts val="0"/>
                  </a:spcAft>
                  <a:buNone/>
                </a:pPr>
                <a:r>
                  <a:rPr lang="es-419" sz="700">
                    <a:latin typeface="Arvo"/>
                    <a:ea typeface="Arvo"/>
                    <a:cs typeface="Arvo"/>
                    <a:sym typeface="Arvo"/>
                  </a:rPr>
                  <a:t>13.</a:t>
                </a:r>
                <a:endParaRPr sz="700">
                  <a:latin typeface="Arvo"/>
                  <a:ea typeface="Arvo"/>
                  <a:cs typeface="Arvo"/>
                  <a:sym typeface="Arvo"/>
                </a:endParaRPr>
              </a:p>
              <a:p>
                <a:pPr indent="0" lvl="0" marL="0" rtl="0" algn="r">
                  <a:spcBef>
                    <a:spcPts val="0"/>
                  </a:spcBef>
                  <a:spcAft>
                    <a:spcPts val="0"/>
                  </a:spcAft>
                  <a:buNone/>
                </a:pPr>
                <a:r>
                  <a:t/>
                </a:r>
                <a:endParaRPr i="1" sz="400">
                  <a:solidFill>
                    <a:srgbClr val="666666"/>
                  </a:solidFill>
                  <a:latin typeface="Arvo"/>
                  <a:ea typeface="Arvo"/>
                  <a:cs typeface="Arvo"/>
                  <a:sym typeface="Arvo"/>
                </a:endParaRPr>
              </a:p>
            </p:txBody>
          </p:sp>
        </p:grpSp>
        <p:grpSp>
          <p:nvGrpSpPr>
            <p:cNvPr id="7579" name="Google Shape;7579;p130"/>
            <p:cNvGrpSpPr/>
            <p:nvPr/>
          </p:nvGrpSpPr>
          <p:grpSpPr>
            <a:xfrm>
              <a:off x="371475" y="4131984"/>
              <a:ext cx="2415550" cy="200100"/>
              <a:chOff x="585775" y="1498750"/>
              <a:chExt cx="2415550" cy="200100"/>
            </a:xfrm>
          </p:grpSpPr>
          <p:sp>
            <p:nvSpPr>
              <p:cNvPr id="7580" name="Google Shape;7580;p130"/>
              <p:cNvSpPr txBox="1"/>
              <p:nvPr/>
            </p:nvSpPr>
            <p:spPr>
              <a:xfrm>
                <a:off x="747725" y="1498750"/>
                <a:ext cx="2253600" cy="200100"/>
              </a:xfrm>
              <a:prstGeom prst="rect">
                <a:avLst/>
              </a:prstGeom>
              <a:solidFill>
                <a:srgbClr val="F3F3F3"/>
              </a:solidFill>
              <a:ln>
                <a:noFill/>
              </a:ln>
            </p:spPr>
            <p:txBody>
              <a:bodyPr anchorCtr="0" anchor="ctr" bIns="18000" lIns="18000" spcFirstLastPara="1" rIns="18000" wrap="square" tIns="18000">
                <a:noAutofit/>
              </a:bodyPr>
              <a:lstStyle/>
              <a:p>
                <a:pPr indent="0" lvl="0" marL="0" rtl="0" algn="l">
                  <a:spcBef>
                    <a:spcPts val="0"/>
                  </a:spcBef>
                  <a:spcAft>
                    <a:spcPts val="0"/>
                  </a:spcAft>
                  <a:buNone/>
                </a:pPr>
                <a:r>
                  <a:t/>
                </a:r>
                <a:endParaRPr sz="800">
                  <a:solidFill>
                    <a:srgbClr val="434343"/>
                  </a:solidFill>
                </a:endParaRPr>
              </a:p>
            </p:txBody>
          </p:sp>
          <p:sp>
            <p:nvSpPr>
              <p:cNvPr id="7581" name="Google Shape;7581;p130"/>
              <p:cNvSpPr txBox="1"/>
              <p:nvPr/>
            </p:nvSpPr>
            <p:spPr>
              <a:xfrm>
                <a:off x="585775" y="1514213"/>
                <a:ext cx="125100" cy="169200"/>
              </a:xfrm>
              <a:prstGeom prst="rect">
                <a:avLst/>
              </a:prstGeom>
              <a:noFill/>
              <a:ln>
                <a:noFill/>
              </a:ln>
            </p:spPr>
            <p:txBody>
              <a:bodyPr anchorCtr="0" anchor="ctr" bIns="0" lIns="0" spcFirstLastPara="1" rIns="0" wrap="square" tIns="0">
                <a:spAutoFit/>
              </a:bodyPr>
              <a:lstStyle/>
              <a:p>
                <a:pPr indent="0" lvl="0" marL="0" rtl="0" algn="r">
                  <a:spcBef>
                    <a:spcPts val="0"/>
                  </a:spcBef>
                  <a:spcAft>
                    <a:spcPts val="0"/>
                  </a:spcAft>
                  <a:buNone/>
                </a:pPr>
                <a:r>
                  <a:rPr lang="es-419" sz="700">
                    <a:latin typeface="Arvo"/>
                    <a:ea typeface="Arvo"/>
                    <a:cs typeface="Arvo"/>
                    <a:sym typeface="Arvo"/>
                  </a:rPr>
                  <a:t>14.</a:t>
                </a:r>
                <a:endParaRPr sz="700">
                  <a:latin typeface="Arvo"/>
                  <a:ea typeface="Arvo"/>
                  <a:cs typeface="Arvo"/>
                  <a:sym typeface="Arvo"/>
                </a:endParaRPr>
              </a:p>
              <a:p>
                <a:pPr indent="0" lvl="0" marL="0" rtl="0" algn="r">
                  <a:spcBef>
                    <a:spcPts val="0"/>
                  </a:spcBef>
                  <a:spcAft>
                    <a:spcPts val="0"/>
                  </a:spcAft>
                  <a:buNone/>
                </a:pPr>
                <a:r>
                  <a:t/>
                </a:r>
                <a:endParaRPr i="1" sz="400">
                  <a:solidFill>
                    <a:srgbClr val="666666"/>
                  </a:solidFill>
                  <a:latin typeface="Arvo"/>
                  <a:ea typeface="Arvo"/>
                  <a:cs typeface="Arvo"/>
                  <a:sym typeface="Arvo"/>
                </a:endParaRPr>
              </a:p>
            </p:txBody>
          </p:sp>
        </p:grpSp>
        <p:grpSp>
          <p:nvGrpSpPr>
            <p:cNvPr id="7582" name="Google Shape;7582;p130"/>
            <p:cNvGrpSpPr/>
            <p:nvPr/>
          </p:nvGrpSpPr>
          <p:grpSpPr>
            <a:xfrm>
              <a:off x="381000" y="4354522"/>
              <a:ext cx="2406025" cy="200100"/>
              <a:chOff x="595300" y="1498750"/>
              <a:chExt cx="2406025" cy="200100"/>
            </a:xfrm>
          </p:grpSpPr>
          <p:sp>
            <p:nvSpPr>
              <p:cNvPr id="7583" name="Google Shape;7583;p130"/>
              <p:cNvSpPr txBox="1"/>
              <p:nvPr/>
            </p:nvSpPr>
            <p:spPr>
              <a:xfrm>
                <a:off x="747725" y="1498750"/>
                <a:ext cx="2253600" cy="200100"/>
              </a:xfrm>
              <a:prstGeom prst="rect">
                <a:avLst/>
              </a:prstGeom>
              <a:solidFill>
                <a:srgbClr val="F3F3F3"/>
              </a:solidFill>
              <a:ln>
                <a:noFill/>
              </a:ln>
            </p:spPr>
            <p:txBody>
              <a:bodyPr anchorCtr="0" anchor="ctr" bIns="18000" lIns="18000" spcFirstLastPara="1" rIns="18000" wrap="square" tIns="18000">
                <a:noAutofit/>
              </a:bodyPr>
              <a:lstStyle/>
              <a:p>
                <a:pPr indent="0" lvl="0" marL="0" rtl="0" algn="l">
                  <a:spcBef>
                    <a:spcPts val="0"/>
                  </a:spcBef>
                  <a:spcAft>
                    <a:spcPts val="0"/>
                  </a:spcAft>
                  <a:buNone/>
                </a:pPr>
                <a:r>
                  <a:t/>
                </a:r>
                <a:endParaRPr sz="800">
                  <a:solidFill>
                    <a:srgbClr val="434343"/>
                  </a:solidFill>
                </a:endParaRPr>
              </a:p>
            </p:txBody>
          </p:sp>
          <p:sp>
            <p:nvSpPr>
              <p:cNvPr id="7584" name="Google Shape;7584;p130"/>
              <p:cNvSpPr txBox="1"/>
              <p:nvPr/>
            </p:nvSpPr>
            <p:spPr>
              <a:xfrm>
                <a:off x="595300" y="1514200"/>
                <a:ext cx="115500" cy="169200"/>
              </a:xfrm>
              <a:prstGeom prst="rect">
                <a:avLst/>
              </a:prstGeom>
              <a:noFill/>
              <a:ln>
                <a:noFill/>
              </a:ln>
            </p:spPr>
            <p:txBody>
              <a:bodyPr anchorCtr="0" anchor="ctr" bIns="0" lIns="0" spcFirstLastPara="1" rIns="0" wrap="square" tIns="0">
                <a:spAutoFit/>
              </a:bodyPr>
              <a:lstStyle/>
              <a:p>
                <a:pPr indent="0" lvl="0" marL="0" rtl="0" algn="r">
                  <a:spcBef>
                    <a:spcPts val="0"/>
                  </a:spcBef>
                  <a:spcAft>
                    <a:spcPts val="0"/>
                  </a:spcAft>
                  <a:buNone/>
                </a:pPr>
                <a:r>
                  <a:rPr lang="es-419" sz="700">
                    <a:latin typeface="Arvo"/>
                    <a:ea typeface="Arvo"/>
                    <a:cs typeface="Arvo"/>
                    <a:sym typeface="Arvo"/>
                  </a:rPr>
                  <a:t>15.</a:t>
                </a:r>
                <a:endParaRPr sz="700">
                  <a:latin typeface="Arvo"/>
                  <a:ea typeface="Arvo"/>
                  <a:cs typeface="Arvo"/>
                  <a:sym typeface="Arvo"/>
                </a:endParaRPr>
              </a:p>
              <a:p>
                <a:pPr indent="0" lvl="0" marL="0" rtl="0" algn="r">
                  <a:spcBef>
                    <a:spcPts val="0"/>
                  </a:spcBef>
                  <a:spcAft>
                    <a:spcPts val="0"/>
                  </a:spcAft>
                  <a:buNone/>
                </a:pPr>
                <a:r>
                  <a:t/>
                </a:r>
                <a:endParaRPr i="1" sz="400">
                  <a:solidFill>
                    <a:srgbClr val="666666"/>
                  </a:solidFill>
                  <a:latin typeface="Arvo"/>
                  <a:ea typeface="Arvo"/>
                  <a:cs typeface="Arvo"/>
                  <a:sym typeface="Arvo"/>
                </a:endParaRPr>
              </a:p>
            </p:txBody>
          </p:sp>
        </p:grpSp>
      </p:grpSp>
      <p:grpSp>
        <p:nvGrpSpPr>
          <p:cNvPr id="7585" name="Google Shape;7585;p130"/>
          <p:cNvGrpSpPr/>
          <p:nvPr/>
        </p:nvGrpSpPr>
        <p:grpSpPr>
          <a:xfrm>
            <a:off x="288239" y="4783900"/>
            <a:ext cx="2562300" cy="1689300"/>
            <a:chOff x="5068625" y="1150650"/>
            <a:chExt cx="2562300" cy="1689300"/>
          </a:xfrm>
        </p:grpSpPr>
        <p:sp>
          <p:nvSpPr>
            <p:cNvPr id="7586" name="Google Shape;7586;p130"/>
            <p:cNvSpPr/>
            <p:nvPr/>
          </p:nvSpPr>
          <p:spPr>
            <a:xfrm>
              <a:off x="5068625" y="1150650"/>
              <a:ext cx="2562300" cy="1689300"/>
            </a:xfrm>
            <a:prstGeom prst="roundRect">
              <a:avLst>
                <a:gd fmla="val 3233" name="adj"/>
              </a:avLst>
            </a:prstGeom>
            <a:solidFill>
              <a:srgbClr val="FFFFFF"/>
            </a:solidFill>
            <a:ln cap="flat" cmpd="sng" w="9525">
              <a:solidFill>
                <a:srgbClr val="EFEFEF"/>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t" bIns="18000" lIns="18000" spcFirstLastPara="1" rIns="18000" wrap="square" tIns="18000">
              <a:noAutofit/>
            </a:bodyPr>
            <a:lstStyle/>
            <a:p>
              <a:pPr indent="0" lvl="0" marL="0" rtl="0" algn="l">
                <a:spcBef>
                  <a:spcPts val="0"/>
                </a:spcBef>
                <a:spcAft>
                  <a:spcPts val="0"/>
                </a:spcAft>
                <a:buNone/>
              </a:pPr>
              <a:r>
                <a:t/>
              </a:r>
              <a:endParaRPr b="1" i="1" sz="900">
                <a:solidFill>
                  <a:srgbClr val="434343"/>
                </a:solidFill>
              </a:endParaRPr>
            </a:p>
          </p:txBody>
        </p:sp>
        <p:sp>
          <p:nvSpPr>
            <p:cNvPr id="7587" name="Google Shape;7587;p130"/>
            <p:cNvSpPr txBox="1"/>
            <p:nvPr/>
          </p:nvSpPr>
          <p:spPr>
            <a:xfrm>
              <a:off x="6040800" y="1202400"/>
              <a:ext cx="1527600" cy="210900"/>
            </a:xfrm>
            <a:prstGeom prst="rect">
              <a:avLst/>
            </a:prstGeom>
            <a:solidFill>
              <a:srgbClr val="F3F3F3"/>
            </a:solidFill>
            <a:ln>
              <a:noFill/>
            </a:ln>
          </p:spPr>
          <p:txBody>
            <a:bodyPr anchorCtr="0" anchor="ctr" bIns="18000" lIns="18000" spcFirstLastPara="1" rIns="18000" wrap="square" tIns="18000">
              <a:noAutofit/>
            </a:bodyPr>
            <a:lstStyle/>
            <a:p>
              <a:pPr indent="0" lvl="0" marL="0" rtl="0" algn="l">
                <a:spcBef>
                  <a:spcPts val="0"/>
                </a:spcBef>
                <a:spcAft>
                  <a:spcPts val="0"/>
                </a:spcAft>
                <a:buNone/>
              </a:pPr>
              <a:r>
                <a:t/>
              </a:r>
              <a:endParaRPr i="1" sz="800">
                <a:solidFill>
                  <a:srgbClr val="434343"/>
                </a:solidFill>
              </a:endParaRPr>
            </a:p>
          </p:txBody>
        </p:sp>
        <p:sp>
          <p:nvSpPr>
            <p:cNvPr id="7588" name="Google Shape;7588;p130"/>
            <p:cNvSpPr txBox="1"/>
            <p:nvPr/>
          </p:nvSpPr>
          <p:spPr>
            <a:xfrm>
              <a:off x="5427300" y="1175175"/>
              <a:ext cx="591300" cy="169200"/>
            </a:xfrm>
            <a:prstGeom prst="rect">
              <a:avLst/>
            </a:prstGeom>
            <a:noFill/>
            <a:ln>
              <a:noFill/>
            </a:ln>
          </p:spPr>
          <p:txBody>
            <a:bodyPr anchorCtr="0" anchor="ctr" bIns="0" lIns="0" spcFirstLastPara="1" rIns="0" wrap="square" tIns="0">
              <a:noAutofit/>
            </a:bodyPr>
            <a:lstStyle/>
            <a:p>
              <a:pPr indent="0" lvl="0" marL="0" rtl="0" algn="r">
                <a:spcBef>
                  <a:spcPts val="0"/>
                </a:spcBef>
                <a:spcAft>
                  <a:spcPts val="0"/>
                </a:spcAft>
                <a:buNone/>
              </a:pPr>
              <a:r>
                <a:rPr b="1" i="1" lang="es-419" sz="800">
                  <a:solidFill>
                    <a:srgbClr val="434343"/>
                  </a:solidFill>
                </a:rPr>
                <a:t>Subflujo 1:</a:t>
              </a:r>
              <a:endParaRPr i="1" sz="500">
                <a:solidFill>
                  <a:srgbClr val="666666"/>
                </a:solidFill>
                <a:latin typeface="Arvo"/>
                <a:ea typeface="Arvo"/>
                <a:cs typeface="Arvo"/>
                <a:sym typeface="Arvo"/>
              </a:endParaRPr>
            </a:p>
          </p:txBody>
        </p:sp>
        <p:sp>
          <p:nvSpPr>
            <p:cNvPr id="7589" name="Google Shape;7589;p130"/>
            <p:cNvSpPr txBox="1"/>
            <p:nvPr/>
          </p:nvSpPr>
          <p:spPr>
            <a:xfrm>
              <a:off x="5116238" y="1403775"/>
              <a:ext cx="902400" cy="169200"/>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i="1" lang="es-419" sz="700">
                  <a:solidFill>
                    <a:srgbClr val="434343"/>
                  </a:solidFill>
                </a:rPr>
                <a:t>Pasos del subflujo: </a:t>
              </a:r>
              <a:endParaRPr i="1" sz="400">
                <a:solidFill>
                  <a:srgbClr val="666666"/>
                </a:solidFill>
                <a:latin typeface="Arvo"/>
                <a:ea typeface="Arvo"/>
                <a:cs typeface="Arvo"/>
                <a:sym typeface="Arvo"/>
              </a:endParaRPr>
            </a:p>
          </p:txBody>
        </p:sp>
        <p:grpSp>
          <p:nvGrpSpPr>
            <p:cNvPr id="7590" name="Google Shape;7590;p130"/>
            <p:cNvGrpSpPr/>
            <p:nvPr/>
          </p:nvGrpSpPr>
          <p:grpSpPr>
            <a:xfrm>
              <a:off x="5161463" y="1594275"/>
              <a:ext cx="2376625" cy="200100"/>
              <a:chOff x="624700" y="1498750"/>
              <a:chExt cx="2376625" cy="200100"/>
            </a:xfrm>
          </p:grpSpPr>
          <p:sp>
            <p:nvSpPr>
              <p:cNvPr id="7591" name="Google Shape;7591;p130"/>
              <p:cNvSpPr txBox="1"/>
              <p:nvPr/>
            </p:nvSpPr>
            <p:spPr>
              <a:xfrm>
                <a:off x="747725" y="1498750"/>
                <a:ext cx="2253600" cy="200100"/>
              </a:xfrm>
              <a:prstGeom prst="rect">
                <a:avLst/>
              </a:prstGeom>
              <a:solidFill>
                <a:srgbClr val="F3F3F3"/>
              </a:solidFill>
              <a:ln>
                <a:noFill/>
              </a:ln>
            </p:spPr>
            <p:txBody>
              <a:bodyPr anchorCtr="0" anchor="ctr" bIns="18000" lIns="18000" spcFirstLastPara="1" rIns="18000" wrap="square" tIns="18000">
                <a:noAutofit/>
              </a:bodyPr>
              <a:lstStyle/>
              <a:p>
                <a:pPr indent="0" lvl="0" marL="0" rtl="0" algn="l">
                  <a:spcBef>
                    <a:spcPts val="0"/>
                  </a:spcBef>
                  <a:spcAft>
                    <a:spcPts val="0"/>
                  </a:spcAft>
                  <a:buNone/>
                </a:pPr>
                <a:r>
                  <a:t/>
                </a:r>
                <a:endParaRPr sz="800">
                  <a:solidFill>
                    <a:srgbClr val="434343"/>
                  </a:solidFill>
                </a:endParaRPr>
              </a:p>
            </p:txBody>
          </p:sp>
          <p:sp>
            <p:nvSpPr>
              <p:cNvPr id="7592" name="Google Shape;7592;p130"/>
              <p:cNvSpPr txBox="1"/>
              <p:nvPr/>
            </p:nvSpPr>
            <p:spPr>
              <a:xfrm>
                <a:off x="624700" y="1514200"/>
                <a:ext cx="86100" cy="169200"/>
              </a:xfrm>
              <a:prstGeom prst="rect">
                <a:avLst/>
              </a:prstGeom>
              <a:noFill/>
              <a:ln>
                <a:noFill/>
              </a:ln>
            </p:spPr>
            <p:txBody>
              <a:bodyPr anchorCtr="0" anchor="ctr" bIns="0" lIns="0" spcFirstLastPara="1" rIns="0" wrap="square" tIns="0">
                <a:spAutoFit/>
              </a:bodyPr>
              <a:lstStyle/>
              <a:p>
                <a:pPr indent="0" lvl="0" marL="0" rtl="0" algn="r">
                  <a:spcBef>
                    <a:spcPts val="0"/>
                  </a:spcBef>
                  <a:spcAft>
                    <a:spcPts val="0"/>
                  </a:spcAft>
                  <a:buNone/>
                </a:pPr>
                <a:r>
                  <a:rPr lang="es-419" sz="700">
                    <a:latin typeface="Arvo"/>
                    <a:ea typeface="Arvo"/>
                    <a:cs typeface="Arvo"/>
                    <a:sym typeface="Arvo"/>
                  </a:rPr>
                  <a:t>1.</a:t>
                </a:r>
                <a:endParaRPr sz="700">
                  <a:latin typeface="Arvo"/>
                  <a:ea typeface="Arvo"/>
                  <a:cs typeface="Arvo"/>
                  <a:sym typeface="Arvo"/>
                </a:endParaRPr>
              </a:p>
              <a:p>
                <a:pPr indent="0" lvl="0" marL="0" rtl="0" algn="r">
                  <a:spcBef>
                    <a:spcPts val="0"/>
                  </a:spcBef>
                  <a:spcAft>
                    <a:spcPts val="0"/>
                  </a:spcAft>
                  <a:buNone/>
                </a:pPr>
                <a:r>
                  <a:t/>
                </a:r>
                <a:endParaRPr i="1" sz="400">
                  <a:solidFill>
                    <a:srgbClr val="666666"/>
                  </a:solidFill>
                  <a:latin typeface="Arvo"/>
                  <a:ea typeface="Arvo"/>
                  <a:cs typeface="Arvo"/>
                  <a:sym typeface="Arvo"/>
                </a:endParaRPr>
              </a:p>
            </p:txBody>
          </p:sp>
        </p:grpSp>
        <p:grpSp>
          <p:nvGrpSpPr>
            <p:cNvPr id="7593" name="Google Shape;7593;p130"/>
            <p:cNvGrpSpPr/>
            <p:nvPr/>
          </p:nvGrpSpPr>
          <p:grpSpPr>
            <a:xfrm>
              <a:off x="5161463" y="1816813"/>
              <a:ext cx="2376625" cy="200100"/>
              <a:chOff x="624700" y="1498750"/>
              <a:chExt cx="2376625" cy="200100"/>
            </a:xfrm>
          </p:grpSpPr>
          <p:sp>
            <p:nvSpPr>
              <p:cNvPr id="7594" name="Google Shape;7594;p130"/>
              <p:cNvSpPr txBox="1"/>
              <p:nvPr/>
            </p:nvSpPr>
            <p:spPr>
              <a:xfrm>
                <a:off x="747725" y="1498750"/>
                <a:ext cx="2253600" cy="200100"/>
              </a:xfrm>
              <a:prstGeom prst="rect">
                <a:avLst/>
              </a:prstGeom>
              <a:solidFill>
                <a:srgbClr val="F3F3F3"/>
              </a:solidFill>
              <a:ln>
                <a:noFill/>
              </a:ln>
            </p:spPr>
            <p:txBody>
              <a:bodyPr anchorCtr="0" anchor="ctr" bIns="18000" lIns="18000" spcFirstLastPara="1" rIns="18000" wrap="square" tIns="18000">
                <a:noAutofit/>
              </a:bodyPr>
              <a:lstStyle/>
              <a:p>
                <a:pPr indent="0" lvl="0" marL="0" rtl="0" algn="l">
                  <a:spcBef>
                    <a:spcPts val="0"/>
                  </a:spcBef>
                  <a:spcAft>
                    <a:spcPts val="0"/>
                  </a:spcAft>
                  <a:buNone/>
                </a:pPr>
                <a:r>
                  <a:t/>
                </a:r>
                <a:endParaRPr sz="800">
                  <a:solidFill>
                    <a:srgbClr val="434343"/>
                  </a:solidFill>
                </a:endParaRPr>
              </a:p>
            </p:txBody>
          </p:sp>
          <p:sp>
            <p:nvSpPr>
              <p:cNvPr id="7595" name="Google Shape;7595;p130"/>
              <p:cNvSpPr txBox="1"/>
              <p:nvPr/>
            </p:nvSpPr>
            <p:spPr>
              <a:xfrm>
                <a:off x="624700" y="1514200"/>
                <a:ext cx="86100" cy="169200"/>
              </a:xfrm>
              <a:prstGeom prst="rect">
                <a:avLst/>
              </a:prstGeom>
              <a:noFill/>
              <a:ln>
                <a:noFill/>
              </a:ln>
            </p:spPr>
            <p:txBody>
              <a:bodyPr anchorCtr="0" anchor="ctr" bIns="0" lIns="0" spcFirstLastPara="1" rIns="0" wrap="square" tIns="0">
                <a:spAutoFit/>
              </a:bodyPr>
              <a:lstStyle/>
              <a:p>
                <a:pPr indent="0" lvl="0" marL="0" rtl="0" algn="r">
                  <a:spcBef>
                    <a:spcPts val="0"/>
                  </a:spcBef>
                  <a:spcAft>
                    <a:spcPts val="0"/>
                  </a:spcAft>
                  <a:buNone/>
                </a:pPr>
                <a:r>
                  <a:rPr lang="es-419" sz="700">
                    <a:latin typeface="Arvo"/>
                    <a:ea typeface="Arvo"/>
                    <a:cs typeface="Arvo"/>
                    <a:sym typeface="Arvo"/>
                  </a:rPr>
                  <a:t>2.</a:t>
                </a:r>
                <a:endParaRPr sz="700">
                  <a:latin typeface="Arvo"/>
                  <a:ea typeface="Arvo"/>
                  <a:cs typeface="Arvo"/>
                  <a:sym typeface="Arvo"/>
                </a:endParaRPr>
              </a:p>
              <a:p>
                <a:pPr indent="0" lvl="0" marL="0" rtl="0" algn="r">
                  <a:spcBef>
                    <a:spcPts val="0"/>
                  </a:spcBef>
                  <a:spcAft>
                    <a:spcPts val="0"/>
                  </a:spcAft>
                  <a:buNone/>
                </a:pPr>
                <a:r>
                  <a:t/>
                </a:r>
                <a:endParaRPr i="1" sz="400">
                  <a:solidFill>
                    <a:srgbClr val="666666"/>
                  </a:solidFill>
                  <a:latin typeface="Arvo"/>
                  <a:ea typeface="Arvo"/>
                  <a:cs typeface="Arvo"/>
                  <a:sym typeface="Arvo"/>
                </a:endParaRPr>
              </a:p>
            </p:txBody>
          </p:sp>
        </p:grpSp>
        <p:grpSp>
          <p:nvGrpSpPr>
            <p:cNvPr id="7596" name="Google Shape;7596;p130"/>
            <p:cNvGrpSpPr/>
            <p:nvPr/>
          </p:nvGrpSpPr>
          <p:grpSpPr>
            <a:xfrm>
              <a:off x="5161463" y="2039375"/>
              <a:ext cx="2376625" cy="200100"/>
              <a:chOff x="624700" y="1498750"/>
              <a:chExt cx="2376625" cy="200100"/>
            </a:xfrm>
          </p:grpSpPr>
          <p:sp>
            <p:nvSpPr>
              <p:cNvPr id="7597" name="Google Shape;7597;p130"/>
              <p:cNvSpPr txBox="1"/>
              <p:nvPr/>
            </p:nvSpPr>
            <p:spPr>
              <a:xfrm>
                <a:off x="747725" y="1498750"/>
                <a:ext cx="2253600" cy="200100"/>
              </a:xfrm>
              <a:prstGeom prst="rect">
                <a:avLst/>
              </a:prstGeom>
              <a:solidFill>
                <a:srgbClr val="F3F3F3"/>
              </a:solidFill>
              <a:ln>
                <a:noFill/>
              </a:ln>
            </p:spPr>
            <p:txBody>
              <a:bodyPr anchorCtr="0" anchor="ctr" bIns="18000" lIns="18000" spcFirstLastPara="1" rIns="18000" wrap="square" tIns="18000">
                <a:noAutofit/>
              </a:bodyPr>
              <a:lstStyle/>
              <a:p>
                <a:pPr indent="0" lvl="0" marL="0" rtl="0" algn="l">
                  <a:spcBef>
                    <a:spcPts val="0"/>
                  </a:spcBef>
                  <a:spcAft>
                    <a:spcPts val="0"/>
                  </a:spcAft>
                  <a:buNone/>
                </a:pPr>
                <a:r>
                  <a:t/>
                </a:r>
                <a:endParaRPr sz="800">
                  <a:solidFill>
                    <a:srgbClr val="434343"/>
                  </a:solidFill>
                </a:endParaRPr>
              </a:p>
            </p:txBody>
          </p:sp>
          <p:sp>
            <p:nvSpPr>
              <p:cNvPr id="7598" name="Google Shape;7598;p130"/>
              <p:cNvSpPr txBox="1"/>
              <p:nvPr/>
            </p:nvSpPr>
            <p:spPr>
              <a:xfrm>
                <a:off x="624700" y="1514200"/>
                <a:ext cx="86100" cy="169200"/>
              </a:xfrm>
              <a:prstGeom prst="rect">
                <a:avLst/>
              </a:prstGeom>
              <a:noFill/>
              <a:ln>
                <a:noFill/>
              </a:ln>
            </p:spPr>
            <p:txBody>
              <a:bodyPr anchorCtr="0" anchor="ctr" bIns="0" lIns="0" spcFirstLastPara="1" rIns="0" wrap="square" tIns="0">
                <a:spAutoFit/>
              </a:bodyPr>
              <a:lstStyle/>
              <a:p>
                <a:pPr indent="0" lvl="0" marL="0" rtl="0" algn="r">
                  <a:spcBef>
                    <a:spcPts val="0"/>
                  </a:spcBef>
                  <a:spcAft>
                    <a:spcPts val="0"/>
                  </a:spcAft>
                  <a:buNone/>
                </a:pPr>
                <a:r>
                  <a:rPr lang="es-419" sz="700">
                    <a:latin typeface="Arvo"/>
                    <a:ea typeface="Arvo"/>
                    <a:cs typeface="Arvo"/>
                    <a:sym typeface="Arvo"/>
                  </a:rPr>
                  <a:t>3.</a:t>
                </a:r>
                <a:endParaRPr sz="700">
                  <a:latin typeface="Arvo"/>
                  <a:ea typeface="Arvo"/>
                  <a:cs typeface="Arvo"/>
                  <a:sym typeface="Arvo"/>
                </a:endParaRPr>
              </a:p>
              <a:p>
                <a:pPr indent="0" lvl="0" marL="0" rtl="0" algn="r">
                  <a:spcBef>
                    <a:spcPts val="0"/>
                  </a:spcBef>
                  <a:spcAft>
                    <a:spcPts val="0"/>
                  </a:spcAft>
                  <a:buNone/>
                </a:pPr>
                <a:r>
                  <a:t/>
                </a:r>
                <a:endParaRPr i="1" sz="400">
                  <a:solidFill>
                    <a:srgbClr val="666666"/>
                  </a:solidFill>
                  <a:latin typeface="Arvo"/>
                  <a:ea typeface="Arvo"/>
                  <a:cs typeface="Arvo"/>
                  <a:sym typeface="Arvo"/>
                </a:endParaRPr>
              </a:p>
            </p:txBody>
          </p:sp>
        </p:grpSp>
        <p:grpSp>
          <p:nvGrpSpPr>
            <p:cNvPr id="7599" name="Google Shape;7599;p130"/>
            <p:cNvGrpSpPr/>
            <p:nvPr/>
          </p:nvGrpSpPr>
          <p:grpSpPr>
            <a:xfrm>
              <a:off x="5161463" y="2261913"/>
              <a:ext cx="2376625" cy="200100"/>
              <a:chOff x="624700" y="1498750"/>
              <a:chExt cx="2376625" cy="200100"/>
            </a:xfrm>
          </p:grpSpPr>
          <p:sp>
            <p:nvSpPr>
              <p:cNvPr id="7600" name="Google Shape;7600;p130"/>
              <p:cNvSpPr txBox="1"/>
              <p:nvPr/>
            </p:nvSpPr>
            <p:spPr>
              <a:xfrm>
                <a:off x="747725" y="1498750"/>
                <a:ext cx="2253600" cy="200100"/>
              </a:xfrm>
              <a:prstGeom prst="rect">
                <a:avLst/>
              </a:prstGeom>
              <a:solidFill>
                <a:srgbClr val="F3F3F3"/>
              </a:solidFill>
              <a:ln>
                <a:noFill/>
              </a:ln>
            </p:spPr>
            <p:txBody>
              <a:bodyPr anchorCtr="0" anchor="ctr" bIns="18000" lIns="18000" spcFirstLastPara="1" rIns="18000" wrap="square" tIns="18000">
                <a:noAutofit/>
              </a:bodyPr>
              <a:lstStyle/>
              <a:p>
                <a:pPr indent="0" lvl="0" marL="0" rtl="0" algn="l">
                  <a:spcBef>
                    <a:spcPts val="0"/>
                  </a:spcBef>
                  <a:spcAft>
                    <a:spcPts val="0"/>
                  </a:spcAft>
                  <a:buNone/>
                </a:pPr>
                <a:r>
                  <a:t/>
                </a:r>
                <a:endParaRPr sz="800">
                  <a:solidFill>
                    <a:srgbClr val="434343"/>
                  </a:solidFill>
                </a:endParaRPr>
              </a:p>
            </p:txBody>
          </p:sp>
          <p:sp>
            <p:nvSpPr>
              <p:cNvPr id="7601" name="Google Shape;7601;p130"/>
              <p:cNvSpPr txBox="1"/>
              <p:nvPr/>
            </p:nvSpPr>
            <p:spPr>
              <a:xfrm>
                <a:off x="624700" y="1514200"/>
                <a:ext cx="86100" cy="169200"/>
              </a:xfrm>
              <a:prstGeom prst="rect">
                <a:avLst/>
              </a:prstGeom>
              <a:noFill/>
              <a:ln>
                <a:noFill/>
              </a:ln>
            </p:spPr>
            <p:txBody>
              <a:bodyPr anchorCtr="0" anchor="ctr" bIns="0" lIns="0" spcFirstLastPara="1" rIns="0" wrap="square" tIns="0">
                <a:spAutoFit/>
              </a:bodyPr>
              <a:lstStyle/>
              <a:p>
                <a:pPr indent="0" lvl="0" marL="0" rtl="0" algn="r">
                  <a:spcBef>
                    <a:spcPts val="0"/>
                  </a:spcBef>
                  <a:spcAft>
                    <a:spcPts val="0"/>
                  </a:spcAft>
                  <a:buNone/>
                </a:pPr>
                <a:r>
                  <a:rPr lang="es-419" sz="700">
                    <a:latin typeface="Arvo"/>
                    <a:ea typeface="Arvo"/>
                    <a:cs typeface="Arvo"/>
                    <a:sym typeface="Arvo"/>
                  </a:rPr>
                  <a:t>4.</a:t>
                </a:r>
                <a:endParaRPr sz="700">
                  <a:latin typeface="Arvo"/>
                  <a:ea typeface="Arvo"/>
                  <a:cs typeface="Arvo"/>
                  <a:sym typeface="Arvo"/>
                </a:endParaRPr>
              </a:p>
              <a:p>
                <a:pPr indent="0" lvl="0" marL="0" rtl="0" algn="r">
                  <a:spcBef>
                    <a:spcPts val="0"/>
                  </a:spcBef>
                  <a:spcAft>
                    <a:spcPts val="0"/>
                  </a:spcAft>
                  <a:buNone/>
                </a:pPr>
                <a:r>
                  <a:t/>
                </a:r>
                <a:endParaRPr i="1" sz="400">
                  <a:solidFill>
                    <a:srgbClr val="666666"/>
                  </a:solidFill>
                  <a:latin typeface="Arvo"/>
                  <a:ea typeface="Arvo"/>
                  <a:cs typeface="Arvo"/>
                  <a:sym typeface="Arvo"/>
                </a:endParaRPr>
              </a:p>
            </p:txBody>
          </p:sp>
        </p:grpSp>
        <p:grpSp>
          <p:nvGrpSpPr>
            <p:cNvPr id="7602" name="Google Shape;7602;p130"/>
            <p:cNvGrpSpPr/>
            <p:nvPr/>
          </p:nvGrpSpPr>
          <p:grpSpPr>
            <a:xfrm>
              <a:off x="5161463" y="2490338"/>
              <a:ext cx="2376625" cy="200100"/>
              <a:chOff x="624700" y="1498750"/>
              <a:chExt cx="2376625" cy="200100"/>
            </a:xfrm>
          </p:grpSpPr>
          <p:sp>
            <p:nvSpPr>
              <p:cNvPr id="7603" name="Google Shape;7603;p130"/>
              <p:cNvSpPr txBox="1"/>
              <p:nvPr/>
            </p:nvSpPr>
            <p:spPr>
              <a:xfrm>
                <a:off x="747725" y="1498750"/>
                <a:ext cx="2253600" cy="200100"/>
              </a:xfrm>
              <a:prstGeom prst="rect">
                <a:avLst/>
              </a:prstGeom>
              <a:solidFill>
                <a:srgbClr val="F3F3F3"/>
              </a:solidFill>
              <a:ln>
                <a:noFill/>
              </a:ln>
            </p:spPr>
            <p:txBody>
              <a:bodyPr anchorCtr="0" anchor="ctr" bIns="18000" lIns="18000" spcFirstLastPara="1" rIns="18000" wrap="square" tIns="18000">
                <a:noAutofit/>
              </a:bodyPr>
              <a:lstStyle/>
              <a:p>
                <a:pPr indent="0" lvl="0" marL="0" rtl="0" algn="l">
                  <a:spcBef>
                    <a:spcPts val="0"/>
                  </a:spcBef>
                  <a:spcAft>
                    <a:spcPts val="0"/>
                  </a:spcAft>
                  <a:buNone/>
                </a:pPr>
                <a:r>
                  <a:t/>
                </a:r>
                <a:endParaRPr sz="800">
                  <a:solidFill>
                    <a:srgbClr val="434343"/>
                  </a:solidFill>
                </a:endParaRPr>
              </a:p>
            </p:txBody>
          </p:sp>
          <p:sp>
            <p:nvSpPr>
              <p:cNvPr id="7604" name="Google Shape;7604;p130"/>
              <p:cNvSpPr txBox="1"/>
              <p:nvPr/>
            </p:nvSpPr>
            <p:spPr>
              <a:xfrm>
                <a:off x="624700" y="1514200"/>
                <a:ext cx="86100" cy="169200"/>
              </a:xfrm>
              <a:prstGeom prst="rect">
                <a:avLst/>
              </a:prstGeom>
              <a:noFill/>
              <a:ln>
                <a:noFill/>
              </a:ln>
            </p:spPr>
            <p:txBody>
              <a:bodyPr anchorCtr="0" anchor="ctr" bIns="0" lIns="0" spcFirstLastPara="1" rIns="0" wrap="square" tIns="0">
                <a:spAutoFit/>
              </a:bodyPr>
              <a:lstStyle/>
              <a:p>
                <a:pPr indent="0" lvl="0" marL="0" rtl="0" algn="r">
                  <a:spcBef>
                    <a:spcPts val="0"/>
                  </a:spcBef>
                  <a:spcAft>
                    <a:spcPts val="0"/>
                  </a:spcAft>
                  <a:buNone/>
                </a:pPr>
                <a:r>
                  <a:rPr lang="es-419" sz="700">
                    <a:latin typeface="Arvo"/>
                    <a:ea typeface="Arvo"/>
                    <a:cs typeface="Arvo"/>
                    <a:sym typeface="Arvo"/>
                  </a:rPr>
                  <a:t>5.</a:t>
                </a:r>
                <a:endParaRPr sz="700">
                  <a:latin typeface="Arvo"/>
                  <a:ea typeface="Arvo"/>
                  <a:cs typeface="Arvo"/>
                  <a:sym typeface="Arvo"/>
                </a:endParaRPr>
              </a:p>
              <a:p>
                <a:pPr indent="0" lvl="0" marL="0" rtl="0" algn="r">
                  <a:spcBef>
                    <a:spcPts val="0"/>
                  </a:spcBef>
                  <a:spcAft>
                    <a:spcPts val="0"/>
                  </a:spcAft>
                  <a:buNone/>
                </a:pPr>
                <a:r>
                  <a:t/>
                </a:r>
                <a:endParaRPr i="1" sz="400">
                  <a:solidFill>
                    <a:srgbClr val="666666"/>
                  </a:solidFill>
                  <a:latin typeface="Arvo"/>
                  <a:ea typeface="Arvo"/>
                  <a:cs typeface="Arvo"/>
                  <a:sym typeface="Arvo"/>
                </a:endParaRPr>
              </a:p>
            </p:txBody>
          </p:sp>
        </p:grpSp>
      </p:grpSp>
      <p:grpSp>
        <p:nvGrpSpPr>
          <p:cNvPr id="7605" name="Google Shape;7605;p130"/>
          <p:cNvGrpSpPr/>
          <p:nvPr/>
        </p:nvGrpSpPr>
        <p:grpSpPr>
          <a:xfrm>
            <a:off x="3031238" y="1002325"/>
            <a:ext cx="2562300" cy="1786500"/>
            <a:chOff x="4624325" y="4703025"/>
            <a:chExt cx="2562300" cy="1786500"/>
          </a:xfrm>
        </p:grpSpPr>
        <p:sp>
          <p:nvSpPr>
            <p:cNvPr id="7606" name="Google Shape;7606;p130"/>
            <p:cNvSpPr/>
            <p:nvPr/>
          </p:nvSpPr>
          <p:spPr>
            <a:xfrm>
              <a:off x="4624325" y="4703025"/>
              <a:ext cx="2562300" cy="1786500"/>
            </a:xfrm>
            <a:prstGeom prst="roundRect">
              <a:avLst>
                <a:gd fmla="val 3233" name="adj"/>
              </a:avLst>
            </a:prstGeom>
            <a:solidFill>
              <a:srgbClr val="FFFFFF"/>
            </a:solidFill>
            <a:ln cap="flat" cmpd="sng" w="9525">
              <a:solidFill>
                <a:srgbClr val="EFEFEF"/>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t" bIns="18000" lIns="18000" spcFirstLastPara="1" rIns="18000" wrap="square" tIns="18000">
              <a:noAutofit/>
            </a:bodyPr>
            <a:lstStyle/>
            <a:p>
              <a:pPr indent="0" lvl="0" marL="0" rtl="0" algn="l">
                <a:spcBef>
                  <a:spcPts val="0"/>
                </a:spcBef>
                <a:spcAft>
                  <a:spcPts val="0"/>
                </a:spcAft>
                <a:buNone/>
              </a:pPr>
              <a:r>
                <a:t/>
              </a:r>
              <a:endParaRPr b="1" i="1" sz="900">
                <a:solidFill>
                  <a:srgbClr val="434343"/>
                </a:solidFill>
              </a:endParaRPr>
            </a:p>
          </p:txBody>
        </p:sp>
        <p:sp>
          <p:nvSpPr>
            <p:cNvPr id="7607" name="Google Shape;7607;p130"/>
            <p:cNvSpPr txBox="1"/>
            <p:nvPr/>
          </p:nvSpPr>
          <p:spPr>
            <a:xfrm>
              <a:off x="5596488" y="4754775"/>
              <a:ext cx="1527600" cy="133800"/>
            </a:xfrm>
            <a:prstGeom prst="rect">
              <a:avLst/>
            </a:prstGeom>
            <a:solidFill>
              <a:srgbClr val="F3F3F3"/>
            </a:solidFill>
            <a:ln>
              <a:noFill/>
            </a:ln>
          </p:spPr>
          <p:txBody>
            <a:bodyPr anchorCtr="0" anchor="ctr" bIns="18000" lIns="18000" spcFirstLastPara="1" rIns="18000" wrap="square" tIns="18000">
              <a:noAutofit/>
            </a:bodyPr>
            <a:lstStyle/>
            <a:p>
              <a:pPr indent="0" lvl="0" marL="0" rtl="0" algn="l">
                <a:spcBef>
                  <a:spcPts val="0"/>
                </a:spcBef>
                <a:spcAft>
                  <a:spcPts val="0"/>
                </a:spcAft>
                <a:buNone/>
              </a:pPr>
              <a:r>
                <a:t/>
              </a:r>
              <a:endParaRPr sz="800">
                <a:solidFill>
                  <a:srgbClr val="434343"/>
                </a:solidFill>
              </a:endParaRPr>
            </a:p>
          </p:txBody>
        </p:sp>
        <p:sp>
          <p:nvSpPr>
            <p:cNvPr id="7608" name="Google Shape;7608;p130"/>
            <p:cNvSpPr txBox="1"/>
            <p:nvPr/>
          </p:nvSpPr>
          <p:spPr>
            <a:xfrm>
              <a:off x="4671950" y="4727550"/>
              <a:ext cx="902400" cy="169200"/>
            </a:xfrm>
            <a:prstGeom prst="rect">
              <a:avLst/>
            </a:prstGeom>
            <a:noFill/>
            <a:ln>
              <a:noFill/>
            </a:ln>
          </p:spPr>
          <p:txBody>
            <a:bodyPr anchorCtr="0" anchor="ctr" bIns="0" lIns="0" spcFirstLastPara="1" rIns="0" wrap="square" tIns="0">
              <a:noAutofit/>
            </a:bodyPr>
            <a:lstStyle/>
            <a:p>
              <a:pPr indent="0" lvl="0" marL="0" rtl="0" algn="r">
                <a:spcBef>
                  <a:spcPts val="0"/>
                </a:spcBef>
                <a:spcAft>
                  <a:spcPts val="0"/>
                </a:spcAft>
                <a:buNone/>
              </a:pPr>
              <a:r>
                <a:rPr b="1" i="1" lang="es-419" sz="800">
                  <a:solidFill>
                    <a:srgbClr val="434343"/>
                  </a:solidFill>
                </a:rPr>
                <a:t>Flujo Alterno 1:</a:t>
              </a:r>
              <a:endParaRPr i="1" sz="500">
                <a:solidFill>
                  <a:srgbClr val="666666"/>
                </a:solidFill>
                <a:latin typeface="Arvo"/>
                <a:ea typeface="Arvo"/>
                <a:cs typeface="Arvo"/>
                <a:sym typeface="Arvo"/>
              </a:endParaRPr>
            </a:p>
          </p:txBody>
        </p:sp>
        <p:sp>
          <p:nvSpPr>
            <p:cNvPr id="7609" name="Google Shape;7609;p130"/>
            <p:cNvSpPr txBox="1"/>
            <p:nvPr/>
          </p:nvSpPr>
          <p:spPr>
            <a:xfrm>
              <a:off x="5594263" y="4945275"/>
              <a:ext cx="1527600" cy="133800"/>
            </a:xfrm>
            <a:prstGeom prst="rect">
              <a:avLst/>
            </a:prstGeom>
            <a:solidFill>
              <a:srgbClr val="F3F3F3"/>
            </a:solidFill>
            <a:ln>
              <a:noFill/>
            </a:ln>
          </p:spPr>
          <p:txBody>
            <a:bodyPr anchorCtr="0" anchor="ctr" bIns="18000" lIns="18000" spcFirstLastPara="1" rIns="18000" wrap="square" tIns="18000">
              <a:noAutofit/>
            </a:bodyPr>
            <a:lstStyle/>
            <a:p>
              <a:pPr indent="0" lvl="0" marL="0" rtl="0" algn="l">
                <a:spcBef>
                  <a:spcPts val="0"/>
                </a:spcBef>
                <a:spcAft>
                  <a:spcPts val="0"/>
                </a:spcAft>
                <a:buNone/>
              </a:pPr>
              <a:r>
                <a:t/>
              </a:r>
              <a:endParaRPr sz="800">
                <a:solidFill>
                  <a:srgbClr val="434343"/>
                </a:solidFill>
              </a:endParaRPr>
            </a:p>
          </p:txBody>
        </p:sp>
        <p:sp>
          <p:nvSpPr>
            <p:cNvPr id="7610" name="Google Shape;7610;p130"/>
            <p:cNvSpPr txBox="1"/>
            <p:nvPr/>
          </p:nvSpPr>
          <p:spPr>
            <a:xfrm>
              <a:off x="4665138" y="4918050"/>
              <a:ext cx="902400" cy="169200"/>
            </a:xfrm>
            <a:prstGeom prst="rect">
              <a:avLst/>
            </a:prstGeom>
            <a:noFill/>
            <a:ln>
              <a:noFill/>
            </a:ln>
          </p:spPr>
          <p:txBody>
            <a:bodyPr anchorCtr="0" anchor="ctr" bIns="0" lIns="0" spcFirstLastPara="1" rIns="0" wrap="square" tIns="0">
              <a:noAutofit/>
            </a:bodyPr>
            <a:lstStyle/>
            <a:p>
              <a:pPr indent="0" lvl="0" marL="0" rtl="0" algn="r">
                <a:spcBef>
                  <a:spcPts val="0"/>
                </a:spcBef>
                <a:spcAft>
                  <a:spcPts val="0"/>
                </a:spcAft>
                <a:buNone/>
              </a:pPr>
              <a:r>
                <a:rPr i="1" lang="es-419" sz="700">
                  <a:solidFill>
                    <a:srgbClr val="434343"/>
                  </a:solidFill>
                </a:rPr>
                <a:t>Paso del flujo básico:</a:t>
              </a:r>
              <a:endParaRPr i="1" sz="400">
                <a:solidFill>
                  <a:srgbClr val="666666"/>
                </a:solidFill>
                <a:latin typeface="Arvo"/>
                <a:ea typeface="Arvo"/>
                <a:cs typeface="Arvo"/>
                <a:sym typeface="Arvo"/>
              </a:endParaRPr>
            </a:p>
          </p:txBody>
        </p:sp>
        <p:sp>
          <p:nvSpPr>
            <p:cNvPr id="7611" name="Google Shape;7611;p130"/>
            <p:cNvSpPr txBox="1"/>
            <p:nvPr/>
          </p:nvSpPr>
          <p:spPr>
            <a:xfrm>
              <a:off x="4671938" y="5108550"/>
              <a:ext cx="902400" cy="169200"/>
            </a:xfrm>
            <a:prstGeom prst="rect">
              <a:avLst/>
            </a:prstGeom>
            <a:noFill/>
            <a:ln>
              <a:noFill/>
            </a:ln>
          </p:spPr>
          <p:txBody>
            <a:bodyPr anchorCtr="0" anchor="ctr" bIns="0" lIns="0" spcFirstLastPara="1" rIns="0" wrap="square" tIns="0">
              <a:noAutofit/>
            </a:bodyPr>
            <a:lstStyle/>
            <a:p>
              <a:pPr indent="0" lvl="0" marL="0" rtl="0" algn="r">
                <a:spcBef>
                  <a:spcPts val="0"/>
                </a:spcBef>
                <a:spcAft>
                  <a:spcPts val="0"/>
                </a:spcAft>
                <a:buNone/>
              </a:pPr>
              <a:r>
                <a:rPr i="1" lang="es-419" sz="700">
                  <a:solidFill>
                    <a:srgbClr val="434343"/>
                  </a:solidFill>
                </a:rPr>
                <a:t>Pasos del flujo alterno:</a:t>
              </a:r>
              <a:endParaRPr i="1" sz="400">
                <a:solidFill>
                  <a:srgbClr val="666666"/>
                </a:solidFill>
                <a:latin typeface="Arvo"/>
                <a:ea typeface="Arvo"/>
                <a:cs typeface="Arvo"/>
                <a:sym typeface="Arvo"/>
              </a:endParaRPr>
            </a:p>
          </p:txBody>
        </p:sp>
        <p:grpSp>
          <p:nvGrpSpPr>
            <p:cNvPr id="7612" name="Google Shape;7612;p130"/>
            <p:cNvGrpSpPr/>
            <p:nvPr/>
          </p:nvGrpSpPr>
          <p:grpSpPr>
            <a:xfrm>
              <a:off x="4717163" y="5299050"/>
              <a:ext cx="2376625" cy="200100"/>
              <a:chOff x="624700" y="1498750"/>
              <a:chExt cx="2376625" cy="200100"/>
            </a:xfrm>
          </p:grpSpPr>
          <p:sp>
            <p:nvSpPr>
              <p:cNvPr id="7613" name="Google Shape;7613;p130"/>
              <p:cNvSpPr txBox="1"/>
              <p:nvPr/>
            </p:nvSpPr>
            <p:spPr>
              <a:xfrm>
                <a:off x="747725" y="1498750"/>
                <a:ext cx="2253600" cy="200100"/>
              </a:xfrm>
              <a:prstGeom prst="rect">
                <a:avLst/>
              </a:prstGeom>
              <a:solidFill>
                <a:srgbClr val="F3F3F3"/>
              </a:solidFill>
              <a:ln>
                <a:noFill/>
              </a:ln>
            </p:spPr>
            <p:txBody>
              <a:bodyPr anchorCtr="0" anchor="ctr" bIns="18000" lIns="18000" spcFirstLastPara="1" rIns="18000" wrap="square" tIns="18000">
                <a:noAutofit/>
              </a:bodyPr>
              <a:lstStyle/>
              <a:p>
                <a:pPr indent="0" lvl="0" marL="0" rtl="0" algn="l">
                  <a:spcBef>
                    <a:spcPts val="0"/>
                  </a:spcBef>
                  <a:spcAft>
                    <a:spcPts val="0"/>
                  </a:spcAft>
                  <a:buNone/>
                </a:pPr>
                <a:r>
                  <a:t/>
                </a:r>
                <a:endParaRPr sz="800">
                  <a:solidFill>
                    <a:srgbClr val="434343"/>
                  </a:solidFill>
                </a:endParaRPr>
              </a:p>
            </p:txBody>
          </p:sp>
          <p:sp>
            <p:nvSpPr>
              <p:cNvPr id="7614" name="Google Shape;7614;p130"/>
              <p:cNvSpPr txBox="1"/>
              <p:nvPr/>
            </p:nvSpPr>
            <p:spPr>
              <a:xfrm>
                <a:off x="624700" y="1514200"/>
                <a:ext cx="86100" cy="169200"/>
              </a:xfrm>
              <a:prstGeom prst="rect">
                <a:avLst/>
              </a:prstGeom>
              <a:noFill/>
              <a:ln>
                <a:noFill/>
              </a:ln>
            </p:spPr>
            <p:txBody>
              <a:bodyPr anchorCtr="0" anchor="ctr" bIns="0" lIns="0" spcFirstLastPara="1" rIns="0" wrap="square" tIns="0">
                <a:spAutoFit/>
              </a:bodyPr>
              <a:lstStyle/>
              <a:p>
                <a:pPr indent="0" lvl="0" marL="0" rtl="0" algn="r">
                  <a:spcBef>
                    <a:spcPts val="0"/>
                  </a:spcBef>
                  <a:spcAft>
                    <a:spcPts val="0"/>
                  </a:spcAft>
                  <a:buNone/>
                </a:pPr>
                <a:r>
                  <a:rPr lang="es-419" sz="700">
                    <a:latin typeface="Arvo"/>
                    <a:ea typeface="Arvo"/>
                    <a:cs typeface="Arvo"/>
                    <a:sym typeface="Arvo"/>
                  </a:rPr>
                  <a:t>1.</a:t>
                </a:r>
                <a:endParaRPr sz="700">
                  <a:latin typeface="Arvo"/>
                  <a:ea typeface="Arvo"/>
                  <a:cs typeface="Arvo"/>
                  <a:sym typeface="Arvo"/>
                </a:endParaRPr>
              </a:p>
              <a:p>
                <a:pPr indent="0" lvl="0" marL="0" rtl="0" algn="r">
                  <a:spcBef>
                    <a:spcPts val="0"/>
                  </a:spcBef>
                  <a:spcAft>
                    <a:spcPts val="0"/>
                  </a:spcAft>
                  <a:buNone/>
                </a:pPr>
                <a:r>
                  <a:t/>
                </a:r>
                <a:endParaRPr i="1" sz="400">
                  <a:solidFill>
                    <a:srgbClr val="666666"/>
                  </a:solidFill>
                  <a:latin typeface="Arvo"/>
                  <a:ea typeface="Arvo"/>
                  <a:cs typeface="Arvo"/>
                  <a:sym typeface="Arvo"/>
                </a:endParaRPr>
              </a:p>
            </p:txBody>
          </p:sp>
        </p:grpSp>
        <p:grpSp>
          <p:nvGrpSpPr>
            <p:cNvPr id="7615" name="Google Shape;7615;p130"/>
            <p:cNvGrpSpPr/>
            <p:nvPr/>
          </p:nvGrpSpPr>
          <p:grpSpPr>
            <a:xfrm>
              <a:off x="4717163" y="5521588"/>
              <a:ext cx="2376625" cy="200100"/>
              <a:chOff x="624700" y="1498750"/>
              <a:chExt cx="2376625" cy="200100"/>
            </a:xfrm>
          </p:grpSpPr>
          <p:sp>
            <p:nvSpPr>
              <p:cNvPr id="7616" name="Google Shape;7616;p130"/>
              <p:cNvSpPr txBox="1"/>
              <p:nvPr/>
            </p:nvSpPr>
            <p:spPr>
              <a:xfrm>
                <a:off x="747725" y="1498750"/>
                <a:ext cx="2253600" cy="200100"/>
              </a:xfrm>
              <a:prstGeom prst="rect">
                <a:avLst/>
              </a:prstGeom>
              <a:solidFill>
                <a:srgbClr val="F3F3F3"/>
              </a:solidFill>
              <a:ln>
                <a:noFill/>
              </a:ln>
            </p:spPr>
            <p:txBody>
              <a:bodyPr anchorCtr="0" anchor="ctr" bIns="18000" lIns="18000" spcFirstLastPara="1" rIns="18000" wrap="square" tIns="18000">
                <a:noAutofit/>
              </a:bodyPr>
              <a:lstStyle/>
              <a:p>
                <a:pPr indent="0" lvl="0" marL="0" rtl="0" algn="l">
                  <a:spcBef>
                    <a:spcPts val="0"/>
                  </a:spcBef>
                  <a:spcAft>
                    <a:spcPts val="0"/>
                  </a:spcAft>
                  <a:buNone/>
                </a:pPr>
                <a:r>
                  <a:t/>
                </a:r>
                <a:endParaRPr sz="800">
                  <a:solidFill>
                    <a:srgbClr val="434343"/>
                  </a:solidFill>
                </a:endParaRPr>
              </a:p>
            </p:txBody>
          </p:sp>
          <p:sp>
            <p:nvSpPr>
              <p:cNvPr id="7617" name="Google Shape;7617;p130"/>
              <p:cNvSpPr txBox="1"/>
              <p:nvPr/>
            </p:nvSpPr>
            <p:spPr>
              <a:xfrm>
                <a:off x="624700" y="1514200"/>
                <a:ext cx="86100" cy="169200"/>
              </a:xfrm>
              <a:prstGeom prst="rect">
                <a:avLst/>
              </a:prstGeom>
              <a:noFill/>
              <a:ln>
                <a:noFill/>
              </a:ln>
            </p:spPr>
            <p:txBody>
              <a:bodyPr anchorCtr="0" anchor="ctr" bIns="0" lIns="0" spcFirstLastPara="1" rIns="0" wrap="square" tIns="0">
                <a:spAutoFit/>
              </a:bodyPr>
              <a:lstStyle/>
              <a:p>
                <a:pPr indent="0" lvl="0" marL="0" rtl="0" algn="r">
                  <a:spcBef>
                    <a:spcPts val="0"/>
                  </a:spcBef>
                  <a:spcAft>
                    <a:spcPts val="0"/>
                  </a:spcAft>
                  <a:buNone/>
                </a:pPr>
                <a:r>
                  <a:rPr lang="es-419" sz="700">
                    <a:latin typeface="Arvo"/>
                    <a:ea typeface="Arvo"/>
                    <a:cs typeface="Arvo"/>
                    <a:sym typeface="Arvo"/>
                  </a:rPr>
                  <a:t>2.</a:t>
                </a:r>
                <a:endParaRPr sz="700">
                  <a:latin typeface="Arvo"/>
                  <a:ea typeface="Arvo"/>
                  <a:cs typeface="Arvo"/>
                  <a:sym typeface="Arvo"/>
                </a:endParaRPr>
              </a:p>
              <a:p>
                <a:pPr indent="0" lvl="0" marL="0" rtl="0" algn="r">
                  <a:spcBef>
                    <a:spcPts val="0"/>
                  </a:spcBef>
                  <a:spcAft>
                    <a:spcPts val="0"/>
                  </a:spcAft>
                  <a:buNone/>
                </a:pPr>
                <a:r>
                  <a:t/>
                </a:r>
                <a:endParaRPr i="1" sz="400">
                  <a:solidFill>
                    <a:srgbClr val="666666"/>
                  </a:solidFill>
                  <a:latin typeface="Arvo"/>
                  <a:ea typeface="Arvo"/>
                  <a:cs typeface="Arvo"/>
                  <a:sym typeface="Arvo"/>
                </a:endParaRPr>
              </a:p>
            </p:txBody>
          </p:sp>
        </p:grpSp>
        <p:grpSp>
          <p:nvGrpSpPr>
            <p:cNvPr id="7618" name="Google Shape;7618;p130"/>
            <p:cNvGrpSpPr/>
            <p:nvPr/>
          </p:nvGrpSpPr>
          <p:grpSpPr>
            <a:xfrm>
              <a:off x="4717163" y="5744150"/>
              <a:ext cx="2376625" cy="200100"/>
              <a:chOff x="624700" y="1498750"/>
              <a:chExt cx="2376625" cy="200100"/>
            </a:xfrm>
          </p:grpSpPr>
          <p:sp>
            <p:nvSpPr>
              <p:cNvPr id="7619" name="Google Shape;7619;p130"/>
              <p:cNvSpPr txBox="1"/>
              <p:nvPr/>
            </p:nvSpPr>
            <p:spPr>
              <a:xfrm>
                <a:off x="747725" y="1498750"/>
                <a:ext cx="2253600" cy="200100"/>
              </a:xfrm>
              <a:prstGeom prst="rect">
                <a:avLst/>
              </a:prstGeom>
              <a:solidFill>
                <a:srgbClr val="F3F3F3"/>
              </a:solidFill>
              <a:ln>
                <a:noFill/>
              </a:ln>
            </p:spPr>
            <p:txBody>
              <a:bodyPr anchorCtr="0" anchor="ctr" bIns="18000" lIns="18000" spcFirstLastPara="1" rIns="18000" wrap="square" tIns="18000">
                <a:noAutofit/>
              </a:bodyPr>
              <a:lstStyle/>
              <a:p>
                <a:pPr indent="0" lvl="0" marL="0" rtl="0" algn="l">
                  <a:spcBef>
                    <a:spcPts val="0"/>
                  </a:spcBef>
                  <a:spcAft>
                    <a:spcPts val="0"/>
                  </a:spcAft>
                  <a:buNone/>
                </a:pPr>
                <a:r>
                  <a:t/>
                </a:r>
                <a:endParaRPr sz="800">
                  <a:solidFill>
                    <a:srgbClr val="434343"/>
                  </a:solidFill>
                </a:endParaRPr>
              </a:p>
            </p:txBody>
          </p:sp>
          <p:sp>
            <p:nvSpPr>
              <p:cNvPr id="7620" name="Google Shape;7620;p130"/>
              <p:cNvSpPr txBox="1"/>
              <p:nvPr/>
            </p:nvSpPr>
            <p:spPr>
              <a:xfrm>
                <a:off x="624700" y="1514200"/>
                <a:ext cx="86100" cy="169200"/>
              </a:xfrm>
              <a:prstGeom prst="rect">
                <a:avLst/>
              </a:prstGeom>
              <a:noFill/>
              <a:ln>
                <a:noFill/>
              </a:ln>
            </p:spPr>
            <p:txBody>
              <a:bodyPr anchorCtr="0" anchor="ctr" bIns="0" lIns="0" spcFirstLastPara="1" rIns="0" wrap="square" tIns="0">
                <a:spAutoFit/>
              </a:bodyPr>
              <a:lstStyle/>
              <a:p>
                <a:pPr indent="0" lvl="0" marL="0" rtl="0" algn="r">
                  <a:spcBef>
                    <a:spcPts val="0"/>
                  </a:spcBef>
                  <a:spcAft>
                    <a:spcPts val="0"/>
                  </a:spcAft>
                  <a:buNone/>
                </a:pPr>
                <a:r>
                  <a:rPr lang="es-419" sz="700">
                    <a:latin typeface="Arvo"/>
                    <a:ea typeface="Arvo"/>
                    <a:cs typeface="Arvo"/>
                    <a:sym typeface="Arvo"/>
                  </a:rPr>
                  <a:t>3.</a:t>
                </a:r>
                <a:endParaRPr sz="700">
                  <a:latin typeface="Arvo"/>
                  <a:ea typeface="Arvo"/>
                  <a:cs typeface="Arvo"/>
                  <a:sym typeface="Arvo"/>
                </a:endParaRPr>
              </a:p>
              <a:p>
                <a:pPr indent="0" lvl="0" marL="0" rtl="0" algn="r">
                  <a:spcBef>
                    <a:spcPts val="0"/>
                  </a:spcBef>
                  <a:spcAft>
                    <a:spcPts val="0"/>
                  </a:spcAft>
                  <a:buNone/>
                </a:pPr>
                <a:r>
                  <a:t/>
                </a:r>
                <a:endParaRPr i="1" sz="400">
                  <a:solidFill>
                    <a:srgbClr val="666666"/>
                  </a:solidFill>
                  <a:latin typeface="Arvo"/>
                  <a:ea typeface="Arvo"/>
                  <a:cs typeface="Arvo"/>
                  <a:sym typeface="Arvo"/>
                </a:endParaRPr>
              </a:p>
            </p:txBody>
          </p:sp>
        </p:grpSp>
        <p:grpSp>
          <p:nvGrpSpPr>
            <p:cNvPr id="7621" name="Google Shape;7621;p130"/>
            <p:cNvGrpSpPr/>
            <p:nvPr/>
          </p:nvGrpSpPr>
          <p:grpSpPr>
            <a:xfrm>
              <a:off x="4717163" y="5966688"/>
              <a:ext cx="2376625" cy="200100"/>
              <a:chOff x="624700" y="1498750"/>
              <a:chExt cx="2376625" cy="200100"/>
            </a:xfrm>
          </p:grpSpPr>
          <p:sp>
            <p:nvSpPr>
              <p:cNvPr id="7622" name="Google Shape;7622;p130"/>
              <p:cNvSpPr txBox="1"/>
              <p:nvPr/>
            </p:nvSpPr>
            <p:spPr>
              <a:xfrm>
                <a:off x="747725" y="1498750"/>
                <a:ext cx="2253600" cy="200100"/>
              </a:xfrm>
              <a:prstGeom prst="rect">
                <a:avLst/>
              </a:prstGeom>
              <a:solidFill>
                <a:srgbClr val="F3F3F3"/>
              </a:solidFill>
              <a:ln>
                <a:noFill/>
              </a:ln>
            </p:spPr>
            <p:txBody>
              <a:bodyPr anchorCtr="0" anchor="ctr" bIns="18000" lIns="18000" spcFirstLastPara="1" rIns="18000" wrap="square" tIns="18000">
                <a:noAutofit/>
              </a:bodyPr>
              <a:lstStyle/>
              <a:p>
                <a:pPr indent="0" lvl="0" marL="0" rtl="0" algn="l">
                  <a:spcBef>
                    <a:spcPts val="0"/>
                  </a:spcBef>
                  <a:spcAft>
                    <a:spcPts val="0"/>
                  </a:spcAft>
                  <a:buNone/>
                </a:pPr>
                <a:r>
                  <a:t/>
                </a:r>
                <a:endParaRPr sz="800">
                  <a:solidFill>
                    <a:srgbClr val="434343"/>
                  </a:solidFill>
                </a:endParaRPr>
              </a:p>
            </p:txBody>
          </p:sp>
          <p:sp>
            <p:nvSpPr>
              <p:cNvPr id="7623" name="Google Shape;7623;p130"/>
              <p:cNvSpPr txBox="1"/>
              <p:nvPr/>
            </p:nvSpPr>
            <p:spPr>
              <a:xfrm>
                <a:off x="624700" y="1514200"/>
                <a:ext cx="86100" cy="169200"/>
              </a:xfrm>
              <a:prstGeom prst="rect">
                <a:avLst/>
              </a:prstGeom>
              <a:noFill/>
              <a:ln>
                <a:noFill/>
              </a:ln>
            </p:spPr>
            <p:txBody>
              <a:bodyPr anchorCtr="0" anchor="ctr" bIns="0" lIns="0" spcFirstLastPara="1" rIns="0" wrap="square" tIns="0">
                <a:spAutoFit/>
              </a:bodyPr>
              <a:lstStyle/>
              <a:p>
                <a:pPr indent="0" lvl="0" marL="0" rtl="0" algn="r">
                  <a:spcBef>
                    <a:spcPts val="0"/>
                  </a:spcBef>
                  <a:spcAft>
                    <a:spcPts val="0"/>
                  </a:spcAft>
                  <a:buNone/>
                </a:pPr>
                <a:r>
                  <a:rPr lang="es-419" sz="700">
                    <a:latin typeface="Arvo"/>
                    <a:ea typeface="Arvo"/>
                    <a:cs typeface="Arvo"/>
                    <a:sym typeface="Arvo"/>
                  </a:rPr>
                  <a:t>4.</a:t>
                </a:r>
                <a:endParaRPr sz="700">
                  <a:latin typeface="Arvo"/>
                  <a:ea typeface="Arvo"/>
                  <a:cs typeface="Arvo"/>
                  <a:sym typeface="Arvo"/>
                </a:endParaRPr>
              </a:p>
              <a:p>
                <a:pPr indent="0" lvl="0" marL="0" rtl="0" algn="r">
                  <a:spcBef>
                    <a:spcPts val="0"/>
                  </a:spcBef>
                  <a:spcAft>
                    <a:spcPts val="0"/>
                  </a:spcAft>
                  <a:buNone/>
                </a:pPr>
                <a:r>
                  <a:t/>
                </a:r>
                <a:endParaRPr i="1" sz="400">
                  <a:solidFill>
                    <a:srgbClr val="666666"/>
                  </a:solidFill>
                  <a:latin typeface="Arvo"/>
                  <a:ea typeface="Arvo"/>
                  <a:cs typeface="Arvo"/>
                  <a:sym typeface="Arvo"/>
                </a:endParaRPr>
              </a:p>
            </p:txBody>
          </p:sp>
        </p:grpSp>
        <p:grpSp>
          <p:nvGrpSpPr>
            <p:cNvPr id="7624" name="Google Shape;7624;p130"/>
            <p:cNvGrpSpPr/>
            <p:nvPr/>
          </p:nvGrpSpPr>
          <p:grpSpPr>
            <a:xfrm>
              <a:off x="4717163" y="6195113"/>
              <a:ext cx="2376625" cy="200100"/>
              <a:chOff x="624700" y="1498750"/>
              <a:chExt cx="2376625" cy="200100"/>
            </a:xfrm>
          </p:grpSpPr>
          <p:sp>
            <p:nvSpPr>
              <p:cNvPr id="7625" name="Google Shape;7625;p130"/>
              <p:cNvSpPr txBox="1"/>
              <p:nvPr/>
            </p:nvSpPr>
            <p:spPr>
              <a:xfrm>
                <a:off x="747725" y="1498750"/>
                <a:ext cx="2253600" cy="200100"/>
              </a:xfrm>
              <a:prstGeom prst="rect">
                <a:avLst/>
              </a:prstGeom>
              <a:solidFill>
                <a:srgbClr val="F3F3F3"/>
              </a:solidFill>
              <a:ln>
                <a:noFill/>
              </a:ln>
            </p:spPr>
            <p:txBody>
              <a:bodyPr anchorCtr="0" anchor="ctr" bIns="18000" lIns="18000" spcFirstLastPara="1" rIns="18000" wrap="square" tIns="18000">
                <a:noAutofit/>
              </a:bodyPr>
              <a:lstStyle/>
              <a:p>
                <a:pPr indent="0" lvl="0" marL="0" rtl="0" algn="l">
                  <a:spcBef>
                    <a:spcPts val="0"/>
                  </a:spcBef>
                  <a:spcAft>
                    <a:spcPts val="0"/>
                  </a:spcAft>
                  <a:buNone/>
                </a:pPr>
                <a:r>
                  <a:t/>
                </a:r>
                <a:endParaRPr sz="800">
                  <a:solidFill>
                    <a:srgbClr val="434343"/>
                  </a:solidFill>
                </a:endParaRPr>
              </a:p>
            </p:txBody>
          </p:sp>
          <p:sp>
            <p:nvSpPr>
              <p:cNvPr id="7626" name="Google Shape;7626;p130"/>
              <p:cNvSpPr txBox="1"/>
              <p:nvPr/>
            </p:nvSpPr>
            <p:spPr>
              <a:xfrm>
                <a:off x="624700" y="1514200"/>
                <a:ext cx="86100" cy="169200"/>
              </a:xfrm>
              <a:prstGeom prst="rect">
                <a:avLst/>
              </a:prstGeom>
              <a:noFill/>
              <a:ln>
                <a:noFill/>
              </a:ln>
            </p:spPr>
            <p:txBody>
              <a:bodyPr anchorCtr="0" anchor="ctr" bIns="0" lIns="0" spcFirstLastPara="1" rIns="0" wrap="square" tIns="0">
                <a:spAutoFit/>
              </a:bodyPr>
              <a:lstStyle/>
              <a:p>
                <a:pPr indent="0" lvl="0" marL="0" rtl="0" algn="r">
                  <a:spcBef>
                    <a:spcPts val="0"/>
                  </a:spcBef>
                  <a:spcAft>
                    <a:spcPts val="0"/>
                  </a:spcAft>
                  <a:buNone/>
                </a:pPr>
                <a:r>
                  <a:rPr lang="es-419" sz="700">
                    <a:latin typeface="Arvo"/>
                    <a:ea typeface="Arvo"/>
                    <a:cs typeface="Arvo"/>
                    <a:sym typeface="Arvo"/>
                  </a:rPr>
                  <a:t>5.</a:t>
                </a:r>
                <a:endParaRPr sz="700">
                  <a:latin typeface="Arvo"/>
                  <a:ea typeface="Arvo"/>
                  <a:cs typeface="Arvo"/>
                  <a:sym typeface="Arvo"/>
                </a:endParaRPr>
              </a:p>
              <a:p>
                <a:pPr indent="0" lvl="0" marL="0" rtl="0" algn="r">
                  <a:spcBef>
                    <a:spcPts val="0"/>
                  </a:spcBef>
                  <a:spcAft>
                    <a:spcPts val="0"/>
                  </a:spcAft>
                  <a:buNone/>
                </a:pPr>
                <a:r>
                  <a:t/>
                </a:r>
                <a:endParaRPr i="1" sz="400">
                  <a:solidFill>
                    <a:srgbClr val="666666"/>
                  </a:solidFill>
                  <a:latin typeface="Arvo"/>
                  <a:ea typeface="Arvo"/>
                  <a:cs typeface="Arvo"/>
                  <a:sym typeface="Arvo"/>
                </a:endParaRPr>
              </a:p>
            </p:txBody>
          </p:sp>
        </p:grpSp>
      </p:grpSp>
      <p:cxnSp>
        <p:nvCxnSpPr>
          <p:cNvPr id="7627" name="Google Shape;7627;p130"/>
          <p:cNvCxnSpPr/>
          <p:nvPr/>
        </p:nvCxnSpPr>
        <p:spPr>
          <a:xfrm flipH="1" rot="10800000">
            <a:off x="3031250" y="3171713"/>
            <a:ext cx="642300" cy="345000"/>
          </a:xfrm>
          <a:prstGeom prst="bentConnector3">
            <a:avLst>
              <a:gd fmla="val 50000" name="adj1"/>
            </a:avLst>
          </a:prstGeom>
          <a:noFill/>
          <a:ln cap="flat" cmpd="sng" w="9525">
            <a:solidFill>
              <a:srgbClr val="595959"/>
            </a:solidFill>
            <a:prstDash val="dash"/>
            <a:round/>
            <a:headEnd len="med" w="med" type="none"/>
            <a:tailEnd len="med" w="med" type="stealth"/>
          </a:ln>
        </p:spPr>
      </p:cxnSp>
      <p:sp>
        <p:nvSpPr>
          <p:cNvPr id="7628" name="Google Shape;7628;p130"/>
          <p:cNvSpPr/>
          <p:nvPr/>
        </p:nvSpPr>
        <p:spPr>
          <a:xfrm>
            <a:off x="6267913" y="208450"/>
            <a:ext cx="3319800" cy="421200"/>
          </a:xfrm>
          <a:prstGeom prst="roundRect">
            <a:avLst>
              <a:gd fmla="val 17492" name="adj"/>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s-419" sz="1200">
                <a:solidFill>
                  <a:srgbClr val="FFFFFF"/>
                </a:solidFill>
              </a:rPr>
              <a:t>Estructura de Funcionalidades</a:t>
            </a:r>
            <a:endParaRPr b="1" sz="1100">
              <a:solidFill>
                <a:srgbClr val="FFFFFF"/>
              </a:solidFill>
            </a:endParaRPr>
          </a:p>
        </p:txBody>
      </p:sp>
      <p:sp>
        <p:nvSpPr>
          <p:cNvPr id="7629" name="Google Shape;7629;p130"/>
          <p:cNvSpPr/>
          <p:nvPr/>
        </p:nvSpPr>
        <p:spPr>
          <a:xfrm>
            <a:off x="6267900" y="767475"/>
            <a:ext cx="3319800" cy="4765500"/>
          </a:xfrm>
          <a:prstGeom prst="roundRect">
            <a:avLst>
              <a:gd fmla="val 4230" name="adj"/>
            </a:avLst>
          </a:prstGeom>
          <a:solidFill>
            <a:srgbClr val="F3F3F3"/>
          </a:solidFill>
          <a:ln cap="flat" cmpd="sng" w="9525">
            <a:solidFill>
              <a:srgbClr val="F3F3F3"/>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0" name="Google Shape;7630;p130"/>
          <p:cNvSpPr/>
          <p:nvPr/>
        </p:nvSpPr>
        <p:spPr>
          <a:xfrm>
            <a:off x="6922664" y="941549"/>
            <a:ext cx="687600" cy="366900"/>
          </a:xfrm>
          <a:prstGeom prst="foldedCorner">
            <a:avLst>
              <a:gd fmla="val 16667" name="adj"/>
            </a:avLst>
          </a:prstGeom>
          <a:solidFill>
            <a:srgbClr val="F3F3F3"/>
          </a:solidFill>
          <a:ln cap="flat" cmpd="sng" w="9525">
            <a:solidFill>
              <a:srgbClr val="999999"/>
            </a:solidFill>
            <a:prstDash val="solid"/>
            <a:round/>
            <a:headEnd len="sm" w="sm" type="none"/>
            <a:tailEnd len="sm" w="sm" type="none"/>
          </a:ln>
          <a:effectLst>
            <a:outerShdw blurRad="57150" rotWithShape="0" algn="bl" dir="1920000" dist="19050">
              <a:srgbClr val="000000">
                <a:alpha val="22000"/>
              </a:srgbClr>
            </a:outerShdw>
          </a:effectLst>
        </p:spPr>
        <p:txBody>
          <a:bodyPr anchorCtr="0" anchor="t" bIns="18000" lIns="18000" spcFirstLastPara="1" rIns="18000" wrap="square" tIns="18000">
            <a:noAutofit/>
          </a:bodyPr>
          <a:lstStyle/>
          <a:p>
            <a:pPr indent="0" lvl="0" marL="0" rtl="0" algn="ctr">
              <a:spcBef>
                <a:spcPts val="0"/>
              </a:spcBef>
              <a:spcAft>
                <a:spcPts val="0"/>
              </a:spcAft>
              <a:buNone/>
            </a:pPr>
            <a:r>
              <a:rPr b="1" lang="es-419" sz="800"/>
              <a:t>&lt;...&gt;</a:t>
            </a:r>
            <a:endParaRPr b="1" sz="800"/>
          </a:p>
          <a:p>
            <a:pPr indent="0" lvl="0" marL="0" rtl="0" algn="ctr">
              <a:spcBef>
                <a:spcPts val="0"/>
              </a:spcBef>
              <a:spcAft>
                <a:spcPts val="0"/>
              </a:spcAft>
              <a:buNone/>
            </a:pPr>
            <a:r>
              <a:rPr lang="es-419" sz="800"/>
              <a:t>&lt;...&gt;</a:t>
            </a:r>
            <a:endParaRPr sz="800"/>
          </a:p>
        </p:txBody>
      </p:sp>
      <p:grpSp>
        <p:nvGrpSpPr>
          <p:cNvPr id="7631" name="Google Shape;7631;p130"/>
          <p:cNvGrpSpPr/>
          <p:nvPr/>
        </p:nvGrpSpPr>
        <p:grpSpPr>
          <a:xfrm>
            <a:off x="8373018" y="1624384"/>
            <a:ext cx="801000" cy="434150"/>
            <a:chOff x="6170025" y="1408150"/>
            <a:chExt cx="801000" cy="434150"/>
          </a:xfrm>
        </p:grpSpPr>
        <p:cxnSp>
          <p:nvCxnSpPr>
            <p:cNvPr id="7632" name="Google Shape;7632;p130"/>
            <p:cNvCxnSpPr/>
            <p:nvPr/>
          </p:nvCxnSpPr>
          <p:spPr>
            <a:xfrm>
              <a:off x="6170025" y="1555500"/>
              <a:ext cx="801000" cy="286800"/>
            </a:xfrm>
            <a:prstGeom prst="bentConnector3">
              <a:avLst>
                <a:gd fmla="val 50000" name="adj1"/>
              </a:avLst>
            </a:prstGeom>
            <a:noFill/>
            <a:ln cap="flat" cmpd="sng" w="19050">
              <a:solidFill>
                <a:srgbClr val="274E13"/>
              </a:solidFill>
              <a:prstDash val="lgDash"/>
              <a:round/>
              <a:headEnd len="med" w="med" type="none"/>
              <a:tailEnd len="med" w="med" type="stealth"/>
            </a:ln>
          </p:spPr>
        </p:cxnSp>
        <p:sp>
          <p:nvSpPr>
            <p:cNvPr id="7633" name="Google Shape;7633;p130"/>
            <p:cNvSpPr txBox="1"/>
            <p:nvPr/>
          </p:nvSpPr>
          <p:spPr>
            <a:xfrm>
              <a:off x="6255333" y="1408150"/>
              <a:ext cx="623400" cy="123000"/>
            </a:xfrm>
            <a:prstGeom prst="rect">
              <a:avLst/>
            </a:prstGeom>
            <a:noFill/>
            <a:ln>
              <a:noFill/>
            </a:ln>
          </p:spPr>
          <p:txBody>
            <a:bodyPr anchorCtr="0" anchor="t" bIns="0" lIns="0" spcFirstLastPara="1" rIns="0" wrap="square" tIns="0">
              <a:spAutoFit/>
            </a:bodyPr>
            <a:lstStyle/>
            <a:p>
              <a:pPr indent="0" lvl="0" marL="0" rtl="0" algn="ctr">
                <a:spcBef>
                  <a:spcPts val="0"/>
                </a:spcBef>
                <a:spcAft>
                  <a:spcPts val="0"/>
                </a:spcAft>
                <a:buNone/>
              </a:pPr>
              <a:r>
                <a:rPr b="1" i="1" lang="es-419" sz="800">
                  <a:solidFill>
                    <a:srgbClr val="274E13"/>
                  </a:solidFill>
                </a:rPr>
                <a:t>includes</a:t>
              </a:r>
              <a:endParaRPr b="1" i="1" sz="800">
                <a:solidFill>
                  <a:srgbClr val="274E13"/>
                </a:solidFill>
              </a:endParaRPr>
            </a:p>
          </p:txBody>
        </p:sp>
      </p:grpSp>
      <p:grpSp>
        <p:nvGrpSpPr>
          <p:cNvPr id="7634" name="Google Shape;7634;p130"/>
          <p:cNvGrpSpPr/>
          <p:nvPr/>
        </p:nvGrpSpPr>
        <p:grpSpPr>
          <a:xfrm>
            <a:off x="7407943" y="1548172"/>
            <a:ext cx="801000" cy="434150"/>
            <a:chOff x="6170025" y="1408150"/>
            <a:chExt cx="801000" cy="434150"/>
          </a:xfrm>
        </p:grpSpPr>
        <p:cxnSp>
          <p:nvCxnSpPr>
            <p:cNvPr id="7635" name="Google Shape;7635;p130"/>
            <p:cNvCxnSpPr/>
            <p:nvPr/>
          </p:nvCxnSpPr>
          <p:spPr>
            <a:xfrm>
              <a:off x="6170025" y="1555500"/>
              <a:ext cx="801000" cy="286800"/>
            </a:xfrm>
            <a:prstGeom prst="bentConnector3">
              <a:avLst>
                <a:gd fmla="val 50000" name="adj1"/>
              </a:avLst>
            </a:prstGeom>
            <a:noFill/>
            <a:ln cap="flat" cmpd="sng" w="19050">
              <a:solidFill>
                <a:srgbClr val="990000"/>
              </a:solidFill>
              <a:prstDash val="lgDash"/>
              <a:round/>
              <a:headEnd len="med" w="med" type="none"/>
              <a:tailEnd len="med" w="med" type="stealth"/>
            </a:ln>
          </p:spPr>
        </p:cxnSp>
        <p:sp>
          <p:nvSpPr>
            <p:cNvPr id="7636" name="Google Shape;7636;p130"/>
            <p:cNvSpPr txBox="1"/>
            <p:nvPr/>
          </p:nvSpPr>
          <p:spPr>
            <a:xfrm>
              <a:off x="6255333" y="1408150"/>
              <a:ext cx="623400" cy="123000"/>
            </a:xfrm>
            <a:prstGeom prst="rect">
              <a:avLst/>
            </a:prstGeom>
            <a:noFill/>
            <a:ln>
              <a:noFill/>
            </a:ln>
          </p:spPr>
          <p:txBody>
            <a:bodyPr anchorCtr="0" anchor="t" bIns="0" lIns="0" spcFirstLastPara="1" rIns="0" wrap="square" tIns="0">
              <a:spAutoFit/>
            </a:bodyPr>
            <a:lstStyle/>
            <a:p>
              <a:pPr indent="0" lvl="0" marL="0" rtl="0" algn="ctr">
                <a:spcBef>
                  <a:spcPts val="0"/>
                </a:spcBef>
                <a:spcAft>
                  <a:spcPts val="0"/>
                </a:spcAft>
                <a:buNone/>
              </a:pPr>
              <a:r>
                <a:rPr b="1" i="1" lang="es-419" sz="800">
                  <a:solidFill>
                    <a:srgbClr val="990000"/>
                  </a:solidFill>
                </a:rPr>
                <a:t>extends</a:t>
              </a:r>
              <a:endParaRPr b="1" i="1" sz="800">
                <a:solidFill>
                  <a:srgbClr val="990000"/>
                </a:solidFill>
              </a:endParaRPr>
            </a:p>
          </p:txBody>
        </p:sp>
      </p:grpSp>
      <p:cxnSp>
        <p:nvCxnSpPr>
          <p:cNvPr id="7637" name="Google Shape;7637;p130"/>
          <p:cNvCxnSpPr/>
          <p:nvPr/>
        </p:nvCxnSpPr>
        <p:spPr>
          <a:xfrm>
            <a:off x="6546368" y="1620358"/>
            <a:ext cx="773700" cy="442200"/>
          </a:xfrm>
          <a:prstGeom prst="bentConnector3">
            <a:avLst>
              <a:gd fmla="val 50000" name="adj1"/>
            </a:avLst>
          </a:prstGeom>
          <a:noFill/>
          <a:ln cap="flat" cmpd="sng" w="19050">
            <a:solidFill>
              <a:schemeClr val="dk2"/>
            </a:solidFill>
            <a:prstDash val="dash"/>
            <a:round/>
            <a:headEnd len="med" w="med" type="none"/>
            <a:tailEnd len="med" w="med" type="stealth"/>
          </a:ln>
        </p:spPr>
      </p:cxnSp>
      <p:sp>
        <p:nvSpPr>
          <p:cNvPr id="7638" name="Google Shape;7638;p130"/>
          <p:cNvSpPr/>
          <p:nvPr/>
        </p:nvSpPr>
        <p:spPr>
          <a:xfrm>
            <a:off x="8067506" y="973113"/>
            <a:ext cx="691500" cy="307800"/>
          </a:xfrm>
          <a:prstGeom prst="roundRect">
            <a:avLst>
              <a:gd fmla="val 5590" name="adj"/>
            </a:avLst>
          </a:prstGeom>
          <a:solidFill>
            <a:srgbClr val="D9EAD3"/>
          </a:solidFill>
          <a:ln cap="flat" cmpd="sng" w="9525">
            <a:solidFill>
              <a:srgbClr val="EFEFEF"/>
            </a:solidFill>
            <a:prstDash val="solid"/>
            <a:round/>
            <a:headEnd len="sm" w="sm" type="none"/>
            <a:tailEnd len="sm" w="sm" type="none"/>
          </a:ln>
          <a:effectLst>
            <a:outerShdw rotWithShape="0" algn="bl" dir="2820000" dist="9525">
              <a:srgbClr val="660000">
                <a:alpha val="50000"/>
              </a:srgbClr>
            </a:outerShdw>
          </a:effectLst>
        </p:spPr>
        <p:txBody>
          <a:bodyPr anchorCtr="0" anchor="ctr" bIns="18000" lIns="18000" spcFirstLastPara="1" rIns="18000" wrap="square" tIns="18000">
            <a:noAutofit/>
          </a:bodyPr>
          <a:lstStyle/>
          <a:p>
            <a:pPr indent="0" lvl="0" marL="0" rtl="0" algn="ctr">
              <a:spcBef>
                <a:spcPts val="0"/>
              </a:spcBef>
              <a:spcAft>
                <a:spcPts val="0"/>
              </a:spcAft>
              <a:buNone/>
            </a:pPr>
            <a:r>
              <a:rPr b="1" lang="es-419" sz="800"/>
              <a:t>&lt;..&gt;</a:t>
            </a:r>
            <a:endParaRPr b="1" sz="800">
              <a:latin typeface="Roboto"/>
              <a:ea typeface="Roboto"/>
              <a:cs typeface="Roboto"/>
              <a:sym typeface="Roboto"/>
            </a:endParaRPr>
          </a:p>
        </p:txBody>
      </p:sp>
      <p:grpSp>
        <p:nvGrpSpPr>
          <p:cNvPr id="7639" name="Google Shape;7639;p130"/>
          <p:cNvGrpSpPr/>
          <p:nvPr/>
        </p:nvGrpSpPr>
        <p:grpSpPr>
          <a:xfrm>
            <a:off x="6527875" y="4006850"/>
            <a:ext cx="2799900" cy="1366800"/>
            <a:chOff x="454975" y="4155250"/>
            <a:chExt cx="2799900" cy="1366800"/>
          </a:xfrm>
        </p:grpSpPr>
        <p:sp>
          <p:nvSpPr>
            <p:cNvPr id="7640" name="Google Shape;7640;p130"/>
            <p:cNvSpPr/>
            <p:nvPr/>
          </p:nvSpPr>
          <p:spPr>
            <a:xfrm>
              <a:off x="454975" y="4155250"/>
              <a:ext cx="2799900" cy="1366800"/>
            </a:xfrm>
            <a:prstGeom prst="roundRect">
              <a:avLst>
                <a:gd fmla="val 3233" name="adj"/>
              </a:avLst>
            </a:prstGeom>
            <a:solidFill>
              <a:srgbClr val="FFFFFF"/>
            </a:solidFill>
            <a:ln cap="flat" cmpd="sng" w="9525">
              <a:solidFill>
                <a:srgbClr val="EFEFEF"/>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t" bIns="18000" lIns="18000" spcFirstLastPara="1" rIns="18000" wrap="square" tIns="18000">
              <a:noAutofit/>
            </a:bodyPr>
            <a:lstStyle/>
            <a:p>
              <a:pPr indent="0" lvl="0" marL="0" rtl="0" algn="ctr">
                <a:spcBef>
                  <a:spcPts val="0"/>
                </a:spcBef>
                <a:spcAft>
                  <a:spcPts val="0"/>
                </a:spcAft>
                <a:buNone/>
              </a:pPr>
              <a:r>
                <a:rPr b="1" i="1" lang="es-419" sz="900">
                  <a:solidFill>
                    <a:srgbClr val="434343"/>
                  </a:solidFill>
                </a:rPr>
                <a:t>Objetivos de la Funcionalidad</a:t>
              </a:r>
              <a:endParaRPr b="1" i="1" sz="900">
                <a:solidFill>
                  <a:srgbClr val="434343"/>
                </a:solidFill>
              </a:endParaRPr>
            </a:p>
          </p:txBody>
        </p:sp>
        <p:sp>
          <p:nvSpPr>
            <p:cNvPr id="7641" name="Google Shape;7641;p130"/>
            <p:cNvSpPr txBox="1"/>
            <p:nvPr/>
          </p:nvSpPr>
          <p:spPr>
            <a:xfrm>
              <a:off x="1764892" y="4415677"/>
              <a:ext cx="1069200" cy="2166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t/>
              </a:r>
              <a:endParaRPr b="1" sz="600"/>
            </a:p>
          </p:txBody>
        </p:sp>
        <p:sp>
          <p:nvSpPr>
            <p:cNvPr id="7642" name="Google Shape;7642;p130"/>
            <p:cNvSpPr txBox="1"/>
            <p:nvPr/>
          </p:nvSpPr>
          <p:spPr>
            <a:xfrm>
              <a:off x="661500" y="4423900"/>
              <a:ext cx="801000" cy="232500"/>
            </a:xfrm>
            <a:prstGeom prst="rect">
              <a:avLst/>
            </a:prstGeom>
            <a:noFill/>
            <a:ln>
              <a:noFill/>
            </a:ln>
          </p:spPr>
          <p:txBody>
            <a:bodyPr anchorCtr="0" anchor="ctr" bIns="0" lIns="0" spcFirstLastPara="1" rIns="0" wrap="square" tIns="0">
              <a:noAutofit/>
            </a:bodyPr>
            <a:lstStyle/>
            <a:p>
              <a:pPr indent="0" lvl="0" marL="0" rtl="0" algn="r">
                <a:spcBef>
                  <a:spcPts val="0"/>
                </a:spcBef>
                <a:spcAft>
                  <a:spcPts val="0"/>
                </a:spcAft>
                <a:buNone/>
              </a:pPr>
              <a:r>
                <a:rPr lang="es-419" sz="700">
                  <a:latin typeface="Arvo"/>
                  <a:ea typeface="Arvo"/>
                  <a:cs typeface="Arvo"/>
                  <a:sym typeface="Arvo"/>
                </a:rPr>
                <a:t>Nombre de la Funcionalidad:</a:t>
              </a:r>
              <a:endParaRPr sz="700">
                <a:latin typeface="Arvo"/>
                <a:ea typeface="Arvo"/>
                <a:cs typeface="Arvo"/>
                <a:sym typeface="Arvo"/>
              </a:endParaRPr>
            </a:p>
            <a:p>
              <a:pPr indent="0" lvl="0" marL="0" rtl="0" algn="r">
                <a:spcBef>
                  <a:spcPts val="0"/>
                </a:spcBef>
                <a:spcAft>
                  <a:spcPts val="0"/>
                </a:spcAft>
                <a:buNone/>
              </a:pPr>
              <a:r>
                <a:rPr i="1" lang="es-419" sz="600">
                  <a:solidFill>
                    <a:srgbClr val="666666"/>
                  </a:solidFill>
                  <a:latin typeface="Arvo"/>
                  <a:ea typeface="Arvo"/>
                  <a:cs typeface="Arvo"/>
                  <a:sym typeface="Arvo"/>
                </a:rPr>
                <a:t>ej: Reserva de citas médicas</a:t>
              </a:r>
              <a:endParaRPr i="1" sz="600">
                <a:solidFill>
                  <a:srgbClr val="666666"/>
                </a:solidFill>
                <a:latin typeface="Arvo"/>
                <a:ea typeface="Arvo"/>
                <a:cs typeface="Arvo"/>
                <a:sym typeface="Arvo"/>
              </a:endParaRPr>
            </a:p>
          </p:txBody>
        </p:sp>
        <p:sp>
          <p:nvSpPr>
            <p:cNvPr id="7643" name="Google Shape;7643;p130"/>
            <p:cNvSpPr txBox="1"/>
            <p:nvPr/>
          </p:nvSpPr>
          <p:spPr>
            <a:xfrm>
              <a:off x="536975" y="5190725"/>
              <a:ext cx="925500" cy="248700"/>
            </a:xfrm>
            <a:prstGeom prst="rect">
              <a:avLst/>
            </a:prstGeom>
            <a:noFill/>
            <a:ln>
              <a:noFill/>
            </a:ln>
          </p:spPr>
          <p:txBody>
            <a:bodyPr anchorCtr="0" anchor="ctr" bIns="0" lIns="0" spcFirstLastPara="1" rIns="0" wrap="square" tIns="0">
              <a:spAutoFit/>
            </a:bodyPr>
            <a:lstStyle/>
            <a:p>
              <a:pPr indent="0" lvl="0" marL="0" marR="0" rtl="0" algn="r">
                <a:lnSpc>
                  <a:spcPct val="85000"/>
                </a:lnSpc>
                <a:spcBef>
                  <a:spcPts val="0"/>
                </a:spcBef>
                <a:spcAft>
                  <a:spcPts val="0"/>
                </a:spcAft>
                <a:buNone/>
              </a:pPr>
              <a:r>
                <a:rPr lang="es-419" sz="700">
                  <a:latin typeface="Arvo"/>
                  <a:ea typeface="Arvo"/>
                  <a:cs typeface="Arvo"/>
                  <a:sym typeface="Arvo"/>
                </a:rPr>
                <a:t>Meta Empresa:</a:t>
              </a:r>
              <a:endParaRPr sz="700">
                <a:latin typeface="Arvo"/>
                <a:ea typeface="Arvo"/>
                <a:cs typeface="Arvo"/>
                <a:sym typeface="Arvo"/>
              </a:endParaRPr>
            </a:p>
            <a:p>
              <a:pPr indent="0" lvl="0" marL="0" marR="0" rtl="0" algn="r">
                <a:lnSpc>
                  <a:spcPct val="85000"/>
                </a:lnSpc>
                <a:spcBef>
                  <a:spcPts val="0"/>
                </a:spcBef>
                <a:spcAft>
                  <a:spcPts val="0"/>
                </a:spcAft>
                <a:buNone/>
              </a:pPr>
              <a:r>
                <a:rPr lang="es-419" sz="500">
                  <a:latin typeface="Arvo"/>
                  <a:ea typeface="Arvo"/>
                  <a:cs typeface="Arvo"/>
                  <a:sym typeface="Arvo"/>
                </a:rPr>
                <a:t>&lt;sustantivo&gt;&lt;adjetivo&gt;</a:t>
              </a:r>
              <a:r>
                <a:rPr lang="es-419" sz="600">
                  <a:solidFill>
                    <a:srgbClr val="000000"/>
                  </a:solidFill>
                </a:rPr>
                <a:t> </a:t>
              </a:r>
              <a:endParaRPr sz="600">
                <a:solidFill>
                  <a:srgbClr val="000000"/>
                </a:solidFill>
              </a:endParaRPr>
            </a:p>
            <a:p>
              <a:pPr indent="0" lvl="0" marL="0" marR="0" rtl="0" algn="r">
                <a:lnSpc>
                  <a:spcPct val="85000"/>
                </a:lnSpc>
                <a:spcBef>
                  <a:spcPts val="0"/>
                </a:spcBef>
                <a:spcAft>
                  <a:spcPts val="0"/>
                </a:spcAft>
                <a:buNone/>
              </a:pPr>
              <a:r>
                <a:rPr i="1" lang="es-419" sz="600">
                  <a:solidFill>
                    <a:srgbClr val="666666"/>
                  </a:solidFill>
                  <a:latin typeface="Arvo"/>
                  <a:ea typeface="Arvo"/>
                  <a:cs typeface="Arvo"/>
                  <a:sym typeface="Arvo"/>
                </a:rPr>
                <a:t>ej: agenda actualizada</a:t>
              </a:r>
              <a:endParaRPr i="1" sz="600">
                <a:latin typeface="Arvo"/>
                <a:ea typeface="Arvo"/>
                <a:cs typeface="Arvo"/>
                <a:sym typeface="Arvo"/>
              </a:endParaRPr>
            </a:p>
          </p:txBody>
        </p:sp>
        <p:sp>
          <p:nvSpPr>
            <p:cNvPr id="7644" name="Google Shape;7644;p130"/>
            <p:cNvSpPr txBox="1"/>
            <p:nvPr/>
          </p:nvSpPr>
          <p:spPr>
            <a:xfrm>
              <a:off x="537000" y="4868925"/>
              <a:ext cx="925500" cy="232500"/>
            </a:xfrm>
            <a:prstGeom prst="rect">
              <a:avLst/>
            </a:prstGeom>
            <a:noFill/>
            <a:ln>
              <a:noFill/>
            </a:ln>
          </p:spPr>
          <p:txBody>
            <a:bodyPr anchorCtr="0" anchor="ctr" bIns="0" lIns="0" spcFirstLastPara="1" rIns="0" wrap="square" tIns="0">
              <a:noAutofit/>
            </a:bodyPr>
            <a:lstStyle/>
            <a:p>
              <a:pPr indent="0" lvl="0" marL="0" rtl="0" algn="r">
                <a:spcBef>
                  <a:spcPts val="0"/>
                </a:spcBef>
                <a:spcAft>
                  <a:spcPts val="0"/>
                </a:spcAft>
                <a:buNone/>
              </a:pPr>
              <a:r>
                <a:rPr lang="es-419" sz="700">
                  <a:latin typeface="Arvo"/>
                  <a:ea typeface="Arvo"/>
                  <a:cs typeface="Arvo"/>
                  <a:sym typeface="Arvo"/>
                </a:rPr>
                <a:t>Poscondición:</a:t>
              </a:r>
              <a:endParaRPr sz="700">
                <a:latin typeface="Arvo"/>
                <a:ea typeface="Arvo"/>
                <a:cs typeface="Arvo"/>
                <a:sym typeface="Arvo"/>
              </a:endParaRPr>
            </a:p>
            <a:p>
              <a:pPr indent="0" lvl="0" marL="0" rtl="0" algn="r">
                <a:lnSpc>
                  <a:spcPct val="85000"/>
                </a:lnSpc>
                <a:spcBef>
                  <a:spcPts val="0"/>
                </a:spcBef>
                <a:spcAft>
                  <a:spcPts val="0"/>
                </a:spcAft>
                <a:buClr>
                  <a:srgbClr val="000000"/>
                </a:buClr>
                <a:buSzPts val="1100"/>
                <a:buFont typeface="Arial"/>
                <a:buNone/>
              </a:pPr>
              <a:r>
                <a:rPr lang="es-419" sz="500">
                  <a:solidFill>
                    <a:srgbClr val="000000"/>
                  </a:solidFill>
                  <a:latin typeface="Arvo"/>
                  <a:ea typeface="Arvo"/>
                  <a:cs typeface="Arvo"/>
                  <a:sym typeface="Arvo"/>
                </a:rPr>
                <a:t>&lt;sustantivo&gt;&lt;adjetivo&gt;</a:t>
              </a:r>
              <a:endParaRPr sz="600">
                <a:latin typeface="Arvo"/>
                <a:ea typeface="Arvo"/>
                <a:cs typeface="Arvo"/>
                <a:sym typeface="Arvo"/>
              </a:endParaRPr>
            </a:p>
            <a:p>
              <a:pPr indent="0" lvl="0" marL="0" rtl="0" algn="r">
                <a:spcBef>
                  <a:spcPts val="0"/>
                </a:spcBef>
                <a:spcAft>
                  <a:spcPts val="0"/>
                </a:spcAft>
                <a:buNone/>
              </a:pPr>
              <a:r>
                <a:rPr i="1" lang="es-419" sz="600">
                  <a:solidFill>
                    <a:srgbClr val="666666"/>
                  </a:solidFill>
                  <a:latin typeface="Arvo"/>
                  <a:ea typeface="Arvo"/>
                  <a:cs typeface="Arvo"/>
                  <a:sym typeface="Arvo"/>
                </a:rPr>
                <a:t>ej: pago  realizado</a:t>
              </a:r>
              <a:endParaRPr i="1" sz="600">
                <a:solidFill>
                  <a:srgbClr val="666666"/>
                </a:solidFill>
                <a:latin typeface="Arvo"/>
                <a:ea typeface="Arvo"/>
                <a:cs typeface="Arvo"/>
                <a:sym typeface="Arvo"/>
              </a:endParaRPr>
            </a:p>
          </p:txBody>
        </p:sp>
        <p:sp>
          <p:nvSpPr>
            <p:cNvPr id="7645" name="Google Shape;7645;p130"/>
            <p:cNvSpPr/>
            <p:nvPr/>
          </p:nvSpPr>
          <p:spPr>
            <a:xfrm>
              <a:off x="1567450" y="4861754"/>
              <a:ext cx="1551300" cy="2166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600">
                <a:latin typeface="Roboto"/>
                <a:ea typeface="Roboto"/>
                <a:cs typeface="Roboto"/>
                <a:sym typeface="Roboto"/>
              </a:endParaRPr>
            </a:p>
          </p:txBody>
        </p:sp>
        <p:sp>
          <p:nvSpPr>
            <p:cNvPr id="7646" name="Google Shape;7646;p130"/>
            <p:cNvSpPr/>
            <p:nvPr/>
          </p:nvSpPr>
          <p:spPr>
            <a:xfrm>
              <a:off x="1567450" y="5207124"/>
              <a:ext cx="1551300" cy="2166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600">
                <a:latin typeface="Roboto"/>
                <a:ea typeface="Roboto"/>
                <a:cs typeface="Roboto"/>
                <a:sym typeface="Roboto"/>
              </a:endParaRPr>
            </a:p>
          </p:txBody>
        </p:sp>
        <p:sp>
          <p:nvSpPr>
            <p:cNvPr id="7647" name="Google Shape;7647;p130"/>
            <p:cNvSpPr txBox="1"/>
            <p:nvPr/>
          </p:nvSpPr>
          <p:spPr>
            <a:xfrm>
              <a:off x="1591275" y="4866157"/>
              <a:ext cx="1527600" cy="203100"/>
            </a:xfrm>
            <a:prstGeom prst="rect">
              <a:avLst/>
            </a:prstGeom>
            <a:solidFill>
              <a:srgbClr val="F3F3F3"/>
            </a:solidFill>
            <a:ln>
              <a:noFill/>
            </a:ln>
          </p:spPr>
          <p:txBody>
            <a:bodyPr anchorCtr="0" anchor="ctr" bIns="18000" lIns="18000" spcFirstLastPara="1" rIns="18000" wrap="square" tIns="18000">
              <a:noAutofit/>
            </a:bodyPr>
            <a:lstStyle/>
            <a:p>
              <a:pPr indent="0" lvl="0" marL="0" rtl="0" algn="l">
                <a:spcBef>
                  <a:spcPts val="0"/>
                </a:spcBef>
                <a:spcAft>
                  <a:spcPts val="0"/>
                </a:spcAft>
                <a:buNone/>
              </a:pPr>
              <a:r>
                <a:t/>
              </a:r>
              <a:endParaRPr b="1" i="1" sz="800">
                <a:solidFill>
                  <a:srgbClr val="434343"/>
                </a:solidFill>
              </a:endParaRPr>
            </a:p>
          </p:txBody>
        </p:sp>
        <p:sp>
          <p:nvSpPr>
            <p:cNvPr id="7648" name="Google Shape;7648;p130"/>
            <p:cNvSpPr txBox="1"/>
            <p:nvPr/>
          </p:nvSpPr>
          <p:spPr>
            <a:xfrm>
              <a:off x="1591275" y="5199725"/>
              <a:ext cx="1527600" cy="203100"/>
            </a:xfrm>
            <a:prstGeom prst="rect">
              <a:avLst/>
            </a:prstGeom>
            <a:solidFill>
              <a:srgbClr val="F3F3F3"/>
            </a:solidFill>
            <a:ln>
              <a:noFill/>
            </a:ln>
          </p:spPr>
          <p:txBody>
            <a:bodyPr anchorCtr="0" anchor="ctr" bIns="18000" lIns="18000" spcFirstLastPara="1" rIns="18000" wrap="square" tIns="18000">
              <a:noAutofit/>
            </a:bodyPr>
            <a:lstStyle/>
            <a:p>
              <a:pPr indent="0" lvl="0" marL="0" rtl="0" algn="l">
                <a:spcBef>
                  <a:spcPts val="0"/>
                </a:spcBef>
                <a:spcAft>
                  <a:spcPts val="0"/>
                </a:spcAft>
                <a:buNone/>
              </a:pPr>
              <a:r>
                <a:t/>
              </a:r>
              <a:endParaRPr b="1" i="1" sz="800">
                <a:solidFill>
                  <a:srgbClr val="434343"/>
                </a:solidFill>
              </a:endParaRPr>
            </a:p>
          </p:txBody>
        </p:sp>
        <p:sp>
          <p:nvSpPr>
            <p:cNvPr id="7649" name="Google Shape;7649;p130"/>
            <p:cNvSpPr txBox="1"/>
            <p:nvPr/>
          </p:nvSpPr>
          <p:spPr>
            <a:xfrm>
              <a:off x="1776867" y="4425173"/>
              <a:ext cx="1069200" cy="2166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t/>
              </a:r>
              <a:endParaRPr b="1" sz="600"/>
            </a:p>
          </p:txBody>
        </p:sp>
        <p:sp>
          <p:nvSpPr>
            <p:cNvPr id="7650" name="Google Shape;7650;p130"/>
            <p:cNvSpPr/>
            <p:nvPr/>
          </p:nvSpPr>
          <p:spPr>
            <a:xfrm>
              <a:off x="1579425" y="4367690"/>
              <a:ext cx="15513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600">
                <a:latin typeface="Roboto"/>
                <a:ea typeface="Roboto"/>
                <a:cs typeface="Roboto"/>
                <a:sym typeface="Roboto"/>
              </a:endParaRPr>
            </a:p>
          </p:txBody>
        </p:sp>
        <p:sp>
          <p:nvSpPr>
            <p:cNvPr id="7651" name="Google Shape;7651;p130"/>
            <p:cNvSpPr txBox="1"/>
            <p:nvPr/>
          </p:nvSpPr>
          <p:spPr>
            <a:xfrm>
              <a:off x="1591275" y="4350201"/>
              <a:ext cx="1527600" cy="351900"/>
            </a:xfrm>
            <a:prstGeom prst="rect">
              <a:avLst/>
            </a:prstGeom>
            <a:noFill/>
            <a:ln>
              <a:noFill/>
            </a:ln>
          </p:spPr>
          <p:txBody>
            <a:bodyPr anchorCtr="0" anchor="ctr" bIns="18000" lIns="18000" spcFirstLastPara="1" rIns="18000" wrap="square" tIns="18000">
              <a:noAutofit/>
            </a:bodyPr>
            <a:lstStyle/>
            <a:p>
              <a:pPr indent="0" lvl="0" marL="0" rtl="0" algn="ctr">
                <a:spcBef>
                  <a:spcPts val="0"/>
                </a:spcBef>
                <a:spcAft>
                  <a:spcPts val="0"/>
                </a:spcAft>
                <a:buNone/>
              </a:pPr>
              <a:r>
                <a:t/>
              </a:r>
              <a:endParaRPr b="1" i="1" sz="1100">
                <a:solidFill>
                  <a:srgbClr val="434343"/>
                </a:solidFill>
              </a:endParaRPr>
            </a:p>
          </p:txBody>
        </p:sp>
      </p:grpSp>
      <p:grpSp>
        <p:nvGrpSpPr>
          <p:cNvPr id="7652" name="Google Shape;7652;p130"/>
          <p:cNvGrpSpPr/>
          <p:nvPr/>
        </p:nvGrpSpPr>
        <p:grpSpPr>
          <a:xfrm>
            <a:off x="6602750" y="2334950"/>
            <a:ext cx="2620800" cy="1493100"/>
            <a:chOff x="6602750" y="2334950"/>
            <a:chExt cx="2620800" cy="1493100"/>
          </a:xfrm>
        </p:grpSpPr>
        <p:sp>
          <p:nvSpPr>
            <p:cNvPr id="7653" name="Google Shape;7653;p130"/>
            <p:cNvSpPr/>
            <p:nvPr/>
          </p:nvSpPr>
          <p:spPr>
            <a:xfrm>
              <a:off x="6602750" y="2334950"/>
              <a:ext cx="2620800" cy="1493100"/>
            </a:xfrm>
            <a:prstGeom prst="roundRect">
              <a:avLst>
                <a:gd fmla="val 3146" name="adj"/>
              </a:avLst>
            </a:prstGeom>
            <a:solidFill>
              <a:srgbClr val="FFFFFF"/>
            </a:solidFill>
            <a:ln cap="flat" cmpd="sng" w="9525">
              <a:solidFill>
                <a:srgbClr val="EFEFEF"/>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t" bIns="18000" lIns="18000" spcFirstLastPara="1" rIns="18000" wrap="square" tIns="18000">
              <a:noAutofit/>
            </a:bodyPr>
            <a:lstStyle/>
            <a:p>
              <a:pPr indent="0" lvl="0" marL="0" rtl="0" algn="r">
                <a:spcBef>
                  <a:spcPts val="0"/>
                </a:spcBef>
                <a:spcAft>
                  <a:spcPts val="0"/>
                </a:spcAft>
                <a:buNone/>
              </a:pPr>
              <a:r>
                <a:t/>
              </a:r>
              <a:endParaRPr b="1" i="1" sz="900">
                <a:solidFill>
                  <a:srgbClr val="434343"/>
                </a:solidFill>
              </a:endParaRPr>
            </a:p>
          </p:txBody>
        </p:sp>
        <p:sp>
          <p:nvSpPr>
            <p:cNvPr id="7654" name="Google Shape;7654;p130"/>
            <p:cNvSpPr txBox="1"/>
            <p:nvPr/>
          </p:nvSpPr>
          <p:spPr>
            <a:xfrm>
              <a:off x="6628575" y="2374450"/>
              <a:ext cx="691500" cy="2658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lang="es-419" sz="700">
                  <a:latin typeface="Arvo"/>
                  <a:ea typeface="Arvo"/>
                  <a:cs typeface="Arvo"/>
                  <a:sym typeface="Arvo"/>
                </a:rPr>
                <a:t>Funcionalidad:</a:t>
              </a:r>
              <a:endParaRPr i="1" sz="600">
                <a:solidFill>
                  <a:srgbClr val="666666"/>
                </a:solidFill>
                <a:latin typeface="Arvo"/>
                <a:ea typeface="Arvo"/>
                <a:cs typeface="Arvo"/>
                <a:sym typeface="Arvo"/>
              </a:endParaRPr>
            </a:p>
          </p:txBody>
        </p:sp>
        <p:sp>
          <p:nvSpPr>
            <p:cNvPr id="7655" name="Google Shape;7655;p130"/>
            <p:cNvSpPr/>
            <p:nvPr/>
          </p:nvSpPr>
          <p:spPr>
            <a:xfrm>
              <a:off x="7333000" y="2430625"/>
              <a:ext cx="1783200" cy="160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600">
                <a:latin typeface="Roboto"/>
                <a:ea typeface="Roboto"/>
                <a:cs typeface="Roboto"/>
                <a:sym typeface="Roboto"/>
              </a:endParaRPr>
            </a:p>
          </p:txBody>
        </p:sp>
        <p:sp>
          <p:nvSpPr>
            <p:cNvPr id="7656" name="Google Shape;7656;p130"/>
            <p:cNvSpPr txBox="1"/>
            <p:nvPr/>
          </p:nvSpPr>
          <p:spPr>
            <a:xfrm>
              <a:off x="7333000" y="2426425"/>
              <a:ext cx="1783200" cy="169200"/>
            </a:xfrm>
            <a:prstGeom prst="rect">
              <a:avLst/>
            </a:prstGeom>
            <a:noFill/>
            <a:ln>
              <a:noFill/>
            </a:ln>
          </p:spPr>
          <p:txBody>
            <a:bodyPr anchorCtr="0" anchor="ctr" bIns="18000" lIns="18000" spcFirstLastPara="1" rIns="18000" wrap="square" tIns="18000">
              <a:noAutofit/>
            </a:bodyPr>
            <a:lstStyle/>
            <a:p>
              <a:pPr indent="0" lvl="0" marL="0" rtl="0" algn="ctr">
                <a:spcBef>
                  <a:spcPts val="0"/>
                </a:spcBef>
                <a:spcAft>
                  <a:spcPts val="0"/>
                </a:spcAft>
                <a:buNone/>
              </a:pPr>
              <a:r>
                <a:rPr b="1" i="1" lang="es-419" sz="800">
                  <a:solidFill>
                    <a:srgbClr val="434343"/>
                  </a:solidFill>
                </a:rPr>
                <a:t>&lt;...&gt;</a:t>
              </a:r>
              <a:endParaRPr b="1" i="1" sz="800">
                <a:solidFill>
                  <a:srgbClr val="434343"/>
                </a:solidFill>
              </a:endParaRPr>
            </a:p>
          </p:txBody>
        </p:sp>
        <p:grpSp>
          <p:nvGrpSpPr>
            <p:cNvPr id="7657" name="Google Shape;7657;p130"/>
            <p:cNvGrpSpPr/>
            <p:nvPr/>
          </p:nvGrpSpPr>
          <p:grpSpPr>
            <a:xfrm>
              <a:off x="6739488" y="2659847"/>
              <a:ext cx="2376625" cy="200100"/>
              <a:chOff x="624700" y="1498750"/>
              <a:chExt cx="2376625" cy="200100"/>
            </a:xfrm>
          </p:grpSpPr>
          <p:sp>
            <p:nvSpPr>
              <p:cNvPr id="7658" name="Google Shape;7658;p130"/>
              <p:cNvSpPr txBox="1"/>
              <p:nvPr/>
            </p:nvSpPr>
            <p:spPr>
              <a:xfrm>
                <a:off x="747725" y="1498750"/>
                <a:ext cx="2253600" cy="200100"/>
              </a:xfrm>
              <a:prstGeom prst="rect">
                <a:avLst/>
              </a:prstGeom>
              <a:solidFill>
                <a:srgbClr val="F3F3F3"/>
              </a:solidFill>
              <a:ln>
                <a:noFill/>
              </a:ln>
            </p:spPr>
            <p:txBody>
              <a:bodyPr anchorCtr="0" anchor="ctr" bIns="18000" lIns="18000" spcFirstLastPara="1" rIns="18000" wrap="square" tIns="18000">
                <a:noAutofit/>
              </a:bodyPr>
              <a:lstStyle/>
              <a:p>
                <a:pPr indent="0" lvl="0" marL="0" rtl="0" algn="l">
                  <a:spcBef>
                    <a:spcPts val="0"/>
                  </a:spcBef>
                  <a:spcAft>
                    <a:spcPts val="0"/>
                  </a:spcAft>
                  <a:buNone/>
                </a:pPr>
                <a:r>
                  <a:t/>
                </a:r>
                <a:endParaRPr sz="800">
                  <a:solidFill>
                    <a:srgbClr val="434343"/>
                  </a:solidFill>
                </a:endParaRPr>
              </a:p>
            </p:txBody>
          </p:sp>
          <p:sp>
            <p:nvSpPr>
              <p:cNvPr id="7659" name="Google Shape;7659;p130"/>
              <p:cNvSpPr txBox="1"/>
              <p:nvPr/>
            </p:nvSpPr>
            <p:spPr>
              <a:xfrm>
                <a:off x="624700" y="1514200"/>
                <a:ext cx="86100" cy="169200"/>
              </a:xfrm>
              <a:prstGeom prst="rect">
                <a:avLst/>
              </a:prstGeom>
              <a:noFill/>
              <a:ln>
                <a:noFill/>
              </a:ln>
            </p:spPr>
            <p:txBody>
              <a:bodyPr anchorCtr="0" anchor="ctr" bIns="0" lIns="0" spcFirstLastPara="1" rIns="0" wrap="square" tIns="0">
                <a:spAutoFit/>
              </a:bodyPr>
              <a:lstStyle/>
              <a:p>
                <a:pPr indent="0" lvl="0" marL="0" rtl="0" algn="r">
                  <a:spcBef>
                    <a:spcPts val="0"/>
                  </a:spcBef>
                  <a:spcAft>
                    <a:spcPts val="0"/>
                  </a:spcAft>
                  <a:buNone/>
                </a:pPr>
                <a:r>
                  <a:rPr lang="es-419" sz="700">
                    <a:latin typeface="Arvo"/>
                    <a:ea typeface="Arvo"/>
                    <a:cs typeface="Arvo"/>
                    <a:sym typeface="Arvo"/>
                  </a:rPr>
                  <a:t>1.</a:t>
                </a:r>
                <a:endParaRPr sz="700">
                  <a:latin typeface="Arvo"/>
                  <a:ea typeface="Arvo"/>
                  <a:cs typeface="Arvo"/>
                  <a:sym typeface="Arvo"/>
                </a:endParaRPr>
              </a:p>
              <a:p>
                <a:pPr indent="0" lvl="0" marL="0" rtl="0" algn="r">
                  <a:spcBef>
                    <a:spcPts val="0"/>
                  </a:spcBef>
                  <a:spcAft>
                    <a:spcPts val="0"/>
                  </a:spcAft>
                  <a:buNone/>
                </a:pPr>
                <a:r>
                  <a:t/>
                </a:r>
                <a:endParaRPr i="1" sz="400">
                  <a:solidFill>
                    <a:srgbClr val="666666"/>
                  </a:solidFill>
                  <a:latin typeface="Arvo"/>
                  <a:ea typeface="Arvo"/>
                  <a:cs typeface="Arvo"/>
                  <a:sym typeface="Arvo"/>
                </a:endParaRPr>
              </a:p>
            </p:txBody>
          </p:sp>
        </p:grpSp>
        <p:grpSp>
          <p:nvGrpSpPr>
            <p:cNvPr id="7660" name="Google Shape;7660;p130"/>
            <p:cNvGrpSpPr/>
            <p:nvPr/>
          </p:nvGrpSpPr>
          <p:grpSpPr>
            <a:xfrm>
              <a:off x="6739488" y="2882384"/>
              <a:ext cx="2376625" cy="200100"/>
              <a:chOff x="624700" y="1498750"/>
              <a:chExt cx="2376625" cy="200100"/>
            </a:xfrm>
          </p:grpSpPr>
          <p:sp>
            <p:nvSpPr>
              <p:cNvPr id="7661" name="Google Shape;7661;p130"/>
              <p:cNvSpPr txBox="1"/>
              <p:nvPr/>
            </p:nvSpPr>
            <p:spPr>
              <a:xfrm>
                <a:off x="747725" y="1498750"/>
                <a:ext cx="2253600" cy="200100"/>
              </a:xfrm>
              <a:prstGeom prst="rect">
                <a:avLst/>
              </a:prstGeom>
              <a:solidFill>
                <a:srgbClr val="F3F3F3"/>
              </a:solidFill>
              <a:ln>
                <a:noFill/>
              </a:ln>
            </p:spPr>
            <p:txBody>
              <a:bodyPr anchorCtr="0" anchor="ctr" bIns="18000" lIns="18000" spcFirstLastPara="1" rIns="18000" wrap="square" tIns="18000">
                <a:noAutofit/>
              </a:bodyPr>
              <a:lstStyle/>
              <a:p>
                <a:pPr indent="0" lvl="0" marL="0" rtl="0" algn="l">
                  <a:spcBef>
                    <a:spcPts val="0"/>
                  </a:spcBef>
                  <a:spcAft>
                    <a:spcPts val="0"/>
                  </a:spcAft>
                  <a:buNone/>
                </a:pPr>
                <a:r>
                  <a:t/>
                </a:r>
                <a:endParaRPr sz="800">
                  <a:solidFill>
                    <a:srgbClr val="434343"/>
                  </a:solidFill>
                </a:endParaRPr>
              </a:p>
            </p:txBody>
          </p:sp>
          <p:sp>
            <p:nvSpPr>
              <p:cNvPr id="7662" name="Google Shape;7662;p130"/>
              <p:cNvSpPr txBox="1"/>
              <p:nvPr/>
            </p:nvSpPr>
            <p:spPr>
              <a:xfrm>
                <a:off x="624700" y="1514200"/>
                <a:ext cx="86100" cy="169200"/>
              </a:xfrm>
              <a:prstGeom prst="rect">
                <a:avLst/>
              </a:prstGeom>
              <a:noFill/>
              <a:ln>
                <a:noFill/>
              </a:ln>
            </p:spPr>
            <p:txBody>
              <a:bodyPr anchorCtr="0" anchor="ctr" bIns="0" lIns="0" spcFirstLastPara="1" rIns="0" wrap="square" tIns="0">
                <a:spAutoFit/>
              </a:bodyPr>
              <a:lstStyle/>
              <a:p>
                <a:pPr indent="0" lvl="0" marL="0" rtl="0" algn="r">
                  <a:spcBef>
                    <a:spcPts val="0"/>
                  </a:spcBef>
                  <a:spcAft>
                    <a:spcPts val="0"/>
                  </a:spcAft>
                  <a:buNone/>
                </a:pPr>
                <a:r>
                  <a:rPr lang="es-419" sz="700">
                    <a:latin typeface="Arvo"/>
                    <a:ea typeface="Arvo"/>
                    <a:cs typeface="Arvo"/>
                    <a:sym typeface="Arvo"/>
                  </a:rPr>
                  <a:t>2.</a:t>
                </a:r>
                <a:endParaRPr sz="700">
                  <a:latin typeface="Arvo"/>
                  <a:ea typeface="Arvo"/>
                  <a:cs typeface="Arvo"/>
                  <a:sym typeface="Arvo"/>
                </a:endParaRPr>
              </a:p>
              <a:p>
                <a:pPr indent="0" lvl="0" marL="0" rtl="0" algn="r">
                  <a:spcBef>
                    <a:spcPts val="0"/>
                  </a:spcBef>
                  <a:spcAft>
                    <a:spcPts val="0"/>
                  </a:spcAft>
                  <a:buNone/>
                </a:pPr>
                <a:r>
                  <a:t/>
                </a:r>
                <a:endParaRPr i="1" sz="400">
                  <a:solidFill>
                    <a:srgbClr val="666666"/>
                  </a:solidFill>
                  <a:latin typeface="Arvo"/>
                  <a:ea typeface="Arvo"/>
                  <a:cs typeface="Arvo"/>
                  <a:sym typeface="Arvo"/>
                </a:endParaRPr>
              </a:p>
            </p:txBody>
          </p:sp>
        </p:grpSp>
        <p:grpSp>
          <p:nvGrpSpPr>
            <p:cNvPr id="7663" name="Google Shape;7663;p130"/>
            <p:cNvGrpSpPr/>
            <p:nvPr/>
          </p:nvGrpSpPr>
          <p:grpSpPr>
            <a:xfrm>
              <a:off x="6739488" y="3104947"/>
              <a:ext cx="2376625" cy="200100"/>
              <a:chOff x="624700" y="1498750"/>
              <a:chExt cx="2376625" cy="200100"/>
            </a:xfrm>
          </p:grpSpPr>
          <p:sp>
            <p:nvSpPr>
              <p:cNvPr id="7664" name="Google Shape;7664;p130"/>
              <p:cNvSpPr txBox="1"/>
              <p:nvPr/>
            </p:nvSpPr>
            <p:spPr>
              <a:xfrm>
                <a:off x="747725" y="1498750"/>
                <a:ext cx="2253600" cy="200100"/>
              </a:xfrm>
              <a:prstGeom prst="rect">
                <a:avLst/>
              </a:prstGeom>
              <a:solidFill>
                <a:srgbClr val="F3F3F3"/>
              </a:solidFill>
              <a:ln>
                <a:noFill/>
              </a:ln>
            </p:spPr>
            <p:txBody>
              <a:bodyPr anchorCtr="0" anchor="ctr" bIns="18000" lIns="18000" spcFirstLastPara="1" rIns="18000" wrap="square" tIns="18000">
                <a:noAutofit/>
              </a:bodyPr>
              <a:lstStyle/>
              <a:p>
                <a:pPr indent="0" lvl="0" marL="0" rtl="0" algn="l">
                  <a:spcBef>
                    <a:spcPts val="0"/>
                  </a:spcBef>
                  <a:spcAft>
                    <a:spcPts val="0"/>
                  </a:spcAft>
                  <a:buNone/>
                </a:pPr>
                <a:r>
                  <a:t/>
                </a:r>
                <a:endParaRPr sz="800">
                  <a:solidFill>
                    <a:srgbClr val="434343"/>
                  </a:solidFill>
                </a:endParaRPr>
              </a:p>
            </p:txBody>
          </p:sp>
          <p:sp>
            <p:nvSpPr>
              <p:cNvPr id="7665" name="Google Shape;7665;p130"/>
              <p:cNvSpPr txBox="1"/>
              <p:nvPr/>
            </p:nvSpPr>
            <p:spPr>
              <a:xfrm>
                <a:off x="624700" y="1514200"/>
                <a:ext cx="86100" cy="169200"/>
              </a:xfrm>
              <a:prstGeom prst="rect">
                <a:avLst/>
              </a:prstGeom>
              <a:noFill/>
              <a:ln>
                <a:noFill/>
              </a:ln>
            </p:spPr>
            <p:txBody>
              <a:bodyPr anchorCtr="0" anchor="ctr" bIns="0" lIns="0" spcFirstLastPara="1" rIns="0" wrap="square" tIns="0">
                <a:spAutoFit/>
              </a:bodyPr>
              <a:lstStyle/>
              <a:p>
                <a:pPr indent="0" lvl="0" marL="0" rtl="0" algn="r">
                  <a:spcBef>
                    <a:spcPts val="0"/>
                  </a:spcBef>
                  <a:spcAft>
                    <a:spcPts val="0"/>
                  </a:spcAft>
                  <a:buNone/>
                </a:pPr>
                <a:r>
                  <a:rPr lang="es-419" sz="700">
                    <a:latin typeface="Arvo"/>
                    <a:ea typeface="Arvo"/>
                    <a:cs typeface="Arvo"/>
                    <a:sym typeface="Arvo"/>
                  </a:rPr>
                  <a:t>3.</a:t>
                </a:r>
                <a:endParaRPr sz="700">
                  <a:latin typeface="Arvo"/>
                  <a:ea typeface="Arvo"/>
                  <a:cs typeface="Arvo"/>
                  <a:sym typeface="Arvo"/>
                </a:endParaRPr>
              </a:p>
              <a:p>
                <a:pPr indent="0" lvl="0" marL="0" rtl="0" algn="r">
                  <a:spcBef>
                    <a:spcPts val="0"/>
                  </a:spcBef>
                  <a:spcAft>
                    <a:spcPts val="0"/>
                  </a:spcAft>
                  <a:buNone/>
                </a:pPr>
                <a:r>
                  <a:t/>
                </a:r>
                <a:endParaRPr i="1" sz="400">
                  <a:solidFill>
                    <a:srgbClr val="666666"/>
                  </a:solidFill>
                  <a:latin typeface="Arvo"/>
                  <a:ea typeface="Arvo"/>
                  <a:cs typeface="Arvo"/>
                  <a:sym typeface="Arvo"/>
                </a:endParaRPr>
              </a:p>
            </p:txBody>
          </p:sp>
        </p:grpSp>
        <p:grpSp>
          <p:nvGrpSpPr>
            <p:cNvPr id="7666" name="Google Shape;7666;p130"/>
            <p:cNvGrpSpPr/>
            <p:nvPr/>
          </p:nvGrpSpPr>
          <p:grpSpPr>
            <a:xfrm>
              <a:off x="6739488" y="3327484"/>
              <a:ext cx="2376625" cy="200100"/>
              <a:chOff x="624700" y="1498750"/>
              <a:chExt cx="2376625" cy="200100"/>
            </a:xfrm>
          </p:grpSpPr>
          <p:sp>
            <p:nvSpPr>
              <p:cNvPr id="7667" name="Google Shape;7667;p130"/>
              <p:cNvSpPr txBox="1"/>
              <p:nvPr/>
            </p:nvSpPr>
            <p:spPr>
              <a:xfrm>
                <a:off x="747725" y="1498750"/>
                <a:ext cx="2253600" cy="200100"/>
              </a:xfrm>
              <a:prstGeom prst="rect">
                <a:avLst/>
              </a:prstGeom>
              <a:solidFill>
                <a:srgbClr val="F3F3F3"/>
              </a:solidFill>
              <a:ln>
                <a:noFill/>
              </a:ln>
            </p:spPr>
            <p:txBody>
              <a:bodyPr anchorCtr="0" anchor="ctr" bIns="18000" lIns="18000" spcFirstLastPara="1" rIns="18000" wrap="square" tIns="18000">
                <a:noAutofit/>
              </a:bodyPr>
              <a:lstStyle/>
              <a:p>
                <a:pPr indent="0" lvl="0" marL="0" rtl="0" algn="l">
                  <a:spcBef>
                    <a:spcPts val="0"/>
                  </a:spcBef>
                  <a:spcAft>
                    <a:spcPts val="0"/>
                  </a:spcAft>
                  <a:buNone/>
                </a:pPr>
                <a:r>
                  <a:t/>
                </a:r>
                <a:endParaRPr sz="800">
                  <a:solidFill>
                    <a:srgbClr val="434343"/>
                  </a:solidFill>
                </a:endParaRPr>
              </a:p>
            </p:txBody>
          </p:sp>
          <p:sp>
            <p:nvSpPr>
              <p:cNvPr id="7668" name="Google Shape;7668;p130"/>
              <p:cNvSpPr txBox="1"/>
              <p:nvPr/>
            </p:nvSpPr>
            <p:spPr>
              <a:xfrm>
                <a:off x="624700" y="1514200"/>
                <a:ext cx="86100" cy="169200"/>
              </a:xfrm>
              <a:prstGeom prst="rect">
                <a:avLst/>
              </a:prstGeom>
              <a:noFill/>
              <a:ln>
                <a:noFill/>
              </a:ln>
            </p:spPr>
            <p:txBody>
              <a:bodyPr anchorCtr="0" anchor="ctr" bIns="0" lIns="0" spcFirstLastPara="1" rIns="0" wrap="square" tIns="0">
                <a:spAutoFit/>
              </a:bodyPr>
              <a:lstStyle/>
              <a:p>
                <a:pPr indent="0" lvl="0" marL="0" rtl="0" algn="r">
                  <a:spcBef>
                    <a:spcPts val="0"/>
                  </a:spcBef>
                  <a:spcAft>
                    <a:spcPts val="0"/>
                  </a:spcAft>
                  <a:buNone/>
                </a:pPr>
                <a:r>
                  <a:rPr lang="es-419" sz="700">
                    <a:latin typeface="Arvo"/>
                    <a:ea typeface="Arvo"/>
                    <a:cs typeface="Arvo"/>
                    <a:sym typeface="Arvo"/>
                  </a:rPr>
                  <a:t>4.</a:t>
                </a:r>
                <a:endParaRPr sz="700">
                  <a:latin typeface="Arvo"/>
                  <a:ea typeface="Arvo"/>
                  <a:cs typeface="Arvo"/>
                  <a:sym typeface="Arvo"/>
                </a:endParaRPr>
              </a:p>
              <a:p>
                <a:pPr indent="0" lvl="0" marL="0" rtl="0" algn="r">
                  <a:spcBef>
                    <a:spcPts val="0"/>
                  </a:spcBef>
                  <a:spcAft>
                    <a:spcPts val="0"/>
                  </a:spcAft>
                  <a:buNone/>
                </a:pPr>
                <a:r>
                  <a:t/>
                </a:r>
                <a:endParaRPr i="1" sz="400">
                  <a:solidFill>
                    <a:srgbClr val="666666"/>
                  </a:solidFill>
                  <a:latin typeface="Arvo"/>
                  <a:ea typeface="Arvo"/>
                  <a:cs typeface="Arvo"/>
                  <a:sym typeface="Arvo"/>
                </a:endParaRPr>
              </a:p>
            </p:txBody>
          </p:sp>
        </p:grpSp>
        <p:grpSp>
          <p:nvGrpSpPr>
            <p:cNvPr id="7669" name="Google Shape;7669;p130"/>
            <p:cNvGrpSpPr/>
            <p:nvPr/>
          </p:nvGrpSpPr>
          <p:grpSpPr>
            <a:xfrm>
              <a:off x="6739488" y="3555909"/>
              <a:ext cx="2376625" cy="200100"/>
              <a:chOff x="624700" y="1498750"/>
              <a:chExt cx="2376625" cy="200100"/>
            </a:xfrm>
          </p:grpSpPr>
          <p:sp>
            <p:nvSpPr>
              <p:cNvPr id="7670" name="Google Shape;7670;p130"/>
              <p:cNvSpPr txBox="1"/>
              <p:nvPr/>
            </p:nvSpPr>
            <p:spPr>
              <a:xfrm>
                <a:off x="747725" y="1498750"/>
                <a:ext cx="2253600" cy="200100"/>
              </a:xfrm>
              <a:prstGeom prst="rect">
                <a:avLst/>
              </a:prstGeom>
              <a:solidFill>
                <a:srgbClr val="F3F3F3"/>
              </a:solidFill>
              <a:ln>
                <a:noFill/>
              </a:ln>
            </p:spPr>
            <p:txBody>
              <a:bodyPr anchorCtr="0" anchor="ctr" bIns="18000" lIns="18000" spcFirstLastPara="1" rIns="18000" wrap="square" tIns="18000">
                <a:noAutofit/>
              </a:bodyPr>
              <a:lstStyle/>
              <a:p>
                <a:pPr indent="0" lvl="0" marL="0" rtl="0" algn="l">
                  <a:spcBef>
                    <a:spcPts val="0"/>
                  </a:spcBef>
                  <a:spcAft>
                    <a:spcPts val="0"/>
                  </a:spcAft>
                  <a:buNone/>
                </a:pPr>
                <a:r>
                  <a:t/>
                </a:r>
                <a:endParaRPr sz="800">
                  <a:solidFill>
                    <a:srgbClr val="434343"/>
                  </a:solidFill>
                </a:endParaRPr>
              </a:p>
            </p:txBody>
          </p:sp>
          <p:sp>
            <p:nvSpPr>
              <p:cNvPr id="7671" name="Google Shape;7671;p130"/>
              <p:cNvSpPr txBox="1"/>
              <p:nvPr/>
            </p:nvSpPr>
            <p:spPr>
              <a:xfrm>
                <a:off x="624700" y="1514200"/>
                <a:ext cx="86100" cy="169200"/>
              </a:xfrm>
              <a:prstGeom prst="rect">
                <a:avLst/>
              </a:prstGeom>
              <a:noFill/>
              <a:ln>
                <a:noFill/>
              </a:ln>
            </p:spPr>
            <p:txBody>
              <a:bodyPr anchorCtr="0" anchor="ctr" bIns="0" lIns="0" spcFirstLastPara="1" rIns="0" wrap="square" tIns="0">
                <a:spAutoFit/>
              </a:bodyPr>
              <a:lstStyle/>
              <a:p>
                <a:pPr indent="0" lvl="0" marL="0" rtl="0" algn="r">
                  <a:spcBef>
                    <a:spcPts val="0"/>
                  </a:spcBef>
                  <a:spcAft>
                    <a:spcPts val="0"/>
                  </a:spcAft>
                  <a:buNone/>
                </a:pPr>
                <a:r>
                  <a:rPr lang="es-419" sz="700">
                    <a:latin typeface="Arvo"/>
                    <a:ea typeface="Arvo"/>
                    <a:cs typeface="Arvo"/>
                    <a:sym typeface="Arvo"/>
                  </a:rPr>
                  <a:t>5.</a:t>
                </a:r>
                <a:endParaRPr sz="700">
                  <a:latin typeface="Arvo"/>
                  <a:ea typeface="Arvo"/>
                  <a:cs typeface="Arvo"/>
                  <a:sym typeface="Arvo"/>
                </a:endParaRPr>
              </a:p>
              <a:p>
                <a:pPr indent="0" lvl="0" marL="0" rtl="0" algn="r">
                  <a:spcBef>
                    <a:spcPts val="0"/>
                  </a:spcBef>
                  <a:spcAft>
                    <a:spcPts val="0"/>
                  </a:spcAft>
                  <a:buNone/>
                </a:pPr>
                <a:r>
                  <a:t/>
                </a:r>
                <a:endParaRPr i="1" sz="400">
                  <a:solidFill>
                    <a:srgbClr val="666666"/>
                  </a:solidFill>
                  <a:latin typeface="Arvo"/>
                  <a:ea typeface="Arvo"/>
                  <a:cs typeface="Arvo"/>
                  <a:sym typeface="Arvo"/>
                </a:endParaRPr>
              </a:p>
            </p:txBody>
          </p:sp>
        </p:grpSp>
      </p:grpSp>
    </p:spTree>
  </p:cSld>
  <p:clrMapOvr>
    <a:masterClrMapping/>
  </p:clrMapOvr>
</p:sldLayout>
</file>

<file path=ppt/slideLayouts/slideLayout12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0.1 Plantilla de Proceso">
  <p:cSld name="TITLE_3">
    <p:spTree>
      <p:nvGrpSpPr>
        <p:cNvPr id="7676" name="Shape 7676"/>
        <p:cNvGrpSpPr/>
        <p:nvPr/>
      </p:nvGrpSpPr>
      <p:grpSpPr>
        <a:xfrm>
          <a:off x="0" y="0"/>
          <a:ext cx="0" cy="0"/>
          <a:chOff x="0" y="0"/>
          <a:chExt cx="0" cy="0"/>
        </a:xfrm>
      </p:grpSpPr>
      <p:sp>
        <p:nvSpPr>
          <p:cNvPr id="7677" name="Google Shape;7677;p132"/>
          <p:cNvSpPr/>
          <p:nvPr/>
        </p:nvSpPr>
        <p:spPr>
          <a:xfrm>
            <a:off x="97888" y="377012"/>
            <a:ext cx="9893400" cy="296700"/>
          </a:xfrm>
          <a:prstGeom prst="roundRect">
            <a:avLst>
              <a:gd fmla="val 22902" name="adj"/>
            </a:avLst>
          </a:prstGeom>
          <a:solidFill>
            <a:srgbClr val="F3F3F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7678" name="Google Shape;7678;p132"/>
          <p:cNvSpPr/>
          <p:nvPr/>
        </p:nvSpPr>
        <p:spPr>
          <a:xfrm>
            <a:off x="77688" y="358938"/>
            <a:ext cx="9935700" cy="6438000"/>
          </a:xfrm>
          <a:prstGeom prst="roundRect">
            <a:avLst>
              <a:gd fmla="val 2618" name="adj"/>
            </a:avLst>
          </a:prstGeom>
          <a:solidFill>
            <a:srgbClr val="FFFFFF"/>
          </a:solidFill>
          <a:ln cap="flat" cmpd="sng" w="38100">
            <a:solidFill>
              <a:srgbClr val="000000"/>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679" name="Google Shape;7679;p132"/>
          <p:cNvCxnSpPr/>
          <p:nvPr/>
        </p:nvCxnSpPr>
        <p:spPr>
          <a:xfrm>
            <a:off x="77688" y="772614"/>
            <a:ext cx="9935700" cy="0"/>
          </a:xfrm>
          <a:prstGeom prst="straightConnector1">
            <a:avLst/>
          </a:prstGeom>
          <a:noFill/>
          <a:ln cap="flat" cmpd="sng" w="19050">
            <a:solidFill>
              <a:srgbClr val="000000"/>
            </a:solidFill>
            <a:prstDash val="solid"/>
            <a:round/>
            <a:headEnd len="med" w="med" type="none"/>
            <a:tailEnd len="med" w="med" type="none"/>
          </a:ln>
        </p:spPr>
      </p:cxnSp>
      <p:cxnSp>
        <p:nvCxnSpPr>
          <p:cNvPr id="7680" name="Google Shape;7680;p132"/>
          <p:cNvCxnSpPr/>
          <p:nvPr/>
        </p:nvCxnSpPr>
        <p:spPr>
          <a:xfrm rot="10800000">
            <a:off x="2439038" y="368188"/>
            <a:ext cx="0" cy="402300"/>
          </a:xfrm>
          <a:prstGeom prst="straightConnector1">
            <a:avLst/>
          </a:prstGeom>
          <a:noFill/>
          <a:ln cap="flat" cmpd="sng" w="19050">
            <a:solidFill>
              <a:srgbClr val="000000"/>
            </a:solidFill>
            <a:prstDash val="solid"/>
            <a:round/>
            <a:headEnd len="med" w="med" type="none"/>
            <a:tailEnd len="med" w="med" type="none"/>
          </a:ln>
        </p:spPr>
      </p:cxnSp>
      <p:sp>
        <p:nvSpPr>
          <p:cNvPr id="7681" name="Google Shape;7681;p132"/>
          <p:cNvSpPr txBox="1"/>
          <p:nvPr>
            <p:ph type="title"/>
          </p:nvPr>
        </p:nvSpPr>
        <p:spPr>
          <a:xfrm flipH="1">
            <a:off x="3219174" y="437575"/>
            <a:ext cx="1731300" cy="2658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200"/>
              <a:buNone/>
              <a:defRPr sz="1200">
                <a:solidFill>
                  <a:srgbClr val="000000"/>
                </a:solidFill>
              </a:defRPr>
            </a:lvl1pPr>
            <a:lvl2pPr lvl="1">
              <a:spcBef>
                <a:spcPts val="0"/>
              </a:spcBef>
              <a:spcAft>
                <a:spcPts val="0"/>
              </a:spcAft>
              <a:buClr>
                <a:srgbClr val="000000"/>
              </a:buClr>
              <a:buSzPts val="1100"/>
              <a:buNone/>
              <a:defRPr sz="1100">
                <a:solidFill>
                  <a:srgbClr val="000000"/>
                </a:solidFill>
              </a:defRPr>
            </a:lvl2pPr>
            <a:lvl3pPr lvl="2">
              <a:spcBef>
                <a:spcPts val="0"/>
              </a:spcBef>
              <a:spcAft>
                <a:spcPts val="0"/>
              </a:spcAft>
              <a:buClr>
                <a:srgbClr val="000000"/>
              </a:buClr>
              <a:buSzPts val="1100"/>
              <a:buNone/>
              <a:defRPr sz="1100">
                <a:solidFill>
                  <a:srgbClr val="000000"/>
                </a:solidFill>
              </a:defRPr>
            </a:lvl3pPr>
            <a:lvl4pPr lvl="3">
              <a:spcBef>
                <a:spcPts val="0"/>
              </a:spcBef>
              <a:spcAft>
                <a:spcPts val="0"/>
              </a:spcAft>
              <a:buClr>
                <a:srgbClr val="000000"/>
              </a:buClr>
              <a:buSzPts val="1100"/>
              <a:buNone/>
              <a:defRPr sz="1100">
                <a:solidFill>
                  <a:srgbClr val="000000"/>
                </a:solidFill>
              </a:defRPr>
            </a:lvl4pPr>
            <a:lvl5pPr lvl="4">
              <a:spcBef>
                <a:spcPts val="0"/>
              </a:spcBef>
              <a:spcAft>
                <a:spcPts val="0"/>
              </a:spcAft>
              <a:buClr>
                <a:srgbClr val="000000"/>
              </a:buClr>
              <a:buSzPts val="1100"/>
              <a:buNone/>
              <a:defRPr sz="1100">
                <a:solidFill>
                  <a:srgbClr val="000000"/>
                </a:solidFill>
              </a:defRPr>
            </a:lvl5pPr>
            <a:lvl6pPr lvl="5">
              <a:spcBef>
                <a:spcPts val="0"/>
              </a:spcBef>
              <a:spcAft>
                <a:spcPts val="0"/>
              </a:spcAft>
              <a:buClr>
                <a:srgbClr val="000000"/>
              </a:buClr>
              <a:buSzPts val="1100"/>
              <a:buNone/>
              <a:defRPr sz="1100">
                <a:solidFill>
                  <a:srgbClr val="000000"/>
                </a:solidFill>
              </a:defRPr>
            </a:lvl6pPr>
            <a:lvl7pPr lvl="6">
              <a:spcBef>
                <a:spcPts val="0"/>
              </a:spcBef>
              <a:spcAft>
                <a:spcPts val="0"/>
              </a:spcAft>
              <a:buClr>
                <a:srgbClr val="000000"/>
              </a:buClr>
              <a:buSzPts val="1100"/>
              <a:buNone/>
              <a:defRPr sz="1100">
                <a:solidFill>
                  <a:srgbClr val="000000"/>
                </a:solidFill>
              </a:defRPr>
            </a:lvl7pPr>
            <a:lvl8pPr lvl="7">
              <a:spcBef>
                <a:spcPts val="0"/>
              </a:spcBef>
              <a:spcAft>
                <a:spcPts val="0"/>
              </a:spcAft>
              <a:buClr>
                <a:srgbClr val="000000"/>
              </a:buClr>
              <a:buSzPts val="1100"/>
              <a:buNone/>
              <a:defRPr sz="1100">
                <a:solidFill>
                  <a:srgbClr val="000000"/>
                </a:solidFill>
              </a:defRPr>
            </a:lvl8pPr>
            <a:lvl9pPr lvl="8">
              <a:spcBef>
                <a:spcPts val="0"/>
              </a:spcBef>
              <a:spcAft>
                <a:spcPts val="0"/>
              </a:spcAft>
              <a:buClr>
                <a:srgbClr val="000000"/>
              </a:buClr>
              <a:buSzPts val="1100"/>
              <a:buNone/>
              <a:defRPr sz="1100">
                <a:solidFill>
                  <a:srgbClr val="000000"/>
                </a:solidFill>
              </a:defRPr>
            </a:lvl9pPr>
          </a:lstStyle>
          <a:p/>
        </p:txBody>
      </p:sp>
      <p:sp>
        <p:nvSpPr>
          <p:cNvPr id="7682" name="Google Shape;7682;p132"/>
          <p:cNvSpPr txBox="1"/>
          <p:nvPr/>
        </p:nvSpPr>
        <p:spPr>
          <a:xfrm>
            <a:off x="2513487" y="437267"/>
            <a:ext cx="679500" cy="2664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b="1" lang="es-419" sz="1100"/>
              <a:t>Proceso:</a:t>
            </a:r>
            <a:endParaRPr b="1" sz="1100"/>
          </a:p>
        </p:txBody>
      </p:sp>
      <p:cxnSp>
        <p:nvCxnSpPr>
          <p:cNvPr id="7683" name="Google Shape;7683;p132"/>
          <p:cNvCxnSpPr/>
          <p:nvPr/>
        </p:nvCxnSpPr>
        <p:spPr>
          <a:xfrm rot="10800000">
            <a:off x="5070754" y="368188"/>
            <a:ext cx="0" cy="402300"/>
          </a:xfrm>
          <a:prstGeom prst="straightConnector1">
            <a:avLst/>
          </a:prstGeom>
          <a:noFill/>
          <a:ln cap="flat" cmpd="sng" w="19050">
            <a:solidFill>
              <a:srgbClr val="000000"/>
            </a:solidFill>
            <a:prstDash val="solid"/>
            <a:round/>
            <a:headEnd len="med" w="med" type="none"/>
            <a:tailEnd len="med" w="med" type="none"/>
          </a:ln>
        </p:spPr>
      </p:cxnSp>
      <p:sp>
        <p:nvSpPr>
          <p:cNvPr id="7684" name="Google Shape;7684;p132"/>
          <p:cNvSpPr/>
          <p:nvPr/>
        </p:nvSpPr>
        <p:spPr>
          <a:xfrm>
            <a:off x="77688" y="349338"/>
            <a:ext cx="2361300" cy="421200"/>
          </a:xfrm>
          <a:prstGeom prst="roundRect">
            <a:avLst>
              <a:gd fmla="val 50000" name="adj"/>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s-419" sz="1200">
                <a:solidFill>
                  <a:srgbClr val="FFFFFF"/>
                </a:solidFill>
              </a:rPr>
              <a:t>Plantilla de proceso</a:t>
            </a:r>
            <a:endParaRPr b="1" sz="1200">
              <a:solidFill>
                <a:srgbClr val="FFFFFF"/>
              </a:solidFill>
            </a:endParaRPr>
          </a:p>
          <a:p>
            <a:pPr indent="0" lvl="0" marL="0" rtl="0" algn="ctr">
              <a:spcBef>
                <a:spcPts val="0"/>
              </a:spcBef>
              <a:spcAft>
                <a:spcPts val="0"/>
              </a:spcAft>
              <a:buNone/>
            </a:pPr>
            <a:r>
              <a:t/>
            </a:r>
            <a:endParaRPr b="1" sz="1200">
              <a:solidFill>
                <a:srgbClr val="FFFFFF"/>
              </a:solidFill>
            </a:endParaRPr>
          </a:p>
        </p:txBody>
      </p:sp>
      <p:sp>
        <p:nvSpPr>
          <p:cNvPr id="7685" name="Google Shape;7685;p132"/>
          <p:cNvSpPr/>
          <p:nvPr/>
        </p:nvSpPr>
        <p:spPr>
          <a:xfrm>
            <a:off x="83988" y="595504"/>
            <a:ext cx="190200" cy="1692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6" name="Google Shape;7686;p132"/>
          <p:cNvSpPr/>
          <p:nvPr/>
        </p:nvSpPr>
        <p:spPr>
          <a:xfrm>
            <a:off x="2292338" y="358938"/>
            <a:ext cx="146700" cy="4023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7" name="Google Shape;7687;p132"/>
          <p:cNvSpPr txBox="1"/>
          <p:nvPr>
            <p:ph idx="1" type="body"/>
          </p:nvPr>
        </p:nvSpPr>
        <p:spPr>
          <a:xfrm>
            <a:off x="641150" y="612125"/>
            <a:ext cx="1770300" cy="160500"/>
          </a:xfrm>
          <a:prstGeom prst="rect">
            <a:avLst/>
          </a:prstGeom>
          <a:noFill/>
          <a:ln>
            <a:noFill/>
          </a:ln>
        </p:spPr>
        <p:txBody>
          <a:bodyPr anchorCtr="0" anchor="t" bIns="0" lIns="0" spcFirstLastPara="1" rIns="0" wrap="square" tIns="0">
            <a:noAutofit/>
          </a:bodyPr>
          <a:lstStyle>
            <a:lvl1pPr indent="-292100" lvl="0" marL="457200" algn="ctr">
              <a:spcBef>
                <a:spcPts val="0"/>
              </a:spcBef>
              <a:spcAft>
                <a:spcPts val="0"/>
              </a:spcAft>
              <a:buClr>
                <a:srgbClr val="FFFFFF"/>
              </a:buClr>
              <a:buSzPts val="1000"/>
              <a:buChar char="●"/>
              <a:defRPr sz="1000">
                <a:solidFill>
                  <a:srgbClr val="FFFFFF"/>
                </a:solidFill>
              </a:defRPr>
            </a:lvl1pPr>
            <a:lvl2pPr indent="-292100" lvl="1" marL="914400" algn="ctr">
              <a:spcBef>
                <a:spcPts val="0"/>
              </a:spcBef>
              <a:spcAft>
                <a:spcPts val="0"/>
              </a:spcAft>
              <a:buClr>
                <a:srgbClr val="FFFFFF"/>
              </a:buClr>
              <a:buSzPts val="1000"/>
              <a:buChar char="○"/>
              <a:defRPr sz="1000">
                <a:solidFill>
                  <a:srgbClr val="FFFFFF"/>
                </a:solidFill>
              </a:defRPr>
            </a:lvl2pPr>
            <a:lvl3pPr indent="-292100" lvl="2" marL="1371600" algn="ctr">
              <a:spcBef>
                <a:spcPts val="0"/>
              </a:spcBef>
              <a:spcAft>
                <a:spcPts val="0"/>
              </a:spcAft>
              <a:buClr>
                <a:srgbClr val="FFFFFF"/>
              </a:buClr>
              <a:buSzPts val="1000"/>
              <a:buChar char="■"/>
              <a:defRPr sz="1000">
                <a:solidFill>
                  <a:srgbClr val="FFFFFF"/>
                </a:solidFill>
              </a:defRPr>
            </a:lvl3pPr>
            <a:lvl4pPr indent="-292100" lvl="3" marL="1828800" algn="ctr">
              <a:spcBef>
                <a:spcPts val="0"/>
              </a:spcBef>
              <a:spcAft>
                <a:spcPts val="0"/>
              </a:spcAft>
              <a:buClr>
                <a:srgbClr val="FFFFFF"/>
              </a:buClr>
              <a:buSzPts val="1000"/>
              <a:buChar char="●"/>
              <a:defRPr sz="1000">
                <a:solidFill>
                  <a:srgbClr val="FFFFFF"/>
                </a:solidFill>
              </a:defRPr>
            </a:lvl4pPr>
            <a:lvl5pPr indent="-292100" lvl="4" marL="2286000" algn="ctr">
              <a:spcBef>
                <a:spcPts val="0"/>
              </a:spcBef>
              <a:spcAft>
                <a:spcPts val="0"/>
              </a:spcAft>
              <a:buClr>
                <a:srgbClr val="FFFFFF"/>
              </a:buClr>
              <a:buSzPts val="1000"/>
              <a:buChar char="○"/>
              <a:defRPr sz="1000">
                <a:solidFill>
                  <a:srgbClr val="FFFFFF"/>
                </a:solidFill>
              </a:defRPr>
            </a:lvl5pPr>
            <a:lvl6pPr indent="-292100" lvl="5" marL="2743200" algn="ctr">
              <a:spcBef>
                <a:spcPts val="0"/>
              </a:spcBef>
              <a:spcAft>
                <a:spcPts val="0"/>
              </a:spcAft>
              <a:buClr>
                <a:srgbClr val="FFFFFF"/>
              </a:buClr>
              <a:buSzPts val="1000"/>
              <a:buChar char="■"/>
              <a:defRPr sz="1000">
                <a:solidFill>
                  <a:srgbClr val="FFFFFF"/>
                </a:solidFill>
              </a:defRPr>
            </a:lvl6pPr>
            <a:lvl7pPr indent="-292100" lvl="6" marL="3200400" algn="ctr">
              <a:spcBef>
                <a:spcPts val="0"/>
              </a:spcBef>
              <a:spcAft>
                <a:spcPts val="0"/>
              </a:spcAft>
              <a:buClr>
                <a:srgbClr val="FFFFFF"/>
              </a:buClr>
              <a:buSzPts val="1000"/>
              <a:buChar char="●"/>
              <a:defRPr sz="1000">
                <a:solidFill>
                  <a:srgbClr val="FFFFFF"/>
                </a:solidFill>
              </a:defRPr>
            </a:lvl7pPr>
            <a:lvl8pPr indent="-292100" lvl="7" marL="3657600" algn="ctr">
              <a:spcBef>
                <a:spcPts val="0"/>
              </a:spcBef>
              <a:spcAft>
                <a:spcPts val="0"/>
              </a:spcAft>
              <a:buClr>
                <a:srgbClr val="FFFFFF"/>
              </a:buClr>
              <a:buSzPts val="1000"/>
              <a:buChar char="○"/>
              <a:defRPr sz="1000">
                <a:solidFill>
                  <a:srgbClr val="FFFFFF"/>
                </a:solidFill>
              </a:defRPr>
            </a:lvl8pPr>
            <a:lvl9pPr indent="-292100" lvl="8" marL="4114800" algn="ctr">
              <a:spcBef>
                <a:spcPts val="0"/>
              </a:spcBef>
              <a:spcAft>
                <a:spcPts val="0"/>
              </a:spcAft>
              <a:buClr>
                <a:srgbClr val="FFFFFF"/>
              </a:buClr>
              <a:buSzPts val="1000"/>
              <a:buChar char="■"/>
              <a:defRPr sz="1000">
                <a:solidFill>
                  <a:srgbClr val="FFFFFF"/>
                </a:solidFill>
              </a:defRPr>
            </a:lvl9pPr>
          </a:lstStyle>
          <a:p/>
        </p:txBody>
      </p:sp>
      <p:sp>
        <p:nvSpPr>
          <p:cNvPr id="7688" name="Google Shape;7688;p132"/>
          <p:cNvSpPr txBox="1"/>
          <p:nvPr/>
        </p:nvSpPr>
        <p:spPr>
          <a:xfrm>
            <a:off x="278183" y="2523036"/>
            <a:ext cx="509100" cy="878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b="1">
              <a:latin typeface="Arvo"/>
              <a:ea typeface="Arvo"/>
              <a:cs typeface="Arvo"/>
              <a:sym typeface="Arvo"/>
            </a:endParaRPr>
          </a:p>
        </p:txBody>
      </p:sp>
      <p:sp>
        <p:nvSpPr>
          <p:cNvPr id="7689" name="Google Shape;7689;p132"/>
          <p:cNvSpPr txBox="1"/>
          <p:nvPr/>
        </p:nvSpPr>
        <p:spPr>
          <a:xfrm>
            <a:off x="278183" y="3536053"/>
            <a:ext cx="509100" cy="878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b="1">
              <a:latin typeface="Arvo"/>
              <a:ea typeface="Arvo"/>
              <a:cs typeface="Arvo"/>
              <a:sym typeface="Arvo"/>
            </a:endParaRPr>
          </a:p>
        </p:txBody>
      </p:sp>
      <p:sp>
        <p:nvSpPr>
          <p:cNvPr id="7690" name="Google Shape;7690;p132"/>
          <p:cNvSpPr txBox="1"/>
          <p:nvPr/>
        </p:nvSpPr>
        <p:spPr>
          <a:xfrm>
            <a:off x="278183" y="4553002"/>
            <a:ext cx="509100" cy="878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b="1">
              <a:latin typeface="Arvo"/>
              <a:ea typeface="Arvo"/>
              <a:cs typeface="Arvo"/>
              <a:sym typeface="Arvo"/>
            </a:endParaRPr>
          </a:p>
        </p:txBody>
      </p:sp>
      <p:sp>
        <p:nvSpPr>
          <p:cNvPr id="7691" name="Google Shape;7691;p132"/>
          <p:cNvSpPr txBox="1"/>
          <p:nvPr/>
        </p:nvSpPr>
        <p:spPr>
          <a:xfrm>
            <a:off x="5191013" y="387663"/>
            <a:ext cx="13026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Finalidad empresa</a:t>
            </a:r>
            <a:endParaRPr b="1" sz="1100"/>
          </a:p>
        </p:txBody>
      </p:sp>
      <p:sp>
        <p:nvSpPr>
          <p:cNvPr id="7692" name="Google Shape;7692;p132"/>
          <p:cNvSpPr txBox="1"/>
          <p:nvPr/>
        </p:nvSpPr>
        <p:spPr>
          <a:xfrm>
            <a:off x="5191013" y="579538"/>
            <a:ext cx="11637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Finalidad cliente</a:t>
            </a:r>
            <a:endParaRPr b="1" sz="1100"/>
          </a:p>
        </p:txBody>
      </p:sp>
      <p:sp>
        <p:nvSpPr>
          <p:cNvPr id="7693" name="Google Shape;7693;p132"/>
          <p:cNvSpPr txBox="1"/>
          <p:nvPr>
            <p:ph idx="2" type="title"/>
          </p:nvPr>
        </p:nvSpPr>
        <p:spPr>
          <a:xfrm flipH="1">
            <a:off x="6546263" y="387663"/>
            <a:ext cx="3350100" cy="1692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000"/>
              <a:buNone/>
              <a:defRPr sz="1000">
                <a:solidFill>
                  <a:srgbClr val="000000"/>
                </a:solidFill>
              </a:defRPr>
            </a:lvl1pPr>
            <a:lvl2pPr lvl="1">
              <a:spcBef>
                <a:spcPts val="0"/>
              </a:spcBef>
              <a:spcAft>
                <a:spcPts val="0"/>
              </a:spcAft>
              <a:buClr>
                <a:srgbClr val="000000"/>
              </a:buClr>
              <a:buSzPts val="1000"/>
              <a:buNone/>
              <a:defRPr sz="1000">
                <a:solidFill>
                  <a:srgbClr val="000000"/>
                </a:solidFill>
              </a:defRPr>
            </a:lvl2pPr>
            <a:lvl3pPr lvl="2">
              <a:spcBef>
                <a:spcPts val="0"/>
              </a:spcBef>
              <a:spcAft>
                <a:spcPts val="0"/>
              </a:spcAft>
              <a:buClr>
                <a:srgbClr val="000000"/>
              </a:buClr>
              <a:buSzPts val="1000"/>
              <a:buNone/>
              <a:defRPr sz="1000">
                <a:solidFill>
                  <a:srgbClr val="000000"/>
                </a:solidFill>
              </a:defRPr>
            </a:lvl3pPr>
            <a:lvl4pPr lvl="3">
              <a:spcBef>
                <a:spcPts val="0"/>
              </a:spcBef>
              <a:spcAft>
                <a:spcPts val="0"/>
              </a:spcAft>
              <a:buClr>
                <a:srgbClr val="000000"/>
              </a:buClr>
              <a:buSzPts val="1000"/>
              <a:buNone/>
              <a:defRPr sz="1000">
                <a:solidFill>
                  <a:srgbClr val="000000"/>
                </a:solidFill>
              </a:defRPr>
            </a:lvl4pPr>
            <a:lvl5pPr lvl="4">
              <a:spcBef>
                <a:spcPts val="0"/>
              </a:spcBef>
              <a:spcAft>
                <a:spcPts val="0"/>
              </a:spcAft>
              <a:buClr>
                <a:srgbClr val="000000"/>
              </a:buClr>
              <a:buSzPts val="1000"/>
              <a:buNone/>
              <a:defRPr sz="1000">
                <a:solidFill>
                  <a:srgbClr val="000000"/>
                </a:solidFill>
              </a:defRPr>
            </a:lvl5pPr>
            <a:lvl6pPr lvl="5">
              <a:spcBef>
                <a:spcPts val="0"/>
              </a:spcBef>
              <a:spcAft>
                <a:spcPts val="0"/>
              </a:spcAft>
              <a:buClr>
                <a:srgbClr val="000000"/>
              </a:buClr>
              <a:buSzPts val="1000"/>
              <a:buNone/>
              <a:defRPr sz="1000">
                <a:solidFill>
                  <a:srgbClr val="000000"/>
                </a:solidFill>
              </a:defRPr>
            </a:lvl6pPr>
            <a:lvl7pPr lvl="6">
              <a:spcBef>
                <a:spcPts val="0"/>
              </a:spcBef>
              <a:spcAft>
                <a:spcPts val="0"/>
              </a:spcAft>
              <a:buClr>
                <a:srgbClr val="000000"/>
              </a:buClr>
              <a:buSzPts val="1000"/>
              <a:buNone/>
              <a:defRPr sz="1000">
                <a:solidFill>
                  <a:srgbClr val="000000"/>
                </a:solidFill>
              </a:defRPr>
            </a:lvl7pPr>
            <a:lvl8pPr lvl="7">
              <a:spcBef>
                <a:spcPts val="0"/>
              </a:spcBef>
              <a:spcAft>
                <a:spcPts val="0"/>
              </a:spcAft>
              <a:buClr>
                <a:srgbClr val="000000"/>
              </a:buClr>
              <a:buSzPts val="1000"/>
              <a:buNone/>
              <a:defRPr sz="1000">
                <a:solidFill>
                  <a:srgbClr val="000000"/>
                </a:solidFill>
              </a:defRPr>
            </a:lvl8pPr>
            <a:lvl9pPr lvl="8">
              <a:spcBef>
                <a:spcPts val="0"/>
              </a:spcBef>
              <a:spcAft>
                <a:spcPts val="0"/>
              </a:spcAft>
              <a:buClr>
                <a:srgbClr val="000000"/>
              </a:buClr>
              <a:buSzPts val="1000"/>
              <a:buNone/>
              <a:defRPr sz="1000">
                <a:solidFill>
                  <a:srgbClr val="000000"/>
                </a:solidFill>
              </a:defRPr>
            </a:lvl9pPr>
          </a:lstStyle>
          <a:p/>
        </p:txBody>
      </p:sp>
      <p:sp>
        <p:nvSpPr>
          <p:cNvPr id="7694" name="Google Shape;7694;p132"/>
          <p:cNvSpPr txBox="1"/>
          <p:nvPr>
            <p:ph idx="3" type="title"/>
          </p:nvPr>
        </p:nvSpPr>
        <p:spPr>
          <a:xfrm flipH="1">
            <a:off x="6546263" y="579538"/>
            <a:ext cx="3350100" cy="1692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000"/>
              <a:buNone/>
              <a:defRPr sz="1000">
                <a:solidFill>
                  <a:srgbClr val="000000"/>
                </a:solidFill>
              </a:defRPr>
            </a:lvl1pPr>
            <a:lvl2pPr lvl="1">
              <a:spcBef>
                <a:spcPts val="0"/>
              </a:spcBef>
              <a:spcAft>
                <a:spcPts val="0"/>
              </a:spcAft>
              <a:buClr>
                <a:srgbClr val="000000"/>
              </a:buClr>
              <a:buSzPts val="1000"/>
              <a:buNone/>
              <a:defRPr sz="1000">
                <a:solidFill>
                  <a:srgbClr val="000000"/>
                </a:solidFill>
              </a:defRPr>
            </a:lvl2pPr>
            <a:lvl3pPr lvl="2">
              <a:spcBef>
                <a:spcPts val="0"/>
              </a:spcBef>
              <a:spcAft>
                <a:spcPts val="0"/>
              </a:spcAft>
              <a:buClr>
                <a:srgbClr val="000000"/>
              </a:buClr>
              <a:buSzPts val="1000"/>
              <a:buNone/>
              <a:defRPr sz="1000">
                <a:solidFill>
                  <a:srgbClr val="000000"/>
                </a:solidFill>
              </a:defRPr>
            </a:lvl3pPr>
            <a:lvl4pPr lvl="3">
              <a:spcBef>
                <a:spcPts val="0"/>
              </a:spcBef>
              <a:spcAft>
                <a:spcPts val="0"/>
              </a:spcAft>
              <a:buClr>
                <a:srgbClr val="000000"/>
              </a:buClr>
              <a:buSzPts val="1000"/>
              <a:buNone/>
              <a:defRPr sz="1000">
                <a:solidFill>
                  <a:srgbClr val="000000"/>
                </a:solidFill>
              </a:defRPr>
            </a:lvl4pPr>
            <a:lvl5pPr lvl="4">
              <a:spcBef>
                <a:spcPts val="0"/>
              </a:spcBef>
              <a:spcAft>
                <a:spcPts val="0"/>
              </a:spcAft>
              <a:buClr>
                <a:srgbClr val="000000"/>
              </a:buClr>
              <a:buSzPts val="1000"/>
              <a:buNone/>
              <a:defRPr sz="1000">
                <a:solidFill>
                  <a:srgbClr val="000000"/>
                </a:solidFill>
              </a:defRPr>
            </a:lvl5pPr>
            <a:lvl6pPr lvl="5">
              <a:spcBef>
                <a:spcPts val="0"/>
              </a:spcBef>
              <a:spcAft>
                <a:spcPts val="0"/>
              </a:spcAft>
              <a:buClr>
                <a:srgbClr val="000000"/>
              </a:buClr>
              <a:buSzPts val="1000"/>
              <a:buNone/>
              <a:defRPr sz="1000">
                <a:solidFill>
                  <a:srgbClr val="000000"/>
                </a:solidFill>
              </a:defRPr>
            </a:lvl6pPr>
            <a:lvl7pPr lvl="6">
              <a:spcBef>
                <a:spcPts val="0"/>
              </a:spcBef>
              <a:spcAft>
                <a:spcPts val="0"/>
              </a:spcAft>
              <a:buClr>
                <a:srgbClr val="000000"/>
              </a:buClr>
              <a:buSzPts val="1000"/>
              <a:buNone/>
              <a:defRPr sz="1000">
                <a:solidFill>
                  <a:srgbClr val="000000"/>
                </a:solidFill>
              </a:defRPr>
            </a:lvl7pPr>
            <a:lvl8pPr lvl="7">
              <a:spcBef>
                <a:spcPts val="0"/>
              </a:spcBef>
              <a:spcAft>
                <a:spcPts val="0"/>
              </a:spcAft>
              <a:buClr>
                <a:srgbClr val="000000"/>
              </a:buClr>
              <a:buSzPts val="1000"/>
              <a:buNone/>
              <a:defRPr sz="1000">
                <a:solidFill>
                  <a:srgbClr val="000000"/>
                </a:solidFill>
              </a:defRPr>
            </a:lvl8pPr>
            <a:lvl9pPr lvl="8">
              <a:spcBef>
                <a:spcPts val="0"/>
              </a:spcBef>
              <a:spcAft>
                <a:spcPts val="0"/>
              </a:spcAft>
              <a:buClr>
                <a:srgbClr val="000000"/>
              </a:buClr>
              <a:buSzPts val="1000"/>
              <a:buNone/>
              <a:defRPr sz="1000">
                <a:solidFill>
                  <a:srgbClr val="000000"/>
                </a:solidFill>
              </a:defRPr>
            </a:lvl9pPr>
          </a:lstStyle>
          <a:p/>
        </p:txBody>
      </p:sp>
      <p:sp>
        <p:nvSpPr>
          <p:cNvPr id="7695" name="Google Shape;7695;p132"/>
          <p:cNvSpPr/>
          <p:nvPr/>
        </p:nvSpPr>
        <p:spPr>
          <a:xfrm>
            <a:off x="263400" y="1781844"/>
            <a:ext cx="7965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sp>
        <p:nvSpPr>
          <p:cNvPr id="7696" name="Google Shape;7696;p132"/>
          <p:cNvSpPr/>
          <p:nvPr/>
        </p:nvSpPr>
        <p:spPr>
          <a:xfrm>
            <a:off x="1179085" y="1781844"/>
            <a:ext cx="16236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cxnSp>
        <p:nvCxnSpPr>
          <p:cNvPr id="7697" name="Google Shape;7697;p132"/>
          <p:cNvCxnSpPr/>
          <p:nvPr/>
        </p:nvCxnSpPr>
        <p:spPr>
          <a:xfrm>
            <a:off x="1971290" y="1777312"/>
            <a:ext cx="2700" cy="446700"/>
          </a:xfrm>
          <a:prstGeom prst="straightConnector1">
            <a:avLst/>
          </a:prstGeom>
          <a:noFill/>
          <a:ln cap="flat" cmpd="sng" w="28575">
            <a:solidFill>
              <a:srgbClr val="D9D9D9"/>
            </a:solidFill>
            <a:prstDash val="solid"/>
            <a:round/>
            <a:headEnd len="sm" w="sm" type="none"/>
            <a:tailEnd len="sm" w="sm" type="none"/>
          </a:ln>
        </p:spPr>
      </p:cxnSp>
      <p:sp>
        <p:nvSpPr>
          <p:cNvPr id="7698" name="Google Shape;7698;p132"/>
          <p:cNvSpPr/>
          <p:nvPr/>
        </p:nvSpPr>
        <p:spPr>
          <a:xfrm>
            <a:off x="2921957" y="1781844"/>
            <a:ext cx="16236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cxnSp>
        <p:nvCxnSpPr>
          <p:cNvPr id="7699" name="Google Shape;7699;p132"/>
          <p:cNvCxnSpPr/>
          <p:nvPr/>
        </p:nvCxnSpPr>
        <p:spPr>
          <a:xfrm>
            <a:off x="3717505" y="1777459"/>
            <a:ext cx="2700" cy="446700"/>
          </a:xfrm>
          <a:prstGeom prst="straightConnector1">
            <a:avLst/>
          </a:prstGeom>
          <a:noFill/>
          <a:ln cap="flat" cmpd="sng" w="28575">
            <a:solidFill>
              <a:srgbClr val="D9D9D9"/>
            </a:solidFill>
            <a:prstDash val="solid"/>
            <a:round/>
            <a:headEnd len="sm" w="sm" type="none"/>
            <a:tailEnd len="sm" w="sm" type="none"/>
          </a:ln>
        </p:spPr>
      </p:cxnSp>
      <p:sp>
        <p:nvSpPr>
          <p:cNvPr id="7700" name="Google Shape;7700;p132"/>
          <p:cNvSpPr/>
          <p:nvPr/>
        </p:nvSpPr>
        <p:spPr>
          <a:xfrm>
            <a:off x="4664829" y="1781844"/>
            <a:ext cx="16236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cxnSp>
        <p:nvCxnSpPr>
          <p:cNvPr id="7701" name="Google Shape;7701;p132"/>
          <p:cNvCxnSpPr/>
          <p:nvPr/>
        </p:nvCxnSpPr>
        <p:spPr>
          <a:xfrm>
            <a:off x="5459249" y="1777300"/>
            <a:ext cx="2700" cy="446700"/>
          </a:xfrm>
          <a:prstGeom prst="straightConnector1">
            <a:avLst/>
          </a:prstGeom>
          <a:noFill/>
          <a:ln cap="flat" cmpd="sng" w="28575">
            <a:solidFill>
              <a:srgbClr val="D9D9D9"/>
            </a:solidFill>
            <a:prstDash val="solid"/>
            <a:round/>
            <a:headEnd len="sm" w="sm" type="none"/>
            <a:tailEnd len="sm" w="sm" type="none"/>
          </a:ln>
        </p:spPr>
      </p:cxnSp>
      <p:sp>
        <p:nvSpPr>
          <p:cNvPr id="7702" name="Google Shape;7702;p132"/>
          <p:cNvSpPr/>
          <p:nvPr/>
        </p:nvSpPr>
        <p:spPr>
          <a:xfrm>
            <a:off x="6418185" y="1781844"/>
            <a:ext cx="7965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sp>
        <p:nvSpPr>
          <p:cNvPr id="7703" name="Google Shape;7703;p132"/>
          <p:cNvSpPr/>
          <p:nvPr/>
        </p:nvSpPr>
        <p:spPr>
          <a:xfrm>
            <a:off x="7344354" y="1781844"/>
            <a:ext cx="24660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cxnSp>
        <p:nvCxnSpPr>
          <p:cNvPr id="7704" name="Google Shape;7704;p132"/>
          <p:cNvCxnSpPr/>
          <p:nvPr/>
        </p:nvCxnSpPr>
        <p:spPr>
          <a:xfrm>
            <a:off x="8159743" y="1777300"/>
            <a:ext cx="2700" cy="446700"/>
          </a:xfrm>
          <a:prstGeom prst="straightConnector1">
            <a:avLst/>
          </a:prstGeom>
          <a:noFill/>
          <a:ln cap="flat" cmpd="sng" w="28575">
            <a:solidFill>
              <a:srgbClr val="D9D9D9"/>
            </a:solidFill>
            <a:prstDash val="solid"/>
            <a:round/>
            <a:headEnd len="sm" w="sm" type="none"/>
            <a:tailEnd len="sm" w="sm" type="none"/>
          </a:ln>
        </p:spPr>
      </p:cxnSp>
      <p:cxnSp>
        <p:nvCxnSpPr>
          <p:cNvPr id="7705" name="Google Shape;7705;p132"/>
          <p:cNvCxnSpPr/>
          <p:nvPr/>
        </p:nvCxnSpPr>
        <p:spPr>
          <a:xfrm>
            <a:off x="8989875" y="1777337"/>
            <a:ext cx="2700" cy="446700"/>
          </a:xfrm>
          <a:prstGeom prst="straightConnector1">
            <a:avLst/>
          </a:prstGeom>
          <a:noFill/>
          <a:ln cap="flat" cmpd="sng" w="28575">
            <a:solidFill>
              <a:srgbClr val="D9D9D9"/>
            </a:solidFill>
            <a:prstDash val="solid"/>
            <a:round/>
            <a:headEnd len="sm" w="sm" type="none"/>
            <a:tailEnd len="sm" w="sm" type="none"/>
          </a:ln>
        </p:spPr>
      </p:cxnSp>
      <p:sp>
        <p:nvSpPr>
          <p:cNvPr id="7706" name="Google Shape;7706;p132"/>
          <p:cNvSpPr/>
          <p:nvPr/>
        </p:nvSpPr>
        <p:spPr>
          <a:xfrm>
            <a:off x="267899" y="2267276"/>
            <a:ext cx="7965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sp>
        <p:nvSpPr>
          <p:cNvPr id="7707" name="Google Shape;7707;p132"/>
          <p:cNvSpPr/>
          <p:nvPr/>
        </p:nvSpPr>
        <p:spPr>
          <a:xfrm>
            <a:off x="1183584" y="2267276"/>
            <a:ext cx="16236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cxnSp>
        <p:nvCxnSpPr>
          <p:cNvPr id="7708" name="Google Shape;7708;p132"/>
          <p:cNvCxnSpPr/>
          <p:nvPr/>
        </p:nvCxnSpPr>
        <p:spPr>
          <a:xfrm>
            <a:off x="1975789" y="2262744"/>
            <a:ext cx="2700" cy="446700"/>
          </a:xfrm>
          <a:prstGeom prst="straightConnector1">
            <a:avLst/>
          </a:prstGeom>
          <a:noFill/>
          <a:ln cap="flat" cmpd="sng" w="28575">
            <a:solidFill>
              <a:srgbClr val="D9D9D9"/>
            </a:solidFill>
            <a:prstDash val="solid"/>
            <a:round/>
            <a:headEnd len="sm" w="sm" type="none"/>
            <a:tailEnd len="sm" w="sm" type="none"/>
          </a:ln>
        </p:spPr>
      </p:cxnSp>
      <p:sp>
        <p:nvSpPr>
          <p:cNvPr id="7709" name="Google Shape;7709;p132"/>
          <p:cNvSpPr/>
          <p:nvPr/>
        </p:nvSpPr>
        <p:spPr>
          <a:xfrm>
            <a:off x="2926456" y="2267276"/>
            <a:ext cx="16236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cxnSp>
        <p:nvCxnSpPr>
          <p:cNvPr id="7710" name="Google Shape;7710;p132"/>
          <p:cNvCxnSpPr/>
          <p:nvPr/>
        </p:nvCxnSpPr>
        <p:spPr>
          <a:xfrm>
            <a:off x="3722005" y="2262891"/>
            <a:ext cx="2700" cy="446700"/>
          </a:xfrm>
          <a:prstGeom prst="straightConnector1">
            <a:avLst/>
          </a:prstGeom>
          <a:noFill/>
          <a:ln cap="flat" cmpd="sng" w="28575">
            <a:solidFill>
              <a:srgbClr val="D9D9D9"/>
            </a:solidFill>
            <a:prstDash val="solid"/>
            <a:round/>
            <a:headEnd len="sm" w="sm" type="none"/>
            <a:tailEnd len="sm" w="sm" type="none"/>
          </a:ln>
        </p:spPr>
      </p:cxnSp>
      <p:sp>
        <p:nvSpPr>
          <p:cNvPr id="7711" name="Google Shape;7711;p132"/>
          <p:cNvSpPr/>
          <p:nvPr/>
        </p:nvSpPr>
        <p:spPr>
          <a:xfrm>
            <a:off x="4669328" y="2267276"/>
            <a:ext cx="16236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cxnSp>
        <p:nvCxnSpPr>
          <p:cNvPr id="7712" name="Google Shape;7712;p132"/>
          <p:cNvCxnSpPr/>
          <p:nvPr/>
        </p:nvCxnSpPr>
        <p:spPr>
          <a:xfrm>
            <a:off x="5463748" y="2262732"/>
            <a:ext cx="2700" cy="446700"/>
          </a:xfrm>
          <a:prstGeom prst="straightConnector1">
            <a:avLst/>
          </a:prstGeom>
          <a:noFill/>
          <a:ln cap="flat" cmpd="sng" w="28575">
            <a:solidFill>
              <a:srgbClr val="D9D9D9"/>
            </a:solidFill>
            <a:prstDash val="solid"/>
            <a:round/>
            <a:headEnd len="sm" w="sm" type="none"/>
            <a:tailEnd len="sm" w="sm" type="none"/>
          </a:ln>
        </p:spPr>
      </p:cxnSp>
      <p:sp>
        <p:nvSpPr>
          <p:cNvPr id="7713" name="Google Shape;7713;p132"/>
          <p:cNvSpPr/>
          <p:nvPr/>
        </p:nvSpPr>
        <p:spPr>
          <a:xfrm>
            <a:off x="6422684" y="2267276"/>
            <a:ext cx="7965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sp>
        <p:nvSpPr>
          <p:cNvPr id="7714" name="Google Shape;7714;p132"/>
          <p:cNvSpPr/>
          <p:nvPr/>
        </p:nvSpPr>
        <p:spPr>
          <a:xfrm>
            <a:off x="7348853" y="2267276"/>
            <a:ext cx="24660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cxnSp>
        <p:nvCxnSpPr>
          <p:cNvPr id="7715" name="Google Shape;7715;p132"/>
          <p:cNvCxnSpPr/>
          <p:nvPr/>
        </p:nvCxnSpPr>
        <p:spPr>
          <a:xfrm>
            <a:off x="8164242" y="2262732"/>
            <a:ext cx="2700" cy="446700"/>
          </a:xfrm>
          <a:prstGeom prst="straightConnector1">
            <a:avLst/>
          </a:prstGeom>
          <a:noFill/>
          <a:ln cap="flat" cmpd="sng" w="28575">
            <a:solidFill>
              <a:srgbClr val="D9D9D9"/>
            </a:solidFill>
            <a:prstDash val="solid"/>
            <a:round/>
            <a:headEnd len="sm" w="sm" type="none"/>
            <a:tailEnd len="sm" w="sm" type="none"/>
          </a:ln>
        </p:spPr>
      </p:cxnSp>
      <p:cxnSp>
        <p:nvCxnSpPr>
          <p:cNvPr id="7716" name="Google Shape;7716;p132"/>
          <p:cNvCxnSpPr/>
          <p:nvPr/>
        </p:nvCxnSpPr>
        <p:spPr>
          <a:xfrm>
            <a:off x="8994374" y="2262769"/>
            <a:ext cx="2700" cy="446700"/>
          </a:xfrm>
          <a:prstGeom prst="straightConnector1">
            <a:avLst/>
          </a:prstGeom>
          <a:noFill/>
          <a:ln cap="flat" cmpd="sng" w="28575">
            <a:solidFill>
              <a:srgbClr val="D9D9D9"/>
            </a:solidFill>
            <a:prstDash val="solid"/>
            <a:round/>
            <a:headEnd len="sm" w="sm" type="none"/>
            <a:tailEnd len="sm" w="sm" type="none"/>
          </a:ln>
        </p:spPr>
      </p:cxnSp>
      <p:sp>
        <p:nvSpPr>
          <p:cNvPr id="7717" name="Google Shape;7717;p132"/>
          <p:cNvSpPr/>
          <p:nvPr/>
        </p:nvSpPr>
        <p:spPr>
          <a:xfrm>
            <a:off x="265150" y="2781289"/>
            <a:ext cx="7965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sp>
        <p:nvSpPr>
          <p:cNvPr id="7718" name="Google Shape;7718;p132"/>
          <p:cNvSpPr/>
          <p:nvPr/>
        </p:nvSpPr>
        <p:spPr>
          <a:xfrm>
            <a:off x="1180835" y="2781289"/>
            <a:ext cx="16236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cxnSp>
        <p:nvCxnSpPr>
          <p:cNvPr id="7719" name="Google Shape;7719;p132"/>
          <p:cNvCxnSpPr/>
          <p:nvPr/>
        </p:nvCxnSpPr>
        <p:spPr>
          <a:xfrm>
            <a:off x="1973040" y="2776758"/>
            <a:ext cx="2700" cy="446700"/>
          </a:xfrm>
          <a:prstGeom prst="straightConnector1">
            <a:avLst/>
          </a:prstGeom>
          <a:noFill/>
          <a:ln cap="flat" cmpd="sng" w="28575">
            <a:solidFill>
              <a:srgbClr val="D9D9D9"/>
            </a:solidFill>
            <a:prstDash val="solid"/>
            <a:round/>
            <a:headEnd len="sm" w="sm" type="none"/>
            <a:tailEnd len="sm" w="sm" type="none"/>
          </a:ln>
        </p:spPr>
      </p:cxnSp>
      <p:sp>
        <p:nvSpPr>
          <p:cNvPr id="7720" name="Google Shape;7720;p132"/>
          <p:cNvSpPr/>
          <p:nvPr/>
        </p:nvSpPr>
        <p:spPr>
          <a:xfrm>
            <a:off x="2923707" y="2781289"/>
            <a:ext cx="16236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cxnSp>
        <p:nvCxnSpPr>
          <p:cNvPr id="7721" name="Google Shape;7721;p132"/>
          <p:cNvCxnSpPr/>
          <p:nvPr/>
        </p:nvCxnSpPr>
        <p:spPr>
          <a:xfrm>
            <a:off x="3719255" y="2776904"/>
            <a:ext cx="2700" cy="446700"/>
          </a:xfrm>
          <a:prstGeom prst="straightConnector1">
            <a:avLst/>
          </a:prstGeom>
          <a:noFill/>
          <a:ln cap="flat" cmpd="sng" w="28575">
            <a:solidFill>
              <a:srgbClr val="D9D9D9"/>
            </a:solidFill>
            <a:prstDash val="solid"/>
            <a:round/>
            <a:headEnd len="sm" w="sm" type="none"/>
            <a:tailEnd len="sm" w="sm" type="none"/>
          </a:ln>
        </p:spPr>
      </p:cxnSp>
      <p:sp>
        <p:nvSpPr>
          <p:cNvPr id="7722" name="Google Shape;7722;p132"/>
          <p:cNvSpPr/>
          <p:nvPr/>
        </p:nvSpPr>
        <p:spPr>
          <a:xfrm>
            <a:off x="4666579" y="2781289"/>
            <a:ext cx="16236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cxnSp>
        <p:nvCxnSpPr>
          <p:cNvPr id="7723" name="Google Shape;7723;p132"/>
          <p:cNvCxnSpPr/>
          <p:nvPr/>
        </p:nvCxnSpPr>
        <p:spPr>
          <a:xfrm>
            <a:off x="5460999" y="2776745"/>
            <a:ext cx="2700" cy="446700"/>
          </a:xfrm>
          <a:prstGeom prst="straightConnector1">
            <a:avLst/>
          </a:prstGeom>
          <a:noFill/>
          <a:ln cap="flat" cmpd="sng" w="28575">
            <a:solidFill>
              <a:srgbClr val="D9D9D9"/>
            </a:solidFill>
            <a:prstDash val="solid"/>
            <a:round/>
            <a:headEnd len="sm" w="sm" type="none"/>
            <a:tailEnd len="sm" w="sm" type="none"/>
          </a:ln>
        </p:spPr>
      </p:cxnSp>
      <p:sp>
        <p:nvSpPr>
          <p:cNvPr id="7724" name="Google Shape;7724;p132"/>
          <p:cNvSpPr/>
          <p:nvPr/>
        </p:nvSpPr>
        <p:spPr>
          <a:xfrm>
            <a:off x="6419935" y="2781289"/>
            <a:ext cx="7965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sp>
        <p:nvSpPr>
          <p:cNvPr id="7725" name="Google Shape;7725;p132"/>
          <p:cNvSpPr/>
          <p:nvPr/>
        </p:nvSpPr>
        <p:spPr>
          <a:xfrm>
            <a:off x="7346104" y="2781289"/>
            <a:ext cx="24660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cxnSp>
        <p:nvCxnSpPr>
          <p:cNvPr id="7726" name="Google Shape;7726;p132"/>
          <p:cNvCxnSpPr/>
          <p:nvPr/>
        </p:nvCxnSpPr>
        <p:spPr>
          <a:xfrm>
            <a:off x="8161493" y="2776745"/>
            <a:ext cx="2700" cy="446700"/>
          </a:xfrm>
          <a:prstGeom prst="straightConnector1">
            <a:avLst/>
          </a:prstGeom>
          <a:noFill/>
          <a:ln cap="flat" cmpd="sng" w="28575">
            <a:solidFill>
              <a:srgbClr val="D9D9D9"/>
            </a:solidFill>
            <a:prstDash val="solid"/>
            <a:round/>
            <a:headEnd len="sm" w="sm" type="none"/>
            <a:tailEnd len="sm" w="sm" type="none"/>
          </a:ln>
        </p:spPr>
      </p:cxnSp>
      <p:cxnSp>
        <p:nvCxnSpPr>
          <p:cNvPr id="7727" name="Google Shape;7727;p132"/>
          <p:cNvCxnSpPr/>
          <p:nvPr/>
        </p:nvCxnSpPr>
        <p:spPr>
          <a:xfrm>
            <a:off x="8991625" y="2776782"/>
            <a:ext cx="2700" cy="446700"/>
          </a:xfrm>
          <a:prstGeom prst="straightConnector1">
            <a:avLst/>
          </a:prstGeom>
          <a:noFill/>
          <a:ln cap="flat" cmpd="sng" w="28575">
            <a:solidFill>
              <a:srgbClr val="D9D9D9"/>
            </a:solidFill>
            <a:prstDash val="solid"/>
            <a:round/>
            <a:headEnd len="sm" w="sm" type="none"/>
            <a:tailEnd len="sm" w="sm" type="none"/>
          </a:ln>
        </p:spPr>
      </p:cxnSp>
      <p:sp>
        <p:nvSpPr>
          <p:cNvPr id="7728" name="Google Shape;7728;p132"/>
          <p:cNvSpPr/>
          <p:nvPr/>
        </p:nvSpPr>
        <p:spPr>
          <a:xfrm>
            <a:off x="269649" y="3266721"/>
            <a:ext cx="7965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sp>
        <p:nvSpPr>
          <p:cNvPr id="7729" name="Google Shape;7729;p132"/>
          <p:cNvSpPr/>
          <p:nvPr/>
        </p:nvSpPr>
        <p:spPr>
          <a:xfrm>
            <a:off x="1185334" y="3266721"/>
            <a:ext cx="16236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cxnSp>
        <p:nvCxnSpPr>
          <p:cNvPr id="7730" name="Google Shape;7730;p132"/>
          <p:cNvCxnSpPr/>
          <p:nvPr/>
        </p:nvCxnSpPr>
        <p:spPr>
          <a:xfrm>
            <a:off x="1977539" y="3262190"/>
            <a:ext cx="2700" cy="446700"/>
          </a:xfrm>
          <a:prstGeom prst="straightConnector1">
            <a:avLst/>
          </a:prstGeom>
          <a:noFill/>
          <a:ln cap="flat" cmpd="sng" w="28575">
            <a:solidFill>
              <a:srgbClr val="D9D9D9"/>
            </a:solidFill>
            <a:prstDash val="solid"/>
            <a:round/>
            <a:headEnd len="sm" w="sm" type="none"/>
            <a:tailEnd len="sm" w="sm" type="none"/>
          </a:ln>
        </p:spPr>
      </p:cxnSp>
      <p:sp>
        <p:nvSpPr>
          <p:cNvPr id="7731" name="Google Shape;7731;p132"/>
          <p:cNvSpPr/>
          <p:nvPr/>
        </p:nvSpPr>
        <p:spPr>
          <a:xfrm>
            <a:off x="2928206" y="3266721"/>
            <a:ext cx="16236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cxnSp>
        <p:nvCxnSpPr>
          <p:cNvPr id="7732" name="Google Shape;7732;p132"/>
          <p:cNvCxnSpPr/>
          <p:nvPr/>
        </p:nvCxnSpPr>
        <p:spPr>
          <a:xfrm>
            <a:off x="3723755" y="3262336"/>
            <a:ext cx="2700" cy="446700"/>
          </a:xfrm>
          <a:prstGeom prst="straightConnector1">
            <a:avLst/>
          </a:prstGeom>
          <a:noFill/>
          <a:ln cap="flat" cmpd="sng" w="28575">
            <a:solidFill>
              <a:srgbClr val="D9D9D9"/>
            </a:solidFill>
            <a:prstDash val="solid"/>
            <a:round/>
            <a:headEnd len="sm" w="sm" type="none"/>
            <a:tailEnd len="sm" w="sm" type="none"/>
          </a:ln>
        </p:spPr>
      </p:cxnSp>
      <p:sp>
        <p:nvSpPr>
          <p:cNvPr id="7733" name="Google Shape;7733;p132"/>
          <p:cNvSpPr/>
          <p:nvPr/>
        </p:nvSpPr>
        <p:spPr>
          <a:xfrm>
            <a:off x="4671078" y="3266721"/>
            <a:ext cx="16236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cxnSp>
        <p:nvCxnSpPr>
          <p:cNvPr id="7734" name="Google Shape;7734;p132"/>
          <p:cNvCxnSpPr/>
          <p:nvPr/>
        </p:nvCxnSpPr>
        <p:spPr>
          <a:xfrm>
            <a:off x="5465498" y="3262178"/>
            <a:ext cx="2700" cy="446700"/>
          </a:xfrm>
          <a:prstGeom prst="straightConnector1">
            <a:avLst/>
          </a:prstGeom>
          <a:noFill/>
          <a:ln cap="flat" cmpd="sng" w="28575">
            <a:solidFill>
              <a:srgbClr val="D9D9D9"/>
            </a:solidFill>
            <a:prstDash val="solid"/>
            <a:round/>
            <a:headEnd len="sm" w="sm" type="none"/>
            <a:tailEnd len="sm" w="sm" type="none"/>
          </a:ln>
        </p:spPr>
      </p:cxnSp>
      <p:sp>
        <p:nvSpPr>
          <p:cNvPr id="7735" name="Google Shape;7735;p132"/>
          <p:cNvSpPr/>
          <p:nvPr/>
        </p:nvSpPr>
        <p:spPr>
          <a:xfrm>
            <a:off x="6424434" y="3266721"/>
            <a:ext cx="7965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sp>
        <p:nvSpPr>
          <p:cNvPr id="7736" name="Google Shape;7736;p132"/>
          <p:cNvSpPr/>
          <p:nvPr/>
        </p:nvSpPr>
        <p:spPr>
          <a:xfrm>
            <a:off x="7350603" y="3266721"/>
            <a:ext cx="24660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cxnSp>
        <p:nvCxnSpPr>
          <p:cNvPr id="7737" name="Google Shape;7737;p132"/>
          <p:cNvCxnSpPr/>
          <p:nvPr/>
        </p:nvCxnSpPr>
        <p:spPr>
          <a:xfrm>
            <a:off x="8165992" y="3262178"/>
            <a:ext cx="2700" cy="446700"/>
          </a:xfrm>
          <a:prstGeom prst="straightConnector1">
            <a:avLst/>
          </a:prstGeom>
          <a:noFill/>
          <a:ln cap="flat" cmpd="sng" w="28575">
            <a:solidFill>
              <a:srgbClr val="D9D9D9"/>
            </a:solidFill>
            <a:prstDash val="solid"/>
            <a:round/>
            <a:headEnd len="sm" w="sm" type="none"/>
            <a:tailEnd len="sm" w="sm" type="none"/>
          </a:ln>
        </p:spPr>
      </p:cxnSp>
      <p:cxnSp>
        <p:nvCxnSpPr>
          <p:cNvPr id="7738" name="Google Shape;7738;p132"/>
          <p:cNvCxnSpPr/>
          <p:nvPr/>
        </p:nvCxnSpPr>
        <p:spPr>
          <a:xfrm>
            <a:off x="8996124" y="3262214"/>
            <a:ext cx="2700" cy="446700"/>
          </a:xfrm>
          <a:prstGeom prst="straightConnector1">
            <a:avLst/>
          </a:prstGeom>
          <a:noFill/>
          <a:ln cap="flat" cmpd="sng" w="28575">
            <a:solidFill>
              <a:srgbClr val="D9D9D9"/>
            </a:solidFill>
            <a:prstDash val="solid"/>
            <a:round/>
            <a:headEnd len="sm" w="sm" type="none"/>
            <a:tailEnd len="sm" w="sm" type="none"/>
          </a:ln>
        </p:spPr>
      </p:cxnSp>
      <p:sp>
        <p:nvSpPr>
          <p:cNvPr id="7739" name="Google Shape;7739;p132"/>
          <p:cNvSpPr/>
          <p:nvPr/>
        </p:nvSpPr>
        <p:spPr>
          <a:xfrm>
            <a:off x="267345" y="3763862"/>
            <a:ext cx="7965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sp>
        <p:nvSpPr>
          <p:cNvPr id="7740" name="Google Shape;7740;p132"/>
          <p:cNvSpPr/>
          <p:nvPr/>
        </p:nvSpPr>
        <p:spPr>
          <a:xfrm>
            <a:off x="1183030" y="3763862"/>
            <a:ext cx="16236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cxnSp>
        <p:nvCxnSpPr>
          <p:cNvPr id="7741" name="Google Shape;7741;p132"/>
          <p:cNvCxnSpPr/>
          <p:nvPr/>
        </p:nvCxnSpPr>
        <p:spPr>
          <a:xfrm>
            <a:off x="1975235" y="3759330"/>
            <a:ext cx="2700" cy="446700"/>
          </a:xfrm>
          <a:prstGeom prst="straightConnector1">
            <a:avLst/>
          </a:prstGeom>
          <a:noFill/>
          <a:ln cap="flat" cmpd="sng" w="28575">
            <a:solidFill>
              <a:srgbClr val="D9D9D9"/>
            </a:solidFill>
            <a:prstDash val="solid"/>
            <a:round/>
            <a:headEnd len="sm" w="sm" type="none"/>
            <a:tailEnd len="sm" w="sm" type="none"/>
          </a:ln>
        </p:spPr>
      </p:cxnSp>
      <p:sp>
        <p:nvSpPr>
          <p:cNvPr id="7742" name="Google Shape;7742;p132"/>
          <p:cNvSpPr/>
          <p:nvPr/>
        </p:nvSpPr>
        <p:spPr>
          <a:xfrm>
            <a:off x="2925902" y="3763862"/>
            <a:ext cx="16236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cxnSp>
        <p:nvCxnSpPr>
          <p:cNvPr id="7743" name="Google Shape;7743;p132"/>
          <p:cNvCxnSpPr/>
          <p:nvPr/>
        </p:nvCxnSpPr>
        <p:spPr>
          <a:xfrm>
            <a:off x="3721450" y="3759477"/>
            <a:ext cx="2700" cy="446700"/>
          </a:xfrm>
          <a:prstGeom prst="straightConnector1">
            <a:avLst/>
          </a:prstGeom>
          <a:noFill/>
          <a:ln cap="flat" cmpd="sng" w="28575">
            <a:solidFill>
              <a:srgbClr val="D9D9D9"/>
            </a:solidFill>
            <a:prstDash val="solid"/>
            <a:round/>
            <a:headEnd len="sm" w="sm" type="none"/>
            <a:tailEnd len="sm" w="sm" type="none"/>
          </a:ln>
        </p:spPr>
      </p:cxnSp>
      <p:sp>
        <p:nvSpPr>
          <p:cNvPr id="7744" name="Google Shape;7744;p132"/>
          <p:cNvSpPr/>
          <p:nvPr/>
        </p:nvSpPr>
        <p:spPr>
          <a:xfrm>
            <a:off x="4668774" y="3763862"/>
            <a:ext cx="16236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cxnSp>
        <p:nvCxnSpPr>
          <p:cNvPr id="7745" name="Google Shape;7745;p132"/>
          <p:cNvCxnSpPr/>
          <p:nvPr/>
        </p:nvCxnSpPr>
        <p:spPr>
          <a:xfrm>
            <a:off x="5463194" y="3759318"/>
            <a:ext cx="2700" cy="446700"/>
          </a:xfrm>
          <a:prstGeom prst="straightConnector1">
            <a:avLst/>
          </a:prstGeom>
          <a:noFill/>
          <a:ln cap="flat" cmpd="sng" w="28575">
            <a:solidFill>
              <a:srgbClr val="D9D9D9"/>
            </a:solidFill>
            <a:prstDash val="solid"/>
            <a:round/>
            <a:headEnd len="sm" w="sm" type="none"/>
            <a:tailEnd len="sm" w="sm" type="none"/>
          </a:ln>
        </p:spPr>
      </p:cxnSp>
      <p:sp>
        <p:nvSpPr>
          <p:cNvPr id="7746" name="Google Shape;7746;p132"/>
          <p:cNvSpPr/>
          <p:nvPr/>
        </p:nvSpPr>
        <p:spPr>
          <a:xfrm>
            <a:off x="6422130" y="3763862"/>
            <a:ext cx="7965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sp>
        <p:nvSpPr>
          <p:cNvPr id="7747" name="Google Shape;7747;p132"/>
          <p:cNvSpPr/>
          <p:nvPr/>
        </p:nvSpPr>
        <p:spPr>
          <a:xfrm>
            <a:off x="7348299" y="3763862"/>
            <a:ext cx="24660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cxnSp>
        <p:nvCxnSpPr>
          <p:cNvPr id="7748" name="Google Shape;7748;p132"/>
          <p:cNvCxnSpPr/>
          <p:nvPr/>
        </p:nvCxnSpPr>
        <p:spPr>
          <a:xfrm>
            <a:off x="8163688" y="3759318"/>
            <a:ext cx="2700" cy="446700"/>
          </a:xfrm>
          <a:prstGeom prst="straightConnector1">
            <a:avLst/>
          </a:prstGeom>
          <a:noFill/>
          <a:ln cap="flat" cmpd="sng" w="28575">
            <a:solidFill>
              <a:srgbClr val="D9D9D9"/>
            </a:solidFill>
            <a:prstDash val="solid"/>
            <a:round/>
            <a:headEnd len="sm" w="sm" type="none"/>
            <a:tailEnd len="sm" w="sm" type="none"/>
          </a:ln>
        </p:spPr>
      </p:cxnSp>
      <p:cxnSp>
        <p:nvCxnSpPr>
          <p:cNvPr id="7749" name="Google Shape;7749;p132"/>
          <p:cNvCxnSpPr/>
          <p:nvPr/>
        </p:nvCxnSpPr>
        <p:spPr>
          <a:xfrm>
            <a:off x="8993820" y="3759355"/>
            <a:ext cx="2700" cy="446700"/>
          </a:xfrm>
          <a:prstGeom prst="straightConnector1">
            <a:avLst/>
          </a:prstGeom>
          <a:noFill/>
          <a:ln cap="flat" cmpd="sng" w="28575">
            <a:solidFill>
              <a:srgbClr val="D9D9D9"/>
            </a:solidFill>
            <a:prstDash val="solid"/>
            <a:round/>
            <a:headEnd len="sm" w="sm" type="none"/>
            <a:tailEnd len="sm" w="sm" type="none"/>
          </a:ln>
        </p:spPr>
      </p:cxnSp>
      <p:sp>
        <p:nvSpPr>
          <p:cNvPr id="7750" name="Google Shape;7750;p132"/>
          <p:cNvSpPr/>
          <p:nvPr/>
        </p:nvSpPr>
        <p:spPr>
          <a:xfrm>
            <a:off x="264596" y="4277875"/>
            <a:ext cx="7965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sp>
        <p:nvSpPr>
          <p:cNvPr id="7751" name="Google Shape;7751;p132"/>
          <p:cNvSpPr/>
          <p:nvPr/>
        </p:nvSpPr>
        <p:spPr>
          <a:xfrm>
            <a:off x="1180280" y="4277875"/>
            <a:ext cx="16236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cxnSp>
        <p:nvCxnSpPr>
          <p:cNvPr id="7752" name="Google Shape;7752;p132"/>
          <p:cNvCxnSpPr/>
          <p:nvPr/>
        </p:nvCxnSpPr>
        <p:spPr>
          <a:xfrm>
            <a:off x="1972486" y="4273343"/>
            <a:ext cx="2700" cy="446700"/>
          </a:xfrm>
          <a:prstGeom prst="straightConnector1">
            <a:avLst/>
          </a:prstGeom>
          <a:noFill/>
          <a:ln cap="flat" cmpd="sng" w="28575">
            <a:solidFill>
              <a:srgbClr val="D9D9D9"/>
            </a:solidFill>
            <a:prstDash val="solid"/>
            <a:round/>
            <a:headEnd len="sm" w="sm" type="none"/>
            <a:tailEnd len="sm" w="sm" type="none"/>
          </a:ln>
        </p:spPr>
      </p:cxnSp>
      <p:sp>
        <p:nvSpPr>
          <p:cNvPr id="7753" name="Google Shape;7753;p132"/>
          <p:cNvSpPr/>
          <p:nvPr/>
        </p:nvSpPr>
        <p:spPr>
          <a:xfrm>
            <a:off x="2923152" y="4277875"/>
            <a:ext cx="16236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cxnSp>
        <p:nvCxnSpPr>
          <p:cNvPr id="7754" name="Google Shape;7754;p132"/>
          <p:cNvCxnSpPr/>
          <p:nvPr/>
        </p:nvCxnSpPr>
        <p:spPr>
          <a:xfrm>
            <a:off x="3718701" y="4273490"/>
            <a:ext cx="2700" cy="446700"/>
          </a:xfrm>
          <a:prstGeom prst="straightConnector1">
            <a:avLst/>
          </a:prstGeom>
          <a:noFill/>
          <a:ln cap="flat" cmpd="sng" w="28575">
            <a:solidFill>
              <a:srgbClr val="D9D9D9"/>
            </a:solidFill>
            <a:prstDash val="solid"/>
            <a:round/>
            <a:headEnd len="sm" w="sm" type="none"/>
            <a:tailEnd len="sm" w="sm" type="none"/>
          </a:ln>
        </p:spPr>
      </p:cxnSp>
      <p:sp>
        <p:nvSpPr>
          <p:cNvPr id="7755" name="Google Shape;7755;p132"/>
          <p:cNvSpPr/>
          <p:nvPr/>
        </p:nvSpPr>
        <p:spPr>
          <a:xfrm>
            <a:off x="4666024" y="4277875"/>
            <a:ext cx="16236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cxnSp>
        <p:nvCxnSpPr>
          <p:cNvPr id="7756" name="Google Shape;7756;p132"/>
          <p:cNvCxnSpPr/>
          <p:nvPr/>
        </p:nvCxnSpPr>
        <p:spPr>
          <a:xfrm>
            <a:off x="5460445" y="4273331"/>
            <a:ext cx="2700" cy="446700"/>
          </a:xfrm>
          <a:prstGeom prst="straightConnector1">
            <a:avLst/>
          </a:prstGeom>
          <a:noFill/>
          <a:ln cap="flat" cmpd="sng" w="28575">
            <a:solidFill>
              <a:srgbClr val="D9D9D9"/>
            </a:solidFill>
            <a:prstDash val="solid"/>
            <a:round/>
            <a:headEnd len="sm" w="sm" type="none"/>
            <a:tailEnd len="sm" w="sm" type="none"/>
          </a:ln>
        </p:spPr>
      </p:cxnSp>
      <p:sp>
        <p:nvSpPr>
          <p:cNvPr id="7757" name="Google Shape;7757;p132"/>
          <p:cNvSpPr/>
          <p:nvPr/>
        </p:nvSpPr>
        <p:spPr>
          <a:xfrm>
            <a:off x="6419381" y="4277875"/>
            <a:ext cx="7965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sp>
        <p:nvSpPr>
          <p:cNvPr id="7758" name="Google Shape;7758;p132"/>
          <p:cNvSpPr/>
          <p:nvPr/>
        </p:nvSpPr>
        <p:spPr>
          <a:xfrm>
            <a:off x="7345550" y="4277875"/>
            <a:ext cx="24660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cxnSp>
        <p:nvCxnSpPr>
          <p:cNvPr id="7759" name="Google Shape;7759;p132"/>
          <p:cNvCxnSpPr/>
          <p:nvPr/>
        </p:nvCxnSpPr>
        <p:spPr>
          <a:xfrm>
            <a:off x="8160939" y="4273331"/>
            <a:ext cx="2700" cy="446700"/>
          </a:xfrm>
          <a:prstGeom prst="straightConnector1">
            <a:avLst/>
          </a:prstGeom>
          <a:noFill/>
          <a:ln cap="flat" cmpd="sng" w="28575">
            <a:solidFill>
              <a:srgbClr val="D9D9D9"/>
            </a:solidFill>
            <a:prstDash val="solid"/>
            <a:round/>
            <a:headEnd len="sm" w="sm" type="none"/>
            <a:tailEnd len="sm" w="sm" type="none"/>
          </a:ln>
        </p:spPr>
      </p:cxnSp>
      <p:cxnSp>
        <p:nvCxnSpPr>
          <p:cNvPr id="7760" name="Google Shape;7760;p132"/>
          <p:cNvCxnSpPr/>
          <p:nvPr/>
        </p:nvCxnSpPr>
        <p:spPr>
          <a:xfrm>
            <a:off x="8991070" y="4273368"/>
            <a:ext cx="2700" cy="446700"/>
          </a:xfrm>
          <a:prstGeom prst="straightConnector1">
            <a:avLst/>
          </a:prstGeom>
          <a:noFill/>
          <a:ln cap="flat" cmpd="sng" w="28575">
            <a:solidFill>
              <a:srgbClr val="D9D9D9"/>
            </a:solidFill>
            <a:prstDash val="solid"/>
            <a:round/>
            <a:headEnd len="sm" w="sm" type="none"/>
            <a:tailEnd len="sm" w="sm" type="none"/>
          </a:ln>
        </p:spPr>
      </p:cxnSp>
      <p:sp>
        <p:nvSpPr>
          <p:cNvPr id="7761" name="Google Shape;7761;p132"/>
          <p:cNvSpPr/>
          <p:nvPr/>
        </p:nvSpPr>
        <p:spPr>
          <a:xfrm>
            <a:off x="269095" y="4763307"/>
            <a:ext cx="7965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sp>
        <p:nvSpPr>
          <p:cNvPr id="7762" name="Google Shape;7762;p132"/>
          <p:cNvSpPr/>
          <p:nvPr/>
        </p:nvSpPr>
        <p:spPr>
          <a:xfrm>
            <a:off x="1184780" y="4763307"/>
            <a:ext cx="16236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cxnSp>
        <p:nvCxnSpPr>
          <p:cNvPr id="7763" name="Google Shape;7763;p132"/>
          <p:cNvCxnSpPr/>
          <p:nvPr/>
        </p:nvCxnSpPr>
        <p:spPr>
          <a:xfrm>
            <a:off x="1976985" y="4758776"/>
            <a:ext cx="2700" cy="446700"/>
          </a:xfrm>
          <a:prstGeom prst="straightConnector1">
            <a:avLst/>
          </a:prstGeom>
          <a:noFill/>
          <a:ln cap="flat" cmpd="sng" w="28575">
            <a:solidFill>
              <a:srgbClr val="D9D9D9"/>
            </a:solidFill>
            <a:prstDash val="solid"/>
            <a:round/>
            <a:headEnd len="sm" w="sm" type="none"/>
            <a:tailEnd len="sm" w="sm" type="none"/>
          </a:ln>
        </p:spPr>
      </p:cxnSp>
      <p:sp>
        <p:nvSpPr>
          <p:cNvPr id="7764" name="Google Shape;7764;p132"/>
          <p:cNvSpPr/>
          <p:nvPr/>
        </p:nvSpPr>
        <p:spPr>
          <a:xfrm>
            <a:off x="2927652" y="4763307"/>
            <a:ext cx="16236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cxnSp>
        <p:nvCxnSpPr>
          <p:cNvPr id="7765" name="Google Shape;7765;p132"/>
          <p:cNvCxnSpPr/>
          <p:nvPr/>
        </p:nvCxnSpPr>
        <p:spPr>
          <a:xfrm>
            <a:off x="3723200" y="4758922"/>
            <a:ext cx="2700" cy="446700"/>
          </a:xfrm>
          <a:prstGeom prst="straightConnector1">
            <a:avLst/>
          </a:prstGeom>
          <a:noFill/>
          <a:ln cap="flat" cmpd="sng" w="28575">
            <a:solidFill>
              <a:srgbClr val="D9D9D9"/>
            </a:solidFill>
            <a:prstDash val="solid"/>
            <a:round/>
            <a:headEnd len="sm" w="sm" type="none"/>
            <a:tailEnd len="sm" w="sm" type="none"/>
          </a:ln>
        </p:spPr>
      </p:cxnSp>
      <p:sp>
        <p:nvSpPr>
          <p:cNvPr id="7766" name="Google Shape;7766;p132"/>
          <p:cNvSpPr/>
          <p:nvPr/>
        </p:nvSpPr>
        <p:spPr>
          <a:xfrm>
            <a:off x="4670524" y="4763307"/>
            <a:ext cx="16236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cxnSp>
        <p:nvCxnSpPr>
          <p:cNvPr id="7767" name="Google Shape;7767;p132"/>
          <p:cNvCxnSpPr/>
          <p:nvPr/>
        </p:nvCxnSpPr>
        <p:spPr>
          <a:xfrm>
            <a:off x="5464944" y="4758764"/>
            <a:ext cx="2700" cy="446700"/>
          </a:xfrm>
          <a:prstGeom prst="straightConnector1">
            <a:avLst/>
          </a:prstGeom>
          <a:noFill/>
          <a:ln cap="flat" cmpd="sng" w="28575">
            <a:solidFill>
              <a:srgbClr val="D9D9D9"/>
            </a:solidFill>
            <a:prstDash val="solid"/>
            <a:round/>
            <a:headEnd len="sm" w="sm" type="none"/>
            <a:tailEnd len="sm" w="sm" type="none"/>
          </a:ln>
        </p:spPr>
      </p:cxnSp>
      <p:sp>
        <p:nvSpPr>
          <p:cNvPr id="7768" name="Google Shape;7768;p132"/>
          <p:cNvSpPr/>
          <p:nvPr/>
        </p:nvSpPr>
        <p:spPr>
          <a:xfrm>
            <a:off x="6423880" y="4763307"/>
            <a:ext cx="7965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sp>
        <p:nvSpPr>
          <p:cNvPr id="7769" name="Google Shape;7769;p132"/>
          <p:cNvSpPr/>
          <p:nvPr/>
        </p:nvSpPr>
        <p:spPr>
          <a:xfrm>
            <a:off x="7350049" y="4763307"/>
            <a:ext cx="24660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cxnSp>
        <p:nvCxnSpPr>
          <p:cNvPr id="7770" name="Google Shape;7770;p132"/>
          <p:cNvCxnSpPr/>
          <p:nvPr/>
        </p:nvCxnSpPr>
        <p:spPr>
          <a:xfrm>
            <a:off x="8165438" y="4758764"/>
            <a:ext cx="2700" cy="446700"/>
          </a:xfrm>
          <a:prstGeom prst="straightConnector1">
            <a:avLst/>
          </a:prstGeom>
          <a:noFill/>
          <a:ln cap="flat" cmpd="sng" w="28575">
            <a:solidFill>
              <a:srgbClr val="D9D9D9"/>
            </a:solidFill>
            <a:prstDash val="solid"/>
            <a:round/>
            <a:headEnd len="sm" w="sm" type="none"/>
            <a:tailEnd len="sm" w="sm" type="none"/>
          </a:ln>
        </p:spPr>
      </p:cxnSp>
      <p:cxnSp>
        <p:nvCxnSpPr>
          <p:cNvPr id="7771" name="Google Shape;7771;p132"/>
          <p:cNvCxnSpPr/>
          <p:nvPr/>
        </p:nvCxnSpPr>
        <p:spPr>
          <a:xfrm>
            <a:off x="8995570" y="4758800"/>
            <a:ext cx="2700" cy="446700"/>
          </a:xfrm>
          <a:prstGeom prst="straightConnector1">
            <a:avLst/>
          </a:prstGeom>
          <a:noFill/>
          <a:ln cap="flat" cmpd="sng" w="28575">
            <a:solidFill>
              <a:srgbClr val="D9D9D9"/>
            </a:solidFill>
            <a:prstDash val="solid"/>
            <a:round/>
            <a:headEnd len="sm" w="sm" type="none"/>
            <a:tailEnd len="sm" w="sm" type="none"/>
          </a:ln>
        </p:spPr>
      </p:cxnSp>
      <p:sp>
        <p:nvSpPr>
          <p:cNvPr id="7772" name="Google Shape;7772;p132"/>
          <p:cNvSpPr/>
          <p:nvPr/>
        </p:nvSpPr>
        <p:spPr>
          <a:xfrm>
            <a:off x="267899" y="5253569"/>
            <a:ext cx="7965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sp>
        <p:nvSpPr>
          <p:cNvPr id="7773" name="Google Shape;7773;p132"/>
          <p:cNvSpPr/>
          <p:nvPr/>
        </p:nvSpPr>
        <p:spPr>
          <a:xfrm>
            <a:off x="1183584" y="5253569"/>
            <a:ext cx="16236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cxnSp>
        <p:nvCxnSpPr>
          <p:cNvPr id="7774" name="Google Shape;7774;p132"/>
          <p:cNvCxnSpPr/>
          <p:nvPr/>
        </p:nvCxnSpPr>
        <p:spPr>
          <a:xfrm>
            <a:off x="1975789" y="5249038"/>
            <a:ext cx="2700" cy="446700"/>
          </a:xfrm>
          <a:prstGeom prst="straightConnector1">
            <a:avLst/>
          </a:prstGeom>
          <a:noFill/>
          <a:ln cap="flat" cmpd="sng" w="28575">
            <a:solidFill>
              <a:srgbClr val="D9D9D9"/>
            </a:solidFill>
            <a:prstDash val="solid"/>
            <a:round/>
            <a:headEnd len="sm" w="sm" type="none"/>
            <a:tailEnd len="sm" w="sm" type="none"/>
          </a:ln>
        </p:spPr>
      </p:cxnSp>
      <p:sp>
        <p:nvSpPr>
          <p:cNvPr id="7775" name="Google Shape;7775;p132"/>
          <p:cNvSpPr/>
          <p:nvPr/>
        </p:nvSpPr>
        <p:spPr>
          <a:xfrm>
            <a:off x="2926456" y="5253569"/>
            <a:ext cx="16236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cxnSp>
        <p:nvCxnSpPr>
          <p:cNvPr id="7776" name="Google Shape;7776;p132"/>
          <p:cNvCxnSpPr/>
          <p:nvPr/>
        </p:nvCxnSpPr>
        <p:spPr>
          <a:xfrm>
            <a:off x="3722005" y="5249184"/>
            <a:ext cx="2700" cy="446700"/>
          </a:xfrm>
          <a:prstGeom prst="straightConnector1">
            <a:avLst/>
          </a:prstGeom>
          <a:noFill/>
          <a:ln cap="flat" cmpd="sng" w="28575">
            <a:solidFill>
              <a:srgbClr val="D9D9D9"/>
            </a:solidFill>
            <a:prstDash val="solid"/>
            <a:round/>
            <a:headEnd len="sm" w="sm" type="none"/>
            <a:tailEnd len="sm" w="sm" type="none"/>
          </a:ln>
        </p:spPr>
      </p:cxnSp>
      <p:sp>
        <p:nvSpPr>
          <p:cNvPr id="7777" name="Google Shape;7777;p132"/>
          <p:cNvSpPr/>
          <p:nvPr/>
        </p:nvSpPr>
        <p:spPr>
          <a:xfrm>
            <a:off x="4669328" y="5253569"/>
            <a:ext cx="16236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cxnSp>
        <p:nvCxnSpPr>
          <p:cNvPr id="7778" name="Google Shape;7778;p132"/>
          <p:cNvCxnSpPr/>
          <p:nvPr/>
        </p:nvCxnSpPr>
        <p:spPr>
          <a:xfrm>
            <a:off x="5463748" y="5249025"/>
            <a:ext cx="2700" cy="446700"/>
          </a:xfrm>
          <a:prstGeom prst="straightConnector1">
            <a:avLst/>
          </a:prstGeom>
          <a:noFill/>
          <a:ln cap="flat" cmpd="sng" w="28575">
            <a:solidFill>
              <a:srgbClr val="D9D9D9"/>
            </a:solidFill>
            <a:prstDash val="solid"/>
            <a:round/>
            <a:headEnd len="sm" w="sm" type="none"/>
            <a:tailEnd len="sm" w="sm" type="none"/>
          </a:ln>
        </p:spPr>
      </p:cxnSp>
      <p:sp>
        <p:nvSpPr>
          <p:cNvPr id="7779" name="Google Shape;7779;p132"/>
          <p:cNvSpPr/>
          <p:nvPr/>
        </p:nvSpPr>
        <p:spPr>
          <a:xfrm>
            <a:off x="6422684" y="5253569"/>
            <a:ext cx="7965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sp>
        <p:nvSpPr>
          <p:cNvPr id="7780" name="Google Shape;7780;p132"/>
          <p:cNvSpPr/>
          <p:nvPr/>
        </p:nvSpPr>
        <p:spPr>
          <a:xfrm>
            <a:off x="7348853" y="5253569"/>
            <a:ext cx="24660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cxnSp>
        <p:nvCxnSpPr>
          <p:cNvPr id="7781" name="Google Shape;7781;p132"/>
          <p:cNvCxnSpPr/>
          <p:nvPr/>
        </p:nvCxnSpPr>
        <p:spPr>
          <a:xfrm>
            <a:off x="8164242" y="5249025"/>
            <a:ext cx="2700" cy="446700"/>
          </a:xfrm>
          <a:prstGeom prst="straightConnector1">
            <a:avLst/>
          </a:prstGeom>
          <a:noFill/>
          <a:ln cap="flat" cmpd="sng" w="28575">
            <a:solidFill>
              <a:srgbClr val="D9D9D9"/>
            </a:solidFill>
            <a:prstDash val="solid"/>
            <a:round/>
            <a:headEnd len="sm" w="sm" type="none"/>
            <a:tailEnd len="sm" w="sm" type="none"/>
          </a:ln>
        </p:spPr>
      </p:cxnSp>
      <p:cxnSp>
        <p:nvCxnSpPr>
          <p:cNvPr id="7782" name="Google Shape;7782;p132"/>
          <p:cNvCxnSpPr/>
          <p:nvPr/>
        </p:nvCxnSpPr>
        <p:spPr>
          <a:xfrm>
            <a:off x="8994374" y="5249062"/>
            <a:ext cx="2700" cy="446700"/>
          </a:xfrm>
          <a:prstGeom prst="straightConnector1">
            <a:avLst/>
          </a:prstGeom>
          <a:noFill/>
          <a:ln cap="flat" cmpd="sng" w="28575">
            <a:solidFill>
              <a:srgbClr val="D9D9D9"/>
            </a:solidFill>
            <a:prstDash val="solid"/>
            <a:round/>
            <a:headEnd len="sm" w="sm" type="none"/>
            <a:tailEnd len="sm" w="sm" type="none"/>
          </a:ln>
        </p:spPr>
      </p:cxnSp>
      <p:sp>
        <p:nvSpPr>
          <p:cNvPr id="7783" name="Google Shape;7783;p132"/>
          <p:cNvSpPr/>
          <p:nvPr/>
        </p:nvSpPr>
        <p:spPr>
          <a:xfrm>
            <a:off x="265150" y="5767582"/>
            <a:ext cx="7965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sp>
        <p:nvSpPr>
          <p:cNvPr id="7784" name="Google Shape;7784;p132"/>
          <p:cNvSpPr/>
          <p:nvPr/>
        </p:nvSpPr>
        <p:spPr>
          <a:xfrm>
            <a:off x="1180835" y="5767582"/>
            <a:ext cx="16236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cxnSp>
        <p:nvCxnSpPr>
          <p:cNvPr id="7785" name="Google Shape;7785;p132"/>
          <p:cNvCxnSpPr/>
          <p:nvPr/>
        </p:nvCxnSpPr>
        <p:spPr>
          <a:xfrm>
            <a:off x="1973040" y="5763051"/>
            <a:ext cx="2700" cy="446700"/>
          </a:xfrm>
          <a:prstGeom prst="straightConnector1">
            <a:avLst/>
          </a:prstGeom>
          <a:noFill/>
          <a:ln cap="flat" cmpd="sng" w="28575">
            <a:solidFill>
              <a:srgbClr val="D9D9D9"/>
            </a:solidFill>
            <a:prstDash val="solid"/>
            <a:round/>
            <a:headEnd len="sm" w="sm" type="none"/>
            <a:tailEnd len="sm" w="sm" type="none"/>
          </a:ln>
        </p:spPr>
      </p:cxnSp>
      <p:sp>
        <p:nvSpPr>
          <p:cNvPr id="7786" name="Google Shape;7786;p132"/>
          <p:cNvSpPr/>
          <p:nvPr/>
        </p:nvSpPr>
        <p:spPr>
          <a:xfrm>
            <a:off x="2923707" y="5767582"/>
            <a:ext cx="16236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cxnSp>
        <p:nvCxnSpPr>
          <p:cNvPr id="7787" name="Google Shape;7787;p132"/>
          <p:cNvCxnSpPr/>
          <p:nvPr/>
        </p:nvCxnSpPr>
        <p:spPr>
          <a:xfrm>
            <a:off x="3719255" y="5763197"/>
            <a:ext cx="2700" cy="446700"/>
          </a:xfrm>
          <a:prstGeom prst="straightConnector1">
            <a:avLst/>
          </a:prstGeom>
          <a:noFill/>
          <a:ln cap="flat" cmpd="sng" w="28575">
            <a:solidFill>
              <a:srgbClr val="D9D9D9"/>
            </a:solidFill>
            <a:prstDash val="solid"/>
            <a:round/>
            <a:headEnd len="sm" w="sm" type="none"/>
            <a:tailEnd len="sm" w="sm" type="none"/>
          </a:ln>
        </p:spPr>
      </p:cxnSp>
      <p:sp>
        <p:nvSpPr>
          <p:cNvPr id="7788" name="Google Shape;7788;p132"/>
          <p:cNvSpPr/>
          <p:nvPr/>
        </p:nvSpPr>
        <p:spPr>
          <a:xfrm>
            <a:off x="4666579" y="5767582"/>
            <a:ext cx="16236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cxnSp>
        <p:nvCxnSpPr>
          <p:cNvPr id="7789" name="Google Shape;7789;p132"/>
          <p:cNvCxnSpPr/>
          <p:nvPr/>
        </p:nvCxnSpPr>
        <p:spPr>
          <a:xfrm>
            <a:off x="5460999" y="5763038"/>
            <a:ext cx="2700" cy="446700"/>
          </a:xfrm>
          <a:prstGeom prst="straightConnector1">
            <a:avLst/>
          </a:prstGeom>
          <a:noFill/>
          <a:ln cap="flat" cmpd="sng" w="28575">
            <a:solidFill>
              <a:srgbClr val="D9D9D9"/>
            </a:solidFill>
            <a:prstDash val="solid"/>
            <a:round/>
            <a:headEnd len="sm" w="sm" type="none"/>
            <a:tailEnd len="sm" w="sm" type="none"/>
          </a:ln>
        </p:spPr>
      </p:cxnSp>
      <p:sp>
        <p:nvSpPr>
          <p:cNvPr id="7790" name="Google Shape;7790;p132"/>
          <p:cNvSpPr/>
          <p:nvPr/>
        </p:nvSpPr>
        <p:spPr>
          <a:xfrm>
            <a:off x="6419935" y="5767582"/>
            <a:ext cx="7965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sp>
        <p:nvSpPr>
          <p:cNvPr id="7791" name="Google Shape;7791;p132"/>
          <p:cNvSpPr/>
          <p:nvPr/>
        </p:nvSpPr>
        <p:spPr>
          <a:xfrm>
            <a:off x="7346104" y="5767582"/>
            <a:ext cx="24660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cxnSp>
        <p:nvCxnSpPr>
          <p:cNvPr id="7792" name="Google Shape;7792;p132"/>
          <p:cNvCxnSpPr/>
          <p:nvPr/>
        </p:nvCxnSpPr>
        <p:spPr>
          <a:xfrm>
            <a:off x="8161493" y="5763038"/>
            <a:ext cx="2700" cy="446700"/>
          </a:xfrm>
          <a:prstGeom prst="straightConnector1">
            <a:avLst/>
          </a:prstGeom>
          <a:noFill/>
          <a:ln cap="flat" cmpd="sng" w="28575">
            <a:solidFill>
              <a:srgbClr val="D9D9D9"/>
            </a:solidFill>
            <a:prstDash val="solid"/>
            <a:round/>
            <a:headEnd len="sm" w="sm" type="none"/>
            <a:tailEnd len="sm" w="sm" type="none"/>
          </a:ln>
        </p:spPr>
      </p:cxnSp>
      <p:cxnSp>
        <p:nvCxnSpPr>
          <p:cNvPr id="7793" name="Google Shape;7793;p132"/>
          <p:cNvCxnSpPr/>
          <p:nvPr/>
        </p:nvCxnSpPr>
        <p:spPr>
          <a:xfrm>
            <a:off x="8991625" y="5763075"/>
            <a:ext cx="2700" cy="446700"/>
          </a:xfrm>
          <a:prstGeom prst="straightConnector1">
            <a:avLst/>
          </a:prstGeom>
          <a:noFill/>
          <a:ln cap="flat" cmpd="sng" w="28575">
            <a:solidFill>
              <a:srgbClr val="D9D9D9"/>
            </a:solidFill>
            <a:prstDash val="solid"/>
            <a:round/>
            <a:headEnd len="sm" w="sm" type="none"/>
            <a:tailEnd len="sm" w="sm" type="none"/>
          </a:ln>
        </p:spPr>
      </p:cxnSp>
      <p:sp>
        <p:nvSpPr>
          <p:cNvPr id="7794" name="Google Shape;7794;p132"/>
          <p:cNvSpPr txBox="1"/>
          <p:nvPr>
            <p:ph idx="4" type="subTitle"/>
          </p:nvPr>
        </p:nvSpPr>
        <p:spPr>
          <a:xfrm>
            <a:off x="263406" y="1782608"/>
            <a:ext cx="7965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7795" name="Google Shape;7795;p132"/>
          <p:cNvSpPr txBox="1"/>
          <p:nvPr>
            <p:ph idx="5" type="subTitle"/>
          </p:nvPr>
        </p:nvSpPr>
        <p:spPr>
          <a:xfrm>
            <a:off x="1177829" y="1782608"/>
            <a:ext cx="7779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7796" name="Google Shape;7796;p132"/>
          <p:cNvSpPr txBox="1"/>
          <p:nvPr>
            <p:ph idx="6" type="subTitle"/>
          </p:nvPr>
        </p:nvSpPr>
        <p:spPr>
          <a:xfrm>
            <a:off x="1988728" y="1782608"/>
            <a:ext cx="8151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7797" name="Google Shape;7797;p132"/>
          <p:cNvSpPr txBox="1"/>
          <p:nvPr>
            <p:ph idx="7" type="subTitle"/>
          </p:nvPr>
        </p:nvSpPr>
        <p:spPr>
          <a:xfrm>
            <a:off x="2923907" y="1782608"/>
            <a:ext cx="7779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7798" name="Google Shape;7798;p132"/>
          <p:cNvSpPr txBox="1"/>
          <p:nvPr>
            <p:ph idx="8" type="subTitle"/>
          </p:nvPr>
        </p:nvSpPr>
        <p:spPr>
          <a:xfrm>
            <a:off x="3734801" y="1782608"/>
            <a:ext cx="8151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7799" name="Google Shape;7799;p132"/>
          <p:cNvSpPr txBox="1"/>
          <p:nvPr>
            <p:ph idx="9" type="subTitle"/>
          </p:nvPr>
        </p:nvSpPr>
        <p:spPr>
          <a:xfrm>
            <a:off x="4669984" y="1782608"/>
            <a:ext cx="7779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7800" name="Google Shape;7800;p132"/>
          <p:cNvSpPr txBox="1"/>
          <p:nvPr>
            <p:ph idx="13" type="subTitle"/>
          </p:nvPr>
        </p:nvSpPr>
        <p:spPr>
          <a:xfrm>
            <a:off x="5480878" y="1782608"/>
            <a:ext cx="8151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7801" name="Google Shape;7801;p132"/>
          <p:cNvSpPr txBox="1"/>
          <p:nvPr>
            <p:ph idx="14" type="subTitle"/>
          </p:nvPr>
        </p:nvSpPr>
        <p:spPr>
          <a:xfrm>
            <a:off x="6410573" y="1782608"/>
            <a:ext cx="8136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7802" name="Google Shape;7802;p132"/>
          <p:cNvSpPr txBox="1"/>
          <p:nvPr>
            <p:ph idx="15" type="subTitle"/>
          </p:nvPr>
        </p:nvSpPr>
        <p:spPr>
          <a:xfrm>
            <a:off x="7344346" y="1782608"/>
            <a:ext cx="7965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7803" name="Google Shape;7803;p132"/>
          <p:cNvSpPr txBox="1"/>
          <p:nvPr>
            <p:ph idx="16" type="subTitle"/>
          </p:nvPr>
        </p:nvSpPr>
        <p:spPr>
          <a:xfrm>
            <a:off x="8181345" y="1782608"/>
            <a:ext cx="7965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7804" name="Google Shape;7804;p132"/>
          <p:cNvSpPr txBox="1"/>
          <p:nvPr>
            <p:ph idx="17" type="subTitle"/>
          </p:nvPr>
        </p:nvSpPr>
        <p:spPr>
          <a:xfrm>
            <a:off x="8998819" y="1782608"/>
            <a:ext cx="8151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7805" name="Google Shape;7805;p132"/>
          <p:cNvSpPr txBox="1"/>
          <p:nvPr>
            <p:ph idx="18" type="subTitle"/>
          </p:nvPr>
        </p:nvSpPr>
        <p:spPr>
          <a:xfrm>
            <a:off x="263406" y="2268846"/>
            <a:ext cx="7965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7806" name="Google Shape;7806;p132"/>
          <p:cNvSpPr txBox="1"/>
          <p:nvPr>
            <p:ph idx="19" type="subTitle"/>
          </p:nvPr>
        </p:nvSpPr>
        <p:spPr>
          <a:xfrm>
            <a:off x="1177829" y="2268846"/>
            <a:ext cx="7779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7807" name="Google Shape;7807;p132"/>
          <p:cNvSpPr txBox="1"/>
          <p:nvPr>
            <p:ph idx="20" type="subTitle"/>
          </p:nvPr>
        </p:nvSpPr>
        <p:spPr>
          <a:xfrm>
            <a:off x="1988728" y="2268846"/>
            <a:ext cx="8151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7808" name="Google Shape;7808;p132"/>
          <p:cNvSpPr txBox="1"/>
          <p:nvPr>
            <p:ph idx="21" type="subTitle"/>
          </p:nvPr>
        </p:nvSpPr>
        <p:spPr>
          <a:xfrm>
            <a:off x="2923907" y="2268846"/>
            <a:ext cx="7779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7809" name="Google Shape;7809;p132"/>
          <p:cNvSpPr txBox="1"/>
          <p:nvPr>
            <p:ph idx="22" type="subTitle"/>
          </p:nvPr>
        </p:nvSpPr>
        <p:spPr>
          <a:xfrm>
            <a:off x="3734801" y="2268846"/>
            <a:ext cx="8151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7810" name="Google Shape;7810;p132"/>
          <p:cNvSpPr txBox="1"/>
          <p:nvPr>
            <p:ph idx="23" type="subTitle"/>
          </p:nvPr>
        </p:nvSpPr>
        <p:spPr>
          <a:xfrm>
            <a:off x="4669984" y="2268846"/>
            <a:ext cx="7779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7811" name="Google Shape;7811;p132"/>
          <p:cNvSpPr txBox="1"/>
          <p:nvPr>
            <p:ph idx="24" type="subTitle"/>
          </p:nvPr>
        </p:nvSpPr>
        <p:spPr>
          <a:xfrm>
            <a:off x="5480878" y="2268846"/>
            <a:ext cx="8151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7812" name="Google Shape;7812;p132"/>
          <p:cNvSpPr txBox="1"/>
          <p:nvPr>
            <p:ph idx="25" type="subTitle"/>
          </p:nvPr>
        </p:nvSpPr>
        <p:spPr>
          <a:xfrm>
            <a:off x="6410573" y="2268846"/>
            <a:ext cx="8136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7813" name="Google Shape;7813;p132"/>
          <p:cNvSpPr txBox="1"/>
          <p:nvPr>
            <p:ph idx="26" type="subTitle"/>
          </p:nvPr>
        </p:nvSpPr>
        <p:spPr>
          <a:xfrm>
            <a:off x="7344346" y="2268846"/>
            <a:ext cx="7965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7814" name="Google Shape;7814;p132"/>
          <p:cNvSpPr txBox="1"/>
          <p:nvPr>
            <p:ph idx="27" type="subTitle"/>
          </p:nvPr>
        </p:nvSpPr>
        <p:spPr>
          <a:xfrm>
            <a:off x="8181345" y="2268846"/>
            <a:ext cx="7965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7815" name="Google Shape;7815;p132"/>
          <p:cNvSpPr txBox="1"/>
          <p:nvPr>
            <p:ph idx="28" type="subTitle"/>
          </p:nvPr>
        </p:nvSpPr>
        <p:spPr>
          <a:xfrm>
            <a:off x="8998819" y="2268846"/>
            <a:ext cx="8151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7816" name="Google Shape;7816;p132"/>
          <p:cNvSpPr txBox="1"/>
          <p:nvPr>
            <p:ph idx="29" type="subTitle"/>
          </p:nvPr>
        </p:nvSpPr>
        <p:spPr>
          <a:xfrm>
            <a:off x="263406" y="2782511"/>
            <a:ext cx="7965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7817" name="Google Shape;7817;p132"/>
          <p:cNvSpPr txBox="1"/>
          <p:nvPr>
            <p:ph idx="30" type="subTitle"/>
          </p:nvPr>
        </p:nvSpPr>
        <p:spPr>
          <a:xfrm>
            <a:off x="1177829" y="2782511"/>
            <a:ext cx="7779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7818" name="Google Shape;7818;p132"/>
          <p:cNvSpPr txBox="1"/>
          <p:nvPr>
            <p:ph idx="31" type="subTitle"/>
          </p:nvPr>
        </p:nvSpPr>
        <p:spPr>
          <a:xfrm>
            <a:off x="1988728" y="2782511"/>
            <a:ext cx="8151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7819" name="Google Shape;7819;p132"/>
          <p:cNvSpPr txBox="1"/>
          <p:nvPr>
            <p:ph idx="32" type="subTitle"/>
          </p:nvPr>
        </p:nvSpPr>
        <p:spPr>
          <a:xfrm>
            <a:off x="2923907" y="2782511"/>
            <a:ext cx="7779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7820" name="Google Shape;7820;p132"/>
          <p:cNvSpPr txBox="1"/>
          <p:nvPr>
            <p:ph idx="33" type="subTitle"/>
          </p:nvPr>
        </p:nvSpPr>
        <p:spPr>
          <a:xfrm>
            <a:off x="3734801" y="2782511"/>
            <a:ext cx="8151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7821" name="Google Shape;7821;p132"/>
          <p:cNvSpPr txBox="1"/>
          <p:nvPr>
            <p:ph idx="34" type="subTitle"/>
          </p:nvPr>
        </p:nvSpPr>
        <p:spPr>
          <a:xfrm>
            <a:off x="4669984" y="2782511"/>
            <a:ext cx="7779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7822" name="Google Shape;7822;p132"/>
          <p:cNvSpPr txBox="1"/>
          <p:nvPr>
            <p:ph idx="35" type="subTitle"/>
          </p:nvPr>
        </p:nvSpPr>
        <p:spPr>
          <a:xfrm>
            <a:off x="5480878" y="2782511"/>
            <a:ext cx="8151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7823" name="Google Shape;7823;p132"/>
          <p:cNvSpPr txBox="1"/>
          <p:nvPr>
            <p:ph idx="36" type="subTitle"/>
          </p:nvPr>
        </p:nvSpPr>
        <p:spPr>
          <a:xfrm>
            <a:off x="6410573" y="2782510"/>
            <a:ext cx="8136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7824" name="Google Shape;7824;p132"/>
          <p:cNvSpPr txBox="1"/>
          <p:nvPr>
            <p:ph idx="37" type="subTitle"/>
          </p:nvPr>
        </p:nvSpPr>
        <p:spPr>
          <a:xfrm>
            <a:off x="7344346" y="2782511"/>
            <a:ext cx="7965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7825" name="Google Shape;7825;p132"/>
          <p:cNvSpPr txBox="1"/>
          <p:nvPr>
            <p:ph idx="38" type="subTitle"/>
          </p:nvPr>
        </p:nvSpPr>
        <p:spPr>
          <a:xfrm>
            <a:off x="8181345" y="2782511"/>
            <a:ext cx="7965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7826" name="Google Shape;7826;p132"/>
          <p:cNvSpPr txBox="1"/>
          <p:nvPr>
            <p:ph idx="39" type="subTitle"/>
          </p:nvPr>
        </p:nvSpPr>
        <p:spPr>
          <a:xfrm>
            <a:off x="8998819" y="2782511"/>
            <a:ext cx="8151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7827" name="Google Shape;7827;p132"/>
          <p:cNvSpPr txBox="1"/>
          <p:nvPr>
            <p:ph idx="40" type="subTitle"/>
          </p:nvPr>
        </p:nvSpPr>
        <p:spPr>
          <a:xfrm>
            <a:off x="263406" y="3269058"/>
            <a:ext cx="7965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7828" name="Google Shape;7828;p132"/>
          <p:cNvSpPr txBox="1"/>
          <p:nvPr>
            <p:ph idx="41" type="subTitle"/>
          </p:nvPr>
        </p:nvSpPr>
        <p:spPr>
          <a:xfrm>
            <a:off x="1177829" y="3269058"/>
            <a:ext cx="7779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7829" name="Google Shape;7829;p132"/>
          <p:cNvSpPr txBox="1"/>
          <p:nvPr>
            <p:ph idx="42" type="subTitle"/>
          </p:nvPr>
        </p:nvSpPr>
        <p:spPr>
          <a:xfrm>
            <a:off x="1988728" y="3269058"/>
            <a:ext cx="8151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7830" name="Google Shape;7830;p132"/>
          <p:cNvSpPr txBox="1"/>
          <p:nvPr>
            <p:ph idx="43" type="subTitle"/>
          </p:nvPr>
        </p:nvSpPr>
        <p:spPr>
          <a:xfrm>
            <a:off x="2923907" y="3269058"/>
            <a:ext cx="7779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7831" name="Google Shape;7831;p132"/>
          <p:cNvSpPr txBox="1"/>
          <p:nvPr>
            <p:ph idx="44" type="subTitle"/>
          </p:nvPr>
        </p:nvSpPr>
        <p:spPr>
          <a:xfrm>
            <a:off x="3734801" y="3269058"/>
            <a:ext cx="8151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7832" name="Google Shape;7832;p132"/>
          <p:cNvSpPr txBox="1"/>
          <p:nvPr>
            <p:ph idx="45" type="subTitle"/>
          </p:nvPr>
        </p:nvSpPr>
        <p:spPr>
          <a:xfrm>
            <a:off x="4669984" y="3269058"/>
            <a:ext cx="7779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7833" name="Google Shape;7833;p132"/>
          <p:cNvSpPr txBox="1"/>
          <p:nvPr>
            <p:ph idx="46" type="subTitle"/>
          </p:nvPr>
        </p:nvSpPr>
        <p:spPr>
          <a:xfrm>
            <a:off x="5480878" y="3269058"/>
            <a:ext cx="8151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7834" name="Google Shape;7834;p132"/>
          <p:cNvSpPr txBox="1"/>
          <p:nvPr>
            <p:ph idx="47" type="subTitle"/>
          </p:nvPr>
        </p:nvSpPr>
        <p:spPr>
          <a:xfrm>
            <a:off x="6410573" y="3269056"/>
            <a:ext cx="8136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7835" name="Google Shape;7835;p132"/>
          <p:cNvSpPr txBox="1"/>
          <p:nvPr>
            <p:ph idx="48" type="subTitle"/>
          </p:nvPr>
        </p:nvSpPr>
        <p:spPr>
          <a:xfrm>
            <a:off x="7344346" y="3269058"/>
            <a:ext cx="7965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7836" name="Google Shape;7836;p132"/>
          <p:cNvSpPr txBox="1"/>
          <p:nvPr>
            <p:ph idx="49" type="subTitle"/>
          </p:nvPr>
        </p:nvSpPr>
        <p:spPr>
          <a:xfrm>
            <a:off x="8181345" y="3269058"/>
            <a:ext cx="7965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7837" name="Google Shape;7837;p132"/>
          <p:cNvSpPr txBox="1"/>
          <p:nvPr>
            <p:ph idx="50" type="subTitle"/>
          </p:nvPr>
        </p:nvSpPr>
        <p:spPr>
          <a:xfrm>
            <a:off x="8998819" y="3269058"/>
            <a:ext cx="8151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7838" name="Google Shape;7838;p132"/>
          <p:cNvSpPr txBox="1"/>
          <p:nvPr>
            <p:ph idx="51" type="subTitle"/>
          </p:nvPr>
        </p:nvSpPr>
        <p:spPr>
          <a:xfrm>
            <a:off x="263406" y="3763699"/>
            <a:ext cx="7965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7839" name="Google Shape;7839;p132"/>
          <p:cNvSpPr txBox="1"/>
          <p:nvPr>
            <p:ph idx="52" type="subTitle"/>
          </p:nvPr>
        </p:nvSpPr>
        <p:spPr>
          <a:xfrm>
            <a:off x="1177829" y="3763699"/>
            <a:ext cx="7779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7840" name="Google Shape;7840;p132"/>
          <p:cNvSpPr txBox="1"/>
          <p:nvPr>
            <p:ph idx="53" type="subTitle"/>
          </p:nvPr>
        </p:nvSpPr>
        <p:spPr>
          <a:xfrm>
            <a:off x="1988728" y="3763699"/>
            <a:ext cx="8151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7841" name="Google Shape;7841;p132"/>
          <p:cNvSpPr txBox="1"/>
          <p:nvPr>
            <p:ph idx="54" type="subTitle"/>
          </p:nvPr>
        </p:nvSpPr>
        <p:spPr>
          <a:xfrm>
            <a:off x="2923907" y="3763699"/>
            <a:ext cx="7779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7842" name="Google Shape;7842;p132"/>
          <p:cNvSpPr txBox="1"/>
          <p:nvPr>
            <p:ph idx="55" type="subTitle"/>
          </p:nvPr>
        </p:nvSpPr>
        <p:spPr>
          <a:xfrm>
            <a:off x="3734801" y="3763699"/>
            <a:ext cx="8151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7843" name="Google Shape;7843;p132"/>
          <p:cNvSpPr txBox="1"/>
          <p:nvPr>
            <p:ph idx="56" type="subTitle"/>
          </p:nvPr>
        </p:nvSpPr>
        <p:spPr>
          <a:xfrm>
            <a:off x="4669984" y="3763699"/>
            <a:ext cx="7779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7844" name="Google Shape;7844;p132"/>
          <p:cNvSpPr txBox="1"/>
          <p:nvPr>
            <p:ph idx="57" type="subTitle"/>
          </p:nvPr>
        </p:nvSpPr>
        <p:spPr>
          <a:xfrm>
            <a:off x="5480878" y="3763699"/>
            <a:ext cx="8151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7845" name="Google Shape;7845;p132"/>
          <p:cNvSpPr txBox="1"/>
          <p:nvPr>
            <p:ph idx="58" type="subTitle"/>
          </p:nvPr>
        </p:nvSpPr>
        <p:spPr>
          <a:xfrm>
            <a:off x="6410573" y="3763697"/>
            <a:ext cx="8136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7846" name="Google Shape;7846;p132"/>
          <p:cNvSpPr txBox="1"/>
          <p:nvPr>
            <p:ph idx="59" type="subTitle"/>
          </p:nvPr>
        </p:nvSpPr>
        <p:spPr>
          <a:xfrm>
            <a:off x="7344346" y="3763699"/>
            <a:ext cx="7965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7847" name="Google Shape;7847;p132"/>
          <p:cNvSpPr txBox="1"/>
          <p:nvPr>
            <p:ph idx="60" type="subTitle"/>
          </p:nvPr>
        </p:nvSpPr>
        <p:spPr>
          <a:xfrm>
            <a:off x="8181345" y="3763699"/>
            <a:ext cx="7965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7848" name="Google Shape;7848;p132"/>
          <p:cNvSpPr txBox="1"/>
          <p:nvPr>
            <p:ph idx="61" type="subTitle"/>
          </p:nvPr>
        </p:nvSpPr>
        <p:spPr>
          <a:xfrm>
            <a:off x="8998819" y="3763699"/>
            <a:ext cx="8151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7849" name="Google Shape;7849;p132"/>
          <p:cNvSpPr txBox="1"/>
          <p:nvPr>
            <p:ph idx="62" type="subTitle"/>
          </p:nvPr>
        </p:nvSpPr>
        <p:spPr>
          <a:xfrm>
            <a:off x="263406" y="4278991"/>
            <a:ext cx="7965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7850" name="Google Shape;7850;p132"/>
          <p:cNvSpPr txBox="1"/>
          <p:nvPr>
            <p:ph idx="63" type="subTitle"/>
          </p:nvPr>
        </p:nvSpPr>
        <p:spPr>
          <a:xfrm>
            <a:off x="1177829" y="4278991"/>
            <a:ext cx="7779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7851" name="Google Shape;7851;p132"/>
          <p:cNvSpPr txBox="1"/>
          <p:nvPr>
            <p:ph idx="64" type="subTitle"/>
          </p:nvPr>
        </p:nvSpPr>
        <p:spPr>
          <a:xfrm>
            <a:off x="1988728" y="4278991"/>
            <a:ext cx="8151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7852" name="Google Shape;7852;p132"/>
          <p:cNvSpPr txBox="1"/>
          <p:nvPr>
            <p:ph idx="65" type="subTitle"/>
          </p:nvPr>
        </p:nvSpPr>
        <p:spPr>
          <a:xfrm>
            <a:off x="2923907" y="4278991"/>
            <a:ext cx="7779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7853" name="Google Shape;7853;p132"/>
          <p:cNvSpPr txBox="1"/>
          <p:nvPr>
            <p:ph idx="66" type="subTitle"/>
          </p:nvPr>
        </p:nvSpPr>
        <p:spPr>
          <a:xfrm>
            <a:off x="3734801" y="4278991"/>
            <a:ext cx="8151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7854" name="Google Shape;7854;p132"/>
          <p:cNvSpPr txBox="1"/>
          <p:nvPr>
            <p:ph idx="67" type="subTitle"/>
          </p:nvPr>
        </p:nvSpPr>
        <p:spPr>
          <a:xfrm>
            <a:off x="4669984" y="4278991"/>
            <a:ext cx="7779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7855" name="Google Shape;7855;p132"/>
          <p:cNvSpPr txBox="1"/>
          <p:nvPr>
            <p:ph idx="68" type="subTitle"/>
          </p:nvPr>
        </p:nvSpPr>
        <p:spPr>
          <a:xfrm>
            <a:off x="5480878" y="4278991"/>
            <a:ext cx="8151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7856" name="Google Shape;7856;p132"/>
          <p:cNvSpPr txBox="1"/>
          <p:nvPr>
            <p:ph idx="69" type="subTitle"/>
          </p:nvPr>
        </p:nvSpPr>
        <p:spPr>
          <a:xfrm>
            <a:off x="6410573" y="4278988"/>
            <a:ext cx="8136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7857" name="Google Shape;7857;p132"/>
          <p:cNvSpPr txBox="1"/>
          <p:nvPr>
            <p:ph idx="70" type="subTitle"/>
          </p:nvPr>
        </p:nvSpPr>
        <p:spPr>
          <a:xfrm>
            <a:off x="7344346" y="4278991"/>
            <a:ext cx="7965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7858" name="Google Shape;7858;p132"/>
          <p:cNvSpPr txBox="1"/>
          <p:nvPr>
            <p:ph idx="71" type="subTitle"/>
          </p:nvPr>
        </p:nvSpPr>
        <p:spPr>
          <a:xfrm>
            <a:off x="8181345" y="4278991"/>
            <a:ext cx="7965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7859" name="Google Shape;7859;p132"/>
          <p:cNvSpPr txBox="1"/>
          <p:nvPr>
            <p:ph idx="72" type="subTitle"/>
          </p:nvPr>
        </p:nvSpPr>
        <p:spPr>
          <a:xfrm>
            <a:off x="8998819" y="4278991"/>
            <a:ext cx="8151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7860" name="Google Shape;7860;p132"/>
          <p:cNvSpPr txBox="1"/>
          <p:nvPr>
            <p:ph idx="73" type="subTitle"/>
          </p:nvPr>
        </p:nvSpPr>
        <p:spPr>
          <a:xfrm>
            <a:off x="264731" y="4765316"/>
            <a:ext cx="7965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7861" name="Google Shape;7861;p132"/>
          <p:cNvSpPr txBox="1"/>
          <p:nvPr>
            <p:ph idx="74" type="subTitle"/>
          </p:nvPr>
        </p:nvSpPr>
        <p:spPr>
          <a:xfrm>
            <a:off x="1179154" y="4765316"/>
            <a:ext cx="7779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7862" name="Google Shape;7862;p132"/>
          <p:cNvSpPr txBox="1"/>
          <p:nvPr>
            <p:ph idx="75" type="subTitle"/>
          </p:nvPr>
        </p:nvSpPr>
        <p:spPr>
          <a:xfrm>
            <a:off x="1990053" y="4765316"/>
            <a:ext cx="8151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7863" name="Google Shape;7863;p132"/>
          <p:cNvSpPr txBox="1"/>
          <p:nvPr>
            <p:ph idx="76" type="subTitle"/>
          </p:nvPr>
        </p:nvSpPr>
        <p:spPr>
          <a:xfrm>
            <a:off x="2925232" y="4765316"/>
            <a:ext cx="7779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7864" name="Google Shape;7864;p132"/>
          <p:cNvSpPr txBox="1"/>
          <p:nvPr>
            <p:ph idx="77" type="subTitle"/>
          </p:nvPr>
        </p:nvSpPr>
        <p:spPr>
          <a:xfrm>
            <a:off x="3736126" y="4765316"/>
            <a:ext cx="8151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7865" name="Google Shape;7865;p132"/>
          <p:cNvSpPr txBox="1"/>
          <p:nvPr>
            <p:ph idx="78" type="subTitle"/>
          </p:nvPr>
        </p:nvSpPr>
        <p:spPr>
          <a:xfrm>
            <a:off x="4671309" y="4765316"/>
            <a:ext cx="7779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7866" name="Google Shape;7866;p132"/>
          <p:cNvSpPr txBox="1"/>
          <p:nvPr>
            <p:ph idx="79" type="subTitle"/>
          </p:nvPr>
        </p:nvSpPr>
        <p:spPr>
          <a:xfrm>
            <a:off x="5482203" y="4765316"/>
            <a:ext cx="8151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7867" name="Google Shape;7867;p132"/>
          <p:cNvSpPr txBox="1"/>
          <p:nvPr>
            <p:ph idx="80" type="subTitle"/>
          </p:nvPr>
        </p:nvSpPr>
        <p:spPr>
          <a:xfrm>
            <a:off x="6411959" y="4765313"/>
            <a:ext cx="8136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7868" name="Google Shape;7868;p132"/>
          <p:cNvSpPr txBox="1"/>
          <p:nvPr>
            <p:ph idx="81" type="subTitle"/>
          </p:nvPr>
        </p:nvSpPr>
        <p:spPr>
          <a:xfrm>
            <a:off x="7345671" y="4765316"/>
            <a:ext cx="7965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7869" name="Google Shape;7869;p132"/>
          <p:cNvSpPr txBox="1"/>
          <p:nvPr>
            <p:ph idx="82" type="subTitle"/>
          </p:nvPr>
        </p:nvSpPr>
        <p:spPr>
          <a:xfrm>
            <a:off x="8182670" y="4765316"/>
            <a:ext cx="7965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7870" name="Google Shape;7870;p132"/>
          <p:cNvSpPr txBox="1"/>
          <p:nvPr>
            <p:ph idx="83" type="subTitle"/>
          </p:nvPr>
        </p:nvSpPr>
        <p:spPr>
          <a:xfrm>
            <a:off x="9000144" y="4765316"/>
            <a:ext cx="8151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7871" name="Google Shape;7871;p132"/>
          <p:cNvSpPr txBox="1"/>
          <p:nvPr>
            <p:ph idx="84" type="subTitle"/>
          </p:nvPr>
        </p:nvSpPr>
        <p:spPr>
          <a:xfrm>
            <a:off x="264731" y="5255657"/>
            <a:ext cx="7965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7872" name="Google Shape;7872;p132"/>
          <p:cNvSpPr txBox="1"/>
          <p:nvPr>
            <p:ph idx="85" type="subTitle"/>
          </p:nvPr>
        </p:nvSpPr>
        <p:spPr>
          <a:xfrm>
            <a:off x="1179154" y="5255657"/>
            <a:ext cx="7779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7873" name="Google Shape;7873;p132"/>
          <p:cNvSpPr txBox="1"/>
          <p:nvPr>
            <p:ph idx="86" type="subTitle"/>
          </p:nvPr>
        </p:nvSpPr>
        <p:spPr>
          <a:xfrm>
            <a:off x="1990053" y="5255657"/>
            <a:ext cx="8151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7874" name="Google Shape;7874;p132"/>
          <p:cNvSpPr txBox="1"/>
          <p:nvPr>
            <p:ph idx="87" type="subTitle"/>
          </p:nvPr>
        </p:nvSpPr>
        <p:spPr>
          <a:xfrm>
            <a:off x="2925232" y="5255657"/>
            <a:ext cx="7779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7875" name="Google Shape;7875;p132"/>
          <p:cNvSpPr txBox="1"/>
          <p:nvPr>
            <p:ph idx="88" type="subTitle"/>
          </p:nvPr>
        </p:nvSpPr>
        <p:spPr>
          <a:xfrm>
            <a:off x="3736126" y="5255657"/>
            <a:ext cx="8151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7876" name="Google Shape;7876;p132"/>
          <p:cNvSpPr txBox="1"/>
          <p:nvPr>
            <p:ph idx="89" type="subTitle"/>
          </p:nvPr>
        </p:nvSpPr>
        <p:spPr>
          <a:xfrm>
            <a:off x="4671309" y="5255657"/>
            <a:ext cx="7779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7877" name="Google Shape;7877;p132"/>
          <p:cNvSpPr txBox="1"/>
          <p:nvPr>
            <p:ph idx="90" type="subTitle"/>
          </p:nvPr>
        </p:nvSpPr>
        <p:spPr>
          <a:xfrm>
            <a:off x="5482203" y="5255657"/>
            <a:ext cx="8151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7878" name="Google Shape;7878;p132"/>
          <p:cNvSpPr txBox="1"/>
          <p:nvPr>
            <p:ph idx="91" type="subTitle"/>
          </p:nvPr>
        </p:nvSpPr>
        <p:spPr>
          <a:xfrm>
            <a:off x="6411959" y="5255653"/>
            <a:ext cx="8136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7879" name="Google Shape;7879;p132"/>
          <p:cNvSpPr txBox="1"/>
          <p:nvPr>
            <p:ph idx="92" type="subTitle"/>
          </p:nvPr>
        </p:nvSpPr>
        <p:spPr>
          <a:xfrm>
            <a:off x="7345671" y="5255657"/>
            <a:ext cx="7965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7880" name="Google Shape;7880;p132"/>
          <p:cNvSpPr txBox="1"/>
          <p:nvPr>
            <p:ph idx="93" type="subTitle"/>
          </p:nvPr>
        </p:nvSpPr>
        <p:spPr>
          <a:xfrm>
            <a:off x="8182670" y="5255657"/>
            <a:ext cx="7965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7881" name="Google Shape;7881;p132"/>
          <p:cNvSpPr txBox="1"/>
          <p:nvPr>
            <p:ph idx="94" type="subTitle"/>
          </p:nvPr>
        </p:nvSpPr>
        <p:spPr>
          <a:xfrm>
            <a:off x="9000144" y="5255657"/>
            <a:ext cx="8151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7882" name="Google Shape;7882;p132"/>
          <p:cNvSpPr txBox="1"/>
          <p:nvPr>
            <p:ph idx="95" type="subTitle"/>
          </p:nvPr>
        </p:nvSpPr>
        <p:spPr>
          <a:xfrm>
            <a:off x="264731" y="5769224"/>
            <a:ext cx="7965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7883" name="Google Shape;7883;p132"/>
          <p:cNvSpPr txBox="1"/>
          <p:nvPr>
            <p:ph idx="96" type="subTitle"/>
          </p:nvPr>
        </p:nvSpPr>
        <p:spPr>
          <a:xfrm>
            <a:off x="1179154" y="5769224"/>
            <a:ext cx="7779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7884" name="Google Shape;7884;p132"/>
          <p:cNvSpPr txBox="1"/>
          <p:nvPr>
            <p:ph idx="97" type="subTitle"/>
          </p:nvPr>
        </p:nvSpPr>
        <p:spPr>
          <a:xfrm>
            <a:off x="1990053" y="5769224"/>
            <a:ext cx="8151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7885" name="Google Shape;7885;p132"/>
          <p:cNvSpPr txBox="1"/>
          <p:nvPr>
            <p:ph idx="98" type="subTitle"/>
          </p:nvPr>
        </p:nvSpPr>
        <p:spPr>
          <a:xfrm>
            <a:off x="2925232" y="5769224"/>
            <a:ext cx="7779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7886" name="Google Shape;7886;p132"/>
          <p:cNvSpPr txBox="1"/>
          <p:nvPr>
            <p:ph idx="99" type="subTitle"/>
          </p:nvPr>
        </p:nvSpPr>
        <p:spPr>
          <a:xfrm>
            <a:off x="3736126" y="5769224"/>
            <a:ext cx="8151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7887" name="Google Shape;7887;p132"/>
          <p:cNvSpPr txBox="1"/>
          <p:nvPr>
            <p:ph idx="100" type="subTitle"/>
          </p:nvPr>
        </p:nvSpPr>
        <p:spPr>
          <a:xfrm>
            <a:off x="4671309" y="5769224"/>
            <a:ext cx="7779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7888" name="Google Shape;7888;p132"/>
          <p:cNvSpPr txBox="1"/>
          <p:nvPr>
            <p:ph idx="101" type="subTitle"/>
          </p:nvPr>
        </p:nvSpPr>
        <p:spPr>
          <a:xfrm>
            <a:off x="5482203" y="5769224"/>
            <a:ext cx="8151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7889" name="Google Shape;7889;p132"/>
          <p:cNvSpPr txBox="1"/>
          <p:nvPr>
            <p:ph idx="102" type="subTitle"/>
          </p:nvPr>
        </p:nvSpPr>
        <p:spPr>
          <a:xfrm>
            <a:off x="6411959" y="5769219"/>
            <a:ext cx="8136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7890" name="Google Shape;7890;p132"/>
          <p:cNvSpPr txBox="1"/>
          <p:nvPr>
            <p:ph idx="103" type="subTitle"/>
          </p:nvPr>
        </p:nvSpPr>
        <p:spPr>
          <a:xfrm>
            <a:off x="7345671" y="5769224"/>
            <a:ext cx="7965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7891" name="Google Shape;7891;p132"/>
          <p:cNvSpPr txBox="1"/>
          <p:nvPr>
            <p:ph idx="104" type="subTitle"/>
          </p:nvPr>
        </p:nvSpPr>
        <p:spPr>
          <a:xfrm>
            <a:off x="8182670" y="5769224"/>
            <a:ext cx="7965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7892" name="Google Shape;7892;p132"/>
          <p:cNvSpPr txBox="1"/>
          <p:nvPr>
            <p:ph idx="105" type="subTitle"/>
          </p:nvPr>
        </p:nvSpPr>
        <p:spPr>
          <a:xfrm>
            <a:off x="9000144" y="5769224"/>
            <a:ext cx="8151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7893" name="Google Shape;7893;p132"/>
          <p:cNvSpPr/>
          <p:nvPr/>
        </p:nvSpPr>
        <p:spPr>
          <a:xfrm>
            <a:off x="2937798" y="843909"/>
            <a:ext cx="1592700" cy="408600"/>
          </a:xfrm>
          <a:prstGeom prst="roundRect">
            <a:avLst>
              <a:gd fmla="val 16667" name="adj"/>
            </a:avLst>
          </a:prstGeom>
          <a:solidFill>
            <a:srgbClr val="D9EAD3"/>
          </a:solidFill>
          <a:ln>
            <a:noFill/>
          </a:ln>
          <a:effectLst>
            <a:outerShdw blurRad="57150" rotWithShape="0" algn="bl" dir="5400000" dist="19050">
              <a:srgbClr val="000000">
                <a:alpha val="49800"/>
              </a:srgbClr>
            </a:outerShdw>
          </a:effectLst>
        </p:spPr>
        <p:txBody>
          <a:bodyPr anchorCtr="0" anchor="ctr" bIns="18000" lIns="18000" spcFirstLastPara="1" rIns="18000" wrap="square" tIns="18000">
            <a:noAutofit/>
          </a:bodyPr>
          <a:lstStyle/>
          <a:p>
            <a:pPr indent="0" lvl="0" marL="0" marR="0" rtl="0" algn="ctr">
              <a:lnSpc>
                <a:spcPct val="100000"/>
              </a:lnSpc>
              <a:spcBef>
                <a:spcPts val="0"/>
              </a:spcBef>
              <a:spcAft>
                <a:spcPts val="0"/>
              </a:spcAft>
              <a:buClr>
                <a:srgbClr val="000000"/>
              </a:buClr>
              <a:buSzPts val="900"/>
              <a:buFont typeface="Arial"/>
              <a:buNone/>
            </a:pPr>
            <a:r>
              <a:rPr b="1" lang="es-419" sz="900">
                <a:latin typeface="Arvo"/>
                <a:ea typeface="Arvo"/>
                <a:cs typeface="Arvo"/>
                <a:sym typeface="Arvo"/>
              </a:rPr>
              <a:t>¿Qué?</a:t>
            </a:r>
            <a:endParaRPr b="1" i="0" sz="900" u="none" cap="none" strike="noStrike">
              <a:solidFill>
                <a:srgbClr val="000000"/>
              </a:solidFill>
              <a:latin typeface="Arvo"/>
              <a:ea typeface="Arvo"/>
              <a:cs typeface="Arvo"/>
              <a:sym typeface="Arvo"/>
            </a:endParaRPr>
          </a:p>
        </p:txBody>
      </p:sp>
      <p:sp>
        <p:nvSpPr>
          <p:cNvPr id="7894" name="Google Shape;7894;p132"/>
          <p:cNvSpPr/>
          <p:nvPr/>
        </p:nvSpPr>
        <p:spPr>
          <a:xfrm>
            <a:off x="6437250" y="843897"/>
            <a:ext cx="781500" cy="408900"/>
          </a:xfrm>
          <a:prstGeom prst="roundRect">
            <a:avLst>
              <a:gd fmla="val 16667" name="adj"/>
            </a:avLst>
          </a:prstGeom>
          <a:solidFill>
            <a:srgbClr val="FFF2CC"/>
          </a:solidFill>
          <a:ln>
            <a:noFill/>
          </a:ln>
          <a:effectLst>
            <a:outerShdw blurRad="57150" rotWithShape="0" algn="bl" dir="5400000" dist="19050">
              <a:srgbClr val="000000">
                <a:alpha val="49800"/>
              </a:srgbClr>
            </a:outerShdw>
          </a:effectLst>
        </p:spPr>
        <p:txBody>
          <a:bodyPr anchorCtr="0" anchor="ctr" bIns="18000" lIns="18000" spcFirstLastPara="1" rIns="18000" wrap="square" tIns="18000">
            <a:noAutofit/>
          </a:bodyPr>
          <a:lstStyle/>
          <a:p>
            <a:pPr indent="0" lvl="0" marL="0" marR="0" rtl="0" algn="ctr">
              <a:lnSpc>
                <a:spcPct val="100000"/>
              </a:lnSpc>
              <a:spcBef>
                <a:spcPts val="0"/>
              </a:spcBef>
              <a:spcAft>
                <a:spcPts val="0"/>
              </a:spcAft>
              <a:buClr>
                <a:srgbClr val="000000"/>
              </a:buClr>
              <a:buSzPts val="900"/>
              <a:buFont typeface="Arial"/>
              <a:buNone/>
            </a:pPr>
            <a:r>
              <a:rPr b="1" lang="es-419" sz="900">
                <a:latin typeface="Arvo"/>
                <a:ea typeface="Arvo"/>
                <a:cs typeface="Arvo"/>
                <a:sym typeface="Arvo"/>
              </a:rPr>
              <a:t>¿Cuándo?</a:t>
            </a:r>
            <a:endParaRPr b="1" i="0" sz="900" u="none" cap="none" strike="noStrike">
              <a:solidFill>
                <a:srgbClr val="000000"/>
              </a:solidFill>
              <a:latin typeface="Arvo"/>
              <a:ea typeface="Arvo"/>
              <a:cs typeface="Arvo"/>
              <a:sym typeface="Arvo"/>
            </a:endParaRPr>
          </a:p>
        </p:txBody>
      </p:sp>
      <p:sp>
        <p:nvSpPr>
          <p:cNvPr id="7895" name="Google Shape;7895;p132"/>
          <p:cNvSpPr/>
          <p:nvPr/>
        </p:nvSpPr>
        <p:spPr>
          <a:xfrm>
            <a:off x="4687703" y="843897"/>
            <a:ext cx="1592700" cy="408600"/>
          </a:xfrm>
          <a:prstGeom prst="roundRect">
            <a:avLst>
              <a:gd fmla="val 16667" name="adj"/>
            </a:avLst>
          </a:prstGeom>
          <a:solidFill>
            <a:srgbClr val="F4CCCC"/>
          </a:solidFill>
          <a:ln>
            <a:noFill/>
          </a:ln>
          <a:effectLst>
            <a:outerShdw blurRad="57150" rotWithShape="0" algn="bl" dir="5400000" dist="19050">
              <a:srgbClr val="000000">
                <a:alpha val="49800"/>
              </a:srgbClr>
            </a:outerShdw>
          </a:effectLst>
        </p:spPr>
        <p:txBody>
          <a:bodyPr anchorCtr="0" anchor="ctr" bIns="18000" lIns="18000" spcFirstLastPara="1" rIns="18000" wrap="square" tIns="18000">
            <a:noAutofit/>
          </a:bodyPr>
          <a:lstStyle/>
          <a:p>
            <a:pPr indent="0" lvl="0" marL="0" marR="0" rtl="0" algn="ctr">
              <a:lnSpc>
                <a:spcPct val="100000"/>
              </a:lnSpc>
              <a:spcBef>
                <a:spcPts val="0"/>
              </a:spcBef>
              <a:spcAft>
                <a:spcPts val="0"/>
              </a:spcAft>
              <a:buClr>
                <a:srgbClr val="000000"/>
              </a:buClr>
              <a:buSzPts val="900"/>
              <a:buFont typeface="Arial"/>
              <a:buNone/>
            </a:pPr>
            <a:r>
              <a:rPr b="1" lang="es-419" sz="900">
                <a:latin typeface="Arvo"/>
                <a:ea typeface="Arvo"/>
                <a:cs typeface="Arvo"/>
                <a:sym typeface="Arvo"/>
              </a:rPr>
              <a:t>¿Dónde?</a:t>
            </a:r>
            <a:endParaRPr b="1" i="0" sz="900" u="none" cap="none" strike="noStrike">
              <a:solidFill>
                <a:srgbClr val="000000"/>
              </a:solidFill>
              <a:latin typeface="Arvo"/>
              <a:ea typeface="Arvo"/>
              <a:cs typeface="Arvo"/>
              <a:sym typeface="Arvo"/>
            </a:endParaRPr>
          </a:p>
        </p:txBody>
      </p:sp>
      <p:sp>
        <p:nvSpPr>
          <p:cNvPr id="7896" name="Google Shape;7896;p132"/>
          <p:cNvSpPr/>
          <p:nvPr/>
        </p:nvSpPr>
        <p:spPr>
          <a:xfrm>
            <a:off x="1169479" y="843909"/>
            <a:ext cx="1631400" cy="448500"/>
          </a:xfrm>
          <a:prstGeom prst="roundRect">
            <a:avLst>
              <a:gd fmla="val 16667" name="adj"/>
            </a:avLst>
          </a:prstGeom>
          <a:solidFill>
            <a:srgbClr val="FFF2CC"/>
          </a:solidFill>
          <a:ln>
            <a:noFill/>
          </a:ln>
          <a:effectLst>
            <a:outerShdw blurRad="57150" rotWithShape="0" algn="bl" dir="5400000" dist="19050">
              <a:srgbClr val="000000">
                <a:alpha val="49800"/>
              </a:srgbClr>
            </a:outerShdw>
          </a:effectLst>
        </p:spPr>
        <p:txBody>
          <a:bodyPr anchorCtr="0" anchor="ctr" bIns="18000" lIns="18000" spcFirstLastPara="1" rIns="18000" wrap="square" tIns="18000">
            <a:noAutofit/>
          </a:bodyPr>
          <a:lstStyle/>
          <a:p>
            <a:pPr indent="0" lvl="0" marL="0" rtl="0" algn="ctr">
              <a:spcBef>
                <a:spcPts val="0"/>
              </a:spcBef>
              <a:spcAft>
                <a:spcPts val="0"/>
              </a:spcAft>
              <a:buClr>
                <a:srgbClr val="000000"/>
              </a:buClr>
              <a:buSzPts val="1100"/>
              <a:buFont typeface="Arial"/>
              <a:buNone/>
            </a:pPr>
            <a:r>
              <a:rPr b="1" lang="es-419" sz="900">
                <a:solidFill>
                  <a:srgbClr val="000000"/>
                </a:solidFill>
              </a:rPr>
              <a:t>¿Quién? </a:t>
            </a:r>
            <a:endParaRPr b="1" sz="900">
              <a:solidFill>
                <a:srgbClr val="000000"/>
              </a:solidFill>
            </a:endParaRPr>
          </a:p>
          <a:p>
            <a:pPr indent="0" lvl="0" marL="0" rtl="0" algn="ctr">
              <a:spcBef>
                <a:spcPts val="0"/>
              </a:spcBef>
              <a:spcAft>
                <a:spcPts val="0"/>
              </a:spcAft>
              <a:buClr>
                <a:srgbClr val="000000"/>
              </a:buClr>
              <a:buSzPts val="1100"/>
              <a:buFont typeface="Arial"/>
              <a:buNone/>
            </a:pPr>
            <a:r>
              <a:rPr b="1" lang="es-419" sz="600">
                <a:solidFill>
                  <a:srgbClr val="000000"/>
                </a:solidFill>
              </a:rPr>
              <a:t>R = responsable. A = Aprobador. C = Consultado. I = Informado. </a:t>
            </a:r>
            <a:endParaRPr b="1" sz="600">
              <a:latin typeface="Arvo"/>
              <a:ea typeface="Arvo"/>
              <a:cs typeface="Arvo"/>
              <a:sym typeface="Arvo"/>
            </a:endParaRPr>
          </a:p>
        </p:txBody>
      </p:sp>
      <p:sp>
        <p:nvSpPr>
          <p:cNvPr id="7897" name="Google Shape;7897;p132"/>
          <p:cNvSpPr/>
          <p:nvPr/>
        </p:nvSpPr>
        <p:spPr>
          <a:xfrm>
            <a:off x="250802" y="843897"/>
            <a:ext cx="781500" cy="448500"/>
          </a:xfrm>
          <a:prstGeom prst="roundRect">
            <a:avLst>
              <a:gd fmla="val 16667" name="adj"/>
            </a:avLst>
          </a:prstGeom>
          <a:solidFill>
            <a:srgbClr val="F3F3F3"/>
          </a:solidFill>
          <a:ln>
            <a:noFill/>
          </a:ln>
          <a:effectLst>
            <a:outerShdw blurRad="57150" rotWithShape="0" algn="bl" dir="5400000" dist="19050">
              <a:srgbClr val="000000">
                <a:alpha val="49800"/>
              </a:srgbClr>
            </a:outerShdw>
          </a:effectLst>
        </p:spPr>
        <p:txBody>
          <a:bodyPr anchorCtr="0" anchor="ctr" bIns="18000" lIns="18000" spcFirstLastPara="1" rIns="18000" wrap="square" tIns="18000">
            <a:noAutofit/>
          </a:bodyPr>
          <a:lstStyle/>
          <a:p>
            <a:pPr indent="0" lvl="0" marL="0" marR="0" rtl="0" algn="ctr">
              <a:lnSpc>
                <a:spcPct val="100000"/>
              </a:lnSpc>
              <a:spcBef>
                <a:spcPts val="0"/>
              </a:spcBef>
              <a:spcAft>
                <a:spcPts val="0"/>
              </a:spcAft>
              <a:buClr>
                <a:srgbClr val="000000"/>
              </a:buClr>
              <a:buSzPts val="900"/>
              <a:buFont typeface="Arial"/>
              <a:buNone/>
            </a:pPr>
            <a:r>
              <a:rPr b="1" lang="es-419" sz="900">
                <a:latin typeface="Arvo"/>
                <a:ea typeface="Arvo"/>
                <a:cs typeface="Arvo"/>
                <a:sym typeface="Arvo"/>
              </a:rPr>
              <a:t>¿Cómo?</a:t>
            </a:r>
            <a:endParaRPr b="1" i="0" sz="900" u="none" cap="none" strike="noStrike">
              <a:solidFill>
                <a:srgbClr val="000000"/>
              </a:solidFill>
              <a:latin typeface="Arvo"/>
              <a:ea typeface="Arvo"/>
              <a:cs typeface="Arvo"/>
              <a:sym typeface="Arvo"/>
            </a:endParaRPr>
          </a:p>
        </p:txBody>
      </p:sp>
      <p:sp>
        <p:nvSpPr>
          <p:cNvPr id="7898" name="Google Shape;7898;p132"/>
          <p:cNvSpPr/>
          <p:nvPr/>
        </p:nvSpPr>
        <p:spPr>
          <a:xfrm>
            <a:off x="7375550" y="843897"/>
            <a:ext cx="2434800" cy="408900"/>
          </a:xfrm>
          <a:prstGeom prst="roundRect">
            <a:avLst>
              <a:gd fmla="val 16667" name="adj"/>
            </a:avLst>
          </a:prstGeom>
          <a:solidFill>
            <a:srgbClr val="B4A7D6"/>
          </a:solidFill>
          <a:ln>
            <a:noFill/>
          </a:ln>
          <a:effectLst>
            <a:outerShdw blurRad="57150" rotWithShape="0" algn="bl" dir="5400000" dist="19050">
              <a:srgbClr val="000000">
                <a:alpha val="49800"/>
              </a:srgbClr>
            </a:outerShdw>
          </a:effectLst>
        </p:spPr>
        <p:txBody>
          <a:bodyPr anchorCtr="0" anchor="ctr" bIns="18000" lIns="18000" spcFirstLastPara="1" rIns="18000" wrap="square" tIns="18000">
            <a:noAutofit/>
          </a:bodyPr>
          <a:lstStyle/>
          <a:p>
            <a:pPr indent="0" lvl="0" marL="0" marR="0" rtl="0" algn="ctr">
              <a:lnSpc>
                <a:spcPct val="100000"/>
              </a:lnSpc>
              <a:spcBef>
                <a:spcPts val="0"/>
              </a:spcBef>
              <a:spcAft>
                <a:spcPts val="0"/>
              </a:spcAft>
              <a:buClr>
                <a:srgbClr val="000000"/>
              </a:buClr>
              <a:buSzPts val="900"/>
              <a:buFont typeface="Arial"/>
              <a:buNone/>
            </a:pPr>
            <a:r>
              <a:rPr b="1" lang="es-419" sz="900">
                <a:latin typeface="Arvo"/>
                <a:ea typeface="Arvo"/>
                <a:cs typeface="Arvo"/>
                <a:sym typeface="Arvo"/>
              </a:rPr>
              <a:t>¿Por qué?</a:t>
            </a:r>
            <a:endParaRPr b="1" sz="900">
              <a:latin typeface="Arvo"/>
              <a:ea typeface="Arvo"/>
              <a:cs typeface="Arvo"/>
              <a:sym typeface="Arvo"/>
            </a:endParaRPr>
          </a:p>
        </p:txBody>
      </p:sp>
      <p:sp>
        <p:nvSpPr>
          <p:cNvPr id="7899" name="Google Shape;7899;p132"/>
          <p:cNvSpPr txBox="1"/>
          <p:nvPr/>
        </p:nvSpPr>
        <p:spPr>
          <a:xfrm>
            <a:off x="9027247" y="1335932"/>
            <a:ext cx="781500" cy="370800"/>
          </a:xfrm>
          <a:prstGeom prst="rect">
            <a:avLst/>
          </a:prstGeom>
          <a:solidFill>
            <a:srgbClr val="B4A7D6"/>
          </a:solidFill>
          <a:ln>
            <a:noFill/>
          </a:ln>
          <a:effectLst>
            <a:outerShdw blurRad="57150" rotWithShape="0" algn="bl" dir="2160000" dist="19050">
              <a:srgbClr val="000000">
                <a:alpha val="78000"/>
              </a:srgbClr>
            </a:outerShdw>
          </a:effectLst>
        </p:spPr>
        <p:txBody>
          <a:bodyPr anchorCtr="0" anchor="ctr" bIns="18000" lIns="18000" spcFirstLastPara="1" rIns="18000" wrap="square" tIns="18000">
            <a:noAutofit/>
          </a:bodyPr>
          <a:lstStyle/>
          <a:p>
            <a:pPr indent="0" lvl="0" marL="0" rtl="0" algn="ctr">
              <a:spcBef>
                <a:spcPts val="0"/>
              </a:spcBef>
              <a:spcAft>
                <a:spcPts val="0"/>
              </a:spcAft>
              <a:buNone/>
            </a:pPr>
            <a:r>
              <a:rPr b="1" lang="es-419" sz="600">
                <a:latin typeface="Arvo"/>
                <a:ea typeface="Arvo"/>
                <a:cs typeface="Arvo"/>
                <a:sym typeface="Arvo"/>
              </a:rPr>
              <a:t>Punto de control / regla de negocio</a:t>
            </a:r>
            <a:endParaRPr b="1" sz="600">
              <a:latin typeface="Arvo"/>
              <a:ea typeface="Arvo"/>
              <a:cs typeface="Arvo"/>
              <a:sym typeface="Arvo"/>
            </a:endParaRPr>
          </a:p>
        </p:txBody>
      </p:sp>
      <p:sp>
        <p:nvSpPr>
          <p:cNvPr id="7900" name="Google Shape;7900;p132"/>
          <p:cNvSpPr txBox="1"/>
          <p:nvPr/>
        </p:nvSpPr>
        <p:spPr>
          <a:xfrm>
            <a:off x="8202044" y="1335932"/>
            <a:ext cx="781500" cy="370800"/>
          </a:xfrm>
          <a:prstGeom prst="rect">
            <a:avLst/>
          </a:prstGeom>
          <a:solidFill>
            <a:srgbClr val="B4A7D6"/>
          </a:solidFill>
          <a:ln>
            <a:noFill/>
          </a:ln>
          <a:effectLst>
            <a:outerShdw blurRad="57150" rotWithShape="0" algn="bl" dir="2160000" dist="19050">
              <a:srgbClr val="000000">
                <a:alpha val="78000"/>
              </a:srgbClr>
            </a:outerShdw>
          </a:effectLst>
        </p:spPr>
        <p:txBody>
          <a:bodyPr anchorCtr="0" anchor="ctr" bIns="18000" lIns="18000" spcFirstLastPara="1" rIns="18000" wrap="square" tIns="18000">
            <a:noAutofit/>
          </a:bodyPr>
          <a:lstStyle/>
          <a:p>
            <a:pPr indent="0" lvl="0" marL="0" rtl="0" algn="ctr">
              <a:spcBef>
                <a:spcPts val="0"/>
              </a:spcBef>
              <a:spcAft>
                <a:spcPts val="0"/>
              </a:spcAft>
              <a:buNone/>
            </a:pPr>
            <a:r>
              <a:rPr b="1" lang="es-419" sz="600">
                <a:latin typeface="Arvo"/>
                <a:ea typeface="Arvo"/>
                <a:cs typeface="Arvo"/>
                <a:sym typeface="Arvo"/>
              </a:rPr>
              <a:t>¿Por qué lo hace?</a:t>
            </a:r>
            <a:endParaRPr b="1" sz="600">
              <a:latin typeface="Arvo"/>
              <a:ea typeface="Arvo"/>
              <a:cs typeface="Arvo"/>
              <a:sym typeface="Arvo"/>
            </a:endParaRPr>
          </a:p>
        </p:txBody>
      </p:sp>
      <p:sp>
        <p:nvSpPr>
          <p:cNvPr id="7901" name="Google Shape;7901;p132"/>
          <p:cNvSpPr txBox="1"/>
          <p:nvPr/>
        </p:nvSpPr>
        <p:spPr>
          <a:xfrm>
            <a:off x="7376842" y="1335932"/>
            <a:ext cx="781500" cy="370800"/>
          </a:xfrm>
          <a:prstGeom prst="rect">
            <a:avLst/>
          </a:prstGeom>
          <a:solidFill>
            <a:srgbClr val="B4A7D6"/>
          </a:solidFill>
          <a:ln>
            <a:noFill/>
          </a:ln>
          <a:effectLst>
            <a:outerShdw blurRad="57150" rotWithShape="0" algn="bl" dir="2160000" dist="19050">
              <a:srgbClr val="000000">
                <a:alpha val="78000"/>
              </a:srgbClr>
            </a:outerShdw>
          </a:effectLst>
        </p:spPr>
        <p:txBody>
          <a:bodyPr anchorCtr="0" anchor="ctr" bIns="18000" lIns="18000" spcFirstLastPara="1" rIns="18000" wrap="square" tIns="18000">
            <a:noAutofit/>
          </a:bodyPr>
          <a:lstStyle/>
          <a:p>
            <a:pPr indent="0" lvl="0" marL="0" rtl="0" algn="ctr">
              <a:spcBef>
                <a:spcPts val="0"/>
              </a:spcBef>
              <a:spcAft>
                <a:spcPts val="0"/>
              </a:spcAft>
              <a:buNone/>
            </a:pPr>
            <a:r>
              <a:rPr b="1" lang="es-419" sz="600">
                <a:latin typeface="Arvo"/>
                <a:ea typeface="Arvo"/>
                <a:cs typeface="Arvo"/>
                <a:sym typeface="Arvo"/>
              </a:rPr>
              <a:t>¿Qué necesita para iniciar?</a:t>
            </a:r>
            <a:endParaRPr b="1" sz="600">
              <a:latin typeface="Arvo"/>
              <a:ea typeface="Arvo"/>
              <a:cs typeface="Arvo"/>
              <a:sym typeface="Arvo"/>
            </a:endParaRPr>
          </a:p>
        </p:txBody>
      </p:sp>
      <p:sp>
        <p:nvSpPr>
          <p:cNvPr id="7902" name="Google Shape;7902;p132"/>
          <p:cNvSpPr txBox="1"/>
          <p:nvPr/>
        </p:nvSpPr>
        <p:spPr>
          <a:xfrm>
            <a:off x="6438453" y="1335932"/>
            <a:ext cx="781500" cy="370800"/>
          </a:xfrm>
          <a:prstGeom prst="rect">
            <a:avLst/>
          </a:prstGeom>
          <a:solidFill>
            <a:srgbClr val="FFF2CC"/>
          </a:solidFill>
          <a:ln>
            <a:noFill/>
          </a:ln>
          <a:effectLst>
            <a:outerShdw blurRad="57150" rotWithShape="0" algn="bl" dir="2160000" dist="19050">
              <a:srgbClr val="000000">
                <a:alpha val="78000"/>
              </a:srgbClr>
            </a:outerShdw>
          </a:effectLst>
        </p:spPr>
        <p:txBody>
          <a:bodyPr anchorCtr="0" anchor="ctr" bIns="18000" lIns="18000" spcFirstLastPara="1" rIns="18000" wrap="square" tIns="18000">
            <a:noAutofit/>
          </a:bodyPr>
          <a:lstStyle/>
          <a:p>
            <a:pPr indent="0" lvl="0" marL="0" rtl="0" algn="ctr">
              <a:spcBef>
                <a:spcPts val="0"/>
              </a:spcBef>
              <a:spcAft>
                <a:spcPts val="0"/>
              </a:spcAft>
              <a:buNone/>
            </a:pPr>
            <a:r>
              <a:rPr b="1" lang="es-419" sz="600">
                <a:latin typeface="Arvo"/>
                <a:ea typeface="Arvo"/>
                <a:cs typeface="Arvo"/>
                <a:sym typeface="Arvo"/>
              </a:rPr>
              <a:t>¿Cuándo lo hace?</a:t>
            </a:r>
            <a:endParaRPr b="1" sz="600">
              <a:latin typeface="Arvo"/>
              <a:ea typeface="Arvo"/>
              <a:cs typeface="Arvo"/>
              <a:sym typeface="Arvo"/>
            </a:endParaRPr>
          </a:p>
        </p:txBody>
      </p:sp>
      <p:sp>
        <p:nvSpPr>
          <p:cNvPr id="7903" name="Google Shape;7903;p132"/>
          <p:cNvSpPr txBox="1"/>
          <p:nvPr/>
        </p:nvSpPr>
        <p:spPr>
          <a:xfrm>
            <a:off x="5504571" y="1335932"/>
            <a:ext cx="781500" cy="370800"/>
          </a:xfrm>
          <a:prstGeom prst="rect">
            <a:avLst/>
          </a:prstGeom>
          <a:solidFill>
            <a:srgbClr val="F4CCCC"/>
          </a:solidFill>
          <a:ln>
            <a:noFill/>
          </a:ln>
          <a:effectLst>
            <a:outerShdw blurRad="57150" rotWithShape="0" algn="bl" dir="2160000" dist="19050">
              <a:srgbClr val="000000">
                <a:alpha val="78000"/>
              </a:srgbClr>
            </a:outerShdw>
          </a:effectLst>
        </p:spPr>
        <p:txBody>
          <a:bodyPr anchorCtr="0" anchor="ctr" bIns="18000" lIns="18000" spcFirstLastPara="1" rIns="18000" wrap="square" tIns="18000">
            <a:noAutofit/>
          </a:bodyPr>
          <a:lstStyle/>
          <a:p>
            <a:pPr indent="0" lvl="0" marL="0" rtl="0" algn="ctr">
              <a:spcBef>
                <a:spcPts val="0"/>
              </a:spcBef>
              <a:spcAft>
                <a:spcPts val="0"/>
              </a:spcAft>
              <a:buNone/>
            </a:pPr>
            <a:r>
              <a:rPr b="1" lang="es-419" sz="600">
                <a:latin typeface="Arvo"/>
                <a:ea typeface="Arvo"/>
                <a:cs typeface="Arvo"/>
                <a:sym typeface="Arvo"/>
              </a:rPr>
              <a:t>¿Dónde lo hace?</a:t>
            </a:r>
            <a:endParaRPr b="1" sz="600">
              <a:latin typeface="Arvo"/>
              <a:ea typeface="Arvo"/>
              <a:cs typeface="Arvo"/>
              <a:sym typeface="Arvo"/>
            </a:endParaRPr>
          </a:p>
        </p:txBody>
      </p:sp>
      <p:sp>
        <p:nvSpPr>
          <p:cNvPr id="7904" name="Google Shape;7904;p132"/>
          <p:cNvSpPr txBox="1"/>
          <p:nvPr/>
        </p:nvSpPr>
        <p:spPr>
          <a:xfrm>
            <a:off x="4679368" y="1335932"/>
            <a:ext cx="781500" cy="370800"/>
          </a:xfrm>
          <a:prstGeom prst="rect">
            <a:avLst/>
          </a:prstGeom>
          <a:solidFill>
            <a:srgbClr val="F4CCCC"/>
          </a:solidFill>
          <a:ln>
            <a:noFill/>
          </a:ln>
          <a:effectLst>
            <a:outerShdw blurRad="57150" rotWithShape="0" algn="bl" dir="2160000" dist="19050">
              <a:srgbClr val="000000">
                <a:alpha val="78000"/>
              </a:srgbClr>
            </a:outerShdw>
          </a:effectLst>
        </p:spPr>
        <p:txBody>
          <a:bodyPr anchorCtr="0" anchor="ctr" bIns="18000" lIns="18000" spcFirstLastPara="1" rIns="18000" wrap="square" tIns="18000">
            <a:noAutofit/>
          </a:bodyPr>
          <a:lstStyle/>
          <a:p>
            <a:pPr indent="0" lvl="0" marL="0" rtl="0" algn="ctr">
              <a:spcBef>
                <a:spcPts val="0"/>
              </a:spcBef>
              <a:spcAft>
                <a:spcPts val="0"/>
              </a:spcAft>
              <a:buNone/>
            </a:pPr>
            <a:r>
              <a:rPr b="1" lang="es-419" sz="600">
                <a:latin typeface="Arvo"/>
                <a:ea typeface="Arvo"/>
                <a:cs typeface="Arvo"/>
                <a:sym typeface="Arvo"/>
              </a:rPr>
              <a:t>¿Recursos con que lo hace?</a:t>
            </a:r>
            <a:endParaRPr b="1" sz="600">
              <a:latin typeface="Arvo"/>
              <a:ea typeface="Arvo"/>
              <a:cs typeface="Arvo"/>
              <a:sym typeface="Arvo"/>
            </a:endParaRPr>
          </a:p>
        </p:txBody>
      </p:sp>
      <p:sp>
        <p:nvSpPr>
          <p:cNvPr id="7905" name="Google Shape;7905;p132"/>
          <p:cNvSpPr txBox="1"/>
          <p:nvPr/>
        </p:nvSpPr>
        <p:spPr>
          <a:xfrm>
            <a:off x="249876" y="1335932"/>
            <a:ext cx="781500" cy="370800"/>
          </a:xfrm>
          <a:prstGeom prst="rect">
            <a:avLst/>
          </a:prstGeom>
          <a:solidFill>
            <a:srgbClr val="F3F3F3"/>
          </a:solidFill>
          <a:ln>
            <a:noFill/>
          </a:ln>
          <a:effectLst>
            <a:outerShdw blurRad="57150" rotWithShape="0" algn="bl" dir="2160000" dist="19050">
              <a:srgbClr val="000000">
                <a:alpha val="78000"/>
              </a:srgbClr>
            </a:outerShdw>
          </a:effectLst>
        </p:spPr>
        <p:txBody>
          <a:bodyPr anchorCtr="0" anchor="ctr" bIns="18000" lIns="18000" spcFirstLastPara="1" rIns="18000" wrap="square" tIns="18000">
            <a:noAutofit/>
          </a:bodyPr>
          <a:lstStyle/>
          <a:p>
            <a:pPr indent="0" lvl="0" marL="0" rtl="0" algn="ctr">
              <a:spcBef>
                <a:spcPts val="0"/>
              </a:spcBef>
              <a:spcAft>
                <a:spcPts val="0"/>
              </a:spcAft>
              <a:buNone/>
            </a:pPr>
            <a:r>
              <a:rPr b="1" lang="es-419" sz="600">
                <a:latin typeface="Arvo"/>
                <a:ea typeface="Arvo"/>
                <a:cs typeface="Arvo"/>
                <a:sym typeface="Arvo"/>
              </a:rPr>
              <a:t>¿Actividad?</a:t>
            </a:r>
            <a:endParaRPr b="1" sz="600">
              <a:latin typeface="Arvo"/>
              <a:ea typeface="Arvo"/>
              <a:cs typeface="Arvo"/>
              <a:sym typeface="Arvo"/>
            </a:endParaRPr>
          </a:p>
        </p:txBody>
      </p:sp>
      <p:sp>
        <p:nvSpPr>
          <p:cNvPr id="7906" name="Google Shape;7906;p132"/>
          <p:cNvSpPr txBox="1"/>
          <p:nvPr/>
        </p:nvSpPr>
        <p:spPr>
          <a:xfrm>
            <a:off x="1995967" y="1335932"/>
            <a:ext cx="781500" cy="370800"/>
          </a:xfrm>
          <a:prstGeom prst="rect">
            <a:avLst/>
          </a:prstGeom>
          <a:solidFill>
            <a:srgbClr val="FFF2CC"/>
          </a:solidFill>
          <a:ln>
            <a:noFill/>
          </a:ln>
          <a:effectLst>
            <a:outerShdw blurRad="57150" rotWithShape="0" algn="bl" dir="2160000" dist="19050">
              <a:srgbClr val="000000">
                <a:alpha val="78000"/>
              </a:srgbClr>
            </a:outerShdw>
          </a:effectLst>
        </p:spPr>
        <p:txBody>
          <a:bodyPr anchorCtr="0" anchor="ctr" bIns="18000" lIns="18000" spcFirstLastPara="1" rIns="18000" wrap="square" tIns="18000">
            <a:noAutofit/>
          </a:bodyPr>
          <a:lstStyle/>
          <a:p>
            <a:pPr indent="0" lvl="0" marL="0" rtl="0" algn="ctr">
              <a:spcBef>
                <a:spcPts val="0"/>
              </a:spcBef>
              <a:spcAft>
                <a:spcPts val="0"/>
              </a:spcAft>
              <a:buNone/>
            </a:pPr>
            <a:r>
              <a:rPr b="1" lang="es-419" sz="600">
                <a:latin typeface="Arvo"/>
                <a:ea typeface="Arvo"/>
                <a:cs typeface="Arvo"/>
                <a:sym typeface="Arvo"/>
              </a:rPr>
              <a:t>¿Roles externos?</a:t>
            </a:r>
            <a:endParaRPr b="1" sz="600">
              <a:latin typeface="Arvo"/>
              <a:ea typeface="Arvo"/>
              <a:cs typeface="Arvo"/>
              <a:sym typeface="Arvo"/>
            </a:endParaRPr>
          </a:p>
        </p:txBody>
      </p:sp>
      <p:sp>
        <p:nvSpPr>
          <p:cNvPr id="7907" name="Google Shape;7907;p132"/>
          <p:cNvSpPr txBox="1"/>
          <p:nvPr/>
        </p:nvSpPr>
        <p:spPr>
          <a:xfrm>
            <a:off x="1170765" y="1335932"/>
            <a:ext cx="781500" cy="370800"/>
          </a:xfrm>
          <a:prstGeom prst="rect">
            <a:avLst/>
          </a:prstGeom>
          <a:solidFill>
            <a:srgbClr val="FFF2CC"/>
          </a:solidFill>
          <a:ln>
            <a:noFill/>
          </a:ln>
          <a:effectLst>
            <a:outerShdw blurRad="57150" rotWithShape="0" algn="bl" dir="2160000" dist="19050">
              <a:srgbClr val="000000">
                <a:alpha val="78000"/>
              </a:srgbClr>
            </a:outerShdw>
          </a:effectLst>
        </p:spPr>
        <p:txBody>
          <a:bodyPr anchorCtr="0" anchor="ctr" bIns="18000" lIns="18000" spcFirstLastPara="1" rIns="18000" wrap="square" tIns="18000">
            <a:noAutofit/>
          </a:bodyPr>
          <a:lstStyle/>
          <a:p>
            <a:pPr indent="0" lvl="0" marL="0" rtl="0" algn="ctr">
              <a:spcBef>
                <a:spcPts val="0"/>
              </a:spcBef>
              <a:spcAft>
                <a:spcPts val="0"/>
              </a:spcAft>
              <a:buNone/>
            </a:pPr>
            <a:r>
              <a:rPr b="1" lang="es-419" sz="600">
                <a:latin typeface="Arvo"/>
                <a:ea typeface="Arvo"/>
                <a:cs typeface="Arvo"/>
                <a:sym typeface="Arvo"/>
              </a:rPr>
              <a:t>¿Roles internos?</a:t>
            </a:r>
            <a:endParaRPr b="1" sz="600">
              <a:latin typeface="Arvo"/>
              <a:ea typeface="Arvo"/>
              <a:cs typeface="Arvo"/>
              <a:sym typeface="Arvo"/>
            </a:endParaRPr>
          </a:p>
        </p:txBody>
      </p:sp>
      <p:sp>
        <p:nvSpPr>
          <p:cNvPr id="7908" name="Google Shape;7908;p132"/>
          <p:cNvSpPr/>
          <p:nvPr/>
        </p:nvSpPr>
        <p:spPr>
          <a:xfrm>
            <a:off x="265150" y="6300982"/>
            <a:ext cx="7965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sp>
        <p:nvSpPr>
          <p:cNvPr id="7909" name="Google Shape;7909;p132"/>
          <p:cNvSpPr/>
          <p:nvPr/>
        </p:nvSpPr>
        <p:spPr>
          <a:xfrm>
            <a:off x="1180835" y="6300982"/>
            <a:ext cx="16236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cxnSp>
        <p:nvCxnSpPr>
          <p:cNvPr id="7910" name="Google Shape;7910;p132"/>
          <p:cNvCxnSpPr/>
          <p:nvPr/>
        </p:nvCxnSpPr>
        <p:spPr>
          <a:xfrm>
            <a:off x="1973040" y="6296451"/>
            <a:ext cx="2700" cy="446700"/>
          </a:xfrm>
          <a:prstGeom prst="straightConnector1">
            <a:avLst/>
          </a:prstGeom>
          <a:noFill/>
          <a:ln cap="flat" cmpd="sng" w="28575">
            <a:solidFill>
              <a:srgbClr val="D9D9D9"/>
            </a:solidFill>
            <a:prstDash val="solid"/>
            <a:round/>
            <a:headEnd len="sm" w="sm" type="none"/>
            <a:tailEnd len="sm" w="sm" type="none"/>
          </a:ln>
        </p:spPr>
      </p:cxnSp>
      <p:sp>
        <p:nvSpPr>
          <p:cNvPr id="7911" name="Google Shape;7911;p132"/>
          <p:cNvSpPr/>
          <p:nvPr/>
        </p:nvSpPr>
        <p:spPr>
          <a:xfrm>
            <a:off x="2923707" y="6300982"/>
            <a:ext cx="16236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cxnSp>
        <p:nvCxnSpPr>
          <p:cNvPr id="7912" name="Google Shape;7912;p132"/>
          <p:cNvCxnSpPr/>
          <p:nvPr/>
        </p:nvCxnSpPr>
        <p:spPr>
          <a:xfrm>
            <a:off x="3719255" y="6296597"/>
            <a:ext cx="2700" cy="446700"/>
          </a:xfrm>
          <a:prstGeom prst="straightConnector1">
            <a:avLst/>
          </a:prstGeom>
          <a:noFill/>
          <a:ln cap="flat" cmpd="sng" w="28575">
            <a:solidFill>
              <a:srgbClr val="D9D9D9"/>
            </a:solidFill>
            <a:prstDash val="solid"/>
            <a:round/>
            <a:headEnd len="sm" w="sm" type="none"/>
            <a:tailEnd len="sm" w="sm" type="none"/>
          </a:ln>
        </p:spPr>
      </p:cxnSp>
      <p:sp>
        <p:nvSpPr>
          <p:cNvPr id="7913" name="Google Shape;7913;p132"/>
          <p:cNvSpPr/>
          <p:nvPr/>
        </p:nvSpPr>
        <p:spPr>
          <a:xfrm>
            <a:off x="4666579" y="6300982"/>
            <a:ext cx="16236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cxnSp>
        <p:nvCxnSpPr>
          <p:cNvPr id="7914" name="Google Shape;7914;p132"/>
          <p:cNvCxnSpPr/>
          <p:nvPr/>
        </p:nvCxnSpPr>
        <p:spPr>
          <a:xfrm>
            <a:off x="5460999" y="6296438"/>
            <a:ext cx="2700" cy="446700"/>
          </a:xfrm>
          <a:prstGeom prst="straightConnector1">
            <a:avLst/>
          </a:prstGeom>
          <a:noFill/>
          <a:ln cap="flat" cmpd="sng" w="28575">
            <a:solidFill>
              <a:srgbClr val="D9D9D9"/>
            </a:solidFill>
            <a:prstDash val="solid"/>
            <a:round/>
            <a:headEnd len="sm" w="sm" type="none"/>
            <a:tailEnd len="sm" w="sm" type="none"/>
          </a:ln>
        </p:spPr>
      </p:cxnSp>
      <p:sp>
        <p:nvSpPr>
          <p:cNvPr id="7915" name="Google Shape;7915;p132"/>
          <p:cNvSpPr/>
          <p:nvPr/>
        </p:nvSpPr>
        <p:spPr>
          <a:xfrm>
            <a:off x="6419935" y="6300982"/>
            <a:ext cx="7965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sp>
        <p:nvSpPr>
          <p:cNvPr id="7916" name="Google Shape;7916;p132"/>
          <p:cNvSpPr/>
          <p:nvPr/>
        </p:nvSpPr>
        <p:spPr>
          <a:xfrm>
            <a:off x="7346104" y="6300982"/>
            <a:ext cx="24660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cxnSp>
        <p:nvCxnSpPr>
          <p:cNvPr id="7917" name="Google Shape;7917;p132"/>
          <p:cNvCxnSpPr/>
          <p:nvPr/>
        </p:nvCxnSpPr>
        <p:spPr>
          <a:xfrm>
            <a:off x="8161493" y="6296438"/>
            <a:ext cx="2700" cy="446700"/>
          </a:xfrm>
          <a:prstGeom prst="straightConnector1">
            <a:avLst/>
          </a:prstGeom>
          <a:noFill/>
          <a:ln cap="flat" cmpd="sng" w="28575">
            <a:solidFill>
              <a:srgbClr val="D9D9D9"/>
            </a:solidFill>
            <a:prstDash val="solid"/>
            <a:round/>
            <a:headEnd len="sm" w="sm" type="none"/>
            <a:tailEnd len="sm" w="sm" type="none"/>
          </a:ln>
        </p:spPr>
      </p:cxnSp>
      <p:cxnSp>
        <p:nvCxnSpPr>
          <p:cNvPr id="7918" name="Google Shape;7918;p132"/>
          <p:cNvCxnSpPr/>
          <p:nvPr/>
        </p:nvCxnSpPr>
        <p:spPr>
          <a:xfrm>
            <a:off x="8991625" y="6296475"/>
            <a:ext cx="2700" cy="446700"/>
          </a:xfrm>
          <a:prstGeom prst="straightConnector1">
            <a:avLst/>
          </a:prstGeom>
          <a:noFill/>
          <a:ln cap="flat" cmpd="sng" w="28575">
            <a:solidFill>
              <a:srgbClr val="D9D9D9"/>
            </a:solidFill>
            <a:prstDash val="solid"/>
            <a:round/>
            <a:headEnd len="sm" w="sm" type="none"/>
            <a:tailEnd len="sm" w="sm" type="none"/>
          </a:ln>
        </p:spPr>
      </p:cxnSp>
      <p:sp>
        <p:nvSpPr>
          <p:cNvPr id="7919" name="Google Shape;7919;p132"/>
          <p:cNvSpPr txBox="1"/>
          <p:nvPr>
            <p:ph idx="106" type="subTitle"/>
          </p:nvPr>
        </p:nvSpPr>
        <p:spPr>
          <a:xfrm>
            <a:off x="264731" y="6302624"/>
            <a:ext cx="7965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7920" name="Google Shape;7920;p132"/>
          <p:cNvSpPr txBox="1"/>
          <p:nvPr>
            <p:ph idx="107" type="subTitle"/>
          </p:nvPr>
        </p:nvSpPr>
        <p:spPr>
          <a:xfrm>
            <a:off x="1179154" y="6302624"/>
            <a:ext cx="7779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7921" name="Google Shape;7921;p132"/>
          <p:cNvSpPr txBox="1"/>
          <p:nvPr>
            <p:ph idx="108" type="subTitle"/>
          </p:nvPr>
        </p:nvSpPr>
        <p:spPr>
          <a:xfrm>
            <a:off x="1990053" y="6302624"/>
            <a:ext cx="8151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7922" name="Google Shape;7922;p132"/>
          <p:cNvSpPr txBox="1"/>
          <p:nvPr>
            <p:ph idx="109" type="subTitle"/>
          </p:nvPr>
        </p:nvSpPr>
        <p:spPr>
          <a:xfrm>
            <a:off x="2925232" y="6302624"/>
            <a:ext cx="7779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7923" name="Google Shape;7923;p132"/>
          <p:cNvSpPr txBox="1"/>
          <p:nvPr>
            <p:ph idx="110" type="subTitle"/>
          </p:nvPr>
        </p:nvSpPr>
        <p:spPr>
          <a:xfrm>
            <a:off x="3736126" y="6302624"/>
            <a:ext cx="8151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7924" name="Google Shape;7924;p132"/>
          <p:cNvSpPr txBox="1"/>
          <p:nvPr>
            <p:ph idx="111" type="subTitle"/>
          </p:nvPr>
        </p:nvSpPr>
        <p:spPr>
          <a:xfrm>
            <a:off x="4671309" y="6302624"/>
            <a:ext cx="7779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7925" name="Google Shape;7925;p132"/>
          <p:cNvSpPr txBox="1"/>
          <p:nvPr>
            <p:ph idx="112" type="subTitle"/>
          </p:nvPr>
        </p:nvSpPr>
        <p:spPr>
          <a:xfrm>
            <a:off x="5482203" y="6302624"/>
            <a:ext cx="8151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7926" name="Google Shape;7926;p132"/>
          <p:cNvSpPr txBox="1"/>
          <p:nvPr>
            <p:ph idx="113" type="subTitle"/>
          </p:nvPr>
        </p:nvSpPr>
        <p:spPr>
          <a:xfrm>
            <a:off x="6411959" y="6302619"/>
            <a:ext cx="8136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7927" name="Google Shape;7927;p132"/>
          <p:cNvSpPr txBox="1"/>
          <p:nvPr>
            <p:ph idx="114" type="subTitle"/>
          </p:nvPr>
        </p:nvSpPr>
        <p:spPr>
          <a:xfrm>
            <a:off x="7345671" y="6302624"/>
            <a:ext cx="7965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7928" name="Google Shape;7928;p132"/>
          <p:cNvSpPr txBox="1"/>
          <p:nvPr>
            <p:ph idx="115" type="subTitle"/>
          </p:nvPr>
        </p:nvSpPr>
        <p:spPr>
          <a:xfrm>
            <a:off x="8182670" y="6302624"/>
            <a:ext cx="7965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7929" name="Google Shape;7929;p132"/>
          <p:cNvSpPr txBox="1"/>
          <p:nvPr>
            <p:ph idx="116" type="subTitle"/>
          </p:nvPr>
        </p:nvSpPr>
        <p:spPr>
          <a:xfrm>
            <a:off x="9000144" y="6302624"/>
            <a:ext cx="8151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7930" name="Google Shape;7930;p132"/>
          <p:cNvSpPr txBox="1"/>
          <p:nvPr/>
        </p:nvSpPr>
        <p:spPr>
          <a:xfrm>
            <a:off x="84825" y="598125"/>
            <a:ext cx="595500" cy="205800"/>
          </a:xfrm>
          <a:prstGeom prst="rect">
            <a:avLst/>
          </a:prstGeom>
          <a:noFill/>
          <a:ln>
            <a:noFill/>
          </a:ln>
        </p:spPr>
        <p:txBody>
          <a:bodyPr anchorCtr="0" anchor="t" bIns="18000" lIns="18000" spcFirstLastPara="1" rIns="18000" wrap="square" tIns="18000">
            <a:spAutoFit/>
          </a:bodyPr>
          <a:lstStyle/>
          <a:p>
            <a:pPr indent="0" lvl="0" marL="0" rtl="0" algn="l">
              <a:spcBef>
                <a:spcPts val="0"/>
              </a:spcBef>
              <a:spcAft>
                <a:spcPts val="0"/>
              </a:spcAft>
              <a:buNone/>
            </a:pPr>
            <a:r>
              <a:rPr lang="es-419" sz="1100">
                <a:solidFill>
                  <a:srgbClr val="FFFFFF"/>
                </a:solidFill>
              </a:rPr>
              <a:t>Nombre:</a:t>
            </a:r>
            <a:endParaRPr sz="1100">
              <a:solidFill>
                <a:srgbClr val="FFFFFF"/>
              </a:solidFill>
            </a:endParaRPr>
          </a:p>
        </p:txBody>
      </p:sp>
      <p:sp>
        <p:nvSpPr>
          <p:cNvPr id="7931" name="Google Shape;7931;p132"/>
          <p:cNvSpPr txBox="1"/>
          <p:nvPr/>
        </p:nvSpPr>
        <p:spPr>
          <a:xfrm>
            <a:off x="3750158" y="1335932"/>
            <a:ext cx="781500" cy="370800"/>
          </a:xfrm>
          <a:prstGeom prst="rect">
            <a:avLst/>
          </a:prstGeom>
          <a:solidFill>
            <a:srgbClr val="D9EAD3"/>
          </a:solidFill>
          <a:ln>
            <a:noFill/>
          </a:ln>
          <a:effectLst>
            <a:outerShdw blurRad="57150" rotWithShape="0" algn="bl" dir="2160000" dist="19050">
              <a:srgbClr val="000000">
                <a:alpha val="78000"/>
              </a:srgbClr>
            </a:outerShdw>
          </a:effectLst>
        </p:spPr>
        <p:txBody>
          <a:bodyPr anchorCtr="0" anchor="ctr" bIns="18000" lIns="18000" spcFirstLastPara="1" rIns="18000" wrap="square" tIns="18000">
            <a:noAutofit/>
          </a:bodyPr>
          <a:lstStyle/>
          <a:p>
            <a:pPr indent="0" lvl="0" marL="0" rtl="0" algn="ctr">
              <a:spcBef>
                <a:spcPts val="0"/>
              </a:spcBef>
              <a:spcAft>
                <a:spcPts val="0"/>
              </a:spcAft>
              <a:buNone/>
            </a:pPr>
            <a:r>
              <a:rPr b="1" lang="es-419" sz="600">
                <a:latin typeface="Arvo"/>
                <a:ea typeface="Arvo"/>
                <a:cs typeface="Arvo"/>
                <a:sym typeface="Arvo"/>
              </a:rPr>
              <a:t>¿Información adicional del cliente o empresa?</a:t>
            </a:r>
            <a:endParaRPr b="1" sz="600">
              <a:latin typeface="Arvo"/>
              <a:ea typeface="Arvo"/>
              <a:cs typeface="Arvo"/>
              <a:sym typeface="Arvo"/>
            </a:endParaRPr>
          </a:p>
        </p:txBody>
      </p:sp>
      <p:sp>
        <p:nvSpPr>
          <p:cNvPr id="7932" name="Google Shape;7932;p132"/>
          <p:cNvSpPr txBox="1"/>
          <p:nvPr/>
        </p:nvSpPr>
        <p:spPr>
          <a:xfrm>
            <a:off x="2924956" y="1335932"/>
            <a:ext cx="781500" cy="370800"/>
          </a:xfrm>
          <a:prstGeom prst="rect">
            <a:avLst/>
          </a:prstGeom>
          <a:solidFill>
            <a:srgbClr val="D9EAD3"/>
          </a:solidFill>
          <a:ln>
            <a:noFill/>
          </a:ln>
          <a:effectLst>
            <a:outerShdw blurRad="57150" rotWithShape="0" algn="bl" dir="2160000" dist="19050">
              <a:srgbClr val="000000">
                <a:alpha val="78000"/>
              </a:srgbClr>
            </a:outerShdw>
          </a:effectLst>
        </p:spPr>
        <p:txBody>
          <a:bodyPr anchorCtr="0" anchor="ctr" bIns="18000" lIns="18000" spcFirstLastPara="1" rIns="18000" wrap="square" tIns="18000">
            <a:noAutofit/>
          </a:bodyPr>
          <a:lstStyle/>
          <a:p>
            <a:pPr indent="0" lvl="0" marL="0" rtl="0" algn="ctr">
              <a:spcBef>
                <a:spcPts val="0"/>
              </a:spcBef>
              <a:spcAft>
                <a:spcPts val="0"/>
              </a:spcAft>
              <a:buNone/>
            </a:pPr>
            <a:r>
              <a:rPr b="1" lang="es-419" sz="600">
                <a:latin typeface="Arvo"/>
                <a:ea typeface="Arvo"/>
                <a:cs typeface="Arvo"/>
                <a:sym typeface="Arvo"/>
              </a:rPr>
              <a:t>¿Información relevante o core?</a:t>
            </a:r>
            <a:endParaRPr b="1" sz="600">
              <a:latin typeface="Arvo"/>
              <a:ea typeface="Arvo"/>
              <a:cs typeface="Arvo"/>
              <a:sym typeface="Arvo"/>
            </a:endParaRPr>
          </a:p>
        </p:txBody>
      </p:sp>
    </p:spTree>
  </p:cSld>
  <p:clrMapOvr>
    <a:masterClrMapping/>
  </p:clrMapOvr>
</p:sldLayout>
</file>

<file path=ppt/slideLayouts/slideLayout12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0.2 Relaciones Estructurales del Dominio">
  <p:cSld name="TITLE_3_6_2">
    <p:spTree>
      <p:nvGrpSpPr>
        <p:cNvPr id="7933" name="Shape 7933"/>
        <p:cNvGrpSpPr/>
        <p:nvPr/>
      </p:nvGrpSpPr>
      <p:grpSpPr>
        <a:xfrm>
          <a:off x="0" y="0"/>
          <a:ext cx="0" cy="0"/>
          <a:chOff x="0" y="0"/>
          <a:chExt cx="0" cy="0"/>
        </a:xfrm>
      </p:grpSpPr>
      <p:sp>
        <p:nvSpPr>
          <p:cNvPr id="7934" name="Google Shape;7934;p133"/>
          <p:cNvSpPr/>
          <p:nvPr/>
        </p:nvSpPr>
        <p:spPr>
          <a:xfrm>
            <a:off x="77688" y="358938"/>
            <a:ext cx="9935700" cy="6438000"/>
          </a:xfrm>
          <a:prstGeom prst="roundRect">
            <a:avLst>
              <a:gd fmla="val 2618" name="adj"/>
            </a:avLst>
          </a:prstGeom>
          <a:solidFill>
            <a:srgbClr val="FFFFFF"/>
          </a:solidFill>
          <a:ln cap="flat" cmpd="sng" w="38100">
            <a:solidFill>
              <a:srgbClr val="000000"/>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935" name="Google Shape;7935;p133"/>
          <p:cNvCxnSpPr/>
          <p:nvPr/>
        </p:nvCxnSpPr>
        <p:spPr>
          <a:xfrm>
            <a:off x="77688" y="772614"/>
            <a:ext cx="9935700" cy="0"/>
          </a:xfrm>
          <a:prstGeom prst="straightConnector1">
            <a:avLst/>
          </a:prstGeom>
          <a:noFill/>
          <a:ln cap="flat" cmpd="sng" w="19050">
            <a:solidFill>
              <a:srgbClr val="000000"/>
            </a:solidFill>
            <a:prstDash val="solid"/>
            <a:round/>
            <a:headEnd len="med" w="med" type="none"/>
            <a:tailEnd len="med" w="med" type="none"/>
          </a:ln>
        </p:spPr>
      </p:cxnSp>
      <p:cxnSp>
        <p:nvCxnSpPr>
          <p:cNvPr id="7936" name="Google Shape;7936;p133"/>
          <p:cNvCxnSpPr/>
          <p:nvPr/>
        </p:nvCxnSpPr>
        <p:spPr>
          <a:xfrm rot="10800000">
            <a:off x="2439038" y="368188"/>
            <a:ext cx="0" cy="402300"/>
          </a:xfrm>
          <a:prstGeom prst="straightConnector1">
            <a:avLst/>
          </a:prstGeom>
          <a:noFill/>
          <a:ln cap="flat" cmpd="sng" w="19050">
            <a:solidFill>
              <a:srgbClr val="000000"/>
            </a:solidFill>
            <a:prstDash val="solid"/>
            <a:round/>
            <a:headEnd len="med" w="med" type="none"/>
            <a:tailEnd len="med" w="med" type="none"/>
          </a:ln>
        </p:spPr>
      </p:cxnSp>
      <p:sp>
        <p:nvSpPr>
          <p:cNvPr id="7937" name="Google Shape;7937;p133"/>
          <p:cNvSpPr/>
          <p:nvPr/>
        </p:nvSpPr>
        <p:spPr>
          <a:xfrm>
            <a:off x="77688" y="349338"/>
            <a:ext cx="2361300" cy="421200"/>
          </a:xfrm>
          <a:prstGeom prst="roundRect">
            <a:avLst>
              <a:gd fmla="val 50000" name="adj"/>
            </a:avLst>
          </a:prstGeom>
          <a:solidFill>
            <a:srgbClr val="000000"/>
          </a:solidFill>
          <a:ln cap="flat" cmpd="sng" w="9525">
            <a:solidFill>
              <a:srgbClr val="000000"/>
            </a:solidFill>
            <a:prstDash val="solid"/>
            <a:round/>
            <a:headEnd len="sm" w="sm" type="none"/>
            <a:tailEnd len="sm" w="sm" type="none"/>
          </a:ln>
        </p:spPr>
        <p:txBody>
          <a:bodyPr anchorCtr="0" anchor="ctr" bIns="91425" lIns="0" spcFirstLastPara="1" rIns="0" wrap="square" tIns="91425">
            <a:noAutofit/>
          </a:bodyPr>
          <a:lstStyle/>
          <a:p>
            <a:pPr indent="0" lvl="0" marL="0" rtl="0" algn="ctr">
              <a:spcBef>
                <a:spcPts val="0"/>
              </a:spcBef>
              <a:spcAft>
                <a:spcPts val="0"/>
              </a:spcAft>
              <a:buNone/>
            </a:pPr>
            <a:r>
              <a:rPr b="1" lang="es-419" sz="1100">
                <a:solidFill>
                  <a:srgbClr val="FFFFFF"/>
                </a:solidFill>
              </a:rPr>
              <a:t>Relaciones Estructurales</a:t>
            </a:r>
            <a:endParaRPr b="1" sz="1100">
              <a:solidFill>
                <a:srgbClr val="FFFFFF"/>
              </a:solidFill>
            </a:endParaRPr>
          </a:p>
          <a:p>
            <a:pPr indent="0" lvl="0" marL="0" rtl="0" algn="ctr">
              <a:spcBef>
                <a:spcPts val="0"/>
              </a:spcBef>
              <a:spcAft>
                <a:spcPts val="0"/>
              </a:spcAft>
              <a:buNone/>
            </a:pPr>
            <a:r>
              <a:t/>
            </a:r>
            <a:endParaRPr b="1" sz="1200">
              <a:solidFill>
                <a:srgbClr val="FFFFFF"/>
              </a:solidFill>
            </a:endParaRPr>
          </a:p>
        </p:txBody>
      </p:sp>
      <p:sp>
        <p:nvSpPr>
          <p:cNvPr id="7938" name="Google Shape;7938;p133"/>
          <p:cNvSpPr/>
          <p:nvPr/>
        </p:nvSpPr>
        <p:spPr>
          <a:xfrm>
            <a:off x="83988" y="595504"/>
            <a:ext cx="190200" cy="1692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9" name="Google Shape;7939;p133"/>
          <p:cNvSpPr/>
          <p:nvPr/>
        </p:nvSpPr>
        <p:spPr>
          <a:xfrm>
            <a:off x="2350598" y="358950"/>
            <a:ext cx="88500" cy="4023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0" name="Google Shape;7940;p133"/>
          <p:cNvSpPr/>
          <p:nvPr/>
        </p:nvSpPr>
        <p:spPr>
          <a:xfrm>
            <a:off x="2277739" y="663750"/>
            <a:ext cx="88500" cy="1089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1" name="Google Shape;7941;p133"/>
          <p:cNvSpPr/>
          <p:nvPr/>
        </p:nvSpPr>
        <p:spPr>
          <a:xfrm>
            <a:off x="1195662" y="1008122"/>
            <a:ext cx="2361300" cy="383700"/>
          </a:xfrm>
          <a:prstGeom prst="roundRect">
            <a:avLst>
              <a:gd fmla="val 16667" name="adj"/>
            </a:avLst>
          </a:prstGeom>
          <a:solidFill>
            <a:srgbClr val="FFF2CC"/>
          </a:solidFill>
          <a:ln cap="flat" cmpd="sng" w="9525">
            <a:solidFill>
              <a:srgbClr val="FFF2CC"/>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36000" lIns="0" spcFirstLastPara="1" rIns="0" wrap="square" tIns="36000">
            <a:noAutofit/>
          </a:bodyPr>
          <a:lstStyle/>
          <a:p>
            <a:pPr indent="0" lvl="0" marL="0" marR="0" rtl="0" algn="ctr">
              <a:lnSpc>
                <a:spcPct val="100000"/>
              </a:lnSpc>
              <a:spcBef>
                <a:spcPts val="0"/>
              </a:spcBef>
              <a:spcAft>
                <a:spcPts val="0"/>
              </a:spcAft>
              <a:buClr>
                <a:srgbClr val="000000"/>
              </a:buClr>
              <a:buSzPts val="1100"/>
              <a:buFont typeface="Arial"/>
              <a:buNone/>
            </a:pPr>
            <a:r>
              <a:rPr b="1" lang="es-419" sz="1100">
                <a:latin typeface="Arvo"/>
                <a:ea typeface="Arvo"/>
                <a:cs typeface="Arvo"/>
                <a:sym typeface="Arvo"/>
              </a:rPr>
              <a:t>Concepto 1</a:t>
            </a:r>
            <a:endParaRPr b="1" sz="1100">
              <a:latin typeface="Arvo"/>
              <a:ea typeface="Arvo"/>
              <a:cs typeface="Arvo"/>
              <a:sym typeface="Arvo"/>
            </a:endParaRPr>
          </a:p>
          <a:p>
            <a:pPr indent="0" lvl="0" marL="0" rtl="0" algn="ctr">
              <a:spcBef>
                <a:spcPts val="300"/>
              </a:spcBef>
              <a:spcAft>
                <a:spcPts val="0"/>
              </a:spcAft>
              <a:buClr>
                <a:schemeClr val="dk1"/>
              </a:buClr>
              <a:buSzPts val="1100"/>
              <a:buFont typeface="Arial"/>
              <a:buNone/>
            </a:pPr>
            <a:r>
              <a:rPr lang="es-419" sz="600">
                <a:solidFill>
                  <a:schemeClr val="dk1"/>
                </a:solidFill>
                <a:latin typeface="Arvo"/>
                <a:ea typeface="Arvo"/>
                <a:cs typeface="Arvo"/>
                <a:sym typeface="Arvo"/>
              </a:rPr>
              <a:t>Un(a) &lt;conductor&gt;</a:t>
            </a:r>
            <a:endParaRPr b="1" sz="1100">
              <a:latin typeface="Arvo"/>
              <a:ea typeface="Arvo"/>
              <a:cs typeface="Arvo"/>
              <a:sym typeface="Arvo"/>
            </a:endParaRPr>
          </a:p>
        </p:txBody>
      </p:sp>
      <p:sp>
        <p:nvSpPr>
          <p:cNvPr id="7942" name="Google Shape;7942;p133"/>
          <p:cNvSpPr/>
          <p:nvPr/>
        </p:nvSpPr>
        <p:spPr>
          <a:xfrm>
            <a:off x="5594950" y="1007972"/>
            <a:ext cx="1650900" cy="384000"/>
          </a:xfrm>
          <a:prstGeom prst="roundRect">
            <a:avLst>
              <a:gd fmla="val 16667" name="adj"/>
            </a:avLst>
          </a:prstGeom>
          <a:solidFill>
            <a:srgbClr val="F3F3F3"/>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36000" lIns="0" spcFirstLastPara="1" rIns="0" wrap="square" tIns="36000">
            <a:noAutofit/>
          </a:bodyPr>
          <a:lstStyle/>
          <a:p>
            <a:pPr indent="0" lvl="0" marL="0" marR="0" rtl="0" algn="ctr">
              <a:lnSpc>
                <a:spcPct val="100000"/>
              </a:lnSpc>
              <a:spcBef>
                <a:spcPts val="0"/>
              </a:spcBef>
              <a:spcAft>
                <a:spcPts val="0"/>
              </a:spcAft>
              <a:buClr>
                <a:srgbClr val="000000"/>
              </a:buClr>
              <a:buSzPts val="1100"/>
              <a:buFont typeface="Arial"/>
              <a:buNone/>
            </a:pPr>
            <a:r>
              <a:rPr b="1" lang="es-419" sz="1100">
                <a:latin typeface="Arvo"/>
                <a:ea typeface="Arvo"/>
                <a:cs typeface="Arvo"/>
                <a:sym typeface="Arvo"/>
              </a:rPr>
              <a:t>Multiplicidad</a:t>
            </a:r>
            <a:endParaRPr b="1" sz="1100">
              <a:latin typeface="Arvo"/>
              <a:ea typeface="Arvo"/>
              <a:cs typeface="Arvo"/>
              <a:sym typeface="Arvo"/>
            </a:endParaRPr>
          </a:p>
          <a:p>
            <a:pPr indent="0" lvl="0" marL="0" marR="0" rtl="0" algn="ctr">
              <a:lnSpc>
                <a:spcPct val="100000"/>
              </a:lnSpc>
              <a:spcBef>
                <a:spcPts val="300"/>
              </a:spcBef>
              <a:spcAft>
                <a:spcPts val="0"/>
              </a:spcAft>
              <a:buClr>
                <a:srgbClr val="000000"/>
              </a:buClr>
              <a:buSzPts val="1100"/>
              <a:buFont typeface="Arial"/>
              <a:buNone/>
            </a:pPr>
            <a:r>
              <a:rPr lang="es-419" sz="600">
                <a:latin typeface="Arvo"/>
                <a:ea typeface="Arvo"/>
                <a:cs typeface="Arvo"/>
                <a:sym typeface="Arvo"/>
              </a:rPr>
              <a:t>[Un(a)] - [Un(a) o Varias] - [Cero o Varias]</a:t>
            </a:r>
            <a:endParaRPr sz="600">
              <a:latin typeface="Arvo"/>
              <a:ea typeface="Arvo"/>
              <a:cs typeface="Arvo"/>
              <a:sym typeface="Arvo"/>
            </a:endParaRPr>
          </a:p>
        </p:txBody>
      </p:sp>
      <p:sp>
        <p:nvSpPr>
          <p:cNvPr id="7943" name="Google Shape;7943;p133"/>
          <p:cNvSpPr/>
          <p:nvPr/>
        </p:nvSpPr>
        <p:spPr>
          <a:xfrm>
            <a:off x="3659414" y="1008122"/>
            <a:ext cx="1841700" cy="383700"/>
          </a:xfrm>
          <a:prstGeom prst="roundRect">
            <a:avLst>
              <a:gd fmla="val 16667" name="adj"/>
            </a:avLst>
          </a:prstGeom>
          <a:solidFill>
            <a:srgbClr val="F3F3F3"/>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36000" lIns="0" spcFirstLastPara="1" rIns="0" wrap="square" tIns="36000">
            <a:noAutofit/>
          </a:bodyPr>
          <a:lstStyle/>
          <a:p>
            <a:pPr indent="0" lvl="0" marL="0" marR="0" rtl="0" algn="ctr">
              <a:lnSpc>
                <a:spcPct val="100000"/>
              </a:lnSpc>
              <a:spcBef>
                <a:spcPts val="0"/>
              </a:spcBef>
              <a:spcAft>
                <a:spcPts val="0"/>
              </a:spcAft>
              <a:buClr>
                <a:srgbClr val="000000"/>
              </a:buClr>
              <a:buSzPts val="1100"/>
              <a:buFont typeface="Arial"/>
              <a:buNone/>
            </a:pPr>
            <a:r>
              <a:rPr b="1" lang="es-419" sz="1100">
                <a:latin typeface="Arvo"/>
                <a:ea typeface="Arvo"/>
                <a:cs typeface="Arvo"/>
                <a:sym typeface="Arvo"/>
              </a:rPr>
              <a:t>Texto de la relación</a:t>
            </a:r>
            <a:endParaRPr b="1" sz="1100">
              <a:latin typeface="Arvo"/>
              <a:ea typeface="Arvo"/>
              <a:cs typeface="Arvo"/>
              <a:sym typeface="Arvo"/>
            </a:endParaRPr>
          </a:p>
          <a:p>
            <a:pPr indent="0" lvl="0" marL="0" rtl="0" algn="ctr">
              <a:spcBef>
                <a:spcPts val="300"/>
              </a:spcBef>
              <a:spcAft>
                <a:spcPts val="0"/>
              </a:spcAft>
              <a:buClr>
                <a:schemeClr val="dk1"/>
              </a:buClr>
              <a:buSzPts val="1100"/>
              <a:buFont typeface="Arial"/>
              <a:buNone/>
            </a:pPr>
            <a:r>
              <a:rPr lang="es-419" sz="600">
                <a:solidFill>
                  <a:schemeClr val="dk1"/>
                </a:solidFill>
                <a:latin typeface="Arvo"/>
                <a:ea typeface="Arvo"/>
                <a:cs typeface="Arvo"/>
                <a:sym typeface="Arvo"/>
              </a:rPr>
              <a:t>&lt;conduce&gt;</a:t>
            </a:r>
            <a:endParaRPr b="1" sz="1100">
              <a:latin typeface="Arvo"/>
              <a:ea typeface="Arvo"/>
              <a:cs typeface="Arvo"/>
              <a:sym typeface="Arvo"/>
            </a:endParaRPr>
          </a:p>
        </p:txBody>
      </p:sp>
      <p:sp>
        <p:nvSpPr>
          <p:cNvPr id="7944" name="Google Shape;7944;p133"/>
          <p:cNvSpPr/>
          <p:nvPr/>
        </p:nvSpPr>
        <p:spPr>
          <a:xfrm>
            <a:off x="7339674" y="1007972"/>
            <a:ext cx="2361600" cy="384000"/>
          </a:xfrm>
          <a:prstGeom prst="roundRect">
            <a:avLst>
              <a:gd fmla="val 16667" name="adj"/>
            </a:avLst>
          </a:prstGeom>
          <a:solidFill>
            <a:srgbClr val="FFF2CC"/>
          </a:solidFill>
          <a:ln cap="flat" cmpd="sng" w="9525">
            <a:solidFill>
              <a:srgbClr val="FFF2CC"/>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36000" lIns="0" spcFirstLastPara="1" rIns="0" wrap="square" tIns="36000">
            <a:noAutofit/>
          </a:bodyPr>
          <a:lstStyle/>
          <a:p>
            <a:pPr indent="0" lvl="0" marL="0" marR="0" rtl="0" algn="ctr">
              <a:lnSpc>
                <a:spcPct val="100000"/>
              </a:lnSpc>
              <a:spcBef>
                <a:spcPts val="0"/>
              </a:spcBef>
              <a:spcAft>
                <a:spcPts val="0"/>
              </a:spcAft>
              <a:buClr>
                <a:srgbClr val="000000"/>
              </a:buClr>
              <a:buSzPts val="1100"/>
              <a:buFont typeface="Arial"/>
              <a:buNone/>
            </a:pPr>
            <a:r>
              <a:rPr b="1" lang="es-419" sz="1100">
                <a:latin typeface="Arvo"/>
                <a:ea typeface="Arvo"/>
                <a:cs typeface="Arvo"/>
                <a:sym typeface="Arvo"/>
              </a:rPr>
              <a:t>Concepto 2</a:t>
            </a:r>
            <a:endParaRPr b="1" sz="1100">
              <a:latin typeface="Arvo"/>
              <a:ea typeface="Arvo"/>
              <a:cs typeface="Arvo"/>
              <a:sym typeface="Arvo"/>
            </a:endParaRPr>
          </a:p>
          <a:p>
            <a:pPr indent="0" lvl="0" marL="0" rtl="0" algn="ctr">
              <a:spcBef>
                <a:spcPts val="300"/>
              </a:spcBef>
              <a:spcAft>
                <a:spcPts val="0"/>
              </a:spcAft>
              <a:buClr>
                <a:schemeClr val="dk1"/>
              </a:buClr>
              <a:buSzPts val="1100"/>
              <a:buFont typeface="Arial"/>
              <a:buNone/>
            </a:pPr>
            <a:r>
              <a:rPr lang="es-419" sz="600">
                <a:solidFill>
                  <a:schemeClr val="dk1"/>
                </a:solidFill>
                <a:latin typeface="Arvo"/>
                <a:ea typeface="Arvo"/>
                <a:cs typeface="Arvo"/>
                <a:sym typeface="Arvo"/>
              </a:rPr>
              <a:t>&lt;busetas&gt;</a:t>
            </a:r>
            <a:endParaRPr b="1" sz="1100">
              <a:latin typeface="Arvo"/>
              <a:ea typeface="Arvo"/>
              <a:cs typeface="Arvo"/>
              <a:sym typeface="Arvo"/>
            </a:endParaRPr>
          </a:p>
        </p:txBody>
      </p:sp>
      <p:sp>
        <p:nvSpPr>
          <p:cNvPr id="7945" name="Google Shape;7945;p133"/>
          <p:cNvSpPr/>
          <p:nvPr/>
        </p:nvSpPr>
        <p:spPr>
          <a:xfrm>
            <a:off x="378600" y="1533949"/>
            <a:ext cx="9322800" cy="266400"/>
          </a:xfrm>
          <a:prstGeom prst="roundRect">
            <a:avLst>
              <a:gd fmla="val 12113" name="adj"/>
            </a:avLst>
          </a:prstGeom>
          <a:solidFill>
            <a:srgbClr val="FFFFFF"/>
          </a:solidFill>
          <a:ln cap="flat" cmpd="sng" w="9525">
            <a:solidFill>
              <a:srgbClr val="EFEFEF"/>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6000" spcFirstLastPara="1" rIns="0" wrap="square" tIns="0">
            <a:noAutofit/>
          </a:bodyPr>
          <a:lstStyle/>
          <a:p>
            <a:pPr indent="0" lvl="0" marL="0" rtl="0" algn="l">
              <a:lnSpc>
                <a:spcPct val="120000"/>
              </a:lnSpc>
              <a:spcBef>
                <a:spcPts val="0"/>
              </a:spcBef>
              <a:spcAft>
                <a:spcPts val="0"/>
              </a:spcAft>
              <a:buClr>
                <a:schemeClr val="dk1"/>
              </a:buClr>
              <a:buSzPts val="1100"/>
              <a:buFont typeface="Arial"/>
              <a:buNone/>
            </a:pPr>
            <a:r>
              <a:rPr b="1" lang="es-419" sz="800">
                <a:solidFill>
                  <a:schemeClr val="dk1"/>
                </a:solidFill>
                <a:latin typeface="Arvo"/>
                <a:ea typeface="Arvo"/>
                <a:cs typeface="Arvo"/>
                <a:sym typeface="Arvo"/>
              </a:rPr>
              <a:t>          Un(a)</a:t>
            </a:r>
            <a:endParaRPr b="1" sz="800">
              <a:latin typeface="Arvo"/>
              <a:ea typeface="Arvo"/>
              <a:cs typeface="Arvo"/>
              <a:sym typeface="Arvo"/>
            </a:endParaRPr>
          </a:p>
        </p:txBody>
      </p:sp>
      <p:sp>
        <p:nvSpPr>
          <p:cNvPr id="7946" name="Google Shape;7946;p133"/>
          <p:cNvSpPr txBox="1"/>
          <p:nvPr>
            <p:ph idx="1" type="subTitle"/>
          </p:nvPr>
        </p:nvSpPr>
        <p:spPr>
          <a:xfrm>
            <a:off x="1195650" y="1537620"/>
            <a:ext cx="2361300" cy="2658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cxnSp>
        <p:nvCxnSpPr>
          <p:cNvPr id="7947" name="Google Shape;7947;p133"/>
          <p:cNvCxnSpPr/>
          <p:nvPr/>
        </p:nvCxnSpPr>
        <p:spPr>
          <a:xfrm flipH="1">
            <a:off x="3614691" y="1542000"/>
            <a:ext cx="600" cy="258300"/>
          </a:xfrm>
          <a:prstGeom prst="straightConnector1">
            <a:avLst/>
          </a:prstGeom>
          <a:noFill/>
          <a:ln cap="flat" cmpd="sng" w="28575">
            <a:solidFill>
              <a:srgbClr val="D9D9D9"/>
            </a:solidFill>
            <a:prstDash val="solid"/>
            <a:round/>
            <a:headEnd len="sm" w="sm" type="none"/>
            <a:tailEnd len="sm" w="sm" type="none"/>
          </a:ln>
        </p:spPr>
      </p:cxnSp>
      <p:sp>
        <p:nvSpPr>
          <p:cNvPr id="7948" name="Google Shape;7948;p133"/>
          <p:cNvSpPr txBox="1"/>
          <p:nvPr>
            <p:ph idx="2" type="subTitle"/>
          </p:nvPr>
        </p:nvSpPr>
        <p:spPr>
          <a:xfrm>
            <a:off x="7340100" y="1537624"/>
            <a:ext cx="2361300" cy="2664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sp>
        <p:nvSpPr>
          <p:cNvPr id="7949" name="Google Shape;7949;p133"/>
          <p:cNvSpPr txBox="1"/>
          <p:nvPr>
            <p:ph idx="3" type="subTitle"/>
          </p:nvPr>
        </p:nvSpPr>
        <p:spPr>
          <a:xfrm>
            <a:off x="3673650" y="1537620"/>
            <a:ext cx="1827600" cy="2658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sp>
        <p:nvSpPr>
          <p:cNvPr id="7950" name="Google Shape;7950;p133"/>
          <p:cNvSpPr txBox="1"/>
          <p:nvPr>
            <p:ph idx="4" type="subTitle"/>
          </p:nvPr>
        </p:nvSpPr>
        <p:spPr>
          <a:xfrm>
            <a:off x="5631975" y="1537625"/>
            <a:ext cx="1584600" cy="2664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cxnSp>
        <p:nvCxnSpPr>
          <p:cNvPr id="7951" name="Google Shape;7951;p133"/>
          <p:cNvCxnSpPr/>
          <p:nvPr/>
        </p:nvCxnSpPr>
        <p:spPr>
          <a:xfrm flipH="1">
            <a:off x="5566304" y="1538000"/>
            <a:ext cx="600" cy="258300"/>
          </a:xfrm>
          <a:prstGeom prst="straightConnector1">
            <a:avLst/>
          </a:prstGeom>
          <a:noFill/>
          <a:ln cap="flat" cmpd="sng" w="28575">
            <a:solidFill>
              <a:srgbClr val="D9D9D9"/>
            </a:solidFill>
            <a:prstDash val="solid"/>
            <a:round/>
            <a:headEnd len="sm" w="sm" type="none"/>
            <a:tailEnd len="sm" w="sm" type="none"/>
          </a:ln>
        </p:spPr>
      </p:cxnSp>
      <p:cxnSp>
        <p:nvCxnSpPr>
          <p:cNvPr id="7952" name="Google Shape;7952;p133"/>
          <p:cNvCxnSpPr/>
          <p:nvPr/>
        </p:nvCxnSpPr>
        <p:spPr>
          <a:xfrm flipH="1">
            <a:off x="7292829" y="1537625"/>
            <a:ext cx="600" cy="258300"/>
          </a:xfrm>
          <a:prstGeom prst="straightConnector1">
            <a:avLst/>
          </a:prstGeom>
          <a:noFill/>
          <a:ln cap="flat" cmpd="sng" w="28575">
            <a:solidFill>
              <a:srgbClr val="D9D9D9"/>
            </a:solidFill>
            <a:prstDash val="solid"/>
            <a:round/>
            <a:headEnd len="sm" w="sm" type="none"/>
            <a:tailEnd len="sm" w="sm" type="none"/>
          </a:ln>
        </p:spPr>
      </p:cxnSp>
      <p:cxnSp>
        <p:nvCxnSpPr>
          <p:cNvPr id="7953" name="Google Shape;7953;p133"/>
          <p:cNvCxnSpPr/>
          <p:nvPr/>
        </p:nvCxnSpPr>
        <p:spPr>
          <a:xfrm flipH="1">
            <a:off x="1137291" y="1537625"/>
            <a:ext cx="600" cy="258300"/>
          </a:xfrm>
          <a:prstGeom prst="straightConnector1">
            <a:avLst/>
          </a:prstGeom>
          <a:noFill/>
          <a:ln cap="flat" cmpd="sng" w="28575">
            <a:solidFill>
              <a:srgbClr val="D9D9D9"/>
            </a:solidFill>
            <a:prstDash val="solid"/>
            <a:round/>
            <a:headEnd len="sm" w="sm" type="none"/>
            <a:tailEnd len="sm" w="sm" type="none"/>
          </a:ln>
        </p:spPr>
      </p:cxnSp>
      <p:sp>
        <p:nvSpPr>
          <p:cNvPr id="7954" name="Google Shape;7954;p133"/>
          <p:cNvSpPr/>
          <p:nvPr/>
        </p:nvSpPr>
        <p:spPr>
          <a:xfrm>
            <a:off x="378600" y="1838911"/>
            <a:ext cx="9322800" cy="266400"/>
          </a:xfrm>
          <a:prstGeom prst="roundRect">
            <a:avLst>
              <a:gd fmla="val 12113" name="adj"/>
            </a:avLst>
          </a:prstGeom>
          <a:solidFill>
            <a:srgbClr val="FFFFFF"/>
          </a:solidFill>
          <a:ln cap="flat" cmpd="sng" w="9525">
            <a:solidFill>
              <a:srgbClr val="EFEFEF"/>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6000" spcFirstLastPara="1" rIns="0" wrap="square" tIns="0">
            <a:noAutofit/>
          </a:bodyPr>
          <a:lstStyle/>
          <a:p>
            <a:pPr indent="0" lvl="0" marL="0" rtl="0" algn="l">
              <a:lnSpc>
                <a:spcPct val="120000"/>
              </a:lnSpc>
              <a:spcBef>
                <a:spcPts val="0"/>
              </a:spcBef>
              <a:spcAft>
                <a:spcPts val="0"/>
              </a:spcAft>
              <a:buClr>
                <a:schemeClr val="dk1"/>
              </a:buClr>
              <a:buSzPts val="1100"/>
              <a:buFont typeface="Arial"/>
              <a:buNone/>
            </a:pPr>
            <a:r>
              <a:rPr b="1" lang="es-419" sz="800">
                <a:solidFill>
                  <a:schemeClr val="dk1"/>
                </a:solidFill>
                <a:latin typeface="Arvo"/>
                <a:ea typeface="Arvo"/>
                <a:cs typeface="Arvo"/>
                <a:sym typeface="Arvo"/>
              </a:rPr>
              <a:t>          Un(a)</a:t>
            </a:r>
            <a:endParaRPr b="1" sz="800">
              <a:latin typeface="Arvo"/>
              <a:ea typeface="Arvo"/>
              <a:cs typeface="Arvo"/>
              <a:sym typeface="Arvo"/>
            </a:endParaRPr>
          </a:p>
        </p:txBody>
      </p:sp>
      <p:sp>
        <p:nvSpPr>
          <p:cNvPr id="7955" name="Google Shape;7955;p133"/>
          <p:cNvSpPr txBox="1"/>
          <p:nvPr>
            <p:ph idx="5" type="subTitle"/>
          </p:nvPr>
        </p:nvSpPr>
        <p:spPr>
          <a:xfrm>
            <a:off x="1195650" y="1842582"/>
            <a:ext cx="2361300" cy="2658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cxnSp>
        <p:nvCxnSpPr>
          <p:cNvPr id="7956" name="Google Shape;7956;p133"/>
          <p:cNvCxnSpPr/>
          <p:nvPr/>
        </p:nvCxnSpPr>
        <p:spPr>
          <a:xfrm flipH="1">
            <a:off x="3614691" y="1846962"/>
            <a:ext cx="600" cy="258300"/>
          </a:xfrm>
          <a:prstGeom prst="straightConnector1">
            <a:avLst/>
          </a:prstGeom>
          <a:noFill/>
          <a:ln cap="flat" cmpd="sng" w="28575">
            <a:solidFill>
              <a:srgbClr val="D9D9D9"/>
            </a:solidFill>
            <a:prstDash val="solid"/>
            <a:round/>
            <a:headEnd len="sm" w="sm" type="none"/>
            <a:tailEnd len="sm" w="sm" type="none"/>
          </a:ln>
        </p:spPr>
      </p:cxnSp>
      <p:sp>
        <p:nvSpPr>
          <p:cNvPr id="7957" name="Google Shape;7957;p133"/>
          <p:cNvSpPr txBox="1"/>
          <p:nvPr>
            <p:ph idx="6" type="subTitle"/>
          </p:nvPr>
        </p:nvSpPr>
        <p:spPr>
          <a:xfrm>
            <a:off x="7340100" y="1842586"/>
            <a:ext cx="2361300" cy="2664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sp>
        <p:nvSpPr>
          <p:cNvPr id="7958" name="Google Shape;7958;p133"/>
          <p:cNvSpPr txBox="1"/>
          <p:nvPr>
            <p:ph idx="7" type="subTitle"/>
          </p:nvPr>
        </p:nvSpPr>
        <p:spPr>
          <a:xfrm>
            <a:off x="3673650" y="1842583"/>
            <a:ext cx="1827600" cy="2658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sp>
        <p:nvSpPr>
          <p:cNvPr id="7959" name="Google Shape;7959;p133"/>
          <p:cNvSpPr txBox="1"/>
          <p:nvPr>
            <p:ph idx="8" type="subTitle"/>
          </p:nvPr>
        </p:nvSpPr>
        <p:spPr>
          <a:xfrm>
            <a:off x="5631975" y="1842588"/>
            <a:ext cx="1584600" cy="2664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cxnSp>
        <p:nvCxnSpPr>
          <p:cNvPr id="7960" name="Google Shape;7960;p133"/>
          <p:cNvCxnSpPr/>
          <p:nvPr/>
        </p:nvCxnSpPr>
        <p:spPr>
          <a:xfrm flipH="1">
            <a:off x="5566304" y="1842962"/>
            <a:ext cx="600" cy="258300"/>
          </a:xfrm>
          <a:prstGeom prst="straightConnector1">
            <a:avLst/>
          </a:prstGeom>
          <a:noFill/>
          <a:ln cap="flat" cmpd="sng" w="28575">
            <a:solidFill>
              <a:srgbClr val="D9D9D9"/>
            </a:solidFill>
            <a:prstDash val="solid"/>
            <a:round/>
            <a:headEnd len="sm" w="sm" type="none"/>
            <a:tailEnd len="sm" w="sm" type="none"/>
          </a:ln>
        </p:spPr>
      </p:cxnSp>
      <p:cxnSp>
        <p:nvCxnSpPr>
          <p:cNvPr id="7961" name="Google Shape;7961;p133"/>
          <p:cNvCxnSpPr/>
          <p:nvPr/>
        </p:nvCxnSpPr>
        <p:spPr>
          <a:xfrm flipH="1">
            <a:off x="7292829" y="1842587"/>
            <a:ext cx="600" cy="258300"/>
          </a:xfrm>
          <a:prstGeom prst="straightConnector1">
            <a:avLst/>
          </a:prstGeom>
          <a:noFill/>
          <a:ln cap="flat" cmpd="sng" w="28575">
            <a:solidFill>
              <a:srgbClr val="D9D9D9"/>
            </a:solidFill>
            <a:prstDash val="solid"/>
            <a:round/>
            <a:headEnd len="sm" w="sm" type="none"/>
            <a:tailEnd len="sm" w="sm" type="none"/>
          </a:ln>
        </p:spPr>
      </p:cxnSp>
      <p:cxnSp>
        <p:nvCxnSpPr>
          <p:cNvPr id="7962" name="Google Shape;7962;p133"/>
          <p:cNvCxnSpPr/>
          <p:nvPr/>
        </p:nvCxnSpPr>
        <p:spPr>
          <a:xfrm flipH="1">
            <a:off x="1137291" y="1842587"/>
            <a:ext cx="600" cy="258300"/>
          </a:xfrm>
          <a:prstGeom prst="straightConnector1">
            <a:avLst/>
          </a:prstGeom>
          <a:noFill/>
          <a:ln cap="flat" cmpd="sng" w="28575">
            <a:solidFill>
              <a:srgbClr val="D9D9D9"/>
            </a:solidFill>
            <a:prstDash val="solid"/>
            <a:round/>
            <a:headEnd len="sm" w="sm" type="none"/>
            <a:tailEnd len="sm" w="sm" type="none"/>
          </a:ln>
        </p:spPr>
      </p:cxnSp>
      <p:sp>
        <p:nvSpPr>
          <p:cNvPr id="7963" name="Google Shape;7963;p133"/>
          <p:cNvSpPr/>
          <p:nvPr/>
        </p:nvSpPr>
        <p:spPr>
          <a:xfrm>
            <a:off x="379388" y="2125324"/>
            <a:ext cx="9322800" cy="266400"/>
          </a:xfrm>
          <a:prstGeom prst="roundRect">
            <a:avLst>
              <a:gd fmla="val 12113" name="adj"/>
            </a:avLst>
          </a:prstGeom>
          <a:solidFill>
            <a:srgbClr val="FFFFFF"/>
          </a:solidFill>
          <a:ln cap="flat" cmpd="sng" w="9525">
            <a:solidFill>
              <a:srgbClr val="EFEFEF"/>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6000" spcFirstLastPara="1" rIns="0" wrap="square" tIns="0">
            <a:noAutofit/>
          </a:bodyPr>
          <a:lstStyle/>
          <a:p>
            <a:pPr indent="0" lvl="0" marL="0" rtl="0" algn="l">
              <a:lnSpc>
                <a:spcPct val="120000"/>
              </a:lnSpc>
              <a:spcBef>
                <a:spcPts val="0"/>
              </a:spcBef>
              <a:spcAft>
                <a:spcPts val="0"/>
              </a:spcAft>
              <a:buClr>
                <a:schemeClr val="dk1"/>
              </a:buClr>
              <a:buSzPts val="1100"/>
              <a:buFont typeface="Arial"/>
              <a:buNone/>
            </a:pPr>
            <a:r>
              <a:rPr b="1" lang="es-419" sz="800">
                <a:solidFill>
                  <a:schemeClr val="dk1"/>
                </a:solidFill>
                <a:latin typeface="Arvo"/>
                <a:ea typeface="Arvo"/>
                <a:cs typeface="Arvo"/>
                <a:sym typeface="Arvo"/>
              </a:rPr>
              <a:t>          Un(a)</a:t>
            </a:r>
            <a:endParaRPr b="1" sz="800">
              <a:latin typeface="Arvo"/>
              <a:ea typeface="Arvo"/>
              <a:cs typeface="Arvo"/>
              <a:sym typeface="Arvo"/>
            </a:endParaRPr>
          </a:p>
        </p:txBody>
      </p:sp>
      <p:sp>
        <p:nvSpPr>
          <p:cNvPr id="7964" name="Google Shape;7964;p133"/>
          <p:cNvSpPr txBox="1"/>
          <p:nvPr>
            <p:ph idx="9" type="subTitle"/>
          </p:nvPr>
        </p:nvSpPr>
        <p:spPr>
          <a:xfrm>
            <a:off x="1196438" y="2128995"/>
            <a:ext cx="2361300" cy="2658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cxnSp>
        <p:nvCxnSpPr>
          <p:cNvPr id="7965" name="Google Shape;7965;p133"/>
          <p:cNvCxnSpPr/>
          <p:nvPr/>
        </p:nvCxnSpPr>
        <p:spPr>
          <a:xfrm flipH="1">
            <a:off x="3615479" y="2133375"/>
            <a:ext cx="600" cy="258300"/>
          </a:xfrm>
          <a:prstGeom prst="straightConnector1">
            <a:avLst/>
          </a:prstGeom>
          <a:noFill/>
          <a:ln cap="flat" cmpd="sng" w="28575">
            <a:solidFill>
              <a:srgbClr val="D9D9D9"/>
            </a:solidFill>
            <a:prstDash val="solid"/>
            <a:round/>
            <a:headEnd len="sm" w="sm" type="none"/>
            <a:tailEnd len="sm" w="sm" type="none"/>
          </a:ln>
        </p:spPr>
      </p:cxnSp>
      <p:sp>
        <p:nvSpPr>
          <p:cNvPr id="7966" name="Google Shape;7966;p133"/>
          <p:cNvSpPr txBox="1"/>
          <p:nvPr>
            <p:ph idx="13" type="subTitle"/>
          </p:nvPr>
        </p:nvSpPr>
        <p:spPr>
          <a:xfrm>
            <a:off x="7340888" y="2128999"/>
            <a:ext cx="2361300" cy="2664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sp>
        <p:nvSpPr>
          <p:cNvPr id="7967" name="Google Shape;7967;p133"/>
          <p:cNvSpPr txBox="1"/>
          <p:nvPr>
            <p:ph idx="14" type="subTitle"/>
          </p:nvPr>
        </p:nvSpPr>
        <p:spPr>
          <a:xfrm>
            <a:off x="3674438" y="2128995"/>
            <a:ext cx="1827600" cy="2658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sp>
        <p:nvSpPr>
          <p:cNvPr id="7968" name="Google Shape;7968;p133"/>
          <p:cNvSpPr txBox="1"/>
          <p:nvPr>
            <p:ph idx="15" type="subTitle"/>
          </p:nvPr>
        </p:nvSpPr>
        <p:spPr>
          <a:xfrm>
            <a:off x="5632763" y="2129000"/>
            <a:ext cx="1584600" cy="2664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cxnSp>
        <p:nvCxnSpPr>
          <p:cNvPr id="7969" name="Google Shape;7969;p133"/>
          <p:cNvCxnSpPr/>
          <p:nvPr/>
        </p:nvCxnSpPr>
        <p:spPr>
          <a:xfrm flipH="1">
            <a:off x="5567091" y="2129375"/>
            <a:ext cx="600" cy="258300"/>
          </a:xfrm>
          <a:prstGeom prst="straightConnector1">
            <a:avLst/>
          </a:prstGeom>
          <a:noFill/>
          <a:ln cap="flat" cmpd="sng" w="28575">
            <a:solidFill>
              <a:srgbClr val="D9D9D9"/>
            </a:solidFill>
            <a:prstDash val="solid"/>
            <a:round/>
            <a:headEnd len="sm" w="sm" type="none"/>
            <a:tailEnd len="sm" w="sm" type="none"/>
          </a:ln>
        </p:spPr>
      </p:cxnSp>
      <p:cxnSp>
        <p:nvCxnSpPr>
          <p:cNvPr id="7970" name="Google Shape;7970;p133"/>
          <p:cNvCxnSpPr/>
          <p:nvPr/>
        </p:nvCxnSpPr>
        <p:spPr>
          <a:xfrm flipH="1">
            <a:off x="7293616" y="2129000"/>
            <a:ext cx="600" cy="258300"/>
          </a:xfrm>
          <a:prstGeom prst="straightConnector1">
            <a:avLst/>
          </a:prstGeom>
          <a:noFill/>
          <a:ln cap="flat" cmpd="sng" w="28575">
            <a:solidFill>
              <a:srgbClr val="D9D9D9"/>
            </a:solidFill>
            <a:prstDash val="solid"/>
            <a:round/>
            <a:headEnd len="sm" w="sm" type="none"/>
            <a:tailEnd len="sm" w="sm" type="none"/>
          </a:ln>
        </p:spPr>
      </p:cxnSp>
      <p:cxnSp>
        <p:nvCxnSpPr>
          <p:cNvPr id="7971" name="Google Shape;7971;p133"/>
          <p:cNvCxnSpPr/>
          <p:nvPr/>
        </p:nvCxnSpPr>
        <p:spPr>
          <a:xfrm flipH="1">
            <a:off x="1138079" y="2129000"/>
            <a:ext cx="600" cy="258300"/>
          </a:xfrm>
          <a:prstGeom prst="straightConnector1">
            <a:avLst/>
          </a:prstGeom>
          <a:noFill/>
          <a:ln cap="flat" cmpd="sng" w="28575">
            <a:solidFill>
              <a:srgbClr val="D9D9D9"/>
            </a:solidFill>
            <a:prstDash val="solid"/>
            <a:round/>
            <a:headEnd len="sm" w="sm" type="none"/>
            <a:tailEnd len="sm" w="sm" type="none"/>
          </a:ln>
        </p:spPr>
      </p:cxnSp>
      <p:sp>
        <p:nvSpPr>
          <p:cNvPr id="7972" name="Google Shape;7972;p133"/>
          <p:cNvSpPr/>
          <p:nvPr/>
        </p:nvSpPr>
        <p:spPr>
          <a:xfrm>
            <a:off x="379388" y="2430286"/>
            <a:ext cx="9322800" cy="266400"/>
          </a:xfrm>
          <a:prstGeom prst="roundRect">
            <a:avLst>
              <a:gd fmla="val 12113" name="adj"/>
            </a:avLst>
          </a:prstGeom>
          <a:solidFill>
            <a:srgbClr val="FFFFFF"/>
          </a:solidFill>
          <a:ln cap="flat" cmpd="sng" w="9525">
            <a:solidFill>
              <a:srgbClr val="EFEFEF"/>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6000" spcFirstLastPara="1" rIns="0" wrap="square" tIns="0">
            <a:noAutofit/>
          </a:bodyPr>
          <a:lstStyle/>
          <a:p>
            <a:pPr indent="0" lvl="0" marL="0" rtl="0" algn="l">
              <a:lnSpc>
                <a:spcPct val="120000"/>
              </a:lnSpc>
              <a:spcBef>
                <a:spcPts val="0"/>
              </a:spcBef>
              <a:spcAft>
                <a:spcPts val="0"/>
              </a:spcAft>
              <a:buClr>
                <a:schemeClr val="dk1"/>
              </a:buClr>
              <a:buSzPts val="1100"/>
              <a:buFont typeface="Arial"/>
              <a:buNone/>
            </a:pPr>
            <a:r>
              <a:rPr b="1" lang="es-419" sz="800">
                <a:solidFill>
                  <a:schemeClr val="dk1"/>
                </a:solidFill>
                <a:latin typeface="Arvo"/>
                <a:ea typeface="Arvo"/>
                <a:cs typeface="Arvo"/>
                <a:sym typeface="Arvo"/>
              </a:rPr>
              <a:t>          Un(a)</a:t>
            </a:r>
            <a:endParaRPr b="1" sz="800">
              <a:latin typeface="Arvo"/>
              <a:ea typeface="Arvo"/>
              <a:cs typeface="Arvo"/>
              <a:sym typeface="Arvo"/>
            </a:endParaRPr>
          </a:p>
        </p:txBody>
      </p:sp>
      <p:sp>
        <p:nvSpPr>
          <p:cNvPr id="7973" name="Google Shape;7973;p133"/>
          <p:cNvSpPr txBox="1"/>
          <p:nvPr>
            <p:ph idx="16" type="subTitle"/>
          </p:nvPr>
        </p:nvSpPr>
        <p:spPr>
          <a:xfrm>
            <a:off x="1196438" y="2433957"/>
            <a:ext cx="2361300" cy="2658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cxnSp>
        <p:nvCxnSpPr>
          <p:cNvPr id="7974" name="Google Shape;7974;p133"/>
          <p:cNvCxnSpPr/>
          <p:nvPr/>
        </p:nvCxnSpPr>
        <p:spPr>
          <a:xfrm flipH="1">
            <a:off x="3615479" y="2438337"/>
            <a:ext cx="600" cy="258300"/>
          </a:xfrm>
          <a:prstGeom prst="straightConnector1">
            <a:avLst/>
          </a:prstGeom>
          <a:noFill/>
          <a:ln cap="flat" cmpd="sng" w="28575">
            <a:solidFill>
              <a:srgbClr val="D9D9D9"/>
            </a:solidFill>
            <a:prstDash val="solid"/>
            <a:round/>
            <a:headEnd len="sm" w="sm" type="none"/>
            <a:tailEnd len="sm" w="sm" type="none"/>
          </a:ln>
        </p:spPr>
      </p:cxnSp>
      <p:sp>
        <p:nvSpPr>
          <p:cNvPr id="7975" name="Google Shape;7975;p133"/>
          <p:cNvSpPr txBox="1"/>
          <p:nvPr>
            <p:ph idx="17" type="subTitle"/>
          </p:nvPr>
        </p:nvSpPr>
        <p:spPr>
          <a:xfrm>
            <a:off x="7340888" y="2433961"/>
            <a:ext cx="2361300" cy="2664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sp>
        <p:nvSpPr>
          <p:cNvPr id="7976" name="Google Shape;7976;p133"/>
          <p:cNvSpPr txBox="1"/>
          <p:nvPr>
            <p:ph idx="18" type="subTitle"/>
          </p:nvPr>
        </p:nvSpPr>
        <p:spPr>
          <a:xfrm>
            <a:off x="3674438" y="2433958"/>
            <a:ext cx="1827600" cy="2658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sp>
        <p:nvSpPr>
          <p:cNvPr id="7977" name="Google Shape;7977;p133"/>
          <p:cNvSpPr txBox="1"/>
          <p:nvPr>
            <p:ph idx="19" type="subTitle"/>
          </p:nvPr>
        </p:nvSpPr>
        <p:spPr>
          <a:xfrm>
            <a:off x="5632763" y="2433963"/>
            <a:ext cx="1584600" cy="2664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cxnSp>
        <p:nvCxnSpPr>
          <p:cNvPr id="7978" name="Google Shape;7978;p133"/>
          <p:cNvCxnSpPr/>
          <p:nvPr/>
        </p:nvCxnSpPr>
        <p:spPr>
          <a:xfrm flipH="1">
            <a:off x="5567091" y="2434337"/>
            <a:ext cx="600" cy="258300"/>
          </a:xfrm>
          <a:prstGeom prst="straightConnector1">
            <a:avLst/>
          </a:prstGeom>
          <a:noFill/>
          <a:ln cap="flat" cmpd="sng" w="28575">
            <a:solidFill>
              <a:srgbClr val="D9D9D9"/>
            </a:solidFill>
            <a:prstDash val="solid"/>
            <a:round/>
            <a:headEnd len="sm" w="sm" type="none"/>
            <a:tailEnd len="sm" w="sm" type="none"/>
          </a:ln>
        </p:spPr>
      </p:cxnSp>
      <p:cxnSp>
        <p:nvCxnSpPr>
          <p:cNvPr id="7979" name="Google Shape;7979;p133"/>
          <p:cNvCxnSpPr/>
          <p:nvPr/>
        </p:nvCxnSpPr>
        <p:spPr>
          <a:xfrm flipH="1">
            <a:off x="7293616" y="2433962"/>
            <a:ext cx="600" cy="258300"/>
          </a:xfrm>
          <a:prstGeom prst="straightConnector1">
            <a:avLst/>
          </a:prstGeom>
          <a:noFill/>
          <a:ln cap="flat" cmpd="sng" w="28575">
            <a:solidFill>
              <a:srgbClr val="D9D9D9"/>
            </a:solidFill>
            <a:prstDash val="solid"/>
            <a:round/>
            <a:headEnd len="sm" w="sm" type="none"/>
            <a:tailEnd len="sm" w="sm" type="none"/>
          </a:ln>
        </p:spPr>
      </p:cxnSp>
      <p:cxnSp>
        <p:nvCxnSpPr>
          <p:cNvPr id="7980" name="Google Shape;7980;p133"/>
          <p:cNvCxnSpPr/>
          <p:nvPr/>
        </p:nvCxnSpPr>
        <p:spPr>
          <a:xfrm flipH="1">
            <a:off x="1138079" y="2433962"/>
            <a:ext cx="600" cy="258300"/>
          </a:xfrm>
          <a:prstGeom prst="straightConnector1">
            <a:avLst/>
          </a:prstGeom>
          <a:noFill/>
          <a:ln cap="flat" cmpd="sng" w="28575">
            <a:solidFill>
              <a:srgbClr val="D9D9D9"/>
            </a:solidFill>
            <a:prstDash val="solid"/>
            <a:round/>
            <a:headEnd len="sm" w="sm" type="none"/>
            <a:tailEnd len="sm" w="sm" type="none"/>
          </a:ln>
        </p:spPr>
      </p:cxnSp>
      <p:sp>
        <p:nvSpPr>
          <p:cNvPr id="7981" name="Google Shape;7981;p133"/>
          <p:cNvSpPr/>
          <p:nvPr/>
        </p:nvSpPr>
        <p:spPr>
          <a:xfrm>
            <a:off x="378600" y="2727911"/>
            <a:ext cx="9322800" cy="266400"/>
          </a:xfrm>
          <a:prstGeom prst="roundRect">
            <a:avLst>
              <a:gd fmla="val 12113" name="adj"/>
            </a:avLst>
          </a:prstGeom>
          <a:solidFill>
            <a:srgbClr val="FFFFFF"/>
          </a:solidFill>
          <a:ln cap="flat" cmpd="sng" w="9525">
            <a:solidFill>
              <a:srgbClr val="EFEFEF"/>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6000" spcFirstLastPara="1" rIns="0" wrap="square" tIns="0">
            <a:noAutofit/>
          </a:bodyPr>
          <a:lstStyle/>
          <a:p>
            <a:pPr indent="0" lvl="0" marL="0" rtl="0" algn="l">
              <a:lnSpc>
                <a:spcPct val="120000"/>
              </a:lnSpc>
              <a:spcBef>
                <a:spcPts val="0"/>
              </a:spcBef>
              <a:spcAft>
                <a:spcPts val="0"/>
              </a:spcAft>
              <a:buClr>
                <a:schemeClr val="dk1"/>
              </a:buClr>
              <a:buSzPts val="1100"/>
              <a:buFont typeface="Arial"/>
              <a:buNone/>
            </a:pPr>
            <a:r>
              <a:rPr b="1" lang="es-419" sz="800">
                <a:solidFill>
                  <a:schemeClr val="dk1"/>
                </a:solidFill>
                <a:latin typeface="Arvo"/>
                <a:ea typeface="Arvo"/>
                <a:cs typeface="Arvo"/>
                <a:sym typeface="Arvo"/>
              </a:rPr>
              <a:t>          Un(a)</a:t>
            </a:r>
            <a:endParaRPr b="1" sz="800">
              <a:latin typeface="Arvo"/>
              <a:ea typeface="Arvo"/>
              <a:cs typeface="Arvo"/>
              <a:sym typeface="Arvo"/>
            </a:endParaRPr>
          </a:p>
        </p:txBody>
      </p:sp>
      <p:sp>
        <p:nvSpPr>
          <p:cNvPr id="7982" name="Google Shape;7982;p133"/>
          <p:cNvSpPr txBox="1"/>
          <p:nvPr>
            <p:ph idx="20" type="subTitle"/>
          </p:nvPr>
        </p:nvSpPr>
        <p:spPr>
          <a:xfrm>
            <a:off x="1195650" y="2731582"/>
            <a:ext cx="2361300" cy="2658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cxnSp>
        <p:nvCxnSpPr>
          <p:cNvPr id="7983" name="Google Shape;7983;p133"/>
          <p:cNvCxnSpPr/>
          <p:nvPr/>
        </p:nvCxnSpPr>
        <p:spPr>
          <a:xfrm flipH="1">
            <a:off x="3614691" y="2735962"/>
            <a:ext cx="600" cy="258300"/>
          </a:xfrm>
          <a:prstGeom prst="straightConnector1">
            <a:avLst/>
          </a:prstGeom>
          <a:noFill/>
          <a:ln cap="flat" cmpd="sng" w="28575">
            <a:solidFill>
              <a:srgbClr val="D9D9D9"/>
            </a:solidFill>
            <a:prstDash val="solid"/>
            <a:round/>
            <a:headEnd len="sm" w="sm" type="none"/>
            <a:tailEnd len="sm" w="sm" type="none"/>
          </a:ln>
        </p:spPr>
      </p:cxnSp>
      <p:sp>
        <p:nvSpPr>
          <p:cNvPr id="7984" name="Google Shape;7984;p133"/>
          <p:cNvSpPr txBox="1"/>
          <p:nvPr>
            <p:ph idx="21" type="subTitle"/>
          </p:nvPr>
        </p:nvSpPr>
        <p:spPr>
          <a:xfrm>
            <a:off x="7340100" y="2731586"/>
            <a:ext cx="2361300" cy="2664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sp>
        <p:nvSpPr>
          <p:cNvPr id="7985" name="Google Shape;7985;p133"/>
          <p:cNvSpPr txBox="1"/>
          <p:nvPr>
            <p:ph idx="22" type="subTitle"/>
          </p:nvPr>
        </p:nvSpPr>
        <p:spPr>
          <a:xfrm>
            <a:off x="3673650" y="2731583"/>
            <a:ext cx="1827600" cy="2658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sp>
        <p:nvSpPr>
          <p:cNvPr id="7986" name="Google Shape;7986;p133"/>
          <p:cNvSpPr txBox="1"/>
          <p:nvPr>
            <p:ph idx="23" type="subTitle"/>
          </p:nvPr>
        </p:nvSpPr>
        <p:spPr>
          <a:xfrm>
            <a:off x="5631975" y="2731588"/>
            <a:ext cx="1584600" cy="2664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cxnSp>
        <p:nvCxnSpPr>
          <p:cNvPr id="7987" name="Google Shape;7987;p133"/>
          <p:cNvCxnSpPr/>
          <p:nvPr/>
        </p:nvCxnSpPr>
        <p:spPr>
          <a:xfrm flipH="1">
            <a:off x="5566304" y="2731962"/>
            <a:ext cx="600" cy="258300"/>
          </a:xfrm>
          <a:prstGeom prst="straightConnector1">
            <a:avLst/>
          </a:prstGeom>
          <a:noFill/>
          <a:ln cap="flat" cmpd="sng" w="28575">
            <a:solidFill>
              <a:srgbClr val="D9D9D9"/>
            </a:solidFill>
            <a:prstDash val="solid"/>
            <a:round/>
            <a:headEnd len="sm" w="sm" type="none"/>
            <a:tailEnd len="sm" w="sm" type="none"/>
          </a:ln>
        </p:spPr>
      </p:cxnSp>
      <p:cxnSp>
        <p:nvCxnSpPr>
          <p:cNvPr id="7988" name="Google Shape;7988;p133"/>
          <p:cNvCxnSpPr/>
          <p:nvPr/>
        </p:nvCxnSpPr>
        <p:spPr>
          <a:xfrm flipH="1">
            <a:off x="7292829" y="2731587"/>
            <a:ext cx="600" cy="258300"/>
          </a:xfrm>
          <a:prstGeom prst="straightConnector1">
            <a:avLst/>
          </a:prstGeom>
          <a:noFill/>
          <a:ln cap="flat" cmpd="sng" w="28575">
            <a:solidFill>
              <a:srgbClr val="D9D9D9"/>
            </a:solidFill>
            <a:prstDash val="solid"/>
            <a:round/>
            <a:headEnd len="sm" w="sm" type="none"/>
            <a:tailEnd len="sm" w="sm" type="none"/>
          </a:ln>
        </p:spPr>
      </p:cxnSp>
      <p:cxnSp>
        <p:nvCxnSpPr>
          <p:cNvPr id="7989" name="Google Shape;7989;p133"/>
          <p:cNvCxnSpPr/>
          <p:nvPr/>
        </p:nvCxnSpPr>
        <p:spPr>
          <a:xfrm flipH="1">
            <a:off x="1137291" y="2731587"/>
            <a:ext cx="600" cy="258300"/>
          </a:xfrm>
          <a:prstGeom prst="straightConnector1">
            <a:avLst/>
          </a:prstGeom>
          <a:noFill/>
          <a:ln cap="flat" cmpd="sng" w="28575">
            <a:solidFill>
              <a:srgbClr val="D9D9D9"/>
            </a:solidFill>
            <a:prstDash val="solid"/>
            <a:round/>
            <a:headEnd len="sm" w="sm" type="none"/>
            <a:tailEnd len="sm" w="sm" type="none"/>
          </a:ln>
        </p:spPr>
      </p:cxnSp>
      <p:sp>
        <p:nvSpPr>
          <p:cNvPr id="7990" name="Google Shape;7990;p133"/>
          <p:cNvSpPr/>
          <p:nvPr/>
        </p:nvSpPr>
        <p:spPr>
          <a:xfrm>
            <a:off x="378600" y="3032874"/>
            <a:ext cx="9322800" cy="266400"/>
          </a:xfrm>
          <a:prstGeom prst="roundRect">
            <a:avLst>
              <a:gd fmla="val 12113" name="adj"/>
            </a:avLst>
          </a:prstGeom>
          <a:solidFill>
            <a:srgbClr val="FFFFFF"/>
          </a:solidFill>
          <a:ln cap="flat" cmpd="sng" w="9525">
            <a:solidFill>
              <a:srgbClr val="EFEFEF"/>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6000" spcFirstLastPara="1" rIns="0" wrap="square" tIns="0">
            <a:noAutofit/>
          </a:bodyPr>
          <a:lstStyle/>
          <a:p>
            <a:pPr indent="0" lvl="0" marL="0" rtl="0" algn="l">
              <a:lnSpc>
                <a:spcPct val="120000"/>
              </a:lnSpc>
              <a:spcBef>
                <a:spcPts val="0"/>
              </a:spcBef>
              <a:spcAft>
                <a:spcPts val="0"/>
              </a:spcAft>
              <a:buClr>
                <a:schemeClr val="dk1"/>
              </a:buClr>
              <a:buSzPts val="1100"/>
              <a:buFont typeface="Arial"/>
              <a:buNone/>
            </a:pPr>
            <a:r>
              <a:rPr b="1" lang="es-419" sz="800">
                <a:solidFill>
                  <a:schemeClr val="dk1"/>
                </a:solidFill>
                <a:latin typeface="Arvo"/>
                <a:ea typeface="Arvo"/>
                <a:cs typeface="Arvo"/>
                <a:sym typeface="Arvo"/>
              </a:rPr>
              <a:t>          Un(a)</a:t>
            </a:r>
            <a:endParaRPr b="1" sz="800">
              <a:latin typeface="Arvo"/>
              <a:ea typeface="Arvo"/>
              <a:cs typeface="Arvo"/>
              <a:sym typeface="Arvo"/>
            </a:endParaRPr>
          </a:p>
        </p:txBody>
      </p:sp>
      <p:sp>
        <p:nvSpPr>
          <p:cNvPr id="7991" name="Google Shape;7991;p133"/>
          <p:cNvSpPr txBox="1"/>
          <p:nvPr>
            <p:ph idx="24" type="subTitle"/>
          </p:nvPr>
        </p:nvSpPr>
        <p:spPr>
          <a:xfrm>
            <a:off x="1195650" y="3036545"/>
            <a:ext cx="2361300" cy="2658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cxnSp>
        <p:nvCxnSpPr>
          <p:cNvPr id="7992" name="Google Shape;7992;p133"/>
          <p:cNvCxnSpPr/>
          <p:nvPr/>
        </p:nvCxnSpPr>
        <p:spPr>
          <a:xfrm flipH="1">
            <a:off x="3614691" y="3040925"/>
            <a:ext cx="600" cy="258300"/>
          </a:xfrm>
          <a:prstGeom prst="straightConnector1">
            <a:avLst/>
          </a:prstGeom>
          <a:noFill/>
          <a:ln cap="flat" cmpd="sng" w="28575">
            <a:solidFill>
              <a:srgbClr val="D9D9D9"/>
            </a:solidFill>
            <a:prstDash val="solid"/>
            <a:round/>
            <a:headEnd len="sm" w="sm" type="none"/>
            <a:tailEnd len="sm" w="sm" type="none"/>
          </a:ln>
        </p:spPr>
      </p:cxnSp>
      <p:sp>
        <p:nvSpPr>
          <p:cNvPr id="7993" name="Google Shape;7993;p133"/>
          <p:cNvSpPr txBox="1"/>
          <p:nvPr>
            <p:ph idx="25" type="subTitle"/>
          </p:nvPr>
        </p:nvSpPr>
        <p:spPr>
          <a:xfrm>
            <a:off x="7340100" y="3036549"/>
            <a:ext cx="2361300" cy="2664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sp>
        <p:nvSpPr>
          <p:cNvPr id="7994" name="Google Shape;7994;p133"/>
          <p:cNvSpPr txBox="1"/>
          <p:nvPr>
            <p:ph idx="26" type="subTitle"/>
          </p:nvPr>
        </p:nvSpPr>
        <p:spPr>
          <a:xfrm>
            <a:off x="3673650" y="3036545"/>
            <a:ext cx="1827600" cy="2658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sp>
        <p:nvSpPr>
          <p:cNvPr id="7995" name="Google Shape;7995;p133"/>
          <p:cNvSpPr txBox="1"/>
          <p:nvPr>
            <p:ph idx="27" type="subTitle"/>
          </p:nvPr>
        </p:nvSpPr>
        <p:spPr>
          <a:xfrm>
            <a:off x="5631975" y="3036550"/>
            <a:ext cx="1584600" cy="2664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cxnSp>
        <p:nvCxnSpPr>
          <p:cNvPr id="7996" name="Google Shape;7996;p133"/>
          <p:cNvCxnSpPr/>
          <p:nvPr/>
        </p:nvCxnSpPr>
        <p:spPr>
          <a:xfrm flipH="1">
            <a:off x="5566304" y="3036925"/>
            <a:ext cx="600" cy="258300"/>
          </a:xfrm>
          <a:prstGeom prst="straightConnector1">
            <a:avLst/>
          </a:prstGeom>
          <a:noFill/>
          <a:ln cap="flat" cmpd="sng" w="28575">
            <a:solidFill>
              <a:srgbClr val="D9D9D9"/>
            </a:solidFill>
            <a:prstDash val="solid"/>
            <a:round/>
            <a:headEnd len="sm" w="sm" type="none"/>
            <a:tailEnd len="sm" w="sm" type="none"/>
          </a:ln>
        </p:spPr>
      </p:cxnSp>
      <p:cxnSp>
        <p:nvCxnSpPr>
          <p:cNvPr id="7997" name="Google Shape;7997;p133"/>
          <p:cNvCxnSpPr/>
          <p:nvPr/>
        </p:nvCxnSpPr>
        <p:spPr>
          <a:xfrm flipH="1">
            <a:off x="7292829" y="3036550"/>
            <a:ext cx="600" cy="258300"/>
          </a:xfrm>
          <a:prstGeom prst="straightConnector1">
            <a:avLst/>
          </a:prstGeom>
          <a:noFill/>
          <a:ln cap="flat" cmpd="sng" w="28575">
            <a:solidFill>
              <a:srgbClr val="D9D9D9"/>
            </a:solidFill>
            <a:prstDash val="solid"/>
            <a:round/>
            <a:headEnd len="sm" w="sm" type="none"/>
            <a:tailEnd len="sm" w="sm" type="none"/>
          </a:ln>
        </p:spPr>
      </p:cxnSp>
      <p:cxnSp>
        <p:nvCxnSpPr>
          <p:cNvPr id="7998" name="Google Shape;7998;p133"/>
          <p:cNvCxnSpPr/>
          <p:nvPr/>
        </p:nvCxnSpPr>
        <p:spPr>
          <a:xfrm flipH="1">
            <a:off x="1137291" y="3036550"/>
            <a:ext cx="600" cy="258300"/>
          </a:xfrm>
          <a:prstGeom prst="straightConnector1">
            <a:avLst/>
          </a:prstGeom>
          <a:noFill/>
          <a:ln cap="flat" cmpd="sng" w="28575">
            <a:solidFill>
              <a:srgbClr val="D9D9D9"/>
            </a:solidFill>
            <a:prstDash val="solid"/>
            <a:round/>
            <a:headEnd len="sm" w="sm" type="none"/>
            <a:tailEnd len="sm" w="sm" type="none"/>
          </a:ln>
        </p:spPr>
      </p:cxnSp>
      <p:sp>
        <p:nvSpPr>
          <p:cNvPr id="7999" name="Google Shape;7999;p133"/>
          <p:cNvSpPr/>
          <p:nvPr/>
        </p:nvSpPr>
        <p:spPr>
          <a:xfrm>
            <a:off x="378600" y="3332511"/>
            <a:ext cx="9322800" cy="266400"/>
          </a:xfrm>
          <a:prstGeom prst="roundRect">
            <a:avLst>
              <a:gd fmla="val 12113" name="adj"/>
            </a:avLst>
          </a:prstGeom>
          <a:solidFill>
            <a:srgbClr val="FFFFFF"/>
          </a:solidFill>
          <a:ln cap="flat" cmpd="sng" w="9525">
            <a:solidFill>
              <a:srgbClr val="EFEFEF"/>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6000" spcFirstLastPara="1" rIns="0" wrap="square" tIns="0">
            <a:noAutofit/>
          </a:bodyPr>
          <a:lstStyle/>
          <a:p>
            <a:pPr indent="0" lvl="0" marL="0" rtl="0" algn="l">
              <a:lnSpc>
                <a:spcPct val="120000"/>
              </a:lnSpc>
              <a:spcBef>
                <a:spcPts val="0"/>
              </a:spcBef>
              <a:spcAft>
                <a:spcPts val="0"/>
              </a:spcAft>
              <a:buClr>
                <a:schemeClr val="dk1"/>
              </a:buClr>
              <a:buSzPts val="1100"/>
              <a:buFont typeface="Arial"/>
              <a:buNone/>
            </a:pPr>
            <a:r>
              <a:rPr b="1" lang="es-419" sz="800">
                <a:solidFill>
                  <a:schemeClr val="dk1"/>
                </a:solidFill>
                <a:latin typeface="Arvo"/>
                <a:ea typeface="Arvo"/>
                <a:cs typeface="Arvo"/>
                <a:sym typeface="Arvo"/>
              </a:rPr>
              <a:t>          Un(a)</a:t>
            </a:r>
            <a:endParaRPr b="1" sz="800">
              <a:latin typeface="Arvo"/>
              <a:ea typeface="Arvo"/>
              <a:cs typeface="Arvo"/>
              <a:sym typeface="Arvo"/>
            </a:endParaRPr>
          </a:p>
        </p:txBody>
      </p:sp>
      <p:sp>
        <p:nvSpPr>
          <p:cNvPr id="8000" name="Google Shape;8000;p133"/>
          <p:cNvSpPr txBox="1"/>
          <p:nvPr>
            <p:ph idx="28" type="subTitle"/>
          </p:nvPr>
        </p:nvSpPr>
        <p:spPr>
          <a:xfrm>
            <a:off x="1195650" y="3336182"/>
            <a:ext cx="2361300" cy="2658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cxnSp>
        <p:nvCxnSpPr>
          <p:cNvPr id="8001" name="Google Shape;8001;p133"/>
          <p:cNvCxnSpPr/>
          <p:nvPr/>
        </p:nvCxnSpPr>
        <p:spPr>
          <a:xfrm flipH="1">
            <a:off x="3614691" y="3340562"/>
            <a:ext cx="600" cy="258300"/>
          </a:xfrm>
          <a:prstGeom prst="straightConnector1">
            <a:avLst/>
          </a:prstGeom>
          <a:noFill/>
          <a:ln cap="flat" cmpd="sng" w="28575">
            <a:solidFill>
              <a:srgbClr val="D9D9D9"/>
            </a:solidFill>
            <a:prstDash val="solid"/>
            <a:round/>
            <a:headEnd len="sm" w="sm" type="none"/>
            <a:tailEnd len="sm" w="sm" type="none"/>
          </a:ln>
        </p:spPr>
      </p:cxnSp>
      <p:sp>
        <p:nvSpPr>
          <p:cNvPr id="8002" name="Google Shape;8002;p133"/>
          <p:cNvSpPr txBox="1"/>
          <p:nvPr>
            <p:ph idx="29" type="subTitle"/>
          </p:nvPr>
        </p:nvSpPr>
        <p:spPr>
          <a:xfrm>
            <a:off x="7340100" y="3336186"/>
            <a:ext cx="2361300" cy="2664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sp>
        <p:nvSpPr>
          <p:cNvPr id="8003" name="Google Shape;8003;p133"/>
          <p:cNvSpPr txBox="1"/>
          <p:nvPr>
            <p:ph idx="30" type="subTitle"/>
          </p:nvPr>
        </p:nvSpPr>
        <p:spPr>
          <a:xfrm>
            <a:off x="3673650" y="3336183"/>
            <a:ext cx="1827600" cy="2658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sp>
        <p:nvSpPr>
          <p:cNvPr id="8004" name="Google Shape;8004;p133"/>
          <p:cNvSpPr txBox="1"/>
          <p:nvPr>
            <p:ph idx="31" type="subTitle"/>
          </p:nvPr>
        </p:nvSpPr>
        <p:spPr>
          <a:xfrm>
            <a:off x="5631975" y="3336188"/>
            <a:ext cx="1584600" cy="2664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cxnSp>
        <p:nvCxnSpPr>
          <p:cNvPr id="8005" name="Google Shape;8005;p133"/>
          <p:cNvCxnSpPr/>
          <p:nvPr/>
        </p:nvCxnSpPr>
        <p:spPr>
          <a:xfrm flipH="1">
            <a:off x="5566304" y="3336562"/>
            <a:ext cx="600" cy="258300"/>
          </a:xfrm>
          <a:prstGeom prst="straightConnector1">
            <a:avLst/>
          </a:prstGeom>
          <a:noFill/>
          <a:ln cap="flat" cmpd="sng" w="28575">
            <a:solidFill>
              <a:srgbClr val="D9D9D9"/>
            </a:solidFill>
            <a:prstDash val="solid"/>
            <a:round/>
            <a:headEnd len="sm" w="sm" type="none"/>
            <a:tailEnd len="sm" w="sm" type="none"/>
          </a:ln>
        </p:spPr>
      </p:cxnSp>
      <p:cxnSp>
        <p:nvCxnSpPr>
          <p:cNvPr id="8006" name="Google Shape;8006;p133"/>
          <p:cNvCxnSpPr/>
          <p:nvPr/>
        </p:nvCxnSpPr>
        <p:spPr>
          <a:xfrm flipH="1">
            <a:off x="7292829" y="3336187"/>
            <a:ext cx="600" cy="258300"/>
          </a:xfrm>
          <a:prstGeom prst="straightConnector1">
            <a:avLst/>
          </a:prstGeom>
          <a:noFill/>
          <a:ln cap="flat" cmpd="sng" w="28575">
            <a:solidFill>
              <a:srgbClr val="D9D9D9"/>
            </a:solidFill>
            <a:prstDash val="solid"/>
            <a:round/>
            <a:headEnd len="sm" w="sm" type="none"/>
            <a:tailEnd len="sm" w="sm" type="none"/>
          </a:ln>
        </p:spPr>
      </p:cxnSp>
      <p:cxnSp>
        <p:nvCxnSpPr>
          <p:cNvPr id="8007" name="Google Shape;8007;p133"/>
          <p:cNvCxnSpPr/>
          <p:nvPr/>
        </p:nvCxnSpPr>
        <p:spPr>
          <a:xfrm flipH="1">
            <a:off x="1137291" y="3336187"/>
            <a:ext cx="600" cy="258300"/>
          </a:xfrm>
          <a:prstGeom prst="straightConnector1">
            <a:avLst/>
          </a:prstGeom>
          <a:noFill/>
          <a:ln cap="flat" cmpd="sng" w="28575">
            <a:solidFill>
              <a:srgbClr val="D9D9D9"/>
            </a:solidFill>
            <a:prstDash val="solid"/>
            <a:round/>
            <a:headEnd len="sm" w="sm" type="none"/>
            <a:tailEnd len="sm" w="sm" type="none"/>
          </a:ln>
        </p:spPr>
      </p:cxnSp>
      <p:sp>
        <p:nvSpPr>
          <p:cNvPr id="8008" name="Google Shape;8008;p133"/>
          <p:cNvSpPr/>
          <p:nvPr/>
        </p:nvSpPr>
        <p:spPr>
          <a:xfrm>
            <a:off x="378600" y="3637474"/>
            <a:ext cx="9322800" cy="266400"/>
          </a:xfrm>
          <a:prstGeom prst="roundRect">
            <a:avLst>
              <a:gd fmla="val 12113" name="adj"/>
            </a:avLst>
          </a:prstGeom>
          <a:solidFill>
            <a:srgbClr val="FFFFFF"/>
          </a:solidFill>
          <a:ln cap="flat" cmpd="sng" w="9525">
            <a:solidFill>
              <a:srgbClr val="EFEFEF"/>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6000" spcFirstLastPara="1" rIns="0" wrap="square" tIns="0">
            <a:noAutofit/>
          </a:bodyPr>
          <a:lstStyle/>
          <a:p>
            <a:pPr indent="0" lvl="0" marL="0" rtl="0" algn="l">
              <a:lnSpc>
                <a:spcPct val="120000"/>
              </a:lnSpc>
              <a:spcBef>
                <a:spcPts val="0"/>
              </a:spcBef>
              <a:spcAft>
                <a:spcPts val="0"/>
              </a:spcAft>
              <a:buClr>
                <a:schemeClr val="dk1"/>
              </a:buClr>
              <a:buSzPts val="1100"/>
              <a:buFont typeface="Arial"/>
              <a:buNone/>
            </a:pPr>
            <a:r>
              <a:rPr b="1" lang="es-419" sz="800">
                <a:solidFill>
                  <a:schemeClr val="dk1"/>
                </a:solidFill>
                <a:latin typeface="Arvo"/>
                <a:ea typeface="Arvo"/>
                <a:cs typeface="Arvo"/>
                <a:sym typeface="Arvo"/>
              </a:rPr>
              <a:t>          Un(a)</a:t>
            </a:r>
            <a:endParaRPr b="1" sz="800">
              <a:latin typeface="Arvo"/>
              <a:ea typeface="Arvo"/>
              <a:cs typeface="Arvo"/>
              <a:sym typeface="Arvo"/>
            </a:endParaRPr>
          </a:p>
        </p:txBody>
      </p:sp>
      <p:sp>
        <p:nvSpPr>
          <p:cNvPr id="8009" name="Google Shape;8009;p133"/>
          <p:cNvSpPr txBox="1"/>
          <p:nvPr>
            <p:ph idx="32" type="subTitle"/>
          </p:nvPr>
        </p:nvSpPr>
        <p:spPr>
          <a:xfrm>
            <a:off x="1195650" y="3641145"/>
            <a:ext cx="2361300" cy="2658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cxnSp>
        <p:nvCxnSpPr>
          <p:cNvPr id="8010" name="Google Shape;8010;p133"/>
          <p:cNvCxnSpPr/>
          <p:nvPr/>
        </p:nvCxnSpPr>
        <p:spPr>
          <a:xfrm flipH="1">
            <a:off x="3614691" y="3645525"/>
            <a:ext cx="600" cy="258300"/>
          </a:xfrm>
          <a:prstGeom prst="straightConnector1">
            <a:avLst/>
          </a:prstGeom>
          <a:noFill/>
          <a:ln cap="flat" cmpd="sng" w="28575">
            <a:solidFill>
              <a:srgbClr val="D9D9D9"/>
            </a:solidFill>
            <a:prstDash val="solid"/>
            <a:round/>
            <a:headEnd len="sm" w="sm" type="none"/>
            <a:tailEnd len="sm" w="sm" type="none"/>
          </a:ln>
        </p:spPr>
      </p:cxnSp>
      <p:sp>
        <p:nvSpPr>
          <p:cNvPr id="8011" name="Google Shape;8011;p133"/>
          <p:cNvSpPr txBox="1"/>
          <p:nvPr>
            <p:ph idx="33" type="subTitle"/>
          </p:nvPr>
        </p:nvSpPr>
        <p:spPr>
          <a:xfrm>
            <a:off x="7340100" y="3641149"/>
            <a:ext cx="2361300" cy="2664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sp>
        <p:nvSpPr>
          <p:cNvPr id="8012" name="Google Shape;8012;p133"/>
          <p:cNvSpPr txBox="1"/>
          <p:nvPr>
            <p:ph idx="34" type="subTitle"/>
          </p:nvPr>
        </p:nvSpPr>
        <p:spPr>
          <a:xfrm>
            <a:off x="3673650" y="3641145"/>
            <a:ext cx="1827600" cy="2658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sp>
        <p:nvSpPr>
          <p:cNvPr id="8013" name="Google Shape;8013;p133"/>
          <p:cNvSpPr txBox="1"/>
          <p:nvPr>
            <p:ph idx="35" type="subTitle"/>
          </p:nvPr>
        </p:nvSpPr>
        <p:spPr>
          <a:xfrm>
            <a:off x="5631975" y="3641150"/>
            <a:ext cx="1584600" cy="2664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cxnSp>
        <p:nvCxnSpPr>
          <p:cNvPr id="8014" name="Google Shape;8014;p133"/>
          <p:cNvCxnSpPr/>
          <p:nvPr/>
        </p:nvCxnSpPr>
        <p:spPr>
          <a:xfrm flipH="1">
            <a:off x="5566304" y="3641525"/>
            <a:ext cx="600" cy="258300"/>
          </a:xfrm>
          <a:prstGeom prst="straightConnector1">
            <a:avLst/>
          </a:prstGeom>
          <a:noFill/>
          <a:ln cap="flat" cmpd="sng" w="28575">
            <a:solidFill>
              <a:srgbClr val="D9D9D9"/>
            </a:solidFill>
            <a:prstDash val="solid"/>
            <a:round/>
            <a:headEnd len="sm" w="sm" type="none"/>
            <a:tailEnd len="sm" w="sm" type="none"/>
          </a:ln>
        </p:spPr>
      </p:cxnSp>
      <p:cxnSp>
        <p:nvCxnSpPr>
          <p:cNvPr id="8015" name="Google Shape;8015;p133"/>
          <p:cNvCxnSpPr/>
          <p:nvPr/>
        </p:nvCxnSpPr>
        <p:spPr>
          <a:xfrm flipH="1">
            <a:off x="7292829" y="3641150"/>
            <a:ext cx="600" cy="258300"/>
          </a:xfrm>
          <a:prstGeom prst="straightConnector1">
            <a:avLst/>
          </a:prstGeom>
          <a:noFill/>
          <a:ln cap="flat" cmpd="sng" w="28575">
            <a:solidFill>
              <a:srgbClr val="D9D9D9"/>
            </a:solidFill>
            <a:prstDash val="solid"/>
            <a:round/>
            <a:headEnd len="sm" w="sm" type="none"/>
            <a:tailEnd len="sm" w="sm" type="none"/>
          </a:ln>
        </p:spPr>
      </p:cxnSp>
      <p:cxnSp>
        <p:nvCxnSpPr>
          <p:cNvPr id="8016" name="Google Shape;8016;p133"/>
          <p:cNvCxnSpPr/>
          <p:nvPr/>
        </p:nvCxnSpPr>
        <p:spPr>
          <a:xfrm flipH="1">
            <a:off x="1137291" y="3641150"/>
            <a:ext cx="600" cy="258300"/>
          </a:xfrm>
          <a:prstGeom prst="straightConnector1">
            <a:avLst/>
          </a:prstGeom>
          <a:noFill/>
          <a:ln cap="flat" cmpd="sng" w="28575">
            <a:solidFill>
              <a:srgbClr val="D9D9D9"/>
            </a:solidFill>
            <a:prstDash val="solid"/>
            <a:round/>
            <a:headEnd len="sm" w="sm" type="none"/>
            <a:tailEnd len="sm" w="sm" type="none"/>
          </a:ln>
        </p:spPr>
      </p:cxnSp>
      <p:sp>
        <p:nvSpPr>
          <p:cNvPr id="8017" name="Google Shape;8017;p133"/>
          <p:cNvSpPr/>
          <p:nvPr/>
        </p:nvSpPr>
        <p:spPr>
          <a:xfrm>
            <a:off x="379263" y="3936611"/>
            <a:ext cx="9322800" cy="266400"/>
          </a:xfrm>
          <a:prstGeom prst="roundRect">
            <a:avLst>
              <a:gd fmla="val 12113" name="adj"/>
            </a:avLst>
          </a:prstGeom>
          <a:solidFill>
            <a:srgbClr val="FFFFFF"/>
          </a:solidFill>
          <a:ln cap="flat" cmpd="sng" w="9525">
            <a:solidFill>
              <a:srgbClr val="EFEFEF"/>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6000" spcFirstLastPara="1" rIns="0" wrap="square" tIns="0">
            <a:noAutofit/>
          </a:bodyPr>
          <a:lstStyle/>
          <a:p>
            <a:pPr indent="0" lvl="0" marL="0" rtl="0" algn="l">
              <a:lnSpc>
                <a:spcPct val="120000"/>
              </a:lnSpc>
              <a:spcBef>
                <a:spcPts val="0"/>
              </a:spcBef>
              <a:spcAft>
                <a:spcPts val="0"/>
              </a:spcAft>
              <a:buClr>
                <a:schemeClr val="dk1"/>
              </a:buClr>
              <a:buSzPts val="1100"/>
              <a:buFont typeface="Arial"/>
              <a:buNone/>
            </a:pPr>
            <a:r>
              <a:rPr b="1" lang="es-419" sz="800">
                <a:solidFill>
                  <a:schemeClr val="dk1"/>
                </a:solidFill>
                <a:latin typeface="Arvo"/>
                <a:ea typeface="Arvo"/>
                <a:cs typeface="Arvo"/>
                <a:sym typeface="Arvo"/>
              </a:rPr>
              <a:t>          Un(a)</a:t>
            </a:r>
            <a:endParaRPr b="1" sz="800">
              <a:latin typeface="Arvo"/>
              <a:ea typeface="Arvo"/>
              <a:cs typeface="Arvo"/>
              <a:sym typeface="Arvo"/>
            </a:endParaRPr>
          </a:p>
        </p:txBody>
      </p:sp>
      <p:sp>
        <p:nvSpPr>
          <p:cNvPr id="8018" name="Google Shape;8018;p133"/>
          <p:cNvSpPr txBox="1"/>
          <p:nvPr>
            <p:ph idx="36" type="subTitle"/>
          </p:nvPr>
        </p:nvSpPr>
        <p:spPr>
          <a:xfrm>
            <a:off x="1196313" y="3940282"/>
            <a:ext cx="2361300" cy="2658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cxnSp>
        <p:nvCxnSpPr>
          <p:cNvPr id="8019" name="Google Shape;8019;p133"/>
          <p:cNvCxnSpPr/>
          <p:nvPr/>
        </p:nvCxnSpPr>
        <p:spPr>
          <a:xfrm flipH="1">
            <a:off x="3615354" y="3944662"/>
            <a:ext cx="600" cy="258300"/>
          </a:xfrm>
          <a:prstGeom prst="straightConnector1">
            <a:avLst/>
          </a:prstGeom>
          <a:noFill/>
          <a:ln cap="flat" cmpd="sng" w="28575">
            <a:solidFill>
              <a:srgbClr val="D9D9D9"/>
            </a:solidFill>
            <a:prstDash val="solid"/>
            <a:round/>
            <a:headEnd len="sm" w="sm" type="none"/>
            <a:tailEnd len="sm" w="sm" type="none"/>
          </a:ln>
        </p:spPr>
      </p:cxnSp>
      <p:sp>
        <p:nvSpPr>
          <p:cNvPr id="8020" name="Google Shape;8020;p133"/>
          <p:cNvSpPr txBox="1"/>
          <p:nvPr>
            <p:ph idx="37" type="subTitle"/>
          </p:nvPr>
        </p:nvSpPr>
        <p:spPr>
          <a:xfrm>
            <a:off x="7340763" y="3940286"/>
            <a:ext cx="2361300" cy="2664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sp>
        <p:nvSpPr>
          <p:cNvPr id="8021" name="Google Shape;8021;p133"/>
          <p:cNvSpPr txBox="1"/>
          <p:nvPr>
            <p:ph idx="38" type="subTitle"/>
          </p:nvPr>
        </p:nvSpPr>
        <p:spPr>
          <a:xfrm>
            <a:off x="3674313" y="3940283"/>
            <a:ext cx="1827600" cy="2658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sp>
        <p:nvSpPr>
          <p:cNvPr id="8022" name="Google Shape;8022;p133"/>
          <p:cNvSpPr txBox="1"/>
          <p:nvPr>
            <p:ph idx="39" type="subTitle"/>
          </p:nvPr>
        </p:nvSpPr>
        <p:spPr>
          <a:xfrm>
            <a:off x="5632638" y="3940288"/>
            <a:ext cx="1584600" cy="2664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cxnSp>
        <p:nvCxnSpPr>
          <p:cNvPr id="8023" name="Google Shape;8023;p133"/>
          <p:cNvCxnSpPr/>
          <p:nvPr/>
        </p:nvCxnSpPr>
        <p:spPr>
          <a:xfrm flipH="1">
            <a:off x="5566966" y="3940662"/>
            <a:ext cx="600" cy="258300"/>
          </a:xfrm>
          <a:prstGeom prst="straightConnector1">
            <a:avLst/>
          </a:prstGeom>
          <a:noFill/>
          <a:ln cap="flat" cmpd="sng" w="28575">
            <a:solidFill>
              <a:srgbClr val="D9D9D9"/>
            </a:solidFill>
            <a:prstDash val="solid"/>
            <a:round/>
            <a:headEnd len="sm" w="sm" type="none"/>
            <a:tailEnd len="sm" w="sm" type="none"/>
          </a:ln>
        </p:spPr>
      </p:cxnSp>
      <p:cxnSp>
        <p:nvCxnSpPr>
          <p:cNvPr id="8024" name="Google Shape;8024;p133"/>
          <p:cNvCxnSpPr/>
          <p:nvPr/>
        </p:nvCxnSpPr>
        <p:spPr>
          <a:xfrm flipH="1">
            <a:off x="7293491" y="3940287"/>
            <a:ext cx="600" cy="258300"/>
          </a:xfrm>
          <a:prstGeom prst="straightConnector1">
            <a:avLst/>
          </a:prstGeom>
          <a:noFill/>
          <a:ln cap="flat" cmpd="sng" w="28575">
            <a:solidFill>
              <a:srgbClr val="D9D9D9"/>
            </a:solidFill>
            <a:prstDash val="solid"/>
            <a:round/>
            <a:headEnd len="sm" w="sm" type="none"/>
            <a:tailEnd len="sm" w="sm" type="none"/>
          </a:ln>
        </p:spPr>
      </p:cxnSp>
      <p:cxnSp>
        <p:nvCxnSpPr>
          <p:cNvPr id="8025" name="Google Shape;8025;p133"/>
          <p:cNvCxnSpPr/>
          <p:nvPr/>
        </p:nvCxnSpPr>
        <p:spPr>
          <a:xfrm flipH="1">
            <a:off x="1137954" y="3940287"/>
            <a:ext cx="600" cy="258300"/>
          </a:xfrm>
          <a:prstGeom prst="straightConnector1">
            <a:avLst/>
          </a:prstGeom>
          <a:noFill/>
          <a:ln cap="flat" cmpd="sng" w="28575">
            <a:solidFill>
              <a:srgbClr val="D9D9D9"/>
            </a:solidFill>
            <a:prstDash val="solid"/>
            <a:round/>
            <a:headEnd len="sm" w="sm" type="none"/>
            <a:tailEnd len="sm" w="sm" type="none"/>
          </a:ln>
        </p:spPr>
      </p:cxnSp>
      <p:sp>
        <p:nvSpPr>
          <p:cNvPr id="8026" name="Google Shape;8026;p133"/>
          <p:cNvSpPr/>
          <p:nvPr/>
        </p:nvSpPr>
        <p:spPr>
          <a:xfrm>
            <a:off x="379263" y="4241574"/>
            <a:ext cx="9322800" cy="266400"/>
          </a:xfrm>
          <a:prstGeom prst="roundRect">
            <a:avLst>
              <a:gd fmla="val 12113" name="adj"/>
            </a:avLst>
          </a:prstGeom>
          <a:solidFill>
            <a:srgbClr val="FFFFFF"/>
          </a:solidFill>
          <a:ln cap="flat" cmpd="sng" w="9525">
            <a:solidFill>
              <a:srgbClr val="EFEFEF"/>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6000" spcFirstLastPara="1" rIns="0" wrap="square" tIns="0">
            <a:noAutofit/>
          </a:bodyPr>
          <a:lstStyle/>
          <a:p>
            <a:pPr indent="0" lvl="0" marL="0" rtl="0" algn="l">
              <a:lnSpc>
                <a:spcPct val="120000"/>
              </a:lnSpc>
              <a:spcBef>
                <a:spcPts val="0"/>
              </a:spcBef>
              <a:spcAft>
                <a:spcPts val="0"/>
              </a:spcAft>
              <a:buClr>
                <a:schemeClr val="dk1"/>
              </a:buClr>
              <a:buSzPts val="1100"/>
              <a:buFont typeface="Arial"/>
              <a:buNone/>
            </a:pPr>
            <a:r>
              <a:rPr b="1" lang="es-419" sz="800">
                <a:solidFill>
                  <a:schemeClr val="dk1"/>
                </a:solidFill>
                <a:latin typeface="Arvo"/>
                <a:ea typeface="Arvo"/>
                <a:cs typeface="Arvo"/>
                <a:sym typeface="Arvo"/>
              </a:rPr>
              <a:t>          Un(a)</a:t>
            </a:r>
            <a:endParaRPr b="1" sz="800">
              <a:latin typeface="Arvo"/>
              <a:ea typeface="Arvo"/>
              <a:cs typeface="Arvo"/>
              <a:sym typeface="Arvo"/>
            </a:endParaRPr>
          </a:p>
        </p:txBody>
      </p:sp>
      <p:sp>
        <p:nvSpPr>
          <p:cNvPr id="8027" name="Google Shape;8027;p133"/>
          <p:cNvSpPr txBox="1"/>
          <p:nvPr>
            <p:ph idx="40" type="subTitle"/>
          </p:nvPr>
        </p:nvSpPr>
        <p:spPr>
          <a:xfrm>
            <a:off x="1196313" y="4245245"/>
            <a:ext cx="2361300" cy="2658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cxnSp>
        <p:nvCxnSpPr>
          <p:cNvPr id="8028" name="Google Shape;8028;p133"/>
          <p:cNvCxnSpPr/>
          <p:nvPr/>
        </p:nvCxnSpPr>
        <p:spPr>
          <a:xfrm flipH="1">
            <a:off x="3615354" y="4249625"/>
            <a:ext cx="600" cy="258300"/>
          </a:xfrm>
          <a:prstGeom prst="straightConnector1">
            <a:avLst/>
          </a:prstGeom>
          <a:noFill/>
          <a:ln cap="flat" cmpd="sng" w="28575">
            <a:solidFill>
              <a:srgbClr val="D9D9D9"/>
            </a:solidFill>
            <a:prstDash val="solid"/>
            <a:round/>
            <a:headEnd len="sm" w="sm" type="none"/>
            <a:tailEnd len="sm" w="sm" type="none"/>
          </a:ln>
        </p:spPr>
      </p:cxnSp>
      <p:sp>
        <p:nvSpPr>
          <p:cNvPr id="8029" name="Google Shape;8029;p133"/>
          <p:cNvSpPr txBox="1"/>
          <p:nvPr>
            <p:ph idx="41" type="subTitle"/>
          </p:nvPr>
        </p:nvSpPr>
        <p:spPr>
          <a:xfrm>
            <a:off x="7340763" y="4245249"/>
            <a:ext cx="2361300" cy="2664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sp>
        <p:nvSpPr>
          <p:cNvPr id="8030" name="Google Shape;8030;p133"/>
          <p:cNvSpPr txBox="1"/>
          <p:nvPr>
            <p:ph idx="42" type="subTitle"/>
          </p:nvPr>
        </p:nvSpPr>
        <p:spPr>
          <a:xfrm>
            <a:off x="3674313" y="4245245"/>
            <a:ext cx="1827600" cy="2658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sp>
        <p:nvSpPr>
          <p:cNvPr id="8031" name="Google Shape;8031;p133"/>
          <p:cNvSpPr txBox="1"/>
          <p:nvPr>
            <p:ph idx="43" type="subTitle"/>
          </p:nvPr>
        </p:nvSpPr>
        <p:spPr>
          <a:xfrm>
            <a:off x="5632638" y="4245250"/>
            <a:ext cx="1584600" cy="2664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cxnSp>
        <p:nvCxnSpPr>
          <p:cNvPr id="8032" name="Google Shape;8032;p133"/>
          <p:cNvCxnSpPr/>
          <p:nvPr/>
        </p:nvCxnSpPr>
        <p:spPr>
          <a:xfrm flipH="1">
            <a:off x="5566966" y="4245625"/>
            <a:ext cx="600" cy="258300"/>
          </a:xfrm>
          <a:prstGeom prst="straightConnector1">
            <a:avLst/>
          </a:prstGeom>
          <a:noFill/>
          <a:ln cap="flat" cmpd="sng" w="28575">
            <a:solidFill>
              <a:srgbClr val="D9D9D9"/>
            </a:solidFill>
            <a:prstDash val="solid"/>
            <a:round/>
            <a:headEnd len="sm" w="sm" type="none"/>
            <a:tailEnd len="sm" w="sm" type="none"/>
          </a:ln>
        </p:spPr>
      </p:cxnSp>
      <p:cxnSp>
        <p:nvCxnSpPr>
          <p:cNvPr id="8033" name="Google Shape;8033;p133"/>
          <p:cNvCxnSpPr/>
          <p:nvPr/>
        </p:nvCxnSpPr>
        <p:spPr>
          <a:xfrm flipH="1">
            <a:off x="7293491" y="4245250"/>
            <a:ext cx="600" cy="258300"/>
          </a:xfrm>
          <a:prstGeom prst="straightConnector1">
            <a:avLst/>
          </a:prstGeom>
          <a:noFill/>
          <a:ln cap="flat" cmpd="sng" w="28575">
            <a:solidFill>
              <a:srgbClr val="D9D9D9"/>
            </a:solidFill>
            <a:prstDash val="solid"/>
            <a:round/>
            <a:headEnd len="sm" w="sm" type="none"/>
            <a:tailEnd len="sm" w="sm" type="none"/>
          </a:ln>
        </p:spPr>
      </p:cxnSp>
      <p:cxnSp>
        <p:nvCxnSpPr>
          <p:cNvPr id="8034" name="Google Shape;8034;p133"/>
          <p:cNvCxnSpPr/>
          <p:nvPr/>
        </p:nvCxnSpPr>
        <p:spPr>
          <a:xfrm flipH="1">
            <a:off x="1137954" y="4245250"/>
            <a:ext cx="600" cy="258300"/>
          </a:xfrm>
          <a:prstGeom prst="straightConnector1">
            <a:avLst/>
          </a:prstGeom>
          <a:noFill/>
          <a:ln cap="flat" cmpd="sng" w="28575">
            <a:solidFill>
              <a:srgbClr val="D9D9D9"/>
            </a:solidFill>
            <a:prstDash val="solid"/>
            <a:round/>
            <a:headEnd len="sm" w="sm" type="none"/>
            <a:tailEnd len="sm" w="sm" type="none"/>
          </a:ln>
        </p:spPr>
      </p:cxnSp>
      <p:sp>
        <p:nvSpPr>
          <p:cNvPr id="8035" name="Google Shape;8035;p133"/>
          <p:cNvSpPr/>
          <p:nvPr/>
        </p:nvSpPr>
        <p:spPr>
          <a:xfrm>
            <a:off x="379388" y="4535949"/>
            <a:ext cx="9322800" cy="266400"/>
          </a:xfrm>
          <a:prstGeom prst="roundRect">
            <a:avLst>
              <a:gd fmla="val 12113" name="adj"/>
            </a:avLst>
          </a:prstGeom>
          <a:solidFill>
            <a:srgbClr val="FFFFFF"/>
          </a:solidFill>
          <a:ln cap="flat" cmpd="sng" w="9525">
            <a:solidFill>
              <a:srgbClr val="EFEFEF"/>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6000" spcFirstLastPara="1" rIns="0" wrap="square" tIns="0">
            <a:noAutofit/>
          </a:bodyPr>
          <a:lstStyle/>
          <a:p>
            <a:pPr indent="0" lvl="0" marL="0" rtl="0" algn="l">
              <a:lnSpc>
                <a:spcPct val="120000"/>
              </a:lnSpc>
              <a:spcBef>
                <a:spcPts val="0"/>
              </a:spcBef>
              <a:spcAft>
                <a:spcPts val="0"/>
              </a:spcAft>
              <a:buClr>
                <a:schemeClr val="dk1"/>
              </a:buClr>
              <a:buSzPts val="1100"/>
              <a:buFont typeface="Arial"/>
              <a:buNone/>
            </a:pPr>
            <a:r>
              <a:rPr b="1" lang="es-419" sz="800">
                <a:solidFill>
                  <a:schemeClr val="dk1"/>
                </a:solidFill>
                <a:latin typeface="Arvo"/>
                <a:ea typeface="Arvo"/>
                <a:cs typeface="Arvo"/>
                <a:sym typeface="Arvo"/>
              </a:rPr>
              <a:t>          Un(a)</a:t>
            </a:r>
            <a:endParaRPr b="1" sz="800">
              <a:latin typeface="Arvo"/>
              <a:ea typeface="Arvo"/>
              <a:cs typeface="Arvo"/>
              <a:sym typeface="Arvo"/>
            </a:endParaRPr>
          </a:p>
        </p:txBody>
      </p:sp>
      <p:sp>
        <p:nvSpPr>
          <p:cNvPr id="8036" name="Google Shape;8036;p133"/>
          <p:cNvSpPr txBox="1"/>
          <p:nvPr>
            <p:ph idx="44" type="subTitle"/>
          </p:nvPr>
        </p:nvSpPr>
        <p:spPr>
          <a:xfrm>
            <a:off x="1196438" y="4539620"/>
            <a:ext cx="2361300" cy="2658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cxnSp>
        <p:nvCxnSpPr>
          <p:cNvPr id="8037" name="Google Shape;8037;p133"/>
          <p:cNvCxnSpPr/>
          <p:nvPr/>
        </p:nvCxnSpPr>
        <p:spPr>
          <a:xfrm flipH="1">
            <a:off x="3615479" y="4544000"/>
            <a:ext cx="600" cy="258300"/>
          </a:xfrm>
          <a:prstGeom prst="straightConnector1">
            <a:avLst/>
          </a:prstGeom>
          <a:noFill/>
          <a:ln cap="flat" cmpd="sng" w="28575">
            <a:solidFill>
              <a:srgbClr val="D9D9D9"/>
            </a:solidFill>
            <a:prstDash val="solid"/>
            <a:round/>
            <a:headEnd len="sm" w="sm" type="none"/>
            <a:tailEnd len="sm" w="sm" type="none"/>
          </a:ln>
        </p:spPr>
      </p:cxnSp>
      <p:sp>
        <p:nvSpPr>
          <p:cNvPr id="8038" name="Google Shape;8038;p133"/>
          <p:cNvSpPr txBox="1"/>
          <p:nvPr>
            <p:ph idx="45" type="subTitle"/>
          </p:nvPr>
        </p:nvSpPr>
        <p:spPr>
          <a:xfrm>
            <a:off x="7340888" y="4539624"/>
            <a:ext cx="2361300" cy="2664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sp>
        <p:nvSpPr>
          <p:cNvPr id="8039" name="Google Shape;8039;p133"/>
          <p:cNvSpPr txBox="1"/>
          <p:nvPr>
            <p:ph idx="46" type="subTitle"/>
          </p:nvPr>
        </p:nvSpPr>
        <p:spPr>
          <a:xfrm>
            <a:off x="3674438" y="4539620"/>
            <a:ext cx="1827600" cy="2658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sp>
        <p:nvSpPr>
          <p:cNvPr id="8040" name="Google Shape;8040;p133"/>
          <p:cNvSpPr txBox="1"/>
          <p:nvPr>
            <p:ph idx="47" type="subTitle"/>
          </p:nvPr>
        </p:nvSpPr>
        <p:spPr>
          <a:xfrm>
            <a:off x="5632763" y="4539625"/>
            <a:ext cx="1584600" cy="2664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cxnSp>
        <p:nvCxnSpPr>
          <p:cNvPr id="8041" name="Google Shape;8041;p133"/>
          <p:cNvCxnSpPr/>
          <p:nvPr/>
        </p:nvCxnSpPr>
        <p:spPr>
          <a:xfrm flipH="1">
            <a:off x="5567091" y="4540000"/>
            <a:ext cx="600" cy="258300"/>
          </a:xfrm>
          <a:prstGeom prst="straightConnector1">
            <a:avLst/>
          </a:prstGeom>
          <a:noFill/>
          <a:ln cap="flat" cmpd="sng" w="28575">
            <a:solidFill>
              <a:srgbClr val="D9D9D9"/>
            </a:solidFill>
            <a:prstDash val="solid"/>
            <a:round/>
            <a:headEnd len="sm" w="sm" type="none"/>
            <a:tailEnd len="sm" w="sm" type="none"/>
          </a:ln>
        </p:spPr>
      </p:cxnSp>
      <p:cxnSp>
        <p:nvCxnSpPr>
          <p:cNvPr id="8042" name="Google Shape;8042;p133"/>
          <p:cNvCxnSpPr/>
          <p:nvPr/>
        </p:nvCxnSpPr>
        <p:spPr>
          <a:xfrm flipH="1">
            <a:off x="7293616" y="4539625"/>
            <a:ext cx="600" cy="258300"/>
          </a:xfrm>
          <a:prstGeom prst="straightConnector1">
            <a:avLst/>
          </a:prstGeom>
          <a:noFill/>
          <a:ln cap="flat" cmpd="sng" w="28575">
            <a:solidFill>
              <a:srgbClr val="D9D9D9"/>
            </a:solidFill>
            <a:prstDash val="solid"/>
            <a:round/>
            <a:headEnd len="sm" w="sm" type="none"/>
            <a:tailEnd len="sm" w="sm" type="none"/>
          </a:ln>
        </p:spPr>
      </p:cxnSp>
      <p:cxnSp>
        <p:nvCxnSpPr>
          <p:cNvPr id="8043" name="Google Shape;8043;p133"/>
          <p:cNvCxnSpPr/>
          <p:nvPr/>
        </p:nvCxnSpPr>
        <p:spPr>
          <a:xfrm flipH="1">
            <a:off x="1138079" y="4539625"/>
            <a:ext cx="600" cy="258300"/>
          </a:xfrm>
          <a:prstGeom prst="straightConnector1">
            <a:avLst/>
          </a:prstGeom>
          <a:noFill/>
          <a:ln cap="flat" cmpd="sng" w="28575">
            <a:solidFill>
              <a:srgbClr val="D9D9D9"/>
            </a:solidFill>
            <a:prstDash val="solid"/>
            <a:round/>
            <a:headEnd len="sm" w="sm" type="none"/>
            <a:tailEnd len="sm" w="sm" type="none"/>
          </a:ln>
        </p:spPr>
      </p:cxnSp>
      <p:sp>
        <p:nvSpPr>
          <p:cNvPr id="8044" name="Google Shape;8044;p133"/>
          <p:cNvSpPr/>
          <p:nvPr/>
        </p:nvSpPr>
        <p:spPr>
          <a:xfrm>
            <a:off x="379388" y="4840911"/>
            <a:ext cx="9322800" cy="266400"/>
          </a:xfrm>
          <a:prstGeom prst="roundRect">
            <a:avLst>
              <a:gd fmla="val 12113" name="adj"/>
            </a:avLst>
          </a:prstGeom>
          <a:solidFill>
            <a:srgbClr val="FFFFFF"/>
          </a:solidFill>
          <a:ln cap="flat" cmpd="sng" w="9525">
            <a:solidFill>
              <a:srgbClr val="EFEFEF"/>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6000" spcFirstLastPara="1" rIns="0" wrap="square" tIns="0">
            <a:noAutofit/>
          </a:bodyPr>
          <a:lstStyle/>
          <a:p>
            <a:pPr indent="0" lvl="0" marL="0" rtl="0" algn="l">
              <a:lnSpc>
                <a:spcPct val="120000"/>
              </a:lnSpc>
              <a:spcBef>
                <a:spcPts val="0"/>
              </a:spcBef>
              <a:spcAft>
                <a:spcPts val="0"/>
              </a:spcAft>
              <a:buClr>
                <a:schemeClr val="dk1"/>
              </a:buClr>
              <a:buSzPts val="1100"/>
              <a:buFont typeface="Arial"/>
              <a:buNone/>
            </a:pPr>
            <a:r>
              <a:rPr b="1" lang="es-419" sz="800">
                <a:solidFill>
                  <a:schemeClr val="dk1"/>
                </a:solidFill>
                <a:latin typeface="Arvo"/>
                <a:ea typeface="Arvo"/>
                <a:cs typeface="Arvo"/>
                <a:sym typeface="Arvo"/>
              </a:rPr>
              <a:t>          Un(a)</a:t>
            </a:r>
            <a:endParaRPr b="1" sz="800">
              <a:latin typeface="Arvo"/>
              <a:ea typeface="Arvo"/>
              <a:cs typeface="Arvo"/>
              <a:sym typeface="Arvo"/>
            </a:endParaRPr>
          </a:p>
        </p:txBody>
      </p:sp>
      <p:sp>
        <p:nvSpPr>
          <p:cNvPr id="8045" name="Google Shape;8045;p133"/>
          <p:cNvSpPr txBox="1"/>
          <p:nvPr>
            <p:ph idx="48" type="subTitle"/>
          </p:nvPr>
        </p:nvSpPr>
        <p:spPr>
          <a:xfrm>
            <a:off x="1196438" y="4844582"/>
            <a:ext cx="2361300" cy="2658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cxnSp>
        <p:nvCxnSpPr>
          <p:cNvPr id="8046" name="Google Shape;8046;p133"/>
          <p:cNvCxnSpPr/>
          <p:nvPr/>
        </p:nvCxnSpPr>
        <p:spPr>
          <a:xfrm flipH="1">
            <a:off x="3615479" y="4848962"/>
            <a:ext cx="600" cy="258300"/>
          </a:xfrm>
          <a:prstGeom prst="straightConnector1">
            <a:avLst/>
          </a:prstGeom>
          <a:noFill/>
          <a:ln cap="flat" cmpd="sng" w="28575">
            <a:solidFill>
              <a:srgbClr val="D9D9D9"/>
            </a:solidFill>
            <a:prstDash val="solid"/>
            <a:round/>
            <a:headEnd len="sm" w="sm" type="none"/>
            <a:tailEnd len="sm" w="sm" type="none"/>
          </a:ln>
        </p:spPr>
      </p:cxnSp>
      <p:sp>
        <p:nvSpPr>
          <p:cNvPr id="8047" name="Google Shape;8047;p133"/>
          <p:cNvSpPr txBox="1"/>
          <p:nvPr>
            <p:ph idx="49" type="subTitle"/>
          </p:nvPr>
        </p:nvSpPr>
        <p:spPr>
          <a:xfrm>
            <a:off x="7340888" y="4844586"/>
            <a:ext cx="2361300" cy="2664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sp>
        <p:nvSpPr>
          <p:cNvPr id="8048" name="Google Shape;8048;p133"/>
          <p:cNvSpPr txBox="1"/>
          <p:nvPr>
            <p:ph idx="50" type="subTitle"/>
          </p:nvPr>
        </p:nvSpPr>
        <p:spPr>
          <a:xfrm>
            <a:off x="3674438" y="4844583"/>
            <a:ext cx="1827600" cy="2658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sp>
        <p:nvSpPr>
          <p:cNvPr id="8049" name="Google Shape;8049;p133"/>
          <p:cNvSpPr txBox="1"/>
          <p:nvPr>
            <p:ph idx="51" type="subTitle"/>
          </p:nvPr>
        </p:nvSpPr>
        <p:spPr>
          <a:xfrm>
            <a:off x="5632763" y="4844588"/>
            <a:ext cx="1584600" cy="2664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cxnSp>
        <p:nvCxnSpPr>
          <p:cNvPr id="8050" name="Google Shape;8050;p133"/>
          <p:cNvCxnSpPr/>
          <p:nvPr/>
        </p:nvCxnSpPr>
        <p:spPr>
          <a:xfrm flipH="1">
            <a:off x="5567091" y="4844962"/>
            <a:ext cx="600" cy="258300"/>
          </a:xfrm>
          <a:prstGeom prst="straightConnector1">
            <a:avLst/>
          </a:prstGeom>
          <a:noFill/>
          <a:ln cap="flat" cmpd="sng" w="28575">
            <a:solidFill>
              <a:srgbClr val="D9D9D9"/>
            </a:solidFill>
            <a:prstDash val="solid"/>
            <a:round/>
            <a:headEnd len="sm" w="sm" type="none"/>
            <a:tailEnd len="sm" w="sm" type="none"/>
          </a:ln>
        </p:spPr>
      </p:cxnSp>
      <p:cxnSp>
        <p:nvCxnSpPr>
          <p:cNvPr id="8051" name="Google Shape;8051;p133"/>
          <p:cNvCxnSpPr/>
          <p:nvPr/>
        </p:nvCxnSpPr>
        <p:spPr>
          <a:xfrm flipH="1">
            <a:off x="7293616" y="4844587"/>
            <a:ext cx="600" cy="258300"/>
          </a:xfrm>
          <a:prstGeom prst="straightConnector1">
            <a:avLst/>
          </a:prstGeom>
          <a:noFill/>
          <a:ln cap="flat" cmpd="sng" w="28575">
            <a:solidFill>
              <a:srgbClr val="D9D9D9"/>
            </a:solidFill>
            <a:prstDash val="solid"/>
            <a:round/>
            <a:headEnd len="sm" w="sm" type="none"/>
            <a:tailEnd len="sm" w="sm" type="none"/>
          </a:ln>
        </p:spPr>
      </p:cxnSp>
      <p:cxnSp>
        <p:nvCxnSpPr>
          <p:cNvPr id="8052" name="Google Shape;8052;p133"/>
          <p:cNvCxnSpPr/>
          <p:nvPr/>
        </p:nvCxnSpPr>
        <p:spPr>
          <a:xfrm flipH="1">
            <a:off x="1138079" y="4844587"/>
            <a:ext cx="600" cy="258300"/>
          </a:xfrm>
          <a:prstGeom prst="straightConnector1">
            <a:avLst/>
          </a:prstGeom>
          <a:noFill/>
          <a:ln cap="flat" cmpd="sng" w="28575">
            <a:solidFill>
              <a:srgbClr val="D9D9D9"/>
            </a:solidFill>
            <a:prstDash val="solid"/>
            <a:round/>
            <a:headEnd len="sm" w="sm" type="none"/>
            <a:tailEnd len="sm" w="sm" type="none"/>
          </a:ln>
        </p:spPr>
      </p:cxnSp>
      <p:sp>
        <p:nvSpPr>
          <p:cNvPr id="8053" name="Google Shape;8053;p133"/>
          <p:cNvSpPr/>
          <p:nvPr/>
        </p:nvSpPr>
        <p:spPr>
          <a:xfrm>
            <a:off x="379388" y="5135286"/>
            <a:ext cx="9322800" cy="266400"/>
          </a:xfrm>
          <a:prstGeom prst="roundRect">
            <a:avLst>
              <a:gd fmla="val 12113" name="adj"/>
            </a:avLst>
          </a:prstGeom>
          <a:solidFill>
            <a:srgbClr val="FFFFFF"/>
          </a:solidFill>
          <a:ln cap="flat" cmpd="sng" w="9525">
            <a:solidFill>
              <a:srgbClr val="EFEFEF"/>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6000" spcFirstLastPara="1" rIns="0" wrap="square" tIns="0">
            <a:noAutofit/>
          </a:bodyPr>
          <a:lstStyle/>
          <a:p>
            <a:pPr indent="0" lvl="0" marL="0" rtl="0" algn="l">
              <a:lnSpc>
                <a:spcPct val="120000"/>
              </a:lnSpc>
              <a:spcBef>
                <a:spcPts val="0"/>
              </a:spcBef>
              <a:spcAft>
                <a:spcPts val="0"/>
              </a:spcAft>
              <a:buClr>
                <a:schemeClr val="dk1"/>
              </a:buClr>
              <a:buSzPts val="1100"/>
              <a:buFont typeface="Arial"/>
              <a:buNone/>
            </a:pPr>
            <a:r>
              <a:rPr b="1" lang="es-419" sz="800">
                <a:solidFill>
                  <a:schemeClr val="dk1"/>
                </a:solidFill>
                <a:latin typeface="Arvo"/>
                <a:ea typeface="Arvo"/>
                <a:cs typeface="Arvo"/>
                <a:sym typeface="Arvo"/>
              </a:rPr>
              <a:t>          Un(a)</a:t>
            </a:r>
            <a:endParaRPr b="1" sz="800">
              <a:latin typeface="Arvo"/>
              <a:ea typeface="Arvo"/>
              <a:cs typeface="Arvo"/>
              <a:sym typeface="Arvo"/>
            </a:endParaRPr>
          </a:p>
        </p:txBody>
      </p:sp>
      <p:sp>
        <p:nvSpPr>
          <p:cNvPr id="8054" name="Google Shape;8054;p133"/>
          <p:cNvSpPr txBox="1"/>
          <p:nvPr>
            <p:ph idx="52" type="subTitle"/>
          </p:nvPr>
        </p:nvSpPr>
        <p:spPr>
          <a:xfrm>
            <a:off x="1196438" y="5138957"/>
            <a:ext cx="2361300" cy="2658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cxnSp>
        <p:nvCxnSpPr>
          <p:cNvPr id="8055" name="Google Shape;8055;p133"/>
          <p:cNvCxnSpPr/>
          <p:nvPr/>
        </p:nvCxnSpPr>
        <p:spPr>
          <a:xfrm flipH="1">
            <a:off x="3615479" y="5143337"/>
            <a:ext cx="600" cy="258300"/>
          </a:xfrm>
          <a:prstGeom prst="straightConnector1">
            <a:avLst/>
          </a:prstGeom>
          <a:noFill/>
          <a:ln cap="flat" cmpd="sng" w="28575">
            <a:solidFill>
              <a:srgbClr val="D9D9D9"/>
            </a:solidFill>
            <a:prstDash val="solid"/>
            <a:round/>
            <a:headEnd len="sm" w="sm" type="none"/>
            <a:tailEnd len="sm" w="sm" type="none"/>
          </a:ln>
        </p:spPr>
      </p:cxnSp>
      <p:sp>
        <p:nvSpPr>
          <p:cNvPr id="8056" name="Google Shape;8056;p133"/>
          <p:cNvSpPr txBox="1"/>
          <p:nvPr>
            <p:ph idx="53" type="subTitle"/>
          </p:nvPr>
        </p:nvSpPr>
        <p:spPr>
          <a:xfrm>
            <a:off x="7340888" y="5138961"/>
            <a:ext cx="2361300" cy="2664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sp>
        <p:nvSpPr>
          <p:cNvPr id="8057" name="Google Shape;8057;p133"/>
          <p:cNvSpPr txBox="1"/>
          <p:nvPr>
            <p:ph idx="54" type="subTitle"/>
          </p:nvPr>
        </p:nvSpPr>
        <p:spPr>
          <a:xfrm>
            <a:off x="3674438" y="5138958"/>
            <a:ext cx="1827600" cy="2658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sp>
        <p:nvSpPr>
          <p:cNvPr id="8058" name="Google Shape;8058;p133"/>
          <p:cNvSpPr txBox="1"/>
          <p:nvPr>
            <p:ph idx="55" type="subTitle"/>
          </p:nvPr>
        </p:nvSpPr>
        <p:spPr>
          <a:xfrm>
            <a:off x="5632763" y="5138963"/>
            <a:ext cx="1584600" cy="2664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cxnSp>
        <p:nvCxnSpPr>
          <p:cNvPr id="8059" name="Google Shape;8059;p133"/>
          <p:cNvCxnSpPr/>
          <p:nvPr/>
        </p:nvCxnSpPr>
        <p:spPr>
          <a:xfrm flipH="1">
            <a:off x="5567091" y="5139337"/>
            <a:ext cx="600" cy="258300"/>
          </a:xfrm>
          <a:prstGeom prst="straightConnector1">
            <a:avLst/>
          </a:prstGeom>
          <a:noFill/>
          <a:ln cap="flat" cmpd="sng" w="28575">
            <a:solidFill>
              <a:srgbClr val="D9D9D9"/>
            </a:solidFill>
            <a:prstDash val="solid"/>
            <a:round/>
            <a:headEnd len="sm" w="sm" type="none"/>
            <a:tailEnd len="sm" w="sm" type="none"/>
          </a:ln>
        </p:spPr>
      </p:cxnSp>
      <p:cxnSp>
        <p:nvCxnSpPr>
          <p:cNvPr id="8060" name="Google Shape;8060;p133"/>
          <p:cNvCxnSpPr/>
          <p:nvPr/>
        </p:nvCxnSpPr>
        <p:spPr>
          <a:xfrm flipH="1">
            <a:off x="7293616" y="5138962"/>
            <a:ext cx="600" cy="258300"/>
          </a:xfrm>
          <a:prstGeom prst="straightConnector1">
            <a:avLst/>
          </a:prstGeom>
          <a:noFill/>
          <a:ln cap="flat" cmpd="sng" w="28575">
            <a:solidFill>
              <a:srgbClr val="D9D9D9"/>
            </a:solidFill>
            <a:prstDash val="solid"/>
            <a:round/>
            <a:headEnd len="sm" w="sm" type="none"/>
            <a:tailEnd len="sm" w="sm" type="none"/>
          </a:ln>
        </p:spPr>
      </p:cxnSp>
      <p:cxnSp>
        <p:nvCxnSpPr>
          <p:cNvPr id="8061" name="Google Shape;8061;p133"/>
          <p:cNvCxnSpPr/>
          <p:nvPr/>
        </p:nvCxnSpPr>
        <p:spPr>
          <a:xfrm flipH="1">
            <a:off x="1138079" y="5138962"/>
            <a:ext cx="600" cy="258300"/>
          </a:xfrm>
          <a:prstGeom prst="straightConnector1">
            <a:avLst/>
          </a:prstGeom>
          <a:noFill/>
          <a:ln cap="flat" cmpd="sng" w="28575">
            <a:solidFill>
              <a:srgbClr val="D9D9D9"/>
            </a:solidFill>
            <a:prstDash val="solid"/>
            <a:round/>
            <a:headEnd len="sm" w="sm" type="none"/>
            <a:tailEnd len="sm" w="sm" type="none"/>
          </a:ln>
        </p:spPr>
      </p:cxnSp>
      <p:sp>
        <p:nvSpPr>
          <p:cNvPr id="8062" name="Google Shape;8062;p133"/>
          <p:cNvSpPr/>
          <p:nvPr/>
        </p:nvSpPr>
        <p:spPr>
          <a:xfrm>
            <a:off x="379388" y="5440249"/>
            <a:ext cx="9322800" cy="266400"/>
          </a:xfrm>
          <a:prstGeom prst="roundRect">
            <a:avLst>
              <a:gd fmla="val 12113" name="adj"/>
            </a:avLst>
          </a:prstGeom>
          <a:solidFill>
            <a:srgbClr val="FFFFFF"/>
          </a:solidFill>
          <a:ln cap="flat" cmpd="sng" w="9525">
            <a:solidFill>
              <a:srgbClr val="EFEFEF"/>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6000" spcFirstLastPara="1" rIns="0" wrap="square" tIns="0">
            <a:noAutofit/>
          </a:bodyPr>
          <a:lstStyle/>
          <a:p>
            <a:pPr indent="0" lvl="0" marL="0" rtl="0" algn="l">
              <a:lnSpc>
                <a:spcPct val="120000"/>
              </a:lnSpc>
              <a:spcBef>
                <a:spcPts val="0"/>
              </a:spcBef>
              <a:spcAft>
                <a:spcPts val="0"/>
              </a:spcAft>
              <a:buClr>
                <a:schemeClr val="dk1"/>
              </a:buClr>
              <a:buSzPts val="1100"/>
              <a:buFont typeface="Arial"/>
              <a:buNone/>
            </a:pPr>
            <a:r>
              <a:rPr b="1" lang="es-419" sz="800">
                <a:solidFill>
                  <a:schemeClr val="dk1"/>
                </a:solidFill>
                <a:latin typeface="Arvo"/>
                <a:ea typeface="Arvo"/>
                <a:cs typeface="Arvo"/>
                <a:sym typeface="Arvo"/>
              </a:rPr>
              <a:t>          Un(a)</a:t>
            </a:r>
            <a:endParaRPr b="1" sz="800">
              <a:latin typeface="Arvo"/>
              <a:ea typeface="Arvo"/>
              <a:cs typeface="Arvo"/>
              <a:sym typeface="Arvo"/>
            </a:endParaRPr>
          </a:p>
        </p:txBody>
      </p:sp>
      <p:sp>
        <p:nvSpPr>
          <p:cNvPr id="8063" name="Google Shape;8063;p133"/>
          <p:cNvSpPr txBox="1"/>
          <p:nvPr>
            <p:ph idx="56" type="subTitle"/>
          </p:nvPr>
        </p:nvSpPr>
        <p:spPr>
          <a:xfrm>
            <a:off x="1196438" y="5443920"/>
            <a:ext cx="2361300" cy="2658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cxnSp>
        <p:nvCxnSpPr>
          <p:cNvPr id="8064" name="Google Shape;8064;p133"/>
          <p:cNvCxnSpPr/>
          <p:nvPr/>
        </p:nvCxnSpPr>
        <p:spPr>
          <a:xfrm flipH="1">
            <a:off x="3615479" y="5448300"/>
            <a:ext cx="600" cy="258300"/>
          </a:xfrm>
          <a:prstGeom prst="straightConnector1">
            <a:avLst/>
          </a:prstGeom>
          <a:noFill/>
          <a:ln cap="flat" cmpd="sng" w="28575">
            <a:solidFill>
              <a:srgbClr val="D9D9D9"/>
            </a:solidFill>
            <a:prstDash val="solid"/>
            <a:round/>
            <a:headEnd len="sm" w="sm" type="none"/>
            <a:tailEnd len="sm" w="sm" type="none"/>
          </a:ln>
        </p:spPr>
      </p:cxnSp>
      <p:sp>
        <p:nvSpPr>
          <p:cNvPr id="8065" name="Google Shape;8065;p133"/>
          <p:cNvSpPr txBox="1"/>
          <p:nvPr>
            <p:ph idx="57" type="subTitle"/>
          </p:nvPr>
        </p:nvSpPr>
        <p:spPr>
          <a:xfrm>
            <a:off x="7340888" y="5443924"/>
            <a:ext cx="2361300" cy="2664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sp>
        <p:nvSpPr>
          <p:cNvPr id="8066" name="Google Shape;8066;p133"/>
          <p:cNvSpPr txBox="1"/>
          <p:nvPr>
            <p:ph idx="58" type="subTitle"/>
          </p:nvPr>
        </p:nvSpPr>
        <p:spPr>
          <a:xfrm>
            <a:off x="3674438" y="5443920"/>
            <a:ext cx="1827600" cy="2658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sp>
        <p:nvSpPr>
          <p:cNvPr id="8067" name="Google Shape;8067;p133"/>
          <p:cNvSpPr txBox="1"/>
          <p:nvPr>
            <p:ph idx="59" type="subTitle"/>
          </p:nvPr>
        </p:nvSpPr>
        <p:spPr>
          <a:xfrm>
            <a:off x="5632763" y="5443925"/>
            <a:ext cx="1584600" cy="2664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cxnSp>
        <p:nvCxnSpPr>
          <p:cNvPr id="8068" name="Google Shape;8068;p133"/>
          <p:cNvCxnSpPr/>
          <p:nvPr/>
        </p:nvCxnSpPr>
        <p:spPr>
          <a:xfrm flipH="1">
            <a:off x="5567091" y="5444300"/>
            <a:ext cx="600" cy="258300"/>
          </a:xfrm>
          <a:prstGeom prst="straightConnector1">
            <a:avLst/>
          </a:prstGeom>
          <a:noFill/>
          <a:ln cap="flat" cmpd="sng" w="28575">
            <a:solidFill>
              <a:srgbClr val="D9D9D9"/>
            </a:solidFill>
            <a:prstDash val="solid"/>
            <a:round/>
            <a:headEnd len="sm" w="sm" type="none"/>
            <a:tailEnd len="sm" w="sm" type="none"/>
          </a:ln>
        </p:spPr>
      </p:cxnSp>
      <p:cxnSp>
        <p:nvCxnSpPr>
          <p:cNvPr id="8069" name="Google Shape;8069;p133"/>
          <p:cNvCxnSpPr/>
          <p:nvPr/>
        </p:nvCxnSpPr>
        <p:spPr>
          <a:xfrm flipH="1">
            <a:off x="7293616" y="5443925"/>
            <a:ext cx="600" cy="258300"/>
          </a:xfrm>
          <a:prstGeom prst="straightConnector1">
            <a:avLst/>
          </a:prstGeom>
          <a:noFill/>
          <a:ln cap="flat" cmpd="sng" w="28575">
            <a:solidFill>
              <a:srgbClr val="D9D9D9"/>
            </a:solidFill>
            <a:prstDash val="solid"/>
            <a:round/>
            <a:headEnd len="sm" w="sm" type="none"/>
            <a:tailEnd len="sm" w="sm" type="none"/>
          </a:ln>
        </p:spPr>
      </p:cxnSp>
      <p:cxnSp>
        <p:nvCxnSpPr>
          <p:cNvPr id="8070" name="Google Shape;8070;p133"/>
          <p:cNvCxnSpPr/>
          <p:nvPr/>
        </p:nvCxnSpPr>
        <p:spPr>
          <a:xfrm flipH="1">
            <a:off x="1138079" y="5443925"/>
            <a:ext cx="600" cy="258300"/>
          </a:xfrm>
          <a:prstGeom prst="straightConnector1">
            <a:avLst/>
          </a:prstGeom>
          <a:noFill/>
          <a:ln cap="flat" cmpd="sng" w="28575">
            <a:solidFill>
              <a:srgbClr val="D9D9D9"/>
            </a:solidFill>
            <a:prstDash val="solid"/>
            <a:round/>
            <a:headEnd len="sm" w="sm" type="none"/>
            <a:tailEnd len="sm" w="sm" type="none"/>
          </a:ln>
        </p:spPr>
      </p:cxnSp>
      <p:sp>
        <p:nvSpPr>
          <p:cNvPr id="8071" name="Google Shape;8071;p133"/>
          <p:cNvSpPr/>
          <p:nvPr/>
        </p:nvSpPr>
        <p:spPr>
          <a:xfrm>
            <a:off x="379388" y="5745211"/>
            <a:ext cx="9322800" cy="266400"/>
          </a:xfrm>
          <a:prstGeom prst="roundRect">
            <a:avLst>
              <a:gd fmla="val 12113" name="adj"/>
            </a:avLst>
          </a:prstGeom>
          <a:solidFill>
            <a:srgbClr val="FFFFFF"/>
          </a:solidFill>
          <a:ln cap="flat" cmpd="sng" w="9525">
            <a:solidFill>
              <a:srgbClr val="EFEFEF"/>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6000" spcFirstLastPara="1" rIns="0" wrap="square" tIns="0">
            <a:noAutofit/>
          </a:bodyPr>
          <a:lstStyle/>
          <a:p>
            <a:pPr indent="0" lvl="0" marL="0" rtl="0" algn="l">
              <a:lnSpc>
                <a:spcPct val="120000"/>
              </a:lnSpc>
              <a:spcBef>
                <a:spcPts val="0"/>
              </a:spcBef>
              <a:spcAft>
                <a:spcPts val="0"/>
              </a:spcAft>
              <a:buClr>
                <a:schemeClr val="dk1"/>
              </a:buClr>
              <a:buSzPts val="1100"/>
              <a:buFont typeface="Arial"/>
              <a:buNone/>
            </a:pPr>
            <a:r>
              <a:rPr b="1" lang="es-419" sz="800">
                <a:solidFill>
                  <a:schemeClr val="dk1"/>
                </a:solidFill>
                <a:latin typeface="Arvo"/>
                <a:ea typeface="Arvo"/>
                <a:cs typeface="Arvo"/>
                <a:sym typeface="Arvo"/>
              </a:rPr>
              <a:t>          Un(a)</a:t>
            </a:r>
            <a:endParaRPr b="1" sz="800">
              <a:latin typeface="Arvo"/>
              <a:ea typeface="Arvo"/>
              <a:cs typeface="Arvo"/>
              <a:sym typeface="Arvo"/>
            </a:endParaRPr>
          </a:p>
        </p:txBody>
      </p:sp>
      <p:sp>
        <p:nvSpPr>
          <p:cNvPr id="8072" name="Google Shape;8072;p133"/>
          <p:cNvSpPr txBox="1"/>
          <p:nvPr>
            <p:ph idx="60" type="subTitle"/>
          </p:nvPr>
        </p:nvSpPr>
        <p:spPr>
          <a:xfrm>
            <a:off x="1196438" y="5748882"/>
            <a:ext cx="2361300" cy="2658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cxnSp>
        <p:nvCxnSpPr>
          <p:cNvPr id="8073" name="Google Shape;8073;p133"/>
          <p:cNvCxnSpPr/>
          <p:nvPr/>
        </p:nvCxnSpPr>
        <p:spPr>
          <a:xfrm flipH="1">
            <a:off x="3615479" y="5753262"/>
            <a:ext cx="600" cy="258300"/>
          </a:xfrm>
          <a:prstGeom prst="straightConnector1">
            <a:avLst/>
          </a:prstGeom>
          <a:noFill/>
          <a:ln cap="flat" cmpd="sng" w="28575">
            <a:solidFill>
              <a:srgbClr val="D9D9D9"/>
            </a:solidFill>
            <a:prstDash val="solid"/>
            <a:round/>
            <a:headEnd len="sm" w="sm" type="none"/>
            <a:tailEnd len="sm" w="sm" type="none"/>
          </a:ln>
        </p:spPr>
      </p:cxnSp>
      <p:sp>
        <p:nvSpPr>
          <p:cNvPr id="8074" name="Google Shape;8074;p133"/>
          <p:cNvSpPr txBox="1"/>
          <p:nvPr>
            <p:ph idx="61" type="subTitle"/>
          </p:nvPr>
        </p:nvSpPr>
        <p:spPr>
          <a:xfrm>
            <a:off x="7340888" y="5748886"/>
            <a:ext cx="2361300" cy="2664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sp>
        <p:nvSpPr>
          <p:cNvPr id="8075" name="Google Shape;8075;p133"/>
          <p:cNvSpPr txBox="1"/>
          <p:nvPr>
            <p:ph idx="62" type="subTitle"/>
          </p:nvPr>
        </p:nvSpPr>
        <p:spPr>
          <a:xfrm>
            <a:off x="3674438" y="5748883"/>
            <a:ext cx="1827600" cy="2658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sp>
        <p:nvSpPr>
          <p:cNvPr id="8076" name="Google Shape;8076;p133"/>
          <p:cNvSpPr txBox="1"/>
          <p:nvPr>
            <p:ph idx="63" type="subTitle"/>
          </p:nvPr>
        </p:nvSpPr>
        <p:spPr>
          <a:xfrm>
            <a:off x="5632763" y="5748888"/>
            <a:ext cx="1584600" cy="2664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cxnSp>
        <p:nvCxnSpPr>
          <p:cNvPr id="8077" name="Google Shape;8077;p133"/>
          <p:cNvCxnSpPr/>
          <p:nvPr/>
        </p:nvCxnSpPr>
        <p:spPr>
          <a:xfrm flipH="1">
            <a:off x="5567091" y="5749262"/>
            <a:ext cx="600" cy="258300"/>
          </a:xfrm>
          <a:prstGeom prst="straightConnector1">
            <a:avLst/>
          </a:prstGeom>
          <a:noFill/>
          <a:ln cap="flat" cmpd="sng" w="28575">
            <a:solidFill>
              <a:srgbClr val="D9D9D9"/>
            </a:solidFill>
            <a:prstDash val="solid"/>
            <a:round/>
            <a:headEnd len="sm" w="sm" type="none"/>
            <a:tailEnd len="sm" w="sm" type="none"/>
          </a:ln>
        </p:spPr>
      </p:cxnSp>
      <p:cxnSp>
        <p:nvCxnSpPr>
          <p:cNvPr id="8078" name="Google Shape;8078;p133"/>
          <p:cNvCxnSpPr/>
          <p:nvPr/>
        </p:nvCxnSpPr>
        <p:spPr>
          <a:xfrm flipH="1">
            <a:off x="7293616" y="5748887"/>
            <a:ext cx="600" cy="258300"/>
          </a:xfrm>
          <a:prstGeom prst="straightConnector1">
            <a:avLst/>
          </a:prstGeom>
          <a:noFill/>
          <a:ln cap="flat" cmpd="sng" w="28575">
            <a:solidFill>
              <a:srgbClr val="D9D9D9"/>
            </a:solidFill>
            <a:prstDash val="solid"/>
            <a:round/>
            <a:headEnd len="sm" w="sm" type="none"/>
            <a:tailEnd len="sm" w="sm" type="none"/>
          </a:ln>
        </p:spPr>
      </p:cxnSp>
      <p:cxnSp>
        <p:nvCxnSpPr>
          <p:cNvPr id="8079" name="Google Shape;8079;p133"/>
          <p:cNvCxnSpPr/>
          <p:nvPr/>
        </p:nvCxnSpPr>
        <p:spPr>
          <a:xfrm flipH="1">
            <a:off x="1138079" y="5748887"/>
            <a:ext cx="600" cy="258300"/>
          </a:xfrm>
          <a:prstGeom prst="straightConnector1">
            <a:avLst/>
          </a:prstGeom>
          <a:noFill/>
          <a:ln cap="flat" cmpd="sng" w="28575">
            <a:solidFill>
              <a:srgbClr val="D9D9D9"/>
            </a:solidFill>
            <a:prstDash val="solid"/>
            <a:round/>
            <a:headEnd len="sm" w="sm" type="none"/>
            <a:tailEnd len="sm" w="sm" type="none"/>
          </a:ln>
        </p:spPr>
      </p:cxnSp>
      <p:sp>
        <p:nvSpPr>
          <p:cNvPr id="8080" name="Google Shape;8080;p133"/>
          <p:cNvSpPr/>
          <p:nvPr/>
        </p:nvSpPr>
        <p:spPr>
          <a:xfrm>
            <a:off x="379388" y="6050174"/>
            <a:ext cx="9322800" cy="266400"/>
          </a:xfrm>
          <a:prstGeom prst="roundRect">
            <a:avLst>
              <a:gd fmla="val 12113" name="adj"/>
            </a:avLst>
          </a:prstGeom>
          <a:solidFill>
            <a:srgbClr val="FFFFFF"/>
          </a:solidFill>
          <a:ln cap="flat" cmpd="sng" w="9525">
            <a:solidFill>
              <a:srgbClr val="EFEFEF"/>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6000" spcFirstLastPara="1" rIns="0" wrap="square" tIns="0">
            <a:noAutofit/>
          </a:bodyPr>
          <a:lstStyle/>
          <a:p>
            <a:pPr indent="0" lvl="0" marL="0" rtl="0" algn="l">
              <a:lnSpc>
                <a:spcPct val="120000"/>
              </a:lnSpc>
              <a:spcBef>
                <a:spcPts val="0"/>
              </a:spcBef>
              <a:spcAft>
                <a:spcPts val="0"/>
              </a:spcAft>
              <a:buClr>
                <a:schemeClr val="dk1"/>
              </a:buClr>
              <a:buSzPts val="1100"/>
              <a:buFont typeface="Arial"/>
              <a:buNone/>
            </a:pPr>
            <a:r>
              <a:rPr b="1" lang="es-419" sz="800">
                <a:solidFill>
                  <a:schemeClr val="dk1"/>
                </a:solidFill>
                <a:latin typeface="Arvo"/>
                <a:ea typeface="Arvo"/>
                <a:cs typeface="Arvo"/>
                <a:sym typeface="Arvo"/>
              </a:rPr>
              <a:t>          Un(a)</a:t>
            </a:r>
            <a:endParaRPr b="1" sz="800">
              <a:latin typeface="Arvo"/>
              <a:ea typeface="Arvo"/>
              <a:cs typeface="Arvo"/>
              <a:sym typeface="Arvo"/>
            </a:endParaRPr>
          </a:p>
        </p:txBody>
      </p:sp>
      <p:sp>
        <p:nvSpPr>
          <p:cNvPr id="8081" name="Google Shape;8081;p133"/>
          <p:cNvSpPr txBox="1"/>
          <p:nvPr>
            <p:ph idx="64" type="subTitle"/>
          </p:nvPr>
        </p:nvSpPr>
        <p:spPr>
          <a:xfrm>
            <a:off x="1196438" y="6053845"/>
            <a:ext cx="2361300" cy="2658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cxnSp>
        <p:nvCxnSpPr>
          <p:cNvPr id="8082" name="Google Shape;8082;p133"/>
          <p:cNvCxnSpPr/>
          <p:nvPr/>
        </p:nvCxnSpPr>
        <p:spPr>
          <a:xfrm flipH="1">
            <a:off x="3615479" y="6058225"/>
            <a:ext cx="600" cy="258300"/>
          </a:xfrm>
          <a:prstGeom prst="straightConnector1">
            <a:avLst/>
          </a:prstGeom>
          <a:noFill/>
          <a:ln cap="flat" cmpd="sng" w="28575">
            <a:solidFill>
              <a:srgbClr val="D9D9D9"/>
            </a:solidFill>
            <a:prstDash val="solid"/>
            <a:round/>
            <a:headEnd len="sm" w="sm" type="none"/>
            <a:tailEnd len="sm" w="sm" type="none"/>
          </a:ln>
        </p:spPr>
      </p:cxnSp>
      <p:sp>
        <p:nvSpPr>
          <p:cNvPr id="8083" name="Google Shape;8083;p133"/>
          <p:cNvSpPr txBox="1"/>
          <p:nvPr>
            <p:ph idx="65" type="subTitle"/>
          </p:nvPr>
        </p:nvSpPr>
        <p:spPr>
          <a:xfrm>
            <a:off x="7340888" y="6053849"/>
            <a:ext cx="2361300" cy="2664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sp>
        <p:nvSpPr>
          <p:cNvPr id="8084" name="Google Shape;8084;p133"/>
          <p:cNvSpPr txBox="1"/>
          <p:nvPr>
            <p:ph idx="66" type="subTitle"/>
          </p:nvPr>
        </p:nvSpPr>
        <p:spPr>
          <a:xfrm>
            <a:off x="3674438" y="6053845"/>
            <a:ext cx="1827600" cy="2658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sp>
        <p:nvSpPr>
          <p:cNvPr id="8085" name="Google Shape;8085;p133"/>
          <p:cNvSpPr txBox="1"/>
          <p:nvPr>
            <p:ph idx="67" type="subTitle"/>
          </p:nvPr>
        </p:nvSpPr>
        <p:spPr>
          <a:xfrm>
            <a:off x="5632763" y="6053850"/>
            <a:ext cx="1584600" cy="2664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cxnSp>
        <p:nvCxnSpPr>
          <p:cNvPr id="8086" name="Google Shape;8086;p133"/>
          <p:cNvCxnSpPr/>
          <p:nvPr/>
        </p:nvCxnSpPr>
        <p:spPr>
          <a:xfrm flipH="1">
            <a:off x="5567091" y="6054225"/>
            <a:ext cx="600" cy="258300"/>
          </a:xfrm>
          <a:prstGeom prst="straightConnector1">
            <a:avLst/>
          </a:prstGeom>
          <a:noFill/>
          <a:ln cap="flat" cmpd="sng" w="28575">
            <a:solidFill>
              <a:srgbClr val="D9D9D9"/>
            </a:solidFill>
            <a:prstDash val="solid"/>
            <a:round/>
            <a:headEnd len="sm" w="sm" type="none"/>
            <a:tailEnd len="sm" w="sm" type="none"/>
          </a:ln>
        </p:spPr>
      </p:cxnSp>
      <p:cxnSp>
        <p:nvCxnSpPr>
          <p:cNvPr id="8087" name="Google Shape;8087;p133"/>
          <p:cNvCxnSpPr/>
          <p:nvPr/>
        </p:nvCxnSpPr>
        <p:spPr>
          <a:xfrm flipH="1">
            <a:off x="7293616" y="6053850"/>
            <a:ext cx="600" cy="258300"/>
          </a:xfrm>
          <a:prstGeom prst="straightConnector1">
            <a:avLst/>
          </a:prstGeom>
          <a:noFill/>
          <a:ln cap="flat" cmpd="sng" w="28575">
            <a:solidFill>
              <a:srgbClr val="D9D9D9"/>
            </a:solidFill>
            <a:prstDash val="solid"/>
            <a:round/>
            <a:headEnd len="sm" w="sm" type="none"/>
            <a:tailEnd len="sm" w="sm" type="none"/>
          </a:ln>
        </p:spPr>
      </p:cxnSp>
      <p:cxnSp>
        <p:nvCxnSpPr>
          <p:cNvPr id="8088" name="Google Shape;8088;p133"/>
          <p:cNvCxnSpPr/>
          <p:nvPr/>
        </p:nvCxnSpPr>
        <p:spPr>
          <a:xfrm flipH="1">
            <a:off x="1138079" y="6053850"/>
            <a:ext cx="600" cy="258300"/>
          </a:xfrm>
          <a:prstGeom prst="straightConnector1">
            <a:avLst/>
          </a:prstGeom>
          <a:noFill/>
          <a:ln cap="flat" cmpd="sng" w="28575">
            <a:solidFill>
              <a:srgbClr val="D9D9D9"/>
            </a:solidFill>
            <a:prstDash val="solid"/>
            <a:round/>
            <a:headEnd len="sm" w="sm" type="none"/>
            <a:tailEnd len="sm" w="sm" type="none"/>
          </a:ln>
        </p:spPr>
      </p:cxnSp>
      <p:sp>
        <p:nvSpPr>
          <p:cNvPr id="8089" name="Google Shape;8089;p133"/>
          <p:cNvSpPr/>
          <p:nvPr/>
        </p:nvSpPr>
        <p:spPr>
          <a:xfrm>
            <a:off x="378575" y="6354074"/>
            <a:ext cx="9322800" cy="266400"/>
          </a:xfrm>
          <a:prstGeom prst="roundRect">
            <a:avLst>
              <a:gd fmla="val 12113" name="adj"/>
            </a:avLst>
          </a:prstGeom>
          <a:solidFill>
            <a:srgbClr val="FFFFFF"/>
          </a:solidFill>
          <a:ln cap="flat" cmpd="sng" w="9525">
            <a:solidFill>
              <a:srgbClr val="EFEFEF"/>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6000" spcFirstLastPara="1" rIns="0" wrap="square" tIns="0">
            <a:noAutofit/>
          </a:bodyPr>
          <a:lstStyle/>
          <a:p>
            <a:pPr indent="0" lvl="0" marL="0" rtl="0" algn="l">
              <a:lnSpc>
                <a:spcPct val="120000"/>
              </a:lnSpc>
              <a:spcBef>
                <a:spcPts val="0"/>
              </a:spcBef>
              <a:spcAft>
                <a:spcPts val="0"/>
              </a:spcAft>
              <a:buClr>
                <a:schemeClr val="dk1"/>
              </a:buClr>
              <a:buSzPts val="1100"/>
              <a:buFont typeface="Arial"/>
              <a:buNone/>
            </a:pPr>
            <a:r>
              <a:rPr b="1" lang="es-419" sz="800">
                <a:solidFill>
                  <a:schemeClr val="dk1"/>
                </a:solidFill>
                <a:latin typeface="Arvo"/>
                <a:ea typeface="Arvo"/>
                <a:cs typeface="Arvo"/>
                <a:sym typeface="Arvo"/>
              </a:rPr>
              <a:t>          Un(a)</a:t>
            </a:r>
            <a:endParaRPr b="1" sz="800">
              <a:latin typeface="Arvo"/>
              <a:ea typeface="Arvo"/>
              <a:cs typeface="Arvo"/>
              <a:sym typeface="Arvo"/>
            </a:endParaRPr>
          </a:p>
        </p:txBody>
      </p:sp>
      <p:sp>
        <p:nvSpPr>
          <p:cNvPr id="8090" name="Google Shape;8090;p133"/>
          <p:cNvSpPr txBox="1"/>
          <p:nvPr>
            <p:ph idx="68" type="subTitle"/>
          </p:nvPr>
        </p:nvSpPr>
        <p:spPr>
          <a:xfrm>
            <a:off x="1195625" y="6357745"/>
            <a:ext cx="2361300" cy="2658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cxnSp>
        <p:nvCxnSpPr>
          <p:cNvPr id="8091" name="Google Shape;8091;p133"/>
          <p:cNvCxnSpPr/>
          <p:nvPr/>
        </p:nvCxnSpPr>
        <p:spPr>
          <a:xfrm flipH="1">
            <a:off x="3614666" y="6362125"/>
            <a:ext cx="600" cy="258300"/>
          </a:xfrm>
          <a:prstGeom prst="straightConnector1">
            <a:avLst/>
          </a:prstGeom>
          <a:noFill/>
          <a:ln cap="flat" cmpd="sng" w="28575">
            <a:solidFill>
              <a:srgbClr val="D9D9D9"/>
            </a:solidFill>
            <a:prstDash val="solid"/>
            <a:round/>
            <a:headEnd len="sm" w="sm" type="none"/>
            <a:tailEnd len="sm" w="sm" type="none"/>
          </a:ln>
        </p:spPr>
      </p:cxnSp>
      <p:sp>
        <p:nvSpPr>
          <p:cNvPr id="8092" name="Google Shape;8092;p133"/>
          <p:cNvSpPr txBox="1"/>
          <p:nvPr>
            <p:ph idx="69" type="subTitle"/>
          </p:nvPr>
        </p:nvSpPr>
        <p:spPr>
          <a:xfrm>
            <a:off x="7340075" y="6357749"/>
            <a:ext cx="2361300" cy="2664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sp>
        <p:nvSpPr>
          <p:cNvPr id="8093" name="Google Shape;8093;p133"/>
          <p:cNvSpPr txBox="1"/>
          <p:nvPr>
            <p:ph idx="70" type="subTitle"/>
          </p:nvPr>
        </p:nvSpPr>
        <p:spPr>
          <a:xfrm>
            <a:off x="3673625" y="6357745"/>
            <a:ext cx="1827600" cy="2658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sp>
        <p:nvSpPr>
          <p:cNvPr id="8094" name="Google Shape;8094;p133"/>
          <p:cNvSpPr txBox="1"/>
          <p:nvPr>
            <p:ph idx="71" type="subTitle"/>
          </p:nvPr>
        </p:nvSpPr>
        <p:spPr>
          <a:xfrm>
            <a:off x="5631950" y="6357750"/>
            <a:ext cx="1584600" cy="2664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cxnSp>
        <p:nvCxnSpPr>
          <p:cNvPr id="8095" name="Google Shape;8095;p133"/>
          <p:cNvCxnSpPr/>
          <p:nvPr/>
        </p:nvCxnSpPr>
        <p:spPr>
          <a:xfrm flipH="1">
            <a:off x="5566279" y="6358125"/>
            <a:ext cx="600" cy="258300"/>
          </a:xfrm>
          <a:prstGeom prst="straightConnector1">
            <a:avLst/>
          </a:prstGeom>
          <a:noFill/>
          <a:ln cap="flat" cmpd="sng" w="28575">
            <a:solidFill>
              <a:srgbClr val="D9D9D9"/>
            </a:solidFill>
            <a:prstDash val="solid"/>
            <a:round/>
            <a:headEnd len="sm" w="sm" type="none"/>
            <a:tailEnd len="sm" w="sm" type="none"/>
          </a:ln>
        </p:spPr>
      </p:cxnSp>
      <p:cxnSp>
        <p:nvCxnSpPr>
          <p:cNvPr id="8096" name="Google Shape;8096;p133"/>
          <p:cNvCxnSpPr/>
          <p:nvPr/>
        </p:nvCxnSpPr>
        <p:spPr>
          <a:xfrm flipH="1">
            <a:off x="7292804" y="6357750"/>
            <a:ext cx="600" cy="258300"/>
          </a:xfrm>
          <a:prstGeom prst="straightConnector1">
            <a:avLst/>
          </a:prstGeom>
          <a:noFill/>
          <a:ln cap="flat" cmpd="sng" w="28575">
            <a:solidFill>
              <a:srgbClr val="D9D9D9"/>
            </a:solidFill>
            <a:prstDash val="solid"/>
            <a:round/>
            <a:headEnd len="sm" w="sm" type="none"/>
            <a:tailEnd len="sm" w="sm" type="none"/>
          </a:ln>
        </p:spPr>
      </p:cxnSp>
      <p:cxnSp>
        <p:nvCxnSpPr>
          <p:cNvPr id="8097" name="Google Shape;8097;p133"/>
          <p:cNvCxnSpPr/>
          <p:nvPr/>
        </p:nvCxnSpPr>
        <p:spPr>
          <a:xfrm flipH="1">
            <a:off x="1137266" y="6357750"/>
            <a:ext cx="600" cy="258300"/>
          </a:xfrm>
          <a:prstGeom prst="straightConnector1">
            <a:avLst/>
          </a:prstGeom>
          <a:noFill/>
          <a:ln cap="flat" cmpd="sng" w="28575">
            <a:solidFill>
              <a:srgbClr val="D9D9D9"/>
            </a:solidFill>
            <a:prstDash val="solid"/>
            <a:round/>
            <a:headEnd len="sm" w="sm" type="none"/>
            <a:tailEnd len="sm" w="sm" type="none"/>
          </a:ln>
        </p:spPr>
      </p:cxnSp>
      <p:sp>
        <p:nvSpPr>
          <p:cNvPr id="8098" name="Google Shape;8098;p133"/>
          <p:cNvSpPr txBox="1"/>
          <p:nvPr/>
        </p:nvSpPr>
        <p:spPr>
          <a:xfrm>
            <a:off x="2524025" y="387675"/>
            <a:ext cx="15012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Unid. Organizacional:</a:t>
            </a:r>
            <a:endParaRPr b="1" sz="1100"/>
          </a:p>
        </p:txBody>
      </p:sp>
      <p:sp>
        <p:nvSpPr>
          <p:cNvPr id="8099" name="Google Shape;8099;p133"/>
          <p:cNvSpPr txBox="1"/>
          <p:nvPr/>
        </p:nvSpPr>
        <p:spPr>
          <a:xfrm>
            <a:off x="2524020" y="579550"/>
            <a:ext cx="6846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Alcance:</a:t>
            </a:r>
            <a:endParaRPr b="1" sz="1100"/>
          </a:p>
        </p:txBody>
      </p:sp>
      <p:sp>
        <p:nvSpPr>
          <p:cNvPr id="8100" name="Google Shape;8100;p133"/>
          <p:cNvSpPr txBox="1"/>
          <p:nvPr>
            <p:ph type="title"/>
          </p:nvPr>
        </p:nvSpPr>
        <p:spPr>
          <a:xfrm flipH="1">
            <a:off x="4025374" y="387675"/>
            <a:ext cx="5863200" cy="1692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000"/>
              <a:buNone/>
              <a:defRPr sz="1000">
                <a:solidFill>
                  <a:srgbClr val="000000"/>
                </a:solidFill>
              </a:defRPr>
            </a:lvl1pPr>
            <a:lvl2pPr lvl="1">
              <a:spcBef>
                <a:spcPts val="0"/>
              </a:spcBef>
              <a:spcAft>
                <a:spcPts val="0"/>
              </a:spcAft>
              <a:buClr>
                <a:srgbClr val="000000"/>
              </a:buClr>
              <a:buSzPts val="1000"/>
              <a:buNone/>
              <a:defRPr sz="1000">
                <a:solidFill>
                  <a:srgbClr val="000000"/>
                </a:solidFill>
              </a:defRPr>
            </a:lvl2pPr>
            <a:lvl3pPr lvl="2">
              <a:spcBef>
                <a:spcPts val="0"/>
              </a:spcBef>
              <a:spcAft>
                <a:spcPts val="0"/>
              </a:spcAft>
              <a:buClr>
                <a:srgbClr val="000000"/>
              </a:buClr>
              <a:buSzPts val="1000"/>
              <a:buNone/>
              <a:defRPr sz="1000">
                <a:solidFill>
                  <a:srgbClr val="000000"/>
                </a:solidFill>
              </a:defRPr>
            </a:lvl3pPr>
            <a:lvl4pPr lvl="3">
              <a:spcBef>
                <a:spcPts val="0"/>
              </a:spcBef>
              <a:spcAft>
                <a:spcPts val="0"/>
              </a:spcAft>
              <a:buClr>
                <a:srgbClr val="000000"/>
              </a:buClr>
              <a:buSzPts val="1000"/>
              <a:buNone/>
              <a:defRPr sz="1000">
                <a:solidFill>
                  <a:srgbClr val="000000"/>
                </a:solidFill>
              </a:defRPr>
            </a:lvl4pPr>
            <a:lvl5pPr lvl="4">
              <a:spcBef>
                <a:spcPts val="0"/>
              </a:spcBef>
              <a:spcAft>
                <a:spcPts val="0"/>
              </a:spcAft>
              <a:buClr>
                <a:srgbClr val="000000"/>
              </a:buClr>
              <a:buSzPts val="1000"/>
              <a:buNone/>
              <a:defRPr sz="1000">
                <a:solidFill>
                  <a:srgbClr val="000000"/>
                </a:solidFill>
              </a:defRPr>
            </a:lvl5pPr>
            <a:lvl6pPr lvl="5">
              <a:spcBef>
                <a:spcPts val="0"/>
              </a:spcBef>
              <a:spcAft>
                <a:spcPts val="0"/>
              </a:spcAft>
              <a:buClr>
                <a:srgbClr val="000000"/>
              </a:buClr>
              <a:buSzPts val="1000"/>
              <a:buNone/>
              <a:defRPr sz="1000">
                <a:solidFill>
                  <a:srgbClr val="000000"/>
                </a:solidFill>
              </a:defRPr>
            </a:lvl6pPr>
            <a:lvl7pPr lvl="6">
              <a:spcBef>
                <a:spcPts val="0"/>
              </a:spcBef>
              <a:spcAft>
                <a:spcPts val="0"/>
              </a:spcAft>
              <a:buClr>
                <a:srgbClr val="000000"/>
              </a:buClr>
              <a:buSzPts val="1000"/>
              <a:buNone/>
              <a:defRPr sz="1000">
                <a:solidFill>
                  <a:srgbClr val="000000"/>
                </a:solidFill>
              </a:defRPr>
            </a:lvl7pPr>
            <a:lvl8pPr lvl="7">
              <a:spcBef>
                <a:spcPts val="0"/>
              </a:spcBef>
              <a:spcAft>
                <a:spcPts val="0"/>
              </a:spcAft>
              <a:buClr>
                <a:srgbClr val="000000"/>
              </a:buClr>
              <a:buSzPts val="1000"/>
              <a:buNone/>
              <a:defRPr sz="1000">
                <a:solidFill>
                  <a:srgbClr val="000000"/>
                </a:solidFill>
              </a:defRPr>
            </a:lvl8pPr>
            <a:lvl9pPr lvl="8">
              <a:spcBef>
                <a:spcPts val="0"/>
              </a:spcBef>
              <a:spcAft>
                <a:spcPts val="0"/>
              </a:spcAft>
              <a:buClr>
                <a:srgbClr val="000000"/>
              </a:buClr>
              <a:buSzPts val="1000"/>
              <a:buNone/>
              <a:defRPr sz="1000">
                <a:solidFill>
                  <a:srgbClr val="000000"/>
                </a:solidFill>
              </a:defRPr>
            </a:lvl9pPr>
          </a:lstStyle>
          <a:p/>
        </p:txBody>
      </p:sp>
      <p:sp>
        <p:nvSpPr>
          <p:cNvPr id="8101" name="Google Shape;8101;p133"/>
          <p:cNvSpPr txBox="1"/>
          <p:nvPr>
            <p:ph idx="72" type="title"/>
          </p:nvPr>
        </p:nvSpPr>
        <p:spPr>
          <a:xfrm flipH="1">
            <a:off x="3208773" y="579550"/>
            <a:ext cx="6679800" cy="1692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000"/>
              <a:buNone/>
              <a:defRPr sz="1000">
                <a:solidFill>
                  <a:srgbClr val="000000"/>
                </a:solidFill>
              </a:defRPr>
            </a:lvl1pPr>
            <a:lvl2pPr lvl="1">
              <a:spcBef>
                <a:spcPts val="0"/>
              </a:spcBef>
              <a:spcAft>
                <a:spcPts val="0"/>
              </a:spcAft>
              <a:buClr>
                <a:srgbClr val="000000"/>
              </a:buClr>
              <a:buSzPts val="1000"/>
              <a:buNone/>
              <a:defRPr sz="1000">
                <a:solidFill>
                  <a:srgbClr val="000000"/>
                </a:solidFill>
              </a:defRPr>
            </a:lvl2pPr>
            <a:lvl3pPr lvl="2">
              <a:spcBef>
                <a:spcPts val="0"/>
              </a:spcBef>
              <a:spcAft>
                <a:spcPts val="0"/>
              </a:spcAft>
              <a:buClr>
                <a:srgbClr val="000000"/>
              </a:buClr>
              <a:buSzPts val="1000"/>
              <a:buNone/>
              <a:defRPr sz="1000">
                <a:solidFill>
                  <a:srgbClr val="000000"/>
                </a:solidFill>
              </a:defRPr>
            </a:lvl3pPr>
            <a:lvl4pPr lvl="3">
              <a:spcBef>
                <a:spcPts val="0"/>
              </a:spcBef>
              <a:spcAft>
                <a:spcPts val="0"/>
              </a:spcAft>
              <a:buClr>
                <a:srgbClr val="000000"/>
              </a:buClr>
              <a:buSzPts val="1000"/>
              <a:buNone/>
              <a:defRPr sz="1000">
                <a:solidFill>
                  <a:srgbClr val="000000"/>
                </a:solidFill>
              </a:defRPr>
            </a:lvl4pPr>
            <a:lvl5pPr lvl="4">
              <a:spcBef>
                <a:spcPts val="0"/>
              </a:spcBef>
              <a:spcAft>
                <a:spcPts val="0"/>
              </a:spcAft>
              <a:buClr>
                <a:srgbClr val="000000"/>
              </a:buClr>
              <a:buSzPts val="1000"/>
              <a:buNone/>
              <a:defRPr sz="1000">
                <a:solidFill>
                  <a:srgbClr val="000000"/>
                </a:solidFill>
              </a:defRPr>
            </a:lvl5pPr>
            <a:lvl6pPr lvl="5">
              <a:spcBef>
                <a:spcPts val="0"/>
              </a:spcBef>
              <a:spcAft>
                <a:spcPts val="0"/>
              </a:spcAft>
              <a:buClr>
                <a:srgbClr val="000000"/>
              </a:buClr>
              <a:buSzPts val="1000"/>
              <a:buNone/>
              <a:defRPr sz="1000">
                <a:solidFill>
                  <a:srgbClr val="000000"/>
                </a:solidFill>
              </a:defRPr>
            </a:lvl6pPr>
            <a:lvl7pPr lvl="6">
              <a:spcBef>
                <a:spcPts val="0"/>
              </a:spcBef>
              <a:spcAft>
                <a:spcPts val="0"/>
              </a:spcAft>
              <a:buClr>
                <a:srgbClr val="000000"/>
              </a:buClr>
              <a:buSzPts val="1000"/>
              <a:buNone/>
              <a:defRPr sz="1000">
                <a:solidFill>
                  <a:srgbClr val="000000"/>
                </a:solidFill>
              </a:defRPr>
            </a:lvl7pPr>
            <a:lvl8pPr lvl="7">
              <a:spcBef>
                <a:spcPts val="0"/>
              </a:spcBef>
              <a:spcAft>
                <a:spcPts val="0"/>
              </a:spcAft>
              <a:buClr>
                <a:srgbClr val="000000"/>
              </a:buClr>
              <a:buSzPts val="1000"/>
              <a:buNone/>
              <a:defRPr sz="1000">
                <a:solidFill>
                  <a:srgbClr val="000000"/>
                </a:solidFill>
              </a:defRPr>
            </a:lvl8pPr>
            <a:lvl9pPr lvl="8">
              <a:spcBef>
                <a:spcPts val="0"/>
              </a:spcBef>
              <a:spcAft>
                <a:spcPts val="0"/>
              </a:spcAft>
              <a:buClr>
                <a:srgbClr val="000000"/>
              </a:buClr>
              <a:buSzPts val="1000"/>
              <a:buNone/>
              <a:defRPr sz="1000">
                <a:solidFill>
                  <a:srgbClr val="000000"/>
                </a:solidFill>
              </a:defRPr>
            </a:lvl9pPr>
          </a:lstStyle>
          <a:p/>
        </p:txBody>
      </p:sp>
      <p:sp>
        <p:nvSpPr>
          <p:cNvPr id="8102" name="Google Shape;8102;p133"/>
          <p:cNvSpPr txBox="1"/>
          <p:nvPr>
            <p:ph idx="73" type="body"/>
          </p:nvPr>
        </p:nvSpPr>
        <p:spPr>
          <a:xfrm>
            <a:off x="641150" y="612125"/>
            <a:ext cx="1770300" cy="160500"/>
          </a:xfrm>
          <a:prstGeom prst="rect">
            <a:avLst/>
          </a:prstGeom>
          <a:noFill/>
          <a:ln>
            <a:noFill/>
          </a:ln>
        </p:spPr>
        <p:txBody>
          <a:bodyPr anchorCtr="0" anchor="t" bIns="0" lIns="0" spcFirstLastPara="1" rIns="0" wrap="square" tIns="0">
            <a:noAutofit/>
          </a:bodyPr>
          <a:lstStyle>
            <a:lvl1pPr indent="-292100" lvl="0" marL="457200" algn="ctr">
              <a:spcBef>
                <a:spcPts val="0"/>
              </a:spcBef>
              <a:spcAft>
                <a:spcPts val="0"/>
              </a:spcAft>
              <a:buClr>
                <a:srgbClr val="FFFFFF"/>
              </a:buClr>
              <a:buSzPts val="1000"/>
              <a:buChar char="●"/>
              <a:defRPr sz="1000">
                <a:solidFill>
                  <a:srgbClr val="FFFFFF"/>
                </a:solidFill>
              </a:defRPr>
            </a:lvl1pPr>
            <a:lvl2pPr indent="-292100" lvl="1" marL="914400" algn="ctr">
              <a:spcBef>
                <a:spcPts val="0"/>
              </a:spcBef>
              <a:spcAft>
                <a:spcPts val="0"/>
              </a:spcAft>
              <a:buClr>
                <a:srgbClr val="FFFFFF"/>
              </a:buClr>
              <a:buSzPts val="1000"/>
              <a:buChar char="○"/>
              <a:defRPr sz="1000">
                <a:solidFill>
                  <a:srgbClr val="FFFFFF"/>
                </a:solidFill>
              </a:defRPr>
            </a:lvl2pPr>
            <a:lvl3pPr indent="-292100" lvl="2" marL="1371600" algn="ctr">
              <a:spcBef>
                <a:spcPts val="0"/>
              </a:spcBef>
              <a:spcAft>
                <a:spcPts val="0"/>
              </a:spcAft>
              <a:buClr>
                <a:srgbClr val="FFFFFF"/>
              </a:buClr>
              <a:buSzPts val="1000"/>
              <a:buChar char="■"/>
              <a:defRPr sz="1000">
                <a:solidFill>
                  <a:srgbClr val="FFFFFF"/>
                </a:solidFill>
              </a:defRPr>
            </a:lvl3pPr>
            <a:lvl4pPr indent="-292100" lvl="3" marL="1828800" algn="ctr">
              <a:spcBef>
                <a:spcPts val="0"/>
              </a:spcBef>
              <a:spcAft>
                <a:spcPts val="0"/>
              </a:spcAft>
              <a:buClr>
                <a:srgbClr val="FFFFFF"/>
              </a:buClr>
              <a:buSzPts val="1000"/>
              <a:buChar char="●"/>
              <a:defRPr sz="1000">
                <a:solidFill>
                  <a:srgbClr val="FFFFFF"/>
                </a:solidFill>
              </a:defRPr>
            </a:lvl4pPr>
            <a:lvl5pPr indent="-292100" lvl="4" marL="2286000" algn="ctr">
              <a:spcBef>
                <a:spcPts val="0"/>
              </a:spcBef>
              <a:spcAft>
                <a:spcPts val="0"/>
              </a:spcAft>
              <a:buClr>
                <a:srgbClr val="FFFFFF"/>
              </a:buClr>
              <a:buSzPts val="1000"/>
              <a:buChar char="○"/>
              <a:defRPr sz="1000">
                <a:solidFill>
                  <a:srgbClr val="FFFFFF"/>
                </a:solidFill>
              </a:defRPr>
            </a:lvl5pPr>
            <a:lvl6pPr indent="-292100" lvl="5" marL="2743200" algn="ctr">
              <a:spcBef>
                <a:spcPts val="0"/>
              </a:spcBef>
              <a:spcAft>
                <a:spcPts val="0"/>
              </a:spcAft>
              <a:buClr>
                <a:srgbClr val="FFFFFF"/>
              </a:buClr>
              <a:buSzPts val="1000"/>
              <a:buChar char="■"/>
              <a:defRPr sz="1000">
                <a:solidFill>
                  <a:srgbClr val="FFFFFF"/>
                </a:solidFill>
              </a:defRPr>
            </a:lvl6pPr>
            <a:lvl7pPr indent="-292100" lvl="6" marL="3200400" algn="ctr">
              <a:spcBef>
                <a:spcPts val="0"/>
              </a:spcBef>
              <a:spcAft>
                <a:spcPts val="0"/>
              </a:spcAft>
              <a:buClr>
                <a:srgbClr val="FFFFFF"/>
              </a:buClr>
              <a:buSzPts val="1000"/>
              <a:buChar char="●"/>
              <a:defRPr sz="1000">
                <a:solidFill>
                  <a:srgbClr val="FFFFFF"/>
                </a:solidFill>
              </a:defRPr>
            </a:lvl7pPr>
            <a:lvl8pPr indent="-292100" lvl="7" marL="3657600" algn="ctr">
              <a:spcBef>
                <a:spcPts val="0"/>
              </a:spcBef>
              <a:spcAft>
                <a:spcPts val="0"/>
              </a:spcAft>
              <a:buClr>
                <a:srgbClr val="FFFFFF"/>
              </a:buClr>
              <a:buSzPts val="1000"/>
              <a:buChar char="○"/>
              <a:defRPr sz="1000">
                <a:solidFill>
                  <a:srgbClr val="FFFFFF"/>
                </a:solidFill>
              </a:defRPr>
            </a:lvl8pPr>
            <a:lvl9pPr indent="-292100" lvl="8" marL="4114800" algn="ctr">
              <a:spcBef>
                <a:spcPts val="0"/>
              </a:spcBef>
              <a:spcAft>
                <a:spcPts val="0"/>
              </a:spcAft>
              <a:buClr>
                <a:srgbClr val="FFFFFF"/>
              </a:buClr>
              <a:buSzPts val="1000"/>
              <a:buChar char="■"/>
              <a:defRPr sz="1000">
                <a:solidFill>
                  <a:srgbClr val="FFFFFF"/>
                </a:solidFill>
              </a:defRPr>
            </a:lvl9pPr>
          </a:lstStyle>
          <a:p/>
        </p:txBody>
      </p:sp>
      <p:sp>
        <p:nvSpPr>
          <p:cNvPr id="8103" name="Google Shape;8103;p133"/>
          <p:cNvSpPr txBox="1"/>
          <p:nvPr/>
        </p:nvSpPr>
        <p:spPr>
          <a:xfrm>
            <a:off x="84825" y="598125"/>
            <a:ext cx="595500" cy="205800"/>
          </a:xfrm>
          <a:prstGeom prst="rect">
            <a:avLst/>
          </a:prstGeom>
          <a:noFill/>
          <a:ln>
            <a:noFill/>
          </a:ln>
        </p:spPr>
        <p:txBody>
          <a:bodyPr anchorCtr="0" anchor="t" bIns="18000" lIns="18000" spcFirstLastPara="1" rIns="18000" wrap="square" tIns="18000">
            <a:spAutoFit/>
          </a:bodyPr>
          <a:lstStyle/>
          <a:p>
            <a:pPr indent="0" lvl="0" marL="0" rtl="0" algn="l">
              <a:spcBef>
                <a:spcPts val="0"/>
              </a:spcBef>
              <a:spcAft>
                <a:spcPts val="0"/>
              </a:spcAft>
              <a:buNone/>
            </a:pPr>
            <a:r>
              <a:rPr lang="es-419" sz="1100">
                <a:solidFill>
                  <a:srgbClr val="FFFFFF"/>
                </a:solidFill>
              </a:rPr>
              <a:t>Nombre:</a:t>
            </a:r>
            <a:endParaRPr sz="1100">
              <a:solidFill>
                <a:srgbClr val="FFFFFF"/>
              </a:solidFill>
            </a:endParaRPr>
          </a:p>
        </p:txBody>
      </p:sp>
    </p:spTree>
  </p:cSld>
  <p:clrMapOvr>
    <a:masterClrMapping/>
  </p:clrMapOvr>
</p:sldLayout>
</file>

<file path=ppt/slideLayouts/slideLayout13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0.3 Regla de Negocio">
  <p:cSld name="TITLE_3_6_1_2">
    <p:spTree>
      <p:nvGrpSpPr>
        <p:cNvPr id="8104" name="Shape 8104"/>
        <p:cNvGrpSpPr/>
        <p:nvPr/>
      </p:nvGrpSpPr>
      <p:grpSpPr>
        <a:xfrm>
          <a:off x="0" y="0"/>
          <a:ext cx="0" cy="0"/>
          <a:chOff x="0" y="0"/>
          <a:chExt cx="0" cy="0"/>
        </a:xfrm>
      </p:grpSpPr>
      <p:sp>
        <p:nvSpPr>
          <p:cNvPr id="8105" name="Google Shape;8105;p134"/>
          <p:cNvSpPr/>
          <p:nvPr/>
        </p:nvSpPr>
        <p:spPr>
          <a:xfrm>
            <a:off x="77688" y="358938"/>
            <a:ext cx="9935700" cy="6438000"/>
          </a:xfrm>
          <a:prstGeom prst="roundRect">
            <a:avLst>
              <a:gd fmla="val 2618" name="adj"/>
            </a:avLst>
          </a:prstGeom>
          <a:solidFill>
            <a:srgbClr val="FFFFFF"/>
          </a:solidFill>
          <a:ln cap="flat" cmpd="sng" w="38100">
            <a:solidFill>
              <a:srgbClr val="000000"/>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106" name="Google Shape;8106;p134"/>
          <p:cNvCxnSpPr/>
          <p:nvPr/>
        </p:nvCxnSpPr>
        <p:spPr>
          <a:xfrm>
            <a:off x="77688" y="772614"/>
            <a:ext cx="9935700" cy="0"/>
          </a:xfrm>
          <a:prstGeom prst="straightConnector1">
            <a:avLst/>
          </a:prstGeom>
          <a:noFill/>
          <a:ln cap="flat" cmpd="sng" w="19050">
            <a:solidFill>
              <a:srgbClr val="000000"/>
            </a:solidFill>
            <a:prstDash val="solid"/>
            <a:round/>
            <a:headEnd len="med" w="med" type="none"/>
            <a:tailEnd len="med" w="med" type="none"/>
          </a:ln>
        </p:spPr>
      </p:cxnSp>
      <p:cxnSp>
        <p:nvCxnSpPr>
          <p:cNvPr id="8107" name="Google Shape;8107;p134"/>
          <p:cNvCxnSpPr/>
          <p:nvPr/>
        </p:nvCxnSpPr>
        <p:spPr>
          <a:xfrm rot="10800000">
            <a:off x="2439038" y="368188"/>
            <a:ext cx="0" cy="402300"/>
          </a:xfrm>
          <a:prstGeom prst="straightConnector1">
            <a:avLst/>
          </a:prstGeom>
          <a:noFill/>
          <a:ln cap="flat" cmpd="sng" w="19050">
            <a:solidFill>
              <a:srgbClr val="000000"/>
            </a:solidFill>
            <a:prstDash val="solid"/>
            <a:round/>
            <a:headEnd len="med" w="med" type="none"/>
            <a:tailEnd len="med" w="med" type="none"/>
          </a:ln>
        </p:spPr>
      </p:cxnSp>
      <p:sp>
        <p:nvSpPr>
          <p:cNvPr id="8108" name="Google Shape;8108;p134"/>
          <p:cNvSpPr txBox="1"/>
          <p:nvPr>
            <p:ph type="title"/>
          </p:nvPr>
        </p:nvSpPr>
        <p:spPr>
          <a:xfrm flipH="1">
            <a:off x="4228300" y="437575"/>
            <a:ext cx="5577600" cy="2658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200"/>
              <a:buNone/>
              <a:defRPr sz="1200">
                <a:solidFill>
                  <a:srgbClr val="000000"/>
                </a:solidFill>
              </a:defRPr>
            </a:lvl1pPr>
            <a:lvl2pPr lvl="1">
              <a:spcBef>
                <a:spcPts val="0"/>
              </a:spcBef>
              <a:spcAft>
                <a:spcPts val="0"/>
              </a:spcAft>
              <a:buClr>
                <a:srgbClr val="000000"/>
              </a:buClr>
              <a:buSzPts val="1100"/>
              <a:buNone/>
              <a:defRPr sz="1100">
                <a:solidFill>
                  <a:srgbClr val="000000"/>
                </a:solidFill>
              </a:defRPr>
            </a:lvl2pPr>
            <a:lvl3pPr lvl="2">
              <a:spcBef>
                <a:spcPts val="0"/>
              </a:spcBef>
              <a:spcAft>
                <a:spcPts val="0"/>
              </a:spcAft>
              <a:buClr>
                <a:srgbClr val="000000"/>
              </a:buClr>
              <a:buSzPts val="1100"/>
              <a:buNone/>
              <a:defRPr sz="1100">
                <a:solidFill>
                  <a:srgbClr val="000000"/>
                </a:solidFill>
              </a:defRPr>
            </a:lvl3pPr>
            <a:lvl4pPr lvl="3">
              <a:spcBef>
                <a:spcPts val="0"/>
              </a:spcBef>
              <a:spcAft>
                <a:spcPts val="0"/>
              </a:spcAft>
              <a:buClr>
                <a:srgbClr val="000000"/>
              </a:buClr>
              <a:buSzPts val="1100"/>
              <a:buNone/>
              <a:defRPr sz="1100">
                <a:solidFill>
                  <a:srgbClr val="000000"/>
                </a:solidFill>
              </a:defRPr>
            </a:lvl4pPr>
            <a:lvl5pPr lvl="4">
              <a:spcBef>
                <a:spcPts val="0"/>
              </a:spcBef>
              <a:spcAft>
                <a:spcPts val="0"/>
              </a:spcAft>
              <a:buClr>
                <a:srgbClr val="000000"/>
              </a:buClr>
              <a:buSzPts val="1100"/>
              <a:buNone/>
              <a:defRPr sz="1100">
                <a:solidFill>
                  <a:srgbClr val="000000"/>
                </a:solidFill>
              </a:defRPr>
            </a:lvl5pPr>
            <a:lvl6pPr lvl="5">
              <a:spcBef>
                <a:spcPts val="0"/>
              </a:spcBef>
              <a:spcAft>
                <a:spcPts val="0"/>
              </a:spcAft>
              <a:buClr>
                <a:srgbClr val="000000"/>
              </a:buClr>
              <a:buSzPts val="1100"/>
              <a:buNone/>
              <a:defRPr sz="1100">
                <a:solidFill>
                  <a:srgbClr val="000000"/>
                </a:solidFill>
              </a:defRPr>
            </a:lvl6pPr>
            <a:lvl7pPr lvl="6">
              <a:spcBef>
                <a:spcPts val="0"/>
              </a:spcBef>
              <a:spcAft>
                <a:spcPts val="0"/>
              </a:spcAft>
              <a:buClr>
                <a:srgbClr val="000000"/>
              </a:buClr>
              <a:buSzPts val="1100"/>
              <a:buNone/>
              <a:defRPr sz="1100">
                <a:solidFill>
                  <a:srgbClr val="000000"/>
                </a:solidFill>
              </a:defRPr>
            </a:lvl7pPr>
            <a:lvl8pPr lvl="7">
              <a:spcBef>
                <a:spcPts val="0"/>
              </a:spcBef>
              <a:spcAft>
                <a:spcPts val="0"/>
              </a:spcAft>
              <a:buClr>
                <a:srgbClr val="000000"/>
              </a:buClr>
              <a:buSzPts val="1100"/>
              <a:buNone/>
              <a:defRPr sz="1100">
                <a:solidFill>
                  <a:srgbClr val="000000"/>
                </a:solidFill>
              </a:defRPr>
            </a:lvl8pPr>
            <a:lvl9pPr lvl="8">
              <a:spcBef>
                <a:spcPts val="0"/>
              </a:spcBef>
              <a:spcAft>
                <a:spcPts val="0"/>
              </a:spcAft>
              <a:buClr>
                <a:srgbClr val="000000"/>
              </a:buClr>
              <a:buSzPts val="1100"/>
              <a:buNone/>
              <a:defRPr sz="1100">
                <a:solidFill>
                  <a:srgbClr val="000000"/>
                </a:solidFill>
              </a:defRPr>
            </a:lvl9pPr>
          </a:lstStyle>
          <a:p/>
        </p:txBody>
      </p:sp>
      <p:sp>
        <p:nvSpPr>
          <p:cNvPr id="8109" name="Google Shape;8109;p134"/>
          <p:cNvSpPr txBox="1"/>
          <p:nvPr/>
        </p:nvSpPr>
        <p:spPr>
          <a:xfrm>
            <a:off x="2513450" y="437275"/>
            <a:ext cx="1641000" cy="2664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b="1" lang="es-419" sz="1100"/>
              <a:t>Procesos involucrados en la regla:</a:t>
            </a:r>
            <a:endParaRPr b="1" sz="1100"/>
          </a:p>
        </p:txBody>
      </p:sp>
      <p:sp>
        <p:nvSpPr>
          <p:cNvPr id="8110" name="Google Shape;8110;p134"/>
          <p:cNvSpPr/>
          <p:nvPr/>
        </p:nvSpPr>
        <p:spPr>
          <a:xfrm>
            <a:off x="77688" y="349338"/>
            <a:ext cx="2361300" cy="421200"/>
          </a:xfrm>
          <a:prstGeom prst="roundRect">
            <a:avLst>
              <a:gd fmla="val 50000" name="adj"/>
            </a:avLst>
          </a:prstGeom>
          <a:solidFill>
            <a:srgbClr val="000000"/>
          </a:solidFill>
          <a:ln cap="flat" cmpd="sng" w="9525">
            <a:solidFill>
              <a:srgbClr val="000000"/>
            </a:solidFill>
            <a:prstDash val="solid"/>
            <a:round/>
            <a:headEnd len="sm" w="sm" type="none"/>
            <a:tailEnd len="sm" w="sm" type="none"/>
          </a:ln>
        </p:spPr>
        <p:txBody>
          <a:bodyPr anchorCtr="0" anchor="ctr" bIns="91425" lIns="0" spcFirstLastPara="1" rIns="0" wrap="square" tIns="91425">
            <a:noAutofit/>
          </a:bodyPr>
          <a:lstStyle/>
          <a:p>
            <a:pPr indent="0" lvl="0" marL="0" rtl="0" algn="ctr">
              <a:spcBef>
                <a:spcPts val="0"/>
              </a:spcBef>
              <a:spcAft>
                <a:spcPts val="0"/>
              </a:spcAft>
              <a:buNone/>
            </a:pPr>
            <a:r>
              <a:rPr b="1" lang="es-419" sz="1100">
                <a:solidFill>
                  <a:srgbClr val="FFFFFF"/>
                </a:solidFill>
              </a:rPr>
              <a:t>Regla de Negocio</a:t>
            </a:r>
            <a:endParaRPr b="1" sz="1100">
              <a:solidFill>
                <a:srgbClr val="FFFFFF"/>
              </a:solidFill>
            </a:endParaRPr>
          </a:p>
          <a:p>
            <a:pPr indent="0" lvl="0" marL="0" rtl="0" algn="ctr">
              <a:spcBef>
                <a:spcPts val="0"/>
              </a:spcBef>
              <a:spcAft>
                <a:spcPts val="0"/>
              </a:spcAft>
              <a:buNone/>
            </a:pPr>
            <a:r>
              <a:t/>
            </a:r>
            <a:endParaRPr b="1" sz="1200">
              <a:solidFill>
                <a:srgbClr val="FFFFFF"/>
              </a:solidFill>
            </a:endParaRPr>
          </a:p>
        </p:txBody>
      </p:sp>
      <p:sp>
        <p:nvSpPr>
          <p:cNvPr id="8111" name="Google Shape;8111;p134"/>
          <p:cNvSpPr/>
          <p:nvPr/>
        </p:nvSpPr>
        <p:spPr>
          <a:xfrm>
            <a:off x="83988" y="595504"/>
            <a:ext cx="190200" cy="1692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2" name="Google Shape;8112;p134"/>
          <p:cNvSpPr/>
          <p:nvPr/>
        </p:nvSpPr>
        <p:spPr>
          <a:xfrm>
            <a:off x="2350598" y="358950"/>
            <a:ext cx="88500" cy="4023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3" name="Google Shape;8113;p134"/>
          <p:cNvSpPr/>
          <p:nvPr/>
        </p:nvSpPr>
        <p:spPr>
          <a:xfrm>
            <a:off x="2277739" y="663750"/>
            <a:ext cx="88500" cy="1089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4" name="Google Shape;8114;p134"/>
          <p:cNvSpPr/>
          <p:nvPr/>
        </p:nvSpPr>
        <p:spPr>
          <a:xfrm>
            <a:off x="1635175" y="2219875"/>
            <a:ext cx="8206800" cy="1399500"/>
          </a:xfrm>
          <a:prstGeom prst="roundRect">
            <a:avLst>
              <a:gd fmla="val 3700"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5" name="Google Shape;8115;p134"/>
          <p:cNvSpPr txBox="1"/>
          <p:nvPr/>
        </p:nvSpPr>
        <p:spPr>
          <a:xfrm>
            <a:off x="121082" y="2118354"/>
            <a:ext cx="1514100" cy="1328100"/>
          </a:xfrm>
          <a:prstGeom prst="rect">
            <a:avLst/>
          </a:prstGeom>
          <a:noFill/>
          <a:ln>
            <a:noFill/>
          </a:ln>
        </p:spPr>
        <p:txBody>
          <a:bodyPr anchorCtr="0" anchor="t" bIns="91425" lIns="91425" spcFirstLastPara="1" rIns="91425" wrap="square" tIns="91425">
            <a:noAutofit/>
          </a:bodyPr>
          <a:lstStyle/>
          <a:p>
            <a:pPr indent="0" lvl="0" marL="45720" rtl="0" algn="r">
              <a:spcBef>
                <a:spcPts val="0"/>
              </a:spcBef>
              <a:spcAft>
                <a:spcPts val="0"/>
              </a:spcAft>
              <a:buNone/>
            </a:pPr>
            <a:r>
              <a:rPr b="1" lang="es-419" sz="1000">
                <a:solidFill>
                  <a:srgbClr val="202124"/>
                </a:solidFill>
                <a:latin typeface="Arvo"/>
                <a:ea typeface="Arvo"/>
                <a:cs typeface="Arvo"/>
                <a:sym typeface="Arvo"/>
              </a:rPr>
              <a:t>El problema que resuelve: </a:t>
            </a:r>
            <a:endParaRPr b="1" sz="1000">
              <a:solidFill>
                <a:srgbClr val="202124"/>
              </a:solidFill>
              <a:latin typeface="Arvo"/>
              <a:ea typeface="Arvo"/>
              <a:cs typeface="Arvo"/>
              <a:sym typeface="Arvo"/>
            </a:endParaRPr>
          </a:p>
          <a:p>
            <a:pPr indent="0" lvl="0" marL="45720" rtl="0" algn="r">
              <a:spcBef>
                <a:spcPts val="0"/>
              </a:spcBef>
              <a:spcAft>
                <a:spcPts val="0"/>
              </a:spcAft>
              <a:buNone/>
            </a:pPr>
            <a:r>
              <a:rPr b="1" lang="es-419" sz="1000">
                <a:solidFill>
                  <a:schemeClr val="dk1"/>
                </a:solidFill>
                <a:latin typeface="Arvo"/>
                <a:ea typeface="Arvo"/>
                <a:cs typeface="Arvo"/>
                <a:sym typeface="Arvo"/>
              </a:rPr>
              <a:t>  </a:t>
            </a:r>
            <a:r>
              <a:rPr i="1" lang="es-419" sz="600">
                <a:solidFill>
                  <a:schemeClr val="dk1"/>
                </a:solidFill>
                <a:latin typeface="Arvo"/>
                <a:ea typeface="Arvo"/>
                <a:cs typeface="Arvo"/>
                <a:sym typeface="Arvo"/>
              </a:rPr>
              <a:t>&lt;e</a:t>
            </a:r>
            <a:r>
              <a:rPr b="1" i="1" lang="es-419" sz="600">
                <a:solidFill>
                  <a:schemeClr val="dk1"/>
                </a:solidFill>
                <a:latin typeface="Arvo"/>
                <a:ea typeface="Arvo"/>
                <a:cs typeface="Arvo"/>
                <a:sym typeface="Arvo"/>
              </a:rPr>
              <a:t>j: </a:t>
            </a:r>
            <a:r>
              <a:rPr i="1" lang="es-419" sz="600">
                <a:solidFill>
                  <a:schemeClr val="dk1"/>
                </a:solidFill>
                <a:latin typeface="Arvo"/>
                <a:ea typeface="Arvo"/>
                <a:cs typeface="Arvo"/>
                <a:sym typeface="Arvo"/>
              </a:rPr>
              <a:t>Un registro escolar debe ser concedido solamente a estudiantes que no estén registrados en la actualidad para este periodo activo. Un estudiante podría registrarse en un solo colegio (para no quedarse sin cupo) mientras busca un colegio que ofrezca mejores condiciones para él&gt;</a:t>
            </a:r>
            <a:endParaRPr i="1" sz="600">
              <a:solidFill>
                <a:schemeClr val="hlink"/>
              </a:solidFill>
              <a:latin typeface="Arvo"/>
              <a:ea typeface="Arvo"/>
              <a:cs typeface="Arvo"/>
              <a:sym typeface="Arvo"/>
            </a:endParaRPr>
          </a:p>
        </p:txBody>
      </p:sp>
      <p:sp>
        <p:nvSpPr>
          <p:cNvPr id="8116" name="Google Shape;8116;p134"/>
          <p:cNvSpPr/>
          <p:nvPr/>
        </p:nvSpPr>
        <p:spPr>
          <a:xfrm>
            <a:off x="1635685" y="3831247"/>
            <a:ext cx="1838700" cy="646500"/>
          </a:xfrm>
          <a:prstGeom prst="roundRect">
            <a:avLst>
              <a:gd fmla="val 6541"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7" name="Google Shape;8117;p134"/>
          <p:cNvSpPr txBox="1"/>
          <p:nvPr/>
        </p:nvSpPr>
        <p:spPr>
          <a:xfrm>
            <a:off x="121075" y="3831250"/>
            <a:ext cx="1454400" cy="6465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0"/>
              </a:spcAft>
              <a:buNone/>
            </a:pPr>
            <a:r>
              <a:rPr b="1" lang="es-419" sz="1000">
                <a:solidFill>
                  <a:schemeClr val="dk1"/>
                </a:solidFill>
                <a:latin typeface="Arvo"/>
                <a:ea typeface="Arvo"/>
                <a:cs typeface="Arvo"/>
                <a:sym typeface="Arvo"/>
              </a:rPr>
              <a:t>Entidad a proteger con la regla:</a:t>
            </a:r>
            <a:endParaRPr b="1" sz="1000">
              <a:solidFill>
                <a:schemeClr val="dk1"/>
              </a:solidFill>
              <a:latin typeface="Arvo"/>
              <a:ea typeface="Arvo"/>
              <a:cs typeface="Arvo"/>
              <a:sym typeface="Arvo"/>
            </a:endParaRPr>
          </a:p>
          <a:p>
            <a:pPr indent="0" lvl="0" marL="0" rtl="0" algn="r">
              <a:lnSpc>
                <a:spcPct val="115000"/>
              </a:lnSpc>
              <a:spcBef>
                <a:spcPts val="0"/>
              </a:spcBef>
              <a:spcAft>
                <a:spcPts val="0"/>
              </a:spcAft>
              <a:buNone/>
            </a:pPr>
            <a:r>
              <a:rPr i="1" lang="es-419" sz="600">
                <a:solidFill>
                  <a:schemeClr val="dk1"/>
                </a:solidFill>
                <a:latin typeface="Arvo"/>
                <a:ea typeface="Arvo"/>
                <a:cs typeface="Arvo"/>
                <a:sym typeface="Arvo"/>
              </a:rPr>
              <a:t>&lt;ej:Registro estudiantil&gt;</a:t>
            </a:r>
            <a:endParaRPr i="1" sz="600">
              <a:solidFill>
                <a:schemeClr val="hlink"/>
              </a:solidFill>
              <a:latin typeface="Arvo"/>
              <a:ea typeface="Arvo"/>
              <a:cs typeface="Arvo"/>
              <a:sym typeface="Arvo"/>
            </a:endParaRPr>
          </a:p>
        </p:txBody>
      </p:sp>
      <p:sp>
        <p:nvSpPr>
          <p:cNvPr id="8118" name="Google Shape;8118;p134"/>
          <p:cNvSpPr/>
          <p:nvPr/>
        </p:nvSpPr>
        <p:spPr>
          <a:xfrm>
            <a:off x="1621925" y="1416400"/>
            <a:ext cx="8206800" cy="711600"/>
          </a:xfrm>
          <a:prstGeom prst="roundRect">
            <a:avLst>
              <a:gd fmla="val 11434"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9" name="Google Shape;8119;p134"/>
          <p:cNvSpPr txBox="1"/>
          <p:nvPr/>
        </p:nvSpPr>
        <p:spPr>
          <a:xfrm>
            <a:off x="6722450" y="3831250"/>
            <a:ext cx="1223100" cy="780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0"/>
              </a:spcAft>
              <a:buNone/>
            </a:pPr>
            <a:r>
              <a:rPr b="1" lang="es-419" sz="1000">
                <a:solidFill>
                  <a:schemeClr val="dk1"/>
                </a:solidFill>
                <a:latin typeface="Arvo"/>
                <a:ea typeface="Arvo"/>
                <a:cs typeface="Arvo"/>
                <a:sym typeface="Arvo"/>
              </a:rPr>
              <a:t>Estado Final de la Entidad si se aprueba la regla:</a:t>
            </a:r>
            <a:endParaRPr b="1" sz="1000">
              <a:solidFill>
                <a:schemeClr val="dk1"/>
              </a:solidFill>
              <a:latin typeface="Arvo"/>
              <a:ea typeface="Arvo"/>
              <a:cs typeface="Arvo"/>
              <a:sym typeface="Arvo"/>
            </a:endParaRPr>
          </a:p>
          <a:p>
            <a:pPr indent="0" lvl="0" marL="0" rtl="0" algn="r">
              <a:lnSpc>
                <a:spcPct val="115000"/>
              </a:lnSpc>
              <a:spcBef>
                <a:spcPts val="0"/>
              </a:spcBef>
              <a:spcAft>
                <a:spcPts val="0"/>
              </a:spcAft>
              <a:buNone/>
            </a:pPr>
            <a:r>
              <a:rPr i="1" lang="es-419" sz="600">
                <a:solidFill>
                  <a:schemeClr val="dk1"/>
                </a:solidFill>
                <a:latin typeface="Arvo"/>
                <a:ea typeface="Arvo"/>
                <a:cs typeface="Arvo"/>
                <a:sym typeface="Arvo"/>
              </a:rPr>
              <a:t>&lt;ej: aprobado&gt;</a:t>
            </a:r>
            <a:endParaRPr i="1" sz="1000">
              <a:solidFill>
                <a:schemeClr val="dk1"/>
              </a:solidFill>
              <a:latin typeface="Arvo"/>
              <a:ea typeface="Arvo"/>
              <a:cs typeface="Arvo"/>
              <a:sym typeface="Arvo"/>
            </a:endParaRPr>
          </a:p>
          <a:p>
            <a:pPr indent="0" lvl="0" marL="45720" rtl="0" algn="r">
              <a:spcBef>
                <a:spcPts val="0"/>
              </a:spcBef>
              <a:spcAft>
                <a:spcPts val="600"/>
              </a:spcAft>
              <a:buNone/>
            </a:pPr>
            <a:r>
              <a:t/>
            </a:r>
            <a:endParaRPr b="1" sz="1200">
              <a:solidFill>
                <a:schemeClr val="dk1"/>
              </a:solidFill>
              <a:latin typeface="Arvo"/>
              <a:ea typeface="Arvo"/>
              <a:cs typeface="Arvo"/>
              <a:sym typeface="Arvo"/>
            </a:endParaRPr>
          </a:p>
        </p:txBody>
      </p:sp>
      <p:sp>
        <p:nvSpPr>
          <p:cNvPr id="8120" name="Google Shape;8120;p134"/>
          <p:cNvSpPr/>
          <p:nvPr/>
        </p:nvSpPr>
        <p:spPr>
          <a:xfrm>
            <a:off x="4734976" y="3831247"/>
            <a:ext cx="1838700" cy="646500"/>
          </a:xfrm>
          <a:prstGeom prst="roundRect">
            <a:avLst>
              <a:gd fmla="val 6541"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1" name="Google Shape;8121;p134"/>
          <p:cNvSpPr/>
          <p:nvPr/>
        </p:nvSpPr>
        <p:spPr>
          <a:xfrm>
            <a:off x="7989981" y="3831265"/>
            <a:ext cx="1851900" cy="646500"/>
          </a:xfrm>
          <a:prstGeom prst="roundRect">
            <a:avLst>
              <a:gd fmla="val 6541"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2" name="Google Shape;8122;p134"/>
          <p:cNvSpPr txBox="1"/>
          <p:nvPr/>
        </p:nvSpPr>
        <p:spPr>
          <a:xfrm>
            <a:off x="3534832" y="3831240"/>
            <a:ext cx="1163700" cy="645000"/>
          </a:xfrm>
          <a:prstGeom prst="rect">
            <a:avLst/>
          </a:prstGeom>
          <a:noFill/>
          <a:ln>
            <a:noFill/>
          </a:ln>
        </p:spPr>
        <p:txBody>
          <a:bodyPr anchorCtr="0" anchor="t" bIns="0" lIns="0" spcFirstLastPara="1" rIns="0" wrap="square" tIns="0">
            <a:spAutoFit/>
          </a:bodyPr>
          <a:lstStyle/>
          <a:p>
            <a:pPr indent="0" lvl="0" marL="0" rtl="0" algn="r">
              <a:lnSpc>
                <a:spcPct val="115000"/>
              </a:lnSpc>
              <a:spcBef>
                <a:spcPts val="0"/>
              </a:spcBef>
              <a:spcAft>
                <a:spcPts val="0"/>
              </a:spcAft>
              <a:buNone/>
            </a:pPr>
            <a:r>
              <a:rPr b="1" lang="es-419" sz="1000">
                <a:solidFill>
                  <a:schemeClr val="dk1"/>
                </a:solidFill>
                <a:latin typeface="Arvo"/>
                <a:ea typeface="Arvo"/>
                <a:cs typeface="Arvo"/>
                <a:sym typeface="Arvo"/>
              </a:rPr>
              <a:t>Estado Inicial de la Entidad:</a:t>
            </a:r>
            <a:endParaRPr b="1" sz="1000">
              <a:solidFill>
                <a:schemeClr val="dk1"/>
              </a:solidFill>
              <a:latin typeface="Arvo"/>
              <a:ea typeface="Arvo"/>
              <a:cs typeface="Arvo"/>
              <a:sym typeface="Arvo"/>
            </a:endParaRPr>
          </a:p>
          <a:p>
            <a:pPr indent="0" lvl="0" marL="0" rtl="0" algn="r">
              <a:lnSpc>
                <a:spcPct val="115000"/>
              </a:lnSpc>
              <a:spcBef>
                <a:spcPts val="0"/>
              </a:spcBef>
              <a:spcAft>
                <a:spcPts val="0"/>
              </a:spcAft>
              <a:buNone/>
            </a:pPr>
            <a:r>
              <a:rPr i="1" lang="es-419" sz="600">
                <a:solidFill>
                  <a:schemeClr val="dk1"/>
                </a:solidFill>
                <a:latin typeface="Arvo"/>
                <a:ea typeface="Arvo"/>
                <a:cs typeface="Arvo"/>
                <a:sym typeface="Arvo"/>
              </a:rPr>
              <a:t>&lt;ej: no aprobado&gt;</a:t>
            </a:r>
            <a:endParaRPr i="1" sz="1000">
              <a:solidFill>
                <a:schemeClr val="dk1"/>
              </a:solidFill>
              <a:latin typeface="Arvo"/>
              <a:ea typeface="Arvo"/>
              <a:cs typeface="Arvo"/>
              <a:sym typeface="Arvo"/>
            </a:endParaRPr>
          </a:p>
          <a:p>
            <a:pPr indent="0" lvl="0" marL="45720" rtl="0" algn="r">
              <a:spcBef>
                <a:spcPts val="0"/>
              </a:spcBef>
              <a:spcAft>
                <a:spcPts val="600"/>
              </a:spcAft>
              <a:buNone/>
            </a:pPr>
            <a:r>
              <a:t/>
            </a:r>
            <a:endParaRPr b="1" sz="1200">
              <a:solidFill>
                <a:schemeClr val="dk1"/>
              </a:solidFill>
              <a:latin typeface="Arvo"/>
              <a:ea typeface="Arvo"/>
              <a:cs typeface="Arvo"/>
              <a:sym typeface="Arvo"/>
            </a:endParaRPr>
          </a:p>
        </p:txBody>
      </p:sp>
      <p:sp>
        <p:nvSpPr>
          <p:cNvPr id="8123" name="Google Shape;8123;p134"/>
          <p:cNvSpPr txBox="1"/>
          <p:nvPr>
            <p:ph idx="1" type="subTitle"/>
          </p:nvPr>
        </p:nvSpPr>
        <p:spPr>
          <a:xfrm>
            <a:off x="1635275" y="2227250"/>
            <a:ext cx="8206800" cy="1399500"/>
          </a:xfrm>
          <a:prstGeom prst="rect">
            <a:avLst/>
          </a:prstGeom>
          <a:noFill/>
          <a:ln>
            <a:noFill/>
          </a:ln>
        </p:spPr>
        <p:txBody>
          <a:bodyPr anchorCtr="0" anchor="t" bIns="36000" lIns="36000" spcFirstLastPara="1" rIns="36000" wrap="square" tIns="36000">
            <a:noAutofit/>
          </a:bodyPr>
          <a:lstStyle>
            <a:lvl1pPr lvl="0">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8124" name="Google Shape;8124;p134"/>
          <p:cNvSpPr txBox="1"/>
          <p:nvPr>
            <p:ph idx="2" type="subTitle"/>
          </p:nvPr>
        </p:nvSpPr>
        <p:spPr>
          <a:xfrm>
            <a:off x="1648125" y="3855575"/>
            <a:ext cx="1831200" cy="646500"/>
          </a:xfrm>
          <a:prstGeom prst="rect">
            <a:avLst/>
          </a:prstGeom>
          <a:noFill/>
          <a:ln>
            <a:noFill/>
          </a:ln>
        </p:spPr>
        <p:txBody>
          <a:bodyPr anchorCtr="0" anchor="t" bIns="36000" lIns="36000" spcFirstLastPara="1" rIns="36000" wrap="square" tIns="36000">
            <a:noAutofit/>
          </a:bodyPr>
          <a:lstStyle>
            <a:lvl1pPr lvl="0">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100000"/>
              </a:lnSpc>
              <a:spcBef>
                <a:spcPts val="0"/>
              </a:spcBef>
              <a:spcAft>
                <a:spcPts val="0"/>
              </a:spcAft>
              <a:buClr>
                <a:srgbClr val="000000"/>
              </a:buClr>
              <a:buSzPts val="800"/>
              <a:buNone/>
              <a:defRPr sz="800">
                <a:solidFill>
                  <a:srgbClr val="000000"/>
                </a:solidFill>
              </a:defRPr>
            </a:lvl2pPr>
            <a:lvl3pPr lvl="2">
              <a:lnSpc>
                <a:spcPct val="100000"/>
              </a:lnSpc>
              <a:spcBef>
                <a:spcPts val="0"/>
              </a:spcBef>
              <a:spcAft>
                <a:spcPts val="0"/>
              </a:spcAft>
              <a:buClr>
                <a:srgbClr val="000000"/>
              </a:buClr>
              <a:buSzPts val="800"/>
              <a:buNone/>
              <a:defRPr sz="800">
                <a:solidFill>
                  <a:srgbClr val="000000"/>
                </a:solidFill>
              </a:defRPr>
            </a:lvl3pPr>
            <a:lvl4pPr lvl="3">
              <a:lnSpc>
                <a:spcPct val="100000"/>
              </a:lnSpc>
              <a:spcBef>
                <a:spcPts val="0"/>
              </a:spcBef>
              <a:spcAft>
                <a:spcPts val="0"/>
              </a:spcAft>
              <a:buClr>
                <a:srgbClr val="000000"/>
              </a:buClr>
              <a:buSzPts val="800"/>
              <a:buNone/>
              <a:defRPr sz="800">
                <a:solidFill>
                  <a:srgbClr val="000000"/>
                </a:solidFill>
              </a:defRPr>
            </a:lvl4pPr>
            <a:lvl5pPr lvl="4">
              <a:lnSpc>
                <a:spcPct val="100000"/>
              </a:lnSpc>
              <a:spcBef>
                <a:spcPts val="0"/>
              </a:spcBef>
              <a:spcAft>
                <a:spcPts val="0"/>
              </a:spcAft>
              <a:buClr>
                <a:srgbClr val="000000"/>
              </a:buClr>
              <a:buSzPts val="800"/>
              <a:buNone/>
              <a:defRPr sz="800">
                <a:solidFill>
                  <a:srgbClr val="000000"/>
                </a:solidFill>
              </a:defRPr>
            </a:lvl5pPr>
            <a:lvl6pPr lvl="5">
              <a:lnSpc>
                <a:spcPct val="100000"/>
              </a:lnSpc>
              <a:spcBef>
                <a:spcPts val="0"/>
              </a:spcBef>
              <a:spcAft>
                <a:spcPts val="0"/>
              </a:spcAft>
              <a:buClr>
                <a:srgbClr val="000000"/>
              </a:buClr>
              <a:buSzPts val="800"/>
              <a:buNone/>
              <a:defRPr sz="800">
                <a:solidFill>
                  <a:srgbClr val="000000"/>
                </a:solidFill>
              </a:defRPr>
            </a:lvl6pPr>
            <a:lvl7pPr lvl="6">
              <a:lnSpc>
                <a:spcPct val="100000"/>
              </a:lnSpc>
              <a:spcBef>
                <a:spcPts val="0"/>
              </a:spcBef>
              <a:spcAft>
                <a:spcPts val="0"/>
              </a:spcAft>
              <a:buClr>
                <a:srgbClr val="000000"/>
              </a:buClr>
              <a:buSzPts val="800"/>
              <a:buNone/>
              <a:defRPr sz="800">
                <a:solidFill>
                  <a:srgbClr val="000000"/>
                </a:solidFill>
              </a:defRPr>
            </a:lvl7pPr>
            <a:lvl8pPr lvl="7">
              <a:lnSpc>
                <a:spcPct val="100000"/>
              </a:lnSpc>
              <a:spcBef>
                <a:spcPts val="0"/>
              </a:spcBef>
              <a:spcAft>
                <a:spcPts val="0"/>
              </a:spcAft>
              <a:buClr>
                <a:srgbClr val="000000"/>
              </a:buClr>
              <a:buSzPts val="800"/>
              <a:buNone/>
              <a:defRPr sz="800">
                <a:solidFill>
                  <a:srgbClr val="000000"/>
                </a:solidFill>
              </a:defRPr>
            </a:lvl8pPr>
            <a:lvl9pPr lvl="8">
              <a:lnSpc>
                <a:spcPct val="100000"/>
              </a:lnSpc>
              <a:spcBef>
                <a:spcPts val="0"/>
              </a:spcBef>
              <a:spcAft>
                <a:spcPts val="0"/>
              </a:spcAft>
              <a:buClr>
                <a:srgbClr val="000000"/>
              </a:buClr>
              <a:buSzPts val="800"/>
              <a:buNone/>
              <a:defRPr sz="800">
                <a:solidFill>
                  <a:srgbClr val="000000"/>
                </a:solidFill>
              </a:defRPr>
            </a:lvl9pPr>
          </a:lstStyle>
          <a:p/>
        </p:txBody>
      </p:sp>
      <p:sp>
        <p:nvSpPr>
          <p:cNvPr id="8125" name="Google Shape;8125;p134"/>
          <p:cNvSpPr/>
          <p:nvPr/>
        </p:nvSpPr>
        <p:spPr>
          <a:xfrm>
            <a:off x="286150" y="4766163"/>
            <a:ext cx="1311300" cy="607500"/>
          </a:xfrm>
          <a:prstGeom prst="roundRect">
            <a:avLst>
              <a:gd fmla="val 9450" name="adj"/>
            </a:avLst>
          </a:prstGeom>
          <a:noFill/>
          <a:ln>
            <a:noFill/>
          </a:ln>
        </p:spPr>
        <p:txBody>
          <a:bodyPr anchorCtr="0" anchor="t" bIns="0" lIns="36000" spcFirstLastPara="1" rIns="0" wrap="square" tIns="0">
            <a:noAutofit/>
          </a:bodyPr>
          <a:lstStyle/>
          <a:p>
            <a:pPr indent="0" lvl="0" marL="0" rtl="0" algn="r">
              <a:lnSpc>
                <a:spcPct val="115000"/>
              </a:lnSpc>
              <a:spcBef>
                <a:spcPts val="0"/>
              </a:spcBef>
              <a:spcAft>
                <a:spcPts val="0"/>
              </a:spcAft>
              <a:buClr>
                <a:schemeClr val="dk1"/>
              </a:buClr>
              <a:buSzPts val="1100"/>
              <a:buFont typeface="Arial"/>
              <a:buNone/>
            </a:pPr>
            <a:r>
              <a:rPr b="1" lang="es-419" sz="1000">
                <a:solidFill>
                  <a:schemeClr val="dk1"/>
                </a:solidFill>
                <a:latin typeface="Arvo"/>
                <a:ea typeface="Arvo"/>
                <a:cs typeface="Arvo"/>
                <a:sym typeface="Arvo"/>
              </a:rPr>
              <a:t>Entidades Participantes:</a:t>
            </a:r>
            <a:endParaRPr sz="1000"/>
          </a:p>
        </p:txBody>
      </p:sp>
      <p:grpSp>
        <p:nvGrpSpPr>
          <p:cNvPr id="8126" name="Google Shape;8126;p134"/>
          <p:cNvGrpSpPr/>
          <p:nvPr/>
        </p:nvGrpSpPr>
        <p:grpSpPr>
          <a:xfrm>
            <a:off x="1670204" y="4672426"/>
            <a:ext cx="3238409" cy="893400"/>
            <a:chOff x="2627447" y="1670375"/>
            <a:chExt cx="3587073" cy="893400"/>
          </a:xfrm>
        </p:grpSpPr>
        <p:sp>
          <p:nvSpPr>
            <p:cNvPr id="8127" name="Google Shape;8127;p134"/>
            <p:cNvSpPr/>
            <p:nvPr/>
          </p:nvSpPr>
          <p:spPr>
            <a:xfrm>
              <a:off x="2627447" y="1670375"/>
              <a:ext cx="1782000" cy="893400"/>
            </a:xfrm>
            <a:prstGeom prst="rect">
              <a:avLst/>
            </a:prstGeom>
            <a:solidFill>
              <a:srgbClr val="FFF2CC"/>
            </a:solidFill>
            <a:ln cap="flat" cmpd="sng" w="9525">
              <a:solidFill>
                <a:srgbClr val="D9EA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8" name="Google Shape;8128;p134"/>
            <p:cNvSpPr/>
            <p:nvPr/>
          </p:nvSpPr>
          <p:spPr>
            <a:xfrm>
              <a:off x="4450520" y="1670375"/>
              <a:ext cx="1764000" cy="893400"/>
            </a:xfrm>
            <a:prstGeom prst="rect">
              <a:avLst/>
            </a:prstGeom>
            <a:solidFill>
              <a:srgbClr val="FFF2CC"/>
            </a:solidFill>
            <a:ln cap="flat" cmpd="sng" w="9525">
              <a:solidFill>
                <a:srgbClr val="F4CCC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cxnSp>
        <p:nvCxnSpPr>
          <p:cNvPr id="8129" name="Google Shape;8129;p134"/>
          <p:cNvCxnSpPr/>
          <p:nvPr/>
        </p:nvCxnSpPr>
        <p:spPr>
          <a:xfrm>
            <a:off x="6548821" y="4666600"/>
            <a:ext cx="0" cy="899700"/>
          </a:xfrm>
          <a:prstGeom prst="straightConnector1">
            <a:avLst/>
          </a:prstGeom>
          <a:noFill/>
          <a:ln cap="flat" cmpd="sng" w="28575">
            <a:solidFill>
              <a:srgbClr val="D9D9D9"/>
            </a:solidFill>
            <a:prstDash val="solid"/>
            <a:round/>
            <a:headEnd len="sm" w="sm" type="none"/>
            <a:tailEnd len="sm" w="sm" type="none"/>
          </a:ln>
        </p:spPr>
      </p:cxnSp>
      <p:grpSp>
        <p:nvGrpSpPr>
          <p:cNvPr id="8130" name="Google Shape;8130;p134"/>
          <p:cNvGrpSpPr/>
          <p:nvPr/>
        </p:nvGrpSpPr>
        <p:grpSpPr>
          <a:xfrm>
            <a:off x="4949628" y="4672426"/>
            <a:ext cx="3238409" cy="893400"/>
            <a:chOff x="2627447" y="1670375"/>
            <a:chExt cx="3587073" cy="893400"/>
          </a:xfrm>
        </p:grpSpPr>
        <p:sp>
          <p:nvSpPr>
            <p:cNvPr id="8131" name="Google Shape;8131;p134"/>
            <p:cNvSpPr/>
            <p:nvPr/>
          </p:nvSpPr>
          <p:spPr>
            <a:xfrm>
              <a:off x="2627447" y="1670375"/>
              <a:ext cx="1782000" cy="893400"/>
            </a:xfrm>
            <a:prstGeom prst="rect">
              <a:avLst/>
            </a:prstGeom>
            <a:solidFill>
              <a:srgbClr val="FFF2CC"/>
            </a:solidFill>
            <a:ln cap="flat" cmpd="sng" w="9525">
              <a:solidFill>
                <a:srgbClr val="D9EA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2" name="Google Shape;8132;p134"/>
            <p:cNvSpPr/>
            <p:nvPr/>
          </p:nvSpPr>
          <p:spPr>
            <a:xfrm>
              <a:off x="4450520" y="1670375"/>
              <a:ext cx="1764000" cy="893400"/>
            </a:xfrm>
            <a:prstGeom prst="rect">
              <a:avLst/>
            </a:prstGeom>
            <a:solidFill>
              <a:srgbClr val="FFF2CC"/>
            </a:solidFill>
            <a:ln cap="flat" cmpd="sng" w="9525">
              <a:solidFill>
                <a:srgbClr val="F4CCC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133" name="Google Shape;8133;p134"/>
          <p:cNvSpPr txBox="1"/>
          <p:nvPr>
            <p:ph idx="3" type="subTitle"/>
          </p:nvPr>
        </p:nvSpPr>
        <p:spPr>
          <a:xfrm>
            <a:off x="4740190" y="3829375"/>
            <a:ext cx="1831200" cy="646500"/>
          </a:xfrm>
          <a:prstGeom prst="rect">
            <a:avLst/>
          </a:prstGeom>
          <a:noFill/>
          <a:ln>
            <a:noFill/>
          </a:ln>
        </p:spPr>
        <p:txBody>
          <a:bodyPr anchorCtr="0" anchor="t" bIns="36000" lIns="36000" spcFirstLastPara="1" rIns="36000" wrap="square" tIns="36000">
            <a:noAutofit/>
          </a:bodyPr>
          <a:lstStyle>
            <a:lvl1pPr lvl="0">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100000"/>
              </a:lnSpc>
              <a:spcBef>
                <a:spcPts val="0"/>
              </a:spcBef>
              <a:spcAft>
                <a:spcPts val="0"/>
              </a:spcAft>
              <a:buClr>
                <a:srgbClr val="000000"/>
              </a:buClr>
              <a:buSzPts val="800"/>
              <a:buNone/>
              <a:defRPr sz="800">
                <a:solidFill>
                  <a:srgbClr val="000000"/>
                </a:solidFill>
              </a:defRPr>
            </a:lvl2pPr>
            <a:lvl3pPr lvl="2">
              <a:lnSpc>
                <a:spcPct val="100000"/>
              </a:lnSpc>
              <a:spcBef>
                <a:spcPts val="0"/>
              </a:spcBef>
              <a:spcAft>
                <a:spcPts val="0"/>
              </a:spcAft>
              <a:buClr>
                <a:srgbClr val="000000"/>
              </a:buClr>
              <a:buSzPts val="800"/>
              <a:buNone/>
              <a:defRPr sz="800">
                <a:solidFill>
                  <a:srgbClr val="000000"/>
                </a:solidFill>
              </a:defRPr>
            </a:lvl3pPr>
            <a:lvl4pPr lvl="3">
              <a:lnSpc>
                <a:spcPct val="100000"/>
              </a:lnSpc>
              <a:spcBef>
                <a:spcPts val="0"/>
              </a:spcBef>
              <a:spcAft>
                <a:spcPts val="0"/>
              </a:spcAft>
              <a:buClr>
                <a:srgbClr val="000000"/>
              </a:buClr>
              <a:buSzPts val="800"/>
              <a:buNone/>
              <a:defRPr sz="800">
                <a:solidFill>
                  <a:srgbClr val="000000"/>
                </a:solidFill>
              </a:defRPr>
            </a:lvl4pPr>
            <a:lvl5pPr lvl="4">
              <a:lnSpc>
                <a:spcPct val="100000"/>
              </a:lnSpc>
              <a:spcBef>
                <a:spcPts val="0"/>
              </a:spcBef>
              <a:spcAft>
                <a:spcPts val="0"/>
              </a:spcAft>
              <a:buClr>
                <a:srgbClr val="000000"/>
              </a:buClr>
              <a:buSzPts val="800"/>
              <a:buNone/>
              <a:defRPr sz="800">
                <a:solidFill>
                  <a:srgbClr val="000000"/>
                </a:solidFill>
              </a:defRPr>
            </a:lvl5pPr>
            <a:lvl6pPr lvl="5">
              <a:lnSpc>
                <a:spcPct val="100000"/>
              </a:lnSpc>
              <a:spcBef>
                <a:spcPts val="0"/>
              </a:spcBef>
              <a:spcAft>
                <a:spcPts val="0"/>
              </a:spcAft>
              <a:buClr>
                <a:srgbClr val="000000"/>
              </a:buClr>
              <a:buSzPts val="800"/>
              <a:buNone/>
              <a:defRPr sz="800">
                <a:solidFill>
                  <a:srgbClr val="000000"/>
                </a:solidFill>
              </a:defRPr>
            </a:lvl6pPr>
            <a:lvl7pPr lvl="6">
              <a:lnSpc>
                <a:spcPct val="100000"/>
              </a:lnSpc>
              <a:spcBef>
                <a:spcPts val="0"/>
              </a:spcBef>
              <a:spcAft>
                <a:spcPts val="0"/>
              </a:spcAft>
              <a:buClr>
                <a:srgbClr val="000000"/>
              </a:buClr>
              <a:buSzPts val="800"/>
              <a:buNone/>
              <a:defRPr sz="800">
                <a:solidFill>
                  <a:srgbClr val="000000"/>
                </a:solidFill>
              </a:defRPr>
            </a:lvl7pPr>
            <a:lvl8pPr lvl="7">
              <a:lnSpc>
                <a:spcPct val="100000"/>
              </a:lnSpc>
              <a:spcBef>
                <a:spcPts val="0"/>
              </a:spcBef>
              <a:spcAft>
                <a:spcPts val="0"/>
              </a:spcAft>
              <a:buClr>
                <a:srgbClr val="000000"/>
              </a:buClr>
              <a:buSzPts val="800"/>
              <a:buNone/>
              <a:defRPr sz="800">
                <a:solidFill>
                  <a:srgbClr val="000000"/>
                </a:solidFill>
              </a:defRPr>
            </a:lvl8pPr>
            <a:lvl9pPr lvl="8">
              <a:lnSpc>
                <a:spcPct val="100000"/>
              </a:lnSpc>
              <a:spcBef>
                <a:spcPts val="0"/>
              </a:spcBef>
              <a:spcAft>
                <a:spcPts val="0"/>
              </a:spcAft>
              <a:buClr>
                <a:srgbClr val="000000"/>
              </a:buClr>
              <a:buSzPts val="800"/>
              <a:buNone/>
              <a:defRPr sz="800">
                <a:solidFill>
                  <a:srgbClr val="000000"/>
                </a:solidFill>
              </a:defRPr>
            </a:lvl9pPr>
          </a:lstStyle>
          <a:p/>
        </p:txBody>
      </p:sp>
      <p:sp>
        <p:nvSpPr>
          <p:cNvPr id="8134" name="Google Shape;8134;p134"/>
          <p:cNvSpPr txBox="1"/>
          <p:nvPr>
            <p:ph idx="4" type="subTitle"/>
          </p:nvPr>
        </p:nvSpPr>
        <p:spPr>
          <a:xfrm>
            <a:off x="7998604" y="3829375"/>
            <a:ext cx="1831200" cy="646500"/>
          </a:xfrm>
          <a:prstGeom prst="rect">
            <a:avLst/>
          </a:prstGeom>
          <a:noFill/>
          <a:ln>
            <a:noFill/>
          </a:ln>
        </p:spPr>
        <p:txBody>
          <a:bodyPr anchorCtr="0" anchor="t" bIns="36000" lIns="36000" spcFirstLastPara="1" rIns="36000" wrap="square" tIns="36000">
            <a:noAutofit/>
          </a:bodyPr>
          <a:lstStyle>
            <a:lvl1pPr lvl="0">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100000"/>
              </a:lnSpc>
              <a:spcBef>
                <a:spcPts val="0"/>
              </a:spcBef>
              <a:spcAft>
                <a:spcPts val="0"/>
              </a:spcAft>
              <a:buClr>
                <a:srgbClr val="000000"/>
              </a:buClr>
              <a:buSzPts val="800"/>
              <a:buNone/>
              <a:defRPr sz="800">
                <a:solidFill>
                  <a:srgbClr val="000000"/>
                </a:solidFill>
              </a:defRPr>
            </a:lvl2pPr>
            <a:lvl3pPr lvl="2">
              <a:lnSpc>
                <a:spcPct val="100000"/>
              </a:lnSpc>
              <a:spcBef>
                <a:spcPts val="0"/>
              </a:spcBef>
              <a:spcAft>
                <a:spcPts val="0"/>
              </a:spcAft>
              <a:buClr>
                <a:srgbClr val="000000"/>
              </a:buClr>
              <a:buSzPts val="800"/>
              <a:buNone/>
              <a:defRPr sz="800">
                <a:solidFill>
                  <a:srgbClr val="000000"/>
                </a:solidFill>
              </a:defRPr>
            </a:lvl3pPr>
            <a:lvl4pPr lvl="3">
              <a:lnSpc>
                <a:spcPct val="100000"/>
              </a:lnSpc>
              <a:spcBef>
                <a:spcPts val="0"/>
              </a:spcBef>
              <a:spcAft>
                <a:spcPts val="0"/>
              </a:spcAft>
              <a:buClr>
                <a:srgbClr val="000000"/>
              </a:buClr>
              <a:buSzPts val="800"/>
              <a:buNone/>
              <a:defRPr sz="800">
                <a:solidFill>
                  <a:srgbClr val="000000"/>
                </a:solidFill>
              </a:defRPr>
            </a:lvl4pPr>
            <a:lvl5pPr lvl="4">
              <a:lnSpc>
                <a:spcPct val="100000"/>
              </a:lnSpc>
              <a:spcBef>
                <a:spcPts val="0"/>
              </a:spcBef>
              <a:spcAft>
                <a:spcPts val="0"/>
              </a:spcAft>
              <a:buClr>
                <a:srgbClr val="000000"/>
              </a:buClr>
              <a:buSzPts val="800"/>
              <a:buNone/>
              <a:defRPr sz="800">
                <a:solidFill>
                  <a:srgbClr val="000000"/>
                </a:solidFill>
              </a:defRPr>
            </a:lvl5pPr>
            <a:lvl6pPr lvl="5">
              <a:lnSpc>
                <a:spcPct val="100000"/>
              </a:lnSpc>
              <a:spcBef>
                <a:spcPts val="0"/>
              </a:spcBef>
              <a:spcAft>
                <a:spcPts val="0"/>
              </a:spcAft>
              <a:buClr>
                <a:srgbClr val="000000"/>
              </a:buClr>
              <a:buSzPts val="800"/>
              <a:buNone/>
              <a:defRPr sz="800">
                <a:solidFill>
                  <a:srgbClr val="000000"/>
                </a:solidFill>
              </a:defRPr>
            </a:lvl6pPr>
            <a:lvl7pPr lvl="6">
              <a:lnSpc>
                <a:spcPct val="100000"/>
              </a:lnSpc>
              <a:spcBef>
                <a:spcPts val="0"/>
              </a:spcBef>
              <a:spcAft>
                <a:spcPts val="0"/>
              </a:spcAft>
              <a:buClr>
                <a:srgbClr val="000000"/>
              </a:buClr>
              <a:buSzPts val="800"/>
              <a:buNone/>
              <a:defRPr sz="800">
                <a:solidFill>
                  <a:srgbClr val="000000"/>
                </a:solidFill>
              </a:defRPr>
            </a:lvl7pPr>
            <a:lvl8pPr lvl="7">
              <a:lnSpc>
                <a:spcPct val="100000"/>
              </a:lnSpc>
              <a:spcBef>
                <a:spcPts val="0"/>
              </a:spcBef>
              <a:spcAft>
                <a:spcPts val="0"/>
              </a:spcAft>
              <a:buClr>
                <a:srgbClr val="000000"/>
              </a:buClr>
              <a:buSzPts val="800"/>
              <a:buNone/>
              <a:defRPr sz="800">
                <a:solidFill>
                  <a:srgbClr val="000000"/>
                </a:solidFill>
              </a:defRPr>
            </a:lvl8pPr>
            <a:lvl9pPr lvl="8">
              <a:lnSpc>
                <a:spcPct val="100000"/>
              </a:lnSpc>
              <a:spcBef>
                <a:spcPts val="0"/>
              </a:spcBef>
              <a:spcAft>
                <a:spcPts val="0"/>
              </a:spcAft>
              <a:buClr>
                <a:srgbClr val="000000"/>
              </a:buClr>
              <a:buSzPts val="800"/>
              <a:buNone/>
              <a:defRPr sz="800">
                <a:solidFill>
                  <a:srgbClr val="000000"/>
                </a:solidFill>
              </a:defRPr>
            </a:lvl9pPr>
          </a:lstStyle>
          <a:p/>
        </p:txBody>
      </p:sp>
      <p:sp>
        <p:nvSpPr>
          <p:cNvPr id="8135" name="Google Shape;8135;p134"/>
          <p:cNvSpPr/>
          <p:nvPr/>
        </p:nvSpPr>
        <p:spPr>
          <a:xfrm>
            <a:off x="1669750" y="4680019"/>
            <a:ext cx="1608900" cy="287400"/>
          </a:xfrm>
          <a:prstGeom prst="rect">
            <a:avLst/>
          </a:prstGeom>
          <a:solidFill>
            <a:srgbClr val="FFF2CC"/>
          </a:solidFill>
          <a:ln cap="flat" cmpd="sng" w="9525">
            <a:solidFill>
              <a:srgbClr val="D9EAD3"/>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s-419" sz="1000">
                <a:solidFill>
                  <a:srgbClr val="666666"/>
                </a:solidFill>
                <a:latin typeface="Arvo"/>
                <a:ea typeface="Arvo"/>
                <a:cs typeface="Arvo"/>
                <a:sym typeface="Arvo"/>
              </a:rPr>
              <a:t>Entidad 1 </a:t>
            </a:r>
            <a:r>
              <a:rPr i="1" lang="es-419" sz="600">
                <a:solidFill>
                  <a:schemeClr val="dk1"/>
                </a:solidFill>
                <a:latin typeface="Arvo"/>
                <a:ea typeface="Arvo"/>
                <a:cs typeface="Arvo"/>
                <a:sym typeface="Arvo"/>
              </a:rPr>
              <a:t>&lt;ej: Estudiante&gt;</a:t>
            </a:r>
            <a:endParaRPr b="1" sz="1000">
              <a:solidFill>
                <a:srgbClr val="666666"/>
              </a:solidFill>
              <a:latin typeface="Arvo"/>
              <a:ea typeface="Arvo"/>
              <a:cs typeface="Arvo"/>
              <a:sym typeface="Arvo"/>
            </a:endParaRPr>
          </a:p>
        </p:txBody>
      </p:sp>
      <p:sp>
        <p:nvSpPr>
          <p:cNvPr id="8136" name="Google Shape;8136;p134"/>
          <p:cNvSpPr/>
          <p:nvPr/>
        </p:nvSpPr>
        <p:spPr>
          <a:xfrm>
            <a:off x="4944270" y="4680020"/>
            <a:ext cx="1608900" cy="287400"/>
          </a:xfrm>
          <a:prstGeom prst="rect">
            <a:avLst/>
          </a:prstGeom>
          <a:solidFill>
            <a:srgbClr val="FFF2CC"/>
          </a:solidFill>
          <a:ln cap="flat" cmpd="sng" w="9525">
            <a:solidFill>
              <a:srgbClr val="D9EAD3"/>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s-419" sz="1000">
                <a:solidFill>
                  <a:srgbClr val="666666"/>
                </a:solidFill>
                <a:latin typeface="Arvo"/>
                <a:ea typeface="Arvo"/>
                <a:cs typeface="Arvo"/>
                <a:sym typeface="Arvo"/>
              </a:rPr>
              <a:t>Entidad 3 </a:t>
            </a:r>
            <a:r>
              <a:rPr i="1" lang="es-419" sz="600">
                <a:solidFill>
                  <a:schemeClr val="dk1"/>
                </a:solidFill>
                <a:latin typeface="Arvo"/>
                <a:ea typeface="Arvo"/>
                <a:cs typeface="Arvo"/>
                <a:sym typeface="Arvo"/>
              </a:rPr>
              <a:t>&lt;ej: Curso&gt;</a:t>
            </a:r>
            <a:endParaRPr b="1" sz="1000">
              <a:solidFill>
                <a:srgbClr val="666666"/>
              </a:solidFill>
              <a:latin typeface="Arvo"/>
              <a:ea typeface="Arvo"/>
              <a:cs typeface="Arvo"/>
              <a:sym typeface="Arvo"/>
            </a:endParaRPr>
          </a:p>
        </p:txBody>
      </p:sp>
      <p:sp>
        <p:nvSpPr>
          <p:cNvPr id="8137" name="Google Shape;8137;p134"/>
          <p:cNvSpPr/>
          <p:nvPr/>
        </p:nvSpPr>
        <p:spPr>
          <a:xfrm>
            <a:off x="6590435" y="4672420"/>
            <a:ext cx="1597800" cy="294900"/>
          </a:xfrm>
          <a:prstGeom prst="rect">
            <a:avLst/>
          </a:prstGeom>
          <a:solidFill>
            <a:srgbClr val="FFF2CC"/>
          </a:solidFill>
          <a:ln cap="flat" cmpd="sng" w="9525">
            <a:solidFill>
              <a:srgbClr val="D9EAD3"/>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s-419" sz="1000">
                <a:solidFill>
                  <a:srgbClr val="666666"/>
                </a:solidFill>
                <a:latin typeface="Arvo"/>
                <a:ea typeface="Arvo"/>
                <a:cs typeface="Arvo"/>
                <a:sym typeface="Arvo"/>
              </a:rPr>
              <a:t>Entidad 4 </a:t>
            </a:r>
            <a:r>
              <a:rPr i="1" lang="es-419" sz="600">
                <a:solidFill>
                  <a:schemeClr val="dk1"/>
                </a:solidFill>
                <a:latin typeface="Arvo"/>
                <a:ea typeface="Arvo"/>
                <a:cs typeface="Arvo"/>
                <a:sym typeface="Arvo"/>
              </a:rPr>
              <a:t>&lt;ej: Periodo&gt;</a:t>
            </a:r>
            <a:endParaRPr b="1" sz="1000">
              <a:solidFill>
                <a:srgbClr val="666666"/>
              </a:solidFill>
              <a:latin typeface="Arvo"/>
              <a:ea typeface="Arvo"/>
              <a:cs typeface="Arvo"/>
              <a:sym typeface="Arvo"/>
            </a:endParaRPr>
          </a:p>
        </p:txBody>
      </p:sp>
      <p:grpSp>
        <p:nvGrpSpPr>
          <p:cNvPr id="8138" name="Google Shape;8138;p134"/>
          <p:cNvGrpSpPr/>
          <p:nvPr/>
        </p:nvGrpSpPr>
        <p:grpSpPr>
          <a:xfrm>
            <a:off x="1670204" y="5595956"/>
            <a:ext cx="3238409" cy="893400"/>
            <a:chOff x="2627447" y="1670375"/>
            <a:chExt cx="3587073" cy="893400"/>
          </a:xfrm>
        </p:grpSpPr>
        <p:sp>
          <p:nvSpPr>
            <p:cNvPr id="8139" name="Google Shape;8139;p134"/>
            <p:cNvSpPr/>
            <p:nvPr/>
          </p:nvSpPr>
          <p:spPr>
            <a:xfrm>
              <a:off x="2627447" y="1670375"/>
              <a:ext cx="1782000" cy="893400"/>
            </a:xfrm>
            <a:prstGeom prst="rect">
              <a:avLst/>
            </a:prstGeom>
            <a:solidFill>
              <a:srgbClr val="F4CCCC"/>
            </a:solidFill>
            <a:ln cap="flat" cmpd="sng" w="9525">
              <a:solidFill>
                <a:srgbClr val="D9EA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0" name="Google Shape;8140;p134"/>
            <p:cNvSpPr/>
            <p:nvPr/>
          </p:nvSpPr>
          <p:spPr>
            <a:xfrm>
              <a:off x="4450520" y="1670375"/>
              <a:ext cx="1764000" cy="893400"/>
            </a:xfrm>
            <a:prstGeom prst="rect">
              <a:avLst/>
            </a:prstGeom>
            <a:solidFill>
              <a:srgbClr val="F4CCCC"/>
            </a:solidFill>
            <a:ln cap="flat" cmpd="sng" w="9525">
              <a:solidFill>
                <a:srgbClr val="F4CCC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cxnSp>
        <p:nvCxnSpPr>
          <p:cNvPr id="8141" name="Google Shape;8141;p134"/>
          <p:cNvCxnSpPr/>
          <p:nvPr/>
        </p:nvCxnSpPr>
        <p:spPr>
          <a:xfrm>
            <a:off x="6548821" y="5590130"/>
            <a:ext cx="0" cy="899700"/>
          </a:xfrm>
          <a:prstGeom prst="straightConnector1">
            <a:avLst/>
          </a:prstGeom>
          <a:noFill/>
          <a:ln cap="flat" cmpd="sng" w="28575">
            <a:solidFill>
              <a:srgbClr val="D9D9D9"/>
            </a:solidFill>
            <a:prstDash val="solid"/>
            <a:round/>
            <a:headEnd len="sm" w="sm" type="none"/>
            <a:tailEnd len="sm" w="sm" type="none"/>
          </a:ln>
        </p:spPr>
      </p:cxnSp>
      <p:grpSp>
        <p:nvGrpSpPr>
          <p:cNvPr id="8142" name="Google Shape;8142;p134"/>
          <p:cNvGrpSpPr/>
          <p:nvPr/>
        </p:nvGrpSpPr>
        <p:grpSpPr>
          <a:xfrm>
            <a:off x="4949628" y="5595956"/>
            <a:ext cx="3238409" cy="893400"/>
            <a:chOff x="2627447" y="1670375"/>
            <a:chExt cx="3587073" cy="893400"/>
          </a:xfrm>
        </p:grpSpPr>
        <p:sp>
          <p:nvSpPr>
            <p:cNvPr id="8143" name="Google Shape;8143;p134"/>
            <p:cNvSpPr/>
            <p:nvPr/>
          </p:nvSpPr>
          <p:spPr>
            <a:xfrm>
              <a:off x="2627447" y="1670375"/>
              <a:ext cx="1782000" cy="893400"/>
            </a:xfrm>
            <a:prstGeom prst="rect">
              <a:avLst/>
            </a:prstGeom>
            <a:solidFill>
              <a:srgbClr val="F4CCCC"/>
            </a:solidFill>
            <a:ln cap="flat" cmpd="sng" w="9525">
              <a:solidFill>
                <a:srgbClr val="D9EA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4" name="Google Shape;8144;p134"/>
            <p:cNvSpPr/>
            <p:nvPr/>
          </p:nvSpPr>
          <p:spPr>
            <a:xfrm>
              <a:off x="4450520" y="1670375"/>
              <a:ext cx="1764000" cy="893400"/>
            </a:xfrm>
            <a:prstGeom prst="rect">
              <a:avLst/>
            </a:prstGeom>
            <a:solidFill>
              <a:srgbClr val="F4CCCC"/>
            </a:solidFill>
            <a:ln cap="flat" cmpd="sng" w="9525">
              <a:solidFill>
                <a:srgbClr val="F4CCC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145" name="Google Shape;8145;p134"/>
          <p:cNvSpPr/>
          <p:nvPr/>
        </p:nvSpPr>
        <p:spPr>
          <a:xfrm>
            <a:off x="1671578" y="5596051"/>
            <a:ext cx="1608900" cy="294900"/>
          </a:xfrm>
          <a:prstGeom prst="rect">
            <a:avLst/>
          </a:prstGeom>
          <a:solidFill>
            <a:srgbClr val="F4CCCC"/>
          </a:solidFill>
          <a:ln cap="flat" cmpd="sng" w="9525">
            <a:solidFill>
              <a:srgbClr val="D9EAD3"/>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s-419" sz="1000">
                <a:solidFill>
                  <a:srgbClr val="666666"/>
                </a:solidFill>
                <a:latin typeface="Arvo"/>
                <a:ea typeface="Arvo"/>
                <a:cs typeface="Arvo"/>
                <a:sym typeface="Arvo"/>
              </a:rPr>
              <a:t>Estado 1 </a:t>
            </a:r>
            <a:r>
              <a:rPr i="1" lang="es-419" sz="600">
                <a:solidFill>
                  <a:schemeClr val="dk1"/>
                </a:solidFill>
                <a:latin typeface="Arvo"/>
                <a:ea typeface="Arvo"/>
                <a:cs typeface="Arvo"/>
                <a:sym typeface="Arvo"/>
              </a:rPr>
              <a:t>&lt;ej:  Activo y no registrado&gt;</a:t>
            </a:r>
            <a:endParaRPr b="1" sz="1000">
              <a:solidFill>
                <a:srgbClr val="666666"/>
              </a:solidFill>
              <a:latin typeface="Arvo"/>
              <a:ea typeface="Arvo"/>
              <a:cs typeface="Arvo"/>
              <a:sym typeface="Arvo"/>
            </a:endParaRPr>
          </a:p>
        </p:txBody>
      </p:sp>
      <p:sp>
        <p:nvSpPr>
          <p:cNvPr id="8146" name="Google Shape;8146;p134"/>
          <p:cNvSpPr/>
          <p:nvPr/>
        </p:nvSpPr>
        <p:spPr>
          <a:xfrm>
            <a:off x="3313635" y="5596051"/>
            <a:ext cx="1597800" cy="294900"/>
          </a:xfrm>
          <a:prstGeom prst="rect">
            <a:avLst/>
          </a:prstGeom>
          <a:solidFill>
            <a:srgbClr val="F4CCCC"/>
          </a:solidFill>
          <a:ln cap="flat" cmpd="sng" w="9525">
            <a:solidFill>
              <a:srgbClr val="D9EAD3"/>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s-419" sz="1000">
                <a:solidFill>
                  <a:srgbClr val="666666"/>
                </a:solidFill>
                <a:latin typeface="Arvo"/>
                <a:ea typeface="Arvo"/>
                <a:cs typeface="Arvo"/>
                <a:sym typeface="Arvo"/>
              </a:rPr>
              <a:t>Estado 2 </a:t>
            </a:r>
            <a:r>
              <a:rPr i="1" lang="es-419" sz="600">
                <a:solidFill>
                  <a:schemeClr val="dk1"/>
                </a:solidFill>
                <a:latin typeface="Arvo"/>
                <a:ea typeface="Arvo"/>
                <a:cs typeface="Arvo"/>
                <a:sym typeface="Arvo"/>
              </a:rPr>
              <a:t>&lt;ej: en Funcionamiento&gt;</a:t>
            </a:r>
            <a:endParaRPr b="1" sz="1000">
              <a:solidFill>
                <a:srgbClr val="666666"/>
              </a:solidFill>
              <a:latin typeface="Arvo"/>
              <a:ea typeface="Arvo"/>
              <a:cs typeface="Arvo"/>
              <a:sym typeface="Arvo"/>
            </a:endParaRPr>
          </a:p>
        </p:txBody>
      </p:sp>
      <p:sp>
        <p:nvSpPr>
          <p:cNvPr id="8147" name="Google Shape;8147;p134"/>
          <p:cNvSpPr/>
          <p:nvPr/>
        </p:nvSpPr>
        <p:spPr>
          <a:xfrm>
            <a:off x="4951479" y="5603550"/>
            <a:ext cx="1608900" cy="287400"/>
          </a:xfrm>
          <a:prstGeom prst="rect">
            <a:avLst/>
          </a:prstGeom>
          <a:solidFill>
            <a:srgbClr val="F4CCCC"/>
          </a:solidFill>
          <a:ln cap="flat" cmpd="sng" w="9525">
            <a:solidFill>
              <a:srgbClr val="D9EAD3"/>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s-419" sz="1000">
                <a:solidFill>
                  <a:srgbClr val="666666"/>
                </a:solidFill>
                <a:latin typeface="Arvo"/>
                <a:ea typeface="Arvo"/>
                <a:cs typeface="Arvo"/>
                <a:sym typeface="Arvo"/>
              </a:rPr>
              <a:t>Estado 3 </a:t>
            </a:r>
            <a:r>
              <a:rPr i="1" lang="es-419" sz="600">
                <a:solidFill>
                  <a:schemeClr val="dk1"/>
                </a:solidFill>
                <a:latin typeface="Arvo"/>
                <a:ea typeface="Arvo"/>
                <a:cs typeface="Arvo"/>
                <a:sym typeface="Arvo"/>
              </a:rPr>
              <a:t>&lt;ej: Con Cupo&gt;</a:t>
            </a:r>
            <a:endParaRPr b="1" sz="1000">
              <a:solidFill>
                <a:srgbClr val="666666"/>
              </a:solidFill>
              <a:latin typeface="Arvo"/>
              <a:ea typeface="Arvo"/>
              <a:cs typeface="Arvo"/>
              <a:sym typeface="Arvo"/>
            </a:endParaRPr>
          </a:p>
        </p:txBody>
      </p:sp>
      <p:sp>
        <p:nvSpPr>
          <p:cNvPr id="8148" name="Google Shape;8148;p134"/>
          <p:cNvSpPr/>
          <p:nvPr/>
        </p:nvSpPr>
        <p:spPr>
          <a:xfrm>
            <a:off x="6593211" y="5596126"/>
            <a:ext cx="1595100" cy="294900"/>
          </a:xfrm>
          <a:prstGeom prst="rect">
            <a:avLst/>
          </a:prstGeom>
          <a:solidFill>
            <a:srgbClr val="F4CCCC"/>
          </a:solidFill>
          <a:ln cap="flat" cmpd="sng" w="9525">
            <a:solidFill>
              <a:srgbClr val="D9EAD3"/>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s-419" sz="1000">
                <a:solidFill>
                  <a:srgbClr val="666666"/>
                </a:solidFill>
                <a:latin typeface="Arvo"/>
                <a:ea typeface="Arvo"/>
                <a:cs typeface="Arvo"/>
                <a:sym typeface="Arvo"/>
              </a:rPr>
              <a:t>Estado 4 </a:t>
            </a:r>
            <a:r>
              <a:rPr i="1" lang="es-419" sz="600">
                <a:solidFill>
                  <a:schemeClr val="dk1"/>
                </a:solidFill>
                <a:latin typeface="Arvo"/>
                <a:ea typeface="Arvo"/>
                <a:cs typeface="Arvo"/>
                <a:sym typeface="Arvo"/>
              </a:rPr>
              <a:t>&lt;ej: Registrado&gt;</a:t>
            </a:r>
            <a:endParaRPr b="1" sz="1000">
              <a:solidFill>
                <a:srgbClr val="666666"/>
              </a:solidFill>
              <a:latin typeface="Arvo"/>
              <a:ea typeface="Arvo"/>
              <a:cs typeface="Arvo"/>
              <a:sym typeface="Arvo"/>
            </a:endParaRPr>
          </a:p>
        </p:txBody>
      </p:sp>
      <p:sp>
        <p:nvSpPr>
          <p:cNvPr id="8149" name="Google Shape;8149;p134"/>
          <p:cNvSpPr/>
          <p:nvPr/>
        </p:nvSpPr>
        <p:spPr>
          <a:xfrm>
            <a:off x="3313635" y="4680020"/>
            <a:ext cx="1595100" cy="287400"/>
          </a:xfrm>
          <a:prstGeom prst="rect">
            <a:avLst/>
          </a:prstGeom>
          <a:solidFill>
            <a:srgbClr val="FFF2CC"/>
          </a:solidFill>
          <a:ln cap="flat" cmpd="sng" w="9525">
            <a:solidFill>
              <a:srgbClr val="D9EAD3"/>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s-419" sz="1000">
                <a:solidFill>
                  <a:srgbClr val="666666"/>
                </a:solidFill>
                <a:latin typeface="Arvo"/>
                <a:ea typeface="Arvo"/>
                <a:cs typeface="Arvo"/>
                <a:sym typeface="Arvo"/>
              </a:rPr>
              <a:t>Entidad 2 </a:t>
            </a:r>
            <a:r>
              <a:rPr i="1" lang="es-419" sz="600">
                <a:solidFill>
                  <a:schemeClr val="dk1"/>
                </a:solidFill>
                <a:latin typeface="Arvo"/>
                <a:ea typeface="Arvo"/>
                <a:cs typeface="Arvo"/>
                <a:sym typeface="Arvo"/>
              </a:rPr>
              <a:t>&lt;ej: Colegio&gt;</a:t>
            </a:r>
            <a:endParaRPr b="1" sz="1000">
              <a:solidFill>
                <a:srgbClr val="666666"/>
              </a:solidFill>
              <a:latin typeface="Arvo"/>
              <a:ea typeface="Arvo"/>
              <a:cs typeface="Arvo"/>
              <a:sym typeface="Arvo"/>
            </a:endParaRPr>
          </a:p>
        </p:txBody>
      </p:sp>
      <p:sp>
        <p:nvSpPr>
          <p:cNvPr id="8150" name="Google Shape;8150;p134"/>
          <p:cNvSpPr txBox="1"/>
          <p:nvPr/>
        </p:nvSpPr>
        <p:spPr>
          <a:xfrm>
            <a:off x="121075" y="1356352"/>
            <a:ext cx="1514100" cy="711600"/>
          </a:xfrm>
          <a:prstGeom prst="rect">
            <a:avLst/>
          </a:prstGeom>
          <a:noFill/>
          <a:ln>
            <a:noFill/>
          </a:ln>
        </p:spPr>
        <p:txBody>
          <a:bodyPr anchorCtr="0" anchor="t" bIns="91425" lIns="91425" spcFirstLastPara="1" rIns="91425" wrap="square" tIns="91425">
            <a:noAutofit/>
          </a:bodyPr>
          <a:lstStyle/>
          <a:p>
            <a:pPr indent="0" lvl="0" marL="45720" rtl="0" algn="r">
              <a:spcBef>
                <a:spcPts val="0"/>
              </a:spcBef>
              <a:spcAft>
                <a:spcPts val="0"/>
              </a:spcAft>
              <a:buNone/>
            </a:pPr>
            <a:r>
              <a:rPr b="1" lang="es-419" sz="1000">
                <a:solidFill>
                  <a:srgbClr val="202124"/>
                </a:solidFill>
                <a:latin typeface="Arvo"/>
                <a:ea typeface="Arvo"/>
                <a:cs typeface="Arvo"/>
                <a:sym typeface="Arvo"/>
              </a:rPr>
              <a:t>Descripción de la regla: </a:t>
            </a:r>
            <a:endParaRPr b="1" sz="1000">
              <a:solidFill>
                <a:srgbClr val="202124"/>
              </a:solidFill>
              <a:latin typeface="Arvo"/>
              <a:ea typeface="Arvo"/>
              <a:cs typeface="Arvo"/>
              <a:sym typeface="Arvo"/>
            </a:endParaRPr>
          </a:p>
          <a:p>
            <a:pPr indent="0" lvl="0" marL="45720" rtl="0" algn="r">
              <a:spcBef>
                <a:spcPts val="0"/>
              </a:spcBef>
              <a:spcAft>
                <a:spcPts val="0"/>
              </a:spcAft>
              <a:buNone/>
            </a:pPr>
            <a:r>
              <a:rPr b="1" lang="es-419" sz="1000">
                <a:solidFill>
                  <a:schemeClr val="dk1"/>
                </a:solidFill>
                <a:latin typeface="Arvo"/>
                <a:ea typeface="Arvo"/>
                <a:cs typeface="Arvo"/>
                <a:sym typeface="Arvo"/>
              </a:rPr>
              <a:t>  </a:t>
            </a:r>
            <a:r>
              <a:rPr i="1" lang="es-419" sz="600">
                <a:solidFill>
                  <a:schemeClr val="dk1"/>
                </a:solidFill>
                <a:latin typeface="Arvo"/>
                <a:ea typeface="Arvo"/>
                <a:cs typeface="Arvo"/>
                <a:sym typeface="Arvo"/>
              </a:rPr>
              <a:t>&lt;e</a:t>
            </a:r>
            <a:r>
              <a:rPr b="1" i="1" lang="es-419" sz="600">
                <a:solidFill>
                  <a:schemeClr val="dk1"/>
                </a:solidFill>
                <a:latin typeface="Arvo"/>
                <a:ea typeface="Arvo"/>
                <a:cs typeface="Arvo"/>
                <a:sym typeface="Arvo"/>
              </a:rPr>
              <a:t>j: </a:t>
            </a:r>
            <a:r>
              <a:rPr i="1" lang="es-419" sz="600">
                <a:solidFill>
                  <a:schemeClr val="dk1"/>
                </a:solidFill>
                <a:latin typeface="Arvo"/>
                <a:ea typeface="Arvo"/>
                <a:cs typeface="Arvo"/>
                <a:sym typeface="Arvo"/>
              </a:rPr>
              <a:t>La regla garantiza la optimización de los recursos del estado&gt;</a:t>
            </a:r>
            <a:endParaRPr i="1" sz="600">
              <a:solidFill>
                <a:schemeClr val="hlink"/>
              </a:solidFill>
              <a:latin typeface="Arvo"/>
              <a:ea typeface="Arvo"/>
              <a:cs typeface="Arvo"/>
              <a:sym typeface="Arvo"/>
            </a:endParaRPr>
          </a:p>
        </p:txBody>
      </p:sp>
      <p:sp>
        <p:nvSpPr>
          <p:cNvPr id="8151" name="Google Shape;8151;p134"/>
          <p:cNvSpPr/>
          <p:nvPr/>
        </p:nvSpPr>
        <p:spPr>
          <a:xfrm>
            <a:off x="1621925" y="883000"/>
            <a:ext cx="8206800" cy="473400"/>
          </a:xfrm>
          <a:prstGeom prst="roundRect">
            <a:avLst>
              <a:gd fmla="val 11434"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2" name="Google Shape;8152;p134"/>
          <p:cNvSpPr txBox="1"/>
          <p:nvPr>
            <p:ph idx="5" type="subTitle"/>
          </p:nvPr>
        </p:nvSpPr>
        <p:spPr>
          <a:xfrm>
            <a:off x="1635275" y="916205"/>
            <a:ext cx="8206800" cy="402300"/>
          </a:xfrm>
          <a:prstGeom prst="rect">
            <a:avLst/>
          </a:prstGeom>
          <a:noFill/>
          <a:ln>
            <a:noFill/>
          </a:ln>
        </p:spPr>
        <p:txBody>
          <a:bodyPr anchorCtr="0" anchor="t" bIns="36000" lIns="36000" spcFirstLastPara="1" rIns="36000" wrap="square" tIns="36000">
            <a:noAutofit/>
          </a:bodyPr>
          <a:lstStyle>
            <a:lvl1pPr lvl="0">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8153" name="Google Shape;8153;p134"/>
          <p:cNvSpPr txBox="1"/>
          <p:nvPr/>
        </p:nvSpPr>
        <p:spPr>
          <a:xfrm>
            <a:off x="121075" y="822952"/>
            <a:ext cx="1514100" cy="711600"/>
          </a:xfrm>
          <a:prstGeom prst="rect">
            <a:avLst/>
          </a:prstGeom>
          <a:noFill/>
          <a:ln>
            <a:noFill/>
          </a:ln>
        </p:spPr>
        <p:txBody>
          <a:bodyPr anchorCtr="0" anchor="t" bIns="91425" lIns="91425" spcFirstLastPara="1" rIns="91425" wrap="square" tIns="91425">
            <a:noAutofit/>
          </a:bodyPr>
          <a:lstStyle/>
          <a:p>
            <a:pPr indent="0" lvl="0" marL="45720" rtl="0" algn="r">
              <a:spcBef>
                <a:spcPts val="0"/>
              </a:spcBef>
              <a:spcAft>
                <a:spcPts val="0"/>
              </a:spcAft>
              <a:buNone/>
            </a:pPr>
            <a:r>
              <a:rPr b="1" lang="es-419" sz="1000">
                <a:solidFill>
                  <a:srgbClr val="202124"/>
                </a:solidFill>
                <a:latin typeface="Arvo"/>
                <a:ea typeface="Arvo"/>
                <a:cs typeface="Arvo"/>
                <a:sym typeface="Arvo"/>
              </a:rPr>
              <a:t>Código y Nombre de la regla: </a:t>
            </a:r>
            <a:endParaRPr b="1" sz="1000">
              <a:solidFill>
                <a:srgbClr val="202124"/>
              </a:solidFill>
              <a:latin typeface="Arvo"/>
              <a:ea typeface="Arvo"/>
              <a:cs typeface="Arvo"/>
              <a:sym typeface="Arvo"/>
            </a:endParaRPr>
          </a:p>
          <a:p>
            <a:pPr indent="0" lvl="0" marL="45720" rtl="0" algn="r">
              <a:spcBef>
                <a:spcPts val="0"/>
              </a:spcBef>
              <a:spcAft>
                <a:spcPts val="0"/>
              </a:spcAft>
              <a:buNone/>
            </a:pPr>
            <a:r>
              <a:rPr b="1" lang="es-419" sz="1000">
                <a:solidFill>
                  <a:schemeClr val="dk1"/>
                </a:solidFill>
                <a:latin typeface="Arvo"/>
                <a:ea typeface="Arvo"/>
                <a:cs typeface="Arvo"/>
                <a:sym typeface="Arvo"/>
              </a:rPr>
              <a:t>  </a:t>
            </a:r>
            <a:r>
              <a:rPr i="1" lang="es-419" sz="600">
                <a:solidFill>
                  <a:schemeClr val="dk1"/>
                </a:solidFill>
                <a:latin typeface="Arvo"/>
                <a:ea typeface="Arvo"/>
                <a:cs typeface="Arvo"/>
                <a:sym typeface="Arvo"/>
              </a:rPr>
              <a:t>&lt;e</a:t>
            </a:r>
            <a:r>
              <a:rPr b="1" i="1" lang="es-419" sz="600">
                <a:solidFill>
                  <a:schemeClr val="dk1"/>
                </a:solidFill>
                <a:latin typeface="Arvo"/>
                <a:ea typeface="Arvo"/>
                <a:cs typeface="Arvo"/>
                <a:sym typeface="Arvo"/>
              </a:rPr>
              <a:t>j: </a:t>
            </a:r>
            <a:r>
              <a:rPr i="1" lang="es-419" sz="600">
                <a:solidFill>
                  <a:schemeClr val="dk1"/>
                </a:solidFill>
                <a:latin typeface="Arvo"/>
                <a:ea typeface="Arvo"/>
                <a:cs typeface="Arvo"/>
                <a:sym typeface="Arvo"/>
              </a:rPr>
              <a:t>Regla 01&gt;</a:t>
            </a:r>
            <a:endParaRPr i="1" sz="600">
              <a:solidFill>
                <a:schemeClr val="hlink"/>
              </a:solidFill>
              <a:latin typeface="Arvo"/>
              <a:ea typeface="Arvo"/>
              <a:cs typeface="Arvo"/>
              <a:sym typeface="Arvo"/>
            </a:endParaRPr>
          </a:p>
        </p:txBody>
      </p:sp>
      <p:sp>
        <p:nvSpPr>
          <p:cNvPr id="8154" name="Google Shape;8154;p134"/>
          <p:cNvSpPr txBox="1"/>
          <p:nvPr>
            <p:ph idx="6" type="subTitle"/>
          </p:nvPr>
        </p:nvSpPr>
        <p:spPr>
          <a:xfrm>
            <a:off x="1635175" y="1466748"/>
            <a:ext cx="8206800" cy="607500"/>
          </a:xfrm>
          <a:prstGeom prst="rect">
            <a:avLst/>
          </a:prstGeom>
          <a:noFill/>
          <a:ln>
            <a:noFill/>
          </a:ln>
        </p:spPr>
        <p:txBody>
          <a:bodyPr anchorCtr="0" anchor="t" bIns="36000" lIns="36000" spcFirstLastPara="1" rIns="36000" wrap="square" tIns="36000">
            <a:noAutofit/>
          </a:bodyPr>
          <a:lstStyle>
            <a:lvl1pPr lvl="0">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8155" name="Google Shape;8155;p134"/>
          <p:cNvSpPr/>
          <p:nvPr/>
        </p:nvSpPr>
        <p:spPr>
          <a:xfrm>
            <a:off x="8231895" y="4671575"/>
            <a:ext cx="1592700" cy="893400"/>
          </a:xfrm>
          <a:prstGeom prst="rect">
            <a:avLst/>
          </a:prstGeom>
          <a:solidFill>
            <a:srgbClr val="FFF2CC"/>
          </a:solidFill>
          <a:ln cap="flat" cmpd="sng" w="9525">
            <a:solidFill>
              <a:srgbClr val="F4CCC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6" name="Google Shape;8156;p134"/>
          <p:cNvSpPr/>
          <p:nvPr/>
        </p:nvSpPr>
        <p:spPr>
          <a:xfrm>
            <a:off x="8226833" y="4671570"/>
            <a:ext cx="1597800" cy="294900"/>
          </a:xfrm>
          <a:prstGeom prst="rect">
            <a:avLst/>
          </a:prstGeom>
          <a:solidFill>
            <a:srgbClr val="FFF2CC"/>
          </a:solidFill>
          <a:ln cap="flat" cmpd="sng" w="9525">
            <a:solidFill>
              <a:srgbClr val="D9EAD3"/>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s-419" sz="1000">
                <a:solidFill>
                  <a:srgbClr val="666666"/>
                </a:solidFill>
                <a:latin typeface="Arvo"/>
                <a:ea typeface="Arvo"/>
                <a:cs typeface="Arvo"/>
                <a:sym typeface="Arvo"/>
              </a:rPr>
              <a:t>Entidad 5 </a:t>
            </a:r>
            <a:r>
              <a:rPr i="1" lang="es-419" sz="600">
                <a:solidFill>
                  <a:schemeClr val="dk1"/>
                </a:solidFill>
                <a:latin typeface="Arvo"/>
                <a:ea typeface="Arvo"/>
                <a:cs typeface="Arvo"/>
                <a:sym typeface="Arvo"/>
              </a:rPr>
              <a:t>&lt;ej: Periodo&gt;</a:t>
            </a:r>
            <a:endParaRPr b="1" sz="1000">
              <a:solidFill>
                <a:srgbClr val="666666"/>
              </a:solidFill>
              <a:latin typeface="Arvo"/>
              <a:ea typeface="Arvo"/>
              <a:cs typeface="Arvo"/>
              <a:sym typeface="Arvo"/>
            </a:endParaRPr>
          </a:p>
        </p:txBody>
      </p:sp>
      <p:sp>
        <p:nvSpPr>
          <p:cNvPr id="8157" name="Google Shape;8157;p134"/>
          <p:cNvSpPr/>
          <p:nvPr/>
        </p:nvSpPr>
        <p:spPr>
          <a:xfrm>
            <a:off x="8231895" y="5595105"/>
            <a:ext cx="1592700" cy="893400"/>
          </a:xfrm>
          <a:prstGeom prst="rect">
            <a:avLst/>
          </a:prstGeom>
          <a:solidFill>
            <a:srgbClr val="F4CCCC"/>
          </a:solidFill>
          <a:ln cap="flat" cmpd="sng" w="9525">
            <a:solidFill>
              <a:srgbClr val="F4CCC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8" name="Google Shape;8158;p134"/>
          <p:cNvSpPr/>
          <p:nvPr/>
        </p:nvSpPr>
        <p:spPr>
          <a:xfrm>
            <a:off x="8229609" y="5595276"/>
            <a:ext cx="1595100" cy="294900"/>
          </a:xfrm>
          <a:prstGeom prst="rect">
            <a:avLst/>
          </a:prstGeom>
          <a:solidFill>
            <a:srgbClr val="F4CCCC"/>
          </a:solidFill>
          <a:ln cap="flat" cmpd="sng" w="9525">
            <a:solidFill>
              <a:srgbClr val="D9EAD3"/>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s-419" sz="1000">
                <a:solidFill>
                  <a:srgbClr val="666666"/>
                </a:solidFill>
                <a:latin typeface="Arvo"/>
                <a:ea typeface="Arvo"/>
                <a:cs typeface="Arvo"/>
                <a:sym typeface="Arvo"/>
              </a:rPr>
              <a:t>Estado 5 </a:t>
            </a:r>
            <a:r>
              <a:rPr i="1" lang="es-419" sz="600">
                <a:solidFill>
                  <a:schemeClr val="dk1"/>
                </a:solidFill>
                <a:latin typeface="Arvo"/>
                <a:ea typeface="Arvo"/>
                <a:cs typeface="Arvo"/>
                <a:sym typeface="Arvo"/>
              </a:rPr>
              <a:t>&lt;ej: Registrado&gt;</a:t>
            </a:r>
            <a:endParaRPr b="1" sz="1000">
              <a:solidFill>
                <a:srgbClr val="666666"/>
              </a:solidFill>
              <a:latin typeface="Arvo"/>
              <a:ea typeface="Arvo"/>
              <a:cs typeface="Arvo"/>
              <a:sym typeface="Arvo"/>
            </a:endParaRPr>
          </a:p>
        </p:txBody>
      </p:sp>
      <p:sp>
        <p:nvSpPr>
          <p:cNvPr id="8159" name="Google Shape;8159;p134"/>
          <p:cNvSpPr txBox="1"/>
          <p:nvPr>
            <p:ph idx="7" type="subTitle"/>
          </p:nvPr>
        </p:nvSpPr>
        <p:spPr>
          <a:xfrm>
            <a:off x="8258625" y="5890100"/>
            <a:ext cx="1547400" cy="572700"/>
          </a:xfrm>
          <a:prstGeom prst="rect">
            <a:avLst/>
          </a:prstGeom>
          <a:noFill/>
          <a:ln>
            <a:noFill/>
          </a:ln>
        </p:spPr>
        <p:txBody>
          <a:bodyPr anchorCtr="0" anchor="t" bIns="36000" lIns="36000" spcFirstLastPara="1" rIns="36000" wrap="square" tIns="36000">
            <a:noAutofit/>
          </a:bodyPr>
          <a:lstStyle>
            <a:lvl1pPr lvl="0">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8160" name="Google Shape;8160;p134"/>
          <p:cNvSpPr/>
          <p:nvPr/>
        </p:nvSpPr>
        <p:spPr>
          <a:xfrm>
            <a:off x="286150" y="5662100"/>
            <a:ext cx="1311300" cy="711600"/>
          </a:xfrm>
          <a:prstGeom prst="roundRect">
            <a:avLst>
              <a:gd fmla="val 9450" name="adj"/>
            </a:avLst>
          </a:prstGeom>
          <a:noFill/>
          <a:ln>
            <a:noFill/>
          </a:ln>
        </p:spPr>
        <p:txBody>
          <a:bodyPr anchorCtr="0" anchor="t" bIns="0" lIns="36000" spcFirstLastPara="1" rIns="0" wrap="square" tIns="0">
            <a:noAutofit/>
          </a:bodyPr>
          <a:lstStyle/>
          <a:p>
            <a:pPr indent="0" lvl="0" marL="0" rtl="0" algn="r">
              <a:lnSpc>
                <a:spcPct val="115000"/>
              </a:lnSpc>
              <a:spcBef>
                <a:spcPts val="0"/>
              </a:spcBef>
              <a:spcAft>
                <a:spcPts val="0"/>
              </a:spcAft>
              <a:buClr>
                <a:schemeClr val="dk1"/>
              </a:buClr>
              <a:buSzPts val="1100"/>
              <a:buFont typeface="Arial"/>
              <a:buNone/>
            </a:pPr>
            <a:r>
              <a:rPr b="1" lang="es-419" sz="1000">
                <a:solidFill>
                  <a:schemeClr val="dk1"/>
                </a:solidFill>
                <a:latin typeface="Arvo"/>
                <a:ea typeface="Arvo"/>
                <a:cs typeface="Arvo"/>
                <a:sym typeface="Arvo"/>
              </a:rPr>
              <a:t>Estado Entidades Participantes:</a:t>
            </a:r>
            <a:endParaRPr b="1" sz="1000">
              <a:solidFill>
                <a:schemeClr val="dk1"/>
              </a:solidFill>
              <a:latin typeface="Arvo"/>
              <a:ea typeface="Arvo"/>
              <a:cs typeface="Arvo"/>
              <a:sym typeface="Arvo"/>
            </a:endParaRPr>
          </a:p>
          <a:p>
            <a:pPr indent="0" lvl="0" marL="0" rtl="0" algn="r">
              <a:lnSpc>
                <a:spcPct val="115000"/>
              </a:lnSpc>
              <a:spcBef>
                <a:spcPts val="0"/>
              </a:spcBef>
              <a:spcAft>
                <a:spcPts val="0"/>
              </a:spcAft>
              <a:buClr>
                <a:schemeClr val="dk1"/>
              </a:buClr>
              <a:buSzPts val="1100"/>
              <a:buFont typeface="Arial"/>
              <a:buNone/>
            </a:pPr>
            <a:r>
              <a:rPr i="1" lang="es-419" sz="600">
                <a:solidFill>
                  <a:schemeClr val="dk1"/>
                </a:solidFill>
                <a:latin typeface="Arvo"/>
                <a:ea typeface="Arvo"/>
                <a:cs typeface="Arvo"/>
                <a:sym typeface="Arvo"/>
              </a:rPr>
              <a:t>&lt;ej:Es el estado que deben tener las entidades para que la regla se apruebe&gt;</a:t>
            </a:r>
            <a:endParaRPr b="1" sz="1000">
              <a:solidFill>
                <a:schemeClr val="dk1"/>
              </a:solidFill>
              <a:latin typeface="Arvo"/>
              <a:ea typeface="Arvo"/>
              <a:cs typeface="Arvo"/>
              <a:sym typeface="Arvo"/>
            </a:endParaRPr>
          </a:p>
        </p:txBody>
      </p:sp>
      <p:sp>
        <p:nvSpPr>
          <p:cNvPr id="8161" name="Google Shape;8161;p134"/>
          <p:cNvSpPr txBox="1"/>
          <p:nvPr>
            <p:ph idx="8" type="subTitle"/>
          </p:nvPr>
        </p:nvSpPr>
        <p:spPr>
          <a:xfrm>
            <a:off x="8250538" y="4976000"/>
            <a:ext cx="1547400" cy="572700"/>
          </a:xfrm>
          <a:prstGeom prst="rect">
            <a:avLst/>
          </a:prstGeom>
          <a:noFill/>
          <a:ln>
            <a:noFill/>
          </a:ln>
        </p:spPr>
        <p:txBody>
          <a:bodyPr anchorCtr="0" anchor="t" bIns="36000" lIns="36000" spcFirstLastPara="1" rIns="36000" wrap="square" tIns="36000">
            <a:noAutofit/>
          </a:bodyPr>
          <a:lstStyle>
            <a:lvl1pPr lvl="0">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8162" name="Google Shape;8162;p134"/>
          <p:cNvSpPr txBox="1"/>
          <p:nvPr>
            <p:ph idx="9" type="subTitle"/>
          </p:nvPr>
        </p:nvSpPr>
        <p:spPr>
          <a:xfrm>
            <a:off x="6623600" y="5890100"/>
            <a:ext cx="1547400" cy="572700"/>
          </a:xfrm>
          <a:prstGeom prst="rect">
            <a:avLst/>
          </a:prstGeom>
          <a:noFill/>
          <a:ln>
            <a:noFill/>
          </a:ln>
        </p:spPr>
        <p:txBody>
          <a:bodyPr anchorCtr="0" anchor="t" bIns="36000" lIns="36000" spcFirstLastPara="1" rIns="36000" wrap="square" tIns="36000">
            <a:noAutofit/>
          </a:bodyPr>
          <a:lstStyle>
            <a:lvl1pPr lvl="0">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8163" name="Google Shape;8163;p134"/>
          <p:cNvSpPr txBox="1"/>
          <p:nvPr>
            <p:ph idx="13" type="subTitle"/>
          </p:nvPr>
        </p:nvSpPr>
        <p:spPr>
          <a:xfrm>
            <a:off x="6615513" y="4976000"/>
            <a:ext cx="1547400" cy="572700"/>
          </a:xfrm>
          <a:prstGeom prst="rect">
            <a:avLst/>
          </a:prstGeom>
          <a:noFill/>
          <a:ln>
            <a:noFill/>
          </a:ln>
        </p:spPr>
        <p:txBody>
          <a:bodyPr anchorCtr="0" anchor="t" bIns="36000" lIns="36000" spcFirstLastPara="1" rIns="36000" wrap="square" tIns="36000">
            <a:noAutofit/>
          </a:bodyPr>
          <a:lstStyle>
            <a:lvl1pPr lvl="0">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8164" name="Google Shape;8164;p134"/>
          <p:cNvSpPr txBox="1"/>
          <p:nvPr>
            <p:ph idx="14" type="subTitle"/>
          </p:nvPr>
        </p:nvSpPr>
        <p:spPr>
          <a:xfrm>
            <a:off x="4982225" y="5899625"/>
            <a:ext cx="1547400" cy="572700"/>
          </a:xfrm>
          <a:prstGeom prst="rect">
            <a:avLst/>
          </a:prstGeom>
          <a:noFill/>
          <a:ln>
            <a:noFill/>
          </a:ln>
        </p:spPr>
        <p:txBody>
          <a:bodyPr anchorCtr="0" anchor="t" bIns="36000" lIns="36000" spcFirstLastPara="1" rIns="36000" wrap="square" tIns="36000">
            <a:noAutofit/>
          </a:bodyPr>
          <a:lstStyle>
            <a:lvl1pPr lvl="0">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8165" name="Google Shape;8165;p134"/>
          <p:cNvSpPr txBox="1"/>
          <p:nvPr>
            <p:ph idx="15" type="subTitle"/>
          </p:nvPr>
        </p:nvSpPr>
        <p:spPr>
          <a:xfrm>
            <a:off x="4974138" y="4985525"/>
            <a:ext cx="1547400" cy="572700"/>
          </a:xfrm>
          <a:prstGeom prst="rect">
            <a:avLst/>
          </a:prstGeom>
          <a:noFill/>
          <a:ln>
            <a:noFill/>
          </a:ln>
        </p:spPr>
        <p:txBody>
          <a:bodyPr anchorCtr="0" anchor="t" bIns="36000" lIns="36000" spcFirstLastPara="1" rIns="36000" wrap="square" tIns="36000">
            <a:noAutofit/>
          </a:bodyPr>
          <a:lstStyle>
            <a:lvl1pPr lvl="0">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8166" name="Google Shape;8166;p134"/>
          <p:cNvSpPr txBox="1"/>
          <p:nvPr>
            <p:ph idx="16" type="subTitle"/>
          </p:nvPr>
        </p:nvSpPr>
        <p:spPr>
          <a:xfrm>
            <a:off x="3337275" y="5899625"/>
            <a:ext cx="1547400" cy="572700"/>
          </a:xfrm>
          <a:prstGeom prst="rect">
            <a:avLst/>
          </a:prstGeom>
          <a:noFill/>
          <a:ln>
            <a:noFill/>
          </a:ln>
        </p:spPr>
        <p:txBody>
          <a:bodyPr anchorCtr="0" anchor="t" bIns="36000" lIns="36000" spcFirstLastPara="1" rIns="36000" wrap="square" tIns="36000">
            <a:noAutofit/>
          </a:bodyPr>
          <a:lstStyle>
            <a:lvl1pPr lvl="0">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8167" name="Google Shape;8167;p134"/>
          <p:cNvSpPr txBox="1"/>
          <p:nvPr>
            <p:ph idx="17" type="subTitle"/>
          </p:nvPr>
        </p:nvSpPr>
        <p:spPr>
          <a:xfrm>
            <a:off x="3329188" y="4985525"/>
            <a:ext cx="1547400" cy="572700"/>
          </a:xfrm>
          <a:prstGeom prst="rect">
            <a:avLst/>
          </a:prstGeom>
          <a:noFill/>
          <a:ln>
            <a:noFill/>
          </a:ln>
        </p:spPr>
        <p:txBody>
          <a:bodyPr anchorCtr="0" anchor="t" bIns="36000" lIns="36000" spcFirstLastPara="1" rIns="36000" wrap="square" tIns="36000">
            <a:noAutofit/>
          </a:bodyPr>
          <a:lstStyle>
            <a:lvl1pPr lvl="0">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8168" name="Google Shape;8168;p134"/>
          <p:cNvSpPr txBox="1"/>
          <p:nvPr>
            <p:ph idx="18" type="subTitle"/>
          </p:nvPr>
        </p:nvSpPr>
        <p:spPr>
          <a:xfrm>
            <a:off x="1709688" y="5899625"/>
            <a:ext cx="1547400" cy="572700"/>
          </a:xfrm>
          <a:prstGeom prst="rect">
            <a:avLst/>
          </a:prstGeom>
          <a:noFill/>
          <a:ln>
            <a:noFill/>
          </a:ln>
        </p:spPr>
        <p:txBody>
          <a:bodyPr anchorCtr="0" anchor="t" bIns="36000" lIns="36000" spcFirstLastPara="1" rIns="36000" wrap="square" tIns="36000">
            <a:noAutofit/>
          </a:bodyPr>
          <a:lstStyle>
            <a:lvl1pPr lvl="0">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8169" name="Google Shape;8169;p134"/>
          <p:cNvSpPr txBox="1"/>
          <p:nvPr>
            <p:ph idx="19" type="subTitle"/>
          </p:nvPr>
        </p:nvSpPr>
        <p:spPr>
          <a:xfrm>
            <a:off x="1701600" y="4985525"/>
            <a:ext cx="1547400" cy="572700"/>
          </a:xfrm>
          <a:prstGeom prst="rect">
            <a:avLst/>
          </a:prstGeom>
          <a:noFill/>
          <a:ln>
            <a:noFill/>
          </a:ln>
        </p:spPr>
        <p:txBody>
          <a:bodyPr anchorCtr="0" anchor="t" bIns="36000" lIns="36000" spcFirstLastPara="1" rIns="36000" wrap="square" tIns="36000">
            <a:noAutofit/>
          </a:bodyPr>
          <a:lstStyle>
            <a:lvl1pPr lvl="0">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cxnSp>
        <p:nvCxnSpPr>
          <p:cNvPr id="8170" name="Google Shape;8170;p134"/>
          <p:cNvCxnSpPr/>
          <p:nvPr/>
        </p:nvCxnSpPr>
        <p:spPr>
          <a:xfrm flipH="1">
            <a:off x="3295713" y="4675275"/>
            <a:ext cx="4200" cy="1810800"/>
          </a:xfrm>
          <a:prstGeom prst="straightConnector1">
            <a:avLst/>
          </a:prstGeom>
          <a:noFill/>
          <a:ln cap="flat" cmpd="sng" w="28575">
            <a:solidFill>
              <a:srgbClr val="B7B7B7"/>
            </a:solidFill>
            <a:prstDash val="solid"/>
            <a:round/>
            <a:headEnd len="sm" w="sm" type="none"/>
            <a:tailEnd len="sm" w="sm" type="none"/>
          </a:ln>
        </p:spPr>
      </p:cxnSp>
      <p:cxnSp>
        <p:nvCxnSpPr>
          <p:cNvPr id="8171" name="Google Shape;8171;p134"/>
          <p:cNvCxnSpPr/>
          <p:nvPr/>
        </p:nvCxnSpPr>
        <p:spPr>
          <a:xfrm flipH="1">
            <a:off x="4928413" y="4673763"/>
            <a:ext cx="4200" cy="1810800"/>
          </a:xfrm>
          <a:prstGeom prst="straightConnector1">
            <a:avLst/>
          </a:prstGeom>
          <a:noFill/>
          <a:ln cap="flat" cmpd="sng" w="28575">
            <a:solidFill>
              <a:srgbClr val="B7B7B7"/>
            </a:solidFill>
            <a:prstDash val="solid"/>
            <a:round/>
            <a:headEnd len="sm" w="sm" type="none"/>
            <a:tailEnd len="sm" w="sm" type="none"/>
          </a:ln>
        </p:spPr>
      </p:cxnSp>
      <p:cxnSp>
        <p:nvCxnSpPr>
          <p:cNvPr id="8172" name="Google Shape;8172;p134"/>
          <p:cNvCxnSpPr/>
          <p:nvPr/>
        </p:nvCxnSpPr>
        <p:spPr>
          <a:xfrm flipH="1">
            <a:off x="6574676" y="4675263"/>
            <a:ext cx="4200" cy="1810800"/>
          </a:xfrm>
          <a:prstGeom prst="straightConnector1">
            <a:avLst/>
          </a:prstGeom>
          <a:noFill/>
          <a:ln cap="flat" cmpd="sng" w="28575">
            <a:solidFill>
              <a:srgbClr val="B7B7B7"/>
            </a:solidFill>
            <a:prstDash val="solid"/>
            <a:round/>
            <a:headEnd len="sm" w="sm" type="none"/>
            <a:tailEnd len="sm" w="sm" type="none"/>
          </a:ln>
        </p:spPr>
      </p:cxnSp>
      <p:cxnSp>
        <p:nvCxnSpPr>
          <p:cNvPr id="8173" name="Google Shape;8173;p134"/>
          <p:cNvCxnSpPr/>
          <p:nvPr/>
        </p:nvCxnSpPr>
        <p:spPr>
          <a:xfrm flipH="1">
            <a:off x="8210076" y="4677525"/>
            <a:ext cx="4200" cy="1810800"/>
          </a:xfrm>
          <a:prstGeom prst="straightConnector1">
            <a:avLst/>
          </a:prstGeom>
          <a:noFill/>
          <a:ln cap="flat" cmpd="sng" w="28575">
            <a:solidFill>
              <a:srgbClr val="B7B7B7"/>
            </a:solidFill>
            <a:prstDash val="solid"/>
            <a:round/>
            <a:headEnd len="sm" w="sm" type="none"/>
            <a:tailEnd len="sm" w="sm" type="none"/>
          </a:ln>
        </p:spPr>
      </p:cxnSp>
      <p:sp>
        <p:nvSpPr>
          <p:cNvPr id="8174" name="Google Shape;8174;p134"/>
          <p:cNvSpPr txBox="1"/>
          <p:nvPr>
            <p:ph idx="20" type="body"/>
          </p:nvPr>
        </p:nvSpPr>
        <p:spPr>
          <a:xfrm>
            <a:off x="641150" y="612125"/>
            <a:ext cx="1770300" cy="160500"/>
          </a:xfrm>
          <a:prstGeom prst="rect">
            <a:avLst/>
          </a:prstGeom>
          <a:noFill/>
          <a:ln>
            <a:noFill/>
          </a:ln>
        </p:spPr>
        <p:txBody>
          <a:bodyPr anchorCtr="0" anchor="t" bIns="0" lIns="0" spcFirstLastPara="1" rIns="0" wrap="square" tIns="0">
            <a:noAutofit/>
          </a:bodyPr>
          <a:lstStyle>
            <a:lvl1pPr indent="-292100" lvl="0" marL="457200" algn="ctr">
              <a:spcBef>
                <a:spcPts val="0"/>
              </a:spcBef>
              <a:spcAft>
                <a:spcPts val="0"/>
              </a:spcAft>
              <a:buClr>
                <a:srgbClr val="FFFFFF"/>
              </a:buClr>
              <a:buSzPts val="1000"/>
              <a:buChar char="●"/>
              <a:defRPr sz="1000">
                <a:solidFill>
                  <a:srgbClr val="FFFFFF"/>
                </a:solidFill>
              </a:defRPr>
            </a:lvl1pPr>
            <a:lvl2pPr indent="-292100" lvl="1" marL="914400" algn="ctr">
              <a:spcBef>
                <a:spcPts val="0"/>
              </a:spcBef>
              <a:spcAft>
                <a:spcPts val="0"/>
              </a:spcAft>
              <a:buClr>
                <a:srgbClr val="FFFFFF"/>
              </a:buClr>
              <a:buSzPts val="1000"/>
              <a:buChar char="○"/>
              <a:defRPr sz="1000">
                <a:solidFill>
                  <a:srgbClr val="FFFFFF"/>
                </a:solidFill>
              </a:defRPr>
            </a:lvl2pPr>
            <a:lvl3pPr indent="-292100" lvl="2" marL="1371600" algn="ctr">
              <a:spcBef>
                <a:spcPts val="0"/>
              </a:spcBef>
              <a:spcAft>
                <a:spcPts val="0"/>
              </a:spcAft>
              <a:buClr>
                <a:srgbClr val="FFFFFF"/>
              </a:buClr>
              <a:buSzPts val="1000"/>
              <a:buChar char="■"/>
              <a:defRPr sz="1000">
                <a:solidFill>
                  <a:srgbClr val="FFFFFF"/>
                </a:solidFill>
              </a:defRPr>
            </a:lvl3pPr>
            <a:lvl4pPr indent="-292100" lvl="3" marL="1828800" algn="ctr">
              <a:spcBef>
                <a:spcPts val="0"/>
              </a:spcBef>
              <a:spcAft>
                <a:spcPts val="0"/>
              </a:spcAft>
              <a:buClr>
                <a:srgbClr val="FFFFFF"/>
              </a:buClr>
              <a:buSzPts val="1000"/>
              <a:buChar char="●"/>
              <a:defRPr sz="1000">
                <a:solidFill>
                  <a:srgbClr val="FFFFFF"/>
                </a:solidFill>
              </a:defRPr>
            </a:lvl4pPr>
            <a:lvl5pPr indent="-292100" lvl="4" marL="2286000" algn="ctr">
              <a:spcBef>
                <a:spcPts val="0"/>
              </a:spcBef>
              <a:spcAft>
                <a:spcPts val="0"/>
              </a:spcAft>
              <a:buClr>
                <a:srgbClr val="FFFFFF"/>
              </a:buClr>
              <a:buSzPts val="1000"/>
              <a:buChar char="○"/>
              <a:defRPr sz="1000">
                <a:solidFill>
                  <a:srgbClr val="FFFFFF"/>
                </a:solidFill>
              </a:defRPr>
            </a:lvl5pPr>
            <a:lvl6pPr indent="-292100" lvl="5" marL="2743200" algn="ctr">
              <a:spcBef>
                <a:spcPts val="0"/>
              </a:spcBef>
              <a:spcAft>
                <a:spcPts val="0"/>
              </a:spcAft>
              <a:buClr>
                <a:srgbClr val="FFFFFF"/>
              </a:buClr>
              <a:buSzPts val="1000"/>
              <a:buChar char="■"/>
              <a:defRPr sz="1000">
                <a:solidFill>
                  <a:srgbClr val="FFFFFF"/>
                </a:solidFill>
              </a:defRPr>
            </a:lvl6pPr>
            <a:lvl7pPr indent="-292100" lvl="6" marL="3200400" algn="ctr">
              <a:spcBef>
                <a:spcPts val="0"/>
              </a:spcBef>
              <a:spcAft>
                <a:spcPts val="0"/>
              </a:spcAft>
              <a:buClr>
                <a:srgbClr val="FFFFFF"/>
              </a:buClr>
              <a:buSzPts val="1000"/>
              <a:buChar char="●"/>
              <a:defRPr sz="1000">
                <a:solidFill>
                  <a:srgbClr val="FFFFFF"/>
                </a:solidFill>
              </a:defRPr>
            </a:lvl7pPr>
            <a:lvl8pPr indent="-292100" lvl="7" marL="3657600" algn="ctr">
              <a:spcBef>
                <a:spcPts val="0"/>
              </a:spcBef>
              <a:spcAft>
                <a:spcPts val="0"/>
              </a:spcAft>
              <a:buClr>
                <a:srgbClr val="FFFFFF"/>
              </a:buClr>
              <a:buSzPts val="1000"/>
              <a:buChar char="○"/>
              <a:defRPr sz="1000">
                <a:solidFill>
                  <a:srgbClr val="FFFFFF"/>
                </a:solidFill>
              </a:defRPr>
            </a:lvl8pPr>
            <a:lvl9pPr indent="-292100" lvl="8" marL="4114800" algn="ctr">
              <a:spcBef>
                <a:spcPts val="0"/>
              </a:spcBef>
              <a:spcAft>
                <a:spcPts val="0"/>
              </a:spcAft>
              <a:buClr>
                <a:srgbClr val="FFFFFF"/>
              </a:buClr>
              <a:buSzPts val="1000"/>
              <a:buChar char="■"/>
              <a:defRPr sz="1000">
                <a:solidFill>
                  <a:srgbClr val="FFFFFF"/>
                </a:solidFill>
              </a:defRPr>
            </a:lvl9pPr>
          </a:lstStyle>
          <a:p/>
        </p:txBody>
      </p:sp>
      <p:sp>
        <p:nvSpPr>
          <p:cNvPr id="8175" name="Google Shape;8175;p134"/>
          <p:cNvSpPr txBox="1"/>
          <p:nvPr/>
        </p:nvSpPr>
        <p:spPr>
          <a:xfrm>
            <a:off x="84825" y="598125"/>
            <a:ext cx="595500" cy="205800"/>
          </a:xfrm>
          <a:prstGeom prst="rect">
            <a:avLst/>
          </a:prstGeom>
          <a:noFill/>
          <a:ln>
            <a:noFill/>
          </a:ln>
        </p:spPr>
        <p:txBody>
          <a:bodyPr anchorCtr="0" anchor="t" bIns="18000" lIns="18000" spcFirstLastPara="1" rIns="18000" wrap="square" tIns="18000">
            <a:spAutoFit/>
          </a:bodyPr>
          <a:lstStyle/>
          <a:p>
            <a:pPr indent="0" lvl="0" marL="0" rtl="0" algn="l">
              <a:spcBef>
                <a:spcPts val="0"/>
              </a:spcBef>
              <a:spcAft>
                <a:spcPts val="0"/>
              </a:spcAft>
              <a:buNone/>
            </a:pPr>
            <a:r>
              <a:rPr lang="es-419" sz="1100">
                <a:solidFill>
                  <a:srgbClr val="FFFFFF"/>
                </a:solidFill>
              </a:rPr>
              <a:t>Nombre:</a:t>
            </a:r>
            <a:endParaRPr sz="1100">
              <a:solidFill>
                <a:srgbClr val="FFFFFF"/>
              </a:solidFill>
            </a:endParaRPr>
          </a:p>
        </p:txBody>
      </p:sp>
    </p:spTree>
  </p:cSld>
  <p:clrMapOvr>
    <a:masterClrMapping/>
  </p:clrMapOvr>
</p:sldLayout>
</file>

<file path=ppt/slideLayouts/slideLayout13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0.4 Estructura de Proceso">
  <p:cSld name="TITLE_3_6_1_1">
    <p:spTree>
      <p:nvGrpSpPr>
        <p:cNvPr id="8176" name="Shape 8176"/>
        <p:cNvGrpSpPr/>
        <p:nvPr/>
      </p:nvGrpSpPr>
      <p:grpSpPr>
        <a:xfrm>
          <a:off x="0" y="0"/>
          <a:ext cx="0" cy="0"/>
          <a:chOff x="0" y="0"/>
          <a:chExt cx="0" cy="0"/>
        </a:xfrm>
      </p:grpSpPr>
      <p:sp>
        <p:nvSpPr>
          <p:cNvPr id="8177" name="Google Shape;8177;p135"/>
          <p:cNvSpPr/>
          <p:nvPr/>
        </p:nvSpPr>
        <p:spPr>
          <a:xfrm>
            <a:off x="77688" y="358938"/>
            <a:ext cx="9935700" cy="6438000"/>
          </a:xfrm>
          <a:prstGeom prst="roundRect">
            <a:avLst>
              <a:gd fmla="val 2618" name="adj"/>
            </a:avLst>
          </a:prstGeom>
          <a:solidFill>
            <a:srgbClr val="FFFFFF"/>
          </a:solidFill>
          <a:ln cap="flat" cmpd="sng" w="38100">
            <a:solidFill>
              <a:srgbClr val="000000"/>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178" name="Google Shape;8178;p135"/>
          <p:cNvCxnSpPr/>
          <p:nvPr/>
        </p:nvCxnSpPr>
        <p:spPr>
          <a:xfrm>
            <a:off x="77688" y="772614"/>
            <a:ext cx="9935700" cy="0"/>
          </a:xfrm>
          <a:prstGeom prst="straightConnector1">
            <a:avLst/>
          </a:prstGeom>
          <a:noFill/>
          <a:ln cap="flat" cmpd="sng" w="19050">
            <a:solidFill>
              <a:srgbClr val="000000"/>
            </a:solidFill>
            <a:prstDash val="solid"/>
            <a:round/>
            <a:headEnd len="med" w="med" type="none"/>
            <a:tailEnd len="med" w="med" type="none"/>
          </a:ln>
        </p:spPr>
      </p:cxnSp>
      <p:cxnSp>
        <p:nvCxnSpPr>
          <p:cNvPr id="8179" name="Google Shape;8179;p135"/>
          <p:cNvCxnSpPr/>
          <p:nvPr/>
        </p:nvCxnSpPr>
        <p:spPr>
          <a:xfrm rot="10800000">
            <a:off x="2439038" y="368188"/>
            <a:ext cx="0" cy="402300"/>
          </a:xfrm>
          <a:prstGeom prst="straightConnector1">
            <a:avLst/>
          </a:prstGeom>
          <a:noFill/>
          <a:ln cap="flat" cmpd="sng" w="19050">
            <a:solidFill>
              <a:srgbClr val="000000"/>
            </a:solidFill>
            <a:prstDash val="solid"/>
            <a:round/>
            <a:headEnd len="med" w="med" type="none"/>
            <a:tailEnd len="med" w="med" type="none"/>
          </a:ln>
        </p:spPr>
      </p:cxnSp>
      <p:sp>
        <p:nvSpPr>
          <p:cNvPr id="8180" name="Google Shape;8180;p135"/>
          <p:cNvSpPr/>
          <p:nvPr/>
        </p:nvSpPr>
        <p:spPr>
          <a:xfrm>
            <a:off x="77688" y="349338"/>
            <a:ext cx="2361300" cy="421200"/>
          </a:xfrm>
          <a:prstGeom prst="roundRect">
            <a:avLst>
              <a:gd fmla="val 50000" name="adj"/>
            </a:avLst>
          </a:prstGeom>
          <a:solidFill>
            <a:srgbClr val="000000"/>
          </a:solidFill>
          <a:ln cap="flat" cmpd="sng" w="9525">
            <a:solidFill>
              <a:srgbClr val="000000"/>
            </a:solidFill>
            <a:prstDash val="solid"/>
            <a:round/>
            <a:headEnd len="sm" w="sm" type="none"/>
            <a:tailEnd len="sm" w="sm" type="none"/>
          </a:ln>
        </p:spPr>
        <p:txBody>
          <a:bodyPr anchorCtr="0" anchor="ctr" bIns="91425" lIns="0" spcFirstLastPara="1" rIns="0" wrap="square" tIns="91425">
            <a:noAutofit/>
          </a:bodyPr>
          <a:lstStyle/>
          <a:p>
            <a:pPr indent="0" lvl="0" marL="0" rtl="0" algn="ctr">
              <a:spcBef>
                <a:spcPts val="0"/>
              </a:spcBef>
              <a:spcAft>
                <a:spcPts val="0"/>
              </a:spcAft>
              <a:buNone/>
            </a:pPr>
            <a:r>
              <a:rPr b="1" lang="es-419" sz="1100">
                <a:solidFill>
                  <a:srgbClr val="FFFFFF"/>
                </a:solidFill>
              </a:rPr>
              <a:t>Estructura de Procesos</a:t>
            </a:r>
            <a:endParaRPr b="1" sz="1100">
              <a:solidFill>
                <a:srgbClr val="FFFFFF"/>
              </a:solidFill>
            </a:endParaRPr>
          </a:p>
          <a:p>
            <a:pPr indent="0" lvl="0" marL="0" rtl="0" algn="ctr">
              <a:spcBef>
                <a:spcPts val="0"/>
              </a:spcBef>
              <a:spcAft>
                <a:spcPts val="0"/>
              </a:spcAft>
              <a:buNone/>
            </a:pPr>
            <a:r>
              <a:t/>
            </a:r>
            <a:endParaRPr b="1" sz="1200">
              <a:solidFill>
                <a:srgbClr val="FFFFFF"/>
              </a:solidFill>
            </a:endParaRPr>
          </a:p>
        </p:txBody>
      </p:sp>
      <p:sp>
        <p:nvSpPr>
          <p:cNvPr id="8181" name="Google Shape;8181;p135"/>
          <p:cNvSpPr/>
          <p:nvPr/>
        </p:nvSpPr>
        <p:spPr>
          <a:xfrm>
            <a:off x="83988" y="595504"/>
            <a:ext cx="190200" cy="1692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2" name="Google Shape;8182;p135"/>
          <p:cNvSpPr/>
          <p:nvPr/>
        </p:nvSpPr>
        <p:spPr>
          <a:xfrm>
            <a:off x="2350598" y="358950"/>
            <a:ext cx="88500" cy="4023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3" name="Google Shape;8183;p135"/>
          <p:cNvSpPr/>
          <p:nvPr/>
        </p:nvSpPr>
        <p:spPr>
          <a:xfrm>
            <a:off x="2277739" y="663750"/>
            <a:ext cx="88500" cy="1089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4" name="Google Shape;8184;p135"/>
          <p:cNvSpPr txBox="1"/>
          <p:nvPr/>
        </p:nvSpPr>
        <p:spPr>
          <a:xfrm>
            <a:off x="2524025" y="387675"/>
            <a:ext cx="15012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Unid. Organizacional:</a:t>
            </a:r>
            <a:endParaRPr b="1" sz="1100"/>
          </a:p>
        </p:txBody>
      </p:sp>
      <p:sp>
        <p:nvSpPr>
          <p:cNvPr id="8185" name="Google Shape;8185;p135"/>
          <p:cNvSpPr txBox="1"/>
          <p:nvPr/>
        </p:nvSpPr>
        <p:spPr>
          <a:xfrm>
            <a:off x="2524020" y="579550"/>
            <a:ext cx="6846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Alcance:</a:t>
            </a:r>
            <a:endParaRPr b="1" sz="1100"/>
          </a:p>
        </p:txBody>
      </p:sp>
      <p:sp>
        <p:nvSpPr>
          <p:cNvPr id="8186" name="Google Shape;8186;p135"/>
          <p:cNvSpPr txBox="1"/>
          <p:nvPr>
            <p:ph type="title"/>
          </p:nvPr>
        </p:nvSpPr>
        <p:spPr>
          <a:xfrm flipH="1">
            <a:off x="4025374" y="387675"/>
            <a:ext cx="5863200" cy="1692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000"/>
              <a:buNone/>
              <a:defRPr sz="1000">
                <a:solidFill>
                  <a:srgbClr val="000000"/>
                </a:solidFill>
              </a:defRPr>
            </a:lvl1pPr>
            <a:lvl2pPr lvl="1">
              <a:spcBef>
                <a:spcPts val="0"/>
              </a:spcBef>
              <a:spcAft>
                <a:spcPts val="0"/>
              </a:spcAft>
              <a:buClr>
                <a:srgbClr val="000000"/>
              </a:buClr>
              <a:buSzPts val="1000"/>
              <a:buNone/>
              <a:defRPr sz="1000">
                <a:solidFill>
                  <a:srgbClr val="000000"/>
                </a:solidFill>
              </a:defRPr>
            </a:lvl2pPr>
            <a:lvl3pPr lvl="2">
              <a:spcBef>
                <a:spcPts val="0"/>
              </a:spcBef>
              <a:spcAft>
                <a:spcPts val="0"/>
              </a:spcAft>
              <a:buClr>
                <a:srgbClr val="000000"/>
              </a:buClr>
              <a:buSzPts val="1000"/>
              <a:buNone/>
              <a:defRPr sz="1000">
                <a:solidFill>
                  <a:srgbClr val="000000"/>
                </a:solidFill>
              </a:defRPr>
            </a:lvl3pPr>
            <a:lvl4pPr lvl="3">
              <a:spcBef>
                <a:spcPts val="0"/>
              </a:spcBef>
              <a:spcAft>
                <a:spcPts val="0"/>
              </a:spcAft>
              <a:buClr>
                <a:srgbClr val="000000"/>
              </a:buClr>
              <a:buSzPts val="1000"/>
              <a:buNone/>
              <a:defRPr sz="1000">
                <a:solidFill>
                  <a:srgbClr val="000000"/>
                </a:solidFill>
              </a:defRPr>
            </a:lvl4pPr>
            <a:lvl5pPr lvl="4">
              <a:spcBef>
                <a:spcPts val="0"/>
              </a:spcBef>
              <a:spcAft>
                <a:spcPts val="0"/>
              </a:spcAft>
              <a:buClr>
                <a:srgbClr val="000000"/>
              </a:buClr>
              <a:buSzPts val="1000"/>
              <a:buNone/>
              <a:defRPr sz="1000">
                <a:solidFill>
                  <a:srgbClr val="000000"/>
                </a:solidFill>
              </a:defRPr>
            </a:lvl5pPr>
            <a:lvl6pPr lvl="5">
              <a:spcBef>
                <a:spcPts val="0"/>
              </a:spcBef>
              <a:spcAft>
                <a:spcPts val="0"/>
              </a:spcAft>
              <a:buClr>
                <a:srgbClr val="000000"/>
              </a:buClr>
              <a:buSzPts val="1000"/>
              <a:buNone/>
              <a:defRPr sz="1000">
                <a:solidFill>
                  <a:srgbClr val="000000"/>
                </a:solidFill>
              </a:defRPr>
            </a:lvl6pPr>
            <a:lvl7pPr lvl="6">
              <a:spcBef>
                <a:spcPts val="0"/>
              </a:spcBef>
              <a:spcAft>
                <a:spcPts val="0"/>
              </a:spcAft>
              <a:buClr>
                <a:srgbClr val="000000"/>
              </a:buClr>
              <a:buSzPts val="1000"/>
              <a:buNone/>
              <a:defRPr sz="1000">
                <a:solidFill>
                  <a:srgbClr val="000000"/>
                </a:solidFill>
              </a:defRPr>
            </a:lvl7pPr>
            <a:lvl8pPr lvl="7">
              <a:spcBef>
                <a:spcPts val="0"/>
              </a:spcBef>
              <a:spcAft>
                <a:spcPts val="0"/>
              </a:spcAft>
              <a:buClr>
                <a:srgbClr val="000000"/>
              </a:buClr>
              <a:buSzPts val="1000"/>
              <a:buNone/>
              <a:defRPr sz="1000">
                <a:solidFill>
                  <a:srgbClr val="000000"/>
                </a:solidFill>
              </a:defRPr>
            </a:lvl8pPr>
            <a:lvl9pPr lvl="8">
              <a:spcBef>
                <a:spcPts val="0"/>
              </a:spcBef>
              <a:spcAft>
                <a:spcPts val="0"/>
              </a:spcAft>
              <a:buClr>
                <a:srgbClr val="000000"/>
              </a:buClr>
              <a:buSzPts val="1000"/>
              <a:buNone/>
              <a:defRPr sz="1000">
                <a:solidFill>
                  <a:srgbClr val="000000"/>
                </a:solidFill>
              </a:defRPr>
            </a:lvl9pPr>
          </a:lstStyle>
          <a:p/>
        </p:txBody>
      </p:sp>
      <p:sp>
        <p:nvSpPr>
          <p:cNvPr id="8187" name="Google Shape;8187;p135"/>
          <p:cNvSpPr txBox="1"/>
          <p:nvPr>
            <p:ph idx="2" type="title"/>
          </p:nvPr>
        </p:nvSpPr>
        <p:spPr>
          <a:xfrm flipH="1">
            <a:off x="3208773" y="579550"/>
            <a:ext cx="6679800" cy="1692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000"/>
              <a:buNone/>
              <a:defRPr sz="1000">
                <a:solidFill>
                  <a:srgbClr val="000000"/>
                </a:solidFill>
              </a:defRPr>
            </a:lvl1pPr>
            <a:lvl2pPr lvl="1">
              <a:spcBef>
                <a:spcPts val="0"/>
              </a:spcBef>
              <a:spcAft>
                <a:spcPts val="0"/>
              </a:spcAft>
              <a:buClr>
                <a:srgbClr val="000000"/>
              </a:buClr>
              <a:buSzPts val="1000"/>
              <a:buNone/>
              <a:defRPr sz="1000">
                <a:solidFill>
                  <a:srgbClr val="000000"/>
                </a:solidFill>
              </a:defRPr>
            </a:lvl2pPr>
            <a:lvl3pPr lvl="2">
              <a:spcBef>
                <a:spcPts val="0"/>
              </a:spcBef>
              <a:spcAft>
                <a:spcPts val="0"/>
              </a:spcAft>
              <a:buClr>
                <a:srgbClr val="000000"/>
              </a:buClr>
              <a:buSzPts val="1000"/>
              <a:buNone/>
              <a:defRPr sz="1000">
                <a:solidFill>
                  <a:srgbClr val="000000"/>
                </a:solidFill>
              </a:defRPr>
            </a:lvl3pPr>
            <a:lvl4pPr lvl="3">
              <a:spcBef>
                <a:spcPts val="0"/>
              </a:spcBef>
              <a:spcAft>
                <a:spcPts val="0"/>
              </a:spcAft>
              <a:buClr>
                <a:srgbClr val="000000"/>
              </a:buClr>
              <a:buSzPts val="1000"/>
              <a:buNone/>
              <a:defRPr sz="1000">
                <a:solidFill>
                  <a:srgbClr val="000000"/>
                </a:solidFill>
              </a:defRPr>
            </a:lvl4pPr>
            <a:lvl5pPr lvl="4">
              <a:spcBef>
                <a:spcPts val="0"/>
              </a:spcBef>
              <a:spcAft>
                <a:spcPts val="0"/>
              </a:spcAft>
              <a:buClr>
                <a:srgbClr val="000000"/>
              </a:buClr>
              <a:buSzPts val="1000"/>
              <a:buNone/>
              <a:defRPr sz="1000">
                <a:solidFill>
                  <a:srgbClr val="000000"/>
                </a:solidFill>
              </a:defRPr>
            </a:lvl5pPr>
            <a:lvl6pPr lvl="5">
              <a:spcBef>
                <a:spcPts val="0"/>
              </a:spcBef>
              <a:spcAft>
                <a:spcPts val="0"/>
              </a:spcAft>
              <a:buClr>
                <a:srgbClr val="000000"/>
              </a:buClr>
              <a:buSzPts val="1000"/>
              <a:buNone/>
              <a:defRPr sz="1000">
                <a:solidFill>
                  <a:srgbClr val="000000"/>
                </a:solidFill>
              </a:defRPr>
            </a:lvl6pPr>
            <a:lvl7pPr lvl="6">
              <a:spcBef>
                <a:spcPts val="0"/>
              </a:spcBef>
              <a:spcAft>
                <a:spcPts val="0"/>
              </a:spcAft>
              <a:buClr>
                <a:srgbClr val="000000"/>
              </a:buClr>
              <a:buSzPts val="1000"/>
              <a:buNone/>
              <a:defRPr sz="1000">
                <a:solidFill>
                  <a:srgbClr val="000000"/>
                </a:solidFill>
              </a:defRPr>
            </a:lvl7pPr>
            <a:lvl8pPr lvl="7">
              <a:spcBef>
                <a:spcPts val="0"/>
              </a:spcBef>
              <a:spcAft>
                <a:spcPts val="0"/>
              </a:spcAft>
              <a:buClr>
                <a:srgbClr val="000000"/>
              </a:buClr>
              <a:buSzPts val="1000"/>
              <a:buNone/>
              <a:defRPr sz="1000">
                <a:solidFill>
                  <a:srgbClr val="000000"/>
                </a:solidFill>
              </a:defRPr>
            </a:lvl8pPr>
            <a:lvl9pPr lvl="8">
              <a:spcBef>
                <a:spcPts val="0"/>
              </a:spcBef>
              <a:spcAft>
                <a:spcPts val="0"/>
              </a:spcAft>
              <a:buClr>
                <a:srgbClr val="000000"/>
              </a:buClr>
              <a:buSzPts val="1000"/>
              <a:buNone/>
              <a:defRPr sz="1000">
                <a:solidFill>
                  <a:srgbClr val="000000"/>
                </a:solidFill>
              </a:defRPr>
            </a:lvl9pPr>
          </a:lstStyle>
          <a:p/>
        </p:txBody>
      </p:sp>
      <p:sp>
        <p:nvSpPr>
          <p:cNvPr id="8188" name="Google Shape;8188;p135"/>
          <p:cNvSpPr txBox="1"/>
          <p:nvPr>
            <p:ph idx="1" type="body"/>
          </p:nvPr>
        </p:nvSpPr>
        <p:spPr>
          <a:xfrm>
            <a:off x="641150" y="612125"/>
            <a:ext cx="1770300" cy="160500"/>
          </a:xfrm>
          <a:prstGeom prst="rect">
            <a:avLst/>
          </a:prstGeom>
          <a:noFill/>
          <a:ln>
            <a:noFill/>
          </a:ln>
        </p:spPr>
        <p:txBody>
          <a:bodyPr anchorCtr="0" anchor="t" bIns="0" lIns="0" spcFirstLastPara="1" rIns="0" wrap="square" tIns="0">
            <a:noAutofit/>
          </a:bodyPr>
          <a:lstStyle>
            <a:lvl1pPr indent="-292100" lvl="0" marL="457200" algn="ctr">
              <a:spcBef>
                <a:spcPts val="0"/>
              </a:spcBef>
              <a:spcAft>
                <a:spcPts val="0"/>
              </a:spcAft>
              <a:buClr>
                <a:srgbClr val="FFFFFF"/>
              </a:buClr>
              <a:buSzPts val="1000"/>
              <a:buChar char="●"/>
              <a:defRPr sz="1000">
                <a:solidFill>
                  <a:srgbClr val="FFFFFF"/>
                </a:solidFill>
              </a:defRPr>
            </a:lvl1pPr>
            <a:lvl2pPr indent="-292100" lvl="1" marL="914400" algn="ctr">
              <a:spcBef>
                <a:spcPts val="0"/>
              </a:spcBef>
              <a:spcAft>
                <a:spcPts val="0"/>
              </a:spcAft>
              <a:buClr>
                <a:srgbClr val="FFFFFF"/>
              </a:buClr>
              <a:buSzPts val="1000"/>
              <a:buChar char="○"/>
              <a:defRPr sz="1000">
                <a:solidFill>
                  <a:srgbClr val="FFFFFF"/>
                </a:solidFill>
              </a:defRPr>
            </a:lvl2pPr>
            <a:lvl3pPr indent="-292100" lvl="2" marL="1371600" algn="ctr">
              <a:spcBef>
                <a:spcPts val="0"/>
              </a:spcBef>
              <a:spcAft>
                <a:spcPts val="0"/>
              </a:spcAft>
              <a:buClr>
                <a:srgbClr val="FFFFFF"/>
              </a:buClr>
              <a:buSzPts val="1000"/>
              <a:buChar char="■"/>
              <a:defRPr sz="1000">
                <a:solidFill>
                  <a:srgbClr val="FFFFFF"/>
                </a:solidFill>
              </a:defRPr>
            </a:lvl3pPr>
            <a:lvl4pPr indent="-292100" lvl="3" marL="1828800" algn="ctr">
              <a:spcBef>
                <a:spcPts val="0"/>
              </a:spcBef>
              <a:spcAft>
                <a:spcPts val="0"/>
              </a:spcAft>
              <a:buClr>
                <a:srgbClr val="FFFFFF"/>
              </a:buClr>
              <a:buSzPts val="1000"/>
              <a:buChar char="●"/>
              <a:defRPr sz="1000">
                <a:solidFill>
                  <a:srgbClr val="FFFFFF"/>
                </a:solidFill>
              </a:defRPr>
            </a:lvl4pPr>
            <a:lvl5pPr indent="-292100" lvl="4" marL="2286000" algn="ctr">
              <a:spcBef>
                <a:spcPts val="0"/>
              </a:spcBef>
              <a:spcAft>
                <a:spcPts val="0"/>
              </a:spcAft>
              <a:buClr>
                <a:srgbClr val="FFFFFF"/>
              </a:buClr>
              <a:buSzPts val="1000"/>
              <a:buChar char="○"/>
              <a:defRPr sz="1000">
                <a:solidFill>
                  <a:srgbClr val="FFFFFF"/>
                </a:solidFill>
              </a:defRPr>
            </a:lvl5pPr>
            <a:lvl6pPr indent="-292100" lvl="5" marL="2743200" algn="ctr">
              <a:spcBef>
                <a:spcPts val="0"/>
              </a:spcBef>
              <a:spcAft>
                <a:spcPts val="0"/>
              </a:spcAft>
              <a:buClr>
                <a:srgbClr val="FFFFFF"/>
              </a:buClr>
              <a:buSzPts val="1000"/>
              <a:buChar char="■"/>
              <a:defRPr sz="1000">
                <a:solidFill>
                  <a:srgbClr val="FFFFFF"/>
                </a:solidFill>
              </a:defRPr>
            </a:lvl6pPr>
            <a:lvl7pPr indent="-292100" lvl="6" marL="3200400" algn="ctr">
              <a:spcBef>
                <a:spcPts val="0"/>
              </a:spcBef>
              <a:spcAft>
                <a:spcPts val="0"/>
              </a:spcAft>
              <a:buClr>
                <a:srgbClr val="FFFFFF"/>
              </a:buClr>
              <a:buSzPts val="1000"/>
              <a:buChar char="●"/>
              <a:defRPr sz="1000">
                <a:solidFill>
                  <a:srgbClr val="FFFFFF"/>
                </a:solidFill>
              </a:defRPr>
            </a:lvl7pPr>
            <a:lvl8pPr indent="-292100" lvl="7" marL="3657600" algn="ctr">
              <a:spcBef>
                <a:spcPts val="0"/>
              </a:spcBef>
              <a:spcAft>
                <a:spcPts val="0"/>
              </a:spcAft>
              <a:buClr>
                <a:srgbClr val="FFFFFF"/>
              </a:buClr>
              <a:buSzPts val="1000"/>
              <a:buChar char="○"/>
              <a:defRPr sz="1000">
                <a:solidFill>
                  <a:srgbClr val="FFFFFF"/>
                </a:solidFill>
              </a:defRPr>
            </a:lvl8pPr>
            <a:lvl9pPr indent="-292100" lvl="8" marL="4114800" algn="ctr">
              <a:spcBef>
                <a:spcPts val="0"/>
              </a:spcBef>
              <a:spcAft>
                <a:spcPts val="0"/>
              </a:spcAft>
              <a:buClr>
                <a:srgbClr val="FFFFFF"/>
              </a:buClr>
              <a:buSzPts val="1000"/>
              <a:buChar char="■"/>
              <a:defRPr sz="1000">
                <a:solidFill>
                  <a:srgbClr val="FFFFFF"/>
                </a:solidFill>
              </a:defRPr>
            </a:lvl9pPr>
          </a:lstStyle>
          <a:p/>
        </p:txBody>
      </p:sp>
      <p:sp>
        <p:nvSpPr>
          <p:cNvPr id="8189" name="Google Shape;8189;p135"/>
          <p:cNvSpPr txBox="1"/>
          <p:nvPr/>
        </p:nvSpPr>
        <p:spPr>
          <a:xfrm>
            <a:off x="84825" y="598125"/>
            <a:ext cx="595500" cy="205800"/>
          </a:xfrm>
          <a:prstGeom prst="rect">
            <a:avLst/>
          </a:prstGeom>
          <a:noFill/>
          <a:ln>
            <a:noFill/>
          </a:ln>
        </p:spPr>
        <p:txBody>
          <a:bodyPr anchorCtr="0" anchor="t" bIns="18000" lIns="18000" spcFirstLastPara="1" rIns="18000" wrap="square" tIns="18000">
            <a:spAutoFit/>
          </a:bodyPr>
          <a:lstStyle/>
          <a:p>
            <a:pPr indent="0" lvl="0" marL="0" rtl="0" algn="l">
              <a:spcBef>
                <a:spcPts val="0"/>
              </a:spcBef>
              <a:spcAft>
                <a:spcPts val="0"/>
              </a:spcAft>
              <a:buNone/>
            </a:pPr>
            <a:r>
              <a:rPr lang="es-419" sz="1100">
                <a:solidFill>
                  <a:srgbClr val="FFFFFF"/>
                </a:solidFill>
              </a:rPr>
              <a:t>Nombre:</a:t>
            </a:r>
            <a:endParaRPr sz="1100">
              <a:solidFill>
                <a:srgbClr val="FFFFFF"/>
              </a:solidFill>
            </a:endParaRPr>
          </a:p>
        </p:txBody>
      </p:sp>
      <p:sp>
        <p:nvSpPr>
          <p:cNvPr id="8190" name="Google Shape;8190;p135"/>
          <p:cNvSpPr/>
          <p:nvPr/>
        </p:nvSpPr>
        <p:spPr>
          <a:xfrm>
            <a:off x="-4273050" y="-78277"/>
            <a:ext cx="3615600" cy="6902700"/>
          </a:xfrm>
          <a:prstGeom prst="roundRect">
            <a:avLst>
              <a:gd fmla="val 4230" name="adj"/>
            </a:avLst>
          </a:prstGeom>
          <a:solidFill>
            <a:srgbClr val="F3F3F3"/>
          </a:solidFill>
          <a:ln cap="flat" cmpd="sng" w="9525">
            <a:solidFill>
              <a:srgbClr val="F3F3F3"/>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t" bIns="91425" lIns="91425" spcFirstLastPara="1" rIns="91425" wrap="square" tIns="91425">
            <a:noAutofit/>
          </a:bodyPr>
          <a:lstStyle/>
          <a:p>
            <a:pPr indent="0" lvl="0" marL="0" rtl="0" algn="ctr">
              <a:spcBef>
                <a:spcPts val="0"/>
              </a:spcBef>
              <a:spcAft>
                <a:spcPts val="0"/>
              </a:spcAft>
              <a:buNone/>
            </a:pPr>
            <a:r>
              <a:rPr i="1" lang="es-419"/>
              <a:t>Paleta</a:t>
            </a:r>
            <a:endParaRPr i="1"/>
          </a:p>
        </p:txBody>
      </p:sp>
    </p:spTree>
  </p:cSld>
  <p:clrMapOvr>
    <a:masterClrMapping/>
  </p:clrMapOvr>
</p:sldLayout>
</file>

<file path=ppt/slideLayouts/slideLayout13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0.5 Situaciones Problemáticas">
  <p:cSld name="CUSTOM_4">
    <p:spTree>
      <p:nvGrpSpPr>
        <p:cNvPr id="8191" name="Shape 8191"/>
        <p:cNvGrpSpPr/>
        <p:nvPr/>
      </p:nvGrpSpPr>
      <p:grpSpPr>
        <a:xfrm>
          <a:off x="0" y="0"/>
          <a:ext cx="0" cy="0"/>
          <a:chOff x="0" y="0"/>
          <a:chExt cx="0" cy="0"/>
        </a:xfrm>
      </p:grpSpPr>
      <p:sp>
        <p:nvSpPr>
          <p:cNvPr id="8192" name="Google Shape;8192;p136"/>
          <p:cNvSpPr/>
          <p:nvPr/>
        </p:nvSpPr>
        <p:spPr>
          <a:xfrm>
            <a:off x="77688" y="358938"/>
            <a:ext cx="9935700" cy="6438000"/>
          </a:xfrm>
          <a:prstGeom prst="roundRect">
            <a:avLst>
              <a:gd fmla="val 2618" name="adj"/>
            </a:avLst>
          </a:prstGeom>
          <a:solidFill>
            <a:srgbClr val="FFFFFF"/>
          </a:solidFill>
          <a:ln cap="flat" cmpd="sng" w="38100">
            <a:solidFill>
              <a:srgbClr val="000000"/>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3" name="Google Shape;8193;p136"/>
          <p:cNvSpPr txBox="1"/>
          <p:nvPr/>
        </p:nvSpPr>
        <p:spPr>
          <a:xfrm>
            <a:off x="223709" y="849702"/>
            <a:ext cx="9669600" cy="390000"/>
          </a:xfrm>
          <a:prstGeom prst="rect">
            <a:avLst/>
          </a:prstGeom>
          <a:solidFill>
            <a:srgbClr val="EB7C35"/>
          </a:solidFill>
          <a:ln cap="flat" cmpd="sng" w="38100">
            <a:solidFill>
              <a:srgbClr val="EB7C35"/>
            </a:solidFill>
            <a:prstDash val="solid"/>
            <a:round/>
            <a:headEnd len="sm" w="sm" type="none"/>
            <a:tailEnd len="sm" w="sm" type="none"/>
          </a:ln>
          <a:effectLst>
            <a:outerShdw blurRad="63500" dir="8100000" dist="38100">
              <a:srgbClr val="000000">
                <a:alpha val="39610"/>
              </a:srgbClr>
            </a:outerShdw>
          </a:effectLst>
        </p:spPr>
        <p:txBody>
          <a:bodyPr anchorCtr="0" anchor="t" bIns="41050" lIns="82100" spcFirstLastPara="1" rIns="82100" wrap="square" tIns="41050">
            <a:noAutofit/>
          </a:bodyPr>
          <a:lstStyle/>
          <a:p>
            <a:pPr indent="0" lvl="0" marL="0" marR="0" rtl="0" algn="l">
              <a:lnSpc>
                <a:spcPct val="100000"/>
              </a:lnSpc>
              <a:spcBef>
                <a:spcPts val="0"/>
              </a:spcBef>
              <a:spcAft>
                <a:spcPts val="0"/>
              </a:spcAft>
              <a:buNone/>
            </a:pPr>
            <a:r>
              <a:t/>
            </a:r>
            <a:endParaRPr b="0" i="0" sz="1600" u="none">
              <a:solidFill>
                <a:schemeClr val="dk1"/>
              </a:solidFill>
              <a:latin typeface="Arial"/>
              <a:ea typeface="Arial"/>
              <a:cs typeface="Arial"/>
              <a:sym typeface="Arial"/>
            </a:endParaRPr>
          </a:p>
        </p:txBody>
      </p:sp>
      <p:sp>
        <p:nvSpPr>
          <p:cNvPr id="8194" name="Google Shape;8194;p136"/>
          <p:cNvSpPr txBox="1"/>
          <p:nvPr/>
        </p:nvSpPr>
        <p:spPr>
          <a:xfrm>
            <a:off x="223709" y="849702"/>
            <a:ext cx="9669600" cy="5851800"/>
          </a:xfrm>
          <a:prstGeom prst="rect">
            <a:avLst/>
          </a:prstGeom>
          <a:noFill/>
          <a:ln cap="flat" cmpd="sng" w="28575">
            <a:solidFill>
              <a:srgbClr val="EB7C35"/>
            </a:solidFill>
            <a:prstDash val="solid"/>
            <a:round/>
            <a:headEnd len="sm" w="sm" type="none"/>
            <a:tailEnd len="sm" w="sm" type="none"/>
          </a:ln>
        </p:spPr>
        <p:txBody>
          <a:bodyPr anchorCtr="0" anchor="t" bIns="41050" lIns="82100" spcFirstLastPara="1" rIns="82100" wrap="square" tIns="41050">
            <a:noAutofit/>
          </a:bodyPr>
          <a:lstStyle/>
          <a:p>
            <a:pPr indent="0" lvl="0" marL="0" marR="0" rtl="0" algn="l">
              <a:lnSpc>
                <a:spcPct val="100000"/>
              </a:lnSpc>
              <a:spcBef>
                <a:spcPts val="0"/>
              </a:spcBef>
              <a:spcAft>
                <a:spcPts val="0"/>
              </a:spcAft>
              <a:buNone/>
            </a:pPr>
            <a:r>
              <a:t/>
            </a:r>
            <a:endParaRPr b="0" i="0" sz="1600" u="none">
              <a:solidFill>
                <a:schemeClr val="dk1"/>
              </a:solidFill>
              <a:latin typeface="Arial"/>
              <a:ea typeface="Arial"/>
              <a:cs typeface="Arial"/>
              <a:sym typeface="Arial"/>
            </a:endParaRPr>
          </a:p>
        </p:txBody>
      </p:sp>
      <p:sp>
        <p:nvSpPr>
          <p:cNvPr id="8195" name="Google Shape;8195;p136"/>
          <p:cNvSpPr txBox="1"/>
          <p:nvPr/>
        </p:nvSpPr>
        <p:spPr>
          <a:xfrm>
            <a:off x="-3508600" y="843725"/>
            <a:ext cx="2892000" cy="5671200"/>
          </a:xfrm>
          <a:prstGeom prst="rect">
            <a:avLst/>
          </a:prstGeom>
          <a:solidFill>
            <a:schemeClr val="lt1"/>
          </a:solidFill>
          <a:ln cap="flat" cmpd="sng" w="28575">
            <a:solidFill>
              <a:srgbClr val="BFBFBF"/>
            </a:solidFill>
            <a:prstDash val="solid"/>
            <a:round/>
            <a:headEnd len="sm" w="sm" type="none"/>
            <a:tailEnd len="sm" w="sm" type="none"/>
          </a:ln>
        </p:spPr>
        <p:txBody>
          <a:bodyPr anchorCtr="0" anchor="t" bIns="41050" lIns="82100" spcFirstLastPara="1" rIns="82100" wrap="square" tIns="41050">
            <a:noAutofit/>
          </a:bodyPr>
          <a:lstStyle/>
          <a:p>
            <a:pPr indent="0" lvl="0" marL="0" marR="0" rtl="0" algn="l">
              <a:lnSpc>
                <a:spcPct val="100000"/>
              </a:lnSpc>
              <a:spcBef>
                <a:spcPts val="0"/>
              </a:spcBef>
              <a:spcAft>
                <a:spcPts val="0"/>
              </a:spcAft>
              <a:buNone/>
            </a:pPr>
            <a:r>
              <a:t/>
            </a:r>
            <a:endParaRPr b="0" i="0" sz="1600" u="none">
              <a:solidFill>
                <a:schemeClr val="dk1"/>
              </a:solidFill>
              <a:latin typeface="Arial"/>
              <a:ea typeface="Arial"/>
              <a:cs typeface="Arial"/>
              <a:sym typeface="Arial"/>
            </a:endParaRPr>
          </a:p>
        </p:txBody>
      </p:sp>
      <p:sp>
        <p:nvSpPr>
          <p:cNvPr id="8196" name="Google Shape;8196;p136"/>
          <p:cNvSpPr txBox="1"/>
          <p:nvPr/>
        </p:nvSpPr>
        <p:spPr>
          <a:xfrm>
            <a:off x="-3508600" y="843725"/>
            <a:ext cx="2892000" cy="408300"/>
          </a:xfrm>
          <a:prstGeom prst="rect">
            <a:avLst/>
          </a:prstGeom>
          <a:solidFill>
            <a:srgbClr val="EEEEEE"/>
          </a:solidFill>
          <a:ln cap="flat" cmpd="sng" w="19050">
            <a:solidFill>
              <a:srgbClr val="BFBFBF"/>
            </a:solidFill>
            <a:prstDash val="solid"/>
            <a:round/>
            <a:headEnd len="sm" w="sm" type="none"/>
            <a:tailEnd len="sm" w="sm" type="none"/>
          </a:ln>
        </p:spPr>
        <p:txBody>
          <a:bodyPr anchorCtr="0" anchor="t" bIns="41050" lIns="82100" spcFirstLastPara="1" rIns="82100" wrap="square" tIns="41050">
            <a:noAutofit/>
          </a:bodyPr>
          <a:lstStyle/>
          <a:p>
            <a:pPr indent="0" lvl="0" marL="0" marR="0" rtl="0" algn="ctr">
              <a:lnSpc>
                <a:spcPct val="100000"/>
              </a:lnSpc>
              <a:spcBef>
                <a:spcPts val="0"/>
              </a:spcBef>
              <a:spcAft>
                <a:spcPts val="0"/>
              </a:spcAft>
              <a:buClr>
                <a:schemeClr val="dk1"/>
              </a:buClr>
              <a:buSzPts val="1600"/>
              <a:buFont typeface="Arial"/>
              <a:buNone/>
            </a:pPr>
            <a:r>
              <a:rPr b="1" i="0" lang="es-419" sz="1600" u="none">
                <a:solidFill>
                  <a:schemeClr val="dk1"/>
                </a:solidFill>
                <a:latin typeface="Arvo"/>
                <a:ea typeface="Arvo"/>
                <a:cs typeface="Arvo"/>
                <a:sym typeface="Arvo"/>
              </a:rPr>
              <a:t>Brain Storming</a:t>
            </a:r>
            <a:endParaRPr sz="1300">
              <a:latin typeface="Arvo"/>
              <a:ea typeface="Arvo"/>
              <a:cs typeface="Arvo"/>
              <a:sym typeface="Arvo"/>
            </a:endParaRPr>
          </a:p>
        </p:txBody>
      </p:sp>
      <p:sp>
        <p:nvSpPr>
          <p:cNvPr id="8197" name="Google Shape;8197;p136"/>
          <p:cNvSpPr txBox="1"/>
          <p:nvPr/>
        </p:nvSpPr>
        <p:spPr>
          <a:xfrm>
            <a:off x="221124" y="841575"/>
            <a:ext cx="9669600" cy="408000"/>
          </a:xfrm>
          <a:prstGeom prst="rect">
            <a:avLst/>
          </a:prstGeom>
          <a:noFill/>
          <a:ln>
            <a:noFill/>
          </a:ln>
        </p:spPr>
        <p:txBody>
          <a:bodyPr anchorCtr="0" anchor="ctr" bIns="41050" lIns="82100" spcFirstLastPara="1" rIns="82100" wrap="square" tIns="41050">
            <a:noAutofit/>
          </a:bodyPr>
          <a:lstStyle/>
          <a:p>
            <a:pPr indent="0" lvl="0" marL="0" marR="0" rtl="0" algn="ctr">
              <a:lnSpc>
                <a:spcPct val="100000"/>
              </a:lnSpc>
              <a:spcBef>
                <a:spcPts val="0"/>
              </a:spcBef>
              <a:spcAft>
                <a:spcPts val="0"/>
              </a:spcAft>
              <a:buClr>
                <a:schemeClr val="lt1"/>
              </a:buClr>
              <a:buSzPts val="2200"/>
              <a:buFont typeface="Open Sans"/>
              <a:buNone/>
            </a:pPr>
            <a:r>
              <a:rPr b="1" lang="es-419">
                <a:solidFill>
                  <a:schemeClr val="lt1"/>
                </a:solidFill>
                <a:latin typeface="Arvo"/>
                <a:ea typeface="Arvo"/>
                <a:cs typeface="Arvo"/>
                <a:sym typeface="Arvo"/>
              </a:rPr>
              <a:t>Cardsorting</a:t>
            </a:r>
            <a:endParaRPr>
              <a:latin typeface="Arvo"/>
              <a:ea typeface="Arvo"/>
              <a:cs typeface="Arvo"/>
              <a:sym typeface="Arvo"/>
            </a:endParaRPr>
          </a:p>
        </p:txBody>
      </p:sp>
      <p:sp>
        <p:nvSpPr>
          <p:cNvPr id="8198" name="Google Shape;8198;p136"/>
          <p:cNvSpPr txBox="1"/>
          <p:nvPr/>
        </p:nvSpPr>
        <p:spPr>
          <a:xfrm>
            <a:off x="306397" y="1373931"/>
            <a:ext cx="4694100" cy="1689000"/>
          </a:xfrm>
          <a:prstGeom prst="rect">
            <a:avLst/>
          </a:prstGeom>
          <a:solidFill>
            <a:schemeClr val="lt1"/>
          </a:solidFill>
          <a:ln cap="flat" cmpd="sng" w="28575">
            <a:solidFill>
              <a:srgbClr val="BFBFBF"/>
            </a:solidFill>
            <a:prstDash val="solid"/>
            <a:round/>
            <a:headEnd len="sm" w="sm" type="none"/>
            <a:tailEnd len="sm" w="sm" type="none"/>
          </a:ln>
        </p:spPr>
        <p:txBody>
          <a:bodyPr anchorCtr="0" anchor="t" bIns="41050" lIns="82100" spcFirstLastPara="1" rIns="82100" wrap="square" tIns="41050">
            <a:noAutofit/>
          </a:bodyPr>
          <a:lstStyle/>
          <a:p>
            <a:pPr indent="0" lvl="0" marL="0" marR="0" rtl="0" algn="l">
              <a:lnSpc>
                <a:spcPct val="100000"/>
              </a:lnSpc>
              <a:spcBef>
                <a:spcPts val="0"/>
              </a:spcBef>
              <a:spcAft>
                <a:spcPts val="0"/>
              </a:spcAft>
              <a:buNone/>
            </a:pPr>
            <a:r>
              <a:t/>
            </a:r>
            <a:endParaRPr b="0" i="0" sz="1600" u="none">
              <a:solidFill>
                <a:schemeClr val="dk1"/>
              </a:solidFill>
              <a:latin typeface="Arial"/>
              <a:ea typeface="Arial"/>
              <a:cs typeface="Arial"/>
              <a:sym typeface="Arial"/>
            </a:endParaRPr>
          </a:p>
        </p:txBody>
      </p:sp>
      <p:sp>
        <p:nvSpPr>
          <p:cNvPr id="8199" name="Google Shape;8199;p136"/>
          <p:cNvSpPr txBox="1"/>
          <p:nvPr/>
        </p:nvSpPr>
        <p:spPr>
          <a:xfrm>
            <a:off x="306397" y="1373931"/>
            <a:ext cx="4694100" cy="282000"/>
          </a:xfrm>
          <a:prstGeom prst="rect">
            <a:avLst/>
          </a:prstGeom>
          <a:solidFill>
            <a:srgbClr val="FED86F"/>
          </a:solidFill>
          <a:ln cap="flat" cmpd="sng" w="19050">
            <a:solidFill>
              <a:srgbClr val="BFBFBF"/>
            </a:solidFill>
            <a:prstDash val="solid"/>
            <a:round/>
            <a:headEnd len="sm" w="sm" type="none"/>
            <a:tailEnd len="sm" w="sm" type="none"/>
          </a:ln>
        </p:spPr>
        <p:txBody>
          <a:bodyPr anchorCtr="0" anchor="t" bIns="41050" lIns="82100" spcFirstLastPara="1" rIns="82100" wrap="square" tIns="41050">
            <a:noAutofit/>
          </a:bodyPr>
          <a:lstStyle/>
          <a:p>
            <a:pPr indent="0" lvl="0" marL="0" marR="0" rtl="0" algn="l">
              <a:lnSpc>
                <a:spcPct val="100000"/>
              </a:lnSpc>
              <a:spcBef>
                <a:spcPts val="0"/>
              </a:spcBef>
              <a:spcAft>
                <a:spcPts val="0"/>
              </a:spcAft>
              <a:buClr>
                <a:schemeClr val="dk1"/>
              </a:buClr>
              <a:buSzPts val="1400"/>
              <a:buFont typeface="Arial"/>
              <a:buNone/>
            </a:pPr>
            <a:r>
              <a:rPr b="1" lang="es-419" sz="1200">
                <a:solidFill>
                  <a:schemeClr val="dk1"/>
                </a:solidFill>
                <a:latin typeface="Arvo"/>
                <a:ea typeface="Arvo"/>
                <a:cs typeface="Arvo"/>
                <a:sym typeface="Arvo"/>
              </a:rPr>
              <a:t>Variable Identificada </a:t>
            </a:r>
            <a:r>
              <a:rPr b="1" i="0" lang="es-419" sz="1200" u="none">
                <a:solidFill>
                  <a:schemeClr val="dk1"/>
                </a:solidFill>
                <a:latin typeface="Arvo"/>
                <a:ea typeface="Arvo"/>
                <a:cs typeface="Arvo"/>
                <a:sym typeface="Arvo"/>
              </a:rPr>
              <a:t>1: </a:t>
            </a:r>
            <a:endParaRPr sz="1200">
              <a:latin typeface="Arvo"/>
              <a:ea typeface="Arvo"/>
              <a:cs typeface="Arvo"/>
              <a:sym typeface="Arvo"/>
            </a:endParaRPr>
          </a:p>
        </p:txBody>
      </p:sp>
      <p:sp>
        <p:nvSpPr>
          <p:cNvPr id="8200" name="Google Shape;8200;p136"/>
          <p:cNvSpPr txBox="1"/>
          <p:nvPr/>
        </p:nvSpPr>
        <p:spPr>
          <a:xfrm>
            <a:off x="314150" y="3149807"/>
            <a:ext cx="4694100" cy="1691100"/>
          </a:xfrm>
          <a:prstGeom prst="rect">
            <a:avLst/>
          </a:prstGeom>
          <a:solidFill>
            <a:schemeClr val="lt1"/>
          </a:solidFill>
          <a:ln cap="flat" cmpd="sng" w="28575">
            <a:solidFill>
              <a:srgbClr val="BFBFBF"/>
            </a:solidFill>
            <a:prstDash val="solid"/>
            <a:round/>
            <a:headEnd len="sm" w="sm" type="none"/>
            <a:tailEnd len="sm" w="sm" type="none"/>
          </a:ln>
        </p:spPr>
        <p:txBody>
          <a:bodyPr anchorCtr="0" anchor="t" bIns="41050" lIns="82100" spcFirstLastPara="1" rIns="82100" wrap="square" tIns="41050">
            <a:noAutofit/>
          </a:bodyPr>
          <a:lstStyle/>
          <a:p>
            <a:pPr indent="0" lvl="0" marL="0" marR="0" rtl="0" algn="l">
              <a:lnSpc>
                <a:spcPct val="100000"/>
              </a:lnSpc>
              <a:spcBef>
                <a:spcPts val="0"/>
              </a:spcBef>
              <a:spcAft>
                <a:spcPts val="0"/>
              </a:spcAft>
              <a:buNone/>
            </a:pPr>
            <a:r>
              <a:t/>
            </a:r>
            <a:endParaRPr b="0" i="0" sz="1600" u="none">
              <a:solidFill>
                <a:schemeClr val="dk1"/>
              </a:solidFill>
              <a:latin typeface="Arial"/>
              <a:ea typeface="Arial"/>
              <a:cs typeface="Arial"/>
              <a:sym typeface="Arial"/>
            </a:endParaRPr>
          </a:p>
        </p:txBody>
      </p:sp>
      <p:sp>
        <p:nvSpPr>
          <p:cNvPr id="8201" name="Google Shape;8201;p136"/>
          <p:cNvSpPr txBox="1"/>
          <p:nvPr/>
        </p:nvSpPr>
        <p:spPr>
          <a:xfrm>
            <a:off x="314150" y="3149807"/>
            <a:ext cx="4694100" cy="282000"/>
          </a:xfrm>
          <a:prstGeom prst="rect">
            <a:avLst/>
          </a:prstGeom>
          <a:solidFill>
            <a:srgbClr val="FED86F"/>
          </a:solidFill>
          <a:ln cap="flat" cmpd="sng" w="19050">
            <a:solidFill>
              <a:srgbClr val="BFBFBF"/>
            </a:solidFill>
            <a:prstDash val="solid"/>
            <a:round/>
            <a:headEnd len="sm" w="sm" type="none"/>
            <a:tailEnd len="sm" w="sm" type="none"/>
          </a:ln>
        </p:spPr>
        <p:txBody>
          <a:bodyPr anchorCtr="0" anchor="t" bIns="41050" lIns="82100" spcFirstLastPara="1" rIns="82100" wrap="square" tIns="41050">
            <a:noAutofit/>
          </a:bodyPr>
          <a:lstStyle/>
          <a:p>
            <a:pPr indent="0" lvl="0" marL="0" marR="0" rtl="0" algn="l">
              <a:lnSpc>
                <a:spcPct val="100000"/>
              </a:lnSpc>
              <a:spcBef>
                <a:spcPts val="0"/>
              </a:spcBef>
              <a:spcAft>
                <a:spcPts val="0"/>
              </a:spcAft>
              <a:buClr>
                <a:schemeClr val="dk1"/>
              </a:buClr>
              <a:buSzPts val="1400"/>
              <a:buFont typeface="Arial"/>
              <a:buNone/>
            </a:pPr>
            <a:r>
              <a:rPr b="1" lang="es-419" sz="1200">
                <a:solidFill>
                  <a:schemeClr val="dk1"/>
                </a:solidFill>
                <a:latin typeface="Arvo"/>
                <a:ea typeface="Arvo"/>
                <a:cs typeface="Arvo"/>
                <a:sym typeface="Arvo"/>
              </a:rPr>
              <a:t>Variable Identificada </a:t>
            </a:r>
            <a:r>
              <a:rPr b="1" i="0" lang="es-419" sz="1200" u="none">
                <a:solidFill>
                  <a:schemeClr val="dk1"/>
                </a:solidFill>
                <a:latin typeface="Arvo"/>
                <a:ea typeface="Arvo"/>
                <a:cs typeface="Arvo"/>
                <a:sym typeface="Arvo"/>
              </a:rPr>
              <a:t>2: </a:t>
            </a:r>
            <a:endParaRPr sz="1200">
              <a:latin typeface="Arvo"/>
              <a:ea typeface="Arvo"/>
              <a:cs typeface="Arvo"/>
              <a:sym typeface="Arvo"/>
            </a:endParaRPr>
          </a:p>
        </p:txBody>
      </p:sp>
      <p:sp>
        <p:nvSpPr>
          <p:cNvPr id="8202" name="Google Shape;8202;p136"/>
          <p:cNvSpPr txBox="1"/>
          <p:nvPr/>
        </p:nvSpPr>
        <p:spPr>
          <a:xfrm>
            <a:off x="306397" y="4933811"/>
            <a:ext cx="4694100" cy="1689000"/>
          </a:xfrm>
          <a:prstGeom prst="rect">
            <a:avLst/>
          </a:prstGeom>
          <a:solidFill>
            <a:schemeClr val="lt1"/>
          </a:solidFill>
          <a:ln cap="flat" cmpd="sng" w="28575">
            <a:solidFill>
              <a:srgbClr val="BFBFBF"/>
            </a:solidFill>
            <a:prstDash val="solid"/>
            <a:round/>
            <a:headEnd len="sm" w="sm" type="none"/>
            <a:tailEnd len="sm" w="sm" type="none"/>
          </a:ln>
        </p:spPr>
        <p:txBody>
          <a:bodyPr anchorCtr="0" anchor="t" bIns="41050" lIns="82100" spcFirstLastPara="1" rIns="82100" wrap="square" tIns="41050">
            <a:noAutofit/>
          </a:bodyPr>
          <a:lstStyle/>
          <a:p>
            <a:pPr indent="0" lvl="0" marL="0" marR="0" rtl="0" algn="l">
              <a:lnSpc>
                <a:spcPct val="100000"/>
              </a:lnSpc>
              <a:spcBef>
                <a:spcPts val="0"/>
              </a:spcBef>
              <a:spcAft>
                <a:spcPts val="0"/>
              </a:spcAft>
              <a:buNone/>
            </a:pPr>
            <a:r>
              <a:t/>
            </a:r>
            <a:endParaRPr b="0" i="0" sz="1600" u="none">
              <a:solidFill>
                <a:schemeClr val="dk1"/>
              </a:solidFill>
              <a:latin typeface="Arial"/>
              <a:ea typeface="Arial"/>
              <a:cs typeface="Arial"/>
              <a:sym typeface="Arial"/>
            </a:endParaRPr>
          </a:p>
        </p:txBody>
      </p:sp>
      <p:sp>
        <p:nvSpPr>
          <p:cNvPr id="8203" name="Google Shape;8203;p136"/>
          <p:cNvSpPr txBox="1"/>
          <p:nvPr/>
        </p:nvSpPr>
        <p:spPr>
          <a:xfrm>
            <a:off x="306397" y="4933811"/>
            <a:ext cx="4694100" cy="282000"/>
          </a:xfrm>
          <a:prstGeom prst="rect">
            <a:avLst/>
          </a:prstGeom>
          <a:solidFill>
            <a:srgbClr val="FED86F"/>
          </a:solidFill>
          <a:ln cap="flat" cmpd="sng" w="19050">
            <a:solidFill>
              <a:srgbClr val="BFBFBF"/>
            </a:solidFill>
            <a:prstDash val="solid"/>
            <a:round/>
            <a:headEnd len="sm" w="sm" type="none"/>
            <a:tailEnd len="sm" w="sm" type="none"/>
          </a:ln>
        </p:spPr>
        <p:txBody>
          <a:bodyPr anchorCtr="0" anchor="t" bIns="41050" lIns="82100" spcFirstLastPara="1" rIns="82100" wrap="square" tIns="41050">
            <a:noAutofit/>
          </a:bodyPr>
          <a:lstStyle/>
          <a:p>
            <a:pPr indent="0" lvl="0" marL="0" marR="0" rtl="0" algn="l">
              <a:lnSpc>
                <a:spcPct val="100000"/>
              </a:lnSpc>
              <a:spcBef>
                <a:spcPts val="0"/>
              </a:spcBef>
              <a:spcAft>
                <a:spcPts val="0"/>
              </a:spcAft>
              <a:buClr>
                <a:schemeClr val="dk1"/>
              </a:buClr>
              <a:buSzPts val="1400"/>
              <a:buFont typeface="Arial"/>
              <a:buNone/>
            </a:pPr>
            <a:r>
              <a:rPr b="1" lang="es-419" sz="1200">
                <a:solidFill>
                  <a:schemeClr val="dk1"/>
                </a:solidFill>
                <a:latin typeface="Arvo"/>
                <a:ea typeface="Arvo"/>
                <a:cs typeface="Arvo"/>
                <a:sym typeface="Arvo"/>
              </a:rPr>
              <a:t>Variable Identificada </a:t>
            </a:r>
            <a:r>
              <a:rPr b="1" i="0" lang="es-419" sz="1200" u="none">
                <a:solidFill>
                  <a:schemeClr val="dk1"/>
                </a:solidFill>
                <a:latin typeface="Arvo"/>
                <a:ea typeface="Arvo"/>
                <a:cs typeface="Arvo"/>
                <a:sym typeface="Arvo"/>
              </a:rPr>
              <a:t>3: </a:t>
            </a:r>
            <a:endParaRPr sz="1200">
              <a:latin typeface="Arvo"/>
              <a:ea typeface="Arvo"/>
              <a:cs typeface="Arvo"/>
              <a:sym typeface="Arvo"/>
            </a:endParaRPr>
          </a:p>
        </p:txBody>
      </p:sp>
      <p:sp>
        <p:nvSpPr>
          <p:cNvPr id="8204" name="Google Shape;8204;p136"/>
          <p:cNvSpPr txBox="1"/>
          <p:nvPr/>
        </p:nvSpPr>
        <p:spPr>
          <a:xfrm>
            <a:off x="-3408589" y="1350965"/>
            <a:ext cx="819300" cy="736200"/>
          </a:xfrm>
          <a:prstGeom prst="rect">
            <a:avLst/>
          </a:prstGeom>
          <a:solidFill>
            <a:srgbClr val="FDEEA5"/>
          </a:solidFill>
          <a:ln cap="flat" cmpd="sng" w="9525">
            <a:solidFill>
              <a:srgbClr val="FCE46F"/>
            </a:solidFill>
            <a:prstDash val="solid"/>
            <a:round/>
            <a:headEnd len="sm" w="sm" type="none"/>
            <a:tailEnd len="sm" w="sm" type="none"/>
          </a:ln>
          <a:effectLst>
            <a:outerShdw blurRad="63500" dir="8100000" dist="38100">
              <a:srgbClr val="000000">
                <a:alpha val="39610"/>
              </a:srgbClr>
            </a:outerShdw>
          </a:effectLst>
        </p:spPr>
        <p:txBody>
          <a:bodyPr anchorCtr="0" anchor="t" bIns="41050" lIns="82100" spcFirstLastPara="1" rIns="82100" wrap="square" tIns="41050">
            <a:noAutofit/>
          </a:bodyPr>
          <a:lstStyle/>
          <a:p>
            <a:pPr indent="0" lvl="0" marL="0" marR="0" rtl="0" algn="l">
              <a:lnSpc>
                <a:spcPct val="100000"/>
              </a:lnSpc>
              <a:spcBef>
                <a:spcPts val="0"/>
              </a:spcBef>
              <a:spcAft>
                <a:spcPts val="0"/>
              </a:spcAft>
              <a:buNone/>
            </a:pPr>
            <a:r>
              <a:t/>
            </a:r>
            <a:endParaRPr b="0" i="0" sz="1600" u="none">
              <a:solidFill>
                <a:schemeClr val="dk1"/>
              </a:solidFill>
              <a:latin typeface="Arial"/>
              <a:ea typeface="Arial"/>
              <a:cs typeface="Arial"/>
              <a:sym typeface="Arial"/>
            </a:endParaRPr>
          </a:p>
        </p:txBody>
      </p:sp>
      <p:sp>
        <p:nvSpPr>
          <p:cNvPr id="8205" name="Google Shape;8205;p136"/>
          <p:cNvSpPr txBox="1"/>
          <p:nvPr/>
        </p:nvSpPr>
        <p:spPr>
          <a:xfrm>
            <a:off x="-2474754" y="1350965"/>
            <a:ext cx="821100" cy="736200"/>
          </a:xfrm>
          <a:prstGeom prst="rect">
            <a:avLst/>
          </a:prstGeom>
          <a:solidFill>
            <a:srgbClr val="FDEEA5"/>
          </a:solidFill>
          <a:ln cap="flat" cmpd="sng" w="9525">
            <a:solidFill>
              <a:srgbClr val="FCE46F"/>
            </a:solidFill>
            <a:prstDash val="solid"/>
            <a:round/>
            <a:headEnd len="sm" w="sm" type="none"/>
            <a:tailEnd len="sm" w="sm" type="none"/>
          </a:ln>
          <a:effectLst>
            <a:outerShdw blurRad="63500" dir="8100000" dist="38100">
              <a:srgbClr val="000000">
                <a:alpha val="39610"/>
              </a:srgbClr>
            </a:outerShdw>
          </a:effectLst>
        </p:spPr>
        <p:txBody>
          <a:bodyPr anchorCtr="0" anchor="t" bIns="41050" lIns="82100" spcFirstLastPara="1" rIns="82100" wrap="square" tIns="41050">
            <a:noAutofit/>
          </a:bodyPr>
          <a:lstStyle/>
          <a:p>
            <a:pPr indent="0" lvl="0" marL="0" marR="0" rtl="0" algn="l">
              <a:lnSpc>
                <a:spcPct val="100000"/>
              </a:lnSpc>
              <a:spcBef>
                <a:spcPts val="0"/>
              </a:spcBef>
              <a:spcAft>
                <a:spcPts val="0"/>
              </a:spcAft>
              <a:buNone/>
            </a:pPr>
            <a:r>
              <a:t/>
            </a:r>
            <a:endParaRPr b="0" i="0" sz="1600" u="none">
              <a:solidFill>
                <a:schemeClr val="dk1"/>
              </a:solidFill>
              <a:latin typeface="Arial"/>
              <a:ea typeface="Arial"/>
              <a:cs typeface="Arial"/>
              <a:sym typeface="Arial"/>
            </a:endParaRPr>
          </a:p>
        </p:txBody>
      </p:sp>
      <p:sp>
        <p:nvSpPr>
          <p:cNvPr id="8206" name="Google Shape;8206;p136"/>
          <p:cNvSpPr txBox="1"/>
          <p:nvPr/>
        </p:nvSpPr>
        <p:spPr>
          <a:xfrm>
            <a:off x="-1536099" y="1350965"/>
            <a:ext cx="821100" cy="736200"/>
          </a:xfrm>
          <a:prstGeom prst="rect">
            <a:avLst/>
          </a:prstGeom>
          <a:solidFill>
            <a:srgbClr val="FDEEA5"/>
          </a:solidFill>
          <a:ln cap="flat" cmpd="sng" w="9525">
            <a:solidFill>
              <a:srgbClr val="FCE46F"/>
            </a:solidFill>
            <a:prstDash val="solid"/>
            <a:round/>
            <a:headEnd len="sm" w="sm" type="none"/>
            <a:tailEnd len="sm" w="sm" type="none"/>
          </a:ln>
          <a:effectLst>
            <a:outerShdw blurRad="63500" dir="8100000" dist="38100">
              <a:srgbClr val="000000">
                <a:alpha val="39610"/>
              </a:srgbClr>
            </a:outerShdw>
          </a:effectLst>
        </p:spPr>
        <p:txBody>
          <a:bodyPr anchorCtr="0" anchor="t" bIns="41050" lIns="82100" spcFirstLastPara="1" rIns="82100" wrap="square" tIns="41050">
            <a:noAutofit/>
          </a:bodyPr>
          <a:lstStyle/>
          <a:p>
            <a:pPr indent="0" lvl="0" marL="0" marR="0" rtl="0" algn="l">
              <a:lnSpc>
                <a:spcPct val="100000"/>
              </a:lnSpc>
              <a:spcBef>
                <a:spcPts val="0"/>
              </a:spcBef>
              <a:spcAft>
                <a:spcPts val="0"/>
              </a:spcAft>
              <a:buNone/>
            </a:pPr>
            <a:r>
              <a:t/>
            </a:r>
            <a:endParaRPr b="0" i="0" sz="1600" u="none">
              <a:solidFill>
                <a:schemeClr val="dk1"/>
              </a:solidFill>
              <a:latin typeface="Arial"/>
              <a:ea typeface="Arial"/>
              <a:cs typeface="Arial"/>
              <a:sym typeface="Arial"/>
            </a:endParaRPr>
          </a:p>
        </p:txBody>
      </p:sp>
      <p:sp>
        <p:nvSpPr>
          <p:cNvPr id="8207" name="Google Shape;8207;p136"/>
          <p:cNvSpPr txBox="1"/>
          <p:nvPr/>
        </p:nvSpPr>
        <p:spPr>
          <a:xfrm>
            <a:off x="-3408589" y="2204372"/>
            <a:ext cx="819300" cy="736200"/>
          </a:xfrm>
          <a:prstGeom prst="rect">
            <a:avLst/>
          </a:prstGeom>
          <a:solidFill>
            <a:srgbClr val="FDEEA5"/>
          </a:solidFill>
          <a:ln cap="flat" cmpd="sng" w="9525">
            <a:solidFill>
              <a:srgbClr val="FCE46F"/>
            </a:solidFill>
            <a:prstDash val="solid"/>
            <a:round/>
            <a:headEnd len="sm" w="sm" type="none"/>
            <a:tailEnd len="sm" w="sm" type="none"/>
          </a:ln>
          <a:effectLst>
            <a:outerShdw blurRad="63500" dir="8100000" dist="38100">
              <a:srgbClr val="000000">
                <a:alpha val="39610"/>
              </a:srgbClr>
            </a:outerShdw>
          </a:effectLst>
        </p:spPr>
        <p:txBody>
          <a:bodyPr anchorCtr="0" anchor="t" bIns="41050" lIns="82100" spcFirstLastPara="1" rIns="82100" wrap="square" tIns="41050">
            <a:noAutofit/>
          </a:bodyPr>
          <a:lstStyle/>
          <a:p>
            <a:pPr indent="0" lvl="0" marL="0" marR="0" rtl="0" algn="l">
              <a:lnSpc>
                <a:spcPct val="100000"/>
              </a:lnSpc>
              <a:spcBef>
                <a:spcPts val="0"/>
              </a:spcBef>
              <a:spcAft>
                <a:spcPts val="0"/>
              </a:spcAft>
              <a:buNone/>
            </a:pPr>
            <a:r>
              <a:t/>
            </a:r>
            <a:endParaRPr b="0" i="0" sz="1600" u="none">
              <a:solidFill>
                <a:schemeClr val="dk1"/>
              </a:solidFill>
              <a:latin typeface="Arial"/>
              <a:ea typeface="Arial"/>
              <a:cs typeface="Arial"/>
              <a:sym typeface="Arial"/>
            </a:endParaRPr>
          </a:p>
        </p:txBody>
      </p:sp>
      <p:sp>
        <p:nvSpPr>
          <p:cNvPr id="8208" name="Google Shape;8208;p136"/>
          <p:cNvSpPr txBox="1"/>
          <p:nvPr/>
        </p:nvSpPr>
        <p:spPr>
          <a:xfrm>
            <a:off x="-2474754" y="2204372"/>
            <a:ext cx="821100" cy="736200"/>
          </a:xfrm>
          <a:prstGeom prst="rect">
            <a:avLst/>
          </a:prstGeom>
          <a:solidFill>
            <a:srgbClr val="FDEEA5"/>
          </a:solidFill>
          <a:ln cap="flat" cmpd="sng" w="9525">
            <a:solidFill>
              <a:srgbClr val="FCE46F"/>
            </a:solidFill>
            <a:prstDash val="solid"/>
            <a:round/>
            <a:headEnd len="sm" w="sm" type="none"/>
            <a:tailEnd len="sm" w="sm" type="none"/>
          </a:ln>
          <a:effectLst>
            <a:outerShdw blurRad="63500" dir="8100000" dist="38100">
              <a:srgbClr val="000000">
                <a:alpha val="39610"/>
              </a:srgbClr>
            </a:outerShdw>
          </a:effectLst>
        </p:spPr>
        <p:txBody>
          <a:bodyPr anchorCtr="0" anchor="t" bIns="41050" lIns="82100" spcFirstLastPara="1" rIns="82100" wrap="square" tIns="41050">
            <a:noAutofit/>
          </a:bodyPr>
          <a:lstStyle/>
          <a:p>
            <a:pPr indent="0" lvl="0" marL="0" marR="0" rtl="0" algn="l">
              <a:lnSpc>
                <a:spcPct val="100000"/>
              </a:lnSpc>
              <a:spcBef>
                <a:spcPts val="0"/>
              </a:spcBef>
              <a:spcAft>
                <a:spcPts val="0"/>
              </a:spcAft>
              <a:buNone/>
            </a:pPr>
            <a:r>
              <a:t/>
            </a:r>
            <a:endParaRPr b="0" i="0" sz="1600" u="none">
              <a:solidFill>
                <a:schemeClr val="dk1"/>
              </a:solidFill>
              <a:latin typeface="Arial"/>
              <a:ea typeface="Arial"/>
              <a:cs typeface="Arial"/>
              <a:sym typeface="Arial"/>
            </a:endParaRPr>
          </a:p>
        </p:txBody>
      </p:sp>
      <p:sp>
        <p:nvSpPr>
          <p:cNvPr id="8209" name="Google Shape;8209;p136"/>
          <p:cNvSpPr txBox="1"/>
          <p:nvPr/>
        </p:nvSpPr>
        <p:spPr>
          <a:xfrm>
            <a:off x="-1536099" y="2204372"/>
            <a:ext cx="821100" cy="736200"/>
          </a:xfrm>
          <a:prstGeom prst="rect">
            <a:avLst/>
          </a:prstGeom>
          <a:solidFill>
            <a:srgbClr val="FDEEA5"/>
          </a:solidFill>
          <a:ln cap="flat" cmpd="sng" w="9525">
            <a:solidFill>
              <a:srgbClr val="FCE46F"/>
            </a:solidFill>
            <a:prstDash val="solid"/>
            <a:round/>
            <a:headEnd len="sm" w="sm" type="none"/>
            <a:tailEnd len="sm" w="sm" type="none"/>
          </a:ln>
          <a:effectLst>
            <a:outerShdw blurRad="63500" dir="8100000" dist="38100">
              <a:srgbClr val="000000">
                <a:alpha val="39610"/>
              </a:srgbClr>
            </a:outerShdw>
          </a:effectLst>
        </p:spPr>
        <p:txBody>
          <a:bodyPr anchorCtr="0" anchor="t" bIns="41050" lIns="82100" spcFirstLastPara="1" rIns="82100" wrap="square" tIns="41050">
            <a:noAutofit/>
          </a:bodyPr>
          <a:lstStyle/>
          <a:p>
            <a:pPr indent="0" lvl="0" marL="0" marR="0" rtl="0" algn="l">
              <a:lnSpc>
                <a:spcPct val="100000"/>
              </a:lnSpc>
              <a:spcBef>
                <a:spcPts val="0"/>
              </a:spcBef>
              <a:spcAft>
                <a:spcPts val="0"/>
              </a:spcAft>
              <a:buNone/>
            </a:pPr>
            <a:r>
              <a:t/>
            </a:r>
            <a:endParaRPr b="0" i="0" sz="1600" u="none">
              <a:solidFill>
                <a:schemeClr val="dk1"/>
              </a:solidFill>
              <a:latin typeface="Arial"/>
              <a:ea typeface="Arial"/>
              <a:cs typeface="Arial"/>
              <a:sym typeface="Arial"/>
            </a:endParaRPr>
          </a:p>
        </p:txBody>
      </p:sp>
      <p:sp>
        <p:nvSpPr>
          <p:cNvPr id="8210" name="Google Shape;8210;p136"/>
          <p:cNvSpPr txBox="1"/>
          <p:nvPr/>
        </p:nvSpPr>
        <p:spPr>
          <a:xfrm>
            <a:off x="-3408589" y="3078973"/>
            <a:ext cx="819300" cy="736200"/>
          </a:xfrm>
          <a:prstGeom prst="rect">
            <a:avLst/>
          </a:prstGeom>
          <a:solidFill>
            <a:srgbClr val="FDEEA5"/>
          </a:solidFill>
          <a:ln cap="flat" cmpd="sng" w="9525">
            <a:solidFill>
              <a:srgbClr val="FCE46F"/>
            </a:solidFill>
            <a:prstDash val="solid"/>
            <a:round/>
            <a:headEnd len="sm" w="sm" type="none"/>
            <a:tailEnd len="sm" w="sm" type="none"/>
          </a:ln>
          <a:effectLst>
            <a:outerShdw blurRad="63500" dir="8100000" dist="38100">
              <a:srgbClr val="000000">
                <a:alpha val="39610"/>
              </a:srgbClr>
            </a:outerShdw>
          </a:effectLst>
        </p:spPr>
        <p:txBody>
          <a:bodyPr anchorCtr="0" anchor="t" bIns="41050" lIns="82100" spcFirstLastPara="1" rIns="82100" wrap="square" tIns="41050">
            <a:noAutofit/>
          </a:bodyPr>
          <a:lstStyle/>
          <a:p>
            <a:pPr indent="0" lvl="0" marL="0" marR="0" rtl="0" algn="l">
              <a:lnSpc>
                <a:spcPct val="100000"/>
              </a:lnSpc>
              <a:spcBef>
                <a:spcPts val="0"/>
              </a:spcBef>
              <a:spcAft>
                <a:spcPts val="0"/>
              </a:spcAft>
              <a:buNone/>
            </a:pPr>
            <a:r>
              <a:t/>
            </a:r>
            <a:endParaRPr b="0" i="0" sz="1600" u="none">
              <a:solidFill>
                <a:schemeClr val="dk1"/>
              </a:solidFill>
              <a:latin typeface="Arial"/>
              <a:ea typeface="Arial"/>
              <a:cs typeface="Arial"/>
              <a:sym typeface="Arial"/>
            </a:endParaRPr>
          </a:p>
        </p:txBody>
      </p:sp>
      <p:sp>
        <p:nvSpPr>
          <p:cNvPr id="8211" name="Google Shape;8211;p136"/>
          <p:cNvSpPr txBox="1"/>
          <p:nvPr/>
        </p:nvSpPr>
        <p:spPr>
          <a:xfrm>
            <a:off x="-2474754" y="3078973"/>
            <a:ext cx="821100" cy="736200"/>
          </a:xfrm>
          <a:prstGeom prst="rect">
            <a:avLst/>
          </a:prstGeom>
          <a:solidFill>
            <a:srgbClr val="FDEEA5"/>
          </a:solidFill>
          <a:ln cap="flat" cmpd="sng" w="9525">
            <a:solidFill>
              <a:srgbClr val="FCE46F"/>
            </a:solidFill>
            <a:prstDash val="solid"/>
            <a:round/>
            <a:headEnd len="sm" w="sm" type="none"/>
            <a:tailEnd len="sm" w="sm" type="none"/>
          </a:ln>
          <a:effectLst>
            <a:outerShdw blurRad="63500" dir="8100000" dist="38100">
              <a:srgbClr val="000000">
                <a:alpha val="39610"/>
              </a:srgbClr>
            </a:outerShdw>
          </a:effectLst>
        </p:spPr>
        <p:txBody>
          <a:bodyPr anchorCtr="0" anchor="t" bIns="41050" lIns="82100" spcFirstLastPara="1" rIns="82100" wrap="square" tIns="41050">
            <a:noAutofit/>
          </a:bodyPr>
          <a:lstStyle/>
          <a:p>
            <a:pPr indent="0" lvl="0" marL="0" marR="0" rtl="0" algn="l">
              <a:lnSpc>
                <a:spcPct val="100000"/>
              </a:lnSpc>
              <a:spcBef>
                <a:spcPts val="0"/>
              </a:spcBef>
              <a:spcAft>
                <a:spcPts val="0"/>
              </a:spcAft>
              <a:buNone/>
            </a:pPr>
            <a:r>
              <a:t/>
            </a:r>
            <a:endParaRPr b="0" i="0" sz="1600" u="none">
              <a:solidFill>
                <a:schemeClr val="dk1"/>
              </a:solidFill>
              <a:latin typeface="Arial"/>
              <a:ea typeface="Arial"/>
              <a:cs typeface="Arial"/>
              <a:sym typeface="Arial"/>
            </a:endParaRPr>
          </a:p>
        </p:txBody>
      </p:sp>
      <p:sp>
        <p:nvSpPr>
          <p:cNvPr id="8212" name="Google Shape;8212;p136"/>
          <p:cNvSpPr txBox="1"/>
          <p:nvPr/>
        </p:nvSpPr>
        <p:spPr>
          <a:xfrm>
            <a:off x="-1536099" y="3078973"/>
            <a:ext cx="821100" cy="736200"/>
          </a:xfrm>
          <a:prstGeom prst="rect">
            <a:avLst/>
          </a:prstGeom>
          <a:solidFill>
            <a:srgbClr val="FDEEA5"/>
          </a:solidFill>
          <a:ln cap="flat" cmpd="sng" w="9525">
            <a:solidFill>
              <a:srgbClr val="FCE46F"/>
            </a:solidFill>
            <a:prstDash val="solid"/>
            <a:round/>
            <a:headEnd len="sm" w="sm" type="none"/>
            <a:tailEnd len="sm" w="sm" type="none"/>
          </a:ln>
          <a:effectLst>
            <a:outerShdw blurRad="63500" dir="8100000" dist="38100">
              <a:srgbClr val="000000">
                <a:alpha val="39610"/>
              </a:srgbClr>
            </a:outerShdw>
          </a:effectLst>
        </p:spPr>
        <p:txBody>
          <a:bodyPr anchorCtr="0" anchor="t" bIns="41050" lIns="82100" spcFirstLastPara="1" rIns="82100" wrap="square" tIns="41050">
            <a:noAutofit/>
          </a:bodyPr>
          <a:lstStyle/>
          <a:p>
            <a:pPr indent="0" lvl="0" marL="0" marR="0" rtl="0" algn="l">
              <a:lnSpc>
                <a:spcPct val="100000"/>
              </a:lnSpc>
              <a:spcBef>
                <a:spcPts val="0"/>
              </a:spcBef>
              <a:spcAft>
                <a:spcPts val="0"/>
              </a:spcAft>
              <a:buNone/>
            </a:pPr>
            <a:r>
              <a:t/>
            </a:r>
            <a:endParaRPr b="0" i="0" sz="1600" u="none">
              <a:solidFill>
                <a:schemeClr val="dk1"/>
              </a:solidFill>
              <a:latin typeface="Arial"/>
              <a:ea typeface="Arial"/>
              <a:cs typeface="Arial"/>
              <a:sym typeface="Arial"/>
            </a:endParaRPr>
          </a:p>
        </p:txBody>
      </p:sp>
      <p:sp>
        <p:nvSpPr>
          <p:cNvPr id="8213" name="Google Shape;8213;p136"/>
          <p:cNvSpPr txBox="1"/>
          <p:nvPr/>
        </p:nvSpPr>
        <p:spPr>
          <a:xfrm>
            <a:off x="-3408589" y="3930967"/>
            <a:ext cx="819300" cy="736200"/>
          </a:xfrm>
          <a:prstGeom prst="rect">
            <a:avLst/>
          </a:prstGeom>
          <a:solidFill>
            <a:srgbClr val="FDEEA5"/>
          </a:solidFill>
          <a:ln cap="flat" cmpd="sng" w="9525">
            <a:solidFill>
              <a:srgbClr val="FCE46F"/>
            </a:solidFill>
            <a:prstDash val="solid"/>
            <a:round/>
            <a:headEnd len="sm" w="sm" type="none"/>
            <a:tailEnd len="sm" w="sm" type="none"/>
          </a:ln>
          <a:effectLst>
            <a:outerShdw blurRad="63500" dir="8100000" dist="38100">
              <a:srgbClr val="000000">
                <a:alpha val="39610"/>
              </a:srgbClr>
            </a:outerShdw>
          </a:effectLst>
        </p:spPr>
        <p:txBody>
          <a:bodyPr anchorCtr="0" anchor="t" bIns="41050" lIns="82100" spcFirstLastPara="1" rIns="82100" wrap="square" tIns="41050">
            <a:noAutofit/>
          </a:bodyPr>
          <a:lstStyle/>
          <a:p>
            <a:pPr indent="0" lvl="0" marL="0" marR="0" rtl="0" algn="l">
              <a:lnSpc>
                <a:spcPct val="100000"/>
              </a:lnSpc>
              <a:spcBef>
                <a:spcPts val="0"/>
              </a:spcBef>
              <a:spcAft>
                <a:spcPts val="0"/>
              </a:spcAft>
              <a:buNone/>
            </a:pPr>
            <a:r>
              <a:t/>
            </a:r>
            <a:endParaRPr b="0" i="0" sz="1600" u="none">
              <a:solidFill>
                <a:schemeClr val="dk1"/>
              </a:solidFill>
              <a:latin typeface="Arial"/>
              <a:ea typeface="Arial"/>
              <a:cs typeface="Arial"/>
              <a:sym typeface="Arial"/>
            </a:endParaRPr>
          </a:p>
        </p:txBody>
      </p:sp>
      <p:sp>
        <p:nvSpPr>
          <p:cNvPr id="8214" name="Google Shape;8214;p136"/>
          <p:cNvSpPr txBox="1"/>
          <p:nvPr/>
        </p:nvSpPr>
        <p:spPr>
          <a:xfrm>
            <a:off x="-2474754" y="3930967"/>
            <a:ext cx="821100" cy="736200"/>
          </a:xfrm>
          <a:prstGeom prst="rect">
            <a:avLst/>
          </a:prstGeom>
          <a:solidFill>
            <a:srgbClr val="FDEEA5"/>
          </a:solidFill>
          <a:ln cap="flat" cmpd="sng" w="9525">
            <a:solidFill>
              <a:srgbClr val="FCE46F"/>
            </a:solidFill>
            <a:prstDash val="solid"/>
            <a:round/>
            <a:headEnd len="sm" w="sm" type="none"/>
            <a:tailEnd len="sm" w="sm" type="none"/>
          </a:ln>
          <a:effectLst>
            <a:outerShdw blurRad="63500" dir="8100000" dist="38100">
              <a:srgbClr val="000000">
                <a:alpha val="39610"/>
              </a:srgbClr>
            </a:outerShdw>
          </a:effectLst>
        </p:spPr>
        <p:txBody>
          <a:bodyPr anchorCtr="0" anchor="t" bIns="41050" lIns="82100" spcFirstLastPara="1" rIns="82100" wrap="square" tIns="41050">
            <a:noAutofit/>
          </a:bodyPr>
          <a:lstStyle/>
          <a:p>
            <a:pPr indent="0" lvl="0" marL="0" marR="0" rtl="0" algn="l">
              <a:lnSpc>
                <a:spcPct val="100000"/>
              </a:lnSpc>
              <a:spcBef>
                <a:spcPts val="0"/>
              </a:spcBef>
              <a:spcAft>
                <a:spcPts val="0"/>
              </a:spcAft>
              <a:buNone/>
            </a:pPr>
            <a:r>
              <a:t/>
            </a:r>
            <a:endParaRPr b="0" i="0" sz="1600" u="none">
              <a:solidFill>
                <a:schemeClr val="dk1"/>
              </a:solidFill>
              <a:latin typeface="Arial"/>
              <a:ea typeface="Arial"/>
              <a:cs typeface="Arial"/>
              <a:sym typeface="Arial"/>
            </a:endParaRPr>
          </a:p>
        </p:txBody>
      </p:sp>
      <p:sp>
        <p:nvSpPr>
          <p:cNvPr id="8215" name="Google Shape;8215;p136"/>
          <p:cNvSpPr txBox="1"/>
          <p:nvPr/>
        </p:nvSpPr>
        <p:spPr>
          <a:xfrm>
            <a:off x="-1536099" y="3930967"/>
            <a:ext cx="821100" cy="736200"/>
          </a:xfrm>
          <a:prstGeom prst="rect">
            <a:avLst/>
          </a:prstGeom>
          <a:solidFill>
            <a:srgbClr val="FDEEA5"/>
          </a:solidFill>
          <a:ln cap="flat" cmpd="sng" w="9525">
            <a:solidFill>
              <a:srgbClr val="FCE46F"/>
            </a:solidFill>
            <a:prstDash val="solid"/>
            <a:round/>
            <a:headEnd len="sm" w="sm" type="none"/>
            <a:tailEnd len="sm" w="sm" type="none"/>
          </a:ln>
          <a:effectLst>
            <a:outerShdw blurRad="63500" dir="8100000" dist="38100">
              <a:srgbClr val="000000">
                <a:alpha val="39610"/>
              </a:srgbClr>
            </a:outerShdw>
          </a:effectLst>
        </p:spPr>
        <p:txBody>
          <a:bodyPr anchorCtr="0" anchor="t" bIns="41050" lIns="82100" spcFirstLastPara="1" rIns="82100" wrap="square" tIns="41050">
            <a:noAutofit/>
          </a:bodyPr>
          <a:lstStyle/>
          <a:p>
            <a:pPr indent="0" lvl="0" marL="0" marR="0" rtl="0" algn="l">
              <a:lnSpc>
                <a:spcPct val="100000"/>
              </a:lnSpc>
              <a:spcBef>
                <a:spcPts val="0"/>
              </a:spcBef>
              <a:spcAft>
                <a:spcPts val="0"/>
              </a:spcAft>
              <a:buNone/>
            </a:pPr>
            <a:r>
              <a:t/>
            </a:r>
            <a:endParaRPr b="0" i="0" sz="1600" u="none">
              <a:solidFill>
                <a:schemeClr val="dk1"/>
              </a:solidFill>
              <a:latin typeface="Arial"/>
              <a:ea typeface="Arial"/>
              <a:cs typeface="Arial"/>
              <a:sym typeface="Arial"/>
            </a:endParaRPr>
          </a:p>
        </p:txBody>
      </p:sp>
      <p:sp>
        <p:nvSpPr>
          <p:cNvPr id="8216" name="Google Shape;8216;p136"/>
          <p:cNvSpPr txBox="1"/>
          <p:nvPr/>
        </p:nvSpPr>
        <p:spPr>
          <a:xfrm>
            <a:off x="-3408589" y="4787200"/>
            <a:ext cx="819300" cy="736200"/>
          </a:xfrm>
          <a:prstGeom prst="rect">
            <a:avLst/>
          </a:prstGeom>
          <a:solidFill>
            <a:srgbClr val="FDEEA5"/>
          </a:solidFill>
          <a:ln cap="flat" cmpd="sng" w="9525">
            <a:solidFill>
              <a:srgbClr val="FCE46F"/>
            </a:solidFill>
            <a:prstDash val="solid"/>
            <a:round/>
            <a:headEnd len="sm" w="sm" type="none"/>
            <a:tailEnd len="sm" w="sm" type="none"/>
          </a:ln>
          <a:effectLst>
            <a:outerShdw blurRad="63500" dir="8100000" dist="38100">
              <a:srgbClr val="000000">
                <a:alpha val="39610"/>
              </a:srgbClr>
            </a:outerShdw>
          </a:effectLst>
        </p:spPr>
        <p:txBody>
          <a:bodyPr anchorCtr="0" anchor="t" bIns="41050" lIns="82100" spcFirstLastPara="1" rIns="82100" wrap="square" tIns="41050">
            <a:noAutofit/>
          </a:bodyPr>
          <a:lstStyle/>
          <a:p>
            <a:pPr indent="0" lvl="0" marL="0" marR="0" rtl="0" algn="l">
              <a:lnSpc>
                <a:spcPct val="100000"/>
              </a:lnSpc>
              <a:spcBef>
                <a:spcPts val="0"/>
              </a:spcBef>
              <a:spcAft>
                <a:spcPts val="0"/>
              </a:spcAft>
              <a:buNone/>
            </a:pPr>
            <a:r>
              <a:t/>
            </a:r>
            <a:endParaRPr b="0" i="0" sz="1600" u="none">
              <a:solidFill>
                <a:schemeClr val="dk1"/>
              </a:solidFill>
              <a:latin typeface="Arial"/>
              <a:ea typeface="Arial"/>
              <a:cs typeface="Arial"/>
              <a:sym typeface="Arial"/>
            </a:endParaRPr>
          </a:p>
        </p:txBody>
      </p:sp>
      <p:sp>
        <p:nvSpPr>
          <p:cNvPr id="8217" name="Google Shape;8217;p136"/>
          <p:cNvSpPr txBox="1"/>
          <p:nvPr/>
        </p:nvSpPr>
        <p:spPr>
          <a:xfrm>
            <a:off x="-2474754" y="4787200"/>
            <a:ext cx="821100" cy="736200"/>
          </a:xfrm>
          <a:prstGeom prst="rect">
            <a:avLst/>
          </a:prstGeom>
          <a:solidFill>
            <a:srgbClr val="FDEEA5"/>
          </a:solidFill>
          <a:ln cap="flat" cmpd="sng" w="9525">
            <a:solidFill>
              <a:srgbClr val="FCE46F"/>
            </a:solidFill>
            <a:prstDash val="solid"/>
            <a:round/>
            <a:headEnd len="sm" w="sm" type="none"/>
            <a:tailEnd len="sm" w="sm" type="none"/>
          </a:ln>
          <a:effectLst>
            <a:outerShdw blurRad="63500" dir="8100000" dist="38100">
              <a:srgbClr val="000000">
                <a:alpha val="39610"/>
              </a:srgbClr>
            </a:outerShdw>
          </a:effectLst>
        </p:spPr>
        <p:txBody>
          <a:bodyPr anchorCtr="0" anchor="t" bIns="41050" lIns="82100" spcFirstLastPara="1" rIns="82100" wrap="square" tIns="41050">
            <a:noAutofit/>
          </a:bodyPr>
          <a:lstStyle/>
          <a:p>
            <a:pPr indent="0" lvl="0" marL="0" marR="0" rtl="0" algn="l">
              <a:lnSpc>
                <a:spcPct val="100000"/>
              </a:lnSpc>
              <a:spcBef>
                <a:spcPts val="0"/>
              </a:spcBef>
              <a:spcAft>
                <a:spcPts val="0"/>
              </a:spcAft>
              <a:buNone/>
            </a:pPr>
            <a:r>
              <a:t/>
            </a:r>
            <a:endParaRPr b="0" i="0" sz="1600" u="none">
              <a:solidFill>
                <a:schemeClr val="dk1"/>
              </a:solidFill>
              <a:latin typeface="Arial"/>
              <a:ea typeface="Arial"/>
              <a:cs typeface="Arial"/>
              <a:sym typeface="Arial"/>
            </a:endParaRPr>
          </a:p>
        </p:txBody>
      </p:sp>
      <p:sp>
        <p:nvSpPr>
          <p:cNvPr id="8218" name="Google Shape;8218;p136"/>
          <p:cNvSpPr txBox="1"/>
          <p:nvPr/>
        </p:nvSpPr>
        <p:spPr>
          <a:xfrm>
            <a:off x="-1536099" y="4787200"/>
            <a:ext cx="821100" cy="736200"/>
          </a:xfrm>
          <a:prstGeom prst="rect">
            <a:avLst/>
          </a:prstGeom>
          <a:solidFill>
            <a:srgbClr val="FDEEA5"/>
          </a:solidFill>
          <a:ln cap="flat" cmpd="sng" w="9525">
            <a:solidFill>
              <a:srgbClr val="FCE46F"/>
            </a:solidFill>
            <a:prstDash val="solid"/>
            <a:round/>
            <a:headEnd len="sm" w="sm" type="none"/>
            <a:tailEnd len="sm" w="sm" type="none"/>
          </a:ln>
          <a:effectLst>
            <a:outerShdw blurRad="63500" dir="8100000" dist="38100">
              <a:srgbClr val="000000">
                <a:alpha val="39610"/>
              </a:srgbClr>
            </a:outerShdw>
          </a:effectLst>
        </p:spPr>
        <p:txBody>
          <a:bodyPr anchorCtr="0" anchor="t" bIns="41050" lIns="82100" spcFirstLastPara="1" rIns="82100" wrap="square" tIns="41050">
            <a:noAutofit/>
          </a:bodyPr>
          <a:lstStyle/>
          <a:p>
            <a:pPr indent="0" lvl="0" marL="0" marR="0" rtl="0" algn="l">
              <a:lnSpc>
                <a:spcPct val="100000"/>
              </a:lnSpc>
              <a:spcBef>
                <a:spcPts val="0"/>
              </a:spcBef>
              <a:spcAft>
                <a:spcPts val="0"/>
              </a:spcAft>
              <a:buNone/>
            </a:pPr>
            <a:r>
              <a:t/>
            </a:r>
            <a:endParaRPr b="0" i="0" sz="1600" u="none">
              <a:solidFill>
                <a:schemeClr val="dk1"/>
              </a:solidFill>
              <a:latin typeface="Arial"/>
              <a:ea typeface="Arial"/>
              <a:cs typeface="Arial"/>
              <a:sym typeface="Arial"/>
            </a:endParaRPr>
          </a:p>
        </p:txBody>
      </p:sp>
      <p:sp>
        <p:nvSpPr>
          <p:cNvPr id="8219" name="Google Shape;8219;p136"/>
          <p:cNvSpPr txBox="1"/>
          <p:nvPr/>
        </p:nvSpPr>
        <p:spPr>
          <a:xfrm>
            <a:off x="-3408589" y="5640607"/>
            <a:ext cx="819300" cy="736200"/>
          </a:xfrm>
          <a:prstGeom prst="rect">
            <a:avLst/>
          </a:prstGeom>
          <a:solidFill>
            <a:srgbClr val="FDEEA5"/>
          </a:solidFill>
          <a:ln cap="flat" cmpd="sng" w="9525">
            <a:solidFill>
              <a:srgbClr val="FCE46F"/>
            </a:solidFill>
            <a:prstDash val="solid"/>
            <a:round/>
            <a:headEnd len="sm" w="sm" type="none"/>
            <a:tailEnd len="sm" w="sm" type="none"/>
          </a:ln>
          <a:effectLst>
            <a:outerShdw blurRad="63500" dir="8100000" dist="38100">
              <a:srgbClr val="000000">
                <a:alpha val="39610"/>
              </a:srgbClr>
            </a:outerShdw>
          </a:effectLst>
        </p:spPr>
        <p:txBody>
          <a:bodyPr anchorCtr="0" anchor="t" bIns="41050" lIns="82100" spcFirstLastPara="1" rIns="82100" wrap="square" tIns="41050">
            <a:noAutofit/>
          </a:bodyPr>
          <a:lstStyle/>
          <a:p>
            <a:pPr indent="0" lvl="0" marL="0" marR="0" rtl="0" algn="l">
              <a:lnSpc>
                <a:spcPct val="100000"/>
              </a:lnSpc>
              <a:spcBef>
                <a:spcPts val="0"/>
              </a:spcBef>
              <a:spcAft>
                <a:spcPts val="0"/>
              </a:spcAft>
              <a:buNone/>
            </a:pPr>
            <a:r>
              <a:t/>
            </a:r>
            <a:endParaRPr b="0" i="0" sz="1600" u="none">
              <a:solidFill>
                <a:schemeClr val="dk1"/>
              </a:solidFill>
              <a:latin typeface="Arial"/>
              <a:ea typeface="Arial"/>
              <a:cs typeface="Arial"/>
              <a:sym typeface="Arial"/>
            </a:endParaRPr>
          </a:p>
        </p:txBody>
      </p:sp>
      <p:sp>
        <p:nvSpPr>
          <p:cNvPr id="8220" name="Google Shape;8220;p136"/>
          <p:cNvSpPr txBox="1"/>
          <p:nvPr/>
        </p:nvSpPr>
        <p:spPr>
          <a:xfrm>
            <a:off x="-2474754" y="5640607"/>
            <a:ext cx="821100" cy="736200"/>
          </a:xfrm>
          <a:prstGeom prst="rect">
            <a:avLst/>
          </a:prstGeom>
          <a:solidFill>
            <a:srgbClr val="FDEEA5"/>
          </a:solidFill>
          <a:ln cap="flat" cmpd="sng" w="9525">
            <a:solidFill>
              <a:srgbClr val="FCE46F"/>
            </a:solidFill>
            <a:prstDash val="solid"/>
            <a:round/>
            <a:headEnd len="sm" w="sm" type="none"/>
            <a:tailEnd len="sm" w="sm" type="none"/>
          </a:ln>
          <a:effectLst>
            <a:outerShdw blurRad="63500" dir="8100000" dist="38100">
              <a:srgbClr val="000000">
                <a:alpha val="39610"/>
              </a:srgbClr>
            </a:outerShdw>
          </a:effectLst>
        </p:spPr>
        <p:txBody>
          <a:bodyPr anchorCtr="0" anchor="t" bIns="41050" lIns="82100" spcFirstLastPara="1" rIns="82100" wrap="square" tIns="41050">
            <a:noAutofit/>
          </a:bodyPr>
          <a:lstStyle/>
          <a:p>
            <a:pPr indent="0" lvl="0" marL="0" marR="0" rtl="0" algn="l">
              <a:lnSpc>
                <a:spcPct val="100000"/>
              </a:lnSpc>
              <a:spcBef>
                <a:spcPts val="0"/>
              </a:spcBef>
              <a:spcAft>
                <a:spcPts val="0"/>
              </a:spcAft>
              <a:buNone/>
            </a:pPr>
            <a:r>
              <a:t/>
            </a:r>
            <a:endParaRPr b="0" i="0" sz="1600" u="none">
              <a:solidFill>
                <a:schemeClr val="dk1"/>
              </a:solidFill>
              <a:latin typeface="Arial"/>
              <a:ea typeface="Arial"/>
              <a:cs typeface="Arial"/>
              <a:sym typeface="Arial"/>
            </a:endParaRPr>
          </a:p>
        </p:txBody>
      </p:sp>
      <p:sp>
        <p:nvSpPr>
          <p:cNvPr id="8221" name="Google Shape;8221;p136"/>
          <p:cNvSpPr txBox="1"/>
          <p:nvPr/>
        </p:nvSpPr>
        <p:spPr>
          <a:xfrm>
            <a:off x="-1536099" y="5640607"/>
            <a:ext cx="821100" cy="736200"/>
          </a:xfrm>
          <a:prstGeom prst="rect">
            <a:avLst/>
          </a:prstGeom>
          <a:solidFill>
            <a:srgbClr val="FDEEA5"/>
          </a:solidFill>
          <a:ln cap="flat" cmpd="sng" w="9525">
            <a:solidFill>
              <a:srgbClr val="FCE46F"/>
            </a:solidFill>
            <a:prstDash val="solid"/>
            <a:round/>
            <a:headEnd len="sm" w="sm" type="none"/>
            <a:tailEnd len="sm" w="sm" type="none"/>
          </a:ln>
          <a:effectLst>
            <a:outerShdw blurRad="63500" dir="8100000" dist="38100">
              <a:srgbClr val="000000">
                <a:alpha val="39610"/>
              </a:srgbClr>
            </a:outerShdw>
          </a:effectLst>
        </p:spPr>
        <p:txBody>
          <a:bodyPr anchorCtr="0" anchor="t" bIns="41050" lIns="82100" spcFirstLastPara="1" rIns="82100" wrap="square" tIns="41050">
            <a:noAutofit/>
          </a:bodyPr>
          <a:lstStyle/>
          <a:p>
            <a:pPr indent="0" lvl="0" marL="0" marR="0" rtl="0" algn="l">
              <a:lnSpc>
                <a:spcPct val="100000"/>
              </a:lnSpc>
              <a:spcBef>
                <a:spcPts val="0"/>
              </a:spcBef>
              <a:spcAft>
                <a:spcPts val="0"/>
              </a:spcAft>
              <a:buNone/>
            </a:pPr>
            <a:r>
              <a:t/>
            </a:r>
            <a:endParaRPr b="0" i="0" sz="1600" u="none">
              <a:solidFill>
                <a:schemeClr val="dk1"/>
              </a:solidFill>
              <a:latin typeface="Arial"/>
              <a:ea typeface="Arial"/>
              <a:cs typeface="Arial"/>
              <a:sym typeface="Arial"/>
            </a:endParaRPr>
          </a:p>
        </p:txBody>
      </p:sp>
      <p:sp>
        <p:nvSpPr>
          <p:cNvPr id="8222" name="Google Shape;8222;p136"/>
          <p:cNvSpPr txBox="1"/>
          <p:nvPr/>
        </p:nvSpPr>
        <p:spPr>
          <a:xfrm>
            <a:off x="430431" y="1754573"/>
            <a:ext cx="1364700" cy="1207200"/>
          </a:xfrm>
          <a:prstGeom prst="rect">
            <a:avLst/>
          </a:prstGeom>
          <a:solidFill>
            <a:srgbClr val="FDEEA5"/>
          </a:solidFill>
          <a:ln cap="flat" cmpd="sng" w="9525">
            <a:solidFill>
              <a:srgbClr val="FCE46F"/>
            </a:solidFill>
            <a:prstDash val="solid"/>
            <a:round/>
            <a:headEnd len="sm" w="sm" type="none"/>
            <a:tailEnd len="sm" w="sm" type="none"/>
          </a:ln>
          <a:effectLst>
            <a:outerShdw blurRad="63500" dir="8100000" dist="38100">
              <a:srgbClr val="000000">
                <a:alpha val="39610"/>
              </a:srgbClr>
            </a:outerShdw>
          </a:effectLst>
        </p:spPr>
        <p:txBody>
          <a:bodyPr anchorCtr="0" anchor="t" bIns="41050" lIns="82100" spcFirstLastPara="1" rIns="82100" wrap="square" tIns="41050">
            <a:noAutofit/>
          </a:bodyPr>
          <a:lstStyle/>
          <a:p>
            <a:pPr indent="0" lvl="0" marL="0" marR="0" rtl="0" algn="l">
              <a:lnSpc>
                <a:spcPct val="100000"/>
              </a:lnSpc>
              <a:spcBef>
                <a:spcPts val="0"/>
              </a:spcBef>
              <a:spcAft>
                <a:spcPts val="0"/>
              </a:spcAft>
              <a:buNone/>
            </a:pPr>
            <a:r>
              <a:t/>
            </a:r>
            <a:endParaRPr b="0" i="0" sz="1600" u="none">
              <a:solidFill>
                <a:schemeClr val="dk1"/>
              </a:solidFill>
              <a:latin typeface="Arial"/>
              <a:ea typeface="Arial"/>
              <a:cs typeface="Arial"/>
              <a:sym typeface="Arial"/>
            </a:endParaRPr>
          </a:p>
        </p:txBody>
      </p:sp>
      <p:sp>
        <p:nvSpPr>
          <p:cNvPr id="8223" name="Google Shape;8223;p136"/>
          <p:cNvSpPr txBox="1"/>
          <p:nvPr/>
        </p:nvSpPr>
        <p:spPr>
          <a:xfrm>
            <a:off x="1984719" y="1750509"/>
            <a:ext cx="1364700" cy="1208100"/>
          </a:xfrm>
          <a:prstGeom prst="rect">
            <a:avLst/>
          </a:prstGeom>
          <a:solidFill>
            <a:srgbClr val="FDEEA5"/>
          </a:solidFill>
          <a:ln cap="flat" cmpd="sng" w="9525">
            <a:solidFill>
              <a:srgbClr val="FCE46F"/>
            </a:solidFill>
            <a:prstDash val="solid"/>
            <a:round/>
            <a:headEnd len="sm" w="sm" type="none"/>
            <a:tailEnd len="sm" w="sm" type="none"/>
          </a:ln>
          <a:effectLst>
            <a:outerShdw blurRad="63500" dir="8100000" dist="38100">
              <a:srgbClr val="000000">
                <a:alpha val="39610"/>
              </a:srgbClr>
            </a:outerShdw>
          </a:effectLst>
        </p:spPr>
        <p:txBody>
          <a:bodyPr anchorCtr="0" anchor="t" bIns="41050" lIns="82100" spcFirstLastPara="1" rIns="82100" wrap="square" tIns="41050">
            <a:noAutofit/>
          </a:bodyPr>
          <a:lstStyle/>
          <a:p>
            <a:pPr indent="0" lvl="0" marL="0" marR="0" rtl="0" algn="l">
              <a:lnSpc>
                <a:spcPct val="100000"/>
              </a:lnSpc>
              <a:spcBef>
                <a:spcPts val="0"/>
              </a:spcBef>
              <a:spcAft>
                <a:spcPts val="0"/>
              </a:spcAft>
              <a:buNone/>
            </a:pPr>
            <a:r>
              <a:t/>
            </a:r>
            <a:endParaRPr b="0" i="0" sz="1600" u="none">
              <a:solidFill>
                <a:schemeClr val="dk1"/>
              </a:solidFill>
              <a:latin typeface="Arial"/>
              <a:ea typeface="Arial"/>
              <a:cs typeface="Arial"/>
              <a:sym typeface="Arial"/>
            </a:endParaRPr>
          </a:p>
        </p:txBody>
      </p:sp>
      <p:sp>
        <p:nvSpPr>
          <p:cNvPr id="8224" name="Google Shape;8224;p136"/>
          <p:cNvSpPr txBox="1"/>
          <p:nvPr/>
        </p:nvSpPr>
        <p:spPr>
          <a:xfrm>
            <a:off x="3522212" y="1750509"/>
            <a:ext cx="1364700" cy="1208100"/>
          </a:xfrm>
          <a:prstGeom prst="rect">
            <a:avLst/>
          </a:prstGeom>
          <a:solidFill>
            <a:srgbClr val="FDEEA5"/>
          </a:solidFill>
          <a:ln cap="flat" cmpd="sng" w="9525">
            <a:solidFill>
              <a:srgbClr val="FCE46F"/>
            </a:solidFill>
            <a:prstDash val="solid"/>
            <a:round/>
            <a:headEnd len="sm" w="sm" type="none"/>
            <a:tailEnd len="sm" w="sm" type="none"/>
          </a:ln>
          <a:effectLst>
            <a:outerShdw blurRad="63500" dir="8100000" dist="38100">
              <a:srgbClr val="000000">
                <a:alpha val="39610"/>
              </a:srgbClr>
            </a:outerShdw>
          </a:effectLst>
        </p:spPr>
        <p:txBody>
          <a:bodyPr anchorCtr="0" anchor="t" bIns="41050" lIns="82100" spcFirstLastPara="1" rIns="82100" wrap="square" tIns="41050">
            <a:noAutofit/>
          </a:bodyPr>
          <a:lstStyle/>
          <a:p>
            <a:pPr indent="0" lvl="0" marL="0" marR="0" rtl="0" algn="l">
              <a:lnSpc>
                <a:spcPct val="100000"/>
              </a:lnSpc>
              <a:spcBef>
                <a:spcPts val="0"/>
              </a:spcBef>
              <a:spcAft>
                <a:spcPts val="0"/>
              </a:spcAft>
              <a:buNone/>
            </a:pPr>
            <a:r>
              <a:t/>
            </a:r>
            <a:endParaRPr b="0" i="0" sz="1600" u="none">
              <a:solidFill>
                <a:schemeClr val="dk1"/>
              </a:solidFill>
              <a:latin typeface="Arial"/>
              <a:ea typeface="Arial"/>
              <a:cs typeface="Arial"/>
              <a:sym typeface="Arial"/>
            </a:endParaRPr>
          </a:p>
        </p:txBody>
      </p:sp>
      <p:sp>
        <p:nvSpPr>
          <p:cNvPr id="8225" name="Google Shape;8225;p136"/>
          <p:cNvSpPr txBox="1"/>
          <p:nvPr/>
        </p:nvSpPr>
        <p:spPr>
          <a:xfrm>
            <a:off x="439474" y="3520967"/>
            <a:ext cx="1364700" cy="1208100"/>
          </a:xfrm>
          <a:prstGeom prst="rect">
            <a:avLst/>
          </a:prstGeom>
          <a:solidFill>
            <a:srgbClr val="FDEEA5"/>
          </a:solidFill>
          <a:ln cap="flat" cmpd="sng" w="9525">
            <a:solidFill>
              <a:srgbClr val="FCE46F"/>
            </a:solidFill>
            <a:prstDash val="solid"/>
            <a:round/>
            <a:headEnd len="sm" w="sm" type="none"/>
            <a:tailEnd len="sm" w="sm" type="none"/>
          </a:ln>
          <a:effectLst>
            <a:outerShdw blurRad="63500" dir="8100000" dist="38100">
              <a:srgbClr val="000000">
                <a:alpha val="39610"/>
              </a:srgbClr>
            </a:outerShdw>
          </a:effectLst>
        </p:spPr>
        <p:txBody>
          <a:bodyPr anchorCtr="0" anchor="t" bIns="41050" lIns="82100" spcFirstLastPara="1" rIns="82100" wrap="square" tIns="41050">
            <a:noAutofit/>
          </a:bodyPr>
          <a:lstStyle/>
          <a:p>
            <a:pPr indent="0" lvl="0" marL="0" marR="0" rtl="0" algn="l">
              <a:lnSpc>
                <a:spcPct val="100000"/>
              </a:lnSpc>
              <a:spcBef>
                <a:spcPts val="0"/>
              </a:spcBef>
              <a:spcAft>
                <a:spcPts val="0"/>
              </a:spcAft>
              <a:buNone/>
            </a:pPr>
            <a:r>
              <a:t/>
            </a:r>
            <a:endParaRPr b="0" i="0" sz="1600" u="none">
              <a:solidFill>
                <a:schemeClr val="dk1"/>
              </a:solidFill>
              <a:latin typeface="Arial"/>
              <a:ea typeface="Arial"/>
              <a:cs typeface="Arial"/>
              <a:sym typeface="Arial"/>
            </a:endParaRPr>
          </a:p>
        </p:txBody>
      </p:sp>
      <p:sp>
        <p:nvSpPr>
          <p:cNvPr id="8226" name="Google Shape;8226;p136"/>
          <p:cNvSpPr txBox="1"/>
          <p:nvPr/>
        </p:nvSpPr>
        <p:spPr>
          <a:xfrm>
            <a:off x="1992471" y="3518258"/>
            <a:ext cx="1364700" cy="1207200"/>
          </a:xfrm>
          <a:prstGeom prst="rect">
            <a:avLst/>
          </a:prstGeom>
          <a:solidFill>
            <a:srgbClr val="FDEEA5"/>
          </a:solidFill>
          <a:ln cap="flat" cmpd="sng" w="9525">
            <a:solidFill>
              <a:srgbClr val="FCE46F"/>
            </a:solidFill>
            <a:prstDash val="solid"/>
            <a:round/>
            <a:headEnd len="sm" w="sm" type="none"/>
            <a:tailEnd len="sm" w="sm" type="none"/>
          </a:ln>
          <a:effectLst>
            <a:outerShdw blurRad="63500" dir="8100000" dist="38100">
              <a:srgbClr val="000000">
                <a:alpha val="39610"/>
              </a:srgbClr>
            </a:outerShdw>
          </a:effectLst>
        </p:spPr>
        <p:txBody>
          <a:bodyPr anchorCtr="0" anchor="t" bIns="41050" lIns="82100" spcFirstLastPara="1" rIns="82100" wrap="square" tIns="41050">
            <a:noAutofit/>
          </a:bodyPr>
          <a:lstStyle/>
          <a:p>
            <a:pPr indent="0" lvl="0" marL="0" marR="0" rtl="0" algn="l">
              <a:lnSpc>
                <a:spcPct val="100000"/>
              </a:lnSpc>
              <a:spcBef>
                <a:spcPts val="0"/>
              </a:spcBef>
              <a:spcAft>
                <a:spcPts val="0"/>
              </a:spcAft>
              <a:buNone/>
            </a:pPr>
            <a:r>
              <a:t/>
            </a:r>
            <a:endParaRPr b="0" i="0" sz="1600" u="none">
              <a:solidFill>
                <a:schemeClr val="dk1"/>
              </a:solidFill>
              <a:latin typeface="Arial"/>
              <a:ea typeface="Arial"/>
              <a:cs typeface="Arial"/>
              <a:sym typeface="Arial"/>
            </a:endParaRPr>
          </a:p>
        </p:txBody>
      </p:sp>
      <p:sp>
        <p:nvSpPr>
          <p:cNvPr id="8227" name="Google Shape;8227;p136"/>
          <p:cNvSpPr txBox="1"/>
          <p:nvPr/>
        </p:nvSpPr>
        <p:spPr>
          <a:xfrm>
            <a:off x="3531256" y="3518258"/>
            <a:ext cx="1364700" cy="1207200"/>
          </a:xfrm>
          <a:prstGeom prst="rect">
            <a:avLst/>
          </a:prstGeom>
          <a:solidFill>
            <a:srgbClr val="FDEEA5"/>
          </a:solidFill>
          <a:ln cap="flat" cmpd="sng" w="9525">
            <a:solidFill>
              <a:srgbClr val="FCE46F"/>
            </a:solidFill>
            <a:prstDash val="solid"/>
            <a:round/>
            <a:headEnd len="sm" w="sm" type="none"/>
            <a:tailEnd len="sm" w="sm" type="none"/>
          </a:ln>
          <a:effectLst>
            <a:outerShdw blurRad="63500" dir="8100000" dist="38100">
              <a:srgbClr val="000000">
                <a:alpha val="39610"/>
              </a:srgbClr>
            </a:outerShdw>
          </a:effectLst>
        </p:spPr>
        <p:txBody>
          <a:bodyPr anchorCtr="0" anchor="t" bIns="41050" lIns="82100" spcFirstLastPara="1" rIns="82100" wrap="square" tIns="41050">
            <a:noAutofit/>
          </a:bodyPr>
          <a:lstStyle/>
          <a:p>
            <a:pPr indent="0" lvl="0" marL="0" marR="0" rtl="0" algn="l">
              <a:lnSpc>
                <a:spcPct val="100000"/>
              </a:lnSpc>
              <a:spcBef>
                <a:spcPts val="0"/>
              </a:spcBef>
              <a:spcAft>
                <a:spcPts val="0"/>
              </a:spcAft>
              <a:buNone/>
            </a:pPr>
            <a:r>
              <a:t/>
            </a:r>
            <a:endParaRPr b="0" i="0" sz="1600" u="none">
              <a:solidFill>
                <a:schemeClr val="dk1"/>
              </a:solidFill>
              <a:latin typeface="Arial"/>
              <a:ea typeface="Arial"/>
              <a:cs typeface="Arial"/>
              <a:sym typeface="Arial"/>
            </a:endParaRPr>
          </a:p>
        </p:txBody>
      </p:sp>
      <p:sp>
        <p:nvSpPr>
          <p:cNvPr id="8228" name="Google Shape;8228;p136"/>
          <p:cNvSpPr txBox="1"/>
          <p:nvPr/>
        </p:nvSpPr>
        <p:spPr>
          <a:xfrm>
            <a:off x="430431" y="5311744"/>
            <a:ext cx="1364700" cy="1207200"/>
          </a:xfrm>
          <a:prstGeom prst="rect">
            <a:avLst/>
          </a:prstGeom>
          <a:solidFill>
            <a:srgbClr val="FDEEA5"/>
          </a:solidFill>
          <a:ln cap="flat" cmpd="sng" w="9525">
            <a:solidFill>
              <a:srgbClr val="FCE46F"/>
            </a:solidFill>
            <a:prstDash val="solid"/>
            <a:round/>
            <a:headEnd len="sm" w="sm" type="none"/>
            <a:tailEnd len="sm" w="sm" type="none"/>
          </a:ln>
          <a:effectLst>
            <a:outerShdw blurRad="63500" dir="8100000" dist="38100">
              <a:srgbClr val="000000">
                <a:alpha val="39610"/>
              </a:srgbClr>
            </a:outerShdw>
          </a:effectLst>
        </p:spPr>
        <p:txBody>
          <a:bodyPr anchorCtr="0" anchor="t" bIns="41050" lIns="82100" spcFirstLastPara="1" rIns="82100" wrap="square" tIns="41050">
            <a:noAutofit/>
          </a:bodyPr>
          <a:lstStyle/>
          <a:p>
            <a:pPr indent="0" lvl="0" marL="0" marR="0" rtl="0" algn="l">
              <a:lnSpc>
                <a:spcPct val="100000"/>
              </a:lnSpc>
              <a:spcBef>
                <a:spcPts val="0"/>
              </a:spcBef>
              <a:spcAft>
                <a:spcPts val="0"/>
              </a:spcAft>
              <a:buNone/>
            </a:pPr>
            <a:r>
              <a:t/>
            </a:r>
            <a:endParaRPr b="0" i="0" sz="1600" u="none">
              <a:solidFill>
                <a:schemeClr val="dk1"/>
              </a:solidFill>
              <a:latin typeface="Arial"/>
              <a:ea typeface="Arial"/>
              <a:cs typeface="Arial"/>
              <a:sym typeface="Arial"/>
            </a:endParaRPr>
          </a:p>
        </p:txBody>
      </p:sp>
      <p:sp>
        <p:nvSpPr>
          <p:cNvPr id="8229" name="Google Shape;8229;p136"/>
          <p:cNvSpPr txBox="1"/>
          <p:nvPr/>
        </p:nvSpPr>
        <p:spPr>
          <a:xfrm>
            <a:off x="1984719" y="5307680"/>
            <a:ext cx="1364700" cy="1207200"/>
          </a:xfrm>
          <a:prstGeom prst="rect">
            <a:avLst/>
          </a:prstGeom>
          <a:solidFill>
            <a:srgbClr val="FDEEA5"/>
          </a:solidFill>
          <a:ln cap="flat" cmpd="sng" w="9525">
            <a:solidFill>
              <a:srgbClr val="FCE46F"/>
            </a:solidFill>
            <a:prstDash val="solid"/>
            <a:round/>
            <a:headEnd len="sm" w="sm" type="none"/>
            <a:tailEnd len="sm" w="sm" type="none"/>
          </a:ln>
          <a:effectLst>
            <a:outerShdw blurRad="63500" dir="8100000" dist="38100">
              <a:srgbClr val="000000">
                <a:alpha val="39610"/>
              </a:srgbClr>
            </a:outerShdw>
          </a:effectLst>
        </p:spPr>
        <p:txBody>
          <a:bodyPr anchorCtr="0" anchor="t" bIns="41050" lIns="82100" spcFirstLastPara="1" rIns="82100" wrap="square" tIns="41050">
            <a:noAutofit/>
          </a:bodyPr>
          <a:lstStyle/>
          <a:p>
            <a:pPr indent="0" lvl="0" marL="0" marR="0" rtl="0" algn="l">
              <a:lnSpc>
                <a:spcPct val="100000"/>
              </a:lnSpc>
              <a:spcBef>
                <a:spcPts val="0"/>
              </a:spcBef>
              <a:spcAft>
                <a:spcPts val="0"/>
              </a:spcAft>
              <a:buNone/>
            </a:pPr>
            <a:r>
              <a:t/>
            </a:r>
            <a:endParaRPr b="0" i="0" sz="1600" u="none">
              <a:solidFill>
                <a:schemeClr val="dk1"/>
              </a:solidFill>
              <a:latin typeface="Arial"/>
              <a:ea typeface="Arial"/>
              <a:cs typeface="Arial"/>
              <a:sym typeface="Arial"/>
            </a:endParaRPr>
          </a:p>
        </p:txBody>
      </p:sp>
      <p:sp>
        <p:nvSpPr>
          <p:cNvPr id="8230" name="Google Shape;8230;p136"/>
          <p:cNvSpPr txBox="1"/>
          <p:nvPr/>
        </p:nvSpPr>
        <p:spPr>
          <a:xfrm>
            <a:off x="3522212" y="5307680"/>
            <a:ext cx="1364700" cy="1207200"/>
          </a:xfrm>
          <a:prstGeom prst="rect">
            <a:avLst/>
          </a:prstGeom>
          <a:solidFill>
            <a:srgbClr val="FDEEA5"/>
          </a:solidFill>
          <a:ln cap="flat" cmpd="sng" w="9525">
            <a:solidFill>
              <a:srgbClr val="FCE46F"/>
            </a:solidFill>
            <a:prstDash val="solid"/>
            <a:round/>
            <a:headEnd len="sm" w="sm" type="none"/>
            <a:tailEnd len="sm" w="sm" type="none"/>
          </a:ln>
          <a:effectLst>
            <a:outerShdw blurRad="63500" dir="8100000" dist="38100">
              <a:srgbClr val="000000">
                <a:alpha val="39610"/>
              </a:srgbClr>
            </a:outerShdw>
          </a:effectLst>
        </p:spPr>
        <p:txBody>
          <a:bodyPr anchorCtr="0" anchor="t" bIns="41050" lIns="82100" spcFirstLastPara="1" rIns="82100" wrap="square" tIns="41050">
            <a:noAutofit/>
          </a:bodyPr>
          <a:lstStyle/>
          <a:p>
            <a:pPr indent="0" lvl="0" marL="0" marR="0" rtl="0" algn="l">
              <a:lnSpc>
                <a:spcPct val="100000"/>
              </a:lnSpc>
              <a:spcBef>
                <a:spcPts val="0"/>
              </a:spcBef>
              <a:spcAft>
                <a:spcPts val="0"/>
              </a:spcAft>
              <a:buNone/>
            </a:pPr>
            <a:r>
              <a:t/>
            </a:r>
            <a:endParaRPr b="0" i="0" sz="1600" u="none">
              <a:solidFill>
                <a:schemeClr val="dk1"/>
              </a:solidFill>
              <a:latin typeface="Arial"/>
              <a:ea typeface="Arial"/>
              <a:cs typeface="Arial"/>
              <a:sym typeface="Arial"/>
            </a:endParaRPr>
          </a:p>
        </p:txBody>
      </p:sp>
      <p:grpSp>
        <p:nvGrpSpPr>
          <p:cNvPr id="8231" name="Google Shape;8231;p136"/>
          <p:cNvGrpSpPr/>
          <p:nvPr/>
        </p:nvGrpSpPr>
        <p:grpSpPr>
          <a:xfrm>
            <a:off x="5134631" y="1373921"/>
            <a:ext cx="4686912" cy="5248958"/>
            <a:chOff x="111125" y="561600"/>
            <a:chExt cx="5760000" cy="6192000"/>
          </a:xfrm>
        </p:grpSpPr>
        <p:sp>
          <p:nvSpPr>
            <p:cNvPr id="8232" name="Google Shape;8232;p136"/>
            <p:cNvSpPr txBox="1"/>
            <p:nvPr/>
          </p:nvSpPr>
          <p:spPr>
            <a:xfrm>
              <a:off x="111125" y="561600"/>
              <a:ext cx="5760000" cy="6192000"/>
            </a:xfrm>
            <a:prstGeom prst="rect">
              <a:avLst/>
            </a:prstGeom>
            <a:solidFill>
              <a:schemeClr val="lt1"/>
            </a:solidFill>
            <a:ln cap="flat" cmpd="sng" w="38100">
              <a:solidFill>
                <a:srgbClr val="0DC3C3"/>
              </a:solidFill>
              <a:prstDash val="solid"/>
              <a:round/>
              <a:headEnd len="sm" w="sm" type="none"/>
              <a:tailEnd len="sm" w="sm" type="none"/>
            </a:ln>
            <a:effectLst>
              <a:outerShdw blurRad="63500" dir="10800000" dist="38100">
                <a:srgbClr val="000000">
                  <a:alpha val="39610"/>
                </a:srgbClr>
              </a:outerShdw>
            </a:effectLst>
          </p:spPr>
          <p:txBody>
            <a:bodyPr anchorCtr="0" anchor="t" bIns="41050" lIns="82100" spcFirstLastPara="1" rIns="82100" wrap="square" tIns="41050">
              <a:noAutofit/>
            </a:bodyPr>
            <a:lstStyle/>
            <a:p>
              <a:pPr indent="0" lvl="0" marL="0" marR="0" rtl="0" algn="l">
                <a:lnSpc>
                  <a:spcPct val="100000"/>
                </a:lnSpc>
                <a:spcBef>
                  <a:spcPts val="0"/>
                </a:spcBef>
                <a:spcAft>
                  <a:spcPts val="0"/>
                </a:spcAft>
                <a:buNone/>
              </a:pPr>
              <a:r>
                <a:t/>
              </a:r>
              <a:endParaRPr b="0" i="0" sz="1600" u="none">
                <a:solidFill>
                  <a:schemeClr val="dk1"/>
                </a:solidFill>
                <a:latin typeface="Arial"/>
                <a:ea typeface="Arial"/>
                <a:cs typeface="Arial"/>
                <a:sym typeface="Arial"/>
              </a:endParaRPr>
            </a:p>
          </p:txBody>
        </p:sp>
        <p:sp>
          <p:nvSpPr>
            <p:cNvPr id="8233" name="Google Shape;8233;p136"/>
            <p:cNvSpPr txBox="1"/>
            <p:nvPr/>
          </p:nvSpPr>
          <p:spPr>
            <a:xfrm>
              <a:off x="111125" y="561600"/>
              <a:ext cx="5760000" cy="353100"/>
            </a:xfrm>
            <a:prstGeom prst="rect">
              <a:avLst/>
            </a:prstGeom>
            <a:solidFill>
              <a:srgbClr val="0DC3C3"/>
            </a:solidFill>
            <a:ln>
              <a:noFill/>
            </a:ln>
          </p:spPr>
          <p:txBody>
            <a:bodyPr anchorCtr="0" anchor="t" bIns="41050" lIns="82100" spcFirstLastPara="1" rIns="82100" wrap="square" tIns="41050">
              <a:noAutofit/>
            </a:bodyPr>
            <a:lstStyle/>
            <a:p>
              <a:pPr indent="0" lvl="0" marL="0" marR="0" rtl="0" algn="l">
                <a:lnSpc>
                  <a:spcPct val="100000"/>
                </a:lnSpc>
                <a:spcBef>
                  <a:spcPts val="0"/>
                </a:spcBef>
                <a:spcAft>
                  <a:spcPts val="0"/>
                </a:spcAft>
                <a:buNone/>
              </a:pPr>
              <a:r>
                <a:t/>
              </a:r>
              <a:endParaRPr b="0" i="0" sz="1600" u="none">
                <a:solidFill>
                  <a:schemeClr val="dk1"/>
                </a:solidFill>
                <a:latin typeface="Arial"/>
                <a:ea typeface="Arial"/>
                <a:cs typeface="Arial"/>
                <a:sym typeface="Arial"/>
              </a:endParaRPr>
            </a:p>
          </p:txBody>
        </p:sp>
      </p:grpSp>
      <p:sp>
        <p:nvSpPr>
          <p:cNvPr id="8234" name="Google Shape;8234;p136"/>
          <p:cNvSpPr txBox="1"/>
          <p:nvPr/>
        </p:nvSpPr>
        <p:spPr>
          <a:xfrm>
            <a:off x="5126889" y="1326520"/>
            <a:ext cx="4694700" cy="340800"/>
          </a:xfrm>
          <a:prstGeom prst="rect">
            <a:avLst/>
          </a:prstGeom>
          <a:noFill/>
          <a:ln>
            <a:noFill/>
          </a:ln>
        </p:spPr>
        <p:txBody>
          <a:bodyPr anchorCtr="0" anchor="ctr" bIns="41050" lIns="82100" spcFirstLastPara="1" rIns="82100" wrap="square" tIns="41050">
            <a:noAutofit/>
          </a:bodyPr>
          <a:lstStyle/>
          <a:p>
            <a:pPr indent="0" lvl="0" marL="0" marR="0" rtl="0" algn="ctr">
              <a:lnSpc>
                <a:spcPct val="100000"/>
              </a:lnSpc>
              <a:spcBef>
                <a:spcPts val="0"/>
              </a:spcBef>
              <a:spcAft>
                <a:spcPts val="0"/>
              </a:spcAft>
              <a:buClr>
                <a:schemeClr val="lt1"/>
              </a:buClr>
              <a:buSzPts val="1800"/>
              <a:buFont typeface="Arial"/>
              <a:buNone/>
            </a:pPr>
            <a:r>
              <a:rPr b="1" lang="es-419" sz="1200">
                <a:solidFill>
                  <a:schemeClr val="lt1"/>
                </a:solidFill>
                <a:latin typeface="Arvo"/>
                <a:ea typeface="Arvo"/>
                <a:cs typeface="Arvo"/>
                <a:sym typeface="Arvo"/>
              </a:rPr>
              <a:t>Situaciones Problemáticas</a:t>
            </a:r>
            <a:endParaRPr sz="1200">
              <a:latin typeface="Arvo"/>
              <a:ea typeface="Arvo"/>
              <a:cs typeface="Arvo"/>
              <a:sym typeface="Arvo"/>
            </a:endParaRPr>
          </a:p>
        </p:txBody>
      </p:sp>
      <p:sp>
        <p:nvSpPr>
          <p:cNvPr id="8235" name="Google Shape;8235;p136"/>
          <p:cNvSpPr txBox="1"/>
          <p:nvPr/>
        </p:nvSpPr>
        <p:spPr>
          <a:xfrm>
            <a:off x="5278055" y="1886981"/>
            <a:ext cx="4446900" cy="1414200"/>
          </a:xfrm>
          <a:prstGeom prst="rect">
            <a:avLst/>
          </a:prstGeom>
          <a:solidFill>
            <a:srgbClr val="FED86F"/>
          </a:solidFill>
          <a:ln cap="flat" cmpd="sng" w="9525">
            <a:solidFill>
              <a:srgbClr val="FCE46F"/>
            </a:solidFill>
            <a:prstDash val="solid"/>
            <a:round/>
            <a:headEnd len="sm" w="sm" type="none"/>
            <a:tailEnd len="sm" w="sm" type="none"/>
          </a:ln>
          <a:effectLst>
            <a:outerShdw blurRad="63500" dir="8100000" dist="38100">
              <a:srgbClr val="000000">
                <a:alpha val="39610"/>
              </a:srgbClr>
            </a:outerShdw>
          </a:effectLst>
        </p:spPr>
        <p:txBody>
          <a:bodyPr anchorCtr="0" anchor="t" bIns="41050" lIns="82100" spcFirstLastPara="1" rIns="82100" wrap="square" tIns="41050">
            <a:noAutofit/>
          </a:bodyPr>
          <a:lstStyle/>
          <a:p>
            <a:pPr indent="0" lvl="0" marL="0" marR="0" rtl="0" algn="l">
              <a:lnSpc>
                <a:spcPct val="100000"/>
              </a:lnSpc>
              <a:spcBef>
                <a:spcPts val="0"/>
              </a:spcBef>
              <a:spcAft>
                <a:spcPts val="0"/>
              </a:spcAft>
              <a:buClr>
                <a:schemeClr val="dk1"/>
              </a:buClr>
              <a:buSzPts val="1300"/>
              <a:buFont typeface="Arial"/>
              <a:buNone/>
            </a:pPr>
            <a:r>
              <a:rPr b="1" lang="es-419" sz="1200">
                <a:solidFill>
                  <a:schemeClr val="dk1"/>
                </a:solidFill>
                <a:latin typeface="Arvo"/>
                <a:ea typeface="Arvo"/>
                <a:cs typeface="Arvo"/>
                <a:sym typeface="Arvo"/>
              </a:rPr>
              <a:t>Situación Problemática </a:t>
            </a:r>
            <a:r>
              <a:rPr b="1" i="0" lang="es-419" sz="1200" u="none">
                <a:solidFill>
                  <a:schemeClr val="dk1"/>
                </a:solidFill>
                <a:latin typeface="Arvo"/>
                <a:ea typeface="Arvo"/>
                <a:cs typeface="Arvo"/>
                <a:sym typeface="Arvo"/>
              </a:rPr>
              <a:t>1:</a:t>
            </a:r>
            <a:endParaRPr b="1" i="0" sz="1200" u="none">
              <a:solidFill>
                <a:schemeClr val="dk1"/>
              </a:solidFill>
              <a:latin typeface="Arvo"/>
              <a:ea typeface="Arvo"/>
              <a:cs typeface="Arvo"/>
              <a:sym typeface="Arvo"/>
            </a:endParaRPr>
          </a:p>
          <a:p>
            <a:pPr indent="0" lvl="0" marL="0" marR="0" rtl="0" algn="l">
              <a:lnSpc>
                <a:spcPct val="100000"/>
              </a:lnSpc>
              <a:spcBef>
                <a:spcPts val="0"/>
              </a:spcBef>
              <a:spcAft>
                <a:spcPts val="0"/>
              </a:spcAft>
              <a:buClr>
                <a:schemeClr val="dk1"/>
              </a:buClr>
              <a:buSzPts val="1300"/>
              <a:buFont typeface="Arial"/>
              <a:buNone/>
            </a:pPr>
            <a:r>
              <a:t/>
            </a:r>
            <a:endParaRPr b="1" sz="1300">
              <a:solidFill>
                <a:schemeClr val="dk1"/>
              </a:solidFill>
            </a:endParaRPr>
          </a:p>
          <a:p>
            <a:pPr indent="0" lvl="0" marL="0" marR="0" rtl="0" algn="l">
              <a:lnSpc>
                <a:spcPct val="100000"/>
              </a:lnSpc>
              <a:spcBef>
                <a:spcPts val="0"/>
              </a:spcBef>
              <a:spcAft>
                <a:spcPts val="0"/>
              </a:spcAft>
              <a:buClr>
                <a:schemeClr val="dk1"/>
              </a:buClr>
              <a:buSzPts val="1300"/>
              <a:buFont typeface="Arial"/>
              <a:buNone/>
            </a:pPr>
            <a:r>
              <a:t/>
            </a:r>
            <a:endParaRPr b="1" sz="1800">
              <a:solidFill>
                <a:schemeClr val="dk1"/>
              </a:solidFill>
            </a:endParaRPr>
          </a:p>
          <a:p>
            <a:pPr indent="0" lvl="0" marL="0" rtl="0" algn="l">
              <a:spcBef>
                <a:spcPts val="0"/>
              </a:spcBef>
              <a:spcAft>
                <a:spcPts val="0"/>
              </a:spcAft>
              <a:buClr>
                <a:schemeClr val="dk1"/>
              </a:buClr>
              <a:buSzPts val="1300"/>
              <a:buFont typeface="Arial"/>
              <a:buNone/>
            </a:pPr>
            <a:r>
              <a:rPr b="1" lang="es-419" sz="1200">
                <a:solidFill>
                  <a:schemeClr val="dk1"/>
                </a:solidFill>
                <a:latin typeface="Arvo"/>
                <a:ea typeface="Arvo"/>
                <a:cs typeface="Arvo"/>
                <a:sym typeface="Arvo"/>
              </a:rPr>
              <a:t>Situaciones Deseada 1: </a:t>
            </a:r>
            <a:endParaRPr b="1" sz="1200">
              <a:solidFill>
                <a:schemeClr val="dk1"/>
              </a:solidFill>
              <a:latin typeface="Arvo"/>
              <a:ea typeface="Arvo"/>
              <a:cs typeface="Arvo"/>
              <a:sym typeface="Arvo"/>
            </a:endParaRPr>
          </a:p>
        </p:txBody>
      </p:sp>
      <p:sp>
        <p:nvSpPr>
          <p:cNvPr id="8236" name="Google Shape;8236;p136"/>
          <p:cNvSpPr txBox="1"/>
          <p:nvPr/>
        </p:nvSpPr>
        <p:spPr>
          <a:xfrm>
            <a:off x="5278055" y="3436639"/>
            <a:ext cx="4446900" cy="1413000"/>
          </a:xfrm>
          <a:prstGeom prst="rect">
            <a:avLst/>
          </a:prstGeom>
          <a:solidFill>
            <a:srgbClr val="FED86F"/>
          </a:solidFill>
          <a:ln cap="flat" cmpd="sng" w="9525">
            <a:solidFill>
              <a:srgbClr val="FCE46F"/>
            </a:solidFill>
            <a:prstDash val="solid"/>
            <a:round/>
            <a:headEnd len="sm" w="sm" type="none"/>
            <a:tailEnd len="sm" w="sm" type="none"/>
          </a:ln>
          <a:effectLst>
            <a:outerShdw blurRad="63500" dir="8100000" dist="38100">
              <a:srgbClr val="000000">
                <a:alpha val="39610"/>
              </a:srgbClr>
            </a:outerShdw>
          </a:effectLst>
        </p:spPr>
        <p:txBody>
          <a:bodyPr anchorCtr="0" anchor="t" bIns="41050" lIns="82100" spcFirstLastPara="1" rIns="82100" wrap="square" tIns="41050">
            <a:noAutofit/>
          </a:bodyPr>
          <a:lstStyle/>
          <a:p>
            <a:pPr indent="0" lvl="0" marL="0" marR="0" rtl="0" algn="l">
              <a:lnSpc>
                <a:spcPct val="100000"/>
              </a:lnSpc>
              <a:spcBef>
                <a:spcPts val="0"/>
              </a:spcBef>
              <a:spcAft>
                <a:spcPts val="0"/>
              </a:spcAft>
              <a:buClr>
                <a:schemeClr val="dk1"/>
              </a:buClr>
              <a:buSzPts val="1300"/>
              <a:buFont typeface="Arial"/>
              <a:buNone/>
            </a:pPr>
            <a:r>
              <a:rPr b="1" lang="es-419" sz="1200">
                <a:solidFill>
                  <a:schemeClr val="dk1"/>
                </a:solidFill>
                <a:latin typeface="Arvo"/>
                <a:ea typeface="Arvo"/>
                <a:cs typeface="Arvo"/>
                <a:sym typeface="Arvo"/>
              </a:rPr>
              <a:t>Situación Problemática </a:t>
            </a:r>
            <a:r>
              <a:rPr b="1" i="0" lang="es-419" sz="1200" u="none">
                <a:solidFill>
                  <a:schemeClr val="dk1"/>
                </a:solidFill>
                <a:latin typeface="Arvo"/>
                <a:ea typeface="Arvo"/>
                <a:cs typeface="Arvo"/>
                <a:sym typeface="Arvo"/>
              </a:rPr>
              <a:t>2:</a:t>
            </a:r>
            <a:endParaRPr b="1" i="0" sz="1200" u="none">
              <a:solidFill>
                <a:schemeClr val="dk1"/>
              </a:solidFill>
              <a:latin typeface="Arvo"/>
              <a:ea typeface="Arvo"/>
              <a:cs typeface="Arvo"/>
              <a:sym typeface="Arvo"/>
            </a:endParaRPr>
          </a:p>
          <a:p>
            <a:pPr indent="0" lvl="0" marL="0" marR="0" rtl="0" algn="l">
              <a:lnSpc>
                <a:spcPct val="100000"/>
              </a:lnSpc>
              <a:spcBef>
                <a:spcPts val="0"/>
              </a:spcBef>
              <a:spcAft>
                <a:spcPts val="0"/>
              </a:spcAft>
              <a:buClr>
                <a:schemeClr val="dk1"/>
              </a:buClr>
              <a:buSzPts val="1300"/>
              <a:buFont typeface="Arial"/>
              <a:buNone/>
            </a:pPr>
            <a:r>
              <a:t/>
            </a:r>
            <a:endParaRPr b="1" sz="1300">
              <a:solidFill>
                <a:schemeClr val="dk1"/>
              </a:solidFill>
            </a:endParaRPr>
          </a:p>
          <a:p>
            <a:pPr indent="0" lvl="0" marL="0" marR="0" rtl="0" algn="l">
              <a:lnSpc>
                <a:spcPct val="100000"/>
              </a:lnSpc>
              <a:spcBef>
                <a:spcPts val="0"/>
              </a:spcBef>
              <a:spcAft>
                <a:spcPts val="0"/>
              </a:spcAft>
              <a:buClr>
                <a:schemeClr val="dk1"/>
              </a:buClr>
              <a:buSzPts val="1300"/>
              <a:buFont typeface="Arial"/>
              <a:buNone/>
            </a:pPr>
            <a:r>
              <a:t/>
            </a:r>
            <a:endParaRPr b="1" sz="1300">
              <a:solidFill>
                <a:schemeClr val="dk1"/>
              </a:solidFill>
            </a:endParaRPr>
          </a:p>
          <a:p>
            <a:pPr indent="0" lvl="0" marL="0" rtl="0" algn="l">
              <a:spcBef>
                <a:spcPts val="0"/>
              </a:spcBef>
              <a:spcAft>
                <a:spcPts val="0"/>
              </a:spcAft>
              <a:buClr>
                <a:schemeClr val="dk1"/>
              </a:buClr>
              <a:buSzPts val="1300"/>
              <a:buFont typeface="Arial"/>
              <a:buNone/>
            </a:pPr>
            <a:r>
              <a:rPr b="1" lang="es-419" sz="1300">
                <a:solidFill>
                  <a:schemeClr val="dk1"/>
                </a:solidFill>
              </a:rPr>
              <a:t>Situaciones Deseada 2: </a:t>
            </a:r>
            <a:endParaRPr b="1" sz="1300">
              <a:solidFill>
                <a:schemeClr val="dk1"/>
              </a:solidFill>
            </a:endParaRPr>
          </a:p>
        </p:txBody>
      </p:sp>
      <p:sp>
        <p:nvSpPr>
          <p:cNvPr id="8237" name="Google Shape;8237;p136"/>
          <p:cNvSpPr txBox="1"/>
          <p:nvPr/>
        </p:nvSpPr>
        <p:spPr>
          <a:xfrm>
            <a:off x="5278055" y="4990361"/>
            <a:ext cx="4446900" cy="1414200"/>
          </a:xfrm>
          <a:prstGeom prst="rect">
            <a:avLst/>
          </a:prstGeom>
          <a:solidFill>
            <a:srgbClr val="FED86F"/>
          </a:solidFill>
          <a:ln cap="flat" cmpd="sng" w="9525">
            <a:solidFill>
              <a:srgbClr val="FCE46F"/>
            </a:solidFill>
            <a:prstDash val="solid"/>
            <a:round/>
            <a:headEnd len="sm" w="sm" type="none"/>
            <a:tailEnd len="sm" w="sm" type="none"/>
          </a:ln>
          <a:effectLst>
            <a:outerShdw blurRad="63500" dir="8100000" dist="38100">
              <a:srgbClr val="000000">
                <a:alpha val="39610"/>
              </a:srgbClr>
            </a:outerShdw>
          </a:effectLst>
        </p:spPr>
        <p:txBody>
          <a:bodyPr anchorCtr="0" anchor="t" bIns="41050" lIns="82100" spcFirstLastPara="1" rIns="82100" wrap="square" tIns="41050">
            <a:noAutofit/>
          </a:bodyPr>
          <a:lstStyle/>
          <a:p>
            <a:pPr indent="0" lvl="0" marL="0" marR="0" rtl="0" algn="l">
              <a:lnSpc>
                <a:spcPct val="100000"/>
              </a:lnSpc>
              <a:spcBef>
                <a:spcPts val="0"/>
              </a:spcBef>
              <a:spcAft>
                <a:spcPts val="0"/>
              </a:spcAft>
              <a:buClr>
                <a:schemeClr val="dk1"/>
              </a:buClr>
              <a:buSzPts val="1300"/>
              <a:buFont typeface="Arial"/>
              <a:buNone/>
            </a:pPr>
            <a:r>
              <a:rPr b="1" lang="es-419" sz="1200">
                <a:solidFill>
                  <a:schemeClr val="dk1"/>
                </a:solidFill>
                <a:latin typeface="Arvo"/>
                <a:ea typeface="Arvo"/>
                <a:cs typeface="Arvo"/>
                <a:sym typeface="Arvo"/>
              </a:rPr>
              <a:t>Situación Problemática </a:t>
            </a:r>
            <a:r>
              <a:rPr b="1" i="0" lang="es-419" sz="1200" u="none">
                <a:solidFill>
                  <a:schemeClr val="dk1"/>
                </a:solidFill>
                <a:latin typeface="Arvo"/>
                <a:ea typeface="Arvo"/>
                <a:cs typeface="Arvo"/>
                <a:sym typeface="Arvo"/>
              </a:rPr>
              <a:t>3:</a:t>
            </a:r>
            <a:endParaRPr b="1" i="0" sz="1200" u="none">
              <a:solidFill>
                <a:schemeClr val="dk1"/>
              </a:solidFill>
              <a:latin typeface="Arvo"/>
              <a:ea typeface="Arvo"/>
              <a:cs typeface="Arvo"/>
              <a:sym typeface="Arvo"/>
            </a:endParaRPr>
          </a:p>
          <a:p>
            <a:pPr indent="0" lvl="0" marL="0" marR="0" rtl="0" algn="l">
              <a:lnSpc>
                <a:spcPct val="100000"/>
              </a:lnSpc>
              <a:spcBef>
                <a:spcPts val="0"/>
              </a:spcBef>
              <a:spcAft>
                <a:spcPts val="0"/>
              </a:spcAft>
              <a:buClr>
                <a:schemeClr val="dk1"/>
              </a:buClr>
              <a:buSzPts val="1300"/>
              <a:buFont typeface="Arial"/>
              <a:buNone/>
            </a:pPr>
            <a:r>
              <a:t/>
            </a:r>
            <a:endParaRPr b="1" sz="1300">
              <a:solidFill>
                <a:schemeClr val="dk1"/>
              </a:solidFill>
            </a:endParaRPr>
          </a:p>
          <a:p>
            <a:pPr indent="0" lvl="0" marL="0" marR="0" rtl="0" algn="l">
              <a:lnSpc>
                <a:spcPct val="100000"/>
              </a:lnSpc>
              <a:spcBef>
                <a:spcPts val="0"/>
              </a:spcBef>
              <a:spcAft>
                <a:spcPts val="0"/>
              </a:spcAft>
              <a:buClr>
                <a:schemeClr val="dk1"/>
              </a:buClr>
              <a:buSzPts val="1300"/>
              <a:buFont typeface="Arial"/>
              <a:buNone/>
            </a:pPr>
            <a:r>
              <a:t/>
            </a:r>
            <a:endParaRPr b="1" sz="1300">
              <a:solidFill>
                <a:schemeClr val="dk1"/>
              </a:solidFill>
            </a:endParaRPr>
          </a:p>
          <a:p>
            <a:pPr indent="0" lvl="0" marL="0" rtl="0" algn="l">
              <a:spcBef>
                <a:spcPts val="0"/>
              </a:spcBef>
              <a:spcAft>
                <a:spcPts val="0"/>
              </a:spcAft>
              <a:buClr>
                <a:schemeClr val="dk1"/>
              </a:buClr>
              <a:buSzPts val="1300"/>
              <a:buFont typeface="Arial"/>
              <a:buNone/>
            </a:pPr>
            <a:r>
              <a:rPr b="1" lang="es-419" sz="1200">
                <a:solidFill>
                  <a:schemeClr val="dk1"/>
                </a:solidFill>
                <a:latin typeface="Arvo"/>
                <a:ea typeface="Arvo"/>
                <a:cs typeface="Arvo"/>
                <a:sym typeface="Arvo"/>
              </a:rPr>
              <a:t>Situaciones Deseada 3: </a:t>
            </a:r>
            <a:endParaRPr b="1" sz="1200">
              <a:solidFill>
                <a:schemeClr val="dk1"/>
              </a:solidFill>
              <a:latin typeface="Arvo"/>
              <a:ea typeface="Arvo"/>
              <a:cs typeface="Arvo"/>
              <a:sym typeface="Arvo"/>
            </a:endParaRPr>
          </a:p>
        </p:txBody>
      </p:sp>
      <p:cxnSp>
        <p:nvCxnSpPr>
          <p:cNvPr id="8238" name="Google Shape;8238;p136"/>
          <p:cNvCxnSpPr/>
          <p:nvPr/>
        </p:nvCxnSpPr>
        <p:spPr>
          <a:xfrm>
            <a:off x="77688" y="772614"/>
            <a:ext cx="9935700" cy="0"/>
          </a:xfrm>
          <a:prstGeom prst="straightConnector1">
            <a:avLst/>
          </a:prstGeom>
          <a:noFill/>
          <a:ln cap="flat" cmpd="sng" w="19050">
            <a:solidFill>
              <a:srgbClr val="000000"/>
            </a:solidFill>
            <a:prstDash val="solid"/>
            <a:round/>
            <a:headEnd len="med" w="med" type="none"/>
            <a:tailEnd len="med" w="med" type="none"/>
          </a:ln>
        </p:spPr>
      </p:cxnSp>
      <p:cxnSp>
        <p:nvCxnSpPr>
          <p:cNvPr id="8239" name="Google Shape;8239;p136"/>
          <p:cNvCxnSpPr/>
          <p:nvPr/>
        </p:nvCxnSpPr>
        <p:spPr>
          <a:xfrm rot="10800000">
            <a:off x="2439038" y="368188"/>
            <a:ext cx="0" cy="402300"/>
          </a:xfrm>
          <a:prstGeom prst="straightConnector1">
            <a:avLst/>
          </a:prstGeom>
          <a:noFill/>
          <a:ln cap="flat" cmpd="sng" w="19050">
            <a:solidFill>
              <a:srgbClr val="000000"/>
            </a:solidFill>
            <a:prstDash val="solid"/>
            <a:round/>
            <a:headEnd len="med" w="med" type="none"/>
            <a:tailEnd len="med" w="med" type="none"/>
          </a:ln>
        </p:spPr>
      </p:cxnSp>
      <p:sp>
        <p:nvSpPr>
          <p:cNvPr id="8240" name="Google Shape;8240;p136"/>
          <p:cNvSpPr/>
          <p:nvPr/>
        </p:nvSpPr>
        <p:spPr>
          <a:xfrm>
            <a:off x="77688" y="349338"/>
            <a:ext cx="2361300" cy="421200"/>
          </a:xfrm>
          <a:prstGeom prst="roundRect">
            <a:avLst>
              <a:gd fmla="val 50000" name="adj"/>
            </a:avLst>
          </a:prstGeom>
          <a:solidFill>
            <a:srgbClr val="000000"/>
          </a:solidFill>
          <a:ln cap="flat" cmpd="sng" w="9525">
            <a:solidFill>
              <a:srgbClr val="000000"/>
            </a:solidFill>
            <a:prstDash val="solid"/>
            <a:round/>
            <a:headEnd len="sm" w="sm" type="none"/>
            <a:tailEnd len="sm" w="sm" type="none"/>
          </a:ln>
        </p:spPr>
        <p:txBody>
          <a:bodyPr anchorCtr="0" anchor="t" bIns="54000" lIns="0" spcFirstLastPara="1" rIns="0" wrap="square" tIns="18000">
            <a:noAutofit/>
          </a:bodyPr>
          <a:lstStyle/>
          <a:p>
            <a:pPr indent="0" lvl="0" marL="0" rtl="0" algn="ctr">
              <a:spcBef>
                <a:spcPts val="0"/>
              </a:spcBef>
              <a:spcAft>
                <a:spcPts val="0"/>
              </a:spcAft>
              <a:buNone/>
            </a:pPr>
            <a:r>
              <a:rPr b="1" lang="es-419" sz="1100">
                <a:solidFill>
                  <a:srgbClr val="FFFFFF"/>
                </a:solidFill>
              </a:rPr>
              <a:t>Situaciones Problemáticas</a:t>
            </a:r>
            <a:endParaRPr b="1" sz="1200">
              <a:solidFill>
                <a:srgbClr val="FFFFFF"/>
              </a:solidFill>
            </a:endParaRPr>
          </a:p>
        </p:txBody>
      </p:sp>
      <p:sp>
        <p:nvSpPr>
          <p:cNvPr id="8241" name="Google Shape;8241;p136"/>
          <p:cNvSpPr/>
          <p:nvPr/>
        </p:nvSpPr>
        <p:spPr>
          <a:xfrm>
            <a:off x="83988" y="595504"/>
            <a:ext cx="190200" cy="1692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2" name="Google Shape;8242;p136"/>
          <p:cNvSpPr/>
          <p:nvPr/>
        </p:nvSpPr>
        <p:spPr>
          <a:xfrm>
            <a:off x="2350598" y="358950"/>
            <a:ext cx="88500" cy="4023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3" name="Google Shape;8243;p136"/>
          <p:cNvSpPr/>
          <p:nvPr/>
        </p:nvSpPr>
        <p:spPr>
          <a:xfrm>
            <a:off x="2277739" y="663750"/>
            <a:ext cx="88500" cy="1089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4" name="Google Shape;8244;p136"/>
          <p:cNvSpPr txBox="1"/>
          <p:nvPr>
            <p:ph idx="1" type="subTitle"/>
          </p:nvPr>
        </p:nvSpPr>
        <p:spPr>
          <a:xfrm>
            <a:off x="482600" y="1820725"/>
            <a:ext cx="1251900" cy="1091700"/>
          </a:xfrm>
          <a:prstGeom prst="rect">
            <a:avLst/>
          </a:prstGeom>
          <a:noFill/>
          <a:ln>
            <a:noFill/>
          </a:ln>
        </p:spPr>
        <p:txBody>
          <a:bodyPr anchorCtr="0" anchor="ctr" bIns="18000" lIns="18000" spcFirstLastPara="1" rIns="18000" wrap="square" tIns="18000">
            <a:noAutofit/>
          </a:bodyPr>
          <a:lstStyle>
            <a:lvl1pPr lvl="0" algn="ctr">
              <a:spcBef>
                <a:spcPts val="0"/>
              </a:spcBef>
              <a:spcAft>
                <a:spcPts val="0"/>
              </a:spcAft>
              <a:buSzPts val="900"/>
              <a:buNone/>
              <a:defRPr sz="900"/>
            </a:lvl1pPr>
            <a:lvl2pPr lvl="1" algn="ctr">
              <a:spcBef>
                <a:spcPts val="200"/>
              </a:spcBef>
              <a:spcAft>
                <a:spcPts val="0"/>
              </a:spcAft>
              <a:buSzPts val="1400"/>
              <a:buNone/>
              <a:defRPr/>
            </a:lvl2pPr>
            <a:lvl3pPr lvl="2" algn="ctr">
              <a:spcBef>
                <a:spcPts val="0"/>
              </a:spcBef>
              <a:spcAft>
                <a:spcPts val="0"/>
              </a:spcAft>
              <a:buSzPts val="1400"/>
              <a:buNone/>
              <a:defRPr/>
            </a:lvl3pPr>
            <a:lvl4pPr lvl="3" algn="ctr">
              <a:spcBef>
                <a:spcPts val="0"/>
              </a:spcBef>
              <a:spcAft>
                <a:spcPts val="0"/>
              </a:spcAft>
              <a:buSzPts val="1400"/>
              <a:buNone/>
              <a:defRPr/>
            </a:lvl4pPr>
            <a:lvl5pPr lvl="4" algn="ctr">
              <a:spcBef>
                <a:spcPts val="0"/>
              </a:spcBef>
              <a:spcAft>
                <a:spcPts val="0"/>
              </a:spcAft>
              <a:buSzPts val="1400"/>
              <a:buNone/>
              <a:defRPr/>
            </a:lvl5pPr>
            <a:lvl6pPr lvl="5" algn="ctr">
              <a:spcBef>
                <a:spcPts val="0"/>
              </a:spcBef>
              <a:spcAft>
                <a:spcPts val="0"/>
              </a:spcAft>
              <a:buSzPts val="1400"/>
              <a:buNone/>
              <a:defRPr/>
            </a:lvl6pPr>
            <a:lvl7pPr lvl="6" algn="ctr">
              <a:spcBef>
                <a:spcPts val="0"/>
              </a:spcBef>
              <a:spcAft>
                <a:spcPts val="0"/>
              </a:spcAft>
              <a:buSzPts val="1400"/>
              <a:buNone/>
              <a:defRPr/>
            </a:lvl7pPr>
            <a:lvl8pPr lvl="7" algn="ctr">
              <a:spcBef>
                <a:spcPts val="0"/>
              </a:spcBef>
              <a:spcAft>
                <a:spcPts val="0"/>
              </a:spcAft>
              <a:buSzPts val="1400"/>
              <a:buNone/>
              <a:defRPr/>
            </a:lvl8pPr>
            <a:lvl9pPr lvl="8" algn="ctr">
              <a:spcBef>
                <a:spcPts val="0"/>
              </a:spcBef>
              <a:spcAft>
                <a:spcPts val="0"/>
              </a:spcAft>
              <a:buSzPts val="1400"/>
              <a:buNone/>
              <a:defRPr/>
            </a:lvl9pPr>
          </a:lstStyle>
          <a:p/>
        </p:txBody>
      </p:sp>
      <p:sp>
        <p:nvSpPr>
          <p:cNvPr id="8245" name="Google Shape;8245;p136"/>
          <p:cNvSpPr txBox="1"/>
          <p:nvPr>
            <p:ph idx="2" type="subTitle"/>
          </p:nvPr>
        </p:nvSpPr>
        <p:spPr>
          <a:xfrm>
            <a:off x="2026369" y="1820725"/>
            <a:ext cx="1251900" cy="1091700"/>
          </a:xfrm>
          <a:prstGeom prst="rect">
            <a:avLst/>
          </a:prstGeom>
          <a:noFill/>
          <a:ln>
            <a:noFill/>
          </a:ln>
        </p:spPr>
        <p:txBody>
          <a:bodyPr anchorCtr="0" anchor="ctr" bIns="18000" lIns="18000" spcFirstLastPara="1" rIns="18000" wrap="square" tIns="18000">
            <a:noAutofit/>
          </a:bodyPr>
          <a:lstStyle>
            <a:lvl1pPr lvl="0" algn="ctr">
              <a:spcBef>
                <a:spcPts val="0"/>
              </a:spcBef>
              <a:spcAft>
                <a:spcPts val="0"/>
              </a:spcAft>
              <a:buSzPts val="900"/>
              <a:buNone/>
              <a:defRPr sz="900"/>
            </a:lvl1pPr>
            <a:lvl2pPr lvl="1" algn="ctr">
              <a:spcBef>
                <a:spcPts val="200"/>
              </a:spcBef>
              <a:spcAft>
                <a:spcPts val="0"/>
              </a:spcAft>
              <a:buSzPts val="1400"/>
              <a:buNone/>
              <a:defRPr/>
            </a:lvl2pPr>
            <a:lvl3pPr lvl="2" algn="ctr">
              <a:spcBef>
                <a:spcPts val="0"/>
              </a:spcBef>
              <a:spcAft>
                <a:spcPts val="0"/>
              </a:spcAft>
              <a:buSzPts val="1400"/>
              <a:buNone/>
              <a:defRPr/>
            </a:lvl3pPr>
            <a:lvl4pPr lvl="3" algn="ctr">
              <a:spcBef>
                <a:spcPts val="0"/>
              </a:spcBef>
              <a:spcAft>
                <a:spcPts val="0"/>
              </a:spcAft>
              <a:buSzPts val="1400"/>
              <a:buNone/>
              <a:defRPr/>
            </a:lvl4pPr>
            <a:lvl5pPr lvl="4" algn="ctr">
              <a:spcBef>
                <a:spcPts val="0"/>
              </a:spcBef>
              <a:spcAft>
                <a:spcPts val="0"/>
              </a:spcAft>
              <a:buSzPts val="1400"/>
              <a:buNone/>
              <a:defRPr/>
            </a:lvl5pPr>
            <a:lvl6pPr lvl="5" algn="ctr">
              <a:spcBef>
                <a:spcPts val="0"/>
              </a:spcBef>
              <a:spcAft>
                <a:spcPts val="0"/>
              </a:spcAft>
              <a:buSzPts val="1400"/>
              <a:buNone/>
              <a:defRPr/>
            </a:lvl6pPr>
            <a:lvl7pPr lvl="6" algn="ctr">
              <a:spcBef>
                <a:spcPts val="0"/>
              </a:spcBef>
              <a:spcAft>
                <a:spcPts val="0"/>
              </a:spcAft>
              <a:buSzPts val="1400"/>
              <a:buNone/>
              <a:defRPr/>
            </a:lvl7pPr>
            <a:lvl8pPr lvl="7" algn="ctr">
              <a:spcBef>
                <a:spcPts val="0"/>
              </a:spcBef>
              <a:spcAft>
                <a:spcPts val="0"/>
              </a:spcAft>
              <a:buSzPts val="1400"/>
              <a:buNone/>
              <a:defRPr/>
            </a:lvl8pPr>
            <a:lvl9pPr lvl="8" algn="ctr">
              <a:spcBef>
                <a:spcPts val="0"/>
              </a:spcBef>
              <a:spcAft>
                <a:spcPts val="0"/>
              </a:spcAft>
              <a:buSzPts val="1400"/>
              <a:buNone/>
              <a:defRPr/>
            </a:lvl9pPr>
          </a:lstStyle>
          <a:p/>
        </p:txBody>
      </p:sp>
      <p:sp>
        <p:nvSpPr>
          <p:cNvPr id="8246" name="Google Shape;8246;p136"/>
          <p:cNvSpPr txBox="1"/>
          <p:nvPr>
            <p:ph idx="3" type="subTitle"/>
          </p:nvPr>
        </p:nvSpPr>
        <p:spPr>
          <a:xfrm>
            <a:off x="3570138" y="1820725"/>
            <a:ext cx="1251900" cy="1091700"/>
          </a:xfrm>
          <a:prstGeom prst="rect">
            <a:avLst/>
          </a:prstGeom>
          <a:noFill/>
          <a:ln>
            <a:noFill/>
          </a:ln>
        </p:spPr>
        <p:txBody>
          <a:bodyPr anchorCtr="0" anchor="ctr" bIns="18000" lIns="18000" spcFirstLastPara="1" rIns="18000" wrap="square" tIns="18000">
            <a:noAutofit/>
          </a:bodyPr>
          <a:lstStyle>
            <a:lvl1pPr lvl="0" algn="ctr">
              <a:spcBef>
                <a:spcPts val="0"/>
              </a:spcBef>
              <a:spcAft>
                <a:spcPts val="0"/>
              </a:spcAft>
              <a:buSzPts val="900"/>
              <a:buNone/>
              <a:defRPr sz="900"/>
            </a:lvl1pPr>
            <a:lvl2pPr lvl="1" algn="ctr">
              <a:spcBef>
                <a:spcPts val="200"/>
              </a:spcBef>
              <a:spcAft>
                <a:spcPts val="0"/>
              </a:spcAft>
              <a:buSzPts val="1400"/>
              <a:buNone/>
              <a:defRPr/>
            </a:lvl2pPr>
            <a:lvl3pPr lvl="2" algn="ctr">
              <a:spcBef>
                <a:spcPts val="0"/>
              </a:spcBef>
              <a:spcAft>
                <a:spcPts val="0"/>
              </a:spcAft>
              <a:buSzPts val="1400"/>
              <a:buNone/>
              <a:defRPr/>
            </a:lvl3pPr>
            <a:lvl4pPr lvl="3" algn="ctr">
              <a:spcBef>
                <a:spcPts val="0"/>
              </a:spcBef>
              <a:spcAft>
                <a:spcPts val="0"/>
              </a:spcAft>
              <a:buSzPts val="1400"/>
              <a:buNone/>
              <a:defRPr/>
            </a:lvl4pPr>
            <a:lvl5pPr lvl="4" algn="ctr">
              <a:spcBef>
                <a:spcPts val="0"/>
              </a:spcBef>
              <a:spcAft>
                <a:spcPts val="0"/>
              </a:spcAft>
              <a:buSzPts val="1400"/>
              <a:buNone/>
              <a:defRPr/>
            </a:lvl5pPr>
            <a:lvl6pPr lvl="5" algn="ctr">
              <a:spcBef>
                <a:spcPts val="0"/>
              </a:spcBef>
              <a:spcAft>
                <a:spcPts val="0"/>
              </a:spcAft>
              <a:buSzPts val="1400"/>
              <a:buNone/>
              <a:defRPr/>
            </a:lvl6pPr>
            <a:lvl7pPr lvl="6" algn="ctr">
              <a:spcBef>
                <a:spcPts val="0"/>
              </a:spcBef>
              <a:spcAft>
                <a:spcPts val="0"/>
              </a:spcAft>
              <a:buSzPts val="1400"/>
              <a:buNone/>
              <a:defRPr/>
            </a:lvl7pPr>
            <a:lvl8pPr lvl="7" algn="ctr">
              <a:spcBef>
                <a:spcPts val="0"/>
              </a:spcBef>
              <a:spcAft>
                <a:spcPts val="0"/>
              </a:spcAft>
              <a:buSzPts val="1400"/>
              <a:buNone/>
              <a:defRPr/>
            </a:lvl8pPr>
            <a:lvl9pPr lvl="8" algn="ctr">
              <a:spcBef>
                <a:spcPts val="0"/>
              </a:spcBef>
              <a:spcAft>
                <a:spcPts val="0"/>
              </a:spcAft>
              <a:buSzPts val="1400"/>
              <a:buNone/>
              <a:defRPr/>
            </a:lvl9pPr>
          </a:lstStyle>
          <a:p/>
        </p:txBody>
      </p:sp>
      <p:sp>
        <p:nvSpPr>
          <p:cNvPr id="8247" name="Google Shape;8247;p136"/>
          <p:cNvSpPr txBox="1"/>
          <p:nvPr>
            <p:ph idx="4" type="subTitle"/>
          </p:nvPr>
        </p:nvSpPr>
        <p:spPr>
          <a:xfrm>
            <a:off x="482600" y="3573325"/>
            <a:ext cx="1251900" cy="1091700"/>
          </a:xfrm>
          <a:prstGeom prst="rect">
            <a:avLst/>
          </a:prstGeom>
          <a:noFill/>
          <a:ln>
            <a:noFill/>
          </a:ln>
        </p:spPr>
        <p:txBody>
          <a:bodyPr anchorCtr="0" anchor="ctr" bIns="18000" lIns="18000" spcFirstLastPara="1" rIns="18000" wrap="square" tIns="18000">
            <a:noAutofit/>
          </a:bodyPr>
          <a:lstStyle>
            <a:lvl1pPr lvl="0" algn="ctr">
              <a:spcBef>
                <a:spcPts val="0"/>
              </a:spcBef>
              <a:spcAft>
                <a:spcPts val="0"/>
              </a:spcAft>
              <a:buSzPts val="900"/>
              <a:buNone/>
              <a:defRPr sz="900"/>
            </a:lvl1pPr>
            <a:lvl2pPr lvl="1" algn="ctr">
              <a:spcBef>
                <a:spcPts val="200"/>
              </a:spcBef>
              <a:spcAft>
                <a:spcPts val="0"/>
              </a:spcAft>
              <a:buSzPts val="1400"/>
              <a:buNone/>
              <a:defRPr/>
            </a:lvl2pPr>
            <a:lvl3pPr lvl="2" algn="ctr">
              <a:spcBef>
                <a:spcPts val="0"/>
              </a:spcBef>
              <a:spcAft>
                <a:spcPts val="0"/>
              </a:spcAft>
              <a:buSzPts val="1400"/>
              <a:buNone/>
              <a:defRPr/>
            </a:lvl3pPr>
            <a:lvl4pPr lvl="3" algn="ctr">
              <a:spcBef>
                <a:spcPts val="0"/>
              </a:spcBef>
              <a:spcAft>
                <a:spcPts val="0"/>
              </a:spcAft>
              <a:buSzPts val="1400"/>
              <a:buNone/>
              <a:defRPr/>
            </a:lvl4pPr>
            <a:lvl5pPr lvl="4" algn="ctr">
              <a:spcBef>
                <a:spcPts val="0"/>
              </a:spcBef>
              <a:spcAft>
                <a:spcPts val="0"/>
              </a:spcAft>
              <a:buSzPts val="1400"/>
              <a:buNone/>
              <a:defRPr/>
            </a:lvl5pPr>
            <a:lvl6pPr lvl="5" algn="ctr">
              <a:spcBef>
                <a:spcPts val="0"/>
              </a:spcBef>
              <a:spcAft>
                <a:spcPts val="0"/>
              </a:spcAft>
              <a:buSzPts val="1400"/>
              <a:buNone/>
              <a:defRPr/>
            </a:lvl6pPr>
            <a:lvl7pPr lvl="6" algn="ctr">
              <a:spcBef>
                <a:spcPts val="0"/>
              </a:spcBef>
              <a:spcAft>
                <a:spcPts val="0"/>
              </a:spcAft>
              <a:buSzPts val="1400"/>
              <a:buNone/>
              <a:defRPr/>
            </a:lvl7pPr>
            <a:lvl8pPr lvl="7" algn="ctr">
              <a:spcBef>
                <a:spcPts val="0"/>
              </a:spcBef>
              <a:spcAft>
                <a:spcPts val="0"/>
              </a:spcAft>
              <a:buSzPts val="1400"/>
              <a:buNone/>
              <a:defRPr/>
            </a:lvl8pPr>
            <a:lvl9pPr lvl="8" algn="ctr">
              <a:spcBef>
                <a:spcPts val="0"/>
              </a:spcBef>
              <a:spcAft>
                <a:spcPts val="0"/>
              </a:spcAft>
              <a:buSzPts val="1400"/>
              <a:buNone/>
              <a:defRPr/>
            </a:lvl9pPr>
          </a:lstStyle>
          <a:p/>
        </p:txBody>
      </p:sp>
      <p:sp>
        <p:nvSpPr>
          <p:cNvPr id="8248" name="Google Shape;8248;p136"/>
          <p:cNvSpPr txBox="1"/>
          <p:nvPr>
            <p:ph idx="5" type="subTitle"/>
          </p:nvPr>
        </p:nvSpPr>
        <p:spPr>
          <a:xfrm>
            <a:off x="2026369" y="3573325"/>
            <a:ext cx="1251900" cy="1091700"/>
          </a:xfrm>
          <a:prstGeom prst="rect">
            <a:avLst/>
          </a:prstGeom>
          <a:noFill/>
          <a:ln>
            <a:noFill/>
          </a:ln>
        </p:spPr>
        <p:txBody>
          <a:bodyPr anchorCtr="0" anchor="ctr" bIns="18000" lIns="18000" spcFirstLastPara="1" rIns="18000" wrap="square" tIns="18000">
            <a:noAutofit/>
          </a:bodyPr>
          <a:lstStyle>
            <a:lvl1pPr lvl="0" algn="ctr">
              <a:spcBef>
                <a:spcPts val="0"/>
              </a:spcBef>
              <a:spcAft>
                <a:spcPts val="0"/>
              </a:spcAft>
              <a:buSzPts val="900"/>
              <a:buNone/>
              <a:defRPr sz="900"/>
            </a:lvl1pPr>
            <a:lvl2pPr lvl="1" algn="ctr">
              <a:spcBef>
                <a:spcPts val="200"/>
              </a:spcBef>
              <a:spcAft>
                <a:spcPts val="0"/>
              </a:spcAft>
              <a:buSzPts val="1400"/>
              <a:buNone/>
              <a:defRPr/>
            </a:lvl2pPr>
            <a:lvl3pPr lvl="2" algn="ctr">
              <a:spcBef>
                <a:spcPts val="0"/>
              </a:spcBef>
              <a:spcAft>
                <a:spcPts val="0"/>
              </a:spcAft>
              <a:buSzPts val="1400"/>
              <a:buNone/>
              <a:defRPr/>
            </a:lvl3pPr>
            <a:lvl4pPr lvl="3" algn="ctr">
              <a:spcBef>
                <a:spcPts val="0"/>
              </a:spcBef>
              <a:spcAft>
                <a:spcPts val="0"/>
              </a:spcAft>
              <a:buSzPts val="1400"/>
              <a:buNone/>
              <a:defRPr/>
            </a:lvl4pPr>
            <a:lvl5pPr lvl="4" algn="ctr">
              <a:spcBef>
                <a:spcPts val="0"/>
              </a:spcBef>
              <a:spcAft>
                <a:spcPts val="0"/>
              </a:spcAft>
              <a:buSzPts val="1400"/>
              <a:buNone/>
              <a:defRPr/>
            </a:lvl5pPr>
            <a:lvl6pPr lvl="5" algn="ctr">
              <a:spcBef>
                <a:spcPts val="0"/>
              </a:spcBef>
              <a:spcAft>
                <a:spcPts val="0"/>
              </a:spcAft>
              <a:buSzPts val="1400"/>
              <a:buNone/>
              <a:defRPr/>
            </a:lvl6pPr>
            <a:lvl7pPr lvl="6" algn="ctr">
              <a:spcBef>
                <a:spcPts val="0"/>
              </a:spcBef>
              <a:spcAft>
                <a:spcPts val="0"/>
              </a:spcAft>
              <a:buSzPts val="1400"/>
              <a:buNone/>
              <a:defRPr/>
            </a:lvl7pPr>
            <a:lvl8pPr lvl="7" algn="ctr">
              <a:spcBef>
                <a:spcPts val="0"/>
              </a:spcBef>
              <a:spcAft>
                <a:spcPts val="0"/>
              </a:spcAft>
              <a:buSzPts val="1400"/>
              <a:buNone/>
              <a:defRPr/>
            </a:lvl8pPr>
            <a:lvl9pPr lvl="8" algn="ctr">
              <a:spcBef>
                <a:spcPts val="0"/>
              </a:spcBef>
              <a:spcAft>
                <a:spcPts val="0"/>
              </a:spcAft>
              <a:buSzPts val="1400"/>
              <a:buNone/>
              <a:defRPr/>
            </a:lvl9pPr>
          </a:lstStyle>
          <a:p/>
        </p:txBody>
      </p:sp>
      <p:sp>
        <p:nvSpPr>
          <p:cNvPr id="8249" name="Google Shape;8249;p136"/>
          <p:cNvSpPr txBox="1"/>
          <p:nvPr>
            <p:ph idx="6" type="subTitle"/>
          </p:nvPr>
        </p:nvSpPr>
        <p:spPr>
          <a:xfrm>
            <a:off x="3570138" y="3573325"/>
            <a:ext cx="1251900" cy="1091700"/>
          </a:xfrm>
          <a:prstGeom prst="rect">
            <a:avLst/>
          </a:prstGeom>
          <a:noFill/>
          <a:ln>
            <a:noFill/>
          </a:ln>
        </p:spPr>
        <p:txBody>
          <a:bodyPr anchorCtr="0" anchor="ctr" bIns="18000" lIns="18000" spcFirstLastPara="1" rIns="18000" wrap="square" tIns="18000">
            <a:noAutofit/>
          </a:bodyPr>
          <a:lstStyle>
            <a:lvl1pPr lvl="0" algn="ctr">
              <a:spcBef>
                <a:spcPts val="0"/>
              </a:spcBef>
              <a:spcAft>
                <a:spcPts val="0"/>
              </a:spcAft>
              <a:buSzPts val="900"/>
              <a:buNone/>
              <a:defRPr sz="900"/>
            </a:lvl1pPr>
            <a:lvl2pPr lvl="1" algn="ctr">
              <a:spcBef>
                <a:spcPts val="200"/>
              </a:spcBef>
              <a:spcAft>
                <a:spcPts val="0"/>
              </a:spcAft>
              <a:buSzPts val="1400"/>
              <a:buNone/>
              <a:defRPr/>
            </a:lvl2pPr>
            <a:lvl3pPr lvl="2" algn="ctr">
              <a:spcBef>
                <a:spcPts val="0"/>
              </a:spcBef>
              <a:spcAft>
                <a:spcPts val="0"/>
              </a:spcAft>
              <a:buSzPts val="1400"/>
              <a:buNone/>
              <a:defRPr/>
            </a:lvl3pPr>
            <a:lvl4pPr lvl="3" algn="ctr">
              <a:spcBef>
                <a:spcPts val="0"/>
              </a:spcBef>
              <a:spcAft>
                <a:spcPts val="0"/>
              </a:spcAft>
              <a:buSzPts val="1400"/>
              <a:buNone/>
              <a:defRPr/>
            </a:lvl4pPr>
            <a:lvl5pPr lvl="4" algn="ctr">
              <a:spcBef>
                <a:spcPts val="0"/>
              </a:spcBef>
              <a:spcAft>
                <a:spcPts val="0"/>
              </a:spcAft>
              <a:buSzPts val="1400"/>
              <a:buNone/>
              <a:defRPr/>
            </a:lvl5pPr>
            <a:lvl6pPr lvl="5" algn="ctr">
              <a:spcBef>
                <a:spcPts val="0"/>
              </a:spcBef>
              <a:spcAft>
                <a:spcPts val="0"/>
              </a:spcAft>
              <a:buSzPts val="1400"/>
              <a:buNone/>
              <a:defRPr/>
            </a:lvl6pPr>
            <a:lvl7pPr lvl="6" algn="ctr">
              <a:spcBef>
                <a:spcPts val="0"/>
              </a:spcBef>
              <a:spcAft>
                <a:spcPts val="0"/>
              </a:spcAft>
              <a:buSzPts val="1400"/>
              <a:buNone/>
              <a:defRPr/>
            </a:lvl7pPr>
            <a:lvl8pPr lvl="7" algn="ctr">
              <a:spcBef>
                <a:spcPts val="0"/>
              </a:spcBef>
              <a:spcAft>
                <a:spcPts val="0"/>
              </a:spcAft>
              <a:buSzPts val="1400"/>
              <a:buNone/>
              <a:defRPr/>
            </a:lvl8pPr>
            <a:lvl9pPr lvl="8" algn="ctr">
              <a:spcBef>
                <a:spcPts val="0"/>
              </a:spcBef>
              <a:spcAft>
                <a:spcPts val="0"/>
              </a:spcAft>
              <a:buSzPts val="1400"/>
              <a:buNone/>
              <a:defRPr/>
            </a:lvl9pPr>
          </a:lstStyle>
          <a:p/>
        </p:txBody>
      </p:sp>
      <p:sp>
        <p:nvSpPr>
          <p:cNvPr id="8250" name="Google Shape;8250;p136"/>
          <p:cNvSpPr txBox="1"/>
          <p:nvPr>
            <p:ph idx="7" type="subTitle"/>
          </p:nvPr>
        </p:nvSpPr>
        <p:spPr>
          <a:xfrm>
            <a:off x="482600" y="5382356"/>
            <a:ext cx="1251900" cy="1091700"/>
          </a:xfrm>
          <a:prstGeom prst="rect">
            <a:avLst/>
          </a:prstGeom>
          <a:noFill/>
          <a:ln>
            <a:noFill/>
          </a:ln>
        </p:spPr>
        <p:txBody>
          <a:bodyPr anchorCtr="0" anchor="ctr" bIns="18000" lIns="18000" spcFirstLastPara="1" rIns="18000" wrap="square" tIns="18000">
            <a:noAutofit/>
          </a:bodyPr>
          <a:lstStyle>
            <a:lvl1pPr lvl="0" algn="ctr">
              <a:spcBef>
                <a:spcPts val="0"/>
              </a:spcBef>
              <a:spcAft>
                <a:spcPts val="0"/>
              </a:spcAft>
              <a:buSzPts val="900"/>
              <a:buNone/>
              <a:defRPr sz="900"/>
            </a:lvl1pPr>
            <a:lvl2pPr lvl="1" algn="ctr">
              <a:spcBef>
                <a:spcPts val="200"/>
              </a:spcBef>
              <a:spcAft>
                <a:spcPts val="0"/>
              </a:spcAft>
              <a:buSzPts val="1400"/>
              <a:buNone/>
              <a:defRPr/>
            </a:lvl2pPr>
            <a:lvl3pPr lvl="2" algn="ctr">
              <a:spcBef>
                <a:spcPts val="0"/>
              </a:spcBef>
              <a:spcAft>
                <a:spcPts val="0"/>
              </a:spcAft>
              <a:buSzPts val="1400"/>
              <a:buNone/>
              <a:defRPr/>
            </a:lvl3pPr>
            <a:lvl4pPr lvl="3" algn="ctr">
              <a:spcBef>
                <a:spcPts val="0"/>
              </a:spcBef>
              <a:spcAft>
                <a:spcPts val="0"/>
              </a:spcAft>
              <a:buSzPts val="1400"/>
              <a:buNone/>
              <a:defRPr/>
            </a:lvl4pPr>
            <a:lvl5pPr lvl="4" algn="ctr">
              <a:spcBef>
                <a:spcPts val="0"/>
              </a:spcBef>
              <a:spcAft>
                <a:spcPts val="0"/>
              </a:spcAft>
              <a:buSzPts val="1400"/>
              <a:buNone/>
              <a:defRPr/>
            </a:lvl5pPr>
            <a:lvl6pPr lvl="5" algn="ctr">
              <a:spcBef>
                <a:spcPts val="0"/>
              </a:spcBef>
              <a:spcAft>
                <a:spcPts val="0"/>
              </a:spcAft>
              <a:buSzPts val="1400"/>
              <a:buNone/>
              <a:defRPr/>
            </a:lvl6pPr>
            <a:lvl7pPr lvl="6" algn="ctr">
              <a:spcBef>
                <a:spcPts val="0"/>
              </a:spcBef>
              <a:spcAft>
                <a:spcPts val="0"/>
              </a:spcAft>
              <a:buSzPts val="1400"/>
              <a:buNone/>
              <a:defRPr/>
            </a:lvl7pPr>
            <a:lvl8pPr lvl="7" algn="ctr">
              <a:spcBef>
                <a:spcPts val="0"/>
              </a:spcBef>
              <a:spcAft>
                <a:spcPts val="0"/>
              </a:spcAft>
              <a:buSzPts val="1400"/>
              <a:buNone/>
              <a:defRPr/>
            </a:lvl8pPr>
            <a:lvl9pPr lvl="8" algn="ctr">
              <a:spcBef>
                <a:spcPts val="0"/>
              </a:spcBef>
              <a:spcAft>
                <a:spcPts val="0"/>
              </a:spcAft>
              <a:buSzPts val="1400"/>
              <a:buNone/>
              <a:defRPr/>
            </a:lvl9pPr>
          </a:lstStyle>
          <a:p/>
        </p:txBody>
      </p:sp>
      <p:sp>
        <p:nvSpPr>
          <p:cNvPr id="8251" name="Google Shape;8251;p136"/>
          <p:cNvSpPr txBox="1"/>
          <p:nvPr>
            <p:ph idx="8" type="subTitle"/>
          </p:nvPr>
        </p:nvSpPr>
        <p:spPr>
          <a:xfrm>
            <a:off x="2026369" y="5382356"/>
            <a:ext cx="1251900" cy="1091700"/>
          </a:xfrm>
          <a:prstGeom prst="rect">
            <a:avLst/>
          </a:prstGeom>
          <a:noFill/>
          <a:ln>
            <a:noFill/>
          </a:ln>
        </p:spPr>
        <p:txBody>
          <a:bodyPr anchorCtr="0" anchor="ctr" bIns="18000" lIns="18000" spcFirstLastPara="1" rIns="18000" wrap="square" tIns="18000">
            <a:noAutofit/>
          </a:bodyPr>
          <a:lstStyle>
            <a:lvl1pPr lvl="0" algn="ctr">
              <a:spcBef>
                <a:spcPts val="0"/>
              </a:spcBef>
              <a:spcAft>
                <a:spcPts val="0"/>
              </a:spcAft>
              <a:buSzPts val="900"/>
              <a:buNone/>
              <a:defRPr sz="900"/>
            </a:lvl1pPr>
            <a:lvl2pPr lvl="1" algn="ctr">
              <a:spcBef>
                <a:spcPts val="200"/>
              </a:spcBef>
              <a:spcAft>
                <a:spcPts val="0"/>
              </a:spcAft>
              <a:buSzPts val="1400"/>
              <a:buNone/>
              <a:defRPr/>
            </a:lvl2pPr>
            <a:lvl3pPr lvl="2" algn="ctr">
              <a:spcBef>
                <a:spcPts val="0"/>
              </a:spcBef>
              <a:spcAft>
                <a:spcPts val="0"/>
              </a:spcAft>
              <a:buSzPts val="1400"/>
              <a:buNone/>
              <a:defRPr/>
            </a:lvl3pPr>
            <a:lvl4pPr lvl="3" algn="ctr">
              <a:spcBef>
                <a:spcPts val="0"/>
              </a:spcBef>
              <a:spcAft>
                <a:spcPts val="0"/>
              </a:spcAft>
              <a:buSzPts val="1400"/>
              <a:buNone/>
              <a:defRPr/>
            </a:lvl4pPr>
            <a:lvl5pPr lvl="4" algn="ctr">
              <a:spcBef>
                <a:spcPts val="0"/>
              </a:spcBef>
              <a:spcAft>
                <a:spcPts val="0"/>
              </a:spcAft>
              <a:buSzPts val="1400"/>
              <a:buNone/>
              <a:defRPr/>
            </a:lvl5pPr>
            <a:lvl6pPr lvl="5" algn="ctr">
              <a:spcBef>
                <a:spcPts val="0"/>
              </a:spcBef>
              <a:spcAft>
                <a:spcPts val="0"/>
              </a:spcAft>
              <a:buSzPts val="1400"/>
              <a:buNone/>
              <a:defRPr/>
            </a:lvl6pPr>
            <a:lvl7pPr lvl="6" algn="ctr">
              <a:spcBef>
                <a:spcPts val="0"/>
              </a:spcBef>
              <a:spcAft>
                <a:spcPts val="0"/>
              </a:spcAft>
              <a:buSzPts val="1400"/>
              <a:buNone/>
              <a:defRPr/>
            </a:lvl7pPr>
            <a:lvl8pPr lvl="7" algn="ctr">
              <a:spcBef>
                <a:spcPts val="0"/>
              </a:spcBef>
              <a:spcAft>
                <a:spcPts val="0"/>
              </a:spcAft>
              <a:buSzPts val="1400"/>
              <a:buNone/>
              <a:defRPr/>
            </a:lvl8pPr>
            <a:lvl9pPr lvl="8" algn="ctr">
              <a:spcBef>
                <a:spcPts val="0"/>
              </a:spcBef>
              <a:spcAft>
                <a:spcPts val="0"/>
              </a:spcAft>
              <a:buSzPts val="1400"/>
              <a:buNone/>
              <a:defRPr/>
            </a:lvl9pPr>
          </a:lstStyle>
          <a:p/>
        </p:txBody>
      </p:sp>
      <p:sp>
        <p:nvSpPr>
          <p:cNvPr id="8252" name="Google Shape;8252;p136"/>
          <p:cNvSpPr txBox="1"/>
          <p:nvPr>
            <p:ph idx="9" type="subTitle"/>
          </p:nvPr>
        </p:nvSpPr>
        <p:spPr>
          <a:xfrm>
            <a:off x="3570138" y="5382356"/>
            <a:ext cx="1251900" cy="1091700"/>
          </a:xfrm>
          <a:prstGeom prst="rect">
            <a:avLst/>
          </a:prstGeom>
          <a:noFill/>
          <a:ln>
            <a:noFill/>
          </a:ln>
        </p:spPr>
        <p:txBody>
          <a:bodyPr anchorCtr="0" anchor="ctr" bIns="18000" lIns="18000" spcFirstLastPara="1" rIns="18000" wrap="square" tIns="18000">
            <a:noAutofit/>
          </a:bodyPr>
          <a:lstStyle>
            <a:lvl1pPr lvl="0" algn="ctr">
              <a:spcBef>
                <a:spcPts val="0"/>
              </a:spcBef>
              <a:spcAft>
                <a:spcPts val="0"/>
              </a:spcAft>
              <a:buSzPts val="900"/>
              <a:buNone/>
              <a:defRPr sz="900"/>
            </a:lvl1pPr>
            <a:lvl2pPr lvl="1" algn="ctr">
              <a:spcBef>
                <a:spcPts val="200"/>
              </a:spcBef>
              <a:spcAft>
                <a:spcPts val="0"/>
              </a:spcAft>
              <a:buSzPts val="1400"/>
              <a:buNone/>
              <a:defRPr/>
            </a:lvl2pPr>
            <a:lvl3pPr lvl="2" algn="ctr">
              <a:spcBef>
                <a:spcPts val="0"/>
              </a:spcBef>
              <a:spcAft>
                <a:spcPts val="0"/>
              </a:spcAft>
              <a:buSzPts val="1400"/>
              <a:buNone/>
              <a:defRPr/>
            </a:lvl3pPr>
            <a:lvl4pPr lvl="3" algn="ctr">
              <a:spcBef>
                <a:spcPts val="0"/>
              </a:spcBef>
              <a:spcAft>
                <a:spcPts val="0"/>
              </a:spcAft>
              <a:buSzPts val="1400"/>
              <a:buNone/>
              <a:defRPr/>
            </a:lvl4pPr>
            <a:lvl5pPr lvl="4" algn="ctr">
              <a:spcBef>
                <a:spcPts val="0"/>
              </a:spcBef>
              <a:spcAft>
                <a:spcPts val="0"/>
              </a:spcAft>
              <a:buSzPts val="1400"/>
              <a:buNone/>
              <a:defRPr/>
            </a:lvl5pPr>
            <a:lvl6pPr lvl="5" algn="ctr">
              <a:spcBef>
                <a:spcPts val="0"/>
              </a:spcBef>
              <a:spcAft>
                <a:spcPts val="0"/>
              </a:spcAft>
              <a:buSzPts val="1400"/>
              <a:buNone/>
              <a:defRPr/>
            </a:lvl6pPr>
            <a:lvl7pPr lvl="6" algn="ctr">
              <a:spcBef>
                <a:spcPts val="0"/>
              </a:spcBef>
              <a:spcAft>
                <a:spcPts val="0"/>
              </a:spcAft>
              <a:buSzPts val="1400"/>
              <a:buNone/>
              <a:defRPr/>
            </a:lvl7pPr>
            <a:lvl8pPr lvl="7" algn="ctr">
              <a:spcBef>
                <a:spcPts val="0"/>
              </a:spcBef>
              <a:spcAft>
                <a:spcPts val="0"/>
              </a:spcAft>
              <a:buSzPts val="1400"/>
              <a:buNone/>
              <a:defRPr/>
            </a:lvl8pPr>
            <a:lvl9pPr lvl="8" algn="ctr">
              <a:spcBef>
                <a:spcPts val="0"/>
              </a:spcBef>
              <a:spcAft>
                <a:spcPts val="0"/>
              </a:spcAft>
              <a:buSzPts val="1400"/>
              <a:buNone/>
              <a:defRPr/>
            </a:lvl9pPr>
          </a:lstStyle>
          <a:p/>
        </p:txBody>
      </p:sp>
      <p:sp>
        <p:nvSpPr>
          <p:cNvPr id="8253" name="Google Shape;8253;p136"/>
          <p:cNvSpPr txBox="1"/>
          <p:nvPr>
            <p:ph idx="13" type="subTitle"/>
          </p:nvPr>
        </p:nvSpPr>
        <p:spPr>
          <a:xfrm>
            <a:off x="5337575" y="2135025"/>
            <a:ext cx="4319400" cy="390000"/>
          </a:xfrm>
          <a:prstGeom prst="rect">
            <a:avLst/>
          </a:prstGeom>
          <a:noFill/>
          <a:ln>
            <a:noFill/>
          </a:ln>
        </p:spPr>
        <p:txBody>
          <a:bodyPr anchorCtr="0" anchor="ctr" bIns="18000" lIns="18000" spcFirstLastPara="1" rIns="18000" wrap="square" tIns="18000">
            <a:noAutofit/>
          </a:bodyPr>
          <a:lstStyle>
            <a:lvl1pPr lvl="0" algn="ctr">
              <a:spcBef>
                <a:spcPts val="0"/>
              </a:spcBef>
              <a:spcAft>
                <a:spcPts val="0"/>
              </a:spcAft>
              <a:buSzPts val="900"/>
              <a:buFont typeface="Arvo"/>
              <a:buNone/>
              <a:defRPr sz="900">
                <a:latin typeface="Arvo"/>
                <a:ea typeface="Arvo"/>
                <a:cs typeface="Arvo"/>
                <a:sym typeface="Arvo"/>
              </a:defRPr>
            </a:lvl1pPr>
            <a:lvl2pPr lvl="1" algn="ctr">
              <a:spcBef>
                <a:spcPts val="200"/>
              </a:spcBef>
              <a:spcAft>
                <a:spcPts val="0"/>
              </a:spcAft>
              <a:buSzPts val="1400"/>
              <a:buNone/>
              <a:defRPr/>
            </a:lvl2pPr>
            <a:lvl3pPr lvl="2" algn="ctr">
              <a:spcBef>
                <a:spcPts val="0"/>
              </a:spcBef>
              <a:spcAft>
                <a:spcPts val="0"/>
              </a:spcAft>
              <a:buSzPts val="1400"/>
              <a:buNone/>
              <a:defRPr/>
            </a:lvl3pPr>
            <a:lvl4pPr lvl="3" algn="ctr">
              <a:spcBef>
                <a:spcPts val="0"/>
              </a:spcBef>
              <a:spcAft>
                <a:spcPts val="0"/>
              </a:spcAft>
              <a:buSzPts val="1400"/>
              <a:buNone/>
              <a:defRPr/>
            </a:lvl4pPr>
            <a:lvl5pPr lvl="4" algn="ctr">
              <a:spcBef>
                <a:spcPts val="0"/>
              </a:spcBef>
              <a:spcAft>
                <a:spcPts val="0"/>
              </a:spcAft>
              <a:buSzPts val="1400"/>
              <a:buNone/>
              <a:defRPr/>
            </a:lvl5pPr>
            <a:lvl6pPr lvl="5" algn="ctr">
              <a:spcBef>
                <a:spcPts val="0"/>
              </a:spcBef>
              <a:spcAft>
                <a:spcPts val="0"/>
              </a:spcAft>
              <a:buSzPts val="1400"/>
              <a:buNone/>
              <a:defRPr/>
            </a:lvl6pPr>
            <a:lvl7pPr lvl="6" algn="ctr">
              <a:spcBef>
                <a:spcPts val="0"/>
              </a:spcBef>
              <a:spcAft>
                <a:spcPts val="0"/>
              </a:spcAft>
              <a:buSzPts val="1400"/>
              <a:buNone/>
              <a:defRPr/>
            </a:lvl7pPr>
            <a:lvl8pPr lvl="7" algn="ctr">
              <a:spcBef>
                <a:spcPts val="0"/>
              </a:spcBef>
              <a:spcAft>
                <a:spcPts val="0"/>
              </a:spcAft>
              <a:buSzPts val="1400"/>
              <a:buNone/>
              <a:defRPr/>
            </a:lvl8pPr>
            <a:lvl9pPr lvl="8" algn="ctr">
              <a:spcBef>
                <a:spcPts val="0"/>
              </a:spcBef>
              <a:spcAft>
                <a:spcPts val="0"/>
              </a:spcAft>
              <a:buSzPts val="1400"/>
              <a:buNone/>
              <a:defRPr/>
            </a:lvl9pPr>
          </a:lstStyle>
          <a:p/>
        </p:txBody>
      </p:sp>
      <p:sp>
        <p:nvSpPr>
          <p:cNvPr id="8254" name="Google Shape;8254;p136"/>
          <p:cNvSpPr txBox="1"/>
          <p:nvPr>
            <p:ph idx="14" type="subTitle"/>
          </p:nvPr>
        </p:nvSpPr>
        <p:spPr>
          <a:xfrm>
            <a:off x="5337575" y="3678794"/>
            <a:ext cx="4319400" cy="390000"/>
          </a:xfrm>
          <a:prstGeom prst="rect">
            <a:avLst/>
          </a:prstGeom>
          <a:noFill/>
          <a:ln>
            <a:noFill/>
          </a:ln>
        </p:spPr>
        <p:txBody>
          <a:bodyPr anchorCtr="0" anchor="ctr" bIns="18000" lIns="18000" spcFirstLastPara="1" rIns="18000" wrap="square" tIns="18000">
            <a:noAutofit/>
          </a:bodyPr>
          <a:lstStyle>
            <a:lvl1pPr lvl="0" algn="ctr">
              <a:spcBef>
                <a:spcPts val="0"/>
              </a:spcBef>
              <a:spcAft>
                <a:spcPts val="0"/>
              </a:spcAft>
              <a:buSzPts val="900"/>
              <a:buFont typeface="Arvo"/>
              <a:buNone/>
              <a:defRPr sz="900">
                <a:latin typeface="Arvo"/>
                <a:ea typeface="Arvo"/>
                <a:cs typeface="Arvo"/>
                <a:sym typeface="Arvo"/>
              </a:defRPr>
            </a:lvl1pPr>
            <a:lvl2pPr lvl="1" algn="ctr">
              <a:spcBef>
                <a:spcPts val="200"/>
              </a:spcBef>
              <a:spcAft>
                <a:spcPts val="0"/>
              </a:spcAft>
              <a:buSzPts val="1400"/>
              <a:buFont typeface="Arvo"/>
              <a:buNone/>
              <a:defRPr>
                <a:latin typeface="Arvo"/>
                <a:ea typeface="Arvo"/>
                <a:cs typeface="Arvo"/>
                <a:sym typeface="Arvo"/>
              </a:defRPr>
            </a:lvl2pPr>
            <a:lvl3pPr lvl="2" algn="ctr">
              <a:spcBef>
                <a:spcPts val="0"/>
              </a:spcBef>
              <a:spcAft>
                <a:spcPts val="0"/>
              </a:spcAft>
              <a:buSzPts val="1400"/>
              <a:buFont typeface="Arvo"/>
              <a:buNone/>
              <a:defRPr>
                <a:latin typeface="Arvo"/>
                <a:ea typeface="Arvo"/>
                <a:cs typeface="Arvo"/>
                <a:sym typeface="Arvo"/>
              </a:defRPr>
            </a:lvl3pPr>
            <a:lvl4pPr lvl="3" algn="ctr">
              <a:spcBef>
                <a:spcPts val="0"/>
              </a:spcBef>
              <a:spcAft>
                <a:spcPts val="0"/>
              </a:spcAft>
              <a:buSzPts val="1400"/>
              <a:buFont typeface="Arvo"/>
              <a:buNone/>
              <a:defRPr>
                <a:latin typeface="Arvo"/>
                <a:ea typeface="Arvo"/>
                <a:cs typeface="Arvo"/>
                <a:sym typeface="Arvo"/>
              </a:defRPr>
            </a:lvl4pPr>
            <a:lvl5pPr lvl="4" algn="ctr">
              <a:spcBef>
                <a:spcPts val="0"/>
              </a:spcBef>
              <a:spcAft>
                <a:spcPts val="0"/>
              </a:spcAft>
              <a:buSzPts val="1400"/>
              <a:buFont typeface="Arvo"/>
              <a:buNone/>
              <a:defRPr>
                <a:latin typeface="Arvo"/>
                <a:ea typeface="Arvo"/>
                <a:cs typeface="Arvo"/>
                <a:sym typeface="Arvo"/>
              </a:defRPr>
            </a:lvl5pPr>
            <a:lvl6pPr lvl="5" algn="ctr">
              <a:spcBef>
                <a:spcPts val="0"/>
              </a:spcBef>
              <a:spcAft>
                <a:spcPts val="0"/>
              </a:spcAft>
              <a:buSzPts val="1400"/>
              <a:buFont typeface="Arvo"/>
              <a:buNone/>
              <a:defRPr>
                <a:latin typeface="Arvo"/>
                <a:ea typeface="Arvo"/>
                <a:cs typeface="Arvo"/>
                <a:sym typeface="Arvo"/>
              </a:defRPr>
            </a:lvl6pPr>
            <a:lvl7pPr lvl="6" algn="ctr">
              <a:spcBef>
                <a:spcPts val="0"/>
              </a:spcBef>
              <a:spcAft>
                <a:spcPts val="0"/>
              </a:spcAft>
              <a:buSzPts val="1400"/>
              <a:buFont typeface="Arvo"/>
              <a:buNone/>
              <a:defRPr>
                <a:latin typeface="Arvo"/>
                <a:ea typeface="Arvo"/>
                <a:cs typeface="Arvo"/>
                <a:sym typeface="Arvo"/>
              </a:defRPr>
            </a:lvl7pPr>
            <a:lvl8pPr lvl="7" algn="ctr">
              <a:spcBef>
                <a:spcPts val="0"/>
              </a:spcBef>
              <a:spcAft>
                <a:spcPts val="0"/>
              </a:spcAft>
              <a:buSzPts val="1400"/>
              <a:buFont typeface="Arvo"/>
              <a:buNone/>
              <a:defRPr>
                <a:latin typeface="Arvo"/>
                <a:ea typeface="Arvo"/>
                <a:cs typeface="Arvo"/>
                <a:sym typeface="Arvo"/>
              </a:defRPr>
            </a:lvl8pPr>
            <a:lvl9pPr lvl="8" algn="ctr">
              <a:spcBef>
                <a:spcPts val="0"/>
              </a:spcBef>
              <a:spcAft>
                <a:spcPts val="0"/>
              </a:spcAft>
              <a:buSzPts val="1400"/>
              <a:buFont typeface="Arvo"/>
              <a:buNone/>
              <a:defRPr>
                <a:latin typeface="Arvo"/>
                <a:ea typeface="Arvo"/>
                <a:cs typeface="Arvo"/>
                <a:sym typeface="Arvo"/>
              </a:defRPr>
            </a:lvl9pPr>
          </a:lstStyle>
          <a:p/>
        </p:txBody>
      </p:sp>
      <p:sp>
        <p:nvSpPr>
          <p:cNvPr id="8255" name="Google Shape;8255;p136"/>
          <p:cNvSpPr txBox="1"/>
          <p:nvPr>
            <p:ph idx="15" type="subTitle"/>
          </p:nvPr>
        </p:nvSpPr>
        <p:spPr>
          <a:xfrm>
            <a:off x="5337575" y="5242331"/>
            <a:ext cx="4319400" cy="390000"/>
          </a:xfrm>
          <a:prstGeom prst="rect">
            <a:avLst/>
          </a:prstGeom>
          <a:noFill/>
          <a:ln>
            <a:noFill/>
          </a:ln>
        </p:spPr>
        <p:txBody>
          <a:bodyPr anchorCtr="0" anchor="ctr" bIns="18000" lIns="18000" spcFirstLastPara="1" rIns="18000" wrap="square" tIns="18000">
            <a:noAutofit/>
          </a:bodyPr>
          <a:lstStyle>
            <a:lvl1pPr lvl="0" algn="ctr">
              <a:spcBef>
                <a:spcPts val="0"/>
              </a:spcBef>
              <a:spcAft>
                <a:spcPts val="0"/>
              </a:spcAft>
              <a:buSzPts val="900"/>
              <a:buFont typeface="Arvo"/>
              <a:buNone/>
              <a:defRPr sz="900">
                <a:latin typeface="Arvo"/>
                <a:ea typeface="Arvo"/>
                <a:cs typeface="Arvo"/>
                <a:sym typeface="Arvo"/>
              </a:defRPr>
            </a:lvl1pPr>
            <a:lvl2pPr lvl="1" algn="ctr">
              <a:spcBef>
                <a:spcPts val="200"/>
              </a:spcBef>
              <a:spcAft>
                <a:spcPts val="0"/>
              </a:spcAft>
              <a:buSzPts val="1400"/>
              <a:buNone/>
              <a:defRPr/>
            </a:lvl2pPr>
            <a:lvl3pPr lvl="2" algn="ctr">
              <a:spcBef>
                <a:spcPts val="0"/>
              </a:spcBef>
              <a:spcAft>
                <a:spcPts val="0"/>
              </a:spcAft>
              <a:buSzPts val="1400"/>
              <a:buNone/>
              <a:defRPr/>
            </a:lvl3pPr>
            <a:lvl4pPr lvl="3" algn="ctr">
              <a:spcBef>
                <a:spcPts val="0"/>
              </a:spcBef>
              <a:spcAft>
                <a:spcPts val="0"/>
              </a:spcAft>
              <a:buSzPts val="1400"/>
              <a:buNone/>
              <a:defRPr/>
            </a:lvl4pPr>
            <a:lvl5pPr lvl="4" algn="ctr">
              <a:spcBef>
                <a:spcPts val="0"/>
              </a:spcBef>
              <a:spcAft>
                <a:spcPts val="0"/>
              </a:spcAft>
              <a:buSzPts val="1400"/>
              <a:buNone/>
              <a:defRPr/>
            </a:lvl5pPr>
            <a:lvl6pPr lvl="5" algn="ctr">
              <a:spcBef>
                <a:spcPts val="0"/>
              </a:spcBef>
              <a:spcAft>
                <a:spcPts val="0"/>
              </a:spcAft>
              <a:buSzPts val="1400"/>
              <a:buNone/>
              <a:defRPr/>
            </a:lvl6pPr>
            <a:lvl7pPr lvl="6" algn="ctr">
              <a:spcBef>
                <a:spcPts val="0"/>
              </a:spcBef>
              <a:spcAft>
                <a:spcPts val="0"/>
              </a:spcAft>
              <a:buSzPts val="1400"/>
              <a:buNone/>
              <a:defRPr/>
            </a:lvl7pPr>
            <a:lvl8pPr lvl="7" algn="ctr">
              <a:spcBef>
                <a:spcPts val="0"/>
              </a:spcBef>
              <a:spcAft>
                <a:spcPts val="0"/>
              </a:spcAft>
              <a:buSzPts val="1400"/>
              <a:buNone/>
              <a:defRPr/>
            </a:lvl8pPr>
            <a:lvl9pPr lvl="8" algn="ctr">
              <a:spcBef>
                <a:spcPts val="0"/>
              </a:spcBef>
              <a:spcAft>
                <a:spcPts val="0"/>
              </a:spcAft>
              <a:buSzPts val="1400"/>
              <a:buNone/>
              <a:defRPr/>
            </a:lvl9pPr>
          </a:lstStyle>
          <a:p/>
        </p:txBody>
      </p:sp>
      <p:sp>
        <p:nvSpPr>
          <p:cNvPr id="8256" name="Google Shape;8256;p136"/>
          <p:cNvSpPr txBox="1"/>
          <p:nvPr>
            <p:ph idx="16" type="subTitle"/>
          </p:nvPr>
        </p:nvSpPr>
        <p:spPr>
          <a:xfrm>
            <a:off x="-3411750" y="1350875"/>
            <a:ext cx="821100" cy="736200"/>
          </a:xfrm>
          <a:prstGeom prst="rect">
            <a:avLst/>
          </a:prstGeom>
          <a:noFill/>
          <a:ln>
            <a:noFill/>
          </a:ln>
        </p:spPr>
        <p:txBody>
          <a:bodyPr anchorCtr="0" anchor="ctr" bIns="36000" lIns="36000" spcFirstLastPara="1" rIns="36000" wrap="square" tIns="36000">
            <a:noAutofit/>
          </a:bodyPr>
          <a:lstStyle>
            <a:lvl1pPr lvl="0" algn="ctr">
              <a:spcBef>
                <a:spcPts val="0"/>
              </a:spcBef>
              <a:spcAft>
                <a:spcPts val="0"/>
              </a:spcAft>
              <a:buSzPts val="800"/>
              <a:buFont typeface="Arvo"/>
              <a:buNone/>
              <a:defRPr sz="800">
                <a:latin typeface="Arvo"/>
                <a:ea typeface="Arvo"/>
                <a:cs typeface="Arvo"/>
                <a:sym typeface="Arvo"/>
              </a:defRPr>
            </a:lvl1pPr>
            <a:lvl2pPr lvl="1" algn="ctr">
              <a:spcBef>
                <a:spcPts val="200"/>
              </a:spcBef>
              <a:spcAft>
                <a:spcPts val="0"/>
              </a:spcAft>
              <a:buSzPts val="800"/>
              <a:buFont typeface="Arvo"/>
              <a:buNone/>
              <a:defRPr sz="800">
                <a:latin typeface="Arvo"/>
                <a:ea typeface="Arvo"/>
                <a:cs typeface="Arvo"/>
                <a:sym typeface="Arvo"/>
              </a:defRPr>
            </a:lvl2pPr>
            <a:lvl3pPr lvl="2" algn="ctr">
              <a:spcBef>
                <a:spcPts val="0"/>
              </a:spcBef>
              <a:spcAft>
                <a:spcPts val="0"/>
              </a:spcAft>
              <a:buSzPts val="800"/>
              <a:buFont typeface="Arvo"/>
              <a:buNone/>
              <a:defRPr sz="800">
                <a:latin typeface="Arvo"/>
                <a:ea typeface="Arvo"/>
                <a:cs typeface="Arvo"/>
                <a:sym typeface="Arvo"/>
              </a:defRPr>
            </a:lvl3pPr>
            <a:lvl4pPr lvl="3" algn="ctr">
              <a:spcBef>
                <a:spcPts val="0"/>
              </a:spcBef>
              <a:spcAft>
                <a:spcPts val="0"/>
              </a:spcAft>
              <a:buSzPts val="800"/>
              <a:buFont typeface="Arvo"/>
              <a:buNone/>
              <a:defRPr sz="800">
                <a:latin typeface="Arvo"/>
                <a:ea typeface="Arvo"/>
                <a:cs typeface="Arvo"/>
                <a:sym typeface="Arvo"/>
              </a:defRPr>
            </a:lvl4pPr>
            <a:lvl5pPr lvl="4" algn="ctr">
              <a:spcBef>
                <a:spcPts val="0"/>
              </a:spcBef>
              <a:spcAft>
                <a:spcPts val="0"/>
              </a:spcAft>
              <a:buSzPts val="800"/>
              <a:buFont typeface="Arvo"/>
              <a:buNone/>
              <a:defRPr sz="800">
                <a:latin typeface="Arvo"/>
                <a:ea typeface="Arvo"/>
                <a:cs typeface="Arvo"/>
                <a:sym typeface="Arvo"/>
              </a:defRPr>
            </a:lvl5pPr>
            <a:lvl6pPr lvl="5" algn="ctr">
              <a:spcBef>
                <a:spcPts val="0"/>
              </a:spcBef>
              <a:spcAft>
                <a:spcPts val="0"/>
              </a:spcAft>
              <a:buSzPts val="800"/>
              <a:buFont typeface="Arvo"/>
              <a:buNone/>
              <a:defRPr sz="800">
                <a:latin typeface="Arvo"/>
                <a:ea typeface="Arvo"/>
                <a:cs typeface="Arvo"/>
                <a:sym typeface="Arvo"/>
              </a:defRPr>
            </a:lvl6pPr>
            <a:lvl7pPr lvl="6" algn="ctr">
              <a:spcBef>
                <a:spcPts val="0"/>
              </a:spcBef>
              <a:spcAft>
                <a:spcPts val="0"/>
              </a:spcAft>
              <a:buSzPts val="800"/>
              <a:buFont typeface="Arvo"/>
              <a:buNone/>
              <a:defRPr sz="800">
                <a:latin typeface="Arvo"/>
                <a:ea typeface="Arvo"/>
                <a:cs typeface="Arvo"/>
                <a:sym typeface="Arvo"/>
              </a:defRPr>
            </a:lvl7pPr>
            <a:lvl8pPr lvl="7" algn="ctr">
              <a:spcBef>
                <a:spcPts val="0"/>
              </a:spcBef>
              <a:spcAft>
                <a:spcPts val="0"/>
              </a:spcAft>
              <a:buSzPts val="800"/>
              <a:buFont typeface="Arvo"/>
              <a:buNone/>
              <a:defRPr sz="800">
                <a:latin typeface="Arvo"/>
                <a:ea typeface="Arvo"/>
                <a:cs typeface="Arvo"/>
                <a:sym typeface="Arvo"/>
              </a:defRPr>
            </a:lvl8pPr>
            <a:lvl9pPr lvl="8" algn="ctr">
              <a:spcBef>
                <a:spcPts val="0"/>
              </a:spcBef>
              <a:spcAft>
                <a:spcPts val="0"/>
              </a:spcAft>
              <a:buSzPts val="800"/>
              <a:buFont typeface="Arvo"/>
              <a:buNone/>
              <a:defRPr sz="800">
                <a:latin typeface="Arvo"/>
                <a:ea typeface="Arvo"/>
                <a:cs typeface="Arvo"/>
                <a:sym typeface="Arvo"/>
              </a:defRPr>
            </a:lvl9pPr>
          </a:lstStyle>
          <a:p/>
        </p:txBody>
      </p:sp>
      <p:sp>
        <p:nvSpPr>
          <p:cNvPr id="8257" name="Google Shape;8257;p136"/>
          <p:cNvSpPr txBox="1"/>
          <p:nvPr>
            <p:ph idx="17" type="subTitle"/>
          </p:nvPr>
        </p:nvSpPr>
        <p:spPr>
          <a:xfrm>
            <a:off x="-2475750" y="1350875"/>
            <a:ext cx="821100" cy="736200"/>
          </a:xfrm>
          <a:prstGeom prst="rect">
            <a:avLst/>
          </a:prstGeom>
          <a:noFill/>
          <a:ln>
            <a:noFill/>
          </a:ln>
        </p:spPr>
        <p:txBody>
          <a:bodyPr anchorCtr="0" anchor="ctr" bIns="36000" lIns="36000" spcFirstLastPara="1" rIns="36000" wrap="square" tIns="36000">
            <a:noAutofit/>
          </a:bodyPr>
          <a:lstStyle>
            <a:lvl1pPr lvl="0" algn="ctr">
              <a:spcBef>
                <a:spcPts val="0"/>
              </a:spcBef>
              <a:spcAft>
                <a:spcPts val="0"/>
              </a:spcAft>
              <a:buSzPts val="800"/>
              <a:buFont typeface="Arvo"/>
              <a:buNone/>
              <a:defRPr sz="800">
                <a:latin typeface="Arvo"/>
                <a:ea typeface="Arvo"/>
                <a:cs typeface="Arvo"/>
                <a:sym typeface="Arvo"/>
              </a:defRPr>
            </a:lvl1pPr>
            <a:lvl2pPr lvl="1" algn="ctr">
              <a:spcBef>
                <a:spcPts val="200"/>
              </a:spcBef>
              <a:spcAft>
                <a:spcPts val="0"/>
              </a:spcAft>
              <a:buSzPts val="800"/>
              <a:buFont typeface="Arvo"/>
              <a:buNone/>
              <a:defRPr sz="800">
                <a:latin typeface="Arvo"/>
                <a:ea typeface="Arvo"/>
                <a:cs typeface="Arvo"/>
                <a:sym typeface="Arvo"/>
              </a:defRPr>
            </a:lvl2pPr>
            <a:lvl3pPr lvl="2" algn="ctr">
              <a:spcBef>
                <a:spcPts val="0"/>
              </a:spcBef>
              <a:spcAft>
                <a:spcPts val="0"/>
              </a:spcAft>
              <a:buSzPts val="800"/>
              <a:buFont typeface="Arvo"/>
              <a:buNone/>
              <a:defRPr sz="800">
                <a:latin typeface="Arvo"/>
                <a:ea typeface="Arvo"/>
                <a:cs typeface="Arvo"/>
                <a:sym typeface="Arvo"/>
              </a:defRPr>
            </a:lvl3pPr>
            <a:lvl4pPr lvl="3" algn="ctr">
              <a:spcBef>
                <a:spcPts val="0"/>
              </a:spcBef>
              <a:spcAft>
                <a:spcPts val="0"/>
              </a:spcAft>
              <a:buSzPts val="800"/>
              <a:buFont typeface="Arvo"/>
              <a:buNone/>
              <a:defRPr sz="800">
                <a:latin typeface="Arvo"/>
                <a:ea typeface="Arvo"/>
                <a:cs typeface="Arvo"/>
                <a:sym typeface="Arvo"/>
              </a:defRPr>
            </a:lvl4pPr>
            <a:lvl5pPr lvl="4" algn="ctr">
              <a:spcBef>
                <a:spcPts val="0"/>
              </a:spcBef>
              <a:spcAft>
                <a:spcPts val="0"/>
              </a:spcAft>
              <a:buSzPts val="800"/>
              <a:buFont typeface="Arvo"/>
              <a:buNone/>
              <a:defRPr sz="800">
                <a:latin typeface="Arvo"/>
                <a:ea typeface="Arvo"/>
                <a:cs typeface="Arvo"/>
                <a:sym typeface="Arvo"/>
              </a:defRPr>
            </a:lvl5pPr>
            <a:lvl6pPr lvl="5" algn="ctr">
              <a:spcBef>
                <a:spcPts val="0"/>
              </a:spcBef>
              <a:spcAft>
                <a:spcPts val="0"/>
              </a:spcAft>
              <a:buSzPts val="800"/>
              <a:buFont typeface="Arvo"/>
              <a:buNone/>
              <a:defRPr sz="800">
                <a:latin typeface="Arvo"/>
                <a:ea typeface="Arvo"/>
                <a:cs typeface="Arvo"/>
                <a:sym typeface="Arvo"/>
              </a:defRPr>
            </a:lvl6pPr>
            <a:lvl7pPr lvl="6" algn="ctr">
              <a:spcBef>
                <a:spcPts val="0"/>
              </a:spcBef>
              <a:spcAft>
                <a:spcPts val="0"/>
              </a:spcAft>
              <a:buSzPts val="800"/>
              <a:buFont typeface="Arvo"/>
              <a:buNone/>
              <a:defRPr sz="800">
                <a:latin typeface="Arvo"/>
                <a:ea typeface="Arvo"/>
                <a:cs typeface="Arvo"/>
                <a:sym typeface="Arvo"/>
              </a:defRPr>
            </a:lvl7pPr>
            <a:lvl8pPr lvl="7" algn="ctr">
              <a:spcBef>
                <a:spcPts val="0"/>
              </a:spcBef>
              <a:spcAft>
                <a:spcPts val="0"/>
              </a:spcAft>
              <a:buSzPts val="800"/>
              <a:buFont typeface="Arvo"/>
              <a:buNone/>
              <a:defRPr sz="800">
                <a:latin typeface="Arvo"/>
                <a:ea typeface="Arvo"/>
                <a:cs typeface="Arvo"/>
                <a:sym typeface="Arvo"/>
              </a:defRPr>
            </a:lvl8pPr>
            <a:lvl9pPr lvl="8" algn="ctr">
              <a:spcBef>
                <a:spcPts val="0"/>
              </a:spcBef>
              <a:spcAft>
                <a:spcPts val="0"/>
              </a:spcAft>
              <a:buSzPts val="800"/>
              <a:buFont typeface="Arvo"/>
              <a:buNone/>
              <a:defRPr sz="800">
                <a:latin typeface="Arvo"/>
                <a:ea typeface="Arvo"/>
                <a:cs typeface="Arvo"/>
                <a:sym typeface="Arvo"/>
              </a:defRPr>
            </a:lvl9pPr>
          </a:lstStyle>
          <a:p/>
        </p:txBody>
      </p:sp>
      <p:sp>
        <p:nvSpPr>
          <p:cNvPr id="8258" name="Google Shape;8258;p136"/>
          <p:cNvSpPr txBox="1"/>
          <p:nvPr>
            <p:ph idx="18" type="subTitle"/>
          </p:nvPr>
        </p:nvSpPr>
        <p:spPr>
          <a:xfrm>
            <a:off x="-1536150" y="1350975"/>
            <a:ext cx="821100" cy="736200"/>
          </a:xfrm>
          <a:prstGeom prst="rect">
            <a:avLst/>
          </a:prstGeom>
          <a:noFill/>
          <a:ln>
            <a:noFill/>
          </a:ln>
        </p:spPr>
        <p:txBody>
          <a:bodyPr anchorCtr="0" anchor="ctr" bIns="36000" lIns="36000" spcFirstLastPara="1" rIns="36000" wrap="square" tIns="36000">
            <a:noAutofit/>
          </a:bodyPr>
          <a:lstStyle>
            <a:lvl1pPr lvl="0" algn="ctr">
              <a:spcBef>
                <a:spcPts val="0"/>
              </a:spcBef>
              <a:spcAft>
                <a:spcPts val="0"/>
              </a:spcAft>
              <a:buSzPts val="800"/>
              <a:buFont typeface="Arvo"/>
              <a:buNone/>
              <a:defRPr sz="800">
                <a:latin typeface="Arvo"/>
                <a:ea typeface="Arvo"/>
                <a:cs typeface="Arvo"/>
                <a:sym typeface="Arvo"/>
              </a:defRPr>
            </a:lvl1pPr>
            <a:lvl2pPr lvl="1" algn="ctr">
              <a:spcBef>
                <a:spcPts val="200"/>
              </a:spcBef>
              <a:spcAft>
                <a:spcPts val="0"/>
              </a:spcAft>
              <a:buSzPts val="800"/>
              <a:buFont typeface="Arvo"/>
              <a:buNone/>
              <a:defRPr sz="800">
                <a:latin typeface="Arvo"/>
                <a:ea typeface="Arvo"/>
                <a:cs typeface="Arvo"/>
                <a:sym typeface="Arvo"/>
              </a:defRPr>
            </a:lvl2pPr>
            <a:lvl3pPr lvl="2" algn="ctr">
              <a:spcBef>
                <a:spcPts val="0"/>
              </a:spcBef>
              <a:spcAft>
                <a:spcPts val="0"/>
              </a:spcAft>
              <a:buSzPts val="800"/>
              <a:buFont typeface="Arvo"/>
              <a:buNone/>
              <a:defRPr sz="800">
                <a:latin typeface="Arvo"/>
                <a:ea typeface="Arvo"/>
                <a:cs typeface="Arvo"/>
                <a:sym typeface="Arvo"/>
              </a:defRPr>
            </a:lvl3pPr>
            <a:lvl4pPr lvl="3" algn="ctr">
              <a:spcBef>
                <a:spcPts val="0"/>
              </a:spcBef>
              <a:spcAft>
                <a:spcPts val="0"/>
              </a:spcAft>
              <a:buSzPts val="800"/>
              <a:buFont typeface="Arvo"/>
              <a:buNone/>
              <a:defRPr sz="800">
                <a:latin typeface="Arvo"/>
                <a:ea typeface="Arvo"/>
                <a:cs typeface="Arvo"/>
                <a:sym typeface="Arvo"/>
              </a:defRPr>
            </a:lvl4pPr>
            <a:lvl5pPr lvl="4" algn="ctr">
              <a:spcBef>
                <a:spcPts val="0"/>
              </a:spcBef>
              <a:spcAft>
                <a:spcPts val="0"/>
              </a:spcAft>
              <a:buSzPts val="800"/>
              <a:buFont typeface="Arvo"/>
              <a:buNone/>
              <a:defRPr sz="800">
                <a:latin typeface="Arvo"/>
                <a:ea typeface="Arvo"/>
                <a:cs typeface="Arvo"/>
                <a:sym typeface="Arvo"/>
              </a:defRPr>
            </a:lvl5pPr>
            <a:lvl6pPr lvl="5" algn="ctr">
              <a:spcBef>
                <a:spcPts val="0"/>
              </a:spcBef>
              <a:spcAft>
                <a:spcPts val="0"/>
              </a:spcAft>
              <a:buSzPts val="800"/>
              <a:buFont typeface="Arvo"/>
              <a:buNone/>
              <a:defRPr sz="800">
                <a:latin typeface="Arvo"/>
                <a:ea typeface="Arvo"/>
                <a:cs typeface="Arvo"/>
                <a:sym typeface="Arvo"/>
              </a:defRPr>
            </a:lvl6pPr>
            <a:lvl7pPr lvl="6" algn="ctr">
              <a:spcBef>
                <a:spcPts val="0"/>
              </a:spcBef>
              <a:spcAft>
                <a:spcPts val="0"/>
              </a:spcAft>
              <a:buSzPts val="800"/>
              <a:buFont typeface="Arvo"/>
              <a:buNone/>
              <a:defRPr sz="800">
                <a:latin typeface="Arvo"/>
                <a:ea typeface="Arvo"/>
                <a:cs typeface="Arvo"/>
                <a:sym typeface="Arvo"/>
              </a:defRPr>
            </a:lvl7pPr>
            <a:lvl8pPr lvl="7" algn="ctr">
              <a:spcBef>
                <a:spcPts val="0"/>
              </a:spcBef>
              <a:spcAft>
                <a:spcPts val="0"/>
              </a:spcAft>
              <a:buSzPts val="800"/>
              <a:buFont typeface="Arvo"/>
              <a:buNone/>
              <a:defRPr sz="800">
                <a:latin typeface="Arvo"/>
                <a:ea typeface="Arvo"/>
                <a:cs typeface="Arvo"/>
                <a:sym typeface="Arvo"/>
              </a:defRPr>
            </a:lvl8pPr>
            <a:lvl9pPr lvl="8" algn="ctr">
              <a:spcBef>
                <a:spcPts val="0"/>
              </a:spcBef>
              <a:spcAft>
                <a:spcPts val="0"/>
              </a:spcAft>
              <a:buSzPts val="800"/>
              <a:buFont typeface="Arvo"/>
              <a:buNone/>
              <a:defRPr sz="800">
                <a:latin typeface="Arvo"/>
                <a:ea typeface="Arvo"/>
                <a:cs typeface="Arvo"/>
                <a:sym typeface="Arvo"/>
              </a:defRPr>
            </a:lvl9pPr>
          </a:lstStyle>
          <a:p/>
        </p:txBody>
      </p:sp>
      <p:sp>
        <p:nvSpPr>
          <p:cNvPr id="8259" name="Google Shape;8259;p136"/>
          <p:cNvSpPr txBox="1"/>
          <p:nvPr>
            <p:ph idx="19" type="subTitle"/>
          </p:nvPr>
        </p:nvSpPr>
        <p:spPr>
          <a:xfrm>
            <a:off x="-3411750" y="2204525"/>
            <a:ext cx="821100" cy="736200"/>
          </a:xfrm>
          <a:prstGeom prst="rect">
            <a:avLst/>
          </a:prstGeom>
          <a:noFill/>
          <a:ln>
            <a:noFill/>
          </a:ln>
        </p:spPr>
        <p:txBody>
          <a:bodyPr anchorCtr="0" anchor="ctr" bIns="36000" lIns="36000" spcFirstLastPara="1" rIns="36000" wrap="square" tIns="36000">
            <a:noAutofit/>
          </a:bodyPr>
          <a:lstStyle>
            <a:lvl1pPr lvl="0" algn="ctr">
              <a:spcBef>
                <a:spcPts val="0"/>
              </a:spcBef>
              <a:spcAft>
                <a:spcPts val="0"/>
              </a:spcAft>
              <a:buSzPts val="800"/>
              <a:buFont typeface="Arvo"/>
              <a:buNone/>
              <a:defRPr sz="800">
                <a:latin typeface="Arvo"/>
                <a:ea typeface="Arvo"/>
                <a:cs typeface="Arvo"/>
                <a:sym typeface="Arvo"/>
              </a:defRPr>
            </a:lvl1pPr>
            <a:lvl2pPr lvl="1" algn="ctr">
              <a:spcBef>
                <a:spcPts val="200"/>
              </a:spcBef>
              <a:spcAft>
                <a:spcPts val="0"/>
              </a:spcAft>
              <a:buSzPts val="800"/>
              <a:buFont typeface="Arvo"/>
              <a:buNone/>
              <a:defRPr sz="800">
                <a:latin typeface="Arvo"/>
                <a:ea typeface="Arvo"/>
                <a:cs typeface="Arvo"/>
                <a:sym typeface="Arvo"/>
              </a:defRPr>
            </a:lvl2pPr>
            <a:lvl3pPr lvl="2" algn="ctr">
              <a:spcBef>
                <a:spcPts val="0"/>
              </a:spcBef>
              <a:spcAft>
                <a:spcPts val="0"/>
              </a:spcAft>
              <a:buSzPts val="800"/>
              <a:buFont typeface="Arvo"/>
              <a:buNone/>
              <a:defRPr sz="800">
                <a:latin typeface="Arvo"/>
                <a:ea typeface="Arvo"/>
                <a:cs typeface="Arvo"/>
                <a:sym typeface="Arvo"/>
              </a:defRPr>
            </a:lvl3pPr>
            <a:lvl4pPr lvl="3" algn="ctr">
              <a:spcBef>
                <a:spcPts val="0"/>
              </a:spcBef>
              <a:spcAft>
                <a:spcPts val="0"/>
              </a:spcAft>
              <a:buSzPts val="800"/>
              <a:buFont typeface="Arvo"/>
              <a:buNone/>
              <a:defRPr sz="800">
                <a:latin typeface="Arvo"/>
                <a:ea typeface="Arvo"/>
                <a:cs typeface="Arvo"/>
                <a:sym typeface="Arvo"/>
              </a:defRPr>
            </a:lvl4pPr>
            <a:lvl5pPr lvl="4" algn="ctr">
              <a:spcBef>
                <a:spcPts val="0"/>
              </a:spcBef>
              <a:spcAft>
                <a:spcPts val="0"/>
              </a:spcAft>
              <a:buSzPts val="800"/>
              <a:buFont typeface="Arvo"/>
              <a:buNone/>
              <a:defRPr sz="800">
                <a:latin typeface="Arvo"/>
                <a:ea typeface="Arvo"/>
                <a:cs typeface="Arvo"/>
                <a:sym typeface="Arvo"/>
              </a:defRPr>
            </a:lvl5pPr>
            <a:lvl6pPr lvl="5" algn="ctr">
              <a:spcBef>
                <a:spcPts val="0"/>
              </a:spcBef>
              <a:spcAft>
                <a:spcPts val="0"/>
              </a:spcAft>
              <a:buSzPts val="800"/>
              <a:buFont typeface="Arvo"/>
              <a:buNone/>
              <a:defRPr sz="800">
                <a:latin typeface="Arvo"/>
                <a:ea typeface="Arvo"/>
                <a:cs typeface="Arvo"/>
                <a:sym typeface="Arvo"/>
              </a:defRPr>
            </a:lvl6pPr>
            <a:lvl7pPr lvl="6" algn="ctr">
              <a:spcBef>
                <a:spcPts val="0"/>
              </a:spcBef>
              <a:spcAft>
                <a:spcPts val="0"/>
              </a:spcAft>
              <a:buSzPts val="800"/>
              <a:buFont typeface="Arvo"/>
              <a:buNone/>
              <a:defRPr sz="800">
                <a:latin typeface="Arvo"/>
                <a:ea typeface="Arvo"/>
                <a:cs typeface="Arvo"/>
                <a:sym typeface="Arvo"/>
              </a:defRPr>
            </a:lvl7pPr>
            <a:lvl8pPr lvl="7" algn="ctr">
              <a:spcBef>
                <a:spcPts val="0"/>
              </a:spcBef>
              <a:spcAft>
                <a:spcPts val="0"/>
              </a:spcAft>
              <a:buSzPts val="800"/>
              <a:buFont typeface="Arvo"/>
              <a:buNone/>
              <a:defRPr sz="800">
                <a:latin typeface="Arvo"/>
                <a:ea typeface="Arvo"/>
                <a:cs typeface="Arvo"/>
                <a:sym typeface="Arvo"/>
              </a:defRPr>
            </a:lvl8pPr>
            <a:lvl9pPr lvl="8" algn="ctr">
              <a:spcBef>
                <a:spcPts val="0"/>
              </a:spcBef>
              <a:spcAft>
                <a:spcPts val="0"/>
              </a:spcAft>
              <a:buSzPts val="800"/>
              <a:buFont typeface="Arvo"/>
              <a:buNone/>
              <a:defRPr sz="800">
                <a:latin typeface="Arvo"/>
                <a:ea typeface="Arvo"/>
                <a:cs typeface="Arvo"/>
                <a:sym typeface="Arvo"/>
              </a:defRPr>
            </a:lvl9pPr>
          </a:lstStyle>
          <a:p/>
        </p:txBody>
      </p:sp>
      <p:sp>
        <p:nvSpPr>
          <p:cNvPr id="8260" name="Google Shape;8260;p136"/>
          <p:cNvSpPr txBox="1"/>
          <p:nvPr>
            <p:ph idx="20" type="subTitle"/>
          </p:nvPr>
        </p:nvSpPr>
        <p:spPr>
          <a:xfrm>
            <a:off x="-2475750" y="2204525"/>
            <a:ext cx="821100" cy="736200"/>
          </a:xfrm>
          <a:prstGeom prst="rect">
            <a:avLst/>
          </a:prstGeom>
          <a:noFill/>
          <a:ln>
            <a:noFill/>
          </a:ln>
        </p:spPr>
        <p:txBody>
          <a:bodyPr anchorCtr="0" anchor="ctr" bIns="36000" lIns="36000" spcFirstLastPara="1" rIns="36000" wrap="square" tIns="36000">
            <a:noAutofit/>
          </a:bodyPr>
          <a:lstStyle>
            <a:lvl1pPr lvl="0" algn="ctr">
              <a:spcBef>
                <a:spcPts val="0"/>
              </a:spcBef>
              <a:spcAft>
                <a:spcPts val="0"/>
              </a:spcAft>
              <a:buSzPts val="800"/>
              <a:buFont typeface="Arvo"/>
              <a:buNone/>
              <a:defRPr sz="800">
                <a:latin typeface="Arvo"/>
                <a:ea typeface="Arvo"/>
                <a:cs typeface="Arvo"/>
                <a:sym typeface="Arvo"/>
              </a:defRPr>
            </a:lvl1pPr>
            <a:lvl2pPr lvl="1" algn="ctr">
              <a:spcBef>
                <a:spcPts val="200"/>
              </a:spcBef>
              <a:spcAft>
                <a:spcPts val="0"/>
              </a:spcAft>
              <a:buSzPts val="800"/>
              <a:buFont typeface="Arvo"/>
              <a:buNone/>
              <a:defRPr sz="800">
                <a:latin typeface="Arvo"/>
                <a:ea typeface="Arvo"/>
                <a:cs typeface="Arvo"/>
                <a:sym typeface="Arvo"/>
              </a:defRPr>
            </a:lvl2pPr>
            <a:lvl3pPr lvl="2" algn="ctr">
              <a:spcBef>
                <a:spcPts val="0"/>
              </a:spcBef>
              <a:spcAft>
                <a:spcPts val="0"/>
              </a:spcAft>
              <a:buSzPts val="800"/>
              <a:buFont typeface="Arvo"/>
              <a:buNone/>
              <a:defRPr sz="800">
                <a:latin typeface="Arvo"/>
                <a:ea typeface="Arvo"/>
                <a:cs typeface="Arvo"/>
                <a:sym typeface="Arvo"/>
              </a:defRPr>
            </a:lvl3pPr>
            <a:lvl4pPr lvl="3" algn="ctr">
              <a:spcBef>
                <a:spcPts val="0"/>
              </a:spcBef>
              <a:spcAft>
                <a:spcPts val="0"/>
              </a:spcAft>
              <a:buSzPts val="800"/>
              <a:buFont typeface="Arvo"/>
              <a:buNone/>
              <a:defRPr sz="800">
                <a:latin typeface="Arvo"/>
                <a:ea typeface="Arvo"/>
                <a:cs typeface="Arvo"/>
                <a:sym typeface="Arvo"/>
              </a:defRPr>
            </a:lvl4pPr>
            <a:lvl5pPr lvl="4" algn="ctr">
              <a:spcBef>
                <a:spcPts val="0"/>
              </a:spcBef>
              <a:spcAft>
                <a:spcPts val="0"/>
              </a:spcAft>
              <a:buSzPts val="800"/>
              <a:buFont typeface="Arvo"/>
              <a:buNone/>
              <a:defRPr sz="800">
                <a:latin typeface="Arvo"/>
                <a:ea typeface="Arvo"/>
                <a:cs typeface="Arvo"/>
                <a:sym typeface="Arvo"/>
              </a:defRPr>
            </a:lvl5pPr>
            <a:lvl6pPr lvl="5" algn="ctr">
              <a:spcBef>
                <a:spcPts val="0"/>
              </a:spcBef>
              <a:spcAft>
                <a:spcPts val="0"/>
              </a:spcAft>
              <a:buSzPts val="800"/>
              <a:buFont typeface="Arvo"/>
              <a:buNone/>
              <a:defRPr sz="800">
                <a:latin typeface="Arvo"/>
                <a:ea typeface="Arvo"/>
                <a:cs typeface="Arvo"/>
                <a:sym typeface="Arvo"/>
              </a:defRPr>
            </a:lvl6pPr>
            <a:lvl7pPr lvl="6" algn="ctr">
              <a:spcBef>
                <a:spcPts val="0"/>
              </a:spcBef>
              <a:spcAft>
                <a:spcPts val="0"/>
              </a:spcAft>
              <a:buSzPts val="800"/>
              <a:buFont typeface="Arvo"/>
              <a:buNone/>
              <a:defRPr sz="800">
                <a:latin typeface="Arvo"/>
                <a:ea typeface="Arvo"/>
                <a:cs typeface="Arvo"/>
                <a:sym typeface="Arvo"/>
              </a:defRPr>
            </a:lvl7pPr>
            <a:lvl8pPr lvl="7" algn="ctr">
              <a:spcBef>
                <a:spcPts val="0"/>
              </a:spcBef>
              <a:spcAft>
                <a:spcPts val="0"/>
              </a:spcAft>
              <a:buSzPts val="800"/>
              <a:buFont typeface="Arvo"/>
              <a:buNone/>
              <a:defRPr sz="800">
                <a:latin typeface="Arvo"/>
                <a:ea typeface="Arvo"/>
                <a:cs typeface="Arvo"/>
                <a:sym typeface="Arvo"/>
              </a:defRPr>
            </a:lvl8pPr>
            <a:lvl9pPr lvl="8" algn="ctr">
              <a:spcBef>
                <a:spcPts val="0"/>
              </a:spcBef>
              <a:spcAft>
                <a:spcPts val="0"/>
              </a:spcAft>
              <a:buSzPts val="800"/>
              <a:buFont typeface="Arvo"/>
              <a:buNone/>
              <a:defRPr sz="800">
                <a:latin typeface="Arvo"/>
                <a:ea typeface="Arvo"/>
                <a:cs typeface="Arvo"/>
                <a:sym typeface="Arvo"/>
              </a:defRPr>
            </a:lvl9pPr>
          </a:lstStyle>
          <a:p/>
        </p:txBody>
      </p:sp>
      <p:sp>
        <p:nvSpPr>
          <p:cNvPr id="8261" name="Google Shape;8261;p136"/>
          <p:cNvSpPr txBox="1"/>
          <p:nvPr>
            <p:ph idx="21" type="subTitle"/>
          </p:nvPr>
        </p:nvSpPr>
        <p:spPr>
          <a:xfrm>
            <a:off x="-1536150" y="2204375"/>
            <a:ext cx="821100" cy="736200"/>
          </a:xfrm>
          <a:prstGeom prst="rect">
            <a:avLst/>
          </a:prstGeom>
          <a:noFill/>
          <a:ln>
            <a:noFill/>
          </a:ln>
        </p:spPr>
        <p:txBody>
          <a:bodyPr anchorCtr="0" anchor="ctr" bIns="36000" lIns="36000" spcFirstLastPara="1" rIns="36000" wrap="square" tIns="36000">
            <a:noAutofit/>
          </a:bodyPr>
          <a:lstStyle>
            <a:lvl1pPr lvl="0" algn="ctr">
              <a:spcBef>
                <a:spcPts val="0"/>
              </a:spcBef>
              <a:spcAft>
                <a:spcPts val="0"/>
              </a:spcAft>
              <a:buSzPts val="800"/>
              <a:buFont typeface="Arvo"/>
              <a:buNone/>
              <a:defRPr sz="800">
                <a:latin typeface="Arvo"/>
                <a:ea typeface="Arvo"/>
                <a:cs typeface="Arvo"/>
                <a:sym typeface="Arvo"/>
              </a:defRPr>
            </a:lvl1pPr>
            <a:lvl2pPr lvl="1" algn="ctr">
              <a:spcBef>
                <a:spcPts val="200"/>
              </a:spcBef>
              <a:spcAft>
                <a:spcPts val="0"/>
              </a:spcAft>
              <a:buSzPts val="800"/>
              <a:buFont typeface="Arvo"/>
              <a:buNone/>
              <a:defRPr sz="800">
                <a:latin typeface="Arvo"/>
                <a:ea typeface="Arvo"/>
                <a:cs typeface="Arvo"/>
                <a:sym typeface="Arvo"/>
              </a:defRPr>
            </a:lvl2pPr>
            <a:lvl3pPr lvl="2" algn="ctr">
              <a:spcBef>
                <a:spcPts val="0"/>
              </a:spcBef>
              <a:spcAft>
                <a:spcPts val="0"/>
              </a:spcAft>
              <a:buSzPts val="800"/>
              <a:buFont typeface="Arvo"/>
              <a:buNone/>
              <a:defRPr sz="800">
                <a:latin typeface="Arvo"/>
                <a:ea typeface="Arvo"/>
                <a:cs typeface="Arvo"/>
                <a:sym typeface="Arvo"/>
              </a:defRPr>
            </a:lvl3pPr>
            <a:lvl4pPr lvl="3" algn="ctr">
              <a:spcBef>
                <a:spcPts val="0"/>
              </a:spcBef>
              <a:spcAft>
                <a:spcPts val="0"/>
              </a:spcAft>
              <a:buSzPts val="800"/>
              <a:buFont typeface="Arvo"/>
              <a:buNone/>
              <a:defRPr sz="800">
                <a:latin typeface="Arvo"/>
                <a:ea typeface="Arvo"/>
                <a:cs typeface="Arvo"/>
                <a:sym typeface="Arvo"/>
              </a:defRPr>
            </a:lvl4pPr>
            <a:lvl5pPr lvl="4" algn="ctr">
              <a:spcBef>
                <a:spcPts val="0"/>
              </a:spcBef>
              <a:spcAft>
                <a:spcPts val="0"/>
              </a:spcAft>
              <a:buSzPts val="800"/>
              <a:buFont typeface="Arvo"/>
              <a:buNone/>
              <a:defRPr sz="800">
                <a:latin typeface="Arvo"/>
                <a:ea typeface="Arvo"/>
                <a:cs typeface="Arvo"/>
                <a:sym typeface="Arvo"/>
              </a:defRPr>
            </a:lvl5pPr>
            <a:lvl6pPr lvl="5" algn="ctr">
              <a:spcBef>
                <a:spcPts val="0"/>
              </a:spcBef>
              <a:spcAft>
                <a:spcPts val="0"/>
              </a:spcAft>
              <a:buSzPts val="800"/>
              <a:buFont typeface="Arvo"/>
              <a:buNone/>
              <a:defRPr sz="800">
                <a:latin typeface="Arvo"/>
                <a:ea typeface="Arvo"/>
                <a:cs typeface="Arvo"/>
                <a:sym typeface="Arvo"/>
              </a:defRPr>
            </a:lvl6pPr>
            <a:lvl7pPr lvl="6" algn="ctr">
              <a:spcBef>
                <a:spcPts val="0"/>
              </a:spcBef>
              <a:spcAft>
                <a:spcPts val="0"/>
              </a:spcAft>
              <a:buSzPts val="800"/>
              <a:buFont typeface="Arvo"/>
              <a:buNone/>
              <a:defRPr sz="800">
                <a:latin typeface="Arvo"/>
                <a:ea typeface="Arvo"/>
                <a:cs typeface="Arvo"/>
                <a:sym typeface="Arvo"/>
              </a:defRPr>
            </a:lvl7pPr>
            <a:lvl8pPr lvl="7" algn="ctr">
              <a:spcBef>
                <a:spcPts val="0"/>
              </a:spcBef>
              <a:spcAft>
                <a:spcPts val="0"/>
              </a:spcAft>
              <a:buSzPts val="800"/>
              <a:buFont typeface="Arvo"/>
              <a:buNone/>
              <a:defRPr sz="800">
                <a:latin typeface="Arvo"/>
                <a:ea typeface="Arvo"/>
                <a:cs typeface="Arvo"/>
                <a:sym typeface="Arvo"/>
              </a:defRPr>
            </a:lvl8pPr>
            <a:lvl9pPr lvl="8" algn="ctr">
              <a:spcBef>
                <a:spcPts val="0"/>
              </a:spcBef>
              <a:spcAft>
                <a:spcPts val="0"/>
              </a:spcAft>
              <a:buSzPts val="800"/>
              <a:buFont typeface="Arvo"/>
              <a:buNone/>
              <a:defRPr sz="800">
                <a:latin typeface="Arvo"/>
                <a:ea typeface="Arvo"/>
                <a:cs typeface="Arvo"/>
                <a:sym typeface="Arvo"/>
              </a:defRPr>
            </a:lvl9pPr>
          </a:lstStyle>
          <a:p/>
        </p:txBody>
      </p:sp>
      <p:sp>
        <p:nvSpPr>
          <p:cNvPr id="8262" name="Google Shape;8262;p136"/>
          <p:cNvSpPr txBox="1"/>
          <p:nvPr>
            <p:ph idx="22" type="subTitle"/>
          </p:nvPr>
        </p:nvSpPr>
        <p:spPr>
          <a:xfrm>
            <a:off x="-3411750" y="3078975"/>
            <a:ext cx="821100" cy="736200"/>
          </a:xfrm>
          <a:prstGeom prst="rect">
            <a:avLst/>
          </a:prstGeom>
          <a:noFill/>
          <a:ln>
            <a:noFill/>
          </a:ln>
        </p:spPr>
        <p:txBody>
          <a:bodyPr anchorCtr="0" anchor="ctr" bIns="36000" lIns="36000" spcFirstLastPara="1" rIns="36000" wrap="square" tIns="36000">
            <a:noAutofit/>
          </a:bodyPr>
          <a:lstStyle>
            <a:lvl1pPr lvl="0" algn="ctr">
              <a:spcBef>
                <a:spcPts val="0"/>
              </a:spcBef>
              <a:spcAft>
                <a:spcPts val="0"/>
              </a:spcAft>
              <a:buSzPts val="800"/>
              <a:buFont typeface="Arvo"/>
              <a:buNone/>
              <a:defRPr sz="800">
                <a:latin typeface="Arvo"/>
                <a:ea typeface="Arvo"/>
                <a:cs typeface="Arvo"/>
                <a:sym typeface="Arvo"/>
              </a:defRPr>
            </a:lvl1pPr>
            <a:lvl2pPr lvl="1" algn="ctr">
              <a:spcBef>
                <a:spcPts val="200"/>
              </a:spcBef>
              <a:spcAft>
                <a:spcPts val="0"/>
              </a:spcAft>
              <a:buSzPts val="800"/>
              <a:buFont typeface="Arvo"/>
              <a:buNone/>
              <a:defRPr sz="800">
                <a:latin typeface="Arvo"/>
                <a:ea typeface="Arvo"/>
                <a:cs typeface="Arvo"/>
                <a:sym typeface="Arvo"/>
              </a:defRPr>
            </a:lvl2pPr>
            <a:lvl3pPr lvl="2" algn="ctr">
              <a:spcBef>
                <a:spcPts val="0"/>
              </a:spcBef>
              <a:spcAft>
                <a:spcPts val="0"/>
              </a:spcAft>
              <a:buSzPts val="800"/>
              <a:buFont typeface="Arvo"/>
              <a:buNone/>
              <a:defRPr sz="800">
                <a:latin typeface="Arvo"/>
                <a:ea typeface="Arvo"/>
                <a:cs typeface="Arvo"/>
                <a:sym typeface="Arvo"/>
              </a:defRPr>
            </a:lvl3pPr>
            <a:lvl4pPr lvl="3" algn="ctr">
              <a:spcBef>
                <a:spcPts val="0"/>
              </a:spcBef>
              <a:spcAft>
                <a:spcPts val="0"/>
              </a:spcAft>
              <a:buSzPts val="800"/>
              <a:buFont typeface="Arvo"/>
              <a:buNone/>
              <a:defRPr sz="800">
                <a:latin typeface="Arvo"/>
                <a:ea typeface="Arvo"/>
                <a:cs typeface="Arvo"/>
                <a:sym typeface="Arvo"/>
              </a:defRPr>
            </a:lvl4pPr>
            <a:lvl5pPr lvl="4" algn="ctr">
              <a:spcBef>
                <a:spcPts val="0"/>
              </a:spcBef>
              <a:spcAft>
                <a:spcPts val="0"/>
              </a:spcAft>
              <a:buSzPts val="800"/>
              <a:buFont typeface="Arvo"/>
              <a:buNone/>
              <a:defRPr sz="800">
                <a:latin typeface="Arvo"/>
                <a:ea typeface="Arvo"/>
                <a:cs typeface="Arvo"/>
                <a:sym typeface="Arvo"/>
              </a:defRPr>
            </a:lvl5pPr>
            <a:lvl6pPr lvl="5" algn="ctr">
              <a:spcBef>
                <a:spcPts val="0"/>
              </a:spcBef>
              <a:spcAft>
                <a:spcPts val="0"/>
              </a:spcAft>
              <a:buSzPts val="800"/>
              <a:buFont typeface="Arvo"/>
              <a:buNone/>
              <a:defRPr sz="800">
                <a:latin typeface="Arvo"/>
                <a:ea typeface="Arvo"/>
                <a:cs typeface="Arvo"/>
                <a:sym typeface="Arvo"/>
              </a:defRPr>
            </a:lvl6pPr>
            <a:lvl7pPr lvl="6" algn="ctr">
              <a:spcBef>
                <a:spcPts val="0"/>
              </a:spcBef>
              <a:spcAft>
                <a:spcPts val="0"/>
              </a:spcAft>
              <a:buSzPts val="800"/>
              <a:buFont typeface="Arvo"/>
              <a:buNone/>
              <a:defRPr sz="800">
                <a:latin typeface="Arvo"/>
                <a:ea typeface="Arvo"/>
                <a:cs typeface="Arvo"/>
                <a:sym typeface="Arvo"/>
              </a:defRPr>
            </a:lvl7pPr>
            <a:lvl8pPr lvl="7" algn="ctr">
              <a:spcBef>
                <a:spcPts val="0"/>
              </a:spcBef>
              <a:spcAft>
                <a:spcPts val="0"/>
              </a:spcAft>
              <a:buSzPts val="800"/>
              <a:buFont typeface="Arvo"/>
              <a:buNone/>
              <a:defRPr sz="800">
                <a:latin typeface="Arvo"/>
                <a:ea typeface="Arvo"/>
                <a:cs typeface="Arvo"/>
                <a:sym typeface="Arvo"/>
              </a:defRPr>
            </a:lvl8pPr>
            <a:lvl9pPr lvl="8" algn="ctr">
              <a:spcBef>
                <a:spcPts val="0"/>
              </a:spcBef>
              <a:spcAft>
                <a:spcPts val="0"/>
              </a:spcAft>
              <a:buSzPts val="800"/>
              <a:buFont typeface="Arvo"/>
              <a:buNone/>
              <a:defRPr sz="800">
                <a:latin typeface="Arvo"/>
                <a:ea typeface="Arvo"/>
                <a:cs typeface="Arvo"/>
                <a:sym typeface="Arvo"/>
              </a:defRPr>
            </a:lvl9pPr>
          </a:lstStyle>
          <a:p/>
        </p:txBody>
      </p:sp>
      <p:sp>
        <p:nvSpPr>
          <p:cNvPr id="8263" name="Google Shape;8263;p136"/>
          <p:cNvSpPr txBox="1"/>
          <p:nvPr>
            <p:ph idx="23" type="subTitle"/>
          </p:nvPr>
        </p:nvSpPr>
        <p:spPr>
          <a:xfrm>
            <a:off x="-2475750" y="3078975"/>
            <a:ext cx="821100" cy="736200"/>
          </a:xfrm>
          <a:prstGeom prst="rect">
            <a:avLst/>
          </a:prstGeom>
          <a:noFill/>
          <a:ln>
            <a:noFill/>
          </a:ln>
        </p:spPr>
        <p:txBody>
          <a:bodyPr anchorCtr="0" anchor="ctr" bIns="36000" lIns="36000" spcFirstLastPara="1" rIns="36000" wrap="square" tIns="36000">
            <a:noAutofit/>
          </a:bodyPr>
          <a:lstStyle>
            <a:lvl1pPr lvl="0" algn="ctr">
              <a:spcBef>
                <a:spcPts val="0"/>
              </a:spcBef>
              <a:spcAft>
                <a:spcPts val="0"/>
              </a:spcAft>
              <a:buSzPts val="800"/>
              <a:buFont typeface="Arvo"/>
              <a:buNone/>
              <a:defRPr sz="800">
                <a:latin typeface="Arvo"/>
                <a:ea typeface="Arvo"/>
                <a:cs typeface="Arvo"/>
                <a:sym typeface="Arvo"/>
              </a:defRPr>
            </a:lvl1pPr>
            <a:lvl2pPr lvl="1" algn="ctr">
              <a:spcBef>
                <a:spcPts val="200"/>
              </a:spcBef>
              <a:spcAft>
                <a:spcPts val="0"/>
              </a:spcAft>
              <a:buSzPts val="800"/>
              <a:buFont typeface="Arvo"/>
              <a:buNone/>
              <a:defRPr sz="800">
                <a:latin typeface="Arvo"/>
                <a:ea typeface="Arvo"/>
                <a:cs typeface="Arvo"/>
                <a:sym typeface="Arvo"/>
              </a:defRPr>
            </a:lvl2pPr>
            <a:lvl3pPr lvl="2" algn="ctr">
              <a:spcBef>
                <a:spcPts val="0"/>
              </a:spcBef>
              <a:spcAft>
                <a:spcPts val="0"/>
              </a:spcAft>
              <a:buSzPts val="800"/>
              <a:buFont typeface="Arvo"/>
              <a:buNone/>
              <a:defRPr sz="800">
                <a:latin typeface="Arvo"/>
                <a:ea typeface="Arvo"/>
                <a:cs typeface="Arvo"/>
                <a:sym typeface="Arvo"/>
              </a:defRPr>
            </a:lvl3pPr>
            <a:lvl4pPr lvl="3" algn="ctr">
              <a:spcBef>
                <a:spcPts val="0"/>
              </a:spcBef>
              <a:spcAft>
                <a:spcPts val="0"/>
              </a:spcAft>
              <a:buSzPts val="800"/>
              <a:buFont typeface="Arvo"/>
              <a:buNone/>
              <a:defRPr sz="800">
                <a:latin typeface="Arvo"/>
                <a:ea typeface="Arvo"/>
                <a:cs typeface="Arvo"/>
                <a:sym typeface="Arvo"/>
              </a:defRPr>
            </a:lvl4pPr>
            <a:lvl5pPr lvl="4" algn="ctr">
              <a:spcBef>
                <a:spcPts val="0"/>
              </a:spcBef>
              <a:spcAft>
                <a:spcPts val="0"/>
              </a:spcAft>
              <a:buSzPts val="800"/>
              <a:buFont typeface="Arvo"/>
              <a:buNone/>
              <a:defRPr sz="800">
                <a:latin typeface="Arvo"/>
                <a:ea typeface="Arvo"/>
                <a:cs typeface="Arvo"/>
                <a:sym typeface="Arvo"/>
              </a:defRPr>
            </a:lvl5pPr>
            <a:lvl6pPr lvl="5" algn="ctr">
              <a:spcBef>
                <a:spcPts val="0"/>
              </a:spcBef>
              <a:spcAft>
                <a:spcPts val="0"/>
              </a:spcAft>
              <a:buSzPts val="800"/>
              <a:buFont typeface="Arvo"/>
              <a:buNone/>
              <a:defRPr sz="800">
                <a:latin typeface="Arvo"/>
                <a:ea typeface="Arvo"/>
                <a:cs typeface="Arvo"/>
                <a:sym typeface="Arvo"/>
              </a:defRPr>
            </a:lvl6pPr>
            <a:lvl7pPr lvl="6" algn="ctr">
              <a:spcBef>
                <a:spcPts val="0"/>
              </a:spcBef>
              <a:spcAft>
                <a:spcPts val="0"/>
              </a:spcAft>
              <a:buSzPts val="800"/>
              <a:buFont typeface="Arvo"/>
              <a:buNone/>
              <a:defRPr sz="800">
                <a:latin typeface="Arvo"/>
                <a:ea typeface="Arvo"/>
                <a:cs typeface="Arvo"/>
                <a:sym typeface="Arvo"/>
              </a:defRPr>
            </a:lvl7pPr>
            <a:lvl8pPr lvl="7" algn="ctr">
              <a:spcBef>
                <a:spcPts val="0"/>
              </a:spcBef>
              <a:spcAft>
                <a:spcPts val="0"/>
              </a:spcAft>
              <a:buSzPts val="800"/>
              <a:buFont typeface="Arvo"/>
              <a:buNone/>
              <a:defRPr sz="800">
                <a:latin typeface="Arvo"/>
                <a:ea typeface="Arvo"/>
                <a:cs typeface="Arvo"/>
                <a:sym typeface="Arvo"/>
              </a:defRPr>
            </a:lvl8pPr>
            <a:lvl9pPr lvl="8" algn="ctr">
              <a:spcBef>
                <a:spcPts val="0"/>
              </a:spcBef>
              <a:spcAft>
                <a:spcPts val="0"/>
              </a:spcAft>
              <a:buSzPts val="800"/>
              <a:buFont typeface="Arvo"/>
              <a:buNone/>
              <a:defRPr sz="800">
                <a:latin typeface="Arvo"/>
                <a:ea typeface="Arvo"/>
                <a:cs typeface="Arvo"/>
                <a:sym typeface="Arvo"/>
              </a:defRPr>
            </a:lvl9pPr>
          </a:lstStyle>
          <a:p/>
        </p:txBody>
      </p:sp>
      <p:sp>
        <p:nvSpPr>
          <p:cNvPr id="8264" name="Google Shape;8264;p136"/>
          <p:cNvSpPr txBox="1"/>
          <p:nvPr>
            <p:ph idx="24" type="subTitle"/>
          </p:nvPr>
        </p:nvSpPr>
        <p:spPr>
          <a:xfrm>
            <a:off x="-1536150" y="3078975"/>
            <a:ext cx="821100" cy="736200"/>
          </a:xfrm>
          <a:prstGeom prst="rect">
            <a:avLst/>
          </a:prstGeom>
          <a:noFill/>
          <a:ln>
            <a:noFill/>
          </a:ln>
        </p:spPr>
        <p:txBody>
          <a:bodyPr anchorCtr="0" anchor="ctr" bIns="36000" lIns="36000" spcFirstLastPara="1" rIns="36000" wrap="square" tIns="36000">
            <a:noAutofit/>
          </a:bodyPr>
          <a:lstStyle>
            <a:lvl1pPr lvl="0" algn="ctr">
              <a:spcBef>
                <a:spcPts val="0"/>
              </a:spcBef>
              <a:spcAft>
                <a:spcPts val="0"/>
              </a:spcAft>
              <a:buSzPts val="800"/>
              <a:buFont typeface="Arvo"/>
              <a:buNone/>
              <a:defRPr sz="800">
                <a:latin typeface="Arvo"/>
                <a:ea typeface="Arvo"/>
                <a:cs typeface="Arvo"/>
                <a:sym typeface="Arvo"/>
              </a:defRPr>
            </a:lvl1pPr>
            <a:lvl2pPr lvl="1" algn="ctr">
              <a:spcBef>
                <a:spcPts val="200"/>
              </a:spcBef>
              <a:spcAft>
                <a:spcPts val="0"/>
              </a:spcAft>
              <a:buSzPts val="800"/>
              <a:buFont typeface="Arvo"/>
              <a:buNone/>
              <a:defRPr sz="800">
                <a:latin typeface="Arvo"/>
                <a:ea typeface="Arvo"/>
                <a:cs typeface="Arvo"/>
                <a:sym typeface="Arvo"/>
              </a:defRPr>
            </a:lvl2pPr>
            <a:lvl3pPr lvl="2" algn="ctr">
              <a:spcBef>
                <a:spcPts val="0"/>
              </a:spcBef>
              <a:spcAft>
                <a:spcPts val="0"/>
              </a:spcAft>
              <a:buSzPts val="800"/>
              <a:buFont typeface="Arvo"/>
              <a:buNone/>
              <a:defRPr sz="800">
                <a:latin typeface="Arvo"/>
                <a:ea typeface="Arvo"/>
                <a:cs typeface="Arvo"/>
                <a:sym typeface="Arvo"/>
              </a:defRPr>
            </a:lvl3pPr>
            <a:lvl4pPr lvl="3" algn="ctr">
              <a:spcBef>
                <a:spcPts val="0"/>
              </a:spcBef>
              <a:spcAft>
                <a:spcPts val="0"/>
              </a:spcAft>
              <a:buSzPts val="800"/>
              <a:buFont typeface="Arvo"/>
              <a:buNone/>
              <a:defRPr sz="800">
                <a:latin typeface="Arvo"/>
                <a:ea typeface="Arvo"/>
                <a:cs typeface="Arvo"/>
                <a:sym typeface="Arvo"/>
              </a:defRPr>
            </a:lvl4pPr>
            <a:lvl5pPr lvl="4" algn="ctr">
              <a:spcBef>
                <a:spcPts val="0"/>
              </a:spcBef>
              <a:spcAft>
                <a:spcPts val="0"/>
              </a:spcAft>
              <a:buSzPts val="800"/>
              <a:buFont typeface="Arvo"/>
              <a:buNone/>
              <a:defRPr sz="800">
                <a:latin typeface="Arvo"/>
                <a:ea typeface="Arvo"/>
                <a:cs typeface="Arvo"/>
                <a:sym typeface="Arvo"/>
              </a:defRPr>
            </a:lvl5pPr>
            <a:lvl6pPr lvl="5" algn="ctr">
              <a:spcBef>
                <a:spcPts val="0"/>
              </a:spcBef>
              <a:spcAft>
                <a:spcPts val="0"/>
              </a:spcAft>
              <a:buSzPts val="800"/>
              <a:buFont typeface="Arvo"/>
              <a:buNone/>
              <a:defRPr sz="800">
                <a:latin typeface="Arvo"/>
                <a:ea typeface="Arvo"/>
                <a:cs typeface="Arvo"/>
                <a:sym typeface="Arvo"/>
              </a:defRPr>
            </a:lvl6pPr>
            <a:lvl7pPr lvl="6" algn="ctr">
              <a:spcBef>
                <a:spcPts val="0"/>
              </a:spcBef>
              <a:spcAft>
                <a:spcPts val="0"/>
              </a:spcAft>
              <a:buSzPts val="800"/>
              <a:buFont typeface="Arvo"/>
              <a:buNone/>
              <a:defRPr sz="800">
                <a:latin typeface="Arvo"/>
                <a:ea typeface="Arvo"/>
                <a:cs typeface="Arvo"/>
                <a:sym typeface="Arvo"/>
              </a:defRPr>
            </a:lvl7pPr>
            <a:lvl8pPr lvl="7" algn="ctr">
              <a:spcBef>
                <a:spcPts val="0"/>
              </a:spcBef>
              <a:spcAft>
                <a:spcPts val="0"/>
              </a:spcAft>
              <a:buSzPts val="800"/>
              <a:buFont typeface="Arvo"/>
              <a:buNone/>
              <a:defRPr sz="800">
                <a:latin typeface="Arvo"/>
                <a:ea typeface="Arvo"/>
                <a:cs typeface="Arvo"/>
                <a:sym typeface="Arvo"/>
              </a:defRPr>
            </a:lvl8pPr>
            <a:lvl9pPr lvl="8" algn="ctr">
              <a:spcBef>
                <a:spcPts val="0"/>
              </a:spcBef>
              <a:spcAft>
                <a:spcPts val="0"/>
              </a:spcAft>
              <a:buSzPts val="800"/>
              <a:buFont typeface="Arvo"/>
              <a:buNone/>
              <a:defRPr sz="800">
                <a:latin typeface="Arvo"/>
                <a:ea typeface="Arvo"/>
                <a:cs typeface="Arvo"/>
                <a:sym typeface="Arvo"/>
              </a:defRPr>
            </a:lvl9pPr>
          </a:lstStyle>
          <a:p/>
        </p:txBody>
      </p:sp>
      <p:sp>
        <p:nvSpPr>
          <p:cNvPr id="8265" name="Google Shape;8265;p136"/>
          <p:cNvSpPr txBox="1"/>
          <p:nvPr>
            <p:ph idx="25" type="subTitle"/>
          </p:nvPr>
        </p:nvSpPr>
        <p:spPr>
          <a:xfrm>
            <a:off x="-3411750" y="3934675"/>
            <a:ext cx="819300" cy="736200"/>
          </a:xfrm>
          <a:prstGeom prst="rect">
            <a:avLst/>
          </a:prstGeom>
          <a:noFill/>
          <a:ln>
            <a:noFill/>
          </a:ln>
        </p:spPr>
        <p:txBody>
          <a:bodyPr anchorCtr="0" anchor="ctr" bIns="36000" lIns="36000" spcFirstLastPara="1" rIns="36000" wrap="square" tIns="36000">
            <a:noAutofit/>
          </a:bodyPr>
          <a:lstStyle>
            <a:lvl1pPr lvl="0" algn="ctr">
              <a:spcBef>
                <a:spcPts val="0"/>
              </a:spcBef>
              <a:spcAft>
                <a:spcPts val="0"/>
              </a:spcAft>
              <a:buSzPts val="800"/>
              <a:buFont typeface="Arvo"/>
              <a:buNone/>
              <a:defRPr sz="800">
                <a:latin typeface="Arvo"/>
                <a:ea typeface="Arvo"/>
                <a:cs typeface="Arvo"/>
                <a:sym typeface="Arvo"/>
              </a:defRPr>
            </a:lvl1pPr>
            <a:lvl2pPr lvl="1" algn="ctr">
              <a:spcBef>
                <a:spcPts val="200"/>
              </a:spcBef>
              <a:spcAft>
                <a:spcPts val="0"/>
              </a:spcAft>
              <a:buSzPts val="800"/>
              <a:buFont typeface="Arvo"/>
              <a:buNone/>
              <a:defRPr sz="800">
                <a:latin typeface="Arvo"/>
                <a:ea typeface="Arvo"/>
                <a:cs typeface="Arvo"/>
                <a:sym typeface="Arvo"/>
              </a:defRPr>
            </a:lvl2pPr>
            <a:lvl3pPr lvl="2" algn="ctr">
              <a:spcBef>
                <a:spcPts val="0"/>
              </a:spcBef>
              <a:spcAft>
                <a:spcPts val="0"/>
              </a:spcAft>
              <a:buSzPts val="800"/>
              <a:buFont typeface="Arvo"/>
              <a:buNone/>
              <a:defRPr sz="800">
                <a:latin typeface="Arvo"/>
                <a:ea typeface="Arvo"/>
                <a:cs typeface="Arvo"/>
                <a:sym typeface="Arvo"/>
              </a:defRPr>
            </a:lvl3pPr>
            <a:lvl4pPr lvl="3" algn="ctr">
              <a:spcBef>
                <a:spcPts val="0"/>
              </a:spcBef>
              <a:spcAft>
                <a:spcPts val="0"/>
              </a:spcAft>
              <a:buSzPts val="800"/>
              <a:buFont typeface="Arvo"/>
              <a:buNone/>
              <a:defRPr sz="800">
                <a:latin typeface="Arvo"/>
                <a:ea typeface="Arvo"/>
                <a:cs typeface="Arvo"/>
                <a:sym typeface="Arvo"/>
              </a:defRPr>
            </a:lvl4pPr>
            <a:lvl5pPr lvl="4" algn="ctr">
              <a:spcBef>
                <a:spcPts val="0"/>
              </a:spcBef>
              <a:spcAft>
                <a:spcPts val="0"/>
              </a:spcAft>
              <a:buSzPts val="800"/>
              <a:buFont typeface="Arvo"/>
              <a:buNone/>
              <a:defRPr sz="800">
                <a:latin typeface="Arvo"/>
                <a:ea typeface="Arvo"/>
                <a:cs typeface="Arvo"/>
                <a:sym typeface="Arvo"/>
              </a:defRPr>
            </a:lvl5pPr>
            <a:lvl6pPr lvl="5" algn="ctr">
              <a:spcBef>
                <a:spcPts val="0"/>
              </a:spcBef>
              <a:spcAft>
                <a:spcPts val="0"/>
              </a:spcAft>
              <a:buSzPts val="800"/>
              <a:buFont typeface="Arvo"/>
              <a:buNone/>
              <a:defRPr sz="800">
                <a:latin typeface="Arvo"/>
                <a:ea typeface="Arvo"/>
                <a:cs typeface="Arvo"/>
                <a:sym typeface="Arvo"/>
              </a:defRPr>
            </a:lvl6pPr>
            <a:lvl7pPr lvl="6" algn="ctr">
              <a:spcBef>
                <a:spcPts val="0"/>
              </a:spcBef>
              <a:spcAft>
                <a:spcPts val="0"/>
              </a:spcAft>
              <a:buSzPts val="800"/>
              <a:buFont typeface="Arvo"/>
              <a:buNone/>
              <a:defRPr sz="800">
                <a:latin typeface="Arvo"/>
                <a:ea typeface="Arvo"/>
                <a:cs typeface="Arvo"/>
                <a:sym typeface="Arvo"/>
              </a:defRPr>
            </a:lvl7pPr>
            <a:lvl8pPr lvl="7" algn="ctr">
              <a:spcBef>
                <a:spcPts val="0"/>
              </a:spcBef>
              <a:spcAft>
                <a:spcPts val="0"/>
              </a:spcAft>
              <a:buSzPts val="800"/>
              <a:buFont typeface="Arvo"/>
              <a:buNone/>
              <a:defRPr sz="800">
                <a:latin typeface="Arvo"/>
                <a:ea typeface="Arvo"/>
                <a:cs typeface="Arvo"/>
                <a:sym typeface="Arvo"/>
              </a:defRPr>
            </a:lvl8pPr>
            <a:lvl9pPr lvl="8" algn="ctr">
              <a:spcBef>
                <a:spcPts val="0"/>
              </a:spcBef>
              <a:spcAft>
                <a:spcPts val="0"/>
              </a:spcAft>
              <a:buSzPts val="800"/>
              <a:buFont typeface="Arvo"/>
              <a:buNone/>
              <a:defRPr sz="800">
                <a:latin typeface="Arvo"/>
                <a:ea typeface="Arvo"/>
                <a:cs typeface="Arvo"/>
                <a:sym typeface="Arvo"/>
              </a:defRPr>
            </a:lvl9pPr>
          </a:lstStyle>
          <a:p/>
        </p:txBody>
      </p:sp>
      <p:sp>
        <p:nvSpPr>
          <p:cNvPr id="8266" name="Google Shape;8266;p136"/>
          <p:cNvSpPr txBox="1"/>
          <p:nvPr>
            <p:ph idx="26" type="subTitle"/>
          </p:nvPr>
        </p:nvSpPr>
        <p:spPr>
          <a:xfrm>
            <a:off x="-2475750" y="3934675"/>
            <a:ext cx="819300" cy="736200"/>
          </a:xfrm>
          <a:prstGeom prst="rect">
            <a:avLst/>
          </a:prstGeom>
          <a:noFill/>
          <a:ln>
            <a:noFill/>
          </a:ln>
        </p:spPr>
        <p:txBody>
          <a:bodyPr anchorCtr="0" anchor="ctr" bIns="36000" lIns="36000" spcFirstLastPara="1" rIns="36000" wrap="square" tIns="36000">
            <a:noAutofit/>
          </a:bodyPr>
          <a:lstStyle>
            <a:lvl1pPr lvl="0" algn="ctr">
              <a:spcBef>
                <a:spcPts val="0"/>
              </a:spcBef>
              <a:spcAft>
                <a:spcPts val="0"/>
              </a:spcAft>
              <a:buSzPts val="800"/>
              <a:buFont typeface="Arvo"/>
              <a:buNone/>
              <a:defRPr sz="800">
                <a:latin typeface="Arvo"/>
                <a:ea typeface="Arvo"/>
                <a:cs typeface="Arvo"/>
                <a:sym typeface="Arvo"/>
              </a:defRPr>
            </a:lvl1pPr>
            <a:lvl2pPr lvl="1" algn="ctr">
              <a:spcBef>
                <a:spcPts val="200"/>
              </a:spcBef>
              <a:spcAft>
                <a:spcPts val="0"/>
              </a:spcAft>
              <a:buSzPts val="800"/>
              <a:buFont typeface="Arvo"/>
              <a:buNone/>
              <a:defRPr sz="800">
                <a:latin typeface="Arvo"/>
                <a:ea typeface="Arvo"/>
                <a:cs typeface="Arvo"/>
                <a:sym typeface="Arvo"/>
              </a:defRPr>
            </a:lvl2pPr>
            <a:lvl3pPr lvl="2" algn="ctr">
              <a:spcBef>
                <a:spcPts val="0"/>
              </a:spcBef>
              <a:spcAft>
                <a:spcPts val="0"/>
              </a:spcAft>
              <a:buSzPts val="800"/>
              <a:buFont typeface="Arvo"/>
              <a:buNone/>
              <a:defRPr sz="800">
                <a:latin typeface="Arvo"/>
                <a:ea typeface="Arvo"/>
                <a:cs typeface="Arvo"/>
                <a:sym typeface="Arvo"/>
              </a:defRPr>
            </a:lvl3pPr>
            <a:lvl4pPr lvl="3" algn="ctr">
              <a:spcBef>
                <a:spcPts val="0"/>
              </a:spcBef>
              <a:spcAft>
                <a:spcPts val="0"/>
              </a:spcAft>
              <a:buSzPts val="800"/>
              <a:buFont typeface="Arvo"/>
              <a:buNone/>
              <a:defRPr sz="800">
                <a:latin typeface="Arvo"/>
                <a:ea typeface="Arvo"/>
                <a:cs typeface="Arvo"/>
                <a:sym typeface="Arvo"/>
              </a:defRPr>
            </a:lvl4pPr>
            <a:lvl5pPr lvl="4" algn="ctr">
              <a:spcBef>
                <a:spcPts val="0"/>
              </a:spcBef>
              <a:spcAft>
                <a:spcPts val="0"/>
              </a:spcAft>
              <a:buSzPts val="800"/>
              <a:buFont typeface="Arvo"/>
              <a:buNone/>
              <a:defRPr sz="800">
                <a:latin typeface="Arvo"/>
                <a:ea typeface="Arvo"/>
                <a:cs typeface="Arvo"/>
                <a:sym typeface="Arvo"/>
              </a:defRPr>
            </a:lvl5pPr>
            <a:lvl6pPr lvl="5" algn="ctr">
              <a:spcBef>
                <a:spcPts val="0"/>
              </a:spcBef>
              <a:spcAft>
                <a:spcPts val="0"/>
              </a:spcAft>
              <a:buSzPts val="800"/>
              <a:buFont typeface="Arvo"/>
              <a:buNone/>
              <a:defRPr sz="800">
                <a:latin typeface="Arvo"/>
                <a:ea typeface="Arvo"/>
                <a:cs typeface="Arvo"/>
                <a:sym typeface="Arvo"/>
              </a:defRPr>
            </a:lvl6pPr>
            <a:lvl7pPr lvl="6" algn="ctr">
              <a:spcBef>
                <a:spcPts val="0"/>
              </a:spcBef>
              <a:spcAft>
                <a:spcPts val="0"/>
              </a:spcAft>
              <a:buSzPts val="800"/>
              <a:buFont typeface="Arvo"/>
              <a:buNone/>
              <a:defRPr sz="800">
                <a:latin typeface="Arvo"/>
                <a:ea typeface="Arvo"/>
                <a:cs typeface="Arvo"/>
                <a:sym typeface="Arvo"/>
              </a:defRPr>
            </a:lvl7pPr>
            <a:lvl8pPr lvl="7" algn="ctr">
              <a:spcBef>
                <a:spcPts val="0"/>
              </a:spcBef>
              <a:spcAft>
                <a:spcPts val="0"/>
              </a:spcAft>
              <a:buSzPts val="800"/>
              <a:buFont typeface="Arvo"/>
              <a:buNone/>
              <a:defRPr sz="800">
                <a:latin typeface="Arvo"/>
                <a:ea typeface="Arvo"/>
                <a:cs typeface="Arvo"/>
                <a:sym typeface="Arvo"/>
              </a:defRPr>
            </a:lvl8pPr>
            <a:lvl9pPr lvl="8" algn="ctr">
              <a:spcBef>
                <a:spcPts val="0"/>
              </a:spcBef>
              <a:spcAft>
                <a:spcPts val="0"/>
              </a:spcAft>
              <a:buSzPts val="800"/>
              <a:buFont typeface="Arvo"/>
              <a:buNone/>
              <a:defRPr sz="800">
                <a:latin typeface="Arvo"/>
                <a:ea typeface="Arvo"/>
                <a:cs typeface="Arvo"/>
                <a:sym typeface="Arvo"/>
              </a:defRPr>
            </a:lvl9pPr>
          </a:lstStyle>
          <a:p/>
        </p:txBody>
      </p:sp>
      <p:sp>
        <p:nvSpPr>
          <p:cNvPr id="8267" name="Google Shape;8267;p136"/>
          <p:cNvSpPr txBox="1"/>
          <p:nvPr>
            <p:ph idx="27" type="subTitle"/>
          </p:nvPr>
        </p:nvSpPr>
        <p:spPr>
          <a:xfrm>
            <a:off x="-1536150" y="3930975"/>
            <a:ext cx="821100" cy="736200"/>
          </a:xfrm>
          <a:prstGeom prst="rect">
            <a:avLst/>
          </a:prstGeom>
          <a:noFill/>
          <a:ln>
            <a:noFill/>
          </a:ln>
        </p:spPr>
        <p:txBody>
          <a:bodyPr anchorCtr="0" anchor="ctr" bIns="36000" lIns="36000" spcFirstLastPara="1" rIns="36000" wrap="square" tIns="36000">
            <a:noAutofit/>
          </a:bodyPr>
          <a:lstStyle>
            <a:lvl1pPr lvl="0" algn="ctr">
              <a:spcBef>
                <a:spcPts val="0"/>
              </a:spcBef>
              <a:spcAft>
                <a:spcPts val="0"/>
              </a:spcAft>
              <a:buSzPts val="800"/>
              <a:buFont typeface="Arvo"/>
              <a:buNone/>
              <a:defRPr sz="800">
                <a:latin typeface="Arvo"/>
                <a:ea typeface="Arvo"/>
                <a:cs typeface="Arvo"/>
                <a:sym typeface="Arvo"/>
              </a:defRPr>
            </a:lvl1pPr>
            <a:lvl2pPr lvl="1" algn="ctr">
              <a:spcBef>
                <a:spcPts val="200"/>
              </a:spcBef>
              <a:spcAft>
                <a:spcPts val="0"/>
              </a:spcAft>
              <a:buSzPts val="800"/>
              <a:buFont typeface="Arvo"/>
              <a:buNone/>
              <a:defRPr sz="800">
                <a:latin typeface="Arvo"/>
                <a:ea typeface="Arvo"/>
                <a:cs typeface="Arvo"/>
                <a:sym typeface="Arvo"/>
              </a:defRPr>
            </a:lvl2pPr>
            <a:lvl3pPr lvl="2" algn="ctr">
              <a:spcBef>
                <a:spcPts val="0"/>
              </a:spcBef>
              <a:spcAft>
                <a:spcPts val="0"/>
              </a:spcAft>
              <a:buSzPts val="800"/>
              <a:buFont typeface="Arvo"/>
              <a:buNone/>
              <a:defRPr sz="800">
                <a:latin typeface="Arvo"/>
                <a:ea typeface="Arvo"/>
                <a:cs typeface="Arvo"/>
                <a:sym typeface="Arvo"/>
              </a:defRPr>
            </a:lvl3pPr>
            <a:lvl4pPr lvl="3" algn="ctr">
              <a:spcBef>
                <a:spcPts val="0"/>
              </a:spcBef>
              <a:spcAft>
                <a:spcPts val="0"/>
              </a:spcAft>
              <a:buSzPts val="800"/>
              <a:buFont typeface="Arvo"/>
              <a:buNone/>
              <a:defRPr sz="800">
                <a:latin typeface="Arvo"/>
                <a:ea typeface="Arvo"/>
                <a:cs typeface="Arvo"/>
                <a:sym typeface="Arvo"/>
              </a:defRPr>
            </a:lvl4pPr>
            <a:lvl5pPr lvl="4" algn="ctr">
              <a:spcBef>
                <a:spcPts val="0"/>
              </a:spcBef>
              <a:spcAft>
                <a:spcPts val="0"/>
              </a:spcAft>
              <a:buSzPts val="800"/>
              <a:buFont typeface="Arvo"/>
              <a:buNone/>
              <a:defRPr sz="800">
                <a:latin typeface="Arvo"/>
                <a:ea typeface="Arvo"/>
                <a:cs typeface="Arvo"/>
                <a:sym typeface="Arvo"/>
              </a:defRPr>
            </a:lvl5pPr>
            <a:lvl6pPr lvl="5" algn="ctr">
              <a:spcBef>
                <a:spcPts val="0"/>
              </a:spcBef>
              <a:spcAft>
                <a:spcPts val="0"/>
              </a:spcAft>
              <a:buSzPts val="800"/>
              <a:buFont typeface="Arvo"/>
              <a:buNone/>
              <a:defRPr sz="800">
                <a:latin typeface="Arvo"/>
                <a:ea typeface="Arvo"/>
                <a:cs typeface="Arvo"/>
                <a:sym typeface="Arvo"/>
              </a:defRPr>
            </a:lvl6pPr>
            <a:lvl7pPr lvl="6" algn="ctr">
              <a:spcBef>
                <a:spcPts val="0"/>
              </a:spcBef>
              <a:spcAft>
                <a:spcPts val="0"/>
              </a:spcAft>
              <a:buSzPts val="800"/>
              <a:buFont typeface="Arvo"/>
              <a:buNone/>
              <a:defRPr sz="800">
                <a:latin typeface="Arvo"/>
                <a:ea typeface="Arvo"/>
                <a:cs typeface="Arvo"/>
                <a:sym typeface="Arvo"/>
              </a:defRPr>
            </a:lvl7pPr>
            <a:lvl8pPr lvl="7" algn="ctr">
              <a:spcBef>
                <a:spcPts val="0"/>
              </a:spcBef>
              <a:spcAft>
                <a:spcPts val="0"/>
              </a:spcAft>
              <a:buSzPts val="800"/>
              <a:buFont typeface="Arvo"/>
              <a:buNone/>
              <a:defRPr sz="800">
                <a:latin typeface="Arvo"/>
                <a:ea typeface="Arvo"/>
                <a:cs typeface="Arvo"/>
                <a:sym typeface="Arvo"/>
              </a:defRPr>
            </a:lvl8pPr>
            <a:lvl9pPr lvl="8" algn="ctr">
              <a:spcBef>
                <a:spcPts val="0"/>
              </a:spcBef>
              <a:spcAft>
                <a:spcPts val="0"/>
              </a:spcAft>
              <a:buSzPts val="800"/>
              <a:buFont typeface="Arvo"/>
              <a:buNone/>
              <a:defRPr sz="800">
                <a:latin typeface="Arvo"/>
                <a:ea typeface="Arvo"/>
                <a:cs typeface="Arvo"/>
                <a:sym typeface="Arvo"/>
              </a:defRPr>
            </a:lvl9pPr>
          </a:lstStyle>
          <a:p/>
        </p:txBody>
      </p:sp>
      <p:sp>
        <p:nvSpPr>
          <p:cNvPr id="8268" name="Google Shape;8268;p136"/>
          <p:cNvSpPr txBox="1"/>
          <p:nvPr>
            <p:ph idx="28" type="subTitle"/>
          </p:nvPr>
        </p:nvSpPr>
        <p:spPr>
          <a:xfrm>
            <a:off x="-3401850" y="4787200"/>
            <a:ext cx="819300" cy="736200"/>
          </a:xfrm>
          <a:prstGeom prst="rect">
            <a:avLst/>
          </a:prstGeom>
          <a:noFill/>
          <a:ln>
            <a:noFill/>
          </a:ln>
        </p:spPr>
        <p:txBody>
          <a:bodyPr anchorCtr="0" anchor="ctr" bIns="36000" lIns="36000" spcFirstLastPara="1" rIns="36000" wrap="square" tIns="36000">
            <a:noAutofit/>
          </a:bodyPr>
          <a:lstStyle>
            <a:lvl1pPr lvl="0" algn="ctr">
              <a:spcBef>
                <a:spcPts val="0"/>
              </a:spcBef>
              <a:spcAft>
                <a:spcPts val="0"/>
              </a:spcAft>
              <a:buSzPts val="800"/>
              <a:buFont typeface="Arvo"/>
              <a:buNone/>
              <a:defRPr sz="800">
                <a:latin typeface="Arvo"/>
                <a:ea typeface="Arvo"/>
                <a:cs typeface="Arvo"/>
                <a:sym typeface="Arvo"/>
              </a:defRPr>
            </a:lvl1pPr>
            <a:lvl2pPr lvl="1" algn="ctr">
              <a:spcBef>
                <a:spcPts val="200"/>
              </a:spcBef>
              <a:spcAft>
                <a:spcPts val="0"/>
              </a:spcAft>
              <a:buSzPts val="800"/>
              <a:buFont typeface="Arvo"/>
              <a:buNone/>
              <a:defRPr sz="800">
                <a:latin typeface="Arvo"/>
                <a:ea typeface="Arvo"/>
                <a:cs typeface="Arvo"/>
                <a:sym typeface="Arvo"/>
              </a:defRPr>
            </a:lvl2pPr>
            <a:lvl3pPr lvl="2" algn="ctr">
              <a:spcBef>
                <a:spcPts val="0"/>
              </a:spcBef>
              <a:spcAft>
                <a:spcPts val="0"/>
              </a:spcAft>
              <a:buSzPts val="800"/>
              <a:buFont typeface="Arvo"/>
              <a:buNone/>
              <a:defRPr sz="800">
                <a:latin typeface="Arvo"/>
                <a:ea typeface="Arvo"/>
                <a:cs typeface="Arvo"/>
                <a:sym typeface="Arvo"/>
              </a:defRPr>
            </a:lvl3pPr>
            <a:lvl4pPr lvl="3" algn="ctr">
              <a:spcBef>
                <a:spcPts val="0"/>
              </a:spcBef>
              <a:spcAft>
                <a:spcPts val="0"/>
              </a:spcAft>
              <a:buSzPts val="800"/>
              <a:buFont typeface="Arvo"/>
              <a:buNone/>
              <a:defRPr sz="800">
                <a:latin typeface="Arvo"/>
                <a:ea typeface="Arvo"/>
                <a:cs typeface="Arvo"/>
                <a:sym typeface="Arvo"/>
              </a:defRPr>
            </a:lvl4pPr>
            <a:lvl5pPr lvl="4" algn="ctr">
              <a:spcBef>
                <a:spcPts val="0"/>
              </a:spcBef>
              <a:spcAft>
                <a:spcPts val="0"/>
              </a:spcAft>
              <a:buSzPts val="800"/>
              <a:buFont typeface="Arvo"/>
              <a:buNone/>
              <a:defRPr sz="800">
                <a:latin typeface="Arvo"/>
                <a:ea typeface="Arvo"/>
                <a:cs typeface="Arvo"/>
                <a:sym typeface="Arvo"/>
              </a:defRPr>
            </a:lvl5pPr>
            <a:lvl6pPr lvl="5" algn="ctr">
              <a:spcBef>
                <a:spcPts val="0"/>
              </a:spcBef>
              <a:spcAft>
                <a:spcPts val="0"/>
              </a:spcAft>
              <a:buSzPts val="800"/>
              <a:buFont typeface="Arvo"/>
              <a:buNone/>
              <a:defRPr sz="800">
                <a:latin typeface="Arvo"/>
                <a:ea typeface="Arvo"/>
                <a:cs typeface="Arvo"/>
                <a:sym typeface="Arvo"/>
              </a:defRPr>
            </a:lvl6pPr>
            <a:lvl7pPr lvl="6" algn="ctr">
              <a:spcBef>
                <a:spcPts val="0"/>
              </a:spcBef>
              <a:spcAft>
                <a:spcPts val="0"/>
              </a:spcAft>
              <a:buSzPts val="800"/>
              <a:buFont typeface="Arvo"/>
              <a:buNone/>
              <a:defRPr sz="800">
                <a:latin typeface="Arvo"/>
                <a:ea typeface="Arvo"/>
                <a:cs typeface="Arvo"/>
                <a:sym typeface="Arvo"/>
              </a:defRPr>
            </a:lvl7pPr>
            <a:lvl8pPr lvl="7" algn="ctr">
              <a:spcBef>
                <a:spcPts val="0"/>
              </a:spcBef>
              <a:spcAft>
                <a:spcPts val="0"/>
              </a:spcAft>
              <a:buSzPts val="800"/>
              <a:buFont typeface="Arvo"/>
              <a:buNone/>
              <a:defRPr sz="800">
                <a:latin typeface="Arvo"/>
                <a:ea typeface="Arvo"/>
                <a:cs typeface="Arvo"/>
                <a:sym typeface="Arvo"/>
              </a:defRPr>
            </a:lvl8pPr>
            <a:lvl9pPr lvl="8" algn="ctr">
              <a:spcBef>
                <a:spcPts val="0"/>
              </a:spcBef>
              <a:spcAft>
                <a:spcPts val="0"/>
              </a:spcAft>
              <a:buSzPts val="800"/>
              <a:buFont typeface="Arvo"/>
              <a:buNone/>
              <a:defRPr sz="800">
                <a:latin typeface="Arvo"/>
                <a:ea typeface="Arvo"/>
                <a:cs typeface="Arvo"/>
                <a:sym typeface="Arvo"/>
              </a:defRPr>
            </a:lvl9pPr>
          </a:lstStyle>
          <a:p/>
        </p:txBody>
      </p:sp>
      <p:sp>
        <p:nvSpPr>
          <p:cNvPr id="8269" name="Google Shape;8269;p136"/>
          <p:cNvSpPr txBox="1"/>
          <p:nvPr>
            <p:ph idx="29" type="subTitle"/>
          </p:nvPr>
        </p:nvSpPr>
        <p:spPr>
          <a:xfrm>
            <a:off x="-2475750" y="4787200"/>
            <a:ext cx="829200" cy="736200"/>
          </a:xfrm>
          <a:prstGeom prst="rect">
            <a:avLst/>
          </a:prstGeom>
          <a:noFill/>
          <a:ln>
            <a:noFill/>
          </a:ln>
        </p:spPr>
        <p:txBody>
          <a:bodyPr anchorCtr="0" anchor="ctr" bIns="36000" lIns="36000" spcFirstLastPara="1" rIns="36000" wrap="square" tIns="36000">
            <a:noAutofit/>
          </a:bodyPr>
          <a:lstStyle>
            <a:lvl1pPr lvl="0" algn="ctr">
              <a:spcBef>
                <a:spcPts val="0"/>
              </a:spcBef>
              <a:spcAft>
                <a:spcPts val="0"/>
              </a:spcAft>
              <a:buSzPts val="800"/>
              <a:buFont typeface="Arvo"/>
              <a:buNone/>
              <a:defRPr sz="800">
                <a:latin typeface="Arvo"/>
                <a:ea typeface="Arvo"/>
                <a:cs typeface="Arvo"/>
                <a:sym typeface="Arvo"/>
              </a:defRPr>
            </a:lvl1pPr>
            <a:lvl2pPr lvl="1" algn="ctr">
              <a:spcBef>
                <a:spcPts val="200"/>
              </a:spcBef>
              <a:spcAft>
                <a:spcPts val="0"/>
              </a:spcAft>
              <a:buSzPts val="800"/>
              <a:buFont typeface="Arvo"/>
              <a:buNone/>
              <a:defRPr sz="800">
                <a:latin typeface="Arvo"/>
                <a:ea typeface="Arvo"/>
                <a:cs typeface="Arvo"/>
                <a:sym typeface="Arvo"/>
              </a:defRPr>
            </a:lvl2pPr>
            <a:lvl3pPr lvl="2" algn="ctr">
              <a:spcBef>
                <a:spcPts val="0"/>
              </a:spcBef>
              <a:spcAft>
                <a:spcPts val="0"/>
              </a:spcAft>
              <a:buSzPts val="800"/>
              <a:buFont typeface="Arvo"/>
              <a:buNone/>
              <a:defRPr sz="800">
                <a:latin typeface="Arvo"/>
                <a:ea typeface="Arvo"/>
                <a:cs typeface="Arvo"/>
                <a:sym typeface="Arvo"/>
              </a:defRPr>
            </a:lvl3pPr>
            <a:lvl4pPr lvl="3" algn="ctr">
              <a:spcBef>
                <a:spcPts val="0"/>
              </a:spcBef>
              <a:spcAft>
                <a:spcPts val="0"/>
              </a:spcAft>
              <a:buSzPts val="800"/>
              <a:buFont typeface="Arvo"/>
              <a:buNone/>
              <a:defRPr sz="800">
                <a:latin typeface="Arvo"/>
                <a:ea typeface="Arvo"/>
                <a:cs typeface="Arvo"/>
                <a:sym typeface="Arvo"/>
              </a:defRPr>
            </a:lvl4pPr>
            <a:lvl5pPr lvl="4" algn="ctr">
              <a:spcBef>
                <a:spcPts val="0"/>
              </a:spcBef>
              <a:spcAft>
                <a:spcPts val="0"/>
              </a:spcAft>
              <a:buSzPts val="800"/>
              <a:buFont typeface="Arvo"/>
              <a:buNone/>
              <a:defRPr sz="800">
                <a:latin typeface="Arvo"/>
                <a:ea typeface="Arvo"/>
                <a:cs typeface="Arvo"/>
                <a:sym typeface="Arvo"/>
              </a:defRPr>
            </a:lvl5pPr>
            <a:lvl6pPr lvl="5" algn="ctr">
              <a:spcBef>
                <a:spcPts val="0"/>
              </a:spcBef>
              <a:spcAft>
                <a:spcPts val="0"/>
              </a:spcAft>
              <a:buSzPts val="800"/>
              <a:buFont typeface="Arvo"/>
              <a:buNone/>
              <a:defRPr sz="800">
                <a:latin typeface="Arvo"/>
                <a:ea typeface="Arvo"/>
                <a:cs typeface="Arvo"/>
                <a:sym typeface="Arvo"/>
              </a:defRPr>
            </a:lvl6pPr>
            <a:lvl7pPr lvl="6" algn="ctr">
              <a:spcBef>
                <a:spcPts val="0"/>
              </a:spcBef>
              <a:spcAft>
                <a:spcPts val="0"/>
              </a:spcAft>
              <a:buSzPts val="800"/>
              <a:buFont typeface="Arvo"/>
              <a:buNone/>
              <a:defRPr sz="800">
                <a:latin typeface="Arvo"/>
                <a:ea typeface="Arvo"/>
                <a:cs typeface="Arvo"/>
                <a:sym typeface="Arvo"/>
              </a:defRPr>
            </a:lvl7pPr>
            <a:lvl8pPr lvl="7" algn="ctr">
              <a:spcBef>
                <a:spcPts val="0"/>
              </a:spcBef>
              <a:spcAft>
                <a:spcPts val="0"/>
              </a:spcAft>
              <a:buSzPts val="800"/>
              <a:buFont typeface="Arvo"/>
              <a:buNone/>
              <a:defRPr sz="800">
                <a:latin typeface="Arvo"/>
                <a:ea typeface="Arvo"/>
                <a:cs typeface="Arvo"/>
                <a:sym typeface="Arvo"/>
              </a:defRPr>
            </a:lvl8pPr>
            <a:lvl9pPr lvl="8" algn="ctr">
              <a:spcBef>
                <a:spcPts val="0"/>
              </a:spcBef>
              <a:spcAft>
                <a:spcPts val="0"/>
              </a:spcAft>
              <a:buSzPts val="800"/>
              <a:buFont typeface="Arvo"/>
              <a:buNone/>
              <a:defRPr sz="800">
                <a:latin typeface="Arvo"/>
                <a:ea typeface="Arvo"/>
                <a:cs typeface="Arvo"/>
                <a:sym typeface="Arvo"/>
              </a:defRPr>
            </a:lvl9pPr>
          </a:lstStyle>
          <a:p/>
        </p:txBody>
      </p:sp>
      <p:sp>
        <p:nvSpPr>
          <p:cNvPr id="8270" name="Google Shape;8270;p136"/>
          <p:cNvSpPr txBox="1"/>
          <p:nvPr>
            <p:ph idx="30" type="subTitle"/>
          </p:nvPr>
        </p:nvSpPr>
        <p:spPr>
          <a:xfrm>
            <a:off x="-1536150" y="4787200"/>
            <a:ext cx="819300" cy="736200"/>
          </a:xfrm>
          <a:prstGeom prst="rect">
            <a:avLst/>
          </a:prstGeom>
          <a:noFill/>
          <a:ln>
            <a:noFill/>
          </a:ln>
        </p:spPr>
        <p:txBody>
          <a:bodyPr anchorCtr="0" anchor="ctr" bIns="36000" lIns="36000" spcFirstLastPara="1" rIns="36000" wrap="square" tIns="36000">
            <a:noAutofit/>
          </a:bodyPr>
          <a:lstStyle>
            <a:lvl1pPr lvl="0" algn="ctr">
              <a:spcBef>
                <a:spcPts val="0"/>
              </a:spcBef>
              <a:spcAft>
                <a:spcPts val="0"/>
              </a:spcAft>
              <a:buSzPts val="800"/>
              <a:buFont typeface="Arvo"/>
              <a:buNone/>
              <a:defRPr sz="800">
                <a:latin typeface="Arvo"/>
                <a:ea typeface="Arvo"/>
                <a:cs typeface="Arvo"/>
                <a:sym typeface="Arvo"/>
              </a:defRPr>
            </a:lvl1pPr>
            <a:lvl2pPr lvl="1" algn="ctr">
              <a:spcBef>
                <a:spcPts val="200"/>
              </a:spcBef>
              <a:spcAft>
                <a:spcPts val="0"/>
              </a:spcAft>
              <a:buSzPts val="800"/>
              <a:buFont typeface="Arvo"/>
              <a:buNone/>
              <a:defRPr sz="800">
                <a:latin typeface="Arvo"/>
                <a:ea typeface="Arvo"/>
                <a:cs typeface="Arvo"/>
                <a:sym typeface="Arvo"/>
              </a:defRPr>
            </a:lvl2pPr>
            <a:lvl3pPr lvl="2" algn="ctr">
              <a:spcBef>
                <a:spcPts val="0"/>
              </a:spcBef>
              <a:spcAft>
                <a:spcPts val="0"/>
              </a:spcAft>
              <a:buSzPts val="800"/>
              <a:buFont typeface="Arvo"/>
              <a:buNone/>
              <a:defRPr sz="800">
                <a:latin typeface="Arvo"/>
                <a:ea typeface="Arvo"/>
                <a:cs typeface="Arvo"/>
                <a:sym typeface="Arvo"/>
              </a:defRPr>
            </a:lvl3pPr>
            <a:lvl4pPr lvl="3" algn="ctr">
              <a:spcBef>
                <a:spcPts val="0"/>
              </a:spcBef>
              <a:spcAft>
                <a:spcPts val="0"/>
              </a:spcAft>
              <a:buSzPts val="800"/>
              <a:buFont typeface="Arvo"/>
              <a:buNone/>
              <a:defRPr sz="800">
                <a:latin typeface="Arvo"/>
                <a:ea typeface="Arvo"/>
                <a:cs typeface="Arvo"/>
                <a:sym typeface="Arvo"/>
              </a:defRPr>
            </a:lvl4pPr>
            <a:lvl5pPr lvl="4" algn="ctr">
              <a:spcBef>
                <a:spcPts val="0"/>
              </a:spcBef>
              <a:spcAft>
                <a:spcPts val="0"/>
              </a:spcAft>
              <a:buSzPts val="800"/>
              <a:buFont typeface="Arvo"/>
              <a:buNone/>
              <a:defRPr sz="800">
                <a:latin typeface="Arvo"/>
                <a:ea typeface="Arvo"/>
                <a:cs typeface="Arvo"/>
                <a:sym typeface="Arvo"/>
              </a:defRPr>
            </a:lvl5pPr>
            <a:lvl6pPr lvl="5" algn="ctr">
              <a:spcBef>
                <a:spcPts val="0"/>
              </a:spcBef>
              <a:spcAft>
                <a:spcPts val="0"/>
              </a:spcAft>
              <a:buSzPts val="800"/>
              <a:buFont typeface="Arvo"/>
              <a:buNone/>
              <a:defRPr sz="800">
                <a:latin typeface="Arvo"/>
                <a:ea typeface="Arvo"/>
                <a:cs typeface="Arvo"/>
                <a:sym typeface="Arvo"/>
              </a:defRPr>
            </a:lvl6pPr>
            <a:lvl7pPr lvl="6" algn="ctr">
              <a:spcBef>
                <a:spcPts val="0"/>
              </a:spcBef>
              <a:spcAft>
                <a:spcPts val="0"/>
              </a:spcAft>
              <a:buSzPts val="800"/>
              <a:buFont typeface="Arvo"/>
              <a:buNone/>
              <a:defRPr sz="800">
                <a:latin typeface="Arvo"/>
                <a:ea typeface="Arvo"/>
                <a:cs typeface="Arvo"/>
                <a:sym typeface="Arvo"/>
              </a:defRPr>
            </a:lvl7pPr>
            <a:lvl8pPr lvl="7" algn="ctr">
              <a:spcBef>
                <a:spcPts val="0"/>
              </a:spcBef>
              <a:spcAft>
                <a:spcPts val="0"/>
              </a:spcAft>
              <a:buSzPts val="800"/>
              <a:buFont typeface="Arvo"/>
              <a:buNone/>
              <a:defRPr sz="800">
                <a:latin typeface="Arvo"/>
                <a:ea typeface="Arvo"/>
                <a:cs typeface="Arvo"/>
                <a:sym typeface="Arvo"/>
              </a:defRPr>
            </a:lvl8pPr>
            <a:lvl9pPr lvl="8" algn="ctr">
              <a:spcBef>
                <a:spcPts val="0"/>
              </a:spcBef>
              <a:spcAft>
                <a:spcPts val="0"/>
              </a:spcAft>
              <a:buSzPts val="800"/>
              <a:buFont typeface="Arvo"/>
              <a:buNone/>
              <a:defRPr sz="800">
                <a:latin typeface="Arvo"/>
                <a:ea typeface="Arvo"/>
                <a:cs typeface="Arvo"/>
                <a:sym typeface="Arvo"/>
              </a:defRPr>
            </a:lvl9pPr>
          </a:lstStyle>
          <a:p/>
        </p:txBody>
      </p:sp>
      <p:sp>
        <p:nvSpPr>
          <p:cNvPr id="8271" name="Google Shape;8271;p136"/>
          <p:cNvSpPr txBox="1"/>
          <p:nvPr>
            <p:ph idx="31" type="subTitle"/>
          </p:nvPr>
        </p:nvSpPr>
        <p:spPr>
          <a:xfrm>
            <a:off x="-3411750" y="5640725"/>
            <a:ext cx="829200" cy="736200"/>
          </a:xfrm>
          <a:prstGeom prst="rect">
            <a:avLst/>
          </a:prstGeom>
          <a:noFill/>
          <a:ln>
            <a:noFill/>
          </a:ln>
        </p:spPr>
        <p:txBody>
          <a:bodyPr anchorCtr="0" anchor="ctr" bIns="36000" lIns="36000" spcFirstLastPara="1" rIns="36000" wrap="square" tIns="36000">
            <a:noAutofit/>
          </a:bodyPr>
          <a:lstStyle>
            <a:lvl1pPr lvl="0" algn="ctr">
              <a:spcBef>
                <a:spcPts val="0"/>
              </a:spcBef>
              <a:spcAft>
                <a:spcPts val="0"/>
              </a:spcAft>
              <a:buSzPts val="800"/>
              <a:buFont typeface="Arvo"/>
              <a:buNone/>
              <a:defRPr sz="800">
                <a:latin typeface="Arvo"/>
                <a:ea typeface="Arvo"/>
                <a:cs typeface="Arvo"/>
                <a:sym typeface="Arvo"/>
              </a:defRPr>
            </a:lvl1pPr>
            <a:lvl2pPr lvl="1" algn="ctr">
              <a:spcBef>
                <a:spcPts val="200"/>
              </a:spcBef>
              <a:spcAft>
                <a:spcPts val="0"/>
              </a:spcAft>
              <a:buSzPts val="800"/>
              <a:buFont typeface="Arvo"/>
              <a:buNone/>
              <a:defRPr sz="800">
                <a:latin typeface="Arvo"/>
                <a:ea typeface="Arvo"/>
                <a:cs typeface="Arvo"/>
                <a:sym typeface="Arvo"/>
              </a:defRPr>
            </a:lvl2pPr>
            <a:lvl3pPr lvl="2" algn="ctr">
              <a:spcBef>
                <a:spcPts val="0"/>
              </a:spcBef>
              <a:spcAft>
                <a:spcPts val="0"/>
              </a:spcAft>
              <a:buSzPts val="800"/>
              <a:buFont typeface="Arvo"/>
              <a:buNone/>
              <a:defRPr sz="800">
                <a:latin typeface="Arvo"/>
                <a:ea typeface="Arvo"/>
                <a:cs typeface="Arvo"/>
                <a:sym typeface="Arvo"/>
              </a:defRPr>
            </a:lvl3pPr>
            <a:lvl4pPr lvl="3" algn="ctr">
              <a:spcBef>
                <a:spcPts val="0"/>
              </a:spcBef>
              <a:spcAft>
                <a:spcPts val="0"/>
              </a:spcAft>
              <a:buSzPts val="800"/>
              <a:buFont typeface="Arvo"/>
              <a:buNone/>
              <a:defRPr sz="800">
                <a:latin typeface="Arvo"/>
                <a:ea typeface="Arvo"/>
                <a:cs typeface="Arvo"/>
                <a:sym typeface="Arvo"/>
              </a:defRPr>
            </a:lvl4pPr>
            <a:lvl5pPr lvl="4" algn="ctr">
              <a:spcBef>
                <a:spcPts val="0"/>
              </a:spcBef>
              <a:spcAft>
                <a:spcPts val="0"/>
              </a:spcAft>
              <a:buSzPts val="800"/>
              <a:buFont typeface="Arvo"/>
              <a:buNone/>
              <a:defRPr sz="800">
                <a:latin typeface="Arvo"/>
                <a:ea typeface="Arvo"/>
                <a:cs typeface="Arvo"/>
                <a:sym typeface="Arvo"/>
              </a:defRPr>
            </a:lvl5pPr>
            <a:lvl6pPr lvl="5" algn="ctr">
              <a:spcBef>
                <a:spcPts val="0"/>
              </a:spcBef>
              <a:spcAft>
                <a:spcPts val="0"/>
              </a:spcAft>
              <a:buSzPts val="800"/>
              <a:buFont typeface="Arvo"/>
              <a:buNone/>
              <a:defRPr sz="800">
                <a:latin typeface="Arvo"/>
                <a:ea typeface="Arvo"/>
                <a:cs typeface="Arvo"/>
                <a:sym typeface="Arvo"/>
              </a:defRPr>
            </a:lvl6pPr>
            <a:lvl7pPr lvl="6" algn="ctr">
              <a:spcBef>
                <a:spcPts val="0"/>
              </a:spcBef>
              <a:spcAft>
                <a:spcPts val="0"/>
              </a:spcAft>
              <a:buSzPts val="800"/>
              <a:buFont typeface="Arvo"/>
              <a:buNone/>
              <a:defRPr sz="800">
                <a:latin typeface="Arvo"/>
                <a:ea typeface="Arvo"/>
                <a:cs typeface="Arvo"/>
                <a:sym typeface="Arvo"/>
              </a:defRPr>
            </a:lvl7pPr>
            <a:lvl8pPr lvl="7" algn="ctr">
              <a:spcBef>
                <a:spcPts val="0"/>
              </a:spcBef>
              <a:spcAft>
                <a:spcPts val="0"/>
              </a:spcAft>
              <a:buSzPts val="800"/>
              <a:buFont typeface="Arvo"/>
              <a:buNone/>
              <a:defRPr sz="800">
                <a:latin typeface="Arvo"/>
                <a:ea typeface="Arvo"/>
                <a:cs typeface="Arvo"/>
                <a:sym typeface="Arvo"/>
              </a:defRPr>
            </a:lvl8pPr>
            <a:lvl9pPr lvl="8" algn="ctr">
              <a:spcBef>
                <a:spcPts val="0"/>
              </a:spcBef>
              <a:spcAft>
                <a:spcPts val="0"/>
              </a:spcAft>
              <a:buSzPts val="800"/>
              <a:buFont typeface="Arvo"/>
              <a:buNone/>
              <a:defRPr sz="800">
                <a:latin typeface="Arvo"/>
                <a:ea typeface="Arvo"/>
                <a:cs typeface="Arvo"/>
                <a:sym typeface="Arvo"/>
              </a:defRPr>
            </a:lvl9pPr>
          </a:lstStyle>
          <a:p/>
        </p:txBody>
      </p:sp>
      <p:sp>
        <p:nvSpPr>
          <p:cNvPr id="8272" name="Google Shape;8272;p136"/>
          <p:cNvSpPr txBox="1"/>
          <p:nvPr>
            <p:ph idx="32" type="subTitle"/>
          </p:nvPr>
        </p:nvSpPr>
        <p:spPr>
          <a:xfrm>
            <a:off x="-2477575" y="5640725"/>
            <a:ext cx="819300" cy="736200"/>
          </a:xfrm>
          <a:prstGeom prst="rect">
            <a:avLst/>
          </a:prstGeom>
          <a:noFill/>
          <a:ln>
            <a:noFill/>
          </a:ln>
        </p:spPr>
        <p:txBody>
          <a:bodyPr anchorCtr="0" anchor="ctr" bIns="36000" lIns="36000" spcFirstLastPara="1" rIns="36000" wrap="square" tIns="36000">
            <a:noAutofit/>
          </a:bodyPr>
          <a:lstStyle>
            <a:lvl1pPr lvl="0" algn="ctr">
              <a:spcBef>
                <a:spcPts val="0"/>
              </a:spcBef>
              <a:spcAft>
                <a:spcPts val="0"/>
              </a:spcAft>
              <a:buSzPts val="800"/>
              <a:buFont typeface="Arvo"/>
              <a:buNone/>
              <a:defRPr sz="800">
                <a:latin typeface="Arvo"/>
                <a:ea typeface="Arvo"/>
                <a:cs typeface="Arvo"/>
                <a:sym typeface="Arvo"/>
              </a:defRPr>
            </a:lvl1pPr>
            <a:lvl2pPr lvl="1" algn="ctr">
              <a:spcBef>
                <a:spcPts val="200"/>
              </a:spcBef>
              <a:spcAft>
                <a:spcPts val="0"/>
              </a:spcAft>
              <a:buSzPts val="800"/>
              <a:buFont typeface="Arvo"/>
              <a:buNone/>
              <a:defRPr sz="800">
                <a:latin typeface="Arvo"/>
                <a:ea typeface="Arvo"/>
                <a:cs typeface="Arvo"/>
                <a:sym typeface="Arvo"/>
              </a:defRPr>
            </a:lvl2pPr>
            <a:lvl3pPr lvl="2" algn="ctr">
              <a:spcBef>
                <a:spcPts val="0"/>
              </a:spcBef>
              <a:spcAft>
                <a:spcPts val="0"/>
              </a:spcAft>
              <a:buSzPts val="800"/>
              <a:buFont typeface="Arvo"/>
              <a:buNone/>
              <a:defRPr sz="800">
                <a:latin typeface="Arvo"/>
                <a:ea typeface="Arvo"/>
                <a:cs typeface="Arvo"/>
                <a:sym typeface="Arvo"/>
              </a:defRPr>
            </a:lvl3pPr>
            <a:lvl4pPr lvl="3" algn="ctr">
              <a:spcBef>
                <a:spcPts val="0"/>
              </a:spcBef>
              <a:spcAft>
                <a:spcPts val="0"/>
              </a:spcAft>
              <a:buSzPts val="800"/>
              <a:buFont typeface="Arvo"/>
              <a:buNone/>
              <a:defRPr sz="800">
                <a:latin typeface="Arvo"/>
                <a:ea typeface="Arvo"/>
                <a:cs typeface="Arvo"/>
                <a:sym typeface="Arvo"/>
              </a:defRPr>
            </a:lvl4pPr>
            <a:lvl5pPr lvl="4" algn="ctr">
              <a:spcBef>
                <a:spcPts val="0"/>
              </a:spcBef>
              <a:spcAft>
                <a:spcPts val="0"/>
              </a:spcAft>
              <a:buSzPts val="800"/>
              <a:buFont typeface="Arvo"/>
              <a:buNone/>
              <a:defRPr sz="800">
                <a:latin typeface="Arvo"/>
                <a:ea typeface="Arvo"/>
                <a:cs typeface="Arvo"/>
                <a:sym typeface="Arvo"/>
              </a:defRPr>
            </a:lvl5pPr>
            <a:lvl6pPr lvl="5" algn="ctr">
              <a:spcBef>
                <a:spcPts val="0"/>
              </a:spcBef>
              <a:spcAft>
                <a:spcPts val="0"/>
              </a:spcAft>
              <a:buSzPts val="800"/>
              <a:buFont typeface="Arvo"/>
              <a:buNone/>
              <a:defRPr sz="800">
                <a:latin typeface="Arvo"/>
                <a:ea typeface="Arvo"/>
                <a:cs typeface="Arvo"/>
                <a:sym typeface="Arvo"/>
              </a:defRPr>
            </a:lvl6pPr>
            <a:lvl7pPr lvl="6" algn="ctr">
              <a:spcBef>
                <a:spcPts val="0"/>
              </a:spcBef>
              <a:spcAft>
                <a:spcPts val="0"/>
              </a:spcAft>
              <a:buSzPts val="800"/>
              <a:buFont typeface="Arvo"/>
              <a:buNone/>
              <a:defRPr sz="800">
                <a:latin typeface="Arvo"/>
                <a:ea typeface="Arvo"/>
                <a:cs typeface="Arvo"/>
                <a:sym typeface="Arvo"/>
              </a:defRPr>
            </a:lvl7pPr>
            <a:lvl8pPr lvl="7" algn="ctr">
              <a:spcBef>
                <a:spcPts val="0"/>
              </a:spcBef>
              <a:spcAft>
                <a:spcPts val="0"/>
              </a:spcAft>
              <a:buSzPts val="800"/>
              <a:buFont typeface="Arvo"/>
              <a:buNone/>
              <a:defRPr sz="800">
                <a:latin typeface="Arvo"/>
                <a:ea typeface="Arvo"/>
                <a:cs typeface="Arvo"/>
                <a:sym typeface="Arvo"/>
              </a:defRPr>
            </a:lvl8pPr>
            <a:lvl9pPr lvl="8" algn="ctr">
              <a:spcBef>
                <a:spcPts val="0"/>
              </a:spcBef>
              <a:spcAft>
                <a:spcPts val="0"/>
              </a:spcAft>
              <a:buSzPts val="800"/>
              <a:buFont typeface="Arvo"/>
              <a:buNone/>
              <a:defRPr sz="800">
                <a:latin typeface="Arvo"/>
                <a:ea typeface="Arvo"/>
                <a:cs typeface="Arvo"/>
                <a:sym typeface="Arvo"/>
              </a:defRPr>
            </a:lvl9pPr>
          </a:lstStyle>
          <a:p/>
        </p:txBody>
      </p:sp>
      <p:sp>
        <p:nvSpPr>
          <p:cNvPr id="8273" name="Google Shape;8273;p136"/>
          <p:cNvSpPr txBox="1"/>
          <p:nvPr>
            <p:ph idx="33" type="subTitle"/>
          </p:nvPr>
        </p:nvSpPr>
        <p:spPr>
          <a:xfrm>
            <a:off x="-1541575" y="5640600"/>
            <a:ext cx="829200" cy="736200"/>
          </a:xfrm>
          <a:prstGeom prst="rect">
            <a:avLst/>
          </a:prstGeom>
          <a:noFill/>
          <a:ln>
            <a:noFill/>
          </a:ln>
        </p:spPr>
        <p:txBody>
          <a:bodyPr anchorCtr="0" anchor="ctr" bIns="36000" lIns="36000" spcFirstLastPara="1" rIns="36000" wrap="square" tIns="36000">
            <a:noAutofit/>
          </a:bodyPr>
          <a:lstStyle>
            <a:lvl1pPr lvl="0" algn="ctr">
              <a:spcBef>
                <a:spcPts val="0"/>
              </a:spcBef>
              <a:spcAft>
                <a:spcPts val="0"/>
              </a:spcAft>
              <a:buSzPts val="800"/>
              <a:buFont typeface="Arvo"/>
              <a:buNone/>
              <a:defRPr sz="800">
                <a:latin typeface="Arvo"/>
                <a:ea typeface="Arvo"/>
                <a:cs typeface="Arvo"/>
                <a:sym typeface="Arvo"/>
              </a:defRPr>
            </a:lvl1pPr>
            <a:lvl2pPr lvl="1" algn="ctr">
              <a:spcBef>
                <a:spcPts val="200"/>
              </a:spcBef>
              <a:spcAft>
                <a:spcPts val="0"/>
              </a:spcAft>
              <a:buSzPts val="800"/>
              <a:buFont typeface="Arvo"/>
              <a:buNone/>
              <a:defRPr sz="800">
                <a:latin typeface="Arvo"/>
                <a:ea typeface="Arvo"/>
                <a:cs typeface="Arvo"/>
                <a:sym typeface="Arvo"/>
              </a:defRPr>
            </a:lvl2pPr>
            <a:lvl3pPr lvl="2" algn="ctr">
              <a:spcBef>
                <a:spcPts val="0"/>
              </a:spcBef>
              <a:spcAft>
                <a:spcPts val="0"/>
              </a:spcAft>
              <a:buSzPts val="800"/>
              <a:buFont typeface="Arvo"/>
              <a:buNone/>
              <a:defRPr sz="800">
                <a:latin typeface="Arvo"/>
                <a:ea typeface="Arvo"/>
                <a:cs typeface="Arvo"/>
                <a:sym typeface="Arvo"/>
              </a:defRPr>
            </a:lvl3pPr>
            <a:lvl4pPr lvl="3" algn="ctr">
              <a:spcBef>
                <a:spcPts val="0"/>
              </a:spcBef>
              <a:spcAft>
                <a:spcPts val="0"/>
              </a:spcAft>
              <a:buSzPts val="800"/>
              <a:buFont typeface="Arvo"/>
              <a:buNone/>
              <a:defRPr sz="800">
                <a:latin typeface="Arvo"/>
                <a:ea typeface="Arvo"/>
                <a:cs typeface="Arvo"/>
                <a:sym typeface="Arvo"/>
              </a:defRPr>
            </a:lvl4pPr>
            <a:lvl5pPr lvl="4" algn="ctr">
              <a:spcBef>
                <a:spcPts val="0"/>
              </a:spcBef>
              <a:spcAft>
                <a:spcPts val="0"/>
              </a:spcAft>
              <a:buSzPts val="800"/>
              <a:buFont typeface="Arvo"/>
              <a:buNone/>
              <a:defRPr sz="800">
                <a:latin typeface="Arvo"/>
                <a:ea typeface="Arvo"/>
                <a:cs typeface="Arvo"/>
                <a:sym typeface="Arvo"/>
              </a:defRPr>
            </a:lvl5pPr>
            <a:lvl6pPr lvl="5" algn="ctr">
              <a:spcBef>
                <a:spcPts val="0"/>
              </a:spcBef>
              <a:spcAft>
                <a:spcPts val="0"/>
              </a:spcAft>
              <a:buSzPts val="800"/>
              <a:buFont typeface="Arvo"/>
              <a:buNone/>
              <a:defRPr sz="800">
                <a:latin typeface="Arvo"/>
                <a:ea typeface="Arvo"/>
                <a:cs typeface="Arvo"/>
                <a:sym typeface="Arvo"/>
              </a:defRPr>
            </a:lvl6pPr>
            <a:lvl7pPr lvl="6" algn="ctr">
              <a:spcBef>
                <a:spcPts val="0"/>
              </a:spcBef>
              <a:spcAft>
                <a:spcPts val="0"/>
              </a:spcAft>
              <a:buSzPts val="800"/>
              <a:buFont typeface="Arvo"/>
              <a:buNone/>
              <a:defRPr sz="800">
                <a:latin typeface="Arvo"/>
                <a:ea typeface="Arvo"/>
                <a:cs typeface="Arvo"/>
                <a:sym typeface="Arvo"/>
              </a:defRPr>
            </a:lvl7pPr>
            <a:lvl8pPr lvl="7" algn="ctr">
              <a:spcBef>
                <a:spcPts val="0"/>
              </a:spcBef>
              <a:spcAft>
                <a:spcPts val="0"/>
              </a:spcAft>
              <a:buSzPts val="800"/>
              <a:buFont typeface="Arvo"/>
              <a:buNone/>
              <a:defRPr sz="800">
                <a:latin typeface="Arvo"/>
                <a:ea typeface="Arvo"/>
                <a:cs typeface="Arvo"/>
                <a:sym typeface="Arvo"/>
              </a:defRPr>
            </a:lvl8pPr>
            <a:lvl9pPr lvl="8" algn="ctr">
              <a:spcBef>
                <a:spcPts val="0"/>
              </a:spcBef>
              <a:spcAft>
                <a:spcPts val="0"/>
              </a:spcAft>
              <a:buSzPts val="800"/>
              <a:buFont typeface="Arvo"/>
              <a:buNone/>
              <a:defRPr sz="800">
                <a:latin typeface="Arvo"/>
                <a:ea typeface="Arvo"/>
                <a:cs typeface="Arvo"/>
                <a:sym typeface="Arvo"/>
              </a:defRPr>
            </a:lvl9pPr>
          </a:lstStyle>
          <a:p/>
        </p:txBody>
      </p:sp>
      <p:sp>
        <p:nvSpPr>
          <p:cNvPr id="8274" name="Google Shape;8274;p136"/>
          <p:cNvSpPr txBox="1"/>
          <p:nvPr>
            <p:ph idx="34" type="subTitle"/>
          </p:nvPr>
        </p:nvSpPr>
        <p:spPr>
          <a:xfrm>
            <a:off x="5337575" y="4331637"/>
            <a:ext cx="4319400" cy="390000"/>
          </a:xfrm>
          <a:prstGeom prst="rect">
            <a:avLst/>
          </a:prstGeom>
          <a:noFill/>
          <a:ln>
            <a:noFill/>
          </a:ln>
        </p:spPr>
        <p:txBody>
          <a:bodyPr anchorCtr="0" anchor="ctr" bIns="18000" lIns="18000" spcFirstLastPara="1" rIns="18000" wrap="square" tIns="18000">
            <a:noAutofit/>
          </a:bodyPr>
          <a:lstStyle>
            <a:lvl1pPr lvl="0" algn="ctr">
              <a:spcBef>
                <a:spcPts val="0"/>
              </a:spcBef>
              <a:spcAft>
                <a:spcPts val="0"/>
              </a:spcAft>
              <a:buSzPts val="900"/>
              <a:buFont typeface="Arvo"/>
              <a:buNone/>
              <a:defRPr sz="900">
                <a:latin typeface="Arvo"/>
                <a:ea typeface="Arvo"/>
                <a:cs typeface="Arvo"/>
                <a:sym typeface="Arvo"/>
              </a:defRPr>
            </a:lvl1pPr>
            <a:lvl2pPr lvl="1" algn="ctr">
              <a:spcBef>
                <a:spcPts val="200"/>
              </a:spcBef>
              <a:spcAft>
                <a:spcPts val="0"/>
              </a:spcAft>
              <a:buSzPts val="1400"/>
              <a:buNone/>
              <a:defRPr/>
            </a:lvl2pPr>
            <a:lvl3pPr lvl="2" algn="ctr">
              <a:spcBef>
                <a:spcPts val="0"/>
              </a:spcBef>
              <a:spcAft>
                <a:spcPts val="0"/>
              </a:spcAft>
              <a:buSzPts val="1400"/>
              <a:buNone/>
              <a:defRPr/>
            </a:lvl3pPr>
            <a:lvl4pPr lvl="3" algn="ctr">
              <a:spcBef>
                <a:spcPts val="0"/>
              </a:spcBef>
              <a:spcAft>
                <a:spcPts val="0"/>
              </a:spcAft>
              <a:buSzPts val="1400"/>
              <a:buNone/>
              <a:defRPr/>
            </a:lvl4pPr>
            <a:lvl5pPr lvl="4" algn="ctr">
              <a:spcBef>
                <a:spcPts val="0"/>
              </a:spcBef>
              <a:spcAft>
                <a:spcPts val="0"/>
              </a:spcAft>
              <a:buSzPts val="1400"/>
              <a:buNone/>
              <a:defRPr/>
            </a:lvl5pPr>
            <a:lvl6pPr lvl="5" algn="ctr">
              <a:spcBef>
                <a:spcPts val="0"/>
              </a:spcBef>
              <a:spcAft>
                <a:spcPts val="0"/>
              </a:spcAft>
              <a:buSzPts val="1400"/>
              <a:buNone/>
              <a:defRPr/>
            </a:lvl6pPr>
            <a:lvl7pPr lvl="6" algn="ctr">
              <a:spcBef>
                <a:spcPts val="0"/>
              </a:spcBef>
              <a:spcAft>
                <a:spcPts val="0"/>
              </a:spcAft>
              <a:buSzPts val="1400"/>
              <a:buNone/>
              <a:defRPr/>
            </a:lvl7pPr>
            <a:lvl8pPr lvl="7" algn="ctr">
              <a:spcBef>
                <a:spcPts val="0"/>
              </a:spcBef>
              <a:spcAft>
                <a:spcPts val="0"/>
              </a:spcAft>
              <a:buSzPts val="1400"/>
              <a:buNone/>
              <a:defRPr/>
            </a:lvl8pPr>
            <a:lvl9pPr lvl="8" algn="ctr">
              <a:spcBef>
                <a:spcPts val="0"/>
              </a:spcBef>
              <a:spcAft>
                <a:spcPts val="0"/>
              </a:spcAft>
              <a:buSzPts val="1400"/>
              <a:buNone/>
              <a:defRPr/>
            </a:lvl9pPr>
          </a:lstStyle>
          <a:p/>
        </p:txBody>
      </p:sp>
      <p:sp>
        <p:nvSpPr>
          <p:cNvPr id="8275" name="Google Shape;8275;p136"/>
          <p:cNvSpPr txBox="1"/>
          <p:nvPr>
            <p:ph idx="35" type="subTitle"/>
          </p:nvPr>
        </p:nvSpPr>
        <p:spPr>
          <a:xfrm>
            <a:off x="5337575" y="5888594"/>
            <a:ext cx="4319400" cy="390000"/>
          </a:xfrm>
          <a:prstGeom prst="rect">
            <a:avLst/>
          </a:prstGeom>
          <a:noFill/>
          <a:ln>
            <a:noFill/>
          </a:ln>
        </p:spPr>
        <p:txBody>
          <a:bodyPr anchorCtr="0" anchor="ctr" bIns="18000" lIns="18000" spcFirstLastPara="1" rIns="18000" wrap="square" tIns="18000">
            <a:noAutofit/>
          </a:bodyPr>
          <a:lstStyle>
            <a:lvl1pPr lvl="0" algn="ctr">
              <a:spcBef>
                <a:spcPts val="0"/>
              </a:spcBef>
              <a:spcAft>
                <a:spcPts val="0"/>
              </a:spcAft>
              <a:buSzPts val="900"/>
              <a:buFont typeface="Arvo"/>
              <a:buNone/>
              <a:defRPr sz="900">
                <a:latin typeface="Arvo"/>
                <a:ea typeface="Arvo"/>
                <a:cs typeface="Arvo"/>
                <a:sym typeface="Arvo"/>
              </a:defRPr>
            </a:lvl1pPr>
            <a:lvl2pPr lvl="1" algn="ctr">
              <a:spcBef>
                <a:spcPts val="200"/>
              </a:spcBef>
              <a:spcAft>
                <a:spcPts val="0"/>
              </a:spcAft>
              <a:buSzPts val="1400"/>
              <a:buFont typeface="Arvo"/>
              <a:buNone/>
              <a:defRPr>
                <a:latin typeface="Arvo"/>
                <a:ea typeface="Arvo"/>
                <a:cs typeface="Arvo"/>
                <a:sym typeface="Arvo"/>
              </a:defRPr>
            </a:lvl2pPr>
            <a:lvl3pPr lvl="2" algn="ctr">
              <a:spcBef>
                <a:spcPts val="0"/>
              </a:spcBef>
              <a:spcAft>
                <a:spcPts val="0"/>
              </a:spcAft>
              <a:buSzPts val="1400"/>
              <a:buFont typeface="Arvo"/>
              <a:buNone/>
              <a:defRPr>
                <a:latin typeface="Arvo"/>
                <a:ea typeface="Arvo"/>
                <a:cs typeface="Arvo"/>
                <a:sym typeface="Arvo"/>
              </a:defRPr>
            </a:lvl3pPr>
            <a:lvl4pPr lvl="3" algn="ctr">
              <a:spcBef>
                <a:spcPts val="0"/>
              </a:spcBef>
              <a:spcAft>
                <a:spcPts val="0"/>
              </a:spcAft>
              <a:buSzPts val="1400"/>
              <a:buFont typeface="Arvo"/>
              <a:buNone/>
              <a:defRPr>
                <a:latin typeface="Arvo"/>
                <a:ea typeface="Arvo"/>
                <a:cs typeface="Arvo"/>
                <a:sym typeface="Arvo"/>
              </a:defRPr>
            </a:lvl4pPr>
            <a:lvl5pPr lvl="4" algn="ctr">
              <a:spcBef>
                <a:spcPts val="0"/>
              </a:spcBef>
              <a:spcAft>
                <a:spcPts val="0"/>
              </a:spcAft>
              <a:buSzPts val="1400"/>
              <a:buFont typeface="Arvo"/>
              <a:buNone/>
              <a:defRPr>
                <a:latin typeface="Arvo"/>
                <a:ea typeface="Arvo"/>
                <a:cs typeface="Arvo"/>
                <a:sym typeface="Arvo"/>
              </a:defRPr>
            </a:lvl5pPr>
            <a:lvl6pPr lvl="5" algn="ctr">
              <a:spcBef>
                <a:spcPts val="0"/>
              </a:spcBef>
              <a:spcAft>
                <a:spcPts val="0"/>
              </a:spcAft>
              <a:buSzPts val="1400"/>
              <a:buFont typeface="Arvo"/>
              <a:buNone/>
              <a:defRPr>
                <a:latin typeface="Arvo"/>
                <a:ea typeface="Arvo"/>
                <a:cs typeface="Arvo"/>
                <a:sym typeface="Arvo"/>
              </a:defRPr>
            </a:lvl6pPr>
            <a:lvl7pPr lvl="6" algn="ctr">
              <a:spcBef>
                <a:spcPts val="0"/>
              </a:spcBef>
              <a:spcAft>
                <a:spcPts val="0"/>
              </a:spcAft>
              <a:buSzPts val="1400"/>
              <a:buFont typeface="Arvo"/>
              <a:buNone/>
              <a:defRPr>
                <a:latin typeface="Arvo"/>
                <a:ea typeface="Arvo"/>
                <a:cs typeface="Arvo"/>
                <a:sym typeface="Arvo"/>
              </a:defRPr>
            </a:lvl7pPr>
            <a:lvl8pPr lvl="7" algn="ctr">
              <a:spcBef>
                <a:spcPts val="0"/>
              </a:spcBef>
              <a:spcAft>
                <a:spcPts val="0"/>
              </a:spcAft>
              <a:buSzPts val="1400"/>
              <a:buFont typeface="Arvo"/>
              <a:buNone/>
              <a:defRPr>
                <a:latin typeface="Arvo"/>
                <a:ea typeface="Arvo"/>
                <a:cs typeface="Arvo"/>
                <a:sym typeface="Arvo"/>
              </a:defRPr>
            </a:lvl8pPr>
            <a:lvl9pPr lvl="8" algn="ctr">
              <a:spcBef>
                <a:spcPts val="0"/>
              </a:spcBef>
              <a:spcAft>
                <a:spcPts val="0"/>
              </a:spcAft>
              <a:buSzPts val="1400"/>
              <a:buFont typeface="Arvo"/>
              <a:buNone/>
              <a:defRPr>
                <a:latin typeface="Arvo"/>
                <a:ea typeface="Arvo"/>
                <a:cs typeface="Arvo"/>
                <a:sym typeface="Arvo"/>
              </a:defRPr>
            </a:lvl9pPr>
          </a:lstStyle>
          <a:p/>
        </p:txBody>
      </p:sp>
      <p:sp>
        <p:nvSpPr>
          <p:cNvPr id="8276" name="Google Shape;8276;p136"/>
          <p:cNvSpPr txBox="1"/>
          <p:nvPr>
            <p:ph idx="36" type="subTitle"/>
          </p:nvPr>
        </p:nvSpPr>
        <p:spPr>
          <a:xfrm>
            <a:off x="5337575" y="2820825"/>
            <a:ext cx="4319400" cy="390000"/>
          </a:xfrm>
          <a:prstGeom prst="rect">
            <a:avLst/>
          </a:prstGeom>
          <a:noFill/>
          <a:ln>
            <a:noFill/>
          </a:ln>
        </p:spPr>
        <p:txBody>
          <a:bodyPr anchorCtr="0" anchor="ctr" bIns="18000" lIns="18000" spcFirstLastPara="1" rIns="18000" wrap="square" tIns="18000">
            <a:noAutofit/>
          </a:bodyPr>
          <a:lstStyle>
            <a:lvl1pPr lvl="0" algn="ctr">
              <a:spcBef>
                <a:spcPts val="0"/>
              </a:spcBef>
              <a:spcAft>
                <a:spcPts val="0"/>
              </a:spcAft>
              <a:buSzPts val="900"/>
              <a:buFont typeface="Arvo"/>
              <a:buNone/>
              <a:defRPr sz="900">
                <a:latin typeface="Arvo"/>
                <a:ea typeface="Arvo"/>
                <a:cs typeface="Arvo"/>
                <a:sym typeface="Arvo"/>
              </a:defRPr>
            </a:lvl1pPr>
            <a:lvl2pPr lvl="1" algn="ctr">
              <a:spcBef>
                <a:spcPts val="200"/>
              </a:spcBef>
              <a:spcAft>
                <a:spcPts val="0"/>
              </a:spcAft>
              <a:buSzPts val="1400"/>
              <a:buNone/>
              <a:defRPr/>
            </a:lvl2pPr>
            <a:lvl3pPr lvl="2" algn="ctr">
              <a:spcBef>
                <a:spcPts val="0"/>
              </a:spcBef>
              <a:spcAft>
                <a:spcPts val="0"/>
              </a:spcAft>
              <a:buSzPts val="1400"/>
              <a:buNone/>
              <a:defRPr/>
            </a:lvl3pPr>
            <a:lvl4pPr lvl="3" algn="ctr">
              <a:spcBef>
                <a:spcPts val="0"/>
              </a:spcBef>
              <a:spcAft>
                <a:spcPts val="0"/>
              </a:spcAft>
              <a:buSzPts val="1400"/>
              <a:buNone/>
              <a:defRPr/>
            </a:lvl4pPr>
            <a:lvl5pPr lvl="4" algn="ctr">
              <a:spcBef>
                <a:spcPts val="0"/>
              </a:spcBef>
              <a:spcAft>
                <a:spcPts val="0"/>
              </a:spcAft>
              <a:buSzPts val="1400"/>
              <a:buNone/>
              <a:defRPr/>
            </a:lvl5pPr>
            <a:lvl6pPr lvl="5" algn="ctr">
              <a:spcBef>
                <a:spcPts val="0"/>
              </a:spcBef>
              <a:spcAft>
                <a:spcPts val="0"/>
              </a:spcAft>
              <a:buSzPts val="1400"/>
              <a:buNone/>
              <a:defRPr/>
            </a:lvl6pPr>
            <a:lvl7pPr lvl="6" algn="ctr">
              <a:spcBef>
                <a:spcPts val="0"/>
              </a:spcBef>
              <a:spcAft>
                <a:spcPts val="0"/>
              </a:spcAft>
              <a:buSzPts val="1400"/>
              <a:buNone/>
              <a:defRPr/>
            </a:lvl7pPr>
            <a:lvl8pPr lvl="7" algn="ctr">
              <a:spcBef>
                <a:spcPts val="0"/>
              </a:spcBef>
              <a:spcAft>
                <a:spcPts val="0"/>
              </a:spcAft>
              <a:buSzPts val="1400"/>
              <a:buNone/>
              <a:defRPr/>
            </a:lvl8pPr>
            <a:lvl9pPr lvl="8" algn="ctr">
              <a:spcBef>
                <a:spcPts val="0"/>
              </a:spcBef>
              <a:spcAft>
                <a:spcPts val="0"/>
              </a:spcAft>
              <a:buSzPts val="1400"/>
              <a:buNone/>
              <a:defRPr/>
            </a:lvl9pPr>
          </a:lstStyle>
          <a:p/>
        </p:txBody>
      </p:sp>
      <p:sp>
        <p:nvSpPr>
          <p:cNvPr id="8277" name="Google Shape;8277;p136"/>
          <p:cNvSpPr txBox="1"/>
          <p:nvPr/>
        </p:nvSpPr>
        <p:spPr>
          <a:xfrm>
            <a:off x="2524025" y="387675"/>
            <a:ext cx="15012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Unid. Organizacional:</a:t>
            </a:r>
            <a:endParaRPr b="1" sz="1100"/>
          </a:p>
        </p:txBody>
      </p:sp>
      <p:sp>
        <p:nvSpPr>
          <p:cNvPr id="8278" name="Google Shape;8278;p136"/>
          <p:cNvSpPr txBox="1"/>
          <p:nvPr/>
        </p:nvSpPr>
        <p:spPr>
          <a:xfrm>
            <a:off x="2524020" y="579550"/>
            <a:ext cx="6846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Alcance:</a:t>
            </a:r>
            <a:endParaRPr b="1" sz="1100"/>
          </a:p>
        </p:txBody>
      </p:sp>
      <p:sp>
        <p:nvSpPr>
          <p:cNvPr id="8279" name="Google Shape;8279;p136"/>
          <p:cNvSpPr txBox="1"/>
          <p:nvPr>
            <p:ph type="title"/>
          </p:nvPr>
        </p:nvSpPr>
        <p:spPr>
          <a:xfrm flipH="1">
            <a:off x="4025374" y="387675"/>
            <a:ext cx="5863200" cy="1692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000"/>
              <a:buNone/>
              <a:defRPr sz="1000">
                <a:solidFill>
                  <a:srgbClr val="000000"/>
                </a:solidFill>
              </a:defRPr>
            </a:lvl1pPr>
            <a:lvl2pPr lvl="1">
              <a:spcBef>
                <a:spcPts val="0"/>
              </a:spcBef>
              <a:spcAft>
                <a:spcPts val="0"/>
              </a:spcAft>
              <a:buClr>
                <a:srgbClr val="000000"/>
              </a:buClr>
              <a:buSzPts val="1000"/>
              <a:buNone/>
              <a:defRPr sz="1000">
                <a:solidFill>
                  <a:srgbClr val="000000"/>
                </a:solidFill>
              </a:defRPr>
            </a:lvl2pPr>
            <a:lvl3pPr lvl="2">
              <a:spcBef>
                <a:spcPts val="0"/>
              </a:spcBef>
              <a:spcAft>
                <a:spcPts val="0"/>
              </a:spcAft>
              <a:buClr>
                <a:srgbClr val="000000"/>
              </a:buClr>
              <a:buSzPts val="1000"/>
              <a:buNone/>
              <a:defRPr sz="1000">
                <a:solidFill>
                  <a:srgbClr val="000000"/>
                </a:solidFill>
              </a:defRPr>
            </a:lvl3pPr>
            <a:lvl4pPr lvl="3">
              <a:spcBef>
                <a:spcPts val="0"/>
              </a:spcBef>
              <a:spcAft>
                <a:spcPts val="0"/>
              </a:spcAft>
              <a:buClr>
                <a:srgbClr val="000000"/>
              </a:buClr>
              <a:buSzPts val="1000"/>
              <a:buNone/>
              <a:defRPr sz="1000">
                <a:solidFill>
                  <a:srgbClr val="000000"/>
                </a:solidFill>
              </a:defRPr>
            </a:lvl4pPr>
            <a:lvl5pPr lvl="4">
              <a:spcBef>
                <a:spcPts val="0"/>
              </a:spcBef>
              <a:spcAft>
                <a:spcPts val="0"/>
              </a:spcAft>
              <a:buClr>
                <a:srgbClr val="000000"/>
              </a:buClr>
              <a:buSzPts val="1000"/>
              <a:buNone/>
              <a:defRPr sz="1000">
                <a:solidFill>
                  <a:srgbClr val="000000"/>
                </a:solidFill>
              </a:defRPr>
            </a:lvl5pPr>
            <a:lvl6pPr lvl="5">
              <a:spcBef>
                <a:spcPts val="0"/>
              </a:spcBef>
              <a:spcAft>
                <a:spcPts val="0"/>
              </a:spcAft>
              <a:buClr>
                <a:srgbClr val="000000"/>
              </a:buClr>
              <a:buSzPts val="1000"/>
              <a:buNone/>
              <a:defRPr sz="1000">
                <a:solidFill>
                  <a:srgbClr val="000000"/>
                </a:solidFill>
              </a:defRPr>
            </a:lvl6pPr>
            <a:lvl7pPr lvl="6">
              <a:spcBef>
                <a:spcPts val="0"/>
              </a:spcBef>
              <a:spcAft>
                <a:spcPts val="0"/>
              </a:spcAft>
              <a:buClr>
                <a:srgbClr val="000000"/>
              </a:buClr>
              <a:buSzPts val="1000"/>
              <a:buNone/>
              <a:defRPr sz="1000">
                <a:solidFill>
                  <a:srgbClr val="000000"/>
                </a:solidFill>
              </a:defRPr>
            </a:lvl7pPr>
            <a:lvl8pPr lvl="7">
              <a:spcBef>
                <a:spcPts val="0"/>
              </a:spcBef>
              <a:spcAft>
                <a:spcPts val="0"/>
              </a:spcAft>
              <a:buClr>
                <a:srgbClr val="000000"/>
              </a:buClr>
              <a:buSzPts val="1000"/>
              <a:buNone/>
              <a:defRPr sz="1000">
                <a:solidFill>
                  <a:srgbClr val="000000"/>
                </a:solidFill>
              </a:defRPr>
            </a:lvl8pPr>
            <a:lvl9pPr lvl="8">
              <a:spcBef>
                <a:spcPts val="0"/>
              </a:spcBef>
              <a:spcAft>
                <a:spcPts val="0"/>
              </a:spcAft>
              <a:buClr>
                <a:srgbClr val="000000"/>
              </a:buClr>
              <a:buSzPts val="1000"/>
              <a:buNone/>
              <a:defRPr sz="1000">
                <a:solidFill>
                  <a:srgbClr val="000000"/>
                </a:solidFill>
              </a:defRPr>
            </a:lvl9pPr>
          </a:lstStyle>
          <a:p/>
        </p:txBody>
      </p:sp>
      <p:sp>
        <p:nvSpPr>
          <p:cNvPr id="8280" name="Google Shape;8280;p136"/>
          <p:cNvSpPr txBox="1"/>
          <p:nvPr>
            <p:ph idx="37" type="title"/>
          </p:nvPr>
        </p:nvSpPr>
        <p:spPr>
          <a:xfrm flipH="1">
            <a:off x="3208773" y="579550"/>
            <a:ext cx="6679800" cy="1692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000"/>
              <a:buNone/>
              <a:defRPr sz="1000">
                <a:solidFill>
                  <a:srgbClr val="000000"/>
                </a:solidFill>
              </a:defRPr>
            </a:lvl1pPr>
            <a:lvl2pPr lvl="1">
              <a:spcBef>
                <a:spcPts val="0"/>
              </a:spcBef>
              <a:spcAft>
                <a:spcPts val="0"/>
              </a:spcAft>
              <a:buClr>
                <a:srgbClr val="000000"/>
              </a:buClr>
              <a:buSzPts val="1000"/>
              <a:buNone/>
              <a:defRPr sz="1000">
                <a:solidFill>
                  <a:srgbClr val="000000"/>
                </a:solidFill>
              </a:defRPr>
            </a:lvl2pPr>
            <a:lvl3pPr lvl="2">
              <a:spcBef>
                <a:spcPts val="0"/>
              </a:spcBef>
              <a:spcAft>
                <a:spcPts val="0"/>
              </a:spcAft>
              <a:buClr>
                <a:srgbClr val="000000"/>
              </a:buClr>
              <a:buSzPts val="1000"/>
              <a:buNone/>
              <a:defRPr sz="1000">
                <a:solidFill>
                  <a:srgbClr val="000000"/>
                </a:solidFill>
              </a:defRPr>
            </a:lvl3pPr>
            <a:lvl4pPr lvl="3">
              <a:spcBef>
                <a:spcPts val="0"/>
              </a:spcBef>
              <a:spcAft>
                <a:spcPts val="0"/>
              </a:spcAft>
              <a:buClr>
                <a:srgbClr val="000000"/>
              </a:buClr>
              <a:buSzPts val="1000"/>
              <a:buNone/>
              <a:defRPr sz="1000">
                <a:solidFill>
                  <a:srgbClr val="000000"/>
                </a:solidFill>
              </a:defRPr>
            </a:lvl4pPr>
            <a:lvl5pPr lvl="4">
              <a:spcBef>
                <a:spcPts val="0"/>
              </a:spcBef>
              <a:spcAft>
                <a:spcPts val="0"/>
              </a:spcAft>
              <a:buClr>
                <a:srgbClr val="000000"/>
              </a:buClr>
              <a:buSzPts val="1000"/>
              <a:buNone/>
              <a:defRPr sz="1000">
                <a:solidFill>
                  <a:srgbClr val="000000"/>
                </a:solidFill>
              </a:defRPr>
            </a:lvl5pPr>
            <a:lvl6pPr lvl="5">
              <a:spcBef>
                <a:spcPts val="0"/>
              </a:spcBef>
              <a:spcAft>
                <a:spcPts val="0"/>
              </a:spcAft>
              <a:buClr>
                <a:srgbClr val="000000"/>
              </a:buClr>
              <a:buSzPts val="1000"/>
              <a:buNone/>
              <a:defRPr sz="1000">
                <a:solidFill>
                  <a:srgbClr val="000000"/>
                </a:solidFill>
              </a:defRPr>
            </a:lvl6pPr>
            <a:lvl7pPr lvl="6">
              <a:spcBef>
                <a:spcPts val="0"/>
              </a:spcBef>
              <a:spcAft>
                <a:spcPts val="0"/>
              </a:spcAft>
              <a:buClr>
                <a:srgbClr val="000000"/>
              </a:buClr>
              <a:buSzPts val="1000"/>
              <a:buNone/>
              <a:defRPr sz="1000">
                <a:solidFill>
                  <a:srgbClr val="000000"/>
                </a:solidFill>
              </a:defRPr>
            </a:lvl7pPr>
            <a:lvl8pPr lvl="7">
              <a:spcBef>
                <a:spcPts val="0"/>
              </a:spcBef>
              <a:spcAft>
                <a:spcPts val="0"/>
              </a:spcAft>
              <a:buClr>
                <a:srgbClr val="000000"/>
              </a:buClr>
              <a:buSzPts val="1000"/>
              <a:buNone/>
              <a:defRPr sz="1000">
                <a:solidFill>
                  <a:srgbClr val="000000"/>
                </a:solidFill>
              </a:defRPr>
            </a:lvl8pPr>
            <a:lvl9pPr lvl="8">
              <a:spcBef>
                <a:spcPts val="0"/>
              </a:spcBef>
              <a:spcAft>
                <a:spcPts val="0"/>
              </a:spcAft>
              <a:buClr>
                <a:srgbClr val="000000"/>
              </a:buClr>
              <a:buSzPts val="1000"/>
              <a:buNone/>
              <a:defRPr sz="1000">
                <a:solidFill>
                  <a:srgbClr val="000000"/>
                </a:solidFill>
              </a:defRPr>
            </a:lvl9pPr>
          </a:lstStyle>
          <a:p/>
        </p:txBody>
      </p:sp>
      <p:sp>
        <p:nvSpPr>
          <p:cNvPr id="8281" name="Google Shape;8281;p136"/>
          <p:cNvSpPr txBox="1"/>
          <p:nvPr>
            <p:ph idx="38" type="body"/>
          </p:nvPr>
        </p:nvSpPr>
        <p:spPr>
          <a:xfrm>
            <a:off x="641150" y="612125"/>
            <a:ext cx="1770300" cy="160500"/>
          </a:xfrm>
          <a:prstGeom prst="rect">
            <a:avLst/>
          </a:prstGeom>
          <a:noFill/>
          <a:ln>
            <a:noFill/>
          </a:ln>
        </p:spPr>
        <p:txBody>
          <a:bodyPr anchorCtr="0" anchor="t" bIns="0" lIns="0" spcFirstLastPara="1" rIns="0" wrap="square" tIns="0">
            <a:noAutofit/>
          </a:bodyPr>
          <a:lstStyle>
            <a:lvl1pPr indent="-292100" lvl="0" marL="457200" algn="ctr">
              <a:spcBef>
                <a:spcPts val="0"/>
              </a:spcBef>
              <a:spcAft>
                <a:spcPts val="0"/>
              </a:spcAft>
              <a:buClr>
                <a:srgbClr val="FFFFFF"/>
              </a:buClr>
              <a:buSzPts val="1000"/>
              <a:buChar char="●"/>
              <a:defRPr sz="1000">
                <a:solidFill>
                  <a:srgbClr val="FFFFFF"/>
                </a:solidFill>
              </a:defRPr>
            </a:lvl1pPr>
            <a:lvl2pPr indent="-292100" lvl="1" marL="914400" algn="ctr">
              <a:spcBef>
                <a:spcPts val="0"/>
              </a:spcBef>
              <a:spcAft>
                <a:spcPts val="0"/>
              </a:spcAft>
              <a:buClr>
                <a:srgbClr val="FFFFFF"/>
              </a:buClr>
              <a:buSzPts val="1000"/>
              <a:buChar char="○"/>
              <a:defRPr sz="1000">
                <a:solidFill>
                  <a:srgbClr val="FFFFFF"/>
                </a:solidFill>
              </a:defRPr>
            </a:lvl2pPr>
            <a:lvl3pPr indent="-292100" lvl="2" marL="1371600" algn="ctr">
              <a:spcBef>
                <a:spcPts val="0"/>
              </a:spcBef>
              <a:spcAft>
                <a:spcPts val="0"/>
              </a:spcAft>
              <a:buClr>
                <a:srgbClr val="FFFFFF"/>
              </a:buClr>
              <a:buSzPts val="1000"/>
              <a:buChar char="■"/>
              <a:defRPr sz="1000">
                <a:solidFill>
                  <a:srgbClr val="FFFFFF"/>
                </a:solidFill>
              </a:defRPr>
            </a:lvl3pPr>
            <a:lvl4pPr indent="-292100" lvl="3" marL="1828800" algn="ctr">
              <a:spcBef>
                <a:spcPts val="0"/>
              </a:spcBef>
              <a:spcAft>
                <a:spcPts val="0"/>
              </a:spcAft>
              <a:buClr>
                <a:srgbClr val="FFFFFF"/>
              </a:buClr>
              <a:buSzPts val="1000"/>
              <a:buChar char="●"/>
              <a:defRPr sz="1000">
                <a:solidFill>
                  <a:srgbClr val="FFFFFF"/>
                </a:solidFill>
              </a:defRPr>
            </a:lvl4pPr>
            <a:lvl5pPr indent="-292100" lvl="4" marL="2286000" algn="ctr">
              <a:spcBef>
                <a:spcPts val="0"/>
              </a:spcBef>
              <a:spcAft>
                <a:spcPts val="0"/>
              </a:spcAft>
              <a:buClr>
                <a:srgbClr val="FFFFFF"/>
              </a:buClr>
              <a:buSzPts val="1000"/>
              <a:buChar char="○"/>
              <a:defRPr sz="1000">
                <a:solidFill>
                  <a:srgbClr val="FFFFFF"/>
                </a:solidFill>
              </a:defRPr>
            </a:lvl5pPr>
            <a:lvl6pPr indent="-292100" lvl="5" marL="2743200" algn="ctr">
              <a:spcBef>
                <a:spcPts val="0"/>
              </a:spcBef>
              <a:spcAft>
                <a:spcPts val="0"/>
              </a:spcAft>
              <a:buClr>
                <a:srgbClr val="FFFFFF"/>
              </a:buClr>
              <a:buSzPts val="1000"/>
              <a:buChar char="■"/>
              <a:defRPr sz="1000">
                <a:solidFill>
                  <a:srgbClr val="FFFFFF"/>
                </a:solidFill>
              </a:defRPr>
            </a:lvl6pPr>
            <a:lvl7pPr indent="-292100" lvl="6" marL="3200400" algn="ctr">
              <a:spcBef>
                <a:spcPts val="0"/>
              </a:spcBef>
              <a:spcAft>
                <a:spcPts val="0"/>
              </a:spcAft>
              <a:buClr>
                <a:srgbClr val="FFFFFF"/>
              </a:buClr>
              <a:buSzPts val="1000"/>
              <a:buChar char="●"/>
              <a:defRPr sz="1000">
                <a:solidFill>
                  <a:srgbClr val="FFFFFF"/>
                </a:solidFill>
              </a:defRPr>
            </a:lvl7pPr>
            <a:lvl8pPr indent="-292100" lvl="7" marL="3657600" algn="ctr">
              <a:spcBef>
                <a:spcPts val="0"/>
              </a:spcBef>
              <a:spcAft>
                <a:spcPts val="0"/>
              </a:spcAft>
              <a:buClr>
                <a:srgbClr val="FFFFFF"/>
              </a:buClr>
              <a:buSzPts val="1000"/>
              <a:buChar char="○"/>
              <a:defRPr sz="1000">
                <a:solidFill>
                  <a:srgbClr val="FFFFFF"/>
                </a:solidFill>
              </a:defRPr>
            </a:lvl8pPr>
            <a:lvl9pPr indent="-292100" lvl="8" marL="4114800" algn="ctr">
              <a:spcBef>
                <a:spcPts val="0"/>
              </a:spcBef>
              <a:spcAft>
                <a:spcPts val="0"/>
              </a:spcAft>
              <a:buClr>
                <a:srgbClr val="FFFFFF"/>
              </a:buClr>
              <a:buSzPts val="1000"/>
              <a:buChar char="■"/>
              <a:defRPr sz="1000">
                <a:solidFill>
                  <a:srgbClr val="FFFFFF"/>
                </a:solidFill>
              </a:defRPr>
            </a:lvl9pPr>
          </a:lstStyle>
          <a:p/>
        </p:txBody>
      </p:sp>
      <p:sp>
        <p:nvSpPr>
          <p:cNvPr id="8282" name="Google Shape;8282;p136"/>
          <p:cNvSpPr txBox="1"/>
          <p:nvPr/>
        </p:nvSpPr>
        <p:spPr>
          <a:xfrm>
            <a:off x="84825" y="598125"/>
            <a:ext cx="595500" cy="205800"/>
          </a:xfrm>
          <a:prstGeom prst="rect">
            <a:avLst/>
          </a:prstGeom>
          <a:noFill/>
          <a:ln>
            <a:noFill/>
          </a:ln>
        </p:spPr>
        <p:txBody>
          <a:bodyPr anchorCtr="0" anchor="t" bIns="18000" lIns="18000" spcFirstLastPara="1" rIns="18000" wrap="square" tIns="18000">
            <a:spAutoFit/>
          </a:bodyPr>
          <a:lstStyle/>
          <a:p>
            <a:pPr indent="0" lvl="0" marL="0" rtl="0" algn="l">
              <a:spcBef>
                <a:spcPts val="0"/>
              </a:spcBef>
              <a:spcAft>
                <a:spcPts val="0"/>
              </a:spcAft>
              <a:buNone/>
            </a:pPr>
            <a:r>
              <a:rPr lang="es-419" sz="1100">
                <a:solidFill>
                  <a:srgbClr val="FFFFFF"/>
                </a:solidFill>
              </a:rPr>
              <a:t>Nombre:</a:t>
            </a:r>
            <a:endParaRPr sz="1100">
              <a:solidFill>
                <a:srgbClr val="FFFFFF"/>
              </a:solidFill>
            </a:endParaRPr>
          </a:p>
        </p:txBody>
      </p:sp>
    </p:spTree>
  </p:cSld>
  <p:clrMapOvr>
    <a:masterClrMapping/>
  </p:clrMapOvr>
</p:sldLayout>
</file>

<file path=ppt/slideLayouts/slideLayout13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4 Problemas a Resolver">
  <p:cSld name="TITLE_3_6_1_1_1_1">
    <p:spTree>
      <p:nvGrpSpPr>
        <p:cNvPr id="8283" name="Shape 8283"/>
        <p:cNvGrpSpPr/>
        <p:nvPr/>
      </p:nvGrpSpPr>
      <p:grpSpPr>
        <a:xfrm>
          <a:off x="0" y="0"/>
          <a:ext cx="0" cy="0"/>
          <a:chOff x="0" y="0"/>
          <a:chExt cx="0" cy="0"/>
        </a:xfrm>
      </p:grpSpPr>
      <p:sp>
        <p:nvSpPr>
          <p:cNvPr id="8284" name="Google Shape;8284;p137"/>
          <p:cNvSpPr/>
          <p:nvPr/>
        </p:nvSpPr>
        <p:spPr>
          <a:xfrm>
            <a:off x="97888" y="377012"/>
            <a:ext cx="9893400" cy="296700"/>
          </a:xfrm>
          <a:prstGeom prst="roundRect">
            <a:avLst>
              <a:gd fmla="val 22902" name="adj"/>
            </a:avLst>
          </a:prstGeom>
          <a:solidFill>
            <a:srgbClr val="F3F3F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8285" name="Google Shape;8285;p137"/>
          <p:cNvSpPr/>
          <p:nvPr/>
        </p:nvSpPr>
        <p:spPr>
          <a:xfrm>
            <a:off x="77688" y="358938"/>
            <a:ext cx="9935700" cy="6438000"/>
          </a:xfrm>
          <a:prstGeom prst="roundRect">
            <a:avLst>
              <a:gd fmla="val 2618" name="adj"/>
            </a:avLst>
          </a:prstGeom>
          <a:solidFill>
            <a:srgbClr val="FFFFFF"/>
          </a:solidFill>
          <a:ln cap="flat" cmpd="sng" w="38100">
            <a:solidFill>
              <a:srgbClr val="000000"/>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286" name="Google Shape;8286;p137"/>
          <p:cNvCxnSpPr/>
          <p:nvPr/>
        </p:nvCxnSpPr>
        <p:spPr>
          <a:xfrm>
            <a:off x="77688" y="772614"/>
            <a:ext cx="9935700" cy="0"/>
          </a:xfrm>
          <a:prstGeom prst="straightConnector1">
            <a:avLst/>
          </a:prstGeom>
          <a:noFill/>
          <a:ln cap="flat" cmpd="sng" w="19050">
            <a:solidFill>
              <a:srgbClr val="000000"/>
            </a:solidFill>
            <a:prstDash val="solid"/>
            <a:round/>
            <a:headEnd len="med" w="med" type="none"/>
            <a:tailEnd len="med" w="med" type="none"/>
          </a:ln>
        </p:spPr>
      </p:cxnSp>
      <p:cxnSp>
        <p:nvCxnSpPr>
          <p:cNvPr id="8287" name="Google Shape;8287;p137"/>
          <p:cNvCxnSpPr/>
          <p:nvPr/>
        </p:nvCxnSpPr>
        <p:spPr>
          <a:xfrm rot="10800000">
            <a:off x="2439038" y="368188"/>
            <a:ext cx="0" cy="402300"/>
          </a:xfrm>
          <a:prstGeom prst="straightConnector1">
            <a:avLst/>
          </a:prstGeom>
          <a:noFill/>
          <a:ln cap="flat" cmpd="sng" w="19050">
            <a:solidFill>
              <a:srgbClr val="000000"/>
            </a:solidFill>
            <a:prstDash val="solid"/>
            <a:round/>
            <a:headEnd len="med" w="med" type="none"/>
            <a:tailEnd len="med" w="med" type="none"/>
          </a:ln>
        </p:spPr>
      </p:cxnSp>
      <p:sp>
        <p:nvSpPr>
          <p:cNvPr id="8288" name="Google Shape;8288;p137"/>
          <p:cNvSpPr/>
          <p:nvPr/>
        </p:nvSpPr>
        <p:spPr>
          <a:xfrm>
            <a:off x="77688" y="349338"/>
            <a:ext cx="2361300" cy="421200"/>
          </a:xfrm>
          <a:prstGeom prst="roundRect">
            <a:avLst>
              <a:gd fmla="val 50000" name="adj"/>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s-419" sz="1200">
                <a:solidFill>
                  <a:srgbClr val="FFFFFF"/>
                </a:solidFill>
              </a:rPr>
              <a:t>Problemas a Resolver</a:t>
            </a:r>
            <a:endParaRPr b="1" sz="1200">
              <a:solidFill>
                <a:srgbClr val="FFFFFF"/>
              </a:solidFill>
            </a:endParaRPr>
          </a:p>
          <a:p>
            <a:pPr indent="0" lvl="0" marL="0" rtl="0" algn="ctr">
              <a:spcBef>
                <a:spcPts val="0"/>
              </a:spcBef>
              <a:spcAft>
                <a:spcPts val="0"/>
              </a:spcAft>
              <a:buNone/>
            </a:pPr>
            <a:r>
              <a:t/>
            </a:r>
            <a:endParaRPr b="1" sz="1200">
              <a:solidFill>
                <a:srgbClr val="FFFFFF"/>
              </a:solidFill>
            </a:endParaRPr>
          </a:p>
        </p:txBody>
      </p:sp>
      <p:sp>
        <p:nvSpPr>
          <p:cNvPr id="8289" name="Google Shape;8289;p137"/>
          <p:cNvSpPr/>
          <p:nvPr/>
        </p:nvSpPr>
        <p:spPr>
          <a:xfrm>
            <a:off x="83988" y="595504"/>
            <a:ext cx="190200" cy="1692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0" name="Google Shape;8290;p137"/>
          <p:cNvSpPr/>
          <p:nvPr/>
        </p:nvSpPr>
        <p:spPr>
          <a:xfrm>
            <a:off x="2292338" y="358938"/>
            <a:ext cx="146700" cy="4023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91" name="Google Shape;8291;p137"/>
          <p:cNvGrpSpPr/>
          <p:nvPr/>
        </p:nvGrpSpPr>
        <p:grpSpPr>
          <a:xfrm>
            <a:off x="276364" y="879032"/>
            <a:ext cx="9529364" cy="605153"/>
            <a:chOff x="276364" y="879032"/>
            <a:chExt cx="9529364" cy="605153"/>
          </a:xfrm>
        </p:grpSpPr>
        <p:sp>
          <p:nvSpPr>
            <p:cNvPr id="8292" name="Google Shape;8292;p137"/>
            <p:cNvSpPr/>
            <p:nvPr/>
          </p:nvSpPr>
          <p:spPr>
            <a:xfrm>
              <a:off x="2657880" y="879032"/>
              <a:ext cx="3546300" cy="266400"/>
            </a:xfrm>
            <a:prstGeom prst="roundRect">
              <a:avLst>
                <a:gd fmla="val 16667" name="adj"/>
              </a:avLst>
            </a:prstGeom>
            <a:solidFill>
              <a:srgbClr val="F9CB9C"/>
            </a:solidFill>
            <a:ln>
              <a:noFill/>
            </a:ln>
            <a:effectLst>
              <a:outerShdw blurRad="57150" rotWithShape="0" algn="bl" dir="5400000" dist="19050">
                <a:srgbClr val="000000">
                  <a:alpha val="49800"/>
                </a:srgbClr>
              </a:outerShdw>
            </a:effectLst>
          </p:spPr>
          <p:txBody>
            <a:bodyPr anchorCtr="0" anchor="ctr" bIns="36000" lIns="0" spcFirstLastPara="1" rIns="0" wrap="square" tIns="36000">
              <a:noAutofit/>
            </a:bodyPr>
            <a:lstStyle/>
            <a:p>
              <a:pPr indent="0" lvl="0" marL="0" marR="0" rtl="0" algn="ctr">
                <a:lnSpc>
                  <a:spcPct val="100000"/>
                </a:lnSpc>
                <a:spcBef>
                  <a:spcPts val="0"/>
                </a:spcBef>
                <a:spcAft>
                  <a:spcPts val="0"/>
                </a:spcAft>
                <a:buClr>
                  <a:srgbClr val="000000"/>
                </a:buClr>
                <a:buSzPts val="1100"/>
                <a:buFont typeface="Arial"/>
                <a:buNone/>
              </a:pPr>
              <a:r>
                <a:rPr b="1" lang="es-419" sz="1200">
                  <a:latin typeface="Arvo"/>
                  <a:ea typeface="Arvo"/>
                  <a:cs typeface="Arvo"/>
                  <a:sym typeface="Arvo"/>
                </a:rPr>
                <a:t>Situación</a:t>
              </a:r>
              <a:endParaRPr b="1" i="0" sz="1200" u="none" cap="none" strike="noStrike">
                <a:solidFill>
                  <a:srgbClr val="000000"/>
                </a:solidFill>
                <a:latin typeface="Arvo"/>
                <a:ea typeface="Arvo"/>
                <a:cs typeface="Arvo"/>
                <a:sym typeface="Arvo"/>
              </a:endParaRPr>
            </a:p>
          </p:txBody>
        </p:sp>
        <p:sp>
          <p:nvSpPr>
            <p:cNvPr id="8293" name="Google Shape;8293;p137"/>
            <p:cNvSpPr/>
            <p:nvPr/>
          </p:nvSpPr>
          <p:spPr>
            <a:xfrm>
              <a:off x="2657914" y="1209498"/>
              <a:ext cx="1731600" cy="265800"/>
            </a:xfrm>
            <a:prstGeom prst="roundRect">
              <a:avLst>
                <a:gd fmla="val 16667" name="adj"/>
              </a:avLst>
            </a:prstGeom>
            <a:solidFill>
              <a:srgbClr val="D9EAD3"/>
            </a:solidFill>
            <a:ln>
              <a:noFill/>
            </a:ln>
            <a:effectLst>
              <a:outerShdw blurRad="57150" rotWithShape="0" algn="bl" dir="5400000" dist="19050">
                <a:srgbClr val="000000">
                  <a:alpha val="49800"/>
                </a:srgbClr>
              </a:outerShdw>
            </a:effectLst>
          </p:spPr>
          <p:txBody>
            <a:bodyPr anchorCtr="0" anchor="ctr" bIns="36000" lIns="0" spcFirstLastPara="1" rIns="0" wrap="square" tIns="36000">
              <a:noAutofit/>
            </a:bodyPr>
            <a:lstStyle/>
            <a:p>
              <a:pPr indent="0" lvl="0" marL="0" marR="0" rtl="0" algn="ctr">
                <a:lnSpc>
                  <a:spcPct val="100000"/>
                </a:lnSpc>
                <a:spcBef>
                  <a:spcPts val="0"/>
                </a:spcBef>
                <a:spcAft>
                  <a:spcPts val="0"/>
                </a:spcAft>
                <a:buClr>
                  <a:srgbClr val="000000"/>
                </a:buClr>
                <a:buSzPts val="1100"/>
                <a:buFont typeface="Arial"/>
                <a:buNone/>
              </a:pPr>
              <a:r>
                <a:rPr b="1" lang="es-419" sz="1200">
                  <a:latin typeface="Arvo"/>
                  <a:ea typeface="Arvo"/>
                  <a:cs typeface="Arvo"/>
                  <a:sym typeface="Arvo"/>
                </a:rPr>
                <a:t>Aceptable</a:t>
              </a:r>
              <a:endParaRPr b="1" i="0" sz="1200" u="none" cap="none" strike="noStrike">
                <a:solidFill>
                  <a:srgbClr val="000000"/>
                </a:solidFill>
                <a:latin typeface="Arvo"/>
                <a:ea typeface="Arvo"/>
                <a:cs typeface="Arvo"/>
                <a:sym typeface="Arvo"/>
              </a:endParaRPr>
            </a:p>
          </p:txBody>
        </p:sp>
        <p:sp>
          <p:nvSpPr>
            <p:cNvPr id="8294" name="Google Shape;8294;p137"/>
            <p:cNvSpPr/>
            <p:nvPr/>
          </p:nvSpPr>
          <p:spPr>
            <a:xfrm>
              <a:off x="6273346" y="887785"/>
              <a:ext cx="1731600" cy="596400"/>
            </a:xfrm>
            <a:prstGeom prst="roundRect">
              <a:avLst>
                <a:gd fmla="val 16667" name="adj"/>
              </a:avLst>
            </a:prstGeom>
            <a:solidFill>
              <a:srgbClr val="EAD1DC"/>
            </a:solidFill>
            <a:ln>
              <a:noFill/>
            </a:ln>
            <a:effectLst>
              <a:outerShdw blurRad="57150" rotWithShape="0" algn="bl" dir="5400000" dist="19050">
                <a:srgbClr val="000000">
                  <a:alpha val="49800"/>
                </a:srgbClr>
              </a:outerShdw>
            </a:effectLst>
          </p:spPr>
          <p:txBody>
            <a:bodyPr anchorCtr="0" anchor="ctr" bIns="36000" lIns="0" spcFirstLastPara="1" rIns="0" wrap="square" tIns="36000">
              <a:noAutofit/>
            </a:bodyPr>
            <a:lstStyle/>
            <a:p>
              <a:pPr indent="0" lvl="0" marL="0" marR="0" rtl="0" algn="ctr">
                <a:lnSpc>
                  <a:spcPct val="100000"/>
                </a:lnSpc>
                <a:spcBef>
                  <a:spcPts val="0"/>
                </a:spcBef>
                <a:spcAft>
                  <a:spcPts val="0"/>
                </a:spcAft>
                <a:buClr>
                  <a:srgbClr val="000000"/>
                </a:buClr>
                <a:buSzPts val="1100"/>
                <a:buFont typeface="Arial"/>
                <a:buNone/>
              </a:pPr>
              <a:r>
                <a:rPr b="1" lang="es-419" sz="1200">
                  <a:latin typeface="Arvo"/>
                  <a:ea typeface="Arvo"/>
                  <a:cs typeface="Arvo"/>
                  <a:sym typeface="Arvo"/>
                </a:rPr>
                <a:t>Problema</a:t>
              </a:r>
              <a:endParaRPr b="1" i="0" sz="1200" u="none" cap="none" strike="noStrike">
                <a:solidFill>
                  <a:srgbClr val="000000"/>
                </a:solidFill>
                <a:latin typeface="Arvo"/>
                <a:ea typeface="Arvo"/>
                <a:cs typeface="Arvo"/>
                <a:sym typeface="Arvo"/>
              </a:endParaRPr>
            </a:p>
          </p:txBody>
        </p:sp>
        <p:sp>
          <p:nvSpPr>
            <p:cNvPr id="8295" name="Google Shape;8295;p137"/>
            <p:cNvSpPr/>
            <p:nvPr/>
          </p:nvSpPr>
          <p:spPr>
            <a:xfrm>
              <a:off x="4472538" y="1209498"/>
              <a:ext cx="1731600" cy="265800"/>
            </a:xfrm>
            <a:prstGeom prst="roundRect">
              <a:avLst>
                <a:gd fmla="val 16667" name="adj"/>
              </a:avLst>
            </a:prstGeom>
            <a:solidFill>
              <a:srgbClr val="F4CCCC"/>
            </a:solidFill>
            <a:ln>
              <a:noFill/>
            </a:ln>
            <a:effectLst>
              <a:outerShdw blurRad="57150" rotWithShape="0" algn="bl" dir="5400000" dist="19050">
                <a:srgbClr val="000000">
                  <a:alpha val="49800"/>
                </a:srgbClr>
              </a:outerShdw>
            </a:effectLst>
          </p:spPr>
          <p:txBody>
            <a:bodyPr anchorCtr="0" anchor="ctr" bIns="36000" lIns="0" spcFirstLastPara="1" rIns="0" wrap="square" tIns="36000">
              <a:noAutofit/>
            </a:bodyPr>
            <a:lstStyle/>
            <a:p>
              <a:pPr indent="0" lvl="0" marL="0" marR="0" rtl="0" algn="ctr">
                <a:lnSpc>
                  <a:spcPct val="100000"/>
                </a:lnSpc>
                <a:spcBef>
                  <a:spcPts val="0"/>
                </a:spcBef>
                <a:spcAft>
                  <a:spcPts val="0"/>
                </a:spcAft>
                <a:buClr>
                  <a:srgbClr val="000000"/>
                </a:buClr>
                <a:buSzPts val="1100"/>
                <a:buFont typeface="Arial"/>
                <a:buNone/>
              </a:pPr>
              <a:r>
                <a:rPr b="1" lang="es-419" sz="1200">
                  <a:latin typeface="Arvo"/>
                  <a:ea typeface="Arvo"/>
                  <a:cs typeface="Arvo"/>
                  <a:sym typeface="Arvo"/>
                </a:rPr>
                <a:t>Actual</a:t>
              </a:r>
              <a:endParaRPr b="1" i="0" sz="1200" u="none" cap="none" strike="noStrike">
                <a:solidFill>
                  <a:srgbClr val="000000"/>
                </a:solidFill>
                <a:latin typeface="Arvo"/>
                <a:ea typeface="Arvo"/>
                <a:cs typeface="Arvo"/>
                <a:sym typeface="Arvo"/>
              </a:endParaRPr>
            </a:p>
          </p:txBody>
        </p:sp>
        <p:sp>
          <p:nvSpPr>
            <p:cNvPr id="8296" name="Google Shape;8296;p137"/>
            <p:cNvSpPr/>
            <p:nvPr/>
          </p:nvSpPr>
          <p:spPr>
            <a:xfrm>
              <a:off x="843586" y="887785"/>
              <a:ext cx="1731300" cy="596400"/>
            </a:xfrm>
            <a:prstGeom prst="roundRect">
              <a:avLst>
                <a:gd fmla="val 16667" name="adj"/>
              </a:avLst>
            </a:prstGeom>
            <a:solidFill>
              <a:srgbClr val="FFF2CC"/>
            </a:solidFill>
            <a:ln>
              <a:noFill/>
            </a:ln>
            <a:effectLst>
              <a:outerShdw blurRad="57150" rotWithShape="0" algn="bl" dir="5400000" dist="19050">
                <a:srgbClr val="000000">
                  <a:alpha val="49800"/>
                </a:srgbClr>
              </a:outerShdw>
            </a:effectLst>
          </p:spPr>
          <p:txBody>
            <a:bodyPr anchorCtr="0" anchor="ctr" bIns="36000" lIns="0" spcFirstLastPara="1" rIns="0" wrap="square" tIns="36000">
              <a:noAutofit/>
            </a:bodyPr>
            <a:lstStyle/>
            <a:p>
              <a:pPr indent="0" lvl="0" marL="0" marR="0" rtl="0" algn="ctr">
                <a:lnSpc>
                  <a:spcPct val="100000"/>
                </a:lnSpc>
                <a:spcBef>
                  <a:spcPts val="0"/>
                </a:spcBef>
                <a:spcAft>
                  <a:spcPts val="0"/>
                </a:spcAft>
                <a:buClr>
                  <a:srgbClr val="000000"/>
                </a:buClr>
                <a:buSzPts val="1100"/>
                <a:buFont typeface="Arial"/>
                <a:buNone/>
              </a:pPr>
              <a:r>
                <a:rPr b="1" lang="es-419" sz="1200">
                  <a:latin typeface="Arvo"/>
                  <a:ea typeface="Arvo"/>
                  <a:cs typeface="Arvo"/>
                  <a:sym typeface="Arvo"/>
                </a:rPr>
                <a:t>Causa</a:t>
              </a:r>
              <a:endParaRPr b="1" sz="1200">
                <a:latin typeface="Arvo"/>
                <a:ea typeface="Arvo"/>
                <a:cs typeface="Arvo"/>
                <a:sym typeface="Arvo"/>
              </a:endParaRPr>
            </a:p>
          </p:txBody>
        </p:sp>
        <p:sp>
          <p:nvSpPr>
            <p:cNvPr id="8297" name="Google Shape;8297;p137"/>
            <p:cNvSpPr/>
            <p:nvPr/>
          </p:nvSpPr>
          <p:spPr>
            <a:xfrm>
              <a:off x="276364" y="887785"/>
              <a:ext cx="484200" cy="596400"/>
            </a:xfrm>
            <a:prstGeom prst="roundRect">
              <a:avLst>
                <a:gd fmla="val 16667" name="adj"/>
              </a:avLst>
            </a:prstGeom>
            <a:solidFill>
              <a:srgbClr val="F3F3F3"/>
            </a:solidFill>
            <a:ln>
              <a:noFill/>
            </a:ln>
            <a:effectLst>
              <a:outerShdw blurRad="57150" rotWithShape="0" algn="bl" dir="5400000" dist="19050">
                <a:srgbClr val="000000">
                  <a:alpha val="49800"/>
                </a:srgbClr>
              </a:outerShdw>
            </a:effectLst>
          </p:spPr>
          <p:txBody>
            <a:bodyPr anchorCtr="0" anchor="ctr" bIns="36000" lIns="0" spcFirstLastPara="1" rIns="0" wrap="square" tIns="36000">
              <a:noAutofit/>
            </a:bodyPr>
            <a:lstStyle/>
            <a:p>
              <a:pPr indent="0" lvl="0" marL="0" marR="0" rtl="0" algn="ctr">
                <a:lnSpc>
                  <a:spcPct val="100000"/>
                </a:lnSpc>
                <a:spcBef>
                  <a:spcPts val="0"/>
                </a:spcBef>
                <a:spcAft>
                  <a:spcPts val="0"/>
                </a:spcAft>
                <a:buClr>
                  <a:srgbClr val="000000"/>
                </a:buClr>
                <a:buSzPts val="1100"/>
                <a:buFont typeface="Arial"/>
                <a:buNone/>
              </a:pPr>
              <a:r>
                <a:rPr b="1" lang="es-419" sz="1200">
                  <a:latin typeface="Arvo"/>
                  <a:ea typeface="Arvo"/>
                  <a:cs typeface="Arvo"/>
                  <a:sym typeface="Arvo"/>
                </a:rPr>
                <a:t>#</a:t>
              </a:r>
              <a:endParaRPr b="1" i="0" sz="1200" u="none" cap="none" strike="noStrike">
                <a:solidFill>
                  <a:srgbClr val="000000"/>
                </a:solidFill>
                <a:latin typeface="Arvo"/>
                <a:ea typeface="Arvo"/>
                <a:cs typeface="Arvo"/>
                <a:sym typeface="Arvo"/>
              </a:endParaRPr>
            </a:p>
          </p:txBody>
        </p:sp>
        <p:sp>
          <p:nvSpPr>
            <p:cNvPr id="8298" name="Google Shape;8298;p137"/>
            <p:cNvSpPr/>
            <p:nvPr/>
          </p:nvSpPr>
          <p:spPr>
            <a:xfrm>
              <a:off x="8074128" y="887785"/>
              <a:ext cx="1731600" cy="596400"/>
            </a:xfrm>
            <a:prstGeom prst="roundRect">
              <a:avLst>
                <a:gd fmla="val 16667" name="adj"/>
              </a:avLst>
            </a:prstGeom>
            <a:solidFill>
              <a:srgbClr val="CFE2F3"/>
            </a:solidFill>
            <a:ln>
              <a:noFill/>
            </a:ln>
            <a:effectLst>
              <a:outerShdw blurRad="57150" rotWithShape="0" algn="bl" dir="5400000" dist="19050">
                <a:srgbClr val="000000">
                  <a:alpha val="49800"/>
                </a:srgbClr>
              </a:outerShdw>
            </a:effectLst>
          </p:spPr>
          <p:txBody>
            <a:bodyPr anchorCtr="0" anchor="ctr" bIns="36000" lIns="0" spcFirstLastPara="1" rIns="0" wrap="square" tIns="36000">
              <a:noAutofit/>
            </a:bodyPr>
            <a:lstStyle/>
            <a:p>
              <a:pPr indent="0" lvl="0" marL="0" marR="0" rtl="0" algn="ctr">
                <a:lnSpc>
                  <a:spcPct val="100000"/>
                </a:lnSpc>
                <a:spcBef>
                  <a:spcPts val="0"/>
                </a:spcBef>
                <a:spcAft>
                  <a:spcPts val="0"/>
                </a:spcAft>
                <a:buClr>
                  <a:srgbClr val="000000"/>
                </a:buClr>
                <a:buSzPts val="1100"/>
                <a:buFont typeface="Arial"/>
                <a:buNone/>
              </a:pPr>
              <a:r>
                <a:rPr b="1" lang="es-419" sz="1200">
                  <a:latin typeface="Arvo"/>
                  <a:ea typeface="Arvo"/>
                  <a:cs typeface="Arvo"/>
                  <a:sym typeface="Arvo"/>
                </a:rPr>
                <a:t>Efecto</a:t>
              </a:r>
              <a:endParaRPr b="1" sz="1200">
                <a:latin typeface="Arvo"/>
                <a:ea typeface="Arvo"/>
                <a:cs typeface="Arvo"/>
                <a:sym typeface="Arvo"/>
              </a:endParaRPr>
            </a:p>
          </p:txBody>
        </p:sp>
      </p:grpSp>
      <p:grpSp>
        <p:nvGrpSpPr>
          <p:cNvPr id="8299" name="Google Shape;8299;p137"/>
          <p:cNvGrpSpPr/>
          <p:nvPr/>
        </p:nvGrpSpPr>
        <p:grpSpPr>
          <a:xfrm>
            <a:off x="274200" y="1581909"/>
            <a:ext cx="9531600" cy="561583"/>
            <a:chOff x="274200" y="1663702"/>
            <a:chExt cx="9531600" cy="900550"/>
          </a:xfrm>
        </p:grpSpPr>
        <p:sp>
          <p:nvSpPr>
            <p:cNvPr id="8300" name="Google Shape;8300;p137"/>
            <p:cNvSpPr/>
            <p:nvPr/>
          </p:nvSpPr>
          <p:spPr>
            <a:xfrm>
              <a:off x="274200" y="1663702"/>
              <a:ext cx="9531600" cy="9000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600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t/>
              </a:r>
              <a:endParaRPr b="1" i="0" sz="1800" u="none" cap="none" strike="noStrike">
                <a:solidFill>
                  <a:srgbClr val="000000"/>
                </a:solidFill>
                <a:latin typeface="Roboto"/>
                <a:ea typeface="Roboto"/>
                <a:cs typeface="Roboto"/>
                <a:sym typeface="Roboto"/>
              </a:endParaRPr>
            </a:p>
          </p:txBody>
        </p:sp>
        <p:cxnSp>
          <p:nvCxnSpPr>
            <p:cNvPr id="8301" name="Google Shape;8301;p137"/>
            <p:cNvCxnSpPr/>
            <p:nvPr/>
          </p:nvCxnSpPr>
          <p:spPr>
            <a:xfrm>
              <a:off x="805925" y="1664552"/>
              <a:ext cx="0" cy="899700"/>
            </a:xfrm>
            <a:prstGeom prst="straightConnector1">
              <a:avLst/>
            </a:prstGeom>
            <a:noFill/>
            <a:ln cap="flat" cmpd="sng" w="28575">
              <a:solidFill>
                <a:srgbClr val="D9D9D9"/>
              </a:solidFill>
              <a:prstDash val="solid"/>
              <a:round/>
              <a:headEnd len="sm" w="sm" type="none"/>
              <a:tailEnd len="sm" w="sm" type="none"/>
            </a:ln>
          </p:spPr>
        </p:cxnSp>
        <p:cxnSp>
          <p:nvCxnSpPr>
            <p:cNvPr id="8302" name="Google Shape;8302;p137"/>
            <p:cNvCxnSpPr/>
            <p:nvPr/>
          </p:nvCxnSpPr>
          <p:spPr>
            <a:xfrm>
              <a:off x="2607089" y="1664552"/>
              <a:ext cx="0" cy="899700"/>
            </a:xfrm>
            <a:prstGeom prst="straightConnector1">
              <a:avLst/>
            </a:prstGeom>
            <a:noFill/>
            <a:ln cap="flat" cmpd="sng" w="28575">
              <a:solidFill>
                <a:srgbClr val="D9D9D9"/>
              </a:solidFill>
              <a:prstDash val="solid"/>
              <a:round/>
              <a:headEnd len="sm" w="sm" type="none"/>
              <a:tailEnd len="sm" w="sm" type="none"/>
            </a:ln>
          </p:spPr>
        </p:cxnSp>
        <p:cxnSp>
          <p:nvCxnSpPr>
            <p:cNvPr id="8303" name="Google Shape;8303;p137"/>
            <p:cNvCxnSpPr/>
            <p:nvPr/>
          </p:nvCxnSpPr>
          <p:spPr>
            <a:xfrm>
              <a:off x="4429180" y="1664552"/>
              <a:ext cx="0" cy="899700"/>
            </a:xfrm>
            <a:prstGeom prst="straightConnector1">
              <a:avLst/>
            </a:prstGeom>
            <a:noFill/>
            <a:ln cap="flat" cmpd="sng" w="28575">
              <a:solidFill>
                <a:srgbClr val="B7B7B7"/>
              </a:solidFill>
              <a:prstDash val="solid"/>
              <a:round/>
              <a:headEnd len="sm" w="sm" type="none"/>
              <a:tailEnd len="sm" w="sm" type="none"/>
            </a:ln>
          </p:spPr>
        </p:cxnSp>
        <p:cxnSp>
          <p:nvCxnSpPr>
            <p:cNvPr id="8304" name="Google Shape;8304;p137"/>
            <p:cNvCxnSpPr/>
            <p:nvPr/>
          </p:nvCxnSpPr>
          <p:spPr>
            <a:xfrm>
              <a:off x="6237052" y="1664552"/>
              <a:ext cx="0" cy="899700"/>
            </a:xfrm>
            <a:prstGeom prst="straightConnector1">
              <a:avLst/>
            </a:prstGeom>
            <a:noFill/>
            <a:ln cap="flat" cmpd="sng" w="28575">
              <a:solidFill>
                <a:srgbClr val="D9D9D9"/>
              </a:solidFill>
              <a:prstDash val="solid"/>
              <a:round/>
              <a:headEnd len="sm" w="sm" type="none"/>
              <a:tailEnd len="sm" w="sm" type="none"/>
            </a:ln>
          </p:spPr>
        </p:cxnSp>
        <p:cxnSp>
          <p:nvCxnSpPr>
            <p:cNvPr id="8305" name="Google Shape;8305;p137"/>
            <p:cNvCxnSpPr/>
            <p:nvPr/>
          </p:nvCxnSpPr>
          <p:spPr>
            <a:xfrm>
              <a:off x="8031107" y="1664552"/>
              <a:ext cx="0" cy="899700"/>
            </a:xfrm>
            <a:prstGeom prst="straightConnector1">
              <a:avLst/>
            </a:prstGeom>
            <a:noFill/>
            <a:ln cap="flat" cmpd="sng" w="28575">
              <a:solidFill>
                <a:srgbClr val="D9D9D9"/>
              </a:solidFill>
              <a:prstDash val="solid"/>
              <a:round/>
              <a:headEnd len="sm" w="sm" type="none"/>
              <a:tailEnd len="sm" w="sm" type="none"/>
            </a:ln>
          </p:spPr>
        </p:cxnSp>
        <p:sp>
          <p:nvSpPr>
            <p:cNvPr id="8306" name="Google Shape;8306;p137"/>
            <p:cNvSpPr/>
            <p:nvPr/>
          </p:nvSpPr>
          <p:spPr>
            <a:xfrm>
              <a:off x="2627447" y="1670375"/>
              <a:ext cx="1782000" cy="893400"/>
            </a:xfrm>
            <a:prstGeom prst="rect">
              <a:avLst/>
            </a:prstGeom>
            <a:solidFill>
              <a:srgbClr val="D9EAD3"/>
            </a:solidFill>
            <a:ln cap="flat" cmpd="sng" w="9525">
              <a:solidFill>
                <a:srgbClr val="D9EA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7" name="Google Shape;8307;p137"/>
            <p:cNvSpPr/>
            <p:nvPr/>
          </p:nvSpPr>
          <p:spPr>
            <a:xfrm>
              <a:off x="4450520" y="1670375"/>
              <a:ext cx="1764000" cy="893400"/>
            </a:xfrm>
            <a:prstGeom prst="rect">
              <a:avLst/>
            </a:prstGeom>
            <a:solidFill>
              <a:srgbClr val="F4CCCC"/>
            </a:solidFill>
            <a:ln cap="flat" cmpd="sng" w="9525">
              <a:solidFill>
                <a:srgbClr val="F4CCC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08" name="Google Shape;8308;p137"/>
          <p:cNvGrpSpPr/>
          <p:nvPr/>
        </p:nvGrpSpPr>
        <p:grpSpPr>
          <a:xfrm>
            <a:off x="274200" y="2878041"/>
            <a:ext cx="9531600" cy="561583"/>
            <a:chOff x="274200" y="1663702"/>
            <a:chExt cx="9531600" cy="900550"/>
          </a:xfrm>
        </p:grpSpPr>
        <p:sp>
          <p:nvSpPr>
            <p:cNvPr id="8309" name="Google Shape;8309;p137"/>
            <p:cNvSpPr/>
            <p:nvPr/>
          </p:nvSpPr>
          <p:spPr>
            <a:xfrm>
              <a:off x="274200" y="1663702"/>
              <a:ext cx="9531600" cy="9000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600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t/>
              </a:r>
              <a:endParaRPr b="1" i="0" sz="1800" u="none" cap="none" strike="noStrike">
                <a:solidFill>
                  <a:srgbClr val="000000"/>
                </a:solidFill>
                <a:latin typeface="Roboto"/>
                <a:ea typeface="Roboto"/>
                <a:cs typeface="Roboto"/>
                <a:sym typeface="Roboto"/>
              </a:endParaRPr>
            </a:p>
          </p:txBody>
        </p:sp>
        <p:cxnSp>
          <p:nvCxnSpPr>
            <p:cNvPr id="8310" name="Google Shape;8310;p137"/>
            <p:cNvCxnSpPr/>
            <p:nvPr/>
          </p:nvCxnSpPr>
          <p:spPr>
            <a:xfrm>
              <a:off x="805925" y="1664552"/>
              <a:ext cx="0" cy="899700"/>
            </a:xfrm>
            <a:prstGeom prst="straightConnector1">
              <a:avLst/>
            </a:prstGeom>
            <a:noFill/>
            <a:ln cap="flat" cmpd="sng" w="28575">
              <a:solidFill>
                <a:srgbClr val="D9D9D9"/>
              </a:solidFill>
              <a:prstDash val="solid"/>
              <a:round/>
              <a:headEnd len="sm" w="sm" type="none"/>
              <a:tailEnd len="sm" w="sm" type="none"/>
            </a:ln>
          </p:spPr>
        </p:cxnSp>
        <p:cxnSp>
          <p:nvCxnSpPr>
            <p:cNvPr id="8311" name="Google Shape;8311;p137"/>
            <p:cNvCxnSpPr/>
            <p:nvPr/>
          </p:nvCxnSpPr>
          <p:spPr>
            <a:xfrm>
              <a:off x="2607089" y="1664552"/>
              <a:ext cx="0" cy="899700"/>
            </a:xfrm>
            <a:prstGeom prst="straightConnector1">
              <a:avLst/>
            </a:prstGeom>
            <a:noFill/>
            <a:ln cap="flat" cmpd="sng" w="28575">
              <a:solidFill>
                <a:srgbClr val="D9D9D9"/>
              </a:solidFill>
              <a:prstDash val="solid"/>
              <a:round/>
              <a:headEnd len="sm" w="sm" type="none"/>
              <a:tailEnd len="sm" w="sm" type="none"/>
            </a:ln>
          </p:spPr>
        </p:cxnSp>
        <p:cxnSp>
          <p:nvCxnSpPr>
            <p:cNvPr id="8312" name="Google Shape;8312;p137"/>
            <p:cNvCxnSpPr/>
            <p:nvPr/>
          </p:nvCxnSpPr>
          <p:spPr>
            <a:xfrm>
              <a:off x="4429180" y="1664552"/>
              <a:ext cx="0" cy="899700"/>
            </a:xfrm>
            <a:prstGeom prst="straightConnector1">
              <a:avLst/>
            </a:prstGeom>
            <a:noFill/>
            <a:ln cap="flat" cmpd="sng" w="28575">
              <a:solidFill>
                <a:srgbClr val="B7B7B7"/>
              </a:solidFill>
              <a:prstDash val="solid"/>
              <a:round/>
              <a:headEnd len="sm" w="sm" type="none"/>
              <a:tailEnd len="sm" w="sm" type="none"/>
            </a:ln>
          </p:spPr>
        </p:cxnSp>
        <p:cxnSp>
          <p:nvCxnSpPr>
            <p:cNvPr id="8313" name="Google Shape;8313;p137"/>
            <p:cNvCxnSpPr/>
            <p:nvPr/>
          </p:nvCxnSpPr>
          <p:spPr>
            <a:xfrm>
              <a:off x="6237052" y="1664552"/>
              <a:ext cx="0" cy="899700"/>
            </a:xfrm>
            <a:prstGeom prst="straightConnector1">
              <a:avLst/>
            </a:prstGeom>
            <a:noFill/>
            <a:ln cap="flat" cmpd="sng" w="28575">
              <a:solidFill>
                <a:srgbClr val="D9D9D9"/>
              </a:solidFill>
              <a:prstDash val="solid"/>
              <a:round/>
              <a:headEnd len="sm" w="sm" type="none"/>
              <a:tailEnd len="sm" w="sm" type="none"/>
            </a:ln>
          </p:spPr>
        </p:cxnSp>
        <p:cxnSp>
          <p:nvCxnSpPr>
            <p:cNvPr id="8314" name="Google Shape;8314;p137"/>
            <p:cNvCxnSpPr/>
            <p:nvPr/>
          </p:nvCxnSpPr>
          <p:spPr>
            <a:xfrm>
              <a:off x="8031107" y="1664552"/>
              <a:ext cx="0" cy="899700"/>
            </a:xfrm>
            <a:prstGeom prst="straightConnector1">
              <a:avLst/>
            </a:prstGeom>
            <a:noFill/>
            <a:ln cap="flat" cmpd="sng" w="28575">
              <a:solidFill>
                <a:srgbClr val="D9D9D9"/>
              </a:solidFill>
              <a:prstDash val="solid"/>
              <a:round/>
              <a:headEnd len="sm" w="sm" type="none"/>
              <a:tailEnd len="sm" w="sm" type="none"/>
            </a:ln>
          </p:spPr>
        </p:cxnSp>
        <p:sp>
          <p:nvSpPr>
            <p:cNvPr id="8315" name="Google Shape;8315;p137"/>
            <p:cNvSpPr/>
            <p:nvPr/>
          </p:nvSpPr>
          <p:spPr>
            <a:xfrm>
              <a:off x="2627447" y="1670375"/>
              <a:ext cx="1782000" cy="893400"/>
            </a:xfrm>
            <a:prstGeom prst="rect">
              <a:avLst/>
            </a:prstGeom>
            <a:solidFill>
              <a:srgbClr val="D9EAD3"/>
            </a:solidFill>
            <a:ln cap="flat" cmpd="sng" w="9525">
              <a:solidFill>
                <a:srgbClr val="D9EA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6" name="Google Shape;8316;p137"/>
            <p:cNvSpPr/>
            <p:nvPr/>
          </p:nvSpPr>
          <p:spPr>
            <a:xfrm>
              <a:off x="4450520" y="1670375"/>
              <a:ext cx="1764000" cy="893400"/>
            </a:xfrm>
            <a:prstGeom prst="rect">
              <a:avLst/>
            </a:prstGeom>
            <a:solidFill>
              <a:srgbClr val="F4CCCC"/>
            </a:solidFill>
            <a:ln cap="flat" cmpd="sng" w="9525">
              <a:solidFill>
                <a:srgbClr val="F4CCC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17" name="Google Shape;8317;p137"/>
          <p:cNvGrpSpPr/>
          <p:nvPr/>
        </p:nvGrpSpPr>
        <p:grpSpPr>
          <a:xfrm>
            <a:off x="274200" y="3526110"/>
            <a:ext cx="9531600" cy="561583"/>
            <a:chOff x="274200" y="1663702"/>
            <a:chExt cx="9531600" cy="900550"/>
          </a:xfrm>
        </p:grpSpPr>
        <p:sp>
          <p:nvSpPr>
            <p:cNvPr id="8318" name="Google Shape;8318;p137"/>
            <p:cNvSpPr/>
            <p:nvPr/>
          </p:nvSpPr>
          <p:spPr>
            <a:xfrm>
              <a:off x="274200" y="1663702"/>
              <a:ext cx="9531600" cy="9000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600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t/>
              </a:r>
              <a:endParaRPr b="1" i="0" sz="1800" u="none" cap="none" strike="noStrike">
                <a:solidFill>
                  <a:srgbClr val="000000"/>
                </a:solidFill>
                <a:latin typeface="Roboto"/>
                <a:ea typeface="Roboto"/>
                <a:cs typeface="Roboto"/>
                <a:sym typeface="Roboto"/>
              </a:endParaRPr>
            </a:p>
          </p:txBody>
        </p:sp>
        <p:cxnSp>
          <p:nvCxnSpPr>
            <p:cNvPr id="8319" name="Google Shape;8319;p137"/>
            <p:cNvCxnSpPr/>
            <p:nvPr/>
          </p:nvCxnSpPr>
          <p:spPr>
            <a:xfrm>
              <a:off x="805925" y="1664552"/>
              <a:ext cx="0" cy="899700"/>
            </a:xfrm>
            <a:prstGeom prst="straightConnector1">
              <a:avLst/>
            </a:prstGeom>
            <a:noFill/>
            <a:ln cap="flat" cmpd="sng" w="28575">
              <a:solidFill>
                <a:srgbClr val="D9D9D9"/>
              </a:solidFill>
              <a:prstDash val="solid"/>
              <a:round/>
              <a:headEnd len="sm" w="sm" type="none"/>
              <a:tailEnd len="sm" w="sm" type="none"/>
            </a:ln>
          </p:spPr>
        </p:cxnSp>
        <p:cxnSp>
          <p:nvCxnSpPr>
            <p:cNvPr id="8320" name="Google Shape;8320;p137"/>
            <p:cNvCxnSpPr/>
            <p:nvPr/>
          </p:nvCxnSpPr>
          <p:spPr>
            <a:xfrm>
              <a:off x="2607089" y="1664552"/>
              <a:ext cx="0" cy="899700"/>
            </a:xfrm>
            <a:prstGeom prst="straightConnector1">
              <a:avLst/>
            </a:prstGeom>
            <a:noFill/>
            <a:ln cap="flat" cmpd="sng" w="28575">
              <a:solidFill>
                <a:srgbClr val="D9D9D9"/>
              </a:solidFill>
              <a:prstDash val="solid"/>
              <a:round/>
              <a:headEnd len="sm" w="sm" type="none"/>
              <a:tailEnd len="sm" w="sm" type="none"/>
            </a:ln>
          </p:spPr>
        </p:cxnSp>
        <p:cxnSp>
          <p:nvCxnSpPr>
            <p:cNvPr id="8321" name="Google Shape;8321;p137"/>
            <p:cNvCxnSpPr/>
            <p:nvPr/>
          </p:nvCxnSpPr>
          <p:spPr>
            <a:xfrm>
              <a:off x="4429180" y="1664552"/>
              <a:ext cx="0" cy="899700"/>
            </a:xfrm>
            <a:prstGeom prst="straightConnector1">
              <a:avLst/>
            </a:prstGeom>
            <a:noFill/>
            <a:ln cap="flat" cmpd="sng" w="28575">
              <a:solidFill>
                <a:srgbClr val="B7B7B7"/>
              </a:solidFill>
              <a:prstDash val="solid"/>
              <a:round/>
              <a:headEnd len="sm" w="sm" type="none"/>
              <a:tailEnd len="sm" w="sm" type="none"/>
            </a:ln>
          </p:spPr>
        </p:cxnSp>
        <p:cxnSp>
          <p:nvCxnSpPr>
            <p:cNvPr id="8322" name="Google Shape;8322;p137"/>
            <p:cNvCxnSpPr/>
            <p:nvPr/>
          </p:nvCxnSpPr>
          <p:spPr>
            <a:xfrm>
              <a:off x="6237052" y="1664552"/>
              <a:ext cx="0" cy="899700"/>
            </a:xfrm>
            <a:prstGeom prst="straightConnector1">
              <a:avLst/>
            </a:prstGeom>
            <a:noFill/>
            <a:ln cap="flat" cmpd="sng" w="28575">
              <a:solidFill>
                <a:srgbClr val="D9D9D9"/>
              </a:solidFill>
              <a:prstDash val="solid"/>
              <a:round/>
              <a:headEnd len="sm" w="sm" type="none"/>
              <a:tailEnd len="sm" w="sm" type="none"/>
            </a:ln>
          </p:spPr>
        </p:cxnSp>
        <p:cxnSp>
          <p:nvCxnSpPr>
            <p:cNvPr id="8323" name="Google Shape;8323;p137"/>
            <p:cNvCxnSpPr/>
            <p:nvPr/>
          </p:nvCxnSpPr>
          <p:spPr>
            <a:xfrm>
              <a:off x="8031107" y="1664552"/>
              <a:ext cx="0" cy="899700"/>
            </a:xfrm>
            <a:prstGeom prst="straightConnector1">
              <a:avLst/>
            </a:prstGeom>
            <a:noFill/>
            <a:ln cap="flat" cmpd="sng" w="28575">
              <a:solidFill>
                <a:srgbClr val="D9D9D9"/>
              </a:solidFill>
              <a:prstDash val="solid"/>
              <a:round/>
              <a:headEnd len="sm" w="sm" type="none"/>
              <a:tailEnd len="sm" w="sm" type="none"/>
            </a:ln>
          </p:spPr>
        </p:cxnSp>
        <p:sp>
          <p:nvSpPr>
            <p:cNvPr id="8324" name="Google Shape;8324;p137"/>
            <p:cNvSpPr/>
            <p:nvPr/>
          </p:nvSpPr>
          <p:spPr>
            <a:xfrm>
              <a:off x="2627447" y="1670375"/>
              <a:ext cx="1782000" cy="893400"/>
            </a:xfrm>
            <a:prstGeom prst="rect">
              <a:avLst/>
            </a:prstGeom>
            <a:solidFill>
              <a:srgbClr val="D9EAD3"/>
            </a:solidFill>
            <a:ln cap="flat" cmpd="sng" w="9525">
              <a:solidFill>
                <a:srgbClr val="D9EA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5" name="Google Shape;8325;p137"/>
            <p:cNvSpPr/>
            <p:nvPr/>
          </p:nvSpPr>
          <p:spPr>
            <a:xfrm>
              <a:off x="4450520" y="1670375"/>
              <a:ext cx="1764000" cy="893400"/>
            </a:xfrm>
            <a:prstGeom prst="rect">
              <a:avLst/>
            </a:prstGeom>
            <a:solidFill>
              <a:srgbClr val="F4CCCC"/>
            </a:solidFill>
            <a:ln cap="flat" cmpd="sng" w="9525">
              <a:solidFill>
                <a:srgbClr val="F4CCC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26" name="Google Shape;8326;p137"/>
          <p:cNvGrpSpPr/>
          <p:nvPr/>
        </p:nvGrpSpPr>
        <p:grpSpPr>
          <a:xfrm>
            <a:off x="274200" y="4174179"/>
            <a:ext cx="9531600" cy="561583"/>
            <a:chOff x="274200" y="1663702"/>
            <a:chExt cx="9531600" cy="900550"/>
          </a:xfrm>
        </p:grpSpPr>
        <p:sp>
          <p:nvSpPr>
            <p:cNvPr id="8327" name="Google Shape;8327;p137"/>
            <p:cNvSpPr/>
            <p:nvPr/>
          </p:nvSpPr>
          <p:spPr>
            <a:xfrm>
              <a:off x="274200" y="1663702"/>
              <a:ext cx="9531600" cy="9000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600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t/>
              </a:r>
              <a:endParaRPr b="1" i="0" sz="1800" u="none" cap="none" strike="noStrike">
                <a:solidFill>
                  <a:srgbClr val="000000"/>
                </a:solidFill>
                <a:latin typeface="Roboto"/>
                <a:ea typeface="Roboto"/>
                <a:cs typeface="Roboto"/>
                <a:sym typeface="Roboto"/>
              </a:endParaRPr>
            </a:p>
          </p:txBody>
        </p:sp>
        <p:cxnSp>
          <p:nvCxnSpPr>
            <p:cNvPr id="8328" name="Google Shape;8328;p137"/>
            <p:cNvCxnSpPr/>
            <p:nvPr/>
          </p:nvCxnSpPr>
          <p:spPr>
            <a:xfrm>
              <a:off x="805925" y="1664552"/>
              <a:ext cx="0" cy="899700"/>
            </a:xfrm>
            <a:prstGeom prst="straightConnector1">
              <a:avLst/>
            </a:prstGeom>
            <a:noFill/>
            <a:ln cap="flat" cmpd="sng" w="28575">
              <a:solidFill>
                <a:srgbClr val="D9D9D9"/>
              </a:solidFill>
              <a:prstDash val="solid"/>
              <a:round/>
              <a:headEnd len="sm" w="sm" type="none"/>
              <a:tailEnd len="sm" w="sm" type="none"/>
            </a:ln>
          </p:spPr>
        </p:cxnSp>
        <p:cxnSp>
          <p:nvCxnSpPr>
            <p:cNvPr id="8329" name="Google Shape;8329;p137"/>
            <p:cNvCxnSpPr/>
            <p:nvPr/>
          </p:nvCxnSpPr>
          <p:spPr>
            <a:xfrm>
              <a:off x="2607089" y="1664552"/>
              <a:ext cx="0" cy="899700"/>
            </a:xfrm>
            <a:prstGeom prst="straightConnector1">
              <a:avLst/>
            </a:prstGeom>
            <a:noFill/>
            <a:ln cap="flat" cmpd="sng" w="28575">
              <a:solidFill>
                <a:srgbClr val="D9D9D9"/>
              </a:solidFill>
              <a:prstDash val="solid"/>
              <a:round/>
              <a:headEnd len="sm" w="sm" type="none"/>
              <a:tailEnd len="sm" w="sm" type="none"/>
            </a:ln>
          </p:spPr>
        </p:cxnSp>
        <p:cxnSp>
          <p:nvCxnSpPr>
            <p:cNvPr id="8330" name="Google Shape;8330;p137"/>
            <p:cNvCxnSpPr/>
            <p:nvPr/>
          </p:nvCxnSpPr>
          <p:spPr>
            <a:xfrm>
              <a:off x="4429180" y="1664552"/>
              <a:ext cx="0" cy="899700"/>
            </a:xfrm>
            <a:prstGeom prst="straightConnector1">
              <a:avLst/>
            </a:prstGeom>
            <a:noFill/>
            <a:ln cap="flat" cmpd="sng" w="28575">
              <a:solidFill>
                <a:srgbClr val="B7B7B7"/>
              </a:solidFill>
              <a:prstDash val="solid"/>
              <a:round/>
              <a:headEnd len="sm" w="sm" type="none"/>
              <a:tailEnd len="sm" w="sm" type="none"/>
            </a:ln>
          </p:spPr>
        </p:cxnSp>
        <p:cxnSp>
          <p:nvCxnSpPr>
            <p:cNvPr id="8331" name="Google Shape;8331;p137"/>
            <p:cNvCxnSpPr/>
            <p:nvPr/>
          </p:nvCxnSpPr>
          <p:spPr>
            <a:xfrm>
              <a:off x="6237052" y="1664552"/>
              <a:ext cx="0" cy="899700"/>
            </a:xfrm>
            <a:prstGeom prst="straightConnector1">
              <a:avLst/>
            </a:prstGeom>
            <a:noFill/>
            <a:ln cap="flat" cmpd="sng" w="28575">
              <a:solidFill>
                <a:srgbClr val="D9D9D9"/>
              </a:solidFill>
              <a:prstDash val="solid"/>
              <a:round/>
              <a:headEnd len="sm" w="sm" type="none"/>
              <a:tailEnd len="sm" w="sm" type="none"/>
            </a:ln>
          </p:spPr>
        </p:cxnSp>
        <p:cxnSp>
          <p:nvCxnSpPr>
            <p:cNvPr id="8332" name="Google Shape;8332;p137"/>
            <p:cNvCxnSpPr/>
            <p:nvPr/>
          </p:nvCxnSpPr>
          <p:spPr>
            <a:xfrm>
              <a:off x="8031107" y="1664552"/>
              <a:ext cx="0" cy="899700"/>
            </a:xfrm>
            <a:prstGeom prst="straightConnector1">
              <a:avLst/>
            </a:prstGeom>
            <a:noFill/>
            <a:ln cap="flat" cmpd="sng" w="28575">
              <a:solidFill>
                <a:srgbClr val="D9D9D9"/>
              </a:solidFill>
              <a:prstDash val="solid"/>
              <a:round/>
              <a:headEnd len="sm" w="sm" type="none"/>
              <a:tailEnd len="sm" w="sm" type="none"/>
            </a:ln>
          </p:spPr>
        </p:cxnSp>
        <p:sp>
          <p:nvSpPr>
            <p:cNvPr id="8333" name="Google Shape;8333;p137"/>
            <p:cNvSpPr/>
            <p:nvPr/>
          </p:nvSpPr>
          <p:spPr>
            <a:xfrm>
              <a:off x="2627447" y="1670375"/>
              <a:ext cx="1782000" cy="893400"/>
            </a:xfrm>
            <a:prstGeom prst="rect">
              <a:avLst/>
            </a:prstGeom>
            <a:solidFill>
              <a:srgbClr val="D9EAD3"/>
            </a:solidFill>
            <a:ln cap="flat" cmpd="sng" w="9525">
              <a:solidFill>
                <a:srgbClr val="D9EA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4" name="Google Shape;8334;p137"/>
            <p:cNvSpPr/>
            <p:nvPr/>
          </p:nvSpPr>
          <p:spPr>
            <a:xfrm>
              <a:off x="4450520" y="1670375"/>
              <a:ext cx="1764000" cy="893400"/>
            </a:xfrm>
            <a:prstGeom prst="rect">
              <a:avLst/>
            </a:prstGeom>
            <a:solidFill>
              <a:srgbClr val="F4CCCC"/>
            </a:solidFill>
            <a:ln cap="flat" cmpd="sng" w="9525">
              <a:solidFill>
                <a:srgbClr val="F4CCC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335" name="Google Shape;8335;p137"/>
          <p:cNvSpPr txBox="1"/>
          <p:nvPr>
            <p:ph idx="1" type="subTitle"/>
          </p:nvPr>
        </p:nvSpPr>
        <p:spPr>
          <a:xfrm>
            <a:off x="832100" y="1581903"/>
            <a:ext cx="1750500" cy="5616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8336" name="Google Shape;8336;p137"/>
          <p:cNvSpPr txBox="1"/>
          <p:nvPr>
            <p:ph idx="2" type="subTitle"/>
          </p:nvPr>
        </p:nvSpPr>
        <p:spPr>
          <a:xfrm>
            <a:off x="2631411" y="1581903"/>
            <a:ext cx="1771500" cy="5616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8337" name="Google Shape;8337;p137"/>
          <p:cNvSpPr txBox="1"/>
          <p:nvPr>
            <p:ph idx="3" type="subTitle"/>
          </p:nvPr>
        </p:nvSpPr>
        <p:spPr>
          <a:xfrm>
            <a:off x="4460203" y="1581903"/>
            <a:ext cx="1750500" cy="5616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8338" name="Google Shape;8338;p137"/>
          <p:cNvSpPr txBox="1"/>
          <p:nvPr>
            <p:ph idx="4" type="subTitle"/>
          </p:nvPr>
        </p:nvSpPr>
        <p:spPr>
          <a:xfrm>
            <a:off x="6269339" y="1581903"/>
            <a:ext cx="1731300" cy="5616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8339" name="Google Shape;8339;p137"/>
          <p:cNvSpPr txBox="1"/>
          <p:nvPr>
            <p:ph idx="5" type="subTitle"/>
          </p:nvPr>
        </p:nvSpPr>
        <p:spPr>
          <a:xfrm>
            <a:off x="8053914" y="1581903"/>
            <a:ext cx="1731300" cy="5616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grpSp>
        <p:nvGrpSpPr>
          <p:cNvPr id="8340" name="Google Shape;8340;p137"/>
          <p:cNvGrpSpPr/>
          <p:nvPr/>
        </p:nvGrpSpPr>
        <p:grpSpPr>
          <a:xfrm>
            <a:off x="274200" y="2229971"/>
            <a:ext cx="9531600" cy="561583"/>
            <a:chOff x="274200" y="1663702"/>
            <a:chExt cx="9531600" cy="900550"/>
          </a:xfrm>
        </p:grpSpPr>
        <p:sp>
          <p:nvSpPr>
            <p:cNvPr id="8341" name="Google Shape;8341;p137"/>
            <p:cNvSpPr/>
            <p:nvPr/>
          </p:nvSpPr>
          <p:spPr>
            <a:xfrm>
              <a:off x="274200" y="1663702"/>
              <a:ext cx="9531600" cy="9000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600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t/>
              </a:r>
              <a:endParaRPr b="1" i="0" sz="1800" u="none" cap="none" strike="noStrike">
                <a:solidFill>
                  <a:srgbClr val="000000"/>
                </a:solidFill>
                <a:latin typeface="Roboto"/>
                <a:ea typeface="Roboto"/>
                <a:cs typeface="Roboto"/>
                <a:sym typeface="Roboto"/>
              </a:endParaRPr>
            </a:p>
          </p:txBody>
        </p:sp>
        <p:cxnSp>
          <p:nvCxnSpPr>
            <p:cNvPr id="8342" name="Google Shape;8342;p137"/>
            <p:cNvCxnSpPr/>
            <p:nvPr/>
          </p:nvCxnSpPr>
          <p:spPr>
            <a:xfrm>
              <a:off x="805925" y="1664552"/>
              <a:ext cx="0" cy="899700"/>
            </a:xfrm>
            <a:prstGeom prst="straightConnector1">
              <a:avLst/>
            </a:prstGeom>
            <a:noFill/>
            <a:ln cap="flat" cmpd="sng" w="28575">
              <a:solidFill>
                <a:srgbClr val="D9D9D9"/>
              </a:solidFill>
              <a:prstDash val="solid"/>
              <a:round/>
              <a:headEnd len="sm" w="sm" type="none"/>
              <a:tailEnd len="sm" w="sm" type="none"/>
            </a:ln>
          </p:spPr>
        </p:cxnSp>
        <p:cxnSp>
          <p:nvCxnSpPr>
            <p:cNvPr id="8343" name="Google Shape;8343;p137"/>
            <p:cNvCxnSpPr/>
            <p:nvPr/>
          </p:nvCxnSpPr>
          <p:spPr>
            <a:xfrm>
              <a:off x="2607089" y="1664552"/>
              <a:ext cx="0" cy="899700"/>
            </a:xfrm>
            <a:prstGeom prst="straightConnector1">
              <a:avLst/>
            </a:prstGeom>
            <a:noFill/>
            <a:ln cap="flat" cmpd="sng" w="28575">
              <a:solidFill>
                <a:srgbClr val="D9D9D9"/>
              </a:solidFill>
              <a:prstDash val="solid"/>
              <a:round/>
              <a:headEnd len="sm" w="sm" type="none"/>
              <a:tailEnd len="sm" w="sm" type="none"/>
            </a:ln>
          </p:spPr>
        </p:cxnSp>
        <p:cxnSp>
          <p:nvCxnSpPr>
            <p:cNvPr id="8344" name="Google Shape;8344;p137"/>
            <p:cNvCxnSpPr/>
            <p:nvPr/>
          </p:nvCxnSpPr>
          <p:spPr>
            <a:xfrm>
              <a:off x="4429180" y="1664552"/>
              <a:ext cx="0" cy="899700"/>
            </a:xfrm>
            <a:prstGeom prst="straightConnector1">
              <a:avLst/>
            </a:prstGeom>
            <a:noFill/>
            <a:ln cap="flat" cmpd="sng" w="28575">
              <a:solidFill>
                <a:srgbClr val="B7B7B7"/>
              </a:solidFill>
              <a:prstDash val="solid"/>
              <a:round/>
              <a:headEnd len="sm" w="sm" type="none"/>
              <a:tailEnd len="sm" w="sm" type="none"/>
            </a:ln>
          </p:spPr>
        </p:cxnSp>
        <p:cxnSp>
          <p:nvCxnSpPr>
            <p:cNvPr id="8345" name="Google Shape;8345;p137"/>
            <p:cNvCxnSpPr/>
            <p:nvPr/>
          </p:nvCxnSpPr>
          <p:spPr>
            <a:xfrm>
              <a:off x="6237052" y="1664552"/>
              <a:ext cx="0" cy="899700"/>
            </a:xfrm>
            <a:prstGeom prst="straightConnector1">
              <a:avLst/>
            </a:prstGeom>
            <a:noFill/>
            <a:ln cap="flat" cmpd="sng" w="28575">
              <a:solidFill>
                <a:srgbClr val="D9D9D9"/>
              </a:solidFill>
              <a:prstDash val="solid"/>
              <a:round/>
              <a:headEnd len="sm" w="sm" type="none"/>
              <a:tailEnd len="sm" w="sm" type="none"/>
            </a:ln>
          </p:spPr>
        </p:cxnSp>
        <p:cxnSp>
          <p:nvCxnSpPr>
            <p:cNvPr id="8346" name="Google Shape;8346;p137"/>
            <p:cNvCxnSpPr/>
            <p:nvPr/>
          </p:nvCxnSpPr>
          <p:spPr>
            <a:xfrm>
              <a:off x="8031107" y="1664552"/>
              <a:ext cx="0" cy="899700"/>
            </a:xfrm>
            <a:prstGeom prst="straightConnector1">
              <a:avLst/>
            </a:prstGeom>
            <a:noFill/>
            <a:ln cap="flat" cmpd="sng" w="28575">
              <a:solidFill>
                <a:srgbClr val="D9D9D9"/>
              </a:solidFill>
              <a:prstDash val="solid"/>
              <a:round/>
              <a:headEnd len="sm" w="sm" type="none"/>
              <a:tailEnd len="sm" w="sm" type="none"/>
            </a:ln>
          </p:spPr>
        </p:cxnSp>
        <p:sp>
          <p:nvSpPr>
            <p:cNvPr id="8347" name="Google Shape;8347;p137"/>
            <p:cNvSpPr/>
            <p:nvPr/>
          </p:nvSpPr>
          <p:spPr>
            <a:xfrm>
              <a:off x="2627447" y="1670375"/>
              <a:ext cx="1782000" cy="893400"/>
            </a:xfrm>
            <a:prstGeom prst="rect">
              <a:avLst/>
            </a:prstGeom>
            <a:solidFill>
              <a:srgbClr val="D9EAD3"/>
            </a:solidFill>
            <a:ln cap="flat" cmpd="sng" w="9525">
              <a:solidFill>
                <a:srgbClr val="D9EA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8" name="Google Shape;8348;p137"/>
            <p:cNvSpPr/>
            <p:nvPr/>
          </p:nvSpPr>
          <p:spPr>
            <a:xfrm>
              <a:off x="4450520" y="1670375"/>
              <a:ext cx="1764000" cy="893400"/>
            </a:xfrm>
            <a:prstGeom prst="rect">
              <a:avLst/>
            </a:prstGeom>
            <a:solidFill>
              <a:srgbClr val="F4CCCC"/>
            </a:solidFill>
            <a:ln cap="flat" cmpd="sng" w="9525">
              <a:solidFill>
                <a:srgbClr val="F4CCC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349" name="Google Shape;8349;p137"/>
          <p:cNvSpPr txBox="1"/>
          <p:nvPr/>
        </p:nvSpPr>
        <p:spPr>
          <a:xfrm>
            <a:off x="277302" y="1581966"/>
            <a:ext cx="509100" cy="5616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s-419">
                <a:latin typeface="Arvo"/>
                <a:ea typeface="Arvo"/>
                <a:cs typeface="Arvo"/>
                <a:sym typeface="Arvo"/>
              </a:rPr>
              <a:t>1</a:t>
            </a:r>
            <a:endParaRPr b="1">
              <a:latin typeface="Arvo"/>
              <a:ea typeface="Arvo"/>
              <a:cs typeface="Arvo"/>
              <a:sym typeface="Arvo"/>
            </a:endParaRPr>
          </a:p>
        </p:txBody>
      </p:sp>
      <p:sp>
        <p:nvSpPr>
          <p:cNvPr id="8350" name="Google Shape;8350;p137"/>
          <p:cNvSpPr txBox="1"/>
          <p:nvPr>
            <p:ph idx="6" type="subTitle"/>
          </p:nvPr>
        </p:nvSpPr>
        <p:spPr>
          <a:xfrm>
            <a:off x="832100" y="2878393"/>
            <a:ext cx="1750500" cy="5616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8351" name="Google Shape;8351;p137"/>
          <p:cNvSpPr txBox="1"/>
          <p:nvPr>
            <p:ph idx="7" type="subTitle"/>
          </p:nvPr>
        </p:nvSpPr>
        <p:spPr>
          <a:xfrm>
            <a:off x="2631411" y="2878393"/>
            <a:ext cx="1771500" cy="5616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8352" name="Google Shape;8352;p137"/>
          <p:cNvSpPr txBox="1"/>
          <p:nvPr>
            <p:ph idx="8" type="subTitle"/>
          </p:nvPr>
        </p:nvSpPr>
        <p:spPr>
          <a:xfrm>
            <a:off x="4460203" y="2878393"/>
            <a:ext cx="1750500" cy="5616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8353" name="Google Shape;8353;p137"/>
          <p:cNvSpPr txBox="1"/>
          <p:nvPr>
            <p:ph idx="9" type="subTitle"/>
          </p:nvPr>
        </p:nvSpPr>
        <p:spPr>
          <a:xfrm>
            <a:off x="6269339" y="2878393"/>
            <a:ext cx="1731300" cy="5616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8354" name="Google Shape;8354;p137"/>
          <p:cNvSpPr txBox="1"/>
          <p:nvPr>
            <p:ph idx="13" type="subTitle"/>
          </p:nvPr>
        </p:nvSpPr>
        <p:spPr>
          <a:xfrm>
            <a:off x="8053914" y="2878393"/>
            <a:ext cx="1731300" cy="5616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8355" name="Google Shape;8355;p137"/>
          <p:cNvSpPr txBox="1"/>
          <p:nvPr/>
        </p:nvSpPr>
        <p:spPr>
          <a:xfrm>
            <a:off x="277302" y="2878456"/>
            <a:ext cx="509100" cy="5616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s-419">
                <a:latin typeface="Arvo"/>
                <a:ea typeface="Arvo"/>
                <a:cs typeface="Arvo"/>
                <a:sym typeface="Arvo"/>
              </a:rPr>
              <a:t>3</a:t>
            </a:r>
            <a:endParaRPr b="1">
              <a:latin typeface="Arvo"/>
              <a:ea typeface="Arvo"/>
              <a:cs typeface="Arvo"/>
              <a:sym typeface="Arvo"/>
            </a:endParaRPr>
          </a:p>
        </p:txBody>
      </p:sp>
      <p:sp>
        <p:nvSpPr>
          <p:cNvPr id="8356" name="Google Shape;8356;p137"/>
          <p:cNvSpPr txBox="1"/>
          <p:nvPr>
            <p:ph idx="14" type="subTitle"/>
          </p:nvPr>
        </p:nvSpPr>
        <p:spPr>
          <a:xfrm>
            <a:off x="832100" y="3528393"/>
            <a:ext cx="1750500" cy="5616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8357" name="Google Shape;8357;p137"/>
          <p:cNvSpPr txBox="1"/>
          <p:nvPr>
            <p:ph idx="15" type="subTitle"/>
          </p:nvPr>
        </p:nvSpPr>
        <p:spPr>
          <a:xfrm>
            <a:off x="2631411" y="3528393"/>
            <a:ext cx="1771500" cy="5616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8358" name="Google Shape;8358;p137"/>
          <p:cNvSpPr txBox="1"/>
          <p:nvPr>
            <p:ph idx="16" type="subTitle"/>
          </p:nvPr>
        </p:nvSpPr>
        <p:spPr>
          <a:xfrm>
            <a:off x="832100" y="2230907"/>
            <a:ext cx="1750500" cy="5616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8359" name="Google Shape;8359;p137"/>
          <p:cNvSpPr txBox="1"/>
          <p:nvPr>
            <p:ph idx="17" type="subTitle"/>
          </p:nvPr>
        </p:nvSpPr>
        <p:spPr>
          <a:xfrm>
            <a:off x="2631411" y="2230907"/>
            <a:ext cx="1771500" cy="5616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8360" name="Google Shape;8360;p137"/>
          <p:cNvSpPr txBox="1"/>
          <p:nvPr>
            <p:ph idx="18" type="subTitle"/>
          </p:nvPr>
        </p:nvSpPr>
        <p:spPr>
          <a:xfrm>
            <a:off x="4460203" y="2230907"/>
            <a:ext cx="1750500" cy="5616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8361" name="Google Shape;8361;p137"/>
          <p:cNvSpPr txBox="1"/>
          <p:nvPr>
            <p:ph idx="19" type="subTitle"/>
          </p:nvPr>
        </p:nvSpPr>
        <p:spPr>
          <a:xfrm>
            <a:off x="6269339" y="2230907"/>
            <a:ext cx="1731300" cy="5616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8362" name="Google Shape;8362;p137"/>
          <p:cNvSpPr txBox="1"/>
          <p:nvPr>
            <p:ph idx="20" type="subTitle"/>
          </p:nvPr>
        </p:nvSpPr>
        <p:spPr>
          <a:xfrm>
            <a:off x="8053914" y="2230907"/>
            <a:ext cx="1731300" cy="5616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8363" name="Google Shape;8363;p137"/>
          <p:cNvSpPr txBox="1"/>
          <p:nvPr/>
        </p:nvSpPr>
        <p:spPr>
          <a:xfrm>
            <a:off x="277302" y="2230969"/>
            <a:ext cx="509100" cy="5616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s-419">
                <a:latin typeface="Arvo"/>
                <a:ea typeface="Arvo"/>
                <a:cs typeface="Arvo"/>
                <a:sym typeface="Arvo"/>
              </a:rPr>
              <a:t>2</a:t>
            </a:r>
            <a:endParaRPr b="1">
              <a:latin typeface="Arvo"/>
              <a:ea typeface="Arvo"/>
              <a:cs typeface="Arvo"/>
              <a:sym typeface="Arvo"/>
            </a:endParaRPr>
          </a:p>
        </p:txBody>
      </p:sp>
      <p:sp>
        <p:nvSpPr>
          <p:cNvPr id="8364" name="Google Shape;8364;p137"/>
          <p:cNvSpPr txBox="1"/>
          <p:nvPr>
            <p:ph idx="21" type="subTitle"/>
          </p:nvPr>
        </p:nvSpPr>
        <p:spPr>
          <a:xfrm>
            <a:off x="4460203" y="3528393"/>
            <a:ext cx="1750500" cy="5616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8365" name="Google Shape;8365;p137"/>
          <p:cNvSpPr txBox="1"/>
          <p:nvPr>
            <p:ph idx="22" type="subTitle"/>
          </p:nvPr>
        </p:nvSpPr>
        <p:spPr>
          <a:xfrm>
            <a:off x="6269339" y="3528393"/>
            <a:ext cx="1731300" cy="5616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8366" name="Google Shape;8366;p137"/>
          <p:cNvSpPr txBox="1"/>
          <p:nvPr>
            <p:ph idx="23" type="subTitle"/>
          </p:nvPr>
        </p:nvSpPr>
        <p:spPr>
          <a:xfrm>
            <a:off x="8053914" y="3528393"/>
            <a:ext cx="1731300" cy="5616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8367" name="Google Shape;8367;p137"/>
          <p:cNvSpPr txBox="1"/>
          <p:nvPr/>
        </p:nvSpPr>
        <p:spPr>
          <a:xfrm>
            <a:off x="277302" y="3528456"/>
            <a:ext cx="509100" cy="5616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s-419">
                <a:latin typeface="Arvo"/>
                <a:ea typeface="Arvo"/>
                <a:cs typeface="Arvo"/>
                <a:sym typeface="Arvo"/>
              </a:rPr>
              <a:t>4</a:t>
            </a:r>
            <a:endParaRPr b="1">
              <a:latin typeface="Arvo"/>
              <a:ea typeface="Arvo"/>
              <a:cs typeface="Arvo"/>
              <a:sym typeface="Arvo"/>
            </a:endParaRPr>
          </a:p>
        </p:txBody>
      </p:sp>
      <p:sp>
        <p:nvSpPr>
          <p:cNvPr id="8368" name="Google Shape;8368;p137"/>
          <p:cNvSpPr txBox="1"/>
          <p:nvPr>
            <p:ph idx="24" type="subTitle"/>
          </p:nvPr>
        </p:nvSpPr>
        <p:spPr>
          <a:xfrm>
            <a:off x="832100" y="4174052"/>
            <a:ext cx="1750500" cy="5616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8369" name="Google Shape;8369;p137"/>
          <p:cNvSpPr txBox="1"/>
          <p:nvPr>
            <p:ph idx="25" type="subTitle"/>
          </p:nvPr>
        </p:nvSpPr>
        <p:spPr>
          <a:xfrm>
            <a:off x="2631411" y="4174052"/>
            <a:ext cx="1771500" cy="5616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8370" name="Google Shape;8370;p137"/>
          <p:cNvSpPr txBox="1"/>
          <p:nvPr>
            <p:ph idx="26" type="subTitle"/>
          </p:nvPr>
        </p:nvSpPr>
        <p:spPr>
          <a:xfrm>
            <a:off x="4460203" y="4174052"/>
            <a:ext cx="1750500" cy="5616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8371" name="Google Shape;8371;p137"/>
          <p:cNvSpPr txBox="1"/>
          <p:nvPr>
            <p:ph idx="27" type="subTitle"/>
          </p:nvPr>
        </p:nvSpPr>
        <p:spPr>
          <a:xfrm>
            <a:off x="6269339" y="4174052"/>
            <a:ext cx="1731300" cy="5616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8372" name="Google Shape;8372;p137"/>
          <p:cNvSpPr txBox="1"/>
          <p:nvPr>
            <p:ph idx="28" type="subTitle"/>
          </p:nvPr>
        </p:nvSpPr>
        <p:spPr>
          <a:xfrm>
            <a:off x="8053914" y="4174052"/>
            <a:ext cx="1731300" cy="5616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8373" name="Google Shape;8373;p137"/>
          <p:cNvSpPr txBox="1"/>
          <p:nvPr/>
        </p:nvSpPr>
        <p:spPr>
          <a:xfrm>
            <a:off x="277302" y="4174114"/>
            <a:ext cx="509100" cy="5616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s-419">
                <a:latin typeface="Arvo"/>
                <a:ea typeface="Arvo"/>
                <a:cs typeface="Arvo"/>
                <a:sym typeface="Arvo"/>
              </a:rPr>
              <a:t>5</a:t>
            </a:r>
            <a:endParaRPr b="1">
              <a:latin typeface="Arvo"/>
              <a:ea typeface="Arvo"/>
              <a:cs typeface="Arvo"/>
              <a:sym typeface="Arvo"/>
            </a:endParaRPr>
          </a:p>
        </p:txBody>
      </p:sp>
      <p:grpSp>
        <p:nvGrpSpPr>
          <p:cNvPr id="8374" name="Google Shape;8374;p137"/>
          <p:cNvGrpSpPr/>
          <p:nvPr/>
        </p:nvGrpSpPr>
        <p:grpSpPr>
          <a:xfrm>
            <a:off x="274200" y="4826044"/>
            <a:ext cx="9531600" cy="561583"/>
            <a:chOff x="274200" y="1663702"/>
            <a:chExt cx="9531600" cy="900550"/>
          </a:xfrm>
        </p:grpSpPr>
        <p:sp>
          <p:nvSpPr>
            <p:cNvPr id="8375" name="Google Shape;8375;p137"/>
            <p:cNvSpPr/>
            <p:nvPr/>
          </p:nvSpPr>
          <p:spPr>
            <a:xfrm>
              <a:off x="274200" y="1663702"/>
              <a:ext cx="9531600" cy="9000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600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t/>
              </a:r>
              <a:endParaRPr b="1" i="0" sz="1800" u="none" cap="none" strike="noStrike">
                <a:solidFill>
                  <a:srgbClr val="000000"/>
                </a:solidFill>
                <a:latin typeface="Roboto"/>
                <a:ea typeface="Roboto"/>
                <a:cs typeface="Roboto"/>
                <a:sym typeface="Roboto"/>
              </a:endParaRPr>
            </a:p>
          </p:txBody>
        </p:sp>
        <p:cxnSp>
          <p:nvCxnSpPr>
            <p:cNvPr id="8376" name="Google Shape;8376;p137"/>
            <p:cNvCxnSpPr/>
            <p:nvPr/>
          </p:nvCxnSpPr>
          <p:spPr>
            <a:xfrm>
              <a:off x="805925" y="1664552"/>
              <a:ext cx="0" cy="899700"/>
            </a:xfrm>
            <a:prstGeom prst="straightConnector1">
              <a:avLst/>
            </a:prstGeom>
            <a:noFill/>
            <a:ln cap="flat" cmpd="sng" w="28575">
              <a:solidFill>
                <a:srgbClr val="D9D9D9"/>
              </a:solidFill>
              <a:prstDash val="solid"/>
              <a:round/>
              <a:headEnd len="sm" w="sm" type="none"/>
              <a:tailEnd len="sm" w="sm" type="none"/>
            </a:ln>
          </p:spPr>
        </p:cxnSp>
        <p:cxnSp>
          <p:nvCxnSpPr>
            <p:cNvPr id="8377" name="Google Shape;8377;p137"/>
            <p:cNvCxnSpPr/>
            <p:nvPr/>
          </p:nvCxnSpPr>
          <p:spPr>
            <a:xfrm>
              <a:off x="2607089" y="1664552"/>
              <a:ext cx="0" cy="899700"/>
            </a:xfrm>
            <a:prstGeom prst="straightConnector1">
              <a:avLst/>
            </a:prstGeom>
            <a:noFill/>
            <a:ln cap="flat" cmpd="sng" w="28575">
              <a:solidFill>
                <a:srgbClr val="D9D9D9"/>
              </a:solidFill>
              <a:prstDash val="solid"/>
              <a:round/>
              <a:headEnd len="sm" w="sm" type="none"/>
              <a:tailEnd len="sm" w="sm" type="none"/>
            </a:ln>
          </p:spPr>
        </p:cxnSp>
        <p:cxnSp>
          <p:nvCxnSpPr>
            <p:cNvPr id="8378" name="Google Shape;8378;p137"/>
            <p:cNvCxnSpPr/>
            <p:nvPr/>
          </p:nvCxnSpPr>
          <p:spPr>
            <a:xfrm>
              <a:off x="4429180" y="1664552"/>
              <a:ext cx="0" cy="899700"/>
            </a:xfrm>
            <a:prstGeom prst="straightConnector1">
              <a:avLst/>
            </a:prstGeom>
            <a:noFill/>
            <a:ln cap="flat" cmpd="sng" w="28575">
              <a:solidFill>
                <a:srgbClr val="B7B7B7"/>
              </a:solidFill>
              <a:prstDash val="solid"/>
              <a:round/>
              <a:headEnd len="sm" w="sm" type="none"/>
              <a:tailEnd len="sm" w="sm" type="none"/>
            </a:ln>
          </p:spPr>
        </p:cxnSp>
        <p:cxnSp>
          <p:nvCxnSpPr>
            <p:cNvPr id="8379" name="Google Shape;8379;p137"/>
            <p:cNvCxnSpPr/>
            <p:nvPr/>
          </p:nvCxnSpPr>
          <p:spPr>
            <a:xfrm>
              <a:off x="6237052" y="1664552"/>
              <a:ext cx="0" cy="899700"/>
            </a:xfrm>
            <a:prstGeom prst="straightConnector1">
              <a:avLst/>
            </a:prstGeom>
            <a:noFill/>
            <a:ln cap="flat" cmpd="sng" w="28575">
              <a:solidFill>
                <a:srgbClr val="D9D9D9"/>
              </a:solidFill>
              <a:prstDash val="solid"/>
              <a:round/>
              <a:headEnd len="sm" w="sm" type="none"/>
              <a:tailEnd len="sm" w="sm" type="none"/>
            </a:ln>
          </p:spPr>
        </p:cxnSp>
        <p:cxnSp>
          <p:nvCxnSpPr>
            <p:cNvPr id="8380" name="Google Shape;8380;p137"/>
            <p:cNvCxnSpPr/>
            <p:nvPr/>
          </p:nvCxnSpPr>
          <p:spPr>
            <a:xfrm>
              <a:off x="8031107" y="1664552"/>
              <a:ext cx="0" cy="899700"/>
            </a:xfrm>
            <a:prstGeom prst="straightConnector1">
              <a:avLst/>
            </a:prstGeom>
            <a:noFill/>
            <a:ln cap="flat" cmpd="sng" w="28575">
              <a:solidFill>
                <a:srgbClr val="D9D9D9"/>
              </a:solidFill>
              <a:prstDash val="solid"/>
              <a:round/>
              <a:headEnd len="sm" w="sm" type="none"/>
              <a:tailEnd len="sm" w="sm" type="none"/>
            </a:ln>
          </p:spPr>
        </p:cxnSp>
        <p:sp>
          <p:nvSpPr>
            <p:cNvPr id="8381" name="Google Shape;8381;p137"/>
            <p:cNvSpPr/>
            <p:nvPr/>
          </p:nvSpPr>
          <p:spPr>
            <a:xfrm>
              <a:off x="2627447" y="1670375"/>
              <a:ext cx="1782000" cy="893400"/>
            </a:xfrm>
            <a:prstGeom prst="rect">
              <a:avLst/>
            </a:prstGeom>
            <a:solidFill>
              <a:srgbClr val="D9EAD3"/>
            </a:solidFill>
            <a:ln cap="flat" cmpd="sng" w="9525">
              <a:solidFill>
                <a:srgbClr val="D9EA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2" name="Google Shape;8382;p137"/>
            <p:cNvSpPr/>
            <p:nvPr/>
          </p:nvSpPr>
          <p:spPr>
            <a:xfrm>
              <a:off x="4450520" y="1670375"/>
              <a:ext cx="1764000" cy="893400"/>
            </a:xfrm>
            <a:prstGeom prst="rect">
              <a:avLst/>
            </a:prstGeom>
            <a:solidFill>
              <a:srgbClr val="F4CCCC"/>
            </a:solidFill>
            <a:ln cap="flat" cmpd="sng" w="9525">
              <a:solidFill>
                <a:srgbClr val="F4CCC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83" name="Google Shape;8383;p137"/>
          <p:cNvGrpSpPr/>
          <p:nvPr/>
        </p:nvGrpSpPr>
        <p:grpSpPr>
          <a:xfrm>
            <a:off x="274200" y="5474113"/>
            <a:ext cx="9531600" cy="561583"/>
            <a:chOff x="274200" y="1663702"/>
            <a:chExt cx="9531600" cy="900550"/>
          </a:xfrm>
        </p:grpSpPr>
        <p:sp>
          <p:nvSpPr>
            <p:cNvPr id="8384" name="Google Shape;8384;p137"/>
            <p:cNvSpPr/>
            <p:nvPr/>
          </p:nvSpPr>
          <p:spPr>
            <a:xfrm>
              <a:off x="274200" y="1663702"/>
              <a:ext cx="9531600" cy="9000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600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t/>
              </a:r>
              <a:endParaRPr b="1" i="0" sz="1800" u="none" cap="none" strike="noStrike">
                <a:solidFill>
                  <a:srgbClr val="000000"/>
                </a:solidFill>
                <a:latin typeface="Roboto"/>
                <a:ea typeface="Roboto"/>
                <a:cs typeface="Roboto"/>
                <a:sym typeface="Roboto"/>
              </a:endParaRPr>
            </a:p>
          </p:txBody>
        </p:sp>
        <p:cxnSp>
          <p:nvCxnSpPr>
            <p:cNvPr id="8385" name="Google Shape;8385;p137"/>
            <p:cNvCxnSpPr/>
            <p:nvPr/>
          </p:nvCxnSpPr>
          <p:spPr>
            <a:xfrm>
              <a:off x="805925" y="1664552"/>
              <a:ext cx="0" cy="899700"/>
            </a:xfrm>
            <a:prstGeom prst="straightConnector1">
              <a:avLst/>
            </a:prstGeom>
            <a:noFill/>
            <a:ln cap="flat" cmpd="sng" w="28575">
              <a:solidFill>
                <a:srgbClr val="D9D9D9"/>
              </a:solidFill>
              <a:prstDash val="solid"/>
              <a:round/>
              <a:headEnd len="sm" w="sm" type="none"/>
              <a:tailEnd len="sm" w="sm" type="none"/>
            </a:ln>
          </p:spPr>
        </p:cxnSp>
        <p:cxnSp>
          <p:nvCxnSpPr>
            <p:cNvPr id="8386" name="Google Shape;8386;p137"/>
            <p:cNvCxnSpPr/>
            <p:nvPr/>
          </p:nvCxnSpPr>
          <p:spPr>
            <a:xfrm>
              <a:off x="2607089" y="1664552"/>
              <a:ext cx="0" cy="899700"/>
            </a:xfrm>
            <a:prstGeom prst="straightConnector1">
              <a:avLst/>
            </a:prstGeom>
            <a:noFill/>
            <a:ln cap="flat" cmpd="sng" w="28575">
              <a:solidFill>
                <a:srgbClr val="D9D9D9"/>
              </a:solidFill>
              <a:prstDash val="solid"/>
              <a:round/>
              <a:headEnd len="sm" w="sm" type="none"/>
              <a:tailEnd len="sm" w="sm" type="none"/>
            </a:ln>
          </p:spPr>
        </p:cxnSp>
        <p:cxnSp>
          <p:nvCxnSpPr>
            <p:cNvPr id="8387" name="Google Shape;8387;p137"/>
            <p:cNvCxnSpPr/>
            <p:nvPr/>
          </p:nvCxnSpPr>
          <p:spPr>
            <a:xfrm>
              <a:off x="4429180" y="1664552"/>
              <a:ext cx="0" cy="899700"/>
            </a:xfrm>
            <a:prstGeom prst="straightConnector1">
              <a:avLst/>
            </a:prstGeom>
            <a:noFill/>
            <a:ln cap="flat" cmpd="sng" w="28575">
              <a:solidFill>
                <a:srgbClr val="B7B7B7"/>
              </a:solidFill>
              <a:prstDash val="solid"/>
              <a:round/>
              <a:headEnd len="sm" w="sm" type="none"/>
              <a:tailEnd len="sm" w="sm" type="none"/>
            </a:ln>
          </p:spPr>
        </p:cxnSp>
        <p:cxnSp>
          <p:nvCxnSpPr>
            <p:cNvPr id="8388" name="Google Shape;8388;p137"/>
            <p:cNvCxnSpPr/>
            <p:nvPr/>
          </p:nvCxnSpPr>
          <p:spPr>
            <a:xfrm>
              <a:off x="6237052" y="1664552"/>
              <a:ext cx="0" cy="899700"/>
            </a:xfrm>
            <a:prstGeom prst="straightConnector1">
              <a:avLst/>
            </a:prstGeom>
            <a:noFill/>
            <a:ln cap="flat" cmpd="sng" w="28575">
              <a:solidFill>
                <a:srgbClr val="D9D9D9"/>
              </a:solidFill>
              <a:prstDash val="solid"/>
              <a:round/>
              <a:headEnd len="sm" w="sm" type="none"/>
              <a:tailEnd len="sm" w="sm" type="none"/>
            </a:ln>
          </p:spPr>
        </p:cxnSp>
        <p:cxnSp>
          <p:nvCxnSpPr>
            <p:cNvPr id="8389" name="Google Shape;8389;p137"/>
            <p:cNvCxnSpPr/>
            <p:nvPr/>
          </p:nvCxnSpPr>
          <p:spPr>
            <a:xfrm>
              <a:off x="8031107" y="1664552"/>
              <a:ext cx="0" cy="899700"/>
            </a:xfrm>
            <a:prstGeom prst="straightConnector1">
              <a:avLst/>
            </a:prstGeom>
            <a:noFill/>
            <a:ln cap="flat" cmpd="sng" w="28575">
              <a:solidFill>
                <a:srgbClr val="D9D9D9"/>
              </a:solidFill>
              <a:prstDash val="solid"/>
              <a:round/>
              <a:headEnd len="sm" w="sm" type="none"/>
              <a:tailEnd len="sm" w="sm" type="none"/>
            </a:ln>
          </p:spPr>
        </p:cxnSp>
        <p:sp>
          <p:nvSpPr>
            <p:cNvPr id="8390" name="Google Shape;8390;p137"/>
            <p:cNvSpPr/>
            <p:nvPr/>
          </p:nvSpPr>
          <p:spPr>
            <a:xfrm>
              <a:off x="2627447" y="1670375"/>
              <a:ext cx="1782000" cy="893400"/>
            </a:xfrm>
            <a:prstGeom prst="rect">
              <a:avLst/>
            </a:prstGeom>
            <a:solidFill>
              <a:srgbClr val="D9EAD3"/>
            </a:solidFill>
            <a:ln cap="flat" cmpd="sng" w="9525">
              <a:solidFill>
                <a:srgbClr val="D9EA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1" name="Google Shape;8391;p137"/>
            <p:cNvSpPr/>
            <p:nvPr/>
          </p:nvSpPr>
          <p:spPr>
            <a:xfrm>
              <a:off x="4450520" y="1670375"/>
              <a:ext cx="1764000" cy="893400"/>
            </a:xfrm>
            <a:prstGeom prst="rect">
              <a:avLst/>
            </a:prstGeom>
            <a:solidFill>
              <a:srgbClr val="F4CCCC"/>
            </a:solidFill>
            <a:ln cap="flat" cmpd="sng" w="9525">
              <a:solidFill>
                <a:srgbClr val="F4CCC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92" name="Google Shape;8392;p137"/>
          <p:cNvGrpSpPr/>
          <p:nvPr/>
        </p:nvGrpSpPr>
        <p:grpSpPr>
          <a:xfrm>
            <a:off x="274200" y="6122182"/>
            <a:ext cx="9531600" cy="561583"/>
            <a:chOff x="274200" y="1663702"/>
            <a:chExt cx="9531600" cy="900550"/>
          </a:xfrm>
        </p:grpSpPr>
        <p:sp>
          <p:nvSpPr>
            <p:cNvPr id="8393" name="Google Shape;8393;p137"/>
            <p:cNvSpPr/>
            <p:nvPr/>
          </p:nvSpPr>
          <p:spPr>
            <a:xfrm>
              <a:off x="274200" y="1663702"/>
              <a:ext cx="9531600" cy="9000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600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t/>
              </a:r>
              <a:endParaRPr b="1" i="0" sz="1800" u="none" cap="none" strike="noStrike">
                <a:solidFill>
                  <a:srgbClr val="000000"/>
                </a:solidFill>
                <a:latin typeface="Roboto"/>
                <a:ea typeface="Roboto"/>
                <a:cs typeface="Roboto"/>
                <a:sym typeface="Roboto"/>
              </a:endParaRPr>
            </a:p>
          </p:txBody>
        </p:sp>
        <p:cxnSp>
          <p:nvCxnSpPr>
            <p:cNvPr id="8394" name="Google Shape;8394;p137"/>
            <p:cNvCxnSpPr/>
            <p:nvPr/>
          </p:nvCxnSpPr>
          <p:spPr>
            <a:xfrm>
              <a:off x="805925" y="1664552"/>
              <a:ext cx="0" cy="899700"/>
            </a:xfrm>
            <a:prstGeom prst="straightConnector1">
              <a:avLst/>
            </a:prstGeom>
            <a:noFill/>
            <a:ln cap="flat" cmpd="sng" w="28575">
              <a:solidFill>
                <a:srgbClr val="D9D9D9"/>
              </a:solidFill>
              <a:prstDash val="solid"/>
              <a:round/>
              <a:headEnd len="sm" w="sm" type="none"/>
              <a:tailEnd len="sm" w="sm" type="none"/>
            </a:ln>
          </p:spPr>
        </p:cxnSp>
        <p:cxnSp>
          <p:nvCxnSpPr>
            <p:cNvPr id="8395" name="Google Shape;8395;p137"/>
            <p:cNvCxnSpPr/>
            <p:nvPr/>
          </p:nvCxnSpPr>
          <p:spPr>
            <a:xfrm>
              <a:off x="2607089" y="1664552"/>
              <a:ext cx="0" cy="899700"/>
            </a:xfrm>
            <a:prstGeom prst="straightConnector1">
              <a:avLst/>
            </a:prstGeom>
            <a:noFill/>
            <a:ln cap="flat" cmpd="sng" w="28575">
              <a:solidFill>
                <a:srgbClr val="D9D9D9"/>
              </a:solidFill>
              <a:prstDash val="solid"/>
              <a:round/>
              <a:headEnd len="sm" w="sm" type="none"/>
              <a:tailEnd len="sm" w="sm" type="none"/>
            </a:ln>
          </p:spPr>
        </p:cxnSp>
        <p:cxnSp>
          <p:nvCxnSpPr>
            <p:cNvPr id="8396" name="Google Shape;8396;p137"/>
            <p:cNvCxnSpPr/>
            <p:nvPr/>
          </p:nvCxnSpPr>
          <p:spPr>
            <a:xfrm>
              <a:off x="4429180" y="1664552"/>
              <a:ext cx="0" cy="899700"/>
            </a:xfrm>
            <a:prstGeom prst="straightConnector1">
              <a:avLst/>
            </a:prstGeom>
            <a:noFill/>
            <a:ln cap="flat" cmpd="sng" w="28575">
              <a:solidFill>
                <a:srgbClr val="B7B7B7"/>
              </a:solidFill>
              <a:prstDash val="solid"/>
              <a:round/>
              <a:headEnd len="sm" w="sm" type="none"/>
              <a:tailEnd len="sm" w="sm" type="none"/>
            </a:ln>
          </p:spPr>
        </p:cxnSp>
        <p:cxnSp>
          <p:nvCxnSpPr>
            <p:cNvPr id="8397" name="Google Shape;8397;p137"/>
            <p:cNvCxnSpPr/>
            <p:nvPr/>
          </p:nvCxnSpPr>
          <p:spPr>
            <a:xfrm>
              <a:off x="6237052" y="1664552"/>
              <a:ext cx="0" cy="899700"/>
            </a:xfrm>
            <a:prstGeom prst="straightConnector1">
              <a:avLst/>
            </a:prstGeom>
            <a:noFill/>
            <a:ln cap="flat" cmpd="sng" w="28575">
              <a:solidFill>
                <a:srgbClr val="D9D9D9"/>
              </a:solidFill>
              <a:prstDash val="solid"/>
              <a:round/>
              <a:headEnd len="sm" w="sm" type="none"/>
              <a:tailEnd len="sm" w="sm" type="none"/>
            </a:ln>
          </p:spPr>
        </p:cxnSp>
        <p:cxnSp>
          <p:nvCxnSpPr>
            <p:cNvPr id="8398" name="Google Shape;8398;p137"/>
            <p:cNvCxnSpPr/>
            <p:nvPr/>
          </p:nvCxnSpPr>
          <p:spPr>
            <a:xfrm>
              <a:off x="8031107" y="1664552"/>
              <a:ext cx="0" cy="899700"/>
            </a:xfrm>
            <a:prstGeom prst="straightConnector1">
              <a:avLst/>
            </a:prstGeom>
            <a:noFill/>
            <a:ln cap="flat" cmpd="sng" w="28575">
              <a:solidFill>
                <a:srgbClr val="D9D9D9"/>
              </a:solidFill>
              <a:prstDash val="solid"/>
              <a:round/>
              <a:headEnd len="sm" w="sm" type="none"/>
              <a:tailEnd len="sm" w="sm" type="none"/>
            </a:ln>
          </p:spPr>
        </p:cxnSp>
        <p:sp>
          <p:nvSpPr>
            <p:cNvPr id="8399" name="Google Shape;8399;p137"/>
            <p:cNvSpPr/>
            <p:nvPr/>
          </p:nvSpPr>
          <p:spPr>
            <a:xfrm>
              <a:off x="2627447" y="1670375"/>
              <a:ext cx="1782000" cy="893400"/>
            </a:xfrm>
            <a:prstGeom prst="rect">
              <a:avLst/>
            </a:prstGeom>
            <a:solidFill>
              <a:srgbClr val="D9EAD3"/>
            </a:solidFill>
            <a:ln cap="flat" cmpd="sng" w="9525">
              <a:solidFill>
                <a:srgbClr val="D9EA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0" name="Google Shape;8400;p137"/>
            <p:cNvSpPr/>
            <p:nvPr/>
          </p:nvSpPr>
          <p:spPr>
            <a:xfrm>
              <a:off x="4450520" y="1670375"/>
              <a:ext cx="1764000" cy="893400"/>
            </a:xfrm>
            <a:prstGeom prst="rect">
              <a:avLst/>
            </a:prstGeom>
            <a:solidFill>
              <a:srgbClr val="F4CCCC"/>
            </a:solidFill>
            <a:ln cap="flat" cmpd="sng" w="9525">
              <a:solidFill>
                <a:srgbClr val="F4CCC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401" name="Google Shape;8401;p137"/>
          <p:cNvSpPr txBox="1"/>
          <p:nvPr>
            <p:ph idx="29" type="subTitle"/>
          </p:nvPr>
        </p:nvSpPr>
        <p:spPr>
          <a:xfrm>
            <a:off x="832100" y="4826396"/>
            <a:ext cx="1750500" cy="5616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8402" name="Google Shape;8402;p137"/>
          <p:cNvSpPr txBox="1"/>
          <p:nvPr>
            <p:ph idx="30" type="subTitle"/>
          </p:nvPr>
        </p:nvSpPr>
        <p:spPr>
          <a:xfrm>
            <a:off x="2631411" y="4826396"/>
            <a:ext cx="1771500" cy="5616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8403" name="Google Shape;8403;p137"/>
          <p:cNvSpPr txBox="1"/>
          <p:nvPr>
            <p:ph idx="31" type="subTitle"/>
          </p:nvPr>
        </p:nvSpPr>
        <p:spPr>
          <a:xfrm>
            <a:off x="4460203" y="4826396"/>
            <a:ext cx="1750500" cy="5616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8404" name="Google Shape;8404;p137"/>
          <p:cNvSpPr txBox="1"/>
          <p:nvPr>
            <p:ph idx="32" type="subTitle"/>
          </p:nvPr>
        </p:nvSpPr>
        <p:spPr>
          <a:xfrm>
            <a:off x="6269339" y="4826396"/>
            <a:ext cx="1731300" cy="5616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8405" name="Google Shape;8405;p137"/>
          <p:cNvSpPr txBox="1"/>
          <p:nvPr>
            <p:ph idx="33" type="subTitle"/>
          </p:nvPr>
        </p:nvSpPr>
        <p:spPr>
          <a:xfrm>
            <a:off x="8053914" y="4826396"/>
            <a:ext cx="1731300" cy="5616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8406" name="Google Shape;8406;p137"/>
          <p:cNvSpPr txBox="1"/>
          <p:nvPr/>
        </p:nvSpPr>
        <p:spPr>
          <a:xfrm>
            <a:off x="277302" y="4826459"/>
            <a:ext cx="509100" cy="5616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s-419">
                <a:latin typeface="Arvo"/>
                <a:ea typeface="Arvo"/>
                <a:cs typeface="Arvo"/>
                <a:sym typeface="Arvo"/>
              </a:rPr>
              <a:t>6</a:t>
            </a:r>
            <a:endParaRPr b="1">
              <a:latin typeface="Arvo"/>
              <a:ea typeface="Arvo"/>
              <a:cs typeface="Arvo"/>
              <a:sym typeface="Arvo"/>
            </a:endParaRPr>
          </a:p>
        </p:txBody>
      </p:sp>
      <p:sp>
        <p:nvSpPr>
          <p:cNvPr id="8407" name="Google Shape;8407;p137"/>
          <p:cNvSpPr txBox="1"/>
          <p:nvPr>
            <p:ph idx="34" type="subTitle"/>
          </p:nvPr>
        </p:nvSpPr>
        <p:spPr>
          <a:xfrm>
            <a:off x="832100" y="5476396"/>
            <a:ext cx="1750500" cy="5616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8408" name="Google Shape;8408;p137"/>
          <p:cNvSpPr txBox="1"/>
          <p:nvPr>
            <p:ph idx="35" type="subTitle"/>
          </p:nvPr>
        </p:nvSpPr>
        <p:spPr>
          <a:xfrm>
            <a:off x="2631411" y="5476396"/>
            <a:ext cx="1771500" cy="5616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8409" name="Google Shape;8409;p137"/>
          <p:cNvSpPr txBox="1"/>
          <p:nvPr>
            <p:ph idx="36" type="subTitle"/>
          </p:nvPr>
        </p:nvSpPr>
        <p:spPr>
          <a:xfrm>
            <a:off x="4460203" y="5476396"/>
            <a:ext cx="1750500" cy="5616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8410" name="Google Shape;8410;p137"/>
          <p:cNvSpPr txBox="1"/>
          <p:nvPr>
            <p:ph idx="37" type="subTitle"/>
          </p:nvPr>
        </p:nvSpPr>
        <p:spPr>
          <a:xfrm>
            <a:off x="6269339" y="5476396"/>
            <a:ext cx="1731300" cy="5616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8411" name="Google Shape;8411;p137"/>
          <p:cNvSpPr txBox="1"/>
          <p:nvPr>
            <p:ph idx="38" type="subTitle"/>
          </p:nvPr>
        </p:nvSpPr>
        <p:spPr>
          <a:xfrm>
            <a:off x="8053914" y="5476396"/>
            <a:ext cx="1731300" cy="5616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8412" name="Google Shape;8412;p137"/>
          <p:cNvSpPr txBox="1"/>
          <p:nvPr/>
        </p:nvSpPr>
        <p:spPr>
          <a:xfrm>
            <a:off x="277302" y="5476459"/>
            <a:ext cx="509100" cy="5616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s-419">
                <a:latin typeface="Arvo"/>
                <a:ea typeface="Arvo"/>
                <a:cs typeface="Arvo"/>
                <a:sym typeface="Arvo"/>
              </a:rPr>
              <a:t>7</a:t>
            </a:r>
            <a:endParaRPr b="1">
              <a:latin typeface="Arvo"/>
              <a:ea typeface="Arvo"/>
              <a:cs typeface="Arvo"/>
              <a:sym typeface="Arvo"/>
            </a:endParaRPr>
          </a:p>
        </p:txBody>
      </p:sp>
      <p:sp>
        <p:nvSpPr>
          <p:cNvPr id="8413" name="Google Shape;8413;p137"/>
          <p:cNvSpPr txBox="1"/>
          <p:nvPr>
            <p:ph idx="39" type="subTitle"/>
          </p:nvPr>
        </p:nvSpPr>
        <p:spPr>
          <a:xfrm>
            <a:off x="832100" y="6122055"/>
            <a:ext cx="1750500" cy="5616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8414" name="Google Shape;8414;p137"/>
          <p:cNvSpPr txBox="1"/>
          <p:nvPr>
            <p:ph idx="40" type="subTitle"/>
          </p:nvPr>
        </p:nvSpPr>
        <p:spPr>
          <a:xfrm>
            <a:off x="2631411" y="6122055"/>
            <a:ext cx="1771500" cy="5616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8415" name="Google Shape;8415;p137"/>
          <p:cNvSpPr txBox="1"/>
          <p:nvPr>
            <p:ph idx="41" type="subTitle"/>
          </p:nvPr>
        </p:nvSpPr>
        <p:spPr>
          <a:xfrm>
            <a:off x="4460203" y="6122055"/>
            <a:ext cx="1750500" cy="5616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8416" name="Google Shape;8416;p137"/>
          <p:cNvSpPr txBox="1"/>
          <p:nvPr>
            <p:ph idx="42" type="subTitle"/>
          </p:nvPr>
        </p:nvSpPr>
        <p:spPr>
          <a:xfrm>
            <a:off x="6269339" y="6122055"/>
            <a:ext cx="1731300" cy="5616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8417" name="Google Shape;8417;p137"/>
          <p:cNvSpPr txBox="1"/>
          <p:nvPr>
            <p:ph idx="43" type="subTitle"/>
          </p:nvPr>
        </p:nvSpPr>
        <p:spPr>
          <a:xfrm>
            <a:off x="8053914" y="6122055"/>
            <a:ext cx="1731300" cy="5616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8418" name="Google Shape;8418;p137"/>
          <p:cNvSpPr txBox="1"/>
          <p:nvPr/>
        </p:nvSpPr>
        <p:spPr>
          <a:xfrm>
            <a:off x="277302" y="6122117"/>
            <a:ext cx="509100" cy="5616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s-419">
                <a:latin typeface="Arvo"/>
                <a:ea typeface="Arvo"/>
                <a:cs typeface="Arvo"/>
                <a:sym typeface="Arvo"/>
              </a:rPr>
              <a:t>8</a:t>
            </a:r>
            <a:endParaRPr b="1">
              <a:latin typeface="Arvo"/>
              <a:ea typeface="Arvo"/>
              <a:cs typeface="Arvo"/>
              <a:sym typeface="Arvo"/>
            </a:endParaRPr>
          </a:p>
        </p:txBody>
      </p:sp>
      <p:sp>
        <p:nvSpPr>
          <p:cNvPr id="8419" name="Google Shape;8419;p137"/>
          <p:cNvSpPr txBox="1"/>
          <p:nvPr/>
        </p:nvSpPr>
        <p:spPr>
          <a:xfrm>
            <a:off x="2524025" y="387675"/>
            <a:ext cx="15012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Unid. Organizacional:</a:t>
            </a:r>
            <a:endParaRPr b="1" sz="1100"/>
          </a:p>
        </p:txBody>
      </p:sp>
      <p:sp>
        <p:nvSpPr>
          <p:cNvPr id="8420" name="Google Shape;8420;p137"/>
          <p:cNvSpPr txBox="1"/>
          <p:nvPr/>
        </p:nvSpPr>
        <p:spPr>
          <a:xfrm>
            <a:off x="2524020" y="579550"/>
            <a:ext cx="6846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Alcance:</a:t>
            </a:r>
            <a:endParaRPr b="1" sz="1100"/>
          </a:p>
        </p:txBody>
      </p:sp>
      <p:sp>
        <p:nvSpPr>
          <p:cNvPr id="8421" name="Google Shape;8421;p137"/>
          <p:cNvSpPr txBox="1"/>
          <p:nvPr>
            <p:ph type="title"/>
          </p:nvPr>
        </p:nvSpPr>
        <p:spPr>
          <a:xfrm flipH="1">
            <a:off x="4025374" y="387675"/>
            <a:ext cx="5863200" cy="1692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000"/>
              <a:buNone/>
              <a:defRPr sz="1000">
                <a:solidFill>
                  <a:srgbClr val="000000"/>
                </a:solidFill>
              </a:defRPr>
            </a:lvl1pPr>
            <a:lvl2pPr lvl="1">
              <a:spcBef>
                <a:spcPts val="0"/>
              </a:spcBef>
              <a:spcAft>
                <a:spcPts val="0"/>
              </a:spcAft>
              <a:buClr>
                <a:srgbClr val="000000"/>
              </a:buClr>
              <a:buSzPts val="1000"/>
              <a:buNone/>
              <a:defRPr sz="1000">
                <a:solidFill>
                  <a:srgbClr val="000000"/>
                </a:solidFill>
              </a:defRPr>
            </a:lvl2pPr>
            <a:lvl3pPr lvl="2">
              <a:spcBef>
                <a:spcPts val="0"/>
              </a:spcBef>
              <a:spcAft>
                <a:spcPts val="0"/>
              </a:spcAft>
              <a:buClr>
                <a:srgbClr val="000000"/>
              </a:buClr>
              <a:buSzPts val="1000"/>
              <a:buNone/>
              <a:defRPr sz="1000">
                <a:solidFill>
                  <a:srgbClr val="000000"/>
                </a:solidFill>
              </a:defRPr>
            </a:lvl3pPr>
            <a:lvl4pPr lvl="3">
              <a:spcBef>
                <a:spcPts val="0"/>
              </a:spcBef>
              <a:spcAft>
                <a:spcPts val="0"/>
              </a:spcAft>
              <a:buClr>
                <a:srgbClr val="000000"/>
              </a:buClr>
              <a:buSzPts val="1000"/>
              <a:buNone/>
              <a:defRPr sz="1000">
                <a:solidFill>
                  <a:srgbClr val="000000"/>
                </a:solidFill>
              </a:defRPr>
            </a:lvl4pPr>
            <a:lvl5pPr lvl="4">
              <a:spcBef>
                <a:spcPts val="0"/>
              </a:spcBef>
              <a:spcAft>
                <a:spcPts val="0"/>
              </a:spcAft>
              <a:buClr>
                <a:srgbClr val="000000"/>
              </a:buClr>
              <a:buSzPts val="1000"/>
              <a:buNone/>
              <a:defRPr sz="1000">
                <a:solidFill>
                  <a:srgbClr val="000000"/>
                </a:solidFill>
              </a:defRPr>
            </a:lvl5pPr>
            <a:lvl6pPr lvl="5">
              <a:spcBef>
                <a:spcPts val="0"/>
              </a:spcBef>
              <a:spcAft>
                <a:spcPts val="0"/>
              </a:spcAft>
              <a:buClr>
                <a:srgbClr val="000000"/>
              </a:buClr>
              <a:buSzPts val="1000"/>
              <a:buNone/>
              <a:defRPr sz="1000">
                <a:solidFill>
                  <a:srgbClr val="000000"/>
                </a:solidFill>
              </a:defRPr>
            </a:lvl6pPr>
            <a:lvl7pPr lvl="6">
              <a:spcBef>
                <a:spcPts val="0"/>
              </a:spcBef>
              <a:spcAft>
                <a:spcPts val="0"/>
              </a:spcAft>
              <a:buClr>
                <a:srgbClr val="000000"/>
              </a:buClr>
              <a:buSzPts val="1000"/>
              <a:buNone/>
              <a:defRPr sz="1000">
                <a:solidFill>
                  <a:srgbClr val="000000"/>
                </a:solidFill>
              </a:defRPr>
            </a:lvl7pPr>
            <a:lvl8pPr lvl="7">
              <a:spcBef>
                <a:spcPts val="0"/>
              </a:spcBef>
              <a:spcAft>
                <a:spcPts val="0"/>
              </a:spcAft>
              <a:buClr>
                <a:srgbClr val="000000"/>
              </a:buClr>
              <a:buSzPts val="1000"/>
              <a:buNone/>
              <a:defRPr sz="1000">
                <a:solidFill>
                  <a:srgbClr val="000000"/>
                </a:solidFill>
              </a:defRPr>
            </a:lvl8pPr>
            <a:lvl9pPr lvl="8">
              <a:spcBef>
                <a:spcPts val="0"/>
              </a:spcBef>
              <a:spcAft>
                <a:spcPts val="0"/>
              </a:spcAft>
              <a:buClr>
                <a:srgbClr val="000000"/>
              </a:buClr>
              <a:buSzPts val="1000"/>
              <a:buNone/>
              <a:defRPr sz="1000">
                <a:solidFill>
                  <a:srgbClr val="000000"/>
                </a:solidFill>
              </a:defRPr>
            </a:lvl9pPr>
          </a:lstStyle>
          <a:p/>
        </p:txBody>
      </p:sp>
      <p:sp>
        <p:nvSpPr>
          <p:cNvPr id="8422" name="Google Shape;8422;p137"/>
          <p:cNvSpPr txBox="1"/>
          <p:nvPr>
            <p:ph idx="44" type="title"/>
          </p:nvPr>
        </p:nvSpPr>
        <p:spPr>
          <a:xfrm flipH="1">
            <a:off x="3208773" y="579550"/>
            <a:ext cx="6679800" cy="1692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000"/>
              <a:buNone/>
              <a:defRPr sz="1000">
                <a:solidFill>
                  <a:srgbClr val="000000"/>
                </a:solidFill>
              </a:defRPr>
            </a:lvl1pPr>
            <a:lvl2pPr lvl="1">
              <a:spcBef>
                <a:spcPts val="0"/>
              </a:spcBef>
              <a:spcAft>
                <a:spcPts val="0"/>
              </a:spcAft>
              <a:buClr>
                <a:srgbClr val="000000"/>
              </a:buClr>
              <a:buSzPts val="1000"/>
              <a:buNone/>
              <a:defRPr sz="1000">
                <a:solidFill>
                  <a:srgbClr val="000000"/>
                </a:solidFill>
              </a:defRPr>
            </a:lvl2pPr>
            <a:lvl3pPr lvl="2">
              <a:spcBef>
                <a:spcPts val="0"/>
              </a:spcBef>
              <a:spcAft>
                <a:spcPts val="0"/>
              </a:spcAft>
              <a:buClr>
                <a:srgbClr val="000000"/>
              </a:buClr>
              <a:buSzPts val="1000"/>
              <a:buNone/>
              <a:defRPr sz="1000">
                <a:solidFill>
                  <a:srgbClr val="000000"/>
                </a:solidFill>
              </a:defRPr>
            </a:lvl3pPr>
            <a:lvl4pPr lvl="3">
              <a:spcBef>
                <a:spcPts val="0"/>
              </a:spcBef>
              <a:spcAft>
                <a:spcPts val="0"/>
              </a:spcAft>
              <a:buClr>
                <a:srgbClr val="000000"/>
              </a:buClr>
              <a:buSzPts val="1000"/>
              <a:buNone/>
              <a:defRPr sz="1000">
                <a:solidFill>
                  <a:srgbClr val="000000"/>
                </a:solidFill>
              </a:defRPr>
            </a:lvl4pPr>
            <a:lvl5pPr lvl="4">
              <a:spcBef>
                <a:spcPts val="0"/>
              </a:spcBef>
              <a:spcAft>
                <a:spcPts val="0"/>
              </a:spcAft>
              <a:buClr>
                <a:srgbClr val="000000"/>
              </a:buClr>
              <a:buSzPts val="1000"/>
              <a:buNone/>
              <a:defRPr sz="1000">
                <a:solidFill>
                  <a:srgbClr val="000000"/>
                </a:solidFill>
              </a:defRPr>
            </a:lvl5pPr>
            <a:lvl6pPr lvl="5">
              <a:spcBef>
                <a:spcPts val="0"/>
              </a:spcBef>
              <a:spcAft>
                <a:spcPts val="0"/>
              </a:spcAft>
              <a:buClr>
                <a:srgbClr val="000000"/>
              </a:buClr>
              <a:buSzPts val="1000"/>
              <a:buNone/>
              <a:defRPr sz="1000">
                <a:solidFill>
                  <a:srgbClr val="000000"/>
                </a:solidFill>
              </a:defRPr>
            </a:lvl6pPr>
            <a:lvl7pPr lvl="6">
              <a:spcBef>
                <a:spcPts val="0"/>
              </a:spcBef>
              <a:spcAft>
                <a:spcPts val="0"/>
              </a:spcAft>
              <a:buClr>
                <a:srgbClr val="000000"/>
              </a:buClr>
              <a:buSzPts val="1000"/>
              <a:buNone/>
              <a:defRPr sz="1000">
                <a:solidFill>
                  <a:srgbClr val="000000"/>
                </a:solidFill>
              </a:defRPr>
            </a:lvl7pPr>
            <a:lvl8pPr lvl="7">
              <a:spcBef>
                <a:spcPts val="0"/>
              </a:spcBef>
              <a:spcAft>
                <a:spcPts val="0"/>
              </a:spcAft>
              <a:buClr>
                <a:srgbClr val="000000"/>
              </a:buClr>
              <a:buSzPts val="1000"/>
              <a:buNone/>
              <a:defRPr sz="1000">
                <a:solidFill>
                  <a:srgbClr val="000000"/>
                </a:solidFill>
              </a:defRPr>
            </a:lvl8pPr>
            <a:lvl9pPr lvl="8">
              <a:spcBef>
                <a:spcPts val="0"/>
              </a:spcBef>
              <a:spcAft>
                <a:spcPts val="0"/>
              </a:spcAft>
              <a:buClr>
                <a:srgbClr val="000000"/>
              </a:buClr>
              <a:buSzPts val="1000"/>
              <a:buNone/>
              <a:defRPr sz="1000">
                <a:solidFill>
                  <a:srgbClr val="000000"/>
                </a:solidFill>
              </a:defRPr>
            </a:lvl9pPr>
          </a:lstStyle>
          <a:p/>
        </p:txBody>
      </p:sp>
      <p:sp>
        <p:nvSpPr>
          <p:cNvPr id="8423" name="Google Shape;8423;p137"/>
          <p:cNvSpPr txBox="1"/>
          <p:nvPr>
            <p:ph idx="45" type="body"/>
          </p:nvPr>
        </p:nvSpPr>
        <p:spPr>
          <a:xfrm>
            <a:off x="641150" y="612125"/>
            <a:ext cx="1770300" cy="160500"/>
          </a:xfrm>
          <a:prstGeom prst="rect">
            <a:avLst/>
          </a:prstGeom>
          <a:noFill/>
          <a:ln>
            <a:noFill/>
          </a:ln>
        </p:spPr>
        <p:txBody>
          <a:bodyPr anchorCtr="0" anchor="t" bIns="0" lIns="0" spcFirstLastPara="1" rIns="0" wrap="square" tIns="0">
            <a:noAutofit/>
          </a:bodyPr>
          <a:lstStyle>
            <a:lvl1pPr indent="-292100" lvl="0" marL="457200" algn="ctr">
              <a:spcBef>
                <a:spcPts val="0"/>
              </a:spcBef>
              <a:spcAft>
                <a:spcPts val="0"/>
              </a:spcAft>
              <a:buClr>
                <a:srgbClr val="FFFFFF"/>
              </a:buClr>
              <a:buSzPts val="1000"/>
              <a:buChar char="●"/>
              <a:defRPr sz="1000">
                <a:solidFill>
                  <a:srgbClr val="FFFFFF"/>
                </a:solidFill>
              </a:defRPr>
            </a:lvl1pPr>
            <a:lvl2pPr indent="-292100" lvl="1" marL="914400" algn="ctr">
              <a:spcBef>
                <a:spcPts val="0"/>
              </a:spcBef>
              <a:spcAft>
                <a:spcPts val="0"/>
              </a:spcAft>
              <a:buClr>
                <a:srgbClr val="FFFFFF"/>
              </a:buClr>
              <a:buSzPts val="1000"/>
              <a:buChar char="○"/>
              <a:defRPr sz="1000">
                <a:solidFill>
                  <a:srgbClr val="FFFFFF"/>
                </a:solidFill>
              </a:defRPr>
            </a:lvl2pPr>
            <a:lvl3pPr indent="-292100" lvl="2" marL="1371600" algn="ctr">
              <a:spcBef>
                <a:spcPts val="0"/>
              </a:spcBef>
              <a:spcAft>
                <a:spcPts val="0"/>
              </a:spcAft>
              <a:buClr>
                <a:srgbClr val="FFFFFF"/>
              </a:buClr>
              <a:buSzPts val="1000"/>
              <a:buChar char="■"/>
              <a:defRPr sz="1000">
                <a:solidFill>
                  <a:srgbClr val="FFFFFF"/>
                </a:solidFill>
              </a:defRPr>
            </a:lvl3pPr>
            <a:lvl4pPr indent="-292100" lvl="3" marL="1828800" algn="ctr">
              <a:spcBef>
                <a:spcPts val="0"/>
              </a:spcBef>
              <a:spcAft>
                <a:spcPts val="0"/>
              </a:spcAft>
              <a:buClr>
                <a:srgbClr val="FFFFFF"/>
              </a:buClr>
              <a:buSzPts val="1000"/>
              <a:buChar char="●"/>
              <a:defRPr sz="1000">
                <a:solidFill>
                  <a:srgbClr val="FFFFFF"/>
                </a:solidFill>
              </a:defRPr>
            </a:lvl4pPr>
            <a:lvl5pPr indent="-292100" lvl="4" marL="2286000" algn="ctr">
              <a:spcBef>
                <a:spcPts val="0"/>
              </a:spcBef>
              <a:spcAft>
                <a:spcPts val="0"/>
              </a:spcAft>
              <a:buClr>
                <a:srgbClr val="FFFFFF"/>
              </a:buClr>
              <a:buSzPts val="1000"/>
              <a:buChar char="○"/>
              <a:defRPr sz="1000">
                <a:solidFill>
                  <a:srgbClr val="FFFFFF"/>
                </a:solidFill>
              </a:defRPr>
            </a:lvl5pPr>
            <a:lvl6pPr indent="-292100" lvl="5" marL="2743200" algn="ctr">
              <a:spcBef>
                <a:spcPts val="0"/>
              </a:spcBef>
              <a:spcAft>
                <a:spcPts val="0"/>
              </a:spcAft>
              <a:buClr>
                <a:srgbClr val="FFFFFF"/>
              </a:buClr>
              <a:buSzPts val="1000"/>
              <a:buChar char="■"/>
              <a:defRPr sz="1000">
                <a:solidFill>
                  <a:srgbClr val="FFFFFF"/>
                </a:solidFill>
              </a:defRPr>
            </a:lvl6pPr>
            <a:lvl7pPr indent="-292100" lvl="6" marL="3200400" algn="ctr">
              <a:spcBef>
                <a:spcPts val="0"/>
              </a:spcBef>
              <a:spcAft>
                <a:spcPts val="0"/>
              </a:spcAft>
              <a:buClr>
                <a:srgbClr val="FFFFFF"/>
              </a:buClr>
              <a:buSzPts val="1000"/>
              <a:buChar char="●"/>
              <a:defRPr sz="1000">
                <a:solidFill>
                  <a:srgbClr val="FFFFFF"/>
                </a:solidFill>
              </a:defRPr>
            </a:lvl7pPr>
            <a:lvl8pPr indent="-292100" lvl="7" marL="3657600" algn="ctr">
              <a:spcBef>
                <a:spcPts val="0"/>
              </a:spcBef>
              <a:spcAft>
                <a:spcPts val="0"/>
              </a:spcAft>
              <a:buClr>
                <a:srgbClr val="FFFFFF"/>
              </a:buClr>
              <a:buSzPts val="1000"/>
              <a:buChar char="○"/>
              <a:defRPr sz="1000">
                <a:solidFill>
                  <a:srgbClr val="FFFFFF"/>
                </a:solidFill>
              </a:defRPr>
            </a:lvl8pPr>
            <a:lvl9pPr indent="-292100" lvl="8" marL="4114800" algn="ctr">
              <a:spcBef>
                <a:spcPts val="0"/>
              </a:spcBef>
              <a:spcAft>
                <a:spcPts val="0"/>
              </a:spcAft>
              <a:buClr>
                <a:srgbClr val="FFFFFF"/>
              </a:buClr>
              <a:buSzPts val="1000"/>
              <a:buChar char="■"/>
              <a:defRPr sz="1000">
                <a:solidFill>
                  <a:srgbClr val="FFFFFF"/>
                </a:solidFill>
              </a:defRPr>
            </a:lvl9pPr>
          </a:lstStyle>
          <a:p/>
        </p:txBody>
      </p:sp>
      <p:sp>
        <p:nvSpPr>
          <p:cNvPr id="8424" name="Google Shape;8424;p137"/>
          <p:cNvSpPr txBox="1"/>
          <p:nvPr/>
        </p:nvSpPr>
        <p:spPr>
          <a:xfrm>
            <a:off x="84825" y="598125"/>
            <a:ext cx="595500" cy="205800"/>
          </a:xfrm>
          <a:prstGeom prst="rect">
            <a:avLst/>
          </a:prstGeom>
          <a:noFill/>
          <a:ln>
            <a:noFill/>
          </a:ln>
        </p:spPr>
        <p:txBody>
          <a:bodyPr anchorCtr="0" anchor="t" bIns="18000" lIns="18000" spcFirstLastPara="1" rIns="18000" wrap="square" tIns="18000">
            <a:spAutoFit/>
          </a:bodyPr>
          <a:lstStyle/>
          <a:p>
            <a:pPr indent="0" lvl="0" marL="0" rtl="0" algn="l">
              <a:spcBef>
                <a:spcPts val="0"/>
              </a:spcBef>
              <a:spcAft>
                <a:spcPts val="0"/>
              </a:spcAft>
              <a:buNone/>
            </a:pPr>
            <a:r>
              <a:rPr lang="es-419" sz="1100">
                <a:solidFill>
                  <a:srgbClr val="FFFFFF"/>
                </a:solidFill>
              </a:rPr>
              <a:t>Nombre:</a:t>
            </a:r>
            <a:endParaRPr sz="1100">
              <a:solidFill>
                <a:srgbClr val="FFFFFF"/>
              </a:solidFill>
            </a:endParaRPr>
          </a:p>
        </p:txBody>
      </p:sp>
    </p:spTree>
  </p:cSld>
  <p:clrMapOvr>
    <a:masterClrMapping/>
  </p:clrMapOvr>
</p:sldLayout>
</file>

<file path=ppt/slideLayouts/slideLayout13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0.6 Recorrido del Cliente">
  <p:cSld name="TITLE_3_6_1_1_1_1_1">
    <p:spTree>
      <p:nvGrpSpPr>
        <p:cNvPr id="8425" name="Shape 8425"/>
        <p:cNvGrpSpPr/>
        <p:nvPr/>
      </p:nvGrpSpPr>
      <p:grpSpPr>
        <a:xfrm>
          <a:off x="0" y="0"/>
          <a:ext cx="0" cy="0"/>
          <a:chOff x="0" y="0"/>
          <a:chExt cx="0" cy="0"/>
        </a:xfrm>
      </p:grpSpPr>
      <p:sp>
        <p:nvSpPr>
          <p:cNvPr id="8426" name="Google Shape;8426;p138"/>
          <p:cNvSpPr/>
          <p:nvPr/>
        </p:nvSpPr>
        <p:spPr>
          <a:xfrm>
            <a:off x="97888" y="377012"/>
            <a:ext cx="9893400" cy="296700"/>
          </a:xfrm>
          <a:prstGeom prst="roundRect">
            <a:avLst>
              <a:gd fmla="val 22902" name="adj"/>
            </a:avLst>
          </a:prstGeom>
          <a:solidFill>
            <a:srgbClr val="F3F3F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8427" name="Google Shape;8427;p138"/>
          <p:cNvSpPr/>
          <p:nvPr/>
        </p:nvSpPr>
        <p:spPr>
          <a:xfrm>
            <a:off x="77688" y="358938"/>
            <a:ext cx="9935700" cy="6438000"/>
          </a:xfrm>
          <a:prstGeom prst="roundRect">
            <a:avLst>
              <a:gd fmla="val 2618" name="adj"/>
            </a:avLst>
          </a:prstGeom>
          <a:solidFill>
            <a:srgbClr val="FFFFFF"/>
          </a:solidFill>
          <a:ln cap="flat" cmpd="sng" w="38100">
            <a:solidFill>
              <a:srgbClr val="000000"/>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428" name="Google Shape;8428;p138"/>
          <p:cNvCxnSpPr/>
          <p:nvPr/>
        </p:nvCxnSpPr>
        <p:spPr>
          <a:xfrm>
            <a:off x="77688" y="772614"/>
            <a:ext cx="9935700" cy="0"/>
          </a:xfrm>
          <a:prstGeom prst="straightConnector1">
            <a:avLst/>
          </a:prstGeom>
          <a:noFill/>
          <a:ln cap="flat" cmpd="sng" w="19050">
            <a:solidFill>
              <a:srgbClr val="000000"/>
            </a:solidFill>
            <a:prstDash val="solid"/>
            <a:round/>
            <a:headEnd len="med" w="med" type="none"/>
            <a:tailEnd len="med" w="med" type="none"/>
          </a:ln>
        </p:spPr>
      </p:cxnSp>
      <p:cxnSp>
        <p:nvCxnSpPr>
          <p:cNvPr id="8429" name="Google Shape;8429;p138"/>
          <p:cNvCxnSpPr/>
          <p:nvPr/>
        </p:nvCxnSpPr>
        <p:spPr>
          <a:xfrm rot="10800000">
            <a:off x="2439038" y="368188"/>
            <a:ext cx="0" cy="402300"/>
          </a:xfrm>
          <a:prstGeom prst="straightConnector1">
            <a:avLst/>
          </a:prstGeom>
          <a:noFill/>
          <a:ln cap="flat" cmpd="sng" w="19050">
            <a:solidFill>
              <a:srgbClr val="000000"/>
            </a:solidFill>
            <a:prstDash val="solid"/>
            <a:round/>
            <a:headEnd len="med" w="med" type="none"/>
            <a:tailEnd len="med" w="med" type="none"/>
          </a:ln>
        </p:spPr>
      </p:cxnSp>
      <p:sp>
        <p:nvSpPr>
          <p:cNvPr id="8430" name="Google Shape;8430;p138"/>
          <p:cNvSpPr txBox="1"/>
          <p:nvPr>
            <p:ph type="title"/>
          </p:nvPr>
        </p:nvSpPr>
        <p:spPr>
          <a:xfrm flipH="1">
            <a:off x="3219174" y="437575"/>
            <a:ext cx="1731300" cy="2658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200"/>
              <a:buNone/>
              <a:defRPr sz="1200">
                <a:solidFill>
                  <a:srgbClr val="000000"/>
                </a:solidFill>
              </a:defRPr>
            </a:lvl1pPr>
            <a:lvl2pPr lvl="1">
              <a:spcBef>
                <a:spcPts val="0"/>
              </a:spcBef>
              <a:spcAft>
                <a:spcPts val="0"/>
              </a:spcAft>
              <a:buClr>
                <a:srgbClr val="000000"/>
              </a:buClr>
              <a:buSzPts val="1100"/>
              <a:buNone/>
              <a:defRPr sz="1100">
                <a:solidFill>
                  <a:srgbClr val="000000"/>
                </a:solidFill>
              </a:defRPr>
            </a:lvl2pPr>
            <a:lvl3pPr lvl="2">
              <a:spcBef>
                <a:spcPts val="0"/>
              </a:spcBef>
              <a:spcAft>
                <a:spcPts val="0"/>
              </a:spcAft>
              <a:buClr>
                <a:srgbClr val="000000"/>
              </a:buClr>
              <a:buSzPts val="1100"/>
              <a:buNone/>
              <a:defRPr sz="1100">
                <a:solidFill>
                  <a:srgbClr val="000000"/>
                </a:solidFill>
              </a:defRPr>
            </a:lvl3pPr>
            <a:lvl4pPr lvl="3">
              <a:spcBef>
                <a:spcPts val="0"/>
              </a:spcBef>
              <a:spcAft>
                <a:spcPts val="0"/>
              </a:spcAft>
              <a:buClr>
                <a:srgbClr val="000000"/>
              </a:buClr>
              <a:buSzPts val="1100"/>
              <a:buNone/>
              <a:defRPr sz="1100">
                <a:solidFill>
                  <a:srgbClr val="000000"/>
                </a:solidFill>
              </a:defRPr>
            </a:lvl4pPr>
            <a:lvl5pPr lvl="4">
              <a:spcBef>
                <a:spcPts val="0"/>
              </a:spcBef>
              <a:spcAft>
                <a:spcPts val="0"/>
              </a:spcAft>
              <a:buClr>
                <a:srgbClr val="000000"/>
              </a:buClr>
              <a:buSzPts val="1100"/>
              <a:buNone/>
              <a:defRPr sz="1100">
                <a:solidFill>
                  <a:srgbClr val="000000"/>
                </a:solidFill>
              </a:defRPr>
            </a:lvl5pPr>
            <a:lvl6pPr lvl="5">
              <a:spcBef>
                <a:spcPts val="0"/>
              </a:spcBef>
              <a:spcAft>
                <a:spcPts val="0"/>
              </a:spcAft>
              <a:buClr>
                <a:srgbClr val="000000"/>
              </a:buClr>
              <a:buSzPts val="1100"/>
              <a:buNone/>
              <a:defRPr sz="1100">
                <a:solidFill>
                  <a:srgbClr val="000000"/>
                </a:solidFill>
              </a:defRPr>
            </a:lvl6pPr>
            <a:lvl7pPr lvl="6">
              <a:spcBef>
                <a:spcPts val="0"/>
              </a:spcBef>
              <a:spcAft>
                <a:spcPts val="0"/>
              </a:spcAft>
              <a:buClr>
                <a:srgbClr val="000000"/>
              </a:buClr>
              <a:buSzPts val="1100"/>
              <a:buNone/>
              <a:defRPr sz="1100">
                <a:solidFill>
                  <a:srgbClr val="000000"/>
                </a:solidFill>
              </a:defRPr>
            </a:lvl7pPr>
            <a:lvl8pPr lvl="7">
              <a:spcBef>
                <a:spcPts val="0"/>
              </a:spcBef>
              <a:spcAft>
                <a:spcPts val="0"/>
              </a:spcAft>
              <a:buClr>
                <a:srgbClr val="000000"/>
              </a:buClr>
              <a:buSzPts val="1100"/>
              <a:buNone/>
              <a:defRPr sz="1100">
                <a:solidFill>
                  <a:srgbClr val="000000"/>
                </a:solidFill>
              </a:defRPr>
            </a:lvl8pPr>
            <a:lvl9pPr lvl="8">
              <a:spcBef>
                <a:spcPts val="0"/>
              </a:spcBef>
              <a:spcAft>
                <a:spcPts val="0"/>
              </a:spcAft>
              <a:buClr>
                <a:srgbClr val="000000"/>
              </a:buClr>
              <a:buSzPts val="1100"/>
              <a:buNone/>
              <a:defRPr sz="1100">
                <a:solidFill>
                  <a:srgbClr val="000000"/>
                </a:solidFill>
              </a:defRPr>
            </a:lvl9pPr>
          </a:lstStyle>
          <a:p/>
        </p:txBody>
      </p:sp>
      <p:sp>
        <p:nvSpPr>
          <p:cNvPr id="8431" name="Google Shape;8431;p138"/>
          <p:cNvSpPr txBox="1"/>
          <p:nvPr/>
        </p:nvSpPr>
        <p:spPr>
          <a:xfrm>
            <a:off x="2513487" y="437267"/>
            <a:ext cx="679500" cy="2664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b="1" lang="es-419" sz="1100"/>
              <a:t>Proceso o Servicio:</a:t>
            </a:r>
            <a:endParaRPr b="1" sz="1100"/>
          </a:p>
        </p:txBody>
      </p:sp>
      <p:cxnSp>
        <p:nvCxnSpPr>
          <p:cNvPr id="8432" name="Google Shape;8432;p138"/>
          <p:cNvCxnSpPr/>
          <p:nvPr/>
        </p:nvCxnSpPr>
        <p:spPr>
          <a:xfrm rot="10800000">
            <a:off x="5070754" y="368188"/>
            <a:ext cx="0" cy="402300"/>
          </a:xfrm>
          <a:prstGeom prst="straightConnector1">
            <a:avLst/>
          </a:prstGeom>
          <a:noFill/>
          <a:ln cap="flat" cmpd="sng" w="19050">
            <a:solidFill>
              <a:srgbClr val="000000"/>
            </a:solidFill>
            <a:prstDash val="solid"/>
            <a:round/>
            <a:headEnd len="med" w="med" type="none"/>
            <a:tailEnd len="med" w="med" type="none"/>
          </a:ln>
        </p:spPr>
      </p:cxnSp>
      <p:sp>
        <p:nvSpPr>
          <p:cNvPr id="8433" name="Google Shape;8433;p138"/>
          <p:cNvSpPr txBox="1"/>
          <p:nvPr/>
        </p:nvSpPr>
        <p:spPr>
          <a:xfrm>
            <a:off x="5191013" y="387663"/>
            <a:ext cx="13026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Finalidad empresa:</a:t>
            </a:r>
            <a:endParaRPr b="1" sz="1100"/>
          </a:p>
        </p:txBody>
      </p:sp>
      <p:sp>
        <p:nvSpPr>
          <p:cNvPr id="8434" name="Google Shape;8434;p138"/>
          <p:cNvSpPr txBox="1"/>
          <p:nvPr/>
        </p:nvSpPr>
        <p:spPr>
          <a:xfrm>
            <a:off x="5191013" y="579538"/>
            <a:ext cx="11637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Finalidad cliente:</a:t>
            </a:r>
            <a:endParaRPr b="1" sz="1100"/>
          </a:p>
        </p:txBody>
      </p:sp>
      <p:sp>
        <p:nvSpPr>
          <p:cNvPr id="8435" name="Google Shape;8435;p138"/>
          <p:cNvSpPr/>
          <p:nvPr/>
        </p:nvSpPr>
        <p:spPr>
          <a:xfrm>
            <a:off x="77688" y="349338"/>
            <a:ext cx="2361300" cy="421200"/>
          </a:xfrm>
          <a:prstGeom prst="roundRect">
            <a:avLst>
              <a:gd fmla="val 50000" name="adj"/>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s-419" sz="1200">
                <a:solidFill>
                  <a:srgbClr val="FFFFFF"/>
                </a:solidFill>
              </a:rPr>
              <a:t>Recorrido del Cliente</a:t>
            </a:r>
            <a:endParaRPr b="1" sz="1200">
              <a:solidFill>
                <a:srgbClr val="FFFFFF"/>
              </a:solidFill>
            </a:endParaRPr>
          </a:p>
          <a:p>
            <a:pPr indent="0" lvl="0" marL="0" rtl="0" algn="ctr">
              <a:spcBef>
                <a:spcPts val="0"/>
              </a:spcBef>
              <a:spcAft>
                <a:spcPts val="0"/>
              </a:spcAft>
              <a:buNone/>
            </a:pPr>
            <a:r>
              <a:t/>
            </a:r>
            <a:endParaRPr b="1" sz="1200">
              <a:solidFill>
                <a:srgbClr val="FFFFFF"/>
              </a:solidFill>
            </a:endParaRPr>
          </a:p>
        </p:txBody>
      </p:sp>
      <p:sp>
        <p:nvSpPr>
          <p:cNvPr id="8436" name="Google Shape;8436;p138"/>
          <p:cNvSpPr/>
          <p:nvPr/>
        </p:nvSpPr>
        <p:spPr>
          <a:xfrm>
            <a:off x="83988" y="595504"/>
            <a:ext cx="190200" cy="1692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7" name="Google Shape;8437;p138"/>
          <p:cNvSpPr/>
          <p:nvPr/>
        </p:nvSpPr>
        <p:spPr>
          <a:xfrm>
            <a:off x="2292338" y="358938"/>
            <a:ext cx="146700" cy="4023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8" name="Google Shape;8438;p138"/>
          <p:cNvSpPr txBox="1"/>
          <p:nvPr>
            <p:ph idx="2" type="title"/>
          </p:nvPr>
        </p:nvSpPr>
        <p:spPr>
          <a:xfrm flipH="1">
            <a:off x="6546263" y="387663"/>
            <a:ext cx="3350100" cy="1692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000"/>
              <a:buNone/>
              <a:defRPr sz="1000">
                <a:solidFill>
                  <a:srgbClr val="000000"/>
                </a:solidFill>
              </a:defRPr>
            </a:lvl1pPr>
            <a:lvl2pPr lvl="1">
              <a:spcBef>
                <a:spcPts val="0"/>
              </a:spcBef>
              <a:spcAft>
                <a:spcPts val="0"/>
              </a:spcAft>
              <a:buClr>
                <a:srgbClr val="000000"/>
              </a:buClr>
              <a:buSzPts val="1000"/>
              <a:buNone/>
              <a:defRPr sz="1000">
                <a:solidFill>
                  <a:srgbClr val="000000"/>
                </a:solidFill>
              </a:defRPr>
            </a:lvl2pPr>
            <a:lvl3pPr lvl="2">
              <a:spcBef>
                <a:spcPts val="0"/>
              </a:spcBef>
              <a:spcAft>
                <a:spcPts val="0"/>
              </a:spcAft>
              <a:buClr>
                <a:srgbClr val="000000"/>
              </a:buClr>
              <a:buSzPts val="1000"/>
              <a:buNone/>
              <a:defRPr sz="1000">
                <a:solidFill>
                  <a:srgbClr val="000000"/>
                </a:solidFill>
              </a:defRPr>
            </a:lvl3pPr>
            <a:lvl4pPr lvl="3">
              <a:spcBef>
                <a:spcPts val="0"/>
              </a:spcBef>
              <a:spcAft>
                <a:spcPts val="0"/>
              </a:spcAft>
              <a:buClr>
                <a:srgbClr val="000000"/>
              </a:buClr>
              <a:buSzPts val="1000"/>
              <a:buNone/>
              <a:defRPr sz="1000">
                <a:solidFill>
                  <a:srgbClr val="000000"/>
                </a:solidFill>
              </a:defRPr>
            </a:lvl4pPr>
            <a:lvl5pPr lvl="4">
              <a:spcBef>
                <a:spcPts val="0"/>
              </a:spcBef>
              <a:spcAft>
                <a:spcPts val="0"/>
              </a:spcAft>
              <a:buClr>
                <a:srgbClr val="000000"/>
              </a:buClr>
              <a:buSzPts val="1000"/>
              <a:buNone/>
              <a:defRPr sz="1000">
                <a:solidFill>
                  <a:srgbClr val="000000"/>
                </a:solidFill>
              </a:defRPr>
            </a:lvl5pPr>
            <a:lvl6pPr lvl="5">
              <a:spcBef>
                <a:spcPts val="0"/>
              </a:spcBef>
              <a:spcAft>
                <a:spcPts val="0"/>
              </a:spcAft>
              <a:buClr>
                <a:srgbClr val="000000"/>
              </a:buClr>
              <a:buSzPts val="1000"/>
              <a:buNone/>
              <a:defRPr sz="1000">
                <a:solidFill>
                  <a:srgbClr val="000000"/>
                </a:solidFill>
              </a:defRPr>
            </a:lvl6pPr>
            <a:lvl7pPr lvl="6">
              <a:spcBef>
                <a:spcPts val="0"/>
              </a:spcBef>
              <a:spcAft>
                <a:spcPts val="0"/>
              </a:spcAft>
              <a:buClr>
                <a:srgbClr val="000000"/>
              </a:buClr>
              <a:buSzPts val="1000"/>
              <a:buNone/>
              <a:defRPr sz="1000">
                <a:solidFill>
                  <a:srgbClr val="000000"/>
                </a:solidFill>
              </a:defRPr>
            </a:lvl7pPr>
            <a:lvl8pPr lvl="7">
              <a:spcBef>
                <a:spcPts val="0"/>
              </a:spcBef>
              <a:spcAft>
                <a:spcPts val="0"/>
              </a:spcAft>
              <a:buClr>
                <a:srgbClr val="000000"/>
              </a:buClr>
              <a:buSzPts val="1000"/>
              <a:buNone/>
              <a:defRPr sz="1000">
                <a:solidFill>
                  <a:srgbClr val="000000"/>
                </a:solidFill>
              </a:defRPr>
            </a:lvl8pPr>
            <a:lvl9pPr lvl="8">
              <a:spcBef>
                <a:spcPts val="0"/>
              </a:spcBef>
              <a:spcAft>
                <a:spcPts val="0"/>
              </a:spcAft>
              <a:buClr>
                <a:srgbClr val="000000"/>
              </a:buClr>
              <a:buSzPts val="1000"/>
              <a:buNone/>
              <a:defRPr sz="1000">
                <a:solidFill>
                  <a:srgbClr val="000000"/>
                </a:solidFill>
              </a:defRPr>
            </a:lvl9pPr>
          </a:lstStyle>
          <a:p/>
        </p:txBody>
      </p:sp>
      <p:sp>
        <p:nvSpPr>
          <p:cNvPr id="8439" name="Google Shape;8439;p138"/>
          <p:cNvSpPr txBox="1"/>
          <p:nvPr>
            <p:ph idx="3" type="title"/>
          </p:nvPr>
        </p:nvSpPr>
        <p:spPr>
          <a:xfrm flipH="1">
            <a:off x="6546263" y="579538"/>
            <a:ext cx="3350100" cy="1692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000"/>
              <a:buNone/>
              <a:defRPr sz="1000">
                <a:solidFill>
                  <a:srgbClr val="000000"/>
                </a:solidFill>
              </a:defRPr>
            </a:lvl1pPr>
            <a:lvl2pPr lvl="1">
              <a:spcBef>
                <a:spcPts val="0"/>
              </a:spcBef>
              <a:spcAft>
                <a:spcPts val="0"/>
              </a:spcAft>
              <a:buClr>
                <a:srgbClr val="000000"/>
              </a:buClr>
              <a:buSzPts val="1000"/>
              <a:buNone/>
              <a:defRPr sz="1000">
                <a:solidFill>
                  <a:srgbClr val="000000"/>
                </a:solidFill>
              </a:defRPr>
            </a:lvl2pPr>
            <a:lvl3pPr lvl="2">
              <a:spcBef>
                <a:spcPts val="0"/>
              </a:spcBef>
              <a:spcAft>
                <a:spcPts val="0"/>
              </a:spcAft>
              <a:buClr>
                <a:srgbClr val="000000"/>
              </a:buClr>
              <a:buSzPts val="1000"/>
              <a:buNone/>
              <a:defRPr sz="1000">
                <a:solidFill>
                  <a:srgbClr val="000000"/>
                </a:solidFill>
              </a:defRPr>
            </a:lvl3pPr>
            <a:lvl4pPr lvl="3">
              <a:spcBef>
                <a:spcPts val="0"/>
              </a:spcBef>
              <a:spcAft>
                <a:spcPts val="0"/>
              </a:spcAft>
              <a:buClr>
                <a:srgbClr val="000000"/>
              </a:buClr>
              <a:buSzPts val="1000"/>
              <a:buNone/>
              <a:defRPr sz="1000">
                <a:solidFill>
                  <a:srgbClr val="000000"/>
                </a:solidFill>
              </a:defRPr>
            </a:lvl4pPr>
            <a:lvl5pPr lvl="4">
              <a:spcBef>
                <a:spcPts val="0"/>
              </a:spcBef>
              <a:spcAft>
                <a:spcPts val="0"/>
              </a:spcAft>
              <a:buClr>
                <a:srgbClr val="000000"/>
              </a:buClr>
              <a:buSzPts val="1000"/>
              <a:buNone/>
              <a:defRPr sz="1000">
                <a:solidFill>
                  <a:srgbClr val="000000"/>
                </a:solidFill>
              </a:defRPr>
            </a:lvl5pPr>
            <a:lvl6pPr lvl="5">
              <a:spcBef>
                <a:spcPts val="0"/>
              </a:spcBef>
              <a:spcAft>
                <a:spcPts val="0"/>
              </a:spcAft>
              <a:buClr>
                <a:srgbClr val="000000"/>
              </a:buClr>
              <a:buSzPts val="1000"/>
              <a:buNone/>
              <a:defRPr sz="1000">
                <a:solidFill>
                  <a:srgbClr val="000000"/>
                </a:solidFill>
              </a:defRPr>
            </a:lvl6pPr>
            <a:lvl7pPr lvl="6">
              <a:spcBef>
                <a:spcPts val="0"/>
              </a:spcBef>
              <a:spcAft>
                <a:spcPts val="0"/>
              </a:spcAft>
              <a:buClr>
                <a:srgbClr val="000000"/>
              </a:buClr>
              <a:buSzPts val="1000"/>
              <a:buNone/>
              <a:defRPr sz="1000">
                <a:solidFill>
                  <a:srgbClr val="000000"/>
                </a:solidFill>
              </a:defRPr>
            </a:lvl7pPr>
            <a:lvl8pPr lvl="7">
              <a:spcBef>
                <a:spcPts val="0"/>
              </a:spcBef>
              <a:spcAft>
                <a:spcPts val="0"/>
              </a:spcAft>
              <a:buClr>
                <a:srgbClr val="000000"/>
              </a:buClr>
              <a:buSzPts val="1000"/>
              <a:buNone/>
              <a:defRPr sz="1000">
                <a:solidFill>
                  <a:srgbClr val="000000"/>
                </a:solidFill>
              </a:defRPr>
            </a:lvl8pPr>
            <a:lvl9pPr lvl="8">
              <a:spcBef>
                <a:spcPts val="0"/>
              </a:spcBef>
              <a:spcAft>
                <a:spcPts val="0"/>
              </a:spcAft>
              <a:buClr>
                <a:srgbClr val="000000"/>
              </a:buClr>
              <a:buSzPts val="1000"/>
              <a:buNone/>
              <a:defRPr sz="1000">
                <a:solidFill>
                  <a:srgbClr val="000000"/>
                </a:solidFill>
              </a:defRPr>
            </a:lvl9pPr>
          </a:lstStyle>
          <a:p/>
        </p:txBody>
      </p:sp>
      <p:sp>
        <p:nvSpPr>
          <p:cNvPr id="8440" name="Google Shape;8440;p138"/>
          <p:cNvSpPr/>
          <p:nvPr/>
        </p:nvSpPr>
        <p:spPr>
          <a:xfrm>
            <a:off x="215766" y="5842775"/>
            <a:ext cx="9664500" cy="726900"/>
          </a:xfrm>
          <a:prstGeom prst="roundRect">
            <a:avLst>
              <a:gd fmla="val 14745" name="adj"/>
            </a:avLst>
          </a:prstGeom>
          <a:solidFill>
            <a:srgbClr val="F3F3F3"/>
          </a:solidFill>
          <a:ln cap="flat" cmpd="sng" w="9525">
            <a:solidFill>
              <a:srgbClr val="666666"/>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i="1" lang="es-419">
                <a:solidFill>
                  <a:srgbClr val="CCCCCC"/>
                </a:solidFill>
              </a:rPr>
              <a:t>Terceros         -         Terceros         -         Terceros         -         Terceros         -         Terceros</a:t>
            </a:r>
            <a:endParaRPr b="1" i="1">
              <a:solidFill>
                <a:srgbClr val="CCCCCC"/>
              </a:solidFill>
            </a:endParaRPr>
          </a:p>
        </p:txBody>
      </p:sp>
      <p:grpSp>
        <p:nvGrpSpPr>
          <p:cNvPr id="8441" name="Google Shape;8441;p138"/>
          <p:cNvGrpSpPr/>
          <p:nvPr/>
        </p:nvGrpSpPr>
        <p:grpSpPr>
          <a:xfrm>
            <a:off x="216411" y="1423705"/>
            <a:ext cx="9665547" cy="91376"/>
            <a:chOff x="184725" y="1341225"/>
            <a:chExt cx="9688800" cy="108600"/>
          </a:xfrm>
        </p:grpSpPr>
        <p:sp>
          <p:nvSpPr>
            <p:cNvPr id="8442" name="Google Shape;8442;p138"/>
            <p:cNvSpPr txBox="1"/>
            <p:nvPr/>
          </p:nvSpPr>
          <p:spPr>
            <a:xfrm>
              <a:off x="184725" y="1341225"/>
              <a:ext cx="9688800" cy="108600"/>
            </a:xfrm>
            <a:prstGeom prst="rect">
              <a:avLst/>
            </a:prstGeom>
            <a:solidFill>
              <a:srgbClr val="CCCCCC"/>
            </a:solidFill>
            <a:ln cap="flat" cmpd="sng" w="9525">
              <a:solidFill>
                <a:srgbClr val="B7B7B7"/>
              </a:solidFill>
              <a:prstDash val="solid"/>
              <a:round/>
              <a:headEnd len="sm" w="sm" type="none"/>
              <a:tailEnd len="sm" w="sm" type="none"/>
            </a:ln>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cxnSp>
          <p:nvCxnSpPr>
            <p:cNvPr id="8443" name="Google Shape;8443;p138"/>
            <p:cNvCxnSpPr>
              <a:stCxn id="8442" idx="1"/>
              <a:endCxn id="8442" idx="3"/>
            </p:cNvCxnSpPr>
            <p:nvPr/>
          </p:nvCxnSpPr>
          <p:spPr>
            <a:xfrm>
              <a:off x="184725" y="1395525"/>
              <a:ext cx="9688800" cy="0"/>
            </a:xfrm>
            <a:prstGeom prst="straightConnector1">
              <a:avLst/>
            </a:prstGeom>
            <a:noFill/>
            <a:ln cap="flat" cmpd="sng" w="9525">
              <a:solidFill>
                <a:srgbClr val="424242"/>
              </a:solidFill>
              <a:prstDash val="dash"/>
              <a:round/>
              <a:headEnd len="med" w="med" type="none"/>
              <a:tailEnd len="med" w="med" type="none"/>
            </a:ln>
          </p:spPr>
        </p:cxnSp>
        <p:cxnSp>
          <p:nvCxnSpPr>
            <p:cNvPr id="8444" name="Google Shape;8444;p138"/>
            <p:cNvCxnSpPr/>
            <p:nvPr/>
          </p:nvCxnSpPr>
          <p:spPr>
            <a:xfrm>
              <a:off x="609706" y="1396148"/>
              <a:ext cx="303300" cy="600"/>
            </a:xfrm>
            <a:prstGeom prst="straightConnector1">
              <a:avLst/>
            </a:prstGeom>
            <a:noFill/>
            <a:ln cap="flat" cmpd="sng" w="28575">
              <a:solidFill>
                <a:srgbClr val="999999"/>
              </a:solidFill>
              <a:prstDash val="solid"/>
              <a:round/>
              <a:headEnd len="med" w="med" type="none"/>
              <a:tailEnd len="med" w="med" type="stealth"/>
            </a:ln>
          </p:spPr>
        </p:cxnSp>
        <p:cxnSp>
          <p:nvCxnSpPr>
            <p:cNvPr id="8445" name="Google Shape;8445;p138"/>
            <p:cNvCxnSpPr/>
            <p:nvPr/>
          </p:nvCxnSpPr>
          <p:spPr>
            <a:xfrm>
              <a:off x="1371600" y="1394979"/>
              <a:ext cx="303300" cy="600"/>
            </a:xfrm>
            <a:prstGeom prst="straightConnector1">
              <a:avLst/>
            </a:prstGeom>
            <a:noFill/>
            <a:ln cap="flat" cmpd="sng" w="28575">
              <a:solidFill>
                <a:srgbClr val="999999"/>
              </a:solidFill>
              <a:prstDash val="solid"/>
              <a:round/>
              <a:headEnd len="med" w="med" type="none"/>
              <a:tailEnd len="med" w="med" type="stealth"/>
            </a:ln>
          </p:spPr>
        </p:cxnSp>
        <p:cxnSp>
          <p:nvCxnSpPr>
            <p:cNvPr id="8446" name="Google Shape;8446;p138"/>
            <p:cNvCxnSpPr/>
            <p:nvPr/>
          </p:nvCxnSpPr>
          <p:spPr>
            <a:xfrm>
              <a:off x="2224624" y="1396148"/>
              <a:ext cx="303300" cy="600"/>
            </a:xfrm>
            <a:prstGeom prst="straightConnector1">
              <a:avLst/>
            </a:prstGeom>
            <a:noFill/>
            <a:ln cap="flat" cmpd="sng" w="28575">
              <a:solidFill>
                <a:srgbClr val="999999"/>
              </a:solidFill>
              <a:prstDash val="solid"/>
              <a:round/>
              <a:headEnd len="med" w="med" type="none"/>
              <a:tailEnd len="med" w="med" type="stealth"/>
            </a:ln>
          </p:spPr>
        </p:cxnSp>
        <p:cxnSp>
          <p:nvCxnSpPr>
            <p:cNvPr id="8447" name="Google Shape;8447;p138"/>
            <p:cNvCxnSpPr/>
            <p:nvPr/>
          </p:nvCxnSpPr>
          <p:spPr>
            <a:xfrm>
              <a:off x="2986518" y="1394979"/>
              <a:ext cx="303300" cy="600"/>
            </a:xfrm>
            <a:prstGeom prst="straightConnector1">
              <a:avLst/>
            </a:prstGeom>
            <a:noFill/>
            <a:ln cap="flat" cmpd="sng" w="28575">
              <a:solidFill>
                <a:srgbClr val="999999"/>
              </a:solidFill>
              <a:prstDash val="solid"/>
              <a:round/>
              <a:headEnd len="med" w="med" type="none"/>
              <a:tailEnd len="med" w="med" type="stealth"/>
            </a:ln>
          </p:spPr>
        </p:cxnSp>
        <p:cxnSp>
          <p:nvCxnSpPr>
            <p:cNvPr id="8448" name="Google Shape;8448;p138"/>
            <p:cNvCxnSpPr/>
            <p:nvPr/>
          </p:nvCxnSpPr>
          <p:spPr>
            <a:xfrm>
              <a:off x="3758233" y="1396148"/>
              <a:ext cx="303300" cy="600"/>
            </a:xfrm>
            <a:prstGeom prst="straightConnector1">
              <a:avLst/>
            </a:prstGeom>
            <a:noFill/>
            <a:ln cap="flat" cmpd="sng" w="28575">
              <a:solidFill>
                <a:srgbClr val="999999"/>
              </a:solidFill>
              <a:prstDash val="solid"/>
              <a:round/>
              <a:headEnd len="med" w="med" type="none"/>
              <a:tailEnd len="med" w="med" type="stealth"/>
            </a:ln>
          </p:spPr>
        </p:cxnSp>
        <p:cxnSp>
          <p:nvCxnSpPr>
            <p:cNvPr id="8449" name="Google Shape;8449;p138"/>
            <p:cNvCxnSpPr/>
            <p:nvPr/>
          </p:nvCxnSpPr>
          <p:spPr>
            <a:xfrm>
              <a:off x="4520126" y="1394979"/>
              <a:ext cx="303300" cy="600"/>
            </a:xfrm>
            <a:prstGeom prst="straightConnector1">
              <a:avLst/>
            </a:prstGeom>
            <a:noFill/>
            <a:ln cap="flat" cmpd="sng" w="28575">
              <a:solidFill>
                <a:srgbClr val="999999"/>
              </a:solidFill>
              <a:prstDash val="solid"/>
              <a:round/>
              <a:headEnd len="med" w="med" type="none"/>
              <a:tailEnd len="med" w="med" type="stealth"/>
            </a:ln>
          </p:spPr>
        </p:cxnSp>
        <p:cxnSp>
          <p:nvCxnSpPr>
            <p:cNvPr id="8450" name="Google Shape;8450;p138"/>
            <p:cNvCxnSpPr/>
            <p:nvPr/>
          </p:nvCxnSpPr>
          <p:spPr>
            <a:xfrm>
              <a:off x="5373150" y="1396148"/>
              <a:ext cx="303300" cy="600"/>
            </a:xfrm>
            <a:prstGeom prst="straightConnector1">
              <a:avLst/>
            </a:prstGeom>
            <a:noFill/>
            <a:ln cap="flat" cmpd="sng" w="28575">
              <a:solidFill>
                <a:srgbClr val="999999"/>
              </a:solidFill>
              <a:prstDash val="solid"/>
              <a:round/>
              <a:headEnd len="med" w="med" type="none"/>
              <a:tailEnd len="med" w="med" type="stealth"/>
            </a:ln>
          </p:spPr>
        </p:cxnSp>
        <p:cxnSp>
          <p:nvCxnSpPr>
            <p:cNvPr id="8451" name="Google Shape;8451;p138"/>
            <p:cNvCxnSpPr/>
            <p:nvPr/>
          </p:nvCxnSpPr>
          <p:spPr>
            <a:xfrm>
              <a:off x="6135044" y="1394979"/>
              <a:ext cx="303300" cy="600"/>
            </a:xfrm>
            <a:prstGeom prst="straightConnector1">
              <a:avLst/>
            </a:prstGeom>
            <a:noFill/>
            <a:ln cap="flat" cmpd="sng" w="28575">
              <a:solidFill>
                <a:srgbClr val="999999"/>
              </a:solidFill>
              <a:prstDash val="solid"/>
              <a:round/>
              <a:headEnd len="med" w="med" type="none"/>
              <a:tailEnd len="med" w="med" type="stealth"/>
            </a:ln>
          </p:spPr>
        </p:cxnSp>
        <p:cxnSp>
          <p:nvCxnSpPr>
            <p:cNvPr id="8452" name="Google Shape;8452;p138"/>
            <p:cNvCxnSpPr/>
            <p:nvPr/>
          </p:nvCxnSpPr>
          <p:spPr>
            <a:xfrm>
              <a:off x="6934094" y="1394979"/>
              <a:ext cx="303300" cy="600"/>
            </a:xfrm>
            <a:prstGeom prst="straightConnector1">
              <a:avLst/>
            </a:prstGeom>
            <a:noFill/>
            <a:ln cap="flat" cmpd="sng" w="28575">
              <a:solidFill>
                <a:srgbClr val="999999"/>
              </a:solidFill>
              <a:prstDash val="solid"/>
              <a:round/>
              <a:headEnd len="med" w="med" type="none"/>
              <a:tailEnd len="med" w="med" type="stealth"/>
            </a:ln>
          </p:spPr>
        </p:cxnSp>
        <p:cxnSp>
          <p:nvCxnSpPr>
            <p:cNvPr id="8453" name="Google Shape;8453;p138"/>
            <p:cNvCxnSpPr/>
            <p:nvPr/>
          </p:nvCxnSpPr>
          <p:spPr>
            <a:xfrm>
              <a:off x="7705809" y="1396148"/>
              <a:ext cx="303300" cy="600"/>
            </a:xfrm>
            <a:prstGeom prst="straightConnector1">
              <a:avLst/>
            </a:prstGeom>
            <a:noFill/>
            <a:ln cap="flat" cmpd="sng" w="28575">
              <a:solidFill>
                <a:srgbClr val="999999"/>
              </a:solidFill>
              <a:prstDash val="solid"/>
              <a:round/>
              <a:headEnd len="med" w="med" type="none"/>
              <a:tailEnd len="med" w="med" type="stealth"/>
            </a:ln>
          </p:spPr>
        </p:cxnSp>
        <p:cxnSp>
          <p:nvCxnSpPr>
            <p:cNvPr id="8454" name="Google Shape;8454;p138"/>
            <p:cNvCxnSpPr/>
            <p:nvPr/>
          </p:nvCxnSpPr>
          <p:spPr>
            <a:xfrm>
              <a:off x="8467703" y="1394979"/>
              <a:ext cx="303300" cy="600"/>
            </a:xfrm>
            <a:prstGeom prst="straightConnector1">
              <a:avLst/>
            </a:prstGeom>
            <a:noFill/>
            <a:ln cap="flat" cmpd="sng" w="28575">
              <a:solidFill>
                <a:srgbClr val="999999"/>
              </a:solidFill>
              <a:prstDash val="solid"/>
              <a:round/>
              <a:headEnd len="med" w="med" type="none"/>
              <a:tailEnd len="med" w="med" type="stealth"/>
            </a:ln>
          </p:spPr>
        </p:cxnSp>
        <p:cxnSp>
          <p:nvCxnSpPr>
            <p:cNvPr id="8455" name="Google Shape;8455;p138"/>
            <p:cNvCxnSpPr/>
            <p:nvPr/>
          </p:nvCxnSpPr>
          <p:spPr>
            <a:xfrm>
              <a:off x="9320727" y="1396148"/>
              <a:ext cx="303300" cy="600"/>
            </a:xfrm>
            <a:prstGeom prst="straightConnector1">
              <a:avLst/>
            </a:prstGeom>
            <a:noFill/>
            <a:ln cap="flat" cmpd="sng" w="28575">
              <a:solidFill>
                <a:srgbClr val="999999"/>
              </a:solidFill>
              <a:prstDash val="solid"/>
              <a:round/>
              <a:headEnd len="med" w="med" type="none"/>
              <a:tailEnd len="med" w="med" type="stealth"/>
            </a:ln>
          </p:spPr>
        </p:cxnSp>
      </p:grpSp>
      <p:sp>
        <p:nvSpPr>
          <p:cNvPr id="8456" name="Google Shape;8456;p138"/>
          <p:cNvSpPr txBox="1"/>
          <p:nvPr>
            <p:ph idx="1" type="body"/>
          </p:nvPr>
        </p:nvSpPr>
        <p:spPr>
          <a:xfrm>
            <a:off x="641150" y="612125"/>
            <a:ext cx="1770300" cy="160500"/>
          </a:xfrm>
          <a:prstGeom prst="rect">
            <a:avLst/>
          </a:prstGeom>
          <a:noFill/>
          <a:ln>
            <a:noFill/>
          </a:ln>
        </p:spPr>
        <p:txBody>
          <a:bodyPr anchorCtr="0" anchor="t" bIns="0" lIns="0" spcFirstLastPara="1" rIns="0" wrap="square" tIns="0">
            <a:noAutofit/>
          </a:bodyPr>
          <a:lstStyle>
            <a:lvl1pPr indent="-292100" lvl="0" marL="457200" algn="ctr">
              <a:spcBef>
                <a:spcPts val="0"/>
              </a:spcBef>
              <a:spcAft>
                <a:spcPts val="0"/>
              </a:spcAft>
              <a:buClr>
                <a:srgbClr val="FFFFFF"/>
              </a:buClr>
              <a:buSzPts val="1000"/>
              <a:buChar char="●"/>
              <a:defRPr sz="1000">
                <a:solidFill>
                  <a:srgbClr val="FFFFFF"/>
                </a:solidFill>
              </a:defRPr>
            </a:lvl1pPr>
            <a:lvl2pPr indent="-292100" lvl="1" marL="914400" algn="ctr">
              <a:spcBef>
                <a:spcPts val="0"/>
              </a:spcBef>
              <a:spcAft>
                <a:spcPts val="0"/>
              </a:spcAft>
              <a:buClr>
                <a:srgbClr val="FFFFFF"/>
              </a:buClr>
              <a:buSzPts val="1000"/>
              <a:buChar char="○"/>
              <a:defRPr sz="1000">
                <a:solidFill>
                  <a:srgbClr val="FFFFFF"/>
                </a:solidFill>
              </a:defRPr>
            </a:lvl2pPr>
            <a:lvl3pPr indent="-292100" lvl="2" marL="1371600" algn="ctr">
              <a:spcBef>
                <a:spcPts val="0"/>
              </a:spcBef>
              <a:spcAft>
                <a:spcPts val="0"/>
              </a:spcAft>
              <a:buClr>
                <a:srgbClr val="FFFFFF"/>
              </a:buClr>
              <a:buSzPts val="1000"/>
              <a:buChar char="■"/>
              <a:defRPr sz="1000">
                <a:solidFill>
                  <a:srgbClr val="FFFFFF"/>
                </a:solidFill>
              </a:defRPr>
            </a:lvl3pPr>
            <a:lvl4pPr indent="-292100" lvl="3" marL="1828800" algn="ctr">
              <a:spcBef>
                <a:spcPts val="0"/>
              </a:spcBef>
              <a:spcAft>
                <a:spcPts val="0"/>
              </a:spcAft>
              <a:buClr>
                <a:srgbClr val="FFFFFF"/>
              </a:buClr>
              <a:buSzPts val="1000"/>
              <a:buChar char="●"/>
              <a:defRPr sz="1000">
                <a:solidFill>
                  <a:srgbClr val="FFFFFF"/>
                </a:solidFill>
              </a:defRPr>
            </a:lvl4pPr>
            <a:lvl5pPr indent="-292100" lvl="4" marL="2286000" algn="ctr">
              <a:spcBef>
                <a:spcPts val="0"/>
              </a:spcBef>
              <a:spcAft>
                <a:spcPts val="0"/>
              </a:spcAft>
              <a:buClr>
                <a:srgbClr val="FFFFFF"/>
              </a:buClr>
              <a:buSzPts val="1000"/>
              <a:buChar char="○"/>
              <a:defRPr sz="1000">
                <a:solidFill>
                  <a:srgbClr val="FFFFFF"/>
                </a:solidFill>
              </a:defRPr>
            </a:lvl5pPr>
            <a:lvl6pPr indent="-292100" lvl="5" marL="2743200" algn="ctr">
              <a:spcBef>
                <a:spcPts val="0"/>
              </a:spcBef>
              <a:spcAft>
                <a:spcPts val="0"/>
              </a:spcAft>
              <a:buClr>
                <a:srgbClr val="FFFFFF"/>
              </a:buClr>
              <a:buSzPts val="1000"/>
              <a:buChar char="■"/>
              <a:defRPr sz="1000">
                <a:solidFill>
                  <a:srgbClr val="FFFFFF"/>
                </a:solidFill>
              </a:defRPr>
            </a:lvl6pPr>
            <a:lvl7pPr indent="-292100" lvl="6" marL="3200400" algn="ctr">
              <a:spcBef>
                <a:spcPts val="0"/>
              </a:spcBef>
              <a:spcAft>
                <a:spcPts val="0"/>
              </a:spcAft>
              <a:buClr>
                <a:srgbClr val="FFFFFF"/>
              </a:buClr>
              <a:buSzPts val="1000"/>
              <a:buChar char="●"/>
              <a:defRPr sz="1000">
                <a:solidFill>
                  <a:srgbClr val="FFFFFF"/>
                </a:solidFill>
              </a:defRPr>
            </a:lvl7pPr>
            <a:lvl8pPr indent="-292100" lvl="7" marL="3657600" algn="ctr">
              <a:spcBef>
                <a:spcPts val="0"/>
              </a:spcBef>
              <a:spcAft>
                <a:spcPts val="0"/>
              </a:spcAft>
              <a:buClr>
                <a:srgbClr val="FFFFFF"/>
              </a:buClr>
              <a:buSzPts val="1000"/>
              <a:buChar char="○"/>
              <a:defRPr sz="1000">
                <a:solidFill>
                  <a:srgbClr val="FFFFFF"/>
                </a:solidFill>
              </a:defRPr>
            </a:lvl8pPr>
            <a:lvl9pPr indent="-292100" lvl="8" marL="4114800" algn="ctr">
              <a:spcBef>
                <a:spcPts val="0"/>
              </a:spcBef>
              <a:spcAft>
                <a:spcPts val="0"/>
              </a:spcAft>
              <a:buClr>
                <a:srgbClr val="FFFFFF"/>
              </a:buClr>
              <a:buSzPts val="1000"/>
              <a:buChar char="■"/>
              <a:defRPr sz="1000">
                <a:solidFill>
                  <a:srgbClr val="FFFFFF"/>
                </a:solidFill>
              </a:defRPr>
            </a:lvl9pPr>
          </a:lstStyle>
          <a:p/>
        </p:txBody>
      </p:sp>
      <p:sp>
        <p:nvSpPr>
          <p:cNvPr id="8457" name="Google Shape;8457;p138"/>
          <p:cNvSpPr txBox="1"/>
          <p:nvPr/>
        </p:nvSpPr>
        <p:spPr>
          <a:xfrm>
            <a:off x="84825" y="598125"/>
            <a:ext cx="595500" cy="205800"/>
          </a:xfrm>
          <a:prstGeom prst="rect">
            <a:avLst/>
          </a:prstGeom>
          <a:noFill/>
          <a:ln>
            <a:noFill/>
          </a:ln>
        </p:spPr>
        <p:txBody>
          <a:bodyPr anchorCtr="0" anchor="t" bIns="18000" lIns="18000" spcFirstLastPara="1" rIns="18000" wrap="square" tIns="18000">
            <a:spAutoFit/>
          </a:bodyPr>
          <a:lstStyle/>
          <a:p>
            <a:pPr indent="0" lvl="0" marL="0" rtl="0" algn="l">
              <a:spcBef>
                <a:spcPts val="0"/>
              </a:spcBef>
              <a:spcAft>
                <a:spcPts val="0"/>
              </a:spcAft>
              <a:buNone/>
            </a:pPr>
            <a:r>
              <a:rPr lang="es-419" sz="1100">
                <a:solidFill>
                  <a:srgbClr val="FFFFFF"/>
                </a:solidFill>
              </a:rPr>
              <a:t>Nombre:</a:t>
            </a:r>
            <a:endParaRPr sz="1100">
              <a:solidFill>
                <a:srgbClr val="FFFFFF"/>
              </a:solidFill>
            </a:endParaRPr>
          </a:p>
        </p:txBody>
      </p:sp>
      <p:sp>
        <p:nvSpPr>
          <p:cNvPr id="8458" name="Google Shape;8458;p138"/>
          <p:cNvSpPr/>
          <p:nvPr/>
        </p:nvSpPr>
        <p:spPr>
          <a:xfrm>
            <a:off x="-4273050" y="-78277"/>
            <a:ext cx="3615600" cy="6902700"/>
          </a:xfrm>
          <a:prstGeom prst="roundRect">
            <a:avLst>
              <a:gd fmla="val 4230" name="adj"/>
            </a:avLst>
          </a:prstGeom>
          <a:solidFill>
            <a:srgbClr val="F3F3F3"/>
          </a:solidFill>
          <a:ln cap="flat" cmpd="sng" w="9525">
            <a:solidFill>
              <a:srgbClr val="F3F3F3"/>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t" bIns="91425" lIns="91425" spcFirstLastPara="1" rIns="91425" wrap="square" tIns="91425">
            <a:noAutofit/>
          </a:bodyPr>
          <a:lstStyle/>
          <a:p>
            <a:pPr indent="0" lvl="0" marL="0" rtl="0" algn="ctr">
              <a:spcBef>
                <a:spcPts val="0"/>
              </a:spcBef>
              <a:spcAft>
                <a:spcPts val="0"/>
              </a:spcAft>
              <a:buNone/>
            </a:pPr>
            <a:r>
              <a:rPr i="1" lang="es-419"/>
              <a:t>Paleta</a:t>
            </a:r>
            <a:endParaRPr i="1"/>
          </a:p>
        </p:txBody>
      </p:sp>
    </p:spTree>
  </p:cSld>
  <p:clrMapOvr>
    <a:masterClrMapping/>
  </p:clrMapOvr>
</p:sldLayout>
</file>

<file path=ppt/slideLayouts/slideLayout13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0.7 Escenarios Vividos">
  <p:cSld name="TITLE_3_6_1_1_1_1_1_1">
    <p:spTree>
      <p:nvGrpSpPr>
        <p:cNvPr id="8459" name="Shape 8459"/>
        <p:cNvGrpSpPr/>
        <p:nvPr/>
      </p:nvGrpSpPr>
      <p:grpSpPr>
        <a:xfrm>
          <a:off x="0" y="0"/>
          <a:ext cx="0" cy="0"/>
          <a:chOff x="0" y="0"/>
          <a:chExt cx="0" cy="0"/>
        </a:xfrm>
      </p:grpSpPr>
      <p:sp>
        <p:nvSpPr>
          <p:cNvPr id="8460" name="Google Shape;8460;p139"/>
          <p:cNvSpPr/>
          <p:nvPr/>
        </p:nvSpPr>
        <p:spPr>
          <a:xfrm>
            <a:off x="97888" y="377012"/>
            <a:ext cx="9893400" cy="296700"/>
          </a:xfrm>
          <a:prstGeom prst="roundRect">
            <a:avLst>
              <a:gd fmla="val 22902" name="adj"/>
            </a:avLst>
          </a:prstGeom>
          <a:solidFill>
            <a:srgbClr val="F3F3F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8461" name="Google Shape;8461;p139"/>
          <p:cNvSpPr/>
          <p:nvPr/>
        </p:nvSpPr>
        <p:spPr>
          <a:xfrm>
            <a:off x="77688" y="358938"/>
            <a:ext cx="9935700" cy="6438000"/>
          </a:xfrm>
          <a:prstGeom prst="roundRect">
            <a:avLst>
              <a:gd fmla="val 2618" name="adj"/>
            </a:avLst>
          </a:prstGeom>
          <a:solidFill>
            <a:srgbClr val="FFFFFF"/>
          </a:solidFill>
          <a:ln cap="flat" cmpd="sng" w="38100">
            <a:solidFill>
              <a:srgbClr val="000000"/>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462" name="Google Shape;8462;p139"/>
          <p:cNvCxnSpPr/>
          <p:nvPr/>
        </p:nvCxnSpPr>
        <p:spPr>
          <a:xfrm>
            <a:off x="77688" y="772614"/>
            <a:ext cx="9935700" cy="0"/>
          </a:xfrm>
          <a:prstGeom prst="straightConnector1">
            <a:avLst/>
          </a:prstGeom>
          <a:noFill/>
          <a:ln cap="flat" cmpd="sng" w="19050">
            <a:solidFill>
              <a:srgbClr val="000000"/>
            </a:solidFill>
            <a:prstDash val="solid"/>
            <a:round/>
            <a:headEnd len="med" w="med" type="none"/>
            <a:tailEnd len="med" w="med" type="none"/>
          </a:ln>
        </p:spPr>
      </p:cxnSp>
      <p:cxnSp>
        <p:nvCxnSpPr>
          <p:cNvPr id="8463" name="Google Shape;8463;p139"/>
          <p:cNvCxnSpPr/>
          <p:nvPr/>
        </p:nvCxnSpPr>
        <p:spPr>
          <a:xfrm rot="10800000">
            <a:off x="2439038" y="368188"/>
            <a:ext cx="0" cy="402300"/>
          </a:xfrm>
          <a:prstGeom prst="straightConnector1">
            <a:avLst/>
          </a:prstGeom>
          <a:noFill/>
          <a:ln cap="flat" cmpd="sng" w="19050">
            <a:solidFill>
              <a:srgbClr val="000000"/>
            </a:solidFill>
            <a:prstDash val="solid"/>
            <a:round/>
            <a:headEnd len="med" w="med" type="none"/>
            <a:tailEnd len="med" w="med" type="none"/>
          </a:ln>
        </p:spPr>
      </p:cxnSp>
      <p:sp>
        <p:nvSpPr>
          <p:cNvPr id="8464" name="Google Shape;8464;p139"/>
          <p:cNvSpPr txBox="1"/>
          <p:nvPr>
            <p:ph type="title"/>
          </p:nvPr>
        </p:nvSpPr>
        <p:spPr>
          <a:xfrm flipH="1">
            <a:off x="3219174" y="437575"/>
            <a:ext cx="1731300" cy="2658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200"/>
              <a:buNone/>
              <a:defRPr sz="1200">
                <a:solidFill>
                  <a:srgbClr val="000000"/>
                </a:solidFill>
              </a:defRPr>
            </a:lvl1pPr>
            <a:lvl2pPr lvl="1">
              <a:spcBef>
                <a:spcPts val="0"/>
              </a:spcBef>
              <a:spcAft>
                <a:spcPts val="0"/>
              </a:spcAft>
              <a:buClr>
                <a:srgbClr val="000000"/>
              </a:buClr>
              <a:buSzPts val="1100"/>
              <a:buNone/>
              <a:defRPr sz="1100">
                <a:solidFill>
                  <a:srgbClr val="000000"/>
                </a:solidFill>
              </a:defRPr>
            </a:lvl2pPr>
            <a:lvl3pPr lvl="2">
              <a:spcBef>
                <a:spcPts val="0"/>
              </a:spcBef>
              <a:spcAft>
                <a:spcPts val="0"/>
              </a:spcAft>
              <a:buClr>
                <a:srgbClr val="000000"/>
              </a:buClr>
              <a:buSzPts val="1100"/>
              <a:buNone/>
              <a:defRPr sz="1100">
                <a:solidFill>
                  <a:srgbClr val="000000"/>
                </a:solidFill>
              </a:defRPr>
            </a:lvl3pPr>
            <a:lvl4pPr lvl="3">
              <a:spcBef>
                <a:spcPts val="0"/>
              </a:spcBef>
              <a:spcAft>
                <a:spcPts val="0"/>
              </a:spcAft>
              <a:buClr>
                <a:srgbClr val="000000"/>
              </a:buClr>
              <a:buSzPts val="1100"/>
              <a:buNone/>
              <a:defRPr sz="1100">
                <a:solidFill>
                  <a:srgbClr val="000000"/>
                </a:solidFill>
              </a:defRPr>
            </a:lvl4pPr>
            <a:lvl5pPr lvl="4">
              <a:spcBef>
                <a:spcPts val="0"/>
              </a:spcBef>
              <a:spcAft>
                <a:spcPts val="0"/>
              </a:spcAft>
              <a:buClr>
                <a:srgbClr val="000000"/>
              </a:buClr>
              <a:buSzPts val="1100"/>
              <a:buNone/>
              <a:defRPr sz="1100">
                <a:solidFill>
                  <a:srgbClr val="000000"/>
                </a:solidFill>
              </a:defRPr>
            </a:lvl5pPr>
            <a:lvl6pPr lvl="5">
              <a:spcBef>
                <a:spcPts val="0"/>
              </a:spcBef>
              <a:spcAft>
                <a:spcPts val="0"/>
              </a:spcAft>
              <a:buClr>
                <a:srgbClr val="000000"/>
              </a:buClr>
              <a:buSzPts val="1100"/>
              <a:buNone/>
              <a:defRPr sz="1100">
                <a:solidFill>
                  <a:srgbClr val="000000"/>
                </a:solidFill>
              </a:defRPr>
            </a:lvl6pPr>
            <a:lvl7pPr lvl="6">
              <a:spcBef>
                <a:spcPts val="0"/>
              </a:spcBef>
              <a:spcAft>
                <a:spcPts val="0"/>
              </a:spcAft>
              <a:buClr>
                <a:srgbClr val="000000"/>
              </a:buClr>
              <a:buSzPts val="1100"/>
              <a:buNone/>
              <a:defRPr sz="1100">
                <a:solidFill>
                  <a:srgbClr val="000000"/>
                </a:solidFill>
              </a:defRPr>
            </a:lvl7pPr>
            <a:lvl8pPr lvl="7">
              <a:spcBef>
                <a:spcPts val="0"/>
              </a:spcBef>
              <a:spcAft>
                <a:spcPts val="0"/>
              </a:spcAft>
              <a:buClr>
                <a:srgbClr val="000000"/>
              </a:buClr>
              <a:buSzPts val="1100"/>
              <a:buNone/>
              <a:defRPr sz="1100">
                <a:solidFill>
                  <a:srgbClr val="000000"/>
                </a:solidFill>
              </a:defRPr>
            </a:lvl8pPr>
            <a:lvl9pPr lvl="8">
              <a:spcBef>
                <a:spcPts val="0"/>
              </a:spcBef>
              <a:spcAft>
                <a:spcPts val="0"/>
              </a:spcAft>
              <a:buClr>
                <a:srgbClr val="000000"/>
              </a:buClr>
              <a:buSzPts val="1100"/>
              <a:buNone/>
              <a:defRPr sz="1100">
                <a:solidFill>
                  <a:srgbClr val="000000"/>
                </a:solidFill>
              </a:defRPr>
            </a:lvl9pPr>
          </a:lstStyle>
          <a:p/>
        </p:txBody>
      </p:sp>
      <p:sp>
        <p:nvSpPr>
          <p:cNvPr id="8465" name="Google Shape;8465;p139"/>
          <p:cNvSpPr txBox="1"/>
          <p:nvPr/>
        </p:nvSpPr>
        <p:spPr>
          <a:xfrm>
            <a:off x="2513487" y="437267"/>
            <a:ext cx="679500" cy="2664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b="1" lang="es-419" sz="1100"/>
              <a:t>Proceso o servicio:</a:t>
            </a:r>
            <a:endParaRPr b="1" sz="1100"/>
          </a:p>
        </p:txBody>
      </p:sp>
      <p:cxnSp>
        <p:nvCxnSpPr>
          <p:cNvPr id="8466" name="Google Shape;8466;p139"/>
          <p:cNvCxnSpPr/>
          <p:nvPr/>
        </p:nvCxnSpPr>
        <p:spPr>
          <a:xfrm rot="10800000">
            <a:off x="5070754" y="368188"/>
            <a:ext cx="0" cy="402300"/>
          </a:xfrm>
          <a:prstGeom prst="straightConnector1">
            <a:avLst/>
          </a:prstGeom>
          <a:noFill/>
          <a:ln cap="flat" cmpd="sng" w="19050">
            <a:solidFill>
              <a:srgbClr val="000000"/>
            </a:solidFill>
            <a:prstDash val="solid"/>
            <a:round/>
            <a:headEnd len="med" w="med" type="none"/>
            <a:tailEnd len="med" w="med" type="none"/>
          </a:ln>
        </p:spPr>
      </p:cxnSp>
      <p:sp>
        <p:nvSpPr>
          <p:cNvPr id="8467" name="Google Shape;8467;p139"/>
          <p:cNvSpPr txBox="1"/>
          <p:nvPr/>
        </p:nvSpPr>
        <p:spPr>
          <a:xfrm>
            <a:off x="5191013" y="387663"/>
            <a:ext cx="13026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Finalidad empresa:</a:t>
            </a:r>
            <a:endParaRPr b="1" sz="1100"/>
          </a:p>
        </p:txBody>
      </p:sp>
      <p:sp>
        <p:nvSpPr>
          <p:cNvPr id="8468" name="Google Shape;8468;p139"/>
          <p:cNvSpPr txBox="1"/>
          <p:nvPr/>
        </p:nvSpPr>
        <p:spPr>
          <a:xfrm>
            <a:off x="5191013" y="579538"/>
            <a:ext cx="11637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Finalidad cliente:</a:t>
            </a:r>
            <a:endParaRPr b="1" sz="1100"/>
          </a:p>
        </p:txBody>
      </p:sp>
      <p:sp>
        <p:nvSpPr>
          <p:cNvPr id="8469" name="Google Shape;8469;p139"/>
          <p:cNvSpPr/>
          <p:nvPr/>
        </p:nvSpPr>
        <p:spPr>
          <a:xfrm>
            <a:off x="77688" y="349338"/>
            <a:ext cx="2361300" cy="421200"/>
          </a:xfrm>
          <a:prstGeom prst="roundRect">
            <a:avLst>
              <a:gd fmla="val 50000" name="adj"/>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s-419" sz="1200">
                <a:solidFill>
                  <a:srgbClr val="FFFFFF"/>
                </a:solidFill>
              </a:rPr>
              <a:t>Escenario Vivido</a:t>
            </a:r>
            <a:endParaRPr b="1" sz="1200">
              <a:solidFill>
                <a:srgbClr val="FFFFFF"/>
              </a:solidFill>
            </a:endParaRPr>
          </a:p>
          <a:p>
            <a:pPr indent="0" lvl="0" marL="0" rtl="0" algn="ctr">
              <a:spcBef>
                <a:spcPts val="0"/>
              </a:spcBef>
              <a:spcAft>
                <a:spcPts val="0"/>
              </a:spcAft>
              <a:buNone/>
            </a:pPr>
            <a:r>
              <a:t/>
            </a:r>
            <a:endParaRPr b="1" sz="1200">
              <a:solidFill>
                <a:srgbClr val="FFFFFF"/>
              </a:solidFill>
            </a:endParaRPr>
          </a:p>
        </p:txBody>
      </p:sp>
      <p:sp>
        <p:nvSpPr>
          <p:cNvPr id="8470" name="Google Shape;8470;p139"/>
          <p:cNvSpPr/>
          <p:nvPr/>
        </p:nvSpPr>
        <p:spPr>
          <a:xfrm>
            <a:off x="83988" y="595504"/>
            <a:ext cx="190200" cy="1692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1" name="Google Shape;8471;p139"/>
          <p:cNvSpPr/>
          <p:nvPr/>
        </p:nvSpPr>
        <p:spPr>
          <a:xfrm>
            <a:off x="2292338" y="358938"/>
            <a:ext cx="146700" cy="4023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2" name="Google Shape;8472;p139"/>
          <p:cNvSpPr txBox="1"/>
          <p:nvPr>
            <p:ph idx="2" type="title"/>
          </p:nvPr>
        </p:nvSpPr>
        <p:spPr>
          <a:xfrm flipH="1">
            <a:off x="6546263" y="387663"/>
            <a:ext cx="3350100" cy="1692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000"/>
              <a:buNone/>
              <a:defRPr sz="1000">
                <a:solidFill>
                  <a:srgbClr val="000000"/>
                </a:solidFill>
              </a:defRPr>
            </a:lvl1pPr>
            <a:lvl2pPr lvl="1">
              <a:spcBef>
                <a:spcPts val="0"/>
              </a:spcBef>
              <a:spcAft>
                <a:spcPts val="0"/>
              </a:spcAft>
              <a:buClr>
                <a:srgbClr val="000000"/>
              </a:buClr>
              <a:buSzPts val="1000"/>
              <a:buNone/>
              <a:defRPr sz="1000">
                <a:solidFill>
                  <a:srgbClr val="000000"/>
                </a:solidFill>
              </a:defRPr>
            </a:lvl2pPr>
            <a:lvl3pPr lvl="2">
              <a:spcBef>
                <a:spcPts val="0"/>
              </a:spcBef>
              <a:spcAft>
                <a:spcPts val="0"/>
              </a:spcAft>
              <a:buClr>
                <a:srgbClr val="000000"/>
              </a:buClr>
              <a:buSzPts val="1000"/>
              <a:buNone/>
              <a:defRPr sz="1000">
                <a:solidFill>
                  <a:srgbClr val="000000"/>
                </a:solidFill>
              </a:defRPr>
            </a:lvl3pPr>
            <a:lvl4pPr lvl="3">
              <a:spcBef>
                <a:spcPts val="0"/>
              </a:spcBef>
              <a:spcAft>
                <a:spcPts val="0"/>
              </a:spcAft>
              <a:buClr>
                <a:srgbClr val="000000"/>
              </a:buClr>
              <a:buSzPts val="1000"/>
              <a:buNone/>
              <a:defRPr sz="1000">
                <a:solidFill>
                  <a:srgbClr val="000000"/>
                </a:solidFill>
              </a:defRPr>
            </a:lvl4pPr>
            <a:lvl5pPr lvl="4">
              <a:spcBef>
                <a:spcPts val="0"/>
              </a:spcBef>
              <a:spcAft>
                <a:spcPts val="0"/>
              </a:spcAft>
              <a:buClr>
                <a:srgbClr val="000000"/>
              </a:buClr>
              <a:buSzPts val="1000"/>
              <a:buNone/>
              <a:defRPr sz="1000">
                <a:solidFill>
                  <a:srgbClr val="000000"/>
                </a:solidFill>
              </a:defRPr>
            </a:lvl5pPr>
            <a:lvl6pPr lvl="5">
              <a:spcBef>
                <a:spcPts val="0"/>
              </a:spcBef>
              <a:spcAft>
                <a:spcPts val="0"/>
              </a:spcAft>
              <a:buClr>
                <a:srgbClr val="000000"/>
              </a:buClr>
              <a:buSzPts val="1000"/>
              <a:buNone/>
              <a:defRPr sz="1000">
                <a:solidFill>
                  <a:srgbClr val="000000"/>
                </a:solidFill>
              </a:defRPr>
            </a:lvl6pPr>
            <a:lvl7pPr lvl="6">
              <a:spcBef>
                <a:spcPts val="0"/>
              </a:spcBef>
              <a:spcAft>
                <a:spcPts val="0"/>
              </a:spcAft>
              <a:buClr>
                <a:srgbClr val="000000"/>
              </a:buClr>
              <a:buSzPts val="1000"/>
              <a:buNone/>
              <a:defRPr sz="1000">
                <a:solidFill>
                  <a:srgbClr val="000000"/>
                </a:solidFill>
              </a:defRPr>
            </a:lvl7pPr>
            <a:lvl8pPr lvl="7">
              <a:spcBef>
                <a:spcPts val="0"/>
              </a:spcBef>
              <a:spcAft>
                <a:spcPts val="0"/>
              </a:spcAft>
              <a:buClr>
                <a:srgbClr val="000000"/>
              </a:buClr>
              <a:buSzPts val="1000"/>
              <a:buNone/>
              <a:defRPr sz="1000">
                <a:solidFill>
                  <a:srgbClr val="000000"/>
                </a:solidFill>
              </a:defRPr>
            </a:lvl8pPr>
            <a:lvl9pPr lvl="8">
              <a:spcBef>
                <a:spcPts val="0"/>
              </a:spcBef>
              <a:spcAft>
                <a:spcPts val="0"/>
              </a:spcAft>
              <a:buClr>
                <a:srgbClr val="000000"/>
              </a:buClr>
              <a:buSzPts val="1000"/>
              <a:buNone/>
              <a:defRPr sz="1000">
                <a:solidFill>
                  <a:srgbClr val="000000"/>
                </a:solidFill>
              </a:defRPr>
            </a:lvl9pPr>
          </a:lstStyle>
          <a:p/>
        </p:txBody>
      </p:sp>
      <p:sp>
        <p:nvSpPr>
          <p:cNvPr id="8473" name="Google Shape;8473;p139"/>
          <p:cNvSpPr txBox="1"/>
          <p:nvPr>
            <p:ph idx="3" type="title"/>
          </p:nvPr>
        </p:nvSpPr>
        <p:spPr>
          <a:xfrm flipH="1">
            <a:off x="6546263" y="579538"/>
            <a:ext cx="3350100" cy="1692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000"/>
              <a:buNone/>
              <a:defRPr sz="1000">
                <a:solidFill>
                  <a:srgbClr val="000000"/>
                </a:solidFill>
              </a:defRPr>
            </a:lvl1pPr>
            <a:lvl2pPr lvl="1">
              <a:spcBef>
                <a:spcPts val="0"/>
              </a:spcBef>
              <a:spcAft>
                <a:spcPts val="0"/>
              </a:spcAft>
              <a:buClr>
                <a:srgbClr val="000000"/>
              </a:buClr>
              <a:buSzPts val="1000"/>
              <a:buNone/>
              <a:defRPr sz="1000">
                <a:solidFill>
                  <a:srgbClr val="000000"/>
                </a:solidFill>
              </a:defRPr>
            </a:lvl2pPr>
            <a:lvl3pPr lvl="2">
              <a:spcBef>
                <a:spcPts val="0"/>
              </a:spcBef>
              <a:spcAft>
                <a:spcPts val="0"/>
              </a:spcAft>
              <a:buClr>
                <a:srgbClr val="000000"/>
              </a:buClr>
              <a:buSzPts val="1000"/>
              <a:buNone/>
              <a:defRPr sz="1000">
                <a:solidFill>
                  <a:srgbClr val="000000"/>
                </a:solidFill>
              </a:defRPr>
            </a:lvl3pPr>
            <a:lvl4pPr lvl="3">
              <a:spcBef>
                <a:spcPts val="0"/>
              </a:spcBef>
              <a:spcAft>
                <a:spcPts val="0"/>
              </a:spcAft>
              <a:buClr>
                <a:srgbClr val="000000"/>
              </a:buClr>
              <a:buSzPts val="1000"/>
              <a:buNone/>
              <a:defRPr sz="1000">
                <a:solidFill>
                  <a:srgbClr val="000000"/>
                </a:solidFill>
              </a:defRPr>
            </a:lvl4pPr>
            <a:lvl5pPr lvl="4">
              <a:spcBef>
                <a:spcPts val="0"/>
              </a:spcBef>
              <a:spcAft>
                <a:spcPts val="0"/>
              </a:spcAft>
              <a:buClr>
                <a:srgbClr val="000000"/>
              </a:buClr>
              <a:buSzPts val="1000"/>
              <a:buNone/>
              <a:defRPr sz="1000">
                <a:solidFill>
                  <a:srgbClr val="000000"/>
                </a:solidFill>
              </a:defRPr>
            </a:lvl5pPr>
            <a:lvl6pPr lvl="5">
              <a:spcBef>
                <a:spcPts val="0"/>
              </a:spcBef>
              <a:spcAft>
                <a:spcPts val="0"/>
              </a:spcAft>
              <a:buClr>
                <a:srgbClr val="000000"/>
              </a:buClr>
              <a:buSzPts val="1000"/>
              <a:buNone/>
              <a:defRPr sz="1000">
                <a:solidFill>
                  <a:srgbClr val="000000"/>
                </a:solidFill>
              </a:defRPr>
            </a:lvl6pPr>
            <a:lvl7pPr lvl="6">
              <a:spcBef>
                <a:spcPts val="0"/>
              </a:spcBef>
              <a:spcAft>
                <a:spcPts val="0"/>
              </a:spcAft>
              <a:buClr>
                <a:srgbClr val="000000"/>
              </a:buClr>
              <a:buSzPts val="1000"/>
              <a:buNone/>
              <a:defRPr sz="1000">
                <a:solidFill>
                  <a:srgbClr val="000000"/>
                </a:solidFill>
              </a:defRPr>
            </a:lvl7pPr>
            <a:lvl8pPr lvl="7">
              <a:spcBef>
                <a:spcPts val="0"/>
              </a:spcBef>
              <a:spcAft>
                <a:spcPts val="0"/>
              </a:spcAft>
              <a:buClr>
                <a:srgbClr val="000000"/>
              </a:buClr>
              <a:buSzPts val="1000"/>
              <a:buNone/>
              <a:defRPr sz="1000">
                <a:solidFill>
                  <a:srgbClr val="000000"/>
                </a:solidFill>
              </a:defRPr>
            </a:lvl8pPr>
            <a:lvl9pPr lvl="8">
              <a:spcBef>
                <a:spcPts val="0"/>
              </a:spcBef>
              <a:spcAft>
                <a:spcPts val="0"/>
              </a:spcAft>
              <a:buClr>
                <a:srgbClr val="000000"/>
              </a:buClr>
              <a:buSzPts val="1000"/>
              <a:buNone/>
              <a:defRPr sz="1000">
                <a:solidFill>
                  <a:srgbClr val="000000"/>
                </a:solidFill>
              </a:defRPr>
            </a:lvl9pPr>
          </a:lstStyle>
          <a:p/>
        </p:txBody>
      </p:sp>
      <p:grpSp>
        <p:nvGrpSpPr>
          <p:cNvPr id="8474" name="Google Shape;8474;p139"/>
          <p:cNvGrpSpPr/>
          <p:nvPr/>
        </p:nvGrpSpPr>
        <p:grpSpPr>
          <a:xfrm>
            <a:off x="187550" y="875833"/>
            <a:ext cx="4396608" cy="5774659"/>
            <a:chOff x="111125" y="561600"/>
            <a:chExt cx="5760000" cy="6192000"/>
          </a:xfrm>
        </p:grpSpPr>
        <p:sp>
          <p:nvSpPr>
            <p:cNvPr id="8475" name="Google Shape;8475;p139"/>
            <p:cNvSpPr txBox="1"/>
            <p:nvPr/>
          </p:nvSpPr>
          <p:spPr>
            <a:xfrm>
              <a:off x="111125" y="561600"/>
              <a:ext cx="5760000" cy="6192000"/>
            </a:xfrm>
            <a:prstGeom prst="rect">
              <a:avLst/>
            </a:prstGeom>
            <a:solidFill>
              <a:srgbClr val="FFFFFF"/>
            </a:solidFill>
            <a:ln cap="flat" cmpd="sng" w="38100">
              <a:solidFill>
                <a:srgbClr val="0DC3C3"/>
              </a:solidFill>
              <a:prstDash val="solid"/>
              <a:round/>
              <a:headEnd len="sm" w="sm" type="none"/>
              <a:tailEnd len="sm" w="sm" type="none"/>
            </a:ln>
            <a:effectLst>
              <a:outerShdw blurRad="63500" dir="10800000" dist="38100">
                <a:srgbClr val="000000">
                  <a:alpha val="39220"/>
                </a:srgbClr>
              </a:outerShdw>
            </a:effectLst>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Arial"/>
                <a:ea typeface="Arial"/>
                <a:cs typeface="Arial"/>
                <a:sym typeface="Arial"/>
              </a:endParaRPr>
            </a:p>
          </p:txBody>
        </p:sp>
        <p:sp>
          <p:nvSpPr>
            <p:cNvPr id="8476" name="Google Shape;8476;p139"/>
            <p:cNvSpPr txBox="1"/>
            <p:nvPr/>
          </p:nvSpPr>
          <p:spPr>
            <a:xfrm>
              <a:off x="111125" y="561600"/>
              <a:ext cx="5760000" cy="352500"/>
            </a:xfrm>
            <a:prstGeom prst="rect">
              <a:avLst/>
            </a:prstGeom>
            <a:solidFill>
              <a:srgbClr val="0DC3C3"/>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FFFFFF"/>
                </a:buClr>
                <a:buSzPts val="1800"/>
                <a:buFont typeface="Arial"/>
                <a:buNone/>
              </a:pPr>
              <a:r>
                <a:rPr b="1" lang="es-419" sz="1300">
                  <a:solidFill>
                    <a:srgbClr val="FFFFFF"/>
                  </a:solidFill>
                  <a:latin typeface="Arvo"/>
                  <a:ea typeface="Arvo"/>
                  <a:cs typeface="Arvo"/>
                  <a:sym typeface="Arvo"/>
                </a:rPr>
                <a:t>Escenario</a:t>
              </a:r>
              <a:endParaRPr i="0" sz="1300" u="none" cap="none" strike="noStrike">
                <a:solidFill>
                  <a:srgbClr val="000000"/>
                </a:solidFill>
                <a:latin typeface="Arvo"/>
                <a:ea typeface="Arvo"/>
                <a:cs typeface="Arvo"/>
                <a:sym typeface="Arvo"/>
              </a:endParaRPr>
            </a:p>
          </p:txBody>
        </p:sp>
      </p:grpSp>
      <p:grpSp>
        <p:nvGrpSpPr>
          <p:cNvPr id="8477" name="Google Shape;8477;p139"/>
          <p:cNvGrpSpPr/>
          <p:nvPr/>
        </p:nvGrpSpPr>
        <p:grpSpPr>
          <a:xfrm>
            <a:off x="4728159" y="875834"/>
            <a:ext cx="5135352" cy="5774659"/>
            <a:chOff x="6025601" y="561600"/>
            <a:chExt cx="5773302" cy="6192000"/>
          </a:xfrm>
        </p:grpSpPr>
        <p:sp>
          <p:nvSpPr>
            <p:cNvPr id="8478" name="Google Shape;8478;p139"/>
            <p:cNvSpPr txBox="1"/>
            <p:nvPr/>
          </p:nvSpPr>
          <p:spPr>
            <a:xfrm>
              <a:off x="6025601" y="561600"/>
              <a:ext cx="5760600" cy="6192000"/>
            </a:xfrm>
            <a:prstGeom prst="rect">
              <a:avLst/>
            </a:prstGeom>
            <a:solidFill>
              <a:srgbClr val="FFFFFF"/>
            </a:solidFill>
            <a:ln cap="flat" cmpd="sng" w="38100">
              <a:solidFill>
                <a:srgbClr val="96479C"/>
              </a:solidFill>
              <a:prstDash val="solid"/>
              <a:round/>
              <a:headEnd len="sm" w="sm" type="none"/>
              <a:tailEnd len="sm" w="sm" type="none"/>
            </a:ln>
            <a:effectLst>
              <a:outerShdw blurRad="63500" dir="10800000" dist="38100">
                <a:srgbClr val="000000">
                  <a:alpha val="39220"/>
                </a:srgbClr>
              </a:outerShdw>
            </a:effectLst>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Arial"/>
                <a:ea typeface="Arial"/>
                <a:cs typeface="Arial"/>
                <a:sym typeface="Arial"/>
              </a:endParaRPr>
            </a:p>
          </p:txBody>
        </p:sp>
        <p:sp>
          <p:nvSpPr>
            <p:cNvPr id="8479" name="Google Shape;8479;p139"/>
            <p:cNvSpPr txBox="1"/>
            <p:nvPr/>
          </p:nvSpPr>
          <p:spPr>
            <a:xfrm>
              <a:off x="6038303" y="561600"/>
              <a:ext cx="5760600" cy="352500"/>
            </a:xfrm>
            <a:prstGeom prst="rect">
              <a:avLst/>
            </a:prstGeom>
            <a:solidFill>
              <a:srgbClr val="96479C"/>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FFFFFF"/>
                </a:buClr>
                <a:buSzPts val="1800"/>
                <a:buFont typeface="Arial"/>
                <a:buNone/>
              </a:pPr>
              <a:r>
                <a:rPr b="1" lang="es-419" sz="1200">
                  <a:solidFill>
                    <a:srgbClr val="FFFFFF"/>
                  </a:solidFill>
                  <a:latin typeface="Arvo"/>
                  <a:ea typeface="Arvo"/>
                  <a:cs typeface="Arvo"/>
                  <a:sym typeface="Arvo"/>
                </a:rPr>
                <a:t>Sistema de Información</a:t>
              </a:r>
              <a:endParaRPr i="0" sz="1200" u="none" cap="none" strike="noStrike">
                <a:solidFill>
                  <a:srgbClr val="000000"/>
                </a:solidFill>
                <a:latin typeface="Arvo"/>
                <a:ea typeface="Arvo"/>
                <a:cs typeface="Arvo"/>
                <a:sym typeface="Arvo"/>
              </a:endParaRPr>
            </a:p>
          </p:txBody>
        </p:sp>
      </p:grpSp>
      <p:grpSp>
        <p:nvGrpSpPr>
          <p:cNvPr id="8480" name="Google Shape;8480;p139"/>
          <p:cNvGrpSpPr/>
          <p:nvPr/>
        </p:nvGrpSpPr>
        <p:grpSpPr>
          <a:xfrm>
            <a:off x="4862100" y="1326042"/>
            <a:ext cx="2365102" cy="1823291"/>
            <a:chOff x="4977080" y="1509325"/>
            <a:chExt cx="2028911" cy="1321800"/>
          </a:xfrm>
        </p:grpSpPr>
        <p:sp>
          <p:nvSpPr>
            <p:cNvPr id="8481" name="Google Shape;8481;p139"/>
            <p:cNvSpPr txBox="1"/>
            <p:nvPr/>
          </p:nvSpPr>
          <p:spPr>
            <a:xfrm>
              <a:off x="4977092" y="1509325"/>
              <a:ext cx="2028900" cy="1321800"/>
            </a:xfrm>
            <a:prstGeom prst="rect">
              <a:avLst/>
            </a:prstGeom>
            <a:solidFill>
              <a:srgbClr val="FFFFFF"/>
            </a:solidFill>
            <a:ln cap="flat" cmpd="sng" w="38100">
              <a:solidFill>
                <a:srgbClr val="BFBFBF"/>
              </a:solidFill>
              <a:prstDash val="solid"/>
              <a:round/>
              <a:headEnd len="sm" w="sm" type="none"/>
              <a:tailEnd len="sm" w="sm" type="none"/>
            </a:ln>
            <a:effectLst>
              <a:outerShdw blurRad="63500" dir="2700000" dist="38100">
                <a:srgbClr val="000000">
                  <a:alpha val="39220"/>
                </a:srgbClr>
              </a:outerShdw>
            </a:effectLst>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Arial"/>
                <a:ea typeface="Arial"/>
                <a:cs typeface="Arial"/>
                <a:sym typeface="Arial"/>
              </a:endParaRPr>
            </a:p>
          </p:txBody>
        </p:sp>
        <p:sp>
          <p:nvSpPr>
            <p:cNvPr id="8482" name="Google Shape;8482;p139"/>
            <p:cNvSpPr txBox="1"/>
            <p:nvPr/>
          </p:nvSpPr>
          <p:spPr>
            <a:xfrm>
              <a:off x="4977080" y="1520404"/>
              <a:ext cx="2028900" cy="192600"/>
            </a:xfrm>
            <a:prstGeom prst="rect">
              <a:avLst/>
            </a:prstGeom>
            <a:solidFill>
              <a:srgbClr val="BFBFBF"/>
            </a:solidFill>
            <a:ln>
              <a:noFill/>
            </a:ln>
          </p:spPr>
          <p:txBody>
            <a:bodyPr anchorCtr="0" anchor="ctr" bIns="0" lIns="0" spcFirstLastPara="1" rIns="0" wrap="square" tIns="0">
              <a:noAutofit/>
            </a:bodyPr>
            <a:lstStyle/>
            <a:p>
              <a:pPr indent="0" lvl="0" marL="0" marR="0" rtl="0" algn="ctr">
                <a:lnSpc>
                  <a:spcPct val="100000"/>
                </a:lnSpc>
                <a:spcBef>
                  <a:spcPts val="0"/>
                </a:spcBef>
                <a:spcAft>
                  <a:spcPts val="0"/>
                </a:spcAft>
                <a:buClr>
                  <a:srgbClr val="000000"/>
                </a:buClr>
                <a:buSzPts val="1800"/>
                <a:buFont typeface="Arial"/>
                <a:buNone/>
              </a:pPr>
              <a:r>
                <a:rPr b="1" i="0" lang="es-419" sz="1000" u="none" cap="none" strike="noStrike">
                  <a:solidFill>
                    <a:srgbClr val="000000"/>
                  </a:solidFill>
                  <a:latin typeface="Arvo"/>
                  <a:ea typeface="Arvo"/>
                  <a:cs typeface="Arvo"/>
                  <a:sym typeface="Arvo"/>
                </a:rPr>
                <a:t>Formularios - P</a:t>
              </a:r>
              <a:r>
                <a:rPr b="1" lang="es-419" sz="1000">
                  <a:latin typeface="Arvo"/>
                  <a:ea typeface="Arvo"/>
                  <a:cs typeface="Arvo"/>
                  <a:sym typeface="Arvo"/>
                </a:rPr>
                <a:t>rocesos</a:t>
              </a:r>
              <a:endParaRPr i="0" sz="1000" u="none" cap="none" strike="noStrike">
                <a:solidFill>
                  <a:srgbClr val="000000"/>
                </a:solidFill>
                <a:latin typeface="Arvo"/>
                <a:ea typeface="Arvo"/>
                <a:cs typeface="Arvo"/>
                <a:sym typeface="Arvo"/>
              </a:endParaRPr>
            </a:p>
          </p:txBody>
        </p:sp>
      </p:grpSp>
      <p:grpSp>
        <p:nvGrpSpPr>
          <p:cNvPr id="8483" name="Google Shape;8483;p139"/>
          <p:cNvGrpSpPr/>
          <p:nvPr/>
        </p:nvGrpSpPr>
        <p:grpSpPr>
          <a:xfrm>
            <a:off x="4862112" y="3288193"/>
            <a:ext cx="2365090" cy="1583535"/>
            <a:chOff x="4977091" y="2931792"/>
            <a:chExt cx="2028901" cy="1147988"/>
          </a:xfrm>
        </p:grpSpPr>
        <p:sp>
          <p:nvSpPr>
            <p:cNvPr id="8484" name="Google Shape;8484;p139"/>
            <p:cNvSpPr txBox="1"/>
            <p:nvPr/>
          </p:nvSpPr>
          <p:spPr>
            <a:xfrm>
              <a:off x="4977092" y="2944881"/>
              <a:ext cx="2028900" cy="1134900"/>
            </a:xfrm>
            <a:prstGeom prst="rect">
              <a:avLst/>
            </a:prstGeom>
            <a:solidFill>
              <a:srgbClr val="FFFFFF"/>
            </a:solidFill>
            <a:ln cap="flat" cmpd="sng" w="38100">
              <a:solidFill>
                <a:srgbClr val="D9D9D9"/>
              </a:solidFill>
              <a:prstDash val="solid"/>
              <a:round/>
              <a:headEnd len="sm" w="sm" type="none"/>
              <a:tailEnd len="sm" w="sm" type="none"/>
            </a:ln>
            <a:effectLst>
              <a:outerShdw blurRad="63500" dir="2700000" dist="38100">
                <a:srgbClr val="000000">
                  <a:alpha val="39220"/>
                </a:srgbClr>
              </a:outerShdw>
            </a:effectLst>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Arial"/>
                <a:ea typeface="Arial"/>
                <a:cs typeface="Arial"/>
                <a:sym typeface="Arial"/>
              </a:endParaRPr>
            </a:p>
          </p:txBody>
        </p:sp>
        <p:sp>
          <p:nvSpPr>
            <p:cNvPr id="8485" name="Google Shape;8485;p139"/>
            <p:cNvSpPr txBox="1"/>
            <p:nvPr/>
          </p:nvSpPr>
          <p:spPr>
            <a:xfrm>
              <a:off x="4977091" y="2931792"/>
              <a:ext cx="2028900" cy="208500"/>
            </a:xfrm>
            <a:prstGeom prst="rect">
              <a:avLst/>
            </a:prstGeom>
            <a:solidFill>
              <a:srgbClr val="F2F2F2"/>
            </a:solidFill>
            <a:ln cap="flat" cmpd="sng" w="9525">
              <a:solidFill>
                <a:srgbClr val="D9D9D9"/>
              </a:solidFill>
              <a:prstDash val="solid"/>
              <a:miter lim="800000"/>
              <a:headEnd len="sm" w="sm" type="none"/>
              <a:tailEnd len="sm" w="sm" type="none"/>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rPr b="1" lang="es-419" sz="1000">
                  <a:latin typeface="Arvo"/>
                  <a:ea typeface="Arvo"/>
                  <a:cs typeface="Arvo"/>
                  <a:sym typeface="Arvo"/>
                </a:rPr>
                <a:t>Formulario </a:t>
              </a:r>
              <a:r>
                <a:rPr b="1" i="0" lang="es-419" sz="1000" u="none" cap="none" strike="noStrike">
                  <a:solidFill>
                    <a:srgbClr val="000000"/>
                  </a:solidFill>
                  <a:latin typeface="Arvo"/>
                  <a:ea typeface="Arvo"/>
                  <a:cs typeface="Arvo"/>
                  <a:sym typeface="Arvo"/>
                </a:rPr>
                <a:t>- </a:t>
              </a:r>
              <a:r>
                <a:rPr b="1" lang="es-419" sz="1000">
                  <a:latin typeface="Arvo"/>
                  <a:ea typeface="Arvo"/>
                  <a:cs typeface="Arvo"/>
                  <a:sym typeface="Arvo"/>
                </a:rPr>
                <a:t>Soporte</a:t>
              </a:r>
              <a:endParaRPr i="0" sz="1000" u="none" cap="none" strike="noStrike">
                <a:solidFill>
                  <a:srgbClr val="000000"/>
                </a:solidFill>
                <a:latin typeface="Arvo"/>
                <a:ea typeface="Arvo"/>
                <a:cs typeface="Arvo"/>
                <a:sym typeface="Arvo"/>
              </a:endParaRPr>
            </a:p>
          </p:txBody>
        </p:sp>
      </p:grpSp>
      <p:grpSp>
        <p:nvGrpSpPr>
          <p:cNvPr id="8486" name="Google Shape;8486;p139"/>
          <p:cNvGrpSpPr/>
          <p:nvPr/>
        </p:nvGrpSpPr>
        <p:grpSpPr>
          <a:xfrm>
            <a:off x="4862466" y="5042037"/>
            <a:ext cx="2365089" cy="1466001"/>
            <a:chOff x="4977394" y="4203246"/>
            <a:chExt cx="2028900" cy="1062781"/>
          </a:xfrm>
        </p:grpSpPr>
        <p:sp>
          <p:nvSpPr>
            <p:cNvPr id="8487" name="Google Shape;8487;p139"/>
            <p:cNvSpPr txBox="1"/>
            <p:nvPr/>
          </p:nvSpPr>
          <p:spPr>
            <a:xfrm>
              <a:off x="4977394" y="4216328"/>
              <a:ext cx="2028900" cy="1049700"/>
            </a:xfrm>
            <a:prstGeom prst="rect">
              <a:avLst/>
            </a:prstGeom>
            <a:solidFill>
              <a:srgbClr val="FFFFFF"/>
            </a:solidFill>
            <a:ln cap="flat" cmpd="sng" w="38100">
              <a:solidFill>
                <a:srgbClr val="72BFC5"/>
              </a:solidFill>
              <a:prstDash val="solid"/>
              <a:round/>
              <a:headEnd len="sm" w="sm" type="none"/>
              <a:tailEnd len="sm" w="sm" type="none"/>
            </a:ln>
            <a:effectLst>
              <a:outerShdw blurRad="63500" dir="2700000" dist="38100">
                <a:srgbClr val="000000">
                  <a:alpha val="39220"/>
                </a:srgbClr>
              </a:outerShdw>
            </a:effectLst>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Arial"/>
                <a:ea typeface="Arial"/>
                <a:cs typeface="Arial"/>
                <a:sym typeface="Arial"/>
              </a:endParaRPr>
            </a:p>
          </p:txBody>
        </p:sp>
        <p:sp>
          <p:nvSpPr>
            <p:cNvPr id="8488" name="Google Shape;8488;p139"/>
            <p:cNvSpPr txBox="1"/>
            <p:nvPr/>
          </p:nvSpPr>
          <p:spPr>
            <a:xfrm>
              <a:off x="4977394" y="4203246"/>
              <a:ext cx="2028900" cy="182100"/>
            </a:xfrm>
            <a:prstGeom prst="rect">
              <a:avLst/>
            </a:prstGeom>
            <a:solidFill>
              <a:srgbClr val="72BFC5"/>
            </a:solidFill>
            <a:ln cap="flat" cmpd="sng" w="38100">
              <a:solidFill>
                <a:srgbClr val="72BFC5"/>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rPr b="1" i="0" lang="es-419" sz="1000" u="none" cap="none" strike="noStrike">
                  <a:solidFill>
                    <a:srgbClr val="000000"/>
                  </a:solidFill>
                  <a:latin typeface="Arvo"/>
                  <a:ea typeface="Arvo"/>
                  <a:cs typeface="Arvo"/>
                  <a:sym typeface="Arvo"/>
                </a:rPr>
                <a:t>Formularios - D</a:t>
              </a:r>
              <a:r>
                <a:rPr b="1" lang="es-419" sz="1000">
                  <a:latin typeface="Arvo"/>
                  <a:ea typeface="Arvo"/>
                  <a:cs typeface="Arvo"/>
                  <a:sym typeface="Arvo"/>
                </a:rPr>
                <a:t>ialogo</a:t>
              </a:r>
              <a:endParaRPr i="0" sz="1000" u="none" cap="none" strike="noStrike">
                <a:solidFill>
                  <a:srgbClr val="000000"/>
                </a:solidFill>
                <a:latin typeface="Arvo"/>
                <a:ea typeface="Arvo"/>
                <a:cs typeface="Arvo"/>
                <a:sym typeface="Arvo"/>
              </a:endParaRPr>
            </a:p>
          </p:txBody>
        </p:sp>
      </p:grpSp>
      <p:grpSp>
        <p:nvGrpSpPr>
          <p:cNvPr id="8489" name="Google Shape;8489;p139"/>
          <p:cNvGrpSpPr/>
          <p:nvPr/>
        </p:nvGrpSpPr>
        <p:grpSpPr>
          <a:xfrm>
            <a:off x="7414088" y="1326038"/>
            <a:ext cx="2297245" cy="1823436"/>
            <a:chOff x="7166313" y="1509322"/>
            <a:chExt cx="1970700" cy="1321905"/>
          </a:xfrm>
        </p:grpSpPr>
        <p:sp>
          <p:nvSpPr>
            <p:cNvPr id="8490" name="Google Shape;8490;p139"/>
            <p:cNvSpPr txBox="1"/>
            <p:nvPr/>
          </p:nvSpPr>
          <p:spPr>
            <a:xfrm>
              <a:off x="7166313" y="1510328"/>
              <a:ext cx="1970700" cy="1320900"/>
            </a:xfrm>
            <a:prstGeom prst="rect">
              <a:avLst/>
            </a:prstGeom>
            <a:solidFill>
              <a:srgbClr val="FFFFFF"/>
            </a:solidFill>
            <a:ln cap="flat" cmpd="sng" w="38100">
              <a:solidFill>
                <a:srgbClr val="D9D9D9"/>
              </a:solidFill>
              <a:prstDash val="solid"/>
              <a:round/>
              <a:headEnd len="sm" w="sm" type="none"/>
              <a:tailEnd len="sm" w="sm" type="none"/>
            </a:ln>
            <a:effectLst>
              <a:outerShdw blurRad="63500" dir="2700000" dist="38100">
                <a:srgbClr val="000000">
                  <a:alpha val="39220"/>
                </a:srgbClr>
              </a:outerShdw>
            </a:effectLst>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Arial"/>
                <a:ea typeface="Arial"/>
                <a:cs typeface="Arial"/>
                <a:sym typeface="Arial"/>
              </a:endParaRPr>
            </a:p>
          </p:txBody>
        </p:sp>
        <p:sp>
          <p:nvSpPr>
            <p:cNvPr id="8491" name="Google Shape;8491;p139"/>
            <p:cNvSpPr txBox="1"/>
            <p:nvPr/>
          </p:nvSpPr>
          <p:spPr>
            <a:xfrm>
              <a:off x="7166313" y="1509322"/>
              <a:ext cx="1970700" cy="181800"/>
            </a:xfrm>
            <a:prstGeom prst="rect">
              <a:avLst/>
            </a:prstGeom>
            <a:solidFill>
              <a:srgbClr val="F2F2F2"/>
            </a:solidFill>
            <a:ln cap="flat" cmpd="sng" w="38100">
              <a:solidFill>
                <a:srgbClr val="D9D9D9"/>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rPr b="1" lang="es-419" sz="1000">
                  <a:latin typeface="Arvo"/>
                  <a:ea typeface="Arvo"/>
                  <a:cs typeface="Arvo"/>
                  <a:sym typeface="Arvo"/>
                </a:rPr>
                <a:t>Entidades </a:t>
              </a:r>
              <a:r>
                <a:rPr b="1" i="0" lang="es-419" sz="1000" u="none" cap="none" strike="noStrike">
                  <a:solidFill>
                    <a:srgbClr val="000000"/>
                  </a:solidFill>
                  <a:latin typeface="Arvo"/>
                  <a:ea typeface="Arvo"/>
                  <a:cs typeface="Arvo"/>
                  <a:sym typeface="Arvo"/>
                </a:rPr>
                <a:t>- </a:t>
              </a:r>
              <a:r>
                <a:rPr b="1" lang="es-419" sz="1000">
                  <a:latin typeface="Arvo"/>
                  <a:ea typeface="Arvo"/>
                  <a:cs typeface="Arvo"/>
                  <a:sym typeface="Arvo"/>
                </a:rPr>
                <a:t>Dominio</a:t>
              </a:r>
              <a:endParaRPr b="1" i="0" sz="1000" u="none" cap="none" strike="noStrike">
                <a:solidFill>
                  <a:srgbClr val="000000"/>
                </a:solidFill>
                <a:latin typeface="Arvo"/>
                <a:ea typeface="Arvo"/>
                <a:cs typeface="Arvo"/>
                <a:sym typeface="Arvo"/>
              </a:endParaRPr>
            </a:p>
          </p:txBody>
        </p:sp>
      </p:grpSp>
      <p:grpSp>
        <p:nvGrpSpPr>
          <p:cNvPr id="8492" name="Google Shape;8492;p139"/>
          <p:cNvGrpSpPr/>
          <p:nvPr/>
        </p:nvGrpSpPr>
        <p:grpSpPr>
          <a:xfrm>
            <a:off x="7413883" y="3312381"/>
            <a:ext cx="2297249" cy="3195411"/>
            <a:chOff x="7166309" y="2980271"/>
            <a:chExt cx="1970704" cy="2285701"/>
          </a:xfrm>
        </p:grpSpPr>
        <p:sp>
          <p:nvSpPr>
            <p:cNvPr id="8493" name="Google Shape;8493;p139"/>
            <p:cNvSpPr txBox="1"/>
            <p:nvPr/>
          </p:nvSpPr>
          <p:spPr>
            <a:xfrm>
              <a:off x="7166313" y="2980272"/>
              <a:ext cx="1970700" cy="2285700"/>
            </a:xfrm>
            <a:prstGeom prst="rect">
              <a:avLst/>
            </a:prstGeom>
            <a:solidFill>
              <a:srgbClr val="FFFFFF"/>
            </a:solidFill>
            <a:ln cap="flat" cmpd="sng" w="38100">
              <a:solidFill>
                <a:srgbClr val="C00000"/>
              </a:solidFill>
              <a:prstDash val="solid"/>
              <a:round/>
              <a:headEnd len="sm" w="sm" type="none"/>
              <a:tailEnd len="sm" w="sm" type="none"/>
            </a:ln>
            <a:effectLst>
              <a:outerShdw blurRad="63500" dir="2700000" dist="38100">
                <a:srgbClr val="000000">
                  <a:alpha val="39220"/>
                </a:srgbClr>
              </a:outerShdw>
            </a:effectLst>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Arial"/>
                <a:ea typeface="Arial"/>
                <a:cs typeface="Arial"/>
                <a:sym typeface="Arial"/>
              </a:endParaRPr>
            </a:p>
          </p:txBody>
        </p:sp>
        <p:sp>
          <p:nvSpPr>
            <p:cNvPr id="8494" name="Google Shape;8494;p139"/>
            <p:cNvSpPr txBox="1"/>
            <p:nvPr/>
          </p:nvSpPr>
          <p:spPr>
            <a:xfrm>
              <a:off x="7166309" y="2980271"/>
              <a:ext cx="1970700" cy="171300"/>
            </a:xfrm>
            <a:prstGeom prst="rect">
              <a:avLst/>
            </a:prstGeom>
            <a:solidFill>
              <a:srgbClr val="C00000"/>
            </a:solidFill>
            <a:ln cap="flat" cmpd="sng" w="38100">
              <a:solidFill>
                <a:srgbClr val="C00000"/>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FFFFFF"/>
                </a:buClr>
                <a:buSzPts val="1800"/>
                <a:buFont typeface="Arial"/>
                <a:buNone/>
              </a:pPr>
              <a:r>
                <a:rPr b="1" lang="es-419" sz="1000">
                  <a:solidFill>
                    <a:srgbClr val="FFFFFF"/>
                  </a:solidFill>
                  <a:latin typeface="Arvo"/>
                  <a:ea typeface="Arvo"/>
                  <a:cs typeface="Arvo"/>
                  <a:sym typeface="Arvo"/>
                </a:rPr>
                <a:t>Comunicación</a:t>
              </a:r>
              <a:endParaRPr i="0" sz="1000" u="none" cap="none" strike="noStrike">
                <a:solidFill>
                  <a:srgbClr val="000000"/>
                </a:solidFill>
                <a:latin typeface="Arvo"/>
                <a:ea typeface="Arvo"/>
                <a:cs typeface="Arvo"/>
                <a:sym typeface="Arvo"/>
              </a:endParaRPr>
            </a:p>
          </p:txBody>
        </p:sp>
      </p:grpSp>
      <p:sp>
        <p:nvSpPr>
          <p:cNvPr id="8495" name="Google Shape;8495;p139"/>
          <p:cNvSpPr txBox="1"/>
          <p:nvPr>
            <p:ph idx="1" type="body"/>
          </p:nvPr>
        </p:nvSpPr>
        <p:spPr>
          <a:xfrm>
            <a:off x="641150" y="612125"/>
            <a:ext cx="1770300" cy="160500"/>
          </a:xfrm>
          <a:prstGeom prst="rect">
            <a:avLst/>
          </a:prstGeom>
          <a:noFill/>
          <a:ln>
            <a:noFill/>
          </a:ln>
        </p:spPr>
        <p:txBody>
          <a:bodyPr anchorCtr="0" anchor="t" bIns="0" lIns="0" spcFirstLastPara="1" rIns="0" wrap="square" tIns="0">
            <a:noAutofit/>
          </a:bodyPr>
          <a:lstStyle>
            <a:lvl1pPr indent="-292100" lvl="0" marL="457200" algn="ctr">
              <a:spcBef>
                <a:spcPts val="0"/>
              </a:spcBef>
              <a:spcAft>
                <a:spcPts val="0"/>
              </a:spcAft>
              <a:buClr>
                <a:srgbClr val="FFFFFF"/>
              </a:buClr>
              <a:buSzPts val="1000"/>
              <a:buChar char="●"/>
              <a:defRPr sz="1000">
                <a:solidFill>
                  <a:srgbClr val="FFFFFF"/>
                </a:solidFill>
              </a:defRPr>
            </a:lvl1pPr>
            <a:lvl2pPr indent="-292100" lvl="1" marL="914400" algn="ctr">
              <a:spcBef>
                <a:spcPts val="0"/>
              </a:spcBef>
              <a:spcAft>
                <a:spcPts val="0"/>
              </a:spcAft>
              <a:buClr>
                <a:srgbClr val="FFFFFF"/>
              </a:buClr>
              <a:buSzPts val="1000"/>
              <a:buChar char="○"/>
              <a:defRPr sz="1000">
                <a:solidFill>
                  <a:srgbClr val="FFFFFF"/>
                </a:solidFill>
              </a:defRPr>
            </a:lvl2pPr>
            <a:lvl3pPr indent="-292100" lvl="2" marL="1371600" algn="ctr">
              <a:spcBef>
                <a:spcPts val="0"/>
              </a:spcBef>
              <a:spcAft>
                <a:spcPts val="0"/>
              </a:spcAft>
              <a:buClr>
                <a:srgbClr val="FFFFFF"/>
              </a:buClr>
              <a:buSzPts val="1000"/>
              <a:buChar char="■"/>
              <a:defRPr sz="1000">
                <a:solidFill>
                  <a:srgbClr val="FFFFFF"/>
                </a:solidFill>
              </a:defRPr>
            </a:lvl3pPr>
            <a:lvl4pPr indent="-292100" lvl="3" marL="1828800" algn="ctr">
              <a:spcBef>
                <a:spcPts val="0"/>
              </a:spcBef>
              <a:spcAft>
                <a:spcPts val="0"/>
              </a:spcAft>
              <a:buClr>
                <a:srgbClr val="FFFFFF"/>
              </a:buClr>
              <a:buSzPts val="1000"/>
              <a:buChar char="●"/>
              <a:defRPr sz="1000">
                <a:solidFill>
                  <a:srgbClr val="FFFFFF"/>
                </a:solidFill>
              </a:defRPr>
            </a:lvl4pPr>
            <a:lvl5pPr indent="-292100" lvl="4" marL="2286000" algn="ctr">
              <a:spcBef>
                <a:spcPts val="0"/>
              </a:spcBef>
              <a:spcAft>
                <a:spcPts val="0"/>
              </a:spcAft>
              <a:buClr>
                <a:srgbClr val="FFFFFF"/>
              </a:buClr>
              <a:buSzPts val="1000"/>
              <a:buChar char="○"/>
              <a:defRPr sz="1000">
                <a:solidFill>
                  <a:srgbClr val="FFFFFF"/>
                </a:solidFill>
              </a:defRPr>
            </a:lvl5pPr>
            <a:lvl6pPr indent="-292100" lvl="5" marL="2743200" algn="ctr">
              <a:spcBef>
                <a:spcPts val="0"/>
              </a:spcBef>
              <a:spcAft>
                <a:spcPts val="0"/>
              </a:spcAft>
              <a:buClr>
                <a:srgbClr val="FFFFFF"/>
              </a:buClr>
              <a:buSzPts val="1000"/>
              <a:buChar char="■"/>
              <a:defRPr sz="1000">
                <a:solidFill>
                  <a:srgbClr val="FFFFFF"/>
                </a:solidFill>
              </a:defRPr>
            </a:lvl6pPr>
            <a:lvl7pPr indent="-292100" lvl="6" marL="3200400" algn="ctr">
              <a:spcBef>
                <a:spcPts val="0"/>
              </a:spcBef>
              <a:spcAft>
                <a:spcPts val="0"/>
              </a:spcAft>
              <a:buClr>
                <a:srgbClr val="FFFFFF"/>
              </a:buClr>
              <a:buSzPts val="1000"/>
              <a:buChar char="●"/>
              <a:defRPr sz="1000">
                <a:solidFill>
                  <a:srgbClr val="FFFFFF"/>
                </a:solidFill>
              </a:defRPr>
            </a:lvl7pPr>
            <a:lvl8pPr indent="-292100" lvl="7" marL="3657600" algn="ctr">
              <a:spcBef>
                <a:spcPts val="0"/>
              </a:spcBef>
              <a:spcAft>
                <a:spcPts val="0"/>
              </a:spcAft>
              <a:buClr>
                <a:srgbClr val="FFFFFF"/>
              </a:buClr>
              <a:buSzPts val="1000"/>
              <a:buChar char="○"/>
              <a:defRPr sz="1000">
                <a:solidFill>
                  <a:srgbClr val="FFFFFF"/>
                </a:solidFill>
              </a:defRPr>
            </a:lvl8pPr>
            <a:lvl9pPr indent="-292100" lvl="8" marL="4114800" algn="ctr">
              <a:spcBef>
                <a:spcPts val="0"/>
              </a:spcBef>
              <a:spcAft>
                <a:spcPts val="0"/>
              </a:spcAft>
              <a:buClr>
                <a:srgbClr val="FFFFFF"/>
              </a:buClr>
              <a:buSzPts val="1000"/>
              <a:buChar char="■"/>
              <a:defRPr sz="1000">
                <a:solidFill>
                  <a:srgbClr val="FFFFFF"/>
                </a:solidFill>
              </a:defRPr>
            </a:lvl9pPr>
          </a:lstStyle>
          <a:p/>
        </p:txBody>
      </p:sp>
      <p:sp>
        <p:nvSpPr>
          <p:cNvPr id="8496" name="Google Shape;8496;p139"/>
          <p:cNvSpPr txBox="1"/>
          <p:nvPr/>
        </p:nvSpPr>
        <p:spPr>
          <a:xfrm>
            <a:off x="84825" y="598125"/>
            <a:ext cx="595500" cy="205800"/>
          </a:xfrm>
          <a:prstGeom prst="rect">
            <a:avLst/>
          </a:prstGeom>
          <a:noFill/>
          <a:ln>
            <a:noFill/>
          </a:ln>
        </p:spPr>
        <p:txBody>
          <a:bodyPr anchorCtr="0" anchor="t" bIns="18000" lIns="18000" spcFirstLastPara="1" rIns="18000" wrap="square" tIns="18000">
            <a:spAutoFit/>
          </a:bodyPr>
          <a:lstStyle/>
          <a:p>
            <a:pPr indent="0" lvl="0" marL="0" rtl="0" algn="l">
              <a:spcBef>
                <a:spcPts val="0"/>
              </a:spcBef>
              <a:spcAft>
                <a:spcPts val="0"/>
              </a:spcAft>
              <a:buNone/>
            </a:pPr>
            <a:r>
              <a:rPr lang="es-419" sz="1100">
                <a:solidFill>
                  <a:srgbClr val="FFFFFF"/>
                </a:solidFill>
              </a:rPr>
              <a:t>Nombre:</a:t>
            </a:r>
            <a:endParaRPr sz="1100">
              <a:solidFill>
                <a:srgbClr val="FFFFFF"/>
              </a:solidFill>
            </a:endParaRPr>
          </a:p>
        </p:txBody>
      </p:sp>
      <p:sp>
        <p:nvSpPr>
          <p:cNvPr id="8497" name="Google Shape;8497;p139"/>
          <p:cNvSpPr txBox="1"/>
          <p:nvPr/>
        </p:nvSpPr>
        <p:spPr>
          <a:xfrm>
            <a:off x="-5257800" y="838200"/>
            <a:ext cx="4648200" cy="6248400"/>
          </a:xfrm>
          <a:prstGeom prst="rect">
            <a:avLst/>
          </a:prstGeom>
          <a:solidFill>
            <a:srgbClr val="FFFFFF"/>
          </a:solidFill>
          <a:ln cap="flat" cmpd="sng" w="9525">
            <a:solidFill>
              <a:srgbClr val="00B0F0"/>
            </a:solidFill>
            <a:prstDash val="solid"/>
            <a:round/>
            <a:headEnd len="sm" w="sm" type="none"/>
            <a:tailEnd len="sm" w="sm" type="none"/>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A6A6A6"/>
              </a:buClr>
              <a:buSzPts val="1700"/>
              <a:buFont typeface="Tahoma"/>
              <a:buNone/>
            </a:pPr>
            <a:r>
              <a:rPr b="1" i="0" lang="es-419" sz="1700" u="none">
                <a:solidFill>
                  <a:srgbClr val="A6A6A6"/>
                </a:solidFill>
                <a:latin typeface="Tahoma"/>
                <a:ea typeface="Tahoma"/>
                <a:cs typeface="Tahoma"/>
                <a:sym typeface="Tahoma"/>
              </a:rPr>
              <a:t>                                                           Fichas</a:t>
            </a:r>
            <a:endParaRPr/>
          </a:p>
          <a:p>
            <a:pPr indent="0" lvl="0" marL="0" marR="0" rtl="0" algn="r">
              <a:lnSpc>
                <a:spcPct val="100000"/>
              </a:lnSpc>
              <a:spcBef>
                <a:spcPts val="0"/>
              </a:spcBef>
              <a:spcAft>
                <a:spcPts val="0"/>
              </a:spcAft>
              <a:buClr>
                <a:srgbClr val="A6A6A6"/>
              </a:buClr>
              <a:buSzPts val="1700"/>
              <a:buFont typeface="Tahoma"/>
              <a:buNone/>
            </a:pPr>
            <a:r>
              <a:rPr b="1" i="0" lang="es-419" sz="1700" u="none">
                <a:solidFill>
                  <a:srgbClr val="A6A6A6"/>
                </a:solidFill>
                <a:latin typeface="Tahoma"/>
                <a:ea typeface="Tahoma"/>
                <a:cs typeface="Tahoma"/>
                <a:sym typeface="Tahoma"/>
              </a:rPr>
              <a:t>Worker</a:t>
            </a:r>
            <a:endParaRPr/>
          </a:p>
        </p:txBody>
      </p:sp>
      <p:sp>
        <p:nvSpPr>
          <p:cNvPr id="8498" name="Google Shape;8498;p139"/>
          <p:cNvSpPr txBox="1"/>
          <p:nvPr/>
        </p:nvSpPr>
        <p:spPr>
          <a:xfrm>
            <a:off x="10283825" y="838200"/>
            <a:ext cx="4319700" cy="6248400"/>
          </a:xfrm>
          <a:prstGeom prst="rect">
            <a:avLst/>
          </a:prstGeom>
          <a:solidFill>
            <a:srgbClr val="FFFFFF"/>
          </a:solidFill>
          <a:ln cap="flat" cmpd="sng" w="9525">
            <a:solidFill>
              <a:srgbClr val="00B0F0"/>
            </a:solidFill>
            <a:prstDash val="solid"/>
            <a:round/>
            <a:headEnd len="sm" w="sm" type="none"/>
            <a:tailEnd len="sm" w="sm" type="none"/>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A6A6A6"/>
              </a:buClr>
              <a:buSzPts val="1800"/>
              <a:buFont typeface="Tahoma"/>
              <a:buNone/>
            </a:pPr>
            <a:r>
              <a:rPr b="1" i="0" lang="es-419" sz="1800" u="none">
                <a:solidFill>
                  <a:srgbClr val="A6A6A6"/>
                </a:solidFill>
                <a:latin typeface="Tahoma"/>
                <a:ea typeface="Tahoma"/>
                <a:cs typeface="Tahoma"/>
                <a:sym typeface="Tahoma"/>
              </a:rPr>
              <a:t>  </a:t>
            </a:r>
            <a:r>
              <a:rPr b="1" i="0" lang="es-419" sz="1700" u="none">
                <a:solidFill>
                  <a:srgbClr val="A6A6A6"/>
                </a:solidFill>
                <a:latin typeface="Tahoma"/>
                <a:ea typeface="Tahoma"/>
                <a:cs typeface="Tahoma"/>
                <a:sym typeface="Tahoma"/>
              </a:rPr>
              <a:t>Fichas</a:t>
            </a:r>
            <a:endParaRPr/>
          </a:p>
          <a:p>
            <a:pPr indent="0" lvl="0" marL="0" marR="0" rtl="0" algn="l">
              <a:lnSpc>
                <a:spcPct val="100000"/>
              </a:lnSpc>
              <a:spcBef>
                <a:spcPts val="0"/>
              </a:spcBef>
              <a:spcAft>
                <a:spcPts val="0"/>
              </a:spcAft>
              <a:buClr>
                <a:srgbClr val="A6A6A6"/>
              </a:buClr>
              <a:buSzPts val="1700"/>
              <a:buFont typeface="Tahoma"/>
              <a:buNone/>
            </a:pPr>
            <a:r>
              <a:rPr b="1" i="0" lang="es-419" sz="1700" u="none">
                <a:solidFill>
                  <a:srgbClr val="A6A6A6"/>
                </a:solidFill>
                <a:latin typeface="Tahoma"/>
                <a:ea typeface="Tahoma"/>
                <a:cs typeface="Tahoma"/>
                <a:sym typeface="Tahoma"/>
              </a:rPr>
              <a:t>Usuarios</a:t>
            </a:r>
            <a:endParaRPr/>
          </a:p>
        </p:txBody>
      </p:sp>
      <p:sp>
        <p:nvSpPr>
          <p:cNvPr id="8499" name="Google Shape;8499;p139"/>
          <p:cNvSpPr txBox="1"/>
          <p:nvPr/>
        </p:nvSpPr>
        <p:spPr>
          <a:xfrm>
            <a:off x="-5257800" y="7199312"/>
            <a:ext cx="7924800" cy="811200"/>
          </a:xfrm>
          <a:prstGeom prst="rect">
            <a:avLst/>
          </a:prstGeom>
          <a:solidFill>
            <a:srgbClr val="FFFFFF"/>
          </a:solidFill>
          <a:ln cap="flat" cmpd="sng" w="9525">
            <a:solidFill>
              <a:srgbClr val="00B0F0"/>
            </a:solidFill>
            <a:prstDash val="solid"/>
            <a:round/>
            <a:headEnd len="sm" w="sm" type="none"/>
            <a:tailEnd len="sm" w="sm" type="none"/>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A6A6A6"/>
              </a:buClr>
              <a:buSzPts val="1700"/>
              <a:buFont typeface="Tahoma"/>
              <a:buNone/>
            </a:pPr>
            <a:r>
              <a:rPr b="1" i="0" lang="es-419" sz="1700" u="none">
                <a:solidFill>
                  <a:srgbClr val="A6A6A6"/>
                </a:solidFill>
                <a:latin typeface="Tahoma"/>
                <a:ea typeface="Tahoma"/>
                <a:cs typeface="Tahoma"/>
                <a:sym typeface="Tahoma"/>
              </a:rPr>
              <a:t>Elementos</a:t>
            </a:r>
            <a:endParaRPr/>
          </a:p>
        </p:txBody>
      </p:sp>
      <p:sp>
        <p:nvSpPr>
          <p:cNvPr id="8500" name="Google Shape;8500;p139"/>
          <p:cNvSpPr txBox="1"/>
          <p:nvPr/>
        </p:nvSpPr>
        <p:spPr>
          <a:xfrm>
            <a:off x="2820976" y="7199300"/>
            <a:ext cx="11782500" cy="811200"/>
          </a:xfrm>
          <a:prstGeom prst="rect">
            <a:avLst/>
          </a:prstGeom>
          <a:solidFill>
            <a:srgbClr val="FFFFFF"/>
          </a:solidFill>
          <a:ln cap="flat" cmpd="sng" w="9525">
            <a:solidFill>
              <a:srgbClr val="00B0F0"/>
            </a:solidFill>
            <a:prstDash val="solid"/>
            <a:round/>
            <a:headEnd len="sm" w="sm" type="none"/>
            <a:tailEnd len="sm" w="sm" type="none"/>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A6A6A6"/>
              </a:buClr>
              <a:buSzPts val="1700"/>
              <a:buFont typeface="Tahoma"/>
              <a:buNone/>
            </a:pPr>
            <a:r>
              <a:rPr b="1" i="0" lang="es-419" sz="1700" u="none">
                <a:solidFill>
                  <a:srgbClr val="A6A6A6"/>
                </a:solidFill>
                <a:latin typeface="Tahoma"/>
                <a:ea typeface="Tahoma"/>
                <a:cs typeface="Tahoma"/>
                <a:sym typeface="Tahoma"/>
              </a:rPr>
              <a:t>Comunicación</a:t>
            </a:r>
            <a:endParaRPr/>
          </a:p>
        </p:txBody>
      </p:sp>
    </p:spTree>
  </p:cSld>
  <p:clrMapOvr>
    <a:masterClrMapping/>
  </p:clrMapOvr>
</p:sldLayout>
</file>

<file path=ppt/slideLayouts/slideLayout13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1 Problema y Posicionamiento">
  <p:cSld name="TITLE_3_6_1_1_1_1_1_1_1_2_1">
    <p:spTree>
      <p:nvGrpSpPr>
        <p:cNvPr id="8501" name="Shape 8501"/>
        <p:cNvGrpSpPr/>
        <p:nvPr/>
      </p:nvGrpSpPr>
      <p:grpSpPr>
        <a:xfrm>
          <a:off x="0" y="0"/>
          <a:ext cx="0" cy="0"/>
          <a:chOff x="0" y="0"/>
          <a:chExt cx="0" cy="0"/>
        </a:xfrm>
      </p:grpSpPr>
      <p:sp>
        <p:nvSpPr>
          <p:cNvPr id="8502" name="Google Shape;8502;p140"/>
          <p:cNvSpPr/>
          <p:nvPr/>
        </p:nvSpPr>
        <p:spPr>
          <a:xfrm>
            <a:off x="77688" y="358938"/>
            <a:ext cx="9935700" cy="6438000"/>
          </a:xfrm>
          <a:prstGeom prst="roundRect">
            <a:avLst>
              <a:gd fmla="val 2618" name="adj"/>
            </a:avLst>
          </a:prstGeom>
          <a:solidFill>
            <a:srgbClr val="FFFFFF"/>
          </a:solidFill>
          <a:ln cap="flat" cmpd="sng" w="38100">
            <a:solidFill>
              <a:srgbClr val="000000"/>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503" name="Google Shape;8503;p140"/>
          <p:cNvCxnSpPr/>
          <p:nvPr/>
        </p:nvCxnSpPr>
        <p:spPr>
          <a:xfrm>
            <a:off x="77688" y="772614"/>
            <a:ext cx="9935700" cy="0"/>
          </a:xfrm>
          <a:prstGeom prst="straightConnector1">
            <a:avLst/>
          </a:prstGeom>
          <a:noFill/>
          <a:ln cap="flat" cmpd="sng" w="19050">
            <a:solidFill>
              <a:srgbClr val="000000"/>
            </a:solidFill>
            <a:prstDash val="solid"/>
            <a:round/>
            <a:headEnd len="med" w="med" type="none"/>
            <a:tailEnd len="med" w="med" type="none"/>
          </a:ln>
        </p:spPr>
      </p:cxnSp>
      <p:cxnSp>
        <p:nvCxnSpPr>
          <p:cNvPr id="8504" name="Google Shape;8504;p140"/>
          <p:cNvCxnSpPr/>
          <p:nvPr/>
        </p:nvCxnSpPr>
        <p:spPr>
          <a:xfrm rot="10800000">
            <a:off x="2439038" y="368188"/>
            <a:ext cx="0" cy="402300"/>
          </a:xfrm>
          <a:prstGeom prst="straightConnector1">
            <a:avLst/>
          </a:prstGeom>
          <a:noFill/>
          <a:ln cap="flat" cmpd="sng" w="19050">
            <a:solidFill>
              <a:srgbClr val="000000"/>
            </a:solidFill>
            <a:prstDash val="solid"/>
            <a:round/>
            <a:headEnd len="med" w="med" type="none"/>
            <a:tailEnd len="med" w="med" type="none"/>
          </a:ln>
        </p:spPr>
      </p:cxnSp>
      <p:sp>
        <p:nvSpPr>
          <p:cNvPr id="8505" name="Google Shape;8505;p140"/>
          <p:cNvSpPr/>
          <p:nvPr/>
        </p:nvSpPr>
        <p:spPr>
          <a:xfrm>
            <a:off x="77688" y="349338"/>
            <a:ext cx="2361300" cy="421200"/>
          </a:xfrm>
          <a:prstGeom prst="roundRect">
            <a:avLst>
              <a:gd fmla="val 50000" name="adj"/>
            </a:avLst>
          </a:prstGeom>
          <a:solidFill>
            <a:srgbClr val="000000"/>
          </a:solidFill>
          <a:ln cap="flat" cmpd="sng" w="9525">
            <a:solidFill>
              <a:srgbClr val="000000"/>
            </a:solidFill>
            <a:prstDash val="solid"/>
            <a:round/>
            <a:headEnd len="sm" w="sm" type="none"/>
            <a:tailEnd len="sm" w="sm" type="none"/>
          </a:ln>
        </p:spPr>
        <p:txBody>
          <a:bodyPr anchorCtr="0" anchor="ctr" bIns="91425" lIns="0" spcFirstLastPara="1" rIns="0" wrap="square" tIns="91425">
            <a:noAutofit/>
          </a:bodyPr>
          <a:lstStyle/>
          <a:p>
            <a:pPr indent="0" lvl="0" marL="0" rtl="0" algn="ctr">
              <a:spcBef>
                <a:spcPts val="0"/>
              </a:spcBef>
              <a:spcAft>
                <a:spcPts val="0"/>
              </a:spcAft>
              <a:buNone/>
            </a:pPr>
            <a:r>
              <a:rPr b="1" lang="es-419" sz="1100">
                <a:solidFill>
                  <a:srgbClr val="FFFFFF"/>
                </a:solidFill>
              </a:rPr>
              <a:t>Problema y Posicionamiento</a:t>
            </a:r>
            <a:endParaRPr b="1" sz="1100">
              <a:solidFill>
                <a:srgbClr val="FFFFFF"/>
              </a:solidFill>
            </a:endParaRPr>
          </a:p>
          <a:p>
            <a:pPr indent="0" lvl="0" marL="0" rtl="0" algn="ctr">
              <a:spcBef>
                <a:spcPts val="0"/>
              </a:spcBef>
              <a:spcAft>
                <a:spcPts val="0"/>
              </a:spcAft>
              <a:buNone/>
            </a:pPr>
            <a:r>
              <a:t/>
            </a:r>
            <a:endParaRPr b="1" sz="1200">
              <a:solidFill>
                <a:srgbClr val="FFFFFF"/>
              </a:solidFill>
            </a:endParaRPr>
          </a:p>
        </p:txBody>
      </p:sp>
      <p:sp>
        <p:nvSpPr>
          <p:cNvPr id="8506" name="Google Shape;8506;p140"/>
          <p:cNvSpPr/>
          <p:nvPr/>
        </p:nvSpPr>
        <p:spPr>
          <a:xfrm>
            <a:off x="83988" y="595504"/>
            <a:ext cx="190200" cy="1692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7" name="Google Shape;8507;p140"/>
          <p:cNvSpPr/>
          <p:nvPr/>
        </p:nvSpPr>
        <p:spPr>
          <a:xfrm>
            <a:off x="2350598" y="358950"/>
            <a:ext cx="88500" cy="4023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8" name="Google Shape;8508;p140"/>
          <p:cNvSpPr/>
          <p:nvPr/>
        </p:nvSpPr>
        <p:spPr>
          <a:xfrm>
            <a:off x="2277739" y="663750"/>
            <a:ext cx="88500" cy="1089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9" name="Google Shape;8509;p140"/>
          <p:cNvSpPr txBox="1"/>
          <p:nvPr/>
        </p:nvSpPr>
        <p:spPr>
          <a:xfrm>
            <a:off x="391660" y="3997709"/>
            <a:ext cx="1594500" cy="246300"/>
          </a:xfrm>
          <a:prstGeom prst="rect">
            <a:avLst/>
          </a:prstGeom>
          <a:noFill/>
          <a:ln>
            <a:noFill/>
          </a:ln>
        </p:spPr>
        <p:txBody>
          <a:bodyPr anchorCtr="0" anchor="t" bIns="0" lIns="0" spcFirstLastPara="1" rIns="72000" wrap="square" tIns="0">
            <a:spAutoFit/>
          </a:bodyPr>
          <a:lstStyle/>
          <a:p>
            <a:pPr indent="0" lvl="0" marL="45720" rtl="0" algn="r">
              <a:spcBef>
                <a:spcPts val="0"/>
              </a:spcBef>
              <a:spcAft>
                <a:spcPts val="0"/>
              </a:spcAft>
              <a:buNone/>
            </a:pPr>
            <a:r>
              <a:rPr b="1" lang="es-419" sz="1000">
                <a:solidFill>
                  <a:srgbClr val="202124"/>
                </a:solidFill>
                <a:latin typeface="Arvo"/>
                <a:ea typeface="Arvo"/>
                <a:cs typeface="Arvo"/>
                <a:sym typeface="Arvo"/>
              </a:rPr>
              <a:t>Para:</a:t>
            </a:r>
            <a:r>
              <a:rPr b="1" lang="es-419" sz="1000">
                <a:solidFill>
                  <a:schemeClr val="dk1"/>
                </a:solidFill>
                <a:latin typeface="Arvo"/>
                <a:ea typeface="Arvo"/>
                <a:cs typeface="Arvo"/>
                <a:sym typeface="Arvo"/>
              </a:rPr>
              <a:t> </a:t>
            </a:r>
            <a:endParaRPr b="1" sz="1000">
              <a:solidFill>
                <a:schemeClr val="dk1"/>
              </a:solidFill>
              <a:latin typeface="Arvo"/>
              <a:ea typeface="Arvo"/>
              <a:cs typeface="Arvo"/>
              <a:sym typeface="Arvo"/>
            </a:endParaRPr>
          </a:p>
          <a:p>
            <a:pPr indent="0" lvl="0" marL="45720" rtl="0" algn="r">
              <a:spcBef>
                <a:spcPts val="0"/>
              </a:spcBef>
              <a:spcAft>
                <a:spcPts val="0"/>
              </a:spcAft>
              <a:buNone/>
            </a:pPr>
            <a:r>
              <a:rPr i="1" lang="es-419" sz="600">
                <a:solidFill>
                  <a:schemeClr val="dk1"/>
                </a:solidFill>
                <a:latin typeface="Arvo"/>
                <a:ea typeface="Arvo"/>
                <a:cs typeface="Arvo"/>
                <a:sym typeface="Arvo"/>
              </a:rPr>
              <a:t>&lt;[Cliente objetivo]&gt;</a:t>
            </a:r>
            <a:endParaRPr sz="600">
              <a:solidFill>
                <a:schemeClr val="hlink"/>
              </a:solidFill>
              <a:highlight>
                <a:srgbClr val="FFFF00"/>
              </a:highlight>
              <a:latin typeface="Arvo"/>
              <a:ea typeface="Arvo"/>
              <a:cs typeface="Arvo"/>
              <a:sym typeface="Arvo"/>
            </a:endParaRPr>
          </a:p>
        </p:txBody>
      </p:sp>
      <p:sp>
        <p:nvSpPr>
          <p:cNvPr id="8510" name="Google Shape;8510;p140"/>
          <p:cNvSpPr txBox="1"/>
          <p:nvPr/>
        </p:nvSpPr>
        <p:spPr>
          <a:xfrm>
            <a:off x="256507" y="4394654"/>
            <a:ext cx="1731300" cy="369300"/>
          </a:xfrm>
          <a:prstGeom prst="rect">
            <a:avLst/>
          </a:prstGeom>
          <a:noFill/>
          <a:ln>
            <a:noFill/>
          </a:ln>
        </p:spPr>
        <p:txBody>
          <a:bodyPr anchorCtr="0" anchor="t" bIns="0" lIns="0" spcFirstLastPara="1" rIns="72000" wrap="square" tIns="0">
            <a:spAutoFit/>
          </a:bodyPr>
          <a:lstStyle/>
          <a:p>
            <a:pPr indent="0" lvl="0" marL="45720" rtl="0" algn="r">
              <a:spcBef>
                <a:spcPts val="0"/>
              </a:spcBef>
              <a:spcAft>
                <a:spcPts val="0"/>
              </a:spcAft>
              <a:buNone/>
            </a:pPr>
            <a:r>
              <a:rPr b="1" lang="es-419" sz="1000">
                <a:solidFill>
                  <a:schemeClr val="dk1"/>
                </a:solidFill>
                <a:latin typeface="Arvo"/>
                <a:ea typeface="Arvo"/>
                <a:cs typeface="Arvo"/>
                <a:sym typeface="Arvo"/>
              </a:rPr>
              <a:t>Quién:                         </a:t>
            </a:r>
            <a:r>
              <a:rPr b="1" lang="es-419" sz="1200">
                <a:solidFill>
                  <a:schemeClr val="dk1"/>
                </a:solidFill>
                <a:latin typeface="Arvo"/>
                <a:ea typeface="Arvo"/>
                <a:cs typeface="Arvo"/>
                <a:sym typeface="Arvo"/>
              </a:rPr>
              <a:t> </a:t>
            </a:r>
            <a:r>
              <a:rPr i="1" lang="es-419" sz="600">
                <a:solidFill>
                  <a:schemeClr val="dk1"/>
                </a:solidFill>
                <a:latin typeface="Arvo"/>
                <a:ea typeface="Arvo"/>
                <a:cs typeface="Arvo"/>
                <a:sym typeface="Arvo"/>
              </a:rPr>
              <a:t>&lt;[Declaración de la necesidad u oportunidad]&gt;</a:t>
            </a:r>
            <a:endParaRPr sz="600">
              <a:solidFill>
                <a:schemeClr val="hlink"/>
              </a:solidFill>
              <a:highlight>
                <a:srgbClr val="FFFF00"/>
              </a:highlight>
              <a:latin typeface="Arvo"/>
              <a:ea typeface="Arvo"/>
              <a:cs typeface="Arvo"/>
              <a:sym typeface="Arvo"/>
            </a:endParaRPr>
          </a:p>
        </p:txBody>
      </p:sp>
      <p:sp>
        <p:nvSpPr>
          <p:cNvPr id="8511" name="Google Shape;8511;p140"/>
          <p:cNvSpPr txBox="1"/>
          <p:nvPr/>
        </p:nvSpPr>
        <p:spPr>
          <a:xfrm>
            <a:off x="403322" y="4858127"/>
            <a:ext cx="1594500" cy="277200"/>
          </a:xfrm>
          <a:prstGeom prst="rect">
            <a:avLst/>
          </a:prstGeom>
          <a:noFill/>
          <a:ln>
            <a:noFill/>
          </a:ln>
        </p:spPr>
        <p:txBody>
          <a:bodyPr anchorCtr="0" anchor="t" bIns="0" lIns="0" spcFirstLastPara="1" rIns="72000" wrap="square" tIns="0">
            <a:spAutoFit/>
          </a:bodyPr>
          <a:lstStyle/>
          <a:p>
            <a:pPr indent="0" lvl="0" marL="45720" rtl="0" algn="r">
              <a:spcBef>
                <a:spcPts val="0"/>
              </a:spcBef>
              <a:spcAft>
                <a:spcPts val="0"/>
              </a:spcAft>
              <a:buNone/>
            </a:pPr>
            <a:r>
              <a:rPr b="1" lang="es-419" sz="1000">
                <a:solidFill>
                  <a:schemeClr val="dk1"/>
                </a:solidFill>
                <a:latin typeface="Arvo"/>
                <a:ea typeface="Arvo"/>
                <a:cs typeface="Arvo"/>
                <a:sym typeface="Arvo"/>
              </a:rPr>
              <a:t>El </a:t>
            </a:r>
            <a:r>
              <a:rPr b="1" lang="es-419" sz="900">
                <a:solidFill>
                  <a:schemeClr val="dk1"/>
                </a:solidFill>
                <a:latin typeface="Arvo"/>
                <a:ea typeface="Arvo"/>
                <a:cs typeface="Arvo"/>
                <a:sym typeface="Arvo"/>
              </a:rPr>
              <a:t>(nombre comercial)</a:t>
            </a:r>
            <a:r>
              <a:rPr b="1" lang="es-419" sz="1000">
                <a:solidFill>
                  <a:schemeClr val="dk1"/>
                </a:solidFill>
                <a:latin typeface="Arvo"/>
                <a:ea typeface="Arvo"/>
                <a:cs typeface="Arvo"/>
                <a:sym typeface="Arvo"/>
              </a:rPr>
              <a:t>: </a:t>
            </a:r>
            <a:r>
              <a:rPr b="1" lang="es-419" sz="1200">
                <a:solidFill>
                  <a:schemeClr val="dk1"/>
                </a:solidFill>
                <a:latin typeface="Arvo"/>
                <a:ea typeface="Arvo"/>
                <a:cs typeface="Arvo"/>
                <a:sym typeface="Arvo"/>
              </a:rPr>
              <a:t> </a:t>
            </a:r>
            <a:r>
              <a:rPr i="1" lang="es-419" sz="600">
                <a:solidFill>
                  <a:schemeClr val="dk1"/>
                </a:solidFill>
                <a:latin typeface="Arvo"/>
                <a:ea typeface="Arvo"/>
                <a:cs typeface="Arvo"/>
                <a:sym typeface="Arvo"/>
              </a:rPr>
              <a:t>&lt;es una [categoría empresarial]&gt;</a:t>
            </a:r>
            <a:endParaRPr sz="600">
              <a:solidFill>
                <a:schemeClr val="hlink"/>
              </a:solidFill>
              <a:highlight>
                <a:srgbClr val="FFFF00"/>
              </a:highlight>
              <a:latin typeface="Arvo"/>
              <a:ea typeface="Arvo"/>
              <a:cs typeface="Arvo"/>
              <a:sym typeface="Arvo"/>
            </a:endParaRPr>
          </a:p>
        </p:txBody>
      </p:sp>
      <p:sp>
        <p:nvSpPr>
          <p:cNvPr id="8512" name="Google Shape;8512;p140"/>
          <p:cNvSpPr txBox="1"/>
          <p:nvPr/>
        </p:nvSpPr>
        <p:spPr>
          <a:xfrm>
            <a:off x="51719" y="5352392"/>
            <a:ext cx="1941000" cy="338700"/>
          </a:xfrm>
          <a:prstGeom prst="rect">
            <a:avLst/>
          </a:prstGeom>
          <a:noFill/>
          <a:ln>
            <a:noFill/>
          </a:ln>
        </p:spPr>
        <p:txBody>
          <a:bodyPr anchorCtr="0" anchor="t" bIns="0" lIns="0" spcFirstLastPara="1" rIns="72000" wrap="square" tIns="0">
            <a:spAutoFit/>
          </a:bodyPr>
          <a:lstStyle/>
          <a:p>
            <a:pPr indent="0" lvl="0" marL="45720" rtl="0" algn="r">
              <a:spcBef>
                <a:spcPts val="0"/>
              </a:spcBef>
              <a:spcAft>
                <a:spcPts val="0"/>
              </a:spcAft>
              <a:buNone/>
            </a:pPr>
            <a:r>
              <a:rPr b="1" lang="es-419" sz="1000">
                <a:solidFill>
                  <a:schemeClr val="dk1"/>
                </a:solidFill>
                <a:latin typeface="Arvo"/>
                <a:ea typeface="Arvo"/>
                <a:cs typeface="Arvo"/>
                <a:sym typeface="Arvo"/>
              </a:rPr>
              <a:t>Que:</a:t>
            </a:r>
            <a:endParaRPr b="1" sz="1000">
              <a:solidFill>
                <a:schemeClr val="dk1"/>
              </a:solidFill>
              <a:latin typeface="Arvo"/>
              <a:ea typeface="Arvo"/>
              <a:cs typeface="Arvo"/>
              <a:sym typeface="Arvo"/>
            </a:endParaRPr>
          </a:p>
          <a:p>
            <a:pPr indent="0" lvl="0" marL="45720" rtl="0" algn="r">
              <a:spcBef>
                <a:spcPts val="0"/>
              </a:spcBef>
              <a:spcAft>
                <a:spcPts val="0"/>
              </a:spcAft>
              <a:buNone/>
            </a:pPr>
            <a:r>
              <a:rPr i="1" lang="es-419" sz="600">
                <a:solidFill>
                  <a:schemeClr val="dk1"/>
                </a:solidFill>
                <a:latin typeface="Arvo"/>
                <a:ea typeface="Arvo"/>
                <a:cs typeface="Arvo"/>
                <a:sym typeface="Arvo"/>
              </a:rPr>
              <a:t>&lt;[</a:t>
            </a:r>
            <a:r>
              <a:rPr i="1" lang="es-419" sz="600">
                <a:solidFill>
                  <a:srgbClr val="202124"/>
                </a:solidFill>
                <a:latin typeface="Arvo"/>
                <a:ea typeface="Arvo"/>
                <a:cs typeface="Arvo"/>
                <a:sym typeface="Arvo"/>
              </a:rPr>
              <a:t>declaración de beneficio clave; es decir, cuál es la razón de peso para hacer negocios con]</a:t>
            </a:r>
            <a:r>
              <a:rPr i="1" lang="es-419" sz="600">
                <a:solidFill>
                  <a:schemeClr val="dk1"/>
                </a:solidFill>
                <a:latin typeface="Arvo"/>
                <a:ea typeface="Arvo"/>
                <a:cs typeface="Arvo"/>
                <a:sym typeface="Arvo"/>
              </a:rPr>
              <a:t>&gt;</a:t>
            </a:r>
            <a:endParaRPr sz="600">
              <a:solidFill>
                <a:schemeClr val="hlink"/>
              </a:solidFill>
              <a:highlight>
                <a:srgbClr val="FFFF00"/>
              </a:highlight>
              <a:latin typeface="Arvo"/>
              <a:ea typeface="Arvo"/>
              <a:cs typeface="Arvo"/>
              <a:sym typeface="Arvo"/>
            </a:endParaRPr>
          </a:p>
        </p:txBody>
      </p:sp>
      <p:sp>
        <p:nvSpPr>
          <p:cNvPr id="8513" name="Google Shape;8513;p140"/>
          <p:cNvSpPr txBox="1"/>
          <p:nvPr/>
        </p:nvSpPr>
        <p:spPr>
          <a:xfrm>
            <a:off x="355697" y="6305248"/>
            <a:ext cx="1670700" cy="338700"/>
          </a:xfrm>
          <a:prstGeom prst="rect">
            <a:avLst/>
          </a:prstGeom>
          <a:noFill/>
          <a:ln>
            <a:noFill/>
          </a:ln>
        </p:spPr>
        <p:txBody>
          <a:bodyPr anchorCtr="0" anchor="t" bIns="0" lIns="0" spcFirstLastPara="1" rIns="72000" wrap="square" tIns="0">
            <a:spAutoFit/>
          </a:bodyPr>
          <a:lstStyle/>
          <a:p>
            <a:pPr indent="0" lvl="0" marL="45720" rtl="0" algn="r">
              <a:spcBef>
                <a:spcPts val="0"/>
              </a:spcBef>
              <a:spcAft>
                <a:spcPts val="0"/>
              </a:spcAft>
              <a:buNone/>
            </a:pPr>
            <a:r>
              <a:rPr b="1" lang="es-419" sz="1000">
                <a:solidFill>
                  <a:schemeClr val="dk1"/>
                </a:solidFill>
                <a:latin typeface="Arvo"/>
                <a:ea typeface="Arvo"/>
                <a:cs typeface="Arvo"/>
                <a:sym typeface="Arvo"/>
              </a:rPr>
              <a:t>Este negocio:</a:t>
            </a:r>
            <a:endParaRPr b="1" sz="1000">
              <a:solidFill>
                <a:schemeClr val="dk1"/>
              </a:solidFill>
              <a:latin typeface="Arvo"/>
              <a:ea typeface="Arvo"/>
              <a:cs typeface="Arvo"/>
              <a:sym typeface="Arvo"/>
            </a:endParaRPr>
          </a:p>
          <a:p>
            <a:pPr indent="0" lvl="0" marL="45720" rtl="0" algn="r">
              <a:spcBef>
                <a:spcPts val="0"/>
              </a:spcBef>
              <a:spcAft>
                <a:spcPts val="0"/>
              </a:spcAft>
              <a:buNone/>
            </a:pPr>
            <a:r>
              <a:rPr i="1" lang="es-419" sz="600">
                <a:solidFill>
                  <a:schemeClr val="dk1"/>
                </a:solidFill>
                <a:latin typeface="Arvo"/>
                <a:ea typeface="Arvo"/>
                <a:cs typeface="Arvo"/>
                <a:sym typeface="Arvo"/>
              </a:rPr>
              <a:t>&lt;</a:t>
            </a:r>
            <a:r>
              <a:rPr i="1" lang="es-419" sz="600">
                <a:solidFill>
                  <a:srgbClr val="202124"/>
                </a:solidFill>
                <a:latin typeface="Arvo"/>
                <a:ea typeface="Arvo"/>
                <a:cs typeface="Arvo"/>
                <a:sym typeface="Arvo"/>
              </a:rPr>
              <a:t>[declaración de diferenciación primaria]</a:t>
            </a:r>
            <a:r>
              <a:rPr i="1" lang="es-419" sz="600">
                <a:solidFill>
                  <a:schemeClr val="dk1"/>
                </a:solidFill>
                <a:latin typeface="Arvo"/>
                <a:ea typeface="Arvo"/>
                <a:cs typeface="Arvo"/>
                <a:sym typeface="Arvo"/>
              </a:rPr>
              <a:t>&gt;</a:t>
            </a:r>
            <a:endParaRPr sz="600">
              <a:solidFill>
                <a:schemeClr val="hlink"/>
              </a:solidFill>
              <a:highlight>
                <a:srgbClr val="FFFF00"/>
              </a:highlight>
              <a:latin typeface="Arvo"/>
              <a:ea typeface="Arvo"/>
              <a:cs typeface="Arvo"/>
              <a:sym typeface="Arvo"/>
            </a:endParaRPr>
          </a:p>
        </p:txBody>
      </p:sp>
      <p:sp>
        <p:nvSpPr>
          <p:cNvPr id="8514" name="Google Shape;8514;p140"/>
          <p:cNvSpPr txBox="1"/>
          <p:nvPr/>
        </p:nvSpPr>
        <p:spPr>
          <a:xfrm>
            <a:off x="317597" y="5834060"/>
            <a:ext cx="1670700" cy="246300"/>
          </a:xfrm>
          <a:prstGeom prst="rect">
            <a:avLst/>
          </a:prstGeom>
          <a:noFill/>
          <a:ln>
            <a:noFill/>
          </a:ln>
        </p:spPr>
        <p:txBody>
          <a:bodyPr anchorCtr="0" anchor="t" bIns="0" lIns="0" spcFirstLastPara="1" rIns="72000" wrap="square" tIns="0">
            <a:spAutoFit/>
          </a:bodyPr>
          <a:lstStyle/>
          <a:p>
            <a:pPr indent="0" lvl="0" marL="45720" rtl="0" algn="r">
              <a:spcBef>
                <a:spcPts val="0"/>
              </a:spcBef>
              <a:spcAft>
                <a:spcPts val="0"/>
              </a:spcAft>
              <a:buNone/>
            </a:pPr>
            <a:r>
              <a:rPr b="1" lang="es-419" sz="1000">
                <a:solidFill>
                  <a:schemeClr val="dk1"/>
                </a:solidFill>
                <a:latin typeface="Arvo"/>
                <a:ea typeface="Arvo"/>
                <a:cs typeface="Arvo"/>
                <a:sym typeface="Arvo"/>
              </a:rPr>
              <a:t>A diferencia de:</a:t>
            </a:r>
            <a:endParaRPr b="1" sz="1000">
              <a:solidFill>
                <a:schemeClr val="dk1"/>
              </a:solidFill>
              <a:latin typeface="Arvo"/>
              <a:ea typeface="Arvo"/>
              <a:cs typeface="Arvo"/>
              <a:sym typeface="Arvo"/>
            </a:endParaRPr>
          </a:p>
          <a:p>
            <a:pPr indent="0" lvl="0" marL="45720" rtl="0" algn="r">
              <a:spcBef>
                <a:spcPts val="0"/>
              </a:spcBef>
              <a:spcAft>
                <a:spcPts val="0"/>
              </a:spcAft>
              <a:buNone/>
            </a:pPr>
            <a:r>
              <a:rPr i="1" lang="es-419" sz="600">
                <a:solidFill>
                  <a:schemeClr val="dk1"/>
                </a:solidFill>
                <a:latin typeface="Arvo"/>
                <a:ea typeface="Arvo"/>
                <a:cs typeface="Arvo"/>
                <a:sym typeface="Arvo"/>
              </a:rPr>
              <a:t>&lt;</a:t>
            </a:r>
            <a:r>
              <a:rPr i="1" lang="es-419" sz="600">
                <a:solidFill>
                  <a:srgbClr val="202124"/>
                </a:solidFill>
                <a:latin typeface="Arvo"/>
                <a:ea typeface="Arvo"/>
                <a:cs typeface="Arvo"/>
                <a:sym typeface="Arvo"/>
              </a:rPr>
              <a:t>[alternativa competitiva primaria]</a:t>
            </a:r>
            <a:r>
              <a:rPr i="1" lang="es-419" sz="600">
                <a:solidFill>
                  <a:schemeClr val="dk1"/>
                </a:solidFill>
                <a:latin typeface="Arvo"/>
                <a:ea typeface="Arvo"/>
                <a:cs typeface="Arvo"/>
                <a:sym typeface="Arvo"/>
              </a:rPr>
              <a:t>&gt;</a:t>
            </a:r>
            <a:endParaRPr sz="600">
              <a:solidFill>
                <a:schemeClr val="hlink"/>
              </a:solidFill>
              <a:highlight>
                <a:srgbClr val="FFFF00"/>
              </a:highlight>
              <a:latin typeface="Arvo"/>
              <a:ea typeface="Arvo"/>
              <a:cs typeface="Arvo"/>
              <a:sym typeface="Arvo"/>
            </a:endParaRPr>
          </a:p>
        </p:txBody>
      </p:sp>
      <p:sp>
        <p:nvSpPr>
          <p:cNvPr id="8515" name="Google Shape;8515;p140"/>
          <p:cNvSpPr/>
          <p:nvPr/>
        </p:nvSpPr>
        <p:spPr>
          <a:xfrm>
            <a:off x="1984125" y="3952697"/>
            <a:ext cx="7778400" cy="421200"/>
          </a:xfrm>
          <a:prstGeom prst="roundRect">
            <a:avLst>
              <a:gd fmla="val 6541"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516" name="Google Shape;8516;p140"/>
          <p:cNvCxnSpPr/>
          <p:nvPr/>
        </p:nvCxnSpPr>
        <p:spPr>
          <a:xfrm rot="10800000">
            <a:off x="328664" y="3302470"/>
            <a:ext cx="9430500" cy="600"/>
          </a:xfrm>
          <a:prstGeom prst="straightConnector1">
            <a:avLst/>
          </a:prstGeom>
          <a:noFill/>
          <a:ln cap="flat" cmpd="sng" w="19050">
            <a:solidFill>
              <a:srgbClr val="B7B7B7"/>
            </a:solidFill>
            <a:prstDash val="solid"/>
            <a:round/>
            <a:headEnd len="med" w="med" type="none"/>
            <a:tailEnd len="med" w="med" type="none"/>
          </a:ln>
        </p:spPr>
      </p:cxnSp>
      <p:sp>
        <p:nvSpPr>
          <p:cNvPr id="8517" name="Google Shape;8517;p140"/>
          <p:cNvSpPr/>
          <p:nvPr/>
        </p:nvSpPr>
        <p:spPr>
          <a:xfrm>
            <a:off x="422600" y="871377"/>
            <a:ext cx="9310800" cy="383700"/>
          </a:xfrm>
          <a:prstGeom prst="roundRect">
            <a:avLst>
              <a:gd fmla="val 16667" name="adj"/>
            </a:avLst>
          </a:prstGeom>
          <a:solidFill>
            <a:srgbClr val="D9D9D9"/>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36000" lIns="0" spcFirstLastPara="1" rIns="0" wrap="square" tIns="36000">
            <a:noAutofit/>
          </a:bodyPr>
          <a:lstStyle/>
          <a:p>
            <a:pPr indent="0" lvl="0" marL="0" marR="0" rtl="0" algn="ctr">
              <a:lnSpc>
                <a:spcPct val="100000"/>
              </a:lnSpc>
              <a:spcBef>
                <a:spcPts val="0"/>
              </a:spcBef>
              <a:spcAft>
                <a:spcPts val="0"/>
              </a:spcAft>
              <a:buClr>
                <a:srgbClr val="000000"/>
              </a:buClr>
              <a:buSzPts val="1100"/>
              <a:buFont typeface="Arial"/>
              <a:buNone/>
            </a:pPr>
            <a:r>
              <a:rPr b="1" lang="es-419" sz="1100">
                <a:latin typeface="Arvo"/>
                <a:ea typeface="Arvo"/>
                <a:cs typeface="Arvo"/>
                <a:sym typeface="Arvo"/>
              </a:rPr>
              <a:t>Definición del problema</a:t>
            </a:r>
            <a:endParaRPr b="1" i="0" sz="1100" u="none" cap="none" strike="noStrike">
              <a:solidFill>
                <a:srgbClr val="000000"/>
              </a:solidFill>
              <a:latin typeface="Arvo"/>
              <a:ea typeface="Arvo"/>
              <a:cs typeface="Arvo"/>
              <a:sym typeface="Arvo"/>
            </a:endParaRPr>
          </a:p>
        </p:txBody>
      </p:sp>
      <p:sp>
        <p:nvSpPr>
          <p:cNvPr id="8518" name="Google Shape;8518;p140"/>
          <p:cNvSpPr/>
          <p:nvPr/>
        </p:nvSpPr>
        <p:spPr>
          <a:xfrm>
            <a:off x="415350" y="3468366"/>
            <a:ext cx="9310800" cy="383700"/>
          </a:xfrm>
          <a:prstGeom prst="roundRect">
            <a:avLst>
              <a:gd fmla="val 16667" name="adj"/>
            </a:avLst>
          </a:prstGeom>
          <a:solidFill>
            <a:srgbClr val="D9D9D9"/>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36000" lIns="0" spcFirstLastPara="1" rIns="0" wrap="square" tIns="36000">
            <a:noAutofit/>
          </a:bodyPr>
          <a:lstStyle/>
          <a:p>
            <a:pPr indent="0" lvl="0" marL="0" marR="0" rtl="0" algn="ctr">
              <a:lnSpc>
                <a:spcPct val="100000"/>
              </a:lnSpc>
              <a:spcBef>
                <a:spcPts val="0"/>
              </a:spcBef>
              <a:spcAft>
                <a:spcPts val="0"/>
              </a:spcAft>
              <a:buClr>
                <a:srgbClr val="000000"/>
              </a:buClr>
              <a:buSzPts val="1100"/>
              <a:buFont typeface="Arial"/>
              <a:buNone/>
            </a:pPr>
            <a:r>
              <a:rPr b="1" lang="es-419" sz="1100">
                <a:latin typeface="Arvo"/>
                <a:ea typeface="Arvo"/>
                <a:cs typeface="Arvo"/>
                <a:sym typeface="Arvo"/>
              </a:rPr>
              <a:t>Declaración de la posición del negocio</a:t>
            </a:r>
            <a:endParaRPr b="1" i="0" sz="1100" u="none" cap="none" strike="noStrike">
              <a:solidFill>
                <a:srgbClr val="000000"/>
              </a:solidFill>
              <a:latin typeface="Arvo"/>
              <a:ea typeface="Arvo"/>
              <a:cs typeface="Arvo"/>
              <a:sym typeface="Arvo"/>
            </a:endParaRPr>
          </a:p>
        </p:txBody>
      </p:sp>
      <p:sp>
        <p:nvSpPr>
          <p:cNvPr id="8519" name="Google Shape;8519;p140"/>
          <p:cNvSpPr/>
          <p:nvPr/>
        </p:nvSpPr>
        <p:spPr>
          <a:xfrm>
            <a:off x="1984125" y="4419495"/>
            <a:ext cx="7778400" cy="421200"/>
          </a:xfrm>
          <a:prstGeom prst="roundRect">
            <a:avLst>
              <a:gd fmla="val 6541"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0" name="Google Shape;8520;p140"/>
          <p:cNvSpPr/>
          <p:nvPr/>
        </p:nvSpPr>
        <p:spPr>
          <a:xfrm>
            <a:off x="1984125" y="4886293"/>
            <a:ext cx="7778400" cy="421200"/>
          </a:xfrm>
          <a:prstGeom prst="roundRect">
            <a:avLst>
              <a:gd fmla="val 6541"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1" name="Google Shape;8521;p140"/>
          <p:cNvSpPr/>
          <p:nvPr/>
        </p:nvSpPr>
        <p:spPr>
          <a:xfrm>
            <a:off x="1984125" y="5353091"/>
            <a:ext cx="7778400" cy="421200"/>
          </a:xfrm>
          <a:prstGeom prst="roundRect">
            <a:avLst>
              <a:gd fmla="val 6541"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2" name="Google Shape;8522;p140"/>
          <p:cNvSpPr/>
          <p:nvPr/>
        </p:nvSpPr>
        <p:spPr>
          <a:xfrm>
            <a:off x="1984125" y="5819888"/>
            <a:ext cx="7778400" cy="421200"/>
          </a:xfrm>
          <a:prstGeom prst="roundRect">
            <a:avLst>
              <a:gd fmla="val 6541"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3" name="Google Shape;8523;p140"/>
          <p:cNvSpPr/>
          <p:nvPr/>
        </p:nvSpPr>
        <p:spPr>
          <a:xfrm>
            <a:off x="1984125" y="6286688"/>
            <a:ext cx="7778400" cy="421200"/>
          </a:xfrm>
          <a:prstGeom prst="roundRect">
            <a:avLst>
              <a:gd fmla="val 6541"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4" name="Google Shape;8524;p140"/>
          <p:cNvSpPr txBox="1"/>
          <p:nvPr>
            <p:ph idx="1" type="subTitle"/>
          </p:nvPr>
        </p:nvSpPr>
        <p:spPr>
          <a:xfrm>
            <a:off x="2001800" y="6305600"/>
            <a:ext cx="7742400" cy="383700"/>
          </a:xfrm>
          <a:prstGeom prst="rect">
            <a:avLst/>
          </a:prstGeom>
          <a:noFill/>
          <a:ln>
            <a:noFill/>
          </a:ln>
        </p:spPr>
        <p:txBody>
          <a:bodyPr anchorCtr="0" anchor="ctr" bIns="36000" lIns="36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8525" name="Google Shape;8525;p140"/>
          <p:cNvSpPr/>
          <p:nvPr/>
        </p:nvSpPr>
        <p:spPr>
          <a:xfrm>
            <a:off x="2001800" y="2762941"/>
            <a:ext cx="7778400" cy="421200"/>
          </a:xfrm>
          <a:prstGeom prst="roundRect">
            <a:avLst>
              <a:gd fmla="val 6541"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6" name="Google Shape;8526;p140"/>
          <p:cNvSpPr/>
          <p:nvPr/>
        </p:nvSpPr>
        <p:spPr>
          <a:xfrm>
            <a:off x="2001800" y="2300754"/>
            <a:ext cx="7778400" cy="421200"/>
          </a:xfrm>
          <a:prstGeom prst="roundRect">
            <a:avLst>
              <a:gd fmla="val 6541"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7" name="Google Shape;8527;p140"/>
          <p:cNvSpPr/>
          <p:nvPr/>
        </p:nvSpPr>
        <p:spPr>
          <a:xfrm>
            <a:off x="2001800" y="1839291"/>
            <a:ext cx="7778400" cy="421200"/>
          </a:xfrm>
          <a:prstGeom prst="roundRect">
            <a:avLst>
              <a:gd fmla="val 6541"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8" name="Google Shape;8528;p140"/>
          <p:cNvSpPr/>
          <p:nvPr/>
        </p:nvSpPr>
        <p:spPr>
          <a:xfrm>
            <a:off x="2001800" y="1371049"/>
            <a:ext cx="7778400" cy="421200"/>
          </a:xfrm>
          <a:prstGeom prst="roundRect">
            <a:avLst>
              <a:gd fmla="val 6541"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9" name="Google Shape;8529;p140"/>
          <p:cNvSpPr txBox="1"/>
          <p:nvPr/>
        </p:nvSpPr>
        <p:spPr>
          <a:xfrm>
            <a:off x="229201" y="1371050"/>
            <a:ext cx="1814100" cy="246300"/>
          </a:xfrm>
          <a:prstGeom prst="rect">
            <a:avLst/>
          </a:prstGeom>
          <a:noFill/>
          <a:ln>
            <a:noFill/>
          </a:ln>
        </p:spPr>
        <p:txBody>
          <a:bodyPr anchorCtr="0" anchor="t" bIns="0" lIns="0" spcFirstLastPara="1" rIns="72000" wrap="square" tIns="0">
            <a:spAutoFit/>
          </a:bodyPr>
          <a:lstStyle/>
          <a:p>
            <a:pPr indent="0" lvl="0" marL="45720" rtl="0" algn="r">
              <a:spcBef>
                <a:spcPts val="0"/>
              </a:spcBef>
              <a:spcAft>
                <a:spcPts val="0"/>
              </a:spcAft>
              <a:buNone/>
            </a:pPr>
            <a:r>
              <a:rPr b="1" lang="es-419" sz="1000">
                <a:solidFill>
                  <a:srgbClr val="202124"/>
                </a:solidFill>
                <a:latin typeface="Arvo"/>
                <a:ea typeface="Arvo"/>
                <a:cs typeface="Arvo"/>
                <a:sym typeface="Arvo"/>
              </a:rPr>
              <a:t>El problema de:</a:t>
            </a:r>
            <a:endParaRPr b="1" sz="1000">
              <a:solidFill>
                <a:schemeClr val="dk1"/>
              </a:solidFill>
              <a:latin typeface="Arvo"/>
              <a:ea typeface="Arvo"/>
              <a:cs typeface="Arvo"/>
              <a:sym typeface="Arvo"/>
            </a:endParaRPr>
          </a:p>
          <a:p>
            <a:pPr indent="0" lvl="0" marL="45720" rtl="0" algn="r">
              <a:spcBef>
                <a:spcPts val="0"/>
              </a:spcBef>
              <a:spcAft>
                <a:spcPts val="0"/>
              </a:spcAft>
              <a:buNone/>
            </a:pPr>
            <a:r>
              <a:rPr i="1" lang="es-419" sz="600">
                <a:solidFill>
                  <a:schemeClr val="dk1"/>
                </a:solidFill>
                <a:latin typeface="Arvo"/>
                <a:ea typeface="Arvo"/>
                <a:cs typeface="Arvo"/>
                <a:sym typeface="Arvo"/>
              </a:rPr>
              <a:t>&lt;[Describe el problema]&gt;</a:t>
            </a:r>
            <a:endParaRPr sz="600">
              <a:solidFill>
                <a:schemeClr val="hlink"/>
              </a:solidFill>
              <a:highlight>
                <a:srgbClr val="FFFF00"/>
              </a:highlight>
              <a:latin typeface="Arvo"/>
              <a:ea typeface="Arvo"/>
              <a:cs typeface="Arvo"/>
              <a:sym typeface="Arvo"/>
            </a:endParaRPr>
          </a:p>
        </p:txBody>
      </p:sp>
      <p:sp>
        <p:nvSpPr>
          <p:cNvPr id="8530" name="Google Shape;8530;p140"/>
          <p:cNvSpPr txBox="1"/>
          <p:nvPr/>
        </p:nvSpPr>
        <p:spPr>
          <a:xfrm>
            <a:off x="412846" y="1839296"/>
            <a:ext cx="1594500" cy="338700"/>
          </a:xfrm>
          <a:prstGeom prst="rect">
            <a:avLst/>
          </a:prstGeom>
          <a:noFill/>
          <a:ln>
            <a:noFill/>
          </a:ln>
        </p:spPr>
        <p:txBody>
          <a:bodyPr anchorCtr="0" anchor="t" bIns="0" lIns="0" spcFirstLastPara="1" rIns="72000" wrap="square" tIns="0">
            <a:spAutoFit/>
          </a:bodyPr>
          <a:lstStyle/>
          <a:p>
            <a:pPr indent="0" lvl="0" marL="45720" rtl="0" algn="r">
              <a:spcBef>
                <a:spcPts val="0"/>
              </a:spcBef>
              <a:spcAft>
                <a:spcPts val="0"/>
              </a:spcAft>
              <a:buNone/>
            </a:pPr>
            <a:r>
              <a:rPr b="1" lang="es-419" sz="1000">
                <a:solidFill>
                  <a:schemeClr val="dk1"/>
                </a:solidFill>
                <a:latin typeface="Arvo"/>
                <a:ea typeface="Arvo"/>
                <a:cs typeface="Arvo"/>
                <a:sym typeface="Arvo"/>
              </a:rPr>
              <a:t>Afecta:</a:t>
            </a:r>
            <a:endParaRPr b="1" sz="1000">
              <a:solidFill>
                <a:schemeClr val="dk1"/>
              </a:solidFill>
              <a:latin typeface="Arvo"/>
              <a:ea typeface="Arvo"/>
              <a:cs typeface="Arvo"/>
              <a:sym typeface="Arvo"/>
            </a:endParaRPr>
          </a:p>
          <a:p>
            <a:pPr indent="0" lvl="0" marL="45720" rtl="0" algn="r">
              <a:spcBef>
                <a:spcPts val="0"/>
              </a:spcBef>
              <a:spcAft>
                <a:spcPts val="0"/>
              </a:spcAft>
              <a:buNone/>
            </a:pPr>
            <a:r>
              <a:rPr i="1" lang="es-419" sz="600">
                <a:solidFill>
                  <a:schemeClr val="dk1"/>
                </a:solidFill>
                <a:latin typeface="Arvo"/>
                <a:ea typeface="Arvo"/>
                <a:cs typeface="Arvo"/>
                <a:sym typeface="Arvo"/>
              </a:rPr>
              <a:t>&lt;[quiénes son las partes interesadas afectadas por el problema]&gt;</a:t>
            </a:r>
            <a:endParaRPr sz="600">
              <a:solidFill>
                <a:schemeClr val="hlink"/>
              </a:solidFill>
              <a:highlight>
                <a:srgbClr val="FFFF00"/>
              </a:highlight>
              <a:latin typeface="Arvo"/>
              <a:ea typeface="Arvo"/>
              <a:cs typeface="Arvo"/>
              <a:sym typeface="Arvo"/>
            </a:endParaRPr>
          </a:p>
        </p:txBody>
      </p:sp>
      <p:sp>
        <p:nvSpPr>
          <p:cNvPr id="8531" name="Google Shape;8531;p140"/>
          <p:cNvSpPr txBox="1"/>
          <p:nvPr/>
        </p:nvSpPr>
        <p:spPr>
          <a:xfrm>
            <a:off x="229200" y="2321300"/>
            <a:ext cx="1786200" cy="277200"/>
          </a:xfrm>
          <a:prstGeom prst="rect">
            <a:avLst/>
          </a:prstGeom>
          <a:noFill/>
          <a:ln>
            <a:noFill/>
          </a:ln>
        </p:spPr>
        <p:txBody>
          <a:bodyPr anchorCtr="0" anchor="t" bIns="0" lIns="0" spcFirstLastPara="1" rIns="72000" wrap="square" tIns="0">
            <a:spAutoFit/>
          </a:bodyPr>
          <a:lstStyle/>
          <a:p>
            <a:pPr indent="0" lvl="0" marL="45720" rtl="0" algn="r">
              <a:spcBef>
                <a:spcPts val="0"/>
              </a:spcBef>
              <a:spcAft>
                <a:spcPts val="0"/>
              </a:spcAft>
              <a:buNone/>
            </a:pPr>
            <a:r>
              <a:rPr b="1" lang="es-419" sz="1000">
                <a:solidFill>
                  <a:schemeClr val="dk1"/>
                </a:solidFill>
                <a:latin typeface="Arvo"/>
                <a:ea typeface="Arvo"/>
                <a:cs typeface="Arvo"/>
                <a:sym typeface="Arvo"/>
              </a:rPr>
              <a:t>Cuyo impacto es:             </a:t>
            </a:r>
            <a:r>
              <a:rPr b="1" lang="es-419" sz="1200">
                <a:solidFill>
                  <a:schemeClr val="dk1"/>
                </a:solidFill>
                <a:latin typeface="Arvo"/>
                <a:ea typeface="Arvo"/>
                <a:cs typeface="Arvo"/>
                <a:sym typeface="Arvo"/>
              </a:rPr>
              <a:t> </a:t>
            </a:r>
            <a:r>
              <a:rPr i="1" lang="es-419" sz="600">
                <a:solidFill>
                  <a:schemeClr val="dk1"/>
                </a:solidFill>
                <a:latin typeface="Arvo"/>
                <a:ea typeface="Arvo"/>
                <a:cs typeface="Arvo"/>
                <a:sym typeface="Arvo"/>
              </a:rPr>
              <a:t>&lt;[cuál es el impacto del problema]&gt;</a:t>
            </a:r>
            <a:endParaRPr sz="600">
              <a:solidFill>
                <a:schemeClr val="hlink"/>
              </a:solidFill>
              <a:highlight>
                <a:srgbClr val="FFFF00"/>
              </a:highlight>
              <a:latin typeface="Arvo"/>
              <a:ea typeface="Arvo"/>
              <a:cs typeface="Arvo"/>
              <a:sym typeface="Arvo"/>
            </a:endParaRPr>
          </a:p>
        </p:txBody>
      </p:sp>
      <p:sp>
        <p:nvSpPr>
          <p:cNvPr id="8532" name="Google Shape;8532;p140"/>
          <p:cNvSpPr txBox="1"/>
          <p:nvPr/>
        </p:nvSpPr>
        <p:spPr>
          <a:xfrm>
            <a:off x="108875" y="2765850"/>
            <a:ext cx="1889400" cy="369300"/>
          </a:xfrm>
          <a:prstGeom prst="rect">
            <a:avLst/>
          </a:prstGeom>
          <a:noFill/>
          <a:ln>
            <a:noFill/>
          </a:ln>
        </p:spPr>
        <p:txBody>
          <a:bodyPr anchorCtr="0" anchor="t" bIns="0" lIns="0" spcFirstLastPara="1" rIns="72000" wrap="square" tIns="0">
            <a:spAutoFit/>
          </a:bodyPr>
          <a:lstStyle/>
          <a:p>
            <a:pPr indent="0" lvl="0" marL="45720" rtl="0" algn="r">
              <a:spcBef>
                <a:spcPts val="0"/>
              </a:spcBef>
              <a:spcAft>
                <a:spcPts val="0"/>
              </a:spcAft>
              <a:buNone/>
            </a:pPr>
            <a:r>
              <a:rPr b="1" lang="es-419" sz="1000">
                <a:solidFill>
                  <a:schemeClr val="dk1"/>
                </a:solidFill>
                <a:latin typeface="Arvo"/>
                <a:ea typeface="Arvo"/>
                <a:cs typeface="Arvo"/>
                <a:sym typeface="Arvo"/>
              </a:rPr>
              <a:t>Una solución exitosa sería:                          </a:t>
            </a:r>
            <a:r>
              <a:rPr b="1" lang="es-419" sz="1200">
                <a:solidFill>
                  <a:schemeClr val="dk1"/>
                </a:solidFill>
                <a:latin typeface="Arvo"/>
                <a:ea typeface="Arvo"/>
                <a:cs typeface="Arvo"/>
                <a:sym typeface="Arvo"/>
              </a:rPr>
              <a:t> </a:t>
            </a:r>
            <a:r>
              <a:rPr i="1" lang="es-419" sz="600">
                <a:solidFill>
                  <a:schemeClr val="dk1"/>
                </a:solidFill>
                <a:latin typeface="Arvo"/>
                <a:ea typeface="Arvo"/>
                <a:cs typeface="Arvo"/>
                <a:sym typeface="Arvo"/>
              </a:rPr>
              <a:t>&lt;[enumere algunos beneficios clave de una solución exitosa]&gt;</a:t>
            </a:r>
            <a:endParaRPr sz="600">
              <a:solidFill>
                <a:schemeClr val="hlink"/>
              </a:solidFill>
              <a:highlight>
                <a:srgbClr val="FFFF00"/>
              </a:highlight>
              <a:latin typeface="Arvo"/>
              <a:ea typeface="Arvo"/>
              <a:cs typeface="Arvo"/>
              <a:sym typeface="Arvo"/>
            </a:endParaRPr>
          </a:p>
        </p:txBody>
      </p:sp>
      <p:sp>
        <p:nvSpPr>
          <p:cNvPr id="8533" name="Google Shape;8533;p140"/>
          <p:cNvSpPr txBox="1"/>
          <p:nvPr>
            <p:ph idx="2" type="subTitle"/>
          </p:nvPr>
        </p:nvSpPr>
        <p:spPr>
          <a:xfrm>
            <a:off x="2019800" y="5838650"/>
            <a:ext cx="7742400" cy="383700"/>
          </a:xfrm>
          <a:prstGeom prst="rect">
            <a:avLst/>
          </a:prstGeom>
          <a:noFill/>
          <a:ln>
            <a:noFill/>
          </a:ln>
        </p:spPr>
        <p:txBody>
          <a:bodyPr anchorCtr="0" anchor="ctr" bIns="36000" lIns="36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8534" name="Google Shape;8534;p140"/>
          <p:cNvSpPr txBox="1"/>
          <p:nvPr>
            <p:ph idx="3" type="subTitle"/>
          </p:nvPr>
        </p:nvSpPr>
        <p:spPr>
          <a:xfrm>
            <a:off x="2002125" y="5371850"/>
            <a:ext cx="7742400" cy="383700"/>
          </a:xfrm>
          <a:prstGeom prst="rect">
            <a:avLst/>
          </a:prstGeom>
          <a:noFill/>
          <a:ln>
            <a:noFill/>
          </a:ln>
        </p:spPr>
        <p:txBody>
          <a:bodyPr anchorCtr="0" anchor="ctr" bIns="36000" lIns="36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8535" name="Google Shape;8535;p140"/>
          <p:cNvSpPr txBox="1"/>
          <p:nvPr>
            <p:ph idx="4" type="subTitle"/>
          </p:nvPr>
        </p:nvSpPr>
        <p:spPr>
          <a:xfrm>
            <a:off x="2002125" y="4905050"/>
            <a:ext cx="7742400" cy="383700"/>
          </a:xfrm>
          <a:prstGeom prst="rect">
            <a:avLst/>
          </a:prstGeom>
          <a:noFill/>
          <a:ln>
            <a:noFill/>
          </a:ln>
        </p:spPr>
        <p:txBody>
          <a:bodyPr anchorCtr="0" anchor="ctr" bIns="36000" lIns="36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8536" name="Google Shape;8536;p140"/>
          <p:cNvSpPr txBox="1"/>
          <p:nvPr>
            <p:ph idx="5" type="subTitle"/>
          </p:nvPr>
        </p:nvSpPr>
        <p:spPr>
          <a:xfrm>
            <a:off x="2001800" y="4424163"/>
            <a:ext cx="7742400" cy="383700"/>
          </a:xfrm>
          <a:prstGeom prst="rect">
            <a:avLst/>
          </a:prstGeom>
          <a:noFill/>
          <a:ln>
            <a:noFill/>
          </a:ln>
        </p:spPr>
        <p:txBody>
          <a:bodyPr anchorCtr="0" anchor="ctr" bIns="36000" lIns="36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8537" name="Google Shape;8537;p140"/>
          <p:cNvSpPr txBox="1"/>
          <p:nvPr>
            <p:ph idx="6" type="subTitle"/>
          </p:nvPr>
        </p:nvSpPr>
        <p:spPr>
          <a:xfrm>
            <a:off x="2001800" y="3946275"/>
            <a:ext cx="7742400" cy="383700"/>
          </a:xfrm>
          <a:prstGeom prst="rect">
            <a:avLst/>
          </a:prstGeom>
          <a:noFill/>
          <a:ln>
            <a:noFill/>
          </a:ln>
        </p:spPr>
        <p:txBody>
          <a:bodyPr anchorCtr="0" anchor="ctr" bIns="36000" lIns="36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8538" name="Google Shape;8538;p140"/>
          <p:cNvSpPr txBox="1"/>
          <p:nvPr>
            <p:ph idx="7" type="subTitle"/>
          </p:nvPr>
        </p:nvSpPr>
        <p:spPr>
          <a:xfrm>
            <a:off x="2019800" y="2763138"/>
            <a:ext cx="7742400" cy="383700"/>
          </a:xfrm>
          <a:prstGeom prst="rect">
            <a:avLst/>
          </a:prstGeom>
          <a:noFill/>
          <a:ln>
            <a:noFill/>
          </a:ln>
        </p:spPr>
        <p:txBody>
          <a:bodyPr anchorCtr="0" anchor="ctr" bIns="36000" lIns="36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8539" name="Google Shape;8539;p140"/>
          <p:cNvSpPr txBox="1"/>
          <p:nvPr>
            <p:ph idx="8" type="subTitle"/>
          </p:nvPr>
        </p:nvSpPr>
        <p:spPr>
          <a:xfrm>
            <a:off x="2019800" y="2319863"/>
            <a:ext cx="7742400" cy="383700"/>
          </a:xfrm>
          <a:prstGeom prst="rect">
            <a:avLst/>
          </a:prstGeom>
          <a:noFill/>
          <a:ln>
            <a:noFill/>
          </a:ln>
        </p:spPr>
        <p:txBody>
          <a:bodyPr anchorCtr="0" anchor="ctr" bIns="36000" lIns="36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8540" name="Google Shape;8540;p140"/>
          <p:cNvSpPr txBox="1"/>
          <p:nvPr>
            <p:ph idx="9" type="subTitle"/>
          </p:nvPr>
        </p:nvSpPr>
        <p:spPr>
          <a:xfrm>
            <a:off x="2019800" y="1854638"/>
            <a:ext cx="7742400" cy="383700"/>
          </a:xfrm>
          <a:prstGeom prst="rect">
            <a:avLst/>
          </a:prstGeom>
          <a:noFill/>
          <a:ln>
            <a:noFill/>
          </a:ln>
        </p:spPr>
        <p:txBody>
          <a:bodyPr anchorCtr="0" anchor="ctr" bIns="36000" lIns="36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8541" name="Google Shape;8541;p140"/>
          <p:cNvSpPr txBox="1"/>
          <p:nvPr>
            <p:ph idx="13" type="subTitle"/>
          </p:nvPr>
        </p:nvSpPr>
        <p:spPr>
          <a:xfrm>
            <a:off x="2019800" y="1422763"/>
            <a:ext cx="7742400" cy="383700"/>
          </a:xfrm>
          <a:prstGeom prst="rect">
            <a:avLst/>
          </a:prstGeom>
          <a:noFill/>
          <a:ln>
            <a:noFill/>
          </a:ln>
        </p:spPr>
        <p:txBody>
          <a:bodyPr anchorCtr="0" anchor="ctr" bIns="36000" lIns="36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8542" name="Google Shape;8542;p140"/>
          <p:cNvSpPr txBox="1"/>
          <p:nvPr/>
        </p:nvSpPr>
        <p:spPr>
          <a:xfrm>
            <a:off x="2524025" y="387675"/>
            <a:ext cx="15012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Unid. Organizacional:</a:t>
            </a:r>
            <a:endParaRPr b="1" sz="1100"/>
          </a:p>
        </p:txBody>
      </p:sp>
      <p:sp>
        <p:nvSpPr>
          <p:cNvPr id="8543" name="Google Shape;8543;p140"/>
          <p:cNvSpPr txBox="1"/>
          <p:nvPr/>
        </p:nvSpPr>
        <p:spPr>
          <a:xfrm>
            <a:off x="2524020" y="579550"/>
            <a:ext cx="6846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Alcance:</a:t>
            </a:r>
            <a:endParaRPr b="1" sz="1100"/>
          </a:p>
        </p:txBody>
      </p:sp>
      <p:sp>
        <p:nvSpPr>
          <p:cNvPr id="8544" name="Google Shape;8544;p140"/>
          <p:cNvSpPr txBox="1"/>
          <p:nvPr>
            <p:ph type="title"/>
          </p:nvPr>
        </p:nvSpPr>
        <p:spPr>
          <a:xfrm flipH="1">
            <a:off x="4025374" y="387675"/>
            <a:ext cx="5863200" cy="1692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000"/>
              <a:buNone/>
              <a:defRPr sz="1000">
                <a:solidFill>
                  <a:srgbClr val="000000"/>
                </a:solidFill>
              </a:defRPr>
            </a:lvl1pPr>
            <a:lvl2pPr lvl="1">
              <a:spcBef>
                <a:spcPts val="0"/>
              </a:spcBef>
              <a:spcAft>
                <a:spcPts val="0"/>
              </a:spcAft>
              <a:buClr>
                <a:srgbClr val="000000"/>
              </a:buClr>
              <a:buSzPts val="1000"/>
              <a:buNone/>
              <a:defRPr sz="1000">
                <a:solidFill>
                  <a:srgbClr val="000000"/>
                </a:solidFill>
              </a:defRPr>
            </a:lvl2pPr>
            <a:lvl3pPr lvl="2">
              <a:spcBef>
                <a:spcPts val="0"/>
              </a:spcBef>
              <a:spcAft>
                <a:spcPts val="0"/>
              </a:spcAft>
              <a:buClr>
                <a:srgbClr val="000000"/>
              </a:buClr>
              <a:buSzPts val="1000"/>
              <a:buNone/>
              <a:defRPr sz="1000">
                <a:solidFill>
                  <a:srgbClr val="000000"/>
                </a:solidFill>
              </a:defRPr>
            </a:lvl3pPr>
            <a:lvl4pPr lvl="3">
              <a:spcBef>
                <a:spcPts val="0"/>
              </a:spcBef>
              <a:spcAft>
                <a:spcPts val="0"/>
              </a:spcAft>
              <a:buClr>
                <a:srgbClr val="000000"/>
              </a:buClr>
              <a:buSzPts val="1000"/>
              <a:buNone/>
              <a:defRPr sz="1000">
                <a:solidFill>
                  <a:srgbClr val="000000"/>
                </a:solidFill>
              </a:defRPr>
            </a:lvl4pPr>
            <a:lvl5pPr lvl="4">
              <a:spcBef>
                <a:spcPts val="0"/>
              </a:spcBef>
              <a:spcAft>
                <a:spcPts val="0"/>
              </a:spcAft>
              <a:buClr>
                <a:srgbClr val="000000"/>
              </a:buClr>
              <a:buSzPts val="1000"/>
              <a:buNone/>
              <a:defRPr sz="1000">
                <a:solidFill>
                  <a:srgbClr val="000000"/>
                </a:solidFill>
              </a:defRPr>
            </a:lvl5pPr>
            <a:lvl6pPr lvl="5">
              <a:spcBef>
                <a:spcPts val="0"/>
              </a:spcBef>
              <a:spcAft>
                <a:spcPts val="0"/>
              </a:spcAft>
              <a:buClr>
                <a:srgbClr val="000000"/>
              </a:buClr>
              <a:buSzPts val="1000"/>
              <a:buNone/>
              <a:defRPr sz="1000">
                <a:solidFill>
                  <a:srgbClr val="000000"/>
                </a:solidFill>
              </a:defRPr>
            </a:lvl6pPr>
            <a:lvl7pPr lvl="6">
              <a:spcBef>
                <a:spcPts val="0"/>
              </a:spcBef>
              <a:spcAft>
                <a:spcPts val="0"/>
              </a:spcAft>
              <a:buClr>
                <a:srgbClr val="000000"/>
              </a:buClr>
              <a:buSzPts val="1000"/>
              <a:buNone/>
              <a:defRPr sz="1000">
                <a:solidFill>
                  <a:srgbClr val="000000"/>
                </a:solidFill>
              </a:defRPr>
            </a:lvl7pPr>
            <a:lvl8pPr lvl="7">
              <a:spcBef>
                <a:spcPts val="0"/>
              </a:spcBef>
              <a:spcAft>
                <a:spcPts val="0"/>
              </a:spcAft>
              <a:buClr>
                <a:srgbClr val="000000"/>
              </a:buClr>
              <a:buSzPts val="1000"/>
              <a:buNone/>
              <a:defRPr sz="1000">
                <a:solidFill>
                  <a:srgbClr val="000000"/>
                </a:solidFill>
              </a:defRPr>
            </a:lvl8pPr>
            <a:lvl9pPr lvl="8">
              <a:spcBef>
                <a:spcPts val="0"/>
              </a:spcBef>
              <a:spcAft>
                <a:spcPts val="0"/>
              </a:spcAft>
              <a:buClr>
                <a:srgbClr val="000000"/>
              </a:buClr>
              <a:buSzPts val="1000"/>
              <a:buNone/>
              <a:defRPr sz="1000">
                <a:solidFill>
                  <a:srgbClr val="000000"/>
                </a:solidFill>
              </a:defRPr>
            </a:lvl9pPr>
          </a:lstStyle>
          <a:p/>
        </p:txBody>
      </p:sp>
      <p:sp>
        <p:nvSpPr>
          <p:cNvPr id="8545" name="Google Shape;8545;p140"/>
          <p:cNvSpPr txBox="1"/>
          <p:nvPr>
            <p:ph idx="14" type="title"/>
          </p:nvPr>
        </p:nvSpPr>
        <p:spPr>
          <a:xfrm flipH="1">
            <a:off x="3208773" y="579550"/>
            <a:ext cx="6679800" cy="1692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000"/>
              <a:buNone/>
              <a:defRPr sz="1000">
                <a:solidFill>
                  <a:srgbClr val="000000"/>
                </a:solidFill>
              </a:defRPr>
            </a:lvl1pPr>
            <a:lvl2pPr lvl="1">
              <a:spcBef>
                <a:spcPts val="0"/>
              </a:spcBef>
              <a:spcAft>
                <a:spcPts val="0"/>
              </a:spcAft>
              <a:buClr>
                <a:srgbClr val="000000"/>
              </a:buClr>
              <a:buSzPts val="1000"/>
              <a:buNone/>
              <a:defRPr sz="1000">
                <a:solidFill>
                  <a:srgbClr val="000000"/>
                </a:solidFill>
              </a:defRPr>
            </a:lvl2pPr>
            <a:lvl3pPr lvl="2">
              <a:spcBef>
                <a:spcPts val="0"/>
              </a:spcBef>
              <a:spcAft>
                <a:spcPts val="0"/>
              </a:spcAft>
              <a:buClr>
                <a:srgbClr val="000000"/>
              </a:buClr>
              <a:buSzPts val="1000"/>
              <a:buNone/>
              <a:defRPr sz="1000">
                <a:solidFill>
                  <a:srgbClr val="000000"/>
                </a:solidFill>
              </a:defRPr>
            </a:lvl3pPr>
            <a:lvl4pPr lvl="3">
              <a:spcBef>
                <a:spcPts val="0"/>
              </a:spcBef>
              <a:spcAft>
                <a:spcPts val="0"/>
              </a:spcAft>
              <a:buClr>
                <a:srgbClr val="000000"/>
              </a:buClr>
              <a:buSzPts val="1000"/>
              <a:buNone/>
              <a:defRPr sz="1000">
                <a:solidFill>
                  <a:srgbClr val="000000"/>
                </a:solidFill>
              </a:defRPr>
            </a:lvl4pPr>
            <a:lvl5pPr lvl="4">
              <a:spcBef>
                <a:spcPts val="0"/>
              </a:spcBef>
              <a:spcAft>
                <a:spcPts val="0"/>
              </a:spcAft>
              <a:buClr>
                <a:srgbClr val="000000"/>
              </a:buClr>
              <a:buSzPts val="1000"/>
              <a:buNone/>
              <a:defRPr sz="1000">
                <a:solidFill>
                  <a:srgbClr val="000000"/>
                </a:solidFill>
              </a:defRPr>
            </a:lvl5pPr>
            <a:lvl6pPr lvl="5">
              <a:spcBef>
                <a:spcPts val="0"/>
              </a:spcBef>
              <a:spcAft>
                <a:spcPts val="0"/>
              </a:spcAft>
              <a:buClr>
                <a:srgbClr val="000000"/>
              </a:buClr>
              <a:buSzPts val="1000"/>
              <a:buNone/>
              <a:defRPr sz="1000">
                <a:solidFill>
                  <a:srgbClr val="000000"/>
                </a:solidFill>
              </a:defRPr>
            </a:lvl6pPr>
            <a:lvl7pPr lvl="6">
              <a:spcBef>
                <a:spcPts val="0"/>
              </a:spcBef>
              <a:spcAft>
                <a:spcPts val="0"/>
              </a:spcAft>
              <a:buClr>
                <a:srgbClr val="000000"/>
              </a:buClr>
              <a:buSzPts val="1000"/>
              <a:buNone/>
              <a:defRPr sz="1000">
                <a:solidFill>
                  <a:srgbClr val="000000"/>
                </a:solidFill>
              </a:defRPr>
            </a:lvl7pPr>
            <a:lvl8pPr lvl="7">
              <a:spcBef>
                <a:spcPts val="0"/>
              </a:spcBef>
              <a:spcAft>
                <a:spcPts val="0"/>
              </a:spcAft>
              <a:buClr>
                <a:srgbClr val="000000"/>
              </a:buClr>
              <a:buSzPts val="1000"/>
              <a:buNone/>
              <a:defRPr sz="1000">
                <a:solidFill>
                  <a:srgbClr val="000000"/>
                </a:solidFill>
              </a:defRPr>
            </a:lvl8pPr>
            <a:lvl9pPr lvl="8">
              <a:spcBef>
                <a:spcPts val="0"/>
              </a:spcBef>
              <a:spcAft>
                <a:spcPts val="0"/>
              </a:spcAft>
              <a:buClr>
                <a:srgbClr val="000000"/>
              </a:buClr>
              <a:buSzPts val="1000"/>
              <a:buNone/>
              <a:defRPr sz="1000">
                <a:solidFill>
                  <a:srgbClr val="000000"/>
                </a:solidFill>
              </a:defRPr>
            </a:lvl9pPr>
          </a:lstStyle>
          <a:p/>
        </p:txBody>
      </p:sp>
      <p:sp>
        <p:nvSpPr>
          <p:cNvPr id="8546" name="Google Shape;8546;p140"/>
          <p:cNvSpPr txBox="1"/>
          <p:nvPr>
            <p:ph idx="15" type="body"/>
          </p:nvPr>
        </p:nvSpPr>
        <p:spPr>
          <a:xfrm>
            <a:off x="641150" y="612125"/>
            <a:ext cx="1770300" cy="160500"/>
          </a:xfrm>
          <a:prstGeom prst="rect">
            <a:avLst/>
          </a:prstGeom>
          <a:noFill/>
          <a:ln>
            <a:noFill/>
          </a:ln>
        </p:spPr>
        <p:txBody>
          <a:bodyPr anchorCtr="0" anchor="t" bIns="0" lIns="0" spcFirstLastPara="1" rIns="0" wrap="square" tIns="0">
            <a:noAutofit/>
          </a:bodyPr>
          <a:lstStyle>
            <a:lvl1pPr indent="-292100" lvl="0" marL="457200" algn="ctr">
              <a:spcBef>
                <a:spcPts val="0"/>
              </a:spcBef>
              <a:spcAft>
                <a:spcPts val="0"/>
              </a:spcAft>
              <a:buClr>
                <a:srgbClr val="FFFFFF"/>
              </a:buClr>
              <a:buSzPts val="1000"/>
              <a:buChar char="●"/>
              <a:defRPr sz="1000">
                <a:solidFill>
                  <a:srgbClr val="FFFFFF"/>
                </a:solidFill>
              </a:defRPr>
            </a:lvl1pPr>
            <a:lvl2pPr indent="-292100" lvl="1" marL="914400" algn="ctr">
              <a:spcBef>
                <a:spcPts val="0"/>
              </a:spcBef>
              <a:spcAft>
                <a:spcPts val="0"/>
              </a:spcAft>
              <a:buClr>
                <a:srgbClr val="FFFFFF"/>
              </a:buClr>
              <a:buSzPts val="1000"/>
              <a:buChar char="○"/>
              <a:defRPr sz="1000">
                <a:solidFill>
                  <a:srgbClr val="FFFFFF"/>
                </a:solidFill>
              </a:defRPr>
            </a:lvl2pPr>
            <a:lvl3pPr indent="-292100" lvl="2" marL="1371600" algn="ctr">
              <a:spcBef>
                <a:spcPts val="0"/>
              </a:spcBef>
              <a:spcAft>
                <a:spcPts val="0"/>
              </a:spcAft>
              <a:buClr>
                <a:srgbClr val="FFFFFF"/>
              </a:buClr>
              <a:buSzPts val="1000"/>
              <a:buChar char="■"/>
              <a:defRPr sz="1000">
                <a:solidFill>
                  <a:srgbClr val="FFFFFF"/>
                </a:solidFill>
              </a:defRPr>
            </a:lvl3pPr>
            <a:lvl4pPr indent="-292100" lvl="3" marL="1828800" algn="ctr">
              <a:spcBef>
                <a:spcPts val="0"/>
              </a:spcBef>
              <a:spcAft>
                <a:spcPts val="0"/>
              </a:spcAft>
              <a:buClr>
                <a:srgbClr val="FFFFFF"/>
              </a:buClr>
              <a:buSzPts val="1000"/>
              <a:buChar char="●"/>
              <a:defRPr sz="1000">
                <a:solidFill>
                  <a:srgbClr val="FFFFFF"/>
                </a:solidFill>
              </a:defRPr>
            </a:lvl4pPr>
            <a:lvl5pPr indent="-292100" lvl="4" marL="2286000" algn="ctr">
              <a:spcBef>
                <a:spcPts val="0"/>
              </a:spcBef>
              <a:spcAft>
                <a:spcPts val="0"/>
              </a:spcAft>
              <a:buClr>
                <a:srgbClr val="FFFFFF"/>
              </a:buClr>
              <a:buSzPts val="1000"/>
              <a:buChar char="○"/>
              <a:defRPr sz="1000">
                <a:solidFill>
                  <a:srgbClr val="FFFFFF"/>
                </a:solidFill>
              </a:defRPr>
            </a:lvl5pPr>
            <a:lvl6pPr indent="-292100" lvl="5" marL="2743200" algn="ctr">
              <a:spcBef>
                <a:spcPts val="0"/>
              </a:spcBef>
              <a:spcAft>
                <a:spcPts val="0"/>
              </a:spcAft>
              <a:buClr>
                <a:srgbClr val="FFFFFF"/>
              </a:buClr>
              <a:buSzPts val="1000"/>
              <a:buChar char="■"/>
              <a:defRPr sz="1000">
                <a:solidFill>
                  <a:srgbClr val="FFFFFF"/>
                </a:solidFill>
              </a:defRPr>
            </a:lvl6pPr>
            <a:lvl7pPr indent="-292100" lvl="6" marL="3200400" algn="ctr">
              <a:spcBef>
                <a:spcPts val="0"/>
              </a:spcBef>
              <a:spcAft>
                <a:spcPts val="0"/>
              </a:spcAft>
              <a:buClr>
                <a:srgbClr val="FFFFFF"/>
              </a:buClr>
              <a:buSzPts val="1000"/>
              <a:buChar char="●"/>
              <a:defRPr sz="1000">
                <a:solidFill>
                  <a:srgbClr val="FFFFFF"/>
                </a:solidFill>
              </a:defRPr>
            </a:lvl7pPr>
            <a:lvl8pPr indent="-292100" lvl="7" marL="3657600" algn="ctr">
              <a:spcBef>
                <a:spcPts val="0"/>
              </a:spcBef>
              <a:spcAft>
                <a:spcPts val="0"/>
              </a:spcAft>
              <a:buClr>
                <a:srgbClr val="FFFFFF"/>
              </a:buClr>
              <a:buSzPts val="1000"/>
              <a:buChar char="○"/>
              <a:defRPr sz="1000">
                <a:solidFill>
                  <a:srgbClr val="FFFFFF"/>
                </a:solidFill>
              </a:defRPr>
            </a:lvl8pPr>
            <a:lvl9pPr indent="-292100" lvl="8" marL="4114800" algn="ctr">
              <a:spcBef>
                <a:spcPts val="0"/>
              </a:spcBef>
              <a:spcAft>
                <a:spcPts val="0"/>
              </a:spcAft>
              <a:buClr>
                <a:srgbClr val="FFFFFF"/>
              </a:buClr>
              <a:buSzPts val="1000"/>
              <a:buChar char="■"/>
              <a:defRPr sz="1000">
                <a:solidFill>
                  <a:srgbClr val="FFFFFF"/>
                </a:solidFill>
              </a:defRPr>
            </a:lvl9pPr>
          </a:lstStyle>
          <a:p/>
        </p:txBody>
      </p:sp>
      <p:sp>
        <p:nvSpPr>
          <p:cNvPr id="8547" name="Google Shape;8547;p140"/>
          <p:cNvSpPr txBox="1"/>
          <p:nvPr/>
        </p:nvSpPr>
        <p:spPr>
          <a:xfrm>
            <a:off x="84825" y="598125"/>
            <a:ext cx="595500" cy="205800"/>
          </a:xfrm>
          <a:prstGeom prst="rect">
            <a:avLst/>
          </a:prstGeom>
          <a:noFill/>
          <a:ln>
            <a:noFill/>
          </a:ln>
        </p:spPr>
        <p:txBody>
          <a:bodyPr anchorCtr="0" anchor="t" bIns="18000" lIns="18000" spcFirstLastPara="1" rIns="18000" wrap="square" tIns="18000">
            <a:spAutoFit/>
          </a:bodyPr>
          <a:lstStyle/>
          <a:p>
            <a:pPr indent="0" lvl="0" marL="0" rtl="0" algn="l">
              <a:spcBef>
                <a:spcPts val="0"/>
              </a:spcBef>
              <a:spcAft>
                <a:spcPts val="0"/>
              </a:spcAft>
              <a:buNone/>
            </a:pPr>
            <a:r>
              <a:rPr lang="es-419" sz="1100">
                <a:solidFill>
                  <a:srgbClr val="FFFFFF"/>
                </a:solidFill>
              </a:rPr>
              <a:t>Nombre:</a:t>
            </a:r>
            <a:endParaRPr sz="1100">
              <a:solidFill>
                <a:srgbClr val="FFFFFF"/>
              </a:solidFill>
            </a:endParaRPr>
          </a:p>
        </p:txBody>
      </p:sp>
    </p:spTree>
  </p:cSld>
  <p:clrMapOvr>
    <a:masterClrMapping/>
  </p:clrMapOvr>
</p:sldLayout>
</file>

<file path=ppt/slideLayouts/slideLayout13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2 Perfil Stakeholders">
  <p:cSld name="TITLE_3_6_1_1_1_1_1_1_1_1">
    <p:spTree>
      <p:nvGrpSpPr>
        <p:cNvPr id="8548" name="Shape 8548"/>
        <p:cNvGrpSpPr/>
        <p:nvPr/>
      </p:nvGrpSpPr>
      <p:grpSpPr>
        <a:xfrm>
          <a:off x="0" y="0"/>
          <a:ext cx="0" cy="0"/>
          <a:chOff x="0" y="0"/>
          <a:chExt cx="0" cy="0"/>
        </a:xfrm>
      </p:grpSpPr>
      <p:sp>
        <p:nvSpPr>
          <p:cNvPr id="8549" name="Google Shape;8549;p141"/>
          <p:cNvSpPr/>
          <p:nvPr/>
        </p:nvSpPr>
        <p:spPr>
          <a:xfrm>
            <a:off x="97888" y="377012"/>
            <a:ext cx="9893400" cy="296700"/>
          </a:xfrm>
          <a:prstGeom prst="roundRect">
            <a:avLst>
              <a:gd fmla="val 22902" name="adj"/>
            </a:avLst>
          </a:prstGeom>
          <a:solidFill>
            <a:srgbClr val="F3F3F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8550" name="Google Shape;8550;p141"/>
          <p:cNvSpPr/>
          <p:nvPr/>
        </p:nvSpPr>
        <p:spPr>
          <a:xfrm>
            <a:off x="77688" y="358938"/>
            <a:ext cx="9935700" cy="6438000"/>
          </a:xfrm>
          <a:prstGeom prst="roundRect">
            <a:avLst>
              <a:gd fmla="val 2618" name="adj"/>
            </a:avLst>
          </a:prstGeom>
          <a:solidFill>
            <a:srgbClr val="FFFFFF"/>
          </a:solidFill>
          <a:ln cap="flat" cmpd="sng" w="38100">
            <a:solidFill>
              <a:srgbClr val="000000"/>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551" name="Google Shape;8551;p141"/>
          <p:cNvCxnSpPr/>
          <p:nvPr/>
        </p:nvCxnSpPr>
        <p:spPr>
          <a:xfrm>
            <a:off x="77688" y="772614"/>
            <a:ext cx="9935700" cy="0"/>
          </a:xfrm>
          <a:prstGeom prst="straightConnector1">
            <a:avLst/>
          </a:prstGeom>
          <a:noFill/>
          <a:ln cap="flat" cmpd="sng" w="19050">
            <a:solidFill>
              <a:srgbClr val="000000"/>
            </a:solidFill>
            <a:prstDash val="solid"/>
            <a:round/>
            <a:headEnd len="med" w="med" type="none"/>
            <a:tailEnd len="med" w="med" type="none"/>
          </a:ln>
        </p:spPr>
      </p:cxnSp>
      <p:cxnSp>
        <p:nvCxnSpPr>
          <p:cNvPr id="8552" name="Google Shape;8552;p141"/>
          <p:cNvCxnSpPr/>
          <p:nvPr/>
        </p:nvCxnSpPr>
        <p:spPr>
          <a:xfrm rot="10800000">
            <a:off x="2439038" y="368188"/>
            <a:ext cx="0" cy="402300"/>
          </a:xfrm>
          <a:prstGeom prst="straightConnector1">
            <a:avLst/>
          </a:prstGeom>
          <a:noFill/>
          <a:ln cap="flat" cmpd="sng" w="19050">
            <a:solidFill>
              <a:srgbClr val="000000"/>
            </a:solidFill>
            <a:prstDash val="solid"/>
            <a:round/>
            <a:headEnd len="med" w="med" type="none"/>
            <a:tailEnd len="med" w="med" type="none"/>
          </a:ln>
        </p:spPr>
      </p:cxnSp>
      <p:sp>
        <p:nvSpPr>
          <p:cNvPr id="8553" name="Google Shape;8553;p141"/>
          <p:cNvSpPr/>
          <p:nvPr/>
        </p:nvSpPr>
        <p:spPr>
          <a:xfrm>
            <a:off x="77688" y="349338"/>
            <a:ext cx="2361300" cy="421200"/>
          </a:xfrm>
          <a:prstGeom prst="roundRect">
            <a:avLst>
              <a:gd fmla="val 50000" name="adj"/>
            </a:avLst>
          </a:prstGeom>
          <a:solidFill>
            <a:srgbClr val="000000"/>
          </a:solidFill>
          <a:ln cap="flat" cmpd="sng" w="9525">
            <a:solidFill>
              <a:srgbClr val="000000"/>
            </a:solidFill>
            <a:prstDash val="solid"/>
            <a:round/>
            <a:headEnd len="sm" w="sm" type="none"/>
            <a:tailEnd len="sm" w="sm" type="none"/>
          </a:ln>
        </p:spPr>
        <p:txBody>
          <a:bodyPr anchorCtr="0" anchor="ctr" bIns="91425" lIns="0" spcFirstLastPara="1" rIns="0" wrap="square" tIns="91425">
            <a:noAutofit/>
          </a:bodyPr>
          <a:lstStyle/>
          <a:p>
            <a:pPr indent="0" lvl="0" marL="0" rtl="0" algn="ctr">
              <a:spcBef>
                <a:spcPts val="0"/>
              </a:spcBef>
              <a:spcAft>
                <a:spcPts val="0"/>
              </a:spcAft>
              <a:buNone/>
            </a:pPr>
            <a:r>
              <a:rPr b="1" lang="es-419" sz="1100">
                <a:solidFill>
                  <a:srgbClr val="FFFFFF"/>
                </a:solidFill>
              </a:rPr>
              <a:t>Perfil Stakeholders</a:t>
            </a:r>
            <a:endParaRPr b="1" sz="1100">
              <a:solidFill>
                <a:srgbClr val="FFFFFF"/>
              </a:solidFill>
            </a:endParaRPr>
          </a:p>
          <a:p>
            <a:pPr indent="0" lvl="0" marL="0" rtl="0" algn="ctr">
              <a:spcBef>
                <a:spcPts val="0"/>
              </a:spcBef>
              <a:spcAft>
                <a:spcPts val="0"/>
              </a:spcAft>
              <a:buNone/>
            </a:pPr>
            <a:r>
              <a:t/>
            </a:r>
            <a:endParaRPr b="1" sz="1200">
              <a:solidFill>
                <a:srgbClr val="FFFFFF"/>
              </a:solidFill>
            </a:endParaRPr>
          </a:p>
        </p:txBody>
      </p:sp>
      <p:sp>
        <p:nvSpPr>
          <p:cNvPr id="8554" name="Google Shape;8554;p141"/>
          <p:cNvSpPr/>
          <p:nvPr/>
        </p:nvSpPr>
        <p:spPr>
          <a:xfrm>
            <a:off x="83988" y="595504"/>
            <a:ext cx="190200" cy="1692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5" name="Google Shape;8555;p141"/>
          <p:cNvSpPr/>
          <p:nvPr/>
        </p:nvSpPr>
        <p:spPr>
          <a:xfrm>
            <a:off x="2350598" y="358950"/>
            <a:ext cx="88500" cy="4023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6" name="Google Shape;8556;p141"/>
          <p:cNvSpPr/>
          <p:nvPr/>
        </p:nvSpPr>
        <p:spPr>
          <a:xfrm>
            <a:off x="2277739" y="663750"/>
            <a:ext cx="88500" cy="1089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7" name="Google Shape;8557;p141"/>
          <p:cNvSpPr/>
          <p:nvPr/>
        </p:nvSpPr>
        <p:spPr>
          <a:xfrm>
            <a:off x="3477925" y="1091465"/>
            <a:ext cx="6172500" cy="554100"/>
          </a:xfrm>
          <a:prstGeom prst="roundRect">
            <a:avLst>
              <a:gd fmla="val 6541"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8" name="Google Shape;8558;p141"/>
          <p:cNvSpPr txBox="1"/>
          <p:nvPr/>
        </p:nvSpPr>
        <p:spPr>
          <a:xfrm>
            <a:off x="454807" y="1057862"/>
            <a:ext cx="3000000" cy="540000"/>
          </a:xfrm>
          <a:prstGeom prst="rect">
            <a:avLst/>
          </a:prstGeom>
          <a:noFill/>
          <a:ln>
            <a:noFill/>
          </a:ln>
        </p:spPr>
        <p:txBody>
          <a:bodyPr anchorCtr="0" anchor="t" bIns="54000" lIns="54000" spcFirstLastPara="1" rIns="54000" wrap="square" tIns="54000">
            <a:spAutoFit/>
          </a:bodyPr>
          <a:lstStyle/>
          <a:p>
            <a:pPr indent="0" lvl="0" marL="0" rtl="0" algn="r">
              <a:spcBef>
                <a:spcPts val="0"/>
              </a:spcBef>
              <a:spcAft>
                <a:spcPts val="0"/>
              </a:spcAft>
              <a:buNone/>
            </a:pPr>
            <a:r>
              <a:rPr b="1" lang="es-419" sz="1000">
                <a:solidFill>
                  <a:schemeClr val="dk1"/>
                </a:solidFill>
                <a:latin typeface="Arvo"/>
                <a:ea typeface="Arvo"/>
                <a:cs typeface="Arvo"/>
                <a:sym typeface="Arvo"/>
              </a:rPr>
              <a:t>Representante </a:t>
            </a:r>
            <a:endParaRPr b="1" sz="1000">
              <a:solidFill>
                <a:schemeClr val="dk1"/>
              </a:solidFill>
              <a:latin typeface="Arvo"/>
              <a:ea typeface="Arvo"/>
              <a:cs typeface="Arvo"/>
              <a:sym typeface="Arvo"/>
            </a:endParaRPr>
          </a:p>
          <a:p>
            <a:pPr indent="0" lvl="0" marL="0" rtl="0" algn="r">
              <a:spcBef>
                <a:spcPts val="0"/>
              </a:spcBef>
              <a:spcAft>
                <a:spcPts val="0"/>
              </a:spcAft>
              <a:buNone/>
            </a:pPr>
            <a:r>
              <a:rPr i="1" lang="es-419" sz="600">
                <a:solidFill>
                  <a:schemeClr val="dk1"/>
                </a:solidFill>
                <a:latin typeface="Arvo"/>
                <a:ea typeface="Arvo"/>
                <a:cs typeface="Arvo"/>
                <a:sym typeface="Arvo"/>
              </a:rPr>
              <a:t>&lt;[Quién es el representante de las partes interesadas del proyecto?  (Esto es opcional, si está documentado en otro lugar.) Lo que queremos aquí son nombres.]&gt;</a:t>
            </a:r>
            <a:endParaRPr i="1" sz="600">
              <a:solidFill>
                <a:schemeClr val="dk1"/>
              </a:solidFill>
              <a:latin typeface="Arvo"/>
              <a:ea typeface="Arvo"/>
              <a:cs typeface="Arvo"/>
              <a:sym typeface="Arvo"/>
            </a:endParaRPr>
          </a:p>
        </p:txBody>
      </p:sp>
      <p:sp>
        <p:nvSpPr>
          <p:cNvPr id="8559" name="Google Shape;8559;p141"/>
          <p:cNvSpPr txBox="1"/>
          <p:nvPr/>
        </p:nvSpPr>
        <p:spPr>
          <a:xfrm>
            <a:off x="480000" y="1771845"/>
            <a:ext cx="3000000" cy="431100"/>
          </a:xfrm>
          <a:prstGeom prst="rect">
            <a:avLst/>
          </a:prstGeom>
          <a:noFill/>
          <a:ln>
            <a:noFill/>
          </a:ln>
        </p:spPr>
        <p:txBody>
          <a:bodyPr anchorCtr="0" anchor="t" bIns="91425" lIns="91425" spcFirstLastPara="1" rIns="91425" wrap="square" tIns="91425">
            <a:spAutoFit/>
          </a:bodyPr>
          <a:lstStyle/>
          <a:p>
            <a:pPr indent="0" lvl="0" marL="0" rtl="0" algn="r">
              <a:spcBef>
                <a:spcPts val="0"/>
              </a:spcBef>
              <a:spcAft>
                <a:spcPts val="0"/>
              </a:spcAft>
              <a:buNone/>
            </a:pPr>
            <a:r>
              <a:rPr b="1" lang="es-419" sz="1000">
                <a:solidFill>
                  <a:schemeClr val="dk1"/>
                </a:solidFill>
                <a:latin typeface="Arvo"/>
                <a:ea typeface="Arvo"/>
                <a:cs typeface="Arvo"/>
                <a:sym typeface="Arvo"/>
              </a:rPr>
              <a:t>Descripción</a:t>
            </a:r>
            <a:endParaRPr b="1" sz="1000">
              <a:solidFill>
                <a:schemeClr val="dk1"/>
              </a:solidFill>
              <a:latin typeface="Roboto"/>
              <a:ea typeface="Roboto"/>
              <a:cs typeface="Roboto"/>
              <a:sym typeface="Roboto"/>
            </a:endParaRPr>
          </a:p>
          <a:p>
            <a:pPr indent="0" lvl="0" marL="0" rtl="0" algn="r">
              <a:spcBef>
                <a:spcPts val="0"/>
              </a:spcBef>
              <a:spcAft>
                <a:spcPts val="0"/>
              </a:spcAft>
              <a:buNone/>
            </a:pPr>
            <a:r>
              <a:rPr i="1" lang="es-419" sz="600">
                <a:solidFill>
                  <a:schemeClr val="dk1"/>
                </a:solidFill>
                <a:latin typeface="Arvo"/>
                <a:ea typeface="Arvo"/>
                <a:cs typeface="Arvo"/>
                <a:sym typeface="Arvo"/>
              </a:rPr>
              <a:t>&lt;[Breve descripción del tipo de actor.]&gt;</a:t>
            </a:r>
            <a:endParaRPr i="1"/>
          </a:p>
        </p:txBody>
      </p:sp>
      <p:sp>
        <p:nvSpPr>
          <p:cNvPr id="8560" name="Google Shape;8560;p141"/>
          <p:cNvSpPr txBox="1"/>
          <p:nvPr/>
        </p:nvSpPr>
        <p:spPr>
          <a:xfrm>
            <a:off x="480000" y="2432750"/>
            <a:ext cx="3000000" cy="431100"/>
          </a:xfrm>
          <a:prstGeom prst="rect">
            <a:avLst/>
          </a:prstGeom>
          <a:noFill/>
          <a:ln>
            <a:noFill/>
          </a:ln>
        </p:spPr>
        <p:txBody>
          <a:bodyPr anchorCtr="0" anchor="t" bIns="91425" lIns="91425" spcFirstLastPara="1" rIns="91425" wrap="square" tIns="91425">
            <a:spAutoFit/>
          </a:bodyPr>
          <a:lstStyle/>
          <a:p>
            <a:pPr indent="0" lvl="0" marL="0" rtl="0" algn="r">
              <a:spcBef>
                <a:spcPts val="0"/>
              </a:spcBef>
              <a:spcAft>
                <a:spcPts val="0"/>
              </a:spcAft>
              <a:buNone/>
            </a:pPr>
            <a:r>
              <a:rPr b="1" lang="es-419" sz="1000">
                <a:solidFill>
                  <a:schemeClr val="dk1"/>
                </a:solidFill>
                <a:latin typeface="Arvo"/>
                <a:ea typeface="Arvo"/>
                <a:cs typeface="Arvo"/>
                <a:sym typeface="Arvo"/>
              </a:rPr>
              <a:t>Tipo</a:t>
            </a:r>
            <a:endParaRPr b="1" sz="1000">
              <a:solidFill>
                <a:schemeClr val="dk1"/>
              </a:solidFill>
              <a:latin typeface="Arvo"/>
              <a:ea typeface="Arvo"/>
              <a:cs typeface="Arvo"/>
              <a:sym typeface="Arvo"/>
            </a:endParaRPr>
          </a:p>
          <a:p>
            <a:pPr indent="0" lvl="0" marL="0" rtl="0" algn="r">
              <a:spcBef>
                <a:spcPts val="0"/>
              </a:spcBef>
              <a:spcAft>
                <a:spcPts val="0"/>
              </a:spcAft>
              <a:buNone/>
            </a:pPr>
            <a:r>
              <a:rPr i="1" lang="es-419" sz="600">
                <a:solidFill>
                  <a:schemeClr val="dk1"/>
                </a:solidFill>
                <a:latin typeface="Arvo"/>
                <a:ea typeface="Arvo"/>
                <a:cs typeface="Arvo"/>
                <a:sym typeface="Arvo"/>
              </a:rPr>
              <a:t>&lt;[Califique la experiencia y los antecedentes de las partes interesadas]&gt;</a:t>
            </a:r>
            <a:endParaRPr i="1"/>
          </a:p>
        </p:txBody>
      </p:sp>
      <p:sp>
        <p:nvSpPr>
          <p:cNvPr id="8561" name="Google Shape;8561;p141"/>
          <p:cNvSpPr txBox="1"/>
          <p:nvPr/>
        </p:nvSpPr>
        <p:spPr>
          <a:xfrm>
            <a:off x="480000" y="3063356"/>
            <a:ext cx="3000000" cy="615600"/>
          </a:xfrm>
          <a:prstGeom prst="rect">
            <a:avLst/>
          </a:prstGeom>
          <a:noFill/>
          <a:ln>
            <a:noFill/>
          </a:ln>
        </p:spPr>
        <p:txBody>
          <a:bodyPr anchorCtr="0" anchor="t" bIns="91425" lIns="91425" spcFirstLastPara="1" rIns="91425" wrap="square" tIns="91425">
            <a:spAutoFit/>
          </a:bodyPr>
          <a:lstStyle/>
          <a:p>
            <a:pPr indent="0" lvl="0" marL="0" rtl="0" algn="r">
              <a:spcBef>
                <a:spcPts val="0"/>
              </a:spcBef>
              <a:spcAft>
                <a:spcPts val="0"/>
              </a:spcAft>
              <a:buNone/>
            </a:pPr>
            <a:r>
              <a:rPr b="1" lang="es-419" sz="1000">
                <a:solidFill>
                  <a:schemeClr val="dk1"/>
                </a:solidFill>
                <a:latin typeface="Arvo"/>
                <a:ea typeface="Arvo"/>
                <a:cs typeface="Arvo"/>
                <a:sym typeface="Arvo"/>
              </a:rPr>
              <a:t>Responsabilidades </a:t>
            </a:r>
            <a:endParaRPr b="1" sz="1000">
              <a:solidFill>
                <a:schemeClr val="dk1"/>
              </a:solidFill>
              <a:latin typeface="Arvo"/>
              <a:ea typeface="Arvo"/>
              <a:cs typeface="Arvo"/>
              <a:sym typeface="Arvo"/>
            </a:endParaRPr>
          </a:p>
          <a:p>
            <a:pPr indent="0" lvl="0" marL="0" rtl="0" algn="r">
              <a:spcBef>
                <a:spcPts val="0"/>
              </a:spcBef>
              <a:spcAft>
                <a:spcPts val="0"/>
              </a:spcAft>
              <a:buNone/>
            </a:pPr>
            <a:r>
              <a:rPr i="1" lang="es-419" sz="600">
                <a:solidFill>
                  <a:schemeClr val="dk1"/>
                </a:solidFill>
                <a:latin typeface="Arvo"/>
                <a:ea typeface="Arvo"/>
                <a:cs typeface="Arvo"/>
                <a:sym typeface="Arvo"/>
              </a:rPr>
              <a:t>&lt;[Enumere las responsabilidades clave de la parte interesada con respecto a los cambios que se están realizando, es decir, su interes como parte interesada .]&gt;</a:t>
            </a:r>
            <a:endParaRPr i="1"/>
          </a:p>
        </p:txBody>
      </p:sp>
      <p:sp>
        <p:nvSpPr>
          <p:cNvPr id="8562" name="Google Shape;8562;p141"/>
          <p:cNvSpPr txBox="1"/>
          <p:nvPr/>
        </p:nvSpPr>
        <p:spPr>
          <a:xfrm>
            <a:off x="480000" y="3771590"/>
            <a:ext cx="3000000" cy="431100"/>
          </a:xfrm>
          <a:prstGeom prst="rect">
            <a:avLst/>
          </a:prstGeom>
          <a:noFill/>
          <a:ln>
            <a:noFill/>
          </a:ln>
        </p:spPr>
        <p:txBody>
          <a:bodyPr anchorCtr="0" anchor="t" bIns="91425" lIns="91425" spcFirstLastPara="1" rIns="91425" wrap="square" tIns="91425">
            <a:spAutoFit/>
          </a:bodyPr>
          <a:lstStyle/>
          <a:p>
            <a:pPr indent="0" lvl="0" marL="0" rtl="0" algn="r">
              <a:spcBef>
                <a:spcPts val="0"/>
              </a:spcBef>
              <a:spcAft>
                <a:spcPts val="0"/>
              </a:spcAft>
              <a:buNone/>
            </a:pPr>
            <a:r>
              <a:rPr b="1" lang="es-419" sz="1000">
                <a:solidFill>
                  <a:schemeClr val="dk1"/>
                </a:solidFill>
                <a:latin typeface="Arvo"/>
                <a:ea typeface="Arvo"/>
                <a:cs typeface="Arvo"/>
                <a:sym typeface="Arvo"/>
              </a:rPr>
              <a:t>Criterios de Éxito</a:t>
            </a:r>
            <a:endParaRPr b="1" sz="1000">
              <a:solidFill>
                <a:schemeClr val="dk1"/>
              </a:solidFill>
              <a:latin typeface="Arvo"/>
              <a:ea typeface="Arvo"/>
              <a:cs typeface="Arvo"/>
              <a:sym typeface="Arvo"/>
            </a:endParaRPr>
          </a:p>
          <a:p>
            <a:pPr indent="0" lvl="0" marL="0" rtl="0" algn="r">
              <a:spcBef>
                <a:spcPts val="0"/>
              </a:spcBef>
              <a:spcAft>
                <a:spcPts val="0"/>
              </a:spcAft>
              <a:buNone/>
            </a:pPr>
            <a:r>
              <a:rPr i="1" lang="es-419" sz="600">
                <a:solidFill>
                  <a:schemeClr val="dk1"/>
                </a:solidFill>
                <a:latin typeface="Arvo"/>
                <a:ea typeface="Arvo"/>
                <a:cs typeface="Arvo"/>
                <a:sym typeface="Arvo"/>
              </a:rPr>
              <a:t>&lt;[¿Cómo define el actor el éxito?¿Cómo se recompensa el interesado?]&gt;</a:t>
            </a:r>
            <a:endParaRPr i="1"/>
          </a:p>
        </p:txBody>
      </p:sp>
      <p:sp>
        <p:nvSpPr>
          <p:cNvPr id="8563" name="Google Shape;8563;p141"/>
          <p:cNvSpPr txBox="1"/>
          <p:nvPr/>
        </p:nvSpPr>
        <p:spPr>
          <a:xfrm>
            <a:off x="480000" y="4432197"/>
            <a:ext cx="3000000" cy="615600"/>
          </a:xfrm>
          <a:prstGeom prst="rect">
            <a:avLst/>
          </a:prstGeom>
          <a:noFill/>
          <a:ln>
            <a:noFill/>
          </a:ln>
        </p:spPr>
        <p:txBody>
          <a:bodyPr anchorCtr="0" anchor="t" bIns="91425" lIns="91425" spcFirstLastPara="1" rIns="91425" wrap="square" tIns="91425">
            <a:spAutoFit/>
          </a:bodyPr>
          <a:lstStyle/>
          <a:p>
            <a:pPr indent="0" lvl="0" marL="0" rtl="0" algn="r">
              <a:spcBef>
                <a:spcPts val="0"/>
              </a:spcBef>
              <a:spcAft>
                <a:spcPts val="0"/>
              </a:spcAft>
              <a:buNone/>
            </a:pPr>
            <a:r>
              <a:rPr b="1" lang="es-419" sz="1000">
                <a:solidFill>
                  <a:schemeClr val="dk1"/>
                </a:solidFill>
                <a:latin typeface="Arvo"/>
                <a:ea typeface="Arvo"/>
                <a:cs typeface="Arvo"/>
                <a:sym typeface="Arvo"/>
              </a:rPr>
              <a:t>Intervención</a:t>
            </a:r>
            <a:endParaRPr b="1" sz="1000">
              <a:solidFill>
                <a:schemeClr val="dk1"/>
              </a:solidFill>
              <a:latin typeface="Arvo"/>
              <a:ea typeface="Arvo"/>
              <a:cs typeface="Arvo"/>
              <a:sym typeface="Arvo"/>
            </a:endParaRPr>
          </a:p>
          <a:p>
            <a:pPr indent="0" lvl="0" marL="0" rtl="0" algn="r">
              <a:spcBef>
                <a:spcPts val="0"/>
              </a:spcBef>
              <a:spcAft>
                <a:spcPts val="0"/>
              </a:spcAft>
              <a:buNone/>
            </a:pPr>
            <a:r>
              <a:rPr i="1" lang="es-419" sz="600">
                <a:solidFill>
                  <a:schemeClr val="dk1"/>
                </a:solidFill>
                <a:latin typeface="Arvo"/>
                <a:ea typeface="Arvo"/>
                <a:cs typeface="Arvo"/>
                <a:sym typeface="Arvo"/>
              </a:rPr>
              <a:t> &lt;[</a:t>
            </a:r>
            <a:r>
              <a:rPr i="1" lang="es-419" sz="600">
                <a:solidFill>
                  <a:srgbClr val="202124"/>
                </a:solidFill>
                <a:latin typeface="Arvo"/>
                <a:ea typeface="Arvo"/>
                <a:cs typeface="Arvo"/>
                <a:sym typeface="Arvo"/>
              </a:rPr>
              <a:t>¿Cómo participa la parte interesada en el proyecto? Relacionarse, cuando sea posible, con los roles de Rational Unified Process, es decir, Revisor de modelos de casos de uso empresarial, etc.</a:t>
            </a:r>
            <a:r>
              <a:rPr i="1" lang="es-419" sz="600">
                <a:solidFill>
                  <a:schemeClr val="dk1"/>
                </a:solidFill>
                <a:latin typeface="Arvo"/>
                <a:ea typeface="Arvo"/>
                <a:cs typeface="Arvo"/>
                <a:sym typeface="Arvo"/>
              </a:rPr>
              <a:t>]&gt;</a:t>
            </a:r>
            <a:endParaRPr i="1"/>
          </a:p>
        </p:txBody>
      </p:sp>
      <p:sp>
        <p:nvSpPr>
          <p:cNvPr id="8564" name="Google Shape;8564;p141"/>
          <p:cNvSpPr txBox="1"/>
          <p:nvPr/>
        </p:nvSpPr>
        <p:spPr>
          <a:xfrm>
            <a:off x="480000" y="5105400"/>
            <a:ext cx="3000000" cy="646500"/>
          </a:xfrm>
          <a:prstGeom prst="rect">
            <a:avLst/>
          </a:prstGeom>
          <a:noFill/>
          <a:ln>
            <a:noFill/>
          </a:ln>
        </p:spPr>
        <p:txBody>
          <a:bodyPr anchorCtr="0" anchor="t" bIns="91425" lIns="91425" spcFirstLastPara="1" rIns="91425" wrap="square" tIns="91425">
            <a:spAutoFit/>
          </a:bodyPr>
          <a:lstStyle/>
          <a:p>
            <a:pPr indent="0" lvl="0" marL="0" rtl="0" algn="r">
              <a:spcBef>
                <a:spcPts val="0"/>
              </a:spcBef>
              <a:spcAft>
                <a:spcPts val="0"/>
              </a:spcAft>
              <a:buNone/>
            </a:pPr>
            <a:r>
              <a:rPr b="1" lang="es-419" sz="1000">
                <a:solidFill>
                  <a:schemeClr val="dk1"/>
                </a:solidFill>
                <a:latin typeface="Arvo"/>
                <a:ea typeface="Arvo"/>
                <a:cs typeface="Arvo"/>
                <a:sym typeface="Arvo"/>
              </a:rPr>
              <a:t>Entregables </a:t>
            </a:r>
            <a:r>
              <a:rPr b="1" lang="es-419" sz="1200">
                <a:solidFill>
                  <a:schemeClr val="dk1"/>
                </a:solidFill>
                <a:latin typeface="Arvo"/>
                <a:ea typeface="Arvo"/>
                <a:cs typeface="Arvo"/>
                <a:sym typeface="Arvo"/>
              </a:rPr>
              <a:t>                                                         </a:t>
            </a:r>
            <a:r>
              <a:rPr i="1" lang="es-419" sz="1200">
                <a:solidFill>
                  <a:schemeClr val="dk1"/>
                </a:solidFill>
                <a:latin typeface="Arvo"/>
                <a:ea typeface="Arvo"/>
                <a:cs typeface="Arvo"/>
                <a:sym typeface="Arvo"/>
              </a:rPr>
              <a:t> </a:t>
            </a:r>
            <a:r>
              <a:rPr i="1" lang="es-419" sz="600">
                <a:solidFill>
                  <a:schemeClr val="dk1"/>
                </a:solidFill>
                <a:latin typeface="Arvo"/>
                <a:ea typeface="Arvo"/>
                <a:cs typeface="Arvo"/>
                <a:sym typeface="Arvo"/>
              </a:rPr>
              <a:t>&lt;[</a:t>
            </a:r>
            <a:r>
              <a:rPr i="1" lang="es-419" sz="600">
                <a:solidFill>
                  <a:srgbClr val="202124"/>
                </a:solidFill>
                <a:latin typeface="Arvo"/>
                <a:ea typeface="Arvo"/>
                <a:cs typeface="Arvo"/>
                <a:sym typeface="Arvo"/>
              </a:rPr>
              <a:t>¿Hay entregables adicionales requeridos por las partes interesadas? Estos podrían ser entregables del proyecto o resultados del sistema en desarrollo.</a:t>
            </a:r>
            <a:r>
              <a:rPr i="1" lang="es-419" sz="600">
                <a:solidFill>
                  <a:schemeClr val="dk1"/>
                </a:solidFill>
                <a:latin typeface="Arvo"/>
                <a:ea typeface="Arvo"/>
                <a:cs typeface="Arvo"/>
                <a:sym typeface="Arvo"/>
              </a:rPr>
              <a:t>]&gt;</a:t>
            </a:r>
            <a:endParaRPr i="1"/>
          </a:p>
        </p:txBody>
      </p:sp>
      <p:sp>
        <p:nvSpPr>
          <p:cNvPr id="8565" name="Google Shape;8565;p141"/>
          <p:cNvSpPr txBox="1"/>
          <p:nvPr/>
        </p:nvSpPr>
        <p:spPr>
          <a:xfrm>
            <a:off x="480000" y="5863213"/>
            <a:ext cx="3000000" cy="523200"/>
          </a:xfrm>
          <a:prstGeom prst="rect">
            <a:avLst/>
          </a:prstGeom>
          <a:noFill/>
          <a:ln>
            <a:noFill/>
          </a:ln>
        </p:spPr>
        <p:txBody>
          <a:bodyPr anchorCtr="0" anchor="t" bIns="91425" lIns="91425" spcFirstLastPara="1" rIns="91425" wrap="square" tIns="91425">
            <a:spAutoFit/>
          </a:bodyPr>
          <a:lstStyle/>
          <a:p>
            <a:pPr indent="0" lvl="0" marL="0" rtl="0" algn="r">
              <a:spcBef>
                <a:spcPts val="0"/>
              </a:spcBef>
              <a:spcAft>
                <a:spcPts val="0"/>
              </a:spcAft>
              <a:buNone/>
            </a:pPr>
            <a:r>
              <a:rPr b="1" lang="es-419" sz="1000">
                <a:solidFill>
                  <a:schemeClr val="dk1"/>
                </a:solidFill>
                <a:latin typeface="Arvo"/>
                <a:ea typeface="Arvo"/>
                <a:cs typeface="Arvo"/>
                <a:sym typeface="Arvo"/>
              </a:rPr>
              <a:t>Comentarios y problemas</a:t>
            </a:r>
            <a:endParaRPr b="1" sz="1000">
              <a:solidFill>
                <a:schemeClr val="dk1"/>
              </a:solidFill>
              <a:latin typeface="Roboto"/>
              <a:ea typeface="Roboto"/>
              <a:cs typeface="Roboto"/>
              <a:sym typeface="Roboto"/>
            </a:endParaRPr>
          </a:p>
          <a:p>
            <a:pPr indent="0" lvl="0" marL="0" rtl="0" algn="r">
              <a:spcBef>
                <a:spcPts val="0"/>
              </a:spcBef>
              <a:spcAft>
                <a:spcPts val="0"/>
              </a:spcAft>
              <a:buNone/>
            </a:pPr>
            <a:r>
              <a:rPr i="1" lang="es-419" sz="600">
                <a:solidFill>
                  <a:schemeClr val="dk1"/>
                </a:solidFill>
                <a:latin typeface="Arvo"/>
                <a:ea typeface="Arvo"/>
                <a:cs typeface="Arvo"/>
                <a:sym typeface="Arvo"/>
              </a:rPr>
              <a:t>&lt;[</a:t>
            </a:r>
            <a:r>
              <a:rPr i="1" lang="es-419" sz="600">
                <a:solidFill>
                  <a:srgbClr val="202124"/>
                </a:solidFill>
                <a:latin typeface="Arvo"/>
                <a:ea typeface="Arvo"/>
                <a:cs typeface="Arvo"/>
                <a:sym typeface="Arvo"/>
              </a:rPr>
              <a:t>Los problemas que interfieren con el éxito y cualquier otra información relevante van aquí.</a:t>
            </a:r>
            <a:r>
              <a:rPr lang="es-419" sz="600">
                <a:solidFill>
                  <a:schemeClr val="dk1"/>
                </a:solidFill>
                <a:latin typeface="Arvo"/>
                <a:ea typeface="Arvo"/>
                <a:cs typeface="Arvo"/>
                <a:sym typeface="Arvo"/>
              </a:rPr>
              <a:t>.]&gt;</a:t>
            </a:r>
            <a:endParaRPr>
              <a:solidFill>
                <a:schemeClr val="dk1"/>
              </a:solidFill>
            </a:endParaRPr>
          </a:p>
        </p:txBody>
      </p:sp>
      <p:sp>
        <p:nvSpPr>
          <p:cNvPr id="8566" name="Google Shape;8566;p141"/>
          <p:cNvSpPr/>
          <p:nvPr/>
        </p:nvSpPr>
        <p:spPr>
          <a:xfrm>
            <a:off x="3477925" y="1797374"/>
            <a:ext cx="6172500" cy="554100"/>
          </a:xfrm>
          <a:prstGeom prst="roundRect">
            <a:avLst>
              <a:gd fmla="val 6541"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7" name="Google Shape;8567;p141"/>
          <p:cNvSpPr/>
          <p:nvPr/>
        </p:nvSpPr>
        <p:spPr>
          <a:xfrm>
            <a:off x="3477925" y="2478950"/>
            <a:ext cx="6172500" cy="461700"/>
          </a:xfrm>
          <a:prstGeom prst="roundRect">
            <a:avLst>
              <a:gd fmla="val 6541"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8" name="Google Shape;8568;p141"/>
          <p:cNvSpPr/>
          <p:nvPr/>
        </p:nvSpPr>
        <p:spPr>
          <a:xfrm>
            <a:off x="3477925" y="3075952"/>
            <a:ext cx="6172500" cy="554100"/>
          </a:xfrm>
          <a:prstGeom prst="roundRect">
            <a:avLst>
              <a:gd fmla="val 6541"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9" name="Google Shape;8569;p141"/>
          <p:cNvSpPr/>
          <p:nvPr/>
        </p:nvSpPr>
        <p:spPr>
          <a:xfrm>
            <a:off x="3477925" y="3780000"/>
            <a:ext cx="6172500" cy="554100"/>
          </a:xfrm>
          <a:prstGeom prst="roundRect">
            <a:avLst>
              <a:gd fmla="val 6541"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0" name="Google Shape;8570;p141"/>
          <p:cNvSpPr/>
          <p:nvPr/>
        </p:nvSpPr>
        <p:spPr>
          <a:xfrm>
            <a:off x="3477925" y="4486807"/>
            <a:ext cx="6172500" cy="554100"/>
          </a:xfrm>
          <a:prstGeom prst="roundRect">
            <a:avLst>
              <a:gd fmla="val 6541"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1" name="Google Shape;8571;p141"/>
          <p:cNvSpPr/>
          <p:nvPr/>
        </p:nvSpPr>
        <p:spPr>
          <a:xfrm>
            <a:off x="3477925" y="5197800"/>
            <a:ext cx="6172500" cy="554100"/>
          </a:xfrm>
          <a:prstGeom prst="roundRect">
            <a:avLst>
              <a:gd fmla="val 6541"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2" name="Google Shape;8572;p141"/>
          <p:cNvSpPr/>
          <p:nvPr/>
        </p:nvSpPr>
        <p:spPr>
          <a:xfrm>
            <a:off x="3477925" y="5913600"/>
            <a:ext cx="6172500" cy="554100"/>
          </a:xfrm>
          <a:prstGeom prst="roundRect">
            <a:avLst>
              <a:gd fmla="val 6541"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3" name="Google Shape;8573;p141"/>
          <p:cNvSpPr txBox="1"/>
          <p:nvPr>
            <p:ph idx="1" type="subTitle"/>
          </p:nvPr>
        </p:nvSpPr>
        <p:spPr>
          <a:xfrm>
            <a:off x="3470925" y="1085668"/>
            <a:ext cx="6172500" cy="570900"/>
          </a:xfrm>
          <a:prstGeom prst="rect">
            <a:avLst/>
          </a:prstGeom>
          <a:noFill/>
          <a:ln>
            <a:noFill/>
          </a:ln>
        </p:spPr>
        <p:txBody>
          <a:bodyPr anchorCtr="0" anchor="ctr" bIns="36000" lIns="36000" spcFirstLastPara="1" rIns="36000" wrap="square" tIns="36000">
            <a:noAutofit/>
          </a:bodyPr>
          <a:lstStyle>
            <a:lvl1pPr lvl="0">
              <a:lnSpc>
                <a:spcPct val="90000"/>
              </a:lnSpc>
              <a:spcBef>
                <a:spcPts val="0"/>
              </a:spcBef>
              <a:spcAft>
                <a:spcPts val="0"/>
              </a:spcAft>
              <a:buClr>
                <a:srgbClr val="000000"/>
              </a:buClr>
              <a:buSzPts val="1000"/>
              <a:buFont typeface="Arvo"/>
              <a:buNone/>
              <a:defRPr sz="10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1000"/>
              <a:buNone/>
              <a:defRPr sz="1000">
                <a:solidFill>
                  <a:srgbClr val="000000"/>
                </a:solidFill>
              </a:defRPr>
            </a:lvl2pPr>
            <a:lvl3pPr lvl="2">
              <a:lnSpc>
                <a:spcPct val="90000"/>
              </a:lnSpc>
              <a:spcBef>
                <a:spcPts val="0"/>
              </a:spcBef>
              <a:spcAft>
                <a:spcPts val="0"/>
              </a:spcAft>
              <a:buClr>
                <a:srgbClr val="000000"/>
              </a:buClr>
              <a:buSzPts val="1000"/>
              <a:buNone/>
              <a:defRPr sz="1000">
                <a:solidFill>
                  <a:srgbClr val="000000"/>
                </a:solidFill>
              </a:defRPr>
            </a:lvl3pPr>
            <a:lvl4pPr lvl="3">
              <a:lnSpc>
                <a:spcPct val="90000"/>
              </a:lnSpc>
              <a:spcBef>
                <a:spcPts val="0"/>
              </a:spcBef>
              <a:spcAft>
                <a:spcPts val="0"/>
              </a:spcAft>
              <a:buClr>
                <a:srgbClr val="000000"/>
              </a:buClr>
              <a:buSzPts val="1000"/>
              <a:buNone/>
              <a:defRPr sz="1000">
                <a:solidFill>
                  <a:srgbClr val="000000"/>
                </a:solidFill>
              </a:defRPr>
            </a:lvl4pPr>
            <a:lvl5pPr lvl="4">
              <a:lnSpc>
                <a:spcPct val="90000"/>
              </a:lnSpc>
              <a:spcBef>
                <a:spcPts val="0"/>
              </a:spcBef>
              <a:spcAft>
                <a:spcPts val="0"/>
              </a:spcAft>
              <a:buClr>
                <a:srgbClr val="000000"/>
              </a:buClr>
              <a:buSzPts val="1000"/>
              <a:buNone/>
              <a:defRPr sz="1000">
                <a:solidFill>
                  <a:srgbClr val="000000"/>
                </a:solidFill>
              </a:defRPr>
            </a:lvl5pPr>
            <a:lvl6pPr lvl="5">
              <a:lnSpc>
                <a:spcPct val="90000"/>
              </a:lnSpc>
              <a:spcBef>
                <a:spcPts val="0"/>
              </a:spcBef>
              <a:spcAft>
                <a:spcPts val="0"/>
              </a:spcAft>
              <a:buClr>
                <a:srgbClr val="000000"/>
              </a:buClr>
              <a:buSzPts val="1000"/>
              <a:buNone/>
              <a:defRPr sz="1000">
                <a:solidFill>
                  <a:srgbClr val="000000"/>
                </a:solidFill>
              </a:defRPr>
            </a:lvl6pPr>
            <a:lvl7pPr lvl="6">
              <a:lnSpc>
                <a:spcPct val="90000"/>
              </a:lnSpc>
              <a:spcBef>
                <a:spcPts val="0"/>
              </a:spcBef>
              <a:spcAft>
                <a:spcPts val="0"/>
              </a:spcAft>
              <a:buClr>
                <a:srgbClr val="000000"/>
              </a:buClr>
              <a:buSzPts val="1000"/>
              <a:buNone/>
              <a:defRPr sz="1000">
                <a:solidFill>
                  <a:srgbClr val="000000"/>
                </a:solidFill>
              </a:defRPr>
            </a:lvl7pPr>
            <a:lvl8pPr lvl="7">
              <a:lnSpc>
                <a:spcPct val="90000"/>
              </a:lnSpc>
              <a:spcBef>
                <a:spcPts val="0"/>
              </a:spcBef>
              <a:spcAft>
                <a:spcPts val="0"/>
              </a:spcAft>
              <a:buClr>
                <a:srgbClr val="000000"/>
              </a:buClr>
              <a:buSzPts val="1000"/>
              <a:buNone/>
              <a:defRPr sz="1000">
                <a:solidFill>
                  <a:srgbClr val="000000"/>
                </a:solidFill>
              </a:defRPr>
            </a:lvl8pPr>
            <a:lvl9pPr lvl="8">
              <a:lnSpc>
                <a:spcPct val="90000"/>
              </a:lnSpc>
              <a:spcBef>
                <a:spcPts val="0"/>
              </a:spcBef>
              <a:spcAft>
                <a:spcPts val="0"/>
              </a:spcAft>
              <a:buClr>
                <a:srgbClr val="000000"/>
              </a:buClr>
              <a:buSzPts val="1000"/>
              <a:buNone/>
              <a:defRPr sz="1000">
                <a:solidFill>
                  <a:srgbClr val="000000"/>
                </a:solidFill>
              </a:defRPr>
            </a:lvl9pPr>
          </a:lstStyle>
          <a:p/>
        </p:txBody>
      </p:sp>
      <p:sp>
        <p:nvSpPr>
          <p:cNvPr id="8574" name="Google Shape;8574;p141"/>
          <p:cNvSpPr txBox="1"/>
          <p:nvPr>
            <p:ph idx="2" type="subTitle"/>
          </p:nvPr>
        </p:nvSpPr>
        <p:spPr>
          <a:xfrm>
            <a:off x="3470925" y="1790790"/>
            <a:ext cx="6172500" cy="570900"/>
          </a:xfrm>
          <a:prstGeom prst="rect">
            <a:avLst/>
          </a:prstGeom>
          <a:noFill/>
          <a:ln>
            <a:noFill/>
          </a:ln>
        </p:spPr>
        <p:txBody>
          <a:bodyPr anchorCtr="0" anchor="ctr" bIns="36000" lIns="36000" spcFirstLastPara="1" rIns="36000" wrap="square" tIns="36000">
            <a:noAutofit/>
          </a:bodyPr>
          <a:lstStyle>
            <a:lvl1pPr lvl="0">
              <a:lnSpc>
                <a:spcPct val="90000"/>
              </a:lnSpc>
              <a:spcBef>
                <a:spcPts val="0"/>
              </a:spcBef>
              <a:spcAft>
                <a:spcPts val="0"/>
              </a:spcAft>
              <a:buClr>
                <a:srgbClr val="000000"/>
              </a:buClr>
              <a:buSzPts val="1000"/>
              <a:buFont typeface="Arvo"/>
              <a:buNone/>
              <a:defRPr sz="10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1000"/>
              <a:buNone/>
              <a:defRPr sz="1000">
                <a:solidFill>
                  <a:srgbClr val="000000"/>
                </a:solidFill>
              </a:defRPr>
            </a:lvl2pPr>
            <a:lvl3pPr lvl="2">
              <a:lnSpc>
                <a:spcPct val="90000"/>
              </a:lnSpc>
              <a:spcBef>
                <a:spcPts val="0"/>
              </a:spcBef>
              <a:spcAft>
                <a:spcPts val="0"/>
              </a:spcAft>
              <a:buClr>
                <a:srgbClr val="000000"/>
              </a:buClr>
              <a:buSzPts val="1000"/>
              <a:buNone/>
              <a:defRPr sz="1000">
                <a:solidFill>
                  <a:srgbClr val="000000"/>
                </a:solidFill>
              </a:defRPr>
            </a:lvl3pPr>
            <a:lvl4pPr lvl="3">
              <a:lnSpc>
                <a:spcPct val="90000"/>
              </a:lnSpc>
              <a:spcBef>
                <a:spcPts val="0"/>
              </a:spcBef>
              <a:spcAft>
                <a:spcPts val="0"/>
              </a:spcAft>
              <a:buClr>
                <a:srgbClr val="000000"/>
              </a:buClr>
              <a:buSzPts val="1000"/>
              <a:buNone/>
              <a:defRPr sz="1000">
                <a:solidFill>
                  <a:srgbClr val="000000"/>
                </a:solidFill>
              </a:defRPr>
            </a:lvl4pPr>
            <a:lvl5pPr lvl="4">
              <a:lnSpc>
                <a:spcPct val="90000"/>
              </a:lnSpc>
              <a:spcBef>
                <a:spcPts val="0"/>
              </a:spcBef>
              <a:spcAft>
                <a:spcPts val="0"/>
              </a:spcAft>
              <a:buClr>
                <a:srgbClr val="000000"/>
              </a:buClr>
              <a:buSzPts val="1000"/>
              <a:buNone/>
              <a:defRPr sz="1000">
                <a:solidFill>
                  <a:srgbClr val="000000"/>
                </a:solidFill>
              </a:defRPr>
            </a:lvl5pPr>
            <a:lvl6pPr lvl="5">
              <a:lnSpc>
                <a:spcPct val="90000"/>
              </a:lnSpc>
              <a:spcBef>
                <a:spcPts val="0"/>
              </a:spcBef>
              <a:spcAft>
                <a:spcPts val="0"/>
              </a:spcAft>
              <a:buClr>
                <a:srgbClr val="000000"/>
              </a:buClr>
              <a:buSzPts val="1000"/>
              <a:buNone/>
              <a:defRPr sz="1000">
                <a:solidFill>
                  <a:srgbClr val="000000"/>
                </a:solidFill>
              </a:defRPr>
            </a:lvl6pPr>
            <a:lvl7pPr lvl="6">
              <a:lnSpc>
                <a:spcPct val="90000"/>
              </a:lnSpc>
              <a:spcBef>
                <a:spcPts val="0"/>
              </a:spcBef>
              <a:spcAft>
                <a:spcPts val="0"/>
              </a:spcAft>
              <a:buClr>
                <a:srgbClr val="000000"/>
              </a:buClr>
              <a:buSzPts val="1000"/>
              <a:buNone/>
              <a:defRPr sz="1000">
                <a:solidFill>
                  <a:srgbClr val="000000"/>
                </a:solidFill>
              </a:defRPr>
            </a:lvl7pPr>
            <a:lvl8pPr lvl="7">
              <a:lnSpc>
                <a:spcPct val="90000"/>
              </a:lnSpc>
              <a:spcBef>
                <a:spcPts val="0"/>
              </a:spcBef>
              <a:spcAft>
                <a:spcPts val="0"/>
              </a:spcAft>
              <a:buClr>
                <a:srgbClr val="000000"/>
              </a:buClr>
              <a:buSzPts val="1000"/>
              <a:buNone/>
              <a:defRPr sz="1000">
                <a:solidFill>
                  <a:srgbClr val="000000"/>
                </a:solidFill>
              </a:defRPr>
            </a:lvl8pPr>
            <a:lvl9pPr lvl="8">
              <a:lnSpc>
                <a:spcPct val="90000"/>
              </a:lnSpc>
              <a:spcBef>
                <a:spcPts val="0"/>
              </a:spcBef>
              <a:spcAft>
                <a:spcPts val="0"/>
              </a:spcAft>
              <a:buClr>
                <a:srgbClr val="000000"/>
              </a:buClr>
              <a:buSzPts val="1000"/>
              <a:buNone/>
              <a:defRPr sz="1000">
                <a:solidFill>
                  <a:srgbClr val="000000"/>
                </a:solidFill>
              </a:defRPr>
            </a:lvl9pPr>
          </a:lstStyle>
          <a:p/>
        </p:txBody>
      </p:sp>
      <p:sp>
        <p:nvSpPr>
          <p:cNvPr id="8575" name="Google Shape;8575;p141"/>
          <p:cNvSpPr txBox="1"/>
          <p:nvPr>
            <p:ph idx="3" type="subTitle"/>
          </p:nvPr>
        </p:nvSpPr>
        <p:spPr>
          <a:xfrm>
            <a:off x="3470925" y="2476595"/>
            <a:ext cx="6172500" cy="461700"/>
          </a:xfrm>
          <a:prstGeom prst="rect">
            <a:avLst/>
          </a:prstGeom>
          <a:noFill/>
          <a:ln>
            <a:noFill/>
          </a:ln>
        </p:spPr>
        <p:txBody>
          <a:bodyPr anchorCtr="0" anchor="ctr" bIns="36000" lIns="36000" spcFirstLastPara="1" rIns="36000" wrap="square" tIns="36000">
            <a:noAutofit/>
          </a:bodyPr>
          <a:lstStyle>
            <a:lvl1pPr lvl="0">
              <a:lnSpc>
                <a:spcPct val="90000"/>
              </a:lnSpc>
              <a:spcBef>
                <a:spcPts val="0"/>
              </a:spcBef>
              <a:spcAft>
                <a:spcPts val="0"/>
              </a:spcAft>
              <a:buClr>
                <a:srgbClr val="000000"/>
              </a:buClr>
              <a:buSzPts val="1000"/>
              <a:buFont typeface="Arvo"/>
              <a:buNone/>
              <a:defRPr sz="10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1000"/>
              <a:buNone/>
              <a:defRPr sz="1000">
                <a:solidFill>
                  <a:srgbClr val="000000"/>
                </a:solidFill>
              </a:defRPr>
            </a:lvl2pPr>
            <a:lvl3pPr lvl="2">
              <a:lnSpc>
                <a:spcPct val="90000"/>
              </a:lnSpc>
              <a:spcBef>
                <a:spcPts val="0"/>
              </a:spcBef>
              <a:spcAft>
                <a:spcPts val="0"/>
              </a:spcAft>
              <a:buClr>
                <a:srgbClr val="000000"/>
              </a:buClr>
              <a:buSzPts val="1000"/>
              <a:buNone/>
              <a:defRPr sz="1000">
                <a:solidFill>
                  <a:srgbClr val="000000"/>
                </a:solidFill>
              </a:defRPr>
            </a:lvl3pPr>
            <a:lvl4pPr lvl="3">
              <a:lnSpc>
                <a:spcPct val="90000"/>
              </a:lnSpc>
              <a:spcBef>
                <a:spcPts val="0"/>
              </a:spcBef>
              <a:spcAft>
                <a:spcPts val="0"/>
              </a:spcAft>
              <a:buClr>
                <a:srgbClr val="000000"/>
              </a:buClr>
              <a:buSzPts val="1000"/>
              <a:buNone/>
              <a:defRPr sz="1000">
                <a:solidFill>
                  <a:srgbClr val="000000"/>
                </a:solidFill>
              </a:defRPr>
            </a:lvl4pPr>
            <a:lvl5pPr lvl="4">
              <a:lnSpc>
                <a:spcPct val="90000"/>
              </a:lnSpc>
              <a:spcBef>
                <a:spcPts val="0"/>
              </a:spcBef>
              <a:spcAft>
                <a:spcPts val="0"/>
              </a:spcAft>
              <a:buClr>
                <a:srgbClr val="000000"/>
              </a:buClr>
              <a:buSzPts val="1000"/>
              <a:buNone/>
              <a:defRPr sz="1000">
                <a:solidFill>
                  <a:srgbClr val="000000"/>
                </a:solidFill>
              </a:defRPr>
            </a:lvl5pPr>
            <a:lvl6pPr lvl="5">
              <a:lnSpc>
                <a:spcPct val="90000"/>
              </a:lnSpc>
              <a:spcBef>
                <a:spcPts val="0"/>
              </a:spcBef>
              <a:spcAft>
                <a:spcPts val="0"/>
              </a:spcAft>
              <a:buClr>
                <a:srgbClr val="000000"/>
              </a:buClr>
              <a:buSzPts val="1000"/>
              <a:buNone/>
              <a:defRPr sz="1000">
                <a:solidFill>
                  <a:srgbClr val="000000"/>
                </a:solidFill>
              </a:defRPr>
            </a:lvl6pPr>
            <a:lvl7pPr lvl="6">
              <a:lnSpc>
                <a:spcPct val="90000"/>
              </a:lnSpc>
              <a:spcBef>
                <a:spcPts val="0"/>
              </a:spcBef>
              <a:spcAft>
                <a:spcPts val="0"/>
              </a:spcAft>
              <a:buClr>
                <a:srgbClr val="000000"/>
              </a:buClr>
              <a:buSzPts val="1000"/>
              <a:buNone/>
              <a:defRPr sz="1000">
                <a:solidFill>
                  <a:srgbClr val="000000"/>
                </a:solidFill>
              </a:defRPr>
            </a:lvl7pPr>
            <a:lvl8pPr lvl="7">
              <a:lnSpc>
                <a:spcPct val="90000"/>
              </a:lnSpc>
              <a:spcBef>
                <a:spcPts val="0"/>
              </a:spcBef>
              <a:spcAft>
                <a:spcPts val="0"/>
              </a:spcAft>
              <a:buClr>
                <a:srgbClr val="000000"/>
              </a:buClr>
              <a:buSzPts val="1000"/>
              <a:buNone/>
              <a:defRPr sz="1000">
                <a:solidFill>
                  <a:srgbClr val="000000"/>
                </a:solidFill>
              </a:defRPr>
            </a:lvl8pPr>
            <a:lvl9pPr lvl="8">
              <a:lnSpc>
                <a:spcPct val="90000"/>
              </a:lnSpc>
              <a:spcBef>
                <a:spcPts val="0"/>
              </a:spcBef>
              <a:spcAft>
                <a:spcPts val="0"/>
              </a:spcAft>
              <a:buClr>
                <a:srgbClr val="000000"/>
              </a:buClr>
              <a:buSzPts val="1000"/>
              <a:buNone/>
              <a:defRPr sz="1000">
                <a:solidFill>
                  <a:srgbClr val="000000"/>
                </a:solidFill>
              </a:defRPr>
            </a:lvl9pPr>
          </a:lstStyle>
          <a:p/>
        </p:txBody>
      </p:sp>
      <p:sp>
        <p:nvSpPr>
          <p:cNvPr id="8576" name="Google Shape;8576;p141"/>
          <p:cNvSpPr txBox="1"/>
          <p:nvPr>
            <p:ph idx="4" type="subTitle"/>
          </p:nvPr>
        </p:nvSpPr>
        <p:spPr>
          <a:xfrm>
            <a:off x="3470925" y="3073604"/>
            <a:ext cx="6172500" cy="570900"/>
          </a:xfrm>
          <a:prstGeom prst="rect">
            <a:avLst/>
          </a:prstGeom>
          <a:noFill/>
          <a:ln>
            <a:noFill/>
          </a:ln>
        </p:spPr>
        <p:txBody>
          <a:bodyPr anchorCtr="0" anchor="ctr" bIns="36000" lIns="36000" spcFirstLastPara="1" rIns="36000" wrap="square" tIns="36000">
            <a:noAutofit/>
          </a:bodyPr>
          <a:lstStyle>
            <a:lvl1pPr lvl="0">
              <a:lnSpc>
                <a:spcPct val="90000"/>
              </a:lnSpc>
              <a:spcBef>
                <a:spcPts val="0"/>
              </a:spcBef>
              <a:spcAft>
                <a:spcPts val="0"/>
              </a:spcAft>
              <a:buClr>
                <a:srgbClr val="000000"/>
              </a:buClr>
              <a:buSzPts val="1000"/>
              <a:buFont typeface="Arvo"/>
              <a:buNone/>
              <a:defRPr sz="10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1000"/>
              <a:buNone/>
              <a:defRPr sz="1000">
                <a:solidFill>
                  <a:srgbClr val="000000"/>
                </a:solidFill>
              </a:defRPr>
            </a:lvl2pPr>
            <a:lvl3pPr lvl="2">
              <a:lnSpc>
                <a:spcPct val="90000"/>
              </a:lnSpc>
              <a:spcBef>
                <a:spcPts val="0"/>
              </a:spcBef>
              <a:spcAft>
                <a:spcPts val="0"/>
              </a:spcAft>
              <a:buClr>
                <a:srgbClr val="000000"/>
              </a:buClr>
              <a:buSzPts val="1000"/>
              <a:buNone/>
              <a:defRPr sz="1000">
                <a:solidFill>
                  <a:srgbClr val="000000"/>
                </a:solidFill>
              </a:defRPr>
            </a:lvl3pPr>
            <a:lvl4pPr lvl="3">
              <a:lnSpc>
                <a:spcPct val="90000"/>
              </a:lnSpc>
              <a:spcBef>
                <a:spcPts val="0"/>
              </a:spcBef>
              <a:spcAft>
                <a:spcPts val="0"/>
              </a:spcAft>
              <a:buClr>
                <a:srgbClr val="000000"/>
              </a:buClr>
              <a:buSzPts val="1000"/>
              <a:buNone/>
              <a:defRPr sz="1000">
                <a:solidFill>
                  <a:srgbClr val="000000"/>
                </a:solidFill>
              </a:defRPr>
            </a:lvl4pPr>
            <a:lvl5pPr lvl="4">
              <a:lnSpc>
                <a:spcPct val="90000"/>
              </a:lnSpc>
              <a:spcBef>
                <a:spcPts val="0"/>
              </a:spcBef>
              <a:spcAft>
                <a:spcPts val="0"/>
              </a:spcAft>
              <a:buClr>
                <a:srgbClr val="000000"/>
              </a:buClr>
              <a:buSzPts val="1000"/>
              <a:buNone/>
              <a:defRPr sz="1000">
                <a:solidFill>
                  <a:srgbClr val="000000"/>
                </a:solidFill>
              </a:defRPr>
            </a:lvl5pPr>
            <a:lvl6pPr lvl="5">
              <a:lnSpc>
                <a:spcPct val="90000"/>
              </a:lnSpc>
              <a:spcBef>
                <a:spcPts val="0"/>
              </a:spcBef>
              <a:spcAft>
                <a:spcPts val="0"/>
              </a:spcAft>
              <a:buClr>
                <a:srgbClr val="000000"/>
              </a:buClr>
              <a:buSzPts val="1000"/>
              <a:buNone/>
              <a:defRPr sz="1000">
                <a:solidFill>
                  <a:srgbClr val="000000"/>
                </a:solidFill>
              </a:defRPr>
            </a:lvl6pPr>
            <a:lvl7pPr lvl="6">
              <a:lnSpc>
                <a:spcPct val="90000"/>
              </a:lnSpc>
              <a:spcBef>
                <a:spcPts val="0"/>
              </a:spcBef>
              <a:spcAft>
                <a:spcPts val="0"/>
              </a:spcAft>
              <a:buClr>
                <a:srgbClr val="000000"/>
              </a:buClr>
              <a:buSzPts val="1000"/>
              <a:buNone/>
              <a:defRPr sz="1000">
                <a:solidFill>
                  <a:srgbClr val="000000"/>
                </a:solidFill>
              </a:defRPr>
            </a:lvl7pPr>
            <a:lvl8pPr lvl="7">
              <a:lnSpc>
                <a:spcPct val="90000"/>
              </a:lnSpc>
              <a:spcBef>
                <a:spcPts val="0"/>
              </a:spcBef>
              <a:spcAft>
                <a:spcPts val="0"/>
              </a:spcAft>
              <a:buClr>
                <a:srgbClr val="000000"/>
              </a:buClr>
              <a:buSzPts val="1000"/>
              <a:buNone/>
              <a:defRPr sz="1000">
                <a:solidFill>
                  <a:srgbClr val="000000"/>
                </a:solidFill>
              </a:defRPr>
            </a:lvl8pPr>
            <a:lvl9pPr lvl="8">
              <a:lnSpc>
                <a:spcPct val="90000"/>
              </a:lnSpc>
              <a:spcBef>
                <a:spcPts val="0"/>
              </a:spcBef>
              <a:spcAft>
                <a:spcPts val="0"/>
              </a:spcAft>
              <a:buClr>
                <a:srgbClr val="000000"/>
              </a:buClr>
              <a:buSzPts val="1000"/>
              <a:buNone/>
              <a:defRPr sz="1000">
                <a:solidFill>
                  <a:srgbClr val="000000"/>
                </a:solidFill>
              </a:defRPr>
            </a:lvl9pPr>
          </a:lstStyle>
          <a:p/>
        </p:txBody>
      </p:sp>
      <p:sp>
        <p:nvSpPr>
          <p:cNvPr id="8577" name="Google Shape;8577;p141"/>
          <p:cNvSpPr txBox="1"/>
          <p:nvPr>
            <p:ph idx="5" type="subTitle"/>
          </p:nvPr>
        </p:nvSpPr>
        <p:spPr>
          <a:xfrm>
            <a:off x="3470925" y="3772001"/>
            <a:ext cx="6172500" cy="570900"/>
          </a:xfrm>
          <a:prstGeom prst="rect">
            <a:avLst/>
          </a:prstGeom>
          <a:noFill/>
          <a:ln>
            <a:noFill/>
          </a:ln>
        </p:spPr>
        <p:txBody>
          <a:bodyPr anchorCtr="0" anchor="ctr" bIns="36000" lIns="36000" spcFirstLastPara="1" rIns="36000" wrap="square" tIns="36000">
            <a:noAutofit/>
          </a:bodyPr>
          <a:lstStyle>
            <a:lvl1pPr lvl="0">
              <a:lnSpc>
                <a:spcPct val="90000"/>
              </a:lnSpc>
              <a:spcBef>
                <a:spcPts val="0"/>
              </a:spcBef>
              <a:spcAft>
                <a:spcPts val="0"/>
              </a:spcAft>
              <a:buClr>
                <a:srgbClr val="000000"/>
              </a:buClr>
              <a:buSzPts val="1000"/>
              <a:buFont typeface="Arvo"/>
              <a:buNone/>
              <a:defRPr sz="10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1000"/>
              <a:buNone/>
              <a:defRPr sz="1000">
                <a:solidFill>
                  <a:srgbClr val="000000"/>
                </a:solidFill>
              </a:defRPr>
            </a:lvl2pPr>
            <a:lvl3pPr lvl="2">
              <a:lnSpc>
                <a:spcPct val="90000"/>
              </a:lnSpc>
              <a:spcBef>
                <a:spcPts val="0"/>
              </a:spcBef>
              <a:spcAft>
                <a:spcPts val="0"/>
              </a:spcAft>
              <a:buClr>
                <a:srgbClr val="000000"/>
              </a:buClr>
              <a:buSzPts val="1000"/>
              <a:buNone/>
              <a:defRPr sz="1000">
                <a:solidFill>
                  <a:srgbClr val="000000"/>
                </a:solidFill>
              </a:defRPr>
            </a:lvl3pPr>
            <a:lvl4pPr lvl="3">
              <a:lnSpc>
                <a:spcPct val="90000"/>
              </a:lnSpc>
              <a:spcBef>
                <a:spcPts val="0"/>
              </a:spcBef>
              <a:spcAft>
                <a:spcPts val="0"/>
              </a:spcAft>
              <a:buClr>
                <a:srgbClr val="000000"/>
              </a:buClr>
              <a:buSzPts val="1000"/>
              <a:buNone/>
              <a:defRPr sz="1000">
                <a:solidFill>
                  <a:srgbClr val="000000"/>
                </a:solidFill>
              </a:defRPr>
            </a:lvl4pPr>
            <a:lvl5pPr lvl="4">
              <a:lnSpc>
                <a:spcPct val="90000"/>
              </a:lnSpc>
              <a:spcBef>
                <a:spcPts val="0"/>
              </a:spcBef>
              <a:spcAft>
                <a:spcPts val="0"/>
              </a:spcAft>
              <a:buClr>
                <a:srgbClr val="000000"/>
              </a:buClr>
              <a:buSzPts val="1000"/>
              <a:buNone/>
              <a:defRPr sz="1000">
                <a:solidFill>
                  <a:srgbClr val="000000"/>
                </a:solidFill>
              </a:defRPr>
            </a:lvl5pPr>
            <a:lvl6pPr lvl="5">
              <a:lnSpc>
                <a:spcPct val="90000"/>
              </a:lnSpc>
              <a:spcBef>
                <a:spcPts val="0"/>
              </a:spcBef>
              <a:spcAft>
                <a:spcPts val="0"/>
              </a:spcAft>
              <a:buClr>
                <a:srgbClr val="000000"/>
              </a:buClr>
              <a:buSzPts val="1000"/>
              <a:buNone/>
              <a:defRPr sz="1000">
                <a:solidFill>
                  <a:srgbClr val="000000"/>
                </a:solidFill>
              </a:defRPr>
            </a:lvl6pPr>
            <a:lvl7pPr lvl="6">
              <a:lnSpc>
                <a:spcPct val="90000"/>
              </a:lnSpc>
              <a:spcBef>
                <a:spcPts val="0"/>
              </a:spcBef>
              <a:spcAft>
                <a:spcPts val="0"/>
              </a:spcAft>
              <a:buClr>
                <a:srgbClr val="000000"/>
              </a:buClr>
              <a:buSzPts val="1000"/>
              <a:buNone/>
              <a:defRPr sz="1000">
                <a:solidFill>
                  <a:srgbClr val="000000"/>
                </a:solidFill>
              </a:defRPr>
            </a:lvl7pPr>
            <a:lvl8pPr lvl="7">
              <a:lnSpc>
                <a:spcPct val="90000"/>
              </a:lnSpc>
              <a:spcBef>
                <a:spcPts val="0"/>
              </a:spcBef>
              <a:spcAft>
                <a:spcPts val="0"/>
              </a:spcAft>
              <a:buClr>
                <a:srgbClr val="000000"/>
              </a:buClr>
              <a:buSzPts val="1000"/>
              <a:buNone/>
              <a:defRPr sz="1000">
                <a:solidFill>
                  <a:srgbClr val="000000"/>
                </a:solidFill>
              </a:defRPr>
            </a:lvl8pPr>
            <a:lvl9pPr lvl="8">
              <a:lnSpc>
                <a:spcPct val="90000"/>
              </a:lnSpc>
              <a:spcBef>
                <a:spcPts val="0"/>
              </a:spcBef>
              <a:spcAft>
                <a:spcPts val="0"/>
              </a:spcAft>
              <a:buClr>
                <a:srgbClr val="000000"/>
              </a:buClr>
              <a:buSzPts val="1000"/>
              <a:buNone/>
              <a:defRPr sz="1000">
                <a:solidFill>
                  <a:srgbClr val="000000"/>
                </a:solidFill>
              </a:defRPr>
            </a:lvl9pPr>
          </a:lstStyle>
          <a:p/>
        </p:txBody>
      </p:sp>
      <p:sp>
        <p:nvSpPr>
          <p:cNvPr id="8578" name="Google Shape;8578;p141"/>
          <p:cNvSpPr txBox="1"/>
          <p:nvPr>
            <p:ph idx="6" type="subTitle"/>
          </p:nvPr>
        </p:nvSpPr>
        <p:spPr>
          <a:xfrm>
            <a:off x="3470925" y="4470397"/>
            <a:ext cx="6172500" cy="570900"/>
          </a:xfrm>
          <a:prstGeom prst="rect">
            <a:avLst/>
          </a:prstGeom>
          <a:noFill/>
          <a:ln>
            <a:noFill/>
          </a:ln>
        </p:spPr>
        <p:txBody>
          <a:bodyPr anchorCtr="0" anchor="ctr" bIns="36000" lIns="36000" spcFirstLastPara="1" rIns="36000" wrap="square" tIns="36000">
            <a:noAutofit/>
          </a:bodyPr>
          <a:lstStyle>
            <a:lvl1pPr lvl="0">
              <a:lnSpc>
                <a:spcPct val="90000"/>
              </a:lnSpc>
              <a:spcBef>
                <a:spcPts val="0"/>
              </a:spcBef>
              <a:spcAft>
                <a:spcPts val="0"/>
              </a:spcAft>
              <a:buClr>
                <a:srgbClr val="000000"/>
              </a:buClr>
              <a:buSzPts val="1000"/>
              <a:buFont typeface="Arvo"/>
              <a:buNone/>
              <a:defRPr sz="10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1000"/>
              <a:buNone/>
              <a:defRPr sz="1000">
                <a:solidFill>
                  <a:srgbClr val="000000"/>
                </a:solidFill>
              </a:defRPr>
            </a:lvl2pPr>
            <a:lvl3pPr lvl="2">
              <a:lnSpc>
                <a:spcPct val="90000"/>
              </a:lnSpc>
              <a:spcBef>
                <a:spcPts val="0"/>
              </a:spcBef>
              <a:spcAft>
                <a:spcPts val="0"/>
              </a:spcAft>
              <a:buClr>
                <a:srgbClr val="000000"/>
              </a:buClr>
              <a:buSzPts val="1000"/>
              <a:buNone/>
              <a:defRPr sz="1000">
                <a:solidFill>
                  <a:srgbClr val="000000"/>
                </a:solidFill>
              </a:defRPr>
            </a:lvl3pPr>
            <a:lvl4pPr lvl="3">
              <a:lnSpc>
                <a:spcPct val="90000"/>
              </a:lnSpc>
              <a:spcBef>
                <a:spcPts val="0"/>
              </a:spcBef>
              <a:spcAft>
                <a:spcPts val="0"/>
              </a:spcAft>
              <a:buClr>
                <a:srgbClr val="000000"/>
              </a:buClr>
              <a:buSzPts val="1000"/>
              <a:buNone/>
              <a:defRPr sz="1000">
                <a:solidFill>
                  <a:srgbClr val="000000"/>
                </a:solidFill>
              </a:defRPr>
            </a:lvl4pPr>
            <a:lvl5pPr lvl="4">
              <a:lnSpc>
                <a:spcPct val="90000"/>
              </a:lnSpc>
              <a:spcBef>
                <a:spcPts val="0"/>
              </a:spcBef>
              <a:spcAft>
                <a:spcPts val="0"/>
              </a:spcAft>
              <a:buClr>
                <a:srgbClr val="000000"/>
              </a:buClr>
              <a:buSzPts val="1000"/>
              <a:buNone/>
              <a:defRPr sz="1000">
                <a:solidFill>
                  <a:srgbClr val="000000"/>
                </a:solidFill>
              </a:defRPr>
            </a:lvl5pPr>
            <a:lvl6pPr lvl="5">
              <a:lnSpc>
                <a:spcPct val="90000"/>
              </a:lnSpc>
              <a:spcBef>
                <a:spcPts val="0"/>
              </a:spcBef>
              <a:spcAft>
                <a:spcPts val="0"/>
              </a:spcAft>
              <a:buClr>
                <a:srgbClr val="000000"/>
              </a:buClr>
              <a:buSzPts val="1000"/>
              <a:buNone/>
              <a:defRPr sz="1000">
                <a:solidFill>
                  <a:srgbClr val="000000"/>
                </a:solidFill>
              </a:defRPr>
            </a:lvl6pPr>
            <a:lvl7pPr lvl="6">
              <a:lnSpc>
                <a:spcPct val="90000"/>
              </a:lnSpc>
              <a:spcBef>
                <a:spcPts val="0"/>
              </a:spcBef>
              <a:spcAft>
                <a:spcPts val="0"/>
              </a:spcAft>
              <a:buClr>
                <a:srgbClr val="000000"/>
              </a:buClr>
              <a:buSzPts val="1000"/>
              <a:buNone/>
              <a:defRPr sz="1000">
                <a:solidFill>
                  <a:srgbClr val="000000"/>
                </a:solidFill>
              </a:defRPr>
            </a:lvl7pPr>
            <a:lvl8pPr lvl="7">
              <a:lnSpc>
                <a:spcPct val="90000"/>
              </a:lnSpc>
              <a:spcBef>
                <a:spcPts val="0"/>
              </a:spcBef>
              <a:spcAft>
                <a:spcPts val="0"/>
              </a:spcAft>
              <a:buClr>
                <a:srgbClr val="000000"/>
              </a:buClr>
              <a:buSzPts val="1000"/>
              <a:buNone/>
              <a:defRPr sz="1000">
                <a:solidFill>
                  <a:srgbClr val="000000"/>
                </a:solidFill>
              </a:defRPr>
            </a:lvl8pPr>
            <a:lvl9pPr lvl="8">
              <a:lnSpc>
                <a:spcPct val="90000"/>
              </a:lnSpc>
              <a:spcBef>
                <a:spcPts val="0"/>
              </a:spcBef>
              <a:spcAft>
                <a:spcPts val="0"/>
              </a:spcAft>
              <a:buClr>
                <a:srgbClr val="000000"/>
              </a:buClr>
              <a:buSzPts val="1000"/>
              <a:buNone/>
              <a:defRPr sz="1000">
                <a:solidFill>
                  <a:srgbClr val="000000"/>
                </a:solidFill>
              </a:defRPr>
            </a:lvl9pPr>
          </a:lstStyle>
          <a:p/>
        </p:txBody>
      </p:sp>
      <p:sp>
        <p:nvSpPr>
          <p:cNvPr id="8579" name="Google Shape;8579;p141"/>
          <p:cNvSpPr txBox="1"/>
          <p:nvPr>
            <p:ph idx="7" type="subTitle"/>
          </p:nvPr>
        </p:nvSpPr>
        <p:spPr>
          <a:xfrm>
            <a:off x="3470925" y="5194607"/>
            <a:ext cx="6172500" cy="570900"/>
          </a:xfrm>
          <a:prstGeom prst="rect">
            <a:avLst/>
          </a:prstGeom>
          <a:noFill/>
          <a:ln>
            <a:noFill/>
          </a:ln>
        </p:spPr>
        <p:txBody>
          <a:bodyPr anchorCtr="0" anchor="ctr" bIns="36000" lIns="36000" spcFirstLastPara="1" rIns="36000" wrap="square" tIns="36000">
            <a:noAutofit/>
          </a:bodyPr>
          <a:lstStyle>
            <a:lvl1pPr lvl="0">
              <a:lnSpc>
                <a:spcPct val="90000"/>
              </a:lnSpc>
              <a:spcBef>
                <a:spcPts val="0"/>
              </a:spcBef>
              <a:spcAft>
                <a:spcPts val="0"/>
              </a:spcAft>
              <a:buClr>
                <a:srgbClr val="000000"/>
              </a:buClr>
              <a:buSzPts val="1000"/>
              <a:buFont typeface="Arvo"/>
              <a:buNone/>
              <a:defRPr sz="10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1000"/>
              <a:buNone/>
              <a:defRPr sz="1000">
                <a:solidFill>
                  <a:srgbClr val="000000"/>
                </a:solidFill>
              </a:defRPr>
            </a:lvl2pPr>
            <a:lvl3pPr lvl="2">
              <a:lnSpc>
                <a:spcPct val="90000"/>
              </a:lnSpc>
              <a:spcBef>
                <a:spcPts val="0"/>
              </a:spcBef>
              <a:spcAft>
                <a:spcPts val="0"/>
              </a:spcAft>
              <a:buClr>
                <a:srgbClr val="000000"/>
              </a:buClr>
              <a:buSzPts val="1000"/>
              <a:buNone/>
              <a:defRPr sz="1000">
                <a:solidFill>
                  <a:srgbClr val="000000"/>
                </a:solidFill>
              </a:defRPr>
            </a:lvl3pPr>
            <a:lvl4pPr lvl="3">
              <a:lnSpc>
                <a:spcPct val="90000"/>
              </a:lnSpc>
              <a:spcBef>
                <a:spcPts val="0"/>
              </a:spcBef>
              <a:spcAft>
                <a:spcPts val="0"/>
              </a:spcAft>
              <a:buClr>
                <a:srgbClr val="000000"/>
              </a:buClr>
              <a:buSzPts val="1000"/>
              <a:buNone/>
              <a:defRPr sz="1000">
                <a:solidFill>
                  <a:srgbClr val="000000"/>
                </a:solidFill>
              </a:defRPr>
            </a:lvl4pPr>
            <a:lvl5pPr lvl="4">
              <a:lnSpc>
                <a:spcPct val="90000"/>
              </a:lnSpc>
              <a:spcBef>
                <a:spcPts val="0"/>
              </a:spcBef>
              <a:spcAft>
                <a:spcPts val="0"/>
              </a:spcAft>
              <a:buClr>
                <a:srgbClr val="000000"/>
              </a:buClr>
              <a:buSzPts val="1000"/>
              <a:buNone/>
              <a:defRPr sz="1000">
                <a:solidFill>
                  <a:srgbClr val="000000"/>
                </a:solidFill>
              </a:defRPr>
            </a:lvl5pPr>
            <a:lvl6pPr lvl="5">
              <a:lnSpc>
                <a:spcPct val="90000"/>
              </a:lnSpc>
              <a:spcBef>
                <a:spcPts val="0"/>
              </a:spcBef>
              <a:spcAft>
                <a:spcPts val="0"/>
              </a:spcAft>
              <a:buClr>
                <a:srgbClr val="000000"/>
              </a:buClr>
              <a:buSzPts val="1000"/>
              <a:buNone/>
              <a:defRPr sz="1000">
                <a:solidFill>
                  <a:srgbClr val="000000"/>
                </a:solidFill>
              </a:defRPr>
            </a:lvl6pPr>
            <a:lvl7pPr lvl="6">
              <a:lnSpc>
                <a:spcPct val="90000"/>
              </a:lnSpc>
              <a:spcBef>
                <a:spcPts val="0"/>
              </a:spcBef>
              <a:spcAft>
                <a:spcPts val="0"/>
              </a:spcAft>
              <a:buClr>
                <a:srgbClr val="000000"/>
              </a:buClr>
              <a:buSzPts val="1000"/>
              <a:buNone/>
              <a:defRPr sz="1000">
                <a:solidFill>
                  <a:srgbClr val="000000"/>
                </a:solidFill>
              </a:defRPr>
            </a:lvl7pPr>
            <a:lvl8pPr lvl="7">
              <a:lnSpc>
                <a:spcPct val="90000"/>
              </a:lnSpc>
              <a:spcBef>
                <a:spcPts val="0"/>
              </a:spcBef>
              <a:spcAft>
                <a:spcPts val="0"/>
              </a:spcAft>
              <a:buClr>
                <a:srgbClr val="000000"/>
              </a:buClr>
              <a:buSzPts val="1000"/>
              <a:buNone/>
              <a:defRPr sz="1000">
                <a:solidFill>
                  <a:srgbClr val="000000"/>
                </a:solidFill>
              </a:defRPr>
            </a:lvl8pPr>
            <a:lvl9pPr lvl="8">
              <a:lnSpc>
                <a:spcPct val="90000"/>
              </a:lnSpc>
              <a:spcBef>
                <a:spcPts val="0"/>
              </a:spcBef>
              <a:spcAft>
                <a:spcPts val="0"/>
              </a:spcAft>
              <a:buClr>
                <a:srgbClr val="000000"/>
              </a:buClr>
              <a:buSzPts val="1000"/>
              <a:buNone/>
              <a:defRPr sz="1000">
                <a:solidFill>
                  <a:srgbClr val="000000"/>
                </a:solidFill>
              </a:defRPr>
            </a:lvl9pPr>
          </a:lstStyle>
          <a:p/>
        </p:txBody>
      </p:sp>
      <p:sp>
        <p:nvSpPr>
          <p:cNvPr id="8580" name="Google Shape;8580;p141"/>
          <p:cNvSpPr txBox="1"/>
          <p:nvPr>
            <p:ph idx="8" type="subTitle"/>
          </p:nvPr>
        </p:nvSpPr>
        <p:spPr>
          <a:xfrm>
            <a:off x="3470925" y="5905600"/>
            <a:ext cx="6172500" cy="570900"/>
          </a:xfrm>
          <a:prstGeom prst="rect">
            <a:avLst/>
          </a:prstGeom>
          <a:noFill/>
          <a:ln>
            <a:noFill/>
          </a:ln>
        </p:spPr>
        <p:txBody>
          <a:bodyPr anchorCtr="0" anchor="ctr" bIns="36000" lIns="36000" spcFirstLastPara="1" rIns="36000" wrap="square" tIns="36000">
            <a:noAutofit/>
          </a:bodyPr>
          <a:lstStyle>
            <a:lvl1pPr lvl="0">
              <a:lnSpc>
                <a:spcPct val="90000"/>
              </a:lnSpc>
              <a:spcBef>
                <a:spcPts val="0"/>
              </a:spcBef>
              <a:spcAft>
                <a:spcPts val="0"/>
              </a:spcAft>
              <a:buClr>
                <a:srgbClr val="000000"/>
              </a:buClr>
              <a:buSzPts val="1000"/>
              <a:buFont typeface="Arvo"/>
              <a:buNone/>
              <a:defRPr sz="10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1000"/>
              <a:buNone/>
              <a:defRPr sz="1000">
                <a:solidFill>
                  <a:srgbClr val="000000"/>
                </a:solidFill>
              </a:defRPr>
            </a:lvl2pPr>
            <a:lvl3pPr lvl="2">
              <a:lnSpc>
                <a:spcPct val="90000"/>
              </a:lnSpc>
              <a:spcBef>
                <a:spcPts val="0"/>
              </a:spcBef>
              <a:spcAft>
                <a:spcPts val="0"/>
              </a:spcAft>
              <a:buClr>
                <a:srgbClr val="000000"/>
              </a:buClr>
              <a:buSzPts val="1000"/>
              <a:buNone/>
              <a:defRPr sz="1000">
                <a:solidFill>
                  <a:srgbClr val="000000"/>
                </a:solidFill>
              </a:defRPr>
            </a:lvl3pPr>
            <a:lvl4pPr lvl="3">
              <a:lnSpc>
                <a:spcPct val="90000"/>
              </a:lnSpc>
              <a:spcBef>
                <a:spcPts val="0"/>
              </a:spcBef>
              <a:spcAft>
                <a:spcPts val="0"/>
              </a:spcAft>
              <a:buClr>
                <a:srgbClr val="000000"/>
              </a:buClr>
              <a:buSzPts val="1000"/>
              <a:buNone/>
              <a:defRPr sz="1000">
                <a:solidFill>
                  <a:srgbClr val="000000"/>
                </a:solidFill>
              </a:defRPr>
            </a:lvl4pPr>
            <a:lvl5pPr lvl="4">
              <a:lnSpc>
                <a:spcPct val="90000"/>
              </a:lnSpc>
              <a:spcBef>
                <a:spcPts val="0"/>
              </a:spcBef>
              <a:spcAft>
                <a:spcPts val="0"/>
              </a:spcAft>
              <a:buClr>
                <a:srgbClr val="000000"/>
              </a:buClr>
              <a:buSzPts val="1000"/>
              <a:buNone/>
              <a:defRPr sz="1000">
                <a:solidFill>
                  <a:srgbClr val="000000"/>
                </a:solidFill>
              </a:defRPr>
            </a:lvl5pPr>
            <a:lvl6pPr lvl="5">
              <a:lnSpc>
                <a:spcPct val="90000"/>
              </a:lnSpc>
              <a:spcBef>
                <a:spcPts val="0"/>
              </a:spcBef>
              <a:spcAft>
                <a:spcPts val="0"/>
              </a:spcAft>
              <a:buClr>
                <a:srgbClr val="000000"/>
              </a:buClr>
              <a:buSzPts val="1000"/>
              <a:buNone/>
              <a:defRPr sz="1000">
                <a:solidFill>
                  <a:srgbClr val="000000"/>
                </a:solidFill>
              </a:defRPr>
            </a:lvl6pPr>
            <a:lvl7pPr lvl="6">
              <a:lnSpc>
                <a:spcPct val="90000"/>
              </a:lnSpc>
              <a:spcBef>
                <a:spcPts val="0"/>
              </a:spcBef>
              <a:spcAft>
                <a:spcPts val="0"/>
              </a:spcAft>
              <a:buClr>
                <a:srgbClr val="000000"/>
              </a:buClr>
              <a:buSzPts val="1000"/>
              <a:buNone/>
              <a:defRPr sz="1000">
                <a:solidFill>
                  <a:srgbClr val="000000"/>
                </a:solidFill>
              </a:defRPr>
            </a:lvl7pPr>
            <a:lvl8pPr lvl="7">
              <a:lnSpc>
                <a:spcPct val="90000"/>
              </a:lnSpc>
              <a:spcBef>
                <a:spcPts val="0"/>
              </a:spcBef>
              <a:spcAft>
                <a:spcPts val="0"/>
              </a:spcAft>
              <a:buClr>
                <a:srgbClr val="000000"/>
              </a:buClr>
              <a:buSzPts val="1000"/>
              <a:buNone/>
              <a:defRPr sz="1000">
                <a:solidFill>
                  <a:srgbClr val="000000"/>
                </a:solidFill>
              </a:defRPr>
            </a:lvl8pPr>
            <a:lvl9pPr lvl="8">
              <a:lnSpc>
                <a:spcPct val="90000"/>
              </a:lnSpc>
              <a:spcBef>
                <a:spcPts val="0"/>
              </a:spcBef>
              <a:spcAft>
                <a:spcPts val="0"/>
              </a:spcAft>
              <a:buClr>
                <a:srgbClr val="000000"/>
              </a:buClr>
              <a:buSzPts val="1000"/>
              <a:buNone/>
              <a:defRPr sz="1000">
                <a:solidFill>
                  <a:srgbClr val="000000"/>
                </a:solidFill>
              </a:defRPr>
            </a:lvl9pPr>
          </a:lstStyle>
          <a:p/>
        </p:txBody>
      </p:sp>
      <p:sp>
        <p:nvSpPr>
          <p:cNvPr id="8581" name="Google Shape;8581;p141"/>
          <p:cNvSpPr txBox="1"/>
          <p:nvPr/>
        </p:nvSpPr>
        <p:spPr>
          <a:xfrm>
            <a:off x="2524025" y="387675"/>
            <a:ext cx="15012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Unid. Organizacional:</a:t>
            </a:r>
            <a:endParaRPr b="1" sz="1100"/>
          </a:p>
        </p:txBody>
      </p:sp>
      <p:sp>
        <p:nvSpPr>
          <p:cNvPr id="8582" name="Google Shape;8582;p141"/>
          <p:cNvSpPr txBox="1"/>
          <p:nvPr/>
        </p:nvSpPr>
        <p:spPr>
          <a:xfrm>
            <a:off x="2524020" y="579550"/>
            <a:ext cx="6846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Alcance:</a:t>
            </a:r>
            <a:endParaRPr b="1" sz="1100"/>
          </a:p>
        </p:txBody>
      </p:sp>
      <p:sp>
        <p:nvSpPr>
          <p:cNvPr id="8583" name="Google Shape;8583;p141"/>
          <p:cNvSpPr txBox="1"/>
          <p:nvPr>
            <p:ph type="title"/>
          </p:nvPr>
        </p:nvSpPr>
        <p:spPr>
          <a:xfrm flipH="1">
            <a:off x="4025374" y="387675"/>
            <a:ext cx="5863200" cy="1692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000"/>
              <a:buNone/>
              <a:defRPr sz="1000">
                <a:solidFill>
                  <a:srgbClr val="000000"/>
                </a:solidFill>
              </a:defRPr>
            </a:lvl1pPr>
            <a:lvl2pPr lvl="1">
              <a:spcBef>
                <a:spcPts val="0"/>
              </a:spcBef>
              <a:spcAft>
                <a:spcPts val="0"/>
              </a:spcAft>
              <a:buClr>
                <a:srgbClr val="000000"/>
              </a:buClr>
              <a:buSzPts val="1000"/>
              <a:buNone/>
              <a:defRPr sz="1000">
                <a:solidFill>
                  <a:srgbClr val="000000"/>
                </a:solidFill>
              </a:defRPr>
            </a:lvl2pPr>
            <a:lvl3pPr lvl="2">
              <a:spcBef>
                <a:spcPts val="0"/>
              </a:spcBef>
              <a:spcAft>
                <a:spcPts val="0"/>
              </a:spcAft>
              <a:buClr>
                <a:srgbClr val="000000"/>
              </a:buClr>
              <a:buSzPts val="1000"/>
              <a:buNone/>
              <a:defRPr sz="1000">
                <a:solidFill>
                  <a:srgbClr val="000000"/>
                </a:solidFill>
              </a:defRPr>
            </a:lvl3pPr>
            <a:lvl4pPr lvl="3">
              <a:spcBef>
                <a:spcPts val="0"/>
              </a:spcBef>
              <a:spcAft>
                <a:spcPts val="0"/>
              </a:spcAft>
              <a:buClr>
                <a:srgbClr val="000000"/>
              </a:buClr>
              <a:buSzPts val="1000"/>
              <a:buNone/>
              <a:defRPr sz="1000">
                <a:solidFill>
                  <a:srgbClr val="000000"/>
                </a:solidFill>
              </a:defRPr>
            </a:lvl4pPr>
            <a:lvl5pPr lvl="4">
              <a:spcBef>
                <a:spcPts val="0"/>
              </a:spcBef>
              <a:spcAft>
                <a:spcPts val="0"/>
              </a:spcAft>
              <a:buClr>
                <a:srgbClr val="000000"/>
              </a:buClr>
              <a:buSzPts val="1000"/>
              <a:buNone/>
              <a:defRPr sz="1000">
                <a:solidFill>
                  <a:srgbClr val="000000"/>
                </a:solidFill>
              </a:defRPr>
            </a:lvl5pPr>
            <a:lvl6pPr lvl="5">
              <a:spcBef>
                <a:spcPts val="0"/>
              </a:spcBef>
              <a:spcAft>
                <a:spcPts val="0"/>
              </a:spcAft>
              <a:buClr>
                <a:srgbClr val="000000"/>
              </a:buClr>
              <a:buSzPts val="1000"/>
              <a:buNone/>
              <a:defRPr sz="1000">
                <a:solidFill>
                  <a:srgbClr val="000000"/>
                </a:solidFill>
              </a:defRPr>
            </a:lvl6pPr>
            <a:lvl7pPr lvl="6">
              <a:spcBef>
                <a:spcPts val="0"/>
              </a:spcBef>
              <a:spcAft>
                <a:spcPts val="0"/>
              </a:spcAft>
              <a:buClr>
                <a:srgbClr val="000000"/>
              </a:buClr>
              <a:buSzPts val="1000"/>
              <a:buNone/>
              <a:defRPr sz="1000">
                <a:solidFill>
                  <a:srgbClr val="000000"/>
                </a:solidFill>
              </a:defRPr>
            </a:lvl7pPr>
            <a:lvl8pPr lvl="7">
              <a:spcBef>
                <a:spcPts val="0"/>
              </a:spcBef>
              <a:spcAft>
                <a:spcPts val="0"/>
              </a:spcAft>
              <a:buClr>
                <a:srgbClr val="000000"/>
              </a:buClr>
              <a:buSzPts val="1000"/>
              <a:buNone/>
              <a:defRPr sz="1000">
                <a:solidFill>
                  <a:srgbClr val="000000"/>
                </a:solidFill>
              </a:defRPr>
            </a:lvl8pPr>
            <a:lvl9pPr lvl="8">
              <a:spcBef>
                <a:spcPts val="0"/>
              </a:spcBef>
              <a:spcAft>
                <a:spcPts val="0"/>
              </a:spcAft>
              <a:buClr>
                <a:srgbClr val="000000"/>
              </a:buClr>
              <a:buSzPts val="1000"/>
              <a:buNone/>
              <a:defRPr sz="1000">
                <a:solidFill>
                  <a:srgbClr val="000000"/>
                </a:solidFill>
              </a:defRPr>
            </a:lvl9pPr>
          </a:lstStyle>
          <a:p/>
        </p:txBody>
      </p:sp>
      <p:sp>
        <p:nvSpPr>
          <p:cNvPr id="8584" name="Google Shape;8584;p141"/>
          <p:cNvSpPr txBox="1"/>
          <p:nvPr>
            <p:ph idx="9" type="title"/>
          </p:nvPr>
        </p:nvSpPr>
        <p:spPr>
          <a:xfrm flipH="1">
            <a:off x="3208773" y="579550"/>
            <a:ext cx="6679800" cy="1692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000"/>
              <a:buNone/>
              <a:defRPr sz="1000">
                <a:solidFill>
                  <a:srgbClr val="000000"/>
                </a:solidFill>
              </a:defRPr>
            </a:lvl1pPr>
            <a:lvl2pPr lvl="1">
              <a:spcBef>
                <a:spcPts val="0"/>
              </a:spcBef>
              <a:spcAft>
                <a:spcPts val="0"/>
              </a:spcAft>
              <a:buClr>
                <a:srgbClr val="000000"/>
              </a:buClr>
              <a:buSzPts val="1000"/>
              <a:buNone/>
              <a:defRPr sz="1000">
                <a:solidFill>
                  <a:srgbClr val="000000"/>
                </a:solidFill>
              </a:defRPr>
            </a:lvl2pPr>
            <a:lvl3pPr lvl="2">
              <a:spcBef>
                <a:spcPts val="0"/>
              </a:spcBef>
              <a:spcAft>
                <a:spcPts val="0"/>
              </a:spcAft>
              <a:buClr>
                <a:srgbClr val="000000"/>
              </a:buClr>
              <a:buSzPts val="1000"/>
              <a:buNone/>
              <a:defRPr sz="1000">
                <a:solidFill>
                  <a:srgbClr val="000000"/>
                </a:solidFill>
              </a:defRPr>
            </a:lvl3pPr>
            <a:lvl4pPr lvl="3">
              <a:spcBef>
                <a:spcPts val="0"/>
              </a:spcBef>
              <a:spcAft>
                <a:spcPts val="0"/>
              </a:spcAft>
              <a:buClr>
                <a:srgbClr val="000000"/>
              </a:buClr>
              <a:buSzPts val="1000"/>
              <a:buNone/>
              <a:defRPr sz="1000">
                <a:solidFill>
                  <a:srgbClr val="000000"/>
                </a:solidFill>
              </a:defRPr>
            </a:lvl4pPr>
            <a:lvl5pPr lvl="4">
              <a:spcBef>
                <a:spcPts val="0"/>
              </a:spcBef>
              <a:spcAft>
                <a:spcPts val="0"/>
              </a:spcAft>
              <a:buClr>
                <a:srgbClr val="000000"/>
              </a:buClr>
              <a:buSzPts val="1000"/>
              <a:buNone/>
              <a:defRPr sz="1000">
                <a:solidFill>
                  <a:srgbClr val="000000"/>
                </a:solidFill>
              </a:defRPr>
            </a:lvl5pPr>
            <a:lvl6pPr lvl="5">
              <a:spcBef>
                <a:spcPts val="0"/>
              </a:spcBef>
              <a:spcAft>
                <a:spcPts val="0"/>
              </a:spcAft>
              <a:buClr>
                <a:srgbClr val="000000"/>
              </a:buClr>
              <a:buSzPts val="1000"/>
              <a:buNone/>
              <a:defRPr sz="1000">
                <a:solidFill>
                  <a:srgbClr val="000000"/>
                </a:solidFill>
              </a:defRPr>
            </a:lvl6pPr>
            <a:lvl7pPr lvl="6">
              <a:spcBef>
                <a:spcPts val="0"/>
              </a:spcBef>
              <a:spcAft>
                <a:spcPts val="0"/>
              </a:spcAft>
              <a:buClr>
                <a:srgbClr val="000000"/>
              </a:buClr>
              <a:buSzPts val="1000"/>
              <a:buNone/>
              <a:defRPr sz="1000">
                <a:solidFill>
                  <a:srgbClr val="000000"/>
                </a:solidFill>
              </a:defRPr>
            </a:lvl7pPr>
            <a:lvl8pPr lvl="7">
              <a:spcBef>
                <a:spcPts val="0"/>
              </a:spcBef>
              <a:spcAft>
                <a:spcPts val="0"/>
              </a:spcAft>
              <a:buClr>
                <a:srgbClr val="000000"/>
              </a:buClr>
              <a:buSzPts val="1000"/>
              <a:buNone/>
              <a:defRPr sz="1000">
                <a:solidFill>
                  <a:srgbClr val="000000"/>
                </a:solidFill>
              </a:defRPr>
            </a:lvl8pPr>
            <a:lvl9pPr lvl="8">
              <a:spcBef>
                <a:spcPts val="0"/>
              </a:spcBef>
              <a:spcAft>
                <a:spcPts val="0"/>
              </a:spcAft>
              <a:buClr>
                <a:srgbClr val="000000"/>
              </a:buClr>
              <a:buSzPts val="1000"/>
              <a:buNone/>
              <a:defRPr sz="1000">
                <a:solidFill>
                  <a:srgbClr val="000000"/>
                </a:solidFill>
              </a:defRPr>
            </a:lvl9pPr>
          </a:lstStyle>
          <a:p/>
        </p:txBody>
      </p:sp>
      <p:sp>
        <p:nvSpPr>
          <p:cNvPr id="8585" name="Google Shape;8585;p141"/>
          <p:cNvSpPr txBox="1"/>
          <p:nvPr>
            <p:ph idx="13" type="body"/>
          </p:nvPr>
        </p:nvSpPr>
        <p:spPr>
          <a:xfrm>
            <a:off x="641150" y="612125"/>
            <a:ext cx="1770300" cy="160500"/>
          </a:xfrm>
          <a:prstGeom prst="rect">
            <a:avLst/>
          </a:prstGeom>
          <a:noFill/>
          <a:ln>
            <a:noFill/>
          </a:ln>
        </p:spPr>
        <p:txBody>
          <a:bodyPr anchorCtr="0" anchor="t" bIns="0" lIns="0" spcFirstLastPara="1" rIns="0" wrap="square" tIns="0">
            <a:noAutofit/>
          </a:bodyPr>
          <a:lstStyle>
            <a:lvl1pPr indent="-292100" lvl="0" marL="457200" algn="ctr">
              <a:spcBef>
                <a:spcPts val="0"/>
              </a:spcBef>
              <a:spcAft>
                <a:spcPts val="0"/>
              </a:spcAft>
              <a:buClr>
                <a:srgbClr val="FFFFFF"/>
              </a:buClr>
              <a:buSzPts val="1000"/>
              <a:buChar char="●"/>
              <a:defRPr sz="1000">
                <a:solidFill>
                  <a:srgbClr val="FFFFFF"/>
                </a:solidFill>
              </a:defRPr>
            </a:lvl1pPr>
            <a:lvl2pPr indent="-292100" lvl="1" marL="914400" algn="ctr">
              <a:spcBef>
                <a:spcPts val="0"/>
              </a:spcBef>
              <a:spcAft>
                <a:spcPts val="0"/>
              </a:spcAft>
              <a:buClr>
                <a:srgbClr val="FFFFFF"/>
              </a:buClr>
              <a:buSzPts val="1000"/>
              <a:buChar char="○"/>
              <a:defRPr sz="1000">
                <a:solidFill>
                  <a:srgbClr val="FFFFFF"/>
                </a:solidFill>
              </a:defRPr>
            </a:lvl2pPr>
            <a:lvl3pPr indent="-292100" lvl="2" marL="1371600" algn="ctr">
              <a:spcBef>
                <a:spcPts val="0"/>
              </a:spcBef>
              <a:spcAft>
                <a:spcPts val="0"/>
              </a:spcAft>
              <a:buClr>
                <a:srgbClr val="FFFFFF"/>
              </a:buClr>
              <a:buSzPts val="1000"/>
              <a:buChar char="■"/>
              <a:defRPr sz="1000">
                <a:solidFill>
                  <a:srgbClr val="FFFFFF"/>
                </a:solidFill>
              </a:defRPr>
            </a:lvl3pPr>
            <a:lvl4pPr indent="-292100" lvl="3" marL="1828800" algn="ctr">
              <a:spcBef>
                <a:spcPts val="0"/>
              </a:spcBef>
              <a:spcAft>
                <a:spcPts val="0"/>
              </a:spcAft>
              <a:buClr>
                <a:srgbClr val="FFFFFF"/>
              </a:buClr>
              <a:buSzPts val="1000"/>
              <a:buChar char="●"/>
              <a:defRPr sz="1000">
                <a:solidFill>
                  <a:srgbClr val="FFFFFF"/>
                </a:solidFill>
              </a:defRPr>
            </a:lvl4pPr>
            <a:lvl5pPr indent="-292100" lvl="4" marL="2286000" algn="ctr">
              <a:spcBef>
                <a:spcPts val="0"/>
              </a:spcBef>
              <a:spcAft>
                <a:spcPts val="0"/>
              </a:spcAft>
              <a:buClr>
                <a:srgbClr val="FFFFFF"/>
              </a:buClr>
              <a:buSzPts val="1000"/>
              <a:buChar char="○"/>
              <a:defRPr sz="1000">
                <a:solidFill>
                  <a:srgbClr val="FFFFFF"/>
                </a:solidFill>
              </a:defRPr>
            </a:lvl5pPr>
            <a:lvl6pPr indent="-292100" lvl="5" marL="2743200" algn="ctr">
              <a:spcBef>
                <a:spcPts val="0"/>
              </a:spcBef>
              <a:spcAft>
                <a:spcPts val="0"/>
              </a:spcAft>
              <a:buClr>
                <a:srgbClr val="FFFFFF"/>
              </a:buClr>
              <a:buSzPts val="1000"/>
              <a:buChar char="■"/>
              <a:defRPr sz="1000">
                <a:solidFill>
                  <a:srgbClr val="FFFFFF"/>
                </a:solidFill>
              </a:defRPr>
            </a:lvl6pPr>
            <a:lvl7pPr indent="-292100" lvl="6" marL="3200400" algn="ctr">
              <a:spcBef>
                <a:spcPts val="0"/>
              </a:spcBef>
              <a:spcAft>
                <a:spcPts val="0"/>
              </a:spcAft>
              <a:buClr>
                <a:srgbClr val="FFFFFF"/>
              </a:buClr>
              <a:buSzPts val="1000"/>
              <a:buChar char="●"/>
              <a:defRPr sz="1000">
                <a:solidFill>
                  <a:srgbClr val="FFFFFF"/>
                </a:solidFill>
              </a:defRPr>
            </a:lvl7pPr>
            <a:lvl8pPr indent="-292100" lvl="7" marL="3657600" algn="ctr">
              <a:spcBef>
                <a:spcPts val="0"/>
              </a:spcBef>
              <a:spcAft>
                <a:spcPts val="0"/>
              </a:spcAft>
              <a:buClr>
                <a:srgbClr val="FFFFFF"/>
              </a:buClr>
              <a:buSzPts val="1000"/>
              <a:buChar char="○"/>
              <a:defRPr sz="1000">
                <a:solidFill>
                  <a:srgbClr val="FFFFFF"/>
                </a:solidFill>
              </a:defRPr>
            </a:lvl8pPr>
            <a:lvl9pPr indent="-292100" lvl="8" marL="4114800" algn="ctr">
              <a:spcBef>
                <a:spcPts val="0"/>
              </a:spcBef>
              <a:spcAft>
                <a:spcPts val="0"/>
              </a:spcAft>
              <a:buClr>
                <a:srgbClr val="FFFFFF"/>
              </a:buClr>
              <a:buSzPts val="1000"/>
              <a:buChar char="■"/>
              <a:defRPr sz="1000">
                <a:solidFill>
                  <a:srgbClr val="FFFFFF"/>
                </a:solidFill>
              </a:defRPr>
            </a:lvl9pPr>
          </a:lstStyle>
          <a:p/>
        </p:txBody>
      </p:sp>
      <p:sp>
        <p:nvSpPr>
          <p:cNvPr id="8586" name="Google Shape;8586;p141"/>
          <p:cNvSpPr txBox="1"/>
          <p:nvPr/>
        </p:nvSpPr>
        <p:spPr>
          <a:xfrm>
            <a:off x="84825" y="598125"/>
            <a:ext cx="595500" cy="205800"/>
          </a:xfrm>
          <a:prstGeom prst="rect">
            <a:avLst/>
          </a:prstGeom>
          <a:noFill/>
          <a:ln>
            <a:noFill/>
          </a:ln>
        </p:spPr>
        <p:txBody>
          <a:bodyPr anchorCtr="0" anchor="t" bIns="18000" lIns="18000" spcFirstLastPara="1" rIns="18000" wrap="square" tIns="18000">
            <a:spAutoFit/>
          </a:bodyPr>
          <a:lstStyle/>
          <a:p>
            <a:pPr indent="0" lvl="0" marL="0" rtl="0" algn="l">
              <a:spcBef>
                <a:spcPts val="0"/>
              </a:spcBef>
              <a:spcAft>
                <a:spcPts val="0"/>
              </a:spcAft>
              <a:buNone/>
            </a:pPr>
            <a:r>
              <a:rPr lang="es-419" sz="1100">
                <a:solidFill>
                  <a:srgbClr val="FFFFFF"/>
                </a:solidFill>
              </a:rPr>
              <a:t>Nombre:</a:t>
            </a:r>
            <a:endParaRPr sz="1100">
              <a:solidFill>
                <a:srgbClr val="FFFFFF"/>
              </a:solidFill>
            </a:endParaRPr>
          </a:p>
        </p:txBody>
      </p:sp>
    </p:spTree>
  </p:cSld>
  <p:clrMapOvr>
    <a:masterClrMapping/>
  </p:clrMapOvr>
</p:sldLayout>
</file>

<file path=ppt/slideLayouts/slideLayout13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3 Perfil Cliente">
  <p:cSld name="TITLE_3_6_1_1_1_1_1_1_1_1_1">
    <p:spTree>
      <p:nvGrpSpPr>
        <p:cNvPr id="8587" name="Shape 8587"/>
        <p:cNvGrpSpPr/>
        <p:nvPr/>
      </p:nvGrpSpPr>
      <p:grpSpPr>
        <a:xfrm>
          <a:off x="0" y="0"/>
          <a:ext cx="0" cy="0"/>
          <a:chOff x="0" y="0"/>
          <a:chExt cx="0" cy="0"/>
        </a:xfrm>
      </p:grpSpPr>
      <p:sp>
        <p:nvSpPr>
          <p:cNvPr id="8588" name="Google Shape;8588;p142"/>
          <p:cNvSpPr/>
          <p:nvPr/>
        </p:nvSpPr>
        <p:spPr>
          <a:xfrm>
            <a:off x="97888" y="377012"/>
            <a:ext cx="9893400" cy="296700"/>
          </a:xfrm>
          <a:prstGeom prst="roundRect">
            <a:avLst>
              <a:gd fmla="val 22902" name="adj"/>
            </a:avLst>
          </a:prstGeom>
          <a:solidFill>
            <a:srgbClr val="F3F3F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8589" name="Google Shape;8589;p142"/>
          <p:cNvSpPr/>
          <p:nvPr/>
        </p:nvSpPr>
        <p:spPr>
          <a:xfrm>
            <a:off x="77688" y="358938"/>
            <a:ext cx="9935700" cy="6438000"/>
          </a:xfrm>
          <a:prstGeom prst="roundRect">
            <a:avLst>
              <a:gd fmla="val 2618" name="adj"/>
            </a:avLst>
          </a:prstGeom>
          <a:solidFill>
            <a:srgbClr val="FFFFFF"/>
          </a:solidFill>
          <a:ln cap="flat" cmpd="sng" w="38100">
            <a:solidFill>
              <a:srgbClr val="000000"/>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590" name="Google Shape;8590;p142"/>
          <p:cNvCxnSpPr/>
          <p:nvPr/>
        </p:nvCxnSpPr>
        <p:spPr>
          <a:xfrm>
            <a:off x="77688" y="772614"/>
            <a:ext cx="9935700" cy="0"/>
          </a:xfrm>
          <a:prstGeom prst="straightConnector1">
            <a:avLst/>
          </a:prstGeom>
          <a:noFill/>
          <a:ln cap="flat" cmpd="sng" w="19050">
            <a:solidFill>
              <a:srgbClr val="000000"/>
            </a:solidFill>
            <a:prstDash val="solid"/>
            <a:round/>
            <a:headEnd len="med" w="med" type="none"/>
            <a:tailEnd len="med" w="med" type="none"/>
          </a:ln>
        </p:spPr>
      </p:cxnSp>
      <p:cxnSp>
        <p:nvCxnSpPr>
          <p:cNvPr id="8591" name="Google Shape;8591;p142"/>
          <p:cNvCxnSpPr/>
          <p:nvPr/>
        </p:nvCxnSpPr>
        <p:spPr>
          <a:xfrm rot="10800000">
            <a:off x="2439038" y="368188"/>
            <a:ext cx="0" cy="402300"/>
          </a:xfrm>
          <a:prstGeom prst="straightConnector1">
            <a:avLst/>
          </a:prstGeom>
          <a:noFill/>
          <a:ln cap="flat" cmpd="sng" w="19050">
            <a:solidFill>
              <a:srgbClr val="000000"/>
            </a:solidFill>
            <a:prstDash val="solid"/>
            <a:round/>
            <a:headEnd len="med" w="med" type="none"/>
            <a:tailEnd len="med" w="med" type="none"/>
          </a:ln>
        </p:spPr>
      </p:cxnSp>
      <p:sp>
        <p:nvSpPr>
          <p:cNvPr id="8592" name="Google Shape;8592;p142"/>
          <p:cNvSpPr/>
          <p:nvPr/>
        </p:nvSpPr>
        <p:spPr>
          <a:xfrm>
            <a:off x="77688" y="349338"/>
            <a:ext cx="2361300" cy="421200"/>
          </a:xfrm>
          <a:prstGeom prst="roundRect">
            <a:avLst>
              <a:gd fmla="val 50000" name="adj"/>
            </a:avLst>
          </a:prstGeom>
          <a:solidFill>
            <a:srgbClr val="000000"/>
          </a:solidFill>
          <a:ln cap="flat" cmpd="sng" w="9525">
            <a:solidFill>
              <a:srgbClr val="000000"/>
            </a:solidFill>
            <a:prstDash val="solid"/>
            <a:round/>
            <a:headEnd len="sm" w="sm" type="none"/>
            <a:tailEnd len="sm" w="sm" type="none"/>
          </a:ln>
        </p:spPr>
        <p:txBody>
          <a:bodyPr anchorCtr="0" anchor="ctr" bIns="91425" lIns="0" spcFirstLastPara="1" rIns="0" wrap="square" tIns="91425">
            <a:noAutofit/>
          </a:bodyPr>
          <a:lstStyle/>
          <a:p>
            <a:pPr indent="0" lvl="0" marL="0" rtl="0" algn="ctr">
              <a:spcBef>
                <a:spcPts val="0"/>
              </a:spcBef>
              <a:spcAft>
                <a:spcPts val="0"/>
              </a:spcAft>
              <a:buNone/>
            </a:pPr>
            <a:r>
              <a:rPr b="1" lang="es-419" sz="1100">
                <a:solidFill>
                  <a:srgbClr val="FFFFFF"/>
                </a:solidFill>
              </a:rPr>
              <a:t>Perfil Cliente</a:t>
            </a:r>
            <a:endParaRPr b="1" sz="1100">
              <a:solidFill>
                <a:srgbClr val="FFFFFF"/>
              </a:solidFill>
            </a:endParaRPr>
          </a:p>
          <a:p>
            <a:pPr indent="0" lvl="0" marL="0" rtl="0" algn="ctr">
              <a:spcBef>
                <a:spcPts val="0"/>
              </a:spcBef>
              <a:spcAft>
                <a:spcPts val="0"/>
              </a:spcAft>
              <a:buNone/>
            </a:pPr>
            <a:r>
              <a:t/>
            </a:r>
            <a:endParaRPr b="1" sz="1200">
              <a:solidFill>
                <a:srgbClr val="FFFFFF"/>
              </a:solidFill>
            </a:endParaRPr>
          </a:p>
        </p:txBody>
      </p:sp>
      <p:sp>
        <p:nvSpPr>
          <p:cNvPr id="8593" name="Google Shape;8593;p142"/>
          <p:cNvSpPr/>
          <p:nvPr/>
        </p:nvSpPr>
        <p:spPr>
          <a:xfrm>
            <a:off x="83988" y="595504"/>
            <a:ext cx="190200" cy="1692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4" name="Google Shape;8594;p142"/>
          <p:cNvSpPr/>
          <p:nvPr/>
        </p:nvSpPr>
        <p:spPr>
          <a:xfrm>
            <a:off x="2350598" y="358950"/>
            <a:ext cx="88500" cy="4023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5" name="Google Shape;8595;p142"/>
          <p:cNvSpPr/>
          <p:nvPr/>
        </p:nvSpPr>
        <p:spPr>
          <a:xfrm>
            <a:off x="2277739" y="663750"/>
            <a:ext cx="88500" cy="1089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6" name="Google Shape;8596;p142"/>
          <p:cNvSpPr/>
          <p:nvPr/>
        </p:nvSpPr>
        <p:spPr>
          <a:xfrm>
            <a:off x="3477925" y="1396265"/>
            <a:ext cx="6172500" cy="554100"/>
          </a:xfrm>
          <a:prstGeom prst="roundRect">
            <a:avLst>
              <a:gd fmla="val 6541"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7" name="Google Shape;8597;p142"/>
          <p:cNvSpPr txBox="1"/>
          <p:nvPr/>
        </p:nvSpPr>
        <p:spPr>
          <a:xfrm>
            <a:off x="454807" y="1362662"/>
            <a:ext cx="3000000" cy="540000"/>
          </a:xfrm>
          <a:prstGeom prst="rect">
            <a:avLst/>
          </a:prstGeom>
          <a:noFill/>
          <a:ln>
            <a:noFill/>
          </a:ln>
        </p:spPr>
        <p:txBody>
          <a:bodyPr anchorCtr="0" anchor="t" bIns="54000" lIns="54000" spcFirstLastPara="1" rIns="54000" wrap="square" tIns="54000">
            <a:spAutoFit/>
          </a:bodyPr>
          <a:lstStyle/>
          <a:p>
            <a:pPr indent="0" lvl="0" marL="0" rtl="0" algn="r">
              <a:spcBef>
                <a:spcPts val="0"/>
              </a:spcBef>
              <a:spcAft>
                <a:spcPts val="0"/>
              </a:spcAft>
              <a:buNone/>
            </a:pPr>
            <a:r>
              <a:rPr b="1" lang="es-419" sz="1000">
                <a:solidFill>
                  <a:schemeClr val="dk1"/>
                </a:solidFill>
                <a:latin typeface="Arvo"/>
                <a:ea typeface="Arvo"/>
                <a:cs typeface="Arvo"/>
                <a:sym typeface="Arvo"/>
              </a:rPr>
              <a:t>Representante </a:t>
            </a:r>
            <a:endParaRPr b="1" sz="1000">
              <a:solidFill>
                <a:schemeClr val="dk1"/>
              </a:solidFill>
              <a:latin typeface="Arvo"/>
              <a:ea typeface="Arvo"/>
              <a:cs typeface="Arvo"/>
              <a:sym typeface="Arvo"/>
            </a:endParaRPr>
          </a:p>
          <a:p>
            <a:pPr indent="0" lvl="0" marL="0" rtl="0" algn="r">
              <a:spcBef>
                <a:spcPts val="0"/>
              </a:spcBef>
              <a:spcAft>
                <a:spcPts val="0"/>
              </a:spcAft>
              <a:buNone/>
            </a:pPr>
            <a:r>
              <a:rPr i="1" lang="es-419" sz="600">
                <a:solidFill>
                  <a:schemeClr val="dk1"/>
                </a:solidFill>
                <a:latin typeface="Arvo"/>
                <a:ea typeface="Arvo"/>
                <a:cs typeface="Arvo"/>
                <a:sym typeface="Arvo"/>
              </a:rPr>
              <a:t>&lt;[Quién es el representante de las partes interesadas del proyecto?  (Esto es opcional, si está documentado en otro lugar.) Lo que queremos aquí son nombres.]&gt;</a:t>
            </a:r>
            <a:endParaRPr i="1" sz="600">
              <a:solidFill>
                <a:schemeClr val="dk1"/>
              </a:solidFill>
              <a:latin typeface="Arvo"/>
              <a:ea typeface="Arvo"/>
              <a:cs typeface="Arvo"/>
              <a:sym typeface="Arvo"/>
            </a:endParaRPr>
          </a:p>
        </p:txBody>
      </p:sp>
      <p:sp>
        <p:nvSpPr>
          <p:cNvPr id="8598" name="Google Shape;8598;p142"/>
          <p:cNvSpPr txBox="1"/>
          <p:nvPr/>
        </p:nvSpPr>
        <p:spPr>
          <a:xfrm>
            <a:off x="480000" y="2076645"/>
            <a:ext cx="3000000" cy="431100"/>
          </a:xfrm>
          <a:prstGeom prst="rect">
            <a:avLst/>
          </a:prstGeom>
          <a:noFill/>
          <a:ln>
            <a:noFill/>
          </a:ln>
        </p:spPr>
        <p:txBody>
          <a:bodyPr anchorCtr="0" anchor="t" bIns="91425" lIns="91425" spcFirstLastPara="1" rIns="91425" wrap="square" tIns="91425">
            <a:spAutoFit/>
          </a:bodyPr>
          <a:lstStyle/>
          <a:p>
            <a:pPr indent="0" lvl="0" marL="0" rtl="0" algn="r">
              <a:spcBef>
                <a:spcPts val="0"/>
              </a:spcBef>
              <a:spcAft>
                <a:spcPts val="0"/>
              </a:spcAft>
              <a:buNone/>
            </a:pPr>
            <a:r>
              <a:rPr b="1" lang="es-419" sz="1000">
                <a:solidFill>
                  <a:schemeClr val="dk1"/>
                </a:solidFill>
                <a:latin typeface="Arvo"/>
                <a:ea typeface="Arvo"/>
                <a:cs typeface="Arvo"/>
                <a:sym typeface="Arvo"/>
              </a:rPr>
              <a:t>Descripción</a:t>
            </a:r>
            <a:endParaRPr b="1" sz="1000">
              <a:solidFill>
                <a:schemeClr val="dk1"/>
              </a:solidFill>
              <a:latin typeface="Roboto"/>
              <a:ea typeface="Roboto"/>
              <a:cs typeface="Roboto"/>
              <a:sym typeface="Roboto"/>
            </a:endParaRPr>
          </a:p>
          <a:p>
            <a:pPr indent="0" lvl="0" marL="0" rtl="0" algn="r">
              <a:spcBef>
                <a:spcPts val="0"/>
              </a:spcBef>
              <a:spcAft>
                <a:spcPts val="0"/>
              </a:spcAft>
              <a:buNone/>
            </a:pPr>
            <a:r>
              <a:rPr i="1" lang="es-419" sz="600">
                <a:solidFill>
                  <a:schemeClr val="dk1"/>
                </a:solidFill>
                <a:latin typeface="Arvo"/>
                <a:ea typeface="Arvo"/>
                <a:cs typeface="Arvo"/>
                <a:sym typeface="Arvo"/>
              </a:rPr>
              <a:t>&lt;[Breve descripción del tipo de actor.]&gt;</a:t>
            </a:r>
            <a:endParaRPr i="1"/>
          </a:p>
        </p:txBody>
      </p:sp>
      <p:sp>
        <p:nvSpPr>
          <p:cNvPr id="8599" name="Google Shape;8599;p142"/>
          <p:cNvSpPr txBox="1"/>
          <p:nvPr/>
        </p:nvSpPr>
        <p:spPr>
          <a:xfrm>
            <a:off x="480000" y="2737550"/>
            <a:ext cx="3000000" cy="431100"/>
          </a:xfrm>
          <a:prstGeom prst="rect">
            <a:avLst/>
          </a:prstGeom>
          <a:noFill/>
          <a:ln>
            <a:noFill/>
          </a:ln>
        </p:spPr>
        <p:txBody>
          <a:bodyPr anchorCtr="0" anchor="t" bIns="91425" lIns="91425" spcFirstLastPara="1" rIns="91425" wrap="square" tIns="91425">
            <a:spAutoFit/>
          </a:bodyPr>
          <a:lstStyle/>
          <a:p>
            <a:pPr indent="0" lvl="0" marL="0" rtl="0" algn="r">
              <a:spcBef>
                <a:spcPts val="0"/>
              </a:spcBef>
              <a:spcAft>
                <a:spcPts val="0"/>
              </a:spcAft>
              <a:buNone/>
            </a:pPr>
            <a:r>
              <a:rPr b="1" lang="es-419" sz="1000">
                <a:solidFill>
                  <a:schemeClr val="dk1"/>
                </a:solidFill>
                <a:latin typeface="Arvo"/>
                <a:ea typeface="Arvo"/>
                <a:cs typeface="Arvo"/>
                <a:sym typeface="Arvo"/>
              </a:rPr>
              <a:t>Tipo</a:t>
            </a:r>
            <a:endParaRPr b="1" sz="1000">
              <a:solidFill>
                <a:schemeClr val="dk1"/>
              </a:solidFill>
              <a:latin typeface="Arvo"/>
              <a:ea typeface="Arvo"/>
              <a:cs typeface="Arvo"/>
              <a:sym typeface="Arvo"/>
            </a:endParaRPr>
          </a:p>
          <a:p>
            <a:pPr indent="0" lvl="0" marL="0" rtl="0" algn="r">
              <a:spcBef>
                <a:spcPts val="0"/>
              </a:spcBef>
              <a:spcAft>
                <a:spcPts val="0"/>
              </a:spcAft>
              <a:buNone/>
            </a:pPr>
            <a:r>
              <a:rPr i="1" lang="es-419" sz="600">
                <a:solidFill>
                  <a:schemeClr val="dk1"/>
                </a:solidFill>
                <a:latin typeface="Arvo"/>
                <a:ea typeface="Arvo"/>
                <a:cs typeface="Arvo"/>
                <a:sym typeface="Arvo"/>
              </a:rPr>
              <a:t>&lt;[Califique la experiencia y los antecedentes de las partes interesadas]&gt;</a:t>
            </a:r>
            <a:endParaRPr i="1"/>
          </a:p>
        </p:txBody>
      </p:sp>
      <p:sp>
        <p:nvSpPr>
          <p:cNvPr id="8600" name="Google Shape;8600;p142"/>
          <p:cNvSpPr txBox="1"/>
          <p:nvPr/>
        </p:nvSpPr>
        <p:spPr>
          <a:xfrm>
            <a:off x="480000" y="3352800"/>
            <a:ext cx="3000000" cy="431100"/>
          </a:xfrm>
          <a:prstGeom prst="rect">
            <a:avLst/>
          </a:prstGeom>
          <a:noFill/>
          <a:ln>
            <a:noFill/>
          </a:ln>
        </p:spPr>
        <p:txBody>
          <a:bodyPr anchorCtr="0" anchor="t" bIns="91425" lIns="91425" spcFirstLastPara="1" rIns="91425" wrap="square" tIns="91425">
            <a:spAutoFit/>
          </a:bodyPr>
          <a:lstStyle/>
          <a:p>
            <a:pPr indent="0" lvl="0" marL="0" rtl="0" algn="r">
              <a:spcBef>
                <a:spcPts val="0"/>
              </a:spcBef>
              <a:spcAft>
                <a:spcPts val="0"/>
              </a:spcAft>
              <a:buNone/>
            </a:pPr>
            <a:r>
              <a:rPr b="1" lang="es-419" sz="1000">
                <a:solidFill>
                  <a:schemeClr val="dk1"/>
                </a:solidFill>
                <a:latin typeface="Arvo"/>
                <a:ea typeface="Arvo"/>
                <a:cs typeface="Arvo"/>
                <a:sym typeface="Arvo"/>
              </a:rPr>
              <a:t>Criterios de Éxito</a:t>
            </a:r>
            <a:endParaRPr b="1" sz="1000">
              <a:solidFill>
                <a:schemeClr val="dk1"/>
              </a:solidFill>
              <a:latin typeface="Arvo"/>
              <a:ea typeface="Arvo"/>
              <a:cs typeface="Arvo"/>
              <a:sym typeface="Arvo"/>
            </a:endParaRPr>
          </a:p>
          <a:p>
            <a:pPr indent="0" lvl="0" marL="0" rtl="0" algn="r">
              <a:spcBef>
                <a:spcPts val="0"/>
              </a:spcBef>
              <a:spcAft>
                <a:spcPts val="0"/>
              </a:spcAft>
              <a:buNone/>
            </a:pPr>
            <a:r>
              <a:rPr i="1" lang="es-419" sz="600">
                <a:solidFill>
                  <a:schemeClr val="dk1"/>
                </a:solidFill>
                <a:latin typeface="Arvo"/>
                <a:ea typeface="Arvo"/>
                <a:cs typeface="Arvo"/>
                <a:sym typeface="Arvo"/>
              </a:rPr>
              <a:t>&lt;[¿Cómo define el el actor el éxito?¿Cómo se recompensa el interesado?]&gt;</a:t>
            </a:r>
            <a:endParaRPr i="1"/>
          </a:p>
        </p:txBody>
      </p:sp>
      <p:sp>
        <p:nvSpPr>
          <p:cNvPr id="8601" name="Google Shape;8601;p142"/>
          <p:cNvSpPr txBox="1"/>
          <p:nvPr/>
        </p:nvSpPr>
        <p:spPr>
          <a:xfrm>
            <a:off x="480000" y="4013407"/>
            <a:ext cx="3000000" cy="615600"/>
          </a:xfrm>
          <a:prstGeom prst="rect">
            <a:avLst/>
          </a:prstGeom>
          <a:noFill/>
          <a:ln>
            <a:noFill/>
          </a:ln>
        </p:spPr>
        <p:txBody>
          <a:bodyPr anchorCtr="0" anchor="t" bIns="91425" lIns="91425" spcFirstLastPara="1" rIns="91425" wrap="square" tIns="91425">
            <a:spAutoFit/>
          </a:bodyPr>
          <a:lstStyle/>
          <a:p>
            <a:pPr indent="0" lvl="0" marL="0" rtl="0" algn="r">
              <a:spcBef>
                <a:spcPts val="0"/>
              </a:spcBef>
              <a:spcAft>
                <a:spcPts val="0"/>
              </a:spcAft>
              <a:buNone/>
            </a:pPr>
            <a:r>
              <a:rPr b="1" lang="es-419" sz="1000">
                <a:solidFill>
                  <a:schemeClr val="dk1"/>
                </a:solidFill>
                <a:latin typeface="Arvo"/>
                <a:ea typeface="Arvo"/>
                <a:cs typeface="Arvo"/>
                <a:sym typeface="Arvo"/>
              </a:rPr>
              <a:t>Intervención</a:t>
            </a:r>
            <a:endParaRPr b="1" sz="1000">
              <a:solidFill>
                <a:schemeClr val="dk1"/>
              </a:solidFill>
              <a:latin typeface="Arvo"/>
              <a:ea typeface="Arvo"/>
              <a:cs typeface="Arvo"/>
              <a:sym typeface="Arvo"/>
            </a:endParaRPr>
          </a:p>
          <a:p>
            <a:pPr indent="0" lvl="0" marL="0" rtl="0" algn="r">
              <a:spcBef>
                <a:spcPts val="0"/>
              </a:spcBef>
              <a:spcAft>
                <a:spcPts val="0"/>
              </a:spcAft>
              <a:buNone/>
            </a:pPr>
            <a:r>
              <a:rPr i="1" lang="es-419" sz="600">
                <a:solidFill>
                  <a:schemeClr val="dk1"/>
                </a:solidFill>
                <a:latin typeface="Arvo"/>
                <a:ea typeface="Arvo"/>
                <a:cs typeface="Arvo"/>
                <a:sym typeface="Arvo"/>
              </a:rPr>
              <a:t> &lt;[</a:t>
            </a:r>
            <a:r>
              <a:rPr i="1" lang="es-419" sz="600">
                <a:solidFill>
                  <a:srgbClr val="202124"/>
                </a:solidFill>
                <a:latin typeface="Arvo"/>
                <a:ea typeface="Arvo"/>
                <a:cs typeface="Arvo"/>
                <a:sym typeface="Arvo"/>
              </a:rPr>
              <a:t>¿Cómo participa la parte interesada en el proyecto? Relacionarse, cuando sea posible, con los roles de Rational Unified Process, es decir, Revisor de modelos de casos de uso empresarial, etc.</a:t>
            </a:r>
            <a:r>
              <a:rPr i="1" lang="es-419" sz="600">
                <a:solidFill>
                  <a:schemeClr val="dk1"/>
                </a:solidFill>
                <a:latin typeface="Arvo"/>
                <a:ea typeface="Arvo"/>
                <a:cs typeface="Arvo"/>
                <a:sym typeface="Arvo"/>
              </a:rPr>
              <a:t>]&gt;</a:t>
            </a:r>
            <a:endParaRPr i="1"/>
          </a:p>
        </p:txBody>
      </p:sp>
      <p:sp>
        <p:nvSpPr>
          <p:cNvPr id="8602" name="Google Shape;8602;p142"/>
          <p:cNvSpPr txBox="1"/>
          <p:nvPr/>
        </p:nvSpPr>
        <p:spPr>
          <a:xfrm>
            <a:off x="480000" y="4686610"/>
            <a:ext cx="3000000" cy="646500"/>
          </a:xfrm>
          <a:prstGeom prst="rect">
            <a:avLst/>
          </a:prstGeom>
          <a:noFill/>
          <a:ln>
            <a:noFill/>
          </a:ln>
        </p:spPr>
        <p:txBody>
          <a:bodyPr anchorCtr="0" anchor="t" bIns="91425" lIns="91425" spcFirstLastPara="1" rIns="91425" wrap="square" tIns="91425">
            <a:spAutoFit/>
          </a:bodyPr>
          <a:lstStyle/>
          <a:p>
            <a:pPr indent="0" lvl="0" marL="0" rtl="0" algn="r">
              <a:spcBef>
                <a:spcPts val="0"/>
              </a:spcBef>
              <a:spcAft>
                <a:spcPts val="0"/>
              </a:spcAft>
              <a:buNone/>
            </a:pPr>
            <a:r>
              <a:rPr b="1" lang="es-419" sz="1000">
                <a:solidFill>
                  <a:schemeClr val="dk1"/>
                </a:solidFill>
                <a:latin typeface="Arvo"/>
                <a:ea typeface="Arvo"/>
                <a:cs typeface="Arvo"/>
                <a:sym typeface="Arvo"/>
              </a:rPr>
              <a:t>Entregables </a:t>
            </a:r>
            <a:r>
              <a:rPr b="1" lang="es-419" sz="1200">
                <a:solidFill>
                  <a:schemeClr val="dk1"/>
                </a:solidFill>
                <a:latin typeface="Arvo"/>
                <a:ea typeface="Arvo"/>
                <a:cs typeface="Arvo"/>
                <a:sym typeface="Arvo"/>
              </a:rPr>
              <a:t>                                                         </a:t>
            </a:r>
            <a:r>
              <a:rPr i="1" lang="es-419" sz="1200">
                <a:solidFill>
                  <a:schemeClr val="dk1"/>
                </a:solidFill>
                <a:latin typeface="Arvo"/>
                <a:ea typeface="Arvo"/>
                <a:cs typeface="Arvo"/>
                <a:sym typeface="Arvo"/>
              </a:rPr>
              <a:t> </a:t>
            </a:r>
            <a:r>
              <a:rPr i="1" lang="es-419" sz="600">
                <a:solidFill>
                  <a:schemeClr val="dk1"/>
                </a:solidFill>
                <a:latin typeface="Arvo"/>
                <a:ea typeface="Arvo"/>
                <a:cs typeface="Arvo"/>
                <a:sym typeface="Arvo"/>
              </a:rPr>
              <a:t>&lt;[</a:t>
            </a:r>
            <a:r>
              <a:rPr i="1" lang="es-419" sz="600">
                <a:solidFill>
                  <a:srgbClr val="202124"/>
                </a:solidFill>
                <a:latin typeface="Arvo"/>
                <a:ea typeface="Arvo"/>
                <a:cs typeface="Arvo"/>
                <a:sym typeface="Arvo"/>
              </a:rPr>
              <a:t>¿Hay entregables adicionales requeridos por las partes interesadas? Estos podrían ser entregables del proyecto o resultados del sistema en desarrollo.</a:t>
            </a:r>
            <a:r>
              <a:rPr i="1" lang="es-419" sz="600">
                <a:solidFill>
                  <a:schemeClr val="dk1"/>
                </a:solidFill>
                <a:latin typeface="Arvo"/>
                <a:ea typeface="Arvo"/>
                <a:cs typeface="Arvo"/>
                <a:sym typeface="Arvo"/>
              </a:rPr>
              <a:t>]&gt;</a:t>
            </a:r>
            <a:endParaRPr i="1"/>
          </a:p>
        </p:txBody>
      </p:sp>
      <p:sp>
        <p:nvSpPr>
          <p:cNvPr id="8603" name="Google Shape;8603;p142"/>
          <p:cNvSpPr txBox="1"/>
          <p:nvPr/>
        </p:nvSpPr>
        <p:spPr>
          <a:xfrm>
            <a:off x="480000" y="5444423"/>
            <a:ext cx="3000000" cy="523200"/>
          </a:xfrm>
          <a:prstGeom prst="rect">
            <a:avLst/>
          </a:prstGeom>
          <a:noFill/>
          <a:ln>
            <a:noFill/>
          </a:ln>
        </p:spPr>
        <p:txBody>
          <a:bodyPr anchorCtr="0" anchor="t" bIns="91425" lIns="91425" spcFirstLastPara="1" rIns="91425" wrap="square" tIns="91425">
            <a:spAutoFit/>
          </a:bodyPr>
          <a:lstStyle/>
          <a:p>
            <a:pPr indent="0" lvl="0" marL="0" rtl="0" algn="r">
              <a:spcBef>
                <a:spcPts val="0"/>
              </a:spcBef>
              <a:spcAft>
                <a:spcPts val="0"/>
              </a:spcAft>
              <a:buNone/>
            </a:pPr>
            <a:r>
              <a:rPr b="1" lang="es-419" sz="1000">
                <a:solidFill>
                  <a:schemeClr val="dk1"/>
                </a:solidFill>
                <a:latin typeface="Arvo"/>
                <a:ea typeface="Arvo"/>
                <a:cs typeface="Arvo"/>
                <a:sym typeface="Arvo"/>
              </a:rPr>
              <a:t>Comentarios y problemas</a:t>
            </a:r>
            <a:endParaRPr b="1" sz="1000">
              <a:solidFill>
                <a:schemeClr val="dk1"/>
              </a:solidFill>
              <a:latin typeface="Roboto"/>
              <a:ea typeface="Roboto"/>
              <a:cs typeface="Roboto"/>
              <a:sym typeface="Roboto"/>
            </a:endParaRPr>
          </a:p>
          <a:p>
            <a:pPr indent="0" lvl="0" marL="0" rtl="0" algn="r">
              <a:spcBef>
                <a:spcPts val="0"/>
              </a:spcBef>
              <a:spcAft>
                <a:spcPts val="0"/>
              </a:spcAft>
              <a:buNone/>
            </a:pPr>
            <a:r>
              <a:rPr i="1" lang="es-419" sz="600">
                <a:solidFill>
                  <a:schemeClr val="dk1"/>
                </a:solidFill>
                <a:latin typeface="Arvo"/>
                <a:ea typeface="Arvo"/>
                <a:cs typeface="Arvo"/>
                <a:sym typeface="Arvo"/>
              </a:rPr>
              <a:t>&lt;[</a:t>
            </a:r>
            <a:r>
              <a:rPr i="1" lang="es-419" sz="600">
                <a:solidFill>
                  <a:srgbClr val="202124"/>
                </a:solidFill>
                <a:latin typeface="Arvo"/>
                <a:ea typeface="Arvo"/>
                <a:cs typeface="Arvo"/>
                <a:sym typeface="Arvo"/>
              </a:rPr>
              <a:t>Los problemas que interfieren con el éxito y cualquier otra información relevante van aquí.</a:t>
            </a:r>
            <a:r>
              <a:rPr lang="es-419" sz="600">
                <a:solidFill>
                  <a:schemeClr val="dk1"/>
                </a:solidFill>
                <a:latin typeface="Arvo"/>
                <a:ea typeface="Arvo"/>
                <a:cs typeface="Arvo"/>
                <a:sym typeface="Arvo"/>
              </a:rPr>
              <a:t>.]&gt;</a:t>
            </a:r>
            <a:endParaRPr>
              <a:solidFill>
                <a:schemeClr val="dk1"/>
              </a:solidFill>
            </a:endParaRPr>
          </a:p>
        </p:txBody>
      </p:sp>
      <p:sp>
        <p:nvSpPr>
          <p:cNvPr id="8604" name="Google Shape;8604;p142"/>
          <p:cNvSpPr/>
          <p:nvPr/>
        </p:nvSpPr>
        <p:spPr>
          <a:xfrm>
            <a:off x="3477925" y="2102174"/>
            <a:ext cx="6172500" cy="554100"/>
          </a:xfrm>
          <a:prstGeom prst="roundRect">
            <a:avLst>
              <a:gd fmla="val 6541"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5" name="Google Shape;8605;p142"/>
          <p:cNvSpPr/>
          <p:nvPr/>
        </p:nvSpPr>
        <p:spPr>
          <a:xfrm>
            <a:off x="3477925" y="2783750"/>
            <a:ext cx="6172500" cy="461700"/>
          </a:xfrm>
          <a:prstGeom prst="roundRect">
            <a:avLst>
              <a:gd fmla="val 6541"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6" name="Google Shape;8606;p142"/>
          <p:cNvSpPr/>
          <p:nvPr/>
        </p:nvSpPr>
        <p:spPr>
          <a:xfrm>
            <a:off x="3477925" y="3361210"/>
            <a:ext cx="6172500" cy="554100"/>
          </a:xfrm>
          <a:prstGeom prst="roundRect">
            <a:avLst>
              <a:gd fmla="val 6541"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7" name="Google Shape;8607;p142"/>
          <p:cNvSpPr/>
          <p:nvPr/>
        </p:nvSpPr>
        <p:spPr>
          <a:xfrm>
            <a:off x="3477925" y="4068017"/>
            <a:ext cx="6172500" cy="554100"/>
          </a:xfrm>
          <a:prstGeom prst="roundRect">
            <a:avLst>
              <a:gd fmla="val 6541"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8" name="Google Shape;8608;p142"/>
          <p:cNvSpPr/>
          <p:nvPr/>
        </p:nvSpPr>
        <p:spPr>
          <a:xfrm>
            <a:off x="3477925" y="4779010"/>
            <a:ext cx="6172500" cy="554100"/>
          </a:xfrm>
          <a:prstGeom prst="roundRect">
            <a:avLst>
              <a:gd fmla="val 6541"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9" name="Google Shape;8609;p142"/>
          <p:cNvSpPr/>
          <p:nvPr/>
        </p:nvSpPr>
        <p:spPr>
          <a:xfrm>
            <a:off x="3477925" y="5494810"/>
            <a:ext cx="6172500" cy="554100"/>
          </a:xfrm>
          <a:prstGeom prst="roundRect">
            <a:avLst>
              <a:gd fmla="val 6541"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0" name="Google Shape;8610;p142"/>
          <p:cNvSpPr txBox="1"/>
          <p:nvPr>
            <p:ph idx="1" type="subTitle"/>
          </p:nvPr>
        </p:nvSpPr>
        <p:spPr>
          <a:xfrm>
            <a:off x="3470925" y="1390468"/>
            <a:ext cx="6172500" cy="570900"/>
          </a:xfrm>
          <a:prstGeom prst="rect">
            <a:avLst/>
          </a:prstGeom>
          <a:noFill/>
          <a:ln>
            <a:noFill/>
          </a:ln>
        </p:spPr>
        <p:txBody>
          <a:bodyPr anchorCtr="0" anchor="ctr" bIns="36000" lIns="36000" spcFirstLastPara="1" rIns="36000" wrap="square" tIns="36000">
            <a:noAutofit/>
          </a:bodyPr>
          <a:lstStyle>
            <a:lvl1pPr lvl="0">
              <a:lnSpc>
                <a:spcPct val="90000"/>
              </a:lnSpc>
              <a:spcBef>
                <a:spcPts val="0"/>
              </a:spcBef>
              <a:spcAft>
                <a:spcPts val="0"/>
              </a:spcAft>
              <a:buClr>
                <a:srgbClr val="000000"/>
              </a:buClr>
              <a:buSzPts val="1000"/>
              <a:buFont typeface="Arvo"/>
              <a:buNone/>
              <a:defRPr sz="10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1000"/>
              <a:buNone/>
              <a:defRPr sz="1000">
                <a:solidFill>
                  <a:srgbClr val="000000"/>
                </a:solidFill>
              </a:defRPr>
            </a:lvl2pPr>
            <a:lvl3pPr lvl="2">
              <a:lnSpc>
                <a:spcPct val="90000"/>
              </a:lnSpc>
              <a:spcBef>
                <a:spcPts val="0"/>
              </a:spcBef>
              <a:spcAft>
                <a:spcPts val="0"/>
              </a:spcAft>
              <a:buClr>
                <a:srgbClr val="000000"/>
              </a:buClr>
              <a:buSzPts val="1000"/>
              <a:buNone/>
              <a:defRPr sz="1000">
                <a:solidFill>
                  <a:srgbClr val="000000"/>
                </a:solidFill>
              </a:defRPr>
            </a:lvl3pPr>
            <a:lvl4pPr lvl="3">
              <a:lnSpc>
                <a:spcPct val="90000"/>
              </a:lnSpc>
              <a:spcBef>
                <a:spcPts val="0"/>
              </a:spcBef>
              <a:spcAft>
                <a:spcPts val="0"/>
              </a:spcAft>
              <a:buClr>
                <a:srgbClr val="000000"/>
              </a:buClr>
              <a:buSzPts val="1000"/>
              <a:buNone/>
              <a:defRPr sz="1000">
                <a:solidFill>
                  <a:srgbClr val="000000"/>
                </a:solidFill>
              </a:defRPr>
            </a:lvl4pPr>
            <a:lvl5pPr lvl="4">
              <a:lnSpc>
                <a:spcPct val="90000"/>
              </a:lnSpc>
              <a:spcBef>
                <a:spcPts val="0"/>
              </a:spcBef>
              <a:spcAft>
                <a:spcPts val="0"/>
              </a:spcAft>
              <a:buClr>
                <a:srgbClr val="000000"/>
              </a:buClr>
              <a:buSzPts val="1000"/>
              <a:buNone/>
              <a:defRPr sz="1000">
                <a:solidFill>
                  <a:srgbClr val="000000"/>
                </a:solidFill>
              </a:defRPr>
            </a:lvl5pPr>
            <a:lvl6pPr lvl="5">
              <a:lnSpc>
                <a:spcPct val="90000"/>
              </a:lnSpc>
              <a:spcBef>
                <a:spcPts val="0"/>
              </a:spcBef>
              <a:spcAft>
                <a:spcPts val="0"/>
              </a:spcAft>
              <a:buClr>
                <a:srgbClr val="000000"/>
              </a:buClr>
              <a:buSzPts val="1000"/>
              <a:buNone/>
              <a:defRPr sz="1000">
                <a:solidFill>
                  <a:srgbClr val="000000"/>
                </a:solidFill>
              </a:defRPr>
            </a:lvl6pPr>
            <a:lvl7pPr lvl="6">
              <a:lnSpc>
                <a:spcPct val="90000"/>
              </a:lnSpc>
              <a:spcBef>
                <a:spcPts val="0"/>
              </a:spcBef>
              <a:spcAft>
                <a:spcPts val="0"/>
              </a:spcAft>
              <a:buClr>
                <a:srgbClr val="000000"/>
              </a:buClr>
              <a:buSzPts val="1000"/>
              <a:buNone/>
              <a:defRPr sz="1000">
                <a:solidFill>
                  <a:srgbClr val="000000"/>
                </a:solidFill>
              </a:defRPr>
            </a:lvl7pPr>
            <a:lvl8pPr lvl="7">
              <a:lnSpc>
                <a:spcPct val="90000"/>
              </a:lnSpc>
              <a:spcBef>
                <a:spcPts val="0"/>
              </a:spcBef>
              <a:spcAft>
                <a:spcPts val="0"/>
              </a:spcAft>
              <a:buClr>
                <a:srgbClr val="000000"/>
              </a:buClr>
              <a:buSzPts val="1000"/>
              <a:buNone/>
              <a:defRPr sz="1000">
                <a:solidFill>
                  <a:srgbClr val="000000"/>
                </a:solidFill>
              </a:defRPr>
            </a:lvl8pPr>
            <a:lvl9pPr lvl="8">
              <a:lnSpc>
                <a:spcPct val="90000"/>
              </a:lnSpc>
              <a:spcBef>
                <a:spcPts val="0"/>
              </a:spcBef>
              <a:spcAft>
                <a:spcPts val="0"/>
              </a:spcAft>
              <a:buClr>
                <a:srgbClr val="000000"/>
              </a:buClr>
              <a:buSzPts val="1000"/>
              <a:buNone/>
              <a:defRPr sz="1000">
                <a:solidFill>
                  <a:srgbClr val="000000"/>
                </a:solidFill>
              </a:defRPr>
            </a:lvl9pPr>
          </a:lstStyle>
          <a:p/>
        </p:txBody>
      </p:sp>
      <p:sp>
        <p:nvSpPr>
          <p:cNvPr id="8611" name="Google Shape;8611;p142"/>
          <p:cNvSpPr txBox="1"/>
          <p:nvPr>
            <p:ph idx="2" type="subTitle"/>
          </p:nvPr>
        </p:nvSpPr>
        <p:spPr>
          <a:xfrm>
            <a:off x="3470925" y="2095590"/>
            <a:ext cx="6172500" cy="570900"/>
          </a:xfrm>
          <a:prstGeom prst="rect">
            <a:avLst/>
          </a:prstGeom>
          <a:noFill/>
          <a:ln>
            <a:noFill/>
          </a:ln>
        </p:spPr>
        <p:txBody>
          <a:bodyPr anchorCtr="0" anchor="ctr" bIns="36000" lIns="36000" spcFirstLastPara="1" rIns="36000" wrap="square" tIns="36000">
            <a:noAutofit/>
          </a:bodyPr>
          <a:lstStyle>
            <a:lvl1pPr lvl="0">
              <a:lnSpc>
                <a:spcPct val="90000"/>
              </a:lnSpc>
              <a:spcBef>
                <a:spcPts val="0"/>
              </a:spcBef>
              <a:spcAft>
                <a:spcPts val="0"/>
              </a:spcAft>
              <a:buClr>
                <a:srgbClr val="000000"/>
              </a:buClr>
              <a:buSzPts val="1000"/>
              <a:buFont typeface="Arvo"/>
              <a:buNone/>
              <a:defRPr sz="10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1000"/>
              <a:buNone/>
              <a:defRPr sz="1000">
                <a:solidFill>
                  <a:srgbClr val="000000"/>
                </a:solidFill>
              </a:defRPr>
            </a:lvl2pPr>
            <a:lvl3pPr lvl="2">
              <a:lnSpc>
                <a:spcPct val="90000"/>
              </a:lnSpc>
              <a:spcBef>
                <a:spcPts val="0"/>
              </a:spcBef>
              <a:spcAft>
                <a:spcPts val="0"/>
              </a:spcAft>
              <a:buClr>
                <a:srgbClr val="000000"/>
              </a:buClr>
              <a:buSzPts val="1000"/>
              <a:buNone/>
              <a:defRPr sz="1000">
                <a:solidFill>
                  <a:srgbClr val="000000"/>
                </a:solidFill>
              </a:defRPr>
            </a:lvl3pPr>
            <a:lvl4pPr lvl="3">
              <a:lnSpc>
                <a:spcPct val="90000"/>
              </a:lnSpc>
              <a:spcBef>
                <a:spcPts val="0"/>
              </a:spcBef>
              <a:spcAft>
                <a:spcPts val="0"/>
              </a:spcAft>
              <a:buClr>
                <a:srgbClr val="000000"/>
              </a:buClr>
              <a:buSzPts val="1000"/>
              <a:buNone/>
              <a:defRPr sz="1000">
                <a:solidFill>
                  <a:srgbClr val="000000"/>
                </a:solidFill>
              </a:defRPr>
            </a:lvl4pPr>
            <a:lvl5pPr lvl="4">
              <a:lnSpc>
                <a:spcPct val="90000"/>
              </a:lnSpc>
              <a:spcBef>
                <a:spcPts val="0"/>
              </a:spcBef>
              <a:spcAft>
                <a:spcPts val="0"/>
              </a:spcAft>
              <a:buClr>
                <a:srgbClr val="000000"/>
              </a:buClr>
              <a:buSzPts val="1000"/>
              <a:buNone/>
              <a:defRPr sz="1000">
                <a:solidFill>
                  <a:srgbClr val="000000"/>
                </a:solidFill>
              </a:defRPr>
            </a:lvl5pPr>
            <a:lvl6pPr lvl="5">
              <a:lnSpc>
                <a:spcPct val="90000"/>
              </a:lnSpc>
              <a:spcBef>
                <a:spcPts val="0"/>
              </a:spcBef>
              <a:spcAft>
                <a:spcPts val="0"/>
              </a:spcAft>
              <a:buClr>
                <a:srgbClr val="000000"/>
              </a:buClr>
              <a:buSzPts val="1000"/>
              <a:buNone/>
              <a:defRPr sz="1000">
                <a:solidFill>
                  <a:srgbClr val="000000"/>
                </a:solidFill>
              </a:defRPr>
            </a:lvl6pPr>
            <a:lvl7pPr lvl="6">
              <a:lnSpc>
                <a:spcPct val="90000"/>
              </a:lnSpc>
              <a:spcBef>
                <a:spcPts val="0"/>
              </a:spcBef>
              <a:spcAft>
                <a:spcPts val="0"/>
              </a:spcAft>
              <a:buClr>
                <a:srgbClr val="000000"/>
              </a:buClr>
              <a:buSzPts val="1000"/>
              <a:buNone/>
              <a:defRPr sz="1000">
                <a:solidFill>
                  <a:srgbClr val="000000"/>
                </a:solidFill>
              </a:defRPr>
            </a:lvl7pPr>
            <a:lvl8pPr lvl="7">
              <a:lnSpc>
                <a:spcPct val="90000"/>
              </a:lnSpc>
              <a:spcBef>
                <a:spcPts val="0"/>
              </a:spcBef>
              <a:spcAft>
                <a:spcPts val="0"/>
              </a:spcAft>
              <a:buClr>
                <a:srgbClr val="000000"/>
              </a:buClr>
              <a:buSzPts val="1000"/>
              <a:buNone/>
              <a:defRPr sz="1000">
                <a:solidFill>
                  <a:srgbClr val="000000"/>
                </a:solidFill>
              </a:defRPr>
            </a:lvl8pPr>
            <a:lvl9pPr lvl="8">
              <a:lnSpc>
                <a:spcPct val="90000"/>
              </a:lnSpc>
              <a:spcBef>
                <a:spcPts val="0"/>
              </a:spcBef>
              <a:spcAft>
                <a:spcPts val="0"/>
              </a:spcAft>
              <a:buClr>
                <a:srgbClr val="000000"/>
              </a:buClr>
              <a:buSzPts val="1000"/>
              <a:buNone/>
              <a:defRPr sz="1000">
                <a:solidFill>
                  <a:srgbClr val="000000"/>
                </a:solidFill>
              </a:defRPr>
            </a:lvl9pPr>
          </a:lstStyle>
          <a:p/>
        </p:txBody>
      </p:sp>
      <p:sp>
        <p:nvSpPr>
          <p:cNvPr id="8612" name="Google Shape;8612;p142"/>
          <p:cNvSpPr txBox="1"/>
          <p:nvPr>
            <p:ph idx="3" type="subTitle"/>
          </p:nvPr>
        </p:nvSpPr>
        <p:spPr>
          <a:xfrm>
            <a:off x="3470925" y="2781395"/>
            <a:ext cx="6172500" cy="461700"/>
          </a:xfrm>
          <a:prstGeom prst="rect">
            <a:avLst/>
          </a:prstGeom>
          <a:noFill/>
          <a:ln>
            <a:noFill/>
          </a:ln>
        </p:spPr>
        <p:txBody>
          <a:bodyPr anchorCtr="0" anchor="ctr" bIns="36000" lIns="36000" spcFirstLastPara="1" rIns="36000" wrap="square" tIns="36000">
            <a:noAutofit/>
          </a:bodyPr>
          <a:lstStyle>
            <a:lvl1pPr lvl="0">
              <a:lnSpc>
                <a:spcPct val="90000"/>
              </a:lnSpc>
              <a:spcBef>
                <a:spcPts val="0"/>
              </a:spcBef>
              <a:spcAft>
                <a:spcPts val="0"/>
              </a:spcAft>
              <a:buClr>
                <a:srgbClr val="000000"/>
              </a:buClr>
              <a:buSzPts val="1000"/>
              <a:buFont typeface="Arvo"/>
              <a:buNone/>
              <a:defRPr sz="10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1000"/>
              <a:buNone/>
              <a:defRPr sz="1000">
                <a:solidFill>
                  <a:srgbClr val="000000"/>
                </a:solidFill>
              </a:defRPr>
            </a:lvl2pPr>
            <a:lvl3pPr lvl="2">
              <a:lnSpc>
                <a:spcPct val="90000"/>
              </a:lnSpc>
              <a:spcBef>
                <a:spcPts val="0"/>
              </a:spcBef>
              <a:spcAft>
                <a:spcPts val="0"/>
              </a:spcAft>
              <a:buClr>
                <a:srgbClr val="000000"/>
              </a:buClr>
              <a:buSzPts val="1000"/>
              <a:buNone/>
              <a:defRPr sz="1000">
                <a:solidFill>
                  <a:srgbClr val="000000"/>
                </a:solidFill>
              </a:defRPr>
            </a:lvl3pPr>
            <a:lvl4pPr lvl="3">
              <a:lnSpc>
                <a:spcPct val="90000"/>
              </a:lnSpc>
              <a:spcBef>
                <a:spcPts val="0"/>
              </a:spcBef>
              <a:spcAft>
                <a:spcPts val="0"/>
              </a:spcAft>
              <a:buClr>
                <a:srgbClr val="000000"/>
              </a:buClr>
              <a:buSzPts val="1000"/>
              <a:buNone/>
              <a:defRPr sz="1000">
                <a:solidFill>
                  <a:srgbClr val="000000"/>
                </a:solidFill>
              </a:defRPr>
            </a:lvl4pPr>
            <a:lvl5pPr lvl="4">
              <a:lnSpc>
                <a:spcPct val="90000"/>
              </a:lnSpc>
              <a:spcBef>
                <a:spcPts val="0"/>
              </a:spcBef>
              <a:spcAft>
                <a:spcPts val="0"/>
              </a:spcAft>
              <a:buClr>
                <a:srgbClr val="000000"/>
              </a:buClr>
              <a:buSzPts val="1000"/>
              <a:buNone/>
              <a:defRPr sz="1000">
                <a:solidFill>
                  <a:srgbClr val="000000"/>
                </a:solidFill>
              </a:defRPr>
            </a:lvl5pPr>
            <a:lvl6pPr lvl="5">
              <a:lnSpc>
                <a:spcPct val="90000"/>
              </a:lnSpc>
              <a:spcBef>
                <a:spcPts val="0"/>
              </a:spcBef>
              <a:spcAft>
                <a:spcPts val="0"/>
              </a:spcAft>
              <a:buClr>
                <a:srgbClr val="000000"/>
              </a:buClr>
              <a:buSzPts val="1000"/>
              <a:buNone/>
              <a:defRPr sz="1000">
                <a:solidFill>
                  <a:srgbClr val="000000"/>
                </a:solidFill>
              </a:defRPr>
            </a:lvl6pPr>
            <a:lvl7pPr lvl="6">
              <a:lnSpc>
                <a:spcPct val="90000"/>
              </a:lnSpc>
              <a:spcBef>
                <a:spcPts val="0"/>
              </a:spcBef>
              <a:spcAft>
                <a:spcPts val="0"/>
              </a:spcAft>
              <a:buClr>
                <a:srgbClr val="000000"/>
              </a:buClr>
              <a:buSzPts val="1000"/>
              <a:buNone/>
              <a:defRPr sz="1000">
                <a:solidFill>
                  <a:srgbClr val="000000"/>
                </a:solidFill>
              </a:defRPr>
            </a:lvl7pPr>
            <a:lvl8pPr lvl="7">
              <a:lnSpc>
                <a:spcPct val="90000"/>
              </a:lnSpc>
              <a:spcBef>
                <a:spcPts val="0"/>
              </a:spcBef>
              <a:spcAft>
                <a:spcPts val="0"/>
              </a:spcAft>
              <a:buClr>
                <a:srgbClr val="000000"/>
              </a:buClr>
              <a:buSzPts val="1000"/>
              <a:buNone/>
              <a:defRPr sz="1000">
                <a:solidFill>
                  <a:srgbClr val="000000"/>
                </a:solidFill>
              </a:defRPr>
            </a:lvl8pPr>
            <a:lvl9pPr lvl="8">
              <a:lnSpc>
                <a:spcPct val="90000"/>
              </a:lnSpc>
              <a:spcBef>
                <a:spcPts val="0"/>
              </a:spcBef>
              <a:spcAft>
                <a:spcPts val="0"/>
              </a:spcAft>
              <a:buClr>
                <a:srgbClr val="000000"/>
              </a:buClr>
              <a:buSzPts val="1000"/>
              <a:buNone/>
              <a:defRPr sz="1000">
                <a:solidFill>
                  <a:srgbClr val="000000"/>
                </a:solidFill>
              </a:defRPr>
            </a:lvl9pPr>
          </a:lstStyle>
          <a:p/>
        </p:txBody>
      </p:sp>
      <p:sp>
        <p:nvSpPr>
          <p:cNvPr id="8613" name="Google Shape;8613;p142"/>
          <p:cNvSpPr txBox="1"/>
          <p:nvPr>
            <p:ph idx="4" type="subTitle"/>
          </p:nvPr>
        </p:nvSpPr>
        <p:spPr>
          <a:xfrm>
            <a:off x="3470925" y="3353211"/>
            <a:ext cx="6172500" cy="570900"/>
          </a:xfrm>
          <a:prstGeom prst="rect">
            <a:avLst/>
          </a:prstGeom>
          <a:noFill/>
          <a:ln>
            <a:noFill/>
          </a:ln>
        </p:spPr>
        <p:txBody>
          <a:bodyPr anchorCtr="0" anchor="ctr" bIns="36000" lIns="36000" spcFirstLastPara="1" rIns="36000" wrap="square" tIns="36000">
            <a:noAutofit/>
          </a:bodyPr>
          <a:lstStyle>
            <a:lvl1pPr lvl="0">
              <a:lnSpc>
                <a:spcPct val="90000"/>
              </a:lnSpc>
              <a:spcBef>
                <a:spcPts val="0"/>
              </a:spcBef>
              <a:spcAft>
                <a:spcPts val="0"/>
              </a:spcAft>
              <a:buClr>
                <a:srgbClr val="000000"/>
              </a:buClr>
              <a:buSzPts val="1000"/>
              <a:buFont typeface="Arvo"/>
              <a:buNone/>
              <a:defRPr sz="10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1000"/>
              <a:buNone/>
              <a:defRPr sz="1000">
                <a:solidFill>
                  <a:srgbClr val="000000"/>
                </a:solidFill>
              </a:defRPr>
            </a:lvl2pPr>
            <a:lvl3pPr lvl="2">
              <a:lnSpc>
                <a:spcPct val="90000"/>
              </a:lnSpc>
              <a:spcBef>
                <a:spcPts val="0"/>
              </a:spcBef>
              <a:spcAft>
                <a:spcPts val="0"/>
              </a:spcAft>
              <a:buClr>
                <a:srgbClr val="000000"/>
              </a:buClr>
              <a:buSzPts val="1000"/>
              <a:buNone/>
              <a:defRPr sz="1000">
                <a:solidFill>
                  <a:srgbClr val="000000"/>
                </a:solidFill>
              </a:defRPr>
            </a:lvl3pPr>
            <a:lvl4pPr lvl="3">
              <a:lnSpc>
                <a:spcPct val="90000"/>
              </a:lnSpc>
              <a:spcBef>
                <a:spcPts val="0"/>
              </a:spcBef>
              <a:spcAft>
                <a:spcPts val="0"/>
              </a:spcAft>
              <a:buClr>
                <a:srgbClr val="000000"/>
              </a:buClr>
              <a:buSzPts val="1000"/>
              <a:buNone/>
              <a:defRPr sz="1000">
                <a:solidFill>
                  <a:srgbClr val="000000"/>
                </a:solidFill>
              </a:defRPr>
            </a:lvl4pPr>
            <a:lvl5pPr lvl="4">
              <a:lnSpc>
                <a:spcPct val="90000"/>
              </a:lnSpc>
              <a:spcBef>
                <a:spcPts val="0"/>
              </a:spcBef>
              <a:spcAft>
                <a:spcPts val="0"/>
              </a:spcAft>
              <a:buClr>
                <a:srgbClr val="000000"/>
              </a:buClr>
              <a:buSzPts val="1000"/>
              <a:buNone/>
              <a:defRPr sz="1000">
                <a:solidFill>
                  <a:srgbClr val="000000"/>
                </a:solidFill>
              </a:defRPr>
            </a:lvl5pPr>
            <a:lvl6pPr lvl="5">
              <a:lnSpc>
                <a:spcPct val="90000"/>
              </a:lnSpc>
              <a:spcBef>
                <a:spcPts val="0"/>
              </a:spcBef>
              <a:spcAft>
                <a:spcPts val="0"/>
              </a:spcAft>
              <a:buClr>
                <a:srgbClr val="000000"/>
              </a:buClr>
              <a:buSzPts val="1000"/>
              <a:buNone/>
              <a:defRPr sz="1000">
                <a:solidFill>
                  <a:srgbClr val="000000"/>
                </a:solidFill>
              </a:defRPr>
            </a:lvl6pPr>
            <a:lvl7pPr lvl="6">
              <a:lnSpc>
                <a:spcPct val="90000"/>
              </a:lnSpc>
              <a:spcBef>
                <a:spcPts val="0"/>
              </a:spcBef>
              <a:spcAft>
                <a:spcPts val="0"/>
              </a:spcAft>
              <a:buClr>
                <a:srgbClr val="000000"/>
              </a:buClr>
              <a:buSzPts val="1000"/>
              <a:buNone/>
              <a:defRPr sz="1000">
                <a:solidFill>
                  <a:srgbClr val="000000"/>
                </a:solidFill>
              </a:defRPr>
            </a:lvl7pPr>
            <a:lvl8pPr lvl="7">
              <a:lnSpc>
                <a:spcPct val="90000"/>
              </a:lnSpc>
              <a:spcBef>
                <a:spcPts val="0"/>
              </a:spcBef>
              <a:spcAft>
                <a:spcPts val="0"/>
              </a:spcAft>
              <a:buClr>
                <a:srgbClr val="000000"/>
              </a:buClr>
              <a:buSzPts val="1000"/>
              <a:buNone/>
              <a:defRPr sz="1000">
                <a:solidFill>
                  <a:srgbClr val="000000"/>
                </a:solidFill>
              </a:defRPr>
            </a:lvl8pPr>
            <a:lvl9pPr lvl="8">
              <a:lnSpc>
                <a:spcPct val="90000"/>
              </a:lnSpc>
              <a:spcBef>
                <a:spcPts val="0"/>
              </a:spcBef>
              <a:spcAft>
                <a:spcPts val="0"/>
              </a:spcAft>
              <a:buClr>
                <a:srgbClr val="000000"/>
              </a:buClr>
              <a:buSzPts val="1000"/>
              <a:buNone/>
              <a:defRPr sz="1000">
                <a:solidFill>
                  <a:srgbClr val="000000"/>
                </a:solidFill>
              </a:defRPr>
            </a:lvl9pPr>
          </a:lstStyle>
          <a:p/>
        </p:txBody>
      </p:sp>
      <p:sp>
        <p:nvSpPr>
          <p:cNvPr id="8614" name="Google Shape;8614;p142"/>
          <p:cNvSpPr txBox="1"/>
          <p:nvPr>
            <p:ph idx="5" type="subTitle"/>
          </p:nvPr>
        </p:nvSpPr>
        <p:spPr>
          <a:xfrm>
            <a:off x="3470925" y="4051607"/>
            <a:ext cx="6172500" cy="570900"/>
          </a:xfrm>
          <a:prstGeom prst="rect">
            <a:avLst/>
          </a:prstGeom>
          <a:noFill/>
          <a:ln>
            <a:noFill/>
          </a:ln>
        </p:spPr>
        <p:txBody>
          <a:bodyPr anchorCtr="0" anchor="ctr" bIns="36000" lIns="36000" spcFirstLastPara="1" rIns="36000" wrap="square" tIns="36000">
            <a:noAutofit/>
          </a:bodyPr>
          <a:lstStyle>
            <a:lvl1pPr lvl="0">
              <a:lnSpc>
                <a:spcPct val="90000"/>
              </a:lnSpc>
              <a:spcBef>
                <a:spcPts val="0"/>
              </a:spcBef>
              <a:spcAft>
                <a:spcPts val="0"/>
              </a:spcAft>
              <a:buClr>
                <a:srgbClr val="000000"/>
              </a:buClr>
              <a:buSzPts val="1000"/>
              <a:buFont typeface="Arvo"/>
              <a:buNone/>
              <a:defRPr sz="10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1000"/>
              <a:buNone/>
              <a:defRPr sz="1000">
                <a:solidFill>
                  <a:srgbClr val="000000"/>
                </a:solidFill>
              </a:defRPr>
            </a:lvl2pPr>
            <a:lvl3pPr lvl="2">
              <a:lnSpc>
                <a:spcPct val="90000"/>
              </a:lnSpc>
              <a:spcBef>
                <a:spcPts val="0"/>
              </a:spcBef>
              <a:spcAft>
                <a:spcPts val="0"/>
              </a:spcAft>
              <a:buClr>
                <a:srgbClr val="000000"/>
              </a:buClr>
              <a:buSzPts val="1000"/>
              <a:buNone/>
              <a:defRPr sz="1000">
                <a:solidFill>
                  <a:srgbClr val="000000"/>
                </a:solidFill>
              </a:defRPr>
            </a:lvl3pPr>
            <a:lvl4pPr lvl="3">
              <a:lnSpc>
                <a:spcPct val="90000"/>
              </a:lnSpc>
              <a:spcBef>
                <a:spcPts val="0"/>
              </a:spcBef>
              <a:spcAft>
                <a:spcPts val="0"/>
              </a:spcAft>
              <a:buClr>
                <a:srgbClr val="000000"/>
              </a:buClr>
              <a:buSzPts val="1000"/>
              <a:buNone/>
              <a:defRPr sz="1000">
                <a:solidFill>
                  <a:srgbClr val="000000"/>
                </a:solidFill>
              </a:defRPr>
            </a:lvl4pPr>
            <a:lvl5pPr lvl="4">
              <a:lnSpc>
                <a:spcPct val="90000"/>
              </a:lnSpc>
              <a:spcBef>
                <a:spcPts val="0"/>
              </a:spcBef>
              <a:spcAft>
                <a:spcPts val="0"/>
              </a:spcAft>
              <a:buClr>
                <a:srgbClr val="000000"/>
              </a:buClr>
              <a:buSzPts val="1000"/>
              <a:buNone/>
              <a:defRPr sz="1000">
                <a:solidFill>
                  <a:srgbClr val="000000"/>
                </a:solidFill>
              </a:defRPr>
            </a:lvl5pPr>
            <a:lvl6pPr lvl="5">
              <a:lnSpc>
                <a:spcPct val="90000"/>
              </a:lnSpc>
              <a:spcBef>
                <a:spcPts val="0"/>
              </a:spcBef>
              <a:spcAft>
                <a:spcPts val="0"/>
              </a:spcAft>
              <a:buClr>
                <a:srgbClr val="000000"/>
              </a:buClr>
              <a:buSzPts val="1000"/>
              <a:buNone/>
              <a:defRPr sz="1000">
                <a:solidFill>
                  <a:srgbClr val="000000"/>
                </a:solidFill>
              </a:defRPr>
            </a:lvl6pPr>
            <a:lvl7pPr lvl="6">
              <a:lnSpc>
                <a:spcPct val="90000"/>
              </a:lnSpc>
              <a:spcBef>
                <a:spcPts val="0"/>
              </a:spcBef>
              <a:spcAft>
                <a:spcPts val="0"/>
              </a:spcAft>
              <a:buClr>
                <a:srgbClr val="000000"/>
              </a:buClr>
              <a:buSzPts val="1000"/>
              <a:buNone/>
              <a:defRPr sz="1000">
                <a:solidFill>
                  <a:srgbClr val="000000"/>
                </a:solidFill>
              </a:defRPr>
            </a:lvl7pPr>
            <a:lvl8pPr lvl="7">
              <a:lnSpc>
                <a:spcPct val="90000"/>
              </a:lnSpc>
              <a:spcBef>
                <a:spcPts val="0"/>
              </a:spcBef>
              <a:spcAft>
                <a:spcPts val="0"/>
              </a:spcAft>
              <a:buClr>
                <a:srgbClr val="000000"/>
              </a:buClr>
              <a:buSzPts val="1000"/>
              <a:buNone/>
              <a:defRPr sz="1000">
                <a:solidFill>
                  <a:srgbClr val="000000"/>
                </a:solidFill>
              </a:defRPr>
            </a:lvl8pPr>
            <a:lvl9pPr lvl="8">
              <a:lnSpc>
                <a:spcPct val="90000"/>
              </a:lnSpc>
              <a:spcBef>
                <a:spcPts val="0"/>
              </a:spcBef>
              <a:spcAft>
                <a:spcPts val="0"/>
              </a:spcAft>
              <a:buClr>
                <a:srgbClr val="000000"/>
              </a:buClr>
              <a:buSzPts val="1000"/>
              <a:buNone/>
              <a:defRPr sz="1000">
                <a:solidFill>
                  <a:srgbClr val="000000"/>
                </a:solidFill>
              </a:defRPr>
            </a:lvl9pPr>
          </a:lstStyle>
          <a:p/>
        </p:txBody>
      </p:sp>
      <p:sp>
        <p:nvSpPr>
          <p:cNvPr id="8615" name="Google Shape;8615;p142"/>
          <p:cNvSpPr txBox="1"/>
          <p:nvPr>
            <p:ph idx="6" type="subTitle"/>
          </p:nvPr>
        </p:nvSpPr>
        <p:spPr>
          <a:xfrm>
            <a:off x="3470925" y="4775817"/>
            <a:ext cx="6172500" cy="570900"/>
          </a:xfrm>
          <a:prstGeom prst="rect">
            <a:avLst/>
          </a:prstGeom>
          <a:noFill/>
          <a:ln>
            <a:noFill/>
          </a:ln>
        </p:spPr>
        <p:txBody>
          <a:bodyPr anchorCtr="0" anchor="ctr" bIns="36000" lIns="36000" spcFirstLastPara="1" rIns="36000" wrap="square" tIns="36000">
            <a:noAutofit/>
          </a:bodyPr>
          <a:lstStyle>
            <a:lvl1pPr lvl="0">
              <a:lnSpc>
                <a:spcPct val="90000"/>
              </a:lnSpc>
              <a:spcBef>
                <a:spcPts val="0"/>
              </a:spcBef>
              <a:spcAft>
                <a:spcPts val="0"/>
              </a:spcAft>
              <a:buClr>
                <a:srgbClr val="000000"/>
              </a:buClr>
              <a:buSzPts val="1000"/>
              <a:buFont typeface="Arvo"/>
              <a:buNone/>
              <a:defRPr sz="10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1000"/>
              <a:buNone/>
              <a:defRPr sz="1000">
                <a:solidFill>
                  <a:srgbClr val="000000"/>
                </a:solidFill>
              </a:defRPr>
            </a:lvl2pPr>
            <a:lvl3pPr lvl="2">
              <a:lnSpc>
                <a:spcPct val="90000"/>
              </a:lnSpc>
              <a:spcBef>
                <a:spcPts val="0"/>
              </a:spcBef>
              <a:spcAft>
                <a:spcPts val="0"/>
              </a:spcAft>
              <a:buClr>
                <a:srgbClr val="000000"/>
              </a:buClr>
              <a:buSzPts val="1000"/>
              <a:buNone/>
              <a:defRPr sz="1000">
                <a:solidFill>
                  <a:srgbClr val="000000"/>
                </a:solidFill>
              </a:defRPr>
            </a:lvl3pPr>
            <a:lvl4pPr lvl="3">
              <a:lnSpc>
                <a:spcPct val="90000"/>
              </a:lnSpc>
              <a:spcBef>
                <a:spcPts val="0"/>
              </a:spcBef>
              <a:spcAft>
                <a:spcPts val="0"/>
              </a:spcAft>
              <a:buClr>
                <a:srgbClr val="000000"/>
              </a:buClr>
              <a:buSzPts val="1000"/>
              <a:buNone/>
              <a:defRPr sz="1000">
                <a:solidFill>
                  <a:srgbClr val="000000"/>
                </a:solidFill>
              </a:defRPr>
            </a:lvl4pPr>
            <a:lvl5pPr lvl="4">
              <a:lnSpc>
                <a:spcPct val="90000"/>
              </a:lnSpc>
              <a:spcBef>
                <a:spcPts val="0"/>
              </a:spcBef>
              <a:spcAft>
                <a:spcPts val="0"/>
              </a:spcAft>
              <a:buClr>
                <a:srgbClr val="000000"/>
              </a:buClr>
              <a:buSzPts val="1000"/>
              <a:buNone/>
              <a:defRPr sz="1000">
                <a:solidFill>
                  <a:srgbClr val="000000"/>
                </a:solidFill>
              </a:defRPr>
            </a:lvl5pPr>
            <a:lvl6pPr lvl="5">
              <a:lnSpc>
                <a:spcPct val="90000"/>
              </a:lnSpc>
              <a:spcBef>
                <a:spcPts val="0"/>
              </a:spcBef>
              <a:spcAft>
                <a:spcPts val="0"/>
              </a:spcAft>
              <a:buClr>
                <a:srgbClr val="000000"/>
              </a:buClr>
              <a:buSzPts val="1000"/>
              <a:buNone/>
              <a:defRPr sz="1000">
                <a:solidFill>
                  <a:srgbClr val="000000"/>
                </a:solidFill>
              </a:defRPr>
            </a:lvl6pPr>
            <a:lvl7pPr lvl="6">
              <a:lnSpc>
                <a:spcPct val="90000"/>
              </a:lnSpc>
              <a:spcBef>
                <a:spcPts val="0"/>
              </a:spcBef>
              <a:spcAft>
                <a:spcPts val="0"/>
              </a:spcAft>
              <a:buClr>
                <a:srgbClr val="000000"/>
              </a:buClr>
              <a:buSzPts val="1000"/>
              <a:buNone/>
              <a:defRPr sz="1000">
                <a:solidFill>
                  <a:srgbClr val="000000"/>
                </a:solidFill>
              </a:defRPr>
            </a:lvl7pPr>
            <a:lvl8pPr lvl="7">
              <a:lnSpc>
                <a:spcPct val="90000"/>
              </a:lnSpc>
              <a:spcBef>
                <a:spcPts val="0"/>
              </a:spcBef>
              <a:spcAft>
                <a:spcPts val="0"/>
              </a:spcAft>
              <a:buClr>
                <a:srgbClr val="000000"/>
              </a:buClr>
              <a:buSzPts val="1000"/>
              <a:buNone/>
              <a:defRPr sz="1000">
                <a:solidFill>
                  <a:srgbClr val="000000"/>
                </a:solidFill>
              </a:defRPr>
            </a:lvl8pPr>
            <a:lvl9pPr lvl="8">
              <a:lnSpc>
                <a:spcPct val="90000"/>
              </a:lnSpc>
              <a:spcBef>
                <a:spcPts val="0"/>
              </a:spcBef>
              <a:spcAft>
                <a:spcPts val="0"/>
              </a:spcAft>
              <a:buClr>
                <a:srgbClr val="000000"/>
              </a:buClr>
              <a:buSzPts val="1000"/>
              <a:buNone/>
              <a:defRPr sz="1000">
                <a:solidFill>
                  <a:srgbClr val="000000"/>
                </a:solidFill>
              </a:defRPr>
            </a:lvl9pPr>
          </a:lstStyle>
          <a:p/>
        </p:txBody>
      </p:sp>
      <p:sp>
        <p:nvSpPr>
          <p:cNvPr id="8616" name="Google Shape;8616;p142"/>
          <p:cNvSpPr txBox="1"/>
          <p:nvPr>
            <p:ph idx="7" type="subTitle"/>
          </p:nvPr>
        </p:nvSpPr>
        <p:spPr>
          <a:xfrm>
            <a:off x="3470925" y="5486810"/>
            <a:ext cx="6172500" cy="570900"/>
          </a:xfrm>
          <a:prstGeom prst="rect">
            <a:avLst/>
          </a:prstGeom>
          <a:noFill/>
          <a:ln>
            <a:noFill/>
          </a:ln>
        </p:spPr>
        <p:txBody>
          <a:bodyPr anchorCtr="0" anchor="ctr" bIns="36000" lIns="36000" spcFirstLastPara="1" rIns="36000" wrap="square" tIns="36000">
            <a:noAutofit/>
          </a:bodyPr>
          <a:lstStyle>
            <a:lvl1pPr lvl="0">
              <a:lnSpc>
                <a:spcPct val="90000"/>
              </a:lnSpc>
              <a:spcBef>
                <a:spcPts val="0"/>
              </a:spcBef>
              <a:spcAft>
                <a:spcPts val="0"/>
              </a:spcAft>
              <a:buClr>
                <a:srgbClr val="000000"/>
              </a:buClr>
              <a:buSzPts val="1000"/>
              <a:buFont typeface="Arvo"/>
              <a:buNone/>
              <a:defRPr sz="10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1000"/>
              <a:buNone/>
              <a:defRPr sz="1000">
                <a:solidFill>
                  <a:srgbClr val="000000"/>
                </a:solidFill>
              </a:defRPr>
            </a:lvl2pPr>
            <a:lvl3pPr lvl="2">
              <a:lnSpc>
                <a:spcPct val="90000"/>
              </a:lnSpc>
              <a:spcBef>
                <a:spcPts val="0"/>
              </a:spcBef>
              <a:spcAft>
                <a:spcPts val="0"/>
              </a:spcAft>
              <a:buClr>
                <a:srgbClr val="000000"/>
              </a:buClr>
              <a:buSzPts val="1000"/>
              <a:buNone/>
              <a:defRPr sz="1000">
                <a:solidFill>
                  <a:srgbClr val="000000"/>
                </a:solidFill>
              </a:defRPr>
            </a:lvl3pPr>
            <a:lvl4pPr lvl="3">
              <a:lnSpc>
                <a:spcPct val="90000"/>
              </a:lnSpc>
              <a:spcBef>
                <a:spcPts val="0"/>
              </a:spcBef>
              <a:spcAft>
                <a:spcPts val="0"/>
              </a:spcAft>
              <a:buClr>
                <a:srgbClr val="000000"/>
              </a:buClr>
              <a:buSzPts val="1000"/>
              <a:buNone/>
              <a:defRPr sz="1000">
                <a:solidFill>
                  <a:srgbClr val="000000"/>
                </a:solidFill>
              </a:defRPr>
            </a:lvl4pPr>
            <a:lvl5pPr lvl="4">
              <a:lnSpc>
                <a:spcPct val="90000"/>
              </a:lnSpc>
              <a:spcBef>
                <a:spcPts val="0"/>
              </a:spcBef>
              <a:spcAft>
                <a:spcPts val="0"/>
              </a:spcAft>
              <a:buClr>
                <a:srgbClr val="000000"/>
              </a:buClr>
              <a:buSzPts val="1000"/>
              <a:buNone/>
              <a:defRPr sz="1000">
                <a:solidFill>
                  <a:srgbClr val="000000"/>
                </a:solidFill>
              </a:defRPr>
            </a:lvl5pPr>
            <a:lvl6pPr lvl="5">
              <a:lnSpc>
                <a:spcPct val="90000"/>
              </a:lnSpc>
              <a:spcBef>
                <a:spcPts val="0"/>
              </a:spcBef>
              <a:spcAft>
                <a:spcPts val="0"/>
              </a:spcAft>
              <a:buClr>
                <a:srgbClr val="000000"/>
              </a:buClr>
              <a:buSzPts val="1000"/>
              <a:buNone/>
              <a:defRPr sz="1000">
                <a:solidFill>
                  <a:srgbClr val="000000"/>
                </a:solidFill>
              </a:defRPr>
            </a:lvl6pPr>
            <a:lvl7pPr lvl="6">
              <a:lnSpc>
                <a:spcPct val="90000"/>
              </a:lnSpc>
              <a:spcBef>
                <a:spcPts val="0"/>
              </a:spcBef>
              <a:spcAft>
                <a:spcPts val="0"/>
              </a:spcAft>
              <a:buClr>
                <a:srgbClr val="000000"/>
              </a:buClr>
              <a:buSzPts val="1000"/>
              <a:buNone/>
              <a:defRPr sz="1000">
                <a:solidFill>
                  <a:srgbClr val="000000"/>
                </a:solidFill>
              </a:defRPr>
            </a:lvl7pPr>
            <a:lvl8pPr lvl="7">
              <a:lnSpc>
                <a:spcPct val="90000"/>
              </a:lnSpc>
              <a:spcBef>
                <a:spcPts val="0"/>
              </a:spcBef>
              <a:spcAft>
                <a:spcPts val="0"/>
              </a:spcAft>
              <a:buClr>
                <a:srgbClr val="000000"/>
              </a:buClr>
              <a:buSzPts val="1000"/>
              <a:buNone/>
              <a:defRPr sz="1000">
                <a:solidFill>
                  <a:srgbClr val="000000"/>
                </a:solidFill>
              </a:defRPr>
            </a:lvl8pPr>
            <a:lvl9pPr lvl="8">
              <a:lnSpc>
                <a:spcPct val="90000"/>
              </a:lnSpc>
              <a:spcBef>
                <a:spcPts val="0"/>
              </a:spcBef>
              <a:spcAft>
                <a:spcPts val="0"/>
              </a:spcAft>
              <a:buClr>
                <a:srgbClr val="000000"/>
              </a:buClr>
              <a:buSzPts val="1000"/>
              <a:buNone/>
              <a:defRPr sz="1000">
                <a:solidFill>
                  <a:srgbClr val="000000"/>
                </a:solidFill>
              </a:defRPr>
            </a:lvl9pPr>
          </a:lstStyle>
          <a:p/>
        </p:txBody>
      </p:sp>
      <p:sp>
        <p:nvSpPr>
          <p:cNvPr id="8617" name="Google Shape;8617;p142"/>
          <p:cNvSpPr txBox="1"/>
          <p:nvPr>
            <p:ph type="title"/>
          </p:nvPr>
        </p:nvSpPr>
        <p:spPr>
          <a:xfrm flipH="1">
            <a:off x="3219178" y="437575"/>
            <a:ext cx="6540000" cy="2658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200"/>
              <a:buNone/>
              <a:defRPr sz="1200">
                <a:solidFill>
                  <a:srgbClr val="000000"/>
                </a:solidFill>
              </a:defRPr>
            </a:lvl1pPr>
            <a:lvl2pPr lvl="1">
              <a:spcBef>
                <a:spcPts val="0"/>
              </a:spcBef>
              <a:spcAft>
                <a:spcPts val="0"/>
              </a:spcAft>
              <a:buClr>
                <a:srgbClr val="000000"/>
              </a:buClr>
              <a:buSzPts val="1100"/>
              <a:buNone/>
              <a:defRPr sz="1100">
                <a:solidFill>
                  <a:srgbClr val="000000"/>
                </a:solidFill>
              </a:defRPr>
            </a:lvl2pPr>
            <a:lvl3pPr lvl="2">
              <a:spcBef>
                <a:spcPts val="0"/>
              </a:spcBef>
              <a:spcAft>
                <a:spcPts val="0"/>
              </a:spcAft>
              <a:buClr>
                <a:srgbClr val="000000"/>
              </a:buClr>
              <a:buSzPts val="1100"/>
              <a:buNone/>
              <a:defRPr sz="1100">
                <a:solidFill>
                  <a:srgbClr val="000000"/>
                </a:solidFill>
              </a:defRPr>
            </a:lvl3pPr>
            <a:lvl4pPr lvl="3">
              <a:spcBef>
                <a:spcPts val="0"/>
              </a:spcBef>
              <a:spcAft>
                <a:spcPts val="0"/>
              </a:spcAft>
              <a:buClr>
                <a:srgbClr val="000000"/>
              </a:buClr>
              <a:buSzPts val="1100"/>
              <a:buNone/>
              <a:defRPr sz="1100">
                <a:solidFill>
                  <a:srgbClr val="000000"/>
                </a:solidFill>
              </a:defRPr>
            </a:lvl4pPr>
            <a:lvl5pPr lvl="4">
              <a:spcBef>
                <a:spcPts val="0"/>
              </a:spcBef>
              <a:spcAft>
                <a:spcPts val="0"/>
              </a:spcAft>
              <a:buClr>
                <a:srgbClr val="000000"/>
              </a:buClr>
              <a:buSzPts val="1100"/>
              <a:buNone/>
              <a:defRPr sz="1100">
                <a:solidFill>
                  <a:srgbClr val="000000"/>
                </a:solidFill>
              </a:defRPr>
            </a:lvl5pPr>
            <a:lvl6pPr lvl="5">
              <a:spcBef>
                <a:spcPts val="0"/>
              </a:spcBef>
              <a:spcAft>
                <a:spcPts val="0"/>
              </a:spcAft>
              <a:buClr>
                <a:srgbClr val="000000"/>
              </a:buClr>
              <a:buSzPts val="1100"/>
              <a:buNone/>
              <a:defRPr sz="1100">
                <a:solidFill>
                  <a:srgbClr val="000000"/>
                </a:solidFill>
              </a:defRPr>
            </a:lvl6pPr>
            <a:lvl7pPr lvl="6">
              <a:spcBef>
                <a:spcPts val="0"/>
              </a:spcBef>
              <a:spcAft>
                <a:spcPts val="0"/>
              </a:spcAft>
              <a:buClr>
                <a:srgbClr val="000000"/>
              </a:buClr>
              <a:buSzPts val="1100"/>
              <a:buNone/>
              <a:defRPr sz="1100">
                <a:solidFill>
                  <a:srgbClr val="000000"/>
                </a:solidFill>
              </a:defRPr>
            </a:lvl7pPr>
            <a:lvl8pPr lvl="7">
              <a:spcBef>
                <a:spcPts val="0"/>
              </a:spcBef>
              <a:spcAft>
                <a:spcPts val="0"/>
              </a:spcAft>
              <a:buClr>
                <a:srgbClr val="000000"/>
              </a:buClr>
              <a:buSzPts val="1100"/>
              <a:buNone/>
              <a:defRPr sz="1100">
                <a:solidFill>
                  <a:srgbClr val="000000"/>
                </a:solidFill>
              </a:defRPr>
            </a:lvl8pPr>
            <a:lvl9pPr lvl="8">
              <a:spcBef>
                <a:spcPts val="0"/>
              </a:spcBef>
              <a:spcAft>
                <a:spcPts val="0"/>
              </a:spcAft>
              <a:buClr>
                <a:srgbClr val="000000"/>
              </a:buClr>
              <a:buSzPts val="1100"/>
              <a:buNone/>
              <a:defRPr sz="1100">
                <a:solidFill>
                  <a:srgbClr val="000000"/>
                </a:solidFill>
              </a:defRPr>
            </a:lvl9pPr>
          </a:lstStyle>
          <a:p/>
        </p:txBody>
      </p:sp>
      <p:sp>
        <p:nvSpPr>
          <p:cNvPr id="8618" name="Google Shape;8618;p142"/>
          <p:cNvSpPr txBox="1"/>
          <p:nvPr/>
        </p:nvSpPr>
        <p:spPr>
          <a:xfrm>
            <a:off x="2513487" y="437267"/>
            <a:ext cx="679500" cy="2664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b="1" lang="es-419" sz="1100"/>
              <a:t>Empresa:</a:t>
            </a:r>
            <a:endParaRPr b="1" sz="1100"/>
          </a:p>
        </p:txBody>
      </p:sp>
      <p:sp>
        <p:nvSpPr>
          <p:cNvPr id="8619" name="Google Shape;8619;p142"/>
          <p:cNvSpPr txBox="1"/>
          <p:nvPr>
            <p:ph idx="8" type="body"/>
          </p:nvPr>
        </p:nvSpPr>
        <p:spPr>
          <a:xfrm>
            <a:off x="641150" y="612125"/>
            <a:ext cx="1770300" cy="160500"/>
          </a:xfrm>
          <a:prstGeom prst="rect">
            <a:avLst/>
          </a:prstGeom>
          <a:noFill/>
          <a:ln>
            <a:noFill/>
          </a:ln>
        </p:spPr>
        <p:txBody>
          <a:bodyPr anchorCtr="0" anchor="t" bIns="0" lIns="0" spcFirstLastPara="1" rIns="0" wrap="square" tIns="0">
            <a:noAutofit/>
          </a:bodyPr>
          <a:lstStyle>
            <a:lvl1pPr indent="-292100" lvl="0" marL="457200" algn="ctr">
              <a:spcBef>
                <a:spcPts val="0"/>
              </a:spcBef>
              <a:spcAft>
                <a:spcPts val="0"/>
              </a:spcAft>
              <a:buClr>
                <a:srgbClr val="FFFFFF"/>
              </a:buClr>
              <a:buSzPts val="1000"/>
              <a:buChar char="●"/>
              <a:defRPr sz="1000">
                <a:solidFill>
                  <a:srgbClr val="FFFFFF"/>
                </a:solidFill>
              </a:defRPr>
            </a:lvl1pPr>
            <a:lvl2pPr indent="-292100" lvl="1" marL="914400" algn="ctr">
              <a:spcBef>
                <a:spcPts val="0"/>
              </a:spcBef>
              <a:spcAft>
                <a:spcPts val="0"/>
              </a:spcAft>
              <a:buClr>
                <a:srgbClr val="FFFFFF"/>
              </a:buClr>
              <a:buSzPts val="1000"/>
              <a:buChar char="○"/>
              <a:defRPr sz="1000">
                <a:solidFill>
                  <a:srgbClr val="FFFFFF"/>
                </a:solidFill>
              </a:defRPr>
            </a:lvl2pPr>
            <a:lvl3pPr indent="-292100" lvl="2" marL="1371600" algn="ctr">
              <a:spcBef>
                <a:spcPts val="0"/>
              </a:spcBef>
              <a:spcAft>
                <a:spcPts val="0"/>
              </a:spcAft>
              <a:buClr>
                <a:srgbClr val="FFFFFF"/>
              </a:buClr>
              <a:buSzPts val="1000"/>
              <a:buChar char="■"/>
              <a:defRPr sz="1000">
                <a:solidFill>
                  <a:srgbClr val="FFFFFF"/>
                </a:solidFill>
              </a:defRPr>
            </a:lvl3pPr>
            <a:lvl4pPr indent="-292100" lvl="3" marL="1828800" algn="ctr">
              <a:spcBef>
                <a:spcPts val="0"/>
              </a:spcBef>
              <a:spcAft>
                <a:spcPts val="0"/>
              </a:spcAft>
              <a:buClr>
                <a:srgbClr val="FFFFFF"/>
              </a:buClr>
              <a:buSzPts val="1000"/>
              <a:buChar char="●"/>
              <a:defRPr sz="1000">
                <a:solidFill>
                  <a:srgbClr val="FFFFFF"/>
                </a:solidFill>
              </a:defRPr>
            </a:lvl4pPr>
            <a:lvl5pPr indent="-292100" lvl="4" marL="2286000" algn="ctr">
              <a:spcBef>
                <a:spcPts val="0"/>
              </a:spcBef>
              <a:spcAft>
                <a:spcPts val="0"/>
              </a:spcAft>
              <a:buClr>
                <a:srgbClr val="FFFFFF"/>
              </a:buClr>
              <a:buSzPts val="1000"/>
              <a:buChar char="○"/>
              <a:defRPr sz="1000">
                <a:solidFill>
                  <a:srgbClr val="FFFFFF"/>
                </a:solidFill>
              </a:defRPr>
            </a:lvl5pPr>
            <a:lvl6pPr indent="-292100" lvl="5" marL="2743200" algn="ctr">
              <a:spcBef>
                <a:spcPts val="0"/>
              </a:spcBef>
              <a:spcAft>
                <a:spcPts val="0"/>
              </a:spcAft>
              <a:buClr>
                <a:srgbClr val="FFFFFF"/>
              </a:buClr>
              <a:buSzPts val="1000"/>
              <a:buChar char="■"/>
              <a:defRPr sz="1000">
                <a:solidFill>
                  <a:srgbClr val="FFFFFF"/>
                </a:solidFill>
              </a:defRPr>
            </a:lvl6pPr>
            <a:lvl7pPr indent="-292100" lvl="6" marL="3200400" algn="ctr">
              <a:spcBef>
                <a:spcPts val="0"/>
              </a:spcBef>
              <a:spcAft>
                <a:spcPts val="0"/>
              </a:spcAft>
              <a:buClr>
                <a:srgbClr val="FFFFFF"/>
              </a:buClr>
              <a:buSzPts val="1000"/>
              <a:buChar char="●"/>
              <a:defRPr sz="1000">
                <a:solidFill>
                  <a:srgbClr val="FFFFFF"/>
                </a:solidFill>
              </a:defRPr>
            </a:lvl7pPr>
            <a:lvl8pPr indent="-292100" lvl="7" marL="3657600" algn="ctr">
              <a:spcBef>
                <a:spcPts val="0"/>
              </a:spcBef>
              <a:spcAft>
                <a:spcPts val="0"/>
              </a:spcAft>
              <a:buClr>
                <a:srgbClr val="FFFFFF"/>
              </a:buClr>
              <a:buSzPts val="1000"/>
              <a:buChar char="○"/>
              <a:defRPr sz="1000">
                <a:solidFill>
                  <a:srgbClr val="FFFFFF"/>
                </a:solidFill>
              </a:defRPr>
            </a:lvl8pPr>
            <a:lvl9pPr indent="-292100" lvl="8" marL="4114800" algn="ctr">
              <a:spcBef>
                <a:spcPts val="0"/>
              </a:spcBef>
              <a:spcAft>
                <a:spcPts val="0"/>
              </a:spcAft>
              <a:buClr>
                <a:srgbClr val="FFFFFF"/>
              </a:buClr>
              <a:buSzPts val="1000"/>
              <a:buChar char="■"/>
              <a:defRPr sz="1000">
                <a:solidFill>
                  <a:srgbClr val="FFFFFF"/>
                </a:solidFill>
              </a:defRPr>
            </a:lvl9pPr>
          </a:lstStyle>
          <a:p/>
        </p:txBody>
      </p:sp>
      <p:sp>
        <p:nvSpPr>
          <p:cNvPr id="8620" name="Google Shape;8620;p142"/>
          <p:cNvSpPr txBox="1"/>
          <p:nvPr/>
        </p:nvSpPr>
        <p:spPr>
          <a:xfrm>
            <a:off x="84825" y="598125"/>
            <a:ext cx="595500" cy="205800"/>
          </a:xfrm>
          <a:prstGeom prst="rect">
            <a:avLst/>
          </a:prstGeom>
          <a:noFill/>
          <a:ln>
            <a:noFill/>
          </a:ln>
        </p:spPr>
        <p:txBody>
          <a:bodyPr anchorCtr="0" anchor="t" bIns="18000" lIns="18000" spcFirstLastPara="1" rIns="18000" wrap="square" tIns="18000">
            <a:spAutoFit/>
          </a:bodyPr>
          <a:lstStyle/>
          <a:p>
            <a:pPr indent="0" lvl="0" marL="0" rtl="0" algn="l">
              <a:spcBef>
                <a:spcPts val="0"/>
              </a:spcBef>
              <a:spcAft>
                <a:spcPts val="0"/>
              </a:spcAft>
              <a:buNone/>
            </a:pPr>
            <a:r>
              <a:rPr lang="es-419" sz="1100">
                <a:solidFill>
                  <a:srgbClr val="FFFFFF"/>
                </a:solidFill>
              </a:rPr>
              <a:t>Nombre:</a:t>
            </a:r>
            <a:endParaRPr sz="1100">
              <a:solidFill>
                <a:srgbClr val="FFFFFF"/>
              </a:solidFill>
            </a:endParaRPr>
          </a:p>
        </p:txBody>
      </p:sp>
    </p:spTree>
  </p:cSld>
  <p:clrMapOvr>
    <a:masterClrMapping/>
  </p:clrMapOvr>
</p:sldLayout>
</file>

<file path=ppt/slideLayouts/slideLayout13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5 Diagrama de Espina de Pescado">
  <p:cSld name="TITLE_3_6_1_1_1_1_1_1_1_1_1_1">
    <p:spTree>
      <p:nvGrpSpPr>
        <p:cNvPr id="8621" name="Shape 8621"/>
        <p:cNvGrpSpPr/>
        <p:nvPr/>
      </p:nvGrpSpPr>
      <p:grpSpPr>
        <a:xfrm>
          <a:off x="0" y="0"/>
          <a:ext cx="0" cy="0"/>
          <a:chOff x="0" y="0"/>
          <a:chExt cx="0" cy="0"/>
        </a:xfrm>
      </p:grpSpPr>
      <p:sp>
        <p:nvSpPr>
          <p:cNvPr id="8622" name="Google Shape;8622;p143"/>
          <p:cNvSpPr txBox="1"/>
          <p:nvPr/>
        </p:nvSpPr>
        <p:spPr>
          <a:xfrm>
            <a:off x="2896942" y="1046542"/>
            <a:ext cx="1069200" cy="2166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t/>
            </a:r>
            <a:endParaRPr b="1" sz="600"/>
          </a:p>
        </p:txBody>
      </p:sp>
      <p:sp>
        <p:nvSpPr>
          <p:cNvPr id="8623" name="Google Shape;8623;p143"/>
          <p:cNvSpPr txBox="1"/>
          <p:nvPr/>
        </p:nvSpPr>
        <p:spPr>
          <a:xfrm>
            <a:off x="4101686" y="1046542"/>
            <a:ext cx="1163700" cy="2166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t/>
            </a:r>
            <a:endParaRPr b="1" sz="600"/>
          </a:p>
        </p:txBody>
      </p:sp>
      <p:sp>
        <p:nvSpPr>
          <p:cNvPr id="8624" name="Google Shape;8624;p143"/>
          <p:cNvSpPr txBox="1"/>
          <p:nvPr/>
        </p:nvSpPr>
        <p:spPr>
          <a:xfrm>
            <a:off x="6603322" y="1046542"/>
            <a:ext cx="1163700" cy="2166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t/>
            </a:r>
            <a:endParaRPr b="1" sz="600"/>
          </a:p>
        </p:txBody>
      </p:sp>
      <p:sp>
        <p:nvSpPr>
          <p:cNvPr id="8625" name="Google Shape;8625;p143"/>
          <p:cNvSpPr txBox="1"/>
          <p:nvPr/>
        </p:nvSpPr>
        <p:spPr>
          <a:xfrm>
            <a:off x="5400218" y="1046542"/>
            <a:ext cx="1203000" cy="2166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t/>
            </a:r>
            <a:endParaRPr b="1" sz="600"/>
          </a:p>
        </p:txBody>
      </p:sp>
      <p:sp>
        <p:nvSpPr>
          <p:cNvPr id="8626" name="Google Shape;8626;p143"/>
          <p:cNvSpPr/>
          <p:nvPr/>
        </p:nvSpPr>
        <p:spPr>
          <a:xfrm>
            <a:off x="97888" y="377012"/>
            <a:ext cx="9893400" cy="296700"/>
          </a:xfrm>
          <a:prstGeom prst="roundRect">
            <a:avLst>
              <a:gd fmla="val 22902" name="adj"/>
            </a:avLst>
          </a:prstGeom>
          <a:solidFill>
            <a:srgbClr val="F3F3F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8627" name="Google Shape;8627;p143"/>
          <p:cNvSpPr/>
          <p:nvPr/>
        </p:nvSpPr>
        <p:spPr>
          <a:xfrm>
            <a:off x="77688" y="358938"/>
            <a:ext cx="9935700" cy="6438000"/>
          </a:xfrm>
          <a:prstGeom prst="roundRect">
            <a:avLst>
              <a:gd fmla="val 2618" name="adj"/>
            </a:avLst>
          </a:prstGeom>
          <a:solidFill>
            <a:srgbClr val="FFFFFF"/>
          </a:solidFill>
          <a:ln cap="flat" cmpd="sng" w="38100">
            <a:solidFill>
              <a:srgbClr val="000000"/>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628" name="Google Shape;8628;p143"/>
          <p:cNvCxnSpPr/>
          <p:nvPr/>
        </p:nvCxnSpPr>
        <p:spPr>
          <a:xfrm>
            <a:off x="77688" y="772614"/>
            <a:ext cx="9935700" cy="0"/>
          </a:xfrm>
          <a:prstGeom prst="straightConnector1">
            <a:avLst/>
          </a:prstGeom>
          <a:noFill/>
          <a:ln cap="flat" cmpd="sng" w="19050">
            <a:solidFill>
              <a:srgbClr val="000000"/>
            </a:solidFill>
            <a:prstDash val="solid"/>
            <a:round/>
            <a:headEnd len="med" w="med" type="none"/>
            <a:tailEnd len="med" w="med" type="none"/>
          </a:ln>
        </p:spPr>
      </p:cxnSp>
      <p:cxnSp>
        <p:nvCxnSpPr>
          <p:cNvPr id="8629" name="Google Shape;8629;p143"/>
          <p:cNvCxnSpPr/>
          <p:nvPr/>
        </p:nvCxnSpPr>
        <p:spPr>
          <a:xfrm rot="10800000">
            <a:off x="2439038" y="368188"/>
            <a:ext cx="0" cy="402300"/>
          </a:xfrm>
          <a:prstGeom prst="straightConnector1">
            <a:avLst/>
          </a:prstGeom>
          <a:noFill/>
          <a:ln cap="flat" cmpd="sng" w="19050">
            <a:solidFill>
              <a:srgbClr val="000000"/>
            </a:solidFill>
            <a:prstDash val="solid"/>
            <a:round/>
            <a:headEnd len="med" w="med" type="none"/>
            <a:tailEnd len="med" w="med" type="none"/>
          </a:ln>
        </p:spPr>
      </p:cxnSp>
      <p:sp>
        <p:nvSpPr>
          <p:cNvPr id="8630" name="Google Shape;8630;p143"/>
          <p:cNvSpPr txBox="1"/>
          <p:nvPr/>
        </p:nvSpPr>
        <p:spPr>
          <a:xfrm>
            <a:off x="2896947" y="1353252"/>
            <a:ext cx="1069200" cy="2043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t/>
            </a:r>
            <a:endParaRPr b="1" sz="600"/>
          </a:p>
        </p:txBody>
      </p:sp>
      <p:sp>
        <p:nvSpPr>
          <p:cNvPr id="8631" name="Google Shape;8631;p143"/>
          <p:cNvSpPr txBox="1"/>
          <p:nvPr/>
        </p:nvSpPr>
        <p:spPr>
          <a:xfrm>
            <a:off x="4101689" y="1353252"/>
            <a:ext cx="1163700" cy="2043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t/>
            </a:r>
            <a:endParaRPr b="1" sz="600"/>
          </a:p>
        </p:txBody>
      </p:sp>
      <p:sp>
        <p:nvSpPr>
          <p:cNvPr id="8632" name="Google Shape;8632;p143"/>
          <p:cNvSpPr txBox="1"/>
          <p:nvPr/>
        </p:nvSpPr>
        <p:spPr>
          <a:xfrm>
            <a:off x="6603320" y="1353252"/>
            <a:ext cx="1163700" cy="2043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t/>
            </a:r>
            <a:endParaRPr b="1" sz="600"/>
          </a:p>
        </p:txBody>
      </p:sp>
      <p:sp>
        <p:nvSpPr>
          <p:cNvPr id="8633" name="Google Shape;8633;p143"/>
          <p:cNvSpPr txBox="1"/>
          <p:nvPr/>
        </p:nvSpPr>
        <p:spPr>
          <a:xfrm>
            <a:off x="7901849" y="1353252"/>
            <a:ext cx="1163700" cy="2043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t/>
            </a:r>
            <a:endParaRPr b="1" sz="600"/>
          </a:p>
        </p:txBody>
      </p:sp>
      <p:sp>
        <p:nvSpPr>
          <p:cNvPr id="8634" name="Google Shape;8634;p143"/>
          <p:cNvSpPr txBox="1"/>
          <p:nvPr/>
        </p:nvSpPr>
        <p:spPr>
          <a:xfrm>
            <a:off x="5400218" y="1353252"/>
            <a:ext cx="1203000" cy="2043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t/>
            </a:r>
            <a:endParaRPr b="1" sz="600"/>
          </a:p>
        </p:txBody>
      </p:sp>
      <p:sp>
        <p:nvSpPr>
          <p:cNvPr id="8635" name="Google Shape;8635;p143"/>
          <p:cNvSpPr/>
          <p:nvPr/>
        </p:nvSpPr>
        <p:spPr>
          <a:xfrm>
            <a:off x="77688" y="349338"/>
            <a:ext cx="2361300" cy="421200"/>
          </a:xfrm>
          <a:prstGeom prst="roundRect">
            <a:avLst>
              <a:gd fmla="val 50000" name="adj"/>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s-419" sz="1200">
                <a:solidFill>
                  <a:srgbClr val="FFFFFF"/>
                </a:solidFill>
              </a:rPr>
              <a:t>Espina de Pescado</a:t>
            </a:r>
            <a:endParaRPr b="1" sz="1200">
              <a:solidFill>
                <a:srgbClr val="FFFFFF"/>
              </a:solidFill>
            </a:endParaRPr>
          </a:p>
          <a:p>
            <a:pPr indent="0" lvl="0" marL="0" rtl="0" algn="ctr">
              <a:spcBef>
                <a:spcPts val="0"/>
              </a:spcBef>
              <a:spcAft>
                <a:spcPts val="0"/>
              </a:spcAft>
              <a:buNone/>
            </a:pPr>
            <a:r>
              <a:t/>
            </a:r>
            <a:endParaRPr b="1" sz="1200">
              <a:solidFill>
                <a:srgbClr val="FFFFFF"/>
              </a:solidFill>
            </a:endParaRPr>
          </a:p>
        </p:txBody>
      </p:sp>
      <p:sp>
        <p:nvSpPr>
          <p:cNvPr id="8636" name="Google Shape;8636;p143"/>
          <p:cNvSpPr/>
          <p:nvPr/>
        </p:nvSpPr>
        <p:spPr>
          <a:xfrm>
            <a:off x="83988" y="595504"/>
            <a:ext cx="190200" cy="1692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7" name="Google Shape;8637;p143"/>
          <p:cNvSpPr/>
          <p:nvPr/>
        </p:nvSpPr>
        <p:spPr>
          <a:xfrm>
            <a:off x="2292338" y="358938"/>
            <a:ext cx="146700" cy="4023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638" name="Google Shape;8638;p143"/>
          <p:cNvCxnSpPr>
            <a:endCxn id="8639" idx="1"/>
          </p:cNvCxnSpPr>
          <p:nvPr/>
        </p:nvCxnSpPr>
        <p:spPr>
          <a:xfrm>
            <a:off x="1829160" y="3778194"/>
            <a:ext cx="6424800" cy="0"/>
          </a:xfrm>
          <a:prstGeom prst="straightConnector1">
            <a:avLst/>
          </a:prstGeom>
          <a:noFill/>
          <a:ln cap="flat" cmpd="sng" w="28575">
            <a:solidFill>
              <a:srgbClr val="B7B7B7"/>
            </a:solidFill>
            <a:prstDash val="solid"/>
            <a:round/>
            <a:headEnd len="med" w="med" type="none"/>
            <a:tailEnd len="med" w="med" type="none"/>
          </a:ln>
        </p:spPr>
      </p:cxnSp>
      <p:grpSp>
        <p:nvGrpSpPr>
          <p:cNvPr id="8640" name="Google Shape;8640;p143"/>
          <p:cNvGrpSpPr/>
          <p:nvPr/>
        </p:nvGrpSpPr>
        <p:grpSpPr>
          <a:xfrm>
            <a:off x="8253955" y="2617263"/>
            <a:ext cx="1403566" cy="2008514"/>
            <a:chOff x="6640325" y="1397829"/>
            <a:chExt cx="1202404" cy="1616250"/>
          </a:xfrm>
        </p:grpSpPr>
        <p:sp>
          <p:nvSpPr>
            <p:cNvPr id="8639" name="Google Shape;8639;p143"/>
            <p:cNvSpPr/>
            <p:nvPr/>
          </p:nvSpPr>
          <p:spPr>
            <a:xfrm>
              <a:off x="6640329" y="1649979"/>
              <a:ext cx="1202400" cy="1364100"/>
            </a:xfrm>
            <a:prstGeom prst="rect">
              <a:avLst/>
            </a:prstGeom>
            <a:noFill/>
            <a:ln cap="flat" cmpd="sng" w="28575">
              <a:solidFill>
                <a:srgbClr val="B7B7B7"/>
              </a:solidFill>
              <a:prstDash val="dash"/>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1" name="Google Shape;8641;p143"/>
            <p:cNvSpPr txBox="1"/>
            <p:nvPr/>
          </p:nvSpPr>
          <p:spPr>
            <a:xfrm>
              <a:off x="6640325" y="1397829"/>
              <a:ext cx="1202400" cy="2325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b="1" lang="es-419" sz="1200">
                  <a:latin typeface="Arvo"/>
                  <a:ea typeface="Arvo"/>
                  <a:cs typeface="Arvo"/>
                  <a:sym typeface="Arvo"/>
                </a:rPr>
                <a:t>Efecto</a:t>
              </a:r>
              <a:endParaRPr b="1" sz="1200">
                <a:latin typeface="Arvo"/>
                <a:ea typeface="Arvo"/>
                <a:cs typeface="Arvo"/>
                <a:sym typeface="Arvo"/>
              </a:endParaRPr>
            </a:p>
          </p:txBody>
        </p:sp>
      </p:grpSp>
      <p:sp>
        <p:nvSpPr>
          <p:cNvPr id="8642" name="Google Shape;8642;p143"/>
          <p:cNvSpPr txBox="1"/>
          <p:nvPr/>
        </p:nvSpPr>
        <p:spPr>
          <a:xfrm>
            <a:off x="422488" y="991034"/>
            <a:ext cx="7130100" cy="2847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b="1" lang="es-419" sz="1200">
                <a:latin typeface="Arvo"/>
                <a:ea typeface="Arvo"/>
                <a:cs typeface="Arvo"/>
                <a:sym typeface="Arvo"/>
              </a:rPr>
              <a:t>Causas</a:t>
            </a:r>
            <a:endParaRPr b="1" sz="1200">
              <a:latin typeface="Arvo"/>
              <a:ea typeface="Arvo"/>
              <a:cs typeface="Arvo"/>
              <a:sym typeface="Arvo"/>
            </a:endParaRPr>
          </a:p>
        </p:txBody>
      </p:sp>
      <p:cxnSp>
        <p:nvCxnSpPr>
          <p:cNvPr id="8643" name="Google Shape;8643;p143"/>
          <p:cNvCxnSpPr>
            <a:stCxn id="8644" idx="2"/>
          </p:cNvCxnSpPr>
          <p:nvPr/>
        </p:nvCxnSpPr>
        <p:spPr>
          <a:xfrm>
            <a:off x="1200538" y="2294495"/>
            <a:ext cx="634800" cy="1479000"/>
          </a:xfrm>
          <a:prstGeom prst="straightConnector1">
            <a:avLst/>
          </a:prstGeom>
          <a:noFill/>
          <a:ln cap="flat" cmpd="sng" w="28575">
            <a:solidFill>
              <a:srgbClr val="B7B7B7"/>
            </a:solidFill>
            <a:prstDash val="solid"/>
            <a:round/>
            <a:headEnd len="med" w="med" type="none"/>
            <a:tailEnd len="med" w="med" type="none"/>
          </a:ln>
        </p:spPr>
      </p:cxnSp>
      <p:cxnSp>
        <p:nvCxnSpPr>
          <p:cNvPr id="8645" name="Google Shape;8645;p143"/>
          <p:cNvCxnSpPr>
            <a:stCxn id="8646" idx="0"/>
          </p:cNvCxnSpPr>
          <p:nvPr/>
        </p:nvCxnSpPr>
        <p:spPr>
          <a:xfrm flipH="1" rot="10800000">
            <a:off x="1200538" y="3780121"/>
            <a:ext cx="638400" cy="1486500"/>
          </a:xfrm>
          <a:prstGeom prst="straightConnector1">
            <a:avLst/>
          </a:prstGeom>
          <a:noFill/>
          <a:ln cap="flat" cmpd="sng" w="28575">
            <a:solidFill>
              <a:srgbClr val="B7B7B7"/>
            </a:solidFill>
            <a:prstDash val="solid"/>
            <a:round/>
            <a:headEnd len="med" w="med" type="none"/>
            <a:tailEnd len="med" w="med" type="none"/>
          </a:ln>
        </p:spPr>
      </p:cxnSp>
      <p:cxnSp>
        <p:nvCxnSpPr>
          <p:cNvPr id="8647" name="Google Shape;8647;p143"/>
          <p:cNvCxnSpPr>
            <a:stCxn id="8648" idx="2"/>
          </p:cNvCxnSpPr>
          <p:nvPr/>
        </p:nvCxnSpPr>
        <p:spPr>
          <a:xfrm>
            <a:off x="3058506" y="2294495"/>
            <a:ext cx="545100" cy="1483500"/>
          </a:xfrm>
          <a:prstGeom prst="straightConnector1">
            <a:avLst/>
          </a:prstGeom>
          <a:noFill/>
          <a:ln cap="flat" cmpd="sng" w="28575">
            <a:solidFill>
              <a:srgbClr val="B7B7B7"/>
            </a:solidFill>
            <a:prstDash val="solid"/>
            <a:round/>
            <a:headEnd len="med" w="med" type="none"/>
            <a:tailEnd len="med" w="med" type="none"/>
          </a:ln>
        </p:spPr>
      </p:cxnSp>
      <p:cxnSp>
        <p:nvCxnSpPr>
          <p:cNvPr id="8649" name="Google Shape;8649;p143"/>
          <p:cNvCxnSpPr>
            <a:stCxn id="8650" idx="0"/>
          </p:cNvCxnSpPr>
          <p:nvPr/>
        </p:nvCxnSpPr>
        <p:spPr>
          <a:xfrm flipH="1" rot="10800000">
            <a:off x="3058506" y="3778021"/>
            <a:ext cx="545100" cy="1488600"/>
          </a:xfrm>
          <a:prstGeom prst="straightConnector1">
            <a:avLst/>
          </a:prstGeom>
          <a:noFill/>
          <a:ln cap="flat" cmpd="sng" w="28575">
            <a:solidFill>
              <a:srgbClr val="B7B7B7"/>
            </a:solidFill>
            <a:prstDash val="solid"/>
            <a:round/>
            <a:headEnd len="med" w="med" type="none"/>
            <a:tailEnd len="med" w="med" type="none"/>
          </a:ln>
        </p:spPr>
      </p:cxnSp>
      <p:cxnSp>
        <p:nvCxnSpPr>
          <p:cNvPr id="8651" name="Google Shape;8651;p143"/>
          <p:cNvCxnSpPr>
            <a:stCxn id="8652" idx="2"/>
          </p:cNvCxnSpPr>
          <p:nvPr/>
        </p:nvCxnSpPr>
        <p:spPr>
          <a:xfrm>
            <a:off x="4916493" y="2294495"/>
            <a:ext cx="545700" cy="1492500"/>
          </a:xfrm>
          <a:prstGeom prst="straightConnector1">
            <a:avLst/>
          </a:prstGeom>
          <a:noFill/>
          <a:ln cap="flat" cmpd="sng" w="28575">
            <a:solidFill>
              <a:srgbClr val="B7B7B7"/>
            </a:solidFill>
            <a:prstDash val="solid"/>
            <a:round/>
            <a:headEnd len="med" w="med" type="none"/>
            <a:tailEnd len="med" w="med" type="none"/>
          </a:ln>
        </p:spPr>
      </p:cxnSp>
      <p:cxnSp>
        <p:nvCxnSpPr>
          <p:cNvPr id="8653" name="Google Shape;8653;p143"/>
          <p:cNvCxnSpPr>
            <a:stCxn id="8654" idx="0"/>
          </p:cNvCxnSpPr>
          <p:nvPr/>
        </p:nvCxnSpPr>
        <p:spPr>
          <a:xfrm flipH="1" rot="10800000">
            <a:off x="4916493" y="3773521"/>
            <a:ext cx="536700" cy="1493100"/>
          </a:xfrm>
          <a:prstGeom prst="straightConnector1">
            <a:avLst/>
          </a:prstGeom>
          <a:noFill/>
          <a:ln cap="flat" cmpd="sng" w="28575">
            <a:solidFill>
              <a:srgbClr val="B7B7B7"/>
            </a:solidFill>
            <a:prstDash val="solid"/>
            <a:round/>
            <a:headEnd len="med" w="med" type="none"/>
            <a:tailEnd len="med" w="med" type="none"/>
          </a:ln>
        </p:spPr>
      </p:cxnSp>
      <p:cxnSp>
        <p:nvCxnSpPr>
          <p:cNvPr id="8655" name="Google Shape;8655;p143"/>
          <p:cNvCxnSpPr>
            <a:stCxn id="8656" idx="2"/>
          </p:cNvCxnSpPr>
          <p:nvPr/>
        </p:nvCxnSpPr>
        <p:spPr>
          <a:xfrm>
            <a:off x="6774468" y="2294495"/>
            <a:ext cx="542100" cy="1488000"/>
          </a:xfrm>
          <a:prstGeom prst="straightConnector1">
            <a:avLst/>
          </a:prstGeom>
          <a:noFill/>
          <a:ln cap="flat" cmpd="sng" w="28575">
            <a:solidFill>
              <a:srgbClr val="B7B7B7"/>
            </a:solidFill>
            <a:prstDash val="solid"/>
            <a:round/>
            <a:headEnd len="med" w="med" type="none"/>
            <a:tailEnd len="med" w="med" type="none"/>
          </a:ln>
        </p:spPr>
      </p:cxnSp>
      <p:cxnSp>
        <p:nvCxnSpPr>
          <p:cNvPr id="8657" name="Google Shape;8657;p143"/>
          <p:cNvCxnSpPr>
            <a:stCxn id="8658" idx="0"/>
          </p:cNvCxnSpPr>
          <p:nvPr/>
        </p:nvCxnSpPr>
        <p:spPr>
          <a:xfrm flipH="1" rot="10800000">
            <a:off x="6774468" y="3778021"/>
            <a:ext cx="537600" cy="1488600"/>
          </a:xfrm>
          <a:prstGeom prst="straightConnector1">
            <a:avLst/>
          </a:prstGeom>
          <a:noFill/>
          <a:ln cap="flat" cmpd="sng" w="28575">
            <a:solidFill>
              <a:srgbClr val="B7B7B7"/>
            </a:solidFill>
            <a:prstDash val="solid"/>
            <a:round/>
            <a:headEnd len="med" w="med" type="none"/>
            <a:tailEnd len="med" w="med" type="none"/>
          </a:ln>
        </p:spPr>
      </p:cxnSp>
      <p:sp>
        <p:nvSpPr>
          <p:cNvPr id="8644" name="Google Shape;8644;p143"/>
          <p:cNvSpPr/>
          <p:nvPr/>
        </p:nvSpPr>
        <p:spPr>
          <a:xfrm>
            <a:off x="422488" y="1344695"/>
            <a:ext cx="1556100" cy="949800"/>
          </a:xfrm>
          <a:prstGeom prst="roundRect">
            <a:avLst>
              <a:gd fmla="val 16667" name="adj"/>
            </a:avLst>
          </a:prstGeom>
          <a:solidFill>
            <a:srgbClr val="F3F3F3"/>
          </a:solidFill>
          <a:ln cap="flat" cmpd="sng" w="19050">
            <a:solidFill>
              <a:srgbClr val="CCCCCC"/>
            </a:solidFill>
            <a:prstDash val="dash"/>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8" name="Google Shape;8648;p143"/>
          <p:cNvSpPr/>
          <p:nvPr/>
        </p:nvSpPr>
        <p:spPr>
          <a:xfrm>
            <a:off x="2280456" y="1344695"/>
            <a:ext cx="1556100" cy="949800"/>
          </a:xfrm>
          <a:prstGeom prst="roundRect">
            <a:avLst>
              <a:gd fmla="val 16667" name="adj"/>
            </a:avLst>
          </a:prstGeom>
          <a:solidFill>
            <a:srgbClr val="F3F3F3"/>
          </a:solidFill>
          <a:ln cap="flat" cmpd="sng" w="19050">
            <a:solidFill>
              <a:srgbClr val="CCCCCC"/>
            </a:solidFill>
            <a:prstDash val="dash"/>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2" name="Google Shape;8652;p143"/>
          <p:cNvSpPr/>
          <p:nvPr/>
        </p:nvSpPr>
        <p:spPr>
          <a:xfrm>
            <a:off x="4138443" y="1344695"/>
            <a:ext cx="1556100" cy="949800"/>
          </a:xfrm>
          <a:prstGeom prst="roundRect">
            <a:avLst>
              <a:gd fmla="val 16667" name="adj"/>
            </a:avLst>
          </a:prstGeom>
          <a:solidFill>
            <a:srgbClr val="F3F3F3"/>
          </a:solidFill>
          <a:ln cap="flat" cmpd="sng" w="19050">
            <a:solidFill>
              <a:srgbClr val="CCCCCC"/>
            </a:solidFill>
            <a:prstDash val="dash"/>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6" name="Google Shape;8656;p143"/>
          <p:cNvSpPr/>
          <p:nvPr/>
        </p:nvSpPr>
        <p:spPr>
          <a:xfrm>
            <a:off x="5996418" y="1344695"/>
            <a:ext cx="1556100" cy="949800"/>
          </a:xfrm>
          <a:prstGeom prst="roundRect">
            <a:avLst>
              <a:gd fmla="val 16667" name="adj"/>
            </a:avLst>
          </a:prstGeom>
          <a:solidFill>
            <a:srgbClr val="F3F3F3"/>
          </a:solidFill>
          <a:ln cap="flat" cmpd="sng" w="19050">
            <a:solidFill>
              <a:srgbClr val="CCCCCC"/>
            </a:solidFill>
            <a:prstDash val="dash"/>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6" name="Google Shape;8646;p143"/>
          <p:cNvSpPr/>
          <p:nvPr/>
        </p:nvSpPr>
        <p:spPr>
          <a:xfrm>
            <a:off x="422488" y="5266621"/>
            <a:ext cx="1556100" cy="949800"/>
          </a:xfrm>
          <a:prstGeom prst="roundRect">
            <a:avLst>
              <a:gd fmla="val 16667" name="adj"/>
            </a:avLst>
          </a:prstGeom>
          <a:solidFill>
            <a:srgbClr val="F3F3F3"/>
          </a:solidFill>
          <a:ln cap="flat" cmpd="sng" w="19050">
            <a:solidFill>
              <a:srgbClr val="CCCCCC"/>
            </a:solidFill>
            <a:prstDash val="dash"/>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0" name="Google Shape;8650;p143"/>
          <p:cNvSpPr/>
          <p:nvPr/>
        </p:nvSpPr>
        <p:spPr>
          <a:xfrm>
            <a:off x="2280456" y="5266621"/>
            <a:ext cx="1556100" cy="949800"/>
          </a:xfrm>
          <a:prstGeom prst="roundRect">
            <a:avLst>
              <a:gd fmla="val 16667" name="adj"/>
            </a:avLst>
          </a:prstGeom>
          <a:solidFill>
            <a:srgbClr val="F3F3F3"/>
          </a:solidFill>
          <a:ln cap="flat" cmpd="sng" w="19050">
            <a:solidFill>
              <a:srgbClr val="CCCCCC"/>
            </a:solidFill>
            <a:prstDash val="dash"/>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4" name="Google Shape;8654;p143"/>
          <p:cNvSpPr/>
          <p:nvPr/>
        </p:nvSpPr>
        <p:spPr>
          <a:xfrm>
            <a:off x="4138443" y="5266621"/>
            <a:ext cx="1556100" cy="949800"/>
          </a:xfrm>
          <a:prstGeom prst="roundRect">
            <a:avLst>
              <a:gd fmla="val 16667" name="adj"/>
            </a:avLst>
          </a:prstGeom>
          <a:solidFill>
            <a:srgbClr val="F3F3F3"/>
          </a:solidFill>
          <a:ln cap="flat" cmpd="sng" w="19050">
            <a:solidFill>
              <a:srgbClr val="CCCCCC"/>
            </a:solidFill>
            <a:prstDash val="dash"/>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8" name="Google Shape;8658;p143"/>
          <p:cNvSpPr/>
          <p:nvPr/>
        </p:nvSpPr>
        <p:spPr>
          <a:xfrm>
            <a:off x="5996418" y="5266621"/>
            <a:ext cx="1556100" cy="949800"/>
          </a:xfrm>
          <a:prstGeom prst="roundRect">
            <a:avLst>
              <a:gd fmla="val 16667" name="adj"/>
            </a:avLst>
          </a:prstGeom>
          <a:solidFill>
            <a:srgbClr val="F3F3F3"/>
          </a:solidFill>
          <a:ln cap="flat" cmpd="sng" w="19050">
            <a:solidFill>
              <a:srgbClr val="CCCCCC"/>
            </a:solidFill>
            <a:prstDash val="dash"/>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9" name="Google Shape;8659;p143"/>
          <p:cNvSpPr txBox="1"/>
          <p:nvPr/>
        </p:nvSpPr>
        <p:spPr>
          <a:xfrm>
            <a:off x="422488" y="6222945"/>
            <a:ext cx="7130100" cy="2847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b="1" lang="es-419" sz="1200">
                <a:latin typeface="Arvo"/>
                <a:ea typeface="Arvo"/>
                <a:cs typeface="Arvo"/>
                <a:sym typeface="Arvo"/>
              </a:rPr>
              <a:t>Causas</a:t>
            </a:r>
            <a:endParaRPr b="1" sz="1200">
              <a:latin typeface="Arvo"/>
              <a:ea typeface="Arvo"/>
              <a:cs typeface="Arvo"/>
              <a:sym typeface="Arvo"/>
            </a:endParaRPr>
          </a:p>
        </p:txBody>
      </p:sp>
      <p:sp>
        <p:nvSpPr>
          <p:cNvPr id="8660" name="Google Shape;8660;p143"/>
          <p:cNvSpPr txBox="1"/>
          <p:nvPr>
            <p:ph idx="1" type="subTitle"/>
          </p:nvPr>
        </p:nvSpPr>
        <p:spPr>
          <a:xfrm>
            <a:off x="422525" y="1344634"/>
            <a:ext cx="1556100" cy="949800"/>
          </a:xfrm>
          <a:prstGeom prst="rect">
            <a:avLst/>
          </a:prstGeom>
          <a:noFill/>
          <a:ln>
            <a:noFill/>
          </a:ln>
        </p:spPr>
        <p:txBody>
          <a:bodyPr anchorCtr="0" anchor="ctr" bIns="72000" lIns="72000" spcFirstLastPara="1" rIns="72000" wrap="square" tIns="72000">
            <a:noAutofit/>
          </a:bodyPr>
          <a:lstStyle>
            <a:lvl1pPr lvl="0">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spcBef>
                <a:spcPts val="0"/>
              </a:spcBef>
              <a:spcAft>
                <a:spcPts val="0"/>
              </a:spcAft>
              <a:buSzPts val="800"/>
              <a:buFont typeface="Arvo"/>
              <a:buNone/>
              <a:defRPr sz="800">
                <a:latin typeface="Arvo"/>
                <a:ea typeface="Arvo"/>
                <a:cs typeface="Arvo"/>
                <a:sym typeface="Arvo"/>
              </a:defRPr>
            </a:lvl2pPr>
            <a:lvl3pPr lvl="2">
              <a:spcBef>
                <a:spcPts val="0"/>
              </a:spcBef>
              <a:spcAft>
                <a:spcPts val="0"/>
              </a:spcAft>
              <a:buSzPts val="800"/>
              <a:buFont typeface="Arvo"/>
              <a:buNone/>
              <a:defRPr sz="800">
                <a:latin typeface="Arvo"/>
                <a:ea typeface="Arvo"/>
                <a:cs typeface="Arvo"/>
                <a:sym typeface="Arvo"/>
              </a:defRPr>
            </a:lvl3pPr>
            <a:lvl4pPr lvl="3">
              <a:spcBef>
                <a:spcPts val="0"/>
              </a:spcBef>
              <a:spcAft>
                <a:spcPts val="0"/>
              </a:spcAft>
              <a:buSzPts val="800"/>
              <a:buFont typeface="Arvo"/>
              <a:buNone/>
              <a:defRPr sz="800">
                <a:latin typeface="Arvo"/>
                <a:ea typeface="Arvo"/>
                <a:cs typeface="Arvo"/>
                <a:sym typeface="Arvo"/>
              </a:defRPr>
            </a:lvl4pPr>
            <a:lvl5pPr lvl="4">
              <a:spcBef>
                <a:spcPts val="0"/>
              </a:spcBef>
              <a:spcAft>
                <a:spcPts val="0"/>
              </a:spcAft>
              <a:buSzPts val="800"/>
              <a:buFont typeface="Arvo"/>
              <a:buNone/>
              <a:defRPr sz="800">
                <a:latin typeface="Arvo"/>
                <a:ea typeface="Arvo"/>
                <a:cs typeface="Arvo"/>
                <a:sym typeface="Arvo"/>
              </a:defRPr>
            </a:lvl5pPr>
            <a:lvl6pPr lvl="5">
              <a:spcBef>
                <a:spcPts val="0"/>
              </a:spcBef>
              <a:spcAft>
                <a:spcPts val="0"/>
              </a:spcAft>
              <a:buSzPts val="800"/>
              <a:buFont typeface="Arvo"/>
              <a:buNone/>
              <a:defRPr sz="800">
                <a:latin typeface="Arvo"/>
                <a:ea typeface="Arvo"/>
                <a:cs typeface="Arvo"/>
                <a:sym typeface="Arvo"/>
              </a:defRPr>
            </a:lvl6pPr>
            <a:lvl7pPr lvl="6">
              <a:spcBef>
                <a:spcPts val="0"/>
              </a:spcBef>
              <a:spcAft>
                <a:spcPts val="0"/>
              </a:spcAft>
              <a:buSzPts val="800"/>
              <a:buFont typeface="Arvo"/>
              <a:buNone/>
              <a:defRPr sz="800">
                <a:latin typeface="Arvo"/>
                <a:ea typeface="Arvo"/>
                <a:cs typeface="Arvo"/>
                <a:sym typeface="Arvo"/>
              </a:defRPr>
            </a:lvl7pPr>
            <a:lvl8pPr lvl="7">
              <a:spcBef>
                <a:spcPts val="0"/>
              </a:spcBef>
              <a:spcAft>
                <a:spcPts val="0"/>
              </a:spcAft>
              <a:buSzPts val="800"/>
              <a:buFont typeface="Arvo"/>
              <a:buNone/>
              <a:defRPr sz="800">
                <a:latin typeface="Arvo"/>
                <a:ea typeface="Arvo"/>
                <a:cs typeface="Arvo"/>
                <a:sym typeface="Arvo"/>
              </a:defRPr>
            </a:lvl8pPr>
            <a:lvl9pPr lvl="8">
              <a:spcBef>
                <a:spcPts val="0"/>
              </a:spcBef>
              <a:spcAft>
                <a:spcPts val="0"/>
              </a:spcAft>
              <a:buSzPts val="800"/>
              <a:buFont typeface="Arvo"/>
              <a:buNone/>
              <a:defRPr sz="800">
                <a:latin typeface="Arvo"/>
                <a:ea typeface="Arvo"/>
                <a:cs typeface="Arvo"/>
                <a:sym typeface="Arvo"/>
              </a:defRPr>
            </a:lvl9pPr>
          </a:lstStyle>
          <a:p/>
        </p:txBody>
      </p:sp>
      <p:sp>
        <p:nvSpPr>
          <p:cNvPr id="8661" name="Google Shape;8661;p143"/>
          <p:cNvSpPr txBox="1"/>
          <p:nvPr>
            <p:ph idx="2" type="subTitle"/>
          </p:nvPr>
        </p:nvSpPr>
        <p:spPr>
          <a:xfrm>
            <a:off x="2282415" y="1344634"/>
            <a:ext cx="1556100" cy="949800"/>
          </a:xfrm>
          <a:prstGeom prst="rect">
            <a:avLst/>
          </a:prstGeom>
          <a:noFill/>
          <a:ln>
            <a:noFill/>
          </a:ln>
        </p:spPr>
        <p:txBody>
          <a:bodyPr anchorCtr="0" anchor="ctr" bIns="72000" lIns="72000" spcFirstLastPara="1" rIns="72000" wrap="square" tIns="72000">
            <a:noAutofit/>
          </a:bodyPr>
          <a:lstStyle>
            <a:lvl1pPr lvl="0">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spcBef>
                <a:spcPts val="0"/>
              </a:spcBef>
              <a:spcAft>
                <a:spcPts val="0"/>
              </a:spcAft>
              <a:buSzPts val="800"/>
              <a:buFont typeface="Arvo"/>
              <a:buNone/>
              <a:defRPr sz="800">
                <a:latin typeface="Arvo"/>
                <a:ea typeface="Arvo"/>
                <a:cs typeface="Arvo"/>
                <a:sym typeface="Arvo"/>
              </a:defRPr>
            </a:lvl2pPr>
            <a:lvl3pPr lvl="2">
              <a:spcBef>
                <a:spcPts val="0"/>
              </a:spcBef>
              <a:spcAft>
                <a:spcPts val="0"/>
              </a:spcAft>
              <a:buSzPts val="800"/>
              <a:buFont typeface="Arvo"/>
              <a:buNone/>
              <a:defRPr sz="800">
                <a:latin typeface="Arvo"/>
                <a:ea typeface="Arvo"/>
                <a:cs typeface="Arvo"/>
                <a:sym typeface="Arvo"/>
              </a:defRPr>
            </a:lvl3pPr>
            <a:lvl4pPr lvl="3">
              <a:spcBef>
                <a:spcPts val="0"/>
              </a:spcBef>
              <a:spcAft>
                <a:spcPts val="0"/>
              </a:spcAft>
              <a:buSzPts val="800"/>
              <a:buFont typeface="Arvo"/>
              <a:buNone/>
              <a:defRPr sz="800">
                <a:latin typeface="Arvo"/>
                <a:ea typeface="Arvo"/>
                <a:cs typeface="Arvo"/>
                <a:sym typeface="Arvo"/>
              </a:defRPr>
            </a:lvl4pPr>
            <a:lvl5pPr lvl="4">
              <a:spcBef>
                <a:spcPts val="0"/>
              </a:spcBef>
              <a:spcAft>
                <a:spcPts val="0"/>
              </a:spcAft>
              <a:buSzPts val="800"/>
              <a:buFont typeface="Arvo"/>
              <a:buNone/>
              <a:defRPr sz="800">
                <a:latin typeface="Arvo"/>
                <a:ea typeface="Arvo"/>
                <a:cs typeface="Arvo"/>
                <a:sym typeface="Arvo"/>
              </a:defRPr>
            </a:lvl5pPr>
            <a:lvl6pPr lvl="5">
              <a:spcBef>
                <a:spcPts val="0"/>
              </a:spcBef>
              <a:spcAft>
                <a:spcPts val="0"/>
              </a:spcAft>
              <a:buSzPts val="800"/>
              <a:buFont typeface="Arvo"/>
              <a:buNone/>
              <a:defRPr sz="800">
                <a:latin typeface="Arvo"/>
                <a:ea typeface="Arvo"/>
                <a:cs typeface="Arvo"/>
                <a:sym typeface="Arvo"/>
              </a:defRPr>
            </a:lvl6pPr>
            <a:lvl7pPr lvl="6">
              <a:spcBef>
                <a:spcPts val="0"/>
              </a:spcBef>
              <a:spcAft>
                <a:spcPts val="0"/>
              </a:spcAft>
              <a:buSzPts val="800"/>
              <a:buFont typeface="Arvo"/>
              <a:buNone/>
              <a:defRPr sz="800">
                <a:latin typeface="Arvo"/>
                <a:ea typeface="Arvo"/>
                <a:cs typeface="Arvo"/>
                <a:sym typeface="Arvo"/>
              </a:defRPr>
            </a:lvl7pPr>
            <a:lvl8pPr lvl="7">
              <a:spcBef>
                <a:spcPts val="0"/>
              </a:spcBef>
              <a:spcAft>
                <a:spcPts val="0"/>
              </a:spcAft>
              <a:buSzPts val="800"/>
              <a:buFont typeface="Arvo"/>
              <a:buNone/>
              <a:defRPr sz="800">
                <a:latin typeface="Arvo"/>
                <a:ea typeface="Arvo"/>
                <a:cs typeface="Arvo"/>
                <a:sym typeface="Arvo"/>
              </a:defRPr>
            </a:lvl8pPr>
            <a:lvl9pPr lvl="8">
              <a:spcBef>
                <a:spcPts val="0"/>
              </a:spcBef>
              <a:spcAft>
                <a:spcPts val="0"/>
              </a:spcAft>
              <a:buSzPts val="800"/>
              <a:buFont typeface="Arvo"/>
              <a:buNone/>
              <a:defRPr sz="800">
                <a:latin typeface="Arvo"/>
                <a:ea typeface="Arvo"/>
                <a:cs typeface="Arvo"/>
                <a:sym typeface="Arvo"/>
              </a:defRPr>
            </a:lvl9pPr>
          </a:lstStyle>
          <a:p/>
        </p:txBody>
      </p:sp>
      <p:sp>
        <p:nvSpPr>
          <p:cNvPr id="8662" name="Google Shape;8662;p143"/>
          <p:cNvSpPr txBox="1"/>
          <p:nvPr>
            <p:ph idx="3" type="subTitle"/>
          </p:nvPr>
        </p:nvSpPr>
        <p:spPr>
          <a:xfrm>
            <a:off x="4138559" y="1344634"/>
            <a:ext cx="1556100" cy="949800"/>
          </a:xfrm>
          <a:prstGeom prst="rect">
            <a:avLst/>
          </a:prstGeom>
          <a:noFill/>
          <a:ln>
            <a:noFill/>
          </a:ln>
        </p:spPr>
        <p:txBody>
          <a:bodyPr anchorCtr="0" anchor="ctr" bIns="72000" lIns="72000" spcFirstLastPara="1" rIns="72000" wrap="square" tIns="72000">
            <a:noAutofit/>
          </a:bodyPr>
          <a:lstStyle>
            <a:lvl1pPr lvl="0">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spcBef>
                <a:spcPts val="0"/>
              </a:spcBef>
              <a:spcAft>
                <a:spcPts val="0"/>
              </a:spcAft>
              <a:buSzPts val="800"/>
              <a:buFont typeface="Arvo"/>
              <a:buNone/>
              <a:defRPr sz="800">
                <a:latin typeface="Arvo"/>
                <a:ea typeface="Arvo"/>
                <a:cs typeface="Arvo"/>
                <a:sym typeface="Arvo"/>
              </a:defRPr>
            </a:lvl2pPr>
            <a:lvl3pPr lvl="2">
              <a:spcBef>
                <a:spcPts val="0"/>
              </a:spcBef>
              <a:spcAft>
                <a:spcPts val="0"/>
              </a:spcAft>
              <a:buSzPts val="800"/>
              <a:buFont typeface="Arvo"/>
              <a:buNone/>
              <a:defRPr sz="800">
                <a:latin typeface="Arvo"/>
                <a:ea typeface="Arvo"/>
                <a:cs typeface="Arvo"/>
                <a:sym typeface="Arvo"/>
              </a:defRPr>
            </a:lvl3pPr>
            <a:lvl4pPr lvl="3">
              <a:spcBef>
                <a:spcPts val="0"/>
              </a:spcBef>
              <a:spcAft>
                <a:spcPts val="0"/>
              </a:spcAft>
              <a:buSzPts val="800"/>
              <a:buFont typeface="Arvo"/>
              <a:buNone/>
              <a:defRPr sz="800">
                <a:latin typeface="Arvo"/>
                <a:ea typeface="Arvo"/>
                <a:cs typeface="Arvo"/>
                <a:sym typeface="Arvo"/>
              </a:defRPr>
            </a:lvl4pPr>
            <a:lvl5pPr lvl="4">
              <a:spcBef>
                <a:spcPts val="0"/>
              </a:spcBef>
              <a:spcAft>
                <a:spcPts val="0"/>
              </a:spcAft>
              <a:buSzPts val="800"/>
              <a:buFont typeface="Arvo"/>
              <a:buNone/>
              <a:defRPr sz="800">
                <a:latin typeface="Arvo"/>
                <a:ea typeface="Arvo"/>
                <a:cs typeface="Arvo"/>
                <a:sym typeface="Arvo"/>
              </a:defRPr>
            </a:lvl5pPr>
            <a:lvl6pPr lvl="5">
              <a:spcBef>
                <a:spcPts val="0"/>
              </a:spcBef>
              <a:spcAft>
                <a:spcPts val="0"/>
              </a:spcAft>
              <a:buSzPts val="800"/>
              <a:buFont typeface="Arvo"/>
              <a:buNone/>
              <a:defRPr sz="800">
                <a:latin typeface="Arvo"/>
                <a:ea typeface="Arvo"/>
                <a:cs typeface="Arvo"/>
                <a:sym typeface="Arvo"/>
              </a:defRPr>
            </a:lvl6pPr>
            <a:lvl7pPr lvl="6">
              <a:spcBef>
                <a:spcPts val="0"/>
              </a:spcBef>
              <a:spcAft>
                <a:spcPts val="0"/>
              </a:spcAft>
              <a:buSzPts val="800"/>
              <a:buFont typeface="Arvo"/>
              <a:buNone/>
              <a:defRPr sz="800">
                <a:latin typeface="Arvo"/>
                <a:ea typeface="Arvo"/>
                <a:cs typeface="Arvo"/>
                <a:sym typeface="Arvo"/>
              </a:defRPr>
            </a:lvl7pPr>
            <a:lvl8pPr lvl="7">
              <a:spcBef>
                <a:spcPts val="0"/>
              </a:spcBef>
              <a:spcAft>
                <a:spcPts val="0"/>
              </a:spcAft>
              <a:buSzPts val="800"/>
              <a:buFont typeface="Arvo"/>
              <a:buNone/>
              <a:defRPr sz="800">
                <a:latin typeface="Arvo"/>
                <a:ea typeface="Arvo"/>
                <a:cs typeface="Arvo"/>
                <a:sym typeface="Arvo"/>
              </a:defRPr>
            </a:lvl8pPr>
            <a:lvl9pPr lvl="8">
              <a:spcBef>
                <a:spcPts val="0"/>
              </a:spcBef>
              <a:spcAft>
                <a:spcPts val="0"/>
              </a:spcAft>
              <a:buSzPts val="800"/>
              <a:buFont typeface="Arvo"/>
              <a:buNone/>
              <a:defRPr sz="800">
                <a:latin typeface="Arvo"/>
                <a:ea typeface="Arvo"/>
                <a:cs typeface="Arvo"/>
                <a:sym typeface="Arvo"/>
              </a:defRPr>
            </a:lvl9pPr>
          </a:lstStyle>
          <a:p/>
        </p:txBody>
      </p:sp>
      <p:sp>
        <p:nvSpPr>
          <p:cNvPr id="8663" name="Google Shape;8663;p143"/>
          <p:cNvSpPr txBox="1"/>
          <p:nvPr>
            <p:ph idx="4" type="subTitle"/>
          </p:nvPr>
        </p:nvSpPr>
        <p:spPr>
          <a:xfrm>
            <a:off x="5998449" y="1344634"/>
            <a:ext cx="1556100" cy="949800"/>
          </a:xfrm>
          <a:prstGeom prst="rect">
            <a:avLst/>
          </a:prstGeom>
          <a:noFill/>
          <a:ln>
            <a:noFill/>
          </a:ln>
        </p:spPr>
        <p:txBody>
          <a:bodyPr anchorCtr="0" anchor="ctr" bIns="72000" lIns="72000" spcFirstLastPara="1" rIns="72000" wrap="square" tIns="72000">
            <a:noAutofit/>
          </a:bodyPr>
          <a:lstStyle>
            <a:lvl1pPr lvl="0">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spcBef>
                <a:spcPts val="0"/>
              </a:spcBef>
              <a:spcAft>
                <a:spcPts val="0"/>
              </a:spcAft>
              <a:buSzPts val="800"/>
              <a:buFont typeface="Arvo"/>
              <a:buNone/>
              <a:defRPr sz="800">
                <a:latin typeface="Arvo"/>
                <a:ea typeface="Arvo"/>
                <a:cs typeface="Arvo"/>
                <a:sym typeface="Arvo"/>
              </a:defRPr>
            </a:lvl2pPr>
            <a:lvl3pPr lvl="2">
              <a:spcBef>
                <a:spcPts val="0"/>
              </a:spcBef>
              <a:spcAft>
                <a:spcPts val="0"/>
              </a:spcAft>
              <a:buSzPts val="800"/>
              <a:buFont typeface="Arvo"/>
              <a:buNone/>
              <a:defRPr sz="800">
                <a:latin typeface="Arvo"/>
                <a:ea typeface="Arvo"/>
                <a:cs typeface="Arvo"/>
                <a:sym typeface="Arvo"/>
              </a:defRPr>
            </a:lvl3pPr>
            <a:lvl4pPr lvl="3">
              <a:spcBef>
                <a:spcPts val="0"/>
              </a:spcBef>
              <a:spcAft>
                <a:spcPts val="0"/>
              </a:spcAft>
              <a:buSzPts val="800"/>
              <a:buFont typeface="Arvo"/>
              <a:buNone/>
              <a:defRPr sz="800">
                <a:latin typeface="Arvo"/>
                <a:ea typeface="Arvo"/>
                <a:cs typeface="Arvo"/>
                <a:sym typeface="Arvo"/>
              </a:defRPr>
            </a:lvl4pPr>
            <a:lvl5pPr lvl="4">
              <a:spcBef>
                <a:spcPts val="0"/>
              </a:spcBef>
              <a:spcAft>
                <a:spcPts val="0"/>
              </a:spcAft>
              <a:buSzPts val="800"/>
              <a:buFont typeface="Arvo"/>
              <a:buNone/>
              <a:defRPr sz="800">
                <a:latin typeface="Arvo"/>
                <a:ea typeface="Arvo"/>
                <a:cs typeface="Arvo"/>
                <a:sym typeface="Arvo"/>
              </a:defRPr>
            </a:lvl5pPr>
            <a:lvl6pPr lvl="5">
              <a:spcBef>
                <a:spcPts val="0"/>
              </a:spcBef>
              <a:spcAft>
                <a:spcPts val="0"/>
              </a:spcAft>
              <a:buSzPts val="800"/>
              <a:buFont typeface="Arvo"/>
              <a:buNone/>
              <a:defRPr sz="800">
                <a:latin typeface="Arvo"/>
                <a:ea typeface="Arvo"/>
                <a:cs typeface="Arvo"/>
                <a:sym typeface="Arvo"/>
              </a:defRPr>
            </a:lvl6pPr>
            <a:lvl7pPr lvl="6">
              <a:spcBef>
                <a:spcPts val="0"/>
              </a:spcBef>
              <a:spcAft>
                <a:spcPts val="0"/>
              </a:spcAft>
              <a:buSzPts val="800"/>
              <a:buFont typeface="Arvo"/>
              <a:buNone/>
              <a:defRPr sz="800">
                <a:latin typeface="Arvo"/>
                <a:ea typeface="Arvo"/>
                <a:cs typeface="Arvo"/>
                <a:sym typeface="Arvo"/>
              </a:defRPr>
            </a:lvl7pPr>
            <a:lvl8pPr lvl="7">
              <a:spcBef>
                <a:spcPts val="0"/>
              </a:spcBef>
              <a:spcAft>
                <a:spcPts val="0"/>
              </a:spcAft>
              <a:buSzPts val="800"/>
              <a:buFont typeface="Arvo"/>
              <a:buNone/>
              <a:defRPr sz="800">
                <a:latin typeface="Arvo"/>
                <a:ea typeface="Arvo"/>
                <a:cs typeface="Arvo"/>
                <a:sym typeface="Arvo"/>
              </a:defRPr>
            </a:lvl8pPr>
            <a:lvl9pPr lvl="8">
              <a:spcBef>
                <a:spcPts val="0"/>
              </a:spcBef>
              <a:spcAft>
                <a:spcPts val="0"/>
              </a:spcAft>
              <a:buSzPts val="800"/>
              <a:buFont typeface="Arvo"/>
              <a:buNone/>
              <a:defRPr sz="800">
                <a:latin typeface="Arvo"/>
                <a:ea typeface="Arvo"/>
                <a:cs typeface="Arvo"/>
                <a:sym typeface="Arvo"/>
              </a:defRPr>
            </a:lvl9pPr>
          </a:lstStyle>
          <a:p/>
        </p:txBody>
      </p:sp>
      <p:sp>
        <p:nvSpPr>
          <p:cNvPr id="8664" name="Google Shape;8664;p143"/>
          <p:cNvSpPr txBox="1"/>
          <p:nvPr>
            <p:ph idx="5" type="subTitle"/>
          </p:nvPr>
        </p:nvSpPr>
        <p:spPr>
          <a:xfrm>
            <a:off x="422525" y="5266845"/>
            <a:ext cx="1556100" cy="949800"/>
          </a:xfrm>
          <a:prstGeom prst="rect">
            <a:avLst/>
          </a:prstGeom>
          <a:noFill/>
          <a:ln>
            <a:noFill/>
          </a:ln>
        </p:spPr>
        <p:txBody>
          <a:bodyPr anchorCtr="0" anchor="ctr" bIns="72000" lIns="72000" spcFirstLastPara="1" rIns="72000" wrap="square" tIns="72000">
            <a:noAutofit/>
          </a:bodyPr>
          <a:lstStyle>
            <a:lvl1pPr lvl="0">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spcBef>
                <a:spcPts val="0"/>
              </a:spcBef>
              <a:spcAft>
                <a:spcPts val="0"/>
              </a:spcAft>
              <a:buSzPts val="800"/>
              <a:buFont typeface="Arvo"/>
              <a:buNone/>
              <a:defRPr sz="800">
                <a:latin typeface="Arvo"/>
                <a:ea typeface="Arvo"/>
                <a:cs typeface="Arvo"/>
                <a:sym typeface="Arvo"/>
              </a:defRPr>
            </a:lvl2pPr>
            <a:lvl3pPr lvl="2">
              <a:spcBef>
                <a:spcPts val="0"/>
              </a:spcBef>
              <a:spcAft>
                <a:spcPts val="0"/>
              </a:spcAft>
              <a:buSzPts val="800"/>
              <a:buFont typeface="Arvo"/>
              <a:buNone/>
              <a:defRPr sz="800">
                <a:latin typeface="Arvo"/>
                <a:ea typeface="Arvo"/>
                <a:cs typeface="Arvo"/>
                <a:sym typeface="Arvo"/>
              </a:defRPr>
            </a:lvl3pPr>
            <a:lvl4pPr lvl="3">
              <a:spcBef>
                <a:spcPts val="0"/>
              </a:spcBef>
              <a:spcAft>
                <a:spcPts val="0"/>
              </a:spcAft>
              <a:buSzPts val="800"/>
              <a:buFont typeface="Arvo"/>
              <a:buNone/>
              <a:defRPr sz="800">
                <a:latin typeface="Arvo"/>
                <a:ea typeface="Arvo"/>
                <a:cs typeface="Arvo"/>
                <a:sym typeface="Arvo"/>
              </a:defRPr>
            </a:lvl4pPr>
            <a:lvl5pPr lvl="4">
              <a:spcBef>
                <a:spcPts val="0"/>
              </a:spcBef>
              <a:spcAft>
                <a:spcPts val="0"/>
              </a:spcAft>
              <a:buSzPts val="800"/>
              <a:buFont typeface="Arvo"/>
              <a:buNone/>
              <a:defRPr sz="800">
                <a:latin typeface="Arvo"/>
                <a:ea typeface="Arvo"/>
                <a:cs typeface="Arvo"/>
                <a:sym typeface="Arvo"/>
              </a:defRPr>
            </a:lvl5pPr>
            <a:lvl6pPr lvl="5">
              <a:spcBef>
                <a:spcPts val="0"/>
              </a:spcBef>
              <a:spcAft>
                <a:spcPts val="0"/>
              </a:spcAft>
              <a:buSzPts val="800"/>
              <a:buFont typeface="Arvo"/>
              <a:buNone/>
              <a:defRPr sz="800">
                <a:latin typeface="Arvo"/>
                <a:ea typeface="Arvo"/>
                <a:cs typeface="Arvo"/>
                <a:sym typeface="Arvo"/>
              </a:defRPr>
            </a:lvl6pPr>
            <a:lvl7pPr lvl="6">
              <a:spcBef>
                <a:spcPts val="0"/>
              </a:spcBef>
              <a:spcAft>
                <a:spcPts val="0"/>
              </a:spcAft>
              <a:buSzPts val="800"/>
              <a:buFont typeface="Arvo"/>
              <a:buNone/>
              <a:defRPr sz="800">
                <a:latin typeface="Arvo"/>
                <a:ea typeface="Arvo"/>
                <a:cs typeface="Arvo"/>
                <a:sym typeface="Arvo"/>
              </a:defRPr>
            </a:lvl7pPr>
            <a:lvl8pPr lvl="7">
              <a:spcBef>
                <a:spcPts val="0"/>
              </a:spcBef>
              <a:spcAft>
                <a:spcPts val="0"/>
              </a:spcAft>
              <a:buSzPts val="800"/>
              <a:buFont typeface="Arvo"/>
              <a:buNone/>
              <a:defRPr sz="800">
                <a:latin typeface="Arvo"/>
                <a:ea typeface="Arvo"/>
                <a:cs typeface="Arvo"/>
                <a:sym typeface="Arvo"/>
              </a:defRPr>
            </a:lvl8pPr>
            <a:lvl9pPr lvl="8">
              <a:spcBef>
                <a:spcPts val="0"/>
              </a:spcBef>
              <a:spcAft>
                <a:spcPts val="0"/>
              </a:spcAft>
              <a:buSzPts val="800"/>
              <a:buFont typeface="Arvo"/>
              <a:buNone/>
              <a:defRPr sz="800">
                <a:latin typeface="Arvo"/>
                <a:ea typeface="Arvo"/>
                <a:cs typeface="Arvo"/>
                <a:sym typeface="Arvo"/>
              </a:defRPr>
            </a:lvl9pPr>
          </a:lstStyle>
          <a:p/>
        </p:txBody>
      </p:sp>
      <p:sp>
        <p:nvSpPr>
          <p:cNvPr id="8665" name="Google Shape;8665;p143"/>
          <p:cNvSpPr txBox="1"/>
          <p:nvPr>
            <p:ph idx="6" type="subTitle"/>
          </p:nvPr>
        </p:nvSpPr>
        <p:spPr>
          <a:xfrm>
            <a:off x="2282415" y="5266845"/>
            <a:ext cx="1556100" cy="949800"/>
          </a:xfrm>
          <a:prstGeom prst="rect">
            <a:avLst/>
          </a:prstGeom>
          <a:noFill/>
          <a:ln>
            <a:noFill/>
          </a:ln>
        </p:spPr>
        <p:txBody>
          <a:bodyPr anchorCtr="0" anchor="ctr" bIns="72000" lIns="72000" spcFirstLastPara="1" rIns="72000" wrap="square" tIns="72000">
            <a:noAutofit/>
          </a:bodyPr>
          <a:lstStyle>
            <a:lvl1pPr lvl="0">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spcBef>
                <a:spcPts val="0"/>
              </a:spcBef>
              <a:spcAft>
                <a:spcPts val="0"/>
              </a:spcAft>
              <a:buSzPts val="800"/>
              <a:buFont typeface="Arvo"/>
              <a:buNone/>
              <a:defRPr sz="800">
                <a:latin typeface="Arvo"/>
                <a:ea typeface="Arvo"/>
                <a:cs typeface="Arvo"/>
                <a:sym typeface="Arvo"/>
              </a:defRPr>
            </a:lvl2pPr>
            <a:lvl3pPr lvl="2">
              <a:spcBef>
                <a:spcPts val="0"/>
              </a:spcBef>
              <a:spcAft>
                <a:spcPts val="0"/>
              </a:spcAft>
              <a:buSzPts val="800"/>
              <a:buFont typeface="Arvo"/>
              <a:buNone/>
              <a:defRPr sz="800">
                <a:latin typeface="Arvo"/>
                <a:ea typeface="Arvo"/>
                <a:cs typeface="Arvo"/>
                <a:sym typeface="Arvo"/>
              </a:defRPr>
            </a:lvl3pPr>
            <a:lvl4pPr lvl="3">
              <a:spcBef>
                <a:spcPts val="0"/>
              </a:spcBef>
              <a:spcAft>
                <a:spcPts val="0"/>
              </a:spcAft>
              <a:buSzPts val="800"/>
              <a:buFont typeface="Arvo"/>
              <a:buNone/>
              <a:defRPr sz="800">
                <a:latin typeface="Arvo"/>
                <a:ea typeface="Arvo"/>
                <a:cs typeface="Arvo"/>
                <a:sym typeface="Arvo"/>
              </a:defRPr>
            </a:lvl4pPr>
            <a:lvl5pPr lvl="4">
              <a:spcBef>
                <a:spcPts val="0"/>
              </a:spcBef>
              <a:spcAft>
                <a:spcPts val="0"/>
              </a:spcAft>
              <a:buSzPts val="800"/>
              <a:buFont typeface="Arvo"/>
              <a:buNone/>
              <a:defRPr sz="800">
                <a:latin typeface="Arvo"/>
                <a:ea typeface="Arvo"/>
                <a:cs typeface="Arvo"/>
                <a:sym typeface="Arvo"/>
              </a:defRPr>
            </a:lvl5pPr>
            <a:lvl6pPr lvl="5">
              <a:spcBef>
                <a:spcPts val="0"/>
              </a:spcBef>
              <a:spcAft>
                <a:spcPts val="0"/>
              </a:spcAft>
              <a:buSzPts val="800"/>
              <a:buFont typeface="Arvo"/>
              <a:buNone/>
              <a:defRPr sz="800">
                <a:latin typeface="Arvo"/>
                <a:ea typeface="Arvo"/>
                <a:cs typeface="Arvo"/>
                <a:sym typeface="Arvo"/>
              </a:defRPr>
            </a:lvl6pPr>
            <a:lvl7pPr lvl="6">
              <a:spcBef>
                <a:spcPts val="0"/>
              </a:spcBef>
              <a:spcAft>
                <a:spcPts val="0"/>
              </a:spcAft>
              <a:buSzPts val="800"/>
              <a:buFont typeface="Arvo"/>
              <a:buNone/>
              <a:defRPr sz="800">
                <a:latin typeface="Arvo"/>
                <a:ea typeface="Arvo"/>
                <a:cs typeface="Arvo"/>
                <a:sym typeface="Arvo"/>
              </a:defRPr>
            </a:lvl7pPr>
            <a:lvl8pPr lvl="7">
              <a:spcBef>
                <a:spcPts val="0"/>
              </a:spcBef>
              <a:spcAft>
                <a:spcPts val="0"/>
              </a:spcAft>
              <a:buSzPts val="800"/>
              <a:buFont typeface="Arvo"/>
              <a:buNone/>
              <a:defRPr sz="800">
                <a:latin typeface="Arvo"/>
                <a:ea typeface="Arvo"/>
                <a:cs typeface="Arvo"/>
                <a:sym typeface="Arvo"/>
              </a:defRPr>
            </a:lvl8pPr>
            <a:lvl9pPr lvl="8">
              <a:spcBef>
                <a:spcPts val="0"/>
              </a:spcBef>
              <a:spcAft>
                <a:spcPts val="0"/>
              </a:spcAft>
              <a:buSzPts val="800"/>
              <a:buFont typeface="Arvo"/>
              <a:buNone/>
              <a:defRPr sz="800">
                <a:latin typeface="Arvo"/>
                <a:ea typeface="Arvo"/>
                <a:cs typeface="Arvo"/>
                <a:sym typeface="Arvo"/>
              </a:defRPr>
            </a:lvl9pPr>
          </a:lstStyle>
          <a:p/>
        </p:txBody>
      </p:sp>
      <p:sp>
        <p:nvSpPr>
          <p:cNvPr id="8666" name="Google Shape;8666;p143"/>
          <p:cNvSpPr txBox="1"/>
          <p:nvPr>
            <p:ph idx="7" type="subTitle"/>
          </p:nvPr>
        </p:nvSpPr>
        <p:spPr>
          <a:xfrm>
            <a:off x="4138559" y="5266845"/>
            <a:ext cx="1556100" cy="949800"/>
          </a:xfrm>
          <a:prstGeom prst="rect">
            <a:avLst/>
          </a:prstGeom>
          <a:noFill/>
          <a:ln>
            <a:noFill/>
          </a:ln>
        </p:spPr>
        <p:txBody>
          <a:bodyPr anchorCtr="0" anchor="ctr" bIns="72000" lIns="72000" spcFirstLastPara="1" rIns="72000" wrap="square" tIns="72000">
            <a:noAutofit/>
          </a:bodyPr>
          <a:lstStyle>
            <a:lvl1pPr lvl="0">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spcBef>
                <a:spcPts val="0"/>
              </a:spcBef>
              <a:spcAft>
                <a:spcPts val="0"/>
              </a:spcAft>
              <a:buSzPts val="800"/>
              <a:buFont typeface="Arvo"/>
              <a:buNone/>
              <a:defRPr sz="800">
                <a:latin typeface="Arvo"/>
                <a:ea typeface="Arvo"/>
                <a:cs typeface="Arvo"/>
                <a:sym typeface="Arvo"/>
              </a:defRPr>
            </a:lvl2pPr>
            <a:lvl3pPr lvl="2">
              <a:spcBef>
                <a:spcPts val="0"/>
              </a:spcBef>
              <a:spcAft>
                <a:spcPts val="0"/>
              </a:spcAft>
              <a:buSzPts val="800"/>
              <a:buFont typeface="Arvo"/>
              <a:buNone/>
              <a:defRPr sz="800">
                <a:latin typeface="Arvo"/>
                <a:ea typeface="Arvo"/>
                <a:cs typeface="Arvo"/>
                <a:sym typeface="Arvo"/>
              </a:defRPr>
            </a:lvl3pPr>
            <a:lvl4pPr lvl="3">
              <a:spcBef>
                <a:spcPts val="0"/>
              </a:spcBef>
              <a:spcAft>
                <a:spcPts val="0"/>
              </a:spcAft>
              <a:buSzPts val="800"/>
              <a:buFont typeface="Arvo"/>
              <a:buNone/>
              <a:defRPr sz="800">
                <a:latin typeface="Arvo"/>
                <a:ea typeface="Arvo"/>
                <a:cs typeface="Arvo"/>
                <a:sym typeface="Arvo"/>
              </a:defRPr>
            </a:lvl4pPr>
            <a:lvl5pPr lvl="4">
              <a:spcBef>
                <a:spcPts val="0"/>
              </a:spcBef>
              <a:spcAft>
                <a:spcPts val="0"/>
              </a:spcAft>
              <a:buSzPts val="800"/>
              <a:buFont typeface="Arvo"/>
              <a:buNone/>
              <a:defRPr sz="800">
                <a:latin typeface="Arvo"/>
                <a:ea typeface="Arvo"/>
                <a:cs typeface="Arvo"/>
                <a:sym typeface="Arvo"/>
              </a:defRPr>
            </a:lvl5pPr>
            <a:lvl6pPr lvl="5">
              <a:spcBef>
                <a:spcPts val="0"/>
              </a:spcBef>
              <a:spcAft>
                <a:spcPts val="0"/>
              </a:spcAft>
              <a:buSzPts val="800"/>
              <a:buFont typeface="Arvo"/>
              <a:buNone/>
              <a:defRPr sz="800">
                <a:latin typeface="Arvo"/>
                <a:ea typeface="Arvo"/>
                <a:cs typeface="Arvo"/>
                <a:sym typeface="Arvo"/>
              </a:defRPr>
            </a:lvl6pPr>
            <a:lvl7pPr lvl="6">
              <a:spcBef>
                <a:spcPts val="0"/>
              </a:spcBef>
              <a:spcAft>
                <a:spcPts val="0"/>
              </a:spcAft>
              <a:buSzPts val="800"/>
              <a:buFont typeface="Arvo"/>
              <a:buNone/>
              <a:defRPr sz="800">
                <a:latin typeface="Arvo"/>
                <a:ea typeface="Arvo"/>
                <a:cs typeface="Arvo"/>
                <a:sym typeface="Arvo"/>
              </a:defRPr>
            </a:lvl7pPr>
            <a:lvl8pPr lvl="7">
              <a:spcBef>
                <a:spcPts val="0"/>
              </a:spcBef>
              <a:spcAft>
                <a:spcPts val="0"/>
              </a:spcAft>
              <a:buSzPts val="800"/>
              <a:buFont typeface="Arvo"/>
              <a:buNone/>
              <a:defRPr sz="800">
                <a:latin typeface="Arvo"/>
                <a:ea typeface="Arvo"/>
                <a:cs typeface="Arvo"/>
                <a:sym typeface="Arvo"/>
              </a:defRPr>
            </a:lvl8pPr>
            <a:lvl9pPr lvl="8">
              <a:spcBef>
                <a:spcPts val="0"/>
              </a:spcBef>
              <a:spcAft>
                <a:spcPts val="0"/>
              </a:spcAft>
              <a:buSzPts val="800"/>
              <a:buFont typeface="Arvo"/>
              <a:buNone/>
              <a:defRPr sz="800">
                <a:latin typeface="Arvo"/>
                <a:ea typeface="Arvo"/>
                <a:cs typeface="Arvo"/>
                <a:sym typeface="Arvo"/>
              </a:defRPr>
            </a:lvl9pPr>
          </a:lstStyle>
          <a:p/>
        </p:txBody>
      </p:sp>
      <p:sp>
        <p:nvSpPr>
          <p:cNvPr id="8667" name="Google Shape;8667;p143"/>
          <p:cNvSpPr txBox="1"/>
          <p:nvPr>
            <p:ph idx="8" type="subTitle"/>
          </p:nvPr>
        </p:nvSpPr>
        <p:spPr>
          <a:xfrm>
            <a:off x="5998449" y="5266845"/>
            <a:ext cx="1556100" cy="949800"/>
          </a:xfrm>
          <a:prstGeom prst="rect">
            <a:avLst/>
          </a:prstGeom>
          <a:noFill/>
          <a:ln>
            <a:noFill/>
          </a:ln>
        </p:spPr>
        <p:txBody>
          <a:bodyPr anchorCtr="0" anchor="ctr" bIns="72000" lIns="72000" spcFirstLastPara="1" rIns="72000" wrap="square" tIns="72000">
            <a:noAutofit/>
          </a:bodyPr>
          <a:lstStyle>
            <a:lvl1pPr lvl="0">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spcBef>
                <a:spcPts val="0"/>
              </a:spcBef>
              <a:spcAft>
                <a:spcPts val="0"/>
              </a:spcAft>
              <a:buSzPts val="800"/>
              <a:buFont typeface="Arvo"/>
              <a:buNone/>
              <a:defRPr sz="800">
                <a:latin typeface="Arvo"/>
                <a:ea typeface="Arvo"/>
                <a:cs typeface="Arvo"/>
                <a:sym typeface="Arvo"/>
              </a:defRPr>
            </a:lvl2pPr>
            <a:lvl3pPr lvl="2">
              <a:spcBef>
                <a:spcPts val="0"/>
              </a:spcBef>
              <a:spcAft>
                <a:spcPts val="0"/>
              </a:spcAft>
              <a:buSzPts val="800"/>
              <a:buFont typeface="Arvo"/>
              <a:buNone/>
              <a:defRPr sz="800">
                <a:latin typeface="Arvo"/>
                <a:ea typeface="Arvo"/>
                <a:cs typeface="Arvo"/>
                <a:sym typeface="Arvo"/>
              </a:defRPr>
            </a:lvl3pPr>
            <a:lvl4pPr lvl="3">
              <a:spcBef>
                <a:spcPts val="0"/>
              </a:spcBef>
              <a:spcAft>
                <a:spcPts val="0"/>
              </a:spcAft>
              <a:buSzPts val="800"/>
              <a:buFont typeface="Arvo"/>
              <a:buNone/>
              <a:defRPr sz="800">
                <a:latin typeface="Arvo"/>
                <a:ea typeface="Arvo"/>
                <a:cs typeface="Arvo"/>
                <a:sym typeface="Arvo"/>
              </a:defRPr>
            </a:lvl4pPr>
            <a:lvl5pPr lvl="4">
              <a:spcBef>
                <a:spcPts val="0"/>
              </a:spcBef>
              <a:spcAft>
                <a:spcPts val="0"/>
              </a:spcAft>
              <a:buSzPts val="800"/>
              <a:buFont typeface="Arvo"/>
              <a:buNone/>
              <a:defRPr sz="800">
                <a:latin typeface="Arvo"/>
                <a:ea typeface="Arvo"/>
                <a:cs typeface="Arvo"/>
                <a:sym typeface="Arvo"/>
              </a:defRPr>
            </a:lvl5pPr>
            <a:lvl6pPr lvl="5">
              <a:spcBef>
                <a:spcPts val="0"/>
              </a:spcBef>
              <a:spcAft>
                <a:spcPts val="0"/>
              </a:spcAft>
              <a:buSzPts val="800"/>
              <a:buFont typeface="Arvo"/>
              <a:buNone/>
              <a:defRPr sz="800">
                <a:latin typeface="Arvo"/>
                <a:ea typeface="Arvo"/>
                <a:cs typeface="Arvo"/>
                <a:sym typeface="Arvo"/>
              </a:defRPr>
            </a:lvl6pPr>
            <a:lvl7pPr lvl="6">
              <a:spcBef>
                <a:spcPts val="0"/>
              </a:spcBef>
              <a:spcAft>
                <a:spcPts val="0"/>
              </a:spcAft>
              <a:buSzPts val="800"/>
              <a:buFont typeface="Arvo"/>
              <a:buNone/>
              <a:defRPr sz="800">
                <a:latin typeface="Arvo"/>
                <a:ea typeface="Arvo"/>
                <a:cs typeface="Arvo"/>
                <a:sym typeface="Arvo"/>
              </a:defRPr>
            </a:lvl7pPr>
            <a:lvl8pPr lvl="7">
              <a:spcBef>
                <a:spcPts val="0"/>
              </a:spcBef>
              <a:spcAft>
                <a:spcPts val="0"/>
              </a:spcAft>
              <a:buSzPts val="800"/>
              <a:buFont typeface="Arvo"/>
              <a:buNone/>
              <a:defRPr sz="800">
                <a:latin typeface="Arvo"/>
                <a:ea typeface="Arvo"/>
                <a:cs typeface="Arvo"/>
                <a:sym typeface="Arvo"/>
              </a:defRPr>
            </a:lvl8pPr>
            <a:lvl9pPr lvl="8">
              <a:spcBef>
                <a:spcPts val="0"/>
              </a:spcBef>
              <a:spcAft>
                <a:spcPts val="0"/>
              </a:spcAft>
              <a:buSzPts val="800"/>
              <a:buFont typeface="Arvo"/>
              <a:buNone/>
              <a:defRPr sz="800">
                <a:latin typeface="Arvo"/>
                <a:ea typeface="Arvo"/>
                <a:cs typeface="Arvo"/>
                <a:sym typeface="Arvo"/>
              </a:defRPr>
            </a:lvl9pPr>
          </a:lstStyle>
          <a:p/>
        </p:txBody>
      </p:sp>
      <p:sp>
        <p:nvSpPr>
          <p:cNvPr id="8668" name="Google Shape;8668;p143"/>
          <p:cNvSpPr txBox="1"/>
          <p:nvPr>
            <p:ph idx="9" type="subTitle"/>
          </p:nvPr>
        </p:nvSpPr>
        <p:spPr>
          <a:xfrm>
            <a:off x="8253950" y="2929759"/>
            <a:ext cx="1403700" cy="1696200"/>
          </a:xfrm>
          <a:prstGeom prst="rect">
            <a:avLst/>
          </a:prstGeom>
          <a:noFill/>
          <a:ln>
            <a:noFill/>
          </a:ln>
        </p:spPr>
        <p:txBody>
          <a:bodyPr anchorCtr="0" anchor="ctr" bIns="72000" lIns="72000" spcFirstLastPara="1" rIns="72000" wrap="square" tIns="72000">
            <a:noAutofit/>
          </a:bodyPr>
          <a:lstStyle>
            <a:lvl1pPr lvl="0">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spcBef>
                <a:spcPts val="0"/>
              </a:spcBef>
              <a:spcAft>
                <a:spcPts val="0"/>
              </a:spcAft>
              <a:buSzPts val="800"/>
              <a:buFont typeface="Arvo"/>
              <a:buNone/>
              <a:defRPr sz="800">
                <a:latin typeface="Arvo"/>
                <a:ea typeface="Arvo"/>
                <a:cs typeface="Arvo"/>
                <a:sym typeface="Arvo"/>
              </a:defRPr>
            </a:lvl2pPr>
            <a:lvl3pPr lvl="2">
              <a:spcBef>
                <a:spcPts val="0"/>
              </a:spcBef>
              <a:spcAft>
                <a:spcPts val="0"/>
              </a:spcAft>
              <a:buSzPts val="800"/>
              <a:buFont typeface="Arvo"/>
              <a:buNone/>
              <a:defRPr sz="800">
                <a:latin typeface="Arvo"/>
                <a:ea typeface="Arvo"/>
                <a:cs typeface="Arvo"/>
                <a:sym typeface="Arvo"/>
              </a:defRPr>
            </a:lvl3pPr>
            <a:lvl4pPr lvl="3">
              <a:spcBef>
                <a:spcPts val="0"/>
              </a:spcBef>
              <a:spcAft>
                <a:spcPts val="0"/>
              </a:spcAft>
              <a:buSzPts val="800"/>
              <a:buFont typeface="Arvo"/>
              <a:buNone/>
              <a:defRPr sz="800">
                <a:latin typeface="Arvo"/>
                <a:ea typeface="Arvo"/>
                <a:cs typeface="Arvo"/>
                <a:sym typeface="Arvo"/>
              </a:defRPr>
            </a:lvl4pPr>
            <a:lvl5pPr lvl="4">
              <a:spcBef>
                <a:spcPts val="0"/>
              </a:spcBef>
              <a:spcAft>
                <a:spcPts val="0"/>
              </a:spcAft>
              <a:buSzPts val="800"/>
              <a:buFont typeface="Arvo"/>
              <a:buNone/>
              <a:defRPr sz="800">
                <a:latin typeface="Arvo"/>
                <a:ea typeface="Arvo"/>
                <a:cs typeface="Arvo"/>
                <a:sym typeface="Arvo"/>
              </a:defRPr>
            </a:lvl5pPr>
            <a:lvl6pPr lvl="5">
              <a:spcBef>
                <a:spcPts val="0"/>
              </a:spcBef>
              <a:spcAft>
                <a:spcPts val="0"/>
              </a:spcAft>
              <a:buSzPts val="800"/>
              <a:buFont typeface="Arvo"/>
              <a:buNone/>
              <a:defRPr sz="800">
                <a:latin typeface="Arvo"/>
                <a:ea typeface="Arvo"/>
                <a:cs typeface="Arvo"/>
                <a:sym typeface="Arvo"/>
              </a:defRPr>
            </a:lvl6pPr>
            <a:lvl7pPr lvl="6">
              <a:spcBef>
                <a:spcPts val="0"/>
              </a:spcBef>
              <a:spcAft>
                <a:spcPts val="0"/>
              </a:spcAft>
              <a:buSzPts val="800"/>
              <a:buFont typeface="Arvo"/>
              <a:buNone/>
              <a:defRPr sz="800">
                <a:latin typeface="Arvo"/>
                <a:ea typeface="Arvo"/>
                <a:cs typeface="Arvo"/>
                <a:sym typeface="Arvo"/>
              </a:defRPr>
            </a:lvl7pPr>
            <a:lvl8pPr lvl="7">
              <a:spcBef>
                <a:spcPts val="0"/>
              </a:spcBef>
              <a:spcAft>
                <a:spcPts val="0"/>
              </a:spcAft>
              <a:buSzPts val="800"/>
              <a:buFont typeface="Arvo"/>
              <a:buNone/>
              <a:defRPr sz="800">
                <a:latin typeface="Arvo"/>
                <a:ea typeface="Arvo"/>
                <a:cs typeface="Arvo"/>
                <a:sym typeface="Arvo"/>
              </a:defRPr>
            </a:lvl8pPr>
            <a:lvl9pPr lvl="8">
              <a:spcBef>
                <a:spcPts val="0"/>
              </a:spcBef>
              <a:spcAft>
                <a:spcPts val="0"/>
              </a:spcAft>
              <a:buSzPts val="800"/>
              <a:buFont typeface="Arvo"/>
              <a:buNone/>
              <a:defRPr sz="800">
                <a:latin typeface="Arvo"/>
                <a:ea typeface="Arvo"/>
                <a:cs typeface="Arvo"/>
                <a:sym typeface="Arvo"/>
              </a:defRPr>
            </a:lvl9pPr>
          </a:lstStyle>
          <a:p/>
        </p:txBody>
      </p:sp>
      <p:sp>
        <p:nvSpPr>
          <p:cNvPr id="8669" name="Google Shape;8669;p143"/>
          <p:cNvSpPr txBox="1"/>
          <p:nvPr/>
        </p:nvSpPr>
        <p:spPr>
          <a:xfrm>
            <a:off x="2524025" y="387675"/>
            <a:ext cx="15012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Unid. Organizacional:</a:t>
            </a:r>
            <a:endParaRPr b="1" sz="1100"/>
          </a:p>
        </p:txBody>
      </p:sp>
      <p:sp>
        <p:nvSpPr>
          <p:cNvPr id="8670" name="Google Shape;8670;p143"/>
          <p:cNvSpPr txBox="1"/>
          <p:nvPr/>
        </p:nvSpPr>
        <p:spPr>
          <a:xfrm>
            <a:off x="2524020" y="579550"/>
            <a:ext cx="6846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Alcance:</a:t>
            </a:r>
            <a:endParaRPr b="1" sz="1100"/>
          </a:p>
        </p:txBody>
      </p:sp>
      <p:sp>
        <p:nvSpPr>
          <p:cNvPr id="8671" name="Google Shape;8671;p143"/>
          <p:cNvSpPr txBox="1"/>
          <p:nvPr>
            <p:ph type="title"/>
          </p:nvPr>
        </p:nvSpPr>
        <p:spPr>
          <a:xfrm flipH="1">
            <a:off x="4025374" y="387675"/>
            <a:ext cx="5863200" cy="1692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000"/>
              <a:buNone/>
              <a:defRPr sz="1000">
                <a:solidFill>
                  <a:srgbClr val="000000"/>
                </a:solidFill>
              </a:defRPr>
            </a:lvl1pPr>
            <a:lvl2pPr lvl="1">
              <a:spcBef>
                <a:spcPts val="0"/>
              </a:spcBef>
              <a:spcAft>
                <a:spcPts val="0"/>
              </a:spcAft>
              <a:buClr>
                <a:srgbClr val="000000"/>
              </a:buClr>
              <a:buSzPts val="1000"/>
              <a:buNone/>
              <a:defRPr sz="1000">
                <a:solidFill>
                  <a:srgbClr val="000000"/>
                </a:solidFill>
              </a:defRPr>
            </a:lvl2pPr>
            <a:lvl3pPr lvl="2">
              <a:spcBef>
                <a:spcPts val="0"/>
              </a:spcBef>
              <a:spcAft>
                <a:spcPts val="0"/>
              </a:spcAft>
              <a:buClr>
                <a:srgbClr val="000000"/>
              </a:buClr>
              <a:buSzPts val="1000"/>
              <a:buNone/>
              <a:defRPr sz="1000">
                <a:solidFill>
                  <a:srgbClr val="000000"/>
                </a:solidFill>
              </a:defRPr>
            </a:lvl3pPr>
            <a:lvl4pPr lvl="3">
              <a:spcBef>
                <a:spcPts val="0"/>
              </a:spcBef>
              <a:spcAft>
                <a:spcPts val="0"/>
              </a:spcAft>
              <a:buClr>
                <a:srgbClr val="000000"/>
              </a:buClr>
              <a:buSzPts val="1000"/>
              <a:buNone/>
              <a:defRPr sz="1000">
                <a:solidFill>
                  <a:srgbClr val="000000"/>
                </a:solidFill>
              </a:defRPr>
            </a:lvl4pPr>
            <a:lvl5pPr lvl="4">
              <a:spcBef>
                <a:spcPts val="0"/>
              </a:spcBef>
              <a:spcAft>
                <a:spcPts val="0"/>
              </a:spcAft>
              <a:buClr>
                <a:srgbClr val="000000"/>
              </a:buClr>
              <a:buSzPts val="1000"/>
              <a:buNone/>
              <a:defRPr sz="1000">
                <a:solidFill>
                  <a:srgbClr val="000000"/>
                </a:solidFill>
              </a:defRPr>
            </a:lvl5pPr>
            <a:lvl6pPr lvl="5">
              <a:spcBef>
                <a:spcPts val="0"/>
              </a:spcBef>
              <a:spcAft>
                <a:spcPts val="0"/>
              </a:spcAft>
              <a:buClr>
                <a:srgbClr val="000000"/>
              </a:buClr>
              <a:buSzPts val="1000"/>
              <a:buNone/>
              <a:defRPr sz="1000">
                <a:solidFill>
                  <a:srgbClr val="000000"/>
                </a:solidFill>
              </a:defRPr>
            </a:lvl6pPr>
            <a:lvl7pPr lvl="6">
              <a:spcBef>
                <a:spcPts val="0"/>
              </a:spcBef>
              <a:spcAft>
                <a:spcPts val="0"/>
              </a:spcAft>
              <a:buClr>
                <a:srgbClr val="000000"/>
              </a:buClr>
              <a:buSzPts val="1000"/>
              <a:buNone/>
              <a:defRPr sz="1000">
                <a:solidFill>
                  <a:srgbClr val="000000"/>
                </a:solidFill>
              </a:defRPr>
            </a:lvl7pPr>
            <a:lvl8pPr lvl="7">
              <a:spcBef>
                <a:spcPts val="0"/>
              </a:spcBef>
              <a:spcAft>
                <a:spcPts val="0"/>
              </a:spcAft>
              <a:buClr>
                <a:srgbClr val="000000"/>
              </a:buClr>
              <a:buSzPts val="1000"/>
              <a:buNone/>
              <a:defRPr sz="1000">
                <a:solidFill>
                  <a:srgbClr val="000000"/>
                </a:solidFill>
              </a:defRPr>
            </a:lvl8pPr>
            <a:lvl9pPr lvl="8">
              <a:spcBef>
                <a:spcPts val="0"/>
              </a:spcBef>
              <a:spcAft>
                <a:spcPts val="0"/>
              </a:spcAft>
              <a:buClr>
                <a:srgbClr val="000000"/>
              </a:buClr>
              <a:buSzPts val="1000"/>
              <a:buNone/>
              <a:defRPr sz="1000">
                <a:solidFill>
                  <a:srgbClr val="000000"/>
                </a:solidFill>
              </a:defRPr>
            </a:lvl9pPr>
          </a:lstStyle>
          <a:p/>
        </p:txBody>
      </p:sp>
      <p:sp>
        <p:nvSpPr>
          <p:cNvPr id="8672" name="Google Shape;8672;p143"/>
          <p:cNvSpPr txBox="1"/>
          <p:nvPr>
            <p:ph idx="13" type="title"/>
          </p:nvPr>
        </p:nvSpPr>
        <p:spPr>
          <a:xfrm flipH="1">
            <a:off x="3208773" y="579550"/>
            <a:ext cx="6679800" cy="1692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000"/>
              <a:buNone/>
              <a:defRPr sz="1000">
                <a:solidFill>
                  <a:srgbClr val="000000"/>
                </a:solidFill>
              </a:defRPr>
            </a:lvl1pPr>
            <a:lvl2pPr lvl="1">
              <a:spcBef>
                <a:spcPts val="0"/>
              </a:spcBef>
              <a:spcAft>
                <a:spcPts val="0"/>
              </a:spcAft>
              <a:buClr>
                <a:srgbClr val="000000"/>
              </a:buClr>
              <a:buSzPts val="1000"/>
              <a:buNone/>
              <a:defRPr sz="1000">
                <a:solidFill>
                  <a:srgbClr val="000000"/>
                </a:solidFill>
              </a:defRPr>
            </a:lvl2pPr>
            <a:lvl3pPr lvl="2">
              <a:spcBef>
                <a:spcPts val="0"/>
              </a:spcBef>
              <a:spcAft>
                <a:spcPts val="0"/>
              </a:spcAft>
              <a:buClr>
                <a:srgbClr val="000000"/>
              </a:buClr>
              <a:buSzPts val="1000"/>
              <a:buNone/>
              <a:defRPr sz="1000">
                <a:solidFill>
                  <a:srgbClr val="000000"/>
                </a:solidFill>
              </a:defRPr>
            </a:lvl3pPr>
            <a:lvl4pPr lvl="3">
              <a:spcBef>
                <a:spcPts val="0"/>
              </a:spcBef>
              <a:spcAft>
                <a:spcPts val="0"/>
              </a:spcAft>
              <a:buClr>
                <a:srgbClr val="000000"/>
              </a:buClr>
              <a:buSzPts val="1000"/>
              <a:buNone/>
              <a:defRPr sz="1000">
                <a:solidFill>
                  <a:srgbClr val="000000"/>
                </a:solidFill>
              </a:defRPr>
            </a:lvl4pPr>
            <a:lvl5pPr lvl="4">
              <a:spcBef>
                <a:spcPts val="0"/>
              </a:spcBef>
              <a:spcAft>
                <a:spcPts val="0"/>
              </a:spcAft>
              <a:buClr>
                <a:srgbClr val="000000"/>
              </a:buClr>
              <a:buSzPts val="1000"/>
              <a:buNone/>
              <a:defRPr sz="1000">
                <a:solidFill>
                  <a:srgbClr val="000000"/>
                </a:solidFill>
              </a:defRPr>
            </a:lvl5pPr>
            <a:lvl6pPr lvl="5">
              <a:spcBef>
                <a:spcPts val="0"/>
              </a:spcBef>
              <a:spcAft>
                <a:spcPts val="0"/>
              </a:spcAft>
              <a:buClr>
                <a:srgbClr val="000000"/>
              </a:buClr>
              <a:buSzPts val="1000"/>
              <a:buNone/>
              <a:defRPr sz="1000">
                <a:solidFill>
                  <a:srgbClr val="000000"/>
                </a:solidFill>
              </a:defRPr>
            </a:lvl6pPr>
            <a:lvl7pPr lvl="6">
              <a:spcBef>
                <a:spcPts val="0"/>
              </a:spcBef>
              <a:spcAft>
                <a:spcPts val="0"/>
              </a:spcAft>
              <a:buClr>
                <a:srgbClr val="000000"/>
              </a:buClr>
              <a:buSzPts val="1000"/>
              <a:buNone/>
              <a:defRPr sz="1000">
                <a:solidFill>
                  <a:srgbClr val="000000"/>
                </a:solidFill>
              </a:defRPr>
            </a:lvl7pPr>
            <a:lvl8pPr lvl="7">
              <a:spcBef>
                <a:spcPts val="0"/>
              </a:spcBef>
              <a:spcAft>
                <a:spcPts val="0"/>
              </a:spcAft>
              <a:buClr>
                <a:srgbClr val="000000"/>
              </a:buClr>
              <a:buSzPts val="1000"/>
              <a:buNone/>
              <a:defRPr sz="1000">
                <a:solidFill>
                  <a:srgbClr val="000000"/>
                </a:solidFill>
              </a:defRPr>
            </a:lvl8pPr>
            <a:lvl9pPr lvl="8">
              <a:spcBef>
                <a:spcPts val="0"/>
              </a:spcBef>
              <a:spcAft>
                <a:spcPts val="0"/>
              </a:spcAft>
              <a:buClr>
                <a:srgbClr val="000000"/>
              </a:buClr>
              <a:buSzPts val="1000"/>
              <a:buNone/>
              <a:defRPr sz="1000">
                <a:solidFill>
                  <a:srgbClr val="000000"/>
                </a:solidFill>
              </a:defRPr>
            </a:lvl9pPr>
          </a:lstStyle>
          <a:p/>
        </p:txBody>
      </p:sp>
      <p:sp>
        <p:nvSpPr>
          <p:cNvPr id="8673" name="Google Shape;8673;p143"/>
          <p:cNvSpPr txBox="1"/>
          <p:nvPr>
            <p:ph idx="14" type="body"/>
          </p:nvPr>
        </p:nvSpPr>
        <p:spPr>
          <a:xfrm>
            <a:off x="641150" y="612125"/>
            <a:ext cx="1770300" cy="160500"/>
          </a:xfrm>
          <a:prstGeom prst="rect">
            <a:avLst/>
          </a:prstGeom>
          <a:noFill/>
          <a:ln>
            <a:noFill/>
          </a:ln>
        </p:spPr>
        <p:txBody>
          <a:bodyPr anchorCtr="0" anchor="t" bIns="0" lIns="0" spcFirstLastPara="1" rIns="0" wrap="square" tIns="0">
            <a:noAutofit/>
          </a:bodyPr>
          <a:lstStyle>
            <a:lvl1pPr indent="-292100" lvl="0" marL="457200" algn="ctr">
              <a:spcBef>
                <a:spcPts val="0"/>
              </a:spcBef>
              <a:spcAft>
                <a:spcPts val="0"/>
              </a:spcAft>
              <a:buClr>
                <a:srgbClr val="FFFFFF"/>
              </a:buClr>
              <a:buSzPts val="1000"/>
              <a:buChar char="●"/>
              <a:defRPr sz="1000">
                <a:solidFill>
                  <a:srgbClr val="FFFFFF"/>
                </a:solidFill>
              </a:defRPr>
            </a:lvl1pPr>
            <a:lvl2pPr indent="-292100" lvl="1" marL="914400" algn="ctr">
              <a:spcBef>
                <a:spcPts val="0"/>
              </a:spcBef>
              <a:spcAft>
                <a:spcPts val="0"/>
              </a:spcAft>
              <a:buClr>
                <a:srgbClr val="FFFFFF"/>
              </a:buClr>
              <a:buSzPts val="1000"/>
              <a:buChar char="○"/>
              <a:defRPr sz="1000">
                <a:solidFill>
                  <a:srgbClr val="FFFFFF"/>
                </a:solidFill>
              </a:defRPr>
            </a:lvl2pPr>
            <a:lvl3pPr indent="-292100" lvl="2" marL="1371600" algn="ctr">
              <a:spcBef>
                <a:spcPts val="0"/>
              </a:spcBef>
              <a:spcAft>
                <a:spcPts val="0"/>
              </a:spcAft>
              <a:buClr>
                <a:srgbClr val="FFFFFF"/>
              </a:buClr>
              <a:buSzPts val="1000"/>
              <a:buChar char="■"/>
              <a:defRPr sz="1000">
                <a:solidFill>
                  <a:srgbClr val="FFFFFF"/>
                </a:solidFill>
              </a:defRPr>
            </a:lvl3pPr>
            <a:lvl4pPr indent="-292100" lvl="3" marL="1828800" algn="ctr">
              <a:spcBef>
                <a:spcPts val="0"/>
              </a:spcBef>
              <a:spcAft>
                <a:spcPts val="0"/>
              </a:spcAft>
              <a:buClr>
                <a:srgbClr val="FFFFFF"/>
              </a:buClr>
              <a:buSzPts val="1000"/>
              <a:buChar char="●"/>
              <a:defRPr sz="1000">
                <a:solidFill>
                  <a:srgbClr val="FFFFFF"/>
                </a:solidFill>
              </a:defRPr>
            </a:lvl4pPr>
            <a:lvl5pPr indent="-292100" lvl="4" marL="2286000" algn="ctr">
              <a:spcBef>
                <a:spcPts val="0"/>
              </a:spcBef>
              <a:spcAft>
                <a:spcPts val="0"/>
              </a:spcAft>
              <a:buClr>
                <a:srgbClr val="FFFFFF"/>
              </a:buClr>
              <a:buSzPts val="1000"/>
              <a:buChar char="○"/>
              <a:defRPr sz="1000">
                <a:solidFill>
                  <a:srgbClr val="FFFFFF"/>
                </a:solidFill>
              </a:defRPr>
            </a:lvl5pPr>
            <a:lvl6pPr indent="-292100" lvl="5" marL="2743200" algn="ctr">
              <a:spcBef>
                <a:spcPts val="0"/>
              </a:spcBef>
              <a:spcAft>
                <a:spcPts val="0"/>
              </a:spcAft>
              <a:buClr>
                <a:srgbClr val="FFFFFF"/>
              </a:buClr>
              <a:buSzPts val="1000"/>
              <a:buChar char="■"/>
              <a:defRPr sz="1000">
                <a:solidFill>
                  <a:srgbClr val="FFFFFF"/>
                </a:solidFill>
              </a:defRPr>
            </a:lvl6pPr>
            <a:lvl7pPr indent="-292100" lvl="6" marL="3200400" algn="ctr">
              <a:spcBef>
                <a:spcPts val="0"/>
              </a:spcBef>
              <a:spcAft>
                <a:spcPts val="0"/>
              </a:spcAft>
              <a:buClr>
                <a:srgbClr val="FFFFFF"/>
              </a:buClr>
              <a:buSzPts val="1000"/>
              <a:buChar char="●"/>
              <a:defRPr sz="1000">
                <a:solidFill>
                  <a:srgbClr val="FFFFFF"/>
                </a:solidFill>
              </a:defRPr>
            </a:lvl7pPr>
            <a:lvl8pPr indent="-292100" lvl="7" marL="3657600" algn="ctr">
              <a:spcBef>
                <a:spcPts val="0"/>
              </a:spcBef>
              <a:spcAft>
                <a:spcPts val="0"/>
              </a:spcAft>
              <a:buClr>
                <a:srgbClr val="FFFFFF"/>
              </a:buClr>
              <a:buSzPts val="1000"/>
              <a:buChar char="○"/>
              <a:defRPr sz="1000">
                <a:solidFill>
                  <a:srgbClr val="FFFFFF"/>
                </a:solidFill>
              </a:defRPr>
            </a:lvl8pPr>
            <a:lvl9pPr indent="-292100" lvl="8" marL="4114800" algn="ctr">
              <a:spcBef>
                <a:spcPts val="0"/>
              </a:spcBef>
              <a:spcAft>
                <a:spcPts val="0"/>
              </a:spcAft>
              <a:buClr>
                <a:srgbClr val="FFFFFF"/>
              </a:buClr>
              <a:buSzPts val="1000"/>
              <a:buChar char="■"/>
              <a:defRPr sz="1000">
                <a:solidFill>
                  <a:srgbClr val="FFFFFF"/>
                </a:solidFill>
              </a:defRPr>
            </a:lvl9pPr>
          </a:lstStyle>
          <a:p/>
        </p:txBody>
      </p:sp>
      <p:sp>
        <p:nvSpPr>
          <p:cNvPr id="8674" name="Google Shape;8674;p143"/>
          <p:cNvSpPr txBox="1"/>
          <p:nvPr/>
        </p:nvSpPr>
        <p:spPr>
          <a:xfrm>
            <a:off x="84825" y="598125"/>
            <a:ext cx="595500" cy="205800"/>
          </a:xfrm>
          <a:prstGeom prst="rect">
            <a:avLst/>
          </a:prstGeom>
          <a:noFill/>
          <a:ln>
            <a:noFill/>
          </a:ln>
        </p:spPr>
        <p:txBody>
          <a:bodyPr anchorCtr="0" anchor="t" bIns="18000" lIns="18000" spcFirstLastPara="1" rIns="18000" wrap="square" tIns="18000">
            <a:spAutoFit/>
          </a:bodyPr>
          <a:lstStyle/>
          <a:p>
            <a:pPr indent="0" lvl="0" marL="0" rtl="0" algn="l">
              <a:spcBef>
                <a:spcPts val="0"/>
              </a:spcBef>
              <a:spcAft>
                <a:spcPts val="0"/>
              </a:spcAft>
              <a:buNone/>
            </a:pPr>
            <a:r>
              <a:rPr lang="es-419" sz="1100">
                <a:solidFill>
                  <a:srgbClr val="FFFFFF"/>
                </a:solidFill>
              </a:rPr>
              <a:t>Nombre:</a:t>
            </a:r>
            <a:endParaRPr sz="1100">
              <a:solidFill>
                <a:srgbClr val="FFFFFF"/>
              </a:solidFill>
            </a:endParaRPr>
          </a:p>
        </p:txBody>
      </p:sp>
    </p:spTree>
  </p:cSld>
  <p:clrMapOvr>
    <a:masterClrMapping/>
  </p:clrMapOvr>
</p:sldLayout>
</file>

<file path=ppt/slideLayouts/slideLayout14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6 Diagrama de Pareto">
  <p:cSld name="TITLE_3_6_1_1_1_1_1_1_1_1_1_1_1">
    <p:spTree>
      <p:nvGrpSpPr>
        <p:cNvPr id="8675" name="Shape 8675"/>
        <p:cNvGrpSpPr/>
        <p:nvPr/>
      </p:nvGrpSpPr>
      <p:grpSpPr>
        <a:xfrm>
          <a:off x="0" y="0"/>
          <a:ext cx="0" cy="0"/>
          <a:chOff x="0" y="0"/>
          <a:chExt cx="0" cy="0"/>
        </a:xfrm>
      </p:grpSpPr>
      <p:sp>
        <p:nvSpPr>
          <p:cNvPr id="8676" name="Google Shape;8676;p144"/>
          <p:cNvSpPr/>
          <p:nvPr/>
        </p:nvSpPr>
        <p:spPr>
          <a:xfrm>
            <a:off x="97888" y="377012"/>
            <a:ext cx="9893400" cy="296700"/>
          </a:xfrm>
          <a:prstGeom prst="roundRect">
            <a:avLst>
              <a:gd fmla="val 22902" name="adj"/>
            </a:avLst>
          </a:prstGeom>
          <a:solidFill>
            <a:srgbClr val="F3F3F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8677" name="Google Shape;8677;p144"/>
          <p:cNvSpPr/>
          <p:nvPr/>
        </p:nvSpPr>
        <p:spPr>
          <a:xfrm>
            <a:off x="77688" y="358938"/>
            <a:ext cx="9935700" cy="6438000"/>
          </a:xfrm>
          <a:prstGeom prst="roundRect">
            <a:avLst>
              <a:gd fmla="val 2618" name="adj"/>
            </a:avLst>
          </a:prstGeom>
          <a:solidFill>
            <a:srgbClr val="FFFFFF"/>
          </a:solidFill>
          <a:ln cap="flat" cmpd="sng" w="38100">
            <a:solidFill>
              <a:srgbClr val="000000"/>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678" name="Google Shape;8678;p144"/>
          <p:cNvCxnSpPr/>
          <p:nvPr/>
        </p:nvCxnSpPr>
        <p:spPr>
          <a:xfrm>
            <a:off x="77688" y="772614"/>
            <a:ext cx="9935700" cy="0"/>
          </a:xfrm>
          <a:prstGeom prst="straightConnector1">
            <a:avLst/>
          </a:prstGeom>
          <a:noFill/>
          <a:ln cap="flat" cmpd="sng" w="19050">
            <a:solidFill>
              <a:srgbClr val="000000"/>
            </a:solidFill>
            <a:prstDash val="solid"/>
            <a:round/>
            <a:headEnd len="med" w="med" type="none"/>
            <a:tailEnd len="med" w="med" type="none"/>
          </a:ln>
        </p:spPr>
      </p:cxnSp>
      <p:cxnSp>
        <p:nvCxnSpPr>
          <p:cNvPr id="8679" name="Google Shape;8679;p144"/>
          <p:cNvCxnSpPr/>
          <p:nvPr/>
        </p:nvCxnSpPr>
        <p:spPr>
          <a:xfrm rot="10800000">
            <a:off x="2439038" y="368188"/>
            <a:ext cx="0" cy="402300"/>
          </a:xfrm>
          <a:prstGeom prst="straightConnector1">
            <a:avLst/>
          </a:prstGeom>
          <a:noFill/>
          <a:ln cap="flat" cmpd="sng" w="19050">
            <a:solidFill>
              <a:srgbClr val="000000"/>
            </a:solidFill>
            <a:prstDash val="solid"/>
            <a:round/>
            <a:headEnd len="med" w="med" type="none"/>
            <a:tailEnd len="med" w="med" type="none"/>
          </a:ln>
        </p:spPr>
      </p:cxnSp>
      <p:sp>
        <p:nvSpPr>
          <p:cNvPr id="8680" name="Google Shape;8680;p144"/>
          <p:cNvSpPr/>
          <p:nvPr/>
        </p:nvSpPr>
        <p:spPr>
          <a:xfrm>
            <a:off x="77688" y="349338"/>
            <a:ext cx="2361300" cy="421200"/>
          </a:xfrm>
          <a:prstGeom prst="roundRect">
            <a:avLst>
              <a:gd fmla="val 50000" name="adj"/>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s-419" sz="1200">
                <a:solidFill>
                  <a:srgbClr val="FFFFFF"/>
                </a:solidFill>
              </a:rPr>
              <a:t>Diagrama de Pareto</a:t>
            </a:r>
            <a:endParaRPr b="1" sz="1200">
              <a:solidFill>
                <a:srgbClr val="FFFFFF"/>
              </a:solidFill>
            </a:endParaRPr>
          </a:p>
          <a:p>
            <a:pPr indent="0" lvl="0" marL="0" rtl="0" algn="ctr">
              <a:spcBef>
                <a:spcPts val="0"/>
              </a:spcBef>
              <a:spcAft>
                <a:spcPts val="0"/>
              </a:spcAft>
              <a:buNone/>
            </a:pPr>
            <a:r>
              <a:t/>
            </a:r>
            <a:endParaRPr b="1" sz="1200">
              <a:solidFill>
                <a:srgbClr val="FFFFFF"/>
              </a:solidFill>
            </a:endParaRPr>
          </a:p>
        </p:txBody>
      </p:sp>
      <p:sp>
        <p:nvSpPr>
          <p:cNvPr id="8681" name="Google Shape;8681;p144"/>
          <p:cNvSpPr/>
          <p:nvPr/>
        </p:nvSpPr>
        <p:spPr>
          <a:xfrm>
            <a:off x="83988" y="595504"/>
            <a:ext cx="190200" cy="1692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2" name="Google Shape;8682;p144"/>
          <p:cNvSpPr/>
          <p:nvPr/>
        </p:nvSpPr>
        <p:spPr>
          <a:xfrm>
            <a:off x="2292338" y="358938"/>
            <a:ext cx="146700" cy="4023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3" name="Google Shape;8683;p144"/>
          <p:cNvSpPr txBox="1"/>
          <p:nvPr/>
        </p:nvSpPr>
        <p:spPr>
          <a:xfrm>
            <a:off x="2524025" y="387675"/>
            <a:ext cx="15012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Unid. Organizacional:</a:t>
            </a:r>
            <a:endParaRPr b="1" sz="1100"/>
          </a:p>
        </p:txBody>
      </p:sp>
      <p:sp>
        <p:nvSpPr>
          <p:cNvPr id="8684" name="Google Shape;8684;p144"/>
          <p:cNvSpPr txBox="1"/>
          <p:nvPr/>
        </p:nvSpPr>
        <p:spPr>
          <a:xfrm>
            <a:off x="2524020" y="579550"/>
            <a:ext cx="6846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Alcance:</a:t>
            </a:r>
            <a:endParaRPr b="1" sz="1100"/>
          </a:p>
        </p:txBody>
      </p:sp>
      <p:sp>
        <p:nvSpPr>
          <p:cNvPr id="8685" name="Google Shape;8685;p144"/>
          <p:cNvSpPr txBox="1"/>
          <p:nvPr>
            <p:ph type="title"/>
          </p:nvPr>
        </p:nvSpPr>
        <p:spPr>
          <a:xfrm flipH="1">
            <a:off x="4025374" y="387675"/>
            <a:ext cx="5863200" cy="1692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000"/>
              <a:buNone/>
              <a:defRPr sz="1000">
                <a:solidFill>
                  <a:srgbClr val="000000"/>
                </a:solidFill>
              </a:defRPr>
            </a:lvl1pPr>
            <a:lvl2pPr lvl="1">
              <a:spcBef>
                <a:spcPts val="0"/>
              </a:spcBef>
              <a:spcAft>
                <a:spcPts val="0"/>
              </a:spcAft>
              <a:buClr>
                <a:srgbClr val="000000"/>
              </a:buClr>
              <a:buSzPts val="1000"/>
              <a:buNone/>
              <a:defRPr sz="1000">
                <a:solidFill>
                  <a:srgbClr val="000000"/>
                </a:solidFill>
              </a:defRPr>
            </a:lvl2pPr>
            <a:lvl3pPr lvl="2">
              <a:spcBef>
                <a:spcPts val="0"/>
              </a:spcBef>
              <a:spcAft>
                <a:spcPts val="0"/>
              </a:spcAft>
              <a:buClr>
                <a:srgbClr val="000000"/>
              </a:buClr>
              <a:buSzPts val="1000"/>
              <a:buNone/>
              <a:defRPr sz="1000">
                <a:solidFill>
                  <a:srgbClr val="000000"/>
                </a:solidFill>
              </a:defRPr>
            </a:lvl3pPr>
            <a:lvl4pPr lvl="3">
              <a:spcBef>
                <a:spcPts val="0"/>
              </a:spcBef>
              <a:spcAft>
                <a:spcPts val="0"/>
              </a:spcAft>
              <a:buClr>
                <a:srgbClr val="000000"/>
              </a:buClr>
              <a:buSzPts val="1000"/>
              <a:buNone/>
              <a:defRPr sz="1000">
                <a:solidFill>
                  <a:srgbClr val="000000"/>
                </a:solidFill>
              </a:defRPr>
            </a:lvl4pPr>
            <a:lvl5pPr lvl="4">
              <a:spcBef>
                <a:spcPts val="0"/>
              </a:spcBef>
              <a:spcAft>
                <a:spcPts val="0"/>
              </a:spcAft>
              <a:buClr>
                <a:srgbClr val="000000"/>
              </a:buClr>
              <a:buSzPts val="1000"/>
              <a:buNone/>
              <a:defRPr sz="1000">
                <a:solidFill>
                  <a:srgbClr val="000000"/>
                </a:solidFill>
              </a:defRPr>
            </a:lvl5pPr>
            <a:lvl6pPr lvl="5">
              <a:spcBef>
                <a:spcPts val="0"/>
              </a:spcBef>
              <a:spcAft>
                <a:spcPts val="0"/>
              </a:spcAft>
              <a:buClr>
                <a:srgbClr val="000000"/>
              </a:buClr>
              <a:buSzPts val="1000"/>
              <a:buNone/>
              <a:defRPr sz="1000">
                <a:solidFill>
                  <a:srgbClr val="000000"/>
                </a:solidFill>
              </a:defRPr>
            </a:lvl6pPr>
            <a:lvl7pPr lvl="6">
              <a:spcBef>
                <a:spcPts val="0"/>
              </a:spcBef>
              <a:spcAft>
                <a:spcPts val="0"/>
              </a:spcAft>
              <a:buClr>
                <a:srgbClr val="000000"/>
              </a:buClr>
              <a:buSzPts val="1000"/>
              <a:buNone/>
              <a:defRPr sz="1000">
                <a:solidFill>
                  <a:srgbClr val="000000"/>
                </a:solidFill>
              </a:defRPr>
            </a:lvl7pPr>
            <a:lvl8pPr lvl="7">
              <a:spcBef>
                <a:spcPts val="0"/>
              </a:spcBef>
              <a:spcAft>
                <a:spcPts val="0"/>
              </a:spcAft>
              <a:buClr>
                <a:srgbClr val="000000"/>
              </a:buClr>
              <a:buSzPts val="1000"/>
              <a:buNone/>
              <a:defRPr sz="1000">
                <a:solidFill>
                  <a:srgbClr val="000000"/>
                </a:solidFill>
              </a:defRPr>
            </a:lvl8pPr>
            <a:lvl9pPr lvl="8">
              <a:spcBef>
                <a:spcPts val="0"/>
              </a:spcBef>
              <a:spcAft>
                <a:spcPts val="0"/>
              </a:spcAft>
              <a:buClr>
                <a:srgbClr val="000000"/>
              </a:buClr>
              <a:buSzPts val="1000"/>
              <a:buNone/>
              <a:defRPr sz="1000">
                <a:solidFill>
                  <a:srgbClr val="000000"/>
                </a:solidFill>
              </a:defRPr>
            </a:lvl9pPr>
          </a:lstStyle>
          <a:p/>
        </p:txBody>
      </p:sp>
      <p:sp>
        <p:nvSpPr>
          <p:cNvPr id="8686" name="Google Shape;8686;p144"/>
          <p:cNvSpPr txBox="1"/>
          <p:nvPr>
            <p:ph idx="2" type="title"/>
          </p:nvPr>
        </p:nvSpPr>
        <p:spPr>
          <a:xfrm flipH="1">
            <a:off x="3208773" y="579550"/>
            <a:ext cx="6679800" cy="1692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000"/>
              <a:buNone/>
              <a:defRPr sz="1000">
                <a:solidFill>
                  <a:srgbClr val="000000"/>
                </a:solidFill>
              </a:defRPr>
            </a:lvl1pPr>
            <a:lvl2pPr lvl="1">
              <a:spcBef>
                <a:spcPts val="0"/>
              </a:spcBef>
              <a:spcAft>
                <a:spcPts val="0"/>
              </a:spcAft>
              <a:buClr>
                <a:srgbClr val="000000"/>
              </a:buClr>
              <a:buSzPts val="1000"/>
              <a:buNone/>
              <a:defRPr sz="1000">
                <a:solidFill>
                  <a:srgbClr val="000000"/>
                </a:solidFill>
              </a:defRPr>
            </a:lvl2pPr>
            <a:lvl3pPr lvl="2">
              <a:spcBef>
                <a:spcPts val="0"/>
              </a:spcBef>
              <a:spcAft>
                <a:spcPts val="0"/>
              </a:spcAft>
              <a:buClr>
                <a:srgbClr val="000000"/>
              </a:buClr>
              <a:buSzPts val="1000"/>
              <a:buNone/>
              <a:defRPr sz="1000">
                <a:solidFill>
                  <a:srgbClr val="000000"/>
                </a:solidFill>
              </a:defRPr>
            </a:lvl3pPr>
            <a:lvl4pPr lvl="3">
              <a:spcBef>
                <a:spcPts val="0"/>
              </a:spcBef>
              <a:spcAft>
                <a:spcPts val="0"/>
              </a:spcAft>
              <a:buClr>
                <a:srgbClr val="000000"/>
              </a:buClr>
              <a:buSzPts val="1000"/>
              <a:buNone/>
              <a:defRPr sz="1000">
                <a:solidFill>
                  <a:srgbClr val="000000"/>
                </a:solidFill>
              </a:defRPr>
            </a:lvl4pPr>
            <a:lvl5pPr lvl="4">
              <a:spcBef>
                <a:spcPts val="0"/>
              </a:spcBef>
              <a:spcAft>
                <a:spcPts val="0"/>
              </a:spcAft>
              <a:buClr>
                <a:srgbClr val="000000"/>
              </a:buClr>
              <a:buSzPts val="1000"/>
              <a:buNone/>
              <a:defRPr sz="1000">
                <a:solidFill>
                  <a:srgbClr val="000000"/>
                </a:solidFill>
              </a:defRPr>
            </a:lvl5pPr>
            <a:lvl6pPr lvl="5">
              <a:spcBef>
                <a:spcPts val="0"/>
              </a:spcBef>
              <a:spcAft>
                <a:spcPts val="0"/>
              </a:spcAft>
              <a:buClr>
                <a:srgbClr val="000000"/>
              </a:buClr>
              <a:buSzPts val="1000"/>
              <a:buNone/>
              <a:defRPr sz="1000">
                <a:solidFill>
                  <a:srgbClr val="000000"/>
                </a:solidFill>
              </a:defRPr>
            </a:lvl6pPr>
            <a:lvl7pPr lvl="6">
              <a:spcBef>
                <a:spcPts val="0"/>
              </a:spcBef>
              <a:spcAft>
                <a:spcPts val="0"/>
              </a:spcAft>
              <a:buClr>
                <a:srgbClr val="000000"/>
              </a:buClr>
              <a:buSzPts val="1000"/>
              <a:buNone/>
              <a:defRPr sz="1000">
                <a:solidFill>
                  <a:srgbClr val="000000"/>
                </a:solidFill>
              </a:defRPr>
            </a:lvl7pPr>
            <a:lvl8pPr lvl="7">
              <a:spcBef>
                <a:spcPts val="0"/>
              </a:spcBef>
              <a:spcAft>
                <a:spcPts val="0"/>
              </a:spcAft>
              <a:buClr>
                <a:srgbClr val="000000"/>
              </a:buClr>
              <a:buSzPts val="1000"/>
              <a:buNone/>
              <a:defRPr sz="1000">
                <a:solidFill>
                  <a:srgbClr val="000000"/>
                </a:solidFill>
              </a:defRPr>
            </a:lvl8pPr>
            <a:lvl9pPr lvl="8">
              <a:spcBef>
                <a:spcPts val="0"/>
              </a:spcBef>
              <a:spcAft>
                <a:spcPts val="0"/>
              </a:spcAft>
              <a:buClr>
                <a:srgbClr val="000000"/>
              </a:buClr>
              <a:buSzPts val="1000"/>
              <a:buNone/>
              <a:defRPr sz="1000">
                <a:solidFill>
                  <a:srgbClr val="000000"/>
                </a:solidFill>
              </a:defRPr>
            </a:lvl9pPr>
          </a:lstStyle>
          <a:p/>
        </p:txBody>
      </p:sp>
      <p:sp>
        <p:nvSpPr>
          <p:cNvPr id="8687" name="Google Shape;8687;p144"/>
          <p:cNvSpPr txBox="1"/>
          <p:nvPr>
            <p:ph idx="1" type="body"/>
          </p:nvPr>
        </p:nvSpPr>
        <p:spPr>
          <a:xfrm>
            <a:off x="641150" y="612125"/>
            <a:ext cx="1770300" cy="160500"/>
          </a:xfrm>
          <a:prstGeom prst="rect">
            <a:avLst/>
          </a:prstGeom>
          <a:noFill/>
          <a:ln>
            <a:noFill/>
          </a:ln>
        </p:spPr>
        <p:txBody>
          <a:bodyPr anchorCtr="0" anchor="t" bIns="0" lIns="0" spcFirstLastPara="1" rIns="0" wrap="square" tIns="0">
            <a:noAutofit/>
          </a:bodyPr>
          <a:lstStyle>
            <a:lvl1pPr indent="-292100" lvl="0" marL="457200" algn="ctr">
              <a:spcBef>
                <a:spcPts val="0"/>
              </a:spcBef>
              <a:spcAft>
                <a:spcPts val="0"/>
              </a:spcAft>
              <a:buClr>
                <a:srgbClr val="FFFFFF"/>
              </a:buClr>
              <a:buSzPts val="1000"/>
              <a:buChar char="●"/>
              <a:defRPr sz="1000">
                <a:solidFill>
                  <a:srgbClr val="FFFFFF"/>
                </a:solidFill>
              </a:defRPr>
            </a:lvl1pPr>
            <a:lvl2pPr indent="-292100" lvl="1" marL="914400" algn="ctr">
              <a:spcBef>
                <a:spcPts val="0"/>
              </a:spcBef>
              <a:spcAft>
                <a:spcPts val="0"/>
              </a:spcAft>
              <a:buClr>
                <a:srgbClr val="FFFFFF"/>
              </a:buClr>
              <a:buSzPts val="1000"/>
              <a:buChar char="○"/>
              <a:defRPr sz="1000">
                <a:solidFill>
                  <a:srgbClr val="FFFFFF"/>
                </a:solidFill>
              </a:defRPr>
            </a:lvl2pPr>
            <a:lvl3pPr indent="-292100" lvl="2" marL="1371600" algn="ctr">
              <a:spcBef>
                <a:spcPts val="0"/>
              </a:spcBef>
              <a:spcAft>
                <a:spcPts val="0"/>
              </a:spcAft>
              <a:buClr>
                <a:srgbClr val="FFFFFF"/>
              </a:buClr>
              <a:buSzPts val="1000"/>
              <a:buChar char="■"/>
              <a:defRPr sz="1000">
                <a:solidFill>
                  <a:srgbClr val="FFFFFF"/>
                </a:solidFill>
              </a:defRPr>
            </a:lvl3pPr>
            <a:lvl4pPr indent="-292100" lvl="3" marL="1828800" algn="ctr">
              <a:spcBef>
                <a:spcPts val="0"/>
              </a:spcBef>
              <a:spcAft>
                <a:spcPts val="0"/>
              </a:spcAft>
              <a:buClr>
                <a:srgbClr val="FFFFFF"/>
              </a:buClr>
              <a:buSzPts val="1000"/>
              <a:buChar char="●"/>
              <a:defRPr sz="1000">
                <a:solidFill>
                  <a:srgbClr val="FFFFFF"/>
                </a:solidFill>
              </a:defRPr>
            </a:lvl4pPr>
            <a:lvl5pPr indent="-292100" lvl="4" marL="2286000" algn="ctr">
              <a:spcBef>
                <a:spcPts val="0"/>
              </a:spcBef>
              <a:spcAft>
                <a:spcPts val="0"/>
              </a:spcAft>
              <a:buClr>
                <a:srgbClr val="FFFFFF"/>
              </a:buClr>
              <a:buSzPts val="1000"/>
              <a:buChar char="○"/>
              <a:defRPr sz="1000">
                <a:solidFill>
                  <a:srgbClr val="FFFFFF"/>
                </a:solidFill>
              </a:defRPr>
            </a:lvl5pPr>
            <a:lvl6pPr indent="-292100" lvl="5" marL="2743200" algn="ctr">
              <a:spcBef>
                <a:spcPts val="0"/>
              </a:spcBef>
              <a:spcAft>
                <a:spcPts val="0"/>
              </a:spcAft>
              <a:buClr>
                <a:srgbClr val="FFFFFF"/>
              </a:buClr>
              <a:buSzPts val="1000"/>
              <a:buChar char="■"/>
              <a:defRPr sz="1000">
                <a:solidFill>
                  <a:srgbClr val="FFFFFF"/>
                </a:solidFill>
              </a:defRPr>
            </a:lvl6pPr>
            <a:lvl7pPr indent="-292100" lvl="6" marL="3200400" algn="ctr">
              <a:spcBef>
                <a:spcPts val="0"/>
              </a:spcBef>
              <a:spcAft>
                <a:spcPts val="0"/>
              </a:spcAft>
              <a:buClr>
                <a:srgbClr val="FFFFFF"/>
              </a:buClr>
              <a:buSzPts val="1000"/>
              <a:buChar char="●"/>
              <a:defRPr sz="1000">
                <a:solidFill>
                  <a:srgbClr val="FFFFFF"/>
                </a:solidFill>
              </a:defRPr>
            </a:lvl7pPr>
            <a:lvl8pPr indent="-292100" lvl="7" marL="3657600" algn="ctr">
              <a:spcBef>
                <a:spcPts val="0"/>
              </a:spcBef>
              <a:spcAft>
                <a:spcPts val="0"/>
              </a:spcAft>
              <a:buClr>
                <a:srgbClr val="FFFFFF"/>
              </a:buClr>
              <a:buSzPts val="1000"/>
              <a:buChar char="○"/>
              <a:defRPr sz="1000">
                <a:solidFill>
                  <a:srgbClr val="FFFFFF"/>
                </a:solidFill>
              </a:defRPr>
            </a:lvl8pPr>
            <a:lvl9pPr indent="-292100" lvl="8" marL="4114800" algn="ctr">
              <a:spcBef>
                <a:spcPts val="0"/>
              </a:spcBef>
              <a:spcAft>
                <a:spcPts val="0"/>
              </a:spcAft>
              <a:buClr>
                <a:srgbClr val="FFFFFF"/>
              </a:buClr>
              <a:buSzPts val="1000"/>
              <a:buChar char="■"/>
              <a:defRPr sz="1000">
                <a:solidFill>
                  <a:srgbClr val="FFFFFF"/>
                </a:solidFill>
              </a:defRPr>
            </a:lvl9pPr>
          </a:lstStyle>
          <a:p/>
        </p:txBody>
      </p:sp>
      <p:sp>
        <p:nvSpPr>
          <p:cNvPr id="8688" name="Google Shape;8688;p144"/>
          <p:cNvSpPr txBox="1"/>
          <p:nvPr/>
        </p:nvSpPr>
        <p:spPr>
          <a:xfrm>
            <a:off x="84825" y="598125"/>
            <a:ext cx="595500" cy="205800"/>
          </a:xfrm>
          <a:prstGeom prst="rect">
            <a:avLst/>
          </a:prstGeom>
          <a:noFill/>
          <a:ln>
            <a:noFill/>
          </a:ln>
        </p:spPr>
        <p:txBody>
          <a:bodyPr anchorCtr="0" anchor="t" bIns="18000" lIns="18000" spcFirstLastPara="1" rIns="18000" wrap="square" tIns="18000">
            <a:spAutoFit/>
          </a:bodyPr>
          <a:lstStyle/>
          <a:p>
            <a:pPr indent="0" lvl="0" marL="0" rtl="0" algn="l">
              <a:spcBef>
                <a:spcPts val="0"/>
              </a:spcBef>
              <a:spcAft>
                <a:spcPts val="0"/>
              </a:spcAft>
              <a:buNone/>
            </a:pPr>
            <a:r>
              <a:rPr lang="es-419" sz="1100">
                <a:solidFill>
                  <a:srgbClr val="FFFFFF"/>
                </a:solidFill>
              </a:rPr>
              <a:t>Nombre:</a:t>
            </a:r>
            <a:endParaRPr sz="1100">
              <a:solidFill>
                <a:srgbClr val="FFFFFF"/>
              </a:solidFill>
            </a:endParaRPr>
          </a:p>
        </p:txBody>
      </p:sp>
    </p:spTree>
  </p:cSld>
  <p:clrMapOvr>
    <a:masterClrMapping/>
  </p:clrMapOvr>
</p:sldLayout>
</file>

<file path=ppt/slideLayouts/slideLayout14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2. Formulario en Papel">
  <p:cSld name="TITLE_3_6_1_1_1_1_1_1_1_1_1_1_1_1">
    <p:spTree>
      <p:nvGrpSpPr>
        <p:cNvPr id="8689" name="Shape 8689"/>
        <p:cNvGrpSpPr/>
        <p:nvPr/>
      </p:nvGrpSpPr>
      <p:grpSpPr>
        <a:xfrm>
          <a:off x="0" y="0"/>
          <a:ext cx="0" cy="0"/>
          <a:chOff x="0" y="0"/>
          <a:chExt cx="0" cy="0"/>
        </a:xfrm>
      </p:grpSpPr>
      <p:sp>
        <p:nvSpPr>
          <p:cNvPr id="8690" name="Google Shape;8690;p145"/>
          <p:cNvSpPr/>
          <p:nvPr/>
        </p:nvSpPr>
        <p:spPr>
          <a:xfrm>
            <a:off x="97888" y="377012"/>
            <a:ext cx="9893400" cy="296700"/>
          </a:xfrm>
          <a:prstGeom prst="roundRect">
            <a:avLst>
              <a:gd fmla="val 22902" name="adj"/>
            </a:avLst>
          </a:prstGeom>
          <a:solidFill>
            <a:srgbClr val="F3F3F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8691" name="Google Shape;8691;p145"/>
          <p:cNvSpPr/>
          <p:nvPr/>
        </p:nvSpPr>
        <p:spPr>
          <a:xfrm>
            <a:off x="77688" y="358938"/>
            <a:ext cx="9935700" cy="6438000"/>
          </a:xfrm>
          <a:prstGeom prst="roundRect">
            <a:avLst>
              <a:gd fmla="val 2618" name="adj"/>
            </a:avLst>
          </a:prstGeom>
          <a:solidFill>
            <a:srgbClr val="FFFFFF"/>
          </a:solidFill>
          <a:ln cap="flat" cmpd="sng" w="38100">
            <a:solidFill>
              <a:srgbClr val="000000"/>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692" name="Google Shape;8692;p145"/>
          <p:cNvCxnSpPr/>
          <p:nvPr/>
        </p:nvCxnSpPr>
        <p:spPr>
          <a:xfrm>
            <a:off x="77688" y="772614"/>
            <a:ext cx="9935700" cy="0"/>
          </a:xfrm>
          <a:prstGeom prst="straightConnector1">
            <a:avLst/>
          </a:prstGeom>
          <a:noFill/>
          <a:ln cap="flat" cmpd="sng" w="19050">
            <a:solidFill>
              <a:srgbClr val="000000"/>
            </a:solidFill>
            <a:prstDash val="solid"/>
            <a:round/>
            <a:headEnd len="med" w="med" type="none"/>
            <a:tailEnd len="med" w="med" type="none"/>
          </a:ln>
        </p:spPr>
      </p:cxnSp>
      <p:cxnSp>
        <p:nvCxnSpPr>
          <p:cNvPr id="8693" name="Google Shape;8693;p145"/>
          <p:cNvCxnSpPr/>
          <p:nvPr/>
        </p:nvCxnSpPr>
        <p:spPr>
          <a:xfrm rot="10800000">
            <a:off x="2439038" y="368188"/>
            <a:ext cx="0" cy="402300"/>
          </a:xfrm>
          <a:prstGeom prst="straightConnector1">
            <a:avLst/>
          </a:prstGeom>
          <a:noFill/>
          <a:ln cap="flat" cmpd="sng" w="19050">
            <a:solidFill>
              <a:srgbClr val="000000"/>
            </a:solidFill>
            <a:prstDash val="solid"/>
            <a:round/>
            <a:headEnd len="med" w="med" type="none"/>
            <a:tailEnd len="med" w="med" type="none"/>
          </a:ln>
        </p:spPr>
      </p:cxnSp>
      <p:sp>
        <p:nvSpPr>
          <p:cNvPr id="8694" name="Google Shape;8694;p145"/>
          <p:cNvSpPr txBox="1"/>
          <p:nvPr>
            <p:ph type="title"/>
          </p:nvPr>
        </p:nvSpPr>
        <p:spPr>
          <a:xfrm flipH="1">
            <a:off x="4817550" y="437575"/>
            <a:ext cx="5055600" cy="2658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200"/>
              <a:buNone/>
              <a:defRPr sz="1200">
                <a:solidFill>
                  <a:srgbClr val="000000"/>
                </a:solidFill>
              </a:defRPr>
            </a:lvl1pPr>
            <a:lvl2pPr lvl="1">
              <a:spcBef>
                <a:spcPts val="0"/>
              </a:spcBef>
              <a:spcAft>
                <a:spcPts val="0"/>
              </a:spcAft>
              <a:buClr>
                <a:srgbClr val="000000"/>
              </a:buClr>
              <a:buSzPts val="1100"/>
              <a:buNone/>
              <a:defRPr sz="1100">
                <a:solidFill>
                  <a:srgbClr val="000000"/>
                </a:solidFill>
              </a:defRPr>
            </a:lvl2pPr>
            <a:lvl3pPr lvl="2">
              <a:spcBef>
                <a:spcPts val="0"/>
              </a:spcBef>
              <a:spcAft>
                <a:spcPts val="0"/>
              </a:spcAft>
              <a:buClr>
                <a:srgbClr val="000000"/>
              </a:buClr>
              <a:buSzPts val="1100"/>
              <a:buNone/>
              <a:defRPr sz="1100">
                <a:solidFill>
                  <a:srgbClr val="000000"/>
                </a:solidFill>
              </a:defRPr>
            </a:lvl3pPr>
            <a:lvl4pPr lvl="3">
              <a:spcBef>
                <a:spcPts val="0"/>
              </a:spcBef>
              <a:spcAft>
                <a:spcPts val="0"/>
              </a:spcAft>
              <a:buClr>
                <a:srgbClr val="000000"/>
              </a:buClr>
              <a:buSzPts val="1100"/>
              <a:buNone/>
              <a:defRPr sz="1100">
                <a:solidFill>
                  <a:srgbClr val="000000"/>
                </a:solidFill>
              </a:defRPr>
            </a:lvl4pPr>
            <a:lvl5pPr lvl="4">
              <a:spcBef>
                <a:spcPts val="0"/>
              </a:spcBef>
              <a:spcAft>
                <a:spcPts val="0"/>
              </a:spcAft>
              <a:buClr>
                <a:srgbClr val="000000"/>
              </a:buClr>
              <a:buSzPts val="1100"/>
              <a:buNone/>
              <a:defRPr sz="1100">
                <a:solidFill>
                  <a:srgbClr val="000000"/>
                </a:solidFill>
              </a:defRPr>
            </a:lvl5pPr>
            <a:lvl6pPr lvl="5">
              <a:spcBef>
                <a:spcPts val="0"/>
              </a:spcBef>
              <a:spcAft>
                <a:spcPts val="0"/>
              </a:spcAft>
              <a:buClr>
                <a:srgbClr val="000000"/>
              </a:buClr>
              <a:buSzPts val="1100"/>
              <a:buNone/>
              <a:defRPr sz="1100">
                <a:solidFill>
                  <a:srgbClr val="000000"/>
                </a:solidFill>
              </a:defRPr>
            </a:lvl6pPr>
            <a:lvl7pPr lvl="6">
              <a:spcBef>
                <a:spcPts val="0"/>
              </a:spcBef>
              <a:spcAft>
                <a:spcPts val="0"/>
              </a:spcAft>
              <a:buClr>
                <a:srgbClr val="000000"/>
              </a:buClr>
              <a:buSzPts val="1100"/>
              <a:buNone/>
              <a:defRPr sz="1100">
                <a:solidFill>
                  <a:srgbClr val="000000"/>
                </a:solidFill>
              </a:defRPr>
            </a:lvl7pPr>
            <a:lvl8pPr lvl="7">
              <a:spcBef>
                <a:spcPts val="0"/>
              </a:spcBef>
              <a:spcAft>
                <a:spcPts val="0"/>
              </a:spcAft>
              <a:buClr>
                <a:srgbClr val="000000"/>
              </a:buClr>
              <a:buSzPts val="1100"/>
              <a:buNone/>
              <a:defRPr sz="1100">
                <a:solidFill>
                  <a:srgbClr val="000000"/>
                </a:solidFill>
              </a:defRPr>
            </a:lvl8pPr>
            <a:lvl9pPr lvl="8">
              <a:spcBef>
                <a:spcPts val="0"/>
              </a:spcBef>
              <a:spcAft>
                <a:spcPts val="0"/>
              </a:spcAft>
              <a:buClr>
                <a:srgbClr val="000000"/>
              </a:buClr>
              <a:buSzPts val="1100"/>
              <a:buNone/>
              <a:defRPr sz="1100">
                <a:solidFill>
                  <a:srgbClr val="000000"/>
                </a:solidFill>
              </a:defRPr>
            </a:lvl9pPr>
          </a:lstStyle>
          <a:p/>
        </p:txBody>
      </p:sp>
      <p:sp>
        <p:nvSpPr>
          <p:cNvPr id="8695" name="Google Shape;8695;p145"/>
          <p:cNvSpPr txBox="1"/>
          <p:nvPr/>
        </p:nvSpPr>
        <p:spPr>
          <a:xfrm>
            <a:off x="2513449" y="437275"/>
            <a:ext cx="2304000" cy="2664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b="1" lang="es-419" sz="1100"/>
              <a:t>Nombre del proceso relacionado:</a:t>
            </a:r>
            <a:endParaRPr b="1" sz="1100"/>
          </a:p>
        </p:txBody>
      </p:sp>
      <p:sp>
        <p:nvSpPr>
          <p:cNvPr id="8696" name="Google Shape;8696;p145"/>
          <p:cNvSpPr/>
          <p:nvPr/>
        </p:nvSpPr>
        <p:spPr>
          <a:xfrm>
            <a:off x="77688" y="349338"/>
            <a:ext cx="2361300" cy="421200"/>
          </a:xfrm>
          <a:prstGeom prst="roundRect">
            <a:avLst>
              <a:gd fmla="val 50000" name="adj"/>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s-419" sz="1200">
                <a:solidFill>
                  <a:srgbClr val="FFFFFF"/>
                </a:solidFill>
              </a:rPr>
              <a:t>Formularios en Papel</a:t>
            </a:r>
            <a:endParaRPr b="1" sz="1200">
              <a:solidFill>
                <a:srgbClr val="FFFFFF"/>
              </a:solidFill>
            </a:endParaRPr>
          </a:p>
          <a:p>
            <a:pPr indent="0" lvl="0" marL="0" rtl="0" algn="ctr">
              <a:spcBef>
                <a:spcPts val="0"/>
              </a:spcBef>
              <a:spcAft>
                <a:spcPts val="0"/>
              </a:spcAft>
              <a:buNone/>
            </a:pPr>
            <a:r>
              <a:t/>
            </a:r>
            <a:endParaRPr b="1" sz="1200">
              <a:solidFill>
                <a:srgbClr val="FFFFFF"/>
              </a:solidFill>
            </a:endParaRPr>
          </a:p>
        </p:txBody>
      </p:sp>
      <p:sp>
        <p:nvSpPr>
          <p:cNvPr id="8697" name="Google Shape;8697;p145"/>
          <p:cNvSpPr/>
          <p:nvPr/>
        </p:nvSpPr>
        <p:spPr>
          <a:xfrm>
            <a:off x="83988" y="595504"/>
            <a:ext cx="190200" cy="1692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8" name="Google Shape;8698;p145"/>
          <p:cNvSpPr/>
          <p:nvPr/>
        </p:nvSpPr>
        <p:spPr>
          <a:xfrm>
            <a:off x="2292338" y="358938"/>
            <a:ext cx="146700" cy="4023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9" name="Google Shape;8699;p145"/>
          <p:cNvSpPr/>
          <p:nvPr/>
        </p:nvSpPr>
        <p:spPr>
          <a:xfrm>
            <a:off x="206861" y="899179"/>
            <a:ext cx="2304000" cy="3843000"/>
          </a:xfrm>
          <a:prstGeom prst="roundRect">
            <a:avLst>
              <a:gd fmla="val 4586" name="adj"/>
            </a:avLst>
          </a:prstGeom>
          <a:solidFill>
            <a:srgbClr val="FFFFFF"/>
          </a:solidFill>
          <a:ln cap="flat" cmpd="sng" w="9525">
            <a:solidFill>
              <a:srgbClr val="B7B7B7"/>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t" bIns="36000" lIns="0" spcFirstLastPara="1" rIns="0" wrap="square" tIns="54000">
            <a:noAutofit/>
          </a:bodyPr>
          <a:lstStyle/>
          <a:p>
            <a:pPr indent="0" lvl="0" marL="0" marR="0" rtl="0" algn="ctr">
              <a:lnSpc>
                <a:spcPct val="100000"/>
              </a:lnSpc>
              <a:spcBef>
                <a:spcPts val="0"/>
              </a:spcBef>
              <a:spcAft>
                <a:spcPts val="0"/>
              </a:spcAft>
              <a:buClr>
                <a:srgbClr val="000000"/>
              </a:buClr>
              <a:buSzPts val="1100"/>
              <a:buFont typeface="Arial"/>
              <a:buNone/>
            </a:pPr>
            <a:r>
              <a:rPr b="1" i="1" lang="es-419" sz="1100">
                <a:latin typeface="Arvo"/>
                <a:ea typeface="Arvo"/>
                <a:cs typeface="Arvo"/>
                <a:sym typeface="Arvo"/>
              </a:rPr>
              <a:t>Formulario Core</a:t>
            </a:r>
            <a:endParaRPr b="1" i="1" sz="1100">
              <a:latin typeface="Arvo"/>
              <a:ea typeface="Arvo"/>
              <a:cs typeface="Arvo"/>
              <a:sym typeface="Arvo"/>
            </a:endParaRPr>
          </a:p>
        </p:txBody>
      </p:sp>
      <p:sp>
        <p:nvSpPr>
          <p:cNvPr id="8700" name="Google Shape;8700;p145"/>
          <p:cNvSpPr/>
          <p:nvPr/>
        </p:nvSpPr>
        <p:spPr>
          <a:xfrm>
            <a:off x="2660949" y="899179"/>
            <a:ext cx="2304000" cy="3843000"/>
          </a:xfrm>
          <a:prstGeom prst="roundRect">
            <a:avLst>
              <a:gd fmla="val 4586" name="adj"/>
            </a:avLst>
          </a:prstGeom>
          <a:solidFill>
            <a:srgbClr val="FFFFFF"/>
          </a:solidFill>
          <a:ln cap="flat" cmpd="sng" w="9525">
            <a:solidFill>
              <a:srgbClr val="B7B7B7"/>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t" bIns="36000" lIns="0" spcFirstLastPara="1" rIns="0" wrap="square" tIns="54000">
            <a:noAutofit/>
          </a:bodyPr>
          <a:lstStyle/>
          <a:p>
            <a:pPr indent="0" lvl="0" marL="0" marR="0" rtl="0" algn="ctr">
              <a:lnSpc>
                <a:spcPct val="100000"/>
              </a:lnSpc>
              <a:spcBef>
                <a:spcPts val="0"/>
              </a:spcBef>
              <a:spcAft>
                <a:spcPts val="0"/>
              </a:spcAft>
              <a:buClr>
                <a:srgbClr val="000000"/>
              </a:buClr>
              <a:buSzPts val="1100"/>
              <a:buFont typeface="Arial"/>
              <a:buNone/>
            </a:pPr>
            <a:r>
              <a:rPr b="1" i="1" lang="es-419" sz="1100">
                <a:latin typeface="Arvo"/>
                <a:ea typeface="Arvo"/>
                <a:cs typeface="Arvo"/>
                <a:sym typeface="Arvo"/>
              </a:rPr>
              <a:t>Formulario Core</a:t>
            </a:r>
            <a:endParaRPr b="1" i="1" sz="1100">
              <a:latin typeface="Arvo"/>
              <a:ea typeface="Arvo"/>
              <a:cs typeface="Arvo"/>
              <a:sym typeface="Arvo"/>
            </a:endParaRPr>
          </a:p>
        </p:txBody>
      </p:sp>
      <p:sp>
        <p:nvSpPr>
          <p:cNvPr id="8701" name="Google Shape;8701;p145"/>
          <p:cNvSpPr/>
          <p:nvPr/>
        </p:nvSpPr>
        <p:spPr>
          <a:xfrm>
            <a:off x="5115049" y="899179"/>
            <a:ext cx="2304000" cy="3843000"/>
          </a:xfrm>
          <a:prstGeom prst="roundRect">
            <a:avLst>
              <a:gd fmla="val 4586" name="adj"/>
            </a:avLst>
          </a:prstGeom>
          <a:solidFill>
            <a:srgbClr val="F4CCCC"/>
          </a:solidFill>
          <a:ln cap="flat" cmpd="sng" w="9525">
            <a:solidFill>
              <a:srgbClr val="B7B7B7"/>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t" bIns="36000" lIns="0" spcFirstLastPara="1" rIns="0" wrap="square" tIns="54000">
            <a:noAutofit/>
          </a:bodyPr>
          <a:lstStyle/>
          <a:p>
            <a:pPr indent="0" lvl="0" marL="0" marR="0" rtl="0" algn="ctr">
              <a:lnSpc>
                <a:spcPct val="100000"/>
              </a:lnSpc>
              <a:spcBef>
                <a:spcPts val="0"/>
              </a:spcBef>
              <a:spcAft>
                <a:spcPts val="0"/>
              </a:spcAft>
              <a:buClr>
                <a:srgbClr val="000000"/>
              </a:buClr>
              <a:buSzPts val="1100"/>
              <a:buFont typeface="Arial"/>
              <a:buNone/>
            </a:pPr>
            <a:r>
              <a:rPr b="1" i="1" lang="es-419" sz="1100">
                <a:latin typeface="Arvo"/>
                <a:ea typeface="Arvo"/>
                <a:cs typeface="Arvo"/>
                <a:sym typeface="Arvo"/>
              </a:rPr>
              <a:t>Formulario Soporte</a:t>
            </a:r>
            <a:endParaRPr b="1" i="1" sz="1100">
              <a:latin typeface="Arvo"/>
              <a:ea typeface="Arvo"/>
              <a:cs typeface="Arvo"/>
              <a:sym typeface="Arvo"/>
            </a:endParaRPr>
          </a:p>
        </p:txBody>
      </p:sp>
      <p:sp>
        <p:nvSpPr>
          <p:cNvPr id="8702" name="Google Shape;8702;p145"/>
          <p:cNvSpPr/>
          <p:nvPr/>
        </p:nvSpPr>
        <p:spPr>
          <a:xfrm>
            <a:off x="7569149" y="899179"/>
            <a:ext cx="2304000" cy="3843000"/>
          </a:xfrm>
          <a:prstGeom prst="roundRect">
            <a:avLst>
              <a:gd fmla="val 4586" name="adj"/>
            </a:avLst>
          </a:prstGeom>
          <a:solidFill>
            <a:srgbClr val="C9DAF8"/>
          </a:solidFill>
          <a:ln cap="flat" cmpd="sng" w="9525">
            <a:solidFill>
              <a:srgbClr val="B7B7B7"/>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t" bIns="36000" lIns="0" spcFirstLastPara="1" rIns="0" wrap="square" tIns="54000">
            <a:noAutofit/>
          </a:bodyPr>
          <a:lstStyle/>
          <a:p>
            <a:pPr indent="0" lvl="0" marL="0" marR="0" rtl="0" algn="ctr">
              <a:lnSpc>
                <a:spcPct val="100000"/>
              </a:lnSpc>
              <a:spcBef>
                <a:spcPts val="0"/>
              </a:spcBef>
              <a:spcAft>
                <a:spcPts val="0"/>
              </a:spcAft>
              <a:buClr>
                <a:srgbClr val="000000"/>
              </a:buClr>
              <a:buSzPts val="1100"/>
              <a:buFont typeface="Arial"/>
              <a:buNone/>
            </a:pPr>
            <a:r>
              <a:rPr b="1" i="1" lang="es-419" sz="1100">
                <a:latin typeface="Arvo"/>
                <a:ea typeface="Arvo"/>
                <a:cs typeface="Arvo"/>
                <a:sym typeface="Arvo"/>
              </a:rPr>
              <a:t>Formulario Diálogo </a:t>
            </a:r>
            <a:endParaRPr b="1" i="1" sz="1100">
              <a:latin typeface="Arvo"/>
              <a:ea typeface="Arvo"/>
              <a:cs typeface="Arvo"/>
              <a:sym typeface="Arvo"/>
            </a:endParaRPr>
          </a:p>
        </p:txBody>
      </p:sp>
      <p:grpSp>
        <p:nvGrpSpPr>
          <p:cNvPr id="8703" name="Google Shape;8703;p145"/>
          <p:cNvGrpSpPr/>
          <p:nvPr/>
        </p:nvGrpSpPr>
        <p:grpSpPr>
          <a:xfrm>
            <a:off x="206850" y="4870200"/>
            <a:ext cx="2304000" cy="1774800"/>
            <a:chOff x="206850" y="4871675"/>
            <a:chExt cx="2304000" cy="1774800"/>
          </a:xfrm>
        </p:grpSpPr>
        <p:sp>
          <p:nvSpPr>
            <p:cNvPr id="8704" name="Google Shape;8704;p145"/>
            <p:cNvSpPr/>
            <p:nvPr/>
          </p:nvSpPr>
          <p:spPr>
            <a:xfrm>
              <a:off x="206850" y="4871675"/>
              <a:ext cx="2304000" cy="1774800"/>
            </a:xfrm>
            <a:prstGeom prst="roundRect">
              <a:avLst>
                <a:gd fmla="val 4586" name="adj"/>
              </a:avLst>
            </a:prstGeom>
            <a:solidFill>
              <a:srgbClr val="FFFFFF"/>
            </a:solidFill>
            <a:ln cap="flat" cmpd="sng" w="9525">
              <a:solidFill>
                <a:srgbClr val="B7B7B7"/>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t" bIns="36000" lIns="0" spcFirstLastPara="1" rIns="0" wrap="square" tIns="93600">
              <a:noAutofit/>
            </a:bodyPr>
            <a:lstStyle/>
            <a:p>
              <a:pPr indent="0" lvl="0" marL="0" marR="0" rtl="0" algn="ctr">
                <a:lnSpc>
                  <a:spcPct val="100000"/>
                </a:lnSpc>
                <a:spcBef>
                  <a:spcPts val="0"/>
                </a:spcBef>
                <a:spcAft>
                  <a:spcPts val="0"/>
                </a:spcAft>
                <a:buClr>
                  <a:srgbClr val="000000"/>
                </a:buClr>
                <a:buSzPts val="1100"/>
                <a:buFont typeface="Arial"/>
                <a:buNone/>
              </a:pPr>
              <a:r>
                <a:rPr b="1" i="1" lang="es-419" sz="1100">
                  <a:latin typeface="Arvo"/>
                  <a:ea typeface="Arvo"/>
                  <a:cs typeface="Arvo"/>
                  <a:sym typeface="Arvo"/>
                </a:rPr>
                <a:t>Verificación de usuario </a:t>
              </a:r>
              <a:endParaRPr b="1" i="1" sz="1100">
                <a:latin typeface="Arvo"/>
                <a:ea typeface="Arvo"/>
                <a:cs typeface="Arvo"/>
                <a:sym typeface="Arvo"/>
              </a:endParaRPr>
            </a:p>
          </p:txBody>
        </p:sp>
        <p:cxnSp>
          <p:nvCxnSpPr>
            <p:cNvPr id="8705" name="Google Shape;8705;p145"/>
            <p:cNvCxnSpPr/>
            <p:nvPr/>
          </p:nvCxnSpPr>
          <p:spPr>
            <a:xfrm>
              <a:off x="323200" y="5263211"/>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8706" name="Google Shape;8706;p145"/>
            <p:cNvCxnSpPr/>
            <p:nvPr/>
          </p:nvCxnSpPr>
          <p:spPr>
            <a:xfrm>
              <a:off x="328111" y="5268080"/>
              <a:ext cx="205800" cy="0"/>
            </a:xfrm>
            <a:prstGeom prst="straightConnector1">
              <a:avLst/>
            </a:prstGeom>
            <a:noFill/>
            <a:ln cap="flat" cmpd="sng" w="9525">
              <a:solidFill>
                <a:srgbClr val="B7B7B7"/>
              </a:solidFill>
              <a:prstDash val="solid"/>
              <a:round/>
              <a:headEnd len="med" w="med" type="none"/>
              <a:tailEnd len="med" w="med" type="none"/>
            </a:ln>
          </p:spPr>
        </p:cxnSp>
        <p:cxnSp>
          <p:nvCxnSpPr>
            <p:cNvPr id="8707" name="Google Shape;8707;p145"/>
            <p:cNvCxnSpPr/>
            <p:nvPr/>
          </p:nvCxnSpPr>
          <p:spPr>
            <a:xfrm>
              <a:off x="2393699" y="5263211"/>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8708" name="Google Shape;8708;p145"/>
            <p:cNvCxnSpPr/>
            <p:nvPr/>
          </p:nvCxnSpPr>
          <p:spPr>
            <a:xfrm>
              <a:off x="2182733" y="5268080"/>
              <a:ext cx="205800" cy="0"/>
            </a:xfrm>
            <a:prstGeom prst="straightConnector1">
              <a:avLst/>
            </a:prstGeom>
            <a:noFill/>
            <a:ln cap="flat" cmpd="sng" w="9525">
              <a:solidFill>
                <a:srgbClr val="B7B7B7"/>
              </a:solidFill>
              <a:prstDash val="solid"/>
              <a:round/>
              <a:headEnd len="med" w="med" type="none"/>
              <a:tailEnd len="med" w="med" type="none"/>
            </a:ln>
          </p:spPr>
        </p:cxnSp>
        <p:cxnSp>
          <p:nvCxnSpPr>
            <p:cNvPr id="8709" name="Google Shape;8709;p145"/>
            <p:cNvCxnSpPr/>
            <p:nvPr/>
          </p:nvCxnSpPr>
          <p:spPr>
            <a:xfrm>
              <a:off x="323200" y="6277115"/>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8710" name="Google Shape;8710;p145"/>
            <p:cNvCxnSpPr/>
            <p:nvPr/>
          </p:nvCxnSpPr>
          <p:spPr>
            <a:xfrm>
              <a:off x="328111" y="6482688"/>
              <a:ext cx="205800" cy="0"/>
            </a:xfrm>
            <a:prstGeom prst="straightConnector1">
              <a:avLst/>
            </a:prstGeom>
            <a:noFill/>
            <a:ln cap="flat" cmpd="sng" w="9525">
              <a:solidFill>
                <a:srgbClr val="B7B7B7"/>
              </a:solidFill>
              <a:prstDash val="solid"/>
              <a:round/>
              <a:headEnd len="med" w="med" type="none"/>
              <a:tailEnd len="med" w="med" type="none"/>
            </a:ln>
          </p:spPr>
        </p:cxnSp>
        <p:cxnSp>
          <p:nvCxnSpPr>
            <p:cNvPr id="8711" name="Google Shape;8711;p145"/>
            <p:cNvCxnSpPr/>
            <p:nvPr/>
          </p:nvCxnSpPr>
          <p:spPr>
            <a:xfrm>
              <a:off x="2393699" y="6277115"/>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8712" name="Google Shape;8712;p145"/>
            <p:cNvCxnSpPr/>
            <p:nvPr/>
          </p:nvCxnSpPr>
          <p:spPr>
            <a:xfrm>
              <a:off x="2183105" y="6482688"/>
              <a:ext cx="205800" cy="0"/>
            </a:xfrm>
            <a:prstGeom prst="straightConnector1">
              <a:avLst/>
            </a:prstGeom>
            <a:noFill/>
            <a:ln cap="flat" cmpd="sng" w="9525">
              <a:solidFill>
                <a:srgbClr val="B7B7B7"/>
              </a:solidFill>
              <a:prstDash val="solid"/>
              <a:round/>
              <a:headEnd len="med" w="med" type="none"/>
              <a:tailEnd len="med" w="med" type="none"/>
            </a:ln>
          </p:spPr>
        </p:cxnSp>
      </p:grpSp>
      <p:grpSp>
        <p:nvGrpSpPr>
          <p:cNvPr id="8713" name="Google Shape;8713;p145"/>
          <p:cNvGrpSpPr/>
          <p:nvPr/>
        </p:nvGrpSpPr>
        <p:grpSpPr>
          <a:xfrm>
            <a:off x="2660950" y="4870200"/>
            <a:ext cx="2304000" cy="1774800"/>
            <a:chOff x="206850" y="4871675"/>
            <a:chExt cx="2304000" cy="1774800"/>
          </a:xfrm>
        </p:grpSpPr>
        <p:sp>
          <p:nvSpPr>
            <p:cNvPr id="8714" name="Google Shape;8714;p145"/>
            <p:cNvSpPr/>
            <p:nvPr/>
          </p:nvSpPr>
          <p:spPr>
            <a:xfrm>
              <a:off x="206850" y="4871675"/>
              <a:ext cx="2304000" cy="1774800"/>
            </a:xfrm>
            <a:prstGeom prst="roundRect">
              <a:avLst>
                <a:gd fmla="val 4586" name="adj"/>
              </a:avLst>
            </a:prstGeom>
            <a:solidFill>
              <a:srgbClr val="FFFFFF"/>
            </a:solidFill>
            <a:ln cap="flat" cmpd="sng" w="9525">
              <a:solidFill>
                <a:srgbClr val="B7B7B7"/>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t" bIns="36000" lIns="0" spcFirstLastPara="1" rIns="0" wrap="square" tIns="93600">
              <a:noAutofit/>
            </a:bodyPr>
            <a:lstStyle/>
            <a:p>
              <a:pPr indent="0" lvl="0" marL="0" marR="0" rtl="0" algn="ctr">
                <a:lnSpc>
                  <a:spcPct val="100000"/>
                </a:lnSpc>
                <a:spcBef>
                  <a:spcPts val="0"/>
                </a:spcBef>
                <a:spcAft>
                  <a:spcPts val="0"/>
                </a:spcAft>
                <a:buClr>
                  <a:srgbClr val="000000"/>
                </a:buClr>
                <a:buSzPts val="1100"/>
                <a:buFont typeface="Arial"/>
                <a:buNone/>
              </a:pPr>
              <a:r>
                <a:rPr b="1" i="1" lang="es-419" sz="1100">
                  <a:latin typeface="Arvo"/>
                  <a:ea typeface="Arvo"/>
                  <a:cs typeface="Arvo"/>
                  <a:sym typeface="Arvo"/>
                </a:rPr>
                <a:t>Verificación de usuario </a:t>
              </a:r>
              <a:endParaRPr b="1" i="1" sz="1100">
                <a:latin typeface="Arvo"/>
                <a:ea typeface="Arvo"/>
                <a:cs typeface="Arvo"/>
                <a:sym typeface="Arvo"/>
              </a:endParaRPr>
            </a:p>
          </p:txBody>
        </p:sp>
        <p:cxnSp>
          <p:nvCxnSpPr>
            <p:cNvPr id="8715" name="Google Shape;8715;p145"/>
            <p:cNvCxnSpPr/>
            <p:nvPr/>
          </p:nvCxnSpPr>
          <p:spPr>
            <a:xfrm>
              <a:off x="323200" y="5263211"/>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8716" name="Google Shape;8716;p145"/>
            <p:cNvCxnSpPr/>
            <p:nvPr/>
          </p:nvCxnSpPr>
          <p:spPr>
            <a:xfrm>
              <a:off x="328111" y="5268080"/>
              <a:ext cx="205800" cy="0"/>
            </a:xfrm>
            <a:prstGeom prst="straightConnector1">
              <a:avLst/>
            </a:prstGeom>
            <a:noFill/>
            <a:ln cap="flat" cmpd="sng" w="9525">
              <a:solidFill>
                <a:srgbClr val="B7B7B7"/>
              </a:solidFill>
              <a:prstDash val="solid"/>
              <a:round/>
              <a:headEnd len="med" w="med" type="none"/>
              <a:tailEnd len="med" w="med" type="none"/>
            </a:ln>
          </p:spPr>
        </p:cxnSp>
        <p:cxnSp>
          <p:nvCxnSpPr>
            <p:cNvPr id="8717" name="Google Shape;8717;p145"/>
            <p:cNvCxnSpPr/>
            <p:nvPr/>
          </p:nvCxnSpPr>
          <p:spPr>
            <a:xfrm>
              <a:off x="2393699" y="5263211"/>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8718" name="Google Shape;8718;p145"/>
            <p:cNvCxnSpPr/>
            <p:nvPr/>
          </p:nvCxnSpPr>
          <p:spPr>
            <a:xfrm>
              <a:off x="2182733" y="5268080"/>
              <a:ext cx="205800" cy="0"/>
            </a:xfrm>
            <a:prstGeom prst="straightConnector1">
              <a:avLst/>
            </a:prstGeom>
            <a:noFill/>
            <a:ln cap="flat" cmpd="sng" w="9525">
              <a:solidFill>
                <a:srgbClr val="B7B7B7"/>
              </a:solidFill>
              <a:prstDash val="solid"/>
              <a:round/>
              <a:headEnd len="med" w="med" type="none"/>
              <a:tailEnd len="med" w="med" type="none"/>
            </a:ln>
          </p:spPr>
        </p:cxnSp>
        <p:cxnSp>
          <p:nvCxnSpPr>
            <p:cNvPr id="8719" name="Google Shape;8719;p145"/>
            <p:cNvCxnSpPr/>
            <p:nvPr/>
          </p:nvCxnSpPr>
          <p:spPr>
            <a:xfrm>
              <a:off x="323200" y="6277115"/>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8720" name="Google Shape;8720;p145"/>
            <p:cNvCxnSpPr/>
            <p:nvPr/>
          </p:nvCxnSpPr>
          <p:spPr>
            <a:xfrm>
              <a:off x="328111" y="6482688"/>
              <a:ext cx="205800" cy="0"/>
            </a:xfrm>
            <a:prstGeom prst="straightConnector1">
              <a:avLst/>
            </a:prstGeom>
            <a:noFill/>
            <a:ln cap="flat" cmpd="sng" w="9525">
              <a:solidFill>
                <a:srgbClr val="B7B7B7"/>
              </a:solidFill>
              <a:prstDash val="solid"/>
              <a:round/>
              <a:headEnd len="med" w="med" type="none"/>
              <a:tailEnd len="med" w="med" type="none"/>
            </a:ln>
          </p:spPr>
        </p:cxnSp>
        <p:cxnSp>
          <p:nvCxnSpPr>
            <p:cNvPr id="8721" name="Google Shape;8721;p145"/>
            <p:cNvCxnSpPr/>
            <p:nvPr/>
          </p:nvCxnSpPr>
          <p:spPr>
            <a:xfrm>
              <a:off x="2393699" y="6277115"/>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8722" name="Google Shape;8722;p145"/>
            <p:cNvCxnSpPr/>
            <p:nvPr/>
          </p:nvCxnSpPr>
          <p:spPr>
            <a:xfrm>
              <a:off x="2183105" y="6482688"/>
              <a:ext cx="205800" cy="0"/>
            </a:xfrm>
            <a:prstGeom prst="straightConnector1">
              <a:avLst/>
            </a:prstGeom>
            <a:noFill/>
            <a:ln cap="flat" cmpd="sng" w="9525">
              <a:solidFill>
                <a:srgbClr val="B7B7B7"/>
              </a:solidFill>
              <a:prstDash val="solid"/>
              <a:round/>
              <a:headEnd len="med" w="med" type="none"/>
              <a:tailEnd len="med" w="med" type="none"/>
            </a:ln>
          </p:spPr>
        </p:cxnSp>
      </p:grpSp>
      <p:grpSp>
        <p:nvGrpSpPr>
          <p:cNvPr id="8723" name="Google Shape;8723;p145"/>
          <p:cNvGrpSpPr/>
          <p:nvPr/>
        </p:nvGrpSpPr>
        <p:grpSpPr>
          <a:xfrm>
            <a:off x="5115050" y="4870200"/>
            <a:ext cx="2304000" cy="1774800"/>
            <a:chOff x="5115050" y="4870200"/>
            <a:chExt cx="2304000" cy="1774800"/>
          </a:xfrm>
        </p:grpSpPr>
        <p:sp>
          <p:nvSpPr>
            <p:cNvPr id="8724" name="Google Shape;8724;p145"/>
            <p:cNvSpPr/>
            <p:nvPr/>
          </p:nvSpPr>
          <p:spPr>
            <a:xfrm>
              <a:off x="5115050" y="4870200"/>
              <a:ext cx="2304000" cy="1774800"/>
            </a:xfrm>
            <a:prstGeom prst="roundRect">
              <a:avLst>
                <a:gd fmla="val 4586" name="adj"/>
              </a:avLst>
            </a:prstGeom>
            <a:solidFill>
              <a:srgbClr val="F4CCCC"/>
            </a:solidFill>
            <a:ln cap="flat" cmpd="sng" w="9525">
              <a:solidFill>
                <a:srgbClr val="B7B7B7"/>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t" bIns="36000" lIns="0" spcFirstLastPara="1" rIns="0" wrap="square" tIns="93600">
              <a:noAutofit/>
            </a:bodyPr>
            <a:lstStyle/>
            <a:p>
              <a:pPr indent="0" lvl="0" marL="0" marR="0" rtl="0" algn="ctr">
                <a:lnSpc>
                  <a:spcPct val="100000"/>
                </a:lnSpc>
                <a:spcBef>
                  <a:spcPts val="0"/>
                </a:spcBef>
                <a:spcAft>
                  <a:spcPts val="0"/>
                </a:spcAft>
                <a:buClr>
                  <a:srgbClr val="000000"/>
                </a:buClr>
                <a:buSzPts val="1100"/>
                <a:buFont typeface="Arial"/>
                <a:buNone/>
              </a:pPr>
              <a:r>
                <a:rPr b="1" i="1" lang="es-419" sz="1100">
                  <a:latin typeface="Arvo"/>
                  <a:ea typeface="Arvo"/>
                  <a:cs typeface="Arvo"/>
                  <a:sym typeface="Arvo"/>
                </a:rPr>
                <a:t>Verificación de usuario </a:t>
              </a:r>
              <a:endParaRPr b="1" i="1" sz="1100">
                <a:latin typeface="Arvo"/>
                <a:ea typeface="Arvo"/>
                <a:cs typeface="Arvo"/>
                <a:sym typeface="Arvo"/>
              </a:endParaRPr>
            </a:p>
          </p:txBody>
        </p:sp>
        <p:cxnSp>
          <p:nvCxnSpPr>
            <p:cNvPr id="8725" name="Google Shape;8725;p145"/>
            <p:cNvCxnSpPr/>
            <p:nvPr/>
          </p:nvCxnSpPr>
          <p:spPr>
            <a:xfrm>
              <a:off x="5231400" y="5261736"/>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8726" name="Google Shape;8726;p145"/>
            <p:cNvCxnSpPr/>
            <p:nvPr/>
          </p:nvCxnSpPr>
          <p:spPr>
            <a:xfrm>
              <a:off x="5231400" y="6275640"/>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8727" name="Google Shape;8727;p145"/>
            <p:cNvCxnSpPr/>
            <p:nvPr/>
          </p:nvCxnSpPr>
          <p:spPr>
            <a:xfrm>
              <a:off x="5236311" y="5266605"/>
              <a:ext cx="205800" cy="0"/>
            </a:xfrm>
            <a:prstGeom prst="straightConnector1">
              <a:avLst/>
            </a:prstGeom>
            <a:noFill/>
            <a:ln cap="flat" cmpd="sng" w="9525">
              <a:solidFill>
                <a:srgbClr val="B7B7B7"/>
              </a:solidFill>
              <a:prstDash val="solid"/>
              <a:round/>
              <a:headEnd len="med" w="med" type="none"/>
              <a:tailEnd len="med" w="med" type="none"/>
            </a:ln>
          </p:spPr>
        </p:cxnSp>
        <p:cxnSp>
          <p:nvCxnSpPr>
            <p:cNvPr id="8728" name="Google Shape;8728;p145"/>
            <p:cNvCxnSpPr/>
            <p:nvPr/>
          </p:nvCxnSpPr>
          <p:spPr>
            <a:xfrm>
              <a:off x="7301899" y="5261736"/>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8729" name="Google Shape;8729;p145"/>
            <p:cNvCxnSpPr/>
            <p:nvPr/>
          </p:nvCxnSpPr>
          <p:spPr>
            <a:xfrm>
              <a:off x="7090933" y="5266605"/>
              <a:ext cx="205800" cy="0"/>
            </a:xfrm>
            <a:prstGeom prst="straightConnector1">
              <a:avLst/>
            </a:prstGeom>
            <a:noFill/>
            <a:ln cap="flat" cmpd="sng" w="9525">
              <a:solidFill>
                <a:srgbClr val="B7B7B7"/>
              </a:solidFill>
              <a:prstDash val="solid"/>
              <a:round/>
              <a:headEnd len="med" w="med" type="none"/>
              <a:tailEnd len="med" w="med" type="none"/>
            </a:ln>
          </p:spPr>
        </p:cxnSp>
        <p:cxnSp>
          <p:nvCxnSpPr>
            <p:cNvPr id="8730" name="Google Shape;8730;p145"/>
            <p:cNvCxnSpPr/>
            <p:nvPr/>
          </p:nvCxnSpPr>
          <p:spPr>
            <a:xfrm>
              <a:off x="5236311" y="6481213"/>
              <a:ext cx="205800" cy="0"/>
            </a:xfrm>
            <a:prstGeom prst="straightConnector1">
              <a:avLst/>
            </a:prstGeom>
            <a:noFill/>
            <a:ln cap="flat" cmpd="sng" w="9525">
              <a:solidFill>
                <a:srgbClr val="B7B7B7"/>
              </a:solidFill>
              <a:prstDash val="solid"/>
              <a:round/>
              <a:headEnd len="med" w="med" type="none"/>
              <a:tailEnd len="med" w="med" type="none"/>
            </a:ln>
          </p:spPr>
        </p:cxnSp>
        <p:cxnSp>
          <p:nvCxnSpPr>
            <p:cNvPr id="8731" name="Google Shape;8731;p145"/>
            <p:cNvCxnSpPr/>
            <p:nvPr/>
          </p:nvCxnSpPr>
          <p:spPr>
            <a:xfrm>
              <a:off x="7301899" y="6275640"/>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8732" name="Google Shape;8732;p145"/>
            <p:cNvCxnSpPr/>
            <p:nvPr/>
          </p:nvCxnSpPr>
          <p:spPr>
            <a:xfrm>
              <a:off x="7091305" y="6481213"/>
              <a:ext cx="205800" cy="0"/>
            </a:xfrm>
            <a:prstGeom prst="straightConnector1">
              <a:avLst/>
            </a:prstGeom>
            <a:noFill/>
            <a:ln cap="flat" cmpd="sng" w="9525">
              <a:solidFill>
                <a:srgbClr val="B7B7B7"/>
              </a:solidFill>
              <a:prstDash val="solid"/>
              <a:round/>
              <a:headEnd len="med" w="med" type="none"/>
              <a:tailEnd len="med" w="med" type="none"/>
            </a:ln>
          </p:spPr>
        </p:cxnSp>
      </p:grpSp>
      <p:grpSp>
        <p:nvGrpSpPr>
          <p:cNvPr id="8733" name="Google Shape;8733;p145"/>
          <p:cNvGrpSpPr/>
          <p:nvPr/>
        </p:nvGrpSpPr>
        <p:grpSpPr>
          <a:xfrm>
            <a:off x="7569150" y="4870200"/>
            <a:ext cx="2304000" cy="1774800"/>
            <a:chOff x="7569150" y="4870200"/>
            <a:chExt cx="2304000" cy="1774800"/>
          </a:xfrm>
        </p:grpSpPr>
        <p:sp>
          <p:nvSpPr>
            <p:cNvPr id="8734" name="Google Shape;8734;p145"/>
            <p:cNvSpPr/>
            <p:nvPr/>
          </p:nvSpPr>
          <p:spPr>
            <a:xfrm>
              <a:off x="7569150" y="4870200"/>
              <a:ext cx="2304000" cy="1774800"/>
            </a:xfrm>
            <a:prstGeom prst="roundRect">
              <a:avLst>
                <a:gd fmla="val 4586" name="adj"/>
              </a:avLst>
            </a:prstGeom>
            <a:solidFill>
              <a:srgbClr val="C9DAF8"/>
            </a:solidFill>
            <a:ln cap="flat" cmpd="sng" w="9525">
              <a:solidFill>
                <a:srgbClr val="B7B7B7"/>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t" bIns="36000" lIns="0" spcFirstLastPara="1" rIns="0" wrap="square" tIns="93600">
              <a:noAutofit/>
            </a:bodyPr>
            <a:lstStyle/>
            <a:p>
              <a:pPr indent="0" lvl="0" marL="0" marR="0" rtl="0" algn="ctr">
                <a:lnSpc>
                  <a:spcPct val="100000"/>
                </a:lnSpc>
                <a:spcBef>
                  <a:spcPts val="0"/>
                </a:spcBef>
                <a:spcAft>
                  <a:spcPts val="0"/>
                </a:spcAft>
                <a:buClr>
                  <a:srgbClr val="000000"/>
                </a:buClr>
                <a:buSzPts val="1100"/>
                <a:buFont typeface="Arial"/>
                <a:buNone/>
              </a:pPr>
              <a:r>
                <a:rPr b="1" i="1" lang="es-419" sz="1100">
                  <a:latin typeface="Arvo"/>
                  <a:ea typeface="Arvo"/>
                  <a:cs typeface="Arvo"/>
                  <a:sym typeface="Arvo"/>
                </a:rPr>
                <a:t>Verificación de usuario </a:t>
              </a:r>
              <a:endParaRPr b="1" i="1" sz="1100">
                <a:latin typeface="Arvo"/>
                <a:ea typeface="Arvo"/>
                <a:cs typeface="Arvo"/>
                <a:sym typeface="Arvo"/>
              </a:endParaRPr>
            </a:p>
          </p:txBody>
        </p:sp>
        <p:cxnSp>
          <p:nvCxnSpPr>
            <p:cNvPr id="8735" name="Google Shape;8735;p145"/>
            <p:cNvCxnSpPr/>
            <p:nvPr/>
          </p:nvCxnSpPr>
          <p:spPr>
            <a:xfrm>
              <a:off x="7685500" y="5261736"/>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8736" name="Google Shape;8736;p145"/>
            <p:cNvCxnSpPr/>
            <p:nvPr/>
          </p:nvCxnSpPr>
          <p:spPr>
            <a:xfrm>
              <a:off x="7690411" y="5266605"/>
              <a:ext cx="205800" cy="0"/>
            </a:xfrm>
            <a:prstGeom prst="straightConnector1">
              <a:avLst/>
            </a:prstGeom>
            <a:noFill/>
            <a:ln cap="flat" cmpd="sng" w="9525">
              <a:solidFill>
                <a:srgbClr val="B7B7B7"/>
              </a:solidFill>
              <a:prstDash val="solid"/>
              <a:round/>
              <a:headEnd len="med" w="med" type="none"/>
              <a:tailEnd len="med" w="med" type="none"/>
            </a:ln>
          </p:spPr>
        </p:cxnSp>
        <p:cxnSp>
          <p:nvCxnSpPr>
            <p:cNvPr id="8737" name="Google Shape;8737;p145"/>
            <p:cNvCxnSpPr/>
            <p:nvPr/>
          </p:nvCxnSpPr>
          <p:spPr>
            <a:xfrm>
              <a:off x="9755999" y="5261736"/>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8738" name="Google Shape;8738;p145"/>
            <p:cNvCxnSpPr/>
            <p:nvPr/>
          </p:nvCxnSpPr>
          <p:spPr>
            <a:xfrm>
              <a:off x="9545033" y="5266605"/>
              <a:ext cx="205800" cy="0"/>
            </a:xfrm>
            <a:prstGeom prst="straightConnector1">
              <a:avLst/>
            </a:prstGeom>
            <a:noFill/>
            <a:ln cap="flat" cmpd="sng" w="9525">
              <a:solidFill>
                <a:srgbClr val="B7B7B7"/>
              </a:solidFill>
              <a:prstDash val="solid"/>
              <a:round/>
              <a:headEnd len="med" w="med" type="none"/>
              <a:tailEnd len="med" w="med" type="none"/>
            </a:ln>
          </p:spPr>
        </p:cxnSp>
        <p:cxnSp>
          <p:nvCxnSpPr>
            <p:cNvPr id="8739" name="Google Shape;8739;p145"/>
            <p:cNvCxnSpPr/>
            <p:nvPr/>
          </p:nvCxnSpPr>
          <p:spPr>
            <a:xfrm>
              <a:off x="7685500" y="6275640"/>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8740" name="Google Shape;8740;p145"/>
            <p:cNvCxnSpPr/>
            <p:nvPr/>
          </p:nvCxnSpPr>
          <p:spPr>
            <a:xfrm>
              <a:off x="7690411" y="6481213"/>
              <a:ext cx="205800" cy="0"/>
            </a:xfrm>
            <a:prstGeom prst="straightConnector1">
              <a:avLst/>
            </a:prstGeom>
            <a:noFill/>
            <a:ln cap="flat" cmpd="sng" w="9525">
              <a:solidFill>
                <a:srgbClr val="B7B7B7"/>
              </a:solidFill>
              <a:prstDash val="solid"/>
              <a:round/>
              <a:headEnd len="med" w="med" type="none"/>
              <a:tailEnd len="med" w="med" type="none"/>
            </a:ln>
          </p:spPr>
        </p:cxnSp>
        <p:cxnSp>
          <p:nvCxnSpPr>
            <p:cNvPr id="8741" name="Google Shape;8741;p145"/>
            <p:cNvCxnSpPr/>
            <p:nvPr/>
          </p:nvCxnSpPr>
          <p:spPr>
            <a:xfrm>
              <a:off x="9755999" y="6275640"/>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8742" name="Google Shape;8742;p145"/>
            <p:cNvCxnSpPr/>
            <p:nvPr/>
          </p:nvCxnSpPr>
          <p:spPr>
            <a:xfrm>
              <a:off x="9545405" y="6481213"/>
              <a:ext cx="205800" cy="0"/>
            </a:xfrm>
            <a:prstGeom prst="straightConnector1">
              <a:avLst/>
            </a:prstGeom>
            <a:noFill/>
            <a:ln cap="flat" cmpd="sng" w="9525">
              <a:solidFill>
                <a:srgbClr val="B7B7B7"/>
              </a:solidFill>
              <a:prstDash val="solid"/>
              <a:round/>
              <a:headEnd len="med" w="med" type="none"/>
              <a:tailEnd len="med" w="med" type="none"/>
            </a:ln>
          </p:spPr>
        </p:cxnSp>
      </p:grpSp>
      <p:cxnSp>
        <p:nvCxnSpPr>
          <p:cNvPr id="8743" name="Google Shape;8743;p145"/>
          <p:cNvCxnSpPr/>
          <p:nvPr/>
        </p:nvCxnSpPr>
        <p:spPr>
          <a:xfrm>
            <a:off x="323600" y="1236086"/>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8744" name="Google Shape;8744;p145"/>
          <p:cNvCxnSpPr/>
          <p:nvPr/>
        </p:nvCxnSpPr>
        <p:spPr>
          <a:xfrm>
            <a:off x="328511" y="1240955"/>
            <a:ext cx="205800" cy="0"/>
          </a:xfrm>
          <a:prstGeom prst="straightConnector1">
            <a:avLst/>
          </a:prstGeom>
          <a:noFill/>
          <a:ln cap="flat" cmpd="sng" w="9525">
            <a:solidFill>
              <a:srgbClr val="B7B7B7"/>
            </a:solidFill>
            <a:prstDash val="solid"/>
            <a:round/>
            <a:headEnd len="med" w="med" type="none"/>
            <a:tailEnd len="med" w="med" type="none"/>
          </a:ln>
        </p:spPr>
      </p:cxnSp>
      <p:cxnSp>
        <p:nvCxnSpPr>
          <p:cNvPr id="8745" name="Google Shape;8745;p145"/>
          <p:cNvCxnSpPr/>
          <p:nvPr/>
        </p:nvCxnSpPr>
        <p:spPr>
          <a:xfrm>
            <a:off x="2394099" y="1236086"/>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8746" name="Google Shape;8746;p145"/>
          <p:cNvCxnSpPr/>
          <p:nvPr/>
        </p:nvCxnSpPr>
        <p:spPr>
          <a:xfrm>
            <a:off x="2183133" y="1240955"/>
            <a:ext cx="205800" cy="0"/>
          </a:xfrm>
          <a:prstGeom prst="straightConnector1">
            <a:avLst/>
          </a:prstGeom>
          <a:noFill/>
          <a:ln cap="flat" cmpd="sng" w="9525">
            <a:solidFill>
              <a:srgbClr val="B7B7B7"/>
            </a:solidFill>
            <a:prstDash val="solid"/>
            <a:round/>
            <a:headEnd len="med" w="med" type="none"/>
            <a:tailEnd len="med" w="med" type="none"/>
          </a:ln>
        </p:spPr>
      </p:cxnSp>
      <p:cxnSp>
        <p:nvCxnSpPr>
          <p:cNvPr id="8747" name="Google Shape;8747;p145"/>
          <p:cNvCxnSpPr/>
          <p:nvPr/>
        </p:nvCxnSpPr>
        <p:spPr>
          <a:xfrm>
            <a:off x="323600" y="4459790"/>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8748" name="Google Shape;8748;p145"/>
          <p:cNvCxnSpPr/>
          <p:nvPr/>
        </p:nvCxnSpPr>
        <p:spPr>
          <a:xfrm>
            <a:off x="328511" y="4665363"/>
            <a:ext cx="205800" cy="0"/>
          </a:xfrm>
          <a:prstGeom prst="straightConnector1">
            <a:avLst/>
          </a:prstGeom>
          <a:noFill/>
          <a:ln cap="flat" cmpd="sng" w="9525">
            <a:solidFill>
              <a:srgbClr val="B7B7B7"/>
            </a:solidFill>
            <a:prstDash val="solid"/>
            <a:round/>
            <a:headEnd len="med" w="med" type="none"/>
            <a:tailEnd len="med" w="med" type="none"/>
          </a:ln>
        </p:spPr>
      </p:cxnSp>
      <p:cxnSp>
        <p:nvCxnSpPr>
          <p:cNvPr id="8749" name="Google Shape;8749;p145"/>
          <p:cNvCxnSpPr/>
          <p:nvPr/>
        </p:nvCxnSpPr>
        <p:spPr>
          <a:xfrm>
            <a:off x="2394099" y="4459790"/>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8750" name="Google Shape;8750;p145"/>
          <p:cNvCxnSpPr/>
          <p:nvPr/>
        </p:nvCxnSpPr>
        <p:spPr>
          <a:xfrm>
            <a:off x="2183505" y="4665363"/>
            <a:ext cx="205800" cy="0"/>
          </a:xfrm>
          <a:prstGeom prst="straightConnector1">
            <a:avLst/>
          </a:prstGeom>
          <a:noFill/>
          <a:ln cap="flat" cmpd="sng" w="9525">
            <a:solidFill>
              <a:srgbClr val="B7B7B7"/>
            </a:solidFill>
            <a:prstDash val="solid"/>
            <a:round/>
            <a:headEnd len="med" w="med" type="none"/>
            <a:tailEnd len="med" w="med" type="none"/>
          </a:ln>
        </p:spPr>
      </p:cxnSp>
      <p:cxnSp>
        <p:nvCxnSpPr>
          <p:cNvPr id="8751" name="Google Shape;8751;p145"/>
          <p:cNvCxnSpPr/>
          <p:nvPr/>
        </p:nvCxnSpPr>
        <p:spPr>
          <a:xfrm>
            <a:off x="2762000" y="1236086"/>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8752" name="Google Shape;8752;p145"/>
          <p:cNvCxnSpPr/>
          <p:nvPr/>
        </p:nvCxnSpPr>
        <p:spPr>
          <a:xfrm>
            <a:off x="2766911" y="1240955"/>
            <a:ext cx="205800" cy="0"/>
          </a:xfrm>
          <a:prstGeom prst="straightConnector1">
            <a:avLst/>
          </a:prstGeom>
          <a:noFill/>
          <a:ln cap="flat" cmpd="sng" w="9525">
            <a:solidFill>
              <a:srgbClr val="B7B7B7"/>
            </a:solidFill>
            <a:prstDash val="solid"/>
            <a:round/>
            <a:headEnd len="med" w="med" type="none"/>
            <a:tailEnd len="med" w="med" type="none"/>
          </a:ln>
        </p:spPr>
      </p:cxnSp>
      <p:cxnSp>
        <p:nvCxnSpPr>
          <p:cNvPr id="8753" name="Google Shape;8753;p145"/>
          <p:cNvCxnSpPr/>
          <p:nvPr/>
        </p:nvCxnSpPr>
        <p:spPr>
          <a:xfrm>
            <a:off x="4832499" y="1236086"/>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8754" name="Google Shape;8754;p145"/>
          <p:cNvCxnSpPr/>
          <p:nvPr/>
        </p:nvCxnSpPr>
        <p:spPr>
          <a:xfrm>
            <a:off x="4621533" y="1240955"/>
            <a:ext cx="205800" cy="0"/>
          </a:xfrm>
          <a:prstGeom prst="straightConnector1">
            <a:avLst/>
          </a:prstGeom>
          <a:noFill/>
          <a:ln cap="flat" cmpd="sng" w="9525">
            <a:solidFill>
              <a:srgbClr val="B7B7B7"/>
            </a:solidFill>
            <a:prstDash val="solid"/>
            <a:round/>
            <a:headEnd len="med" w="med" type="none"/>
            <a:tailEnd len="med" w="med" type="none"/>
          </a:ln>
        </p:spPr>
      </p:cxnSp>
      <p:cxnSp>
        <p:nvCxnSpPr>
          <p:cNvPr id="8755" name="Google Shape;8755;p145"/>
          <p:cNvCxnSpPr/>
          <p:nvPr/>
        </p:nvCxnSpPr>
        <p:spPr>
          <a:xfrm>
            <a:off x="2762000" y="4459790"/>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8756" name="Google Shape;8756;p145"/>
          <p:cNvCxnSpPr/>
          <p:nvPr/>
        </p:nvCxnSpPr>
        <p:spPr>
          <a:xfrm>
            <a:off x="2766911" y="4665363"/>
            <a:ext cx="205800" cy="0"/>
          </a:xfrm>
          <a:prstGeom prst="straightConnector1">
            <a:avLst/>
          </a:prstGeom>
          <a:noFill/>
          <a:ln cap="flat" cmpd="sng" w="9525">
            <a:solidFill>
              <a:srgbClr val="B7B7B7"/>
            </a:solidFill>
            <a:prstDash val="solid"/>
            <a:round/>
            <a:headEnd len="med" w="med" type="none"/>
            <a:tailEnd len="med" w="med" type="none"/>
          </a:ln>
        </p:spPr>
      </p:cxnSp>
      <p:cxnSp>
        <p:nvCxnSpPr>
          <p:cNvPr id="8757" name="Google Shape;8757;p145"/>
          <p:cNvCxnSpPr/>
          <p:nvPr/>
        </p:nvCxnSpPr>
        <p:spPr>
          <a:xfrm>
            <a:off x="4832499" y="4459790"/>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8758" name="Google Shape;8758;p145"/>
          <p:cNvCxnSpPr/>
          <p:nvPr/>
        </p:nvCxnSpPr>
        <p:spPr>
          <a:xfrm>
            <a:off x="4621905" y="4665363"/>
            <a:ext cx="205800" cy="0"/>
          </a:xfrm>
          <a:prstGeom prst="straightConnector1">
            <a:avLst/>
          </a:prstGeom>
          <a:noFill/>
          <a:ln cap="flat" cmpd="sng" w="9525">
            <a:solidFill>
              <a:srgbClr val="B7B7B7"/>
            </a:solidFill>
            <a:prstDash val="solid"/>
            <a:round/>
            <a:headEnd len="med" w="med" type="none"/>
            <a:tailEnd len="med" w="med" type="none"/>
          </a:ln>
        </p:spPr>
      </p:cxnSp>
      <p:cxnSp>
        <p:nvCxnSpPr>
          <p:cNvPr id="8759" name="Google Shape;8759;p145"/>
          <p:cNvCxnSpPr/>
          <p:nvPr/>
        </p:nvCxnSpPr>
        <p:spPr>
          <a:xfrm>
            <a:off x="5240071" y="1236086"/>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8760" name="Google Shape;8760;p145"/>
          <p:cNvCxnSpPr/>
          <p:nvPr/>
        </p:nvCxnSpPr>
        <p:spPr>
          <a:xfrm>
            <a:off x="5244982" y="1240955"/>
            <a:ext cx="205800" cy="0"/>
          </a:xfrm>
          <a:prstGeom prst="straightConnector1">
            <a:avLst/>
          </a:prstGeom>
          <a:noFill/>
          <a:ln cap="flat" cmpd="sng" w="9525">
            <a:solidFill>
              <a:srgbClr val="B7B7B7"/>
            </a:solidFill>
            <a:prstDash val="solid"/>
            <a:round/>
            <a:headEnd len="med" w="med" type="none"/>
            <a:tailEnd len="med" w="med" type="none"/>
          </a:ln>
        </p:spPr>
      </p:cxnSp>
      <p:cxnSp>
        <p:nvCxnSpPr>
          <p:cNvPr id="8761" name="Google Shape;8761;p145"/>
          <p:cNvCxnSpPr/>
          <p:nvPr/>
        </p:nvCxnSpPr>
        <p:spPr>
          <a:xfrm>
            <a:off x="7310570" y="1236086"/>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8762" name="Google Shape;8762;p145"/>
          <p:cNvCxnSpPr/>
          <p:nvPr/>
        </p:nvCxnSpPr>
        <p:spPr>
          <a:xfrm>
            <a:off x="7099604" y="1240955"/>
            <a:ext cx="205800" cy="0"/>
          </a:xfrm>
          <a:prstGeom prst="straightConnector1">
            <a:avLst/>
          </a:prstGeom>
          <a:noFill/>
          <a:ln cap="flat" cmpd="sng" w="9525">
            <a:solidFill>
              <a:srgbClr val="B7B7B7"/>
            </a:solidFill>
            <a:prstDash val="solid"/>
            <a:round/>
            <a:headEnd len="med" w="med" type="none"/>
            <a:tailEnd len="med" w="med" type="none"/>
          </a:ln>
        </p:spPr>
      </p:cxnSp>
      <p:cxnSp>
        <p:nvCxnSpPr>
          <p:cNvPr id="8763" name="Google Shape;8763;p145"/>
          <p:cNvCxnSpPr/>
          <p:nvPr/>
        </p:nvCxnSpPr>
        <p:spPr>
          <a:xfrm>
            <a:off x="5240071" y="4459790"/>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8764" name="Google Shape;8764;p145"/>
          <p:cNvCxnSpPr/>
          <p:nvPr/>
        </p:nvCxnSpPr>
        <p:spPr>
          <a:xfrm>
            <a:off x="5244982" y="4665363"/>
            <a:ext cx="205800" cy="0"/>
          </a:xfrm>
          <a:prstGeom prst="straightConnector1">
            <a:avLst/>
          </a:prstGeom>
          <a:noFill/>
          <a:ln cap="flat" cmpd="sng" w="9525">
            <a:solidFill>
              <a:srgbClr val="B7B7B7"/>
            </a:solidFill>
            <a:prstDash val="solid"/>
            <a:round/>
            <a:headEnd len="med" w="med" type="none"/>
            <a:tailEnd len="med" w="med" type="none"/>
          </a:ln>
        </p:spPr>
      </p:cxnSp>
      <p:cxnSp>
        <p:nvCxnSpPr>
          <p:cNvPr id="8765" name="Google Shape;8765;p145"/>
          <p:cNvCxnSpPr/>
          <p:nvPr/>
        </p:nvCxnSpPr>
        <p:spPr>
          <a:xfrm>
            <a:off x="7310570" y="4459790"/>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8766" name="Google Shape;8766;p145"/>
          <p:cNvCxnSpPr/>
          <p:nvPr/>
        </p:nvCxnSpPr>
        <p:spPr>
          <a:xfrm>
            <a:off x="7099976" y="4665363"/>
            <a:ext cx="205800" cy="0"/>
          </a:xfrm>
          <a:prstGeom prst="straightConnector1">
            <a:avLst/>
          </a:prstGeom>
          <a:noFill/>
          <a:ln cap="flat" cmpd="sng" w="9525">
            <a:solidFill>
              <a:srgbClr val="B7B7B7"/>
            </a:solidFill>
            <a:prstDash val="solid"/>
            <a:round/>
            <a:headEnd len="med" w="med" type="none"/>
            <a:tailEnd len="med" w="med" type="none"/>
          </a:ln>
        </p:spPr>
      </p:cxnSp>
      <p:cxnSp>
        <p:nvCxnSpPr>
          <p:cNvPr id="8767" name="Google Shape;8767;p145"/>
          <p:cNvCxnSpPr/>
          <p:nvPr/>
        </p:nvCxnSpPr>
        <p:spPr>
          <a:xfrm>
            <a:off x="7705868" y="1236086"/>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8768" name="Google Shape;8768;p145"/>
          <p:cNvCxnSpPr/>
          <p:nvPr/>
        </p:nvCxnSpPr>
        <p:spPr>
          <a:xfrm>
            <a:off x="7710779" y="1240955"/>
            <a:ext cx="205800" cy="0"/>
          </a:xfrm>
          <a:prstGeom prst="straightConnector1">
            <a:avLst/>
          </a:prstGeom>
          <a:noFill/>
          <a:ln cap="flat" cmpd="sng" w="9525">
            <a:solidFill>
              <a:srgbClr val="B7B7B7"/>
            </a:solidFill>
            <a:prstDash val="solid"/>
            <a:round/>
            <a:headEnd len="med" w="med" type="none"/>
            <a:tailEnd len="med" w="med" type="none"/>
          </a:ln>
        </p:spPr>
      </p:cxnSp>
      <p:cxnSp>
        <p:nvCxnSpPr>
          <p:cNvPr id="8769" name="Google Shape;8769;p145"/>
          <p:cNvCxnSpPr/>
          <p:nvPr/>
        </p:nvCxnSpPr>
        <p:spPr>
          <a:xfrm>
            <a:off x="9776367" y="1236086"/>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8770" name="Google Shape;8770;p145"/>
          <p:cNvCxnSpPr/>
          <p:nvPr/>
        </p:nvCxnSpPr>
        <p:spPr>
          <a:xfrm>
            <a:off x="9565400" y="1240955"/>
            <a:ext cx="205800" cy="0"/>
          </a:xfrm>
          <a:prstGeom prst="straightConnector1">
            <a:avLst/>
          </a:prstGeom>
          <a:noFill/>
          <a:ln cap="flat" cmpd="sng" w="9525">
            <a:solidFill>
              <a:srgbClr val="B7B7B7"/>
            </a:solidFill>
            <a:prstDash val="solid"/>
            <a:round/>
            <a:headEnd len="med" w="med" type="none"/>
            <a:tailEnd len="med" w="med" type="none"/>
          </a:ln>
        </p:spPr>
      </p:cxnSp>
      <p:cxnSp>
        <p:nvCxnSpPr>
          <p:cNvPr id="8771" name="Google Shape;8771;p145"/>
          <p:cNvCxnSpPr/>
          <p:nvPr/>
        </p:nvCxnSpPr>
        <p:spPr>
          <a:xfrm>
            <a:off x="7705868" y="4459790"/>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8772" name="Google Shape;8772;p145"/>
          <p:cNvCxnSpPr/>
          <p:nvPr/>
        </p:nvCxnSpPr>
        <p:spPr>
          <a:xfrm>
            <a:off x="7710779" y="4665363"/>
            <a:ext cx="205800" cy="0"/>
          </a:xfrm>
          <a:prstGeom prst="straightConnector1">
            <a:avLst/>
          </a:prstGeom>
          <a:noFill/>
          <a:ln cap="flat" cmpd="sng" w="9525">
            <a:solidFill>
              <a:srgbClr val="B7B7B7"/>
            </a:solidFill>
            <a:prstDash val="solid"/>
            <a:round/>
            <a:headEnd len="med" w="med" type="none"/>
            <a:tailEnd len="med" w="med" type="none"/>
          </a:ln>
        </p:spPr>
      </p:cxnSp>
      <p:cxnSp>
        <p:nvCxnSpPr>
          <p:cNvPr id="8773" name="Google Shape;8773;p145"/>
          <p:cNvCxnSpPr/>
          <p:nvPr/>
        </p:nvCxnSpPr>
        <p:spPr>
          <a:xfrm>
            <a:off x="9776367" y="4459790"/>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8774" name="Google Shape;8774;p145"/>
          <p:cNvCxnSpPr/>
          <p:nvPr/>
        </p:nvCxnSpPr>
        <p:spPr>
          <a:xfrm>
            <a:off x="9565772" y="4665363"/>
            <a:ext cx="205800" cy="0"/>
          </a:xfrm>
          <a:prstGeom prst="straightConnector1">
            <a:avLst/>
          </a:prstGeom>
          <a:noFill/>
          <a:ln cap="flat" cmpd="sng" w="9525">
            <a:solidFill>
              <a:srgbClr val="B7B7B7"/>
            </a:solidFill>
            <a:prstDash val="solid"/>
            <a:round/>
            <a:headEnd len="med" w="med" type="none"/>
            <a:tailEnd len="med" w="med" type="none"/>
          </a:ln>
        </p:spPr>
      </p:cxnSp>
      <p:sp>
        <p:nvSpPr>
          <p:cNvPr id="8775" name="Google Shape;8775;p145"/>
          <p:cNvSpPr txBox="1"/>
          <p:nvPr>
            <p:ph idx="1" type="body"/>
          </p:nvPr>
        </p:nvSpPr>
        <p:spPr>
          <a:xfrm>
            <a:off x="641150" y="612125"/>
            <a:ext cx="1770300" cy="160500"/>
          </a:xfrm>
          <a:prstGeom prst="rect">
            <a:avLst/>
          </a:prstGeom>
          <a:noFill/>
          <a:ln>
            <a:noFill/>
          </a:ln>
        </p:spPr>
        <p:txBody>
          <a:bodyPr anchorCtr="0" anchor="t" bIns="0" lIns="0" spcFirstLastPara="1" rIns="0" wrap="square" tIns="0">
            <a:noAutofit/>
          </a:bodyPr>
          <a:lstStyle>
            <a:lvl1pPr indent="-292100" lvl="0" marL="457200" algn="ctr">
              <a:spcBef>
                <a:spcPts val="0"/>
              </a:spcBef>
              <a:spcAft>
                <a:spcPts val="0"/>
              </a:spcAft>
              <a:buClr>
                <a:srgbClr val="FFFFFF"/>
              </a:buClr>
              <a:buSzPts val="1000"/>
              <a:buChar char="●"/>
              <a:defRPr sz="1000">
                <a:solidFill>
                  <a:srgbClr val="FFFFFF"/>
                </a:solidFill>
              </a:defRPr>
            </a:lvl1pPr>
            <a:lvl2pPr indent="-292100" lvl="1" marL="914400" algn="ctr">
              <a:spcBef>
                <a:spcPts val="0"/>
              </a:spcBef>
              <a:spcAft>
                <a:spcPts val="0"/>
              </a:spcAft>
              <a:buClr>
                <a:srgbClr val="FFFFFF"/>
              </a:buClr>
              <a:buSzPts val="1000"/>
              <a:buChar char="○"/>
              <a:defRPr sz="1000">
                <a:solidFill>
                  <a:srgbClr val="FFFFFF"/>
                </a:solidFill>
              </a:defRPr>
            </a:lvl2pPr>
            <a:lvl3pPr indent="-292100" lvl="2" marL="1371600" algn="ctr">
              <a:spcBef>
                <a:spcPts val="0"/>
              </a:spcBef>
              <a:spcAft>
                <a:spcPts val="0"/>
              </a:spcAft>
              <a:buClr>
                <a:srgbClr val="FFFFFF"/>
              </a:buClr>
              <a:buSzPts val="1000"/>
              <a:buChar char="■"/>
              <a:defRPr sz="1000">
                <a:solidFill>
                  <a:srgbClr val="FFFFFF"/>
                </a:solidFill>
              </a:defRPr>
            </a:lvl3pPr>
            <a:lvl4pPr indent="-292100" lvl="3" marL="1828800" algn="ctr">
              <a:spcBef>
                <a:spcPts val="0"/>
              </a:spcBef>
              <a:spcAft>
                <a:spcPts val="0"/>
              </a:spcAft>
              <a:buClr>
                <a:srgbClr val="FFFFFF"/>
              </a:buClr>
              <a:buSzPts val="1000"/>
              <a:buChar char="●"/>
              <a:defRPr sz="1000">
                <a:solidFill>
                  <a:srgbClr val="FFFFFF"/>
                </a:solidFill>
              </a:defRPr>
            </a:lvl4pPr>
            <a:lvl5pPr indent="-292100" lvl="4" marL="2286000" algn="ctr">
              <a:spcBef>
                <a:spcPts val="0"/>
              </a:spcBef>
              <a:spcAft>
                <a:spcPts val="0"/>
              </a:spcAft>
              <a:buClr>
                <a:srgbClr val="FFFFFF"/>
              </a:buClr>
              <a:buSzPts val="1000"/>
              <a:buChar char="○"/>
              <a:defRPr sz="1000">
                <a:solidFill>
                  <a:srgbClr val="FFFFFF"/>
                </a:solidFill>
              </a:defRPr>
            </a:lvl5pPr>
            <a:lvl6pPr indent="-292100" lvl="5" marL="2743200" algn="ctr">
              <a:spcBef>
                <a:spcPts val="0"/>
              </a:spcBef>
              <a:spcAft>
                <a:spcPts val="0"/>
              </a:spcAft>
              <a:buClr>
                <a:srgbClr val="FFFFFF"/>
              </a:buClr>
              <a:buSzPts val="1000"/>
              <a:buChar char="■"/>
              <a:defRPr sz="1000">
                <a:solidFill>
                  <a:srgbClr val="FFFFFF"/>
                </a:solidFill>
              </a:defRPr>
            </a:lvl6pPr>
            <a:lvl7pPr indent="-292100" lvl="6" marL="3200400" algn="ctr">
              <a:spcBef>
                <a:spcPts val="0"/>
              </a:spcBef>
              <a:spcAft>
                <a:spcPts val="0"/>
              </a:spcAft>
              <a:buClr>
                <a:srgbClr val="FFFFFF"/>
              </a:buClr>
              <a:buSzPts val="1000"/>
              <a:buChar char="●"/>
              <a:defRPr sz="1000">
                <a:solidFill>
                  <a:srgbClr val="FFFFFF"/>
                </a:solidFill>
              </a:defRPr>
            </a:lvl7pPr>
            <a:lvl8pPr indent="-292100" lvl="7" marL="3657600" algn="ctr">
              <a:spcBef>
                <a:spcPts val="0"/>
              </a:spcBef>
              <a:spcAft>
                <a:spcPts val="0"/>
              </a:spcAft>
              <a:buClr>
                <a:srgbClr val="FFFFFF"/>
              </a:buClr>
              <a:buSzPts val="1000"/>
              <a:buChar char="○"/>
              <a:defRPr sz="1000">
                <a:solidFill>
                  <a:srgbClr val="FFFFFF"/>
                </a:solidFill>
              </a:defRPr>
            </a:lvl8pPr>
            <a:lvl9pPr indent="-292100" lvl="8" marL="4114800" algn="ctr">
              <a:spcBef>
                <a:spcPts val="0"/>
              </a:spcBef>
              <a:spcAft>
                <a:spcPts val="0"/>
              </a:spcAft>
              <a:buClr>
                <a:srgbClr val="FFFFFF"/>
              </a:buClr>
              <a:buSzPts val="1000"/>
              <a:buChar char="■"/>
              <a:defRPr sz="1000">
                <a:solidFill>
                  <a:srgbClr val="FFFFFF"/>
                </a:solidFill>
              </a:defRPr>
            </a:lvl9pPr>
          </a:lstStyle>
          <a:p/>
        </p:txBody>
      </p:sp>
      <p:sp>
        <p:nvSpPr>
          <p:cNvPr id="8776" name="Google Shape;8776;p145"/>
          <p:cNvSpPr txBox="1"/>
          <p:nvPr/>
        </p:nvSpPr>
        <p:spPr>
          <a:xfrm>
            <a:off x="84825" y="598125"/>
            <a:ext cx="595500" cy="205800"/>
          </a:xfrm>
          <a:prstGeom prst="rect">
            <a:avLst/>
          </a:prstGeom>
          <a:noFill/>
          <a:ln>
            <a:noFill/>
          </a:ln>
        </p:spPr>
        <p:txBody>
          <a:bodyPr anchorCtr="0" anchor="t" bIns="18000" lIns="18000" spcFirstLastPara="1" rIns="18000" wrap="square" tIns="18000">
            <a:spAutoFit/>
          </a:bodyPr>
          <a:lstStyle/>
          <a:p>
            <a:pPr indent="0" lvl="0" marL="0" rtl="0" algn="l">
              <a:spcBef>
                <a:spcPts val="0"/>
              </a:spcBef>
              <a:spcAft>
                <a:spcPts val="0"/>
              </a:spcAft>
              <a:buNone/>
            </a:pPr>
            <a:r>
              <a:rPr lang="es-419" sz="1100">
                <a:solidFill>
                  <a:srgbClr val="FFFFFF"/>
                </a:solidFill>
              </a:rPr>
              <a:t>Nombre:</a:t>
            </a:r>
            <a:endParaRPr sz="1100">
              <a:solidFill>
                <a:srgbClr val="FFFFFF"/>
              </a:solidFill>
            </a:endParaRPr>
          </a:p>
        </p:txBody>
      </p:sp>
    </p:spTree>
  </p:cSld>
  <p:clrMapOvr>
    <a:masterClrMapping/>
  </p:clrMapOvr>
</p:sldLayout>
</file>

<file path=ppt/slideLayouts/slideLayout14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3. Diagrama de Dominio">
  <p:cSld name="TITLE_3_6_1_1_1_1_1_1_1_1_1_1_1_1_1">
    <p:spTree>
      <p:nvGrpSpPr>
        <p:cNvPr id="8777" name="Shape 8777"/>
        <p:cNvGrpSpPr/>
        <p:nvPr/>
      </p:nvGrpSpPr>
      <p:grpSpPr>
        <a:xfrm>
          <a:off x="0" y="0"/>
          <a:ext cx="0" cy="0"/>
          <a:chOff x="0" y="0"/>
          <a:chExt cx="0" cy="0"/>
        </a:xfrm>
      </p:grpSpPr>
      <p:sp>
        <p:nvSpPr>
          <p:cNvPr id="8778" name="Google Shape;8778;p146"/>
          <p:cNvSpPr/>
          <p:nvPr/>
        </p:nvSpPr>
        <p:spPr>
          <a:xfrm>
            <a:off x="97888" y="377012"/>
            <a:ext cx="9893400" cy="296700"/>
          </a:xfrm>
          <a:prstGeom prst="roundRect">
            <a:avLst>
              <a:gd fmla="val 22902" name="adj"/>
            </a:avLst>
          </a:prstGeom>
          <a:solidFill>
            <a:srgbClr val="F3F3F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8779" name="Google Shape;8779;p146"/>
          <p:cNvSpPr/>
          <p:nvPr/>
        </p:nvSpPr>
        <p:spPr>
          <a:xfrm>
            <a:off x="77688" y="358938"/>
            <a:ext cx="9935700" cy="6438000"/>
          </a:xfrm>
          <a:prstGeom prst="roundRect">
            <a:avLst>
              <a:gd fmla="val 2618" name="adj"/>
            </a:avLst>
          </a:prstGeom>
          <a:solidFill>
            <a:srgbClr val="FFFFFF"/>
          </a:solidFill>
          <a:ln cap="flat" cmpd="sng" w="38100">
            <a:solidFill>
              <a:srgbClr val="000000"/>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780" name="Google Shape;8780;p146"/>
          <p:cNvCxnSpPr/>
          <p:nvPr/>
        </p:nvCxnSpPr>
        <p:spPr>
          <a:xfrm>
            <a:off x="77688" y="772614"/>
            <a:ext cx="9935700" cy="0"/>
          </a:xfrm>
          <a:prstGeom prst="straightConnector1">
            <a:avLst/>
          </a:prstGeom>
          <a:noFill/>
          <a:ln cap="flat" cmpd="sng" w="19050">
            <a:solidFill>
              <a:srgbClr val="000000"/>
            </a:solidFill>
            <a:prstDash val="solid"/>
            <a:round/>
            <a:headEnd len="med" w="med" type="none"/>
            <a:tailEnd len="med" w="med" type="none"/>
          </a:ln>
        </p:spPr>
      </p:cxnSp>
      <p:cxnSp>
        <p:nvCxnSpPr>
          <p:cNvPr id="8781" name="Google Shape;8781;p146"/>
          <p:cNvCxnSpPr/>
          <p:nvPr/>
        </p:nvCxnSpPr>
        <p:spPr>
          <a:xfrm rot="10800000">
            <a:off x="2439038" y="368188"/>
            <a:ext cx="0" cy="402300"/>
          </a:xfrm>
          <a:prstGeom prst="straightConnector1">
            <a:avLst/>
          </a:prstGeom>
          <a:noFill/>
          <a:ln cap="flat" cmpd="sng" w="19050">
            <a:solidFill>
              <a:srgbClr val="000000"/>
            </a:solidFill>
            <a:prstDash val="solid"/>
            <a:round/>
            <a:headEnd len="med" w="med" type="none"/>
            <a:tailEnd len="med" w="med" type="none"/>
          </a:ln>
        </p:spPr>
      </p:cxnSp>
      <p:sp>
        <p:nvSpPr>
          <p:cNvPr id="8782" name="Google Shape;8782;p146"/>
          <p:cNvSpPr/>
          <p:nvPr/>
        </p:nvSpPr>
        <p:spPr>
          <a:xfrm>
            <a:off x="77688" y="349338"/>
            <a:ext cx="2361300" cy="421200"/>
          </a:xfrm>
          <a:prstGeom prst="roundRect">
            <a:avLst>
              <a:gd fmla="val 50000" name="adj"/>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s-419" sz="1200">
                <a:solidFill>
                  <a:srgbClr val="FFFFFF"/>
                </a:solidFill>
              </a:rPr>
              <a:t>Diagrama de Dominio</a:t>
            </a:r>
            <a:endParaRPr b="1" sz="1200">
              <a:solidFill>
                <a:srgbClr val="FFFFFF"/>
              </a:solidFill>
            </a:endParaRPr>
          </a:p>
          <a:p>
            <a:pPr indent="0" lvl="0" marL="0" rtl="0" algn="ctr">
              <a:spcBef>
                <a:spcPts val="0"/>
              </a:spcBef>
              <a:spcAft>
                <a:spcPts val="0"/>
              </a:spcAft>
              <a:buNone/>
            </a:pPr>
            <a:r>
              <a:t/>
            </a:r>
            <a:endParaRPr b="1" sz="1200">
              <a:solidFill>
                <a:srgbClr val="FFFFFF"/>
              </a:solidFill>
            </a:endParaRPr>
          </a:p>
        </p:txBody>
      </p:sp>
      <p:sp>
        <p:nvSpPr>
          <p:cNvPr id="8783" name="Google Shape;8783;p146"/>
          <p:cNvSpPr/>
          <p:nvPr/>
        </p:nvSpPr>
        <p:spPr>
          <a:xfrm>
            <a:off x="83988" y="595504"/>
            <a:ext cx="190200" cy="1692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4" name="Google Shape;8784;p146"/>
          <p:cNvSpPr/>
          <p:nvPr/>
        </p:nvSpPr>
        <p:spPr>
          <a:xfrm>
            <a:off x="2292338" y="358938"/>
            <a:ext cx="146700" cy="4023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5" name="Google Shape;8785;p146"/>
          <p:cNvSpPr/>
          <p:nvPr/>
        </p:nvSpPr>
        <p:spPr>
          <a:xfrm>
            <a:off x="-1396550" y="760700"/>
            <a:ext cx="748200" cy="6079200"/>
          </a:xfrm>
          <a:prstGeom prst="roundRect">
            <a:avLst>
              <a:gd fmla="val 11877" name="adj"/>
            </a:avLst>
          </a:prstGeom>
          <a:solidFill>
            <a:srgbClr val="F3F3F3"/>
          </a:solidFill>
          <a:ln cap="flat" cmpd="sng" w="9525">
            <a:solidFill>
              <a:srgbClr val="F3F3F3"/>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t" bIns="54000" lIns="72000" spcFirstLastPara="1" rIns="72000" wrap="square" tIns="54000">
            <a:noAutofit/>
          </a:bodyPr>
          <a:lstStyle/>
          <a:p>
            <a:pPr indent="0" lvl="0" marL="0" rtl="0" algn="ctr">
              <a:spcBef>
                <a:spcPts val="0"/>
              </a:spcBef>
              <a:spcAft>
                <a:spcPts val="0"/>
              </a:spcAft>
              <a:buNone/>
            </a:pPr>
            <a:r>
              <a:rPr i="1" lang="es-419"/>
              <a:t>Paleta</a:t>
            </a:r>
            <a:endParaRPr i="1"/>
          </a:p>
        </p:txBody>
      </p:sp>
      <p:sp>
        <p:nvSpPr>
          <p:cNvPr id="8786" name="Google Shape;8786;p146"/>
          <p:cNvSpPr txBox="1"/>
          <p:nvPr/>
        </p:nvSpPr>
        <p:spPr>
          <a:xfrm>
            <a:off x="2524025" y="387675"/>
            <a:ext cx="15012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Unid. Organizacional:</a:t>
            </a:r>
            <a:endParaRPr b="1" sz="1100"/>
          </a:p>
        </p:txBody>
      </p:sp>
      <p:sp>
        <p:nvSpPr>
          <p:cNvPr id="8787" name="Google Shape;8787;p146"/>
          <p:cNvSpPr txBox="1"/>
          <p:nvPr/>
        </p:nvSpPr>
        <p:spPr>
          <a:xfrm>
            <a:off x="2524020" y="579550"/>
            <a:ext cx="6846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Alcance:</a:t>
            </a:r>
            <a:endParaRPr b="1" sz="1100"/>
          </a:p>
        </p:txBody>
      </p:sp>
      <p:sp>
        <p:nvSpPr>
          <p:cNvPr id="8788" name="Google Shape;8788;p146"/>
          <p:cNvSpPr txBox="1"/>
          <p:nvPr>
            <p:ph type="title"/>
          </p:nvPr>
        </p:nvSpPr>
        <p:spPr>
          <a:xfrm flipH="1">
            <a:off x="4025374" y="387675"/>
            <a:ext cx="5863200" cy="1692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000"/>
              <a:buNone/>
              <a:defRPr sz="1000">
                <a:solidFill>
                  <a:srgbClr val="000000"/>
                </a:solidFill>
              </a:defRPr>
            </a:lvl1pPr>
            <a:lvl2pPr lvl="1">
              <a:spcBef>
                <a:spcPts val="0"/>
              </a:spcBef>
              <a:spcAft>
                <a:spcPts val="0"/>
              </a:spcAft>
              <a:buClr>
                <a:srgbClr val="000000"/>
              </a:buClr>
              <a:buSzPts val="1000"/>
              <a:buNone/>
              <a:defRPr sz="1000">
                <a:solidFill>
                  <a:srgbClr val="000000"/>
                </a:solidFill>
              </a:defRPr>
            </a:lvl2pPr>
            <a:lvl3pPr lvl="2">
              <a:spcBef>
                <a:spcPts val="0"/>
              </a:spcBef>
              <a:spcAft>
                <a:spcPts val="0"/>
              </a:spcAft>
              <a:buClr>
                <a:srgbClr val="000000"/>
              </a:buClr>
              <a:buSzPts val="1000"/>
              <a:buNone/>
              <a:defRPr sz="1000">
                <a:solidFill>
                  <a:srgbClr val="000000"/>
                </a:solidFill>
              </a:defRPr>
            </a:lvl3pPr>
            <a:lvl4pPr lvl="3">
              <a:spcBef>
                <a:spcPts val="0"/>
              </a:spcBef>
              <a:spcAft>
                <a:spcPts val="0"/>
              </a:spcAft>
              <a:buClr>
                <a:srgbClr val="000000"/>
              </a:buClr>
              <a:buSzPts val="1000"/>
              <a:buNone/>
              <a:defRPr sz="1000">
                <a:solidFill>
                  <a:srgbClr val="000000"/>
                </a:solidFill>
              </a:defRPr>
            </a:lvl4pPr>
            <a:lvl5pPr lvl="4">
              <a:spcBef>
                <a:spcPts val="0"/>
              </a:spcBef>
              <a:spcAft>
                <a:spcPts val="0"/>
              </a:spcAft>
              <a:buClr>
                <a:srgbClr val="000000"/>
              </a:buClr>
              <a:buSzPts val="1000"/>
              <a:buNone/>
              <a:defRPr sz="1000">
                <a:solidFill>
                  <a:srgbClr val="000000"/>
                </a:solidFill>
              </a:defRPr>
            </a:lvl5pPr>
            <a:lvl6pPr lvl="5">
              <a:spcBef>
                <a:spcPts val="0"/>
              </a:spcBef>
              <a:spcAft>
                <a:spcPts val="0"/>
              </a:spcAft>
              <a:buClr>
                <a:srgbClr val="000000"/>
              </a:buClr>
              <a:buSzPts val="1000"/>
              <a:buNone/>
              <a:defRPr sz="1000">
                <a:solidFill>
                  <a:srgbClr val="000000"/>
                </a:solidFill>
              </a:defRPr>
            </a:lvl6pPr>
            <a:lvl7pPr lvl="6">
              <a:spcBef>
                <a:spcPts val="0"/>
              </a:spcBef>
              <a:spcAft>
                <a:spcPts val="0"/>
              </a:spcAft>
              <a:buClr>
                <a:srgbClr val="000000"/>
              </a:buClr>
              <a:buSzPts val="1000"/>
              <a:buNone/>
              <a:defRPr sz="1000">
                <a:solidFill>
                  <a:srgbClr val="000000"/>
                </a:solidFill>
              </a:defRPr>
            </a:lvl7pPr>
            <a:lvl8pPr lvl="7">
              <a:spcBef>
                <a:spcPts val="0"/>
              </a:spcBef>
              <a:spcAft>
                <a:spcPts val="0"/>
              </a:spcAft>
              <a:buClr>
                <a:srgbClr val="000000"/>
              </a:buClr>
              <a:buSzPts val="1000"/>
              <a:buNone/>
              <a:defRPr sz="1000">
                <a:solidFill>
                  <a:srgbClr val="000000"/>
                </a:solidFill>
              </a:defRPr>
            </a:lvl8pPr>
            <a:lvl9pPr lvl="8">
              <a:spcBef>
                <a:spcPts val="0"/>
              </a:spcBef>
              <a:spcAft>
                <a:spcPts val="0"/>
              </a:spcAft>
              <a:buClr>
                <a:srgbClr val="000000"/>
              </a:buClr>
              <a:buSzPts val="1000"/>
              <a:buNone/>
              <a:defRPr sz="1000">
                <a:solidFill>
                  <a:srgbClr val="000000"/>
                </a:solidFill>
              </a:defRPr>
            </a:lvl9pPr>
          </a:lstStyle>
          <a:p/>
        </p:txBody>
      </p:sp>
      <p:sp>
        <p:nvSpPr>
          <p:cNvPr id="8789" name="Google Shape;8789;p146"/>
          <p:cNvSpPr txBox="1"/>
          <p:nvPr>
            <p:ph idx="2" type="title"/>
          </p:nvPr>
        </p:nvSpPr>
        <p:spPr>
          <a:xfrm flipH="1">
            <a:off x="3208773" y="579550"/>
            <a:ext cx="6679800" cy="1692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000"/>
              <a:buNone/>
              <a:defRPr sz="1000">
                <a:solidFill>
                  <a:srgbClr val="000000"/>
                </a:solidFill>
              </a:defRPr>
            </a:lvl1pPr>
            <a:lvl2pPr lvl="1">
              <a:spcBef>
                <a:spcPts val="0"/>
              </a:spcBef>
              <a:spcAft>
                <a:spcPts val="0"/>
              </a:spcAft>
              <a:buClr>
                <a:srgbClr val="000000"/>
              </a:buClr>
              <a:buSzPts val="1000"/>
              <a:buNone/>
              <a:defRPr sz="1000">
                <a:solidFill>
                  <a:srgbClr val="000000"/>
                </a:solidFill>
              </a:defRPr>
            </a:lvl2pPr>
            <a:lvl3pPr lvl="2">
              <a:spcBef>
                <a:spcPts val="0"/>
              </a:spcBef>
              <a:spcAft>
                <a:spcPts val="0"/>
              </a:spcAft>
              <a:buClr>
                <a:srgbClr val="000000"/>
              </a:buClr>
              <a:buSzPts val="1000"/>
              <a:buNone/>
              <a:defRPr sz="1000">
                <a:solidFill>
                  <a:srgbClr val="000000"/>
                </a:solidFill>
              </a:defRPr>
            </a:lvl3pPr>
            <a:lvl4pPr lvl="3">
              <a:spcBef>
                <a:spcPts val="0"/>
              </a:spcBef>
              <a:spcAft>
                <a:spcPts val="0"/>
              </a:spcAft>
              <a:buClr>
                <a:srgbClr val="000000"/>
              </a:buClr>
              <a:buSzPts val="1000"/>
              <a:buNone/>
              <a:defRPr sz="1000">
                <a:solidFill>
                  <a:srgbClr val="000000"/>
                </a:solidFill>
              </a:defRPr>
            </a:lvl4pPr>
            <a:lvl5pPr lvl="4">
              <a:spcBef>
                <a:spcPts val="0"/>
              </a:spcBef>
              <a:spcAft>
                <a:spcPts val="0"/>
              </a:spcAft>
              <a:buClr>
                <a:srgbClr val="000000"/>
              </a:buClr>
              <a:buSzPts val="1000"/>
              <a:buNone/>
              <a:defRPr sz="1000">
                <a:solidFill>
                  <a:srgbClr val="000000"/>
                </a:solidFill>
              </a:defRPr>
            </a:lvl5pPr>
            <a:lvl6pPr lvl="5">
              <a:spcBef>
                <a:spcPts val="0"/>
              </a:spcBef>
              <a:spcAft>
                <a:spcPts val="0"/>
              </a:spcAft>
              <a:buClr>
                <a:srgbClr val="000000"/>
              </a:buClr>
              <a:buSzPts val="1000"/>
              <a:buNone/>
              <a:defRPr sz="1000">
                <a:solidFill>
                  <a:srgbClr val="000000"/>
                </a:solidFill>
              </a:defRPr>
            </a:lvl6pPr>
            <a:lvl7pPr lvl="6">
              <a:spcBef>
                <a:spcPts val="0"/>
              </a:spcBef>
              <a:spcAft>
                <a:spcPts val="0"/>
              </a:spcAft>
              <a:buClr>
                <a:srgbClr val="000000"/>
              </a:buClr>
              <a:buSzPts val="1000"/>
              <a:buNone/>
              <a:defRPr sz="1000">
                <a:solidFill>
                  <a:srgbClr val="000000"/>
                </a:solidFill>
              </a:defRPr>
            </a:lvl7pPr>
            <a:lvl8pPr lvl="7">
              <a:spcBef>
                <a:spcPts val="0"/>
              </a:spcBef>
              <a:spcAft>
                <a:spcPts val="0"/>
              </a:spcAft>
              <a:buClr>
                <a:srgbClr val="000000"/>
              </a:buClr>
              <a:buSzPts val="1000"/>
              <a:buNone/>
              <a:defRPr sz="1000">
                <a:solidFill>
                  <a:srgbClr val="000000"/>
                </a:solidFill>
              </a:defRPr>
            </a:lvl8pPr>
            <a:lvl9pPr lvl="8">
              <a:spcBef>
                <a:spcPts val="0"/>
              </a:spcBef>
              <a:spcAft>
                <a:spcPts val="0"/>
              </a:spcAft>
              <a:buClr>
                <a:srgbClr val="000000"/>
              </a:buClr>
              <a:buSzPts val="1000"/>
              <a:buNone/>
              <a:defRPr sz="1000">
                <a:solidFill>
                  <a:srgbClr val="000000"/>
                </a:solidFill>
              </a:defRPr>
            </a:lvl9pPr>
          </a:lstStyle>
          <a:p/>
        </p:txBody>
      </p:sp>
      <p:sp>
        <p:nvSpPr>
          <p:cNvPr id="8790" name="Google Shape;8790;p146"/>
          <p:cNvSpPr txBox="1"/>
          <p:nvPr>
            <p:ph idx="1" type="body"/>
          </p:nvPr>
        </p:nvSpPr>
        <p:spPr>
          <a:xfrm>
            <a:off x="641150" y="612125"/>
            <a:ext cx="1770300" cy="160500"/>
          </a:xfrm>
          <a:prstGeom prst="rect">
            <a:avLst/>
          </a:prstGeom>
          <a:noFill/>
          <a:ln>
            <a:noFill/>
          </a:ln>
        </p:spPr>
        <p:txBody>
          <a:bodyPr anchorCtr="0" anchor="t" bIns="0" lIns="0" spcFirstLastPara="1" rIns="0" wrap="square" tIns="0">
            <a:noAutofit/>
          </a:bodyPr>
          <a:lstStyle>
            <a:lvl1pPr indent="-292100" lvl="0" marL="457200" algn="ctr">
              <a:spcBef>
                <a:spcPts val="0"/>
              </a:spcBef>
              <a:spcAft>
                <a:spcPts val="0"/>
              </a:spcAft>
              <a:buClr>
                <a:srgbClr val="FFFFFF"/>
              </a:buClr>
              <a:buSzPts val="1000"/>
              <a:buChar char="●"/>
              <a:defRPr sz="1000">
                <a:solidFill>
                  <a:srgbClr val="FFFFFF"/>
                </a:solidFill>
              </a:defRPr>
            </a:lvl1pPr>
            <a:lvl2pPr indent="-292100" lvl="1" marL="914400" algn="ctr">
              <a:spcBef>
                <a:spcPts val="0"/>
              </a:spcBef>
              <a:spcAft>
                <a:spcPts val="0"/>
              </a:spcAft>
              <a:buClr>
                <a:srgbClr val="FFFFFF"/>
              </a:buClr>
              <a:buSzPts val="1000"/>
              <a:buChar char="○"/>
              <a:defRPr sz="1000">
                <a:solidFill>
                  <a:srgbClr val="FFFFFF"/>
                </a:solidFill>
              </a:defRPr>
            </a:lvl2pPr>
            <a:lvl3pPr indent="-292100" lvl="2" marL="1371600" algn="ctr">
              <a:spcBef>
                <a:spcPts val="0"/>
              </a:spcBef>
              <a:spcAft>
                <a:spcPts val="0"/>
              </a:spcAft>
              <a:buClr>
                <a:srgbClr val="FFFFFF"/>
              </a:buClr>
              <a:buSzPts val="1000"/>
              <a:buChar char="■"/>
              <a:defRPr sz="1000">
                <a:solidFill>
                  <a:srgbClr val="FFFFFF"/>
                </a:solidFill>
              </a:defRPr>
            </a:lvl3pPr>
            <a:lvl4pPr indent="-292100" lvl="3" marL="1828800" algn="ctr">
              <a:spcBef>
                <a:spcPts val="0"/>
              </a:spcBef>
              <a:spcAft>
                <a:spcPts val="0"/>
              </a:spcAft>
              <a:buClr>
                <a:srgbClr val="FFFFFF"/>
              </a:buClr>
              <a:buSzPts val="1000"/>
              <a:buChar char="●"/>
              <a:defRPr sz="1000">
                <a:solidFill>
                  <a:srgbClr val="FFFFFF"/>
                </a:solidFill>
              </a:defRPr>
            </a:lvl4pPr>
            <a:lvl5pPr indent="-292100" lvl="4" marL="2286000" algn="ctr">
              <a:spcBef>
                <a:spcPts val="0"/>
              </a:spcBef>
              <a:spcAft>
                <a:spcPts val="0"/>
              </a:spcAft>
              <a:buClr>
                <a:srgbClr val="FFFFFF"/>
              </a:buClr>
              <a:buSzPts val="1000"/>
              <a:buChar char="○"/>
              <a:defRPr sz="1000">
                <a:solidFill>
                  <a:srgbClr val="FFFFFF"/>
                </a:solidFill>
              </a:defRPr>
            </a:lvl5pPr>
            <a:lvl6pPr indent="-292100" lvl="5" marL="2743200" algn="ctr">
              <a:spcBef>
                <a:spcPts val="0"/>
              </a:spcBef>
              <a:spcAft>
                <a:spcPts val="0"/>
              </a:spcAft>
              <a:buClr>
                <a:srgbClr val="FFFFFF"/>
              </a:buClr>
              <a:buSzPts val="1000"/>
              <a:buChar char="■"/>
              <a:defRPr sz="1000">
                <a:solidFill>
                  <a:srgbClr val="FFFFFF"/>
                </a:solidFill>
              </a:defRPr>
            </a:lvl6pPr>
            <a:lvl7pPr indent="-292100" lvl="6" marL="3200400" algn="ctr">
              <a:spcBef>
                <a:spcPts val="0"/>
              </a:spcBef>
              <a:spcAft>
                <a:spcPts val="0"/>
              </a:spcAft>
              <a:buClr>
                <a:srgbClr val="FFFFFF"/>
              </a:buClr>
              <a:buSzPts val="1000"/>
              <a:buChar char="●"/>
              <a:defRPr sz="1000">
                <a:solidFill>
                  <a:srgbClr val="FFFFFF"/>
                </a:solidFill>
              </a:defRPr>
            </a:lvl7pPr>
            <a:lvl8pPr indent="-292100" lvl="7" marL="3657600" algn="ctr">
              <a:spcBef>
                <a:spcPts val="0"/>
              </a:spcBef>
              <a:spcAft>
                <a:spcPts val="0"/>
              </a:spcAft>
              <a:buClr>
                <a:srgbClr val="FFFFFF"/>
              </a:buClr>
              <a:buSzPts val="1000"/>
              <a:buChar char="○"/>
              <a:defRPr sz="1000">
                <a:solidFill>
                  <a:srgbClr val="FFFFFF"/>
                </a:solidFill>
              </a:defRPr>
            </a:lvl8pPr>
            <a:lvl9pPr indent="-292100" lvl="8" marL="4114800" algn="ctr">
              <a:spcBef>
                <a:spcPts val="0"/>
              </a:spcBef>
              <a:spcAft>
                <a:spcPts val="0"/>
              </a:spcAft>
              <a:buClr>
                <a:srgbClr val="FFFFFF"/>
              </a:buClr>
              <a:buSzPts val="1000"/>
              <a:buChar char="■"/>
              <a:defRPr sz="1000">
                <a:solidFill>
                  <a:srgbClr val="FFFFFF"/>
                </a:solidFill>
              </a:defRPr>
            </a:lvl9pPr>
          </a:lstStyle>
          <a:p/>
        </p:txBody>
      </p:sp>
      <p:sp>
        <p:nvSpPr>
          <p:cNvPr id="8791" name="Google Shape;8791;p146"/>
          <p:cNvSpPr txBox="1"/>
          <p:nvPr/>
        </p:nvSpPr>
        <p:spPr>
          <a:xfrm>
            <a:off x="84825" y="598125"/>
            <a:ext cx="595500" cy="205800"/>
          </a:xfrm>
          <a:prstGeom prst="rect">
            <a:avLst/>
          </a:prstGeom>
          <a:noFill/>
          <a:ln>
            <a:noFill/>
          </a:ln>
        </p:spPr>
        <p:txBody>
          <a:bodyPr anchorCtr="0" anchor="t" bIns="18000" lIns="18000" spcFirstLastPara="1" rIns="18000" wrap="square" tIns="18000">
            <a:spAutoFit/>
          </a:bodyPr>
          <a:lstStyle/>
          <a:p>
            <a:pPr indent="0" lvl="0" marL="0" rtl="0" algn="l">
              <a:spcBef>
                <a:spcPts val="0"/>
              </a:spcBef>
              <a:spcAft>
                <a:spcPts val="0"/>
              </a:spcAft>
              <a:buNone/>
            </a:pPr>
            <a:r>
              <a:rPr lang="es-419" sz="1100">
                <a:solidFill>
                  <a:srgbClr val="FFFFFF"/>
                </a:solidFill>
              </a:rPr>
              <a:t>Nombre:</a:t>
            </a:r>
            <a:endParaRPr sz="1100">
              <a:solidFill>
                <a:srgbClr val="FFFFFF"/>
              </a:solidFill>
            </a:endParaRPr>
          </a:p>
        </p:txBody>
      </p:sp>
    </p:spTree>
  </p:cSld>
  <p:clrMapOvr>
    <a:masterClrMapping/>
  </p:clrMapOvr>
</p:sldLayout>
</file>

<file path=ppt/slideLayouts/slideLayout14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4.3 Diagrama de Casos de Uso de Negocio">
  <p:cSld name="TITLE_3_6_1_1_1_1_1_1_1_1_1_1_1_1_1_1">
    <p:spTree>
      <p:nvGrpSpPr>
        <p:cNvPr id="8792" name="Shape 8792"/>
        <p:cNvGrpSpPr/>
        <p:nvPr/>
      </p:nvGrpSpPr>
      <p:grpSpPr>
        <a:xfrm>
          <a:off x="0" y="0"/>
          <a:ext cx="0" cy="0"/>
          <a:chOff x="0" y="0"/>
          <a:chExt cx="0" cy="0"/>
        </a:xfrm>
      </p:grpSpPr>
      <p:sp>
        <p:nvSpPr>
          <p:cNvPr id="8793" name="Google Shape;8793;p147"/>
          <p:cNvSpPr/>
          <p:nvPr/>
        </p:nvSpPr>
        <p:spPr>
          <a:xfrm>
            <a:off x="97888" y="377012"/>
            <a:ext cx="9893400" cy="296700"/>
          </a:xfrm>
          <a:prstGeom prst="roundRect">
            <a:avLst>
              <a:gd fmla="val 22902" name="adj"/>
            </a:avLst>
          </a:prstGeom>
          <a:solidFill>
            <a:srgbClr val="F3F3F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8794" name="Google Shape;8794;p147"/>
          <p:cNvSpPr/>
          <p:nvPr/>
        </p:nvSpPr>
        <p:spPr>
          <a:xfrm>
            <a:off x="77688" y="358938"/>
            <a:ext cx="9935700" cy="6438000"/>
          </a:xfrm>
          <a:prstGeom prst="roundRect">
            <a:avLst>
              <a:gd fmla="val 2618" name="adj"/>
            </a:avLst>
          </a:prstGeom>
          <a:solidFill>
            <a:srgbClr val="FFFFFF"/>
          </a:solidFill>
          <a:ln cap="flat" cmpd="sng" w="38100">
            <a:solidFill>
              <a:srgbClr val="000000"/>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795" name="Google Shape;8795;p147"/>
          <p:cNvCxnSpPr/>
          <p:nvPr/>
        </p:nvCxnSpPr>
        <p:spPr>
          <a:xfrm>
            <a:off x="77688" y="772614"/>
            <a:ext cx="9935700" cy="0"/>
          </a:xfrm>
          <a:prstGeom prst="straightConnector1">
            <a:avLst/>
          </a:prstGeom>
          <a:noFill/>
          <a:ln cap="flat" cmpd="sng" w="19050">
            <a:solidFill>
              <a:srgbClr val="000000"/>
            </a:solidFill>
            <a:prstDash val="solid"/>
            <a:round/>
            <a:headEnd len="med" w="med" type="none"/>
            <a:tailEnd len="med" w="med" type="none"/>
          </a:ln>
        </p:spPr>
      </p:cxnSp>
      <p:cxnSp>
        <p:nvCxnSpPr>
          <p:cNvPr id="8796" name="Google Shape;8796;p147"/>
          <p:cNvCxnSpPr/>
          <p:nvPr/>
        </p:nvCxnSpPr>
        <p:spPr>
          <a:xfrm rot="10800000">
            <a:off x="2439038" y="368188"/>
            <a:ext cx="0" cy="402300"/>
          </a:xfrm>
          <a:prstGeom prst="straightConnector1">
            <a:avLst/>
          </a:prstGeom>
          <a:noFill/>
          <a:ln cap="flat" cmpd="sng" w="19050">
            <a:solidFill>
              <a:srgbClr val="000000"/>
            </a:solidFill>
            <a:prstDash val="solid"/>
            <a:round/>
            <a:headEnd len="med" w="med" type="none"/>
            <a:tailEnd len="med" w="med" type="none"/>
          </a:ln>
        </p:spPr>
      </p:cxnSp>
      <p:sp>
        <p:nvSpPr>
          <p:cNvPr id="8797" name="Google Shape;8797;p147"/>
          <p:cNvSpPr/>
          <p:nvPr/>
        </p:nvSpPr>
        <p:spPr>
          <a:xfrm>
            <a:off x="77688" y="349338"/>
            <a:ext cx="2361300" cy="421200"/>
          </a:xfrm>
          <a:prstGeom prst="roundRect">
            <a:avLst>
              <a:gd fmla="val 50000" name="adj"/>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s-419" sz="1200">
                <a:solidFill>
                  <a:srgbClr val="FFFFFF"/>
                </a:solidFill>
              </a:rPr>
              <a:t>Casos de Uso de Negocio</a:t>
            </a:r>
            <a:endParaRPr b="1" sz="1200">
              <a:solidFill>
                <a:srgbClr val="FFFFFF"/>
              </a:solidFill>
            </a:endParaRPr>
          </a:p>
          <a:p>
            <a:pPr indent="0" lvl="0" marL="0" rtl="0" algn="ctr">
              <a:spcBef>
                <a:spcPts val="0"/>
              </a:spcBef>
              <a:spcAft>
                <a:spcPts val="0"/>
              </a:spcAft>
              <a:buNone/>
            </a:pPr>
            <a:r>
              <a:t/>
            </a:r>
            <a:endParaRPr b="1" sz="1200">
              <a:solidFill>
                <a:srgbClr val="FFFFFF"/>
              </a:solidFill>
            </a:endParaRPr>
          </a:p>
        </p:txBody>
      </p:sp>
      <p:sp>
        <p:nvSpPr>
          <p:cNvPr id="8798" name="Google Shape;8798;p147"/>
          <p:cNvSpPr/>
          <p:nvPr/>
        </p:nvSpPr>
        <p:spPr>
          <a:xfrm>
            <a:off x="83988" y="595504"/>
            <a:ext cx="190200" cy="1692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9" name="Google Shape;8799;p147"/>
          <p:cNvSpPr/>
          <p:nvPr/>
        </p:nvSpPr>
        <p:spPr>
          <a:xfrm>
            <a:off x="2292338" y="358938"/>
            <a:ext cx="146700" cy="4023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0" name="Google Shape;8800;p147"/>
          <p:cNvSpPr txBox="1"/>
          <p:nvPr/>
        </p:nvSpPr>
        <p:spPr>
          <a:xfrm>
            <a:off x="2524025" y="387675"/>
            <a:ext cx="15012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Unid. Organizacional:</a:t>
            </a:r>
            <a:endParaRPr b="1" sz="1100"/>
          </a:p>
        </p:txBody>
      </p:sp>
      <p:sp>
        <p:nvSpPr>
          <p:cNvPr id="8801" name="Google Shape;8801;p147"/>
          <p:cNvSpPr txBox="1"/>
          <p:nvPr/>
        </p:nvSpPr>
        <p:spPr>
          <a:xfrm>
            <a:off x="2524020" y="579550"/>
            <a:ext cx="6846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Alcance:</a:t>
            </a:r>
            <a:endParaRPr b="1" sz="1100"/>
          </a:p>
        </p:txBody>
      </p:sp>
      <p:sp>
        <p:nvSpPr>
          <p:cNvPr id="8802" name="Google Shape;8802;p147"/>
          <p:cNvSpPr txBox="1"/>
          <p:nvPr>
            <p:ph type="title"/>
          </p:nvPr>
        </p:nvSpPr>
        <p:spPr>
          <a:xfrm flipH="1">
            <a:off x="4025374" y="387675"/>
            <a:ext cx="5863200" cy="1692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000"/>
              <a:buNone/>
              <a:defRPr sz="1000">
                <a:solidFill>
                  <a:srgbClr val="000000"/>
                </a:solidFill>
              </a:defRPr>
            </a:lvl1pPr>
            <a:lvl2pPr lvl="1">
              <a:spcBef>
                <a:spcPts val="0"/>
              </a:spcBef>
              <a:spcAft>
                <a:spcPts val="0"/>
              </a:spcAft>
              <a:buClr>
                <a:srgbClr val="000000"/>
              </a:buClr>
              <a:buSzPts val="1000"/>
              <a:buNone/>
              <a:defRPr sz="1000">
                <a:solidFill>
                  <a:srgbClr val="000000"/>
                </a:solidFill>
              </a:defRPr>
            </a:lvl2pPr>
            <a:lvl3pPr lvl="2">
              <a:spcBef>
                <a:spcPts val="0"/>
              </a:spcBef>
              <a:spcAft>
                <a:spcPts val="0"/>
              </a:spcAft>
              <a:buClr>
                <a:srgbClr val="000000"/>
              </a:buClr>
              <a:buSzPts val="1000"/>
              <a:buNone/>
              <a:defRPr sz="1000">
                <a:solidFill>
                  <a:srgbClr val="000000"/>
                </a:solidFill>
              </a:defRPr>
            </a:lvl3pPr>
            <a:lvl4pPr lvl="3">
              <a:spcBef>
                <a:spcPts val="0"/>
              </a:spcBef>
              <a:spcAft>
                <a:spcPts val="0"/>
              </a:spcAft>
              <a:buClr>
                <a:srgbClr val="000000"/>
              </a:buClr>
              <a:buSzPts val="1000"/>
              <a:buNone/>
              <a:defRPr sz="1000">
                <a:solidFill>
                  <a:srgbClr val="000000"/>
                </a:solidFill>
              </a:defRPr>
            </a:lvl4pPr>
            <a:lvl5pPr lvl="4">
              <a:spcBef>
                <a:spcPts val="0"/>
              </a:spcBef>
              <a:spcAft>
                <a:spcPts val="0"/>
              </a:spcAft>
              <a:buClr>
                <a:srgbClr val="000000"/>
              </a:buClr>
              <a:buSzPts val="1000"/>
              <a:buNone/>
              <a:defRPr sz="1000">
                <a:solidFill>
                  <a:srgbClr val="000000"/>
                </a:solidFill>
              </a:defRPr>
            </a:lvl5pPr>
            <a:lvl6pPr lvl="5">
              <a:spcBef>
                <a:spcPts val="0"/>
              </a:spcBef>
              <a:spcAft>
                <a:spcPts val="0"/>
              </a:spcAft>
              <a:buClr>
                <a:srgbClr val="000000"/>
              </a:buClr>
              <a:buSzPts val="1000"/>
              <a:buNone/>
              <a:defRPr sz="1000">
                <a:solidFill>
                  <a:srgbClr val="000000"/>
                </a:solidFill>
              </a:defRPr>
            </a:lvl6pPr>
            <a:lvl7pPr lvl="6">
              <a:spcBef>
                <a:spcPts val="0"/>
              </a:spcBef>
              <a:spcAft>
                <a:spcPts val="0"/>
              </a:spcAft>
              <a:buClr>
                <a:srgbClr val="000000"/>
              </a:buClr>
              <a:buSzPts val="1000"/>
              <a:buNone/>
              <a:defRPr sz="1000">
                <a:solidFill>
                  <a:srgbClr val="000000"/>
                </a:solidFill>
              </a:defRPr>
            </a:lvl7pPr>
            <a:lvl8pPr lvl="7">
              <a:spcBef>
                <a:spcPts val="0"/>
              </a:spcBef>
              <a:spcAft>
                <a:spcPts val="0"/>
              </a:spcAft>
              <a:buClr>
                <a:srgbClr val="000000"/>
              </a:buClr>
              <a:buSzPts val="1000"/>
              <a:buNone/>
              <a:defRPr sz="1000">
                <a:solidFill>
                  <a:srgbClr val="000000"/>
                </a:solidFill>
              </a:defRPr>
            </a:lvl8pPr>
            <a:lvl9pPr lvl="8">
              <a:spcBef>
                <a:spcPts val="0"/>
              </a:spcBef>
              <a:spcAft>
                <a:spcPts val="0"/>
              </a:spcAft>
              <a:buClr>
                <a:srgbClr val="000000"/>
              </a:buClr>
              <a:buSzPts val="1000"/>
              <a:buNone/>
              <a:defRPr sz="1000">
                <a:solidFill>
                  <a:srgbClr val="000000"/>
                </a:solidFill>
              </a:defRPr>
            </a:lvl9pPr>
          </a:lstStyle>
          <a:p/>
        </p:txBody>
      </p:sp>
      <p:sp>
        <p:nvSpPr>
          <p:cNvPr id="8803" name="Google Shape;8803;p147"/>
          <p:cNvSpPr txBox="1"/>
          <p:nvPr>
            <p:ph idx="2" type="title"/>
          </p:nvPr>
        </p:nvSpPr>
        <p:spPr>
          <a:xfrm flipH="1">
            <a:off x="3208773" y="579550"/>
            <a:ext cx="6679800" cy="1692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000"/>
              <a:buNone/>
              <a:defRPr sz="1000">
                <a:solidFill>
                  <a:srgbClr val="000000"/>
                </a:solidFill>
              </a:defRPr>
            </a:lvl1pPr>
            <a:lvl2pPr lvl="1">
              <a:spcBef>
                <a:spcPts val="0"/>
              </a:spcBef>
              <a:spcAft>
                <a:spcPts val="0"/>
              </a:spcAft>
              <a:buClr>
                <a:srgbClr val="000000"/>
              </a:buClr>
              <a:buSzPts val="1000"/>
              <a:buNone/>
              <a:defRPr sz="1000">
                <a:solidFill>
                  <a:srgbClr val="000000"/>
                </a:solidFill>
              </a:defRPr>
            </a:lvl2pPr>
            <a:lvl3pPr lvl="2">
              <a:spcBef>
                <a:spcPts val="0"/>
              </a:spcBef>
              <a:spcAft>
                <a:spcPts val="0"/>
              </a:spcAft>
              <a:buClr>
                <a:srgbClr val="000000"/>
              </a:buClr>
              <a:buSzPts val="1000"/>
              <a:buNone/>
              <a:defRPr sz="1000">
                <a:solidFill>
                  <a:srgbClr val="000000"/>
                </a:solidFill>
              </a:defRPr>
            </a:lvl3pPr>
            <a:lvl4pPr lvl="3">
              <a:spcBef>
                <a:spcPts val="0"/>
              </a:spcBef>
              <a:spcAft>
                <a:spcPts val="0"/>
              </a:spcAft>
              <a:buClr>
                <a:srgbClr val="000000"/>
              </a:buClr>
              <a:buSzPts val="1000"/>
              <a:buNone/>
              <a:defRPr sz="1000">
                <a:solidFill>
                  <a:srgbClr val="000000"/>
                </a:solidFill>
              </a:defRPr>
            </a:lvl4pPr>
            <a:lvl5pPr lvl="4">
              <a:spcBef>
                <a:spcPts val="0"/>
              </a:spcBef>
              <a:spcAft>
                <a:spcPts val="0"/>
              </a:spcAft>
              <a:buClr>
                <a:srgbClr val="000000"/>
              </a:buClr>
              <a:buSzPts val="1000"/>
              <a:buNone/>
              <a:defRPr sz="1000">
                <a:solidFill>
                  <a:srgbClr val="000000"/>
                </a:solidFill>
              </a:defRPr>
            </a:lvl5pPr>
            <a:lvl6pPr lvl="5">
              <a:spcBef>
                <a:spcPts val="0"/>
              </a:spcBef>
              <a:spcAft>
                <a:spcPts val="0"/>
              </a:spcAft>
              <a:buClr>
                <a:srgbClr val="000000"/>
              </a:buClr>
              <a:buSzPts val="1000"/>
              <a:buNone/>
              <a:defRPr sz="1000">
                <a:solidFill>
                  <a:srgbClr val="000000"/>
                </a:solidFill>
              </a:defRPr>
            </a:lvl6pPr>
            <a:lvl7pPr lvl="6">
              <a:spcBef>
                <a:spcPts val="0"/>
              </a:spcBef>
              <a:spcAft>
                <a:spcPts val="0"/>
              </a:spcAft>
              <a:buClr>
                <a:srgbClr val="000000"/>
              </a:buClr>
              <a:buSzPts val="1000"/>
              <a:buNone/>
              <a:defRPr sz="1000">
                <a:solidFill>
                  <a:srgbClr val="000000"/>
                </a:solidFill>
              </a:defRPr>
            </a:lvl7pPr>
            <a:lvl8pPr lvl="7">
              <a:spcBef>
                <a:spcPts val="0"/>
              </a:spcBef>
              <a:spcAft>
                <a:spcPts val="0"/>
              </a:spcAft>
              <a:buClr>
                <a:srgbClr val="000000"/>
              </a:buClr>
              <a:buSzPts val="1000"/>
              <a:buNone/>
              <a:defRPr sz="1000">
                <a:solidFill>
                  <a:srgbClr val="000000"/>
                </a:solidFill>
              </a:defRPr>
            </a:lvl8pPr>
            <a:lvl9pPr lvl="8">
              <a:spcBef>
                <a:spcPts val="0"/>
              </a:spcBef>
              <a:spcAft>
                <a:spcPts val="0"/>
              </a:spcAft>
              <a:buClr>
                <a:srgbClr val="000000"/>
              </a:buClr>
              <a:buSzPts val="1000"/>
              <a:buNone/>
              <a:defRPr sz="1000">
                <a:solidFill>
                  <a:srgbClr val="000000"/>
                </a:solidFill>
              </a:defRPr>
            </a:lvl9pPr>
          </a:lstStyle>
          <a:p/>
        </p:txBody>
      </p:sp>
      <p:sp>
        <p:nvSpPr>
          <p:cNvPr id="8804" name="Google Shape;8804;p147"/>
          <p:cNvSpPr txBox="1"/>
          <p:nvPr>
            <p:ph idx="1" type="body"/>
          </p:nvPr>
        </p:nvSpPr>
        <p:spPr>
          <a:xfrm>
            <a:off x="641150" y="612125"/>
            <a:ext cx="1770300" cy="160500"/>
          </a:xfrm>
          <a:prstGeom prst="rect">
            <a:avLst/>
          </a:prstGeom>
          <a:noFill/>
          <a:ln>
            <a:noFill/>
          </a:ln>
        </p:spPr>
        <p:txBody>
          <a:bodyPr anchorCtr="0" anchor="t" bIns="0" lIns="0" spcFirstLastPara="1" rIns="0" wrap="square" tIns="0">
            <a:noAutofit/>
          </a:bodyPr>
          <a:lstStyle>
            <a:lvl1pPr indent="-292100" lvl="0" marL="457200" algn="ctr">
              <a:spcBef>
                <a:spcPts val="0"/>
              </a:spcBef>
              <a:spcAft>
                <a:spcPts val="0"/>
              </a:spcAft>
              <a:buClr>
                <a:srgbClr val="FFFFFF"/>
              </a:buClr>
              <a:buSzPts val="1000"/>
              <a:buChar char="●"/>
              <a:defRPr sz="1000">
                <a:solidFill>
                  <a:srgbClr val="FFFFFF"/>
                </a:solidFill>
              </a:defRPr>
            </a:lvl1pPr>
            <a:lvl2pPr indent="-292100" lvl="1" marL="914400" algn="ctr">
              <a:spcBef>
                <a:spcPts val="0"/>
              </a:spcBef>
              <a:spcAft>
                <a:spcPts val="0"/>
              </a:spcAft>
              <a:buClr>
                <a:srgbClr val="FFFFFF"/>
              </a:buClr>
              <a:buSzPts val="1000"/>
              <a:buChar char="○"/>
              <a:defRPr sz="1000">
                <a:solidFill>
                  <a:srgbClr val="FFFFFF"/>
                </a:solidFill>
              </a:defRPr>
            </a:lvl2pPr>
            <a:lvl3pPr indent="-292100" lvl="2" marL="1371600" algn="ctr">
              <a:spcBef>
                <a:spcPts val="0"/>
              </a:spcBef>
              <a:spcAft>
                <a:spcPts val="0"/>
              </a:spcAft>
              <a:buClr>
                <a:srgbClr val="FFFFFF"/>
              </a:buClr>
              <a:buSzPts val="1000"/>
              <a:buChar char="■"/>
              <a:defRPr sz="1000">
                <a:solidFill>
                  <a:srgbClr val="FFFFFF"/>
                </a:solidFill>
              </a:defRPr>
            </a:lvl3pPr>
            <a:lvl4pPr indent="-292100" lvl="3" marL="1828800" algn="ctr">
              <a:spcBef>
                <a:spcPts val="0"/>
              </a:spcBef>
              <a:spcAft>
                <a:spcPts val="0"/>
              </a:spcAft>
              <a:buClr>
                <a:srgbClr val="FFFFFF"/>
              </a:buClr>
              <a:buSzPts val="1000"/>
              <a:buChar char="●"/>
              <a:defRPr sz="1000">
                <a:solidFill>
                  <a:srgbClr val="FFFFFF"/>
                </a:solidFill>
              </a:defRPr>
            </a:lvl4pPr>
            <a:lvl5pPr indent="-292100" lvl="4" marL="2286000" algn="ctr">
              <a:spcBef>
                <a:spcPts val="0"/>
              </a:spcBef>
              <a:spcAft>
                <a:spcPts val="0"/>
              </a:spcAft>
              <a:buClr>
                <a:srgbClr val="FFFFFF"/>
              </a:buClr>
              <a:buSzPts val="1000"/>
              <a:buChar char="○"/>
              <a:defRPr sz="1000">
                <a:solidFill>
                  <a:srgbClr val="FFFFFF"/>
                </a:solidFill>
              </a:defRPr>
            </a:lvl5pPr>
            <a:lvl6pPr indent="-292100" lvl="5" marL="2743200" algn="ctr">
              <a:spcBef>
                <a:spcPts val="0"/>
              </a:spcBef>
              <a:spcAft>
                <a:spcPts val="0"/>
              </a:spcAft>
              <a:buClr>
                <a:srgbClr val="FFFFFF"/>
              </a:buClr>
              <a:buSzPts val="1000"/>
              <a:buChar char="■"/>
              <a:defRPr sz="1000">
                <a:solidFill>
                  <a:srgbClr val="FFFFFF"/>
                </a:solidFill>
              </a:defRPr>
            </a:lvl6pPr>
            <a:lvl7pPr indent="-292100" lvl="6" marL="3200400" algn="ctr">
              <a:spcBef>
                <a:spcPts val="0"/>
              </a:spcBef>
              <a:spcAft>
                <a:spcPts val="0"/>
              </a:spcAft>
              <a:buClr>
                <a:srgbClr val="FFFFFF"/>
              </a:buClr>
              <a:buSzPts val="1000"/>
              <a:buChar char="●"/>
              <a:defRPr sz="1000">
                <a:solidFill>
                  <a:srgbClr val="FFFFFF"/>
                </a:solidFill>
              </a:defRPr>
            </a:lvl7pPr>
            <a:lvl8pPr indent="-292100" lvl="7" marL="3657600" algn="ctr">
              <a:spcBef>
                <a:spcPts val="0"/>
              </a:spcBef>
              <a:spcAft>
                <a:spcPts val="0"/>
              </a:spcAft>
              <a:buClr>
                <a:srgbClr val="FFFFFF"/>
              </a:buClr>
              <a:buSzPts val="1000"/>
              <a:buChar char="○"/>
              <a:defRPr sz="1000">
                <a:solidFill>
                  <a:srgbClr val="FFFFFF"/>
                </a:solidFill>
              </a:defRPr>
            </a:lvl8pPr>
            <a:lvl9pPr indent="-292100" lvl="8" marL="4114800" algn="ctr">
              <a:spcBef>
                <a:spcPts val="0"/>
              </a:spcBef>
              <a:spcAft>
                <a:spcPts val="0"/>
              </a:spcAft>
              <a:buClr>
                <a:srgbClr val="FFFFFF"/>
              </a:buClr>
              <a:buSzPts val="1000"/>
              <a:buChar char="■"/>
              <a:defRPr sz="1000">
                <a:solidFill>
                  <a:srgbClr val="FFFFFF"/>
                </a:solidFill>
              </a:defRPr>
            </a:lvl9pPr>
          </a:lstStyle>
          <a:p/>
        </p:txBody>
      </p:sp>
      <p:sp>
        <p:nvSpPr>
          <p:cNvPr id="8805" name="Google Shape;8805;p147"/>
          <p:cNvSpPr txBox="1"/>
          <p:nvPr/>
        </p:nvSpPr>
        <p:spPr>
          <a:xfrm>
            <a:off x="84825" y="598125"/>
            <a:ext cx="595500" cy="205800"/>
          </a:xfrm>
          <a:prstGeom prst="rect">
            <a:avLst/>
          </a:prstGeom>
          <a:noFill/>
          <a:ln>
            <a:noFill/>
          </a:ln>
        </p:spPr>
        <p:txBody>
          <a:bodyPr anchorCtr="0" anchor="t" bIns="18000" lIns="18000" spcFirstLastPara="1" rIns="18000" wrap="square" tIns="18000">
            <a:spAutoFit/>
          </a:bodyPr>
          <a:lstStyle/>
          <a:p>
            <a:pPr indent="0" lvl="0" marL="0" rtl="0" algn="l">
              <a:spcBef>
                <a:spcPts val="0"/>
              </a:spcBef>
              <a:spcAft>
                <a:spcPts val="0"/>
              </a:spcAft>
              <a:buNone/>
            </a:pPr>
            <a:r>
              <a:rPr lang="es-419" sz="1100">
                <a:solidFill>
                  <a:srgbClr val="FFFFFF"/>
                </a:solidFill>
              </a:rPr>
              <a:t>Nombre:</a:t>
            </a:r>
            <a:endParaRPr sz="1100">
              <a:solidFill>
                <a:srgbClr val="FFFFFF"/>
              </a:solidFill>
            </a:endParaRPr>
          </a:p>
        </p:txBody>
      </p:sp>
      <p:sp>
        <p:nvSpPr>
          <p:cNvPr id="8806" name="Google Shape;8806;p147"/>
          <p:cNvSpPr/>
          <p:nvPr/>
        </p:nvSpPr>
        <p:spPr>
          <a:xfrm>
            <a:off x="-1396550" y="760700"/>
            <a:ext cx="748200" cy="6079200"/>
          </a:xfrm>
          <a:prstGeom prst="roundRect">
            <a:avLst>
              <a:gd fmla="val 11877" name="adj"/>
            </a:avLst>
          </a:prstGeom>
          <a:solidFill>
            <a:srgbClr val="F3F3F3"/>
          </a:solidFill>
          <a:ln cap="flat" cmpd="sng" w="9525">
            <a:solidFill>
              <a:srgbClr val="F3F3F3"/>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t" bIns="54000" lIns="72000" spcFirstLastPara="1" rIns="72000" wrap="square" tIns="54000">
            <a:noAutofit/>
          </a:bodyPr>
          <a:lstStyle/>
          <a:p>
            <a:pPr indent="0" lvl="0" marL="0" rtl="0" algn="ctr">
              <a:spcBef>
                <a:spcPts val="0"/>
              </a:spcBef>
              <a:spcAft>
                <a:spcPts val="0"/>
              </a:spcAft>
              <a:buNone/>
            </a:pPr>
            <a:r>
              <a:rPr i="1" lang="es-419"/>
              <a:t>Paleta</a:t>
            </a:r>
            <a:endParaRPr i="1"/>
          </a:p>
        </p:txBody>
      </p:sp>
    </p:spTree>
  </p:cSld>
  <p:clrMapOvr>
    <a:masterClrMapping/>
  </p:clrMapOvr>
</p:sldLayout>
</file>

<file path=ppt/slideLayouts/slideLayout14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4.2 Definición de Proceso de Negocio">
  <p:cSld name="TITLE_3_6_1_1_1_1_1_1_1_1_1_1_1_1_1_1_1">
    <p:spTree>
      <p:nvGrpSpPr>
        <p:cNvPr id="8807" name="Shape 8807"/>
        <p:cNvGrpSpPr/>
        <p:nvPr/>
      </p:nvGrpSpPr>
      <p:grpSpPr>
        <a:xfrm>
          <a:off x="0" y="0"/>
          <a:ext cx="0" cy="0"/>
          <a:chOff x="0" y="0"/>
          <a:chExt cx="0" cy="0"/>
        </a:xfrm>
      </p:grpSpPr>
      <p:sp>
        <p:nvSpPr>
          <p:cNvPr id="8808" name="Google Shape;8808;p148"/>
          <p:cNvSpPr/>
          <p:nvPr/>
        </p:nvSpPr>
        <p:spPr>
          <a:xfrm>
            <a:off x="77688" y="358938"/>
            <a:ext cx="9935700" cy="6438000"/>
          </a:xfrm>
          <a:prstGeom prst="roundRect">
            <a:avLst>
              <a:gd fmla="val 2618" name="adj"/>
            </a:avLst>
          </a:prstGeom>
          <a:solidFill>
            <a:srgbClr val="FFFFFF"/>
          </a:solidFill>
          <a:ln cap="flat" cmpd="sng" w="38100">
            <a:solidFill>
              <a:srgbClr val="000000"/>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809" name="Google Shape;8809;p148"/>
          <p:cNvCxnSpPr/>
          <p:nvPr/>
        </p:nvCxnSpPr>
        <p:spPr>
          <a:xfrm>
            <a:off x="77688" y="772614"/>
            <a:ext cx="9935700" cy="0"/>
          </a:xfrm>
          <a:prstGeom prst="straightConnector1">
            <a:avLst/>
          </a:prstGeom>
          <a:noFill/>
          <a:ln cap="flat" cmpd="sng" w="19050">
            <a:solidFill>
              <a:srgbClr val="000000"/>
            </a:solidFill>
            <a:prstDash val="solid"/>
            <a:round/>
            <a:headEnd len="med" w="med" type="none"/>
            <a:tailEnd len="med" w="med" type="none"/>
          </a:ln>
        </p:spPr>
      </p:cxnSp>
      <p:cxnSp>
        <p:nvCxnSpPr>
          <p:cNvPr id="8810" name="Google Shape;8810;p148"/>
          <p:cNvCxnSpPr/>
          <p:nvPr/>
        </p:nvCxnSpPr>
        <p:spPr>
          <a:xfrm rot="10800000">
            <a:off x="2439038" y="368188"/>
            <a:ext cx="0" cy="402300"/>
          </a:xfrm>
          <a:prstGeom prst="straightConnector1">
            <a:avLst/>
          </a:prstGeom>
          <a:noFill/>
          <a:ln cap="flat" cmpd="sng" w="19050">
            <a:solidFill>
              <a:srgbClr val="000000"/>
            </a:solidFill>
            <a:prstDash val="solid"/>
            <a:round/>
            <a:headEnd len="med" w="med" type="none"/>
            <a:tailEnd len="med" w="med" type="none"/>
          </a:ln>
        </p:spPr>
      </p:cxnSp>
      <p:sp>
        <p:nvSpPr>
          <p:cNvPr id="8811" name="Google Shape;8811;p148"/>
          <p:cNvSpPr txBox="1"/>
          <p:nvPr>
            <p:ph type="title"/>
          </p:nvPr>
        </p:nvSpPr>
        <p:spPr>
          <a:xfrm flipH="1">
            <a:off x="3219174" y="437575"/>
            <a:ext cx="1731300" cy="2658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200"/>
              <a:buNone/>
              <a:defRPr sz="1200">
                <a:solidFill>
                  <a:srgbClr val="000000"/>
                </a:solidFill>
              </a:defRPr>
            </a:lvl1pPr>
            <a:lvl2pPr lvl="1">
              <a:spcBef>
                <a:spcPts val="0"/>
              </a:spcBef>
              <a:spcAft>
                <a:spcPts val="0"/>
              </a:spcAft>
              <a:buClr>
                <a:srgbClr val="000000"/>
              </a:buClr>
              <a:buSzPts val="1100"/>
              <a:buNone/>
              <a:defRPr sz="1100">
                <a:solidFill>
                  <a:srgbClr val="000000"/>
                </a:solidFill>
              </a:defRPr>
            </a:lvl2pPr>
            <a:lvl3pPr lvl="2">
              <a:spcBef>
                <a:spcPts val="0"/>
              </a:spcBef>
              <a:spcAft>
                <a:spcPts val="0"/>
              </a:spcAft>
              <a:buClr>
                <a:srgbClr val="000000"/>
              </a:buClr>
              <a:buSzPts val="1100"/>
              <a:buNone/>
              <a:defRPr sz="1100">
                <a:solidFill>
                  <a:srgbClr val="000000"/>
                </a:solidFill>
              </a:defRPr>
            </a:lvl3pPr>
            <a:lvl4pPr lvl="3">
              <a:spcBef>
                <a:spcPts val="0"/>
              </a:spcBef>
              <a:spcAft>
                <a:spcPts val="0"/>
              </a:spcAft>
              <a:buClr>
                <a:srgbClr val="000000"/>
              </a:buClr>
              <a:buSzPts val="1100"/>
              <a:buNone/>
              <a:defRPr sz="1100">
                <a:solidFill>
                  <a:srgbClr val="000000"/>
                </a:solidFill>
              </a:defRPr>
            </a:lvl4pPr>
            <a:lvl5pPr lvl="4">
              <a:spcBef>
                <a:spcPts val="0"/>
              </a:spcBef>
              <a:spcAft>
                <a:spcPts val="0"/>
              </a:spcAft>
              <a:buClr>
                <a:srgbClr val="000000"/>
              </a:buClr>
              <a:buSzPts val="1100"/>
              <a:buNone/>
              <a:defRPr sz="1100">
                <a:solidFill>
                  <a:srgbClr val="000000"/>
                </a:solidFill>
              </a:defRPr>
            </a:lvl5pPr>
            <a:lvl6pPr lvl="5">
              <a:spcBef>
                <a:spcPts val="0"/>
              </a:spcBef>
              <a:spcAft>
                <a:spcPts val="0"/>
              </a:spcAft>
              <a:buClr>
                <a:srgbClr val="000000"/>
              </a:buClr>
              <a:buSzPts val="1100"/>
              <a:buNone/>
              <a:defRPr sz="1100">
                <a:solidFill>
                  <a:srgbClr val="000000"/>
                </a:solidFill>
              </a:defRPr>
            </a:lvl6pPr>
            <a:lvl7pPr lvl="6">
              <a:spcBef>
                <a:spcPts val="0"/>
              </a:spcBef>
              <a:spcAft>
                <a:spcPts val="0"/>
              </a:spcAft>
              <a:buClr>
                <a:srgbClr val="000000"/>
              </a:buClr>
              <a:buSzPts val="1100"/>
              <a:buNone/>
              <a:defRPr sz="1100">
                <a:solidFill>
                  <a:srgbClr val="000000"/>
                </a:solidFill>
              </a:defRPr>
            </a:lvl7pPr>
            <a:lvl8pPr lvl="7">
              <a:spcBef>
                <a:spcPts val="0"/>
              </a:spcBef>
              <a:spcAft>
                <a:spcPts val="0"/>
              </a:spcAft>
              <a:buClr>
                <a:srgbClr val="000000"/>
              </a:buClr>
              <a:buSzPts val="1100"/>
              <a:buNone/>
              <a:defRPr sz="1100">
                <a:solidFill>
                  <a:srgbClr val="000000"/>
                </a:solidFill>
              </a:defRPr>
            </a:lvl8pPr>
            <a:lvl9pPr lvl="8">
              <a:spcBef>
                <a:spcPts val="0"/>
              </a:spcBef>
              <a:spcAft>
                <a:spcPts val="0"/>
              </a:spcAft>
              <a:buClr>
                <a:srgbClr val="000000"/>
              </a:buClr>
              <a:buSzPts val="1100"/>
              <a:buNone/>
              <a:defRPr sz="1100">
                <a:solidFill>
                  <a:srgbClr val="000000"/>
                </a:solidFill>
              </a:defRPr>
            </a:lvl9pPr>
          </a:lstStyle>
          <a:p/>
        </p:txBody>
      </p:sp>
      <p:sp>
        <p:nvSpPr>
          <p:cNvPr id="8812" name="Google Shape;8812;p148"/>
          <p:cNvSpPr txBox="1"/>
          <p:nvPr/>
        </p:nvSpPr>
        <p:spPr>
          <a:xfrm>
            <a:off x="2513487" y="437267"/>
            <a:ext cx="679500" cy="2664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b="1" lang="es-419" sz="1100"/>
              <a:t>Empresa:</a:t>
            </a:r>
            <a:endParaRPr b="1" sz="1100"/>
          </a:p>
        </p:txBody>
      </p:sp>
      <p:cxnSp>
        <p:nvCxnSpPr>
          <p:cNvPr id="8813" name="Google Shape;8813;p148"/>
          <p:cNvCxnSpPr/>
          <p:nvPr/>
        </p:nvCxnSpPr>
        <p:spPr>
          <a:xfrm rot="10800000">
            <a:off x="5070754" y="368188"/>
            <a:ext cx="0" cy="402300"/>
          </a:xfrm>
          <a:prstGeom prst="straightConnector1">
            <a:avLst/>
          </a:prstGeom>
          <a:noFill/>
          <a:ln cap="flat" cmpd="sng" w="19050">
            <a:solidFill>
              <a:srgbClr val="000000"/>
            </a:solidFill>
            <a:prstDash val="solid"/>
            <a:round/>
            <a:headEnd len="med" w="med" type="none"/>
            <a:tailEnd len="med" w="med" type="none"/>
          </a:ln>
        </p:spPr>
      </p:cxnSp>
      <p:sp>
        <p:nvSpPr>
          <p:cNvPr id="8814" name="Google Shape;8814;p148"/>
          <p:cNvSpPr txBox="1"/>
          <p:nvPr/>
        </p:nvSpPr>
        <p:spPr>
          <a:xfrm>
            <a:off x="5191013" y="387663"/>
            <a:ext cx="13026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Finalidad empresa:</a:t>
            </a:r>
            <a:endParaRPr b="1" sz="1100"/>
          </a:p>
        </p:txBody>
      </p:sp>
      <p:sp>
        <p:nvSpPr>
          <p:cNvPr id="8815" name="Google Shape;8815;p148"/>
          <p:cNvSpPr txBox="1"/>
          <p:nvPr/>
        </p:nvSpPr>
        <p:spPr>
          <a:xfrm>
            <a:off x="5191013" y="579538"/>
            <a:ext cx="11637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Finalidad cliente:</a:t>
            </a:r>
            <a:endParaRPr b="1" sz="1100"/>
          </a:p>
        </p:txBody>
      </p:sp>
      <p:sp>
        <p:nvSpPr>
          <p:cNvPr id="8816" name="Google Shape;8816;p148"/>
          <p:cNvSpPr/>
          <p:nvPr/>
        </p:nvSpPr>
        <p:spPr>
          <a:xfrm>
            <a:off x="77688" y="349338"/>
            <a:ext cx="2361300" cy="421200"/>
          </a:xfrm>
          <a:prstGeom prst="roundRect">
            <a:avLst>
              <a:gd fmla="val 50000" name="adj"/>
            </a:avLst>
          </a:prstGeom>
          <a:solidFill>
            <a:srgbClr val="000000"/>
          </a:solidFill>
          <a:ln cap="flat" cmpd="sng" w="9525">
            <a:solidFill>
              <a:srgbClr val="000000"/>
            </a:solidFill>
            <a:prstDash val="solid"/>
            <a:round/>
            <a:headEnd len="sm" w="sm" type="none"/>
            <a:tailEnd len="sm" w="sm" type="none"/>
          </a:ln>
        </p:spPr>
        <p:txBody>
          <a:bodyPr anchorCtr="0" anchor="ctr" bIns="91425" lIns="0" spcFirstLastPara="1" rIns="0" wrap="square" tIns="91425">
            <a:noAutofit/>
          </a:bodyPr>
          <a:lstStyle/>
          <a:p>
            <a:pPr indent="0" lvl="0" marL="0" rtl="0" algn="ctr">
              <a:spcBef>
                <a:spcPts val="0"/>
              </a:spcBef>
              <a:spcAft>
                <a:spcPts val="0"/>
              </a:spcAft>
              <a:buNone/>
            </a:pPr>
            <a:r>
              <a:rPr b="1" lang="es-419" sz="1100">
                <a:solidFill>
                  <a:srgbClr val="FFFFFF"/>
                </a:solidFill>
              </a:rPr>
              <a:t>Definición Proceso de Negocio</a:t>
            </a:r>
            <a:endParaRPr b="1" sz="1100">
              <a:solidFill>
                <a:srgbClr val="FFFFFF"/>
              </a:solidFill>
            </a:endParaRPr>
          </a:p>
          <a:p>
            <a:pPr indent="0" lvl="0" marL="0" rtl="0" algn="ctr">
              <a:spcBef>
                <a:spcPts val="0"/>
              </a:spcBef>
              <a:spcAft>
                <a:spcPts val="0"/>
              </a:spcAft>
              <a:buNone/>
            </a:pPr>
            <a:r>
              <a:t/>
            </a:r>
            <a:endParaRPr b="1" sz="1200">
              <a:solidFill>
                <a:srgbClr val="FFFFFF"/>
              </a:solidFill>
            </a:endParaRPr>
          </a:p>
        </p:txBody>
      </p:sp>
      <p:sp>
        <p:nvSpPr>
          <p:cNvPr id="8817" name="Google Shape;8817;p148"/>
          <p:cNvSpPr/>
          <p:nvPr/>
        </p:nvSpPr>
        <p:spPr>
          <a:xfrm>
            <a:off x="83988" y="595504"/>
            <a:ext cx="190200" cy="1692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8" name="Google Shape;8818;p148"/>
          <p:cNvSpPr/>
          <p:nvPr/>
        </p:nvSpPr>
        <p:spPr>
          <a:xfrm>
            <a:off x="2350598" y="358950"/>
            <a:ext cx="88500" cy="4023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9" name="Google Shape;8819;p148"/>
          <p:cNvSpPr txBox="1"/>
          <p:nvPr>
            <p:ph idx="2" type="title"/>
          </p:nvPr>
        </p:nvSpPr>
        <p:spPr>
          <a:xfrm flipH="1">
            <a:off x="6546263" y="387663"/>
            <a:ext cx="3350100" cy="1692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000"/>
              <a:buNone/>
              <a:defRPr sz="1000">
                <a:solidFill>
                  <a:srgbClr val="000000"/>
                </a:solidFill>
              </a:defRPr>
            </a:lvl1pPr>
            <a:lvl2pPr lvl="1">
              <a:spcBef>
                <a:spcPts val="0"/>
              </a:spcBef>
              <a:spcAft>
                <a:spcPts val="0"/>
              </a:spcAft>
              <a:buClr>
                <a:srgbClr val="000000"/>
              </a:buClr>
              <a:buSzPts val="1000"/>
              <a:buNone/>
              <a:defRPr sz="1000">
                <a:solidFill>
                  <a:srgbClr val="000000"/>
                </a:solidFill>
              </a:defRPr>
            </a:lvl2pPr>
            <a:lvl3pPr lvl="2">
              <a:spcBef>
                <a:spcPts val="0"/>
              </a:spcBef>
              <a:spcAft>
                <a:spcPts val="0"/>
              </a:spcAft>
              <a:buClr>
                <a:srgbClr val="000000"/>
              </a:buClr>
              <a:buSzPts val="1000"/>
              <a:buNone/>
              <a:defRPr sz="1000">
                <a:solidFill>
                  <a:srgbClr val="000000"/>
                </a:solidFill>
              </a:defRPr>
            </a:lvl3pPr>
            <a:lvl4pPr lvl="3">
              <a:spcBef>
                <a:spcPts val="0"/>
              </a:spcBef>
              <a:spcAft>
                <a:spcPts val="0"/>
              </a:spcAft>
              <a:buClr>
                <a:srgbClr val="000000"/>
              </a:buClr>
              <a:buSzPts val="1000"/>
              <a:buNone/>
              <a:defRPr sz="1000">
                <a:solidFill>
                  <a:srgbClr val="000000"/>
                </a:solidFill>
              </a:defRPr>
            </a:lvl4pPr>
            <a:lvl5pPr lvl="4">
              <a:spcBef>
                <a:spcPts val="0"/>
              </a:spcBef>
              <a:spcAft>
                <a:spcPts val="0"/>
              </a:spcAft>
              <a:buClr>
                <a:srgbClr val="000000"/>
              </a:buClr>
              <a:buSzPts val="1000"/>
              <a:buNone/>
              <a:defRPr sz="1000">
                <a:solidFill>
                  <a:srgbClr val="000000"/>
                </a:solidFill>
              </a:defRPr>
            </a:lvl5pPr>
            <a:lvl6pPr lvl="5">
              <a:spcBef>
                <a:spcPts val="0"/>
              </a:spcBef>
              <a:spcAft>
                <a:spcPts val="0"/>
              </a:spcAft>
              <a:buClr>
                <a:srgbClr val="000000"/>
              </a:buClr>
              <a:buSzPts val="1000"/>
              <a:buNone/>
              <a:defRPr sz="1000">
                <a:solidFill>
                  <a:srgbClr val="000000"/>
                </a:solidFill>
              </a:defRPr>
            </a:lvl6pPr>
            <a:lvl7pPr lvl="6">
              <a:spcBef>
                <a:spcPts val="0"/>
              </a:spcBef>
              <a:spcAft>
                <a:spcPts val="0"/>
              </a:spcAft>
              <a:buClr>
                <a:srgbClr val="000000"/>
              </a:buClr>
              <a:buSzPts val="1000"/>
              <a:buNone/>
              <a:defRPr sz="1000">
                <a:solidFill>
                  <a:srgbClr val="000000"/>
                </a:solidFill>
              </a:defRPr>
            </a:lvl7pPr>
            <a:lvl8pPr lvl="7">
              <a:spcBef>
                <a:spcPts val="0"/>
              </a:spcBef>
              <a:spcAft>
                <a:spcPts val="0"/>
              </a:spcAft>
              <a:buClr>
                <a:srgbClr val="000000"/>
              </a:buClr>
              <a:buSzPts val="1000"/>
              <a:buNone/>
              <a:defRPr sz="1000">
                <a:solidFill>
                  <a:srgbClr val="000000"/>
                </a:solidFill>
              </a:defRPr>
            </a:lvl8pPr>
            <a:lvl9pPr lvl="8">
              <a:spcBef>
                <a:spcPts val="0"/>
              </a:spcBef>
              <a:spcAft>
                <a:spcPts val="0"/>
              </a:spcAft>
              <a:buClr>
                <a:srgbClr val="000000"/>
              </a:buClr>
              <a:buSzPts val="1000"/>
              <a:buNone/>
              <a:defRPr sz="1000">
                <a:solidFill>
                  <a:srgbClr val="000000"/>
                </a:solidFill>
              </a:defRPr>
            </a:lvl9pPr>
          </a:lstStyle>
          <a:p/>
        </p:txBody>
      </p:sp>
      <p:sp>
        <p:nvSpPr>
          <p:cNvPr id="8820" name="Google Shape;8820;p148"/>
          <p:cNvSpPr txBox="1"/>
          <p:nvPr>
            <p:ph idx="3" type="title"/>
          </p:nvPr>
        </p:nvSpPr>
        <p:spPr>
          <a:xfrm flipH="1">
            <a:off x="6546263" y="579538"/>
            <a:ext cx="3350100" cy="1692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000"/>
              <a:buNone/>
              <a:defRPr sz="1000">
                <a:solidFill>
                  <a:srgbClr val="000000"/>
                </a:solidFill>
              </a:defRPr>
            </a:lvl1pPr>
            <a:lvl2pPr lvl="1">
              <a:spcBef>
                <a:spcPts val="0"/>
              </a:spcBef>
              <a:spcAft>
                <a:spcPts val="0"/>
              </a:spcAft>
              <a:buClr>
                <a:srgbClr val="000000"/>
              </a:buClr>
              <a:buSzPts val="1000"/>
              <a:buNone/>
              <a:defRPr sz="1000">
                <a:solidFill>
                  <a:srgbClr val="000000"/>
                </a:solidFill>
              </a:defRPr>
            </a:lvl2pPr>
            <a:lvl3pPr lvl="2">
              <a:spcBef>
                <a:spcPts val="0"/>
              </a:spcBef>
              <a:spcAft>
                <a:spcPts val="0"/>
              </a:spcAft>
              <a:buClr>
                <a:srgbClr val="000000"/>
              </a:buClr>
              <a:buSzPts val="1000"/>
              <a:buNone/>
              <a:defRPr sz="1000">
                <a:solidFill>
                  <a:srgbClr val="000000"/>
                </a:solidFill>
              </a:defRPr>
            </a:lvl3pPr>
            <a:lvl4pPr lvl="3">
              <a:spcBef>
                <a:spcPts val="0"/>
              </a:spcBef>
              <a:spcAft>
                <a:spcPts val="0"/>
              </a:spcAft>
              <a:buClr>
                <a:srgbClr val="000000"/>
              </a:buClr>
              <a:buSzPts val="1000"/>
              <a:buNone/>
              <a:defRPr sz="1000">
                <a:solidFill>
                  <a:srgbClr val="000000"/>
                </a:solidFill>
              </a:defRPr>
            </a:lvl4pPr>
            <a:lvl5pPr lvl="4">
              <a:spcBef>
                <a:spcPts val="0"/>
              </a:spcBef>
              <a:spcAft>
                <a:spcPts val="0"/>
              </a:spcAft>
              <a:buClr>
                <a:srgbClr val="000000"/>
              </a:buClr>
              <a:buSzPts val="1000"/>
              <a:buNone/>
              <a:defRPr sz="1000">
                <a:solidFill>
                  <a:srgbClr val="000000"/>
                </a:solidFill>
              </a:defRPr>
            </a:lvl5pPr>
            <a:lvl6pPr lvl="5">
              <a:spcBef>
                <a:spcPts val="0"/>
              </a:spcBef>
              <a:spcAft>
                <a:spcPts val="0"/>
              </a:spcAft>
              <a:buClr>
                <a:srgbClr val="000000"/>
              </a:buClr>
              <a:buSzPts val="1000"/>
              <a:buNone/>
              <a:defRPr sz="1000">
                <a:solidFill>
                  <a:srgbClr val="000000"/>
                </a:solidFill>
              </a:defRPr>
            </a:lvl6pPr>
            <a:lvl7pPr lvl="6">
              <a:spcBef>
                <a:spcPts val="0"/>
              </a:spcBef>
              <a:spcAft>
                <a:spcPts val="0"/>
              </a:spcAft>
              <a:buClr>
                <a:srgbClr val="000000"/>
              </a:buClr>
              <a:buSzPts val="1000"/>
              <a:buNone/>
              <a:defRPr sz="1000">
                <a:solidFill>
                  <a:srgbClr val="000000"/>
                </a:solidFill>
              </a:defRPr>
            </a:lvl7pPr>
            <a:lvl8pPr lvl="7">
              <a:spcBef>
                <a:spcPts val="0"/>
              </a:spcBef>
              <a:spcAft>
                <a:spcPts val="0"/>
              </a:spcAft>
              <a:buClr>
                <a:srgbClr val="000000"/>
              </a:buClr>
              <a:buSzPts val="1000"/>
              <a:buNone/>
              <a:defRPr sz="1000">
                <a:solidFill>
                  <a:srgbClr val="000000"/>
                </a:solidFill>
              </a:defRPr>
            </a:lvl8pPr>
            <a:lvl9pPr lvl="8">
              <a:spcBef>
                <a:spcPts val="0"/>
              </a:spcBef>
              <a:spcAft>
                <a:spcPts val="0"/>
              </a:spcAft>
              <a:buClr>
                <a:srgbClr val="000000"/>
              </a:buClr>
              <a:buSzPts val="1000"/>
              <a:buNone/>
              <a:defRPr sz="1000">
                <a:solidFill>
                  <a:srgbClr val="000000"/>
                </a:solidFill>
              </a:defRPr>
            </a:lvl9pPr>
          </a:lstStyle>
          <a:p/>
        </p:txBody>
      </p:sp>
      <p:cxnSp>
        <p:nvCxnSpPr>
          <p:cNvPr id="8821" name="Google Shape;8821;p148"/>
          <p:cNvCxnSpPr/>
          <p:nvPr/>
        </p:nvCxnSpPr>
        <p:spPr>
          <a:xfrm>
            <a:off x="5104406" y="929748"/>
            <a:ext cx="0" cy="5689200"/>
          </a:xfrm>
          <a:prstGeom prst="straightConnector1">
            <a:avLst/>
          </a:prstGeom>
          <a:noFill/>
          <a:ln cap="flat" cmpd="sng" w="19050">
            <a:solidFill>
              <a:srgbClr val="D9D9D9"/>
            </a:solidFill>
            <a:prstDash val="dash"/>
            <a:round/>
            <a:headEnd len="med" w="med" type="none"/>
            <a:tailEnd len="med" w="med" type="none"/>
          </a:ln>
        </p:spPr>
      </p:cxnSp>
      <p:sp>
        <p:nvSpPr>
          <p:cNvPr id="8822" name="Google Shape;8822;p148"/>
          <p:cNvSpPr txBox="1"/>
          <p:nvPr/>
        </p:nvSpPr>
        <p:spPr>
          <a:xfrm>
            <a:off x="5208496" y="1009497"/>
            <a:ext cx="1551300" cy="232500"/>
          </a:xfrm>
          <a:prstGeom prst="rect">
            <a:avLst/>
          </a:prstGeom>
          <a:noFill/>
          <a:ln>
            <a:noFill/>
          </a:ln>
        </p:spPr>
        <p:txBody>
          <a:bodyPr anchorCtr="0" anchor="ctr" bIns="0" lIns="0" spcFirstLastPara="1" rIns="0" wrap="square" tIns="0">
            <a:noAutofit/>
          </a:bodyPr>
          <a:lstStyle/>
          <a:p>
            <a:pPr indent="0" lvl="0" marL="0" rtl="0" algn="r">
              <a:spcBef>
                <a:spcPts val="0"/>
              </a:spcBef>
              <a:spcAft>
                <a:spcPts val="0"/>
              </a:spcAft>
              <a:buNone/>
            </a:pPr>
            <a:r>
              <a:rPr b="1" lang="es-419" sz="1000">
                <a:latin typeface="Arvo"/>
                <a:ea typeface="Arvo"/>
                <a:cs typeface="Arvo"/>
                <a:sym typeface="Arvo"/>
              </a:rPr>
              <a:t>Actores de negocio (cliente):  </a:t>
            </a:r>
            <a:r>
              <a:rPr i="1" lang="es-419" sz="600">
                <a:solidFill>
                  <a:srgbClr val="666666"/>
                </a:solidFill>
                <a:latin typeface="Arvo"/>
                <a:ea typeface="Arvo"/>
                <a:cs typeface="Arvo"/>
                <a:sym typeface="Arvo"/>
              </a:rPr>
              <a:t>&lt;ej: Paciente&gt;</a:t>
            </a:r>
            <a:endParaRPr i="1" sz="600">
              <a:solidFill>
                <a:srgbClr val="666666"/>
              </a:solidFill>
              <a:latin typeface="Arvo"/>
              <a:ea typeface="Arvo"/>
              <a:cs typeface="Arvo"/>
              <a:sym typeface="Arvo"/>
            </a:endParaRPr>
          </a:p>
        </p:txBody>
      </p:sp>
      <p:sp>
        <p:nvSpPr>
          <p:cNvPr id="8823" name="Google Shape;8823;p148"/>
          <p:cNvSpPr/>
          <p:nvPr/>
        </p:nvSpPr>
        <p:spPr>
          <a:xfrm>
            <a:off x="6834826" y="953997"/>
            <a:ext cx="3027000" cy="343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8824" name="Google Shape;8824;p148"/>
          <p:cNvSpPr txBox="1"/>
          <p:nvPr/>
        </p:nvSpPr>
        <p:spPr>
          <a:xfrm>
            <a:off x="5208496" y="1433361"/>
            <a:ext cx="1551300" cy="400200"/>
          </a:xfrm>
          <a:prstGeom prst="rect">
            <a:avLst/>
          </a:prstGeom>
          <a:noFill/>
          <a:ln>
            <a:noFill/>
          </a:ln>
        </p:spPr>
        <p:txBody>
          <a:bodyPr anchorCtr="0" anchor="ctr" bIns="0" lIns="0" spcFirstLastPara="1" rIns="0" wrap="square" tIns="0">
            <a:spAutoFit/>
          </a:bodyPr>
          <a:lstStyle/>
          <a:p>
            <a:pPr indent="0" lvl="0" marL="0" rtl="0" algn="r">
              <a:lnSpc>
                <a:spcPct val="100000"/>
              </a:lnSpc>
              <a:spcBef>
                <a:spcPts val="0"/>
              </a:spcBef>
              <a:spcAft>
                <a:spcPts val="0"/>
              </a:spcAft>
              <a:buNone/>
            </a:pPr>
            <a:r>
              <a:rPr b="1" lang="es-419" sz="1000">
                <a:latin typeface="Arvo"/>
                <a:ea typeface="Arvo"/>
                <a:cs typeface="Arvo"/>
                <a:sym typeface="Arvo"/>
              </a:rPr>
              <a:t>Actores de negocio (proveedores):  </a:t>
            </a:r>
            <a:r>
              <a:rPr i="1" lang="es-419" sz="600">
                <a:solidFill>
                  <a:srgbClr val="666666"/>
                </a:solidFill>
                <a:latin typeface="Arvo"/>
                <a:ea typeface="Arvo"/>
                <a:cs typeface="Arvo"/>
                <a:sym typeface="Arvo"/>
              </a:rPr>
              <a:t>&lt;ej: ups, </a:t>
            </a:r>
            <a:r>
              <a:rPr i="1" lang="es-419" sz="600">
                <a:solidFill>
                  <a:schemeClr val="dk1"/>
                </a:solidFill>
              </a:rPr>
              <a:t> </a:t>
            </a:r>
            <a:r>
              <a:rPr i="1" lang="es-419" sz="600">
                <a:solidFill>
                  <a:srgbClr val="666666"/>
                </a:solidFill>
                <a:latin typeface="Arvo"/>
                <a:ea typeface="Arvo"/>
                <a:cs typeface="Arvo"/>
                <a:sym typeface="Arvo"/>
              </a:rPr>
              <a:t>fedex, servientrega, etc&gt;</a:t>
            </a:r>
            <a:endParaRPr i="1" sz="600">
              <a:solidFill>
                <a:srgbClr val="666666"/>
              </a:solidFill>
              <a:latin typeface="Arvo"/>
              <a:ea typeface="Arvo"/>
              <a:cs typeface="Arvo"/>
              <a:sym typeface="Arvo"/>
            </a:endParaRPr>
          </a:p>
        </p:txBody>
      </p:sp>
      <p:sp>
        <p:nvSpPr>
          <p:cNvPr id="8825" name="Google Shape;8825;p148"/>
          <p:cNvSpPr/>
          <p:nvPr/>
        </p:nvSpPr>
        <p:spPr>
          <a:xfrm>
            <a:off x="6834826" y="1461711"/>
            <a:ext cx="3027000" cy="343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8826" name="Google Shape;8826;p148"/>
          <p:cNvSpPr txBox="1"/>
          <p:nvPr/>
        </p:nvSpPr>
        <p:spPr>
          <a:xfrm>
            <a:off x="5208496" y="2064799"/>
            <a:ext cx="1551300" cy="492600"/>
          </a:xfrm>
          <a:prstGeom prst="rect">
            <a:avLst/>
          </a:prstGeom>
          <a:noFill/>
          <a:ln>
            <a:noFill/>
          </a:ln>
        </p:spPr>
        <p:txBody>
          <a:bodyPr anchorCtr="0" anchor="ctr" bIns="0" lIns="0" spcFirstLastPara="1" rIns="0" wrap="square" tIns="0">
            <a:spAutoFit/>
          </a:bodyPr>
          <a:lstStyle/>
          <a:p>
            <a:pPr indent="0" lvl="0" marL="0" rtl="0" algn="r">
              <a:spcBef>
                <a:spcPts val="0"/>
              </a:spcBef>
              <a:spcAft>
                <a:spcPts val="0"/>
              </a:spcAft>
              <a:buNone/>
            </a:pPr>
            <a:r>
              <a:rPr b="1" lang="es-419" sz="1000">
                <a:latin typeface="Arvo"/>
                <a:ea typeface="Arvo"/>
                <a:cs typeface="Arvo"/>
                <a:sym typeface="Arvo"/>
              </a:rPr>
              <a:t>Identificación de conceptos de negocio: </a:t>
            </a:r>
            <a:endParaRPr b="1" sz="1000">
              <a:latin typeface="Arvo"/>
              <a:ea typeface="Arvo"/>
              <a:cs typeface="Arvo"/>
              <a:sym typeface="Arvo"/>
            </a:endParaRPr>
          </a:p>
          <a:p>
            <a:pPr indent="0" lvl="0" marL="0" rtl="0" algn="r">
              <a:spcBef>
                <a:spcPts val="0"/>
              </a:spcBef>
              <a:spcAft>
                <a:spcPts val="0"/>
              </a:spcAft>
              <a:buNone/>
            </a:pPr>
            <a:r>
              <a:rPr i="1" lang="es-419" sz="600">
                <a:solidFill>
                  <a:srgbClr val="666666"/>
                </a:solidFill>
                <a:latin typeface="Arvo"/>
                <a:ea typeface="Arvo"/>
                <a:cs typeface="Arvo"/>
                <a:sym typeface="Arvo"/>
              </a:rPr>
              <a:t>&lt;ej: comprador, amazon, compra, producto, pago, envío. etc&gt;</a:t>
            </a:r>
            <a:endParaRPr i="1" sz="600">
              <a:solidFill>
                <a:srgbClr val="666666"/>
              </a:solidFill>
              <a:latin typeface="Arvo"/>
              <a:ea typeface="Arvo"/>
              <a:cs typeface="Arvo"/>
              <a:sym typeface="Arvo"/>
            </a:endParaRPr>
          </a:p>
        </p:txBody>
      </p:sp>
      <p:sp>
        <p:nvSpPr>
          <p:cNvPr id="8827" name="Google Shape;8827;p148"/>
          <p:cNvSpPr/>
          <p:nvPr/>
        </p:nvSpPr>
        <p:spPr>
          <a:xfrm>
            <a:off x="6834826" y="1975699"/>
            <a:ext cx="3027000" cy="670800"/>
          </a:xfrm>
          <a:prstGeom prst="roundRect">
            <a:avLst>
              <a:gd fmla="val 10808"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8828" name="Google Shape;8828;p148"/>
          <p:cNvSpPr txBox="1"/>
          <p:nvPr/>
        </p:nvSpPr>
        <p:spPr>
          <a:xfrm>
            <a:off x="5219407" y="3121825"/>
            <a:ext cx="1562400" cy="232500"/>
          </a:xfrm>
          <a:prstGeom prst="rect">
            <a:avLst/>
          </a:prstGeom>
          <a:noFill/>
          <a:ln>
            <a:noFill/>
          </a:ln>
        </p:spPr>
        <p:txBody>
          <a:bodyPr anchorCtr="0" anchor="ctr" bIns="0" lIns="0" spcFirstLastPara="1" rIns="0" wrap="square" tIns="0">
            <a:noAutofit/>
          </a:bodyPr>
          <a:lstStyle/>
          <a:p>
            <a:pPr indent="0" lvl="0" marL="0" rtl="0" algn="r">
              <a:spcBef>
                <a:spcPts val="0"/>
              </a:spcBef>
              <a:spcAft>
                <a:spcPts val="0"/>
              </a:spcAft>
              <a:buNone/>
            </a:pPr>
            <a:r>
              <a:rPr b="1" lang="es-419" sz="1000">
                <a:latin typeface="Arvo"/>
                <a:ea typeface="Arvo"/>
                <a:cs typeface="Arvo"/>
                <a:sym typeface="Arvo"/>
              </a:rPr>
              <a:t>Meta cliente:</a:t>
            </a:r>
            <a:endParaRPr b="1" sz="1000">
              <a:latin typeface="Arvo"/>
              <a:ea typeface="Arvo"/>
              <a:cs typeface="Arvo"/>
              <a:sym typeface="Arvo"/>
            </a:endParaRPr>
          </a:p>
          <a:p>
            <a:pPr indent="0" lvl="0" marL="0" rtl="0" algn="r">
              <a:spcBef>
                <a:spcPts val="0"/>
              </a:spcBef>
              <a:spcAft>
                <a:spcPts val="0"/>
              </a:spcAft>
              <a:buClr>
                <a:schemeClr val="dk1"/>
              </a:buClr>
              <a:buSzPts val="1100"/>
              <a:buFont typeface="Arial"/>
              <a:buNone/>
            </a:pPr>
            <a:r>
              <a:rPr b="1" lang="es-419" sz="700">
                <a:solidFill>
                  <a:schemeClr val="dk1"/>
                </a:solidFill>
                <a:latin typeface="Arvo"/>
                <a:ea typeface="Arvo"/>
                <a:cs typeface="Arvo"/>
                <a:sym typeface="Arvo"/>
              </a:rPr>
              <a:t>[Meta = &lt;sustantivo&gt;&lt;adjetivo&gt;]</a:t>
            </a:r>
            <a:endParaRPr b="1" sz="1000">
              <a:latin typeface="Arvo"/>
              <a:ea typeface="Arvo"/>
              <a:cs typeface="Arvo"/>
              <a:sym typeface="Arvo"/>
            </a:endParaRPr>
          </a:p>
          <a:p>
            <a:pPr indent="0" lvl="0" marL="0" rtl="0" algn="r">
              <a:spcBef>
                <a:spcPts val="0"/>
              </a:spcBef>
              <a:spcAft>
                <a:spcPts val="0"/>
              </a:spcAft>
              <a:buNone/>
            </a:pPr>
            <a:r>
              <a:rPr b="1" i="1" lang="es-419" sz="600">
                <a:latin typeface="Arvo"/>
                <a:ea typeface="Arvo"/>
                <a:cs typeface="Arvo"/>
                <a:sym typeface="Arvo"/>
              </a:rPr>
              <a:t> </a:t>
            </a:r>
            <a:r>
              <a:rPr i="1" lang="es-419" sz="600">
                <a:solidFill>
                  <a:srgbClr val="666666"/>
                </a:solidFill>
                <a:latin typeface="Arvo"/>
                <a:ea typeface="Arvo"/>
                <a:cs typeface="Arvo"/>
                <a:sym typeface="Arvo"/>
              </a:rPr>
              <a:t>&lt;ej: Cita reservada, Recibir producto&gt;</a:t>
            </a:r>
            <a:endParaRPr i="1" sz="600">
              <a:solidFill>
                <a:srgbClr val="666666"/>
              </a:solidFill>
              <a:latin typeface="Arvo"/>
              <a:ea typeface="Arvo"/>
              <a:cs typeface="Arvo"/>
              <a:sym typeface="Arvo"/>
            </a:endParaRPr>
          </a:p>
        </p:txBody>
      </p:sp>
      <p:sp>
        <p:nvSpPr>
          <p:cNvPr id="8829" name="Google Shape;8829;p148"/>
          <p:cNvSpPr/>
          <p:nvPr/>
        </p:nvSpPr>
        <p:spPr>
          <a:xfrm>
            <a:off x="6845744" y="3066325"/>
            <a:ext cx="3027000" cy="343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8830" name="Google Shape;8830;p148"/>
          <p:cNvSpPr txBox="1"/>
          <p:nvPr/>
        </p:nvSpPr>
        <p:spPr>
          <a:xfrm>
            <a:off x="5242847" y="3569976"/>
            <a:ext cx="1562400" cy="400200"/>
          </a:xfrm>
          <a:prstGeom prst="rect">
            <a:avLst/>
          </a:prstGeom>
          <a:noFill/>
          <a:ln>
            <a:noFill/>
          </a:ln>
        </p:spPr>
        <p:txBody>
          <a:bodyPr anchorCtr="0" anchor="ctr" bIns="0" lIns="0" spcFirstLastPara="1" rIns="0" wrap="square" tIns="0">
            <a:spAutoFit/>
          </a:bodyPr>
          <a:lstStyle/>
          <a:p>
            <a:pPr indent="0" lvl="0" marL="0" rtl="0" algn="r">
              <a:lnSpc>
                <a:spcPct val="100000"/>
              </a:lnSpc>
              <a:spcBef>
                <a:spcPts val="0"/>
              </a:spcBef>
              <a:spcAft>
                <a:spcPts val="0"/>
              </a:spcAft>
              <a:buNone/>
            </a:pPr>
            <a:r>
              <a:rPr b="1" lang="es-419" sz="1000">
                <a:latin typeface="Arvo"/>
                <a:ea typeface="Arvo"/>
                <a:cs typeface="Arvo"/>
                <a:sym typeface="Arvo"/>
              </a:rPr>
              <a:t>Actividad que consigue la meta del cliente: </a:t>
            </a:r>
            <a:r>
              <a:rPr i="1" lang="es-419" sz="600">
                <a:solidFill>
                  <a:srgbClr val="666666"/>
                </a:solidFill>
                <a:latin typeface="Arvo"/>
                <a:ea typeface="Arvo"/>
                <a:cs typeface="Arvo"/>
                <a:sym typeface="Arvo"/>
              </a:rPr>
              <a:t>&lt;ej:  Recibir producto&gt;</a:t>
            </a:r>
            <a:endParaRPr i="1" sz="600">
              <a:solidFill>
                <a:srgbClr val="666666"/>
              </a:solidFill>
              <a:latin typeface="Arvo"/>
              <a:ea typeface="Arvo"/>
              <a:cs typeface="Arvo"/>
              <a:sym typeface="Arvo"/>
            </a:endParaRPr>
          </a:p>
        </p:txBody>
      </p:sp>
      <p:sp>
        <p:nvSpPr>
          <p:cNvPr id="8831" name="Google Shape;8831;p148"/>
          <p:cNvSpPr txBox="1"/>
          <p:nvPr/>
        </p:nvSpPr>
        <p:spPr>
          <a:xfrm>
            <a:off x="5242834" y="4133783"/>
            <a:ext cx="1562400" cy="405600"/>
          </a:xfrm>
          <a:prstGeom prst="rect">
            <a:avLst/>
          </a:prstGeom>
          <a:noFill/>
          <a:ln>
            <a:noFill/>
          </a:ln>
        </p:spPr>
        <p:txBody>
          <a:bodyPr anchorCtr="0" anchor="ctr" bIns="0" lIns="0" spcFirstLastPara="1" rIns="0" wrap="square" tIns="0">
            <a:spAutoFit/>
          </a:bodyPr>
          <a:lstStyle/>
          <a:p>
            <a:pPr indent="0" lvl="0" marL="0" rtl="0" algn="r">
              <a:lnSpc>
                <a:spcPct val="85000"/>
              </a:lnSpc>
              <a:spcBef>
                <a:spcPts val="0"/>
              </a:spcBef>
              <a:spcAft>
                <a:spcPts val="0"/>
              </a:spcAft>
              <a:buNone/>
            </a:pPr>
            <a:r>
              <a:rPr b="1" lang="es-419" sz="1000">
                <a:latin typeface="Arvo"/>
                <a:ea typeface="Arvo"/>
                <a:cs typeface="Arvo"/>
                <a:sym typeface="Arvo"/>
              </a:rPr>
              <a:t>Narrativa actividad de la meta:</a:t>
            </a:r>
            <a:r>
              <a:rPr lang="es-419" sz="700">
                <a:solidFill>
                  <a:srgbClr val="666666"/>
                </a:solidFill>
                <a:latin typeface="Arvo"/>
                <a:ea typeface="Arvo"/>
                <a:cs typeface="Arvo"/>
                <a:sym typeface="Arvo"/>
              </a:rPr>
              <a:t>  </a:t>
            </a:r>
            <a:r>
              <a:rPr i="1" lang="es-419" sz="600">
                <a:solidFill>
                  <a:srgbClr val="666666"/>
                </a:solidFill>
                <a:latin typeface="Arvo"/>
                <a:ea typeface="Arvo"/>
                <a:cs typeface="Arvo"/>
                <a:sym typeface="Arvo"/>
              </a:rPr>
              <a:t>&lt;El cliente recibe el producto&gt;</a:t>
            </a:r>
            <a:r>
              <a:rPr b="1" lang="es-419" sz="1100">
                <a:latin typeface="Arvo"/>
                <a:ea typeface="Arvo"/>
                <a:cs typeface="Arvo"/>
                <a:sym typeface="Arvo"/>
              </a:rPr>
              <a:t> </a:t>
            </a:r>
            <a:endParaRPr sz="800">
              <a:solidFill>
                <a:srgbClr val="666666"/>
              </a:solidFill>
              <a:latin typeface="Arvo"/>
              <a:ea typeface="Arvo"/>
              <a:cs typeface="Arvo"/>
              <a:sym typeface="Arvo"/>
            </a:endParaRPr>
          </a:p>
        </p:txBody>
      </p:sp>
      <p:sp>
        <p:nvSpPr>
          <p:cNvPr id="8832" name="Google Shape;8832;p148"/>
          <p:cNvSpPr txBox="1"/>
          <p:nvPr>
            <p:ph idx="1" type="subTitle"/>
          </p:nvPr>
        </p:nvSpPr>
        <p:spPr>
          <a:xfrm>
            <a:off x="6834526" y="954747"/>
            <a:ext cx="3027600" cy="342000"/>
          </a:xfrm>
          <a:prstGeom prst="rect">
            <a:avLst/>
          </a:prstGeom>
          <a:noFill/>
          <a:ln>
            <a:noFill/>
          </a:ln>
        </p:spPr>
        <p:txBody>
          <a:bodyPr anchorCtr="0" anchor="ctr" bIns="36000" lIns="36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8833" name="Google Shape;8833;p148"/>
          <p:cNvSpPr txBox="1"/>
          <p:nvPr>
            <p:ph idx="4" type="subTitle"/>
          </p:nvPr>
        </p:nvSpPr>
        <p:spPr>
          <a:xfrm>
            <a:off x="6834526" y="1462461"/>
            <a:ext cx="3027600" cy="342000"/>
          </a:xfrm>
          <a:prstGeom prst="rect">
            <a:avLst/>
          </a:prstGeom>
          <a:noFill/>
          <a:ln>
            <a:noFill/>
          </a:ln>
        </p:spPr>
        <p:txBody>
          <a:bodyPr anchorCtr="0" anchor="ctr" bIns="36000" lIns="36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8834" name="Google Shape;8834;p148"/>
          <p:cNvSpPr txBox="1"/>
          <p:nvPr>
            <p:ph idx="5" type="subTitle"/>
          </p:nvPr>
        </p:nvSpPr>
        <p:spPr>
          <a:xfrm>
            <a:off x="6834526" y="1980199"/>
            <a:ext cx="3027600" cy="661800"/>
          </a:xfrm>
          <a:prstGeom prst="rect">
            <a:avLst/>
          </a:prstGeom>
          <a:noFill/>
          <a:ln>
            <a:noFill/>
          </a:ln>
        </p:spPr>
        <p:txBody>
          <a:bodyPr anchorCtr="0" anchor="t" bIns="36000" lIns="36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8835" name="Google Shape;8835;p148"/>
          <p:cNvSpPr txBox="1"/>
          <p:nvPr>
            <p:ph idx="6" type="subTitle"/>
          </p:nvPr>
        </p:nvSpPr>
        <p:spPr>
          <a:xfrm>
            <a:off x="6845444" y="3067075"/>
            <a:ext cx="3027600" cy="342000"/>
          </a:xfrm>
          <a:prstGeom prst="rect">
            <a:avLst/>
          </a:prstGeom>
          <a:noFill/>
          <a:ln>
            <a:noFill/>
          </a:ln>
        </p:spPr>
        <p:txBody>
          <a:bodyPr anchorCtr="0" anchor="ctr" bIns="36000" lIns="36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8836" name="Google Shape;8836;p148"/>
          <p:cNvSpPr/>
          <p:nvPr/>
        </p:nvSpPr>
        <p:spPr>
          <a:xfrm>
            <a:off x="6845744" y="3598326"/>
            <a:ext cx="3027000" cy="343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8837" name="Google Shape;8837;p148"/>
          <p:cNvSpPr txBox="1"/>
          <p:nvPr>
            <p:ph idx="7" type="subTitle"/>
          </p:nvPr>
        </p:nvSpPr>
        <p:spPr>
          <a:xfrm>
            <a:off x="6845444" y="3599076"/>
            <a:ext cx="3027600" cy="342000"/>
          </a:xfrm>
          <a:prstGeom prst="rect">
            <a:avLst/>
          </a:prstGeom>
          <a:noFill/>
          <a:ln>
            <a:noFill/>
          </a:ln>
        </p:spPr>
        <p:txBody>
          <a:bodyPr anchorCtr="0" anchor="ctr" bIns="36000" lIns="36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8838" name="Google Shape;8838;p148"/>
          <p:cNvSpPr/>
          <p:nvPr/>
        </p:nvSpPr>
        <p:spPr>
          <a:xfrm>
            <a:off x="6845744" y="4164841"/>
            <a:ext cx="3027000" cy="343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8839" name="Google Shape;8839;p148"/>
          <p:cNvSpPr txBox="1"/>
          <p:nvPr>
            <p:ph idx="8" type="subTitle"/>
          </p:nvPr>
        </p:nvSpPr>
        <p:spPr>
          <a:xfrm>
            <a:off x="6845444" y="4165591"/>
            <a:ext cx="3027600" cy="342000"/>
          </a:xfrm>
          <a:prstGeom prst="rect">
            <a:avLst/>
          </a:prstGeom>
          <a:noFill/>
          <a:ln>
            <a:noFill/>
          </a:ln>
        </p:spPr>
        <p:txBody>
          <a:bodyPr anchorCtr="0" anchor="ctr" bIns="36000" lIns="36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8840" name="Google Shape;8840;p148"/>
          <p:cNvSpPr/>
          <p:nvPr/>
        </p:nvSpPr>
        <p:spPr>
          <a:xfrm>
            <a:off x="2277739" y="663750"/>
            <a:ext cx="88500" cy="1089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841" name="Google Shape;8841;p148"/>
          <p:cNvCxnSpPr/>
          <p:nvPr/>
        </p:nvCxnSpPr>
        <p:spPr>
          <a:xfrm rot="10800000">
            <a:off x="5256600" y="2854252"/>
            <a:ext cx="4608000" cy="0"/>
          </a:xfrm>
          <a:prstGeom prst="straightConnector1">
            <a:avLst/>
          </a:prstGeom>
          <a:noFill/>
          <a:ln cap="flat" cmpd="sng" w="19050">
            <a:solidFill>
              <a:srgbClr val="B7B7B7"/>
            </a:solidFill>
            <a:prstDash val="solid"/>
            <a:round/>
            <a:headEnd len="med" w="med" type="none"/>
            <a:tailEnd len="med" w="med" type="none"/>
          </a:ln>
        </p:spPr>
      </p:cxnSp>
      <p:cxnSp>
        <p:nvCxnSpPr>
          <p:cNvPr id="8842" name="Google Shape;8842;p148"/>
          <p:cNvCxnSpPr/>
          <p:nvPr/>
        </p:nvCxnSpPr>
        <p:spPr>
          <a:xfrm flipH="1">
            <a:off x="285421" y="5302428"/>
            <a:ext cx="4690200" cy="11700"/>
          </a:xfrm>
          <a:prstGeom prst="straightConnector1">
            <a:avLst/>
          </a:prstGeom>
          <a:noFill/>
          <a:ln cap="flat" cmpd="sng" w="19050">
            <a:solidFill>
              <a:srgbClr val="B7B7B7"/>
            </a:solidFill>
            <a:prstDash val="solid"/>
            <a:round/>
            <a:headEnd len="med" w="med" type="none"/>
            <a:tailEnd len="med" w="med" type="none"/>
          </a:ln>
        </p:spPr>
      </p:cxnSp>
      <p:cxnSp>
        <p:nvCxnSpPr>
          <p:cNvPr id="8843" name="Google Shape;8843;p148"/>
          <p:cNvCxnSpPr/>
          <p:nvPr/>
        </p:nvCxnSpPr>
        <p:spPr>
          <a:xfrm rot="10800000">
            <a:off x="5256600" y="4736459"/>
            <a:ext cx="4608000" cy="0"/>
          </a:xfrm>
          <a:prstGeom prst="straightConnector1">
            <a:avLst/>
          </a:prstGeom>
          <a:noFill/>
          <a:ln cap="flat" cmpd="sng" w="19050">
            <a:solidFill>
              <a:srgbClr val="B7B7B7"/>
            </a:solidFill>
            <a:prstDash val="solid"/>
            <a:round/>
            <a:headEnd len="med" w="med" type="none"/>
            <a:tailEnd len="med" w="med" type="none"/>
          </a:ln>
        </p:spPr>
      </p:cxnSp>
      <p:sp>
        <p:nvSpPr>
          <p:cNvPr id="8844" name="Google Shape;8844;p148"/>
          <p:cNvSpPr txBox="1"/>
          <p:nvPr/>
        </p:nvSpPr>
        <p:spPr>
          <a:xfrm>
            <a:off x="5219407" y="5008962"/>
            <a:ext cx="1562400" cy="232500"/>
          </a:xfrm>
          <a:prstGeom prst="rect">
            <a:avLst/>
          </a:prstGeom>
          <a:noFill/>
          <a:ln>
            <a:noFill/>
          </a:ln>
        </p:spPr>
        <p:txBody>
          <a:bodyPr anchorCtr="0" anchor="ctr" bIns="0" lIns="0" spcFirstLastPara="1" rIns="0" wrap="square" tIns="0">
            <a:noAutofit/>
          </a:bodyPr>
          <a:lstStyle/>
          <a:p>
            <a:pPr indent="0" lvl="0" marL="0" rtl="0" algn="r">
              <a:spcBef>
                <a:spcPts val="0"/>
              </a:spcBef>
              <a:spcAft>
                <a:spcPts val="0"/>
              </a:spcAft>
              <a:buNone/>
            </a:pPr>
            <a:r>
              <a:rPr b="1" lang="es-419" sz="1000">
                <a:latin typeface="Arvo"/>
                <a:ea typeface="Arvo"/>
                <a:cs typeface="Arvo"/>
                <a:sym typeface="Arvo"/>
              </a:rPr>
              <a:t>Meta empresa:</a:t>
            </a:r>
            <a:endParaRPr b="1" sz="1000">
              <a:latin typeface="Arvo"/>
              <a:ea typeface="Arvo"/>
              <a:cs typeface="Arvo"/>
              <a:sym typeface="Arvo"/>
            </a:endParaRPr>
          </a:p>
          <a:p>
            <a:pPr indent="0" lvl="0" marL="0" rtl="0" algn="r">
              <a:spcBef>
                <a:spcPts val="0"/>
              </a:spcBef>
              <a:spcAft>
                <a:spcPts val="0"/>
              </a:spcAft>
              <a:buNone/>
            </a:pPr>
            <a:r>
              <a:rPr b="1" lang="es-419" sz="700">
                <a:latin typeface="Arvo"/>
                <a:ea typeface="Arvo"/>
                <a:cs typeface="Arvo"/>
                <a:sym typeface="Arvo"/>
              </a:rPr>
              <a:t>[Meta = &lt;sustantivo&gt;&lt;adjetivo&gt;]</a:t>
            </a:r>
            <a:endParaRPr b="1" sz="700">
              <a:latin typeface="Arvo"/>
              <a:ea typeface="Arvo"/>
              <a:cs typeface="Arvo"/>
              <a:sym typeface="Arvo"/>
            </a:endParaRPr>
          </a:p>
          <a:p>
            <a:pPr indent="0" lvl="0" marL="0" rtl="0" algn="r">
              <a:spcBef>
                <a:spcPts val="0"/>
              </a:spcBef>
              <a:spcAft>
                <a:spcPts val="0"/>
              </a:spcAft>
              <a:buNone/>
            </a:pPr>
            <a:r>
              <a:rPr b="1" i="1" lang="es-419" sz="600">
                <a:latin typeface="Arvo"/>
                <a:ea typeface="Arvo"/>
                <a:cs typeface="Arvo"/>
                <a:sym typeface="Arvo"/>
              </a:rPr>
              <a:t> </a:t>
            </a:r>
            <a:r>
              <a:rPr i="1" lang="es-419" sz="600">
                <a:solidFill>
                  <a:srgbClr val="666666"/>
                </a:solidFill>
                <a:latin typeface="Arvo"/>
                <a:ea typeface="Arvo"/>
                <a:cs typeface="Arvo"/>
                <a:sym typeface="Arvo"/>
              </a:rPr>
              <a:t>&lt;ej: Cita reservada&gt;</a:t>
            </a:r>
            <a:endParaRPr i="1" sz="600">
              <a:solidFill>
                <a:srgbClr val="666666"/>
              </a:solidFill>
              <a:latin typeface="Arvo"/>
              <a:ea typeface="Arvo"/>
              <a:cs typeface="Arvo"/>
              <a:sym typeface="Arvo"/>
            </a:endParaRPr>
          </a:p>
        </p:txBody>
      </p:sp>
      <p:sp>
        <p:nvSpPr>
          <p:cNvPr id="8845" name="Google Shape;8845;p148"/>
          <p:cNvSpPr/>
          <p:nvPr/>
        </p:nvSpPr>
        <p:spPr>
          <a:xfrm>
            <a:off x="6845744" y="4953462"/>
            <a:ext cx="3027000" cy="343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8846" name="Google Shape;8846;p148"/>
          <p:cNvSpPr txBox="1"/>
          <p:nvPr/>
        </p:nvSpPr>
        <p:spPr>
          <a:xfrm>
            <a:off x="5242847" y="5457113"/>
            <a:ext cx="1562400" cy="400200"/>
          </a:xfrm>
          <a:prstGeom prst="rect">
            <a:avLst/>
          </a:prstGeom>
          <a:noFill/>
          <a:ln>
            <a:noFill/>
          </a:ln>
        </p:spPr>
        <p:txBody>
          <a:bodyPr anchorCtr="0" anchor="ctr" bIns="0" lIns="0" spcFirstLastPara="1" rIns="0" wrap="square" tIns="0">
            <a:spAutoFit/>
          </a:bodyPr>
          <a:lstStyle/>
          <a:p>
            <a:pPr indent="0" lvl="0" marL="0" rtl="0" algn="r">
              <a:lnSpc>
                <a:spcPct val="100000"/>
              </a:lnSpc>
              <a:spcBef>
                <a:spcPts val="0"/>
              </a:spcBef>
              <a:spcAft>
                <a:spcPts val="0"/>
              </a:spcAft>
              <a:buNone/>
            </a:pPr>
            <a:r>
              <a:rPr b="1" lang="es-419" sz="1000">
                <a:latin typeface="Arvo"/>
                <a:ea typeface="Arvo"/>
                <a:cs typeface="Arvo"/>
                <a:sym typeface="Arvo"/>
              </a:rPr>
              <a:t>Actividad que consigue la meta de la empresa: </a:t>
            </a:r>
            <a:r>
              <a:rPr i="1" lang="es-419" sz="600">
                <a:solidFill>
                  <a:srgbClr val="666666"/>
                </a:solidFill>
                <a:latin typeface="Arvo"/>
                <a:ea typeface="Arvo"/>
                <a:cs typeface="Arvo"/>
                <a:sym typeface="Arvo"/>
              </a:rPr>
              <a:t>&lt;ej:  Recibir producto&gt;</a:t>
            </a:r>
            <a:endParaRPr i="1" sz="600">
              <a:solidFill>
                <a:srgbClr val="666666"/>
              </a:solidFill>
              <a:latin typeface="Arvo"/>
              <a:ea typeface="Arvo"/>
              <a:cs typeface="Arvo"/>
              <a:sym typeface="Arvo"/>
            </a:endParaRPr>
          </a:p>
        </p:txBody>
      </p:sp>
      <p:sp>
        <p:nvSpPr>
          <p:cNvPr id="8847" name="Google Shape;8847;p148"/>
          <p:cNvSpPr txBox="1"/>
          <p:nvPr/>
        </p:nvSpPr>
        <p:spPr>
          <a:xfrm>
            <a:off x="5242834" y="6020920"/>
            <a:ext cx="1562400" cy="405600"/>
          </a:xfrm>
          <a:prstGeom prst="rect">
            <a:avLst/>
          </a:prstGeom>
          <a:noFill/>
          <a:ln>
            <a:noFill/>
          </a:ln>
        </p:spPr>
        <p:txBody>
          <a:bodyPr anchorCtr="0" anchor="ctr" bIns="0" lIns="0" spcFirstLastPara="1" rIns="0" wrap="square" tIns="0">
            <a:spAutoFit/>
          </a:bodyPr>
          <a:lstStyle/>
          <a:p>
            <a:pPr indent="0" lvl="0" marL="0" rtl="0" algn="r">
              <a:lnSpc>
                <a:spcPct val="85000"/>
              </a:lnSpc>
              <a:spcBef>
                <a:spcPts val="0"/>
              </a:spcBef>
              <a:spcAft>
                <a:spcPts val="0"/>
              </a:spcAft>
              <a:buNone/>
            </a:pPr>
            <a:r>
              <a:rPr b="1" lang="es-419" sz="1000">
                <a:latin typeface="Arvo"/>
                <a:ea typeface="Arvo"/>
                <a:cs typeface="Arvo"/>
                <a:sym typeface="Arvo"/>
              </a:rPr>
              <a:t>Narrativa actividad de la meta de la empresa:</a:t>
            </a:r>
            <a:r>
              <a:rPr lang="es-419" sz="700">
                <a:solidFill>
                  <a:srgbClr val="666666"/>
                </a:solidFill>
                <a:latin typeface="Arvo"/>
                <a:ea typeface="Arvo"/>
                <a:cs typeface="Arvo"/>
                <a:sym typeface="Arvo"/>
              </a:rPr>
              <a:t>  </a:t>
            </a:r>
            <a:r>
              <a:rPr i="1" lang="es-419" sz="600">
                <a:solidFill>
                  <a:srgbClr val="666666"/>
                </a:solidFill>
                <a:latin typeface="Arvo"/>
                <a:ea typeface="Arvo"/>
                <a:cs typeface="Arvo"/>
                <a:sym typeface="Arvo"/>
              </a:rPr>
              <a:t>&lt;El cliente realiza el pago&gt;</a:t>
            </a:r>
            <a:r>
              <a:rPr b="1" lang="es-419" sz="1100">
                <a:latin typeface="Arvo"/>
                <a:ea typeface="Arvo"/>
                <a:cs typeface="Arvo"/>
                <a:sym typeface="Arvo"/>
              </a:rPr>
              <a:t> </a:t>
            </a:r>
            <a:endParaRPr sz="800">
              <a:solidFill>
                <a:srgbClr val="666666"/>
              </a:solidFill>
              <a:latin typeface="Arvo"/>
              <a:ea typeface="Arvo"/>
              <a:cs typeface="Arvo"/>
              <a:sym typeface="Arvo"/>
            </a:endParaRPr>
          </a:p>
        </p:txBody>
      </p:sp>
      <p:sp>
        <p:nvSpPr>
          <p:cNvPr id="8848" name="Google Shape;8848;p148"/>
          <p:cNvSpPr txBox="1"/>
          <p:nvPr>
            <p:ph idx="9" type="subTitle"/>
          </p:nvPr>
        </p:nvSpPr>
        <p:spPr>
          <a:xfrm>
            <a:off x="6845444" y="4954212"/>
            <a:ext cx="3027600" cy="342000"/>
          </a:xfrm>
          <a:prstGeom prst="rect">
            <a:avLst/>
          </a:prstGeom>
          <a:noFill/>
          <a:ln>
            <a:noFill/>
          </a:ln>
        </p:spPr>
        <p:txBody>
          <a:bodyPr anchorCtr="0" anchor="ctr" bIns="36000" lIns="36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8849" name="Google Shape;8849;p148"/>
          <p:cNvSpPr/>
          <p:nvPr/>
        </p:nvSpPr>
        <p:spPr>
          <a:xfrm>
            <a:off x="6845744" y="5485463"/>
            <a:ext cx="3027000" cy="343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8850" name="Google Shape;8850;p148"/>
          <p:cNvSpPr txBox="1"/>
          <p:nvPr>
            <p:ph idx="13" type="subTitle"/>
          </p:nvPr>
        </p:nvSpPr>
        <p:spPr>
          <a:xfrm>
            <a:off x="6845444" y="5486213"/>
            <a:ext cx="3027600" cy="342000"/>
          </a:xfrm>
          <a:prstGeom prst="rect">
            <a:avLst/>
          </a:prstGeom>
          <a:noFill/>
          <a:ln>
            <a:noFill/>
          </a:ln>
        </p:spPr>
        <p:txBody>
          <a:bodyPr anchorCtr="0" anchor="ctr" bIns="36000" lIns="36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8851" name="Google Shape;8851;p148"/>
          <p:cNvSpPr/>
          <p:nvPr/>
        </p:nvSpPr>
        <p:spPr>
          <a:xfrm>
            <a:off x="6845744" y="6051970"/>
            <a:ext cx="3027000" cy="343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8852" name="Google Shape;8852;p148"/>
          <p:cNvSpPr txBox="1"/>
          <p:nvPr>
            <p:ph idx="14" type="subTitle"/>
          </p:nvPr>
        </p:nvSpPr>
        <p:spPr>
          <a:xfrm>
            <a:off x="6845444" y="6052720"/>
            <a:ext cx="3027600" cy="342000"/>
          </a:xfrm>
          <a:prstGeom prst="rect">
            <a:avLst/>
          </a:prstGeom>
          <a:noFill/>
          <a:ln>
            <a:noFill/>
          </a:ln>
        </p:spPr>
        <p:txBody>
          <a:bodyPr anchorCtr="0" anchor="ctr" bIns="36000" lIns="36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8853" name="Google Shape;8853;p148"/>
          <p:cNvSpPr txBox="1"/>
          <p:nvPr/>
        </p:nvSpPr>
        <p:spPr>
          <a:xfrm>
            <a:off x="197034" y="5534063"/>
            <a:ext cx="1679100" cy="246300"/>
          </a:xfrm>
          <a:prstGeom prst="rect">
            <a:avLst/>
          </a:prstGeom>
          <a:noFill/>
          <a:ln>
            <a:noFill/>
          </a:ln>
        </p:spPr>
        <p:txBody>
          <a:bodyPr anchorCtr="0" anchor="ctr" bIns="0" lIns="0" spcFirstLastPara="1" rIns="0" wrap="square" tIns="0">
            <a:spAutoFit/>
          </a:bodyPr>
          <a:lstStyle/>
          <a:p>
            <a:pPr indent="0" lvl="0" marL="0" rtl="0" algn="r">
              <a:lnSpc>
                <a:spcPct val="100000"/>
              </a:lnSpc>
              <a:spcBef>
                <a:spcPts val="0"/>
              </a:spcBef>
              <a:spcAft>
                <a:spcPts val="0"/>
              </a:spcAft>
              <a:buNone/>
            </a:pPr>
            <a:r>
              <a:rPr b="1" lang="es-419" sz="1000">
                <a:latin typeface="Arvo"/>
                <a:ea typeface="Arvo"/>
                <a:cs typeface="Arvo"/>
                <a:sym typeface="Arvo"/>
              </a:rPr>
              <a:t>Precondición: </a:t>
            </a:r>
            <a:endParaRPr b="1" sz="1000">
              <a:latin typeface="Arvo"/>
              <a:ea typeface="Arvo"/>
              <a:cs typeface="Arvo"/>
              <a:sym typeface="Arvo"/>
            </a:endParaRPr>
          </a:p>
          <a:p>
            <a:pPr indent="0" lvl="0" marL="0" rtl="0" algn="r">
              <a:lnSpc>
                <a:spcPct val="100000"/>
              </a:lnSpc>
              <a:spcBef>
                <a:spcPts val="0"/>
              </a:spcBef>
              <a:spcAft>
                <a:spcPts val="0"/>
              </a:spcAft>
              <a:buNone/>
            </a:pPr>
            <a:r>
              <a:rPr i="1" lang="es-419" sz="600">
                <a:solidFill>
                  <a:srgbClr val="666666"/>
                </a:solidFill>
                <a:latin typeface="Arvo"/>
                <a:ea typeface="Arvo"/>
                <a:cs typeface="Arvo"/>
                <a:sym typeface="Arvo"/>
              </a:rPr>
              <a:t>&lt;ej: El comprador debe estar registrado&gt;</a:t>
            </a:r>
            <a:endParaRPr i="1" sz="600">
              <a:solidFill>
                <a:srgbClr val="666666"/>
              </a:solidFill>
              <a:latin typeface="Arvo"/>
              <a:ea typeface="Arvo"/>
              <a:cs typeface="Arvo"/>
              <a:sym typeface="Arvo"/>
            </a:endParaRPr>
          </a:p>
        </p:txBody>
      </p:sp>
      <p:sp>
        <p:nvSpPr>
          <p:cNvPr id="8854" name="Google Shape;8854;p148"/>
          <p:cNvSpPr txBox="1"/>
          <p:nvPr/>
        </p:nvSpPr>
        <p:spPr>
          <a:xfrm>
            <a:off x="197034" y="6086320"/>
            <a:ext cx="1679100" cy="274800"/>
          </a:xfrm>
          <a:prstGeom prst="rect">
            <a:avLst/>
          </a:prstGeom>
          <a:noFill/>
          <a:ln>
            <a:noFill/>
          </a:ln>
        </p:spPr>
        <p:txBody>
          <a:bodyPr anchorCtr="0" anchor="ctr" bIns="0" lIns="0" spcFirstLastPara="1" rIns="0" wrap="square" tIns="0">
            <a:spAutoFit/>
          </a:bodyPr>
          <a:lstStyle/>
          <a:p>
            <a:pPr indent="0" lvl="0" marL="0" rtl="0" algn="r">
              <a:lnSpc>
                <a:spcPct val="85000"/>
              </a:lnSpc>
              <a:spcBef>
                <a:spcPts val="0"/>
              </a:spcBef>
              <a:spcAft>
                <a:spcPts val="0"/>
              </a:spcAft>
              <a:buNone/>
            </a:pPr>
            <a:r>
              <a:rPr b="1" lang="es-419" sz="1000">
                <a:latin typeface="Arvo"/>
                <a:ea typeface="Arvo"/>
                <a:cs typeface="Arvo"/>
                <a:sym typeface="Arvo"/>
              </a:rPr>
              <a:t>Poscondición:</a:t>
            </a:r>
            <a:endParaRPr sz="700">
              <a:solidFill>
                <a:srgbClr val="666666"/>
              </a:solidFill>
              <a:latin typeface="Arvo"/>
              <a:ea typeface="Arvo"/>
              <a:cs typeface="Arvo"/>
              <a:sym typeface="Arvo"/>
            </a:endParaRPr>
          </a:p>
          <a:p>
            <a:pPr indent="0" lvl="0" marL="0" rtl="0" algn="r">
              <a:lnSpc>
                <a:spcPct val="85000"/>
              </a:lnSpc>
              <a:spcBef>
                <a:spcPts val="0"/>
              </a:spcBef>
              <a:spcAft>
                <a:spcPts val="0"/>
              </a:spcAft>
              <a:buNone/>
            </a:pPr>
            <a:r>
              <a:rPr lang="es-419" sz="700">
                <a:solidFill>
                  <a:srgbClr val="666666"/>
                </a:solidFill>
                <a:latin typeface="Arvo"/>
                <a:ea typeface="Arvo"/>
                <a:cs typeface="Arvo"/>
                <a:sym typeface="Arvo"/>
              </a:rPr>
              <a:t> </a:t>
            </a:r>
            <a:r>
              <a:rPr i="1" lang="es-419" sz="600">
                <a:solidFill>
                  <a:srgbClr val="666666"/>
                </a:solidFill>
                <a:latin typeface="Arvo"/>
                <a:ea typeface="Arvo"/>
                <a:cs typeface="Arvo"/>
                <a:sym typeface="Arvo"/>
              </a:rPr>
              <a:t>&lt;ej: El pago debe estar realizado&gt;</a:t>
            </a:r>
            <a:r>
              <a:rPr b="1" lang="es-419" sz="1100">
                <a:latin typeface="Arvo"/>
                <a:ea typeface="Arvo"/>
                <a:cs typeface="Arvo"/>
                <a:sym typeface="Arvo"/>
              </a:rPr>
              <a:t> </a:t>
            </a:r>
            <a:endParaRPr sz="800">
              <a:solidFill>
                <a:srgbClr val="666666"/>
              </a:solidFill>
              <a:latin typeface="Arvo"/>
              <a:ea typeface="Arvo"/>
              <a:cs typeface="Arvo"/>
              <a:sym typeface="Arvo"/>
            </a:endParaRPr>
          </a:p>
        </p:txBody>
      </p:sp>
      <p:sp>
        <p:nvSpPr>
          <p:cNvPr id="8855" name="Google Shape;8855;p148"/>
          <p:cNvSpPr/>
          <p:nvPr/>
        </p:nvSpPr>
        <p:spPr>
          <a:xfrm>
            <a:off x="1940924" y="5485463"/>
            <a:ext cx="3027000" cy="343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8856" name="Google Shape;8856;p148"/>
          <p:cNvSpPr txBox="1"/>
          <p:nvPr>
            <p:ph idx="15" type="subTitle"/>
          </p:nvPr>
        </p:nvSpPr>
        <p:spPr>
          <a:xfrm>
            <a:off x="1940624" y="5486213"/>
            <a:ext cx="3027600" cy="342000"/>
          </a:xfrm>
          <a:prstGeom prst="rect">
            <a:avLst/>
          </a:prstGeom>
          <a:noFill/>
          <a:ln>
            <a:noFill/>
          </a:ln>
        </p:spPr>
        <p:txBody>
          <a:bodyPr anchorCtr="0" anchor="ctr" bIns="36000" lIns="36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8857" name="Google Shape;8857;p148"/>
          <p:cNvSpPr/>
          <p:nvPr/>
        </p:nvSpPr>
        <p:spPr>
          <a:xfrm>
            <a:off x="1940924" y="6051970"/>
            <a:ext cx="3027000" cy="343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8858" name="Google Shape;8858;p148"/>
          <p:cNvSpPr txBox="1"/>
          <p:nvPr>
            <p:ph idx="16" type="subTitle"/>
          </p:nvPr>
        </p:nvSpPr>
        <p:spPr>
          <a:xfrm>
            <a:off x="1940624" y="6052720"/>
            <a:ext cx="3027600" cy="342000"/>
          </a:xfrm>
          <a:prstGeom prst="rect">
            <a:avLst/>
          </a:prstGeom>
          <a:noFill/>
          <a:ln>
            <a:noFill/>
          </a:ln>
        </p:spPr>
        <p:txBody>
          <a:bodyPr anchorCtr="0" anchor="ctr" bIns="36000" lIns="36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8859" name="Google Shape;8859;p148"/>
          <p:cNvSpPr txBox="1"/>
          <p:nvPr/>
        </p:nvSpPr>
        <p:spPr>
          <a:xfrm>
            <a:off x="197034" y="1002597"/>
            <a:ext cx="1679100" cy="246300"/>
          </a:xfrm>
          <a:prstGeom prst="rect">
            <a:avLst/>
          </a:prstGeom>
          <a:noFill/>
          <a:ln>
            <a:noFill/>
          </a:ln>
        </p:spPr>
        <p:txBody>
          <a:bodyPr anchorCtr="0" anchor="ctr" bIns="0" lIns="0" spcFirstLastPara="1" rIns="0" wrap="square" tIns="0">
            <a:spAutoFit/>
          </a:bodyPr>
          <a:lstStyle/>
          <a:p>
            <a:pPr indent="0" lvl="0" marL="0" rtl="0" algn="r">
              <a:lnSpc>
                <a:spcPct val="100000"/>
              </a:lnSpc>
              <a:spcBef>
                <a:spcPts val="0"/>
              </a:spcBef>
              <a:spcAft>
                <a:spcPts val="0"/>
              </a:spcAft>
              <a:buNone/>
            </a:pPr>
            <a:r>
              <a:rPr b="1" lang="es-419" sz="1000">
                <a:latin typeface="Arvo"/>
                <a:ea typeface="Arvo"/>
                <a:cs typeface="Arvo"/>
                <a:sym typeface="Arvo"/>
              </a:rPr>
              <a:t>Nombre del proceso: </a:t>
            </a:r>
            <a:endParaRPr b="1" sz="1000">
              <a:latin typeface="Arvo"/>
              <a:ea typeface="Arvo"/>
              <a:cs typeface="Arvo"/>
              <a:sym typeface="Arvo"/>
            </a:endParaRPr>
          </a:p>
          <a:p>
            <a:pPr indent="0" lvl="0" marL="0" rtl="0" algn="r">
              <a:lnSpc>
                <a:spcPct val="100000"/>
              </a:lnSpc>
              <a:spcBef>
                <a:spcPts val="0"/>
              </a:spcBef>
              <a:spcAft>
                <a:spcPts val="0"/>
              </a:spcAft>
              <a:buNone/>
            </a:pPr>
            <a:r>
              <a:rPr i="1" lang="es-419" sz="600">
                <a:solidFill>
                  <a:srgbClr val="666666"/>
                </a:solidFill>
                <a:latin typeface="Arvo"/>
                <a:ea typeface="Arvo"/>
                <a:cs typeface="Arvo"/>
                <a:sym typeface="Arvo"/>
              </a:rPr>
              <a:t>&lt;ej: Reserva de citas médicas&gt;</a:t>
            </a:r>
            <a:endParaRPr i="1" sz="600">
              <a:solidFill>
                <a:srgbClr val="666666"/>
              </a:solidFill>
              <a:latin typeface="Arvo"/>
              <a:ea typeface="Arvo"/>
              <a:cs typeface="Arvo"/>
              <a:sym typeface="Arvo"/>
            </a:endParaRPr>
          </a:p>
        </p:txBody>
      </p:sp>
      <p:sp>
        <p:nvSpPr>
          <p:cNvPr id="8860" name="Google Shape;8860;p148"/>
          <p:cNvSpPr txBox="1"/>
          <p:nvPr/>
        </p:nvSpPr>
        <p:spPr>
          <a:xfrm>
            <a:off x="197034" y="1496061"/>
            <a:ext cx="1679100" cy="274800"/>
          </a:xfrm>
          <a:prstGeom prst="rect">
            <a:avLst/>
          </a:prstGeom>
          <a:noFill/>
          <a:ln>
            <a:noFill/>
          </a:ln>
        </p:spPr>
        <p:txBody>
          <a:bodyPr anchorCtr="0" anchor="ctr" bIns="0" lIns="0" spcFirstLastPara="1" rIns="0" wrap="square" tIns="0">
            <a:spAutoFit/>
          </a:bodyPr>
          <a:lstStyle/>
          <a:p>
            <a:pPr indent="0" lvl="0" marL="0" rtl="0" algn="r">
              <a:lnSpc>
                <a:spcPct val="85000"/>
              </a:lnSpc>
              <a:spcBef>
                <a:spcPts val="0"/>
              </a:spcBef>
              <a:spcAft>
                <a:spcPts val="0"/>
              </a:spcAft>
              <a:buNone/>
            </a:pPr>
            <a:r>
              <a:rPr b="1" lang="es-419" sz="1000">
                <a:latin typeface="Arvo"/>
                <a:ea typeface="Arvo"/>
                <a:cs typeface="Arvo"/>
                <a:sym typeface="Arvo"/>
              </a:rPr>
              <a:t>Narrativa:</a:t>
            </a:r>
            <a:endParaRPr sz="700">
              <a:solidFill>
                <a:srgbClr val="666666"/>
              </a:solidFill>
              <a:latin typeface="Arvo"/>
              <a:ea typeface="Arvo"/>
              <a:cs typeface="Arvo"/>
              <a:sym typeface="Arvo"/>
            </a:endParaRPr>
          </a:p>
          <a:p>
            <a:pPr indent="0" lvl="0" marL="0" rtl="0" algn="r">
              <a:lnSpc>
                <a:spcPct val="85000"/>
              </a:lnSpc>
              <a:spcBef>
                <a:spcPts val="0"/>
              </a:spcBef>
              <a:spcAft>
                <a:spcPts val="0"/>
              </a:spcAft>
              <a:buNone/>
            </a:pPr>
            <a:r>
              <a:rPr lang="es-419" sz="700">
                <a:solidFill>
                  <a:srgbClr val="666666"/>
                </a:solidFill>
                <a:latin typeface="Arvo"/>
                <a:ea typeface="Arvo"/>
                <a:cs typeface="Arvo"/>
                <a:sym typeface="Arvo"/>
              </a:rPr>
              <a:t> </a:t>
            </a:r>
            <a:r>
              <a:rPr i="1" lang="es-419" sz="600">
                <a:solidFill>
                  <a:srgbClr val="666666"/>
                </a:solidFill>
                <a:latin typeface="Arvo"/>
                <a:ea typeface="Arvo"/>
                <a:cs typeface="Arvo"/>
                <a:sym typeface="Arvo"/>
              </a:rPr>
              <a:t>&lt;ej: El paciente reserva una cita&gt;</a:t>
            </a:r>
            <a:r>
              <a:rPr b="1" lang="es-419" sz="1100">
                <a:latin typeface="Arvo"/>
                <a:ea typeface="Arvo"/>
                <a:cs typeface="Arvo"/>
                <a:sym typeface="Arvo"/>
              </a:rPr>
              <a:t> </a:t>
            </a:r>
            <a:endParaRPr sz="800">
              <a:solidFill>
                <a:srgbClr val="666666"/>
              </a:solidFill>
              <a:latin typeface="Arvo"/>
              <a:ea typeface="Arvo"/>
              <a:cs typeface="Arvo"/>
              <a:sym typeface="Arvo"/>
            </a:endParaRPr>
          </a:p>
        </p:txBody>
      </p:sp>
      <p:sp>
        <p:nvSpPr>
          <p:cNvPr id="8861" name="Google Shape;8861;p148"/>
          <p:cNvSpPr/>
          <p:nvPr/>
        </p:nvSpPr>
        <p:spPr>
          <a:xfrm>
            <a:off x="1940924" y="953997"/>
            <a:ext cx="3027000" cy="343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8862" name="Google Shape;8862;p148"/>
          <p:cNvSpPr txBox="1"/>
          <p:nvPr>
            <p:ph idx="17" type="subTitle"/>
          </p:nvPr>
        </p:nvSpPr>
        <p:spPr>
          <a:xfrm>
            <a:off x="1940624" y="954747"/>
            <a:ext cx="3027600" cy="342000"/>
          </a:xfrm>
          <a:prstGeom prst="rect">
            <a:avLst/>
          </a:prstGeom>
          <a:noFill/>
          <a:ln>
            <a:noFill/>
          </a:ln>
        </p:spPr>
        <p:txBody>
          <a:bodyPr anchorCtr="0" anchor="ctr" bIns="36000" lIns="36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8863" name="Google Shape;8863;p148"/>
          <p:cNvSpPr/>
          <p:nvPr/>
        </p:nvSpPr>
        <p:spPr>
          <a:xfrm>
            <a:off x="1940924" y="1461711"/>
            <a:ext cx="3027000" cy="343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8864" name="Google Shape;8864;p148"/>
          <p:cNvSpPr txBox="1"/>
          <p:nvPr>
            <p:ph idx="18" type="subTitle"/>
          </p:nvPr>
        </p:nvSpPr>
        <p:spPr>
          <a:xfrm>
            <a:off x="1940624" y="1462461"/>
            <a:ext cx="3027600" cy="342000"/>
          </a:xfrm>
          <a:prstGeom prst="rect">
            <a:avLst/>
          </a:prstGeom>
          <a:noFill/>
          <a:ln>
            <a:noFill/>
          </a:ln>
        </p:spPr>
        <p:txBody>
          <a:bodyPr anchorCtr="0" anchor="ctr" bIns="36000" lIns="36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8865" name="Google Shape;8865;p148"/>
          <p:cNvSpPr txBox="1"/>
          <p:nvPr/>
        </p:nvSpPr>
        <p:spPr>
          <a:xfrm>
            <a:off x="197034" y="1989729"/>
            <a:ext cx="1679100" cy="1015800"/>
          </a:xfrm>
          <a:prstGeom prst="rect">
            <a:avLst/>
          </a:prstGeom>
          <a:noFill/>
          <a:ln>
            <a:noFill/>
          </a:ln>
        </p:spPr>
        <p:txBody>
          <a:bodyPr anchorCtr="0" anchor="ctr" bIns="0" lIns="0" spcFirstLastPara="1" rIns="0" wrap="square" tIns="0">
            <a:spAutoFit/>
          </a:bodyPr>
          <a:lstStyle/>
          <a:p>
            <a:pPr indent="0" lvl="0" marL="0" rtl="0" algn="r">
              <a:lnSpc>
                <a:spcPct val="100000"/>
              </a:lnSpc>
              <a:spcBef>
                <a:spcPts val="0"/>
              </a:spcBef>
              <a:spcAft>
                <a:spcPts val="0"/>
              </a:spcAft>
              <a:buNone/>
            </a:pPr>
            <a:r>
              <a:rPr b="1" lang="es-419" sz="1000">
                <a:latin typeface="Arvo"/>
                <a:ea typeface="Arvo"/>
                <a:cs typeface="Arvo"/>
                <a:sym typeface="Arvo"/>
              </a:rPr>
              <a:t>Meta del proceso:</a:t>
            </a:r>
            <a:endParaRPr b="1" sz="1000">
              <a:latin typeface="Arvo"/>
              <a:ea typeface="Arvo"/>
              <a:cs typeface="Arvo"/>
              <a:sym typeface="Arvo"/>
            </a:endParaRPr>
          </a:p>
          <a:p>
            <a:pPr indent="0" lvl="0" marL="0" rtl="0" algn="r">
              <a:lnSpc>
                <a:spcPct val="100000"/>
              </a:lnSpc>
              <a:spcBef>
                <a:spcPts val="0"/>
              </a:spcBef>
              <a:spcAft>
                <a:spcPts val="0"/>
              </a:spcAft>
              <a:buNone/>
            </a:pPr>
            <a:r>
              <a:rPr b="1" lang="es-419" sz="700">
                <a:latin typeface="Arvo"/>
                <a:ea typeface="Arvo"/>
                <a:cs typeface="Arvo"/>
                <a:sym typeface="Arvo"/>
              </a:rPr>
              <a:t>[Meta = &lt;sustantivo&gt;&lt;adjetivo&gt;]</a:t>
            </a:r>
            <a:endParaRPr b="1" sz="700">
              <a:latin typeface="Arvo"/>
              <a:ea typeface="Arvo"/>
              <a:cs typeface="Arvo"/>
              <a:sym typeface="Arvo"/>
            </a:endParaRPr>
          </a:p>
          <a:p>
            <a:pPr indent="0" lvl="0" marL="0" rtl="0" algn="r">
              <a:lnSpc>
                <a:spcPct val="100000"/>
              </a:lnSpc>
              <a:spcBef>
                <a:spcPts val="0"/>
              </a:spcBef>
              <a:spcAft>
                <a:spcPts val="0"/>
              </a:spcAft>
              <a:buNone/>
            </a:pPr>
            <a:r>
              <a:rPr lang="es-419" sz="700">
                <a:solidFill>
                  <a:srgbClr val="666666"/>
                </a:solidFill>
                <a:latin typeface="Arvo"/>
                <a:ea typeface="Arvo"/>
                <a:cs typeface="Arvo"/>
                <a:sym typeface="Arvo"/>
              </a:rPr>
              <a:t> </a:t>
            </a:r>
            <a:r>
              <a:rPr i="1" lang="es-419" sz="600">
                <a:solidFill>
                  <a:srgbClr val="666666"/>
                </a:solidFill>
                <a:latin typeface="Arvo"/>
                <a:ea typeface="Arvo"/>
                <a:cs typeface="Arvo"/>
                <a:sym typeface="Arvo"/>
              </a:rPr>
              <a:t>&lt;ej: El ej: 1% de las devoluciones de productos. </a:t>
            </a:r>
            <a:endParaRPr i="1" sz="600">
              <a:solidFill>
                <a:srgbClr val="666666"/>
              </a:solidFill>
              <a:latin typeface="Arvo"/>
              <a:ea typeface="Arvo"/>
              <a:cs typeface="Arvo"/>
              <a:sym typeface="Arvo"/>
            </a:endParaRPr>
          </a:p>
          <a:p>
            <a:pPr indent="0" lvl="0" marL="0" rtl="0" algn="r">
              <a:lnSpc>
                <a:spcPct val="100000"/>
              </a:lnSpc>
              <a:spcBef>
                <a:spcPts val="0"/>
              </a:spcBef>
              <a:spcAft>
                <a:spcPts val="0"/>
              </a:spcAft>
              <a:buNone/>
            </a:pPr>
            <a:r>
              <a:rPr i="1" lang="es-419" sz="600">
                <a:solidFill>
                  <a:srgbClr val="666666"/>
                </a:solidFill>
                <a:latin typeface="Arvo"/>
                <a:ea typeface="Arvo"/>
                <a:cs typeface="Arvo"/>
                <a:sym typeface="Arvo"/>
              </a:rPr>
              <a:t>[nota: esta meta está relacionada con la visión del negocio. se supone que los procesos ayudan a conseguir la posición esperada del negocio la cual está determinada por las metas de la empresa.]&gt;</a:t>
            </a:r>
            <a:endParaRPr sz="800">
              <a:solidFill>
                <a:srgbClr val="666666"/>
              </a:solidFill>
              <a:latin typeface="Arvo"/>
              <a:ea typeface="Arvo"/>
              <a:cs typeface="Arvo"/>
              <a:sym typeface="Arvo"/>
            </a:endParaRPr>
          </a:p>
        </p:txBody>
      </p:sp>
      <p:sp>
        <p:nvSpPr>
          <p:cNvPr id="8866" name="Google Shape;8866;p148"/>
          <p:cNvSpPr/>
          <p:nvPr/>
        </p:nvSpPr>
        <p:spPr>
          <a:xfrm>
            <a:off x="1940924" y="1984375"/>
            <a:ext cx="3027000" cy="1015800"/>
          </a:xfrm>
          <a:prstGeom prst="roundRect">
            <a:avLst>
              <a:gd fmla="val 728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8867" name="Google Shape;8867;p148"/>
          <p:cNvSpPr txBox="1"/>
          <p:nvPr>
            <p:ph idx="19" type="subTitle"/>
          </p:nvPr>
        </p:nvSpPr>
        <p:spPr>
          <a:xfrm>
            <a:off x="1940924" y="1985125"/>
            <a:ext cx="3027000" cy="1015200"/>
          </a:xfrm>
          <a:prstGeom prst="rect">
            <a:avLst/>
          </a:prstGeom>
          <a:noFill/>
          <a:ln>
            <a:noFill/>
          </a:ln>
        </p:spPr>
        <p:txBody>
          <a:bodyPr anchorCtr="0" anchor="t" bIns="36000" lIns="36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8868" name="Google Shape;8868;p148"/>
          <p:cNvSpPr txBox="1"/>
          <p:nvPr/>
        </p:nvSpPr>
        <p:spPr>
          <a:xfrm>
            <a:off x="197034" y="3149026"/>
            <a:ext cx="1679100" cy="409500"/>
          </a:xfrm>
          <a:prstGeom prst="rect">
            <a:avLst/>
          </a:prstGeom>
          <a:noFill/>
          <a:ln>
            <a:noFill/>
          </a:ln>
        </p:spPr>
        <p:txBody>
          <a:bodyPr anchorCtr="0" anchor="ctr" bIns="0" lIns="0" spcFirstLastPara="1" rIns="0" wrap="square" tIns="0">
            <a:spAutoFit/>
          </a:bodyPr>
          <a:lstStyle/>
          <a:p>
            <a:pPr indent="0" lvl="0" marL="0" rtl="0" algn="r">
              <a:lnSpc>
                <a:spcPct val="100000"/>
              </a:lnSpc>
              <a:spcBef>
                <a:spcPts val="0"/>
              </a:spcBef>
              <a:spcAft>
                <a:spcPts val="0"/>
              </a:spcAft>
              <a:buNone/>
            </a:pPr>
            <a:r>
              <a:rPr b="1" lang="es-419" sz="1000">
                <a:latin typeface="Arvo"/>
                <a:ea typeface="Arvo"/>
                <a:cs typeface="Arvo"/>
                <a:sym typeface="Arvo"/>
              </a:rPr>
              <a:t>Procesos con los que tiene relación:</a:t>
            </a:r>
            <a:endParaRPr sz="700">
              <a:solidFill>
                <a:srgbClr val="666666"/>
              </a:solidFill>
              <a:latin typeface="Arvo"/>
              <a:ea typeface="Arvo"/>
              <a:cs typeface="Arvo"/>
              <a:sym typeface="Arvo"/>
            </a:endParaRPr>
          </a:p>
          <a:p>
            <a:pPr indent="0" lvl="0" marL="0" rtl="0" algn="r">
              <a:lnSpc>
                <a:spcPct val="60000"/>
              </a:lnSpc>
              <a:spcBef>
                <a:spcPts val="0"/>
              </a:spcBef>
              <a:spcAft>
                <a:spcPts val="0"/>
              </a:spcAft>
              <a:buNone/>
            </a:pPr>
            <a:r>
              <a:rPr i="1" lang="es-419" sz="600">
                <a:solidFill>
                  <a:srgbClr val="666666"/>
                </a:solidFill>
                <a:latin typeface="Arvo"/>
                <a:ea typeface="Arvo"/>
                <a:cs typeface="Arvo"/>
                <a:sym typeface="Arvo"/>
              </a:rPr>
              <a:t>&lt;ej: Registro de compradores&gt;</a:t>
            </a:r>
            <a:r>
              <a:rPr b="1" lang="es-419" sz="1100">
                <a:latin typeface="Arvo"/>
                <a:ea typeface="Arvo"/>
                <a:cs typeface="Arvo"/>
                <a:sym typeface="Arvo"/>
              </a:rPr>
              <a:t> </a:t>
            </a:r>
            <a:endParaRPr sz="800">
              <a:solidFill>
                <a:srgbClr val="666666"/>
              </a:solidFill>
              <a:latin typeface="Arvo"/>
              <a:ea typeface="Arvo"/>
              <a:cs typeface="Arvo"/>
              <a:sym typeface="Arvo"/>
            </a:endParaRPr>
          </a:p>
        </p:txBody>
      </p:sp>
      <p:sp>
        <p:nvSpPr>
          <p:cNvPr id="8869" name="Google Shape;8869;p148"/>
          <p:cNvSpPr/>
          <p:nvPr/>
        </p:nvSpPr>
        <p:spPr>
          <a:xfrm>
            <a:off x="1940925" y="3182024"/>
            <a:ext cx="3027000" cy="9516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8870" name="Google Shape;8870;p148"/>
          <p:cNvSpPr txBox="1"/>
          <p:nvPr>
            <p:ph idx="20" type="subTitle"/>
          </p:nvPr>
        </p:nvSpPr>
        <p:spPr>
          <a:xfrm>
            <a:off x="1910382" y="3182611"/>
            <a:ext cx="3027600" cy="892800"/>
          </a:xfrm>
          <a:prstGeom prst="rect">
            <a:avLst/>
          </a:prstGeom>
          <a:noFill/>
          <a:ln>
            <a:noFill/>
          </a:ln>
        </p:spPr>
        <p:txBody>
          <a:bodyPr anchorCtr="0" anchor="t" bIns="36000" lIns="36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8871" name="Google Shape;8871;p148"/>
          <p:cNvSpPr txBox="1"/>
          <p:nvPr/>
        </p:nvSpPr>
        <p:spPr>
          <a:xfrm>
            <a:off x="197034" y="4219105"/>
            <a:ext cx="1679100" cy="892800"/>
          </a:xfrm>
          <a:prstGeom prst="rect">
            <a:avLst/>
          </a:prstGeom>
          <a:noFill/>
          <a:ln>
            <a:noFill/>
          </a:ln>
        </p:spPr>
        <p:txBody>
          <a:bodyPr anchorCtr="0" anchor="ctr" bIns="0" lIns="0" spcFirstLastPara="1" rIns="0" wrap="square" tIns="0">
            <a:spAutoFit/>
          </a:bodyPr>
          <a:lstStyle/>
          <a:p>
            <a:pPr indent="0" lvl="0" marL="0" rtl="0" algn="r">
              <a:lnSpc>
                <a:spcPct val="100000"/>
              </a:lnSpc>
              <a:spcBef>
                <a:spcPts val="0"/>
              </a:spcBef>
              <a:spcAft>
                <a:spcPts val="0"/>
              </a:spcAft>
              <a:buNone/>
            </a:pPr>
            <a:r>
              <a:rPr b="1" lang="es-419" sz="1000">
                <a:latin typeface="Arvo"/>
                <a:ea typeface="Arvo"/>
                <a:cs typeface="Arvo"/>
                <a:sym typeface="Arvo"/>
              </a:rPr>
              <a:t>Descripción proceso:</a:t>
            </a:r>
            <a:endParaRPr sz="700">
              <a:solidFill>
                <a:srgbClr val="666666"/>
              </a:solidFill>
              <a:latin typeface="Arvo"/>
              <a:ea typeface="Arvo"/>
              <a:cs typeface="Arvo"/>
              <a:sym typeface="Arvo"/>
            </a:endParaRPr>
          </a:p>
          <a:p>
            <a:pPr indent="0" lvl="0" marL="0" rtl="0" algn="r">
              <a:lnSpc>
                <a:spcPct val="80000"/>
              </a:lnSpc>
              <a:spcBef>
                <a:spcPts val="0"/>
              </a:spcBef>
              <a:spcAft>
                <a:spcPts val="0"/>
              </a:spcAft>
              <a:buNone/>
            </a:pPr>
            <a:r>
              <a:rPr i="1" lang="es-419" sz="600">
                <a:solidFill>
                  <a:srgbClr val="666666"/>
                </a:solidFill>
                <a:latin typeface="Arvo"/>
                <a:ea typeface="Arvo"/>
                <a:cs typeface="Arvo"/>
                <a:sym typeface="Arvo"/>
              </a:rPr>
              <a:t>&lt;ej: Este proceso le permite a los compradores obtener productos a muy bajo costo desde cualquier lugar y en cualquier momento, mediante este proceso los compradores pueden elegir una empresa de envíos para transportar los productos. El comprador dispone de un carro de compras, puede programar cada una de las compras y puede crear listas de preferencia.&gt;</a:t>
            </a:r>
            <a:endParaRPr sz="800">
              <a:solidFill>
                <a:srgbClr val="666666"/>
              </a:solidFill>
              <a:latin typeface="Arvo"/>
              <a:ea typeface="Arvo"/>
              <a:cs typeface="Arvo"/>
              <a:sym typeface="Arvo"/>
            </a:endParaRPr>
          </a:p>
        </p:txBody>
      </p:sp>
      <p:sp>
        <p:nvSpPr>
          <p:cNvPr id="8872" name="Google Shape;8872;p148"/>
          <p:cNvSpPr/>
          <p:nvPr/>
        </p:nvSpPr>
        <p:spPr>
          <a:xfrm>
            <a:off x="1940924" y="4252497"/>
            <a:ext cx="3027000" cy="859800"/>
          </a:xfrm>
          <a:prstGeom prst="roundRect">
            <a:avLst>
              <a:gd fmla="val 5871"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8873" name="Google Shape;8873;p148"/>
          <p:cNvSpPr txBox="1"/>
          <p:nvPr>
            <p:ph idx="21" type="subTitle"/>
          </p:nvPr>
        </p:nvSpPr>
        <p:spPr>
          <a:xfrm>
            <a:off x="1940624" y="4252497"/>
            <a:ext cx="3027600" cy="859800"/>
          </a:xfrm>
          <a:prstGeom prst="rect">
            <a:avLst/>
          </a:prstGeom>
          <a:noFill/>
          <a:ln>
            <a:noFill/>
          </a:ln>
        </p:spPr>
        <p:txBody>
          <a:bodyPr anchorCtr="0" anchor="t" bIns="36000" lIns="36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8874" name="Google Shape;8874;p148"/>
          <p:cNvSpPr txBox="1"/>
          <p:nvPr>
            <p:ph idx="22" type="body"/>
          </p:nvPr>
        </p:nvSpPr>
        <p:spPr>
          <a:xfrm>
            <a:off x="641150" y="612125"/>
            <a:ext cx="1770300" cy="160500"/>
          </a:xfrm>
          <a:prstGeom prst="rect">
            <a:avLst/>
          </a:prstGeom>
          <a:noFill/>
          <a:ln>
            <a:noFill/>
          </a:ln>
        </p:spPr>
        <p:txBody>
          <a:bodyPr anchorCtr="0" anchor="t" bIns="0" lIns="0" spcFirstLastPara="1" rIns="0" wrap="square" tIns="0">
            <a:noAutofit/>
          </a:bodyPr>
          <a:lstStyle>
            <a:lvl1pPr indent="-292100" lvl="0" marL="457200" algn="ctr">
              <a:spcBef>
                <a:spcPts val="0"/>
              </a:spcBef>
              <a:spcAft>
                <a:spcPts val="0"/>
              </a:spcAft>
              <a:buClr>
                <a:srgbClr val="FFFFFF"/>
              </a:buClr>
              <a:buSzPts val="1000"/>
              <a:buChar char="●"/>
              <a:defRPr sz="1000">
                <a:solidFill>
                  <a:srgbClr val="FFFFFF"/>
                </a:solidFill>
              </a:defRPr>
            </a:lvl1pPr>
            <a:lvl2pPr indent="-292100" lvl="1" marL="914400" algn="ctr">
              <a:spcBef>
                <a:spcPts val="0"/>
              </a:spcBef>
              <a:spcAft>
                <a:spcPts val="0"/>
              </a:spcAft>
              <a:buClr>
                <a:srgbClr val="FFFFFF"/>
              </a:buClr>
              <a:buSzPts val="1000"/>
              <a:buChar char="○"/>
              <a:defRPr sz="1000">
                <a:solidFill>
                  <a:srgbClr val="FFFFFF"/>
                </a:solidFill>
              </a:defRPr>
            </a:lvl2pPr>
            <a:lvl3pPr indent="-292100" lvl="2" marL="1371600" algn="ctr">
              <a:spcBef>
                <a:spcPts val="0"/>
              </a:spcBef>
              <a:spcAft>
                <a:spcPts val="0"/>
              </a:spcAft>
              <a:buClr>
                <a:srgbClr val="FFFFFF"/>
              </a:buClr>
              <a:buSzPts val="1000"/>
              <a:buChar char="■"/>
              <a:defRPr sz="1000">
                <a:solidFill>
                  <a:srgbClr val="FFFFFF"/>
                </a:solidFill>
              </a:defRPr>
            </a:lvl3pPr>
            <a:lvl4pPr indent="-292100" lvl="3" marL="1828800" algn="ctr">
              <a:spcBef>
                <a:spcPts val="0"/>
              </a:spcBef>
              <a:spcAft>
                <a:spcPts val="0"/>
              </a:spcAft>
              <a:buClr>
                <a:srgbClr val="FFFFFF"/>
              </a:buClr>
              <a:buSzPts val="1000"/>
              <a:buChar char="●"/>
              <a:defRPr sz="1000">
                <a:solidFill>
                  <a:srgbClr val="FFFFFF"/>
                </a:solidFill>
              </a:defRPr>
            </a:lvl4pPr>
            <a:lvl5pPr indent="-292100" lvl="4" marL="2286000" algn="ctr">
              <a:spcBef>
                <a:spcPts val="0"/>
              </a:spcBef>
              <a:spcAft>
                <a:spcPts val="0"/>
              </a:spcAft>
              <a:buClr>
                <a:srgbClr val="FFFFFF"/>
              </a:buClr>
              <a:buSzPts val="1000"/>
              <a:buChar char="○"/>
              <a:defRPr sz="1000">
                <a:solidFill>
                  <a:srgbClr val="FFFFFF"/>
                </a:solidFill>
              </a:defRPr>
            </a:lvl5pPr>
            <a:lvl6pPr indent="-292100" lvl="5" marL="2743200" algn="ctr">
              <a:spcBef>
                <a:spcPts val="0"/>
              </a:spcBef>
              <a:spcAft>
                <a:spcPts val="0"/>
              </a:spcAft>
              <a:buClr>
                <a:srgbClr val="FFFFFF"/>
              </a:buClr>
              <a:buSzPts val="1000"/>
              <a:buChar char="■"/>
              <a:defRPr sz="1000">
                <a:solidFill>
                  <a:srgbClr val="FFFFFF"/>
                </a:solidFill>
              </a:defRPr>
            </a:lvl6pPr>
            <a:lvl7pPr indent="-292100" lvl="6" marL="3200400" algn="ctr">
              <a:spcBef>
                <a:spcPts val="0"/>
              </a:spcBef>
              <a:spcAft>
                <a:spcPts val="0"/>
              </a:spcAft>
              <a:buClr>
                <a:srgbClr val="FFFFFF"/>
              </a:buClr>
              <a:buSzPts val="1000"/>
              <a:buChar char="●"/>
              <a:defRPr sz="1000">
                <a:solidFill>
                  <a:srgbClr val="FFFFFF"/>
                </a:solidFill>
              </a:defRPr>
            </a:lvl7pPr>
            <a:lvl8pPr indent="-292100" lvl="7" marL="3657600" algn="ctr">
              <a:spcBef>
                <a:spcPts val="0"/>
              </a:spcBef>
              <a:spcAft>
                <a:spcPts val="0"/>
              </a:spcAft>
              <a:buClr>
                <a:srgbClr val="FFFFFF"/>
              </a:buClr>
              <a:buSzPts val="1000"/>
              <a:buChar char="○"/>
              <a:defRPr sz="1000">
                <a:solidFill>
                  <a:srgbClr val="FFFFFF"/>
                </a:solidFill>
              </a:defRPr>
            </a:lvl8pPr>
            <a:lvl9pPr indent="-292100" lvl="8" marL="4114800" algn="ctr">
              <a:spcBef>
                <a:spcPts val="0"/>
              </a:spcBef>
              <a:spcAft>
                <a:spcPts val="0"/>
              </a:spcAft>
              <a:buClr>
                <a:srgbClr val="FFFFFF"/>
              </a:buClr>
              <a:buSzPts val="1000"/>
              <a:buChar char="■"/>
              <a:defRPr sz="1000">
                <a:solidFill>
                  <a:srgbClr val="FFFFFF"/>
                </a:solidFill>
              </a:defRPr>
            </a:lvl9pPr>
          </a:lstStyle>
          <a:p/>
        </p:txBody>
      </p:sp>
      <p:sp>
        <p:nvSpPr>
          <p:cNvPr id="8875" name="Google Shape;8875;p148"/>
          <p:cNvSpPr txBox="1"/>
          <p:nvPr/>
        </p:nvSpPr>
        <p:spPr>
          <a:xfrm>
            <a:off x="84825" y="598125"/>
            <a:ext cx="595500" cy="205800"/>
          </a:xfrm>
          <a:prstGeom prst="rect">
            <a:avLst/>
          </a:prstGeom>
          <a:noFill/>
          <a:ln>
            <a:noFill/>
          </a:ln>
        </p:spPr>
        <p:txBody>
          <a:bodyPr anchorCtr="0" anchor="t" bIns="18000" lIns="18000" spcFirstLastPara="1" rIns="18000" wrap="square" tIns="18000">
            <a:spAutoFit/>
          </a:bodyPr>
          <a:lstStyle/>
          <a:p>
            <a:pPr indent="0" lvl="0" marL="0" rtl="0" algn="l">
              <a:spcBef>
                <a:spcPts val="0"/>
              </a:spcBef>
              <a:spcAft>
                <a:spcPts val="0"/>
              </a:spcAft>
              <a:buNone/>
            </a:pPr>
            <a:r>
              <a:rPr lang="es-419" sz="1100">
                <a:solidFill>
                  <a:srgbClr val="FFFFFF"/>
                </a:solidFill>
              </a:rPr>
              <a:t>Nombre:</a:t>
            </a:r>
            <a:endParaRPr sz="1100">
              <a:solidFill>
                <a:srgbClr val="FFFFFF"/>
              </a:solidFill>
            </a:endParaRPr>
          </a:p>
        </p:txBody>
      </p:sp>
    </p:spTree>
  </p:cSld>
  <p:clrMapOvr>
    <a:masterClrMapping/>
  </p:clrMapOvr>
</p:sldLayout>
</file>

<file path=ppt/slideLayouts/slideLayout14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4.4 Especificación de Caso de Uso de Negocio">
  <p:cSld name="TITLE_3_6_1_1_1_1_1_1_1_1_1_1_1_1_1_1_1_1">
    <p:spTree>
      <p:nvGrpSpPr>
        <p:cNvPr id="8876" name="Shape 8876"/>
        <p:cNvGrpSpPr/>
        <p:nvPr/>
      </p:nvGrpSpPr>
      <p:grpSpPr>
        <a:xfrm>
          <a:off x="0" y="0"/>
          <a:ext cx="0" cy="0"/>
          <a:chOff x="0" y="0"/>
          <a:chExt cx="0" cy="0"/>
        </a:xfrm>
      </p:grpSpPr>
      <p:sp>
        <p:nvSpPr>
          <p:cNvPr id="8877" name="Google Shape;8877;p149"/>
          <p:cNvSpPr/>
          <p:nvPr/>
        </p:nvSpPr>
        <p:spPr>
          <a:xfrm>
            <a:off x="77688" y="358938"/>
            <a:ext cx="9935700" cy="6438000"/>
          </a:xfrm>
          <a:prstGeom prst="roundRect">
            <a:avLst>
              <a:gd fmla="val 2618" name="adj"/>
            </a:avLst>
          </a:prstGeom>
          <a:solidFill>
            <a:srgbClr val="FFFFFF"/>
          </a:solidFill>
          <a:ln cap="flat" cmpd="sng" w="38100">
            <a:solidFill>
              <a:srgbClr val="000000"/>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878" name="Google Shape;8878;p149"/>
          <p:cNvCxnSpPr/>
          <p:nvPr/>
        </p:nvCxnSpPr>
        <p:spPr>
          <a:xfrm>
            <a:off x="77688" y="772614"/>
            <a:ext cx="9935700" cy="0"/>
          </a:xfrm>
          <a:prstGeom prst="straightConnector1">
            <a:avLst/>
          </a:prstGeom>
          <a:noFill/>
          <a:ln cap="flat" cmpd="sng" w="19050">
            <a:solidFill>
              <a:srgbClr val="000000"/>
            </a:solidFill>
            <a:prstDash val="solid"/>
            <a:round/>
            <a:headEnd len="med" w="med" type="none"/>
            <a:tailEnd len="med" w="med" type="none"/>
          </a:ln>
        </p:spPr>
      </p:cxnSp>
      <p:cxnSp>
        <p:nvCxnSpPr>
          <p:cNvPr id="8879" name="Google Shape;8879;p149"/>
          <p:cNvCxnSpPr/>
          <p:nvPr/>
        </p:nvCxnSpPr>
        <p:spPr>
          <a:xfrm rot="10800000">
            <a:off x="2439038" y="368188"/>
            <a:ext cx="0" cy="402300"/>
          </a:xfrm>
          <a:prstGeom prst="straightConnector1">
            <a:avLst/>
          </a:prstGeom>
          <a:noFill/>
          <a:ln cap="flat" cmpd="sng" w="19050">
            <a:solidFill>
              <a:srgbClr val="000000"/>
            </a:solidFill>
            <a:prstDash val="solid"/>
            <a:round/>
            <a:headEnd len="med" w="med" type="none"/>
            <a:tailEnd len="med" w="med" type="none"/>
          </a:ln>
        </p:spPr>
      </p:cxnSp>
      <p:sp>
        <p:nvSpPr>
          <p:cNvPr id="8880" name="Google Shape;8880;p149"/>
          <p:cNvSpPr txBox="1"/>
          <p:nvPr>
            <p:ph type="title"/>
          </p:nvPr>
        </p:nvSpPr>
        <p:spPr>
          <a:xfrm flipH="1">
            <a:off x="3219174" y="437575"/>
            <a:ext cx="1731300" cy="2658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200"/>
              <a:buNone/>
              <a:defRPr sz="1200">
                <a:solidFill>
                  <a:srgbClr val="000000"/>
                </a:solidFill>
              </a:defRPr>
            </a:lvl1pPr>
            <a:lvl2pPr lvl="1">
              <a:spcBef>
                <a:spcPts val="0"/>
              </a:spcBef>
              <a:spcAft>
                <a:spcPts val="0"/>
              </a:spcAft>
              <a:buClr>
                <a:srgbClr val="000000"/>
              </a:buClr>
              <a:buSzPts val="1100"/>
              <a:buNone/>
              <a:defRPr sz="1100">
                <a:solidFill>
                  <a:srgbClr val="000000"/>
                </a:solidFill>
              </a:defRPr>
            </a:lvl2pPr>
            <a:lvl3pPr lvl="2">
              <a:spcBef>
                <a:spcPts val="0"/>
              </a:spcBef>
              <a:spcAft>
                <a:spcPts val="0"/>
              </a:spcAft>
              <a:buClr>
                <a:srgbClr val="000000"/>
              </a:buClr>
              <a:buSzPts val="1100"/>
              <a:buNone/>
              <a:defRPr sz="1100">
                <a:solidFill>
                  <a:srgbClr val="000000"/>
                </a:solidFill>
              </a:defRPr>
            </a:lvl3pPr>
            <a:lvl4pPr lvl="3">
              <a:spcBef>
                <a:spcPts val="0"/>
              </a:spcBef>
              <a:spcAft>
                <a:spcPts val="0"/>
              </a:spcAft>
              <a:buClr>
                <a:srgbClr val="000000"/>
              </a:buClr>
              <a:buSzPts val="1100"/>
              <a:buNone/>
              <a:defRPr sz="1100">
                <a:solidFill>
                  <a:srgbClr val="000000"/>
                </a:solidFill>
              </a:defRPr>
            </a:lvl4pPr>
            <a:lvl5pPr lvl="4">
              <a:spcBef>
                <a:spcPts val="0"/>
              </a:spcBef>
              <a:spcAft>
                <a:spcPts val="0"/>
              </a:spcAft>
              <a:buClr>
                <a:srgbClr val="000000"/>
              </a:buClr>
              <a:buSzPts val="1100"/>
              <a:buNone/>
              <a:defRPr sz="1100">
                <a:solidFill>
                  <a:srgbClr val="000000"/>
                </a:solidFill>
              </a:defRPr>
            </a:lvl5pPr>
            <a:lvl6pPr lvl="5">
              <a:spcBef>
                <a:spcPts val="0"/>
              </a:spcBef>
              <a:spcAft>
                <a:spcPts val="0"/>
              </a:spcAft>
              <a:buClr>
                <a:srgbClr val="000000"/>
              </a:buClr>
              <a:buSzPts val="1100"/>
              <a:buNone/>
              <a:defRPr sz="1100">
                <a:solidFill>
                  <a:srgbClr val="000000"/>
                </a:solidFill>
              </a:defRPr>
            </a:lvl6pPr>
            <a:lvl7pPr lvl="6">
              <a:spcBef>
                <a:spcPts val="0"/>
              </a:spcBef>
              <a:spcAft>
                <a:spcPts val="0"/>
              </a:spcAft>
              <a:buClr>
                <a:srgbClr val="000000"/>
              </a:buClr>
              <a:buSzPts val="1100"/>
              <a:buNone/>
              <a:defRPr sz="1100">
                <a:solidFill>
                  <a:srgbClr val="000000"/>
                </a:solidFill>
              </a:defRPr>
            </a:lvl7pPr>
            <a:lvl8pPr lvl="7">
              <a:spcBef>
                <a:spcPts val="0"/>
              </a:spcBef>
              <a:spcAft>
                <a:spcPts val="0"/>
              </a:spcAft>
              <a:buClr>
                <a:srgbClr val="000000"/>
              </a:buClr>
              <a:buSzPts val="1100"/>
              <a:buNone/>
              <a:defRPr sz="1100">
                <a:solidFill>
                  <a:srgbClr val="000000"/>
                </a:solidFill>
              </a:defRPr>
            </a:lvl8pPr>
            <a:lvl9pPr lvl="8">
              <a:spcBef>
                <a:spcPts val="0"/>
              </a:spcBef>
              <a:spcAft>
                <a:spcPts val="0"/>
              </a:spcAft>
              <a:buClr>
                <a:srgbClr val="000000"/>
              </a:buClr>
              <a:buSzPts val="1100"/>
              <a:buNone/>
              <a:defRPr sz="1100">
                <a:solidFill>
                  <a:srgbClr val="000000"/>
                </a:solidFill>
              </a:defRPr>
            </a:lvl9pPr>
          </a:lstStyle>
          <a:p/>
        </p:txBody>
      </p:sp>
      <p:sp>
        <p:nvSpPr>
          <p:cNvPr id="8881" name="Google Shape;8881;p149"/>
          <p:cNvSpPr txBox="1"/>
          <p:nvPr/>
        </p:nvSpPr>
        <p:spPr>
          <a:xfrm>
            <a:off x="2513487" y="437267"/>
            <a:ext cx="679500" cy="2664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b="1" lang="es-419" sz="1100"/>
              <a:t>Proceso:</a:t>
            </a:r>
            <a:endParaRPr b="1" sz="1100"/>
          </a:p>
        </p:txBody>
      </p:sp>
      <p:cxnSp>
        <p:nvCxnSpPr>
          <p:cNvPr id="8882" name="Google Shape;8882;p149"/>
          <p:cNvCxnSpPr/>
          <p:nvPr/>
        </p:nvCxnSpPr>
        <p:spPr>
          <a:xfrm rot="10800000">
            <a:off x="5070754" y="368188"/>
            <a:ext cx="0" cy="402300"/>
          </a:xfrm>
          <a:prstGeom prst="straightConnector1">
            <a:avLst/>
          </a:prstGeom>
          <a:noFill/>
          <a:ln cap="flat" cmpd="sng" w="19050">
            <a:solidFill>
              <a:srgbClr val="000000"/>
            </a:solidFill>
            <a:prstDash val="solid"/>
            <a:round/>
            <a:headEnd len="med" w="med" type="none"/>
            <a:tailEnd len="med" w="med" type="none"/>
          </a:ln>
        </p:spPr>
      </p:cxnSp>
      <p:sp>
        <p:nvSpPr>
          <p:cNvPr id="8883" name="Google Shape;8883;p149"/>
          <p:cNvSpPr txBox="1"/>
          <p:nvPr/>
        </p:nvSpPr>
        <p:spPr>
          <a:xfrm>
            <a:off x="5191013" y="387663"/>
            <a:ext cx="13026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Finalidad empresa:</a:t>
            </a:r>
            <a:endParaRPr b="1" sz="1100"/>
          </a:p>
        </p:txBody>
      </p:sp>
      <p:sp>
        <p:nvSpPr>
          <p:cNvPr id="8884" name="Google Shape;8884;p149"/>
          <p:cNvSpPr txBox="1"/>
          <p:nvPr/>
        </p:nvSpPr>
        <p:spPr>
          <a:xfrm>
            <a:off x="5191013" y="579538"/>
            <a:ext cx="11637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Finalidad cliente:</a:t>
            </a:r>
            <a:endParaRPr b="1" sz="1100"/>
          </a:p>
        </p:txBody>
      </p:sp>
      <p:sp>
        <p:nvSpPr>
          <p:cNvPr id="8885" name="Google Shape;8885;p149"/>
          <p:cNvSpPr/>
          <p:nvPr/>
        </p:nvSpPr>
        <p:spPr>
          <a:xfrm>
            <a:off x="77688" y="349338"/>
            <a:ext cx="2361300" cy="421200"/>
          </a:xfrm>
          <a:prstGeom prst="roundRect">
            <a:avLst>
              <a:gd fmla="val 50000" name="adj"/>
            </a:avLst>
          </a:prstGeom>
          <a:solidFill>
            <a:srgbClr val="000000"/>
          </a:solidFill>
          <a:ln cap="flat" cmpd="sng" w="9525">
            <a:solidFill>
              <a:srgbClr val="000000"/>
            </a:solidFill>
            <a:prstDash val="solid"/>
            <a:round/>
            <a:headEnd len="sm" w="sm" type="none"/>
            <a:tailEnd len="sm" w="sm" type="none"/>
          </a:ln>
        </p:spPr>
        <p:txBody>
          <a:bodyPr anchorCtr="0" anchor="ctr" bIns="91425" lIns="0" spcFirstLastPara="1" rIns="0" wrap="square" tIns="91425">
            <a:noAutofit/>
          </a:bodyPr>
          <a:lstStyle/>
          <a:p>
            <a:pPr indent="0" lvl="0" marL="0" rtl="0" algn="ctr">
              <a:spcBef>
                <a:spcPts val="0"/>
              </a:spcBef>
              <a:spcAft>
                <a:spcPts val="0"/>
              </a:spcAft>
              <a:buNone/>
            </a:pPr>
            <a:r>
              <a:rPr b="1" lang="es-419" sz="1100">
                <a:solidFill>
                  <a:srgbClr val="FFFFFF"/>
                </a:solidFill>
              </a:rPr>
              <a:t>Especificaciones CU de Negocio</a:t>
            </a:r>
            <a:endParaRPr b="1" sz="1100">
              <a:solidFill>
                <a:srgbClr val="FFFFFF"/>
              </a:solidFill>
            </a:endParaRPr>
          </a:p>
          <a:p>
            <a:pPr indent="0" lvl="0" marL="0" rtl="0" algn="ctr">
              <a:spcBef>
                <a:spcPts val="0"/>
              </a:spcBef>
              <a:spcAft>
                <a:spcPts val="0"/>
              </a:spcAft>
              <a:buNone/>
            </a:pPr>
            <a:r>
              <a:t/>
            </a:r>
            <a:endParaRPr b="1" sz="1200">
              <a:solidFill>
                <a:srgbClr val="FFFFFF"/>
              </a:solidFill>
            </a:endParaRPr>
          </a:p>
        </p:txBody>
      </p:sp>
      <p:sp>
        <p:nvSpPr>
          <p:cNvPr id="8886" name="Google Shape;8886;p149"/>
          <p:cNvSpPr/>
          <p:nvPr/>
        </p:nvSpPr>
        <p:spPr>
          <a:xfrm>
            <a:off x="83988" y="595504"/>
            <a:ext cx="190200" cy="1692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7" name="Google Shape;8887;p149"/>
          <p:cNvSpPr/>
          <p:nvPr/>
        </p:nvSpPr>
        <p:spPr>
          <a:xfrm>
            <a:off x="2350598" y="358950"/>
            <a:ext cx="88500" cy="4023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8" name="Google Shape;8888;p149"/>
          <p:cNvSpPr txBox="1"/>
          <p:nvPr>
            <p:ph idx="2" type="title"/>
          </p:nvPr>
        </p:nvSpPr>
        <p:spPr>
          <a:xfrm flipH="1">
            <a:off x="6546263" y="387663"/>
            <a:ext cx="3350100" cy="1692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000"/>
              <a:buNone/>
              <a:defRPr sz="1000">
                <a:solidFill>
                  <a:srgbClr val="000000"/>
                </a:solidFill>
              </a:defRPr>
            </a:lvl1pPr>
            <a:lvl2pPr lvl="1">
              <a:spcBef>
                <a:spcPts val="0"/>
              </a:spcBef>
              <a:spcAft>
                <a:spcPts val="0"/>
              </a:spcAft>
              <a:buClr>
                <a:srgbClr val="000000"/>
              </a:buClr>
              <a:buSzPts val="1000"/>
              <a:buNone/>
              <a:defRPr sz="1000">
                <a:solidFill>
                  <a:srgbClr val="000000"/>
                </a:solidFill>
              </a:defRPr>
            </a:lvl2pPr>
            <a:lvl3pPr lvl="2">
              <a:spcBef>
                <a:spcPts val="0"/>
              </a:spcBef>
              <a:spcAft>
                <a:spcPts val="0"/>
              </a:spcAft>
              <a:buClr>
                <a:srgbClr val="000000"/>
              </a:buClr>
              <a:buSzPts val="1000"/>
              <a:buNone/>
              <a:defRPr sz="1000">
                <a:solidFill>
                  <a:srgbClr val="000000"/>
                </a:solidFill>
              </a:defRPr>
            </a:lvl3pPr>
            <a:lvl4pPr lvl="3">
              <a:spcBef>
                <a:spcPts val="0"/>
              </a:spcBef>
              <a:spcAft>
                <a:spcPts val="0"/>
              </a:spcAft>
              <a:buClr>
                <a:srgbClr val="000000"/>
              </a:buClr>
              <a:buSzPts val="1000"/>
              <a:buNone/>
              <a:defRPr sz="1000">
                <a:solidFill>
                  <a:srgbClr val="000000"/>
                </a:solidFill>
              </a:defRPr>
            </a:lvl4pPr>
            <a:lvl5pPr lvl="4">
              <a:spcBef>
                <a:spcPts val="0"/>
              </a:spcBef>
              <a:spcAft>
                <a:spcPts val="0"/>
              </a:spcAft>
              <a:buClr>
                <a:srgbClr val="000000"/>
              </a:buClr>
              <a:buSzPts val="1000"/>
              <a:buNone/>
              <a:defRPr sz="1000">
                <a:solidFill>
                  <a:srgbClr val="000000"/>
                </a:solidFill>
              </a:defRPr>
            </a:lvl5pPr>
            <a:lvl6pPr lvl="5">
              <a:spcBef>
                <a:spcPts val="0"/>
              </a:spcBef>
              <a:spcAft>
                <a:spcPts val="0"/>
              </a:spcAft>
              <a:buClr>
                <a:srgbClr val="000000"/>
              </a:buClr>
              <a:buSzPts val="1000"/>
              <a:buNone/>
              <a:defRPr sz="1000">
                <a:solidFill>
                  <a:srgbClr val="000000"/>
                </a:solidFill>
              </a:defRPr>
            </a:lvl6pPr>
            <a:lvl7pPr lvl="6">
              <a:spcBef>
                <a:spcPts val="0"/>
              </a:spcBef>
              <a:spcAft>
                <a:spcPts val="0"/>
              </a:spcAft>
              <a:buClr>
                <a:srgbClr val="000000"/>
              </a:buClr>
              <a:buSzPts val="1000"/>
              <a:buNone/>
              <a:defRPr sz="1000">
                <a:solidFill>
                  <a:srgbClr val="000000"/>
                </a:solidFill>
              </a:defRPr>
            </a:lvl7pPr>
            <a:lvl8pPr lvl="7">
              <a:spcBef>
                <a:spcPts val="0"/>
              </a:spcBef>
              <a:spcAft>
                <a:spcPts val="0"/>
              </a:spcAft>
              <a:buClr>
                <a:srgbClr val="000000"/>
              </a:buClr>
              <a:buSzPts val="1000"/>
              <a:buNone/>
              <a:defRPr sz="1000">
                <a:solidFill>
                  <a:srgbClr val="000000"/>
                </a:solidFill>
              </a:defRPr>
            </a:lvl8pPr>
            <a:lvl9pPr lvl="8">
              <a:spcBef>
                <a:spcPts val="0"/>
              </a:spcBef>
              <a:spcAft>
                <a:spcPts val="0"/>
              </a:spcAft>
              <a:buClr>
                <a:srgbClr val="000000"/>
              </a:buClr>
              <a:buSzPts val="1000"/>
              <a:buNone/>
              <a:defRPr sz="1000">
                <a:solidFill>
                  <a:srgbClr val="000000"/>
                </a:solidFill>
              </a:defRPr>
            </a:lvl9pPr>
          </a:lstStyle>
          <a:p/>
        </p:txBody>
      </p:sp>
      <p:sp>
        <p:nvSpPr>
          <p:cNvPr id="8889" name="Google Shape;8889;p149"/>
          <p:cNvSpPr txBox="1"/>
          <p:nvPr>
            <p:ph idx="3" type="title"/>
          </p:nvPr>
        </p:nvSpPr>
        <p:spPr>
          <a:xfrm flipH="1">
            <a:off x="6546263" y="579538"/>
            <a:ext cx="3350100" cy="1692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000"/>
              <a:buNone/>
              <a:defRPr sz="1000">
                <a:solidFill>
                  <a:srgbClr val="000000"/>
                </a:solidFill>
              </a:defRPr>
            </a:lvl1pPr>
            <a:lvl2pPr lvl="1">
              <a:spcBef>
                <a:spcPts val="0"/>
              </a:spcBef>
              <a:spcAft>
                <a:spcPts val="0"/>
              </a:spcAft>
              <a:buClr>
                <a:srgbClr val="000000"/>
              </a:buClr>
              <a:buSzPts val="1000"/>
              <a:buNone/>
              <a:defRPr sz="1000">
                <a:solidFill>
                  <a:srgbClr val="000000"/>
                </a:solidFill>
              </a:defRPr>
            </a:lvl2pPr>
            <a:lvl3pPr lvl="2">
              <a:spcBef>
                <a:spcPts val="0"/>
              </a:spcBef>
              <a:spcAft>
                <a:spcPts val="0"/>
              </a:spcAft>
              <a:buClr>
                <a:srgbClr val="000000"/>
              </a:buClr>
              <a:buSzPts val="1000"/>
              <a:buNone/>
              <a:defRPr sz="1000">
                <a:solidFill>
                  <a:srgbClr val="000000"/>
                </a:solidFill>
              </a:defRPr>
            </a:lvl3pPr>
            <a:lvl4pPr lvl="3">
              <a:spcBef>
                <a:spcPts val="0"/>
              </a:spcBef>
              <a:spcAft>
                <a:spcPts val="0"/>
              </a:spcAft>
              <a:buClr>
                <a:srgbClr val="000000"/>
              </a:buClr>
              <a:buSzPts val="1000"/>
              <a:buNone/>
              <a:defRPr sz="1000">
                <a:solidFill>
                  <a:srgbClr val="000000"/>
                </a:solidFill>
              </a:defRPr>
            </a:lvl4pPr>
            <a:lvl5pPr lvl="4">
              <a:spcBef>
                <a:spcPts val="0"/>
              </a:spcBef>
              <a:spcAft>
                <a:spcPts val="0"/>
              </a:spcAft>
              <a:buClr>
                <a:srgbClr val="000000"/>
              </a:buClr>
              <a:buSzPts val="1000"/>
              <a:buNone/>
              <a:defRPr sz="1000">
                <a:solidFill>
                  <a:srgbClr val="000000"/>
                </a:solidFill>
              </a:defRPr>
            </a:lvl5pPr>
            <a:lvl6pPr lvl="5">
              <a:spcBef>
                <a:spcPts val="0"/>
              </a:spcBef>
              <a:spcAft>
                <a:spcPts val="0"/>
              </a:spcAft>
              <a:buClr>
                <a:srgbClr val="000000"/>
              </a:buClr>
              <a:buSzPts val="1000"/>
              <a:buNone/>
              <a:defRPr sz="1000">
                <a:solidFill>
                  <a:srgbClr val="000000"/>
                </a:solidFill>
              </a:defRPr>
            </a:lvl6pPr>
            <a:lvl7pPr lvl="6">
              <a:spcBef>
                <a:spcPts val="0"/>
              </a:spcBef>
              <a:spcAft>
                <a:spcPts val="0"/>
              </a:spcAft>
              <a:buClr>
                <a:srgbClr val="000000"/>
              </a:buClr>
              <a:buSzPts val="1000"/>
              <a:buNone/>
              <a:defRPr sz="1000">
                <a:solidFill>
                  <a:srgbClr val="000000"/>
                </a:solidFill>
              </a:defRPr>
            </a:lvl7pPr>
            <a:lvl8pPr lvl="7">
              <a:spcBef>
                <a:spcPts val="0"/>
              </a:spcBef>
              <a:spcAft>
                <a:spcPts val="0"/>
              </a:spcAft>
              <a:buClr>
                <a:srgbClr val="000000"/>
              </a:buClr>
              <a:buSzPts val="1000"/>
              <a:buNone/>
              <a:defRPr sz="1000">
                <a:solidFill>
                  <a:srgbClr val="000000"/>
                </a:solidFill>
              </a:defRPr>
            </a:lvl8pPr>
            <a:lvl9pPr lvl="8">
              <a:spcBef>
                <a:spcPts val="0"/>
              </a:spcBef>
              <a:spcAft>
                <a:spcPts val="0"/>
              </a:spcAft>
              <a:buClr>
                <a:srgbClr val="000000"/>
              </a:buClr>
              <a:buSzPts val="1000"/>
              <a:buNone/>
              <a:defRPr sz="1000">
                <a:solidFill>
                  <a:srgbClr val="000000"/>
                </a:solidFill>
              </a:defRPr>
            </a:lvl9pPr>
          </a:lstStyle>
          <a:p/>
        </p:txBody>
      </p:sp>
      <p:sp>
        <p:nvSpPr>
          <p:cNvPr id="8890" name="Google Shape;8890;p149"/>
          <p:cNvSpPr/>
          <p:nvPr/>
        </p:nvSpPr>
        <p:spPr>
          <a:xfrm>
            <a:off x="2277739" y="663750"/>
            <a:ext cx="88500" cy="1089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1" name="Google Shape;8891;p149"/>
          <p:cNvSpPr txBox="1"/>
          <p:nvPr>
            <p:ph idx="1" type="body"/>
          </p:nvPr>
        </p:nvSpPr>
        <p:spPr>
          <a:xfrm>
            <a:off x="641150" y="612125"/>
            <a:ext cx="1770300" cy="160500"/>
          </a:xfrm>
          <a:prstGeom prst="rect">
            <a:avLst/>
          </a:prstGeom>
          <a:noFill/>
          <a:ln>
            <a:noFill/>
          </a:ln>
        </p:spPr>
        <p:txBody>
          <a:bodyPr anchorCtr="0" anchor="t" bIns="0" lIns="0" spcFirstLastPara="1" rIns="0" wrap="square" tIns="0">
            <a:noAutofit/>
          </a:bodyPr>
          <a:lstStyle>
            <a:lvl1pPr indent="-292100" lvl="0" marL="457200" algn="ctr">
              <a:spcBef>
                <a:spcPts val="0"/>
              </a:spcBef>
              <a:spcAft>
                <a:spcPts val="0"/>
              </a:spcAft>
              <a:buClr>
                <a:srgbClr val="FFFFFF"/>
              </a:buClr>
              <a:buSzPts val="1000"/>
              <a:buChar char="●"/>
              <a:defRPr sz="1000">
                <a:solidFill>
                  <a:srgbClr val="FFFFFF"/>
                </a:solidFill>
              </a:defRPr>
            </a:lvl1pPr>
            <a:lvl2pPr indent="-292100" lvl="1" marL="914400" algn="ctr">
              <a:spcBef>
                <a:spcPts val="0"/>
              </a:spcBef>
              <a:spcAft>
                <a:spcPts val="0"/>
              </a:spcAft>
              <a:buClr>
                <a:srgbClr val="FFFFFF"/>
              </a:buClr>
              <a:buSzPts val="1000"/>
              <a:buChar char="○"/>
              <a:defRPr sz="1000">
                <a:solidFill>
                  <a:srgbClr val="FFFFFF"/>
                </a:solidFill>
              </a:defRPr>
            </a:lvl2pPr>
            <a:lvl3pPr indent="-292100" lvl="2" marL="1371600" algn="ctr">
              <a:spcBef>
                <a:spcPts val="0"/>
              </a:spcBef>
              <a:spcAft>
                <a:spcPts val="0"/>
              </a:spcAft>
              <a:buClr>
                <a:srgbClr val="FFFFFF"/>
              </a:buClr>
              <a:buSzPts val="1000"/>
              <a:buChar char="■"/>
              <a:defRPr sz="1000">
                <a:solidFill>
                  <a:srgbClr val="FFFFFF"/>
                </a:solidFill>
              </a:defRPr>
            </a:lvl3pPr>
            <a:lvl4pPr indent="-292100" lvl="3" marL="1828800" algn="ctr">
              <a:spcBef>
                <a:spcPts val="0"/>
              </a:spcBef>
              <a:spcAft>
                <a:spcPts val="0"/>
              </a:spcAft>
              <a:buClr>
                <a:srgbClr val="FFFFFF"/>
              </a:buClr>
              <a:buSzPts val="1000"/>
              <a:buChar char="●"/>
              <a:defRPr sz="1000">
                <a:solidFill>
                  <a:srgbClr val="FFFFFF"/>
                </a:solidFill>
              </a:defRPr>
            </a:lvl4pPr>
            <a:lvl5pPr indent="-292100" lvl="4" marL="2286000" algn="ctr">
              <a:spcBef>
                <a:spcPts val="0"/>
              </a:spcBef>
              <a:spcAft>
                <a:spcPts val="0"/>
              </a:spcAft>
              <a:buClr>
                <a:srgbClr val="FFFFFF"/>
              </a:buClr>
              <a:buSzPts val="1000"/>
              <a:buChar char="○"/>
              <a:defRPr sz="1000">
                <a:solidFill>
                  <a:srgbClr val="FFFFFF"/>
                </a:solidFill>
              </a:defRPr>
            </a:lvl5pPr>
            <a:lvl6pPr indent="-292100" lvl="5" marL="2743200" algn="ctr">
              <a:spcBef>
                <a:spcPts val="0"/>
              </a:spcBef>
              <a:spcAft>
                <a:spcPts val="0"/>
              </a:spcAft>
              <a:buClr>
                <a:srgbClr val="FFFFFF"/>
              </a:buClr>
              <a:buSzPts val="1000"/>
              <a:buChar char="■"/>
              <a:defRPr sz="1000">
                <a:solidFill>
                  <a:srgbClr val="FFFFFF"/>
                </a:solidFill>
              </a:defRPr>
            </a:lvl6pPr>
            <a:lvl7pPr indent="-292100" lvl="6" marL="3200400" algn="ctr">
              <a:spcBef>
                <a:spcPts val="0"/>
              </a:spcBef>
              <a:spcAft>
                <a:spcPts val="0"/>
              </a:spcAft>
              <a:buClr>
                <a:srgbClr val="FFFFFF"/>
              </a:buClr>
              <a:buSzPts val="1000"/>
              <a:buChar char="●"/>
              <a:defRPr sz="1000">
                <a:solidFill>
                  <a:srgbClr val="FFFFFF"/>
                </a:solidFill>
              </a:defRPr>
            </a:lvl7pPr>
            <a:lvl8pPr indent="-292100" lvl="7" marL="3657600" algn="ctr">
              <a:spcBef>
                <a:spcPts val="0"/>
              </a:spcBef>
              <a:spcAft>
                <a:spcPts val="0"/>
              </a:spcAft>
              <a:buClr>
                <a:srgbClr val="FFFFFF"/>
              </a:buClr>
              <a:buSzPts val="1000"/>
              <a:buChar char="○"/>
              <a:defRPr sz="1000">
                <a:solidFill>
                  <a:srgbClr val="FFFFFF"/>
                </a:solidFill>
              </a:defRPr>
            </a:lvl8pPr>
            <a:lvl9pPr indent="-292100" lvl="8" marL="4114800" algn="ctr">
              <a:spcBef>
                <a:spcPts val="0"/>
              </a:spcBef>
              <a:spcAft>
                <a:spcPts val="0"/>
              </a:spcAft>
              <a:buClr>
                <a:srgbClr val="FFFFFF"/>
              </a:buClr>
              <a:buSzPts val="1000"/>
              <a:buChar char="■"/>
              <a:defRPr sz="1000">
                <a:solidFill>
                  <a:srgbClr val="FFFFFF"/>
                </a:solidFill>
              </a:defRPr>
            </a:lvl9pPr>
          </a:lstStyle>
          <a:p/>
        </p:txBody>
      </p:sp>
      <p:sp>
        <p:nvSpPr>
          <p:cNvPr id="8892" name="Google Shape;8892;p149"/>
          <p:cNvSpPr txBox="1"/>
          <p:nvPr/>
        </p:nvSpPr>
        <p:spPr>
          <a:xfrm>
            <a:off x="84825" y="598125"/>
            <a:ext cx="595500" cy="205800"/>
          </a:xfrm>
          <a:prstGeom prst="rect">
            <a:avLst/>
          </a:prstGeom>
          <a:noFill/>
          <a:ln>
            <a:noFill/>
          </a:ln>
        </p:spPr>
        <p:txBody>
          <a:bodyPr anchorCtr="0" anchor="t" bIns="18000" lIns="18000" spcFirstLastPara="1" rIns="18000" wrap="square" tIns="18000">
            <a:spAutoFit/>
          </a:bodyPr>
          <a:lstStyle/>
          <a:p>
            <a:pPr indent="0" lvl="0" marL="0" rtl="0" algn="l">
              <a:spcBef>
                <a:spcPts val="0"/>
              </a:spcBef>
              <a:spcAft>
                <a:spcPts val="0"/>
              </a:spcAft>
              <a:buNone/>
            </a:pPr>
            <a:r>
              <a:rPr lang="es-419" sz="1100">
                <a:solidFill>
                  <a:srgbClr val="FFFFFF"/>
                </a:solidFill>
              </a:rPr>
              <a:t>Nombre:</a:t>
            </a:r>
            <a:endParaRPr sz="1100">
              <a:solidFill>
                <a:srgbClr val="FFFFFF"/>
              </a:solidFill>
            </a:endParaRPr>
          </a:p>
        </p:txBody>
      </p:sp>
      <p:sp>
        <p:nvSpPr>
          <p:cNvPr id="8893" name="Google Shape;8893;p149"/>
          <p:cNvSpPr/>
          <p:nvPr/>
        </p:nvSpPr>
        <p:spPr>
          <a:xfrm>
            <a:off x="-6216725" y="986400"/>
            <a:ext cx="5567400" cy="5853600"/>
          </a:xfrm>
          <a:prstGeom prst="roundRect">
            <a:avLst>
              <a:gd fmla="val 2402" name="adj"/>
            </a:avLst>
          </a:prstGeom>
          <a:solidFill>
            <a:srgbClr val="F3F3F3"/>
          </a:solidFill>
          <a:ln cap="flat" cmpd="sng" w="9525">
            <a:solidFill>
              <a:srgbClr val="F3F3F3"/>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t" bIns="91425" lIns="91425" spcFirstLastPara="1" rIns="91425" wrap="square" tIns="91425">
            <a:noAutofit/>
          </a:bodyPr>
          <a:lstStyle/>
          <a:p>
            <a:pPr indent="0" lvl="0" marL="0" rtl="0" algn="ctr">
              <a:spcBef>
                <a:spcPts val="0"/>
              </a:spcBef>
              <a:spcAft>
                <a:spcPts val="0"/>
              </a:spcAft>
              <a:buNone/>
            </a:pPr>
            <a:r>
              <a:rPr lang="es-419"/>
              <a:t>Paleta</a:t>
            </a:r>
            <a:endParaRPr/>
          </a:p>
        </p:txBody>
      </p:sp>
    </p:spTree>
  </p:cSld>
  <p:clrMapOvr>
    <a:masterClrMapping/>
  </p:clrMapOvr>
</p:sldLayout>
</file>

<file path=ppt/slideLayouts/slideLayout14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6.3 Especificación de Caso de Uso de Sistema">
  <p:cSld name="TITLE_3_6_1_1_1_1_1_1_1_1_1_1_1_1_1_1_1_1_1">
    <p:spTree>
      <p:nvGrpSpPr>
        <p:cNvPr id="8894" name="Shape 8894"/>
        <p:cNvGrpSpPr/>
        <p:nvPr/>
      </p:nvGrpSpPr>
      <p:grpSpPr>
        <a:xfrm>
          <a:off x="0" y="0"/>
          <a:ext cx="0" cy="0"/>
          <a:chOff x="0" y="0"/>
          <a:chExt cx="0" cy="0"/>
        </a:xfrm>
      </p:grpSpPr>
      <p:sp>
        <p:nvSpPr>
          <p:cNvPr id="8895" name="Google Shape;8895;p150"/>
          <p:cNvSpPr/>
          <p:nvPr/>
        </p:nvSpPr>
        <p:spPr>
          <a:xfrm>
            <a:off x="77688" y="358938"/>
            <a:ext cx="9935700" cy="6438000"/>
          </a:xfrm>
          <a:prstGeom prst="roundRect">
            <a:avLst>
              <a:gd fmla="val 2618" name="adj"/>
            </a:avLst>
          </a:prstGeom>
          <a:solidFill>
            <a:srgbClr val="FFFFFF"/>
          </a:solidFill>
          <a:ln cap="flat" cmpd="sng" w="38100">
            <a:solidFill>
              <a:srgbClr val="000000"/>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896" name="Google Shape;8896;p150"/>
          <p:cNvCxnSpPr/>
          <p:nvPr/>
        </p:nvCxnSpPr>
        <p:spPr>
          <a:xfrm>
            <a:off x="77688" y="772614"/>
            <a:ext cx="9935700" cy="0"/>
          </a:xfrm>
          <a:prstGeom prst="straightConnector1">
            <a:avLst/>
          </a:prstGeom>
          <a:noFill/>
          <a:ln cap="flat" cmpd="sng" w="19050">
            <a:solidFill>
              <a:srgbClr val="000000"/>
            </a:solidFill>
            <a:prstDash val="solid"/>
            <a:round/>
            <a:headEnd len="med" w="med" type="none"/>
            <a:tailEnd len="med" w="med" type="none"/>
          </a:ln>
        </p:spPr>
      </p:cxnSp>
      <p:cxnSp>
        <p:nvCxnSpPr>
          <p:cNvPr id="8897" name="Google Shape;8897;p150"/>
          <p:cNvCxnSpPr/>
          <p:nvPr/>
        </p:nvCxnSpPr>
        <p:spPr>
          <a:xfrm rot="10800000">
            <a:off x="2439038" y="368188"/>
            <a:ext cx="0" cy="402300"/>
          </a:xfrm>
          <a:prstGeom prst="straightConnector1">
            <a:avLst/>
          </a:prstGeom>
          <a:noFill/>
          <a:ln cap="flat" cmpd="sng" w="19050">
            <a:solidFill>
              <a:srgbClr val="000000"/>
            </a:solidFill>
            <a:prstDash val="solid"/>
            <a:round/>
            <a:headEnd len="med" w="med" type="none"/>
            <a:tailEnd len="med" w="med" type="none"/>
          </a:ln>
        </p:spPr>
      </p:cxnSp>
      <p:sp>
        <p:nvSpPr>
          <p:cNvPr id="8898" name="Google Shape;8898;p150"/>
          <p:cNvSpPr/>
          <p:nvPr/>
        </p:nvSpPr>
        <p:spPr>
          <a:xfrm>
            <a:off x="77688" y="349338"/>
            <a:ext cx="2361300" cy="421200"/>
          </a:xfrm>
          <a:prstGeom prst="roundRect">
            <a:avLst>
              <a:gd fmla="val 50000" name="adj"/>
            </a:avLst>
          </a:prstGeom>
          <a:solidFill>
            <a:srgbClr val="000000"/>
          </a:solidFill>
          <a:ln cap="flat" cmpd="sng" w="9525">
            <a:solidFill>
              <a:srgbClr val="000000"/>
            </a:solidFill>
            <a:prstDash val="solid"/>
            <a:round/>
            <a:headEnd len="sm" w="sm" type="none"/>
            <a:tailEnd len="sm" w="sm" type="none"/>
          </a:ln>
        </p:spPr>
        <p:txBody>
          <a:bodyPr anchorCtr="0" anchor="ctr" bIns="91425" lIns="0" spcFirstLastPara="1" rIns="0" wrap="square" tIns="91425">
            <a:noAutofit/>
          </a:bodyPr>
          <a:lstStyle/>
          <a:p>
            <a:pPr indent="0" lvl="0" marL="0" rtl="0" algn="ctr">
              <a:spcBef>
                <a:spcPts val="0"/>
              </a:spcBef>
              <a:spcAft>
                <a:spcPts val="0"/>
              </a:spcAft>
              <a:buNone/>
            </a:pPr>
            <a:r>
              <a:rPr b="1" lang="es-419" sz="1100">
                <a:solidFill>
                  <a:srgbClr val="FFFFFF"/>
                </a:solidFill>
              </a:rPr>
              <a:t>Especificaciones CU de Sistema</a:t>
            </a:r>
            <a:endParaRPr b="1" sz="1100">
              <a:solidFill>
                <a:srgbClr val="FFFFFF"/>
              </a:solidFill>
            </a:endParaRPr>
          </a:p>
          <a:p>
            <a:pPr indent="0" lvl="0" marL="0" rtl="0" algn="ctr">
              <a:spcBef>
                <a:spcPts val="0"/>
              </a:spcBef>
              <a:spcAft>
                <a:spcPts val="0"/>
              </a:spcAft>
              <a:buNone/>
            </a:pPr>
            <a:r>
              <a:t/>
            </a:r>
            <a:endParaRPr b="1" sz="1200">
              <a:solidFill>
                <a:srgbClr val="FFFFFF"/>
              </a:solidFill>
            </a:endParaRPr>
          </a:p>
        </p:txBody>
      </p:sp>
      <p:sp>
        <p:nvSpPr>
          <p:cNvPr id="8899" name="Google Shape;8899;p150"/>
          <p:cNvSpPr/>
          <p:nvPr/>
        </p:nvSpPr>
        <p:spPr>
          <a:xfrm>
            <a:off x="83988" y="595504"/>
            <a:ext cx="190200" cy="1692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0" name="Google Shape;8900;p150"/>
          <p:cNvSpPr/>
          <p:nvPr/>
        </p:nvSpPr>
        <p:spPr>
          <a:xfrm>
            <a:off x="2350598" y="358950"/>
            <a:ext cx="88500" cy="4023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1" name="Google Shape;8901;p150"/>
          <p:cNvSpPr/>
          <p:nvPr/>
        </p:nvSpPr>
        <p:spPr>
          <a:xfrm>
            <a:off x="2277739" y="663750"/>
            <a:ext cx="88500" cy="1089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2" name="Google Shape;8902;p150"/>
          <p:cNvSpPr txBox="1"/>
          <p:nvPr/>
        </p:nvSpPr>
        <p:spPr>
          <a:xfrm>
            <a:off x="2524025" y="387675"/>
            <a:ext cx="15012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Unid. Organizacional:</a:t>
            </a:r>
            <a:endParaRPr b="1" sz="1100"/>
          </a:p>
        </p:txBody>
      </p:sp>
      <p:sp>
        <p:nvSpPr>
          <p:cNvPr id="8903" name="Google Shape;8903;p150"/>
          <p:cNvSpPr txBox="1"/>
          <p:nvPr/>
        </p:nvSpPr>
        <p:spPr>
          <a:xfrm>
            <a:off x="2524020" y="579550"/>
            <a:ext cx="6846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Alcance:</a:t>
            </a:r>
            <a:endParaRPr b="1" sz="1100"/>
          </a:p>
        </p:txBody>
      </p:sp>
      <p:sp>
        <p:nvSpPr>
          <p:cNvPr id="8904" name="Google Shape;8904;p150"/>
          <p:cNvSpPr txBox="1"/>
          <p:nvPr>
            <p:ph type="title"/>
          </p:nvPr>
        </p:nvSpPr>
        <p:spPr>
          <a:xfrm flipH="1">
            <a:off x="4025374" y="387675"/>
            <a:ext cx="5863200" cy="1692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000"/>
              <a:buNone/>
              <a:defRPr sz="1000">
                <a:solidFill>
                  <a:srgbClr val="000000"/>
                </a:solidFill>
              </a:defRPr>
            </a:lvl1pPr>
            <a:lvl2pPr lvl="1">
              <a:spcBef>
                <a:spcPts val="0"/>
              </a:spcBef>
              <a:spcAft>
                <a:spcPts val="0"/>
              </a:spcAft>
              <a:buClr>
                <a:srgbClr val="000000"/>
              </a:buClr>
              <a:buSzPts val="1000"/>
              <a:buNone/>
              <a:defRPr sz="1000">
                <a:solidFill>
                  <a:srgbClr val="000000"/>
                </a:solidFill>
              </a:defRPr>
            </a:lvl2pPr>
            <a:lvl3pPr lvl="2">
              <a:spcBef>
                <a:spcPts val="0"/>
              </a:spcBef>
              <a:spcAft>
                <a:spcPts val="0"/>
              </a:spcAft>
              <a:buClr>
                <a:srgbClr val="000000"/>
              </a:buClr>
              <a:buSzPts val="1000"/>
              <a:buNone/>
              <a:defRPr sz="1000">
                <a:solidFill>
                  <a:srgbClr val="000000"/>
                </a:solidFill>
              </a:defRPr>
            </a:lvl3pPr>
            <a:lvl4pPr lvl="3">
              <a:spcBef>
                <a:spcPts val="0"/>
              </a:spcBef>
              <a:spcAft>
                <a:spcPts val="0"/>
              </a:spcAft>
              <a:buClr>
                <a:srgbClr val="000000"/>
              </a:buClr>
              <a:buSzPts val="1000"/>
              <a:buNone/>
              <a:defRPr sz="1000">
                <a:solidFill>
                  <a:srgbClr val="000000"/>
                </a:solidFill>
              </a:defRPr>
            </a:lvl4pPr>
            <a:lvl5pPr lvl="4">
              <a:spcBef>
                <a:spcPts val="0"/>
              </a:spcBef>
              <a:spcAft>
                <a:spcPts val="0"/>
              </a:spcAft>
              <a:buClr>
                <a:srgbClr val="000000"/>
              </a:buClr>
              <a:buSzPts val="1000"/>
              <a:buNone/>
              <a:defRPr sz="1000">
                <a:solidFill>
                  <a:srgbClr val="000000"/>
                </a:solidFill>
              </a:defRPr>
            </a:lvl5pPr>
            <a:lvl6pPr lvl="5">
              <a:spcBef>
                <a:spcPts val="0"/>
              </a:spcBef>
              <a:spcAft>
                <a:spcPts val="0"/>
              </a:spcAft>
              <a:buClr>
                <a:srgbClr val="000000"/>
              </a:buClr>
              <a:buSzPts val="1000"/>
              <a:buNone/>
              <a:defRPr sz="1000">
                <a:solidFill>
                  <a:srgbClr val="000000"/>
                </a:solidFill>
              </a:defRPr>
            </a:lvl6pPr>
            <a:lvl7pPr lvl="6">
              <a:spcBef>
                <a:spcPts val="0"/>
              </a:spcBef>
              <a:spcAft>
                <a:spcPts val="0"/>
              </a:spcAft>
              <a:buClr>
                <a:srgbClr val="000000"/>
              </a:buClr>
              <a:buSzPts val="1000"/>
              <a:buNone/>
              <a:defRPr sz="1000">
                <a:solidFill>
                  <a:srgbClr val="000000"/>
                </a:solidFill>
              </a:defRPr>
            </a:lvl7pPr>
            <a:lvl8pPr lvl="7">
              <a:spcBef>
                <a:spcPts val="0"/>
              </a:spcBef>
              <a:spcAft>
                <a:spcPts val="0"/>
              </a:spcAft>
              <a:buClr>
                <a:srgbClr val="000000"/>
              </a:buClr>
              <a:buSzPts val="1000"/>
              <a:buNone/>
              <a:defRPr sz="1000">
                <a:solidFill>
                  <a:srgbClr val="000000"/>
                </a:solidFill>
              </a:defRPr>
            </a:lvl8pPr>
            <a:lvl9pPr lvl="8">
              <a:spcBef>
                <a:spcPts val="0"/>
              </a:spcBef>
              <a:spcAft>
                <a:spcPts val="0"/>
              </a:spcAft>
              <a:buClr>
                <a:srgbClr val="000000"/>
              </a:buClr>
              <a:buSzPts val="1000"/>
              <a:buNone/>
              <a:defRPr sz="1000">
                <a:solidFill>
                  <a:srgbClr val="000000"/>
                </a:solidFill>
              </a:defRPr>
            </a:lvl9pPr>
          </a:lstStyle>
          <a:p/>
        </p:txBody>
      </p:sp>
      <p:sp>
        <p:nvSpPr>
          <p:cNvPr id="8905" name="Google Shape;8905;p150"/>
          <p:cNvSpPr txBox="1"/>
          <p:nvPr>
            <p:ph idx="2" type="title"/>
          </p:nvPr>
        </p:nvSpPr>
        <p:spPr>
          <a:xfrm flipH="1">
            <a:off x="3208773" y="579550"/>
            <a:ext cx="6679800" cy="1692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000"/>
              <a:buNone/>
              <a:defRPr sz="1000">
                <a:solidFill>
                  <a:srgbClr val="000000"/>
                </a:solidFill>
              </a:defRPr>
            </a:lvl1pPr>
            <a:lvl2pPr lvl="1">
              <a:spcBef>
                <a:spcPts val="0"/>
              </a:spcBef>
              <a:spcAft>
                <a:spcPts val="0"/>
              </a:spcAft>
              <a:buClr>
                <a:srgbClr val="000000"/>
              </a:buClr>
              <a:buSzPts val="1000"/>
              <a:buNone/>
              <a:defRPr sz="1000">
                <a:solidFill>
                  <a:srgbClr val="000000"/>
                </a:solidFill>
              </a:defRPr>
            </a:lvl2pPr>
            <a:lvl3pPr lvl="2">
              <a:spcBef>
                <a:spcPts val="0"/>
              </a:spcBef>
              <a:spcAft>
                <a:spcPts val="0"/>
              </a:spcAft>
              <a:buClr>
                <a:srgbClr val="000000"/>
              </a:buClr>
              <a:buSzPts val="1000"/>
              <a:buNone/>
              <a:defRPr sz="1000">
                <a:solidFill>
                  <a:srgbClr val="000000"/>
                </a:solidFill>
              </a:defRPr>
            </a:lvl3pPr>
            <a:lvl4pPr lvl="3">
              <a:spcBef>
                <a:spcPts val="0"/>
              </a:spcBef>
              <a:spcAft>
                <a:spcPts val="0"/>
              </a:spcAft>
              <a:buClr>
                <a:srgbClr val="000000"/>
              </a:buClr>
              <a:buSzPts val="1000"/>
              <a:buNone/>
              <a:defRPr sz="1000">
                <a:solidFill>
                  <a:srgbClr val="000000"/>
                </a:solidFill>
              </a:defRPr>
            </a:lvl4pPr>
            <a:lvl5pPr lvl="4">
              <a:spcBef>
                <a:spcPts val="0"/>
              </a:spcBef>
              <a:spcAft>
                <a:spcPts val="0"/>
              </a:spcAft>
              <a:buClr>
                <a:srgbClr val="000000"/>
              </a:buClr>
              <a:buSzPts val="1000"/>
              <a:buNone/>
              <a:defRPr sz="1000">
                <a:solidFill>
                  <a:srgbClr val="000000"/>
                </a:solidFill>
              </a:defRPr>
            </a:lvl5pPr>
            <a:lvl6pPr lvl="5">
              <a:spcBef>
                <a:spcPts val="0"/>
              </a:spcBef>
              <a:spcAft>
                <a:spcPts val="0"/>
              </a:spcAft>
              <a:buClr>
                <a:srgbClr val="000000"/>
              </a:buClr>
              <a:buSzPts val="1000"/>
              <a:buNone/>
              <a:defRPr sz="1000">
                <a:solidFill>
                  <a:srgbClr val="000000"/>
                </a:solidFill>
              </a:defRPr>
            </a:lvl6pPr>
            <a:lvl7pPr lvl="6">
              <a:spcBef>
                <a:spcPts val="0"/>
              </a:spcBef>
              <a:spcAft>
                <a:spcPts val="0"/>
              </a:spcAft>
              <a:buClr>
                <a:srgbClr val="000000"/>
              </a:buClr>
              <a:buSzPts val="1000"/>
              <a:buNone/>
              <a:defRPr sz="1000">
                <a:solidFill>
                  <a:srgbClr val="000000"/>
                </a:solidFill>
              </a:defRPr>
            </a:lvl7pPr>
            <a:lvl8pPr lvl="7">
              <a:spcBef>
                <a:spcPts val="0"/>
              </a:spcBef>
              <a:spcAft>
                <a:spcPts val="0"/>
              </a:spcAft>
              <a:buClr>
                <a:srgbClr val="000000"/>
              </a:buClr>
              <a:buSzPts val="1000"/>
              <a:buNone/>
              <a:defRPr sz="1000">
                <a:solidFill>
                  <a:srgbClr val="000000"/>
                </a:solidFill>
              </a:defRPr>
            </a:lvl8pPr>
            <a:lvl9pPr lvl="8">
              <a:spcBef>
                <a:spcPts val="0"/>
              </a:spcBef>
              <a:spcAft>
                <a:spcPts val="0"/>
              </a:spcAft>
              <a:buClr>
                <a:srgbClr val="000000"/>
              </a:buClr>
              <a:buSzPts val="1000"/>
              <a:buNone/>
              <a:defRPr sz="1000">
                <a:solidFill>
                  <a:srgbClr val="000000"/>
                </a:solidFill>
              </a:defRPr>
            </a:lvl9pPr>
          </a:lstStyle>
          <a:p/>
        </p:txBody>
      </p:sp>
      <p:sp>
        <p:nvSpPr>
          <p:cNvPr id="8906" name="Google Shape;8906;p150"/>
          <p:cNvSpPr txBox="1"/>
          <p:nvPr>
            <p:ph idx="1" type="body"/>
          </p:nvPr>
        </p:nvSpPr>
        <p:spPr>
          <a:xfrm>
            <a:off x="641150" y="612125"/>
            <a:ext cx="1770300" cy="160500"/>
          </a:xfrm>
          <a:prstGeom prst="rect">
            <a:avLst/>
          </a:prstGeom>
          <a:noFill/>
          <a:ln>
            <a:noFill/>
          </a:ln>
        </p:spPr>
        <p:txBody>
          <a:bodyPr anchorCtr="0" anchor="t" bIns="0" lIns="0" spcFirstLastPara="1" rIns="0" wrap="square" tIns="0">
            <a:noAutofit/>
          </a:bodyPr>
          <a:lstStyle>
            <a:lvl1pPr indent="-292100" lvl="0" marL="457200" algn="ctr">
              <a:spcBef>
                <a:spcPts val="0"/>
              </a:spcBef>
              <a:spcAft>
                <a:spcPts val="0"/>
              </a:spcAft>
              <a:buClr>
                <a:srgbClr val="FFFFFF"/>
              </a:buClr>
              <a:buSzPts val="1000"/>
              <a:buChar char="●"/>
              <a:defRPr sz="1000">
                <a:solidFill>
                  <a:srgbClr val="FFFFFF"/>
                </a:solidFill>
              </a:defRPr>
            </a:lvl1pPr>
            <a:lvl2pPr indent="-292100" lvl="1" marL="914400" algn="ctr">
              <a:spcBef>
                <a:spcPts val="0"/>
              </a:spcBef>
              <a:spcAft>
                <a:spcPts val="0"/>
              </a:spcAft>
              <a:buClr>
                <a:srgbClr val="FFFFFF"/>
              </a:buClr>
              <a:buSzPts val="1000"/>
              <a:buChar char="○"/>
              <a:defRPr sz="1000">
                <a:solidFill>
                  <a:srgbClr val="FFFFFF"/>
                </a:solidFill>
              </a:defRPr>
            </a:lvl2pPr>
            <a:lvl3pPr indent="-292100" lvl="2" marL="1371600" algn="ctr">
              <a:spcBef>
                <a:spcPts val="0"/>
              </a:spcBef>
              <a:spcAft>
                <a:spcPts val="0"/>
              </a:spcAft>
              <a:buClr>
                <a:srgbClr val="FFFFFF"/>
              </a:buClr>
              <a:buSzPts val="1000"/>
              <a:buChar char="■"/>
              <a:defRPr sz="1000">
                <a:solidFill>
                  <a:srgbClr val="FFFFFF"/>
                </a:solidFill>
              </a:defRPr>
            </a:lvl3pPr>
            <a:lvl4pPr indent="-292100" lvl="3" marL="1828800" algn="ctr">
              <a:spcBef>
                <a:spcPts val="0"/>
              </a:spcBef>
              <a:spcAft>
                <a:spcPts val="0"/>
              </a:spcAft>
              <a:buClr>
                <a:srgbClr val="FFFFFF"/>
              </a:buClr>
              <a:buSzPts val="1000"/>
              <a:buChar char="●"/>
              <a:defRPr sz="1000">
                <a:solidFill>
                  <a:srgbClr val="FFFFFF"/>
                </a:solidFill>
              </a:defRPr>
            </a:lvl4pPr>
            <a:lvl5pPr indent="-292100" lvl="4" marL="2286000" algn="ctr">
              <a:spcBef>
                <a:spcPts val="0"/>
              </a:spcBef>
              <a:spcAft>
                <a:spcPts val="0"/>
              </a:spcAft>
              <a:buClr>
                <a:srgbClr val="FFFFFF"/>
              </a:buClr>
              <a:buSzPts val="1000"/>
              <a:buChar char="○"/>
              <a:defRPr sz="1000">
                <a:solidFill>
                  <a:srgbClr val="FFFFFF"/>
                </a:solidFill>
              </a:defRPr>
            </a:lvl5pPr>
            <a:lvl6pPr indent="-292100" lvl="5" marL="2743200" algn="ctr">
              <a:spcBef>
                <a:spcPts val="0"/>
              </a:spcBef>
              <a:spcAft>
                <a:spcPts val="0"/>
              </a:spcAft>
              <a:buClr>
                <a:srgbClr val="FFFFFF"/>
              </a:buClr>
              <a:buSzPts val="1000"/>
              <a:buChar char="■"/>
              <a:defRPr sz="1000">
                <a:solidFill>
                  <a:srgbClr val="FFFFFF"/>
                </a:solidFill>
              </a:defRPr>
            </a:lvl6pPr>
            <a:lvl7pPr indent="-292100" lvl="6" marL="3200400" algn="ctr">
              <a:spcBef>
                <a:spcPts val="0"/>
              </a:spcBef>
              <a:spcAft>
                <a:spcPts val="0"/>
              </a:spcAft>
              <a:buClr>
                <a:srgbClr val="FFFFFF"/>
              </a:buClr>
              <a:buSzPts val="1000"/>
              <a:buChar char="●"/>
              <a:defRPr sz="1000">
                <a:solidFill>
                  <a:srgbClr val="FFFFFF"/>
                </a:solidFill>
              </a:defRPr>
            </a:lvl7pPr>
            <a:lvl8pPr indent="-292100" lvl="7" marL="3657600" algn="ctr">
              <a:spcBef>
                <a:spcPts val="0"/>
              </a:spcBef>
              <a:spcAft>
                <a:spcPts val="0"/>
              </a:spcAft>
              <a:buClr>
                <a:srgbClr val="FFFFFF"/>
              </a:buClr>
              <a:buSzPts val="1000"/>
              <a:buChar char="○"/>
              <a:defRPr sz="1000">
                <a:solidFill>
                  <a:srgbClr val="FFFFFF"/>
                </a:solidFill>
              </a:defRPr>
            </a:lvl8pPr>
            <a:lvl9pPr indent="-292100" lvl="8" marL="4114800" algn="ctr">
              <a:spcBef>
                <a:spcPts val="0"/>
              </a:spcBef>
              <a:spcAft>
                <a:spcPts val="0"/>
              </a:spcAft>
              <a:buClr>
                <a:srgbClr val="FFFFFF"/>
              </a:buClr>
              <a:buSzPts val="1000"/>
              <a:buChar char="■"/>
              <a:defRPr sz="1000">
                <a:solidFill>
                  <a:srgbClr val="FFFFFF"/>
                </a:solidFill>
              </a:defRPr>
            </a:lvl9pPr>
          </a:lstStyle>
          <a:p/>
        </p:txBody>
      </p:sp>
      <p:sp>
        <p:nvSpPr>
          <p:cNvPr id="8907" name="Google Shape;8907;p150"/>
          <p:cNvSpPr txBox="1"/>
          <p:nvPr/>
        </p:nvSpPr>
        <p:spPr>
          <a:xfrm>
            <a:off x="84825" y="598125"/>
            <a:ext cx="595500" cy="205800"/>
          </a:xfrm>
          <a:prstGeom prst="rect">
            <a:avLst/>
          </a:prstGeom>
          <a:noFill/>
          <a:ln>
            <a:noFill/>
          </a:ln>
        </p:spPr>
        <p:txBody>
          <a:bodyPr anchorCtr="0" anchor="t" bIns="18000" lIns="18000" spcFirstLastPara="1" rIns="18000" wrap="square" tIns="18000">
            <a:spAutoFit/>
          </a:bodyPr>
          <a:lstStyle/>
          <a:p>
            <a:pPr indent="0" lvl="0" marL="0" rtl="0" algn="l">
              <a:spcBef>
                <a:spcPts val="0"/>
              </a:spcBef>
              <a:spcAft>
                <a:spcPts val="0"/>
              </a:spcAft>
              <a:buNone/>
            </a:pPr>
            <a:r>
              <a:rPr lang="es-419" sz="1100">
                <a:solidFill>
                  <a:srgbClr val="FFFFFF"/>
                </a:solidFill>
              </a:rPr>
              <a:t>Nombre:</a:t>
            </a:r>
            <a:endParaRPr sz="1100">
              <a:solidFill>
                <a:srgbClr val="FFFFFF"/>
              </a:solidFill>
            </a:endParaRPr>
          </a:p>
        </p:txBody>
      </p:sp>
      <p:sp>
        <p:nvSpPr>
          <p:cNvPr id="8908" name="Google Shape;8908;p150"/>
          <p:cNvSpPr/>
          <p:nvPr/>
        </p:nvSpPr>
        <p:spPr>
          <a:xfrm>
            <a:off x="-6216725" y="986400"/>
            <a:ext cx="5567400" cy="5853600"/>
          </a:xfrm>
          <a:prstGeom prst="roundRect">
            <a:avLst>
              <a:gd fmla="val 2402" name="adj"/>
            </a:avLst>
          </a:prstGeom>
          <a:solidFill>
            <a:srgbClr val="F3F3F3"/>
          </a:solidFill>
          <a:ln cap="flat" cmpd="sng" w="9525">
            <a:solidFill>
              <a:srgbClr val="F3F3F3"/>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t" bIns="91425" lIns="91425" spcFirstLastPara="1" rIns="91425" wrap="square" tIns="91425">
            <a:noAutofit/>
          </a:bodyPr>
          <a:lstStyle/>
          <a:p>
            <a:pPr indent="0" lvl="0" marL="0" rtl="0" algn="ctr">
              <a:spcBef>
                <a:spcPts val="0"/>
              </a:spcBef>
              <a:spcAft>
                <a:spcPts val="0"/>
              </a:spcAft>
              <a:buNone/>
            </a:pPr>
            <a:r>
              <a:rPr lang="es-419"/>
              <a:t>Paleta</a:t>
            </a:r>
            <a:endParaRPr/>
          </a:p>
        </p:txBody>
      </p:sp>
    </p:spTree>
  </p:cSld>
  <p:clrMapOvr>
    <a:masterClrMapping/>
  </p:clrMapOvr>
</p:sldLayout>
</file>

<file path=ppt/slideLayouts/slideLayout14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4.5 Diagrama de Actividad">
  <p:cSld name="TITLE_3_6_1_1_1_1_1_1_1_1_1_1_1_1_1_1_1_1_1_1">
    <p:spTree>
      <p:nvGrpSpPr>
        <p:cNvPr id="8909" name="Shape 8909"/>
        <p:cNvGrpSpPr/>
        <p:nvPr/>
      </p:nvGrpSpPr>
      <p:grpSpPr>
        <a:xfrm>
          <a:off x="0" y="0"/>
          <a:ext cx="0" cy="0"/>
          <a:chOff x="0" y="0"/>
          <a:chExt cx="0" cy="0"/>
        </a:xfrm>
      </p:grpSpPr>
      <p:sp>
        <p:nvSpPr>
          <p:cNvPr id="8910" name="Google Shape;8910;p151"/>
          <p:cNvSpPr/>
          <p:nvPr/>
        </p:nvSpPr>
        <p:spPr>
          <a:xfrm>
            <a:off x="-1396550" y="760700"/>
            <a:ext cx="748200" cy="6079200"/>
          </a:xfrm>
          <a:prstGeom prst="roundRect">
            <a:avLst>
              <a:gd fmla="val 11877" name="adj"/>
            </a:avLst>
          </a:prstGeom>
          <a:solidFill>
            <a:srgbClr val="F3F3F3"/>
          </a:solidFill>
          <a:ln cap="flat" cmpd="sng" w="9525">
            <a:solidFill>
              <a:srgbClr val="F3F3F3"/>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t" bIns="54000" lIns="72000" spcFirstLastPara="1" rIns="72000" wrap="square" tIns="54000">
            <a:noAutofit/>
          </a:bodyPr>
          <a:lstStyle/>
          <a:p>
            <a:pPr indent="0" lvl="0" marL="0" rtl="0" algn="ctr">
              <a:spcBef>
                <a:spcPts val="0"/>
              </a:spcBef>
              <a:spcAft>
                <a:spcPts val="0"/>
              </a:spcAft>
              <a:buNone/>
            </a:pPr>
            <a:r>
              <a:rPr i="1" lang="es-419"/>
              <a:t>Paleta</a:t>
            </a:r>
            <a:endParaRPr i="1"/>
          </a:p>
        </p:txBody>
      </p:sp>
      <p:sp>
        <p:nvSpPr>
          <p:cNvPr id="8911" name="Google Shape;8911;p151"/>
          <p:cNvSpPr txBox="1"/>
          <p:nvPr/>
        </p:nvSpPr>
        <p:spPr>
          <a:xfrm>
            <a:off x="2896942" y="1046542"/>
            <a:ext cx="1069200" cy="2166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t/>
            </a:r>
            <a:endParaRPr b="1" sz="600"/>
          </a:p>
        </p:txBody>
      </p:sp>
      <p:sp>
        <p:nvSpPr>
          <p:cNvPr id="8912" name="Google Shape;8912;p151"/>
          <p:cNvSpPr txBox="1"/>
          <p:nvPr/>
        </p:nvSpPr>
        <p:spPr>
          <a:xfrm>
            <a:off x="4101686" y="1046542"/>
            <a:ext cx="1163700" cy="2166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t/>
            </a:r>
            <a:endParaRPr b="1" sz="600"/>
          </a:p>
        </p:txBody>
      </p:sp>
      <p:sp>
        <p:nvSpPr>
          <p:cNvPr id="8913" name="Google Shape;8913;p151"/>
          <p:cNvSpPr txBox="1"/>
          <p:nvPr/>
        </p:nvSpPr>
        <p:spPr>
          <a:xfrm>
            <a:off x="6603322" y="1046542"/>
            <a:ext cx="1163700" cy="2166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t/>
            </a:r>
            <a:endParaRPr b="1" sz="600"/>
          </a:p>
        </p:txBody>
      </p:sp>
      <p:sp>
        <p:nvSpPr>
          <p:cNvPr id="8914" name="Google Shape;8914;p151"/>
          <p:cNvSpPr txBox="1"/>
          <p:nvPr/>
        </p:nvSpPr>
        <p:spPr>
          <a:xfrm>
            <a:off x="5400218" y="1046542"/>
            <a:ext cx="1203000" cy="2166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t/>
            </a:r>
            <a:endParaRPr b="1" sz="600"/>
          </a:p>
        </p:txBody>
      </p:sp>
      <p:sp>
        <p:nvSpPr>
          <p:cNvPr id="8915" name="Google Shape;8915;p151"/>
          <p:cNvSpPr/>
          <p:nvPr/>
        </p:nvSpPr>
        <p:spPr>
          <a:xfrm>
            <a:off x="97888" y="377012"/>
            <a:ext cx="9893400" cy="296700"/>
          </a:xfrm>
          <a:prstGeom prst="roundRect">
            <a:avLst>
              <a:gd fmla="val 22902" name="adj"/>
            </a:avLst>
          </a:prstGeom>
          <a:solidFill>
            <a:srgbClr val="F3F3F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8916" name="Google Shape;8916;p151"/>
          <p:cNvSpPr/>
          <p:nvPr/>
        </p:nvSpPr>
        <p:spPr>
          <a:xfrm>
            <a:off x="77688" y="358938"/>
            <a:ext cx="9935700" cy="6438000"/>
          </a:xfrm>
          <a:prstGeom prst="roundRect">
            <a:avLst>
              <a:gd fmla="val 2618" name="adj"/>
            </a:avLst>
          </a:prstGeom>
          <a:solidFill>
            <a:srgbClr val="FFFFFF"/>
          </a:solidFill>
          <a:ln cap="flat" cmpd="sng" w="38100">
            <a:solidFill>
              <a:srgbClr val="000000"/>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917" name="Google Shape;8917;p151"/>
          <p:cNvCxnSpPr/>
          <p:nvPr/>
        </p:nvCxnSpPr>
        <p:spPr>
          <a:xfrm>
            <a:off x="77688" y="772614"/>
            <a:ext cx="9935700" cy="0"/>
          </a:xfrm>
          <a:prstGeom prst="straightConnector1">
            <a:avLst/>
          </a:prstGeom>
          <a:noFill/>
          <a:ln cap="flat" cmpd="sng" w="19050">
            <a:solidFill>
              <a:srgbClr val="000000"/>
            </a:solidFill>
            <a:prstDash val="solid"/>
            <a:round/>
            <a:headEnd len="med" w="med" type="none"/>
            <a:tailEnd len="med" w="med" type="none"/>
          </a:ln>
        </p:spPr>
      </p:cxnSp>
      <p:cxnSp>
        <p:nvCxnSpPr>
          <p:cNvPr id="8918" name="Google Shape;8918;p151"/>
          <p:cNvCxnSpPr/>
          <p:nvPr/>
        </p:nvCxnSpPr>
        <p:spPr>
          <a:xfrm rot="10800000">
            <a:off x="2439038" y="368188"/>
            <a:ext cx="0" cy="402300"/>
          </a:xfrm>
          <a:prstGeom prst="straightConnector1">
            <a:avLst/>
          </a:prstGeom>
          <a:noFill/>
          <a:ln cap="flat" cmpd="sng" w="19050">
            <a:solidFill>
              <a:srgbClr val="000000"/>
            </a:solidFill>
            <a:prstDash val="solid"/>
            <a:round/>
            <a:headEnd len="med" w="med" type="none"/>
            <a:tailEnd len="med" w="med" type="none"/>
          </a:ln>
        </p:spPr>
      </p:cxnSp>
      <p:sp>
        <p:nvSpPr>
          <p:cNvPr id="8919" name="Google Shape;8919;p151"/>
          <p:cNvSpPr txBox="1"/>
          <p:nvPr/>
        </p:nvSpPr>
        <p:spPr>
          <a:xfrm>
            <a:off x="2896947" y="1353252"/>
            <a:ext cx="1069200" cy="2043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t/>
            </a:r>
            <a:endParaRPr b="1" sz="600"/>
          </a:p>
        </p:txBody>
      </p:sp>
      <p:sp>
        <p:nvSpPr>
          <p:cNvPr id="8920" name="Google Shape;8920;p151"/>
          <p:cNvSpPr txBox="1"/>
          <p:nvPr/>
        </p:nvSpPr>
        <p:spPr>
          <a:xfrm>
            <a:off x="4101689" y="1353252"/>
            <a:ext cx="1163700" cy="2043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t/>
            </a:r>
            <a:endParaRPr b="1" sz="600"/>
          </a:p>
        </p:txBody>
      </p:sp>
      <p:sp>
        <p:nvSpPr>
          <p:cNvPr id="8921" name="Google Shape;8921;p151"/>
          <p:cNvSpPr txBox="1"/>
          <p:nvPr/>
        </p:nvSpPr>
        <p:spPr>
          <a:xfrm>
            <a:off x="6603320" y="1353252"/>
            <a:ext cx="1163700" cy="2043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t/>
            </a:r>
            <a:endParaRPr b="1" sz="600"/>
          </a:p>
        </p:txBody>
      </p:sp>
      <p:sp>
        <p:nvSpPr>
          <p:cNvPr id="8922" name="Google Shape;8922;p151"/>
          <p:cNvSpPr txBox="1"/>
          <p:nvPr/>
        </p:nvSpPr>
        <p:spPr>
          <a:xfrm>
            <a:off x="7901849" y="1353252"/>
            <a:ext cx="1163700" cy="2043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t/>
            </a:r>
            <a:endParaRPr b="1" sz="600"/>
          </a:p>
        </p:txBody>
      </p:sp>
      <p:sp>
        <p:nvSpPr>
          <p:cNvPr id="8923" name="Google Shape;8923;p151"/>
          <p:cNvSpPr txBox="1"/>
          <p:nvPr/>
        </p:nvSpPr>
        <p:spPr>
          <a:xfrm>
            <a:off x="5400218" y="1353252"/>
            <a:ext cx="1203000" cy="2043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t/>
            </a:r>
            <a:endParaRPr b="1" sz="600"/>
          </a:p>
        </p:txBody>
      </p:sp>
      <p:sp>
        <p:nvSpPr>
          <p:cNvPr id="8924" name="Google Shape;8924;p151"/>
          <p:cNvSpPr txBox="1"/>
          <p:nvPr>
            <p:ph type="title"/>
          </p:nvPr>
        </p:nvSpPr>
        <p:spPr>
          <a:xfrm flipH="1">
            <a:off x="3219174" y="437575"/>
            <a:ext cx="1731300" cy="2658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200"/>
              <a:buNone/>
              <a:defRPr sz="1200">
                <a:solidFill>
                  <a:srgbClr val="000000"/>
                </a:solidFill>
              </a:defRPr>
            </a:lvl1pPr>
            <a:lvl2pPr lvl="1">
              <a:spcBef>
                <a:spcPts val="0"/>
              </a:spcBef>
              <a:spcAft>
                <a:spcPts val="0"/>
              </a:spcAft>
              <a:buClr>
                <a:srgbClr val="000000"/>
              </a:buClr>
              <a:buSzPts val="1100"/>
              <a:buNone/>
              <a:defRPr sz="1100">
                <a:solidFill>
                  <a:srgbClr val="000000"/>
                </a:solidFill>
              </a:defRPr>
            </a:lvl2pPr>
            <a:lvl3pPr lvl="2">
              <a:spcBef>
                <a:spcPts val="0"/>
              </a:spcBef>
              <a:spcAft>
                <a:spcPts val="0"/>
              </a:spcAft>
              <a:buClr>
                <a:srgbClr val="000000"/>
              </a:buClr>
              <a:buSzPts val="1100"/>
              <a:buNone/>
              <a:defRPr sz="1100">
                <a:solidFill>
                  <a:srgbClr val="000000"/>
                </a:solidFill>
              </a:defRPr>
            </a:lvl3pPr>
            <a:lvl4pPr lvl="3">
              <a:spcBef>
                <a:spcPts val="0"/>
              </a:spcBef>
              <a:spcAft>
                <a:spcPts val="0"/>
              </a:spcAft>
              <a:buClr>
                <a:srgbClr val="000000"/>
              </a:buClr>
              <a:buSzPts val="1100"/>
              <a:buNone/>
              <a:defRPr sz="1100">
                <a:solidFill>
                  <a:srgbClr val="000000"/>
                </a:solidFill>
              </a:defRPr>
            </a:lvl4pPr>
            <a:lvl5pPr lvl="4">
              <a:spcBef>
                <a:spcPts val="0"/>
              </a:spcBef>
              <a:spcAft>
                <a:spcPts val="0"/>
              </a:spcAft>
              <a:buClr>
                <a:srgbClr val="000000"/>
              </a:buClr>
              <a:buSzPts val="1100"/>
              <a:buNone/>
              <a:defRPr sz="1100">
                <a:solidFill>
                  <a:srgbClr val="000000"/>
                </a:solidFill>
              </a:defRPr>
            </a:lvl5pPr>
            <a:lvl6pPr lvl="5">
              <a:spcBef>
                <a:spcPts val="0"/>
              </a:spcBef>
              <a:spcAft>
                <a:spcPts val="0"/>
              </a:spcAft>
              <a:buClr>
                <a:srgbClr val="000000"/>
              </a:buClr>
              <a:buSzPts val="1100"/>
              <a:buNone/>
              <a:defRPr sz="1100">
                <a:solidFill>
                  <a:srgbClr val="000000"/>
                </a:solidFill>
              </a:defRPr>
            </a:lvl6pPr>
            <a:lvl7pPr lvl="6">
              <a:spcBef>
                <a:spcPts val="0"/>
              </a:spcBef>
              <a:spcAft>
                <a:spcPts val="0"/>
              </a:spcAft>
              <a:buClr>
                <a:srgbClr val="000000"/>
              </a:buClr>
              <a:buSzPts val="1100"/>
              <a:buNone/>
              <a:defRPr sz="1100">
                <a:solidFill>
                  <a:srgbClr val="000000"/>
                </a:solidFill>
              </a:defRPr>
            </a:lvl7pPr>
            <a:lvl8pPr lvl="7">
              <a:spcBef>
                <a:spcPts val="0"/>
              </a:spcBef>
              <a:spcAft>
                <a:spcPts val="0"/>
              </a:spcAft>
              <a:buClr>
                <a:srgbClr val="000000"/>
              </a:buClr>
              <a:buSzPts val="1100"/>
              <a:buNone/>
              <a:defRPr sz="1100">
                <a:solidFill>
                  <a:srgbClr val="000000"/>
                </a:solidFill>
              </a:defRPr>
            </a:lvl8pPr>
            <a:lvl9pPr lvl="8">
              <a:spcBef>
                <a:spcPts val="0"/>
              </a:spcBef>
              <a:spcAft>
                <a:spcPts val="0"/>
              </a:spcAft>
              <a:buClr>
                <a:srgbClr val="000000"/>
              </a:buClr>
              <a:buSzPts val="1100"/>
              <a:buNone/>
              <a:defRPr sz="1100">
                <a:solidFill>
                  <a:srgbClr val="000000"/>
                </a:solidFill>
              </a:defRPr>
            </a:lvl9pPr>
          </a:lstStyle>
          <a:p/>
        </p:txBody>
      </p:sp>
      <p:sp>
        <p:nvSpPr>
          <p:cNvPr id="8925" name="Google Shape;8925;p151"/>
          <p:cNvSpPr txBox="1"/>
          <p:nvPr/>
        </p:nvSpPr>
        <p:spPr>
          <a:xfrm>
            <a:off x="2513487" y="437267"/>
            <a:ext cx="679500" cy="2664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b="1" lang="es-419" sz="1100"/>
              <a:t>Proceso:</a:t>
            </a:r>
            <a:endParaRPr b="1" sz="1100"/>
          </a:p>
        </p:txBody>
      </p:sp>
      <p:cxnSp>
        <p:nvCxnSpPr>
          <p:cNvPr id="8926" name="Google Shape;8926;p151"/>
          <p:cNvCxnSpPr/>
          <p:nvPr/>
        </p:nvCxnSpPr>
        <p:spPr>
          <a:xfrm rot="10800000">
            <a:off x="5070754" y="368188"/>
            <a:ext cx="0" cy="402300"/>
          </a:xfrm>
          <a:prstGeom prst="straightConnector1">
            <a:avLst/>
          </a:prstGeom>
          <a:noFill/>
          <a:ln cap="flat" cmpd="sng" w="19050">
            <a:solidFill>
              <a:srgbClr val="000000"/>
            </a:solidFill>
            <a:prstDash val="solid"/>
            <a:round/>
            <a:headEnd len="med" w="med" type="none"/>
            <a:tailEnd len="med" w="med" type="none"/>
          </a:ln>
        </p:spPr>
      </p:cxnSp>
      <p:sp>
        <p:nvSpPr>
          <p:cNvPr id="8927" name="Google Shape;8927;p151"/>
          <p:cNvSpPr txBox="1"/>
          <p:nvPr/>
        </p:nvSpPr>
        <p:spPr>
          <a:xfrm>
            <a:off x="5191013" y="387663"/>
            <a:ext cx="13026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Finalidad empresa:</a:t>
            </a:r>
            <a:endParaRPr b="1" sz="1100"/>
          </a:p>
        </p:txBody>
      </p:sp>
      <p:sp>
        <p:nvSpPr>
          <p:cNvPr id="8928" name="Google Shape;8928;p151"/>
          <p:cNvSpPr txBox="1"/>
          <p:nvPr/>
        </p:nvSpPr>
        <p:spPr>
          <a:xfrm>
            <a:off x="5191013" y="579538"/>
            <a:ext cx="11637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Finalidad cliente:</a:t>
            </a:r>
            <a:endParaRPr b="1" sz="1100"/>
          </a:p>
        </p:txBody>
      </p:sp>
      <p:sp>
        <p:nvSpPr>
          <p:cNvPr id="8929" name="Google Shape;8929;p151"/>
          <p:cNvSpPr/>
          <p:nvPr/>
        </p:nvSpPr>
        <p:spPr>
          <a:xfrm>
            <a:off x="77688" y="349338"/>
            <a:ext cx="2361300" cy="421200"/>
          </a:xfrm>
          <a:prstGeom prst="roundRect">
            <a:avLst>
              <a:gd fmla="val 50000" name="adj"/>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s-419" sz="1200">
                <a:solidFill>
                  <a:srgbClr val="FFFFFF"/>
                </a:solidFill>
              </a:rPr>
              <a:t>Diagrama de Actividad</a:t>
            </a:r>
            <a:endParaRPr b="1" sz="1200">
              <a:solidFill>
                <a:srgbClr val="FFFFFF"/>
              </a:solidFill>
            </a:endParaRPr>
          </a:p>
          <a:p>
            <a:pPr indent="0" lvl="0" marL="0" rtl="0" algn="ctr">
              <a:spcBef>
                <a:spcPts val="0"/>
              </a:spcBef>
              <a:spcAft>
                <a:spcPts val="0"/>
              </a:spcAft>
              <a:buNone/>
            </a:pPr>
            <a:r>
              <a:t/>
            </a:r>
            <a:endParaRPr b="1" sz="1200">
              <a:solidFill>
                <a:srgbClr val="FFFFFF"/>
              </a:solidFill>
            </a:endParaRPr>
          </a:p>
        </p:txBody>
      </p:sp>
      <p:sp>
        <p:nvSpPr>
          <p:cNvPr id="8930" name="Google Shape;8930;p151"/>
          <p:cNvSpPr/>
          <p:nvPr/>
        </p:nvSpPr>
        <p:spPr>
          <a:xfrm>
            <a:off x="83988" y="595504"/>
            <a:ext cx="190200" cy="1692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1" name="Google Shape;8931;p151"/>
          <p:cNvSpPr/>
          <p:nvPr/>
        </p:nvSpPr>
        <p:spPr>
          <a:xfrm>
            <a:off x="2292338" y="358938"/>
            <a:ext cx="146700" cy="4023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2" name="Google Shape;8932;p151"/>
          <p:cNvSpPr txBox="1"/>
          <p:nvPr>
            <p:ph idx="2" type="title"/>
          </p:nvPr>
        </p:nvSpPr>
        <p:spPr>
          <a:xfrm flipH="1">
            <a:off x="6546263" y="387663"/>
            <a:ext cx="3350100" cy="1692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000"/>
              <a:buNone/>
              <a:defRPr sz="1000">
                <a:solidFill>
                  <a:srgbClr val="000000"/>
                </a:solidFill>
              </a:defRPr>
            </a:lvl1pPr>
            <a:lvl2pPr lvl="1">
              <a:spcBef>
                <a:spcPts val="0"/>
              </a:spcBef>
              <a:spcAft>
                <a:spcPts val="0"/>
              </a:spcAft>
              <a:buClr>
                <a:srgbClr val="000000"/>
              </a:buClr>
              <a:buSzPts val="1000"/>
              <a:buNone/>
              <a:defRPr sz="1000">
                <a:solidFill>
                  <a:srgbClr val="000000"/>
                </a:solidFill>
              </a:defRPr>
            </a:lvl2pPr>
            <a:lvl3pPr lvl="2">
              <a:spcBef>
                <a:spcPts val="0"/>
              </a:spcBef>
              <a:spcAft>
                <a:spcPts val="0"/>
              </a:spcAft>
              <a:buClr>
                <a:srgbClr val="000000"/>
              </a:buClr>
              <a:buSzPts val="1000"/>
              <a:buNone/>
              <a:defRPr sz="1000">
                <a:solidFill>
                  <a:srgbClr val="000000"/>
                </a:solidFill>
              </a:defRPr>
            </a:lvl3pPr>
            <a:lvl4pPr lvl="3">
              <a:spcBef>
                <a:spcPts val="0"/>
              </a:spcBef>
              <a:spcAft>
                <a:spcPts val="0"/>
              </a:spcAft>
              <a:buClr>
                <a:srgbClr val="000000"/>
              </a:buClr>
              <a:buSzPts val="1000"/>
              <a:buNone/>
              <a:defRPr sz="1000">
                <a:solidFill>
                  <a:srgbClr val="000000"/>
                </a:solidFill>
              </a:defRPr>
            </a:lvl4pPr>
            <a:lvl5pPr lvl="4">
              <a:spcBef>
                <a:spcPts val="0"/>
              </a:spcBef>
              <a:spcAft>
                <a:spcPts val="0"/>
              </a:spcAft>
              <a:buClr>
                <a:srgbClr val="000000"/>
              </a:buClr>
              <a:buSzPts val="1000"/>
              <a:buNone/>
              <a:defRPr sz="1000">
                <a:solidFill>
                  <a:srgbClr val="000000"/>
                </a:solidFill>
              </a:defRPr>
            </a:lvl5pPr>
            <a:lvl6pPr lvl="5">
              <a:spcBef>
                <a:spcPts val="0"/>
              </a:spcBef>
              <a:spcAft>
                <a:spcPts val="0"/>
              </a:spcAft>
              <a:buClr>
                <a:srgbClr val="000000"/>
              </a:buClr>
              <a:buSzPts val="1000"/>
              <a:buNone/>
              <a:defRPr sz="1000">
                <a:solidFill>
                  <a:srgbClr val="000000"/>
                </a:solidFill>
              </a:defRPr>
            </a:lvl6pPr>
            <a:lvl7pPr lvl="6">
              <a:spcBef>
                <a:spcPts val="0"/>
              </a:spcBef>
              <a:spcAft>
                <a:spcPts val="0"/>
              </a:spcAft>
              <a:buClr>
                <a:srgbClr val="000000"/>
              </a:buClr>
              <a:buSzPts val="1000"/>
              <a:buNone/>
              <a:defRPr sz="1000">
                <a:solidFill>
                  <a:srgbClr val="000000"/>
                </a:solidFill>
              </a:defRPr>
            </a:lvl7pPr>
            <a:lvl8pPr lvl="7">
              <a:spcBef>
                <a:spcPts val="0"/>
              </a:spcBef>
              <a:spcAft>
                <a:spcPts val="0"/>
              </a:spcAft>
              <a:buClr>
                <a:srgbClr val="000000"/>
              </a:buClr>
              <a:buSzPts val="1000"/>
              <a:buNone/>
              <a:defRPr sz="1000">
                <a:solidFill>
                  <a:srgbClr val="000000"/>
                </a:solidFill>
              </a:defRPr>
            </a:lvl8pPr>
            <a:lvl9pPr lvl="8">
              <a:spcBef>
                <a:spcPts val="0"/>
              </a:spcBef>
              <a:spcAft>
                <a:spcPts val="0"/>
              </a:spcAft>
              <a:buClr>
                <a:srgbClr val="000000"/>
              </a:buClr>
              <a:buSzPts val="1000"/>
              <a:buNone/>
              <a:defRPr sz="1000">
                <a:solidFill>
                  <a:srgbClr val="000000"/>
                </a:solidFill>
              </a:defRPr>
            </a:lvl9pPr>
          </a:lstStyle>
          <a:p/>
        </p:txBody>
      </p:sp>
      <p:sp>
        <p:nvSpPr>
          <p:cNvPr id="8933" name="Google Shape;8933;p151"/>
          <p:cNvSpPr txBox="1"/>
          <p:nvPr>
            <p:ph idx="3" type="title"/>
          </p:nvPr>
        </p:nvSpPr>
        <p:spPr>
          <a:xfrm flipH="1">
            <a:off x="6546263" y="579538"/>
            <a:ext cx="3350100" cy="1692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000"/>
              <a:buNone/>
              <a:defRPr sz="1000">
                <a:solidFill>
                  <a:srgbClr val="000000"/>
                </a:solidFill>
              </a:defRPr>
            </a:lvl1pPr>
            <a:lvl2pPr lvl="1">
              <a:spcBef>
                <a:spcPts val="0"/>
              </a:spcBef>
              <a:spcAft>
                <a:spcPts val="0"/>
              </a:spcAft>
              <a:buClr>
                <a:srgbClr val="000000"/>
              </a:buClr>
              <a:buSzPts val="1000"/>
              <a:buNone/>
              <a:defRPr sz="1000">
                <a:solidFill>
                  <a:srgbClr val="000000"/>
                </a:solidFill>
              </a:defRPr>
            </a:lvl2pPr>
            <a:lvl3pPr lvl="2">
              <a:spcBef>
                <a:spcPts val="0"/>
              </a:spcBef>
              <a:spcAft>
                <a:spcPts val="0"/>
              </a:spcAft>
              <a:buClr>
                <a:srgbClr val="000000"/>
              </a:buClr>
              <a:buSzPts val="1000"/>
              <a:buNone/>
              <a:defRPr sz="1000">
                <a:solidFill>
                  <a:srgbClr val="000000"/>
                </a:solidFill>
              </a:defRPr>
            </a:lvl3pPr>
            <a:lvl4pPr lvl="3">
              <a:spcBef>
                <a:spcPts val="0"/>
              </a:spcBef>
              <a:spcAft>
                <a:spcPts val="0"/>
              </a:spcAft>
              <a:buClr>
                <a:srgbClr val="000000"/>
              </a:buClr>
              <a:buSzPts val="1000"/>
              <a:buNone/>
              <a:defRPr sz="1000">
                <a:solidFill>
                  <a:srgbClr val="000000"/>
                </a:solidFill>
              </a:defRPr>
            </a:lvl4pPr>
            <a:lvl5pPr lvl="4">
              <a:spcBef>
                <a:spcPts val="0"/>
              </a:spcBef>
              <a:spcAft>
                <a:spcPts val="0"/>
              </a:spcAft>
              <a:buClr>
                <a:srgbClr val="000000"/>
              </a:buClr>
              <a:buSzPts val="1000"/>
              <a:buNone/>
              <a:defRPr sz="1000">
                <a:solidFill>
                  <a:srgbClr val="000000"/>
                </a:solidFill>
              </a:defRPr>
            </a:lvl5pPr>
            <a:lvl6pPr lvl="5">
              <a:spcBef>
                <a:spcPts val="0"/>
              </a:spcBef>
              <a:spcAft>
                <a:spcPts val="0"/>
              </a:spcAft>
              <a:buClr>
                <a:srgbClr val="000000"/>
              </a:buClr>
              <a:buSzPts val="1000"/>
              <a:buNone/>
              <a:defRPr sz="1000">
                <a:solidFill>
                  <a:srgbClr val="000000"/>
                </a:solidFill>
              </a:defRPr>
            </a:lvl6pPr>
            <a:lvl7pPr lvl="6">
              <a:spcBef>
                <a:spcPts val="0"/>
              </a:spcBef>
              <a:spcAft>
                <a:spcPts val="0"/>
              </a:spcAft>
              <a:buClr>
                <a:srgbClr val="000000"/>
              </a:buClr>
              <a:buSzPts val="1000"/>
              <a:buNone/>
              <a:defRPr sz="1000">
                <a:solidFill>
                  <a:srgbClr val="000000"/>
                </a:solidFill>
              </a:defRPr>
            </a:lvl7pPr>
            <a:lvl8pPr lvl="7">
              <a:spcBef>
                <a:spcPts val="0"/>
              </a:spcBef>
              <a:spcAft>
                <a:spcPts val="0"/>
              </a:spcAft>
              <a:buClr>
                <a:srgbClr val="000000"/>
              </a:buClr>
              <a:buSzPts val="1000"/>
              <a:buNone/>
              <a:defRPr sz="1000">
                <a:solidFill>
                  <a:srgbClr val="000000"/>
                </a:solidFill>
              </a:defRPr>
            </a:lvl8pPr>
            <a:lvl9pPr lvl="8">
              <a:spcBef>
                <a:spcPts val="0"/>
              </a:spcBef>
              <a:spcAft>
                <a:spcPts val="0"/>
              </a:spcAft>
              <a:buClr>
                <a:srgbClr val="000000"/>
              </a:buClr>
              <a:buSzPts val="1000"/>
              <a:buNone/>
              <a:defRPr sz="1000">
                <a:solidFill>
                  <a:srgbClr val="000000"/>
                </a:solidFill>
              </a:defRPr>
            </a:lvl9pPr>
          </a:lstStyle>
          <a:p/>
        </p:txBody>
      </p:sp>
      <p:sp>
        <p:nvSpPr>
          <p:cNvPr id="8934" name="Google Shape;8934;p151"/>
          <p:cNvSpPr/>
          <p:nvPr/>
        </p:nvSpPr>
        <p:spPr>
          <a:xfrm>
            <a:off x="221113" y="928363"/>
            <a:ext cx="1932000" cy="5724000"/>
          </a:xfrm>
          <a:prstGeom prst="rect">
            <a:avLst/>
          </a:prstGeom>
          <a:noFill/>
          <a:ln cap="flat" cmpd="sng" w="9525">
            <a:solidFill>
              <a:srgbClr val="E991AE"/>
            </a:solidFill>
            <a:prstDash val="solid"/>
            <a:round/>
            <a:headEnd len="sm" w="sm" type="none"/>
            <a:tailEnd len="sm" w="sm" type="none"/>
          </a:ln>
        </p:spPr>
        <p:txBody>
          <a:bodyPr anchorCtr="0" anchor="t" bIns="91425" lIns="91425" spcFirstLastPara="1" rIns="91425" wrap="square" tIns="91425">
            <a:noAutofit/>
          </a:bodyPr>
          <a:lstStyle/>
          <a:p>
            <a:pPr indent="0" lvl="0" marL="0" marR="0" rtl="0" algn="l">
              <a:lnSpc>
                <a:spcPct val="100000"/>
              </a:lnSpc>
              <a:spcBef>
                <a:spcPts val="0"/>
              </a:spcBef>
              <a:spcAft>
                <a:spcPts val="0"/>
              </a:spcAft>
              <a:buNone/>
            </a:pPr>
            <a:r>
              <a:t/>
            </a:r>
            <a:endParaRPr/>
          </a:p>
        </p:txBody>
      </p:sp>
      <p:sp>
        <p:nvSpPr>
          <p:cNvPr id="8935" name="Google Shape;8935;p151"/>
          <p:cNvSpPr/>
          <p:nvPr/>
        </p:nvSpPr>
        <p:spPr>
          <a:xfrm>
            <a:off x="2153413" y="928363"/>
            <a:ext cx="1932000" cy="5724000"/>
          </a:xfrm>
          <a:prstGeom prst="rect">
            <a:avLst/>
          </a:prstGeom>
          <a:noFill/>
          <a:ln cap="flat" cmpd="sng" w="9525">
            <a:solidFill>
              <a:srgbClr val="E991AE"/>
            </a:solidFill>
            <a:prstDash val="solid"/>
            <a:round/>
            <a:headEnd len="sm" w="sm" type="none"/>
            <a:tailEnd len="sm" w="sm" type="none"/>
          </a:ln>
        </p:spPr>
        <p:txBody>
          <a:bodyPr anchorCtr="0" anchor="t" bIns="91425" lIns="91425" spcFirstLastPara="1" rIns="91425" wrap="square" tIns="91425">
            <a:noAutofit/>
          </a:bodyPr>
          <a:lstStyle/>
          <a:p>
            <a:pPr indent="0" lvl="0" marL="0" marR="0" rtl="0" algn="l">
              <a:lnSpc>
                <a:spcPct val="100000"/>
              </a:lnSpc>
              <a:spcBef>
                <a:spcPts val="0"/>
              </a:spcBef>
              <a:spcAft>
                <a:spcPts val="0"/>
              </a:spcAft>
              <a:buNone/>
            </a:pPr>
            <a:r>
              <a:t/>
            </a:r>
            <a:endParaRPr/>
          </a:p>
        </p:txBody>
      </p:sp>
      <p:sp>
        <p:nvSpPr>
          <p:cNvPr id="8936" name="Google Shape;8936;p151"/>
          <p:cNvSpPr/>
          <p:nvPr/>
        </p:nvSpPr>
        <p:spPr>
          <a:xfrm>
            <a:off x="4085413" y="928363"/>
            <a:ext cx="1932000" cy="5724000"/>
          </a:xfrm>
          <a:prstGeom prst="rect">
            <a:avLst/>
          </a:prstGeom>
          <a:noFill/>
          <a:ln cap="flat" cmpd="sng" w="9525">
            <a:solidFill>
              <a:srgbClr val="E991AE"/>
            </a:solidFill>
            <a:prstDash val="solid"/>
            <a:round/>
            <a:headEnd len="sm" w="sm" type="none"/>
            <a:tailEnd len="sm" w="sm" type="none"/>
          </a:ln>
        </p:spPr>
        <p:txBody>
          <a:bodyPr anchorCtr="0" anchor="t" bIns="91425" lIns="91425" spcFirstLastPara="1" rIns="91425" wrap="square" tIns="91425">
            <a:noAutofit/>
          </a:bodyPr>
          <a:lstStyle/>
          <a:p>
            <a:pPr indent="0" lvl="0" marL="0" marR="0" rtl="0" algn="l">
              <a:lnSpc>
                <a:spcPct val="100000"/>
              </a:lnSpc>
              <a:spcBef>
                <a:spcPts val="0"/>
              </a:spcBef>
              <a:spcAft>
                <a:spcPts val="0"/>
              </a:spcAft>
              <a:buNone/>
            </a:pPr>
            <a:r>
              <a:t/>
            </a:r>
            <a:endParaRPr/>
          </a:p>
        </p:txBody>
      </p:sp>
      <p:sp>
        <p:nvSpPr>
          <p:cNvPr id="8937" name="Google Shape;8937;p151"/>
          <p:cNvSpPr/>
          <p:nvPr/>
        </p:nvSpPr>
        <p:spPr>
          <a:xfrm>
            <a:off x="6017713" y="928363"/>
            <a:ext cx="1932000" cy="5724000"/>
          </a:xfrm>
          <a:prstGeom prst="rect">
            <a:avLst/>
          </a:prstGeom>
          <a:noFill/>
          <a:ln cap="flat" cmpd="sng" w="9525">
            <a:solidFill>
              <a:srgbClr val="E991AE"/>
            </a:solidFill>
            <a:prstDash val="solid"/>
            <a:round/>
            <a:headEnd len="sm" w="sm" type="none"/>
            <a:tailEnd len="sm" w="sm" type="none"/>
          </a:ln>
        </p:spPr>
        <p:txBody>
          <a:bodyPr anchorCtr="0" anchor="t" bIns="91425" lIns="91425" spcFirstLastPara="1" rIns="91425" wrap="square" tIns="91425">
            <a:noAutofit/>
          </a:bodyPr>
          <a:lstStyle/>
          <a:p>
            <a:pPr indent="0" lvl="0" marL="0" marR="0" rtl="0" algn="l">
              <a:lnSpc>
                <a:spcPct val="100000"/>
              </a:lnSpc>
              <a:spcBef>
                <a:spcPts val="0"/>
              </a:spcBef>
              <a:spcAft>
                <a:spcPts val="0"/>
              </a:spcAft>
              <a:buNone/>
            </a:pPr>
            <a:r>
              <a:t/>
            </a:r>
            <a:endParaRPr/>
          </a:p>
        </p:txBody>
      </p:sp>
      <p:sp>
        <p:nvSpPr>
          <p:cNvPr id="8938" name="Google Shape;8938;p151"/>
          <p:cNvSpPr/>
          <p:nvPr/>
        </p:nvSpPr>
        <p:spPr>
          <a:xfrm>
            <a:off x="7949713" y="928363"/>
            <a:ext cx="1932000" cy="5724000"/>
          </a:xfrm>
          <a:prstGeom prst="rect">
            <a:avLst/>
          </a:prstGeom>
          <a:noFill/>
          <a:ln cap="flat" cmpd="sng" w="9525">
            <a:solidFill>
              <a:srgbClr val="E991AE"/>
            </a:solidFill>
            <a:prstDash val="solid"/>
            <a:round/>
            <a:headEnd len="sm" w="sm" type="none"/>
            <a:tailEnd len="sm" w="sm" type="none"/>
          </a:ln>
        </p:spPr>
        <p:txBody>
          <a:bodyPr anchorCtr="0" anchor="t" bIns="91425" lIns="91425" spcFirstLastPara="1" rIns="91425" wrap="square" tIns="91425">
            <a:noAutofit/>
          </a:bodyPr>
          <a:lstStyle/>
          <a:p>
            <a:pPr indent="0" lvl="0" marL="0" marR="0" rtl="0" algn="l">
              <a:lnSpc>
                <a:spcPct val="100000"/>
              </a:lnSpc>
              <a:spcBef>
                <a:spcPts val="0"/>
              </a:spcBef>
              <a:spcAft>
                <a:spcPts val="0"/>
              </a:spcAft>
              <a:buNone/>
            </a:pPr>
            <a:r>
              <a:t/>
            </a:r>
            <a:endParaRPr/>
          </a:p>
        </p:txBody>
      </p:sp>
      <p:sp>
        <p:nvSpPr>
          <p:cNvPr id="8939" name="Google Shape;8939;p151"/>
          <p:cNvSpPr/>
          <p:nvPr/>
        </p:nvSpPr>
        <p:spPr>
          <a:xfrm>
            <a:off x="221113" y="928363"/>
            <a:ext cx="9660600" cy="296700"/>
          </a:xfrm>
          <a:prstGeom prst="rect">
            <a:avLst/>
          </a:prstGeom>
          <a:noFill/>
          <a:ln cap="flat" cmpd="sng" w="9525">
            <a:solidFill>
              <a:srgbClr val="E991AE"/>
            </a:solidFill>
            <a:prstDash val="solid"/>
            <a:round/>
            <a:headEnd len="sm" w="sm" type="none"/>
            <a:tailEnd len="sm" w="sm" type="none"/>
          </a:ln>
        </p:spPr>
        <p:txBody>
          <a:bodyPr anchorCtr="0" anchor="t" bIns="91425" lIns="91425" spcFirstLastPara="1" rIns="91425" wrap="square" tIns="91425">
            <a:noAutofit/>
          </a:bodyPr>
          <a:lstStyle/>
          <a:p>
            <a:pPr indent="0" lvl="0" marL="0" marR="0" rtl="0" algn="l">
              <a:lnSpc>
                <a:spcPct val="100000"/>
              </a:lnSpc>
              <a:spcBef>
                <a:spcPts val="0"/>
              </a:spcBef>
              <a:spcAft>
                <a:spcPts val="0"/>
              </a:spcAft>
              <a:buNone/>
            </a:pPr>
            <a:r>
              <a:t/>
            </a:r>
            <a:endParaRPr/>
          </a:p>
        </p:txBody>
      </p:sp>
      <p:sp>
        <p:nvSpPr>
          <p:cNvPr id="8940" name="Google Shape;8940;p151"/>
          <p:cNvSpPr txBox="1"/>
          <p:nvPr>
            <p:ph idx="1" type="subTitle"/>
          </p:nvPr>
        </p:nvSpPr>
        <p:spPr>
          <a:xfrm>
            <a:off x="221113" y="928363"/>
            <a:ext cx="1932000" cy="296700"/>
          </a:xfrm>
          <a:prstGeom prst="rect">
            <a:avLst/>
          </a:prstGeom>
          <a:noFill/>
          <a:ln>
            <a:noFill/>
          </a:ln>
        </p:spPr>
        <p:txBody>
          <a:bodyPr anchorCtr="0" anchor="t" bIns="36000" lIns="36000" spcFirstLastPara="1" rIns="36000" wrap="square" tIns="36000">
            <a:noAutofit/>
          </a:bodyPr>
          <a:lstStyle>
            <a:lvl1pPr lvl="0" algn="ctr">
              <a:spcBef>
                <a:spcPts val="0"/>
              </a:spcBef>
              <a:spcAft>
                <a:spcPts val="0"/>
              </a:spcAft>
              <a:buClr>
                <a:srgbClr val="000000"/>
              </a:buClr>
              <a:buSzPts val="1200"/>
              <a:buNone/>
              <a:defRPr sz="1200">
                <a:solidFill>
                  <a:srgbClr val="000000"/>
                </a:solidFill>
              </a:defRPr>
            </a:lvl1pPr>
            <a:lvl2pPr lvl="1" algn="ctr">
              <a:spcBef>
                <a:spcPts val="0"/>
              </a:spcBef>
              <a:spcAft>
                <a:spcPts val="0"/>
              </a:spcAft>
              <a:buSzPts val="1200"/>
              <a:buNone/>
              <a:defRPr sz="1200"/>
            </a:lvl2pPr>
            <a:lvl3pPr lvl="2" algn="ctr">
              <a:spcBef>
                <a:spcPts val="0"/>
              </a:spcBef>
              <a:spcAft>
                <a:spcPts val="0"/>
              </a:spcAft>
              <a:buSzPts val="1200"/>
              <a:buNone/>
              <a:defRPr sz="1200"/>
            </a:lvl3pPr>
            <a:lvl4pPr lvl="3" algn="ctr">
              <a:spcBef>
                <a:spcPts val="0"/>
              </a:spcBef>
              <a:spcAft>
                <a:spcPts val="0"/>
              </a:spcAft>
              <a:buSzPts val="1200"/>
              <a:buNone/>
              <a:defRPr sz="1200"/>
            </a:lvl4pPr>
            <a:lvl5pPr lvl="4" algn="ctr">
              <a:spcBef>
                <a:spcPts val="0"/>
              </a:spcBef>
              <a:spcAft>
                <a:spcPts val="0"/>
              </a:spcAft>
              <a:buSzPts val="1200"/>
              <a:buNone/>
              <a:defRPr sz="1200"/>
            </a:lvl5pPr>
            <a:lvl6pPr lvl="5" algn="ctr">
              <a:spcBef>
                <a:spcPts val="0"/>
              </a:spcBef>
              <a:spcAft>
                <a:spcPts val="0"/>
              </a:spcAft>
              <a:buSzPts val="1200"/>
              <a:buNone/>
              <a:defRPr sz="1200"/>
            </a:lvl6pPr>
            <a:lvl7pPr lvl="6" algn="ctr">
              <a:spcBef>
                <a:spcPts val="0"/>
              </a:spcBef>
              <a:spcAft>
                <a:spcPts val="0"/>
              </a:spcAft>
              <a:buSzPts val="1200"/>
              <a:buNone/>
              <a:defRPr sz="1200"/>
            </a:lvl7pPr>
            <a:lvl8pPr lvl="7" algn="ctr">
              <a:spcBef>
                <a:spcPts val="0"/>
              </a:spcBef>
              <a:spcAft>
                <a:spcPts val="0"/>
              </a:spcAft>
              <a:buSzPts val="1200"/>
              <a:buNone/>
              <a:defRPr sz="1200"/>
            </a:lvl8pPr>
            <a:lvl9pPr lvl="8" algn="ctr">
              <a:spcBef>
                <a:spcPts val="0"/>
              </a:spcBef>
              <a:spcAft>
                <a:spcPts val="0"/>
              </a:spcAft>
              <a:buSzPts val="1200"/>
              <a:buNone/>
              <a:defRPr sz="1200"/>
            </a:lvl9pPr>
          </a:lstStyle>
          <a:p/>
        </p:txBody>
      </p:sp>
      <p:sp>
        <p:nvSpPr>
          <p:cNvPr id="8941" name="Google Shape;8941;p151"/>
          <p:cNvSpPr txBox="1"/>
          <p:nvPr>
            <p:ph idx="4" type="subTitle"/>
          </p:nvPr>
        </p:nvSpPr>
        <p:spPr>
          <a:xfrm>
            <a:off x="2153413" y="928363"/>
            <a:ext cx="1932000" cy="296700"/>
          </a:xfrm>
          <a:prstGeom prst="rect">
            <a:avLst/>
          </a:prstGeom>
          <a:noFill/>
          <a:ln>
            <a:noFill/>
          </a:ln>
        </p:spPr>
        <p:txBody>
          <a:bodyPr anchorCtr="0" anchor="t" bIns="36000" lIns="36000" spcFirstLastPara="1" rIns="36000" wrap="square" tIns="36000">
            <a:noAutofit/>
          </a:bodyPr>
          <a:lstStyle>
            <a:lvl1pPr lvl="0" algn="ctr">
              <a:spcBef>
                <a:spcPts val="0"/>
              </a:spcBef>
              <a:spcAft>
                <a:spcPts val="0"/>
              </a:spcAft>
              <a:buClr>
                <a:srgbClr val="000000"/>
              </a:buClr>
              <a:buSzPts val="1200"/>
              <a:buNone/>
              <a:defRPr sz="1200">
                <a:solidFill>
                  <a:srgbClr val="000000"/>
                </a:solidFill>
              </a:defRPr>
            </a:lvl1pPr>
            <a:lvl2pPr lvl="1" algn="ctr">
              <a:spcBef>
                <a:spcPts val="0"/>
              </a:spcBef>
              <a:spcAft>
                <a:spcPts val="0"/>
              </a:spcAft>
              <a:buSzPts val="1200"/>
              <a:buNone/>
              <a:defRPr sz="1200"/>
            </a:lvl2pPr>
            <a:lvl3pPr lvl="2" algn="ctr">
              <a:spcBef>
                <a:spcPts val="0"/>
              </a:spcBef>
              <a:spcAft>
                <a:spcPts val="0"/>
              </a:spcAft>
              <a:buSzPts val="1200"/>
              <a:buNone/>
              <a:defRPr sz="1200"/>
            </a:lvl3pPr>
            <a:lvl4pPr lvl="3" algn="ctr">
              <a:spcBef>
                <a:spcPts val="0"/>
              </a:spcBef>
              <a:spcAft>
                <a:spcPts val="0"/>
              </a:spcAft>
              <a:buSzPts val="1200"/>
              <a:buNone/>
              <a:defRPr sz="1200"/>
            </a:lvl4pPr>
            <a:lvl5pPr lvl="4" algn="ctr">
              <a:spcBef>
                <a:spcPts val="0"/>
              </a:spcBef>
              <a:spcAft>
                <a:spcPts val="0"/>
              </a:spcAft>
              <a:buSzPts val="1200"/>
              <a:buNone/>
              <a:defRPr sz="1200"/>
            </a:lvl5pPr>
            <a:lvl6pPr lvl="5" algn="ctr">
              <a:spcBef>
                <a:spcPts val="0"/>
              </a:spcBef>
              <a:spcAft>
                <a:spcPts val="0"/>
              </a:spcAft>
              <a:buSzPts val="1200"/>
              <a:buNone/>
              <a:defRPr sz="1200"/>
            </a:lvl6pPr>
            <a:lvl7pPr lvl="6" algn="ctr">
              <a:spcBef>
                <a:spcPts val="0"/>
              </a:spcBef>
              <a:spcAft>
                <a:spcPts val="0"/>
              </a:spcAft>
              <a:buSzPts val="1200"/>
              <a:buNone/>
              <a:defRPr sz="1200"/>
            </a:lvl7pPr>
            <a:lvl8pPr lvl="7" algn="ctr">
              <a:spcBef>
                <a:spcPts val="0"/>
              </a:spcBef>
              <a:spcAft>
                <a:spcPts val="0"/>
              </a:spcAft>
              <a:buSzPts val="1200"/>
              <a:buNone/>
              <a:defRPr sz="1200"/>
            </a:lvl8pPr>
            <a:lvl9pPr lvl="8" algn="ctr">
              <a:spcBef>
                <a:spcPts val="0"/>
              </a:spcBef>
              <a:spcAft>
                <a:spcPts val="0"/>
              </a:spcAft>
              <a:buSzPts val="1200"/>
              <a:buNone/>
              <a:defRPr sz="1200"/>
            </a:lvl9pPr>
          </a:lstStyle>
          <a:p/>
        </p:txBody>
      </p:sp>
      <p:sp>
        <p:nvSpPr>
          <p:cNvPr id="8942" name="Google Shape;8942;p151"/>
          <p:cNvSpPr txBox="1"/>
          <p:nvPr>
            <p:ph idx="5" type="subTitle"/>
          </p:nvPr>
        </p:nvSpPr>
        <p:spPr>
          <a:xfrm>
            <a:off x="4085413" y="928363"/>
            <a:ext cx="1932000" cy="296700"/>
          </a:xfrm>
          <a:prstGeom prst="rect">
            <a:avLst/>
          </a:prstGeom>
          <a:noFill/>
          <a:ln>
            <a:noFill/>
          </a:ln>
        </p:spPr>
        <p:txBody>
          <a:bodyPr anchorCtr="0" anchor="t" bIns="36000" lIns="36000" spcFirstLastPara="1" rIns="36000" wrap="square" tIns="36000">
            <a:noAutofit/>
          </a:bodyPr>
          <a:lstStyle>
            <a:lvl1pPr lvl="0" algn="ctr">
              <a:spcBef>
                <a:spcPts val="0"/>
              </a:spcBef>
              <a:spcAft>
                <a:spcPts val="0"/>
              </a:spcAft>
              <a:buClr>
                <a:srgbClr val="000000"/>
              </a:buClr>
              <a:buSzPts val="1200"/>
              <a:buNone/>
              <a:defRPr sz="1200">
                <a:solidFill>
                  <a:srgbClr val="000000"/>
                </a:solidFill>
              </a:defRPr>
            </a:lvl1pPr>
            <a:lvl2pPr lvl="1" algn="ctr">
              <a:spcBef>
                <a:spcPts val="0"/>
              </a:spcBef>
              <a:spcAft>
                <a:spcPts val="0"/>
              </a:spcAft>
              <a:buSzPts val="1200"/>
              <a:buNone/>
              <a:defRPr sz="1200"/>
            </a:lvl2pPr>
            <a:lvl3pPr lvl="2" algn="ctr">
              <a:spcBef>
                <a:spcPts val="0"/>
              </a:spcBef>
              <a:spcAft>
                <a:spcPts val="0"/>
              </a:spcAft>
              <a:buSzPts val="1200"/>
              <a:buNone/>
              <a:defRPr sz="1200"/>
            </a:lvl3pPr>
            <a:lvl4pPr lvl="3" algn="ctr">
              <a:spcBef>
                <a:spcPts val="0"/>
              </a:spcBef>
              <a:spcAft>
                <a:spcPts val="0"/>
              </a:spcAft>
              <a:buSzPts val="1200"/>
              <a:buNone/>
              <a:defRPr sz="1200"/>
            </a:lvl4pPr>
            <a:lvl5pPr lvl="4" algn="ctr">
              <a:spcBef>
                <a:spcPts val="0"/>
              </a:spcBef>
              <a:spcAft>
                <a:spcPts val="0"/>
              </a:spcAft>
              <a:buSzPts val="1200"/>
              <a:buNone/>
              <a:defRPr sz="1200"/>
            </a:lvl5pPr>
            <a:lvl6pPr lvl="5" algn="ctr">
              <a:spcBef>
                <a:spcPts val="0"/>
              </a:spcBef>
              <a:spcAft>
                <a:spcPts val="0"/>
              </a:spcAft>
              <a:buSzPts val="1200"/>
              <a:buNone/>
              <a:defRPr sz="1200"/>
            </a:lvl6pPr>
            <a:lvl7pPr lvl="6" algn="ctr">
              <a:spcBef>
                <a:spcPts val="0"/>
              </a:spcBef>
              <a:spcAft>
                <a:spcPts val="0"/>
              </a:spcAft>
              <a:buSzPts val="1200"/>
              <a:buNone/>
              <a:defRPr sz="1200"/>
            </a:lvl7pPr>
            <a:lvl8pPr lvl="7" algn="ctr">
              <a:spcBef>
                <a:spcPts val="0"/>
              </a:spcBef>
              <a:spcAft>
                <a:spcPts val="0"/>
              </a:spcAft>
              <a:buSzPts val="1200"/>
              <a:buNone/>
              <a:defRPr sz="1200"/>
            </a:lvl8pPr>
            <a:lvl9pPr lvl="8" algn="ctr">
              <a:spcBef>
                <a:spcPts val="0"/>
              </a:spcBef>
              <a:spcAft>
                <a:spcPts val="0"/>
              </a:spcAft>
              <a:buSzPts val="1200"/>
              <a:buNone/>
              <a:defRPr sz="1200"/>
            </a:lvl9pPr>
          </a:lstStyle>
          <a:p/>
        </p:txBody>
      </p:sp>
      <p:sp>
        <p:nvSpPr>
          <p:cNvPr id="8943" name="Google Shape;8943;p151"/>
          <p:cNvSpPr txBox="1"/>
          <p:nvPr>
            <p:ph idx="6" type="subTitle"/>
          </p:nvPr>
        </p:nvSpPr>
        <p:spPr>
          <a:xfrm>
            <a:off x="6017713" y="928363"/>
            <a:ext cx="1932000" cy="296700"/>
          </a:xfrm>
          <a:prstGeom prst="rect">
            <a:avLst/>
          </a:prstGeom>
          <a:noFill/>
          <a:ln>
            <a:noFill/>
          </a:ln>
        </p:spPr>
        <p:txBody>
          <a:bodyPr anchorCtr="0" anchor="t" bIns="36000" lIns="36000" spcFirstLastPara="1" rIns="36000" wrap="square" tIns="36000">
            <a:noAutofit/>
          </a:bodyPr>
          <a:lstStyle>
            <a:lvl1pPr lvl="0" algn="ctr">
              <a:spcBef>
                <a:spcPts val="0"/>
              </a:spcBef>
              <a:spcAft>
                <a:spcPts val="0"/>
              </a:spcAft>
              <a:buClr>
                <a:srgbClr val="000000"/>
              </a:buClr>
              <a:buSzPts val="1200"/>
              <a:buNone/>
              <a:defRPr sz="1200">
                <a:solidFill>
                  <a:srgbClr val="000000"/>
                </a:solidFill>
              </a:defRPr>
            </a:lvl1pPr>
            <a:lvl2pPr lvl="1" algn="ctr">
              <a:spcBef>
                <a:spcPts val="0"/>
              </a:spcBef>
              <a:spcAft>
                <a:spcPts val="0"/>
              </a:spcAft>
              <a:buSzPts val="1200"/>
              <a:buNone/>
              <a:defRPr sz="1200"/>
            </a:lvl2pPr>
            <a:lvl3pPr lvl="2" algn="ctr">
              <a:spcBef>
                <a:spcPts val="0"/>
              </a:spcBef>
              <a:spcAft>
                <a:spcPts val="0"/>
              </a:spcAft>
              <a:buSzPts val="1200"/>
              <a:buNone/>
              <a:defRPr sz="1200"/>
            </a:lvl3pPr>
            <a:lvl4pPr lvl="3" algn="ctr">
              <a:spcBef>
                <a:spcPts val="0"/>
              </a:spcBef>
              <a:spcAft>
                <a:spcPts val="0"/>
              </a:spcAft>
              <a:buSzPts val="1200"/>
              <a:buNone/>
              <a:defRPr sz="1200"/>
            </a:lvl4pPr>
            <a:lvl5pPr lvl="4" algn="ctr">
              <a:spcBef>
                <a:spcPts val="0"/>
              </a:spcBef>
              <a:spcAft>
                <a:spcPts val="0"/>
              </a:spcAft>
              <a:buSzPts val="1200"/>
              <a:buNone/>
              <a:defRPr sz="1200"/>
            </a:lvl5pPr>
            <a:lvl6pPr lvl="5" algn="ctr">
              <a:spcBef>
                <a:spcPts val="0"/>
              </a:spcBef>
              <a:spcAft>
                <a:spcPts val="0"/>
              </a:spcAft>
              <a:buSzPts val="1200"/>
              <a:buNone/>
              <a:defRPr sz="1200"/>
            </a:lvl6pPr>
            <a:lvl7pPr lvl="6" algn="ctr">
              <a:spcBef>
                <a:spcPts val="0"/>
              </a:spcBef>
              <a:spcAft>
                <a:spcPts val="0"/>
              </a:spcAft>
              <a:buSzPts val="1200"/>
              <a:buNone/>
              <a:defRPr sz="1200"/>
            </a:lvl7pPr>
            <a:lvl8pPr lvl="7" algn="ctr">
              <a:spcBef>
                <a:spcPts val="0"/>
              </a:spcBef>
              <a:spcAft>
                <a:spcPts val="0"/>
              </a:spcAft>
              <a:buSzPts val="1200"/>
              <a:buNone/>
              <a:defRPr sz="1200"/>
            </a:lvl8pPr>
            <a:lvl9pPr lvl="8" algn="ctr">
              <a:spcBef>
                <a:spcPts val="0"/>
              </a:spcBef>
              <a:spcAft>
                <a:spcPts val="0"/>
              </a:spcAft>
              <a:buSzPts val="1200"/>
              <a:buNone/>
              <a:defRPr sz="1200"/>
            </a:lvl9pPr>
          </a:lstStyle>
          <a:p/>
        </p:txBody>
      </p:sp>
      <p:sp>
        <p:nvSpPr>
          <p:cNvPr id="8944" name="Google Shape;8944;p151"/>
          <p:cNvSpPr txBox="1"/>
          <p:nvPr>
            <p:ph idx="7" type="subTitle"/>
          </p:nvPr>
        </p:nvSpPr>
        <p:spPr>
          <a:xfrm>
            <a:off x="7949713" y="928363"/>
            <a:ext cx="1932000" cy="296700"/>
          </a:xfrm>
          <a:prstGeom prst="rect">
            <a:avLst/>
          </a:prstGeom>
          <a:noFill/>
          <a:ln>
            <a:noFill/>
          </a:ln>
        </p:spPr>
        <p:txBody>
          <a:bodyPr anchorCtr="0" anchor="t" bIns="36000" lIns="36000" spcFirstLastPara="1" rIns="36000" wrap="square" tIns="36000">
            <a:noAutofit/>
          </a:bodyPr>
          <a:lstStyle>
            <a:lvl1pPr lvl="0" algn="ctr">
              <a:spcBef>
                <a:spcPts val="0"/>
              </a:spcBef>
              <a:spcAft>
                <a:spcPts val="0"/>
              </a:spcAft>
              <a:buClr>
                <a:srgbClr val="000000"/>
              </a:buClr>
              <a:buSzPts val="1200"/>
              <a:buNone/>
              <a:defRPr sz="1200">
                <a:solidFill>
                  <a:srgbClr val="000000"/>
                </a:solidFill>
              </a:defRPr>
            </a:lvl1pPr>
            <a:lvl2pPr lvl="1" algn="ctr">
              <a:spcBef>
                <a:spcPts val="0"/>
              </a:spcBef>
              <a:spcAft>
                <a:spcPts val="0"/>
              </a:spcAft>
              <a:buSzPts val="1200"/>
              <a:buNone/>
              <a:defRPr sz="1200"/>
            </a:lvl2pPr>
            <a:lvl3pPr lvl="2" algn="ctr">
              <a:spcBef>
                <a:spcPts val="0"/>
              </a:spcBef>
              <a:spcAft>
                <a:spcPts val="0"/>
              </a:spcAft>
              <a:buSzPts val="1200"/>
              <a:buNone/>
              <a:defRPr sz="1200"/>
            </a:lvl3pPr>
            <a:lvl4pPr lvl="3" algn="ctr">
              <a:spcBef>
                <a:spcPts val="0"/>
              </a:spcBef>
              <a:spcAft>
                <a:spcPts val="0"/>
              </a:spcAft>
              <a:buSzPts val="1200"/>
              <a:buNone/>
              <a:defRPr sz="1200"/>
            </a:lvl4pPr>
            <a:lvl5pPr lvl="4" algn="ctr">
              <a:spcBef>
                <a:spcPts val="0"/>
              </a:spcBef>
              <a:spcAft>
                <a:spcPts val="0"/>
              </a:spcAft>
              <a:buSzPts val="1200"/>
              <a:buNone/>
              <a:defRPr sz="1200"/>
            </a:lvl5pPr>
            <a:lvl6pPr lvl="5" algn="ctr">
              <a:spcBef>
                <a:spcPts val="0"/>
              </a:spcBef>
              <a:spcAft>
                <a:spcPts val="0"/>
              </a:spcAft>
              <a:buSzPts val="1200"/>
              <a:buNone/>
              <a:defRPr sz="1200"/>
            </a:lvl6pPr>
            <a:lvl7pPr lvl="6" algn="ctr">
              <a:spcBef>
                <a:spcPts val="0"/>
              </a:spcBef>
              <a:spcAft>
                <a:spcPts val="0"/>
              </a:spcAft>
              <a:buSzPts val="1200"/>
              <a:buNone/>
              <a:defRPr sz="1200"/>
            </a:lvl7pPr>
            <a:lvl8pPr lvl="7" algn="ctr">
              <a:spcBef>
                <a:spcPts val="0"/>
              </a:spcBef>
              <a:spcAft>
                <a:spcPts val="0"/>
              </a:spcAft>
              <a:buSzPts val="1200"/>
              <a:buNone/>
              <a:defRPr sz="1200"/>
            </a:lvl8pPr>
            <a:lvl9pPr lvl="8" algn="ctr">
              <a:spcBef>
                <a:spcPts val="0"/>
              </a:spcBef>
              <a:spcAft>
                <a:spcPts val="0"/>
              </a:spcAft>
              <a:buSzPts val="1200"/>
              <a:buNone/>
              <a:defRPr sz="1200"/>
            </a:lvl9pPr>
          </a:lstStyle>
          <a:p/>
        </p:txBody>
      </p:sp>
      <p:sp>
        <p:nvSpPr>
          <p:cNvPr id="8945" name="Google Shape;8945;p151"/>
          <p:cNvSpPr txBox="1"/>
          <p:nvPr>
            <p:ph idx="8" type="body"/>
          </p:nvPr>
        </p:nvSpPr>
        <p:spPr>
          <a:xfrm>
            <a:off x="641150" y="612125"/>
            <a:ext cx="1770300" cy="160500"/>
          </a:xfrm>
          <a:prstGeom prst="rect">
            <a:avLst/>
          </a:prstGeom>
          <a:noFill/>
          <a:ln>
            <a:noFill/>
          </a:ln>
        </p:spPr>
        <p:txBody>
          <a:bodyPr anchorCtr="0" anchor="t" bIns="0" lIns="0" spcFirstLastPara="1" rIns="0" wrap="square" tIns="0">
            <a:noAutofit/>
          </a:bodyPr>
          <a:lstStyle>
            <a:lvl1pPr indent="-292100" lvl="0" marL="457200" algn="ctr">
              <a:spcBef>
                <a:spcPts val="0"/>
              </a:spcBef>
              <a:spcAft>
                <a:spcPts val="0"/>
              </a:spcAft>
              <a:buClr>
                <a:srgbClr val="FFFFFF"/>
              </a:buClr>
              <a:buSzPts val="1000"/>
              <a:buChar char="●"/>
              <a:defRPr sz="1000">
                <a:solidFill>
                  <a:srgbClr val="FFFFFF"/>
                </a:solidFill>
              </a:defRPr>
            </a:lvl1pPr>
            <a:lvl2pPr indent="-292100" lvl="1" marL="914400" algn="ctr">
              <a:spcBef>
                <a:spcPts val="0"/>
              </a:spcBef>
              <a:spcAft>
                <a:spcPts val="0"/>
              </a:spcAft>
              <a:buClr>
                <a:srgbClr val="FFFFFF"/>
              </a:buClr>
              <a:buSzPts val="1000"/>
              <a:buChar char="○"/>
              <a:defRPr sz="1000">
                <a:solidFill>
                  <a:srgbClr val="FFFFFF"/>
                </a:solidFill>
              </a:defRPr>
            </a:lvl2pPr>
            <a:lvl3pPr indent="-292100" lvl="2" marL="1371600" algn="ctr">
              <a:spcBef>
                <a:spcPts val="0"/>
              </a:spcBef>
              <a:spcAft>
                <a:spcPts val="0"/>
              </a:spcAft>
              <a:buClr>
                <a:srgbClr val="FFFFFF"/>
              </a:buClr>
              <a:buSzPts val="1000"/>
              <a:buChar char="■"/>
              <a:defRPr sz="1000">
                <a:solidFill>
                  <a:srgbClr val="FFFFFF"/>
                </a:solidFill>
              </a:defRPr>
            </a:lvl3pPr>
            <a:lvl4pPr indent="-292100" lvl="3" marL="1828800" algn="ctr">
              <a:spcBef>
                <a:spcPts val="0"/>
              </a:spcBef>
              <a:spcAft>
                <a:spcPts val="0"/>
              </a:spcAft>
              <a:buClr>
                <a:srgbClr val="FFFFFF"/>
              </a:buClr>
              <a:buSzPts val="1000"/>
              <a:buChar char="●"/>
              <a:defRPr sz="1000">
                <a:solidFill>
                  <a:srgbClr val="FFFFFF"/>
                </a:solidFill>
              </a:defRPr>
            </a:lvl4pPr>
            <a:lvl5pPr indent="-292100" lvl="4" marL="2286000" algn="ctr">
              <a:spcBef>
                <a:spcPts val="0"/>
              </a:spcBef>
              <a:spcAft>
                <a:spcPts val="0"/>
              </a:spcAft>
              <a:buClr>
                <a:srgbClr val="FFFFFF"/>
              </a:buClr>
              <a:buSzPts val="1000"/>
              <a:buChar char="○"/>
              <a:defRPr sz="1000">
                <a:solidFill>
                  <a:srgbClr val="FFFFFF"/>
                </a:solidFill>
              </a:defRPr>
            </a:lvl5pPr>
            <a:lvl6pPr indent="-292100" lvl="5" marL="2743200" algn="ctr">
              <a:spcBef>
                <a:spcPts val="0"/>
              </a:spcBef>
              <a:spcAft>
                <a:spcPts val="0"/>
              </a:spcAft>
              <a:buClr>
                <a:srgbClr val="FFFFFF"/>
              </a:buClr>
              <a:buSzPts val="1000"/>
              <a:buChar char="■"/>
              <a:defRPr sz="1000">
                <a:solidFill>
                  <a:srgbClr val="FFFFFF"/>
                </a:solidFill>
              </a:defRPr>
            </a:lvl6pPr>
            <a:lvl7pPr indent="-292100" lvl="6" marL="3200400" algn="ctr">
              <a:spcBef>
                <a:spcPts val="0"/>
              </a:spcBef>
              <a:spcAft>
                <a:spcPts val="0"/>
              </a:spcAft>
              <a:buClr>
                <a:srgbClr val="FFFFFF"/>
              </a:buClr>
              <a:buSzPts val="1000"/>
              <a:buChar char="●"/>
              <a:defRPr sz="1000">
                <a:solidFill>
                  <a:srgbClr val="FFFFFF"/>
                </a:solidFill>
              </a:defRPr>
            </a:lvl7pPr>
            <a:lvl8pPr indent="-292100" lvl="7" marL="3657600" algn="ctr">
              <a:spcBef>
                <a:spcPts val="0"/>
              </a:spcBef>
              <a:spcAft>
                <a:spcPts val="0"/>
              </a:spcAft>
              <a:buClr>
                <a:srgbClr val="FFFFFF"/>
              </a:buClr>
              <a:buSzPts val="1000"/>
              <a:buChar char="○"/>
              <a:defRPr sz="1000">
                <a:solidFill>
                  <a:srgbClr val="FFFFFF"/>
                </a:solidFill>
              </a:defRPr>
            </a:lvl8pPr>
            <a:lvl9pPr indent="-292100" lvl="8" marL="4114800" algn="ctr">
              <a:spcBef>
                <a:spcPts val="0"/>
              </a:spcBef>
              <a:spcAft>
                <a:spcPts val="0"/>
              </a:spcAft>
              <a:buClr>
                <a:srgbClr val="FFFFFF"/>
              </a:buClr>
              <a:buSzPts val="1000"/>
              <a:buChar char="■"/>
              <a:defRPr sz="1000">
                <a:solidFill>
                  <a:srgbClr val="FFFFFF"/>
                </a:solidFill>
              </a:defRPr>
            </a:lvl9pPr>
          </a:lstStyle>
          <a:p/>
        </p:txBody>
      </p:sp>
      <p:sp>
        <p:nvSpPr>
          <p:cNvPr id="8946" name="Google Shape;8946;p151"/>
          <p:cNvSpPr txBox="1"/>
          <p:nvPr/>
        </p:nvSpPr>
        <p:spPr>
          <a:xfrm>
            <a:off x="84825" y="598125"/>
            <a:ext cx="595500" cy="205800"/>
          </a:xfrm>
          <a:prstGeom prst="rect">
            <a:avLst/>
          </a:prstGeom>
          <a:noFill/>
          <a:ln>
            <a:noFill/>
          </a:ln>
        </p:spPr>
        <p:txBody>
          <a:bodyPr anchorCtr="0" anchor="t" bIns="18000" lIns="18000" spcFirstLastPara="1" rIns="18000" wrap="square" tIns="18000">
            <a:spAutoFit/>
          </a:bodyPr>
          <a:lstStyle/>
          <a:p>
            <a:pPr indent="0" lvl="0" marL="0" rtl="0" algn="l">
              <a:spcBef>
                <a:spcPts val="0"/>
              </a:spcBef>
              <a:spcAft>
                <a:spcPts val="0"/>
              </a:spcAft>
              <a:buNone/>
            </a:pPr>
            <a:r>
              <a:rPr lang="es-419" sz="1100">
                <a:solidFill>
                  <a:srgbClr val="FFFFFF"/>
                </a:solidFill>
              </a:rPr>
              <a:t>Nombre:</a:t>
            </a:r>
            <a:endParaRPr sz="1100">
              <a:solidFill>
                <a:srgbClr val="FFFFFF"/>
              </a:solidFill>
            </a:endParaRPr>
          </a:p>
        </p:txBody>
      </p:sp>
    </p:spTree>
  </p:cSld>
  <p:clrMapOvr>
    <a:masterClrMapping/>
  </p:clrMapOvr>
</p:sldLayout>
</file>

<file path=ppt/slideLayouts/slideLayout14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4.6 Diagrama de Comunicación">
  <p:cSld name="TITLE_3_6_1_1_1_1_1_1_1_1_1_1_1_1_1_1_1_1_1_1_1">
    <p:spTree>
      <p:nvGrpSpPr>
        <p:cNvPr id="8947" name="Shape 8947"/>
        <p:cNvGrpSpPr/>
        <p:nvPr/>
      </p:nvGrpSpPr>
      <p:grpSpPr>
        <a:xfrm>
          <a:off x="0" y="0"/>
          <a:ext cx="0" cy="0"/>
          <a:chOff x="0" y="0"/>
          <a:chExt cx="0" cy="0"/>
        </a:xfrm>
      </p:grpSpPr>
      <p:sp>
        <p:nvSpPr>
          <p:cNvPr id="8948" name="Google Shape;8948;p152"/>
          <p:cNvSpPr/>
          <p:nvPr/>
        </p:nvSpPr>
        <p:spPr>
          <a:xfrm>
            <a:off x="97888" y="377012"/>
            <a:ext cx="9893400" cy="296700"/>
          </a:xfrm>
          <a:prstGeom prst="roundRect">
            <a:avLst>
              <a:gd fmla="val 22902" name="adj"/>
            </a:avLst>
          </a:prstGeom>
          <a:solidFill>
            <a:srgbClr val="F3F3F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8949" name="Google Shape;8949;p152"/>
          <p:cNvSpPr/>
          <p:nvPr/>
        </p:nvSpPr>
        <p:spPr>
          <a:xfrm>
            <a:off x="77688" y="358938"/>
            <a:ext cx="9935700" cy="6438000"/>
          </a:xfrm>
          <a:prstGeom prst="roundRect">
            <a:avLst>
              <a:gd fmla="val 2618" name="adj"/>
            </a:avLst>
          </a:prstGeom>
          <a:solidFill>
            <a:srgbClr val="FFFFFF"/>
          </a:solidFill>
          <a:ln cap="flat" cmpd="sng" w="38100">
            <a:solidFill>
              <a:srgbClr val="000000"/>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950" name="Google Shape;8950;p152"/>
          <p:cNvCxnSpPr/>
          <p:nvPr/>
        </p:nvCxnSpPr>
        <p:spPr>
          <a:xfrm>
            <a:off x="77688" y="772614"/>
            <a:ext cx="9935700" cy="0"/>
          </a:xfrm>
          <a:prstGeom prst="straightConnector1">
            <a:avLst/>
          </a:prstGeom>
          <a:noFill/>
          <a:ln cap="flat" cmpd="sng" w="19050">
            <a:solidFill>
              <a:srgbClr val="000000"/>
            </a:solidFill>
            <a:prstDash val="solid"/>
            <a:round/>
            <a:headEnd len="med" w="med" type="none"/>
            <a:tailEnd len="med" w="med" type="none"/>
          </a:ln>
        </p:spPr>
      </p:cxnSp>
      <p:cxnSp>
        <p:nvCxnSpPr>
          <p:cNvPr id="8951" name="Google Shape;8951;p152"/>
          <p:cNvCxnSpPr/>
          <p:nvPr/>
        </p:nvCxnSpPr>
        <p:spPr>
          <a:xfrm rot="10800000">
            <a:off x="2439038" y="368188"/>
            <a:ext cx="0" cy="402300"/>
          </a:xfrm>
          <a:prstGeom prst="straightConnector1">
            <a:avLst/>
          </a:prstGeom>
          <a:noFill/>
          <a:ln cap="flat" cmpd="sng" w="19050">
            <a:solidFill>
              <a:srgbClr val="000000"/>
            </a:solidFill>
            <a:prstDash val="solid"/>
            <a:round/>
            <a:headEnd len="med" w="med" type="none"/>
            <a:tailEnd len="med" w="med" type="none"/>
          </a:ln>
        </p:spPr>
      </p:cxnSp>
      <p:sp>
        <p:nvSpPr>
          <p:cNvPr id="8952" name="Google Shape;8952;p152"/>
          <p:cNvSpPr txBox="1"/>
          <p:nvPr>
            <p:ph type="title"/>
          </p:nvPr>
        </p:nvSpPr>
        <p:spPr>
          <a:xfrm flipH="1">
            <a:off x="3219174" y="437575"/>
            <a:ext cx="1731300" cy="2658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200"/>
              <a:buNone/>
              <a:defRPr sz="1200">
                <a:solidFill>
                  <a:srgbClr val="000000"/>
                </a:solidFill>
              </a:defRPr>
            </a:lvl1pPr>
            <a:lvl2pPr lvl="1">
              <a:spcBef>
                <a:spcPts val="0"/>
              </a:spcBef>
              <a:spcAft>
                <a:spcPts val="0"/>
              </a:spcAft>
              <a:buClr>
                <a:srgbClr val="000000"/>
              </a:buClr>
              <a:buSzPts val="1100"/>
              <a:buNone/>
              <a:defRPr sz="1100">
                <a:solidFill>
                  <a:srgbClr val="000000"/>
                </a:solidFill>
              </a:defRPr>
            </a:lvl2pPr>
            <a:lvl3pPr lvl="2">
              <a:spcBef>
                <a:spcPts val="0"/>
              </a:spcBef>
              <a:spcAft>
                <a:spcPts val="0"/>
              </a:spcAft>
              <a:buClr>
                <a:srgbClr val="000000"/>
              </a:buClr>
              <a:buSzPts val="1100"/>
              <a:buNone/>
              <a:defRPr sz="1100">
                <a:solidFill>
                  <a:srgbClr val="000000"/>
                </a:solidFill>
              </a:defRPr>
            </a:lvl3pPr>
            <a:lvl4pPr lvl="3">
              <a:spcBef>
                <a:spcPts val="0"/>
              </a:spcBef>
              <a:spcAft>
                <a:spcPts val="0"/>
              </a:spcAft>
              <a:buClr>
                <a:srgbClr val="000000"/>
              </a:buClr>
              <a:buSzPts val="1100"/>
              <a:buNone/>
              <a:defRPr sz="1100">
                <a:solidFill>
                  <a:srgbClr val="000000"/>
                </a:solidFill>
              </a:defRPr>
            </a:lvl4pPr>
            <a:lvl5pPr lvl="4">
              <a:spcBef>
                <a:spcPts val="0"/>
              </a:spcBef>
              <a:spcAft>
                <a:spcPts val="0"/>
              </a:spcAft>
              <a:buClr>
                <a:srgbClr val="000000"/>
              </a:buClr>
              <a:buSzPts val="1100"/>
              <a:buNone/>
              <a:defRPr sz="1100">
                <a:solidFill>
                  <a:srgbClr val="000000"/>
                </a:solidFill>
              </a:defRPr>
            </a:lvl5pPr>
            <a:lvl6pPr lvl="5">
              <a:spcBef>
                <a:spcPts val="0"/>
              </a:spcBef>
              <a:spcAft>
                <a:spcPts val="0"/>
              </a:spcAft>
              <a:buClr>
                <a:srgbClr val="000000"/>
              </a:buClr>
              <a:buSzPts val="1100"/>
              <a:buNone/>
              <a:defRPr sz="1100">
                <a:solidFill>
                  <a:srgbClr val="000000"/>
                </a:solidFill>
              </a:defRPr>
            </a:lvl6pPr>
            <a:lvl7pPr lvl="6">
              <a:spcBef>
                <a:spcPts val="0"/>
              </a:spcBef>
              <a:spcAft>
                <a:spcPts val="0"/>
              </a:spcAft>
              <a:buClr>
                <a:srgbClr val="000000"/>
              </a:buClr>
              <a:buSzPts val="1100"/>
              <a:buNone/>
              <a:defRPr sz="1100">
                <a:solidFill>
                  <a:srgbClr val="000000"/>
                </a:solidFill>
              </a:defRPr>
            </a:lvl7pPr>
            <a:lvl8pPr lvl="7">
              <a:spcBef>
                <a:spcPts val="0"/>
              </a:spcBef>
              <a:spcAft>
                <a:spcPts val="0"/>
              </a:spcAft>
              <a:buClr>
                <a:srgbClr val="000000"/>
              </a:buClr>
              <a:buSzPts val="1100"/>
              <a:buNone/>
              <a:defRPr sz="1100">
                <a:solidFill>
                  <a:srgbClr val="000000"/>
                </a:solidFill>
              </a:defRPr>
            </a:lvl8pPr>
            <a:lvl9pPr lvl="8">
              <a:spcBef>
                <a:spcPts val="0"/>
              </a:spcBef>
              <a:spcAft>
                <a:spcPts val="0"/>
              </a:spcAft>
              <a:buClr>
                <a:srgbClr val="000000"/>
              </a:buClr>
              <a:buSzPts val="1100"/>
              <a:buNone/>
              <a:defRPr sz="1100">
                <a:solidFill>
                  <a:srgbClr val="000000"/>
                </a:solidFill>
              </a:defRPr>
            </a:lvl9pPr>
          </a:lstStyle>
          <a:p/>
        </p:txBody>
      </p:sp>
      <p:sp>
        <p:nvSpPr>
          <p:cNvPr id="8953" name="Google Shape;8953;p152"/>
          <p:cNvSpPr txBox="1"/>
          <p:nvPr/>
        </p:nvSpPr>
        <p:spPr>
          <a:xfrm>
            <a:off x="2513487" y="437267"/>
            <a:ext cx="679500" cy="2664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b="1" lang="es-419" sz="1100"/>
              <a:t>Proceso:</a:t>
            </a:r>
            <a:endParaRPr b="1" sz="1100"/>
          </a:p>
        </p:txBody>
      </p:sp>
      <p:cxnSp>
        <p:nvCxnSpPr>
          <p:cNvPr id="8954" name="Google Shape;8954;p152"/>
          <p:cNvCxnSpPr/>
          <p:nvPr/>
        </p:nvCxnSpPr>
        <p:spPr>
          <a:xfrm rot="10800000">
            <a:off x="5070754" y="368188"/>
            <a:ext cx="0" cy="402300"/>
          </a:xfrm>
          <a:prstGeom prst="straightConnector1">
            <a:avLst/>
          </a:prstGeom>
          <a:noFill/>
          <a:ln cap="flat" cmpd="sng" w="19050">
            <a:solidFill>
              <a:srgbClr val="000000"/>
            </a:solidFill>
            <a:prstDash val="solid"/>
            <a:round/>
            <a:headEnd len="med" w="med" type="none"/>
            <a:tailEnd len="med" w="med" type="none"/>
          </a:ln>
        </p:spPr>
      </p:cxnSp>
      <p:sp>
        <p:nvSpPr>
          <p:cNvPr id="8955" name="Google Shape;8955;p152"/>
          <p:cNvSpPr txBox="1"/>
          <p:nvPr/>
        </p:nvSpPr>
        <p:spPr>
          <a:xfrm>
            <a:off x="5191013" y="387663"/>
            <a:ext cx="13026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Finalidad empresa:</a:t>
            </a:r>
            <a:endParaRPr b="1" sz="1100"/>
          </a:p>
        </p:txBody>
      </p:sp>
      <p:sp>
        <p:nvSpPr>
          <p:cNvPr id="8956" name="Google Shape;8956;p152"/>
          <p:cNvSpPr txBox="1"/>
          <p:nvPr/>
        </p:nvSpPr>
        <p:spPr>
          <a:xfrm>
            <a:off x="5191013" y="579538"/>
            <a:ext cx="11637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Finalidad cliente:</a:t>
            </a:r>
            <a:endParaRPr b="1" sz="1100"/>
          </a:p>
        </p:txBody>
      </p:sp>
      <p:sp>
        <p:nvSpPr>
          <p:cNvPr id="8957" name="Google Shape;8957;p152"/>
          <p:cNvSpPr/>
          <p:nvPr/>
        </p:nvSpPr>
        <p:spPr>
          <a:xfrm>
            <a:off x="77688" y="349338"/>
            <a:ext cx="2361300" cy="421200"/>
          </a:xfrm>
          <a:prstGeom prst="roundRect">
            <a:avLst>
              <a:gd fmla="val 50000" name="adj"/>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s-419" sz="1200">
                <a:solidFill>
                  <a:srgbClr val="FFFFFF"/>
                </a:solidFill>
              </a:rPr>
              <a:t>Diagrama de Comunicación</a:t>
            </a:r>
            <a:endParaRPr b="1" sz="1200">
              <a:solidFill>
                <a:srgbClr val="FFFFFF"/>
              </a:solidFill>
            </a:endParaRPr>
          </a:p>
          <a:p>
            <a:pPr indent="0" lvl="0" marL="0" rtl="0" algn="ctr">
              <a:spcBef>
                <a:spcPts val="0"/>
              </a:spcBef>
              <a:spcAft>
                <a:spcPts val="0"/>
              </a:spcAft>
              <a:buNone/>
            </a:pPr>
            <a:r>
              <a:t/>
            </a:r>
            <a:endParaRPr b="1" sz="1200">
              <a:solidFill>
                <a:srgbClr val="FFFFFF"/>
              </a:solidFill>
            </a:endParaRPr>
          </a:p>
        </p:txBody>
      </p:sp>
      <p:sp>
        <p:nvSpPr>
          <p:cNvPr id="8958" name="Google Shape;8958;p152"/>
          <p:cNvSpPr/>
          <p:nvPr/>
        </p:nvSpPr>
        <p:spPr>
          <a:xfrm>
            <a:off x="83988" y="595504"/>
            <a:ext cx="190200" cy="1692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9" name="Google Shape;8959;p152"/>
          <p:cNvSpPr/>
          <p:nvPr/>
        </p:nvSpPr>
        <p:spPr>
          <a:xfrm>
            <a:off x="2292338" y="358938"/>
            <a:ext cx="146700" cy="4023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0" name="Google Shape;8960;p152"/>
          <p:cNvSpPr txBox="1"/>
          <p:nvPr>
            <p:ph idx="2" type="title"/>
          </p:nvPr>
        </p:nvSpPr>
        <p:spPr>
          <a:xfrm flipH="1">
            <a:off x="6546263" y="387663"/>
            <a:ext cx="3350100" cy="1692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000"/>
              <a:buNone/>
              <a:defRPr sz="1000">
                <a:solidFill>
                  <a:srgbClr val="000000"/>
                </a:solidFill>
              </a:defRPr>
            </a:lvl1pPr>
            <a:lvl2pPr lvl="1">
              <a:spcBef>
                <a:spcPts val="0"/>
              </a:spcBef>
              <a:spcAft>
                <a:spcPts val="0"/>
              </a:spcAft>
              <a:buClr>
                <a:srgbClr val="000000"/>
              </a:buClr>
              <a:buSzPts val="1000"/>
              <a:buNone/>
              <a:defRPr sz="1000">
                <a:solidFill>
                  <a:srgbClr val="000000"/>
                </a:solidFill>
              </a:defRPr>
            </a:lvl2pPr>
            <a:lvl3pPr lvl="2">
              <a:spcBef>
                <a:spcPts val="0"/>
              </a:spcBef>
              <a:spcAft>
                <a:spcPts val="0"/>
              </a:spcAft>
              <a:buClr>
                <a:srgbClr val="000000"/>
              </a:buClr>
              <a:buSzPts val="1000"/>
              <a:buNone/>
              <a:defRPr sz="1000">
                <a:solidFill>
                  <a:srgbClr val="000000"/>
                </a:solidFill>
              </a:defRPr>
            </a:lvl3pPr>
            <a:lvl4pPr lvl="3">
              <a:spcBef>
                <a:spcPts val="0"/>
              </a:spcBef>
              <a:spcAft>
                <a:spcPts val="0"/>
              </a:spcAft>
              <a:buClr>
                <a:srgbClr val="000000"/>
              </a:buClr>
              <a:buSzPts val="1000"/>
              <a:buNone/>
              <a:defRPr sz="1000">
                <a:solidFill>
                  <a:srgbClr val="000000"/>
                </a:solidFill>
              </a:defRPr>
            </a:lvl4pPr>
            <a:lvl5pPr lvl="4">
              <a:spcBef>
                <a:spcPts val="0"/>
              </a:spcBef>
              <a:spcAft>
                <a:spcPts val="0"/>
              </a:spcAft>
              <a:buClr>
                <a:srgbClr val="000000"/>
              </a:buClr>
              <a:buSzPts val="1000"/>
              <a:buNone/>
              <a:defRPr sz="1000">
                <a:solidFill>
                  <a:srgbClr val="000000"/>
                </a:solidFill>
              </a:defRPr>
            </a:lvl5pPr>
            <a:lvl6pPr lvl="5">
              <a:spcBef>
                <a:spcPts val="0"/>
              </a:spcBef>
              <a:spcAft>
                <a:spcPts val="0"/>
              </a:spcAft>
              <a:buClr>
                <a:srgbClr val="000000"/>
              </a:buClr>
              <a:buSzPts val="1000"/>
              <a:buNone/>
              <a:defRPr sz="1000">
                <a:solidFill>
                  <a:srgbClr val="000000"/>
                </a:solidFill>
              </a:defRPr>
            </a:lvl6pPr>
            <a:lvl7pPr lvl="6">
              <a:spcBef>
                <a:spcPts val="0"/>
              </a:spcBef>
              <a:spcAft>
                <a:spcPts val="0"/>
              </a:spcAft>
              <a:buClr>
                <a:srgbClr val="000000"/>
              </a:buClr>
              <a:buSzPts val="1000"/>
              <a:buNone/>
              <a:defRPr sz="1000">
                <a:solidFill>
                  <a:srgbClr val="000000"/>
                </a:solidFill>
              </a:defRPr>
            </a:lvl7pPr>
            <a:lvl8pPr lvl="7">
              <a:spcBef>
                <a:spcPts val="0"/>
              </a:spcBef>
              <a:spcAft>
                <a:spcPts val="0"/>
              </a:spcAft>
              <a:buClr>
                <a:srgbClr val="000000"/>
              </a:buClr>
              <a:buSzPts val="1000"/>
              <a:buNone/>
              <a:defRPr sz="1000">
                <a:solidFill>
                  <a:srgbClr val="000000"/>
                </a:solidFill>
              </a:defRPr>
            </a:lvl8pPr>
            <a:lvl9pPr lvl="8">
              <a:spcBef>
                <a:spcPts val="0"/>
              </a:spcBef>
              <a:spcAft>
                <a:spcPts val="0"/>
              </a:spcAft>
              <a:buClr>
                <a:srgbClr val="000000"/>
              </a:buClr>
              <a:buSzPts val="1000"/>
              <a:buNone/>
              <a:defRPr sz="1000">
                <a:solidFill>
                  <a:srgbClr val="000000"/>
                </a:solidFill>
              </a:defRPr>
            </a:lvl9pPr>
          </a:lstStyle>
          <a:p/>
        </p:txBody>
      </p:sp>
      <p:sp>
        <p:nvSpPr>
          <p:cNvPr id="8961" name="Google Shape;8961;p152"/>
          <p:cNvSpPr txBox="1"/>
          <p:nvPr>
            <p:ph idx="3" type="title"/>
          </p:nvPr>
        </p:nvSpPr>
        <p:spPr>
          <a:xfrm flipH="1">
            <a:off x="6546263" y="579538"/>
            <a:ext cx="3350100" cy="1692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000"/>
              <a:buNone/>
              <a:defRPr sz="1000">
                <a:solidFill>
                  <a:srgbClr val="000000"/>
                </a:solidFill>
              </a:defRPr>
            </a:lvl1pPr>
            <a:lvl2pPr lvl="1">
              <a:spcBef>
                <a:spcPts val="0"/>
              </a:spcBef>
              <a:spcAft>
                <a:spcPts val="0"/>
              </a:spcAft>
              <a:buClr>
                <a:srgbClr val="000000"/>
              </a:buClr>
              <a:buSzPts val="1000"/>
              <a:buNone/>
              <a:defRPr sz="1000">
                <a:solidFill>
                  <a:srgbClr val="000000"/>
                </a:solidFill>
              </a:defRPr>
            </a:lvl2pPr>
            <a:lvl3pPr lvl="2">
              <a:spcBef>
                <a:spcPts val="0"/>
              </a:spcBef>
              <a:spcAft>
                <a:spcPts val="0"/>
              </a:spcAft>
              <a:buClr>
                <a:srgbClr val="000000"/>
              </a:buClr>
              <a:buSzPts val="1000"/>
              <a:buNone/>
              <a:defRPr sz="1000">
                <a:solidFill>
                  <a:srgbClr val="000000"/>
                </a:solidFill>
              </a:defRPr>
            </a:lvl3pPr>
            <a:lvl4pPr lvl="3">
              <a:spcBef>
                <a:spcPts val="0"/>
              </a:spcBef>
              <a:spcAft>
                <a:spcPts val="0"/>
              </a:spcAft>
              <a:buClr>
                <a:srgbClr val="000000"/>
              </a:buClr>
              <a:buSzPts val="1000"/>
              <a:buNone/>
              <a:defRPr sz="1000">
                <a:solidFill>
                  <a:srgbClr val="000000"/>
                </a:solidFill>
              </a:defRPr>
            </a:lvl4pPr>
            <a:lvl5pPr lvl="4">
              <a:spcBef>
                <a:spcPts val="0"/>
              </a:spcBef>
              <a:spcAft>
                <a:spcPts val="0"/>
              </a:spcAft>
              <a:buClr>
                <a:srgbClr val="000000"/>
              </a:buClr>
              <a:buSzPts val="1000"/>
              <a:buNone/>
              <a:defRPr sz="1000">
                <a:solidFill>
                  <a:srgbClr val="000000"/>
                </a:solidFill>
              </a:defRPr>
            </a:lvl5pPr>
            <a:lvl6pPr lvl="5">
              <a:spcBef>
                <a:spcPts val="0"/>
              </a:spcBef>
              <a:spcAft>
                <a:spcPts val="0"/>
              </a:spcAft>
              <a:buClr>
                <a:srgbClr val="000000"/>
              </a:buClr>
              <a:buSzPts val="1000"/>
              <a:buNone/>
              <a:defRPr sz="1000">
                <a:solidFill>
                  <a:srgbClr val="000000"/>
                </a:solidFill>
              </a:defRPr>
            </a:lvl6pPr>
            <a:lvl7pPr lvl="6">
              <a:spcBef>
                <a:spcPts val="0"/>
              </a:spcBef>
              <a:spcAft>
                <a:spcPts val="0"/>
              </a:spcAft>
              <a:buClr>
                <a:srgbClr val="000000"/>
              </a:buClr>
              <a:buSzPts val="1000"/>
              <a:buNone/>
              <a:defRPr sz="1000">
                <a:solidFill>
                  <a:srgbClr val="000000"/>
                </a:solidFill>
              </a:defRPr>
            </a:lvl7pPr>
            <a:lvl8pPr lvl="7">
              <a:spcBef>
                <a:spcPts val="0"/>
              </a:spcBef>
              <a:spcAft>
                <a:spcPts val="0"/>
              </a:spcAft>
              <a:buClr>
                <a:srgbClr val="000000"/>
              </a:buClr>
              <a:buSzPts val="1000"/>
              <a:buNone/>
              <a:defRPr sz="1000">
                <a:solidFill>
                  <a:srgbClr val="000000"/>
                </a:solidFill>
              </a:defRPr>
            </a:lvl8pPr>
            <a:lvl9pPr lvl="8">
              <a:spcBef>
                <a:spcPts val="0"/>
              </a:spcBef>
              <a:spcAft>
                <a:spcPts val="0"/>
              </a:spcAft>
              <a:buClr>
                <a:srgbClr val="000000"/>
              </a:buClr>
              <a:buSzPts val="1000"/>
              <a:buNone/>
              <a:defRPr sz="1000">
                <a:solidFill>
                  <a:srgbClr val="000000"/>
                </a:solidFill>
              </a:defRPr>
            </a:lvl9pPr>
          </a:lstStyle>
          <a:p/>
        </p:txBody>
      </p:sp>
      <p:sp>
        <p:nvSpPr>
          <p:cNvPr id="8962" name="Google Shape;8962;p152"/>
          <p:cNvSpPr/>
          <p:nvPr/>
        </p:nvSpPr>
        <p:spPr>
          <a:xfrm>
            <a:off x="-1396550" y="760700"/>
            <a:ext cx="748200" cy="6079200"/>
          </a:xfrm>
          <a:prstGeom prst="roundRect">
            <a:avLst>
              <a:gd fmla="val 11877" name="adj"/>
            </a:avLst>
          </a:prstGeom>
          <a:solidFill>
            <a:srgbClr val="F3F3F3"/>
          </a:solidFill>
          <a:ln cap="flat" cmpd="sng" w="9525">
            <a:solidFill>
              <a:srgbClr val="F3F3F3"/>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t" bIns="54000" lIns="72000" spcFirstLastPara="1" rIns="72000" wrap="square" tIns="54000">
            <a:noAutofit/>
          </a:bodyPr>
          <a:lstStyle/>
          <a:p>
            <a:pPr indent="0" lvl="0" marL="0" rtl="0" algn="ctr">
              <a:spcBef>
                <a:spcPts val="0"/>
              </a:spcBef>
              <a:spcAft>
                <a:spcPts val="0"/>
              </a:spcAft>
              <a:buNone/>
            </a:pPr>
            <a:r>
              <a:rPr i="1" lang="es-419"/>
              <a:t>Paleta</a:t>
            </a:r>
            <a:endParaRPr i="1"/>
          </a:p>
        </p:txBody>
      </p:sp>
      <p:sp>
        <p:nvSpPr>
          <p:cNvPr id="8963" name="Google Shape;8963;p152"/>
          <p:cNvSpPr txBox="1"/>
          <p:nvPr>
            <p:ph idx="1" type="body"/>
          </p:nvPr>
        </p:nvSpPr>
        <p:spPr>
          <a:xfrm>
            <a:off x="641150" y="612125"/>
            <a:ext cx="1770300" cy="160500"/>
          </a:xfrm>
          <a:prstGeom prst="rect">
            <a:avLst/>
          </a:prstGeom>
          <a:noFill/>
          <a:ln>
            <a:noFill/>
          </a:ln>
        </p:spPr>
        <p:txBody>
          <a:bodyPr anchorCtr="0" anchor="t" bIns="0" lIns="0" spcFirstLastPara="1" rIns="0" wrap="square" tIns="0">
            <a:noAutofit/>
          </a:bodyPr>
          <a:lstStyle>
            <a:lvl1pPr indent="-292100" lvl="0" marL="457200" algn="ctr">
              <a:spcBef>
                <a:spcPts val="0"/>
              </a:spcBef>
              <a:spcAft>
                <a:spcPts val="0"/>
              </a:spcAft>
              <a:buClr>
                <a:srgbClr val="FFFFFF"/>
              </a:buClr>
              <a:buSzPts val="1000"/>
              <a:buChar char="●"/>
              <a:defRPr sz="1000">
                <a:solidFill>
                  <a:srgbClr val="FFFFFF"/>
                </a:solidFill>
              </a:defRPr>
            </a:lvl1pPr>
            <a:lvl2pPr indent="-292100" lvl="1" marL="914400" algn="ctr">
              <a:spcBef>
                <a:spcPts val="0"/>
              </a:spcBef>
              <a:spcAft>
                <a:spcPts val="0"/>
              </a:spcAft>
              <a:buClr>
                <a:srgbClr val="FFFFFF"/>
              </a:buClr>
              <a:buSzPts val="1000"/>
              <a:buChar char="○"/>
              <a:defRPr sz="1000">
                <a:solidFill>
                  <a:srgbClr val="FFFFFF"/>
                </a:solidFill>
              </a:defRPr>
            </a:lvl2pPr>
            <a:lvl3pPr indent="-292100" lvl="2" marL="1371600" algn="ctr">
              <a:spcBef>
                <a:spcPts val="0"/>
              </a:spcBef>
              <a:spcAft>
                <a:spcPts val="0"/>
              </a:spcAft>
              <a:buClr>
                <a:srgbClr val="FFFFFF"/>
              </a:buClr>
              <a:buSzPts val="1000"/>
              <a:buChar char="■"/>
              <a:defRPr sz="1000">
                <a:solidFill>
                  <a:srgbClr val="FFFFFF"/>
                </a:solidFill>
              </a:defRPr>
            </a:lvl3pPr>
            <a:lvl4pPr indent="-292100" lvl="3" marL="1828800" algn="ctr">
              <a:spcBef>
                <a:spcPts val="0"/>
              </a:spcBef>
              <a:spcAft>
                <a:spcPts val="0"/>
              </a:spcAft>
              <a:buClr>
                <a:srgbClr val="FFFFFF"/>
              </a:buClr>
              <a:buSzPts val="1000"/>
              <a:buChar char="●"/>
              <a:defRPr sz="1000">
                <a:solidFill>
                  <a:srgbClr val="FFFFFF"/>
                </a:solidFill>
              </a:defRPr>
            </a:lvl4pPr>
            <a:lvl5pPr indent="-292100" lvl="4" marL="2286000" algn="ctr">
              <a:spcBef>
                <a:spcPts val="0"/>
              </a:spcBef>
              <a:spcAft>
                <a:spcPts val="0"/>
              </a:spcAft>
              <a:buClr>
                <a:srgbClr val="FFFFFF"/>
              </a:buClr>
              <a:buSzPts val="1000"/>
              <a:buChar char="○"/>
              <a:defRPr sz="1000">
                <a:solidFill>
                  <a:srgbClr val="FFFFFF"/>
                </a:solidFill>
              </a:defRPr>
            </a:lvl5pPr>
            <a:lvl6pPr indent="-292100" lvl="5" marL="2743200" algn="ctr">
              <a:spcBef>
                <a:spcPts val="0"/>
              </a:spcBef>
              <a:spcAft>
                <a:spcPts val="0"/>
              </a:spcAft>
              <a:buClr>
                <a:srgbClr val="FFFFFF"/>
              </a:buClr>
              <a:buSzPts val="1000"/>
              <a:buChar char="■"/>
              <a:defRPr sz="1000">
                <a:solidFill>
                  <a:srgbClr val="FFFFFF"/>
                </a:solidFill>
              </a:defRPr>
            </a:lvl6pPr>
            <a:lvl7pPr indent="-292100" lvl="6" marL="3200400" algn="ctr">
              <a:spcBef>
                <a:spcPts val="0"/>
              </a:spcBef>
              <a:spcAft>
                <a:spcPts val="0"/>
              </a:spcAft>
              <a:buClr>
                <a:srgbClr val="FFFFFF"/>
              </a:buClr>
              <a:buSzPts val="1000"/>
              <a:buChar char="●"/>
              <a:defRPr sz="1000">
                <a:solidFill>
                  <a:srgbClr val="FFFFFF"/>
                </a:solidFill>
              </a:defRPr>
            </a:lvl7pPr>
            <a:lvl8pPr indent="-292100" lvl="7" marL="3657600" algn="ctr">
              <a:spcBef>
                <a:spcPts val="0"/>
              </a:spcBef>
              <a:spcAft>
                <a:spcPts val="0"/>
              </a:spcAft>
              <a:buClr>
                <a:srgbClr val="FFFFFF"/>
              </a:buClr>
              <a:buSzPts val="1000"/>
              <a:buChar char="○"/>
              <a:defRPr sz="1000">
                <a:solidFill>
                  <a:srgbClr val="FFFFFF"/>
                </a:solidFill>
              </a:defRPr>
            </a:lvl8pPr>
            <a:lvl9pPr indent="-292100" lvl="8" marL="4114800" algn="ctr">
              <a:spcBef>
                <a:spcPts val="0"/>
              </a:spcBef>
              <a:spcAft>
                <a:spcPts val="0"/>
              </a:spcAft>
              <a:buClr>
                <a:srgbClr val="FFFFFF"/>
              </a:buClr>
              <a:buSzPts val="1000"/>
              <a:buChar char="■"/>
              <a:defRPr sz="1000">
                <a:solidFill>
                  <a:srgbClr val="FFFFFF"/>
                </a:solidFill>
              </a:defRPr>
            </a:lvl9pPr>
          </a:lstStyle>
          <a:p/>
        </p:txBody>
      </p:sp>
      <p:sp>
        <p:nvSpPr>
          <p:cNvPr id="8964" name="Google Shape;8964;p152"/>
          <p:cNvSpPr txBox="1"/>
          <p:nvPr/>
        </p:nvSpPr>
        <p:spPr>
          <a:xfrm>
            <a:off x="84825" y="598125"/>
            <a:ext cx="595500" cy="205800"/>
          </a:xfrm>
          <a:prstGeom prst="rect">
            <a:avLst/>
          </a:prstGeom>
          <a:noFill/>
          <a:ln>
            <a:noFill/>
          </a:ln>
        </p:spPr>
        <p:txBody>
          <a:bodyPr anchorCtr="0" anchor="t" bIns="18000" lIns="18000" spcFirstLastPara="1" rIns="18000" wrap="square" tIns="18000">
            <a:spAutoFit/>
          </a:bodyPr>
          <a:lstStyle/>
          <a:p>
            <a:pPr indent="0" lvl="0" marL="0" rtl="0" algn="l">
              <a:spcBef>
                <a:spcPts val="0"/>
              </a:spcBef>
              <a:spcAft>
                <a:spcPts val="0"/>
              </a:spcAft>
              <a:buNone/>
            </a:pPr>
            <a:r>
              <a:rPr lang="es-419" sz="1100">
                <a:solidFill>
                  <a:srgbClr val="FFFFFF"/>
                </a:solidFill>
              </a:rPr>
              <a:t>Nombre:</a:t>
            </a:r>
            <a:endParaRPr sz="1100">
              <a:solidFill>
                <a:srgbClr val="FFFFFF"/>
              </a:solidFill>
            </a:endParaRPr>
          </a:p>
        </p:txBody>
      </p:sp>
    </p:spTree>
  </p:cSld>
  <p:clrMapOvr>
    <a:masterClrMapping/>
  </p:clrMapOvr>
</p:sldLayout>
</file>

<file path=ppt/slideLayouts/slideLayout14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4.1 Actor de Negocio">
  <p:cSld name="TITLE_3_6_1_1_1_1_1_1_1_1_1_1_1_1_1_1_1_1_1_1_1_1">
    <p:spTree>
      <p:nvGrpSpPr>
        <p:cNvPr id="8965" name="Shape 8965"/>
        <p:cNvGrpSpPr/>
        <p:nvPr/>
      </p:nvGrpSpPr>
      <p:grpSpPr>
        <a:xfrm>
          <a:off x="0" y="0"/>
          <a:ext cx="0" cy="0"/>
          <a:chOff x="0" y="0"/>
          <a:chExt cx="0" cy="0"/>
        </a:xfrm>
      </p:grpSpPr>
      <p:sp>
        <p:nvSpPr>
          <p:cNvPr id="8966" name="Google Shape;8966;p153"/>
          <p:cNvSpPr/>
          <p:nvPr/>
        </p:nvSpPr>
        <p:spPr>
          <a:xfrm>
            <a:off x="77688" y="358938"/>
            <a:ext cx="9935700" cy="6438000"/>
          </a:xfrm>
          <a:prstGeom prst="roundRect">
            <a:avLst>
              <a:gd fmla="val 2618" name="adj"/>
            </a:avLst>
          </a:prstGeom>
          <a:solidFill>
            <a:srgbClr val="FFFFFF"/>
          </a:solidFill>
          <a:ln cap="flat" cmpd="sng" w="38100">
            <a:solidFill>
              <a:srgbClr val="000000"/>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967" name="Google Shape;8967;p153"/>
          <p:cNvCxnSpPr/>
          <p:nvPr/>
        </p:nvCxnSpPr>
        <p:spPr>
          <a:xfrm>
            <a:off x="77688" y="772614"/>
            <a:ext cx="9935700" cy="0"/>
          </a:xfrm>
          <a:prstGeom prst="straightConnector1">
            <a:avLst/>
          </a:prstGeom>
          <a:noFill/>
          <a:ln cap="flat" cmpd="sng" w="19050">
            <a:solidFill>
              <a:srgbClr val="000000"/>
            </a:solidFill>
            <a:prstDash val="solid"/>
            <a:round/>
            <a:headEnd len="med" w="med" type="none"/>
            <a:tailEnd len="med" w="med" type="none"/>
          </a:ln>
        </p:spPr>
      </p:cxnSp>
      <p:cxnSp>
        <p:nvCxnSpPr>
          <p:cNvPr id="8968" name="Google Shape;8968;p153"/>
          <p:cNvCxnSpPr/>
          <p:nvPr/>
        </p:nvCxnSpPr>
        <p:spPr>
          <a:xfrm rot="10800000">
            <a:off x="2439038" y="368188"/>
            <a:ext cx="0" cy="402300"/>
          </a:xfrm>
          <a:prstGeom prst="straightConnector1">
            <a:avLst/>
          </a:prstGeom>
          <a:noFill/>
          <a:ln cap="flat" cmpd="sng" w="19050">
            <a:solidFill>
              <a:srgbClr val="000000"/>
            </a:solidFill>
            <a:prstDash val="solid"/>
            <a:round/>
            <a:headEnd len="med" w="med" type="none"/>
            <a:tailEnd len="med" w="med" type="none"/>
          </a:ln>
        </p:spPr>
      </p:cxnSp>
      <p:sp>
        <p:nvSpPr>
          <p:cNvPr id="8969" name="Google Shape;8969;p153"/>
          <p:cNvSpPr/>
          <p:nvPr/>
        </p:nvSpPr>
        <p:spPr>
          <a:xfrm>
            <a:off x="77688" y="349338"/>
            <a:ext cx="2361300" cy="421200"/>
          </a:xfrm>
          <a:prstGeom prst="roundRect">
            <a:avLst>
              <a:gd fmla="val 50000" name="adj"/>
            </a:avLst>
          </a:prstGeom>
          <a:solidFill>
            <a:srgbClr val="000000"/>
          </a:solidFill>
          <a:ln cap="flat" cmpd="sng" w="9525">
            <a:solidFill>
              <a:srgbClr val="000000"/>
            </a:solidFill>
            <a:prstDash val="solid"/>
            <a:round/>
            <a:headEnd len="sm" w="sm" type="none"/>
            <a:tailEnd len="sm" w="sm" type="none"/>
          </a:ln>
        </p:spPr>
        <p:txBody>
          <a:bodyPr anchorCtr="0" anchor="ctr" bIns="91425" lIns="0" spcFirstLastPara="1" rIns="0" wrap="square" tIns="91425">
            <a:noAutofit/>
          </a:bodyPr>
          <a:lstStyle/>
          <a:p>
            <a:pPr indent="0" lvl="0" marL="0" rtl="0" algn="ctr">
              <a:spcBef>
                <a:spcPts val="0"/>
              </a:spcBef>
              <a:spcAft>
                <a:spcPts val="0"/>
              </a:spcAft>
              <a:buNone/>
            </a:pPr>
            <a:r>
              <a:rPr b="1" lang="es-419" sz="1100">
                <a:solidFill>
                  <a:srgbClr val="FFFFFF"/>
                </a:solidFill>
              </a:rPr>
              <a:t>Actor de Negocio</a:t>
            </a:r>
            <a:endParaRPr b="1" sz="1100">
              <a:solidFill>
                <a:srgbClr val="FFFFFF"/>
              </a:solidFill>
            </a:endParaRPr>
          </a:p>
          <a:p>
            <a:pPr indent="0" lvl="0" marL="0" rtl="0" algn="ctr">
              <a:spcBef>
                <a:spcPts val="0"/>
              </a:spcBef>
              <a:spcAft>
                <a:spcPts val="0"/>
              </a:spcAft>
              <a:buNone/>
            </a:pPr>
            <a:r>
              <a:t/>
            </a:r>
            <a:endParaRPr b="1" sz="1200">
              <a:solidFill>
                <a:srgbClr val="FFFFFF"/>
              </a:solidFill>
            </a:endParaRPr>
          </a:p>
        </p:txBody>
      </p:sp>
      <p:sp>
        <p:nvSpPr>
          <p:cNvPr id="8970" name="Google Shape;8970;p153"/>
          <p:cNvSpPr/>
          <p:nvPr/>
        </p:nvSpPr>
        <p:spPr>
          <a:xfrm>
            <a:off x="83988" y="595504"/>
            <a:ext cx="190200" cy="1692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1" name="Google Shape;8971;p153"/>
          <p:cNvSpPr/>
          <p:nvPr/>
        </p:nvSpPr>
        <p:spPr>
          <a:xfrm>
            <a:off x="2350598" y="358950"/>
            <a:ext cx="88500" cy="4023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972" name="Google Shape;8972;p153"/>
          <p:cNvCxnSpPr/>
          <p:nvPr/>
        </p:nvCxnSpPr>
        <p:spPr>
          <a:xfrm>
            <a:off x="5104406" y="929748"/>
            <a:ext cx="0" cy="5689200"/>
          </a:xfrm>
          <a:prstGeom prst="straightConnector1">
            <a:avLst/>
          </a:prstGeom>
          <a:noFill/>
          <a:ln cap="flat" cmpd="sng" w="19050">
            <a:solidFill>
              <a:srgbClr val="D9D9D9"/>
            </a:solidFill>
            <a:prstDash val="dash"/>
            <a:round/>
            <a:headEnd len="med" w="med" type="none"/>
            <a:tailEnd len="med" w="med" type="none"/>
          </a:ln>
        </p:spPr>
      </p:cxnSp>
      <p:sp>
        <p:nvSpPr>
          <p:cNvPr id="8973" name="Google Shape;8973;p153"/>
          <p:cNvSpPr/>
          <p:nvPr/>
        </p:nvSpPr>
        <p:spPr>
          <a:xfrm>
            <a:off x="2277739" y="663750"/>
            <a:ext cx="88500" cy="1089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4" name="Google Shape;8974;p153"/>
          <p:cNvSpPr txBox="1"/>
          <p:nvPr/>
        </p:nvSpPr>
        <p:spPr>
          <a:xfrm>
            <a:off x="197034" y="1078797"/>
            <a:ext cx="1679100" cy="246300"/>
          </a:xfrm>
          <a:prstGeom prst="rect">
            <a:avLst/>
          </a:prstGeom>
          <a:noFill/>
          <a:ln>
            <a:noFill/>
          </a:ln>
        </p:spPr>
        <p:txBody>
          <a:bodyPr anchorCtr="0" anchor="ctr" bIns="0" lIns="0" spcFirstLastPara="1" rIns="0" wrap="square" tIns="0">
            <a:spAutoFit/>
          </a:bodyPr>
          <a:lstStyle/>
          <a:p>
            <a:pPr indent="0" lvl="0" marL="0" rtl="0" algn="r">
              <a:lnSpc>
                <a:spcPct val="100000"/>
              </a:lnSpc>
              <a:spcBef>
                <a:spcPts val="0"/>
              </a:spcBef>
              <a:spcAft>
                <a:spcPts val="0"/>
              </a:spcAft>
              <a:buNone/>
            </a:pPr>
            <a:r>
              <a:rPr b="1" lang="es-419" sz="1000">
                <a:latin typeface="Arvo"/>
                <a:ea typeface="Arvo"/>
                <a:cs typeface="Arvo"/>
                <a:sym typeface="Arvo"/>
              </a:rPr>
              <a:t>Nombre del actor: </a:t>
            </a:r>
            <a:endParaRPr b="1" sz="1000">
              <a:latin typeface="Arvo"/>
              <a:ea typeface="Arvo"/>
              <a:cs typeface="Arvo"/>
              <a:sym typeface="Arvo"/>
            </a:endParaRPr>
          </a:p>
          <a:p>
            <a:pPr indent="0" lvl="0" marL="0" rtl="0" algn="r">
              <a:lnSpc>
                <a:spcPct val="100000"/>
              </a:lnSpc>
              <a:spcBef>
                <a:spcPts val="0"/>
              </a:spcBef>
              <a:spcAft>
                <a:spcPts val="0"/>
              </a:spcAft>
              <a:buNone/>
            </a:pPr>
            <a:r>
              <a:rPr i="1" lang="es-419" sz="600">
                <a:solidFill>
                  <a:srgbClr val="666666"/>
                </a:solidFill>
                <a:latin typeface="Arvo"/>
                <a:ea typeface="Arvo"/>
                <a:cs typeface="Arvo"/>
                <a:sym typeface="Arvo"/>
              </a:rPr>
              <a:t>&lt;ej: Comprador&gt;</a:t>
            </a:r>
            <a:endParaRPr i="1" sz="600">
              <a:solidFill>
                <a:srgbClr val="666666"/>
              </a:solidFill>
              <a:latin typeface="Arvo"/>
              <a:ea typeface="Arvo"/>
              <a:cs typeface="Arvo"/>
              <a:sym typeface="Arvo"/>
            </a:endParaRPr>
          </a:p>
        </p:txBody>
      </p:sp>
      <p:sp>
        <p:nvSpPr>
          <p:cNvPr id="8975" name="Google Shape;8975;p153"/>
          <p:cNvSpPr txBox="1"/>
          <p:nvPr/>
        </p:nvSpPr>
        <p:spPr>
          <a:xfrm>
            <a:off x="197034" y="1572261"/>
            <a:ext cx="1679100" cy="274800"/>
          </a:xfrm>
          <a:prstGeom prst="rect">
            <a:avLst/>
          </a:prstGeom>
          <a:noFill/>
          <a:ln>
            <a:noFill/>
          </a:ln>
        </p:spPr>
        <p:txBody>
          <a:bodyPr anchorCtr="0" anchor="ctr" bIns="0" lIns="0" spcFirstLastPara="1" rIns="0" wrap="square" tIns="0">
            <a:spAutoFit/>
          </a:bodyPr>
          <a:lstStyle/>
          <a:p>
            <a:pPr indent="0" lvl="0" marL="0" rtl="0" algn="r">
              <a:lnSpc>
                <a:spcPct val="85000"/>
              </a:lnSpc>
              <a:spcBef>
                <a:spcPts val="0"/>
              </a:spcBef>
              <a:spcAft>
                <a:spcPts val="0"/>
              </a:spcAft>
              <a:buNone/>
            </a:pPr>
            <a:r>
              <a:rPr b="1" lang="es-419" sz="1000">
                <a:latin typeface="Arvo"/>
                <a:ea typeface="Arvo"/>
                <a:cs typeface="Arvo"/>
                <a:sym typeface="Arvo"/>
              </a:rPr>
              <a:t>Rol:</a:t>
            </a:r>
            <a:endParaRPr sz="700">
              <a:solidFill>
                <a:srgbClr val="666666"/>
              </a:solidFill>
              <a:latin typeface="Arvo"/>
              <a:ea typeface="Arvo"/>
              <a:cs typeface="Arvo"/>
              <a:sym typeface="Arvo"/>
            </a:endParaRPr>
          </a:p>
          <a:p>
            <a:pPr indent="0" lvl="0" marL="0" rtl="0" algn="r">
              <a:lnSpc>
                <a:spcPct val="85000"/>
              </a:lnSpc>
              <a:spcBef>
                <a:spcPts val="0"/>
              </a:spcBef>
              <a:spcAft>
                <a:spcPts val="0"/>
              </a:spcAft>
              <a:buNone/>
            </a:pPr>
            <a:r>
              <a:rPr lang="es-419" sz="700">
                <a:solidFill>
                  <a:srgbClr val="666666"/>
                </a:solidFill>
                <a:latin typeface="Arvo"/>
                <a:ea typeface="Arvo"/>
                <a:cs typeface="Arvo"/>
                <a:sym typeface="Arvo"/>
              </a:rPr>
              <a:t> </a:t>
            </a:r>
            <a:r>
              <a:rPr i="1" lang="es-419" sz="600">
                <a:solidFill>
                  <a:srgbClr val="666666"/>
                </a:solidFill>
                <a:latin typeface="Arvo"/>
                <a:ea typeface="Arvo"/>
                <a:cs typeface="Arvo"/>
                <a:sym typeface="Arvo"/>
              </a:rPr>
              <a:t>&lt;ej: Cliente  ó Proveedor&gt;</a:t>
            </a:r>
            <a:r>
              <a:rPr b="1" lang="es-419" sz="1100">
                <a:latin typeface="Arvo"/>
                <a:ea typeface="Arvo"/>
                <a:cs typeface="Arvo"/>
                <a:sym typeface="Arvo"/>
              </a:rPr>
              <a:t> </a:t>
            </a:r>
            <a:endParaRPr sz="800">
              <a:solidFill>
                <a:srgbClr val="666666"/>
              </a:solidFill>
              <a:latin typeface="Arvo"/>
              <a:ea typeface="Arvo"/>
              <a:cs typeface="Arvo"/>
              <a:sym typeface="Arvo"/>
            </a:endParaRPr>
          </a:p>
        </p:txBody>
      </p:sp>
      <p:sp>
        <p:nvSpPr>
          <p:cNvPr id="8976" name="Google Shape;8976;p153"/>
          <p:cNvSpPr/>
          <p:nvPr/>
        </p:nvSpPr>
        <p:spPr>
          <a:xfrm>
            <a:off x="1940924" y="1030197"/>
            <a:ext cx="3027000" cy="343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8977" name="Google Shape;8977;p153"/>
          <p:cNvSpPr txBox="1"/>
          <p:nvPr>
            <p:ph idx="1" type="subTitle"/>
          </p:nvPr>
        </p:nvSpPr>
        <p:spPr>
          <a:xfrm>
            <a:off x="1940624" y="1030947"/>
            <a:ext cx="3027600" cy="342000"/>
          </a:xfrm>
          <a:prstGeom prst="rect">
            <a:avLst/>
          </a:prstGeom>
          <a:noFill/>
          <a:ln>
            <a:noFill/>
          </a:ln>
        </p:spPr>
        <p:txBody>
          <a:bodyPr anchorCtr="0" anchor="ctr" bIns="36000" lIns="36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8978" name="Google Shape;8978;p153"/>
          <p:cNvSpPr/>
          <p:nvPr/>
        </p:nvSpPr>
        <p:spPr>
          <a:xfrm>
            <a:off x="1940924" y="1537911"/>
            <a:ext cx="3027000" cy="343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8979" name="Google Shape;8979;p153"/>
          <p:cNvSpPr txBox="1"/>
          <p:nvPr>
            <p:ph idx="2" type="subTitle"/>
          </p:nvPr>
        </p:nvSpPr>
        <p:spPr>
          <a:xfrm>
            <a:off x="1940624" y="1538661"/>
            <a:ext cx="3027600" cy="342000"/>
          </a:xfrm>
          <a:prstGeom prst="rect">
            <a:avLst/>
          </a:prstGeom>
          <a:noFill/>
          <a:ln>
            <a:noFill/>
          </a:ln>
        </p:spPr>
        <p:txBody>
          <a:bodyPr anchorCtr="0" anchor="ctr" bIns="36000" lIns="36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8980" name="Google Shape;8980;p153"/>
          <p:cNvSpPr txBox="1"/>
          <p:nvPr/>
        </p:nvSpPr>
        <p:spPr>
          <a:xfrm>
            <a:off x="197034" y="2065929"/>
            <a:ext cx="1679100" cy="415500"/>
          </a:xfrm>
          <a:prstGeom prst="rect">
            <a:avLst/>
          </a:prstGeom>
          <a:noFill/>
          <a:ln>
            <a:noFill/>
          </a:ln>
        </p:spPr>
        <p:txBody>
          <a:bodyPr anchorCtr="0" anchor="ctr" bIns="0" lIns="0" spcFirstLastPara="1" rIns="0" wrap="square" tIns="0">
            <a:spAutoFit/>
          </a:bodyPr>
          <a:lstStyle/>
          <a:p>
            <a:pPr indent="0" lvl="0" marL="0" rtl="0" algn="r">
              <a:lnSpc>
                <a:spcPct val="100000"/>
              </a:lnSpc>
              <a:spcBef>
                <a:spcPts val="0"/>
              </a:spcBef>
              <a:spcAft>
                <a:spcPts val="0"/>
              </a:spcAft>
              <a:buNone/>
            </a:pPr>
            <a:r>
              <a:rPr b="1" lang="es-419" sz="1000">
                <a:latin typeface="Arvo"/>
                <a:ea typeface="Arvo"/>
                <a:cs typeface="Arvo"/>
                <a:sym typeface="Arvo"/>
              </a:rPr>
              <a:t>Procesos con los que tiene relación:</a:t>
            </a:r>
            <a:endParaRPr b="1" sz="1000">
              <a:latin typeface="Arvo"/>
              <a:ea typeface="Arvo"/>
              <a:cs typeface="Arvo"/>
              <a:sym typeface="Arvo"/>
            </a:endParaRPr>
          </a:p>
          <a:p>
            <a:pPr indent="0" lvl="0" marL="0" rtl="0" algn="r">
              <a:lnSpc>
                <a:spcPct val="100000"/>
              </a:lnSpc>
              <a:spcBef>
                <a:spcPts val="0"/>
              </a:spcBef>
              <a:spcAft>
                <a:spcPts val="0"/>
              </a:spcAft>
              <a:buNone/>
            </a:pPr>
            <a:r>
              <a:rPr lang="es-419" sz="700">
                <a:solidFill>
                  <a:srgbClr val="666666"/>
                </a:solidFill>
                <a:latin typeface="Arvo"/>
                <a:ea typeface="Arvo"/>
                <a:cs typeface="Arvo"/>
                <a:sym typeface="Arvo"/>
              </a:rPr>
              <a:t> </a:t>
            </a:r>
            <a:r>
              <a:rPr i="1" lang="es-419" sz="600">
                <a:solidFill>
                  <a:srgbClr val="666666"/>
                </a:solidFill>
                <a:latin typeface="Arvo"/>
                <a:ea typeface="Arvo"/>
                <a:cs typeface="Arvo"/>
                <a:sym typeface="Arvo"/>
              </a:rPr>
              <a:t>&lt;ej: El comprador se registra&gt;</a:t>
            </a:r>
            <a:endParaRPr sz="800">
              <a:solidFill>
                <a:srgbClr val="666666"/>
              </a:solidFill>
              <a:latin typeface="Arvo"/>
              <a:ea typeface="Arvo"/>
              <a:cs typeface="Arvo"/>
              <a:sym typeface="Arvo"/>
            </a:endParaRPr>
          </a:p>
        </p:txBody>
      </p:sp>
      <p:sp>
        <p:nvSpPr>
          <p:cNvPr id="8981" name="Google Shape;8981;p153"/>
          <p:cNvSpPr/>
          <p:nvPr/>
        </p:nvSpPr>
        <p:spPr>
          <a:xfrm>
            <a:off x="1940924" y="2060575"/>
            <a:ext cx="3027000" cy="1015800"/>
          </a:xfrm>
          <a:prstGeom prst="roundRect">
            <a:avLst>
              <a:gd fmla="val 728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8982" name="Google Shape;8982;p153"/>
          <p:cNvSpPr txBox="1"/>
          <p:nvPr>
            <p:ph idx="3" type="subTitle"/>
          </p:nvPr>
        </p:nvSpPr>
        <p:spPr>
          <a:xfrm>
            <a:off x="1940924" y="2061325"/>
            <a:ext cx="3027000" cy="1015200"/>
          </a:xfrm>
          <a:prstGeom prst="rect">
            <a:avLst/>
          </a:prstGeom>
          <a:noFill/>
          <a:ln>
            <a:noFill/>
          </a:ln>
        </p:spPr>
        <p:txBody>
          <a:bodyPr anchorCtr="0" anchor="t" bIns="36000" lIns="36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8983" name="Google Shape;8983;p153"/>
          <p:cNvSpPr txBox="1"/>
          <p:nvPr/>
        </p:nvSpPr>
        <p:spPr>
          <a:xfrm>
            <a:off x="197034" y="3222969"/>
            <a:ext cx="1679100" cy="819000"/>
          </a:xfrm>
          <a:prstGeom prst="rect">
            <a:avLst/>
          </a:prstGeom>
          <a:noFill/>
          <a:ln>
            <a:noFill/>
          </a:ln>
        </p:spPr>
        <p:txBody>
          <a:bodyPr anchorCtr="0" anchor="ctr" bIns="0" lIns="0" spcFirstLastPara="1" rIns="0" wrap="square" tIns="0">
            <a:spAutoFit/>
          </a:bodyPr>
          <a:lstStyle/>
          <a:p>
            <a:pPr indent="0" lvl="0" marL="0" rtl="0" algn="r">
              <a:lnSpc>
                <a:spcPct val="100000"/>
              </a:lnSpc>
              <a:spcBef>
                <a:spcPts val="0"/>
              </a:spcBef>
              <a:spcAft>
                <a:spcPts val="0"/>
              </a:spcAft>
              <a:buNone/>
            </a:pPr>
            <a:r>
              <a:rPr b="1" lang="es-419" sz="1000">
                <a:latin typeface="Arvo"/>
                <a:ea typeface="Arvo"/>
                <a:cs typeface="Arvo"/>
                <a:sym typeface="Arvo"/>
              </a:rPr>
              <a:t>Descripción del actor:</a:t>
            </a:r>
            <a:endParaRPr sz="700">
              <a:solidFill>
                <a:srgbClr val="666666"/>
              </a:solidFill>
              <a:latin typeface="Arvo"/>
              <a:ea typeface="Arvo"/>
              <a:cs typeface="Arvo"/>
              <a:sym typeface="Arvo"/>
            </a:endParaRPr>
          </a:p>
          <a:p>
            <a:pPr indent="0" lvl="0" marL="0" rtl="0" algn="r">
              <a:lnSpc>
                <a:spcPct val="80000"/>
              </a:lnSpc>
              <a:spcBef>
                <a:spcPts val="0"/>
              </a:spcBef>
              <a:spcAft>
                <a:spcPts val="0"/>
              </a:spcAft>
              <a:buNone/>
            </a:pPr>
            <a:r>
              <a:rPr i="1" lang="es-419" sz="600">
                <a:solidFill>
                  <a:srgbClr val="666666"/>
                </a:solidFill>
                <a:latin typeface="Arvo"/>
                <a:ea typeface="Arvo"/>
                <a:cs typeface="Arvo"/>
                <a:sym typeface="Arvo"/>
              </a:rPr>
              <a:t>&lt;ej: Es una persona que está interesada en comprar un producto a muy bajo costo desde cualquier lugar y en cualquier momento. Le gustaría elegir una empresa de envíos para transportar los productos y disponer de un carro de compras, adicionalmente, poder programar cada una de las compras y poder crear listas de preferencia.&gt;</a:t>
            </a:r>
            <a:endParaRPr sz="800">
              <a:solidFill>
                <a:srgbClr val="666666"/>
              </a:solidFill>
              <a:latin typeface="Arvo"/>
              <a:ea typeface="Arvo"/>
              <a:cs typeface="Arvo"/>
              <a:sym typeface="Arvo"/>
            </a:endParaRPr>
          </a:p>
        </p:txBody>
      </p:sp>
      <p:sp>
        <p:nvSpPr>
          <p:cNvPr id="8984" name="Google Shape;8984;p153"/>
          <p:cNvSpPr/>
          <p:nvPr/>
        </p:nvSpPr>
        <p:spPr>
          <a:xfrm>
            <a:off x="1940925" y="3256353"/>
            <a:ext cx="3027000" cy="1359900"/>
          </a:xfrm>
          <a:prstGeom prst="roundRect">
            <a:avLst>
              <a:gd fmla="val 5871"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8985" name="Google Shape;8985;p153"/>
          <p:cNvSpPr txBox="1"/>
          <p:nvPr>
            <p:ph idx="4" type="subTitle"/>
          </p:nvPr>
        </p:nvSpPr>
        <p:spPr>
          <a:xfrm>
            <a:off x="1940625" y="3256356"/>
            <a:ext cx="3027600" cy="1359900"/>
          </a:xfrm>
          <a:prstGeom prst="rect">
            <a:avLst/>
          </a:prstGeom>
          <a:noFill/>
          <a:ln>
            <a:noFill/>
          </a:ln>
        </p:spPr>
        <p:txBody>
          <a:bodyPr anchorCtr="0" anchor="t" bIns="36000" lIns="36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8986" name="Google Shape;8986;p153"/>
          <p:cNvSpPr txBox="1"/>
          <p:nvPr/>
        </p:nvSpPr>
        <p:spPr>
          <a:xfrm>
            <a:off x="197034" y="4832392"/>
            <a:ext cx="1679100" cy="274800"/>
          </a:xfrm>
          <a:prstGeom prst="rect">
            <a:avLst/>
          </a:prstGeom>
          <a:noFill/>
          <a:ln>
            <a:noFill/>
          </a:ln>
        </p:spPr>
        <p:txBody>
          <a:bodyPr anchorCtr="0" anchor="ctr" bIns="0" lIns="0" spcFirstLastPara="1" rIns="0" wrap="square" tIns="0">
            <a:spAutoFit/>
          </a:bodyPr>
          <a:lstStyle/>
          <a:p>
            <a:pPr indent="0" lvl="0" marL="0" rtl="0" algn="r">
              <a:lnSpc>
                <a:spcPct val="85000"/>
              </a:lnSpc>
              <a:spcBef>
                <a:spcPts val="0"/>
              </a:spcBef>
              <a:spcAft>
                <a:spcPts val="0"/>
              </a:spcAft>
              <a:buNone/>
            </a:pPr>
            <a:r>
              <a:rPr b="1" lang="es-419" sz="1000">
                <a:latin typeface="Arvo"/>
                <a:ea typeface="Arvo"/>
                <a:cs typeface="Arvo"/>
                <a:sym typeface="Arvo"/>
              </a:rPr>
              <a:t>Tipo:</a:t>
            </a:r>
            <a:endParaRPr sz="700">
              <a:solidFill>
                <a:srgbClr val="666666"/>
              </a:solidFill>
              <a:latin typeface="Arvo"/>
              <a:ea typeface="Arvo"/>
              <a:cs typeface="Arvo"/>
              <a:sym typeface="Arvo"/>
            </a:endParaRPr>
          </a:p>
          <a:p>
            <a:pPr indent="0" lvl="0" marL="0" rtl="0" algn="r">
              <a:lnSpc>
                <a:spcPct val="85000"/>
              </a:lnSpc>
              <a:spcBef>
                <a:spcPts val="0"/>
              </a:spcBef>
              <a:spcAft>
                <a:spcPts val="0"/>
              </a:spcAft>
              <a:buNone/>
            </a:pPr>
            <a:r>
              <a:rPr lang="es-419" sz="700">
                <a:solidFill>
                  <a:srgbClr val="666666"/>
                </a:solidFill>
                <a:latin typeface="Arvo"/>
                <a:ea typeface="Arvo"/>
                <a:cs typeface="Arvo"/>
                <a:sym typeface="Arvo"/>
              </a:rPr>
              <a:t> </a:t>
            </a:r>
            <a:r>
              <a:rPr i="1" lang="es-419" sz="600">
                <a:solidFill>
                  <a:srgbClr val="666666"/>
                </a:solidFill>
                <a:latin typeface="Arvo"/>
                <a:ea typeface="Arvo"/>
                <a:cs typeface="Arvo"/>
                <a:sym typeface="Arvo"/>
              </a:rPr>
              <a:t>&lt;ej: Humano o Máquina&gt;</a:t>
            </a:r>
            <a:r>
              <a:rPr b="1" lang="es-419" sz="1100">
                <a:latin typeface="Arvo"/>
                <a:ea typeface="Arvo"/>
                <a:cs typeface="Arvo"/>
                <a:sym typeface="Arvo"/>
              </a:rPr>
              <a:t> </a:t>
            </a:r>
            <a:endParaRPr sz="800">
              <a:solidFill>
                <a:srgbClr val="666666"/>
              </a:solidFill>
              <a:latin typeface="Arvo"/>
              <a:ea typeface="Arvo"/>
              <a:cs typeface="Arvo"/>
              <a:sym typeface="Arvo"/>
            </a:endParaRPr>
          </a:p>
        </p:txBody>
      </p:sp>
      <p:sp>
        <p:nvSpPr>
          <p:cNvPr id="8987" name="Google Shape;8987;p153"/>
          <p:cNvSpPr/>
          <p:nvPr/>
        </p:nvSpPr>
        <p:spPr>
          <a:xfrm>
            <a:off x="1940924" y="4798042"/>
            <a:ext cx="3027000" cy="343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8988" name="Google Shape;8988;p153"/>
          <p:cNvSpPr txBox="1"/>
          <p:nvPr>
            <p:ph idx="5" type="subTitle"/>
          </p:nvPr>
        </p:nvSpPr>
        <p:spPr>
          <a:xfrm>
            <a:off x="1940624" y="4798792"/>
            <a:ext cx="3027600" cy="342000"/>
          </a:xfrm>
          <a:prstGeom prst="rect">
            <a:avLst/>
          </a:prstGeom>
          <a:noFill/>
          <a:ln>
            <a:noFill/>
          </a:ln>
        </p:spPr>
        <p:txBody>
          <a:bodyPr anchorCtr="0" anchor="ctr" bIns="36000" lIns="36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8989" name="Google Shape;8989;p153"/>
          <p:cNvSpPr txBox="1"/>
          <p:nvPr/>
        </p:nvSpPr>
        <p:spPr>
          <a:xfrm>
            <a:off x="304764" y="5328700"/>
            <a:ext cx="1576200" cy="615600"/>
          </a:xfrm>
          <a:prstGeom prst="rect">
            <a:avLst/>
          </a:prstGeom>
          <a:noFill/>
          <a:ln>
            <a:noFill/>
          </a:ln>
        </p:spPr>
        <p:txBody>
          <a:bodyPr anchorCtr="0" anchor="ctr" bIns="0" lIns="0" spcFirstLastPara="1" rIns="0" wrap="square" tIns="0">
            <a:spAutoFit/>
          </a:bodyPr>
          <a:lstStyle/>
          <a:p>
            <a:pPr indent="0" lvl="0" marL="0" rtl="0" algn="r">
              <a:lnSpc>
                <a:spcPct val="100000"/>
              </a:lnSpc>
              <a:spcBef>
                <a:spcPts val="0"/>
              </a:spcBef>
              <a:spcAft>
                <a:spcPts val="0"/>
              </a:spcAft>
              <a:buNone/>
            </a:pPr>
            <a:r>
              <a:rPr b="1" lang="es-419" sz="1000">
                <a:latin typeface="Arvo"/>
                <a:ea typeface="Arvo"/>
                <a:cs typeface="Arvo"/>
                <a:sym typeface="Arvo"/>
              </a:rPr>
              <a:t>Información que obtiene:</a:t>
            </a:r>
            <a:endParaRPr b="1" sz="1000">
              <a:latin typeface="Arvo"/>
              <a:ea typeface="Arvo"/>
              <a:cs typeface="Arvo"/>
              <a:sym typeface="Arvo"/>
            </a:endParaRPr>
          </a:p>
          <a:p>
            <a:pPr indent="0" lvl="0" marL="0" rtl="0" algn="r">
              <a:lnSpc>
                <a:spcPct val="100000"/>
              </a:lnSpc>
              <a:spcBef>
                <a:spcPts val="0"/>
              </a:spcBef>
              <a:spcAft>
                <a:spcPts val="0"/>
              </a:spcAft>
              <a:buNone/>
            </a:pPr>
            <a:r>
              <a:rPr b="1" lang="es-419" sz="700">
                <a:latin typeface="Arvo"/>
                <a:ea typeface="Arvo"/>
                <a:cs typeface="Arvo"/>
                <a:sym typeface="Arvo"/>
              </a:rPr>
              <a:t>&lt;con qué información interactúa&gt;</a:t>
            </a:r>
            <a:endParaRPr b="1" sz="700">
              <a:latin typeface="Arvo"/>
              <a:ea typeface="Arvo"/>
              <a:cs typeface="Arvo"/>
              <a:sym typeface="Arvo"/>
            </a:endParaRPr>
          </a:p>
          <a:p>
            <a:pPr indent="0" lvl="0" marL="0" rtl="0" algn="r">
              <a:lnSpc>
                <a:spcPct val="100000"/>
              </a:lnSpc>
              <a:spcBef>
                <a:spcPts val="0"/>
              </a:spcBef>
              <a:spcAft>
                <a:spcPts val="0"/>
              </a:spcAft>
              <a:buNone/>
            </a:pPr>
            <a:r>
              <a:rPr lang="es-419" sz="700">
                <a:solidFill>
                  <a:srgbClr val="666666"/>
                </a:solidFill>
                <a:latin typeface="Arvo"/>
                <a:ea typeface="Arvo"/>
                <a:cs typeface="Arvo"/>
                <a:sym typeface="Arvo"/>
              </a:rPr>
              <a:t> </a:t>
            </a:r>
            <a:r>
              <a:rPr i="1" lang="es-419" sz="600">
                <a:solidFill>
                  <a:srgbClr val="666666"/>
                </a:solidFill>
                <a:latin typeface="Arvo"/>
                <a:ea typeface="Arvo"/>
                <a:cs typeface="Arvo"/>
                <a:sym typeface="Arvo"/>
              </a:rPr>
              <a:t>&lt;ej: El catálogo de productos, carrito de compras, mensajería, etc&gt;</a:t>
            </a:r>
            <a:endParaRPr sz="800">
              <a:solidFill>
                <a:srgbClr val="666666"/>
              </a:solidFill>
              <a:latin typeface="Arvo"/>
              <a:ea typeface="Arvo"/>
              <a:cs typeface="Arvo"/>
              <a:sym typeface="Arvo"/>
            </a:endParaRPr>
          </a:p>
        </p:txBody>
      </p:sp>
      <p:sp>
        <p:nvSpPr>
          <p:cNvPr id="8990" name="Google Shape;8990;p153"/>
          <p:cNvSpPr/>
          <p:nvPr/>
        </p:nvSpPr>
        <p:spPr>
          <a:xfrm>
            <a:off x="1945875" y="5323350"/>
            <a:ext cx="3027000" cy="1015800"/>
          </a:xfrm>
          <a:prstGeom prst="roundRect">
            <a:avLst>
              <a:gd fmla="val 728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8991" name="Google Shape;8991;p153"/>
          <p:cNvSpPr txBox="1"/>
          <p:nvPr>
            <p:ph idx="6" type="subTitle"/>
          </p:nvPr>
        </p:nvSpPr>
        <p:spPr>
          <a:xfrm>
            <a:off x="1945875" y="5324100"/>
            <a:ext cx="3027000" cy="1015200"/>
          </a:xfrm>
          <a:prstGeom prst="rect">
            <a:avLst/>
          </a:prstGeom>
          <a:noFill/>
          <a:ln>
            <a:noFill/>
          </a:ln>
        </p:spPr>
        <p:txBody>
          <a:bodyPr anchorCtr="0" anchor="ctr" bIns="36000" lIns="36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8992" name="Google Shape;8992;p153"/>
          <p:cNvSpPr txBox="1"/>
          <p:nvPr/>
        </p:nvSpPr>
        <p:spPr>
          <a:xfrm>
            <a:off x="5217088" y="982976"/>
            <a:ext cx="1576200" cy="600300"/>
          </a:xfrm>
          <a:prstGeom prst="rect">
            <a:avLst/>
          </a:prstGeom>
          <a:noFill/>
          <a:ln>
            <a:noFill/>
          </a:ln>
        </p:spPr>
        <p:txBody>
          <a:bodyPr anchorCtr="0" anchor="ctr" bIns="0" lIns="0" spcFirstLastPara="1" rIns="0" wrap="square" tIns="0">
            <a:spAutoFit/>
          </a:bodyPr>
          <a:lstStyle/>
          <a:p>
            <a:pPr indent="0" lvl="0" marL="0" rtl="0" algn="r">
              <a:lnSpc>
                <a:spcPct val="100000"/>
              </a:lnSpc>
              <a:spcBef>
                <a:spcPts val="0"/>
              </a:spcBef>
              <a:spcAft>
                <a:spcPts val="0"/>
              </a:spcAft>
              <a:buNone/>
            </a:pPr>
            <a:r>
              <a:rPr b="1" lang="es-419" sz="1000">
                <a:latin typeface="Arvo"/>
                <a:ea typeface="Arvo"/>
                <a:cs typeface="Arvo"/>
                <a:sym typeface="Arvo"/>
              </a:rPr>
              <a:t>Información que provee:</a:t>
            </a:r>
            <a:endParaRPr b="1" sz="1000">
              <a:latin typeface="Arvo"/>
              <a:ea typeface="Arvo"/>
              <a:cs typeface="Arvo"/>
              <a:sym typeface="Arvo"/>
            </a:endParaRPr>
          </a:p>
          <a:p>
            <a:pPr indent="0" lvl="0" marL="0" rtl="0" algn="r">
              <a:lnSpc>
                <a:spcPct val="100000"/>
              </a:lnSpc>
              <a:spcBef>
                <a:spcPts val="0"/>
              </a:spcBef>
              <a:spcAft>
                <a:spcPts val="0"/>
              </a:spcAft>
              <a:buNone/>
            </a:pPr>
            <a:r>
              <a:rPr b="1" lang="es-419" sz="700">
                <a:latin typeface="Arvo"/>
                <a:ea typeface="Arvo"/>
                <a:cs typeface="Arvo"/>
                <a:sym typeface="Arvo"/>
              </a:rPr>
              <a:t>&lt;qué información provee&gt;</a:t>
            </a:r>
            <a:endParaRPr b="1" sz="700">
              <a:latin typeface="Arvo"/>
              <a:ea typeface="Arvo"/>
              <a:cs typeface="Arvo"/>
              <a:sym typeface="Arvo"/>
            </a:endParaRPr>
          </a:p>
          <a:p>
            <a:pPr indent="0" lvl="0" marL="0" rtl="0" algn="r">
              <a:lnSpc>
                <a:spcPct val="100000"/>
              </a:lnSpc>
              <a:spcBef>
                <a:spcPts val="0"/>
              </a:spcBef>
              <a:spcAft>
                <a:spcPts val="0"/>
              </a:spcAft>
              <a:buNone/>
            </a:pPr>
            <a:r>
              <a:rPr i="1" lang="es-419" sz="600">
                <a:solidFill>
                  <a:srgbClr val="666666"/>
                </a:solidFill>
                <a:latin typeface="Arvo"/>
                <a:ea typeface="Arvo"/>
                <a:cs typeface="Arvo"/>
                <a:sym typeface="Arvo"/>
              </a:rPr>
              <a:t>&lt;ej: Información personal, información mensajería, información de pago, etc &gt;</a:t>
            </a:r>
            <a:endParaRPr sz="800">
              <a:solidFill>
                <a:srgbClr val="666666"/>
              </a:solidFill>
              <a:latin typeface="Arvo"/>
              <a:ea typeface="Arvo"/>
              <a:cs typeface="Arvo"/>
              <a:sym typeface="Arvo"/>
            </a:endParaRPr>
          </a:p>
        </p:txBody>
      </p:sp>
      <p:sp>
        <p:nvSpPr>
          <p:cNvPr id="8993" name="Google Shape;8993;p153"/>
          <p:cNvSpPr/>
          <p:nvPr/>
        </p:nvSpPr>
        <p:spPr>
          <a:xfrm>
            <a:off x="6858199" y="1016358"/>
            <a:ext cx="3027000" cy="1359900"/>
          </a:xfrm>
          <a:prstGeom prst="roundRect">
            <a:avLst>
              <a:gd fmla="val 5871"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8994" name="Google Shape;8994;p153"/>
          <p:cNvSpPr txBox="1"/>
          <p:nvPr>
            <p:ph idx="7" type="subTitle"/>
          </p:nvPr>
        </p:nvSpPr>
        <p:spPr>
          <a:xfrm>
            <a:off x="6857899" y="1016361"/>
            <a:ext cx="3027600" cy="1359900"/>
          </a:xfrm>
          <a:prstGeom prst="rect">
            <a:avLst/>
          </a:prstGeom>
          <a:noFill/>
          <a:ln>
            <a:noFill/>
          </a:ln>
        </p:spPr>
        <p:txBody>
          <a:bodyPr anchorCtr="0" anchor="t" bIns="36000" lIns="36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8995" name="Google Shape;8995;p153"/>
          <p:cNvSpPr txBox="1"/>
          <p:nvPr/>
        </p:nvSpPr>
        <p:spPr>
          <a:xfrm>
            <a:off x="5217088" y="2537301"/>
            <a:ext cx="1576200" cy="354000"/>
          </a:xfrm>
          <a:prstGeom prst="rect">
            <a:avLst/>
          </a:prstGeom>
          <a:noFill/>
          <a:ln>
            <a:noFill/>
          </a:ln>
        </p:spPr>
        <p:txBody>
          <a:bodyPr anchorCtr="0" anchor="ctr" bIns="0" lIns="0" spcFirstLastPara="1" rIns="0" wrap="square" tIns="0">
            <a:spAutoFit/>
          </a:bodyPr>
          <a:lstStyle/>
          <a:p>
            <a:pPr indent="0" lvl="0" marL="0" rtl="0" algn="r">
              <a:lnSpc>
                <a:spcPct val="100000"/>
              </a:lnSpc>
              <a:spcBef>
                <a:spcPts val="0"/>
              </a:spcBef>
              <a:spcAft>
                <a:spcPts val="0"/>
              </a:spcAft>
              <a:buNone/>
            </a:pPr>
            <a:r>
              <a:rPr b="1" lang="es-419" sz="1000">
                <a:latin typeface="Arvo"/>
                <a:ea typeface="Arvo"/>
                <a:cs typeface="Arvo"/>
                <a:sym typeface="Arvo"/>
              </a:rPr>
              <a:t>Meta actor:</a:t>
            </a:r>
            <a:endParaRPr b="1" sz="1000">
              <a:latin typeface="Arvo"/>
              <a:ea typeface="Arvo"/>
              <a:cs typeface="Arvo"/>
              <a:sym typeface="Arvo"/>
            </a:endParaRPr>
          </a:p>
          <a:p>
            <a:pPr indent="0" lvl="0" marL="0" rtl="0" algn="r">
              <a:lnSpc>
                <a:spcPct val="100000"/>
              </a:lnSpc>
              <a:spcBef>
                <a:spcPts val="0"/>
              </a:spcBef>
              <a:spcAft>
                <a:spcPts val="0"/>
              </a:spcAft>
              <a:buNone/>
            </a:pPr>
            <a:r>
              <a:rPr b="1" lang="es-419" sz="700">
                <a:latin typeface="Arvo"/>
                <a:ea typeface="Arvo"/>
                <a:cs typeface="Arvo"/>
                <a:sym typeface="Arvo"/>
              </a:rPr>
              <a:t>[Meta = &lt;sustantivo&gt;&lt;adjetivo&gt;]</a:t>
            </a:r>
            <a:endParaRPr b="1" sz="700">
              <a:latin typeface="Arvo"/>
              <a:ea typeface="Arvo"/>
              <a:cs typeface="Arvo"/>
              <a:sym typeface="Arvo"/>
            </a:endParaRPr>
          </a:p>
          <a:p>
            <a:pPr indent="0" lvl="0" marL="0" rtl="0" algn="r">
              <a:lnSpc>
                <a:spcPct val="100000"/>
              </a:lnSpc>
              <a:spcBef>
                <a:spcPts val="0"/>
              </a:spcBef>
              <a:spcAft>
                <a:spcPts val="0"/>
              </a:spcAft>
              <a:buNone/>
            </a:pPr>
            <a:r>
              <a:rPr i="1" lang="es-419" sz="600">
                <a:solidFill>
                  <a:srgbClr val="666666"/>
                </a:solidFill>
                <a:latin typeface="Arvo"/>
                <a:ea typeface="Arvo"/>
                <a:cs typeface="Arvo"/>
                <a:sym typeface="Arvo"/>
              </a:rPr>
              <a:t>&lt;ej: Producto recibido&gt;</a:t>
            </a:r>
            <a:endParaRPr i="1" sz="600">
              <a:solidFill>
                <a:srgbClr val="666666"/>
              </a:solidFill>
              <a:latin typeface="Arvo"/>
              <a:ea typeface="Arvo"/>
              <a:cs typeface="Arvo"/>
              <a:sym typeface="Arvo"/>
            </a:endParaRPr>
          </a:p>
        </p:txBody>
      </p:sp>
      <p:sp>
        <p:nvSpPr>
          <p:cNvPr id="8996" name="Google Shape;8996;p153"/>
          <p:cNvSpPr/>
          <p:nvPr/>
        </p:nvSpPr>
        <p:spPr>
          <a:xfrm>
            <a:off x="6858198" y="2542551"/>
            <a:ext cx="3027000" cy="343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8997" name="Google Shape;8997;p153"/>
          <p:cNvSpPr txBox="1"/>
          <p:nvPr>
            <p:ph idx="8" type="subTitle"/>
          </p:nvPr>
        </p:nvSpPr>
        <p:spPr>
          <a:xfrm>
            <a:off x="6857898" y="2543301"/>
            <a:ext cx="3027600" cy="342000"/>
          </a:xfrm>
          <a:prstGeom prst="rect">
            <a:avLst/>
          </a:prstGeom>
          <a:noFill/>
          <a:ln>
            <a:noFill/>
          </a:ln>
        </p:spPr>
        <p:txBody>
          <a:bodyPr anchorCtr="0" anchor="ctr" bIns="36000" lIns="36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8998" name="Google Shape;8998;p153"/>
          <p:cNvSpPr txBox="1"/>
          <p:nvPr/>
        </p:nvSpPr>
        <p:spPr>
          <a:xfrm>
            <a:off x="5217088" y="3041532"/>
            <a:ext cx="1576200" cy="400200"/>
          </a:xfrm>
          <a:prstGeom prst="rect">
            <a:avLst/>
          </a:prstGeom>
          <a:noFill/>
          <a:ln>
            <a:noFill/>
          </a:ln>
        </p:spPr>
        <p:txBody>
          <a:bodyPr anchorCtr="0" anchor="ctr" bIns="0" lIns="0" spcFirstLastPara="1" rIns="0" wrap="square" tIns="0">
            <a:spAutoFit/>
          </a:bodyPr>
          <a:lstStyle/>
          <a:p>
            <a:pPr indent="0" lvl="0" marL="0" rtl="0" algn="r">
              <a:lnSpc>
                <a:spcPct val="100000"/>
              </a:lnSpc>
              <a:spcBef>
                <a:spcPts val="0"/>
              </a:spcBef>
              <a:spcAft>
                <a:spcPts val="0"/>
              </a:spcAft>
              <a:buNone/>
            </a:pPr>
            <a:r>
              <a:rPr b="1" lang="es-419" sz="1000">
                <a:latin typeface="Arvo"/>
                <a:ea typeface="Arvo"/>
                <a:cs typeface="Arvo"/>
                <a:sym typeface="Arvo"/>
              </a:rPr>
              <a:t>Actividad que consigue la meta:</a:t>
            </a:r>
            <a:endParaRPr b="1" sz="700">
              <a:latin typeface="Arvo"/>
              <a:ea typeface="Arvo"/>
              <a:cs typeface="Arvo"/>
              <a:sym typeface="Arvo"/>
            </a:endParaRPr>
          </a:p>
          <a:p>
            <a:pPr indent="0" lvl="0" marL="0" rtl="0" algn="r">
              <a:lnSpc>
                <a:spcPct val="100000"/>
              </a:lnSpc>
              <a:spcBef>
                <a:spcPts val="0"/>
              </a:spcBef>
              <a:spcAft>
                <a:spcPts val="0"/>
              </a:spcAft>
              <a:buNone/>
            </a:pPr>
            <a:r>
              <a:rPr i="1" lang="es-419" sz="600">
                <a:solidFill>
                  <a:srgbClr val="666666"/>
                </a:solidFill>
                <a:latin typeface="Arvo"/>
                <a:ea typeface="Arvo"/>
                <a:cs typeface="Arvo"/>
                <a:sym typeface="Arvo"/>
              </a:rPr>
              <a:t>&lt;ej: Recibir producto&gt;</a:t>
            </a:r>
            <a:endParaRPr i="1" sz="600">
              <a:solidFill>
                <a:srgbClr val="666666"/>
              </a:solidFill>
              <a:latin typeface="Arvo"/>
              <a:ea typeface="Arvo"/>
              <a:cs typeface="Arvo"/>
              <a:sym typeface="Arvo"/>
            </a:endParaRPr>
          </a:p>
        </p:txBody>
      </p:sp>
      <p:sp>
        <p:nvSpPr>
          <p:cNvPr id="8999" name="Google Shape;8999;p153"/>
          <p:cNvSpPr/>
          <p:nvPr/>
        </p:nvSpPr>
        <p:spPr>
          <a:xfrm>
            <a:off x="6858200" y="3047155"/>
            <a:ext cx="3027000" cy="526200"/>
          </a:xfrm>
          <a:prstGeom prst="roundRect">
            <a:avLst>
              <a:gd fmla="val 12538"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9000" name="Google Shape;9000;p153"/>
          <p:cNvSpPr txBox="1"/>
          <p:nvPr>
            <p:ph idx="9" type="subTitle"/>
          </p:nvPr>
        </p:nvSpPr>
        <p:spPr>
          <a:xfrm>
            <a:off x="6857900" y="3047155"/>
            <a:ext cx="3027600" cy="526200"/>
          </a:xfrm>
          <a:prstGeom prst="rect">
            <a:avLst/>
          </a:prstGeom>
          <a:noFill/>
          <a:ln>
            <a:noFill/>
          </a:ln>
        </p:spPr>
        <p:txBody>
          <a:bodyPr anchorCtr="0" anchor="ctr" bIns="36000" lIns="36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9001" name="Google Shape;9001;p153"/>
          <p:cNvSpPr txBox="1"/>
          <p:nvPr/>
        </p:nvSpPr>
        <p:spPr>
          <a:xfrm>
            <a:off x="5217088" y="3727332"/>
            <a:ext cx="1576200" cy="554100"/>
          </a:xfrm>
          <a:prstGeom prst="rect">
            <a:avLst/>
          </a:prstGeom>
          <a:noFill/>
          <a:ln>
            <a:noFill/>
          </a:ln>
        </p:spPr>
        <p:txBody>
          <a:bodyPr anchorCtr="0" anchor="ctr" bIns="0" lIns="0" spcFirstLastPara="1" rIns="0" wrap="square" tIns="0">
            <a:spAutoFit/>
          </a:bodyPr>
          <a:lstStyle/>
          <a:p>
            <a:pPr indent="0" lvl="0" marL="0" rtl="0" algn="r">
              <a:lnSpc>
                <a:spcPct val="100000"/>
              </a:lnSpc>
              <a:spcBef>
                <a:spcPts val="0"/>
              </a:spcBef>
              <a:spcAft>
                <a:spcPts val="0"/>
              </a:spcAft>
              <a:buNone/>
            </a:pPr>
            <a:r>
              <a:rPr b="1" lang="es-419" sz="1000">
                <a:latin typeface="Arvo"/>
                <a:ea typeface="Arvo"/>
                <a:cs typeface="Arvo"/>
                <a:sym typeface="Arvo"/>
              </a:rPr>
              <a:t>Narrativa de la actividad que consigue la meta:</a:t>
            </a:r>
            <a:endParaRPr b="1" sz="700">
              <a:latin typeface="Arvo"/>
              <a:ea typeface="Arvo"/>
              <a:cs typeface="Arvo"/>
              <a:sym typeface="Arvo"/>
            </a:endParaRPr>
          </a:p>
          <a:p>
            <a:pPr indent="0" lvl="0" marL="0" rtl="0" algn="r">
              <a:lnSpc>
                <a:spcPct val="100000"/>
              </a:lnSpc>
              <a:spcBef>
                <a:spcPts val="0"/>
              </a:spcBef>
              <a:spcAft>
                <a:spcPts val="0"/>
              </a:spcAft>
              <a:buNone/>
            </a:pPr>
            <a:r>
              <a:rPr i="1" lang="es-419" sz="600">
                <a:solidFill>
                  <a:srgbClr val="666666"/>
                </a:solidFill>
                <a:latin typeface="Arvo"/>
                <a:ea typeface="Arvo"/>
                <a:cs typeface="Arvo"/>
                <a:sym typeface="Arvo"/>
              </a:rPr>
              <a:t>&lt;ej: El cliente recibe el producto&gt;</a:t>
            </a:r>
            <a:endParaRPr i="1" sz="600">
              <a:solidFill>
                <a:srgbClr val="666666"/>
              </a:solidFill>
              <a:latin typeface="Arvo"/>
              <a:ea typeface="Arvo"/>
              <a:cs typeface="Arvo"/>
              <a:sym typeface="Arvo"/>
            </a:endParaRPr>
          </a:p>
        </p:txBody>
      </p:sp>
      <p:sp>
        <p:nvSpPr>
          <p:cNvPr id="9002" name="Google Shape;9002;p153"/>
          <p:cNvSpPr/>
          <p:nvPr/>
        </p:nvSpPr>
        <p:spPr>
          <a:xfrm>
            <a:off x="6858200" y="3741282"/>
            <a:ext cx="3027000" cy="526200"/>
          </a:xfrm>
          <a:prstGeom prst="roundRect">
            <a:avLst>
              <a:gd fmla="val 12538"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9003" name="Google Shape;9003;p153"/>
          <p:cNvSpPr txBox="1"/>
          <p:nvPr>
            <p:ph idx="13" type="subTitle"/>
          </p:nvPr>
        </p:nvSpPr>
        <p:spPr>
          <a:xfrm>
            <a:off x="6857900" y="3741282"/>
            <a:ext cx="3027600" cy="526200"/>
          </a:xfrm>
          <a:prstGeom prst="rect">
            <a:avLst/>
          </a:prstGeom>
          <a:noFill/>
          <a:ln>
            <a:noFill/>
          </a:ln>
        </p:spPr>
        <p:txBody>
          <a:bodyPr anchorCtr="0" anchor="ctr" bIns="36000" lIns="36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9004" name="Google Shape;9004;p153"/>
          <p:cNvSpPr txBox="1"/>
          <p:nvPr/>
        </p:nvSpPr>
        <p:spPr>
          <a:xfrm>
            <a:off x="5217100" y="4717900"/>
            <a:ext cx="1576200" cy="400200"/>
          </a:xfrm>
          <a:prstGeom prst="rect">
            <a:avLst/>
          </a:prstGeom>
          <a:noFill/>
          <a:ln>
            <a:noFill/>
          </a:ln>
        </p:spPr>
        <p:txBody>
          <a:bodyPr anchorCtr="0" anchor="ctr" bIns="0" lIns="0" spcFirstLastPara="1" rIns="0" wrap="square" tIns="0">
            <a:spAutoFit/>
          </a:bodyPr>
          <a:lstStyle/>
          <a:p>
            <a:pPr indent="0" lvl="0" marL="0" rtl="0" algn="r">
              <a:lnSpc>
                <a:spcPct val="100000"/>
              </a:lnSpc>
              <a:spcBef>
                <a:spcPts val="0"/>
              </a:spcBef>
              <a:spcAft>
                <a:spcPts val="0"/>
              </a:spcAft>
              <a:buNone/>
            </a:pPr>
            <a:r>
              <a:rPr b="1" lang="es-419" sz="1000">
                <a:latin typeface="Arvo"/>
                <a:ea typeface="Arvo"/>
                <a:cs typeface="Arvo"/>
                <a:sym typeface="Arvo"/>
              </a:rPr>
              <a:t>Responsabilidades y / o funciones:</a:t>
            </a:r>
            <a:endParaRPr b="1" sz="700">
              <a:latin typeface="Arvo"/>
              <a:ea typeface="Arvo"/>
              <a:cs typeface="Arvo"/>
              <a:sym typeface="Arvo"/>
            </a:endParaRPr>
          </a:p>
          <a:p>
            <a:pPr indent="0" lvl="0" marL="0" rtl="0" algn="r">
              <a:lnSpc>
                <a:spcPct val="100000"/>
              </a:lnSpc>
              <a:spcBef>
                <a:spcPts val="0"/>
              </a:spcBef>
              <a:spcAft>
                <a:spcPts val="0"/>
              </a:spcAft>
              <a:buNone/>
            </a:pPr>
            <a:r>
              <a:rPr i="1" lang="es-419" sz="600">
                <a:solidFill>
                  <a:srgbClr val="666666"/>
                </a:solidFill>
                <a:latin typeface="Arvo"/>
                <a:ea typeface="Arvo"/>
                <a:cs typeface="Arvo"/>
                <a:sym typeface="Arvo"/>
              </a:rPr>
              <a:t>&lt;ej: El cliente recibe el producto&gt;</a:t>
            </a:r>
            <a:endParaRPr i="1" sz="600">
              <a:solidFill>
                <a:srgbClr val="666666"/>
              </a:solidFill>
              <a:latin typeface="Arvo"/>
              <a:ea typeface="Arvo"/>
              <a:cs typeface="Arvo"/>
              <a:sym typeface="Arvo"/>
            </a:endParaRPr>
          </a:p>
        </p:txBody>
      </p:sp>
      <p:sp>
        <p:nvSpPr>
          <p:cNvPr id="9005" name="Google Shape;9005;p153"/>
          <p:cNvSpPr/>
          <p:nvPr/>
        </p:nvSpPr>
        <p:spPr>
          <a:xfrm>
            <a:off x="6858205" y="4611312"/>
            <a:ext cx="3027000" cy="1728000"/>
          </a:xfrm>
          <a:prstGeom prst="roundRect">
            <a:avLst>
              <a:gd fmla="val 12538"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9006" name="Google Shape;9006;p153"/>
          <p:cNvSpPr txBox="1"/>
          <p:nvPr>
            <p:ph idx="14" type="subTitle"/>
          </p:nvPr>
        </p:nvSpPr>
        <p:spPr>
          <a:xfrm>
            <a:off x="6857905" y="4611312"/>
            <a:ext cx="3027600" cy="1728000"/>
          </a:xfrm>
          <a:prstGeom prst="rect">
            <a:avLst/>
          </a:prstGeom>
          <a:noFill/>
          <a:ln>
            <a:noFill/>
          </a:ln>
        </p:spPr>
        <p:txBody>
          <a:bodyPr anchorCtr="0" anchor="ctr" bIns="36000" lIns="36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9007" name="Google Shape;9007;p153"/>
          <p:cNvSpPr txBox="1"/>
          <p:nvPr/>
        </p:nvSpPr>
        <p:spPr>
          <a:xfrm>
            <a:off x="2524025" y="387675"/>
            <a:ext cx="15012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Unid. Organizacional:</a:t>
            </a:r>
            <a:endParaRPr b="1" sz="1100"/>
          </a:p>
        </p:txBody>
      </p:sp>
      <p:sp>
        <p:nvSpPr>
          <p:cNvPr id="9008" name="Google Shape;9008;p153"/>
          <p:cNvSpPr txBox="1"/>
          <p:nvPr/>
        </p:nvSpPr>
        <p:spPr>
          <a:xfrm>
            <a:off x="2524020" y="579550"/>
            <a:ext cx="6846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Proceso:</a:t>
            </a:r>
            <a:endParaRPr b="1" sz="1100"/>
          </a:p>
        </p:txBody>
      </p:sp>
      <p:sp>
        <p:nvSpPr>
          <p:cNvPr id="9009" name="Google Shape;9009;p153"/>
          <p:cNvSpPr txBox="1"/>
          <p:nvPr>
            <p:ph type="title"/>
          </p:nvPr>
        </p:nvSpPr>
        <p:spPr>
          <a:xfrm flipH="1">
            <a:off x="4025374" y="387675"/>
            <a:ext cx="5863200" cy="1692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000"/>
              <a:buNone/>
              <a:defRPr sz="1000">
                <a:solidFill>
                  <a:srgbClr val="000000"/>
                </a:solidFill>
              </a:defRPr>
            </a:lvl1pPr>
            <a:lvl2pPr lvl="1">
              <a:spcBef>
                <a:spcPts val="0"/>
              </a:spcBef>
              <a:spcAft>
                <a:spcPts val="0"/>
              </a:spcAft>
              <a:buClr>
                <a:srgbClr val="000000"/>
              </a:buClr>
              <a:buSzPts val="1000"/>
              <a:buNone/>
              <a:defRPr sz="1000">
                <a:solidFill>
                  <a:srgbClr val="000000"/>
                </a:solidFill>
              </a:defRPr>
            </a:lvl2pPr>
            <a:lvl3pPr lvl="2">
              <a:spcBef>
                <a:spcPts val="0"/>
              </a:spcBef>
              <a:spcAft>
                <a:spcPts val="0"/>
              </a:spcAft>
              <a:buClr>
                <a:srgbClr val="000000"/>
              </a:buClr>
              <a:buSzPts val="1000"/>
              <a:buNone/>
              <a:defRPr sz="1000">
                <a:solidFill>
                  <a:srgbClr val="000000"/>
                </a:solidFill>
              </a:defRPr>
            </a:lvl3pPr>
            <a:lvl4pPr lvl="3">
              <a:spcBef>
                <a:spcPts val="0"/>
              </a:spcBef>
              <a:spcAft>
                <a:spcPts val="0"/>
              </a:spcAft>
              <a:buClr>
                <a:srgbClr val="000000"/>
              </a:buClr>
              <a:buSzPts val="1000"/>
              <a:buNone/>
              <a:defRPr sz="1000">
                <a:solidFill>
                  <a:srgbClr val="000000"/>
                </a:solidFill>
              </a:defRPr>
            </a:lvl4pPr>
            <a:lvl5pPr lvl="4">
              <a:spcBef>
                <a:spcPts val="0"/>
              </a:spcBef>
              <a:spcAft>
                <a:spcPts val="0"/>
              </a:spcAft>
              <a:buClr>
                <a:srgbClr val="000000"/>
              </a:buClr>
              <a:buSzPts val="1000"/>
              <a:buNone/>
              <a:defRPr sz="1000">
                <a:solidFill>
                  <a:srgbClr val="000000"/>
                </a:solidFill>
              </a:defRPr>
            </a:lvl5pPr>
            <a:lvl6pPr lvl="5">
              <a:spcBef>
                <a:spcPts val="0"/>
              </a:spcBef>
              <a:spcAft>
                <a:spcPts val="0"/>
              </a:spcAft>
              <a:buClr>
                <a:srgbClr val="000000"/>
              </a:buClr>
              <a:buSzPts val="1000"/>
              <a:buNone/>
              <a:defRPr sz="1000">
                <a:solidFill>
                  <a:srgbClr val="000000"/>
                </a:solidFill>
              </a:defRPr>
            </a:lvl6pPr>
            <a:lvl7pPr lvl="6">
              <a:spcBef>
                <a:spcPts val="0"/>
              </a:spcBef>
              <a:spcAft>
                <a:spcPts val="0"/>
              </a:spcAft>
              <a:buClr>
                <a:srgbClr val="000000"/>
              </a:buClr>
              <a:buSzPts val="1000"/>
              <a:buNone/>
              <a:defRPr sz="1000">
                <a:solidFill>
                  <a:srgbClr val="000000"/>
                </a:solidFill>
              </a:defRPr>
            </a:lvl7pPr>
            <a:lvl8pPr lvl="7">
              <a:spcBef>
                <a:spcPts val="0"/>
              </a:spcBef>
              <a:spcAft>
                <a:spcPts val="0"/>
              </a:spcAft>
              <a:buClr>
                <a:srgbClr val="000000"/>
              </a:buClr>
              <a:buSzPts val="1000"/>
              <a:buNone/>
              <a:defRPr sz="1000">
                <a:solidFill>
                  <a:srgbClr val="000000"/>
                </a:solidFill>
              </a:defRPr>
            </a:lvl8pPr>
            <a:lvl9pPr lvl="8">
              <a:spcBef>
                <a:spcPts val="0"/>
              </a:spcBef>
              <a:spcAft>
                <a:spcPts val="0"/>
              </a:spcAft>
              <a:buClr>
                <a:srgbClr val="000000"/>
              </a:buClr>
              <a:buSzPts val="1000"/>
              <a:buNone/>
              <a:defRPr sz="1000">
                <a:solidFill>
                  <a:srgbClr val="000000"/>
                </a:solidFill>
              </a:defRPr>
            </a:lvl9pPr>
          </a:lstStyle>
          <a:p/>
        </p:txBody>
      </p:sp>
      <p:sp>
        <p:nvSpPr>
          <p:cNvPr id="9010" name="Google Shape;9010;p153"/>
          <p:cNvSpPr txBox="1"/>
          <p:nvPr>
            <p:ph idx="15" type="title"/>
          </p:nvPr>
        </p:nvSpPr>
        <p:spPr>
          <a:xfrm flipH="1">
            <a:off x="3208773" y="579550"/>
            <a:ext cx="6679800" cy="1692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000"/>
              <a:buNone/>
              <a:defRPr sz="1000">
                <a:solidFill>
                  <a:srgbClr val="000000"/>
                </a:solidFill>
              </a:defRPr>
            </a:lvl1pPr>
            <a:lvl2pPr lvl="1">
              <a:spcBef>
                <a:spcPts val="0"/>
              </a:spcBef>
              <a:spcAft>
                <a:spcPts val="0"/>
              </a:spcAft>
              <a:buClr>
                <a:srgbClr val="000000"/>
              </a:buClr>
              <a:buSzPts val="1000"/>
              <a:buNone/>
              <a:defRPr sz="1000">
                <a:solidFill>
                  <a:srgbClr val="000000"/>
                </a:solidFill>
              </a:defRPr>
            </a:lvl2pPr>
            <a:lvl3pPr lvl="2">
              <a:spcBef>
                <a:spcPts val="0"/>
              </a:spcBef>
              <a:spcAft>
                <a:spcPts val="0"/>
              </a:spcAft>
              <a:buClr>
                <a:srgbClr val="000000"/>
              </a:buClr>
              <a:buSzPts val="1000"/>
              <a:buNone/>
              <a:defRPr sz="1000">
                <a:solidFill>
                  <a:srgbClr val="000000"/>
                </a:solidFill>
              </a:defRPr>
            </a:lvl3pPr>
            <a:lvl4pPr lvl="3">
              <a:spcBef>
                <a:spcPts val="0"/>
              </a:spcBef>
              <a:spcAft>
                <a:spcPts val="0"/>
              </a:spcAft>
              <a:buClr>
                <a:srgbClr val="000000"/>
              </a:buClr>
              <a:buSzPts val="1000"/>
              <a:buNone/>
              <a:defRPr sz="1000">
                <a:solidFill>
                  <a:srgbClr val="000000"/>
                </a:solidFill>
              </a:defRPr>
            </a:lvl4pPr>
            <a:lvl5pPr lvl="4">
              <a:spcBef>
                <a:spcPts val="0"/>
              </a:spcBef>
              <a:spcAft>
                <a:spcPts val="0"/>
              </a:spcAft>
              <a:buClr>
                <a:srgbClr val="000000"/>
              </a:buClr>
              <a:buSzPts val="1000"/>
              <a:buNone/>
              <a:defRPr sz="1000">
                <a:solidFill>
                  <a:srgbClr val="000000"/>
                </a:solidFill>
              </a:defRPr>
            </a:lvl5pPr>
            <a:lvl6pPr lvl="5">
              <a:spcBef>
                <a:spcPts val="0"/>
              </a:spcBef>
              <a:spcAft>
                <a:spcPts val="0"/>
              </a:spcAft>
              <a:buClr>
                <a:srgbClr val="000000"/>
              </a:buClr>
              <a:buSzPts val="1000"/>
              <a:buNone/>
              <a:defRPr sz="1000">
                <a:solidFill>
                  <a:srgbClr val="000000"/>
                </a:solidFill>
              </a:defRPr>
            </a:lvl6pPr>
            <a:lvl7pPr lvl="6">
              <a:spcBef>
                <a:spcPts val="0"/>
              </a:spcBef>
              <a:spcAft>
                <a:spcPts val="0"/>
              </a:spcAft>
              <a:buClr>
                <a:srgbClr val="000000"/>
              </a:buClr>
              <a:buSzPts val="1000"/>
              <a:buNone/>
              <a:defRPr sz="1000">
                <a:solidFill>
                  <a:srgbClr val="000000"/>
                </a:solidFill>
              </a:defRPr>
            </a:lvl7pPr>
            <a:lvl8pPr lvl="7">
              <a:spcBef>
                <a:spcPts val="0"/>
              </a:spcBef>
              <a:spcAft>
                <a:spcPts val="0"/>
              </a:spcAft>
              <a:buClr>
                <a:srgbClr val="000000"/>
              </a:buClr>
              <a:buSzPts val="1000"/>
              <a:buNone/>
              <a:defRPr sz="1000">
                <a:solidFill>
                  <a:srgbClr val="000000"/>
                </a:solidFill>
              </a:defRPr>
            </a:lvl8pPr>
            <a:lvl9pPr lvl="8">
              <a:spcBef>
                <a:spcPts val="0"/>
              </a:spcBef>
              <a:spcAft>
                <a:spcPts val="0"/>
              </a:spcAft>
              <a:buClr>
                <a:srgbClr val="000000"/>
              </a:buClr>
              <a:buSzPts val="1000"/>
              <a:buNone/>
              <a:defRPr sz="1000">
                <a:solidFill>
                  <a:srgbClr val="000000"/>
                </a:solidFill>
              </a:defRPr>
            </a:lvl9pPr>
          </a:lstStyle>
          <a:p/>
        </p:txBody>
      </p:sp>
    </p:spTree>
  </p:cSld>
  <p:clrMapOvr>
    <a:masterClrMapping/>
  </p:clrMapOvr>
</p:sldLayout>
</file>

<file path=ppt/slideLayouts/slideLayout15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6.2. Diagrama de Caso de Uso de Sistema">
  <p:cSld name="TITLE_3_6_1_1_1_1_1_1_1_1_1_1_1_1_1_1_1_1_1_1_1_1_1">
    <p:spTree>
      <p:nvGrpSpPr>
        <p:cNvPr id="9011" name="Shape 9011"/>
        <p:cNvGrpSpPr/>
        <p:nvPr/>
      </p:nvGrpSpPr>
      <p:grpSpPr>
        <a:xfrm>
          <a:off x="0" y="0"/>
          <a:ext cx="0" cy="0"/>
          <a:chOff x="0" y="0"/>
          <a:chExt cx="0" cy="0"/>
        </a:xfrm>
      </p:grpSpPr>
      <p:sp>
        <p:nvSpPr>
          <p:cNvPr id="9012" name="Google Shape;9012;p154"/>
          <p:cNvSpPr/>
          <p:nvPr/>
        </p:nvSpPr>
        <p:spPr>
          <a:xfrm>
            <a:off x="97888" y="377012"/>
            <a:ext cx="9893400" cy="296700"/>
          </a:xfrm>
          <a:prstGeom prst="roundRect">
            <a:avLst>
              <a:gd fmla="val 22902" name="adj"/>
            </a:avLst>
          </a:prstGeom>
          <a:solidFill>
            <a:srgbClr val="F3F3F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9013" name="Google Shape;9013;p154"/>
          <p:cNvSpPr/>
          <p:nvPr/>
        </p:nvSpPr>
        <p:spPr>
          <a:xfrm>
            <a:off x="77688" y="358938"/>
            <a:ext cx="9935700" cy="6438000"/>
          </a:xfrm>
          <a:prstGeom prst="roundRect">
            <a:avLst>
              <a:gd fmla="val 2618" name="adj"/>
            </a:avLst>
          </a:prstGeom>
          <a:solidFill>
            <a:srgbClr val="FFFFFF"/>
          </a:solidFill>
          <a:ln cap="flat" cmpd="sng" w="38100">
            <a:solidFill>
              <a:srgbClr val="000000"/>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014" name="Google Shape;9014;p154"/>
          <p:cNvCxnSpPr/>
          <p:nvPr/>
        </p:nvCxnSpPr>
        <p:spPr>
          <a:xfrm>
            <a:off x="77688" y="772614"/>
            <a:ext cx="9935700" cy="0"/>
          </a:xfrm>
          <a:prstGeom prst="straightConnector1">
            <a:avLst/>
          </a:prstGeom>
          <a:noFill/>
          <a:ln cap="flat" cmpd="sng" w="19050">
            <a:solidFill>
              <a:srgbClr val="000000"/>
            </a:solidFill>
            <a:prstDash val="solid"/>
            <a:round/>
            <a:headEnd len="med" w="med" type="none"/>
            <a:tailEnd len="med" w="med" type="none"/>
          </a:ln>
        </p:spPr>
      </p:cxnSp>
      <p:cxnSp>
        <p:nvCxnSpPr>
          <p:cNvPr id="9015" name="Google Shape;9015;p154"/>
          <p:cNvCxnSpPr/>
          <p:nvPr/>
        </p:nvCxnSpPr>
        <p:spPr>
          <a:xfrm rot="10800000">
            <a:off x="2439038" y="368188"/>
            <a:ext cx="0" cy="402300"/>
          </a:xfrm>
          <a:prstGeom prst="straightConnector1">
            <a:avLst/>
          </a:prstGeom>
          <a:noFill/>
          <a:ln cap="flat" cmpd="sng" w="19050">
            <a:solidFill>
              <a:srgbClr val="000000"/>
            </a:solidFill>
            <a:prstDash val="solid"/>
            <a:round/>
            <a:headEnd len="med" w="med" type="none"/>
            <a:tailEnd len="med" w="med" type="none"/>
          </a:ln>
        </p:spPr>
      </p:cxnSp>
      <p:sp>
        <p:nvSpPr>
          <p:cNvPr id="9016" name="Google Shape;9016;p154"/>
          <p:cNvSpPr/>
          <p:nvPr/>
        </p:nvSpPr>
        <p:spPr>
          <a:xfrm>
            <a:off x="77688" y="349338"/>
            <a:ext cx="2361300" cy="421200"/>
          </a:xfrm>
          <a:prstGeom prst="roundRect">
            <a:avLst>
              <a:gd fmla="val 50000" name="adj"/>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s-419" sz="1200">
                <a:solidFill>
                  <a:srgbClr val="FFFFFF"/>
                </a:solidFill>
              </a:rPr>
              <a:t>Diagrama CU de Sistema</a:t>
            </a:r>
            <a:endParaRPr b="1" sz="1200">
              <a:solidFill>
                <a:srgbClr val="FFFFFF"/>
              </a:solidFill>
            </a:endParaRPr>
          </a:p>
          <a:p>
            <a:pPr indent="0" lvl="0" marL="0" rtl="0" algn="ctr">
              <a:spcBef>
                <a:spcPts val="0"/>
              </a:spcBef>
              <a:spcAft>
                <a:spcPts val="0"/>
              </a:spcAft>
              <a:buNone/>
            </a:pPr>
            <a:r>
              <a:t/>
            </a:r>
            <a:endParaRPr b="1" sz="1200">
              <a:solidFill>
                <a:srgbClr val="FFFFFF"/>
              </a:solidFill>
            </a:endParaRPr>
          </a:p>
        </p:txBody>
      </p:sp>
      <p:sp>
        <p:nvSpPr>
          <p:cNvPr id="9017" name="Google Shape;9017;p154"/>
          <p:cNvSpPr/>
          <p:nvPr/>
        </p:nvSpPr>
        <p:spPr>
          <a:xfrm>
            <a:off x="83988" y="595504"/>
            <a:ext cx="190200" cy="1692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8" name="Google Shape;9018;p154"/>
          <p:cNvSpPr/>
          <p:nvPr/>
        </p:nvSpPr>
        <p:spPr>
          <a:xfrm>
            <a:off x="2292338" y="358938"/>
            <a:ext cx="146700" cy="4023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9" name="Google Shape;9019;p154"/>
          <p:cNvSpPr/>
          <p:nvPr/>
        </p:nvSpPr>
        <p:spPr>
          <a:xfrm>
            <a:off x="-1396550" y="760700"/>
            <a:ext cx="748200" cy="6079200"/>
          </a:xfrm>
          <a:prstGeom prst="roundRect">
            <a:avLst>
              <a:gd fmla="val 11877" name="adj"/>
            </a:avLst>
          </a:prstGeom>
          <a:solidFill>
            <a:srgbClr val="F3F3F3"/>
          </a:solidFill>
          <a:ln cap="flat" cmpd="sng" w="9525">
            <a:solidFill>
              <a:srgbClr val="F3F3F3"/>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t" bIns="54000" lIns="72000" spcFirstLastPara="1" rIns="72000" wrap="square" tIns="54000">
            <a:noAutofit/>
          </a:bodyPr>
          <a:lstStyle/>
          <a:p>
            <a:pPr indent="0" lvl="0" marL="0" rtl="0" algn="ctr">
              <a:spcBef>
                <a:spcPts val="0"/>
              </a:spcBef>
              <a:spcAft>
                <a:spcPts val="0"/>
              </a:spcAft>
              <a:buNone/>
            </a:pPr>
            <a:r>
              <a:rPr i="1" lang="es-419"/>
              <a:t>Paleta</a:t>
            </a:r>
            <a:endParaRPr i="1"/>
          </a:p>
        </p:txBody>
      </p:sp>
      <p:sp>
        <p:nvSpPr>
          <p:cNvPr id="9020" name="Google Shape;9020;p154"/>
          <p:cNvSpPr txBox="1"/>
          <p:nvPr/>
        </p:nvSpPr>
        <p:spPr>
          <a:xfrm>
            <a:off x="2524025" y="387675"/>
            <a:ext cx="15012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Unid. Organizacional:</a:t>
            </a:r>
            <a:endParaRPr b="1" sz="1100"/>
          </a:p>
        </p:txBody>
      </p:sp>
      <p:sp>
        <p:nvSpPr>
          <p:cNvPr id="9021" name="Google Shape;9021;p154"/>
          <p:cNvSpPr txBox="1"/>
          <p:nvPr/>
        </p:nvSpPr>
        <p:spPr>
          <a:xfrm>
            <a:off x="2524020" y="579550"/>
            <a:ext cx="6846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Alcance:</a:t>
            </a:r>
            <a:endParaRPr b="1" sz="1100"/>
          </a:p>
        </p:txBody>
      </p:sp>
      <p:sp>
        <p:nvSpPr>
          <p:cNvPr id="9022" name="Google Shape;9022;p154"/>
          <p:cNvSpPr txBox="1"/>
          <p:nvPr>
            <p:ph type="title"/>
          </p:nvPr>
        </p:nvSpPr>
        <p:spPr>
          <a:xfrm flipH="1">
            <a:off x="4025374" y="387675"/>
            <a:ext cx="5863200" cy="1692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000"/>
              <a:buNone/>
              <a:defRPr sz="1000">
                <a:solidFill>
                  <a:srgbClr val="000000"/>
                </a:solidFill>
              </a:defRPr>
            </a:lvl1pPr>
            <a:lvl2pPr lvl="1">
              <a:spcBef>
                <a:spcPts val="0"/>
              </a:spcBef>
              <a:spcAft>
                <a:spcPts val="0"/>
              </a:spcAft>
              <a:buClr>
                <a:srgbClr val="000000"/>
              </a:buClr>
              <a:buSzPts val="1000"/>
              <a:buNone/>
              <a:defRPr sz="1000">
                <a:solidFill>
                  <a:srgbClr val="000000"/>
                </a:solidFill>
              </a:defRPr>
            </a:lvl2pPr>
            <a:lvl3pPr lvl="2">
              <a:spcBef>
                <a:spcPts val="0"/>
              </a:spcBef>
              <a:spcAft>
                <a:spcPts val="0"/>
              </a:spcAft>
              <a:buClr>
                <a:srgbClr val="000000"/>
              </a:buClr>
              <a:buSzPts val="1000"/>
              <a:buNone/>
              <a:defRPr sz="1000">
                <a:solidFill>
                  <a:srgbClr val="000000"/>
                </a:solidFill>
              </a:defRPr>
            </a:lvl3pPr>
            <a:lvl4pPr lvl="3">
              <a:spcBef>
                <a:spcPts val="0"/>
              </a:spcBef>
              <a:spcAft>
                <a:spcPts val="0"/>
              </a:spcAft>
              <a:buClr>
                <a:srgbClr val="000000"/>
              </a:buClr>
              <a:buSzPts val="1000"/>
              <a:buNone/>
              <a:defRPr sz="1000">
                <a:solidFill>
                  <a:srgbClr val="000000"/>
                </a:solidFill>
              </a:defRPr>
            </a:lvl4pPr>
            <a:lvl5pPr lvl="4">
              <a:spcBef>
                <a:spcPts val="0"/>
              </a:spcBef>
              <a:spcAft>
                <a:spcPts val="0"/>
              </a:spcAft>
              <a:buClr>
                <a:srgbClr val="000000"/>
              </a:buClr>
              <a:buSzPts val="1000"/>
              <a:buNone/>
              <a:defRPr sz="1000">
                <a:solidFill>
                  <a:srgbClr val="000000"/>
                </a:solidFill>
              </a:defRPr>
            </a:lvl5pPr>
            <a:lvl6pPr lvl="5">
              <a:spcBef>
                <a:spcPts val="0"/>
              </a:spcBef>
              <a:spcAft>
                <a:spcPts val="0"/>
              </a:spcAft>
              <a:buClr>
                <a:srgbClr val="000000"/>
              </a:buClr>
              <a:buSzPts val="1000"/>
              <a:buNone/>
              <a:defRPr sz="1000">
                <a:solidFill>
                  <a:srgbClr val="000000"/>
                </a:solidFill>
              </a:defRPr>
            </a:lvl6pPr>
            <a:lvl7pPr lvl="6">
              <a:spcBef>
                <a:spcPts val="0"/>
              </a:spcBef>
              <a:spcAft>
                <a:spcPts val="0"/>
              </a:spcAft>
              <a:buClr>
                <a:srgbClr val="000000"/>
              </a:buClr>
              <a:buSzPts val="1000"/>
              <a:buNone/>
              <a:defRPr sz="1000">
                <a:solidFill>
                  <a:srgbClr val="000000"/>
                </a:solidFill>
              </a:defRPr>
            </a:lvl7pPr>
            <a:lvl8pPr lvl="7">
              <a:spcBef>
                <a:spcPts val="0"/>
              </a:spcBef>
              <a:spcAft>
                <a:spcPts val="0"/>
              </a:spcAft>
              <a:buClr>
                <a:srgbClr val="000000"/>
              </a:buClr>
              <a:buSzPts val="1000"/>
              <a:buNone/>
              <a:defRPr sz="1000">
                <a:solidFill>
                  <a:srgbClr val="000000"/>
                </a:solidFill>
              </a:defRPr>
            </a:lvl8pPr>
            <a:lvl9pPr lvl="8">
              <a:spcBef>
                <a:spcPts val="0"/>
              </a:spcBef>
              <a:spcAft>
                <a:spcPts val="0"/>
              </a:spcAft>
              <a:buClr>
                <a:srgbClr val="000000"/>
              </a:buClr>
              <a:buSzPts val="1000"/>
              <a:buNone/>
              <a:defRPr sz="1000">
                <a:solidFill>
                  <a:srgbClr val="000000"/>
                </a:solidFill>
              </a:defRPr>
            </a:lvl9pPr>
          </a:lstStyle>
          <a:p/>
        </p:txBody>
      </p:sp>
      <p:sp>
        <p:nvSpPr>
          <p:cNvPr id="9023" name="Google Shape;9023;p154"/>
          <p:cNvSpPr txBox="1"/>
          <p:nvPr>
            <p:ph idx="2" type="title"/>
          </p:nvPr>
        </p:nvSpPr>
        <p:spPr>
          <a:xfrm flipH="1">
            <a:off x="3208773" y="579550"/>
            <a:ext cx="6679800" cy="1692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000"/>
              <a:buNone/>
              <a:defRPr sz="1000">
                <a:solidFill>
                  <a:srgbClr val="000000"/>
                </a:solidFill>
              </a:defRPr>
            </a:lvl1pPr>
            <a:lvl2pPr lvl="1">
              <a:spcBef>
                <a:spcPts val="0"/>
              </a:spcBef>
              <a:spcAft>
                <a:spcPts val="0"/>
              </a:spcAft>
              <a:buClr>
                <a:srgbClr val="000000"/>
              </a:buClr>
              <a:buSzPts val="1000"/>
              <a:buNone/>
              <a:defRPr sz="1000">
                <a:solidFill>
                  <a:srgbClr val="000000"/>
                </a:solidFill>
              </a:defRPr>
            </a:lvl2pPr>
            <a:lvl3pPr lvl="2">
              <a:spcBef>
                <a:spcPts val="0"/>
              </a:spcBef>
              <a:spcAft>
                <a:spcPts val="0"/>
              </a:spcAft>
              <a:buClr>
                <a:srgbClr val="000000"/>
              </a:buClr>
              <a:buSzPts val="1000"/>
              <a:buNone/>
              <a:defRPr sz="1000">
                <a:solidFill>
                  <a:srgbClr val="000000"/>
                </a:solidFill>
              </a:defRPr>
            </a:lvl3pPr>
            <a:lvl4pPr lvl="3">
              <a:spcBef>
                <a:spcPts val="0"/>
              </a:spcBef>
              <a:spcAft>
                <a:spcPts val="0"/>
              </a:spcAft>
              <a:buClr>
                <a:srgbClr val="000000"/>
              </a:buClr>
              <a:buSzPts val="1000"/>
              <a:buNone/>
              <a:defRPr sz="1000">
                <a:solidFill>
                  <a:srgbClr val="000000"/>
                </a:solidFill>
              </a:defRPr>
            </a:lvl4pPr>
            <a:lvl5pPr lvl="4">
              <a:spcBef>
                <a:spcPts val="0"/>
              </a:spcBef>
              <a:spcAft>
                <a:spcPts val="0"/>
              </a:spcAft>
              <a:buClr>
                <a:srgbClr val="000000"/>
              </a:buClr>
              <a:buSzPts val="1000"/>
              <a:buNone/>
              <a:defRPr sz="1000">
                <a:solidFill>
                  <a:srgbClr val="000000"/>
                </a:solidFill>
              </a:defRPr>
            </a:lvl5pPr>
            <a:lvl6pPr lvl="5">
              <a:spcBef>
                <a:spcPts val="0"/>
              </a:spcBef>
              <a:spcAft>
                <a:spcPts val="0"/>
              </a:spcAft>
              <a:buClr>
                <a:srgbClr val="000000"/>
              </a:buClr>
              <a:buSzPts val="1000"/>
              <a:buNone/>
              <a:defRPr sz="1000">
                <a:solidFill>
                  <a:srgbClr val="000000"/>
                </a:solidFill>
              </a:defRPr>
            </a:lvl6pPr>
            <a:lvl7pPr lvl="6">
              <a:spcBef>
                <a:spcPts val="0"/>
              </a:spcBef>
              <a:spcAft>
                <a:spcPts val="0"/>
              </a:spcAft>
              <a:buClr>
                <a:srgbClr val="000000"/>
              </a:buClr>
              <a:buSzPts val="1000"/>
              <a:buNone/>
              <a:defRPr sz="1000">
                <a:solidFill>
                  <a:srgbClr val="000000"/>
                </a:solidFill>
              </a:defRPr>
            </a:lvl7pPr>
            <a:lvl8pPr lvl="7">
              <a:spcBef>
                <a:spcPts val="0"/>
              </a:spcBef>
              <a:spcAft>
                <a:spcPts val="0"/>
              </a:spcAft>
              <a:buClr>
                <a:srgbClr val="000000"/>
              </a:buClr>
              <a:buSzPts val="1000"/>
              <a:buNone/>
              <a:defRPr sz="1000">
                <a:solidFill>
                  <a:srgbClr val="000000"/>
                </a:solidFill>
              </a:defRPr>
            </a:lvl8pPr>
            <a:lvl9pPr lvl="8">
              <a:spcBef>
                <a:spcPts val="0"/>
              </a:spcBef>
              <a:spcAft>
                <a:spcPts val="0"/>
              </a:spcAft>
              <a:buClr>
                <a:srgbClr val="000000"/>
              </a:buClr>
              <a:buSzPts val="1000"/>
              <a:buNone/>
              <a:defRPr sz="1000">
                <a:solidFill>
                  <a:srgbClr val="000000"/>
                </a:solidFill>
              </a:defRPr>
            </a:lvl9pPr>
          </a:lstStyle>
          <a:p/>
        </p:txBody>
      </p:sp>
      <p:sp>
        <p:nvSpPr>
          <p:cNvPr id="9024" name="Google Shape;9024;p154"/>
          <p:cNvSpPr txBox="1"/>
          <p:nvPr>
            <p:ph idx="1" type="body"/>
          </p:nvPr>
        </p:nvSpPr>
        <p:spPr>
          <a:xfrm>
            <a:off x="641150" y="612125"/>
            <a:ext cx="1770300" cy="160500"/>
          </a:xfrm>
          <a:prstGeom prst="rect">
            <a:avLst/>
          </a:prstGeom>
          <a:noFill/>
          <a:ln>
            <a:noFill/>
          </a:ln>
        </p:spPr>
        <p:txBody>
          <a:bodyPr anchorCtr="0" anchor="t" bIns="0" lIns="0" spcFirstLastPara="1" rIns="0" wrap="square" tIns="0">
            <a:noAutofit/>
          </a:bodyPr>
          <a:lstStyle>
            <a:lvl1pPr indent="-292100" lvl="0" marL="457200" algn="ctr">
              <a:spcBef>
                <a:spcPts val="0"/>
              </a:spcBef>
              <a:spcAft>
                <a:spcPts val="0"/>
              </a:spcAft>
              <a:buClr>
                <a:srgbClr val="FFFFFF"/>
              </a:buClr>
              <a:buSzPts val="1000"/>
              <a:buChar char="●"/>
              <a:defRPr sz="1000">
                <a:solidFill>
                  <a:srgbClr val="FFFFFF"/>
                </a:solidFill>
              </a:defRPr>
            </a:lvl1pPr>
            <a:lvl2pPr indent="-292100" lvl="1" marL="914400" algn="ctr">
              <a:spcBef>
                <a:spcPts val="0"/>
              </a:spcBef>
              <a:spcAft>
                <a:spcPts val="0"/>
              </a:spcAft>
              <a:buClr>
                <a:srgbClr val="FFFFFF"/>
              </a:buClr>
              <a:buSzPts val="1000"/>
              <a:buChar char="○"/>
              <a:defRPr sz="1000">
                <a:solidFill>
                  <a:srgbClr val="FFFFFF"/>
                </a:solidFill>
              </a:defRPr>
            </a:lvl2pPr>
            <a:lvl3pPr indent="-292100" lvl="2" marL="1371600" algn="ctr">
              <a:spcBef>
                <a:spcPts val="0"/>
              </a:spcBef>
              <a:spcAft>
                <a:spcPts val="0"/>
              </a:spcAft>
              <a:buClr>
                <a:srgbClr val="FFFFFF"/>
              </a:buClr>
              <a:buSzPts val="1000"/>
              <a:buChar char="■"/>
              <a:defRPr sz="1000">
                <a:solidFill>
                  <a:srgbClr val="FFFFFF"/>
                </a:solidFill>
              </a:defRPr>
            </a:lvl3pPr>
            <a:lvl4pPr indent="-292100" lvl="3" marL="1828800" algn="ctr">
              <a:spcBef>
                <a:spcPts val="0"/>
              </a:spcBef>
              <a:spcAft>
                <a:spcPts val="0"/>
              </a:spcAft>
              <a:buClr>
                <a:srgbClr val="FFFFFF"/>
              </a:buClr>
              <a:buSzPts val="1000"/>
              <a:buChar char="●"/>
              <a:defRPr sz="1000">
                <a:solidFill>
                  <a:srgbClr val="FFFFFF"/>
                </a:solidFill>
              </a:defRPr>
            </a:lvl4pPr>
            <a:lvl5pPr indent="-292100" lvl="4" marL="2286000" algn="ctr">
              <a:spcBef>
                <a:spcPts val="0"/>
              </a:spcBef>
              <a:spcAft>
                <a:spcPts val="0"/>
              </a:spcAft>
              <a:buClr>
                <a:srgbClr val="FFFFFF"/>
              </a:buClr>
              <a:buSzPts val="1000"/>
              <a:buChar char="○"/>
              <a:defRPr sz="1000">
                <a:solidFill>
                  <a:srgbClr val="FFFFFF"/>
                </a:solidFill>
              </a:defRPr>
            </a:lvl5pPr>
            <a:lvl6pPr indent="-292100" lvl="5" marL="2743200" algn="ctr">
              <a:spcBef>
                <a:spcPts val="0"/>
              </a:spcBef>
              <a:spcAft>
                <a:spcPts val="0"/>
              </a:spcAft>
              <a:buClr>
                <a:srgbClr val="FFFFFF"/>
              </a:buClr>
              <a:buSzPts val="1000"/>
              <a:buChar char="■"/>
              <a:defRPr sz="1000">
                <a:solidFill>
                  <a:srgbClr val="FFFFFF"/>
                </a:solidFill>
              </a:defRPr>
            </a:lvl6pPr>
            <a:lvl7pPr indent="-292100" lvl="6" marL="3200400" algn="ctr">
              <a:spcBef>
                <a:spcPts val="0"/>
              </a:spcBef>
              <a:spcAft>
                <a:spcPts val="0"/>
              </a:spcAft>
              <a:buClr>
                <a:srgbClr val="FFFFFF"/>
              </a:buClr>
              <a:buSzPts val="1000"/>
              <a:buChar char="●"/>
              <a:defRPr sz="1000">
                <a:solidFill>
                  <a:srgbClr val="FFFFFF"/>
                </a:solidFill>
              </a:defRPr>
            </a:lvl7pPr>
            <a:lvl8pPr indent="-292100" lvl="7" marL="3657600" algn="ctr">
              <a:spcBef>
                <a:spcPts val="0"/>
              </a:spcBef>
              <a:spcAft>
                <a:spcPts val="0"/>
              </a:spcAft>
              <a:buClr>
                <a:srgbClr val="FFFFFF"/>
              </a:buClr>
              <a:buSzPts val="1000"/>
              <a:buChar char="○"/>
              <a:defRPr sz="1000">
                <a:solidFill>
                  <a:srgbClr val="FFFFFF"/>
                </a:solidFill>
              </a:defRPr>
            </a:lvl8pPr>
            <a:lvl9pPr indent="-292100" lvl="8" marL="4114800" algn="ctr">
              <a:spcBef>
                <a:spcPts val="0"/>
              </a:spcBef>
              <a:spcAft>
                <a:spcPts val="0"/>
              </a:spcAft>
              <a:buClr>
                <a:srgbClr val="FFFFFF"/>
              </a:buClr>
              <a:buSzPts val="1000"/>
              <a:buChar char="■"/>
              <a:defRPr sz="1000">
                <a:solidFill>
                  <a:srgbClr val="FFFFFF"/>
                </a:solidFill>
              </a:defRPr>
            </a:lvl9pPr>
          </a:lstStyle>
          <a:p/>
        </p:txBody>
      </p:sp>
      <p:sp>
        <p:nvSpPr>
          <p:cNvPr id="9025" name="Google Shape;9025;p154"/>
          <p:cNvSpPr txBox="1"/>
          <p:nvPr/>
        </p:nvSpPr>
        <p:spPr>
          <a:xfrm>
            <a:off x="84825" y="598125"/>
            <a:ext cx="595500" cy="205800"/>
          </a:xfrm>
          <a:prstGeom prst="rect">
            <a:avLst/>
          </a:prstGeom>
          <a:noFill/>
          <a:ln>
            <a:noFill/>
          </a:ln>
        </p:spPr>
        <p:txBody>
          <a:bodyPr anchorCtr="0" anchor="t" bIns="18000" lIns="18000" spcFirstLastPara="1" rIns="18000" wrap="square" tIns="18000">
            <a:spAutoFit/>
          </a:bodyPr>
          <a:lstStyle/>
          <a:p>
            <a:pPr indent="0" lvl="0" marL="0" rtl="0" algn="l">
              <a:spcBef>
                <a:spcPts val="0"/>
              </a:spcBef>
              <a:spcAft>
                <a:spcPts val="0"/>
              </a:spcAft>
              <a:buNone/>
            </a:pPr>
            <a:r>
              <a:rPr lang="es-419" sz="1100">
                <a:solidFill>
                  <a:srgbClr val="FFFFFF"/>
                </a:solidFill>
              </a:rPr>
              <a:t>Nombre:</a:t>
            </a:r>
            <a:endParaRPr sz="1100">
              <a:solidFill>
                <a:srgbClr val="FFFFFF"/>
              </a:solidFill>
            </a:endParaRPr>
          </a:p>
        </p:txBody>
      </p:sp>
    </p:spTree>
  </p:cSld>
  <p:clrMapOvr>
    <a:masterClrMapping/>
  </p:clrMapOvr>
</p:sldLayout>
</file>

<file path=ppt/slideLayouts/slideLayout15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R4. Definición de Caso de Uso de Sistema">
  <p:cSld name="TITLE_3_6_1_1_1_1_1_1_1_1_1_1_1_1_1_1_1_1_1_1_1_1_1_1">
    <p:spTree>
      <p:nvGrpSpPr>
        <p:cNvPr id="9026" name="Shape 9026"/>
        <p:cNvGrpSpPr/>
        <p:nvPr/>
      </p:nvGrpSpPr>
      <p:grpSpPr>
        <a:xfrm>
          <a:off x="0" y="0"/>
          <a:ext cx="0" cy="0"/>
          <a:chOff x="0" y="0"/>
          <a:chExt cx="0" cy="0"/>
        </a:xfrm>
      </p:grpSpPr>
      <p:sp>
        <p:nvSpPr>
          <p:cNvPr id="9027" name="Google Shape;9027;p155"/>
          <p:cNvSpPr/>
          <p:nvPr/>
        </p:nvSpPr>
        <p:spPr>
          <a:xfrm>
            <a:off x="77688" y="358938"/>
            <a:ext cx="9935700" cy="6438000"/>
          </a:xfrm>
          <a:prstGeom prst="roundRect">
            <a:avLst>
              <a:gd fmla="val 2618" name="adj"/>
            </a:avLst>
          </a:prstGeom>
          <a:solidFill>
            <a:srgbClr val="FFFFFF"/>
          </a:solidFill>
          <a:ln cap="flat" cmpd="sng" w="38100">
            <a:solidFill>
              <a:srgbClr val="000000"/>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028" name="Google Shape;9028;p155"/>
          <p:cNvCxnSpPr/>
          <p:nvPr/>
        </p:nvCxnSpPr>
        <p:spPr>
          <a:xfrm>
            <a:off x="77688" y="772614"/>
            <a:ext cx="9935700" cy="0"/>
          </a:xfrm>
          <a:prstGeom prst="straightConnector1">
            <a:avLst/>
          </a:prstGeom>
          <a:noFill/>
          <a:ln cap="flat" cmpd="sng" w="19050">
            <a:solidFill>
              <a:srgbClr val="000000"/>
            </a:solidFill>
            <a:prstDash val="solid"/>
            <a:round/>
            <a:headEnd len="med" w="med" type="none"/>
            <a:tailEnd len="med" w="med" type="none"/>
          </a:ln>
        </p:spPr>
      </p:cxnSp>
      <p:cxnSp>
        <p:nvCxnSpPr>
          <p:cNvPr id="9029" name="Google Shape;9029;p155"/>
          <p:cNvCxnSpPr/>
          <p:nvPr/>
        </p:nvCxnSpPr>
        <p:spPr>
          <a:xfrm rot="10800000">
            <a:off x="2439038" y="368188"/>
            <a:ext cx="0" cy="402300"/>
          </a:xfrm>
          <a:prstGeom prst="straightConnector1">
            <a:avLst/>
          </a:prstGeom>
          <a:noFill/>
          <a:ln cap="flat" cmpd="sng" w="19050">
            <a:solidFill>
              <a:srgbClr val="000000"/>
            </a:solidFill>
            <a:prstDash val="solid"/>
            <a:round/>
            <a:headEnd len="med" w="med" type="none"/>
            <a:tailEnd len="med" w="med" type="none"/>
          </a:ln>
        </p:spPr>
      </p:cxnSp>
      <p:sp>
        <p:nvSpPr>
          <p:cNvPr id="9030" name="Google Shape;9030;p155"/>
          <p:cNvSpPr/>
          <p:nvPr/>
        </p:nvSpPr>
        <p:spPr>
          <a:xfrm>
            <a:off x="77688" y="349338"/>
            <a:ext cx="2361300" cy="421200"/>
          </a:xfrm>
          <a:prstGeom prst="roundRect">
            <a:avLst>
              <a:gd fmla="val 50000" name="adj"/>
            </a:avLst>
          </a:prstGeom>
          <a:solidFill>
            <a:srgbClr val="000000"/>
          </a:solidFill>
          <a:ln cap="flat" cmpd="sng" w="9525">
            <a:solidFill>
              <a:srgbClr val="000000"/>
            </a:solidFill>
            <a:prstDash val="solid"/>
            <a:round/>
            <a:headEnd len="sm" w="sm" type="none"/>
            <a:tailEnd len="sm" w="sm" type="none"/>
          </a:ln>
        </p:spPr>
        <p:txBody>
          <a:bodyPr anchorCtr="0" anchor="ctr" bIns="91425" lIns="0" spcFirstLastPara="1" rIns="0" wrap="square" tIns="91425">
            <a:noAutofit/>
          </a:bodyPr>
          <a:lstStyle/>
          <a:p>
            <a:pPr indent="0" lvl="0" marL="0" rtl="0" algn="ctr">
              <a:spcBef>
                <a:spcPts val="0"/>
              </a:spcBef>
              <a:spcAft>
                <a:spcPts val="0"/>
              </a:spcAft>
              <a:buNone/>
            </a:pPr>
            <a:r>
              <a:rPr b="1" lang="es-419" sz="1100">
                <a:solidFill>
                  <a:srgbClr val="FFFFFF"/>
                </a:solidFill>
              </a:rPr>
              <a:t>Definición CU de Sistema</a:t>
            </a:r>
            <a:endParaRPr b="1" sz="1100">
              <a:solidFill>
                <a:srgbClr val="FFFFFF"/>
              </a:solidFill>
            </a:endParaRPr>
          </a:p>
          <a:p>
            <a:pPr indent="0" lvl="0" marL="0" rtl="0" algn="ctr">
              <a:spcBef>
                <a:spcPts val="0"/>
              </a:spcBef>
              <a:spcAft>
                <a:spcPts val="0"/>
              </a:spcAft>
              <a:buNone/>
            </a:pPr>
            <a:r>
              <a:t/>
            </a:r>
            <a:endParaRPr b="1" sz="1200">
              <a:solidFill>
                <a:srgbClr val="FFFFFF"/>
              </a:solidFill>
            </a:endParaRPr>
          </a:p>
        </p:txBody>
      </p:sp>
      <p:sp>
        <p:nvSpPr>
          <p:cNvPr id="9031" name="Google Shape;9031;p155"/>
          <p:cNvSpPr/>
          <p:nvPr/>
        </p:nvSpPr>
        <p:spPr>
          <a:xfrm>
            <a:off x="83988" y="595504"/>
            <a:ext cx="190200" cy="1692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2" name="Google Shape;9032;p155"/>
          <p:cNvSpPr/>
          <p:nvPr/>
        </p:nvSpPr>
        <p:spPr>
          <a:xfrm>
            <a:off x="2350598" y="358950"/>
            <a:ext cx="88500" cy="4023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033" name="Google Shape;9033;p155"/>
          <p:cNvCxnSpPr/>
          <p:nvPr/>
        </p:nvCxnSpPr>
        <p:spPr>
          <a:xfrm>
            <a:off x="5104406" y="929748"/>
            <a:ext cx="0" cy="5689200"/>
          </a:xfrm>
          <a:prstGeom prst="straightConnector1">
            <a:avLst/>
          </a:prstGeom>
          <a:noFill/>
          <a:ln cap="flat" cmpd="sng" w="19050">
            <a:solidFill>
              <a:srgbClr val="D9D9D9"/>
            </a:solidFill>
            <a:prstDash val="dash"/>
            <a:round/>
            <a:headEnd len="med" w="med" type="none"/>
            <a:tailEnd len="med" w="med" type="none"/>
          </a:ln>
        </p:spPr>
      </p:cxnSp>
      <p:sp>
        <p:nvSpPr>
          <p:cNvPr id="9034" name="Google Shape;9034;p155"/>
          <p:cNvSpPr txBox="1"/>
          <p:nvPr/>
        </p:nvSpPr>
        <p:spPr>
          <a:xfrm>
            <a:off x="5208496" y="1009497"/>
            <a:ext cx="1551300" cy="232500"/>
          </a:xfrm>
          <a:prstGeom prst="rect">
            <a:avLst/>
          </a:prstGeom>
          <a:noFill/>
          <a:ln>
            <a:noFill/>
          </a:ln>
        </p:spPr>
        <p:txBody>
          <a:bodyPr anchorCtr="0" anchor="ctr" bIns="0" lIns="0" spcFirstLastPara="1" rIns="0" wrap="square" tIns="0">
            <a:noAutofit/>
          </a:bodyPr>
          <a:lstStyle/>
          <a:p>
            <a:pPr indent="0" lvl="0" marL="0" rtl="0" algn="r">
              <a:spcBef>
                <a:spcPts val="0"/>
              </a:spcBef>
              <a:spcAft>
                <a:spcPts val="0"/>
              </a:spcAft>
              <a:buNone/>
            </a:pPr>
            <a:r>
              <a:rPr b="1" lang="es-419" sz="1000">
                <a:latin typeface="Arvo"/>
                <a:ea typeface="Arvo"/>
                <a:cs typeface="Arvo"/>
                <a:sym typeface="Arvo"/>
              </a:rPr>
              <a:t>Actores de sistema (cliente):  </a:t>
            </a:r>
            <a:r>
              <a:rPr i="1" lang="es-419" sz="600">
                <a:solidFill>
                  <a:srgbClr val="666666"/>
                </a:solidFill>
                <a:latin typeface="Arvo"/>
                <a:ea typeface="Arvo"/>
                <a:cs typeface="Arvo"/>
                <a:sym typeface="Arvo"/>
              </a:rPr>
              <a:t>&lt;ej: Comprador&gt;</a:t>
            </a:r>
            <a:endParaRPr i="1" sz="600">
              <a:solidFill>
                <a:srgbClr val="666666"/>
              </a:solidFill>
              <a:latin typeface="Arvo"/>
              <a:ea typeface="Arvo"/>
              <a:cs typeface="Arvo"/>
              <a:sym typeface="Arvo"/>
            </a:endParaRPr>
          </a:p>
        </p:txBody>
      </p:sp>
      <p:sp>
        <p:nvSpPr>
          <p:cNvPr id="9035" name="Google Shape;9035;p155"/>
          <p:cNvSpPr/>
          <p:nvPr/>
        </p:nvSpPr>
        <p:spPr>
          <a:xfrm>
            <a:off x="6834826" y="953997"/>
            <a:ext cx="3027000" cy="343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9036" name="Google Shape;9036;p155"/>
          <p:cNvSpPr txBox="1"/>
          <p:nvPr/>
        </p:nvSpPr>
        <p:spPr>
          <a:xfrm>
            <a:off x="5208496" y="1433361"/>
            <a:ext cx="1551300" cy="400200"/>
          </a:xfrm>
          <a:prstGeom prst="rect">
            <a:avLst/>
          </a:prstGeom>
          <a:noFill/>
          <a:ln>
            <a:noFill/>
          </a:ln>
        </p:spPr>
        <p:txBody>
          <a:bodyPr anchorCtr="0" anchor="ctr" bIns="0" lIns="0" spcFirstLastPara="1" rIns="0" wrap="square" tIns="0">
            <a:spAutoFit/>
          </a:bodyPr>
          <a:lstStyle/>
          <a:p>
            <a:pPr indent="0" lvl="0" marL="0" rtl="0" algn="r">
              <a:lnSpc>
                <a:spcPct val="100000"/>
              </a:lnSpc>
              <a:spcBef>
                <a:spcPts val="0"/>
              </a:spcBef>
              <a:spcAft>
                <a:spcPts val="0"/>
              </a:spcAft>
              <a:buNone/>
            </a:pPr>
            <a:r>
              <a:rPr b="1" lang="es-419" sz="1000">
                <a:latin typeface="Arvo"/>
                <a:ea typeface="Arvo"/>
                <a:cs typeface="Arvo"/>
                <a:sym typeface="Arvo"/>
              </a:rPr>
              <a:t>Actores de sistema (proveedores):  </a:t>
            </a:r>
            <a:r>
              <a:rPr i="1" lang="es-419" sz="600">
                <a:solidFill>
                  <a:srgbClr val="666666"/>
                </a:solidFill>
                <a:latin typeface="Arvo"/>
                <a:ea typeface="Arvo"/>
                <a:cs typeface="Arvo"/>
                <a:sym typeface="Arvo"/>
              </a:rPr>
              <a:t>&lt;ej: ups, </a:t>
            </a:r>
            <a:r>
              <a:rPr i="1" lang="es-419" sz="600">
                <a:solidFill>
                  <a:schemeClr val="dk1"/>
                </a:solidFill>
              </a:rPr>
              <a:t> </a:t>
            </a:r>
            <a:r>
              <a:rPr i="1" lang="es-419" sz="600">
                <a:solidFill>
                  <a:srgbClr val="666666"/>
                </a:solidFill>
                <a:latin typeface="Arvo"/>
                <a:ea typeface="Arvo"/>
                <a:cs typeface="Arvo"/>
                <a:sym typeface="Arvo"/>
              </a:rPr>
              <a:t>fedex, servientrega, etc&gt;</a:t>
            </a:r>
            <a:endParaRPr i="1" sz="600">
              <a:solidFill>
                <a:srgbClr val="666666"/>
              </a:solidFill>
              <a:latin typeface="Arvo"/>
              <a:ea typeface="Arvo"/>
              <a:cs typeface="Arvo"/>
              <a:sym typeface="Arvo"/>
            </a:endParaRPr>
          </a:p>
        </p:txBody>
      </p:sp>
      <p:sp>
        <p:nvSpPr>
          <p:cNvPr id="9037" name="Google Shape;9037;p155"/>
          <p:cNvSpPr/>
          <p:nvPr/>
        </p:nvSpPr>
        <p:spPr>
          <a:xfrm>
            <a:off x="6834826" y="1461711"/>
            <a:ext cx="3027000" cy="343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9038" name="Google Shape;9038;p155"/>
          <p:cNvSpPr txBox="1"/>
          <p:nvPr/>
        </p:nvSpPr>
        <p:spPr>
          <a:xfrm>
            <a:off x="5208496" y="2064799"/>
            <a:ext cx="1551300" cy="646500"/>
          </a:xfrm>
          <a:prstGeom prst="rect">
            <a:avLst/>
          </a:prstGeom>
          <a:noFill/>
          <a:ln>
            <a:noFill/>
          </a:ln>
        </p:spPr>
        <p:txBody>
          <a:bodyPr anchorCtr="0" anchor="ctr" bIns="0" lIns="0" spcFirstLastPara="1" rIns="0" wrap="square" tIns="0">
            <a:spAutoFit/>
          </a:bodyPr>
          <a:lstStyle/>
          <a:p>
            <a:pPr indent="0" lvl="0" marL="0" rtl="0" algn="r">
              <a:spcBef>
                <a:spcPts val="0"/>
              </a:spcBef>
              <a:spcAft>
                <a:spcPts val="0"/>
              </a:spcAft>
              <a:buNone/>
            </a:pPr>
            <a:r>
              <a:rPr b="1" lang="es-419" sz="1000">
                <a:latin typeface="Arvo"/>
                <a:ea typeface="Arvo"/>
                <a:cs typeface="Arvo"/>
                <a:sym typeface="Arvo"/>
              </a:rPr>
              <a:t>Identificación de conceptos de sistema:</a:t>
            </a:r>
            <a:endParaRPr b="1" sz="1000">
              <a:latin typeface="Arvo"/>
              <a:ea typeface="Arvo"/>
              <a:cs typeface="Arvo"/>
              <a:sym typeface="Arvo"/>
            </a:endParaRPr>
          </a:p>
          <a:p>
            <a:pPr indent="0" lvl="0" marL="0" rtl="0" algn="r">
              <a:spcBef>
                <a:spcPts val="0"/>
              </a:spcBef>
              <a:spcAft>
                <a:spcPts val="0"/>
              </a:spcAft>
              <a:buNone/>
            </a:pPr>
            <a:r>
              <a:rPr b="1" lang="es-419" sz="700">
                <a:latin typeface="Arvo"/>
                <a:ea typeface="Arvo"/>
                <a:cs typeface="Arvo"/>
                <a:sym typeface="Arvo"/>
              </a:rPr>
              <a:t>[entidades involucradas]</a:t>
            </a:r>
            <a:r>
              <a:rPr b="1" lang="es-419" sz="1000">
                <a:latin typeface="Arvo"/>
                <a:ea typeface="Arvo"/>
                <a:cs typeface="Arvo"/>
                <a:sym typeface="Arvo"/>
              </a:rPr>
              <a:t> </a:t>
            </a:r>
            <a:endParaRPr b="1" sz="1000">
              <a:latin typeface="Arvo"/>
              <a:ea typeface="Arvo"/>
              <a:cs typeface="Arvo"/>
              <a:sym typeface="Arvo"/>
            </a:endParaRPr>
          </a:p>
          <a:p>
            <a:pPr indent="0" lvl="0" marL="0" rtl="0" algn="r">
              <a:spcBef>
                <a:spcPts val="0"/>
              </a:spcBef>
              <a:spcAft>
                <a:spcPts val="0"/>
              </a:spcAft>
              <a:buNone/>
            </a:pPr>
            <a:r>
              <a:rPr i="1" lang="es-419" sz="600">
                <a:solidFill>
                  <a:srgbClr val="666666"/>
                </a:solidFill>
                <a:latin typeface="Arvo"/>
                <a:ea typeface="Arvo"/>
                <a:cs typeface="Arvo"/>
                <a:sym typeface="Arvo"/>
              </a:rPr>
              <a:t>&lt;ej: comprador, amazon, compra, producto, pago, envío. etc&gt;</a:t>
            </a:r>
            <a:endParaRPr i="1" sz="600">
              <a:solidFill>
                <a:srgbClr val="666666"/>
              </a:solidFill>
              <a:latin typeface="Arvo"/>
              <a:ea typeface="Arvo"/>
              <a:cs typeface="Arvo"/>
              <a:sym typeface="Arvo"/>
            </a:endParaRPr>
          </a:p>
        </p:txBody>
      </p:sp>
      <p:sp>
        <p:nvSpPr>
          <p:cNvPr id="9039" name="Google Shape;9039;p155"/>
          <p:cNvSpPr/>
          <p:nvPr/>
        </p:nvSpPr>
        <p:spPr>
          <a:xfrm>
            <a:off x="6834826" y="1975699"/>
            <a:ext cx="3027000" cy="670800"/>
          </a:xfrm>
          <a:prstGeom prst="roundRect">
            <a:avLst>
              <a:gd fmla="val 10808"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9040" name="Google Shape;9040;p155"/>
          <p:cNvSpPr txBox="1"/>
          <p:nvPr/>
        </p:nvSpPr>
        <p:spPr>
          <a:xfrm>
            <a:off x="5219407" y="3121825"/>
            <a:ext cx="1562400" cy="232500"/>
          </a:xfrm>
          <a:prstGeom prst="rect">
            <a:avLst/>
          </a:prstGeom>
          <a:noFill/>
          <a:ln>
            <a:noFill/>
          </a:ln>
        </p:spPr>
        <p:txBody>
          <a:bodyPr anchorCtr="0" anchor="ctr" bIns="0" lIns="0" spcFirstLastPara="1" rIns="0" wrap="square" tIns="0">
            <a:noAutofit/>
          </a:bodyPr>
          <a:lstStyle/>
          <a:p>
            <a:pPr indent="0" lvl="0" marL="0" rtl="0" algn="r">
              <a:spcBef>
                <a:spcPts val="0"/>
              </a:spcBef>
              <a:spcAft>
                <a:spcPts val="0"/>
              </a:spcAft>
              <a:buNone/>
            </a:pPr>
            <a:r>
              <a:rPr b="1" lang="es-419" sz="1000">
                <a:latin typeface="Arvo"/>
                <a:ea typeface="Arvo"/>
                <a:cs typeface="Arvo"/>
                <a:sym typeface="Arvo"/>
              </a:rPr>
              <a:t>Meta cliente:</a:t>
            </a:r>
            <a:endParaRPr b="1" sz="1000">
              <a:latin typeface="Arvo"/>
              <a:ea typeface="Arvo"/>
              <a:cs typeface="Arvo"/>
              <a:sym typeface="Arvo"/>
            </a:endParaRPr>
          </a:p>
          <a:p>
            <a:pPr indent="0" lvl="0" marL="0" rtl="0" algn="r">
              <a:spcBef>
                <a:spcPts val="0"/>
              </a:spcBef>
              <a:spcAft>
                <a:spcPts val="0"/>
              </a:spcAft>
              <a:buNone/>
            </a:pPr>
            <a:r>
              <a:rPr b="1" lang="es-419" sz="700">
                <a:solidFill>
                  <a:schemeClr val="dk1"/>
                </a:solidFill>
                <a:latin typeface="Arvo"/>
                <a:ea typeface="Arvo"/>
                <a:cs typeface="Arvo"/>
                <a:sym typeface="Arvo"/>
              </a:rPr>
              <a:t>[Meta = &lt;sustantivo&gt;&lt;adjetivo&gt;]</a:t>
            </a:r>
            <a:endParaRPr b="1" sz="1000">
              <a:latin typeface="Arvo"/>
              <a:ea typeface="Arvo"/>
              <a:cs typeface="Arvo"/>
              <a:sym typeface="Arvo"/>
            </a:endParaRPr>
          </a:p>
          <a:p>
            <a:pPr indent="0" lvl="0" marL="0" rtl="0" algn="r">
              <a:spcBef>
                <a:spcPts val="0"/>
              </a:spcBef>
              <a:spcAft>
                <a:spcPts val="0"/>
              </a:spcAft>
              <a:buNone/>
            </a:pPr>
            <a:r>
              <a:rPr b="1" i="1" lang="es-419" sz="600">
                <a:latin typeface="Arvo"/>
                <a:ea typeface="Arvo"/>
                <a:cs typeface="Arvo"/>
                <a:sym typeface="Arvo"/>
              </a:rPr>
              <a:t> </a:t>
            </a:r>
            <a:r>
              <a:rPr i="1" lang="es-419" sz="600">
                <a:solidFill>
                  <a:srgbClr val="666666"/>
                </a:solidFill>
                <a:latin typeface="Arvo"/>
                <a:ea typeface="Arvo"/>
                <a:cs typeface="Arvo"/>
                <a:sym typeface="Arvo"/>
              </a:rPr>
              <a:t>&lt;ej: El cliente recibe el producto&gt;</a:t>
            </a:r>
            <a:endParaRPr i="1" sz="600">
              <a:solidFill>
                <a:srgbClr val="666666"/>
              </a:solidFill>
              <a:latin typeface="Arvo"/>
              <a:ea typeface="Arvo"/>
              <a:cs typeface="Arvo"/>
              <a:sym typeface="Arvo"/>
            </a:endParaRPr>
          </a:p>
        </p:txBody>
      </p:sp>
      <p:sp>
        <p:nvSpPr>
          <p:cNvPr id="9041" name="Google Shape;9041;p155"/>
          <p:cNvSpPr/>
          <p:nvPr/>
        </p:nvSpPr>
        <p:spPr>
          <a:xfrm>
            <a:off x="6845744" y="3066325"/>
            <a:ext cx="3027000" cy="343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9042" name="Google Shape;9042;p155"/>
          <p:cNvSpPr txBox="1"/>
          <p:nvPr>
            <p:ph idx="1" type="subTitle"/>
          </p:nvPr>
        </p:nvSpPr>
        <p:spPr>
          <a:xfrm>
            <a:off x="6834526" y="954747"/>
            <a:ext cx="3027600" cy="342000"/>
          </a:xfrm>
          <a:prstGeom prst="rect">
            <a:avLst/>
          </a:prstGeom>
          <a:noFill/>
          <a:ln>
            <a:noFill/>
          </a:ln>
        </p:spPr>
        <p:txBody>
          <a:bodyPr anchorCtr="0" anchor="ctr" bIns="36000" lIns="36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9043" name="Google Shape;9043;p155"/>
          <p:cNvSpPr txBox="1"/>
          <p:nvPr>
            <p:ph idx="2" type="subTitle"/>
          </p:nvPr>
        </p:nvSpPr>
        <p:spPr>
          <a:xfrm>
            <a:off x="6834526" y="1462461"/>
            <a:ext cx="3027600" cy="342000"/>
          </a:xfrm>
          <a:prstGeom prst="rect">
            <a:avLst/>
          </a:prstGeom>
          <a:noFill/>
          <a:ln>
            <a:noFill/>
          </a:ln>
        </p:spPr>
        <p:txBody>
          <a:bodyPr anchorCtr="0" anchor="ctr" bIns="36000" lIns="36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9044" name="Google Shape;9044;p155"/>
          <p:cNvSpPr txBox="1"/>
          <p:nvPr>
            <p:ph idx="3" type="subTitle"/>
          </p:nvPr>
        </p:nvSpPr>
        <p:spPr>
          <a:xfrm>
            <a:off x="6834526" y="1980199"/>
            <a:ext cx="3027600" cy="661800"/>
          </a:xfrm>
          <a:prstGeom prst="rect">
            <a:avLst/>
          </a:prstGeom>
          <a:noFill/>
          <a:ln>
            <a:noFill/>
          </a:ln>
        </p:spPr>
        <p:txBody>
          <a:bodyPr anchorCtr="0" anchor="t" bIns="36000" lIns="36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9045" name="Google Shape;9045;p155"/>
          <p:cNvSpPr txBox="1"/>
          <p:nvPr>
            <p:ph idx="4" type="subTitle"/>
          </p:nvPr>
        </p:nvSpPr>
        <p:spPr>
          <a:xfrm>
            <a:off x="6845444" y="3067075"/>
            <a:ext cx="3027600" cy="342000"/>
          </a:xfrm>
          <a:prstGeom prst="rect">
            <a:avLst/>
          </a:prstGeom>
          <a:noFill/>
          <a:ln>
            <a:noFill/>
          </a:ln>
        </p:spPr>
        <p:txBody>
          <a:bodyPr anchorCtr="0" anchor="ctr" bIns="36000" lIns="36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9046" name="Google Shape;9046;p155"/>
          <p:cNvSpPr/>
          <p:nvPr/>
        </p:nvSpPr>
        <p:spPr>
          <a:xfrm>
            <a:off x="6845744" y="3598326"/>
            <a:ext cx="3027000" cy="343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9047" name="Google Shape;9047;p155"/>
          <p:cNvSpPr txBox="1"/>
          <p:nvPr>
            <p:ph idx="5" type="subTitle"/>
          </p:nvPr>
        </p:nvSpPr>
        <p:spPr>
          <a:xfrm>
            <a:off x="6845444" y="3599076"/>
            <a:ext cx="3027600" cy="342000"/>
          </a:xfrm>
          <a:prstGeom prst="rect">
            <a:avLst/>
          </a:prstGeom>
          <a:noFill/>
          <a:ln>
            <a:noFill/>
          </a:ln>
        </p:spPr>
        <p:txBody>
          <a:bodyPr anchorCtr="0" anchor="ctr" bIns="36000" lIns="36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9048" name="Google Shape;9048;p155"/>
          <p:cNvSpPr/>
          <p:nvPr/>
        </p:nvSpPr>
        <p:spPr>
          <a:xfrm>
            <a:off x="2277739" y="663750"/>
            <a:ext cx="88500" cy="1089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049" name="Google Shape;9049;p155"/>
          <p:cNvCxnSpPr/>
          <p:nvPr/>
        </p:nvCxnSpPr>
        <p:spPr>
          <a:xfrm rot="10800000">
            <a:off x="5256600" y="2854252"/>
            <a:ext cx="4608000" cy="0"/>
          </a:xfrm>
          <a:prstGeom prst="straightConnector1">
            <a:avLst/>
          </a:prstGeom>
          <a:noFill/>
          <a:ln cap="flat" cmpd="sng" w="19050">
            <a:solidFill>
              <a:srgbClr val="B7B7B7"/>
            </a:solidFill>
            <a:prstDash val="solid"/>
            <a:round/>
            <a:headEnd len="med" w="med" type="none"/>
            <a:tailEnd len="med" w="med" type="none"/>
          </a:ln>
        </p:spPr>
      </p:cxnSp>
      <p:cxnSp>
        <p:nvCxnSpPr>
          <p:cNvPr id="9050" name="Google Shape;9050;p155"/>
          <p:cNvCxnSpPr/>
          <p:nvPr/>
        </p:nvCxnSpPr>
        <p:spPr>
          <a:xfrm flipH="1">
            <a:off x="285421" y="5302428"/>
            <a:ext cx="4690200" cy="11700"/>
          </a:xfrm>
          <a:prstGeom prst="straightConnector1">
            <a:avLst/>
          </a:prstGeom>
          <a:noFill/>
          <a:ln cap="flat" cmpd="sng" w="19050">
            <a:solidFill>
              <a:srgbClr val="B7B7B7"/>
            </a:solidFill>
            <a:prstDash val="solid"/>
            <a:round/>
            <a:headEnd len="med" w="med" type="none"/>
            <a:tailEnd len="med" w="med" type="none"/>
          </a:ln>
        </p:spPr>
      </p:cxnSp>
      <p:sp>
        <p:nvSpPr>
          <p:cNvPr id="9051" name="Google Shape;9051;p155"/>
          <p:cNvSpPr txBox="1"/>
          <p:nvPr/>
        </p:nvSpPr>
        <p:spPr>
          <a:xfrm>
            <a:off x="197034" y="5534063"/>
            <a:ext cx="1679100" cy="246300"/>
          </a:xfrm>
          <a:prstGeom prst="rect">
            <a:avLst/>
          </a:prstGeom>
          <a:noFill/>
          <a:ln>
            <a:noFill/>
          </a:ln>
        </p:spPr>
        <p:txBody>
          <a:bodyPr anchorCtr="0" anchor="ctr" bIns="0" lIns="0" spcFirstLastPara="1" rIns="0" wrap="square" tIns="0">
            <a:spAutoFit/>
          </a:bodyPr>
          <a:lstStyle/>
          <a:p>
            <a:pPr indent="0" lvl="0" marL="0" rtl="0" algn="r">
              <a:lnSpc>
                <a:spcPct val="100000"/>
              </a:lnSpc>
              <a:spcBef>
                <a:spcPts val="0"/>
              </a:spcBef>
              <a:spcAft>
                <a:spcPts val="0"/>
              </a:spcAft>
              <a:buNone/>
            </a:pPr>
            <a:r>
              <a:rPr b="1" lang="es-419" sz="1000">
                <a:latin typeface="Arvo"/>
                <a:ea typeface="Arvo"/>
                <a:cs typeface="Arvo"/>
                <a:sym typeface="Arvo"/>
              </a:rPr>
              <a:t>Precondición: </a:t>
            </a:r>
            <a:endParaRPr b="1" sz="1000">
              <a:latin typeface="Arvo"/>
              <a:ea typeface="Arvo"/>
              <a:cs typeface="Arvo"/>
              <a:sym typeface="Arvo"/>
            </a:endParaRPr>
          </a:p>
          <a:p>
            <a:pPr indent="0" lvl="0" marL="0" rtl="0" algn="r">
              <a:lnSpc>
                <a:spcPct val="100000"/>
              </a:lnSpc>
              <a:spcBef>
                <a:spcPts val="0"/>
              </a:spcBef>
              <a:spcAft>
                <a:spcPts val="0"/>
              </a:spcAft>
              <a:buNone/>
            </a:pPr>
            <a:r>
              <a:rPr i="1" lang="es-419" sz="600">
                <a:solidFill>
                  <a:srgbClr val="666666"/>
                </a:solidFill>
                <a:latin typeface="Arvo"/>
                <a:ea typeface="Arvo"/>
                <a:cs typeface="Arvo"/>
                <a:sym typeface="Arvo"/>
              </a:rPr>
              <a:t>&lt;ej: El comprador debe estar registrado&gt;</a:t>
            </a:r>
            <a:endParaRPr i="1" sz="600">
              <a:solidFill>
                <a:srgbClr val="666666"/>
              </a:solidFill>
              <a:latin typeface="Arvo"/>
              <a:ea typeface="Arvo"/>
              <a:cs typeface="Arvo"/>
              <a:sym typeface="Arvo"/>
            </a:endParaRPr>
          </a:p>
        </p:txBody>
      </p:sp>
      <p:sp>
        <p:nvSpPr>
          <p:cNvPr id="9052" name="Google Shape;9052;p155"/>
          <p:cNvSpPr txBox="1"/>
          <p:nvPr/>
        </p:nvSpPr>
        <p:spPr>
          <a:xfrm>
            <a:off x="197034" y="6086320"/>
            <a:ext cx="1679100" cy="274800"/>
          </a:xfrm>
          <a:prstGeom prst="rect">
            <a:avLst/>
          </a:prstGeom>
          <a:noFill/>
          <a:ln>
            <a:noFill/>
          </a:ln>
        </p:spPr>
        <p:txBody>
          <a:bodyPr anchorCtr="0" anchor="ctr" bIns="0" lIns="0" spcFirstLastPara="1" rIns="0" wrap="square" tIns="0">
            <a:spAutoFit/>
          </a:bodyPr>
          <a:lstStyle/>
          <a:p>
            <a:pPr indent="0" lvl="0" marL="0" rtl="0" algn="r">
              <a:lnSpc>
                <a:spcPct val="85000"/>
              </a:lnSpc>
              <a:spcBef>
                <a:spcPts val="0"/>
              </a:spcBef>
              <a:spcAft>
                <a:spcPts val="0"/>
              </a:spcAft>
              <a:buNone/>
            </a:pPr>
            <a:r>
              <a:rPr b="1" lang="es-419" sz="1000">
                <a:latin typeface="Arvo"/>
                <a:ea typeface="Arvo"/>
                <a:cs typeface="Arvo"/>
                <a:sym typeface="Arvo"/>
              </a:rPr>
              <a:t>Poscondición:</a:t>
            </a:r>
            <a:endParaRPr sz="700">
              <a:solidFill>
                <a:srgbClr val="666666"/>
              </a:solidFill>
              <a:latin typeface="Arvo"/>
              <a:ea typeface="Arvo"/>
              <a:cs typeface="Arvo"/>
              <a:sym typeface="Arvo"/>
            </a:endParaRPr>
          </a:p>
          <a:p>
            <a:pPr indent="0" lvl="0" marL="0" rtl="0" algn="r">
              <a:lnSpc>
                <a:spcPct val="85000"/>
              </a:lnSpc>
              <a:spcBef>
                <a:spcPts val="0"/>
              </a:spcBef>
              <a:spcAft>
                <a:spcPts val="0"/>
              </a:spcAft>
              <a:buNone/>
            </a:pPr>
            <a:r>
              <a:rPr lang="es-419" sz="700">
                <a:solidFill>
                  <a:srgbClr val="666666"/>
                </a:solidFill>
                <a:latin typeface="Arvo"/>
                <a:ea typeface="Arvo"/>
                <a:cs typeface="Arvo"/>
                <a:sym typeface="Arvo"/>
              </a:rPr>
              <a:t> </a:t>
            </a:r>
            <a:r>
              <a:rPr i="1" lang="es-419" sz="600">
                <a:solidFill>
                  <a:srgbClr val="666666"/>
                </a:solidFill>
                <a:latin typeface="Arvo"/>
                <a:ea typeface="Arvo"/>
                <a:cs typeface="Arvo"/>
                <a:sym typeface="Arvo"/>
              </a:rPr>
              <a:t>&lt;ej: El pago debe estar realizado&gt;</a:t>
            </a:r>
            <a:r>
              <a:rPr b="1" lang="es-419" sz="1100">
                <a:latin typeface="Arvo"/>
                <a:ea typeface="Arvo"/>
                <a:cs typeface="Arvo"/>
                <a:sym typeface="Arvo"/>
              </a:rPr>
              <a:t> </a:t>
            </a:r>
            <a:endParaRPr sz="800">
              <a:solidFill>
                <a:srgbClr val="666666"/>
              </a:solidFill>
              <a:latin typeface="Arvo"/>
              <a:ea typeface="Arvo"/>
              <a:cs typeface="Arvo"/>
              <a:sym typeface="Arvo"/>
            </a:endParaRPr>
          </a:p>
        </p:txBody>
      </p:sp>
      <p:sp>
        <p:nvSpPr>
          <p:cNvPr id="9053" name="Google Shape;9053;p155"/>
          <p:cNvSpPr/>
          <p:nvPr/>
        </p:nvSpPr>
        <p:spPr>
          <a:xfrm>
            <a:off x="1940924" y="5485463"/>
            <a:ext cx="3027000" cy="343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9054" name="Google Shape;9054;p155"/>
          <p:cNvSpPr txBox="1"/>
          <p:nvPr>
            <p:ph idx="6" type="subTitle"/>
          </p:nvPr>
        </p:nvSpPr>
        <p:spPr>
          <a:xfrm>
            <a:off x="1940624" y="5486213"/>
            <a:ext cx="3027600" cy="342000"/>
          </a:xfrm>
          <a:prstGeom prst="rect">
            <a:avLst/>
          </a:prstGeom>
          <a:noFill/>
          <a:ln>
            <a:noFill/>
          </a:ln>
        </p:spPr>
        <p:txBody>
          <a:bodyPr anchorCtr="0" anchor="ctr" bIns="36000" lIns="36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9055" name="Google Shape;9055;p155"/>
          <p:cNvSpPr/>
          <p:nvPr/>
        </p:nvSpPr>
        <p:spPr>
          <a:xfrm>
            <a:off x="1940924" y="6051970"/>
            <a:ext cx="3027000" cy="343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9056" name="Google Shape;9056;p155"/>
          <p:cNvSpPr txBox="1"/>
          <p:nvPr>
            <p:ph idx="7" type="subTitle"/>
          </p:nvPr>
        </p:nvSpPr>
        <p:spPr>
          <a:xfrm>
            <a:off x="1940624" y="6052720"/>
            <a:ext cx="3027600" cy="342000"/>
          </a:xfrm>
          <a:prstGeom prst="rect">
            <a:avLst/>
          </a:prstGeom>
          <a:noFill/>
          <a:ln>
            <a:noFill/>
          </a:ln>
        </p:spPr>
        <p:txBody>
          <a:bodyPr anchorCtr="0" anchor="ctr" bIns="36000" lIns="36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9057" name="Google Shape;9057;p155"/>
          <p:cNvSpPr txBox="1"/>
          <p:nvPr/>
        </p:nvSpPr>
        <p:spPr>
          <a:xfrm>
            <a:off x="197034" y="1002597"/>
            <a:ext cx="1679100" cy="246300"/>
          </a:xfrm>
          <a:prstGeom prst="rect">
            <a:avLst/>
          </a:prstGeom>
          <a:noFill/>
          <a:ln>
            <a:noFill/>
          </a:ln>
        </p:spPr>
        <p:txBody>
          <a:bodyPr anchorCtr="0" anchor="ctr" bIns="0" lIns="0" spcFirstLastPara="1" rIns="0" wrap="square" tIns="0">
            <a:spAutoFit/>
          </a:bodyPr>
          <a:lstStyle/>
          <a:p>
            <a:pPr indent="0" lvl="0" marL="0" rtl="0" algn="r">
              <a:lnSpc>
                <a:spcPct val="100000"/>
              </a:lnSpc>
              <a:spcBef>
                <a:spcPts val="0"/>
              </a:spcBef>
              <a:spcAft>
                <a:spcPts val="0"/>
              </a:spcAft>
              <a:buNone/>
            </a:pPr>
            <a:r>
              <a:rPr b="1" lang="es-419" sz="1000">
                <a:latin typeface="Arvo"/>
                <a:ea typeface="Arvo"/>
                <a:cs typeface="Arvo"/>
                <a:sym typeface="Arvo"/>
              </a:rPr>
              <a:t>Nombre del caso de uso: </a:t>
            </a:r>
            <a:endParaRPr b="1" sz="1000">
              <a:latin typeface="Arvo"/>
              <a:ea typeface="Arvo"/>
              <a:cs typeface="Arvo"/>
              <a:sym typeface="Arvo"/>
            </a:endParaRPr>
          </a:p>
          <a:p>
            <a:pPr indent="0" lvl="0" marL="0" rtl="0" algn="r">
              <a:lnSpc>
                <a:spcPct val="100000"/>
              </a:lnSpc>
              <a:spcBef>
                <a:spcPts val="0"/>
              </a:spcBef>
              <a:spcAft>
                <a:spcPts val="0"/>
              </a:spcAft>
              <a:buNone/>
            </a:pPr>
            <a:r>
              <a:rPr i="1" lang="es-419" sz="600">
                <a:solidFill>
                  <a:srgbClr val="666666"/>
                </a:solidFill>
                <a:latin typeface="Arvo"/>
                <a:ea typeface="Arvo"/>
                <a:cs typeface="Arvo"/>
                <a:sym typeface="Arvo"/>
              </a:rPr>
              <a:t>&lt;ej: Compra de productos&gt;</a:t>
            </a:r>
            <a:endParaRPr i="1" sz="600">
              <a:solidFill>
                <a:srgbClr val="666666"/>
              </a:solidFill>
              <a:latin typeface="Arvo"/>
              <a:ea typeface="Arvo"/>
              <a:cs typeface="Arvo"/>
              <a:sym typeface="Arvo"/>
            </a:endParaRPr>
          </a:p>
        </p:txBody>
      </p:sp>
      <p:sp>
        <p:nvSpPr>
          <p:cNvPr id="9058" name="Google Shape;9058;p155"/>
          <p:cNvSpPr txBox="1"/>
          <p:nvPr/>
        </p:nvSpPr>
        <p:spPr>
          <a:xfrm>
            <a:off x="197034" y="1496061"/>
            <a:ext cx="1679100" cy="274800"/>
          </a:xfrm>
          <a:prstGeom prst="rect">
            <a:avLst/>
          </a:prstGeom>
          <a:noFill/>
          <a:ln>
            <a:noFill/>
          </a:ln>
        </p:spPr>
        <p:txBody>
          <a:bodyPr anchorCtr="0" anchor="ctr" bIns="0" lIns="0" spcFirstLastPara="1" rIns="0" wrap="square" tIns="0">
            <a:spAutoFit/>
          </a:bodyPr>
          <a:lstStyle/>
          <a:p>
            <a:pPr indent="0" lvl="0" marL="0" rtl="0" algn="r">
              <a:lnSpc>
                <a:spcPct val="85000"/>
              </a:lnSpc>
              <a:spcBef>
                <a:spcPts val="0"/>
              </a:spcBef>
              <a:spcAft>
                <a:spcPts val="0"/>
              </a:spcAft>
              <a:buNone/>
            </a:pPr>
            <a:r>
              <a:rPr b="1" lang="es-419" sz="1000">
                <a:latin typeface="Arvo"/>
                <a:ea typeface="Arvo"/>
                <a:cs typeface="Arvo"/>
                <a:sym typeface="Arvo"/>
              </a:rPr>
              <a:t>Narrativa:</a:t>
            </a:r>
            <a:endParaRPr sz="700">
              <a:solidFill>
                <a:srgbClr val="666666"/>
              </a:solidFill>
              <a:latin typeface="Arvo"/>
              <a:ea typeface="Arvo"/>
              <a:cs typeface="Arvo"/>
              <a:sym typeface="Arvo"/>
            </a:endParaRPr>
          </a:p>
          <a:p>
            <a:pPr indent="0" lvl="0" marL="0" rtl="0" algn="r">
              <a:lnSpc>
                <a:spcPct val="85000"/>
              </a:lnSpc>
              <a:spcBef>
                <a:spcPts val="0"/>
              </a:spcBef>
              <a:spcAft>
                <a:spcPts val="0"/>
              </a:spcAft>
              <a:buNone/>
            </a:pPr>
            <a:r>
              <a:rPr lang="es-419" sz="700">
                <a:solidFill>
                  <a:srgbClr val="666666"/>
                </a:solidFill>
                <a:latin typeface="Arvo"/>
                <a:ea typeface="Arvo"/>
                <a:cs typeface="Arvo"/>
                <a:sym typeface="Arvo"/>
              </a:rPr>
              <a:t> </a:t>
            </a:r>
            <a:r>
              <a:rPr i="1" lang="es-419" sz="600">
                <a:solidFill>
                  <a:srgbClr val="666666"/>
                </a:solidFill>
                <a:latin typeface="Arvo"/>
                <a:ea typeface="Arvo"/>
                <a:cs typeface="Arvo"/>
                <a:sym typeface="Arvo"/>
              </a:rPr>
              <a:t>&lt;ej: El cliente compra productos&gt;</a:t>
            </a:r>
            <a:r>
              <a:rPr b="1" lang="es-419" sz="1100">
                <a:latin typeface="Arvo"/>
                <a:ea typeface="Arvo"/>
                <a:cs typeface="Arvo"/>
                <a:sym typeface="Arvo"/>
              </a:rPr>
              <a:t> </a:t>
            </a:r>
            <a:endParaRPr sz="800">
              <a:solidFill>
                <a:srgbClr val="666666"/>
              </a:solidFill>
              <a:latin typeface="Arvo"/>
              <a:ea typeface="Arvo"/>
              <a:cs typeface="Arvo"/>
              <a:sym typeface="Arvo"/>
            </a:endParaRPr>
          </a:p>
        </p:txBody>
      </p:sp>
      <p:sp>
        <p:nvSpPr>
          <p:cNvPr id="9059" name="Google Shape;9059;p155"/>
          <p:cNvSpPr/>
          <p:nvPr/>
        </p:nvSpPr>
        <p:spPr>
          <a:xfrm>
            <a:off x="1940924" y="953997"/>
            <a:ext cx="3027000" cy="343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9060" name="Google Shape;9060;p155"/>
          <p:cNvSpPr txBox="1"/>
          <p:nvPr>
            <p:ph idx="8" type="subTitle"/>
          </p:nvPr>
        </p:nvSpPr>
        <p:spPr>
          <a:xfrm>
            <a:off x="1940624" y="954747"/>
            <a:ext cx="3027600" cy="342000"/>
          </a:xfrm>
          <a:prstGeom prst="rect">
            <a:avLst/>
          </a:prstGeom>
          <a:noFill/>
          <a:ln>
            <a:noFill/>
          </a:ln>
        </p:spPr>
        <p:txBody>
          <a:bodyPr anchorCtr="0" anchor="ctr" bIns="36000" lIns="36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9061" name="Google Shape;9061;p155"/>
          <p:cNvSpPr/>
          <p:nvPr/>
        </p:nvSpPr>
        <p:spPr>
          <a:xfrm>
            <a:off x="1940924" y="1461711"/>
            <a:ext cx="3027000" cy="343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9062" name="Google Shape;9062;p155"/>
          <p:cNvSpPr txBox="1"/>
          <p:nvPr>
            <p:ph idx="9" type="subTitle"/>
          </p:nvPr>
        </p:nvSpPr>
        <p:spPr>
          <a:xfrm>
            <a:off x="1940624" y="1462461"/>
            <a:ext cx="3027600" cy="342000"/>
          </a:xfrm>
          <a:prstGeom prst="rect">
            <a:avLst/>
          </a:prstGeom>
          <a:noFill/>
          <a:ln>
            <a:noFill/>
          </a:ln>
        </p:spPr>
        <p:txBody>
          <a:bodyPr anchorCtr="0" anchor="ctr" bIns="36000" lIns="36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9063" name="Google Shape;9063;p155"/>
          <p:cNvSpPr txBox="1"/>
          <p:nvPr/>
        </p:nvSpPr>
        <p:spPr>
          <a:xfrm>
            <a:off x="197034" y="1989729"/>
            <a:ext cx="1679100" cy="923400"/>
          </a:xfrm>
          <a:prstGeom prst="rect">
            <a:avLst/>
          </a:prstGeom>
          <a:noFill/>
          <a:ln>
            <a:noFill/>
          </a:ln>
        </p:spPr>
        <p:txBody>
          <a:bodyPr anchorCtr="0" anchor="ctr" bIns="0" lIns="0" spcFirstLastPara="1" rIns="0" wrap="square" tIns="0">
            <a:spAutoFit/>
          </a:bodyPr>
          <a:lstStyle/>
          <a:p>
            <a:pPr indent="0" lvl="0" marL="0" rtl="0" algn="r">
              <a:lnSpc>
                <a:spcPct val="100000"/>
              </a:lnSpc>
              <a:spcBef>
                <a:spcPts val="0"/>
              </a:spcBef>
              <a:spcAft>
                <a:spcPts val="0"/>
              </a:spcAft>
              <a:buNone/>
            </a:pPr>
            <a:r>
              <a:rPr b="1" lang="es-419" sz="1000">
                <a:latin typeface="Arvo"/>
                <a:ea typeface="Arvo"/>
                <a:cs typeface="Arvo"/>
                <a:sym typeface="Arvo"/>
              </a:rPr>
              <a:t>Metas del caso de uso:</a:t>
            </a:r>
            <a:endParaRPr b="1" sz="1000">
              <a:latin typeface="Arvo"/>
              <a:ea typeface="Arvo"/>
              <a:cs typeface="Arvo"/>
              <a:sym typeface="Arvo"/>
            </a:endParaRPr>
          </a:p>
          <a:p>
            <a:pPr indent="0" lvl="0" marL="0" rtl="0" algn="r">
              <a:lnSpc>
                <a:spcPct val="100000"/>
              </a:lnSpc>
              <a:spcBef>
                <a:spcPts val="0"/>
              </a:spcBef>
              <a:spcAft>
                <a:spcPts val="0"/>
              </a:spcAft>
              <a:buNone/>
            </a:pPr>
            <a:r>
              <a:rPr b="1" lang="es-419" sz="700">
                <a:latin typeface="Arvo"/>
                <a:ea typeface="Arvo"/>
                <a:cs typeface="Arvo"/>
                <a:sym typeface="Arvo"/>
              </a:rPr>
              <a:t>[Meta = &lt;sustantivo&gt;&lt;adjetivo&gt;]</a:t>
            </a:r>
            <a:endParaRPr b="1" sz="700">
              <a:latin typeface="Arvo"/>
              <a:ea typeface="Arvo"/>
              <a:cs typeface="Arvo"/>
              <a:sym typeface="Arvo"/>
            </a:endParaRPr>
          </a:p>
          <a:p>
            <a:pPr indent="0" lvl="0" marL="0" rtl="0" algn="r">
              <a:lnSpc>
                <a:spcPct val="100000"/>
              </a:lnSpc>
              <a:spcBef>
                <a:spcPts val="0"/>
              </a:spcBef>
              <a:spcAft>
                <a:spcPts val="0"/>
              </a:spcAft>
              <a:buNone/>
            </a:pPr>
            <a:r>
              <a:rPr lang="es-419" sz="700">
                <a:solidFill>
                  <a:srgbClr val="666666"/>
                </a:solidFill>
                <a:latin typeface="Arvo"/>
                <a:ea typeface="Arvo"/>
                <a:cs typeface="Arvo"/>
                <a:sym typeface="Arvo"/>
              </a:rPr>
              <a:t> </a:t>
            </a:r>
            <a:r>
              <a:rPr i="1" lang="es-419" sz="600">
                <a:solidFill>
                  <a:srgbClr val="666666"/>
                </a:solidFill>
                <a:latin typeface="Arvo"/>
                <a:ea typeface="Arvo"/>
                <a:cs typeface="Arvo"/>
                <a:sym typeface="Arvo"/>
              </a:rPr>
              <a:t>&lt;ej: El ej: 1% de las devoluciones de productos. </a:t>
            </a:r>
            <a:endParaRPr i="1" sz="600">
              <a:solidFill>
                <a:srgbClr val="666666"/>
              </a:solidFill>
              <a:latin typeface="Arvo"/>
              <a:ea typeface="Arvo"/>
              <a:cs typeface="Arvo"/>
              <a:sym typeface="Arvo"/>
            </a:endParaRPr>
          </a:p>
          <a:p>
            <a:pPr indent="0" lvl="0" marL="0" rtl="0" algn="r">
              <a:lnSpc>
                <a:spcPct val="100000"/>
              </a:lnSpc>
              <a:spcBef>
                <a:spcPts val="0"/>
              </a:spcBef>
              <a:spcAft>
                <a:spcPts val="0"/>
              </a:spcAft>
              <a:buNone/>
            </a:pPr>
            <a:r>
              <a:rPr i="1" lang="es-419" sz="600">
                <a:solidFill>
                  <a:srgbClr val="666666"/>
                </a:solidFill>
                <a:latin typeface="Arvo"/>
                <a:ea typeface="Arvo"/>
                <a:cs typeface="Arvo"/>
                <a:sym typeface="Arvo"/>
              </a:rPr>
              <a:t>[nota: esta meta está relacionada con la visión del sistema. se supone que los casos de uso a conseguir la posición esperada del sistema la cual está determinada por las metas de la empresa.]&gt;</a:t>
            </a:r>
            <a:endParaRPr sz="800">
              <a:solidFill>
                <a:srgbClr val="666666"/>
              </a:solidFill>
              <a:latin typeface="Arvo"/>
              <a:ea typeface="Arvo"/>
              <a:cs typeface="Arvo"/>
              <a:sym typeface="Arvo"/>
            </a:endParaRPr>
          </a:p>
        </p:txBody>
      </p:sp>
      <p:sp>
        <p:nvSpPr>
          <p:cNvPr id="9064" name="Google Shape;9064;p155"/>
          <p:cNvSpPr/>
          <p:nvPr/>
        </p:nvSpPr>
        <p:spPr>
          <a:xfrm>
            <a:off x="1940924" y="1984375"/>
            <a:ext cx="3027000" cy="1015800"/>
          </a:xfrm>
          <a:prstGeom prst="roundRect">
            <a:avLst>
              <a:gd fmla="val 728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9065" name="Google Shape;9065;p155"/>
          <p:cNvSpPr txBox="1"/>
          <p:nvPr>
            <p:ph idx="13" type="subTitle"/>
          </p:nvPr>
        </p:nvSpPr>
        <p:spPr>
          <a:xfrm>
            <a:off x="1940924" y="1985125"/>
            <a:ext cx="3027000" cy="1015200"/>
          </a:xfrm>
          <a:prstGeom prst="rect">
            <a:avLst/>
          </a:prstGeom>
          <a:noFill/>
          <a:ln>
            <a:noFill/>
          </a:ln>
        </p:spPr>
        <p:txBody>
          <a:bodyPr anchorCtr="0" anchor="t" bIns="36000" lIns="36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9066" name="Google Shape;9066;p155"/>
          <p:cNvSpPr txBox="1"/>
          <p:nvPr/>
        </p:nvSpPr>
        <p:spPr>
          <a:xfrm>
            <a:off x="197034" y="3149026"/>
            <a:ext cx="1679100" cy="409500"/>
          </a:xfrm>
          <a:prstGeom prst="rect">
            <a:avLst/>
          </a:prstGeom>
          <a:noFill/>
          <a:ln>
            <a:noFill/>
          </a:ln>
        </p:spPr>
        <p:txBody>
          <a:bodyPr anchorCtr="0" anchor="ctr" bIns="0" lIns="0" spcFirstLastPara="1" rIns="0" wrap="square" tIns="0">
            <a:spAutoFit/>
          </a:bodyPr>
          <a:lstStyle/>
          <a:p>
            <a:pPr indent="0" lvl="0" marL="0" rtl="0" algn="r">
              <a:lnSpc>
                <a:spcPct val="100000"/>
              </a:lnSpc>
              <a:spcBef>
                <a:spcPts val="0"/>
              </a:spcBef>
              <a:spcAft>
                <a:spcPts val="0"/>
              </a:spcAft>
              <a:buNone/>
            </a:pPr>
            <a:r>
              <a:rPr b="1" lang="es-419" sz="1000">
                <a:latin typeface="Arvo"/>
                <a:ea typeface="Arvo"/>
                <a:cs typeface="Arvo"/>
                <a:sym typeface="Arvo"/>
              </a:rPr>
              <a:t>Casos de uso  con los que tiene relación:</a:t>
            </a:r>
            <a:endParaRPr sz="700">
              <a:solidFill>
                <a:srgbClr val="666666"/>
              </a:solidFill>
              <a:latin typeface="Arvo"/>
              <a:ea typeface="Arvo"/>
              <a:cs typeface="Arvo"/>
              <a:sym typeface="Arvo"/>
            </a:endParaRPr>
          </a:p>
          <a:p>
            <a:pPr indent="0" lvl="0" marL="0" rtl="0" algn="r">
              <a:lnSpc>
                <a:spcPct val="60000"/>
              </a:lnSpc>
              <a:spcBef>
                <a:spcPts val="0"/>
              </a:spcBef>
              <a:spcAft>
                <a:spcPts val="0"/>
              </a:spcAft>
              <a:buNone/>
            </a:pPr>
            <a:r>
              <a:rPr i="1" lang="es-419" sz="600">
                <a:solidFill>
                  <a:srgbClr val="666666"/>
                </a:solidFill>
                <a:latin typeface="Arvo"/>
                <a:ea typeface="Arvo"/>
                <a:cs typeface="Arvo"/>
                <a:sym typeface="Arvo"/>
              </a:rPr>
              <a:t>&lt;ej: Registro de compradores&gt;</a:t>
            </a:r>
            <a:r>
              <a:rPr b="1" lang="es-419" sz="1100">
                <a:latin typeface="Arvo"/>
                <a:ea typeface="Arvo"/>
                <a:cs typeface="Arvo"/>
                <a:sym typeface="Arvo"/>
              </a:rPr>
              <a:t> </a:t>
            </a:r>
            <a:endParaRPr sz="800">
              <a:solidFill>
                <a:srgbClr val="666666"/>
              </a:solidFill>
              <a:latin typeface="Arvo"/>
              <a:ea typeface="Arvo"/>
              <a:cs typeface="Arvo"/>
              <a:sym typeface="Arvo"/>
            </a:endParaRPr>
          </a:p>
        </p:txBody>
      </p:sp>
      <p:sp>
        <p:nvSpPr>
          <p:cNvPr id="9067" name="Google Shape;9067;p155"/>
          <p:cNvSpPr/>
          <p:nvPr/>
        </p:nvSpPr>
        <p:spPr>
          <a:xfrm>
            <a:off x="1940924" y="3182026"/>
            <a:ext cx="3027000" cy="343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9068" name="Google Shape;9068;p155"/>
          <p:cNvSpPr txBox="1"/>
          <p:nvPr>
            <p:ph idx="14" type="subTitle"/>
          </p:nvPr>
        </p:nvSpPr>
        <p:spPr>
          <a:xfrm>
            <a:off x="1940624" y="3182776"/>
            <a:ext cx="3027600" cy="342000"/>
          </a:xfrm>
          <a:prstGeom prst="rect">
            <a:avLst/>
          </a:prstGeom>
          <a:noFill/>
          <a:ln>
            <a:noFill/>
          </a:ln>
        </p:spPr>
        <p:txBody>
          <a:bodyPr anchorCtr="0" anchor="ctr" bIns="36000" lIns="36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9069" name="Google Shape;9069;p155"/>
          <p:cNvSpPr txBox="1"/>
          <p:nvPr/>
        </p:nvSpPr>
        <p:spPr>
          <a:xfrm>
            <a:off x="197034" y="3696638"/>
            <a:ext cx="1679100" cy="1046700"/>
          </a:xfrm>
          <a:prstGeom prst="rect">
            <a:avLst/>
          </a:prstGeom>
          <a:noFill/>
          <a:ln>
            <a:noFill/>
          </a:ln>
        </p:spPr>
        <p:txBody>
          <a:bodyPr anchorCtr="0" anchor="ctr" bIns="0" lIns="0" spcFirstLastPara="1" rIns="0" wrap="square" tIns="0">
            <a:spAutoFit/>
          </a:bodyPr>
          <a:lstStyle/>
          <a:p>
            <a:pPr indent="0" lvl="0" marL="0" rtl="0" algn="r">
              <a:lnSpc>
                <a:spcPct val="100000"/>
              </a:lnSpc>
              <a:spcBef>
                <a:spcPts val="0"/>
              </a:spcBef>
              <a:spcAft>
                <a:spcPts val="0"/>
              </a:spcAft>
              <a:buNone/>
            </a:pPr>
            <a:r>
              <a:rPr b="1" lang="es-419" sz="1000">
                <a:latin typeface="Arvo"/>
                <a:ea typeface="Arvo"/>
                <a:cs typeface="Arvo"/>
                <a:sym typeface="Arvo"/>
              </a:rPr>
              <a:t>Descripción del caso de uso:</a:t>
            </a:r>
            <a:endParaRPr sz="700">
              <a:solidFill>
                <a:srgbClr val="666666"/>
              </a:solidFill>
              <a:latin typeface="Arvo"/>
              <a:ea typeface="Arvo"/>
              <a:cs typeface="Arvo"/>
              <a:sym typeface="Arvo"/>
            </a:endParaRPr>
          </a:p>
          <a:p>
            <a:pPr indent="0" lvl="0" marL="0" rtl="0" algn="r">
              <a:lnSpc>
                <a:spcPct val="80000"/>
              </a:lnSpc>
              <a:spcBef>
                <a:spcPts val="0"/>
              </a:spcBef>
              <a:spcAft>
                <a:spcPts val="0"/>
              </a:spcAft>
              <a:buNone/>
            </a:pPr>
            <a:r>
              <a:rPr i="1" lang="es-419" sz="600">
                <a:solidFill>
                  <a:srgbClr val="666666"/>
                </a:solidFill>
                <a:latin typeface="Arvo"/>
                <a:ea typeface="Arvo"/>
                <a:cs typeface="Arvo"/>
                <a:sym typeface="Arvo"/>
              </a:rPr>
              <a:t>&lt;ej: Este caso de uso le permite a los compradores obtener productos a muy bajo costo desde cualquier lugar y en cualquier momento, mediante este caso de uso los compradores pueden elegir una empresa de envíos para transportar los productos. El comprador dispone de un carro de compras, puede programar cada una de las compras y puede crear listas de preferencia.&gt;</a:t>
            </a:r>
            <a:endParaRPr sz="800">
              <a:solidFill>
                <a:srgbClr val="666666"/>
              </a:solidFill>
              <a:latin typeface="Arvo"/>
              <a:ea typeface="Arvo"/>
              <a:cs typeface="Arvo"/>
              <a:sym typeface="Arvo"/>
            </a:endParaRPr>
          </a:p>
        </p:txBody>
      </p:sp>
      <p:sp>
        <p:nvSpPr>
          <p:cNvPr id="9070" name="Google Shape;9070;p155"/>
          <p:cNvSpPr/>
          <p:nvPr/>
        </p:nvSpPr>
        <p:spPr>
          <a:xfrm>
            <a:off x="1940925" y="3730022"/>
            <a:ext cx="3027000" cy="1359900"/>
          </a:xfrm>
          <a:prstGeom prst="roundRect">
            <a:avLst>
              <a:gd fmla="val 5871"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9071" name="Google Shape;9071;p155"/>
          <p:cNvSpPr txBox="1"/>
          <p:nvPr>
            <p:ph idx="15" type="subTitle"/>
          </p:nvPr>
        </p:nvSpPr>
        <p:spPr>
          <a:xfrm>
            <a:off x="1940625" y="3730025"/>
            <a:ext cx="3027600" cy="1359900"/>
          </a:xfrm>
          <a:prstGeom prst="rect">
            <a:avLst/>
          </a:prstGeom>
          <a:noFill/>
          <a:ln>
            <a:noFill/>
          </a:ln>
        </p:spPr>
        <p:txBody>
          <a:bodyPr anchorCtr="0" anchor="t" bIns="36000" lIns="36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9072" name="Google Shape;9072;p155"/>
          <p:cNvSpPr txBox="1"/>
          <p:nvPr/>
        </p:nvSpPr>
        <p:spPr>
          <a:xfrm>
            <a:off x="5219407" y="3653826"/>
            <a:ext cx="1562400" cy="232500"/>
          </a:xfrm>
          <a:prstGeom prst="rect">
            <a:avLst/>
          </a:prstGeom>
          <a:noFill/>
          <a:ln>
            <a:noFill/>
          </a:ln>
        </p:spPr>
        <p:txBody>
          <a:bodyPr anchorCtr="0" anchor="ctr" bIns="0" lIns="0" spcFirstLastPara="1" rIns="0" wrap="square" tIns="0">
            <a:noAutofit/>
          </a:bodyPr>
          <a:lstStyle/>
          <a:p>
            <a:pPr indent="0" lvl="0" marL="0" rtl="0" algn="r">
              <a:spcBef>
                <a:spcPts val="0"/>
              </a:spcBef>
              <a:spcAft>
                <a:spcPts val="0"/>
              </a:spcAft>
              <a:buNone/>
            </a:pPr>
            <a:r>
              <a:rPr b="1" lang="es-419" sz="1000">
                <a:latin typeface="Arvo"/>
                <a:ea typeface="Arvo"/>
                <a:cs typeface="Arvo"/>
                <a:sym typeface="Arvo"/>
              </a:rPr>
              <a:t>Meta empresa:</a:t>
            </a:r>
            <a:endParaRPr b="1" sz="1000">
              <a:latin typeface="Arvo"/>
              <a:ea typeface="Arvo"/>
              <a:cs typeface="Arvo"/>
              <a:sym typeface="Arvo"/>
            </a:endParaRPr>
          </a:p>
          <a:p>
            <a:pPr indent="0" lvl="0" marL="0" rtl="0" algn="r">
              <a:spcBef>
                <a:spcPts val="0"/>
              </a:spcBef>
              <a:spcAft>
                <a:spcPts val="0"/>
              </a:spcAft>
              <a:buNone/>
            </a:pPr>
            <a:r>
              <a:rPr b="1" lang="es-419" sz="700">
                <a:solidFill>
                  <a:schemeClr val="dk1"/>
                </a:solidFill>
                <a:latin typeface="Arvo"/>
                <a:ea typeface="Arvo"/>
                <a:cs typeface="Arvo"/>
                <a:sym typeface="Arvo"/>
              </a:rPr>
              <a:t>[Meta = &lt;sustantivo&gt;&lt;adjetivo&gt;]</a:t>
            </a:r>
            <a:endParaRPr b="1" sz="1000">
              <a:latin typeface="Arvo"/>
              <a:ea typeface="Arvo"/>
              <a:cs typeface="Arvo"/>
              <a:sym typeface="Arvo"/>
            </a:endParaRPr>
          </a:p>
          <a:p>
            <a:pPr indent="0" lvl="0" marL="0" rtl="0" algn="r">
              <a:spcBef>
                <a:spcPts val="0"/>
              </a:spcBef>
              <a:spcAft>
                <a:spcPts val="0"/>
              </a:spcAft>
              <a:buNone/>
            </a:pPr>
            <a:r>
              <a:rPr b="1" i="1" lang="es-419" sz="600">
                <a:latin typeface="Arvo"/>
                <a:ea typeface="Arvo"/>
                <a:cs typeface="Arvo"/>
                <a:sym typeface="Arvo"/>
              </a:rPr>
              <a:t> </a:t>
            </a:r>
            <a:r>
              <a:rPr i="1" lang="es-419" sz="600">
                <a:solidFill>
                  <a:srgbClr val="666666"/>
                </a:solidFill>
                <a:latin typeface="Arvo"/>
                <a:ea typeface="Arvo"/>
                <a:cs typeface="Arvo"/>
                <a:sym typeface="Arvo"/>
              </a:rPr>
              <a:t>&lt;ej: El cliente realiza el pago&gt;</a:t>
            </a:r>
            <a:endParaRPr i="1" sz="600">
              <a:solidFill>
                <a:srgbClr val="666666"/>
              </a:solidFill>
              <a:latin typeface="Arvo"/>
              <a:ea typeface="Arvo"/>
              <a:cs typeface="Arvo"/>
              <a:sym typeface="Arvo"/>
            </a:endParaRPr>
          </a:p>
        </p:txBody>
      </p:sp>
      <p:sp>
        <p:nvSpPr>
          <p:cNvPr id="9073" name="Google Shape;9073;p155"/>
          <p:cNvSpPr txBox="1"/>
          <p:nvPr/>
        </p:nvSpPr>
        <p:spPr>
          <a:xfrm>
            <a:off x="2524025" y="497711"/>
            <a:ext cx="8850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Formulario:</a:t>
            </a:r>
            <a:endParaRPr b="1" sz="1100"/>
          </a:p>
        </p:txBody>
      </p:sp>
      <p:sp>
        <p:nvSpPr>
          <p:cNvPr id="9074" name="Google Shape;9074;p155"/>
          <p:cNvSpPr txBox="1"/>
          <p:nvPr>
            <p:ph type="title"/>
          </p:nvPr>
        </p:nvSpPr>
        <p:spPr>
          <a:xfrm flipH="1">
            <a:off x="3408875" y="445821"/>
            <a:ext cx="6479700" cy="2664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000"/>
              <a:buNone/>
              <a:defRPr sz="1000">
                <a:solidFill>
                  <a:srgbClr val="000000"/>
                </a:solidFill>
              </a:defRPr>
            </a:lvl1pPr>
            <a:lvl2pPr lvl="1">
              <a:spcBef>
                <a:spcPts val="0"/>
              </a:spcBef>
              <a:spcAft>
                <a:spcPts val="0"/>
              </a:spcAft>
              <a:buClr>
                <a:srgbClr val="000000"/>
              </a:buClr>
              <a:buSzPts val="1000"/>
              <a:buNone/>
              <a:defRPr sz="1000">
                <a:solidFill>
                  <a:srgbClr val="000000"/>
                </a:solidFill>
              </a:defRPr>
            </a:lvl2pPr>
            <a:lvl3pPr lvl="2">
              <a:spcBef>
                <a:spcPts val="0"/>
              </a:spcBef>
              <a:spcAft>
                <a:spcPts val="0"/>
              </a:spcAft>
              <a:buClr>
                <a:srgbClr val="000000"/>
              </a:buClr>
              <a:buSzPts val="1000"/>
              <a:buNone/>
              <a:defRPr sz="1000">
                <a:solidFill>
                  <a:srgbClr val="000000"/>
                </a:solidFill>
              </a:defRPr>
            </a:lvl3pPr>
            <a:lvl4pPr lvl="3">
              <a:spcBef>
                <a:spcPts val="0"/>
              </a:spcBef>
              <a:spcAft>
                <a:spcPts val="0"/>
              </a:spcAft>
              <a:buClr>
                <a:srgbClr val="000000"/>
              </a:buClr>
              <a:buSzPts val="1000"/>
              <a:buNone/>
              <a:defRPr sz="1000">
                <a:solidFill>
                  <a:srgbClr val="000000"/>
                </a:solidFill>
              </a:defRPr>
            </a:lvl4pPr>
            <a:lvl5pPr lvl="4">
              <a:spcBef>
                <a:spcPts val="0"/>
              </a:spcBef>
              <a:spcAft>
                <a:spcPts val="0"/>
              </a:spcAft>
              <a:buClr>
                <a:srgbClr val="000000"/>
              </a:buClr>
              <a:buSzPts val="1000"/>
              <a:buNone/>
              <a:defRPr sz="1000">
                <a:solidFill>
                  <a:srgbClr val="000000"/>
                </a:solidFill>
              </a:defRPr>
            </a:lvl5pPr>
            <a:lvl6pPr lvl="5">
              <a:spcBef>
                <a:spcPts val="0"/>
              </a:spcBef>
              <a:spcAft>
                <a:spcPts val="0"/>
              </a:spcAft>
              <a:buClr>
                <a:srgbClr val="000000"/>
              </a:buClr>
              <a:buSzPts val="1000"/>
              <a:buNone/>
              <a:defRPr sz="1000">
                <a:solidFill>
                  <a:srgbClr val="000000"/>
                </a:solidFill>
              </a:defRPr>
            </a:lvl6pPr>
            <a:lvl7pPr lvl="6">
              <a:spcBef>
                <a:spcPts val="0"/>
              </a:spcBef>
              <a:spcAft>
                <a:spcPts val="0"/>
              </a:spcAft>
              <a:buClr>
                <a:srgbClr val="000000"/>
              </a:buClr>
              <a:buSzPts val="1000"/>
              <a:buNone/>
              <a:defRPr sz="1000">
                <a:solidFill>
                  <a:srgbClr val="000000"/>
                </a:solidFill>
              </a:defRPr>
            </a:lvl7pPr>
            <a:lvl8pPr lvl="7">
              <a:spcBef>
                <a:spcPts val="0"/>
              </a:spcBef>
              <a:spcAft>
                <a:spcPts val="0"/>
              </a:spcAft>
              <a:buClr>
                <a:srgbClr val="000000"/>
              </a:buClr>
              <a:buSzPts val="1000"/>
              <a:buNone/>
              <a:defRPr sz="1000">
                <a:solidFill>
                  <a:srgbClr val="000000"/>
                </a:solidFill>
              </a:defRPr>
            </a:lvl8pPr>
            <a:lvl9pPr lvl="8">
              <a:spcBef>
                <a:spcPts val="0"/>
              </a:spcBef>
              <a:spcAft>
                <a:spcPts val="0"/>
              </a:spcAft>
              <a:buClr>
                <a:srgbClr val="000000"/>
              </a:buClr>
              <a:buSzPts val="1000"/>
              <a:buNone/>
              <a:defRPr sz="1000">
                <a:solidFill>
                  <a:srgbClr val="000000"/>
                </a:solidFill>
              </a:defRPr>
            </a:lvl9pPr>
          </a:lstStyle>
          <a:p/>
        </p:txBody>
      </p:sp>
      <p:sp>
        <p:nvSpPr>
          <p:cNvPr id="9075" name="Google Shape;9075;p155"/>
          <p:cNvSpPr txBox="1"/>
          <p:nvPr>
            <p:ph idx="16" type="body"/>
          </p:nvPr>
        </p:nvSpPr>
        <p:spPr>
          <a:xfrm>
            <a:off x="641150" y="612125"/>
            <a:ext cx="1770300" cy="160500"/>
          </a:xfrm>
          <a:prstGeom prst="rect">
            <a:avLst/>
          </a:prstGeom>
          <a:noFill/>
          <a:ln>
            <a:noFill/>
          </a:ln>
        </p:spPr>
        <p:txBody>
          <a:bodyPr anchorCtr="0" anchor="t" bIns="0" lIns="0" spcFirstLastPara="1" rIns="0" wrap="square" tIns="0">
            <a:noAutofit/>
          </a:bodyPr>
          <a:lstStyle>
            <a:lvl1pPr indent="-292100" lvl="0" marL="457200" algn="ctr">
              <a:spcBef>
                <a:spcPts val="0"/>
              </a:spcBef>
              <a:spcAft>
                <a:spcPts val="0"/>
              </a:spcAft>
              <a:buClr>
                <a:srgbClr val="FFFFFF"/>
              </a:buClr>
              <a:buSzPts val="1000"/>
              <a:buChar char="●"/>
              <a:defRPr sz="1000">
                <a:solidFill>
                  <a:srgbClr val="FFFFFF"/>
                </a:solidFill>
              </a:defRPr>
            </a:lvl1pPr>
            <a:lvl2pPr indent="-292100" lvl="1" marL="914400" algn="ctr">
              <a:spcBef>
                <a:spcPts val="0"/>
              </a:spcBef>
              <a:spcAft>
                <a:spcPts val="0"/>
              </a:spcAft>
              <a:buClr>
                <a:srgbClr val="FFFFFF"/>
              </a:buClr>
              <a:buSzPts val="1000"/>
              <a:buChar char="○"/>
              <a:defRPr sz="1000">
                <a:solidFill>
                  <a:srgbClr val="FFFFFF"/>
                </a:solidFill>
              </a:defRPr>
            </a:lvl2pPr>
            <a:lvl3pPr indent="-292100" lvl="2" marL="1371600" algn="ctr">
              <a:spcBef>
                <a:spcPts val="0"/>
              </a:spcBef>
              <a:spcAft>
                <a:spcPts val="0"/>
              </a:spcAft>
              <a:buClr>
                <a:srgbClr val="FFFFFF"/>
              </a:buClr>
              <a:buSzPts val="1000"/>
              <a:buChar char="■"/>
              <a:defRPr sz="1000">
                <a:solidFill>
                  <a:srgbClr val="FFFFFF"/>
                </a:solidFill>
              </a:defRPr>
            </a:lvl3pPr>
            <a:lvl4pPr indent="-292100" lvl="3" marL="1828800" algn="ctr">
              <a:spcBef>
                <a:spcPts val="0"/>
              </a:spcBef>
              <a:spcAft>
                <a:spcPts val="0"/>
              </a:spcAft>
              <a:buClr>
                <a:srgbClr val="FFFFFF"/>
              </a:buClr>
              <a:buSzPts val="1000"/>
              <a:buChar char="●"/>
              <a:defRPr sz="1000">
                <a:solidFill>
                  <a:srgbClr val="FFFFFF"/>
                </a:solidFill>
              </a:defRPr>
            </a:lvl4pPr>
            <a:lvl5pPr indent="-292100" lvl="4" marL="2286000" algn="ctr">
              <a:spcBef>
                <a:spcPts val="0"/>
              </a:spcBef>
              <a:spcAft>
                <a:spcPts val="0"/>
              </a:spcAft>
              <a:buClr>
                <a:srgbClr val="FFFFFF"/>
              </a:buClr>
              <a:buSzPts val="1000"/>
              <a:buChar char="○"/>
              <a:defRPr sz="1000">
                <a:solidFill>
                  <a:srgbClr val="FFFFFF"/>
                </a:solidFill>
              </a:defRPr>
            </a:lvl5pPr>
            <a:lvl6pPr indent="-292100" lvl="5" marL="2743200" algn="ctr">
              <a:spcBef>
                <a:spcPts val="0"/>
              </a:spcBef>
              <a:spcAft>
                <a:spcPts val="0"/>
              </a:spcAft>
              <a:buClr>
                <a:srgbClr val="FFFFFF"/>
              </a:buClr>
              <a:buSzPts val="1000"/>
              <a:buChar char="■"/>
              <a:defRPr sz="1000">
                <a:solidFill>
                  <a:srgbClr val="FFFFFF"/>
                </a:solidFill>
              </a:defRPr>
            </a:lvl6pPr>
            <a:lvl7pPr indent="-292100" lvl="6" marL="3200400" algn="ctr">
              <a:spcBef>
                <a:spcPts val="0"/>
              </a:spcBef>
              <a:spcAft>
                <a:spcPts val="0"/>
              </a:spcAft>
              <a:buClr>
                <a:srgbClr val="FFFFFF"/>
              </a:buClr>
              <a:buSzPts val="1000"/>
              <a:buChar char="●"/>
              <a:defRPr sz="1000">
                <a:solidFill>
                  <a:srgbClr val="FFFFFF"/>
                </a:solidFill>
              </a:defRPr>
            </a:lvl7pPr>
            <a:lvl8pPr indent="-292100" lvl="7" marL="3657600" algn="ctr">
              <a:spcBef>
                <a:spcPts val="0"/>
              </a:spcBef>
              <a:spcAft>
                <a:spcPts val="0"/>
              </a:spcAft>
              <a:buClr>
                <a:srgbClr val="FFFFFF"/>
              </a:buClr>
              <a:buSzPts val="1000"/>
              <a:buChar char="○"/>
              <a:defRPr sz="1000">
                <a:solidFill>
                  <a:srgbClr val="FFFFFF"/>
                </a:solidFill>
              </a:defRPr>
            </a:lvl8pPr>
            <a:lvl9pPr indent="-292100" lvl="8" marL="4114800" algn="ctr">
              <a:spcBef>
                <a:spcPts val="0"/>
              </a:spcBef>
              <a:spcAft>
                <a:spcPts val="0"/>
              </a:spcAft>
              <a:buClr>
                <a:srgbClr val="FFFFFF"/>
              </a:buClr>
              <a:buSzPts val="1000"/>
              <a:buChar char="■"/>
              <a:defRPr sz="1000">
                <a:solidFill>
                  <a:srgbClr val="FFFFFF"/>
                </a:solidFill>
              </a:defRPr>
            </a:lvl9pPr>
          </a:lstStyle>
          <a:p/>
        </p:txBody>
      </p:sp>
      <p:sp>
        <p:nvSpPr>
          <p:cNvPr id="9076" name="Google Shape;9076;p155"/>
          <p:cNvSpPr txBox="1"/>
          <p:nvPr/>
        </p:nvSpPr>
        <p:spPr>
          <a:xfrm>
            <a:off x="84825" y="598125"/>
            <a:ext cx="595500" cy="205800"/>
          </a:xfrm>
          <a:prstGeom prst="rect">
            <a:avLst/>
          </a:prstGeom>
          <a:noFill/>
          <a:ln>
            <a:noFill/>
          </a:ln>
        </p:spPr>
        <p:txBody>
          <a:bodyPr anchorCtr="0" anchor="t" bIns="18000" lIns="18000" spcFirstLastPara="1" rIns="18000" wrap="square" tIns="18000">
            <a:spAutoFit/>
          </a:bodyPr>
          <a:lstStyle/>
          <a:p>
            <a:pPr indent="0" lvl="0" marL="0" rtl="0" algn="l">
              <a:spcBef>
                <a:spcPts val="0"/>
              </a:spcBef>
              <a:spcAft>
                <a:spcPts val="0"/>
              </a:spcAft>
              <a:buNone/>
            </a:pPr>
            <a:r>
              <a:rPr lang="es-419" sz="1100">
                <a:solidFill>
                  <a:srgbClr val="FFFFFF"/>
                </a:solidFill>
              </a:rPr>
              <a:t>Nombre:</a:t>
            </a:r>
            <a:endParaRPr sz="1100">
              <a:solidFill>
                <a:srgbClr val="FFFFFF"/>
              </a:solidFill>
            </a:endParaRPr>
          </a:p>
        </p:txBody>
      </p:sp>
    </p:spTree>
  </p:cSld>
  <p:clrMapOvr>
    <a:masterClrMapping/>
  </p:clrMapOvr>
</p:sldLayout>
</file>

<file path=ppt/slideLayouts/slideLayout15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5.2 Requisitos Funcionales">
  <p:cSld name="TITLE_3_6_1_1_1_1_1_1_1_1_1_1_1_1_1_1_1_1_1_1_1_1_1_1_1">
    <p:spTree>
      <p:nvGrpSpPr>
        <p:cNvPr id="9077" name="Shape 9077"/>
        <p:cNvGrpSpPr/>
        <p:nvPr/>
      </p:nvGrpSpPr>
      <p:grpSpPr>
        <a:xfrm>
          <a:off x="0" y="0"/>
          <a:ext cx="0" cy="0"/>
          <a:chOff x="0" y="0"/>
          <a:chExt cx="0" cy="0"/>
        </a:xfrm>
      </p:grpSpPr>
      <p:sp>
        <p:nvSpPr>
          <p:cNvPr id="9078" name="Google Shape;9078;p156"/>
          <p:cNvSpPr/>
          <p:nvPr/>
        </p:nvSpPr>
        <p:spPr>
          <a:xfrm>
            <a:off x="77688" y="358938"/>
            <a:ext cx="9935700" cy="6438000"/>
          </a:xfrm>
          <a:prstGeom prst="roundRect">
            <a:avLst>
              <a:gd fmla="val 2618" name="adj"/>
            </a:avLst>
          </a:prstGeom>
          <a:solidFill>
            <a:srgbClr val="FFFFFF"/>
          </a:solidFill>
          <a:ln cap="flat" cmpd="sng" w="38100">
            <a:solidFill>
              <a:srgbClr val="000000"/>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079" name="Google Shape;9079;p156"/>
          <p:cNvCxnSpPr/>
          <p:nvPr/>
        </p:nvCxnSpPr>
        <p:spPr>
          <a:xfrm>
            <a:off x="77688" y="772614"/>
            <a:ext cx="9935700" cy="0"/>
          </a:xfrm>
          <a:prstGeom prst="straightConnector1">
            <a:avLst/>
          </a:prstGeom>
          <a:noFill/>
          <a:ln cap="flat" cmpd="sng" w="19050">
            <a:solidFill>
              <a:srgbClr val="000000"/>
            </a:solidFill>
            <a:prstDash val="solid"/>
            <a:round/>
            <a:headEnd len="med" w="med" type="none"/>
            <a:tailEnd len="med" w="med" type="none"/>
          </a:ln>
        </p:spPr>
      </p:cxnSp>
      <p:cxnSp>
        <p:nvCxnSpPr>
          <p:cNvPr id="9080" name="Google Shape;9080;p156"/>
          <p:cNvCxnSpPr/>
          <p:nvPr/>
        </p:nvCxnSpPr>
        <p:spPr>
          <a:xfrm rot="10800000">
            <a:off x="2439038" y="368188"/>
            <a:ext cx="0" cy="402300"/>
          </a:xfrm>
          <a:prstGeom prst="straightConnector1">
            <a:avLst/>
          </a:prstGeom>
          <a:noFill/>
          <a:ln cap="flat" cmpd="sng" w="19050">
            <a:solidFill>
              <a:srgbClr val="000000"/>
            </a:solidFill>
            <a:prstDash val="solid"/>
            <a:round/>
            <a:headEnd len="med" w="med" type="none"/>
            <a:tailEnd len="med" w="med" type="none"/>
          </a:ln>
        </p:spPr>
      </p:cxnSp>
      <p:sp>
        <p:nvSpPr>
          <p:cNvPr id="9081" name="Google Shape;9081;p156"/>
          <p:cNvSpPr/>
          <p:nvPr/>
        </p:nvSpPr>
        <p:spPr>
          <a:xfrm>
            <a:off x="77688" y="349338"/>
            <a:ext cx="2361300" cy="421200"/>
          </a:xfrm>
          <a:prstGeom prst="roundRect">
            <a:avLst>
              <a:gd fmla="val 50000" name="adj"/>
            </a:avLst>
          </a:prstGeom>
          <a:solidFill>
            <a:srgbClr val="000000"/>
          </a:solidFill>
          <a:ln cap="flat" cmpd="sng" w="9525">
            <a:solidFill>
              <a:srgbClr val="000000"/>
            </a:solidFill>
            <a:prstDash val="solid"/>
            <a:round/>
            <a:headEnd len="sm" w="sm" type="none"/>
            <a:tailEnd len="sm" w="sm" type="none"/>
          </a:ln>
        </p:spPr>
        <p:txBody>
          <a:bodyPr anchorCtr="0" anchor="ctr" bIns="91425" lIns="0" spcFirstLastPara="1" rIns="0" wrap="square" tIns="91425">
            <a:noAutofit/>
          </a:bodyPr>
          <a:lstStyle/>
          <a:p>
            <a:pPr indent="0" lvl="0" marL="0" rtl="0" algn="ctr">
              <a:spcBef>
                <a:spcPts val="0"/>
              </a:spcBef>
              <a:spcAft>
                <a:spcPts val="0"/>
              </a:spcAft>
              <a:buNone/>
            </a:pPr>
            <a:r>
              <a:rPr b="1" lang="es-419" sz="1100">
                <a:solidFill>
                  <a:srgbClr val="FFFFFF"/>
                </a:solidFill>
              </a:rPr>
              <a:t>Requisitos Funcionales</a:t>
            </a:r>
            <a:endParaRPr b="1" sz="1100">
              <a:solidFill>
                <a:srgbClr val="FFFFFF"/>
              </a:solidFill>
            </a:endParaRPr>
          </a:p>
          <a:p>
            <a:pPr indent="0" lvl="0" marL="0" rtl="0" algn="ctr">
              <a:spcBef>
                <a:spcPts val="0"/>
              </a:spcBef>
              <a:spcAft>
                <a:spcPts val="0"/>
              </a:spcAft>
              <a:buNone/>
            </a:pPr>
            <a:r>
              <a:t/>
            </a:r>
            <a:endParaRPr b="1" sz="1200">
              <a:solidFill>
                <a:srgbClr val="FFFFFF"/>
              </a:solidFill>
            </a:endParaRPr>
          </a:p>
        </p:txBody>
      </p:sp>
      <p:sp>
        <p:nvSpPr>
          <p:cNvPr id="9082" name="Google Shape;9082;p156"/>
          <p:cNvSpPr/>
          <p:nvPr/>
        </p:nvSpPr>
        <p:spPr>
          <a:xfrm>
            <a:off x="83988" y="595504"/>
            <a:ext cx="190200" cy="1692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3" name="Google Shape;9083;p156"/>
          <p:cNvSpPr/>
          <p:nvPr/>
        </p:nvSpPr>
        <p:spPr>
          <a:xfrm>
            <a:off x="2350598" y="358950"/>
            <a:ext cx="88500" cy="4023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4" name="Google Shape;9084;p156"/>
          <p:cNvSpPr/>
          <p:nvPr/>
        </p:nvSpPr>
        <p:spPr>
          <a:xfrm>
            <a:off x="2277739" y="663750"/>
            <a:ext cx="88500" cy="1089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5" name="Google Shape;9085;p156"/>
          <p:cNvSpPr/>
          <p:nvPr/>
        </p:nvSpPr>
        <p:spPr>
          <a:xfrm>
            <a:off x="1750950" y="841370"/>
            <a:ext cx="8016600" cy="402300"/>
          </a:xfrm>
          <a:prstGeom prst="roundRect">
            <a:avLst>
              <a:gd fmla="val 9450" name="adj"/>
            </a:avLst>
          </a:prstGeom>
          <a:solidFill>
            <a:srgbClr val="F4CCCC"/>
          </a:solidFill>
          <a:ln cap="flat" cmpd="sng" w="9525">
            <a:solidFill>
              <a:srgbClr val="F4CCCC"/>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6000" spcFirstLastPara="1" rIns="0" wrap="square" tIns="0">
            <a:noAutofit/>
          </a:bodyPr>
          <a:lstStyle/>
          <a:p>
            <a:pPr indent="0" lvl="0" marL="0" marR="0" rtl="0" algn="ctr">
              <a:lnSpc>
                <a:spcPct val="100000"/>
              </a:lnSpc>
              <a:spcBef>
                <a:spcPts val="0"/>
              </a:spcBef>
              <a:spcAft>
                <a:spcPts val="0"/>
              </a:spcAft>
              <a:buClr>
                <a:srgbClr val="000000"/>
              </a:buClr>
              <a:buSzPts val="1100"/>
              <a:buFont typeface="Arial"/>
              <a:buNone/>
            </a:pPr>
            <a:r>
              <a:rPr b="1" lang="es-419" sz="1200">
                <a:latin typeface="Arvo"/>
                <a:ea typeface="Arvo"/>
                <a:cs typeface="Arvo"/>
                <a:sym typeface="Arvo"/>
              </a:rPr>
              <a:t>Descripción</a:t>
            </a:r>
            <a:endParaRPr b="1" i="0" sz="1200" u="none" cap="none" strike="noStrike">
              <a:solidFill>
                <a:srgbClr val="000000"/>
              </a:solidFill>
              <a:latin typeface="Arvo"/>
              <a:ea typeface="Arvo"/>
              <a:cs typeface="Arvo"/>
              <a:sym typeface="Arvo"/>
            </a:endParaRPr>
          </a:p>
        </p:txBody>
      </p:sp>
      <p:sp>
        <p:nvSpPr>
          <p:cNvPr id="9086" name="Google Shape;9086;p156"/>
          <p:cNvSpPr/>
          <p:nvPr/>
        </p:nvSpPr>
        <p:spPr>
          <a:xfrm>
            <a:off x="312350" y="841370"/>
            <a:ext cx="1287300" cy="402300"/>
          </a:xfrm>
          <a:prstGeom prst="roundRect">
            <a:avLst>
              <a:gd fmla="val 16667" name="adj"/>
            </a:avLst>
          </a:prstGeom>
          <a:solidFill>
            <a:srgbClr val="FFF2CC"/>
          </a:solidFill>
          <a:ln cap="flat" cmpd="sng" w="9525">
            <a:solidFill>
              <a:srgbClr val="FFF2CC"/>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36000" lIns="0" spcFirstLastPara="1" rIns="0" wrap="square" tIns="36000">
            <a:noAutofit/>
          </a:bodyPr>
          <a:lstStyle/>
          <a:p>
            <a:pPr indent="0" lvl="0" marL="0" marR="0" rtl="0" algn="ctr">
              <a:lnSpc>
                <a:spcPct val="100000"/>
              </a:lnSpc>
              <a:spcBef>
                <a:spcPts val="0"/>
              </a:spcBef>
              <a:spcAft>
                <a:spcPts val="0"/>
              </a:spcAft>
              <a:buClr>
                <a:srgbClr val="000000"/>
              </a:buClr>
              <a:buSzPts val="1100"/>
              <a:buFont typeface="Arial"/>
              <a:buNone/>
            </a:pPr>
            <a:r>
              <a:rPr b="1" lang="es-419" sz="1200">
                <a:latin typeface="Arvo"/>
                <a:ea typeface="Arvo"/>
                <a:cs typeface="Arvo"/>
                <a:sym typeface="Arvo"/>
              </a:rPr>
              <a:t>Código</a:t>
            </a:r>
            <a:endParaRPr b="1" sz="1200">
              <a:latin typeface="Arvo"/>
              <a:ea typeface="Arvo"/>
              <a:cs typeface="Arvo"/>
              <a:sym typeface="Arvo"/>
            </a:endParaRPr>
          </a:p>
        </p:txBody>
      </p:sp>
      <p:sp>
        <p:nvSpPr>
          <p:cNvPr id="9087" name="Google Shape;9087;p156"/>
          <p:cNvSpPr/>
          <p:nvPr/>
        </p:nvSpPr>
        <p:spPr>
          <a:xfrm>
            <a:off x="1750946" y="1344235"/>
            <a:ext cx="8016600" cy="3135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600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t/>
            </a:r>
            <a:endParaRPr b="1" i="0" sz="1800" u="none" cap="none" strike="noStrike">
              <a:solidFill>
                <a:srgbClr val="000000"/>
              </a:solidFill>
              <a:latin typeface="Roboto"/>
              <a:ea typeface="Roboto"/>
              <a:cs typeface="Roboto"/>
              <a:sym typeface="Roboto"/>
            </a:endParaRPr>
          </a:p>
        </p:txBody>
      </p:sp>
      <p:sp>
        <p:nvSpPr>
          <p:cNvPr id="9088" name="Google Shape;9088;p156"/>
          <p:cNvSpPr/>
          <p:nvPr/>
        </p:nvSpPr>
        <p:spPr>
          <a:xfrm>
            <a:off x="312351" y="1344235"/>
            <a:ext cx="1287300" cy="313500"/>
          </a:xfrm>
          <a:prstGeom prst="roundRect">
            <a:avLst>
              <a:gd fmla="val 16667" name="adj"/>
            </a:avLst>
          </a:prstGeom>
          <a:solidFill>
            <a:srgbClr val="FFF2CC"/>
          </a:solidFill>
          <a:ln>
            <a:noFill/>
          </a:ln>
          <a:effectLst>
            <a:outerShdw blurRad="57150" rotWithShape="0" algn="bl" dir="5400000" dist="19050">
              <a:srgbClr val="000000">
                <a:alpha val="49800"/>
              </a:srgbClr>
            </a:outerShdw>
          </a:effectLst>
        </p:spPr>
        <p:txBody>
          <a:bodyPr anchorCtr="0" anchor="ctr" bIns="36000" lIns="0" spcFirstLastPara="1" rIns="0" wrap="square" tIns="36000">
            <a:noAutofit/>
          </a:bodyPr>
          <a:lstStyle/>
          <a:p>
            <a:pPr indent="0" lvl="0" marL="0" marR="0" rtl="0" algn="ctr">
              <a:lnSpc>
                <a:spcPct val="100000"/>
              </a:lnSpc>
              <a:spcBef>
                <a:spcPts val="0"/>
              </a:spcBef>
              <a:spcAft>
                <a:spcPts val="0"/>
              </a:spcAft>
              <a:buClr>
                <a:srgbClr val="000000"/>
              </a:buClr>
              <a:buSzPts val="1100"/>
              <a:buFont typeface="Arial"/>
              <a:buNone/>
            </a:pPr>
            <a:r>
              <a:t/>
            </a:r>
            <a:endParaRPr b="1" sz="1000">
              <a:latin typeface="Arvo"/>
              <a:ea typeface="Arvo"/>
              <a:cs typeface="Arvo"/>
              <a:sym typeface="Arvo"/>
            </a:endParaRPr>
          </a:p>
        </p:txBody>
      </p:sp>
      <p:sp>
        <p:nvSpPr>
          <p:cNvPr id="9089" name="Google Shape;9089;p156"/>
          <p:cNvSpPr/>
          <p:nvPr/>
        </p:nvSpPr>
        <p:spPr>
          <a:xfrm>
            <a:off x="1750946" y="1731060"/>
            <a:ext cx="8016600" cy="3135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600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t/>
            </a:r>
            <a:endParaRPr b="1" i="0" sz="1800" u="none" cap="none" strike="noStrike">
              <a:solidFill>
                <a:srgbClr val="000000"/>
              </a:solidFill>
              <a:latin typeface="Roboto"/>
              <a:ea typeface="Roboto"/>
              <a:cs typeface="Roboto"/>
              <a:sym typeface="Roboto"/>
            </a:endParaRPr>
          </a:p>
        </p:txBody>
      </p:sp>
      <p:sp>
        <p:nvSpPr>
          <p:cNvPr id="9090" name="Google Shape;9090;p156"/>
          <p:cNvSpPr/>
          <p:nvPr/>
        </p:nvSpPr>
        <p:spPr>
          <a:xfrm>
            <a:off x="312351" y="1731060"/>
            <a:ext cx="1287300" cy="313500"/>
          </a:xfrm>
          <a:prstGeom prst="roundRect">
            <a:avLst>
              <a:gd fmla="val 16667" name="adj"/>
            </a:avLst>
          </a:prstGeom>
          <a:solidFill>
            <a:srgbClr val="FFF2CC"/>
          </a:solidFill>
          <a:ln>
            <a:noFill/>
          </a:ln>
          <a:effectLst>
            <a:outerShdw blurRad="57150" rotWithShape="0" algn="bl" dir="5400000" dist="19050">
              <a:srgbClr val="000000">
                <a:alpha val="49800"/>
              </a:srgbClr>
            </a:outerShdw>
          </a:effectLst>
        </p:spPr>
        <p:txBody>
          <a:bodyPr anchorCtr="0" anchor="ctr" bIns="36000" lIns="0" spcFirstLastPara="1" rIns="0" wrap="square" tIns="36000">
            <a:noAutofit/>
          </a:bodyPr>
          <a:lstStyle/>
          <a:p>
            <a:pPr indent="0" lvl="0" marL="0" marR="0" rtl="0" algn="ctr">
              <a:lnSpc>
                <a:spcPct val="100000"/>
              </a:lnSpc>
              <a:spcBef>
                <a:spcPts val="0"/>
              </a:spcBef>
              <a:spcAft>
                <a:spcPts val="0"/>
              </a:spcAft>
              <a:buClr>
                <a:srgbClr val="000000"/>
              </a:buClr>
              <a:buSzPts val="1100"/>
              <a:buFont typeface="Arial"/>
              <a:buNone/>
            </a:pPr>
            <a:r>
              <a:t/>
            </a:r>
            <a:endParaRPr b="1" sz="1000">
              <a:latin typeface="Arvo"/>
              <a:ea typeface="Arvo"/>
              <a:cs typeface="Arvo"/>
              <a:sym typeface="Arvo"/>
            </a:endParaRPr>
          </a:p>
        </p:txBody>
      </p:sp>
      <p:sp>
        <p:nvSpPr>
          <p:cNvPr id="9091" name="Google Shape;9091;p156"/>
          <p:cNvSpPr/>
          <p:nvPr/>
        </p:nvSpPr>
        <p:spPr>
          <a:xfrm>
            <a:off x="1750946" y="2111591"/>
            <a:ext cx="8016600" cy="3135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600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t/>
            </a:r>
            <a:endParaRPr b="1" i="0" sz="1800" u="none" cap="none" strike="noStrike">
              <a:solidFill>
                <a:srgbClr val="000000"/>
              </a:solidFill>
              <a:latin typeface="Roboto"/>
              <a:ea typeface="Roboto"/>
              <a:cs typeface="Roboto"/>
              <a:sym typeface="Roboto"/>
            </a:endParaRPr>
          </a:p>
        </p:txBody>
      </p:sp>
      <p:sp>
        <p:nvSpPr>
          <p:cNvPr id="9092" name="Google Shape;9092;p156"/>
          <p:cNvSpPr/>
          <p:nvPr/>
        </p:nvSpPr>
        <p:spPr>
          <a:xfrm>
            <a:off x="312351" y="2111591"/>
            <a:ext cx="1287300" cy="313500"/>
          </a:xfrm>
          <a:prstGeom prst="roundRect">
            <a:avLst>
              <a:gd fmla="val 16667" name="adj"/>
            </a:avLst>
          </a:prstGeom>
          <a:solidFill>
            <a:srgbClr val="FFF2CC"/>
          </a:solidFill>
          <a:ln>
            <a:noFill/>
          </a:ln>
          <a:effectLst>
            <a:outerShdw blurRad="57150" rotWithShape="0" algn="bl" dir="5400000" dist="19050">
              <a:srgbClr val="000000">
                <a:alpha val="49800"/>
              </a:srgbClr>
            </a:outerShdw>
          </a:effectLst>
        </p:spPr>
        <p:txBody>
          <a:bodyPr anchorCtr="0" anchor="ctr" bIns="36000" lIns="0" spcFirstLastPara="1" rIns="0" wrap="square" tIns="36000">
            <a:noAutofit/>
          </a:bodyPr>
          <a:lstStyle/>
          <a:p>
            <a:pPr indent="0" lvl="0" marL="0" marR="0" rtl="0" algn="ctr">
              <a:lnSpc>
                <a:spcPct val="100000"/>
              </a:lnSpc>
              <a:spcBef>
                <a:spcPts val="0"/>
              </a:spcBef>
              <a:spcAft>
                <a:spcPts val="0"/>
              </a:spcAft>
              <a:buClr>
                <a:srgbClr val="000000"/>
              </a:buClr>
              <a:buSzPts val="1100"/>
              <a:buFont typeface="Arial"/>
              <a:buNone/>
            </a:pPr>
            <a:r>
              <a:t/>
            </a:r>
            <a:endParaRPr b="1" sz="1000">
              <a:latin typeface="Arvo"/>
              <a:ea typeface="Arvo"/>
              <a:cs typeface="Arvo"/>
              <a:sym typeface="Arvo"/>
            </a:endParaRPr>
          </a:p>
        </p:txBody>
      </p:sp>
      <p:sp>
        <p:nvSpPr>
          <p:cNvPr id="9093" name="Google Shape;9093;p156"/>
          <p:cNvSpPr/>
          <p:nvPr/>
        </p:nvSpPr>
        <p:spPr>
          <a:xfrm>
            <a:off x="1750946" y="2492122"/>
            <a:ext cx="8016600" cy="3135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600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t/>
            </a:r>
            <a:endParaRPr b="1" i="0" sz="1800" u="none" cap="none" strike="noStrike">
              <a:solidFill>
                <a:srgbClr val="000000"/>
              </a:solidFill>
              <a:latin typeface="Roboto"/>
              <a:ea typeface="Roboto"/>
              <a:cs typeface="Roboto"/>
              <a:sym typeface="Roboto"/>
            </a:endParaRPr>
          </a:p>
        </p:txBody>
      </p:sp>
      <p:sp>
        <p:nvSpPr>
          <p:cNvPr id="9094" name="Google Shape;9094;p156"/>
          <p:cNvSpPr/>
          <p:nvPr/>
        </p:nvSpPr>
        <p:spPr>
          <a:xfrm>
            <a:off x="312351" y="2492122"/>
            <a:ext cx="1287300" cy="313500"/>
          </a:xfrm>
          <a:prstGeom prst="roundRect">
            <a:avLst>
              <a:gd fmla="val 16667" name="adj"/>
            </a:avLst>
          </a:prstGeom>
          <a:solidFill>
            <a:srgbClr val="FFF2CC"/>
          </a:solidFill>
          <a:ln>
            <a:noFill/>
          </a:ln>
          <a:effectLst>
            <a:outerShdw blurRad="57150" rotWithShape="0" algn="bl" dir="5400000" dist="19050">
              <a:srgbClr val="000000">
                <a:alpha val="49800"/>
              </a:srgbClr>
            </a:outerShdw>
          </a:effectLst>
        </p:spPr>
        <p:txBody>
          <a:bodyPr anchorCtr="0" anchor="ctr" bIns="36000" lIns="0" spcFirstLastPara="1" rIns="0" wrap="square" tIns="36000">
            <a:noAutofit/>
          </a:bodyPr>
          <a:lstStyle/>
          <a:p>
            <a:pPr indent="0" lvl="0" marL="0" marR="0" rtl="0" algn="ctr">
              <a:lnSpc>
                <a:spcPct val="100000"/>
              </a:lnSpc>
              <a:spcBef>
                <a:spcPts val="0"/>
              </a:spcBef>
              <a:spcAft>
                <a:spcPts val="0"/>
              </a:spcAft>
              <a:buClr>
                <a:srgbClr val="000000"/>
              </a:buClr>
              <a:buSzPts val="1100"/>
              <a:buFont typeface="Arial"/>
              <a:buNone/>
            </a:pPr>
            <a:r>
              <a:t/>
            </a:r>
            <a:endParaRPr b="1" sz="1000">
              <a:latin typeface="Arvo"/>
              <a:ea typeface="Arvo"/>
              <a:cs typeface="Arvo"/>
              <a:sym typeface="Arvo"/>
            </a:endParaRPr>
          </a:p>
        </p:txBody>
      </p:sp>
      <p:sp>
        <p:nvSpPr>
          <p:cNvPr id="9095" name="Google Shape;9095;p156"/>
          <p:cNvSpPr/>
          <p:nvPr/>
        </p:nvSpPr>
        <p:spPr>
          <a:xfrm>
            <a:off x="1750946" y="2872328"/>
            <a:ext cx="8016600" cy="3135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600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t/>
            </a:r>
            <a:endParaRPr b="1" i="0" sz="1800" u="none" cap="none" strike="noStrike">
              <a:solidFill>
                <a:srgbClr val="000000"/>
              </a:solidFill>
              <a:latin typeface="Roboto"/>
              <a:ea typeface="Roboto"/>
              <a:cs typeface="Roboto"/>
              <a:sym typeface="Roboto"/>
            </a:endParaRPr>
          </a:p>
        </p:txBody>
      </p:sp>
      <p:sp>
        <p:nvSpPr>
          <p:cNvPr id="9096" name="Google Shape;9096;p156"/>
          <p:cNvSpPr/>
          <p:nvPr/>
        </p:nvSpPr>
        <p:spPr>
          <a:xfrm>
            <a:off x="312351" y="2872328"/>
            <a:ext cx="1287300" cy="313500"/>
          </a:xfrm>
          <a:prstGeom prst="roundRect">
            <a:avLst>
              <a:gd fmla="val 16667" name="adj"/>
            </a:avLst>
          </a:prstGeom>
          <a:solidFill>
            <a:srgbClr val="FFF2CC"/>
          </a:solidFill>
          <a:ln>
            <a:noFill/>
          </a:ln>
          <a:effectLst>
            <a:outerShdw blurRad="57150" rotWithShape="0" algn="bl" dir="5400000" dist="19050">
              <a:srgbClr val="000000">
                <a:alpha val="49800"/>
              </a:srgbClr>
            </a:outerShdw>
          </a:effectLst>
        </p:spPr>
        <p:txBody>
          <a:bodyPr anchorCtr="0" anchor="ctr" bIns="36000" lIns="0" spcFirstLastPara="1" rIns="0" wrap="square" tIns="36000">
            <a:noAutofit/>
          </a:bodyPr>
          <a:lstStyle/>
          <a:p>
            <a:pPr indent="0" lvl="0" marL="0" marR="0" rtl="0" algn="ctr">
              <a:lnSpc>
                <a:spcPct val="100000"/>
              </a:lnSpc>
              <a:spcBef>
                <a:spcPts val="0"/>
              </a:spcBef>
              <a:spcAft>
                <a:spcPts val="0"/>
              </a:spcAft>
              <a:buClr>
                <a:srgbClr val="000000"/>
              </a:buClr>
              <a:buSzPts val="1100"/>
              <a:buFont typeface="Arial"/>
              <a:buNone/>
            </a:pPr>
            <a:r>
              <a:t/>
            </a:r>
            <a:endParaRPr b="1" sz="1000">
              <a:latin typeface="Arvo"/>
              <a:ea typeface="Arvo"/>
              <a:cs typeface="Arvo"/>
              <a:sym typeface="Arvo"/>
            </a:endParaRPr>
          </a:p>
        </p:txBody>
      </p:sp>
      <p:sp>
        <p:nvSpPr>
          <p:cNvPr id="9097" name="Google Shape;9097;p156"/>
          <p:cNvSpPr/>
          <p:nvPr/>
        </p:nvSpPr>
        <p:spPr>
          <a:xfrm>
            <a:off x="1750946" y="3259478"/>
            <a:ext cx="8016600" cy="3135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600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t/>
            </a:r>
            <a:endParaRPr b="1" i="0" sz="1800" u="none" cap="none" strike="noStrike">
              <a:solidFill>
                <a:srgbClr val="000000"/>
              </a:solidFill>
              <a:latin typeface="Roboto"/>
              <a:ea typeface="Roboto"/>
              <a:cs typeface="Roboto"/>
              <a:sym typeface="Roboto"/>
            </a:endParaRPr>
          </a:p>
        </p:txBody>
      </p:sp>
      <p:sp>
        <p:nvSpPr>
          <p:cNvPr id="9098" name="Google Shape;9098;p156"/>
          <p:cNvSpPr/>
          <p:nvPr/>
        </p:nvSpPr>
        <p:spPr>
          <a:xfrm>
            <a:off x="312351" y="3259478"/>
            <a:ext cx="1287300" cy="313500"/>
          </a:xfrm>
          <a:prstGeom prst="roundRect">
            <a:avLst>
              <a:gd fmla="val 16667" name="adj"/>
            </a:avLst>
          </a:prstGeom>
          <a:solidFill>
            <a:srgbClr val="FFF2CC"/>
          </a:solidFill>
          <a:ln>
            <a:noFill/>
          </a:ln>
          <a:effectLst>
            <a:outerShdw blurRad="57150" rotWithShape="0" algn="bl" dir="5400000" dist="19050">
              <a:srgbClr val="000000">
                <a:alpha val="49800"/>
              </a:srgbClr>
            </a:outerShdw>
          </a:effectLst>
        </p:spPr>
        <p:txBody>
          <a:bodyPr anchorCtr="0" anchor="ctr" bIns="36000" lIns="0" spcFirstLastPara="1" rIns="0" wrap="square" tIns="36000">
            <a:noAutofit/>
          </a:bodyPr>
          <a:lstStyle/>
          <a:p>
            <a:pPr indent="0" lvl="0" marL="0" marR="0" rtl="0" algn="ctr">
              <a:lnSpc>
                <a:spcPct val="100000"/>
              </a:lnSpc>
              <a:spcBef>
                <a:spcPts val="0"/>
              </a:spcBef>
              <a:spcAft>
                <a:spcPts val="0"/>
              </a:spcAft>
              <a:buClr>
                <a:srgbClr val="000000"/>
              </a:buClr>
              <a:buSzPts val="1100"/>
              <a:buFont typeface="Arial"/>
              <a:buNone/>
            </a:pPr>
            <a:r>
              <a:t/>
            </a:r>
            <a:endParaRPr b="1" sz="1000">
              <a:latin typeface="Arvo"/>
              <a:ea typeface="Arvo"/>
              <a:cs typeface="Arvo"/>
              <a:sym typeface="Arvo"/>
            </a:endParaRPr>
          </a:p>
        </p:txBody>
      </p:sp>
      <p:sp>
        <p:nvSpPr>
          <p:cNvPr id="9099" name="Google Shape;9099;p156"/>
          <p:cNvSpPr txBox="1"/>
          <p:nvPr>
            <p:ph idx="1" type="subTitle"/>
          </p:nvPr>
        </p:nvSpPr>
        <p:spPr>
          <a:xfrm>
            <a:off x="1742676" y="1346206"/>
            <a:ext cx="8028600" cy="313500"/>
          </a:xfrm>
          <a:prstGeom prst="rect">
            <a:avLst/>
          </a:prstGeom>
          <a:noFill/>
          <a:ln>
            <a:noFill/>
          </a:ln>
        </p:spPr>
        <p:txBody>
          <a:bodyPr anchorCtr="0" anchor="ctr" bIns="36000" lIns="54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9100" name="Google Shape;9100;p156"/>
          <p:cNvSpPr/>
          <p:nvPr/>
        </p:nvSpPr>
        <p:spPr>
          <a:xfrm>
            <a:off x="1750946" y="3653247"/>
            <a:ext cx="8016600" cy="3135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600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t/>
            </a:r>
            <a:endParaRPr b="1" i="0" sz="1800" u="none" cap="none" strike="noStrike">
              <a:solidFill>
                <a:srgbClr val="000000"/>
              </a:solidFill>
              <a:latin typeface="Roboto"/>
              <a:ea typeface="Roboto"/>
              <a:cs typeface="Roboto"/>
              <a:sym typeface="Roboto"/>
            </a:endParaRPr>
          </a:p>
        </p:txBody>
      </p:sp>
      <p:sp>
        <p:nvSpPr>
          <p:cNvPr id="9101" name="Google Shape;9101;p156"/>
          <p:cNvSpPr/>
          <p:nvPr/>
        </p:nvSpPr>
        <p:spPr>
          <a:xfrm>
            <a:off x="312351" y="3653247"/>
            <a:ext cx="1287300" cy="313500"/>
          </a:xfrm>
          <a:prstGeom prst="roundRect">
            <a:avLst>
              <a:gd fmla="val 16667" name="adj"/>
            </a:avLst>
          </a:prstGeom>
          <a:solidFill>
            <a:srgbClr val="FFF2CC"/>
          </a:solidFill>
          <a:ln>
            <a:noFill/>
          </a:ln>
          <a:effectLst>
            <a:outerShdw blurRad="57150" rotWithShape="0" algn="bl" dir="5400000" dist="19050">
              <a:srgbClr val="000000">
                <a:alpha val="49800"/>
              </a:srgbClr>
            </a:outerShdw>
          </a:effectLst>
        </p:spPr>
        <p:txBody>
          <a:bodyPr anchorCtr="0" anchor="ctr" bIns="36000" lIns="0" spcFirstLastPara="1" rIns="0" wrap="square" tIns="36000">
            <a:noAutofit/>
          </a:bodyPr>
          <a:lstStyle/>
          <a:p>
            <a:pPr indent="0" lvl="0" marL="0" marR="0" rtl="0" algn="ctr">
              <a:lnSpc>
                <a:spcPct val="100000"/>
              </a:lnSpc>
              <a:spcBef>
                <a:spcPts val="0"/>
              </a:spcBef>
              <a:spcAft>
                <a:spcPts val="0"/>
              </a:spcAft>
              <a:buClr>
                <a:srgbClr val="000000"/>
              </a:buClr>
              <a:buSzPts val="1100"/>
              <a:buFont typeface="Arial"/>
              <a:buNone/>
            </a:pPr>
            <a:r>
              <a:t/>
            </a:r>
            <a:endParaRPr b="1" sz="1000">
              <a:latin typeface="Arvo"/>
              <a:ea typeface="Arvo"/>
              <a:cs typeface="Arvo"/>
              <a:sym typeface="Arvo"/>
            </a:endParaRPr>
          </a:p>
        </p:txBody>
      </p:sp>
      <p:sp>
        <p:nvSpPr>
          <p:cNvPr id="9102" name="Google Shape;9102;p156"/>
          <p:cNvSpPr txBox="1"/>
          <p:nvPr>
            <p:ph idx="2" type="subTitle"/>
          </p:nvPr>
        </p:nvSpPr>
        <p:spPr>
          <a:xfrm>
            <a:off x="1742676" y="1746593"/>
            <a:ext cx="8028600" cy="313500"/>
          </a:xfrm>
          <a:prstGeom prst="rect">
            <a:avLst/>
          </a:prstGeom>
          <a:noFill/>
          <a:ln>
            <a:noFill/>
          </a:ln>
        </p:spPr>
        <p:txBody>
          <a:bodyPr anchorCtr="0" anchor="ctr" bIns="36000" lIns="54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9103" name="Google Shape;9103;p156"/>
          <p:cNvSpPr txBox="1"/>
          <p:nvPr>
            <p:ph idx="3" type="subTitle"/>
          </p:nvPr>
        </p:nvSpPr>
        <p:spPr>
          <a:xfrm>
            <a:off x="1742676" y="2126799"/>
            <a:ext cx="8028600" cy="313500"/>
          </a:xfrm>
          <a:prstGeom prst="rect">
            <a:avLst/>
          </a:prstGeom>
          <a:noFill/>
          <a:ln>
            <a:noFill/>
          </a:ln>
        </p:spPr>
        <p:txBody>
          <a:bodyPr anchorCtr="0" anchor="ctr" bIns="36000" lIns="54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9104" name="Google Shape;9104;p156"/>
          <p:cNvSpPr txBox="1"/>
          <p:nvPr>
            <p:ph idx="4" type="subTitle"/>
          </p:nvPr>
        </p:nvSpPr>
        <p:spPr>
          <a:xfrm>
            <a:off x="1742676" y="2493767"/>
            <a:ext cx="8028600" cy="313500"/>
          </a:xfrm>
          <a:prstGeom prst="rect">
            <a:avLst/>
          </a:prstGeom>
          <a:noFill/>
          <a:ln>
            <a:noFill/>
          </a:ln>
        </p:spPr>
        <p:txBody>
          <a:bodyPr anchorCtr="0" anchor="ctr" bIns="36000" lIns="54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9105" name="Google Shape;9105;p156"/>
          <p:cNvSpPr txBox="1"/>
          <p:nvPr>
            <p:ph idx="5" type="subTitle"/>
          </p:nvPr>
        </p:nvSpPr>
        <p:spPr>
          <a:xfrm>
            <a:off x="1742676" y="2880917"/>
            <a:ext cx="8028600" cy="313500"/>
          </a:xfrm>
          <a:prstGeom prst="rect">
            <a:avLst/>
          </a:prstGeom>
          <a:noFill/>
          <a:ln>
            <a:noFill/>
          </a:ln>
        </p:spPr>
        <p:txBody>
          <a:bodyPr anchorCtr="0" anchor="ctr" bIns="36000" lIns="54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9106" name="Google Shape;9106;p156"/>
          <p:cNvSpPr txBox="1"/>
          <p:nvPr>
            <p:ph idx="6" type="subTitle"/>
          </p:nvPr>
        </p:nvSpPr>
        <p:spPr>
          <a:xfrm>
            <a:off x="1742676" y="3261123"/>
            <a:ext cx="8028600" cy="313500"/>
          </a:xfrm>
          <a:prstGeom prst="rect">
            <a:avLst/>
          </a:prstGeom>
          <a:noFill/>
          <a:ln>
            <a:noFill/>
          </a:ln>
        </p:spPr>
        <p:txBody>
          <a:bodyPr anchorCtr="0" anchor="ctr" bIns="36000" lIns="54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9107" name="Google Shape;9107;p156"/>
          <p:cNvSpPr txBox="1"/>
          <p:nvPr>
            <p:ph idx="7" type="subTitle"/>
          </p:nvPr>
        </p:nvSpPr>
        <p:spPr>
          <a:xfrm>
            <a:off x="1742676" y="3661511"/>
            <a:ext cx="8028600" cy="313500"/>
          </a:xfrm>
          <a:prstGeom prst="rect">
            <a:avLst/>
          </a:prstGeom>
          <a:noFill/>
          <a:ln>
            <a:noFill/>
          </a:ln>
        </p:spPr>
        <p:txBody>
          <a:bodyPr anchorCtr="0" anchor="ctr" bIns="36000" lIns="54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9108" name="Google Shape;9108;p156"/>
          <p:cNvSpPr txBox="1"/>
          <p:nvPr>
            <p:ph idx="8" type="subTitle"/>
          </p:nvPr>
        </p:nvSpPr>
        <p:spPr>
          <a:xfrm>
            <a:off x="294875" y="1346206"/>
            <a:ext cx="1302600" cy="313500"/>
          </a:xfrm>
          <a:prstGeom prst="rect">
            <a:avLst/>
          </a:prstGeom>
          <a:noFill/>
          <a:ln>
            <a:noFill/>
          </a:ln>
        </p:spPr>
        <p:txBody>
          <a:bodyPr anchorCtr="0" anchor="ctr" bIns="36000" lIns="72000" spcFirstLastPara="1" rIns="72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9109" name="Google Shape;9109;p156"/>
          <p:cNvSpPr txBox="1"/>
          <p:nvPr>
            <p:ph idx="9" type="subTitle"/>
          </p:nvPr>
        </p:nvSpPr>
        <p:spPr>
          <a:xfrm>
            <a:off x="294875" y="1739975"/>
            <a:ext cx="1302600" cy="313500"/>
          </a:xfrm>
          <a:prstGeom prst="rect">
            <a:avLst/>
          </a:prstGeom>
          <a:noFill/>
          <a:ln>
            <a:noFill/>
          </a:ln>
        </p:spPr>
        <p:txBody>
          <a:bodyPr anchorCtr="0" anchor="ctr" bIns="36000" lIns="72000" spcFirstLastPara="1" rIns="72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9110" name="Google Shape;9110;p156"/>
          <p:cNvSpPr txBox="1"/>
          <p:nvPr>
            <p:ph idx="13" type="subTitle"/>
          </p:nvPr>
        </p:nvSpPr>
        <p:spPr>
          <a:xfrm>
            <a:off x="294875" y="2120180"/>
            <a:ext cx="1302600" cy="313500"/>
          </a:xfrm>
          <a:prstGeom prst="rect">
            <a:avLst/>
          </a:prstGeom>
          <a:noFill/>
          <a:ln>
            <a:noFill/>
          </a:ln>
        </p:spPr>
        <p:txBody>
          <a:bodyPr anchorCtr="0" anchor="ctr" bIns="36000" lIns="72000" spcFirstLastPara="1" rIns="72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9111" name="Google Shape;9111;p156"/>
          <p:cNvSpPr txBox="1"/>
          <p:nvPr>
            <p:ph idx="14" type="subTitle"/>
          </p:nvPr>
        </p:nvSpPr>
        <p:spPr>
          <a:xfrm>
            <a:off x="294875" y="2500386"/>
            <a:ext cx="1302600" cy="313500"/>
          </a:xfrm>
          <a:prstGeom prst="rect">
            <a:avLst/>
          </a:prstGeom>
          <a:noFill/>
          <a:ln>
            <a:noFill/>
          </a:ln>
        </p:spPr>
        <p:txBody>
          <a:bodyPr anchorCtr="0" anchor="ctr" bIns="36000" lIns="72000" spcFirstLastPara="1" rIns="72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9112" name="Google Shape;9112;p156"/>
          <p:cNvSpPr txBox="1"/>
          <p:nvPr>
            <p:ph idx="15" type="subTitle"/>
          </p:nvPr>
        </p:nvSpPr>
        <p:spPr>
          <a:xfrm>
            <a:off x="294875" y="2873973"/>
            <a:ext cx="1302600" cy="313500"/>
          </a:xfrm>
          <a:prstGeom prst="rect">
            <a:avLst/>
          </a:prstGeom>
          <a:noFill/>
          <a:ln>
            <a:noFill/>
          </a:ln>
        </p:spPr>
        <p:txBody>
          <a:bodyPr anchorCtr="0" anchor="ctr" bIns="36000" lIns="72000" spcFirstLastPara="1" rIns="72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9113" name="Google Shape;9113;p156"/>
          <p:cNvSpPr txBox="1"/>
          <p:nvPr>
            <p:ph idx="16" type="subTitle"/>
          </p:nvPr>
        </p:nvSpPr>
        <p:spPr>
          <a:xfrm>
            <a:off x="294875" y="3267742"/>
            <a:ext cx="1302600" cy="313500"/>
          </a:xfrm>
          <a:prstGeom prst="rect">
            <a:avLst/>
          </a:prstGeom>
          <a:noFill/>
          <a:ln>
            <a:noFill/>
          </a:ln>
        </p:spPr>
        <p:txBody>
          <a:bodyPr anchorCtr="0" anchor="ctr" bIns="36000" lIns="72000" spcFirstLastPara="1" rIns="72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9114" name="Google Shape;9114;p156"/>
          <p:cNvSpPr txBox="1"/>
          <p:nvPr>
            <p:ph idx="17" type="subTitle"/>
          </p:nvPr>
        </p:nvSpPr>
        <p:spPr>
          <a:xfrm>
            <a:off x="294875" y="3661511"/>
            <a:ext cx="1302600" cy="313500"/>
          </a:xfrm>
          <a:prstGeom prst="rect">
            <a:avLst/>
          </a:prstGeom>
          <a:noFill/>
          <a:ln>
            <a:noFill/>
          </a:ln>
        </p:spPr>
        <p:txBody>
          <a:bodyPr anchorCtr="0" anchor="ctr" bIns="36000" lIns="72000" spcFirstLastPara="1" rIns="72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9115" name="Google Shape;9115;p156"/>
          <p:cNvSpPr/>
          <p:nvPr/>
        </p:nvSpPr>
        <p:spPr>
          <a:xfrm>
            <a:off x="1750946" y="4087435"/>
            <a:ext cx="8016600" cy="3135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600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t/>
            </a:r>
            <a:endParaRPr b="1" i="0" sz="1800" u="none" cap="none" strike="noStrike">
              <a:solidFill>
                <a:srgbClr val="000000"/>
              </a:solidFill>
              <a:latin typeface="Roboto"/>
              <a:ea typeface="Roboto"/>
              <a:cs typeface="Roboto"/>
              <a:sym typeface="Roboto"/>
            </a:endParaRPr>
          </a:p>
        </p:txBody>
      </p:sp>
      <p:sp>
        <p:nvSpPr>
          <p:cNvPr id="9116" name="Google Shape;9116;p156"/>
          <p:cNvSpPr/>
          <p:nvPr/>
        </p:nvSpPr>
        <p:spPr>
          <a:xfrm>
            <a:off x="312351" y="4087435"/>
            <a:ext cx="1287300" cy="313500"/>
          </a:xfrm>
          <a:prstGeom prst="roundRect">
            <a:avLst>
              <a:gd fmla="val 16667" name="adj"/>
            </a:avLst>
          </a:prstGeom>
          <a:solidFill>
            <a:srgbClr val="FFF2CC"/>
          </a:solidFill>
          <a:ln>
            <a:noFill/>
          </a:ln>
          <a:effectLst>
            <a:outerShdw blurRad="57150" rotWithShape="0" algn="bl" dir="5400000" dist="19050">
              <a:srgbClr val="000000">
                <a:alpha val="49800"/>
              </a:srgbClr>
            </a:outerShdw>
          </a:effectLst>
        </p:spPr>
        <p:txBody>
          <a:bodyPr anchorCtr="0" anchor="ctr" bIns="36000" lIns="0" spcFirstLastPara="1" rIns="0" wrap="square" tIns="36000">
            <a:noAutofit/>
          </a:bodyPr>
          <a:lstStyle/>
          <a:p>
            <a:pPr indent="0" lvl="0" marL="0" marR="0" rtl="0" algn="ctr">
              <a:lnSpc>
                <a:spcPct val="100000"/>
              </a:lnSpc>
              <a:spcBef>
                <a:spcPts val="0"/>
              </a:spcBef>
              <a:spcAft>
                <a:spcPts val="0"/>
              </a:spcAft>
              <a:buClr>
                <a:srgbClr val="000000"/>
              </a:buClr>
              <a:buSzPts val="1100"/>
              <a:buFont typeface="Arial"/>
              <a:buNone/>
            </a:pPr>
            <a:r>
              <a:t/>
            </a:r>
            <a:endParaRPr b="1" sz="1000">
              <a:latin typeface="Arvo"/>
              <a:ea typeface="Arvo"/>
              <a:cs typeface="Arvo"/>
              <a:sym typeface="Arvo"/>
            </a:endParaRPr>
          </a:p>
        </p:txBody>
      </p:sp>
      <p:sp>
        <p:nvSpPr>
          <p:cNvPr id="9117" name="Google Shape;9117;p156"/>
          <p:cNvSpPr/>
          <p:nvPr/>
        </p:nvSpPr>
        <p:spPr>
          <a:xfrm>
            <a:off x="1750946" y="4474260"/>
            <a:ext cx="8016600" cy="3135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600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t/>
            </a:r>
            <a:endParaRPr b="1" i="0" sz="1800" u="none" cap="none" strike="noStrike">
              <a:solidFill>
                <a:srgbClr val="000000"/>
              </a:solidFill>
              <a:latin typeface="Roboto"/>
              <a:ea typeface="Roboto"/>
              <a:cs typeface="Roboto"/>
              <a:sym typeface="Roboto"/>
            </a:endParaRPr>
          </a:p>
        </p:txBody>
      </p:sp>
      <p:sp>
        <p:nvSpPr>
          <p:cNvPr id="9118" name="Google Shape;9118;p156"/>
          <p:cNvSpPr/>
          <p:nvPr/>
        </p:nvSpPr>
        <p:spPr>
          <a:xfrm>
            <a:off x="312351" y="4474260"/>
            <a:ext cx="1287300" cy="313500"/>
          </a:xfrm>
          <a:prstGeom prst="roundRect">
            <a:avLst>
              <a:gd fmla="val 16667" name="adj"/>
            </a:avLst>
          </a:prstGeom>
          <a:solidFill>
            <a:srgbClr val="FFF2CC"/>
          </a:solidFill>
          <a:ln>
            <a:noFill/>
          </a:ln>
          <a:effectLst>
            <a:outerShdw blurRad="57150" rotWithShape="0" algn="bl" dir="5400000" dist="19050">
              <a:srgbClr val="000000">
                <a:alpha val="49800"/>
              </a:srgbClr>
            </a:outerShdw>
          </a:effectLst>
        </p:spPr>
        <p:txBody>
          <a:bodyPr anchorCtr="0" anchor="ctr" bIns="36000" lIns="0" spcFirstLastPara="1" rIns="0" wrap="square" tIns="36000">
            <a:noAutofit/>
          </a:bodyPr>
          <a:lstStyle/>
          <a:p>
            <a:pPr indent="0" lvl="0" marL="0" marR="0" rtl="0" algn="ctr">
              <a:lnSpc>
                <a:spcPct val="100000"/>
              </a:lnSpc>
              <a:spcBef>
                <a:spcPts val="0"/>
              </a:spcBef>
              <a:spcAft>
                <a:spcPts val="0"/>
              </a:spcAft>
              <a:buClr>
                <a:srgbClr val="000000"/>
              </a:buClr>
              <a:buSzPts val="1100"/>
              <a:buFont typeface="Arial"/>
              <a:buNone/>
            </a:pPr>
            <a:r>
              <a:t/>
            </a:r>
            <a:endParaRPr b="1" sz="1000">
              <a:latin typeface="Arvo"/>
              <a:ea typeface="Arvo"/>
              <a:cs typeface="Arvo"/>
              <a:sym typeface="Arvo"/>
            </a:endParaRPr>
          </a:p>
        </p:txBody>
      </p:sp>
      <p:sp>
        <p:nvSpPr>
          <p:cNvPr id="9119" name="Google Shape;9119;p156"/>
          <p:cNvSpPr/>
          <p:nvPr/>
        </p:nvSpPr>
        <p:spPr>
          <a:xfrm>
            <a:off x="1750946" y="4854791"/>
            <a:ext cx="8016600" cy="3135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600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t/>
            </a:r>
            <a:endParaRPr b="1" i="0" sz="1800" u="none" cap="none" strike="noStrike">
              <a:solidFill>
                <a:srgbClr val="000000"/>
              </a:solidFill>
              <a:latin typeface="Roboto"/>
              <a:ea typeface="Roboto"/>
              <a:cs typeface="Roboto"/>
              <a:sym typeface="Roboto"/>
            </a:endParaRPr>
          </a:p>
        </p:txBody>
      </p:sp>
      <p:sp>
        <p:nvSpPr>
          <p:cNvPr id="9120" name="Google Shape;9120;p156"/>
          <p:cNvSpPr/>
          <p:nvPr/>
        </p:nvSpPr>
        <p:spPr>
          <a:xfrm>
            <a:off x="312351" y="4854791"/>
            <a:ext cx="1287300" cy="313500"/>
          </a:xfrm>
          <a:prstGeom prst="roundRect">
            <a:avLst>
              <a:gd fmla="val 16667" name="adj"/>
            </a:avLst>
          </a:prstGeom>
          <a:solidFill>
            <a:srgbClr val="FFF2CC"/>
          </a:solidFill>
          <a:ln>
            <a:noFill/>
          </a:ln>
          <a:effectLst>
            <a:outerShdw blurRad="57150" rotWithShape="0" algn="bl" dir="5400000" dist="19050">
              <a:srgbClr val="000000">
                <a:alpha val="49800"/>
              </a:srgbClr>
            </a:outerShdw>
          </a:effectLst>
        </p:spPr>
        <p:txBody>
          <a:bodyPr anchorCtr="0" anchor="ctr" bIns="36000" lIns="0" spcFirstLastPara="1" rIns="0" wrap="square" tIns="36000">
            <a:noAutofit/>
          </a:bodyPr>
          <a:lstStyle/>
          <a:p>
            <a:pPr indent="0" lvl="0" marL="0" marR="0" rtl="0" algn="ctr">
              <a:lnSpc>
                <a:spcPct val="100000"/>
              </a:lnSpc>
              <a:spcBef>
                <a:spcPts val="0"/>
              </a:spcBef>
              <a:spcAft>
                <a:spcPts val="0"/>
              </a:spcAft>
              <a:buClr>
                <a:srgbClr val="000000"/>
              </a:buClr>
              <a:buSzPts val="1100"/>
              <a:buFont typeface="Arial"/>
              <a:buNone/>
            </a:pPr>
            <a:r>
              <a:t/>
            </a:r>
            <a:endParaRPr b="1" sz="1000">
              <a:latin typeface="Arvo"/>
              <a:ea typeface="Arvo"/>
              <a:cs typeface="Arvo"/>
              <a:sym typeface="Arvo"/>
            </a:endParaRPr>
          </a:p>
        </p:txBody>
      </p:sp>
      <p:sp>
        <p:nvSpPr>
          <p:cNvPr id="9121" name="Google Shape;9121;p156"/>
          <p:cNvSpPr/>
          <p:nvPr/>
        </p:nvSpPr>
        <p:spPr>
          <a:xfrm>
            <a:off x="1750946" y="5235322"/>
            <a:ext cx="8016600" cy="3135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600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t/>
            </a:r>
            <a:endParaRPr b="1" i="0" sz="1800" u="none" cap="none" strike="noStrike">
              <a:solidFill>
                <a:srgbClr val="000000"/>
              </a:solidFill>
              <a:latin typeface="Roboto"/>
              <a:ea typeface="Roboto"/>
              <a:cs typeface="Roboto"/>
              <a:sym typeface="Roboto"/>
            </a:endParaRPr>
          </a:p>
        </p:txBody>
      </p:sp>
      <p:sp>
        <p:nvSpPr>
          <p:cNvPr id="9122" name="Google Shape;9122;p156"/>
          <p:cNvSpPr/>
          <p:nvPr/>
        </p:nvSpPr>
        <p:spPr>
          <a:xfrm>
            <a:off x="312351" y="5235322"/>
            <a:ext cx="1287300" cy="313500"/>
          </a:xfrm>
          <a:prstGeom prst="roundRect">
            <a:avLst>
              <a:gd fmla="val 16667" name="adj"/>
            </a:avLst>
          </a:prstGeom>
          <a:solidFill>
            <a:srgbClr val="FFF2CC"/>
          </a:solidFill>
          <a:ln>
            <a:noFill/>
          </a:ln>
          <a:effectLst>
            <a:outerShdw blurRad="57150" rotWithShape="0" algn="bl" dir="5400000" dist="19050">
              <a:srgbClr val="000000">
                <a:alpha val="49800"/>
              </a:srgbClr>
            </a:outerShdw>
          </a:effectLst>
        </p:spPr>
        <p:txBody>
          <a:bodyPr anchorCtr="0" anchor="ctr" bIns="36000" lIns="0" spcFirstLastPara="1" rIns="0" wrap="square" tIns="36000">
            <a:noAutofit/>
          </a:bodyPr>
          <a:lstStyle/>
          <a:p>
            <a:pPr indent="0" lvl="0" marL="0" marR="0" rtl="0" algn="ctr">
              <a:lnSpc>
                <a:spcPct val="100000"/>
              </a:lnSpc>
              <a:spcBef>
                <a:spcPts val="0"/>
              </a:spcBef>
              <a:spcAft>
                <a:spcPts val="0"/>
              </a:spcAft>
              <a:buClr>
                <a:srgbClr val="000000"/>
              </a:buClr>
              <a:buSzPts val="1100"/>
              <a:buFont typeface="Arial"/>
              <a:buNone/>
            </a:pPr>
            <a:r>
              <a:t/>
            </a:r>
            <a:endParaRPr b="1" sz="1000">
              <a:latin typeface="Arvo"/>
              <a:ea typeface="Arvo"/>
              <a:cs typeface="Arvo"/>
              <a:sym typeface="Arvo"/>
            </a:endParaRPr>
          </a:p>
        </p:txBody>
      </p:sp>
      <p:sp>
        <p:nvSpPr>
          <p:cNvPr id="9123" name="Google Shape;9123;p156"/>
          <p:cNvSpPr/>
          <p:nvPr/>
        </p:nvSpPr>
        <p:spPr>
          <a:xfrm>
            <a:off x="1750946" y="5615528"/>
            <a:ext cx="8016600" cy="3135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600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t/>
            </a:r>
            <a:endParaRPr b="1" i="0" sz="1800" u="none" cap="none" strike="noStrike">
              <a:solidFill>
                <a:srgbClr val="000000"/>
              </a:solidFill>
              <a:latin typeface="Roboto"/>
              <a:ea typeface="Roboto"/>
              <a:cs typeface="Roboto"/>
              <a:sym typeface="Roboto"/>
            </a:endParaRPr>
          </a:p>
        </p:txBody>
      </p:sp>
      <p:sp>
        <p:nvSpPr>
          <p:cNvPr id="9124" name="Google Shape;9124;p156"/>
          <p:cNvSpPr/>
          <p:nvPr/>
        </p:nvSpPr>
        <p:spPr>
          <a:xfrm>
            <a:off x="312351" y="5615528"/>
            <a:ext cx="1287300" cy="313500"/>
          </a:xfrm>
          <a:prstGeom prst="roundRect">
            <a:avLst>
              <a:gd fmla="val 16667" name="adj"/>
            </a:avLst>
          </a:prstGeom>
          <a:solidFill>
            <a:srgbClr val="FFF2CC"/>
          </a:solidFill>
          <a:ln>
            <a:noFill/>
          </a:ln>
          <a:effectLst>
            <a:outerShdw blurRad="57150" rotWithShape="0" algn="bl" dir="5400000" dist="19050">
              <a:srgbClr val="000000">
                <a:alpha val="49800"/>
              </a:srgbClr>
            </a:outerShdw>
          </a:effectLst>
        </p:spPr>
        <p:txBody>
          <a:bodyPr anchorCtr="0" anchor="ctr" bIns="36000" lIns="0" spcFirstLastPara="1" rIns="0" wrap="square" tIns="36000">
            <a:noAutofit/>
          </a:bodyPr>
          <a:lstStyle/>
          <a:p>
            <a:pPr indent="0" lvl="0" marL="0" marR="0" rtl="0" algn="ctr">
              <a:lnSpc>
                <a:spcPct val="100000"/>
              </a:lnSpc>
              <a:spcBef>
                <a:spcPts val="0"/>
              </a:spcBef>
              <a:spcAft>
                <a:spcPts val="0"/>
              </a:spcAft>
              <a:buClr>
                <a:srgbClr val="000000"/>
              </a:buClr>
              <a:buSzPts val="1100"/>
              <a:buFont typeface="Arial"/>
              <a:buNone/>
            </a:pPr>
            <a:r>
              <a:t/>
            </a:r>
            <a:endParaRPr b="1" sz="1000">
              <a:latin typeface="Arvo"/>
              <a:ea typeface="Arvo"/>
              <a:cs typeface="Arvo"/>
              <a:sym typeface="Arvo"/>
            </a:endParaRPr>
          </a:p>
        </p:txBody>
      </p:sp>
      <p:sp>
        <p:nvSpPr>
          <p:cNvPr id="9125" name="Google Shape;9125;p156"/>
          <p:cNvSpPr/>
          <p:nvPr/>
        </p:nvSpPr>
        <p:spPr>
          <a:xfrm>
            <a:off x="1750946" y="6002678"/>
            <a:ext cx="8016600" cy="3135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600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t/>
            </a:r>
            <a:endParaRPr b="1" i="0" sz="1800" u="none" cap="none" strike="noStrike">
              <a:solidFill>
                <a:srgbClr val="000000"/>
              </a:solidFill>
              <a:latin typeface="Roboto"/>
              <a:ea typeface="Roboto"/>
              <a:cs typeface="Roboto"/>
              <a:sym typeface="Roboto"/>
            </a:endParaRPr>
          </a:p>
        </p:txBody>
      </p:sp>
      <p:sp>
        <p:nvSpPr>
          <p:cNvPr id="9126" name="Google Shape;9126;p156"/>
          <p:cNvSpPr/>
          <p:nvPr/>
        </p:nvSpPr>
        <p:spPr>
          <a:xfrm>
            <a:off x="312351" y="6002678"/>
            <a:ext cx="1287300" cy="313500"/>
          </a:xfrm>
          <a:prstGeom prst="roundRect">
            <a:avLst>
              <a:gd fmla="val 16667" name="adj"/>
            </a:avLst>
          </a:prstGeom>
          <a:solidFill>
            <a:srgbClr val="FFF2CC"/>
          </a:solidFill>
          <a:ln>
            <a:noFill/>
          </a:ln>
          <a:effectLst>
            <a:outerShdw blurRad="57150" rotWithShape="0" algn="bl" dir="5400000" dist="19050">
              <a:srgbClr val="000000">
                <a:alpha val="49800"/>
              </a:srgbClr>
            </a:outerShdw>
          </a:effectLst>
        </p:spPr>
        <p:txBody>
          <a:bodyPr anchorCtr="0" anchor="ctr" bIns="36000" lIns="0" spcFirstLastPara="1" rIns="0" wrap="square" tIns="36000">
            <a:noAutofit/>
          </a:bodyPr>
          <a:lstStyle/>
          <a:p>
            <a:pPr indent="0" lvl="0" marL="0" marR="0" rtl="0" algn="ctr">
              <a:lnSpc>
                <a:spcPct val="100000"/>
              </a:lnSpc>
              <a:spcBef>
                <a:spcPts val="0"/>
              </a:spcBef>
              <a:spcAft>
                <a:spcPts val="0"/>
              </a:spcAft>
              <a:buClr>
                <a:srgbClr val="000000"/>
              </a:buClr>
              <a:buSzPts val="1100"/>
              <a:buFont typeface="Arial"/>
              <a:buNone/>
            </a:pPr>
            <a:r>
              <a:t/>
            </a:r>
            <a:endParaRPr b="1" sz="1000">
              <a:latin typeface="Arvo"/>
              <a:ea typeface="Arvo"/>
              <a:cs typeface="Arvo"/>
              <a:sym typeface="Arvo"/>
            </a:endParaRPr>
          </a:p>
        </p:txBody>
      </p:sp>
      <p:sp>
        <p:nvSpPr>
          <p:cNvPr id="9127" name="Google Shape;9127;p156"/>
          <p:cNvSpPr txBox="1"/>
          <p:nvPr>
            <p:ph idx="18" type="subTitle"/>
          </p:nvPr>
        </p:nvSpPr>
        <p:spPr>
          <a:xfrm>
            <a:off x="1742676" y="4089406"/>
            <a:ext cx="8028600" cy="313500"/>
          </a:xfrm>
          <a:prstGeom prst="rect">
            <a:avLst/>
          </a:prstGeom>
          <a:noFill/>
          <a:ln>
            <a:noFill/>
          </a:ln>
        </p:spPr>
        <p:txBody>
          <a:bodyPr anchorCtr="0" anchor="ctr" bIns="36000" lIns="54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9128" name="Google Shape;9128;p156"/>
          <p:cNvSpPr/>
          <p:nvPr/>
        </p:nvSpPr>
        <p:spPr>
          <a:xfrm>
            <a:off x="1750946" y="6396447"/>
            <a:ext cx="8016600" cy="3135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600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t/>
            </a:r>
            <a:endParaRPr b="1" i="0" sz="1800" u="none" cap="none" strike="noStrike">
              <a:solidFill>
                <a:srgbClr val="000000"/>
              </a:solidFill>
              <a:latin typeface="Roboto"/>
              <a:ea typeface="Roboto"/>
              <a:cs typeface="Roboto"/>
              <a:sym typeface="Roboto"/>
            </a:endParaRPr>
          </a:p>
        </p:txBody>
      </p:sp>
      <p:sp>
        <p:nvSpPr>
          <p:cNvPr id="9129" name="Google Shape;9129;p156"/>
          <p:cNvSpPr/>
          <p:nvPr/>
        </p:nvSpPr>
        <p:spPr>
          <a:xfrm>
            <a:off x="312351" y="6396447"/>
            <a:ext cx="1287300" cy="313500"/>
          </a:xfrm>
          <a:prstGeom prst="roundRect">
            <a:avLst>
              <a:gd fmla="val 16667" name="adj"/>
            </a:avLst>
          </a:prstGeom>
          <a:solidFill>
            <a:srgbClr val="FFF2CC"/>
          </a:solidFill>
          <a:ln>
            <a:noFill/>
          </a:ln>
          <a:effectLst>
            <a:outerShdw blurRad="57150" rotWithShape="0" algn="bl" dir="5400000" dist="19050">
              <a:srgbClr val="000000">
                <a:alpha val="49800"/>
              </a:srgbClr>
            </a:outerShdw>
          </a:effectLst>
        </p:spPr>
        <p:txBody>
          <a:bodyPr anchorCtr="0" anchor="ctr" bIns="36000" lIns="0" spcFirstLastPara="1" rIns="0" wrap="square" tIns="36000">
            <a:noAutofit/>
          </a:bodyPr>
          <a:lstStyle/>
          <a:p>
            <a:pPr indent="0" lvl="0" marL="0" marR="0" rtl="0" algn="ctr">
              <a:lnSpc>
                <a:spcPct val="100000"/>
              </a:lnSpc>
              <a:spcBef>
                <a:spcPts val="0"/>
              </a:spcBef>
              <a:spcAft>
                <a:spcPts val="0"/>
              </a:spcAft>
              <a:buClr>
                <a:srgbClr val="000000"/>
              </a:buClr>
              <a:buSzPts val="1100"/>
              <a:buFont typeface="Arial"/>
              <a:buNone/>
            </a:pPr>
            <a:r>
              <a:t/>
            </a:r>
            <a:endParaRPr b="1" sz="1000">
              <a:latin typeface="Arvo"/>
              <a:ea typeface="Arvo"/>
              <a:cs typeface="Arvo"/>
              <a:sym typeface="Arvo"/>
            </a:endParaRPr>
          </a:p>
        </p:txBody>
      </p:sp>
      <p:sp>
        <p:nvSpPr>
          <p:cNvPr id="9130" name="Google Shape;9130;p156"/>
          <p:cNvSpPr txBox="1"/>
          <p:nvPr>
            <p:ph idx="19" type="subTitle"/>
          </p:nvPr>
        </p:nvSpPr>
        <p:spPr>
          <a:xfrm>
            <a:off x="1742676" y="4489793"/>
            <a:ext cx="8028600" cy="313500"/>
          </a:xfrm>
          <a:prstGeom prst="rect">
            <a:avLst/>
          </a:prstGeom>
          <a:noFill/>
          <a:ln>
            <a:noFill/>
          </a:ln>
        </p:spPr>
        <p:txBody>
          <a:bodyPr anchorCtr="0" anchor="ctr" bIns="36000" lIns="54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9131" name="Google Shape;9131;p156"/>
          <p:cNvSpPr txBox="1"/>
          <p:nvPr>
            <p:ph idx="20" type="subTitle"/>
          </p:nvPr>
        </p:nvSpPr>
        <p:spPr>
          <a:xfrm>
            <a:off x="1742676" y="4869999"/>
            <a:ext cx="8028600" cy="313500"/>
          </a:xfrm>
          <a:prstGeom prst="rect">
            <a:avLst/>
          </a:prstGeom>
          <a:noFill/>
          <a:ln>
            <a:noFill/>
          </a:ln>
        </p:spPr>
        <p:txBody>
          <a:bodyPr anchorCtr="0" anchor="ctr" bIns="36000" lIns="54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9132" name="Google Shape;9132;p156"/>
          <p:cNvSpPr txBox="1"/>
          <p:nvPr>
            <p:ph idx="21" type="subTitle"/>
          </p:nvPr>
        </p:nvSpPr>
        <p:spPr>
          <a:xfrm>
            <a:off x="1742676" y="5236967"/>
            <a:ext cx="8028600" cy="313500"/>
          </a:xfrm>
          <a:prstGeom prst="rect">
            <a:avLst/>
          </a:prstGeom>
          <a:noFill/>
          <a:ln>
            <a:noFill/>
          </a:ln>
        </p:spPr>
        <p:txBody>
          <a:bodyPr anchorCtr="0" anchor="ctr" bIns="36000" lIns="54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9133" name="Google Shape;9133;p156"/>
          <p:cNvSpPr txBox="1"/>
          <p:nvPr>
            <p:ph idx="22" type="subTitle"/>
          </p:nvPr>
        </p:nvSpPr>
        <p:spPr>
          <a:xfrm>
            <a:off x="1742676" y="5624117"/>
            <a:ext cx="8028600" cy="313500"/>
          </a:xfrm>
          <a:prstGeom prst="rect">
            <a:avLst/>
          </a:prstGeom>
          <a:noFill/>
          <a:ln>
            <a:noFill/>
          </a:ln>
        </p:spPr>
        <p:txBody>
          <a:bodyPr anchorCtr="0" anchor="ctr" bIns="36000" lIns="54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9134" name="Google Shape;9134;p156"/>
          <p:cNvSpPr txBox="1"/>
          <p:nvPr>
            <p:ph idx="23" type="subTitle"/>
          </p:nvPr>
        </p:nvSpPr>
        <p:spPr>
          <a:xfrm>
            <a:off x="1742676" y="6004323"/>
            <a:ext cx="8028600" cy="313500"/>
          </a:xfrm>
          <a:prstGeom prst="rect">
            <a:avLst/>
          </a:prstGeom>
          <a:noFill/>
          <a:ln>
            <a:noFill/>
          </a:ln>
        </p:spPr>
        <p:txBody>
          <a:bodyPr anchorCtr="0" anchor="ctr" bIns="36000" lIns="54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9135" name="Google Shape;9135;p156"/>
          <p:cNvSpPr txBox="1"/>
          <p:nvPr>
            <p:ph idx="24" type="subTitle"/>
          </p:nvPr>
        </p:nvSpPr>
        <p:spPr>
          <a:xfrm>
            <a:off x="1742676" y="6404711"/>
            <a:ext cx="8028600" cy="313500"/>
          </a:xfrm>
          <a:prstGeom prst="rect">
            <a:avLst/>
          </a:prstGeom>
          <a:noFill/>
          <a:ln>
            <a:noFill/>
          </a:ln>
        </p:spPr>
        <p:txBody>
          <a:bodyPr anchorCtr="0" anchor="ctr" bIns="36000" lIns="54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9136" name="Google Shape;9136;p156"/>
          <p:cNvSpPr txBox="1"/>
          <p:nvPr>
            <p:ph idx="25" type="subTitle"/>
          </p:nvPr>
        </p:nvSpPr>
        <p:spPr>
          <a:xfrm>
            <a:off x="294875" y="4089406"/>
            <a:ext cx="1302600" cy="313500"/>
          </a:xfrm>
          <a:prstGeom prst="rect">
            <a:avLst/>
          </a:prstGeom>
          <a:noFill/>
          <a:ln>
            <a:noFill/>
          </a:ln>
        </p:spPr>
        <p:txBody>
          <a:bodyPr anchorCtr="0" anchor="ctr" bIns="36000" lIns="72000" spcFirstLastPara="1" rIns="72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9137" name="Google Shape;9137;p156"/>
          <p:cNvSpPr txBox="1"/>
          <p:nvPr>
            <p:ph idx="26" type="subTitle"/>
          </p:nvPr>
        </p:nvSpPr>
        <p:spPr>
          <a:xfrm>
            <a:off x="294875" y="4483175"/>
            <a:ext cx="1302600" cy="313500"/>
          </a:xfrm>
          <a:prstGeom prst="rect">
            <a:avLst/>
          </a:prstGeom>
          <a:noFill/>
          <a:ln>
            <a:noFill/>
          </a:ln>
        </p:spPr>
        <p:txBody>
          <a:bodyPr anchorCtr="0" anchor="ctr" bIns="36000" lIns="72000" spcFirstLastPara="1" rIns="72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9138" name="Google Shape;9138;p156"/>
          <p:cNvSpPr txBox="1"/>
          <p:nvPr>
            <p:ph idx="27" type="subTitle"/>
          </p:nvPr>
        </p:nvSpPr>
        <p:spPr>
          <a:xfrm>
            <a:off x="294875" y="4863380"/>
            <a:ext cx="1302600" cy="313500"/>
          </a:xfrm>
          <a:prstGeom prst="rect">
            <a:avLst/>
          </a:prstGeom>
          <a:noFill/>
          <a:ln>
            <a:noFill/>
          </a:ln>
        </p:spPr>
        <p:txBody>
          <a:bodyPr anchorCtr="0" anchor="ctr" bIns="36000" lIns="72000" spcFirstLastPara="1" rIns="72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9139" name="Google Shape;9139;p156"/>
          <p:cNvSpPr txBox="1"/>
          <p:nvPr>
            <p:ph idx="28" type="subTitle"/>
          </p:nvPr>
        </p:nvSpPr>
        <p:spPr>
          <a:xfrm>
            <a:off x="294875" y="5243586"/>
            <a:ext cx="1302600" cy="313500"/>
          </a:xfrm>
          <a:prstGeom prst="rect">
            <a:avLst/>
          </a:prstGeom>
          <a:noFill/>
          <a:ln>
            <a:noFill/>
          </a:ln>
        </p:spPr>
        <p:txBody>
          <a:bodyPr anchorCtr="0" anchor="ctr" bIns="36000" lIns="72000" spcFirstLastPara="1" rIns="72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9140" name="Google Shape;9140;p156"/>
          <p:cNvSpPr txBox="1"/>
          <p:nvPr>
            <p:ph idx="29" type="subTitle"/>
          </p:nvPr>
        </p:nvSpPr>
        <p:spPr>
          <a:xfrm>
            <a:off x="294875" y="5617173"/>
            <a:ext cx="1302600" cy="313500"/>
          </a:xfrm>
          <a:prstGeom prst="rect">
            <a:avLst/>
          </a:prstGeom>
          <a:noFill/>
          <a:ln>
            <a:noFill/>
          </a:ln>
        </p:spPr>
        <p:txBody>
          <a:bodyPr anchorCtr="0" anchor="ctr" bIns="36000" lIns="72000" spcFirstLastPara="1" rIns="72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9141" name="Google Shape;9141;p156"/>
          <p:cNvSpPr txBox="1"/>
          <p:nvPr>
            <p:ph idx="30" type="subTitle"/>
          </p:nvPr>
        </p:nvSpPr>
        <p:spPr>
          <a:xfrm>
            <a:off x="294875" y="6010942"/>
            <a:ext cx="1302600" cy="313500"/>
          </a:xfrm>
          <a:prstGeom prst="rect">
            <a:avLst/>
          </a:prstGeom>
          <a:noFill/>
          <a:ln>
            <a:noFill/>
          </a:ln>
        </p:spPr>
        <p:txBody>
          <a:bodyPr anchorCtr="0" anchor="ctr" bIns="36000" lIns="72000" spcFirstLastPara="1" rIns="72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9142" name="Google Shape;9142;p156"/>
          <p:cNvSpPr txBox="1"/>
          <p:nvPr>
            <p:ph idx="31" type="subTitle"/>
          </p:nvPr>
        </p:nvSpPr>
        <p:spPr>
          <a:xfrm>
            <a:off x="294875" y="6404711"/>
            <a:ext cx="1302600" cy="313500"/>
          </a:xfrm>
          <a:prstGeom prst="rect">
            <a:avLst/>
          </a:prstGeom>
          <a:noFill/>
          <a:ln>
            <a:noFill/>
          </a:ln>
        </p:spPr>
        <p:txBody>
          <a:bodyPr anchorCtr="0" anchor="ctr" bIns="36000" lIns="72000" spcFirstLastPara="1" rIns="72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9143" name="Google Shape;9143;p156"/>
          <p:cNvSpPr txBox="1"/>
          <p:nvPr/>
        </p:nvSpPr>
        <p:spPr>
          <a:xfrm>
            <a:off x="2524025" y="387675"/>
            <a:ext cx="15012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Unid. Organizacional:</a:t>
            </a:r>
            <a:endParaRPr b="1" sz="1100"/>
          </a:p>
        </p:txBody>
      </p:sp>
      <p:sp>
        <p:nvSpPr>
          <p:cNvPr id="9144" name="Google Shape;9144;p156"/>
          <p:cNvSpPr txBox="1"/>
          <p:nvPr/>
        </p:nvSpPr>
        <p:spPr>
          <a:xfrm>
            <a:off x="2524020" y="579550"/>
            <a:ext cx="6846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Alcance:</a:t>
            </a:r>
            <a:endParaRPr b="1" sz="1100"/>
          </a:p>
        </p:txBody>
      </p:sp>
      <p:sp>
        <p:nvSpPr>
          <p:cNvPr id="9145" name="Google Shape;9145;p156"/>
          <p:cNvSpPr txBox="1"/>
          <p:nvPr>
            <p:ph type="title"/>
          </p:nvPr>
        </p:nvSpPr>
        <p:spPr>
          <a:xfrm flipH="1">
            <a:off x="4025374" y="387675"/>
            <a:ext cx="5863200" cy="1692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000"/>
              <a:buNone/>
              <a:defRPr sz="1000">
                <a:solidFill>
                  <a:srgbClr val="000000"/>
                </a:solidFill>
              </a:defRPr>
            </a:lvl1pPr>
            <a:lvl2pPr lvl="1">
              <a:spcBef>
                <a:spcPts val="0"/>
              </a:spcBef>
              <a:spcAft>
                <a:spcPts val="0"/>
              </a:spcAft>
              <a:buClr>
                <a:srgbClr val="000000"/>
              </a:buClr>
              <a:buSzPts val="1000"/>
              <a:buNone/>
              <a:defRPr sz="1000">
                <a:solidFill>
                  <a:srgbClr val="000000"/>
                </a:solidFill>
              </a:defRPr>
            </a:lvl2pPr>
            <a:lvl3pPr lvl="2">
              <a:spcBef>
                <a:spcPts val="0"/>
              </a:spcBef>
              <a:spcAft>
                <a:spcPts val="0"/>
              </a:spcAft>
              <a:buClr>
                <a:srgbClr val="000000"/>
              </a:buClr>
              <a:buSzPts val="1000"/>
              <a:buNone/>
              <a:defRPr sz="1000">
                <a:solidFill>
                  <a:srgbClr val="000000"/>
                </a:solidFill>
              </a:defRPr>
            </a:lvl3pPr>
            <a:lvl4pPr lvl="3">
              <a:spcBef>
                <a:spcPts val="0"/>
              </a:spcBef>
              <a:spcAft>
                <a:spcPts val="0"/>
              </a:spcAft>
              <a:buClr>
                <a:srgbClr val="000000"/>
              </a:buClr>
              <a:buSzPts val="1000"/>
              <a:buNone/>
              <a:defRPr sz="1000">
                <a:solidFill>
                  <a:srgbClr val="000000"/>
                </a:solidFill>
              </a:defRPr>
            </a:lvl4pPr>
            <a:lvl5pPr lvl="4">
              <a:spcBef>
                <a:spcPts val="0"/>
              </a:spcBef>
              <a:spcAft>
                <a:spcPts val="0"/>
              </a:spcAft>
              <a:buClr>
                <a:srgbClr val="000000"/>
              </a:buClr>
              <a:buSzPts val="1000"/>
              <a:buNone/>
              <a:defRPr sz="1000">
                <a:solidFill>
                  <a:srgbClr val="000000"/>
                </a:solidFill>
              </a:defRPr>
            </a:lvl5pPr>
            <a:lvl6pPr lvl="5">
              <a:spcBef>
                <a:spcPts val="0"/>
              </a:spcBef>
              <a:spcAft>
                <a:spcPts val="0"/>
              </a:spcAft>
              <a:buClr>
                <a:srgbClr val="000000"/>
              </a:buClr>
              <a:buSzPts val="1000"/>
              <a:buNone/>
              <a:defRPr sz="1000">
                <a:solidFill>
                  <a:srgbClr val="000000"/>
                </a:solidFill>
              </a:defRPr>
            </a:lvl6pPr>
            <a:lvl7pPr lvl="6">
              <a:spcBef>
                <a:spcPts val="0"/>
              </a:spcBef>
              <a:spcAft>
                <a:spcPts val="0"/>
              </a:spcAft>
              <a:buClr>
                <a:srgbClr val="000000"/>
              </a:buClr>
              <a:buSzPts val="1000"/>
              <a:buNone/>
              <a:defRPr sz="1000">
                <a:solidFill>
                  <a:srgbClr val="000000"/>
                </a:solidFill>
              </a:defRPr>
            </a:lvl7pPr>
            <a:lvl8pPr lvl="7">
              <a:spcBef>
                <a:spcPts val="0"/>
              </a:spcBef>
              <a:spcAft>
                <a:spcPts val="0"/>
              </a:spcAft>
              <a:buClr>
                <a:srgbClr val="000000"/>
              </a:buClr>
              <a:buSzPts val="1000"/>
              <a:buNone/>
              <a:defRPr sz="1000">
                <a:solidFill>
                  <a:srgbClr val="000000"/>
                </a:solidFill>
              </a:defRPr>
            </a:lvl8pPr>
            <a:lvl9pPr lvl="8">
              <a:spcBef>
                <a:spcPts val="0"/>
              </a:spcBef>
              <a:spcAft>
                <a:spcPts val="0"/>
              </a:spcAft>
              <a:buClr>
                <a:srgbClr val="000000"/>
              </a:buClr>
              <a:buSzPts val="1000"/>
              <a:buNone/>
              <a:defRPr sz="1000">
                <a:solidFill>
                  <a:srgbClr val="000000"/>
                </a:solidFill>
              </a:defRPr>
            </a:lvl9pPr>
          </a:lstStyle>
          <a:p/>
        </p:txBody>
      </p:sp>
      <p:sp>
        <p:nvSpPr>
          <p:cNvPr id="9146" name="Google Shape;9146;p156"/>
          <p:cNvSpPr txBox="1"/>
          <p:nvPr>
            <p:ph idx="32" type="title"/>
          </p:nvPr>
        </p:nvSpPr>
        <p:spPr>
          <a:xfrm flipH="1">
            <a:off x="3208773" y="579550"/>
            <a:ext cx="6679800" cy="1692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000"/>
              <a:buNone/>
              <a:defRPr sz="1000">
                <a:solidFill>
                  <a:srgbClr val="000000"/>
                </a:solidFill>
              </a:defRPr>
            </a:lvl1pPr>
            <a:lvl2pPr lvl="1">
              <a:spcBef>
                <a:spcPts val="0"/>
              </a:spcBef>
              <a:spcAft>
                <a:spcPts val="0"/>
              </a:spcAft>
              <a:buClr>
                <a:srgbClr val="000000"/>
              </a:buClr>
              <a:buSzPts val="1000"/>
              <a:buNone/>
              <a:defRPr sz="1000">
                <a:solidFill>
                  <a:srgbClr val="000000"/>
                </a:solidFill>
              </a:defRPr>
            </a:lvl2pPr>
            <a:lvl3pPr lvl="2">
              <a:spcBef>
                <a:spcPts val="0"/>
              </a:spcBef>
              <a:spcAft>
                <a:spcPts val="0"/>
              </a:spcAft>
              <a:buClr>
                <a:srgbClr val="000000"/>
              </a:buClr>
              <a:buSzPts val="1000"/>
              <a:buNone/>
              <a:defRPr sz="1000">
                <a:solidFill>
                  <a:srgbClr val="000000"/>
                </a:solidFill>
              </a:defRPr>
            </a:lvl3pPr>
            <a:lvl4pPr lvl="3">
              <a:spcBef>
                <a:spcPts val="0"/>
              </a:spcBef>
              <a:spcAft>
                <a:spcPts val="0"/>
              </a:spcAft>
              <a:buClr>
                <a:srgbClr val="000000"/>
              </a:buClr>
              <a:buSzPts val="1000"/>
              <a:buNone/>
              <a:defRPr sz="1000">
                <a:solidFill>
                  <a:srgbClr val="000000"/>
                </a:solidFill>
              </a:defRPr>
            </a:lvl4pPr>
            <a:lvl5pPr lvl="4">
              <a:spcBef>
                <a:spcPts val="0"/>
              </a:spcBef>
              <a:spcAft>
                <a:spcPts val="0"/>
              </a:spcAft>
              <a:buClr>
                <a:srgbClr val="000000"/>
              </a:buClr>
              <a:buSzPts val="1000"/>
              <a:buNone/>
              <a:defRPr sz="1000">
                <a:solidFill>
                  <a:srgbClr val="000000"/>
                </a:solidFill>
              </a:defRPr>
            </a:lvl5pPr>
            <a:lvl6pPr lvl="5">
              <a:spcBef>
                <a:spcPts val="0"/>
              </a:spcBef>
              <a:spcAft>
                <a:spcPts val="0"/>
              </a:spcAft>
              <a:buClr>
                <a:srgbClr val="000000"/>
              </a:buClr>
              <a:buSzPts val="1000"/>
              <a:buNone/>
              <a:defRPr sz="1000">
                <a:solidFill>
                  <a:srgbClr val="000000"/>
                </a:solidFill>
              </a:defRPr>
            </a:lvl6pPr>
            <a:lvl7pPr lvl="6">
              <a:spcBef>
                <a:spcPts val="0"/>
              </a:spcBef>
              <a:spcAft>
                <a:spcPts val="0"/>
              </a:spcAft>
              <a:buClr>
                <a:srgbClr val="000000"/>
              </a:buClr>
              <a:buSzPts val="1000"/>
              <a:buNone/>
              <a:defRPr sz="1000">
                <a:solidFill>
                  <a:srgbClr val="000000"/>
                </a:solidFill>
              </a:defRPr>
            </a:lvl7pPr>
            <a:lvl8pPr lvl="7">
              <a:spcBef>
                <a:spcPts val="0"/>
              </a:spcBef>
              <a:spcAft>
                <a:spcPts val="0"/>
              </a:spcAft>
              <a:buClr>
                <a:srgbClr val="000000"/>
              </a:buClr>
              <a:buSzPts val="1000"/>
              <a:buNone/>
              <a:defRPr sz="1000">
                <a:solidFill>
                  <a:srgbClr val="000000"/>
                </a:solidFill>
              </a:defRPr>
            </a:lvl8pPr>
            <a:lvl9pPr lvl="8">
              <a:spcBef>
                <a:spcPts val="0"/>
              </a:spcBef>
              <a:spcAft>
                <a:spcPts val="0"/>
              </a:spcAft>
              <a:buClr>
                <a:srgbClr val="000000"/>
              </a:buClr>
              <a:buSzPts val="1000"/>
              <a:buNone/>
              <a:defRPr sz="1000">
                <a:solidFill>
                  <a:srgbClr val="000000"/>
                </a:solidFill>
              </a:defRPr>
            </a:lvl9pPr>
          </a:lstStyle>
          <a:p/>
        </p:txBody>
      </p:sp>
      <p:sp>
        <p:nvSpPr>
          <p:cNvPr id="9147" name="Google Shape;9147;p156"/>
          <p:cNvSpPr txBox="1"/>
          <p:nvPr>
            <p:ph idx="33" type="body"/>
          </p:nvPr>
        </p:nvSpPr>
        <p:spPr>
          <a:xfrm>
            <a:off x="641150" y="612125"/>
            <a:ext cx="1770300" cy="160500"/>
          </a:xfrm>
          <a:prstGeom prst="rect">
            <a:avLst/>
          </a:prstGeom>
          <a:noFill/>
          <a:ln>
            <a:noFill/>
          </a:ln>
        </p:spPr>
        <p:txBody>
          <a:bodyPr anchorCtr="0" anchor="t" bIns="0" lIns="0" spcFirstLastPara="1" rIns="0" wrap="square" tIns="0">
            <a:noAutofit/>
          </a:bodyPr>
          <a:lstStyle>
            <a:lvl1pPr indent="-292100" lvl="0" marL="457200" algn="ctr">
              <a:spcBef>
                <a:spcPts val="0"/>
              </a:spcBef>
              <a:spcAft>
                <a:spcPts val="0"/>
              </a:spcAft>
              <a:buClr>
                <a:srgbClr val="FFFFFF"/>
              </a:buClr>
              <a:buSzPts val="1000"/>
              <a:buChar char="●"/>
              <a:defRPr sz="1000">
                <a:solidFill>
                  <a:srgbClr val="FFFFFF"/>
                </a:solidFill>
              </a:defRPr>
            </a:lvl1pPr>
            <a:lvl2pPr indent="-292100" lvl="1" marL="914400" algn="ctr">
              <a:spcBef>
                <a:spcPts val="0"/>
              </a:spcBef>
              <a:spcAft>
                <a:spcPts val="0"/>
              </a:spcAft>
              <a:buClr>
                <a:srgbClr val="FFFFFF"/>
              </a:buClr>
              <a:buSzPts val="1000"/>
              <a:buChar char="○"/>
              <a:defRPr sz="1000">
                <a:solidFill>
                  <a:srgbClr val="FFFFFF"/>
                </a:solidFill>
              </a:defRPr>
            </a:lvl2pPr>
            <a:lvl3pPr indent="-292100" lvl="2" marL="1371600" algn="ctr">
              <a:spcBef>
                <a:spcPts val="0"/>
              </a:spcBef>
              <a:spcAft>
                <a:spcPts val="0"/>
              </a:spcAft>
              <a:buClr>
                <a:srgbClr val="FFFFFF"/>
              </a:buClr>
              <a:buSzPts val="1000"/>
              <a:buChar char="■"/>
              <a:defRPr sz="1000">
                <a:solidFill>
                  <a:srgbClr val="FFFFFF"/>
                </a:solidFill>
              </a:defRPr>
            </a:lvl3pPr>
            <a:lvl4pPr indent="-292100" lvl="3" marL="1828800" algn="ctr">
              <a:spcBef>
                <a:spcPts val="0"/>
              </a:spcBef>
              <a:spcAft>
                <a:spcPts val="0"/>
              </a:spcAft>
              <a:buClr>
                <a:srgbClr val="FFFFFF"/>
              </a:buClr>
              <a:buSzPts val="1000"/>
              <a:buChar char="●"/>
              <a:defRPr sz="1000">
                <a:solidFill>
                  <a:srgbClr val="FFFFFF"/>
                </a:solidFill>
              </a:defRPr>
            </a:lvl4pPr>
            <a:lvl5pPr indent="-292100" lvl="4" marL="2286000" algn="ctr">
              <a:spcBef>
                <a:spcPts val="0"/>
              </a:spcBef>
              <a:spcAft>
                <a:spcPts val="0"/>
              </a:spcAft>
              <a:buClr>
                <a:srgbClr val="FFFFFF"/>
              </a:buClr>
              <a:buSzPts val="1000"/>
              <a:buChar char="○"/>
              <a:defRPr sz="1000">
                <a:solidFill>
                  <a:srgbClr val="FFFFFF"/>
                </a:solidFill>
              </a:defRPr>
            </a:lvl5pPr>
            <a:lvl6pPr indent="-292100" lvl="5" marL="2743200" algn="ctr">
              <a:spcBef>
                <a:spcPts val="0"/>
              </a:spcBef>
              <a:spcAft>
                <a:spcPts val="0"/>
              </a:spcAft>
              <a:buClr>
                <a:srgbClr val="FFFFFF"/>
              </a:buClr>
              <a:buSzPts val="1000"/>
              <a:buChar char="■"/>
              <a:defRPr sz="1000">
                <a:solidFill>
                  <a:srgbClr val="FFFFFF"/>
                </a:solidFill>
              </a:defRPr>
            </a:lvl6pPr>
            <a:lvl7pPr indent="-292100" lvl="6" marL="3200400" algn="ctr">
              <a:spcBef>
                <a:spcPts val="0"/>
              </a:spcBef>
              <a:spcAft>
                <a:spcPts val="0"/>
              </a:spcAft>
              <a:buClr>
                <a:srgbClr val="FFFFFF"/>
              </a:buClr>
              <a:buSzPts val="1000"/>
              <a:buChar char="●"/>
              <a:defRPr sz="1000">
                <a:solidFill>
                  <a:srgbClr val="FFFFFF"/>
                </a:solidFill>
              </a:defRPr>
            </a:lvl7pPr>
            <a:lvl8pPr indent="-292100" lvl="7" marL="3657600" algn="ctr">
              <a:spcBef>
                <a:spcPts val="0"/>
              </a:spcBef>
              <a:spcAft>
                <a:spcPts val="0"/>
              </a:spcAft>
              <a:buClr>
                <a:srgbClr val="FFFFFF"/>
              </a:buClr>
              <a:buSzPts val="1000"/>
              <a:buChar char="○"/>
              <a:defRPr sz="1000">
                <a:solidFill>
                  <a:srgbClr val="FFFFFF"/>
                </a:solidFill>
              </a:defRPr>
            </a:lvl8pPr>
            <a:lvl9pPr indent="-292100" lvl="8" marL="4114800" algn="ctr">
              <a:spcBef>
                <a:spcPts val="0"/>
              </a:spcBef>
              <a:spcAft>
                <a:spcPts val="0"/>
              </a:spcAft>
              <a:buClr>
                <a:srgbClr val="FFFFFF"/>
              </a:buClr>
              <a:buSzPts val="1000"/>
              <a:buChar char="■"/>
              <a:defRPr sz="1000">
                <a:solidFill>
                  <a:srgbClr val="FFFFFF"/>
                </a:solidFill>
              </a:defRPr>
            </a:lvl9pPr>
          </a:lstStyle>
          <a:p/>
        </p:txBody>
      </p:sp>
      <p:sp>
        <p:nvSpPr>
          <p:cNvPr id="9148" name="Google Shape;9148;p156"/>
          <p:cNvSpPr txBox="1"/>
          <p:nvPr/>
        </p:nvSpPr>
        <p:spPr>
          <a:xfrm>
            <a:off x="84825" y="598125"/>
            <a:ext cx="595500" cy="205800"/>
          </a:xfrm>
          <a:prstGeom prst="rect">
            <a:avLst/>
          </a:prstGeom>
          <a:noFill/>
          <a:ln>
            <a:noFill/>
          </a:ln>
        </p:spPr>
        <p:txBody>
          <a:bodyPr anchorCtr="0" anchor="t" bIns="18000" lIns="18000" spcFirstLastPara="1" rIns="18000" wrap="square" tIns="18000">
            <a:spAutoFit/>
          </a:bodyPr>
          <a:lstStyle/>
          <a:p>
            <a:pPr indent="0" lvl="0" marL="0" rtl="0" algn="l">
              <a:spcBef>
                <a:spcPts val="0"/>
              </a:spcBef>
              <a:spcAft>
                <a:spcPts val="0"/>
              </a:spcAft>
              <a:buNone/>
            </a:pPr>
            <a:r>
              <a:rPr lang="es-419" sz="1100">
                <a:solidFill>
                  <a:srgbClr val="FFFFFF"/>
                </a:solidFill>
              </a:rPr>
              <a:t>Nombre:</a:t>
            </a:r>
            <a:endParaRPr sz="1100">
              <a:solidFill>
                <a:srgbClr val="FFFFFF"/>
              </a:solidFill>
            </a:endParaRPr>
          </a:p>
        </p:txBody>
      </p:sp>
    </p:spTree>
  </p:cSld>
  <p:clrMapOvr>
    <a:masterClrMapping/>
  </p:clrMapOvr>
</p:sldLayout>
</file>

<file path=ppt/slideLayouts/slideLayout15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5.3 Matriz de Trazabilidad de Requisitos">
  <p:cSld name="TITLE_3_6_1_1_1_1_1_1_1_1_1_1_1_1_1_1_1_1_1_1_1_1_1_1_1_1">
    <p:spTree>
      <p:nvGrpSpPr>
        <p:cNvPr id="9149" name="Shape 9149"/>
        <p:cNvGrpSpPr/>
        <p:nvPr/>
      </p:nvGrpSpPr>
      <p:grpSpPr>
        <a:xfrm>
          <a:off x="0" y="0"/>
          <a:ext cx="0" cy="0"/>
          <a:chOff x="0" y="0"/>
          <a:chExt cx="0" cy="0"/>
        </a:xfrm>
      </p:grpSpPr>
      <p:sp>
        <p:nvSpPr>
          <p:cNvPr id="9150" name="Google Shape;9150;p157"/>
          <p:cNvSpPr/>
          <p:nvPr/>
        </p:nvSpPr>
        <p:spPr>
          <a:xfrm>
            <a:off x="77688" y="358938"/>
            <a:ext cx="9935700" cy="6438000"/>
          </a:xfrm>
          <a:prstGeom prst="roundRect">
            <a:avLst>
              <a:gd fmla="val 2618" name="adj"/>
            </a:avLst>
          </a:prstGeom>
          <a:solidFill>
            <a:srgbClr val="FFFFFF"/>
          </a:solidFill>
          <a:ln cap="flat" cmpd="sng" w="38100">
            <a:solidFill>
              <a:srgbClr val="000000"/>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151" name="Google Shape;9151;p157"/>
          <p:cNvCxnSpPr/>
          <p:nvPr/>
        </p:nvCxnSpPr>
        <p:spPr>
          <a:xfrm>
            <a:off x="77688" y="772614"/>
            <a:ext cx="9935700" cy="0"/>
          </a:xfrm>
          <a:prstGeom prst="straightConnector1">
            <a:avLst/>
          </a:prstGeom>
          <a:noFill/>
          <a:ln cap="flat" cmpd="sng" w="19050">
            <a:solidFill>
              <a:srgbClr val="000000"/>
            </a:solidFill>
            <a:prstDash val="solid"/>
            <a:round/>
            <a:headEnd len="med" w="med" type="none"/>
            <a:tailEnd len="med" w="med" type="none"/>
          </a:ln>
        </p:spPr>
      </p:cxnSp>
      <p:cxnSp>
        <p:nvCxnSpPr>
          <p:cNvPr id="9152" name="Google Shape;9152;p157"/>
          <p:cNvCxnSpPr/>
          <p:nvPr/>
        </p:nvCxnSpPr>
        <p:spPr>
          <a:xfrm rot="10800000">
            <a:off x="2439038" y="368188"/>
            <a:ext cx="0" cy="402300"/>
          </a:xfrm>
          <a:prstGeom prst="straightConnector1">
            <a:avLst/>
          </a:prstGeom>
          <a:noFill/>
          <a:ln cap="flat" cmpd="sng" w="19050">
            <a:solidFill>
              <a:srgbClr val="000000"/>
            </a:solidFill>
            <a:prstDash val="solid"/>
            <a:round/>
            <a:headEnd len="med" w="med" type="none"/>
            <a:tailEnd len="med" w="med" type="none"/>
          </a:ln>
        </p:spPr>
      </p:cxnSp>
      <p:sp>
        <p:nvSpPr>
          <p:cNvPr id="9153" name="Google Shape;9153;p157"/>
          <p:cNvSpPr/>
          <p:nvPr/>
        </p:nvSpPr>
        <p:spPr>
          <a:xfrm>
            <a:off x="77688" y="349338"/>
            <a:ext cx="2361300" cy="421200"/>
          </a:xfrm>
          <a:prstGeom prst="roundRect">
            <a:avLst>
              <a:gd fmla="val 50000" name="adj"/>
            </a:avLst>
          </a:prstGeom>
          <a:solidFill>
            <a:srgbClr val="000000"/>
          </a:solidFill>
          <a:ln cap="flat" cmpd="sng" w="9525">
            <a:solidFill>
              <a:srgbClr val="000000"/>
            </a:solidFill>
            <a:prstDash val="solid"/>
            <a:round/>
            <a:headEnd len="sm" w="sm" type="none"/>
            <a:tailEnd len="sm" w="sm" type="none"/>
          </a:ln>
        </p:spPr>
        <p:txBody>
          <a:bodyPr anchorCtr="0" anchor="ctr" bIns="91425" lIns="0" spcFirstLastPara="1" rIns="0" wrap="square" tIns="91425">
            <a:noAutofit/>
          </a:bodyPr>
          <a:lstStyle/>
          <a:p>
            <a:pPr indent="0" lvl="0" marL="0" rtl="0" algn="ctr">
              <a:spcBef>
                <a:spcPts val="0"/>
              </a:spcBef>
              <a:spcAft>
                <a:spcPts val="0"/>
              </a:spcAft>
              <a:buNone/>
            </a:pPr>
            <a:r>
              <a:rPr b="1" lang="es-419" sz="1100">
                <a:solidFill>
                  <a:srgbClr val="FFFFFF"/>
                </a:solidFill>
              </a:rPr>
              <a:t>Matriz Trazabilidad de Requisitos</a:t>
            </a:r>
            <a:endParaRPr b="1" sz="1100">
              <a:solidFill>
                <a:srgbClr val="FFFFFF"/>
              </a:solidFill>
            </a:endParaRPr>
          </a:p>
          <a:p>
            <a:pPr indent="0" lvl="0" marL="0" rtl="0" algn="ctr">
              <a:spcBef>
                <a:spcPts val="0"/>
              </a:spcBef>
              <a:spcAft>
                <a:spcPts val="0"/>
              </a:spcAft>
              <a:buNone/>
            </a:pPr>
            <a:r>
              <a:t/>
            </a:r>
            <a:endParaRPr b="1" sz="1200">
              <a:solidFill>
                <a:srgbClr val="FFFFFF"/>
              </a:solidFill>
            </a:endParaRPr>
          </a:p>
        </p:txBody>
      </p:sp>
      <p:sp>
        <p:nvSpPr>
          <p:cNvPr id="9154" name="Google Shape;9154;p157"/>
          <p:cNvSpPr/>
          <p:nvPr/>
        </p:nvSpPr>
        <p:spPr>
          <a:xfrm>
            <a:off x="83988" y="595504"/>
            <a:ext cx="190200" cy="1692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5" name="Google Shape;9155;p157"/>
          <p:cNvSpPr/>
          <p:nvPr/>
        </p:nvSpPr>
        <p:spPr>
          <a:xfrm>
            <a:off x="2350598" y="358950"/>
            <a:ext cx="88500" cy="4023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6" name="Google Shape;9156;p157"/>
          <p:cNvSpPr/>
          <p:nvPr/>
        </p:nvSpPr>
        <p:spPr>
          <a:xfrm>
            <a:off x="2277739" y="663750"/>
            <a:ext cx="88500" cy="1089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57" name="Google Shape;9157;p157"/>
          <p:cNvGrpSpPr/>
          <p:nvPr/>
        </p:nvGrpSpPr>
        <p:grpSpPr>
          <a:xfrm>
            <a:off x="274200" y="2531911"/>
            <a:ext cx="9531600" cy="450095"/>
            <a:chOff x="274200" y="1663702"/>
            <a:chExt cx="9531600" cy="900550"/>
          </a:xfrm>
        </p:grpSpPr>
        <p:sp>
          <p:nvSpPr>
            <p:cNvPr id="9158" name="Google Shape;9158;p157"/>
            <p:cNvSpPr/>
            <p:nvPr/>
          </p:nvSpPr>
          <p:spPr>
            <a:xfrm>
              <a:off x="274200" y="1663702"/>
              <a:ext cx="9531600" cy="9000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600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t/>
              </a:r>
              <a:endParaRPr b="1" i="0" sz="1800" u="none" cap="none" strike="noStrike">
                <a:solidFill>
                  <a:srgbClr val="000000"/>
                </a:solidFill>
                <a:latin typeface="Roboto"/>
                <a:ea typeface="Roboto"/>
                <a:cs typeface="Roboto"/>
                <a:sym typeface="Roboto"/>
              </a:endParaRPr>
            </a:p>
          </p:txBody>
        </p:sp>
        <p:cxnSp>
          <p:nvCxnSpPr>
            <p:cNvPr id="9159" name="Google Shape;9159;p157"/>
            <p:cNvCxnSpPr/>
            <p:nvPr/>
          </p:nvCxnSpPr>
          <p:spPr>
            <a:xfrm>
              <a:off x="805925" y="1664552"/>
              <a:ext cx="0" cy="899700"/>
            </a:xfrm>
            <a:prstGeom prst="straightConnector1">
              <a:avLst/>
            </a:prstGeom>
            <a:noFill/>
            <a:ln cap="flat" cmpd="sng" w="28575">
              <a:solidFill>
                <a:srgbClr val="D9D9D9"/>
              </a:solidFill>
              <a:prstDash val="solid"/>
              <a:round/>
              <a:headEnd len="sm" w="sm" type="none"/>
              <a:tailEnd len="sm" w="sm" type="none"/>
            </a:ln>
          </p:spPr>
        </p:cxnSp>
        <p:cxnSp>
          <p:nvCxnSpPr>
            <p:cNvPr id="9160" name="Google Shape;9160;p157"/>
            <p:cNvCxnSpPr/>
            <p:nvPr/>
          </p:nvCxnSpPr>
          <p:spPr>
            <a:xfrm>
              <a:off x="2607089" y="1664552"/>
              <a:ext cx="0" cy="899700"/>
            </a:xfrm>
            <a:prstGeom prst="straightConnector1">
              <a:avLst/>
            </a:prstGeom>
            <a:noFill/>
            <a:ln cap="flat" cmpd="sng" w="28575">
              <a:solidFill>
                <a:srgbClr val="D9D9D9"/>
              </a:solidFill>
              <a:prstDash val="solid"/>
              <a:round/>
              <a:headEnd len="sm" w="sm" type="none"/>
              <a:tailEnd len="sm" w="sm" type="none"/>
            </a:ln>
          </p:spPr>
        </p:cxnSp>
        <p:cxnSp>
          <p:nvCxnSpPr>
            <p:cNvPr id="9161" name="Google Shape;9161;p157"/>
            <p:cNvCxnSpPr/>
            <p:nvPr/>
          </p:nvCxnSpPr>
          <p:spPr>
            <a:xfrm>
              <a:off x="6232786" y="1664552"/>
              <a:ext cx="0" cy="899700"/>
            </a:xfrm>
            <a:prstGeom prst="straightConnector1">
              <a:avLst/>
            </a:prstGeom>
            <a:noFill/>
            <a:ln cap="flat" cmpd="sng" w="28575">
              <a:solidFill>
                <a:srgbClr val="B7B7B7"/>
              </a:solidFill>
              <a:prstDash val="solid"/>
              <a:round/>
              <a:headEnd len="sm" w="sm" type="none"/>
              <a:tailEnd len="sm" w="sm" type="none"/>
            </a:ln>
          </p:spPr>
        </p:cxnSp>
        <p:cxnSp>
          <p:nvCxnSpPr>
            <p:cNvPr id="9162" name="Google Shape;9162;p157"/>
            <p:cNvCxnSpPr/>
            <p:nvPr/>
          </p:nvCxnSpPr>
          <p:spPr>
            <a:xfrm>
              <a:off x="6237052" y="1664552"/>
              <a:ext cx="0" cy="899700"/>
            </a:xfrm>
            <a:prstGeom prst="straightConnector1">
              <a:avLst/>
            </a:prstGeom>
            <a:noFill/>
            <a:ln cap="flat" cmpd="sng" w="28575">
              <a:solidFill>
                <a:srgbClr val="D9D9D9"/>
              </a:solidFill>
              <a:prstDash val="solid"/>
              <a:round/>
              <a:headEnd len="sm" w="sm" type="none"/>
              <a:tailEnd len="sm" w="sm" type="none"/>
            </a:ln>
          </p:spPr>
        </p:cxnSp>
        <p:sp>
          <p:nvSpPr>
            <p:cNvPr id="9163" name="Google Shape;9163;p157"/>
            <p:cNvSpPr/>
            <p:nvPr/>
          </p:nvSpPr>
          <p:spPr>
            <a:xfrm>
              <a:off x="2627453" y="1670377"/>
              <a:ext cx="3605400" cy="893400"/>
            </a:xfrm>
            <a:prstGeom prst="rect">
              <a:avLst/>
            </a:prstGeom>
            <a:solidFill>
              <a:srgbClr val="D9EAD3"/>
            </a:solidFill>
            <a:ln cap="flat" cmpd="sng" w="9525">
              <a:solidFill>
                <a:srgbClr val="D9EA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64" name="Google Shape;9164;p157"/>
          <p:cNvGrpSpPr/>
          <p:nvPr/>
        </p:nvGrpSpPr>
        <p:grpSpPr>
          <a:xfrm>
            <a:off x="274200" y="3051279"/>
            <a:ext cx="9531600" cy="450095"/>
            <a:chOff x="274200" y="1663702"/>
            <a:chExt cx="9531600" cy="900550"/>
          </a:xfrm>
        </p:grpSpPr>
        <p:sp>
          <p:nvSpPr>
            <p:cNvPr id="9165" name="Google Shape;9165;p157"/>
            <p:cNvSpPr/>
            <p:nvPr/>
          </p:nvSpPr>
          <p:spPr>
            <a:xfrm>
              <a:off x="274200" y="1663702"/>
              <a:ext cx="9531600" cy="9000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600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t/>
              </a:r>
              <a:endParaRPr b="1" i="0" sz="1800" u="none" cap="none" strike="noStrike">
                <a:solidFill>
                  <a:srgbClr val="000000"/>
                </a:solidFill>
                <a:latin typeface="Roboto"/>
                <a:ea typeface="Roboto"/>
                <a:cs typeface="Roboto"/>
                <a:sym typeface="Roboto"/>
              </a:endParaRPr>
            </a:p>
          </p:txBody>
        </p:sp>
        <p:cxnSp>
          <p:nvCxnSpPr>
            <p:cNvPr id="9166" name="Google Shape;9166;p157"/>
            <p:cNvCxnSpPr/>
            <p:nvPr/>
          </p:nvCxnSpPr>
          <p:spPr>
            <a:xfrm>
              <a:off x="805925" y="1664552"/>
              <a:ext cx="0" cy="899700"/>
            </a:xfrm>
            <a:prstGeom prst="straightConnector1">
              <a:avLst/>
            </a:prstGeom>
            <a:noFill/>
            <a:ln cap="flat" cmpd="sng" w="28575">
              <a:solidFill>
                <a:srgbClr val="D9D9D9"/>
              </a:solidFill>
              <a:prstDash val="solid"/>
              <a:round/>
              <a:headEnd len="sm" w="sm" type="none"/>
              <a:tailEnd len="sm" w="sm" type="none"/>
            </a:ln>
          </p:spPr>
        </p:cxnSp>
        <p:cxnSp>
          <p:nvCxnSpPr>
            <p:cNvPr id="9167" name="Google Shape;9167;p157"/>
            <p:cNvCxnSpPr/>
            <p:nvPr/>
          </p:nvCxnSpPr>
          <p:spPr>
            <a:xfrm>
              <a:off x="2607089" y="1664552"/>
              <a:ext cx="0" cy="899700"/>
            </a:xfrm>
            <a:prstGeom prst="straightConnector1">
              <a:avLst/>
            </a:prstGeom>
            <a:noFill/>
            <a:ln cap="flat" cmpd="sng" w="28575">
              <a:solidFill>
                <a:srgbClr val="D9D9D9"/>
              </a:solidFill>
              <a:prstDash val="solid"/>
              <a:round/>
              <a:headEnd len="sm" w="sm" type="none"/>
              <a:tailEnd len="sm" w="sm" type="none"/>
            </a:ln>
          </p:spPr>
        </p:cxnSp>
        <p:cxnSp>
          <p:nvCxnSpPr>
            <p:cNvPr id="9168" name="Google Shape;9168;p157"/>
            <p:cNvCxnSpPr/>
            <p:nvPr/>
          </p:nvCxnSpPr>
          <p:spPr>
            <a:xfrm>
              <a:off x="6237052" y="1664552"/>
              <a:ext cx="0" cy="899700"/>
            </a:xfrm>
            <a:prstGeom prst="straightConnector1">
              <a:avLst/>
            </a:prstGeom>
            <a:noFill/>
            <a:ln cap="flat" cmpd="sng" w="28575">
              <a:solidFill>
                <a:srgbClr val="D9D9D9"/>
              </a:solidFill>
              <a:prstDash val="solid"/>
              <a:round/>
              <a:headEnd len="sm" w="sm" type="none"/>
              <a:tailEnd len="sm" w="sm" type="none"/>
            </a:ln>
          </p:spPr>
        </p:cxnSp>
        <p:sp>
          <p:nvSpPr>
            <p:cNvPr id="9169" name="Google Shape;9169;p157"/>
            <p:cNvSpPr/>
            <p:nvPr/>
          </p:nvSpPr>
          <p:spPr>
            <a:xfrm>
              <a:off x="2627453" y="1670377"/>
              <a:ext cx="3609600" cy="893400"/>
            </a:xfrm>
            <a:prstGeom prst="rect">
              <a:avLst/>
            </a:prstGeom>
            <a:solidFill>
              <a:srgbClr val="D9EAD3"/>
            </a:solidFill>
            <a:ln cap="flat" cmpd="sng" w="9525">
              <a:solidFill>
                <a:srgbClr val="D9EA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70" name="Google Shape;9170;p157"/>
          <p:cNvGrpSpPr/>
          <p:nvPr/>
        </p:nvGrpSpPr>
        <p:grpSpPr>
          <a:xfrm>
            <a:off x="274200" y="3570647"/>
            <a:ext cx="9531600" cy="450095"/>
            <a:chOff x="274200" y="1663702"/>
            <a:chExt cx="9531600" cy="900550"/>
          </a:xfrm>
        </p:grpSpPr>
        <p:sp>
          <p:nvSpPr>
            <p:cNvPr id="9171" name="Google Shape;9171;p157"/>
            <p:cNvSpPr/>
            <p:nvPr/>
          </p:nvSpPr>
          <p:spPr>
            <a:xfrm>
              <a:off x="274200" y="1663702"/>
              <a:ext cx="9531600" cy="9000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600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t/>
              </a:r>
              <a:endParaRPr b="1" i="0" sz="1800" u="none" cap="none" strike="noStrike">
                <a:solidFill>
                  <a:srgbClr val="000000"/>
                </a:solidFill>
                <a:latin typeface="Roboto"/>
                <a:ea typeface="Roboto"/>
                <a:cs typeface="Roboto"/>
                <a:sym typeface="Roboto"/>
              </a:endParaRPr>
            </a:p>
          </p:txBody>
        </p:sp>
        <p:cxnSp>
          <p:nvCxnSpPr>
            <p:cNvPr id="9172" name="Google Shape;9172;p157"/>
            <p:cNvCxnSpPr/>
            <p:nvPr/>
          </p:nvCxnSpPr>
          <p:spPr>
            <a:xfrm>
              <a:off x="805925" y="1664552"/>
              <a:ext cx="0" cy="899700"/>
            </a:xfrm>
            <a:prstGeom prst="straightConnector1">
              <a:avLst/>
            </a:prstGeom>
            <a:noFill/>
            <a:ln cap="flat" cmpd="sng" w="28575">
              <a:solidFill>
                <a:srgbClr val="D9D9D9"/>
              </a:solidFill>
              <a:prstDash val="solid"/>
              <a:round/>
              <a:headEnd len="sm" w="sm" type="none"/>
              <a:tailEnd len="sm" w="sm" type="none"/>
            </a:ln>
          </p:spPr>
        </p:cxnSp>
        <p:cxnSp>
          <p:nvCxnSpPr>
            <p:cNvPr id="9173" name="Google Shape;9173;p157"/>
            <p:cNvCxnSpPr/>
            <p:nvPr/>
          </p:nvCxnSpPr>
          <p:spPr>
            <a:xfrm>
              <a:off x="2607089" y="1664552"/>
              <a:ext cx="0" cy="899700"/>
            </a:xfrm>
            <a:prstGeom prst="straightConnector1">
              <a:avLst/>
            </a:prstGeom>
            <a:noFill/>
            <a:ln cap="flat" cmpd="sng" w="28575">
              <a:solidFill>
                <a:srgbClr val="D9D9D9"/>
              </a:solidFill>
              <a:prstDash val="solid"/>
              <a:round/>
              <a:headEnd len="sm" w="sm" type="none"/>
              <a:tailEnd len="sm" w="sm" type="none"/>
            </a:ln>
          </p:spPr>
        </p:cxnSp>
        <p:cxnSp>
          <p:nvCxnSpPr>
            <p:cNvPr id="9174" name="Google Shape;9174;p157"/>
            <p:cNvCxnSpPr/>
            <p:nvPr/>
          </p:nvCxnSpPr>
          <p:spPr>
            <a:xfrm>
              <a:off x="6237052" y="1664552"/>
              <a:ext cx="0" cy="899700"/>
            </a:xfrm>
            <a:prstGeom prst="straightConnector1">
              <a:avLst/>
            </a:prstGeom>
            <a:noFill/>
            <a:ln cap="flat" cmpd="sng" w="28575">
              <a:solidFill>
                <a:srgbClr val="D9D9D9"/>
              </a:solidFill>
              <a:prstDash val="solid"/>
              <a:round/>
              <a:headEnd len="sm" w="sm" type="none"/>
              <a:tailEnd len="sm" w="sm" type="none"/>
            </a:ln>
          </p:spPr>
        </p:cxnSp>
        <p:sp>
          <p:nvSpPr>
            <p:cNvPr id="9175" name="Google Shape;9175;p157"/>
            <p:cNvSpPr/>
            <p:nvPr/>
          </p:nvSpPr>
          <p:spPr>
            <a:xfrm>
              <a:off x="2627450" y="1670377"/>
              <a:ext cx="3609600" cy="893400"/>
            </a:xfrm>
            <a:prstGeom prst="rect">
              <a:avLst/>
            </a:prstGeom>
            <a:solidFill>
              <a:srgbClr val="D9EAD3"/>
            </a:solidFill>
            <a:ln cap="flat" cmpd="sng" w="9525">
              <a:solidFill>
                <a:srgbClr val="D9EA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76" name="Google Shape;9176;p157"/>
          <p:cNvGrpSpPr/>
          <p:nvPr/>
        </p:nvGrpSpPr>
        <p:grpSpPr>
          <a:xfrm>
            <a:off x="862687" y="878859"/>
            <a:ext cx="8887750" cy="450264"/>
            <a:chOff x="862675" y="878900"/>
            <a:chExt cx="8887750" cy="605275"/>
          </a:xfrm>
        </p:grpSpPr>
        <p:sp>
          <p:nvSpPr>
            <p:cNvPr id="9177" name="Google Shape;9177;p157"/>
            <p:cNvSpPr/>
            <p:nvPr/>
          </p:nvSpPr>
          <p:spPr>
            <a:xfrm>
              <a:off x="2632732" y="878900"/>
              <a:ext cx="3567300" cy="596400"/>
            </a:xfrm>
            <a:prstGeom prst="roundRect">
              <a:avLst>
                <a:gd fmla="val 16667" name="adj"/>
              </a:avLst>
            </a:prstGeom>
            <a:solidFill>
              <a:srgbClr val="D9EAD3"/>
            </a:solidFill>
            <a:ln>
              <a:noFill/>
            </a:ln>
            <a:effectLst>
              <a:outerShdw blurRad="57150" rotWithShape="0" algn="bl" dir="5400000" dist="19050">
                <a:srgbClr val="000000">
                  <a:alpha val="49800"/>
                </a:srgbClr>
              </a:outerShdw>
            </a:effectLst>
          </p:spPr>
          <p:txBody>
            <a:bodyPr anchorCtr="0" anchor="ctr" bIns="36000" lIns="0" spcFirstLastPara="1" rIns="0" wrap="square" tIns="36000">
              <a:noAutofit/>
            </a:bodyPr>
            <a:lstStyle/>
            <a:p>
              <a:pPr indent="0" lvl="0" marL="0" rtl="0" algn="ctr">
                <a:spcBef>
                  <a:spcPts val="0"/>
                </a:spcBef>
                <a:spcAft>
                  <a:spcPts val="0"/>
                </a:spcAft>
                <a:buClr>
                  <a:schemeClr val="dk1"/>
                </a:buClr>
                <a:buSzPts val="1100"/>
                <a:buFont typeface="Arial"/>
                <a:buNone/>
              </a:pPr>
              <a:r>
                <a:rPr b="1" lang="es-419" sz="1200">
                  <a:solidFill>
                    <a:schemeClr val="dk1"/>
                  </a:solidFill>
                  <a:latin typeface="Arvo"/>
                  <a:ea typeface="Arvo"/>
                  <a:cs typeface="Arvo"/>
                  <a:sym typeface="Arvo"/>
                </a:rPr>
                <a:t>Proceso de Negocio</a:t>
              </a:r>
              <a:endParaRPr b="1" sz="1200">
                <a:solidFill>
                  <a:schemeClr val="dk1"/>
                </a:solidFill>
                <a:latin typeface="Arvo"/>
                <a:ea typeface="Arvo"/>
                <a:cs typeface="Arvo"/>
                <a:sym typeface="Arvo"/>
              </a:endParaRPr>
            </a:p>
          </p:txBody>
        </p:sp>
        <p:sp>
          <p:nvSpPr>
            <p:cNvPr id="9178" name="Google Shape;9178;p157"/>
            <p:cNvSpPr/>
            <p:nvPr/>
          </p:nvSpPr>
          <p:spPr>
            <a:xfrm>
              <a:off x="6275525" y="878900"/>
              <a:ext cx="3474900" cy="596400"/>
            </a:xfrm>
            <a:prstGeom prst="roundRect">
              <a:avLst>
                <a:gd fmla="val 16667" name="adj"/>
              </a:avLst>
            </a:prstGeom>
            <a:solidFill>
              <a:srgbClr val="F4CCCC"/>
            </a:solidFill>
            <a:ln>
              <a:noFill/>
            </a:ln>
            <a:effectLst>
              <a:outerShdw blurRad="57150" rotWithShape="0" algn="bl" dir="5400000" dist="19050">
                <a:srgbClr val="000000">
                  <a:alpha val="49800"/>
                </a:srgbClr>
              </a:outerShdw>
            </a:effectLst>
          </p:spPr>
          <p:txBody>
            <a:bodyPr anchorCtr="0" anchor="ctr" bIns="36000" lIns="0" spcFirstLastPara="1" rIns="0" wrap="square" tIns="36000">
              <a:noAutofit/>
            </a:bodyPr>
            <a:lstStyle/>
            <a:p>
              <a:pPr indent="0" lvl="0" marL="0" rtl="0" algn="ctr">
                <a:spcBef>
                  <a:spcPts val="0"/>
                </a:spcBef>
                <a:spcAft>
                  <a:spcPts val="0"/>
                </a:spcAft>
                <a:buClr>
                  <a:schemeClr val="dk1"/>
                </a:buClr>
                <a:buSzPts val="1100"/>
                <a:buFont typeface="Arial"/>
                <a:buNone/>
              </a:pPr>
              <a:r>
                <a:rPr b="1" lang="es-419" sz="1200">
                  <a:solidFill>
                    <a:schemeClr val="dk1"/>
                  </a:solidFill>
                  <a:latin typeface="Arvo"/>
                  <a:ea typeface="Arvo"/>
                  <a:cs typeface="Arvo"/>
                  <a:sym typeface="Arvo"/>
                </a:rPr>
                <a:t>CUS Relacionado</a:t>
              </a:r>
              <a:endParaRPr b="1" sz="1200">
                <a:latin typeface="Arvo"/>
                <a:ea typeface="Arvo"/>
                <a:cs typeface="Arvo"/>
                <a:sym typeface="Arvo"/>
              </a:endParaRPr>
            </a:p>
          </p:txBody>
        </p:sp>
        <p:sp>
          <p:nvSpPr>
            <p:cNvPr id="9179" name="Google Shape;9179;p157"/>
            <p:cNvSpPr/>
            <p:nvPr/>
          </p:nvSpPr>
          <p:spPr>
            <a:xfrm>
              <a:off x="862675" y="887775"/>
              <a:ext cx="1686900" cy="596400"/>
            </a:xfrm>
            <a:prstGeom prst="roundRect">
              <a:avLst>
                <a:gd fmla="val 16667" name="adj"/>
              </a:avLst>
            </a:prstGeom>
            <a:solidFill>
              <a:srgbClr val="FFF2CC"/>
            </a:solidFill>
            <a:ln>
              <a:noFill/>
            </a:ln>
            <a:effectLst>
              <a:outerShdw blurRad="57150" rotWithShape="0" algn="bl" dir="5400000" dist="19050">
                <a:srgbClr val="000000">
                  <a:alpha val="49800"/>
                </a:srgbClr>
              </a:outerShdw>
            </a:effectLst>
          </p:spPr>
          <p:txBody>
            <a:bodyPr anchorCtr="0" anchor="ctr" bIns="36000" lIns="0" spcFirstLastPara="1" rIns="0" wrap="square" tIns="36000">
              <a:noAutofit/>
            </a:bodyPr>
            <a:lstStyle/>
            <a:p>
              <a:pPr indent="0" lvl="0" marL="0" rtl="0" algn="ctr">
                <a:spcBef>
                  <a:spcPts val="0"/>
                </a:spcBef>
                <a:spcAft>
                  <a:spcPts val="0"/>
                </a:spcAft>
                <a:buClr>
                  <a:schemeClr val="dk1"/>
                </a:buClr>
                <a:buSzPts val="1100"/>
                <a:buFont typeface="Arial"/>
                <a:buNone/>
              </a:pPr>
              <a:r>
                <a:rPr b="1" lang="es-419" sz="1200">
                  <a:solidFill>
                    <a:schemeClr val="dk1"/>
                  </a:solidFill>
                  <a:latin typeface="Arvo"/>
                  <a:ea typeface="Arvo"/>
                  <a:cs typeface="Arvo"/>
                  <a:sym typeface="Arvo"/>
                </a:rPr>
                <a:t>Requisito</a:t>
              </a:r>
              <a:endParaRPr b="1" sz="1200">
                <a:latin typeface="Arvo"/>
                <a:ea typeface="Arvo"/>
                <a:cs typeface="Arvo"/>
                <a:sym typeface="Arvo"/>
              </a:endParaRPr>
            </a:p>
          </p:txBody>
        </p:sp>
      </p:grpSp>
      <p:grpSp>
        <p:nvGrpSpPr>
          <p:cNvPr id="9180" name="Google Shape;9180;p157"/>
          <p:cNvGrpSpPr/>
          <p:nvPr/>
        </p:nvGrpSpPr>
        <p:grpSpPr>
          <a:xfrm>
            <a:off x="274200" y="1493181"/>
            <a:ext cx="9531600" cy="450095"/>
            <a:chOff x="274200" y="1663702"/>
            <a:chExt cx="9531600" cy="900550"/>
          </a:xfrm>
        </p:grpSpPr>
        <p:sp>
          <p:nvSpPr>
            <p:cNvPr id="9181" name="Google Shape;9181;p157"/>
            <p:cNvSpPr/>
            <p:nvPr/>
          </p:nvSpPr>
          <p:spPr>
            <a:xfrm>
              <a:off x="274200" y="1663702"/>
              <a:ext cx="9531600" cy="9000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600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t/>
              </a:r>
              <a:endParaRPr b="1" i="0" sz="1800" u="none" cap="none" strike="noStrike">
                <a:solidFill>
                  <a:srgbClr val="000000"/>
                </a:solidFill>
                <a:latin typeface="Roboto"/>
                <a:ea typeface="Roboto"/>
                <a:cs typeface="Roboto"/>
                <a:sym typeface="Roboto"/>
              </a:endParaRPr>
            </a:p>
          </p:txBody>
        </p:sp>
        <p:cxnSp>
          <p:nvCxnSpPr>
            <p:cNvPr id="9182" name="Google Shape;9182;p157"/>
            <p:cNvCxnSpPr/>
            <p:nvPr/>
          </p:nvCxnSpPr>
          <p:spPr>
            <a:xfrm>
              <a:off x="805925" y="1664552"/>
              <a:ext cx="0" cy="899700"/>
            </a:xfrm>
            <a:prstGeom prst="straightConnector1">
              <a:avLst/>
            </a:prstGeom>
            <a:noFill/>
            <a:ln cap="flat" cmpd="sng" w="28575">
              <a:solidFill>
                <a:srgbClr val="D9D9D9"/>
              </a:solidFill>
              <a:prstDash val="solid"/>
              <a:round/>
              <a:headEnd len="sm" w="sm" type="none"/>
              <a:tailEnd len="sm" w="sm" type="none"/>
            </a:ln>
          </p:spPr>
        </p:cxnSp>
        <p:cxnSp>
          <p:nvCxnSpPr>
            <p:cNvPr id="9183" name="Google Shape;9183;p157"/>
            <p:cNvCxnSpPr/>
            <p:nvPr/>
          </p:nvCxnSpPr>
          <p:spPr>
            <a:xfrm>
              <a:off x="2607089" y="1664552"/>
              <a:ext cx="0" cy="899700"/>
            </a:xfrm>
            <a:prstGeom prst="straightConnector1">
              <a:avLst/>
            </a:prstGeom>
            <a:noFill/>
            <a:ln cap="flat" cmpd="sng" w="28575">
              <a:solidFill>
                <a:srgbClr val="D9D9D9"/>
              </a:solidFill>
              <a:prstDash val="solid"/>
              <a:round/>
              <a:headEnd len="sm" w="sm" type="none"/>
              <a:tailEnd len="sm" w="sm" type="none"/>
            </a:ln>
          </p:spPr>
        </p:cxnSp>
        <p:cxnSp>
          <p:nvCxnSpPr>
            <p:cNvPr id="9184" name="Google Shape;9184;p157"/>
            <p:cNvCxnSpPr/>
            <p:nvPr/>
          </p:nvCxnSpPr>
          <p:spPr>
            <a:xfrm>
              <a:off x="6237052" y="1664552"/>
              <a:ext cx="0" cy="899700"/>
            </a:xfrm>
            <a:prstGeom prst="straightConnector1">
              <a:avLst/>
            </a:prstGeom>
            <a:noFill/>
            <a:ln cap="flat" cmpd="sng" w="28575">
              <a:solidFill>
                <a:srgbClr val="D9D9D9"/>
              </a:solidFill>
              <a:prstDash val="solid"/>
              <a:round/>
              <a:headEnd len="sm" w="sm" type="none"/>
              <a:tailEnd len="sm" w="sm" type="none"/>
            </a:ln>
          </p:spPr>
        </p:cxnSp>
        <p:sp>
          <p:nvSpPr>
            <p:cNvPr id="9185" name="Google Shape;9185;p157"/>
            <p:cNvSpPr/>
            <p:nvPr/>
          </p:nvSpPr>
          <p:spPr>
            <a:xfrm>
              <a:off x="2627453" y="1670366"/>
              <a:ext cx="3609600" cy="893400"/>
            </a:xfrm>
            <a:prstGeom prst="rect">
              <a:avLst/>
            </a:prstGeom>
            <a:solidFill>
              <a:srgbClr val="D9EAD3"/>
            </a:solidFill>
            <a:ln cap="flat" cmpd="sng" w="9525">
              <a:solidFill>
                <a:srgbClr val="D9EA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86" name="Google Shape;9186;p157"/>
          <p:cNvGrpSpPr/>
          <p:nvPr/>
        </p:nvGrpSpPr>
        <p:grpSpPr>
          <a:xfrm>
            <a:off x="274200" y="2012543"/>
            <a:ext cx="9531600" cy="450095"/>
            <a:chOff x="274200" y="1663702"/>
            <a:chExt cx="9531600" cy="900550"/>
          </a:xfrm>
        </p:grpSpPr>
        <p:sp>
          <p:nvSpPr>
            <p:cNvPr id="9187" name="Google Shape;9187;p157"/>
            <p:cNvSpPr/>
            <p:nvPr/>
          </p:nvSpPr>
          <p:spPr>
            <a:xfrm>
              <a:off x="274200" y="1663702"/>
              <a:ext cx="9531600" cy="9000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600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t/>
              </a:r>
              <a:endParaRPr b="1" i="0" sz="1800" u="none" cap="none" strike="noStrike">
                <a:solidFill>
                  <a:srgbClr val="000000"/>
                </a:solidFill>
                <a:latin typeface="Roboto"/>
                <a:ea typeface="Roboto"/>
                <a:cs typeface="Roboto"/>
                <a:sym typeface="Roboto"/>
              </a:endParaRPr>
            </a:p>
          </p:txBody>
        </p:sp>
        <p:cxnSp>
          <p:nvCxnSpPr>
            <p:cNvPr id="9188" name="Google Shape;9188;p157"/>
            <p:cNvCxnSpPr/>
            <p:nvPr/>
          </p:nvCxnSpPr>
          <p:spPr>
            <a:xfrm>
              <a:off x="805925" y="1664552"/>
              <a:ext cx="0" cy="899700"/>
            </a:xfrm>
            <a:prstGeom prst="straightConnector1">
              <a:avLst/>
            </a:prstGeom>
            <a:noFill/>
            <a:ln cap="flat" cmpd="sng" w="28575">
              <a:solidFill>
                <a:srgbClr val="D9D9D9"/>
              </a:solidFill>
              <a:prstDash val="solid"/>
              <a:round/>
              <a:headEnd len="sm" w="sm" type="none"/>
              <a:tailEnd len="sm" w="sm" type="none"/>
            </a:ln>
          </p:spPr>
        </p:cxnSp>
        <p:cxnSp>
          <p:nvCxnSpPr>
            <p:cNvPr id="9189" name="Google Shape;9189;p157"/>
            <p:cNvCxnSpPr/>
            <p:nvPr/>
          </p:nvCxnSpPr>
          <p:spPr>
            <a:xfrm>
              <a:off x="2607089" y="1664552"/>
              <a:ext cx="0" cy="899700"/>
            </a:xfrm>
            <a:prstGeom prst="straightConnector1">
              <a:avLst/>
            </a:prstGeom>
            <a:noFill/>
            <a:ln cap="flat" cmpd="sng" w="28575">
              <a:solidFill>
                <a:srgbClr val="D9D9D9"/>
              </a:solidFill>
              <a:prstDash val="solid"/>
              <a:round/>
              <a:headEnd len="sm" w="sm" type="none"/>
              <a:tailEnd len="sm" w="sm" type="none"/>
            </a:ln>
          </p:spPr>
        </p:cxnSp>
        <p:sp>
          <p:nvSpPr>
            <p:cNvPr id="9190" name="Google Shape;9190;p157"/>
            <p:cNvSpPr/>
            <p:nvPr/>
          </p:nvSpPr>
          <p:spPr>
            <a:xfrm>
              <a:off x="2627453" y="1670377"/>
              <a:ext cx="3609600" cy="893400"/>
            </a:xfrm>
            <a:prstGeom prst="rect">
              <a:avLst/>
            </a:prstGeom>
            <a:solidFill>
              <a:srgbClr val="D9EAD3"/>
            </a:solidFill>
            <a:ln cap="flat" cmpd="sng" w="9525">
              <a:solidFill>
                <a:srgbClr val="D9EA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cxnSp>
        <p:nvCxnSpPr>
          <p:cNvPr id="9191" name="Google Shape;9191;p157"/>
          <p:cNvCxnSpPr/>
          <p:nvPr/>
        </p:nvCxnSpPr>
        <p:spPr>
          <a:xfrm>
            <a:off x="6237052" y="2014170"/>
            <a:ext cx="0" cy="449400"/>
          </a:xfrm>
          <a:prstGeom prst="straightConnector1">
            <a:avLst/>
          </a:prstGeom>
          <a:noFill/>
          <a:ln cap="flat" cmpd="sng" w="28575">
            <a:solidFill>
              <a:srgbClr val="D9D9D9"/>
            </a:solidFill>
            <a:prstDash val="solid"/>
            <a:round/>
            <a:headEnd len="sm" w="sm" type="none"/>
            <a:tailEnd len="sm" w="sm" type="none"/>
          </a:ln>
        </p:spPr>
      </p:cxnSp>
      <p:sp>
        <p:nvSpPr>
          <p:cNvPr id="9192" name="Google Shape;9192;p157"/>
          <p:cNvSpPr/>
          <p:nvPr/>
        </p:nvSpPr>
        <p:spPr>
          <a:xfrm>
            <a:off x="276375" y="885510"/>
            <a:ext cx="484200" cy="443700"/>
          </a:xfrm>
          <a:prstGeom prst="roundRect">
            <a:avLst>
              <a:gd fmla="val 16667" name="adj"/>
            </a:avLst>
          </a:prstGeom>
          <a:solidFill>
            <a:srgbClr val="F3F3F3"/>
          </a:solidFill>
          <a:ln>
            <a:noFill/>
          </a:ln>
          <a:effectLst>
            <a:outerShdw blurRad="57150" rotWithShape="0" algn="bl" dir="5400000" dist="19050">
              <a:srgbClr val="000000">
                <a:alpha val="49800"/>
              </a:srgbClr>
            </a:outerShdw>
          </a:effectLst>
        </p:spPr>
        <p:txBody>
          <a:bodyPr anchorCtr="0" anchor="ctr" bIns="36000" lIns="0" spcFirstLastPara="1" rIns="0" wrap="square" tIns="36000">
            <a:noAutofit/>
          </a:bodyPr>
          <a:lstStyle/>
          <a:p>
            <a:pPr indent="0" lvl="0" marL="0" marR="0" rtl="0" algn="ctr">
              <a:lnSpc>
                <a:spcPct val="100000"/>
              </a:lnSpc>
              <a:spcBef>
                <a:spcPts val="0"/>
              </a:spcBef>
              <a:spcAft>
                <a:spcPts val="0"/>
              </a:spcAft>
              <a:buClr>
                <a:srgbClr val="000000"/>
              </a:buClr>
              <a:buSzPts val="1100"/>
              <a:buFont typeface="Arial"/>
              <a:buNone/>
            </a:pPr>
            <a:r>
              <a:rPr b="1" lang="es-419" sz="1200">
                <a:latin typeface="Arvo"/>
                <a:ea typeface="Arvo"/>
                <a:cs typeface="Arvo"/>
                <a:sym typeface="Arvo"/>
              </a:rPr>
              <a:t>#</a:t>
            </a:r>
            <a:endParaRPr b="1" i="0" sz="1200" u="none" cap="none" strike="noStrike">
              <a:solidFill>
                <a:srgbClr val="000000"/>
              </a:solidFill>
              <a:latin typeface="Arvo"/>
              <a:ea typeface="Arvo"/>
              <a:cs typeface="Arvo"/>
              <a:sym typeface="Arvo"/>
            </a:endParaRPr>
          </a:p>
        </p:txBody>
      </p:sp>
      <p:sp>
        <p:nvSpPr>
          <p:cNvPr id="9193" name="Google Shape;9193;p157"/>
          <p:cNvSpPr txBox="1"/>
          <p:nvPr>
            <p:ph idx="1" type="subTitle"/>
          </p:nvPr>
        </p:nvSpPr>
        <p:spPr>
          <a:xfrm>
            <a:off x="832100" y="1493107"/>
            <a:ext cx="1750500" cy="4503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9194" name="Google Shape;9194;p157"/>
          <p:cNvSpPr txBox="1"/>
          <p:nvPr>
            <p:ph idx="2" type="subTitle"/>
          </p:nvPr>
        </p:nvSpPr>
        <p:spPr>
          <a:xfrm>
            <a:off x="2631389" y="1493107"/>
            <a:ext cx="3605700" cy="4503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9195" name="Google Shape;9195;p157"/>
          <p:cNvSpPr txBox="1"/>
          <p:nvPr>
            <p:ph idx="3" type="subTitle"/>
          </p:nvPr>
        </p:nvSpPr>
        <p:spPr>
          <a:xfrm>
            <a:off x="6269361" y="1493107"/>
            <a:ext cx="3536400" cy="4503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9196" name="Google Shape;9196;p157"/>
          <p:cNvSpPr txBox="1"/>
          <p:nvPr>
            <p:ph idx="4" type="subTitle"/>
          </p:nvPr>
        </p:nvSpPr>
        <p:spPr>
          <a:xfrm>
            <a:off x="832100" y="2026281"/>
            <a:ext cx="1750500" cy="4503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9197" name="Google Shape;9197;p157"/>
          <p:cNvSpPr txBox="1"/>
          <p:nvPr>
            <p:ph idx="5" type="subTitle"/>
          </p:nvPr>
        </p:nvSpPr>
        <p:spPr>
          <a:xfrm>
            <a:off x="2631389" y="2026281"/>
            <a:ext cx="3605700" cy="4503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9198" name="Google Shape;9198;p157"/>
          <p:cNvSpPr txBox="1"/>
          <p:nvPr>
            <p:ph idx="6" type="subTitle"/>
          </p:nvPr>
        </p:nvSpPr>
        <p:spPr>
          <a:xfrm>
            <a:off x="6269361" y="2026281"/>
            <a:ext cx="3536400" cy="4503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9199" name="Google Shape;9199;p157"/>
          <p:cNvSpPr txBox="1"/>
          <p:nvPr>
            <p:ph idx="7" type="subTitle"/>
          </p:nvPr>
        </p:nvSpPr>
        <p:spPr>
          <a:xfrm>
            <a:off x="832100" y="2534273"/>
            <a:ext cx="1750500" cy="4503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9200" name="Google Shape;9200;p157"/>
          <p:cNvSpPr txBox="1"/>
          <p:nvPr>
            <p:ph idx="8" type="subTitle"/>
          </p:nvPr>
        </p:nvSpPr>
        <p:spPr>
          <a:xfrm>
            <a:off x="2631389" y="2534273"/>
            <a:ext cx="3605700" cy="4503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9201" name="Google Shape;9201;p157"/>
          <p:cNvSpPr txBox="1"/>
          <p:nvPr>
            <p:ph idx="9" type="subTitle"/>
          </p:nvPr>
        </p:nvSpPr>
        <p:spPr>
          <a:xfrm>
            <a:off x="6269361" y="2534273"/>
            <a:ext cx="3536400" cy="4503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9202" name="Google Shape;9202;p157"/>
          <p:cNvSpPr txBox="1"/>
          <p:nvPr>
            <p:ph idx="13" type="subTitle"/>
          </p:nvPr>
        </p:nvSpPr>
        <p:spPr>
          <a:xfrm>
            <a:off x="832100" y="3054546"/>
            <a:ext cx="1750500" cy="4503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9203" name="Google Shape;9203;p157"/>
          <p:cNvSpPr txBox="1"/>
          <p:nvPr>
            <p:ph idx="14" type="subTitle"/>
          </p:nvPr>
        </p:nvSpPr>
        <p:spPr>
          <a:xfrm>
            <a:off x="2631389" y="3054546"/>
            <a:ext cx="3605700" cy="4503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9204" name="Google Shape;9204;p157"/>
          <p:cNvSpPr txBox="1"/>
          <p:nvPr>
            <p:ph idx="15" type="subTitle"/>
          </p:nvPr>
        </p:nvSpPr>
        <p:spPr>
          <a:xfrm>
            <a:off x="6269361" y="3054546"/>
            <a:ext cx="3536400" cy="4503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9205" name="Google Shape;9205;p157"/>
          <p:cNvSpPr txBox="1"/>
          <p:nvPr>
            <p:ph idx="16" type="subTitle"/>
          </p:nvPr>
        </p:nvSpPr>
        <p:spPr>
          <a:xfrm>
            <a:off x="832100" y="3587721"/>
            <a:ext cx="1750500" cy="4503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9206" name="Google Shape;9206;p157"/>
          <p:cNvSpPr txBox="1"/>
          <p:nvPr>
            <p:ph idx="17" type="subTitle"/>
          </p:nvPr>
        </p:nvSpPr>
        <p:spPr>
          <a:xfrm>
            <a:off x="2631389" y="3587721"/>
            <a:ext cx="3605700" cy="4503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9207" name="Google Shape;9207;p157"/>
          <p:cNvSpPr txBox="1"/>
          <p:nvPr>
            <p:ph idx="18" type="subTitle"/>
          </p:nvPr>
        </p:nvSpPr>
        <p:spPr>
          <a:xfrm>
            <a:off x="6269361" y="3587721"/>
            <a:ext cx="3536400" cy="4503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9208" name="Google Shape;9208;p157"/>
          <p:cNvSpPr txBox="1"/>
          <p:nvPr/>
        </p:nvSpPr>
        <p:spPr>
          <a:xfrm>
            <a:off x="277302" y="1493157"/>
            <a:ext cx="509100" cy="4503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s-419" sz="800">
                <a:latin typeface="Arvo"/>
                <a:ea typeface="Arvo"/>
                <a:cs typeface="Arvo"/>
                <a:sym typeface="Arvo"/>
              </a:rPr>
              <a:t>1</a:t>
            </a:r>
            <a:endParaRPr b="1" sz="800">
              <a:latin typeface="Arvo"/>
              <a:ea typeface="Arvo"/>
              <a:cs typeface="Arvo"/>
              <a:sym typeface="Arvo"/>
            </a:endParaRPr>
          </a:p>
        </p:txBody>
      </p:sp>
      <p:sp>
        <p:nvSpPr>
          <p:cNvPr id="9209" name="Google Shape;9209;p157"/>
          <p:cNvSpPr txBox="1"/>
          <p:nvPr/>
        </p:nvSpPr>
        <p:spPr>
          <a:xfrm>
            <a:off x="277302" y="2013273"/>
            <a:ext cx="509100" cy="4503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s-419" sz="800">
                <a:latin typeface="Arvo"/>
                <a:ea typeface="Arvo"/>
                <a:cs typeface="Arvo"/>
                <a:sym typeface="Arvo"/>
              </a:rPr>
              <a:t>2</a:t>
            </a:r>
            <a:endParaRPr b="1" sz="800">
              <a:latin typeface="Arvo"/>
              <a:ea typeface="Arvo"/>
              <a:cs typeface="Arvo"/>
              <a:sym typeface="Arvo"/>
            </a:endParaRPr>
          </a:p>
        </p:txBody>
      </p:sp>
      <p:sp>
        <p:nvSpPr>
          <p:cNvPr id="9210" name="Google Shape;9210;p157"/>
          <p:cNvSpPr txBox="1"/>
          <p:nvPr/>
        </p:nvSpPr>
        <p:spPr>
          <a:xfrm>
            <a:off x="277302" y="2532174"/>
            <a:ext cx="509100" cy="4503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s-419" sz="800">
                <a:latin typeface="Arvo"/>
                <a:ea typeface="Arvo"/>
                <a:cs typeface="Arvo"/>
                <a:sym typeface="Arvo"/>
              </a:rPr>
              <a:t>3</a:t>
            </a:r>
            <a:endParaRPr b="1" sz="800">
              <a:latin typeface="Arvo"/>
              <a:ea typeface="Arvo"/>
              <a:cs typeface="Arvo"/>
              <a:sym typeface="Arvo"/>
            </a:endParaRPr>
          </a:p>
        </p:txBody>
      </p:sp>
      <p:sp>
        <p:nvSpPr>
          <p:cNvPr id="9211" name="Google Shape;9211;p157"/>
          <p:cNvSpPr txBox="1"/>
          <p:nvPr/>
        </p:nvSpPr>
        <p:spPr>
          <a:xfrm>
            <a:off x="277302" y="3053089"/>
            <a:ext cx="509100" cy="4503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s-419" sz="800">
                <a:latin typeface="Arvo"/>
                <a:ea typeface="Arvo"/>
                <a:cs typeface="Arvo"/>
                <a:sym typeface="Arvo"/>
              </a:rPr>
              <a:t>4</a:t>
            </a:r>
            <a:endParaRPr b="1" sz="800">
              <a:latin typeface="Arvo"/>
              <a:ea typeface="Arvo"/>
              <a:cs typeface="Arvo"/>
              <a:sym typeface="Arvo"/>
            </a:endParaRPr>
          </a:p>
        </p:txBody>
      </p:sp>
      <p:sp>
        <p:nvSpPr>
          <p:cNvPr id="9212" name="Google Shape;9212;p157"/>
          <p:cNvSpPr txBox="1"/>
          <p:nvPr/>
        </p:nvSpPr>
        <p:spPr>
          <a:xfrm>
            <a:off x="277302" y="3570525"/>
            <a:ext cx="509100" cy="4503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s-419" sz="800">
                <a:latin typeface="Arvo"/>
                <a:ea typeface="Arvo"/>
                <a:cs typeface="Arvo"/>
                <a:sym typeface="Arvo"/>
              </a:rPr>
              <a:t>5</a:t>
            </a:r>
            <a:endParaRPr b="1" sz="800">
              <a:latin typeface="Arvo"/>
              <a:ea typeface="Arvo"/>
              <a:cs typeface="Arvo"/>
              <a:sym typeface="Arvo"/>
            </a:endParaRPr>
          </a:p>
        </p:txBody>
      </p:sp>
      <p:grpSp>
        <p:nvGrpSpPr>
          <p:cNvPr id="9213" name="Google Shape;9213;p157"/>
          <p:cNvGrpSpPr/>
          <p:nvPr/>
        </p:nvGrpSpPr>
        <p:grpSpPr>
          <a:xfrm>
            <a:off x="274200" y="5122711"/>
            <a:ext cx="9531600" cy="450095"/>
            <a:chOff x="274200" y="1663702"/>
            <a:chExt cx="9531600" cy="900550"/>
          </a:xfrm>
        </p:grpSpPr>
        <p:sp>
          <p:nvSpPr>
            <p:cNvPr id="9214" name="Google Shape;9214;p157"/>
            <p:cNvSpPr/>
            <p:nvPr/>
          </p:nvSpPr>
          <p:spPr>
            <a:xfrm>
              <a:off x="274200" y="1663702"/>
              <a:ext cx="9531600" cy="9000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600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t/>
              </a:r>
              <a:endParaRPr b="1" i="0" sz="1800" u="none" cap="none" strike="noStrike">
                <a:solidFill>
                  <a:srgbClr val="000000"/>
                </a:solidFill>
                <a:latin typeface="Roboto"/>
                <a:ea typeface="Roboto"/>
                <a:cs typeface="Roboto"/>
                <a:sym typeface="Roboto"/>
              </a:endParaRPr>
            </a:p>
          </p:txBody>
        </p:sp>
        <p:cxnSp>
          <p:nvCxnSpPr>
            <p:cNvPr id="9215" name="Google Shape;9215;p157"/>
            <p:cNvCxnSpPr/>
            <p:nvPr/>
          </p:nvCxnSpPr>
          <p:spPr>
            <a:xfrm>
              <a:off x="805925" y="1664552"/>
              <a:ext cx="0" cy="899700"/>
            </a:xfrm>
            <a:prstGeom prst="straightConnector1">
              <a:avLst/>
            </a:prstGeom>
            <a:noFill/>
            <a:ln cap="flat" cmpd="sng" w="28575">
              <a:solidFill>
                <a:srgbClr val="D9D9D9"/>
              </a:solidFill>
              <a:prstDash val="solid"/>
              <a:round/>
              <a:headEnd len="sm" w="sm" type="none"/>
              <a:tailEnd len="sm" w="sm" type="none"/>
            </a:ln>
          </p:spPr>
        </p:cxnSp>
        <p:cxnSp>
          <p:nvCxnSpPr>
            <p:cNvPr id="9216" name="Google Shape;9216;p157"/>
            <p:cNvCxnSpPr/>
            <p:nvPr/>
          </p:nvCxnSpPr>
          <p:spPr>
            <a:xfrm>
              <a:off x="2607089" y="1664552"/>
              <a:ext cx="0" cy="899700"/>
            </a:xfrm>
            <a:prstGeom prst="straightConnector1">
              <a:avLst/>
            </a:prstGeom>
            <a:noFill/>
            <a:ln cap="flat" cmpd="sng" w="28575">
              <a:solidFill>
                <a:srgbClr val="D9D9D9"/>
              </a:solidFill>
              <a:prstDash val="solid"/>
              <a:round/>
              <a:headEnd len="sm" w="sm" type="none"/>
              <a:tailEnd len="sm" w="sm" type="none"/>
            </a:ln>
          </p:spPr>
        </p:cxnSp>
        <p:cxnSp>
          <p:nvCxnSpPr>
            <p:cNvPr id="9217" name="Google Shape;9217;p157"/>
            <p:cNvCxnSpPr/>
            <p:nvPr/>
          </p:nvCxnSpPr>
          <p:spPr>
            <a:xfrm>
              <a:off x="6232786" y="1664552"/>
              <a:ext cx="0" cy="899700"/>
            </a:xfrm>
            <a:prstGeom prst="straightConnector1">
              <a:avLst/>
            </a:prstGeom>
            <a:noFill/>
            <a:ln cap="flat" cmpd="sng" w="28575">
              <a:solidFill>
                <a:srgbClr val="B7B7B7"/>
              </a:solidFill>
              <a:prstDash val="solid"/>
              <a:round/>
              <a:headEnd len="sm" w="sm" type="none"/>
              <a:tailEnd len="sm" w="sm" type="none"/>
            </a:ln>
          </p:spPr>
        </p:cxnSp>
        <p:cxnSp>
          <p:nvCxnSpPr>
            <p:cNvPr id="9218" name="Google Shape;9218;p157"/>
            <p:cNvCxnSpPr/>
            <p:nvPr/>
          </p:nvCxnSpPr>
          <p:spPr>
            <a:xfrm>
              <a:off x="6237052" y="1664552"/>
              <a:ext cx="0" cy="899700"/>
            </a:xfrm>
            <a:prstGeom prst="straightConnector1">
              <a:avLst/>
            </a:prstGeom>
            <a:noFill/>
            <a:ln cap="flat" cmpd="sng" w="28575">
              <a:solidFill>
                <a:srgbClr val="D9D9D9"/>
              </a:solidFill>
              <a:prstDash val="solid"/>
              <a:round/>
              <a:headEnd len="sm" w="sm" type="none"/>
              <a:tailEnd len="sm" w="sm" type="none"/>
            </a:ln>
          </p:spPr>
        </p:cxnSp>
        <p:sp>
          <p:nvSpPr>
            <p:cNvPr id="9219" name="Google Shape;9219;p157"/>
            <p:cNvSpPr/>
            <p:nvPr/>
          </p:nvSpPr>
          <p:spPr>
            <a:xfrm>
              <a:off x="2627453" y="1670377"/>
              <a:ext cx="3605400" cy="893400"/>
            </a:xfrm>
            <a:prstGeom prst="rect">
              <a:avLst/>
            </a:prstGeom>
            <a:solidFill>
              <a:srgbClr val="D9EAD3"/>
            </a:solidFill>
            <a:ln cap="flat" cmpd="sng" w="9525">
              <a:solidFill>
                <a:srgbClr val="D9EA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20" name="Google Shape;9220;p157"/>
          <p:cNvGrpSpPr/>
          <p:nvPr/>
        </p:nvGrpSpPr>
        <p:grpSpPr>
          <a:xfrm>
            <a:off x="274200" y="5642079"/>
            <a:ext cx="9531600" cy="450095"/>
            <a:chOff x="274200" y="1663702"/>
            <a:chExt cx="9531600" cy="900550"/>
          </a:xfrm>
        </p:grpSpPr>
        <p:sp>
          <p:nvSpPr>
            <p:cNvPr id="9221" name="Google Shape;9221;p157"/>
            <p:cNvSpPr/>
            <p:nvPr/>
          </p:nvSpPr>
          <p:spPr>
            <a:xfrm>
              <a:off x="274200" y="1663702"/>
              <a:ext cx="9531600" cy="9000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600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t/>
              </a:r>
              <a:endParaRPr b="1" i="0" sz="1800" u="none" cap="none" strike="noStrike">
                <a:solidFill>
                  <a:srgbClr val="000000"/>
                </a:solidFill>
                <a:latin typeface="Roboto"/>
                <a:ea typeface="Roboto"/>
                <a:cs typeface="Roboto"/>
                <a:sym typeface="Roboto"/>
              </a:endParaRPr>
            </a:p>
          </p:txBody>
        </p:sp>
        <p:cxnSp>
          <p:nvCxnSpPr>
            <p:cNvPr id="9222" name="Google Shape;9222;p157"/>
            <p:cNvCxnSpPr/>
            <p:nvPr/>
          </p:nvCxnSpPr>
          <p:spPr>
            <a:xfrm>
              <a:off x="805925" y="1664552"/>
              <a:ext cx="0" cy="899700"/>
            </a:xfrm>
            <a:prstGeom prst="straightConnector1">
              <a:avLst/>
            </a:prstGeom>
            <a:noFill/>
            <a:ln cap="flat" cmpd="sng" w="28575">
              <a:solidFill>
                <a:srgbClr val="D9D9D9"/>
              </a:solidFill>
              <a:prstDash val="solid"/>
              <a:round/>
              <a:headEnd len="sm" w="sm" type="none"/>
              <a:tailEnd len="sm" w="sm" type="none"/>
            </a:ln>
          </p:spPr>
        </p:cxnSp>
        <p:cxnSp>
          <p:nvCxnSpPr>
            <p:cNvPr id="9223" name="Google Shape;9223;p157"/>
            <p:cNvCxnSpPr/>
            <p:nvPr/>
          </p:nvCxnSpPr>
          <p:spPr>
            <a:xfrm>
              <a:off x="2607089" y="1664552"/>
              <a:ext cx="0" cy="899700"/>
            </a:xfrm>
            <a:prstGeom prst="straightConnector1">
              <a:avLst/>
            </a:prstGeom>
            <a:noFill/>
            <a:ln cap="flat" cmpd="sng" w="28575">
              <a:solidFill>
                <a:srgbClr val="D9D9D9"/>
              </a:solidFill>
              <a:prstDash val="solid"/>
              <a:round/>
              <a:headEnd len="sm" w="sm" type="none"/>
              <a:tailEnd len="sm" w="sm" type="none"/>
            </a:ln>
          </p:spPr>
        </p:cxnSp>
        <p:cxnSp>
          <p:nvCxnSpPr>
            <p:cNvPr id="9224" name="Google Shape;9224;p157"/>
            <p:cNvCxnSpPr/>
            <p:nvPr/>
          </p:nvCxnSpPr>
          <p:spPr>
            <a:xfrm>
              <a:off x="6237052" y="1664552"/>
              <a:ext cx="0" cy="899700"/>
            </a:xfrm>
            <a:prstGeom prst="straightConnector1">
              <a:avLst/>
            </a:prstGeom>
            <a:noFill/>
            <a:ln cap="flat" cmpd="sng" w="28575">
              <a:solidFill>
                <a:srgbClr val="D9D9D9"/>
              </a:solidFill>
              <a:prstDash val="solid"/>
              <a:round/>
              <a:headEnd len="sm" w="sm" type="none"/>
              <a:tailEnd len="sm" w="sm" type="none"/>
            </a:ln>
          </p:spPr>
        </p:cxnSp>
        <p:sp>
          <p:nvSpPr>
            <p:cNvPr id="9225" name="Google Shape;9225;p157"/>
            <p:cNvSpPr/>
            <p:nvPr/>
          </p:nvSpPr>
          <p:spPr>
            <a:xfrm>
              <a:off x="2627453" y="1670377"/>
              <a:ext cx="3609600" cy="893400"/>
            </a:xfrm>
            <a:prstGeom prst="rect">
              <a:avLst/>
            </a:prstGeom>
            <a:solidFill>
              <a:srgbClr val="D9EAD3"/>
            </a:solidFill>
            <a:ln cap="flat" cmpd="sng" w="9525">
              <a:solidFill>
                <a:srgbClr val="D9EA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26" name="Google Shape;9226;p157"/>
          <p:cNvGrpSpPr/>
          <p:nvPr/>
        </p:nvGrpSpPr>
        <p:grpSpPr>
          <a:xfrm>
            <a:off x="274200" y="6161447"/>
            <a:ext cx="9531600" cy="450095"/>
            <a:chOff x="274200" y="1663702"/>
            <a:chExt cx="9531600" cy="900550"/>
          </a:xfrm>
        </p:grpSpPr>
        <p:sp>
          <p:nvSpPr>
            <p:cNvPr id="9227" name="Google Shape;9227;p157"/>
            <p:cNvSpPr/>
            <p:nvPr/>
          </p:nvSpPr>
          <p:spPr>
            <a:xfrm>
              <a:off x="274200" y="1663702"/>
              <a:ext cx="9531600" cy="9000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600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t/>
              </a:r>
              <a:endParaRPr b="1" i="0" sz="1800" u="none" cap="none" strike="noStrike">
                <a:solidFill>
                  <a:srgbClr val="000000"/>
                </a:solidFill>
                <a:latin typeface="Roboto"/>
                <a:ea typeface="Roboto"/>
                <a:cs typeface="Roboto"/>
                <a:sym typeface="Roboto"/>
              </a:endParaRPr>
            </a:p>
          </p:txBody>
        </p:sp>
        <p:cxnSp>
          <p:nvCxnSpPr>
            <p:cNvPr id="9228" name="Google Shape;9228;p157"/>
            <p:cNvCxnSpPr/>
            <p:nvPr/>
          </p:nvCxnSpPr>
          <p:spPr>
            <a:xfrm>
              <a:off x="805925" y="1664552"/>
              <a:ext cx="0" cy="899700"/>
            </a:xfrm>
            <a:prstGeom prst="straightConnector1">
              <a:avLst/>
            </a:prstGeom>
            <a:noFill/>
            <a:ln cap="flat" cmpd="sng" w="28575">
              <a:solidFill>
                <a:srgbClr val="D9D9D9"/>
              </a:solidFill>
              <a:prstDash val="solid"/>
              <a:round/>
              <a:headEnd len="sm" w="sm" type="none"/>
              <a:tailEnd len="sm" w="sm" type="none"/>
            </a:ln>
          </p:spPr>
        </p:cxnSp>
        <p:cxnSp>
          <p:nvCxnSpPr>
            <p:cNvPr id="9229" name="Google Shape;9229;p157"/>
            <p:cNvCxnSpPr/>
            <p:nvPr/>
          </p:nvCxnSpPr>
          <p:spPr>
            <a:xfrm>
              <a:off x="2607089" y="1664552"/>
              <a:ext cx="0" cy="899700"/>
            </a:xfrm>
            <a:prstGeom prst="straightConnector1">
              <a:avLst/>
            </a:prstGeom>
            <a:noFill/>
            <a:ln cap="flat" cmpd="sng" w="28575">
              <a:solidFill>
                <a:srgbClr val="D9D9D9"/>
              </a:solidFill>
              <a:prstDash val="solid"/>
              <a:round/>
              <a:headEnd len="sm" w="sm" type="none"/>
              <a:tailEnd len="sm" w="sm" type="none"/>
            </a:ln>
          </p:spPr>
        </p:cxnSp>
        <p:cxnSp>
          <p:nvCxnSpPr>
            <p:cNvPr id="9230" name="Google Shape;9230;p157"/>
            <p:cNvCxnSpPr/>
            <p:nvPr/>
          </p:nvCxnSpPr>
          <p:spPr>
            <a:xfrm>
              <a:off x="6237052" y="1664552"/>
              <a:ext cx="0" cy="899700"/>
            </a:xfrm>
            <a:prstGeom prst="straightConnector1">
              <a:avLst/>
            </a:prstGeom>
            <a:noFill/>
            <a:ln cap="flat" cmpd="sng" w="28575">
              <a:solidFill>
                <a:srgbClr val="D9D9D9"/>
              </a:solidFill>
              <a:prstDash val="solid"/>
              <a:round/>
              <a:headEnd len="sm" w="sm" type="none"/>
              <a:tailEnd len="sm" w="sm" type="none"/>
            </a:ln>
          </p:spPr>
        </p:cxnSp>
        <p:sp>
          <p:nvSpPr>
            <p:cNvPr id="9231" name="Google Shape;9231;p157"/>
            <p:cNvSpPr/>
            <p:nvPr/>
          </p:nvSpPr>
          <p:spPr>
            <a:xfrm>
              <a:off x="2627450" y="1670377"/>
              <a:ext cx="3609600" cy="893400"/>
            </a:xfrm>
            <a:prstGeom prst="rect">
              <a:avLst/>
            </a:prstGeom>
            <a:solidFill>
              <a:srgbClr val="D9EAD3"/>
            </a:solidFill>
            <a:ln cap="flat" cmpd="sng" w="9525">
              <a:solidFill>
                <a:srgbClr val="D9EA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32" name="Google Shape;9232;p157"/>
          <p:cNvGrpSpPr/>
          <p:nvPr/>
        </p:nvGrpSpPr>
        <p:grpSpPr>
          <a:xfrm>
            <a:off x="274200" y="4083981"/>
            <a:ext cx="9531600" cy="450095"/>
            <a:chOff x="274200" y="1663702"/>
            <a:chExt cx="9531600" cy="900550"/>
          </a:xfrm>
        </p:grpSpPr>
        <p:sp>
          <p:nvSpPr>
            <p:cNvPr id="9233" name="Google Shape;9233;p157"/>
            <p:cNvSpPr/>
            <p:nvPr/>
          </p:nvSpPr>
          <p:spPr>
            <a:xfrm>
              <a:off x="274200" y="1663702"/>
              <a:ext cx="9531600" cy="9000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600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t/>
              </a:r>
              <a:endParaRPr b="1" i="0" sz="1800" u="none" cap="none" strike="noStrike">
                <a:solidFill>
                  <a:srgbClr val="000000"/>
                </a:solidFill>
                <a:latin typeface="Roboto"/>
                <a:ea typeface="Roboto"/>
                <a:cs typeface="Roboto"/>
                <a:sym typeface="Roboto"/>
              </a:endParaRPr>
            </a:p>
          </p:txBody>
        </p:sp>
        <p:cxnSp>
          <p:nvCxnSpPr>
            <p:cNvPr id="9234" name="Google Shape;9234;p157"/>
            <p:cNvCxnSpPr/>
            <p:nvPr/>
          </p:nvCxnSpPr>
          <p:spPr>
            <a:xfrm>
              <a:off x="805925" y="1664552"/>
              <a:ext cx="0" cy="899700"/>
            </a:xfrm>
            <a:prstGeom prst="straightConnector1">
              <a:avLst/>
            </a:prstGeom>
            <a:noFill/>
            <a:ln cap="flat" cmpd="sng" w="28575">
              <a:solidFill>
                <a:srgbClr val="D9D9D9"/>
              </a:solidFill>
              <a:prstDash val="solid"/>
              <a:round/>
              <a:headEnd len="sm" w="sm" type="none"/>
              <a:tailEnd len="sm" w="sm" type="none"/>
            </a:ln>
          </p:spPr>
        </p:cxnSp>
        <p:cxnSp>
          <p:nvCxnSpPr>
            <p:cNvPr id="9235" name="Google Shape;9235;p157"/>
            <p:cNvCxnSpPr/>
            <p:nvPr/>
          </p:nvCxnSpPr>
          <p:spPr>
            <a:xfrm>
              <a:off x="2607089" y="1664552"/>
              <a:ext cx="0" cy="899700"/>
            </a:xfrm>
            <a:prstGeom prst="straightConnector1">
              <a:avLst/>
            </a:prstGeom>
            <a:noFill/>
            <a:ln cap="flat" cmpd="sng" w="28575">
              <a:solidFill>
                <a:srgbClr val="D9D9D9"/>
              </a:solidFill>
              <a:prstDash val="solid"/>
              <a:round/>
              <a:headEnd len="sm" w="sm" type="none"/>
              <a:tailEnd len="sm" w="sm" type="none"/>
            </a:ln>
          </p:spPr>
        </p:cxnSp>
        <p:cxnSp>
          <p:nvCxnSpPr>
            <p:cNvPr id="9236" name="Google Shape;9236;p157"/>
            <p:cNvCxnSpPr/>
            <p:nvPr/>
          </p:nvCxnSpPr>
          <p:spPr>
            <a:xfrm>
              <a:off x="6237052" y="1664552"/>
              <a:ext cx="0" cy="899700"/>
            </a:xfrm>
            <a:prstGeom prst="straightConnector1">
              <a:avLst/>
            </a:prstGeom>
            <a:noFill/>
            <a:ln cap="flat" cmpd="sng" w="28575">
              <a:solidFill>
                <a:srgbClr val="D9D9D9"/>
              </a:solidFill>
              <a:prstDash val="solid"/>
              <a:round/>
              <a:headEnd len="sm" w="sm" type="none"/>
              <a:tailEnd len="sm" w="sm" type="none"/>
            </a:ln>
          </p:spPr>
        </p:cxnSp>
        <p:sp>
          <p:nvSpPr>
            <p:cNvPr id="9237" name="Google Shape;9237;p157"/>
            <p:cNvSpPr/>
            <p:nvPr/>
          </p:nvSpPr>
          <p:spPr>
            <a:xfrm>
              <a:off x="2627453" y="1670366"/>
              <a:ext cx="3609600" cy="893400"/>
            </a:xfrm>
            <a:prstGeom prst="rect">
              <a:avLst/>
            </a:prstGeom>
            <a:solidFill>
              <a:srgbClr val="D9EAD3"/>
            </a:solidFill>
            <a:ln cap="flat" cmpd="sng" w="9525">
              <a:solidFill>
                <a:srgbClr val="D9EA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38" name="Google Shape;9238;p157"/>
          <p:cNvGrpSpPr/>
          <p:nvPr/>
        </p:nvGrpSpPr>
        <p:grpSpPr>
          <a:xfrm>
            <a:off x="274200" y="4603343"/>
            <a:ext cx="9531600" cy="450095"/>
            <a:chOff x="274200" y="1663702"/>
            <a:chExt cx="9531600" cy="900550"/>
          </a:xfrm>
        </p:grpSpPr>
        <p:sp>
          <p:nvSpPr>
            <p:cNvPr id="9239" name="Google Shape;9239;p157"/>
            <p:cNvSpPr/>
            <p:nvPr/>
          </p:nvSpPr>
          <p:spPr>
            <a:xfrm>
              <a:off x="274200" y="1663702"/>
              <a:ext cx="9531600" cy="9000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600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t/>
              </a:r>
              <a:endParaRPr b="1" i="0" sz="1800" u="none" cap="none" strike="noStrike">
                <a:solidFill>
                  <a:srgbClr val="000000"/>
                </a:solidFill>
                <a:latin typeface="Roboto"/>
                <a:ea typeface="Roboto"/>
                <a:cs typeface="Roboto"/>
                <a:sym typeface="Roboto"/>
              </a:endParaRPr>
            </a:p>
          </p:txBody>
        </p:sp>
        <p:cxnSp>
          <p:nvCxnSpPr>
            <p:cNvPr id="9240" name="Google Shape;9240;p157"/>
            <p:cNvCxnSpPr/>
            <p:nvPr/>
          </p:nvCxnSpPr>
          <p:spPr>
            <a:xfrm>
              <a:off x="805925" y="1664552"/>
              <a:ext cx="0" cy="899700"/>
            </a:xfrm>
            <a:prstGeom prst="straightConnector1">
              <a:avLst/>
            </a:prstGeom>
            <a:noFill/>
            <a:ln cap="flat" cmpd="sng" w="28575">
              <a:solidFill>
                <a:srgbClr val="D9D9D9"/>
              </a:solidFill>
              <a:prstDash val="solid"/>
              <a:round/>
              <a:headEnd len="sm" w="sm" type="none"/>
              <a:tailEnd len="sm" w="sm" type="none"/>
            </a:ln>
          </p:spPr>
        </p:cxnSp>
        <p:cxnSp>
          <p:nvCxnSpPr>
            <p:cNvPr id="9241" name="Google Shape;9241;p157"/>
            <p:cNvCxnSpPr/>
            <p:nvPr/>
          </p:nvCxnSpPr>
          <p:spPr>
            <a:xfrm>
              <a:off x="2607089" y="1664552"/>
              <a:ext cx="0" cy="899700"/>
            </a:xfrm>
            <a:prstGeom prst="straightConnector1">
              <a:avLst/>
            </a:prstGeom>
            <a:noFill/>
            <a:ln cap="flat" cmpd="sng" w="28575">
              <a:solidFill>
                <a:srgbClr val="D9D9D9"/>
              </a:solidFill>
              <a:prstDash val="solid"/>
              <a:round/>
              <a:headEnd len="sm" w="sm" type="none"/>
              <a:tailEnd len="sm" w="sm" type="none"/>
            </a:ln>
          </p:spPr>
        </p:cxnSp>
        <p:sp>
          <p:nvSpPr>
            <p:cNvPr id="9242" name="Google Shape;9242;p157"/>
            <p:cNvSpPr/>
            <p:nvPr/>
          </p:nvSpPr>
          <p:spPr>
            <a:xfrm>
              <a:off x="2627453" y="1670377"/>
              <a:ext cx="3609600" cy="893400"/>
            </a:xfrm>
            <a:prstGeom prst="rect">
              <a:avLst/>
            </a:prstGeom>
            <a:solidFill>
              <a:srgbClr val="D9EAD3"/>
            </a:solidFill>
            <a:ln cap="flat" cmpd="sng" w="9525">
              <a:solidFill>
                <a:srgbClr val="D9EA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cxnSp>
        <p:nvCxnSpPr>
          <p:cNvPr id="9243" name="Google Shape;9243;p157"/>
          <p:cNvCxnSpPr/>
          <p:nvPr/>
        </p:nvCxnSpPr>
        <p:spPr>
          <a:xfrm>
            <a:off x="6237052" y="4604970"/>
            <a:ext cx="0" cy="449400"/>
          </a:xfrm>
          <a:prstGeom prst="straightConnector1">
            <a:avLst/>
          </a:prstGeom>
          <a:noFill/>
          <a:ln cap="flat" cmpd="sng" w="28575">
            <a:solidFill>
              <a:srgbClr val="D9D9D9"/>
            </a:solidFill>
            <a:prstDash val="solid"/>
            <a:round/>
            <a:headEnd len="sm" w="sm" type="none"/>
            <a:tailEnd len="sm" w="sm" type="none"/>
          </a:ln>
        </p:spPr>
      </p:cxnSp>
      <p:sp>
        <p:nvSpPr>
          <p:cNvPr id="9244" name="Google Shape;9244;p157"/>
          <p:cNvSpPr txBox="1"/>
          <p:nvPr>
            <p:ph idx="19" type="subTitle"/>
          </p:nvPr>
        </p:nvSpPr>
        <p:spPr>
          <a:xfrm>
            <a:off x="832100" y="4083907"/>
            <a:ext cx="1750500" cy="4503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9245" name="Google Shape;9245;p157"/>
          <p:cNvSpPr txBox="1"/>
          <p:nvPr>
            <p:ph idx="20" type="subTitle"/>
          </p:nvPr>
        </p:nvSpPr>
        <p:spPr>
          <a:xfrm>
            <a:off x="2631389" y="4083907"/>
            <a:ext cx="3605700" cy="4503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9246" name="Google Shape;9246;p157"/>
          <p:cNvSpPr txBox="1"/>
          <p:nvPr>
            <p:ph idx="21" type="subTitle"/>
          </p:nvPr>
        </p:nvSpPr>
        <p:spPr>
          <a:xfrm>
            <a:off x="6269361" y="4083907"/>
            <a:ext cx="3536400" cy="4503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9247" name="Google Shape;9247;p157"/>
          <p:cNvSpPr txBox="1"/>
          <p:nvPr>
            <p:ph idx="22" type="subTitle"/>
          </p:nvPr>
        </p:nvSpPr>
        <p:spPr>
          <a:xfrm>
            <a:off x="832100" y="4617081"/>
            <a:ext cx="1750500" cy="4503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9248" name="Google Shape;9248;p157"/>
          <p:cNvSpPr txBox="1"/>
          <p:nvPr>
            <p:ph idx="23" type="subTitle"/>
          </p:nvPr>
        </p:nvSpPr>
        <p:spPr>
          <a:xfrm>
            <a:off x="2631389" y="4617081"/>
            <a:ext cx="3605700" cy="4503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9249" name="Google Shape;9249;p157"/>
          <p:cNvSpPr txBox="1"/>
          <p:nvPr>
            <p:ph idx="24" type="subTitle"/>
          </p:nvPr>
        </p:nvSpPr>
        <p:spPr>
          <a:xfrm>
            <a:off x="6269361" y="4617081"/>
            <a:ext cx="3536400" cy="4503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9250" name="Google Shape;9250;p157"/>
          <p:cNvSpPr txBox="1"/>
          <p:nvPr>
            <p:ph idx="25" type="subTitle"/>
          </p:nvPr>
        </p:nvSpPr>
        <p:spPr>
          <a:xfrm>
            <a:off x="832100" y="5125073"/>
            <a:ext cx="1750500" cy="4503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9251" name="Google Shape;9251;p157"/>
          <p:cNvSpPr txBox="1"/>
          <p:nvPr>
            <p:ph idx="26" type="subTitle"/>
          </p:nvPr>
        </p:nvSpPr>
        <p:spPr>
          <a:xfrm>
            <a:off x="2631389" y="5125073"/>
            <a:ext cx="3605700" cy="4503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9252" name="Google Shape;9252;p157"/>
          <p:cNvSpPr txBox="1"/>
          <p:nvPr>
            <p:ph idx="27" type="subTitle"/>
          </p:nvPr>
        </p:nvSpPr>
        <p:spPr>
          <a:xfrm>
            <a:off x="6269361" y="5125073"/>
            <a:ext cx="3536400" cy="4503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9253" name="Google Shape;9253;p157"/>
          <p:cNvSpPr txBox="1"/>
          <p:nvPr>
            <p:ph idx="28" type="subTitle"/>
          </p:nvPr>
        </p:nvSpPr>
        <p:spPr>
          <a:xfrm>
            <a:off x="832100" y="5645346"/>
            <a:ext cx="1750500" cy="4503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9254" name="Google Shape;9254;p157"/>
          <p:cNvSpPr txBox="1"/>
          <p:nvPr>
            <p:ph idx="29" type="subTitle"/>
          </p:nvPr>
        </p:nvSpPr>
        <p:spPr>
          <a:xfrm>
            <a:off x="2631389" y="5645346"/>
            <a:ext cx="3605700" cy="4503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9255" name="Google Shape;9255;p157"/>
          <p:cNvSpPr txBox="1"/>
          <p:nvPr>
            <p:ph idx="30" type="subTitle"/>
          </p:nvPr>
        </p:nvSpPr>
        <p:spPr>
          <a:xfrm>
            <a:off x="6269361" y="5645346"/>
            <a:ext cx="3536400" cy="4503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9256" name="Google Shape;9256;p157"/>
          <p:cNvSpPr txBox="1"/>
          <p:nvPr>
            <p:ph idx="31" type="subTitle"/>
          </p:nvPr>
        </p:nvSpPr>
        <p:spPr>
          <a:xfrm>
            <a:off x="832100" y="6178521"/>
            <a:ext cx="1750500" cy="4503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9257" name="Google Shape;9257;p157"/>
          <p:cNvSpPr txBox="1"/>
          <p:nvPr>
            <p:ph idx="32" type="subTitle"/>
          </p:nvPr>
        </p:nvSpPr>
        <p:spPr>
          <a:xfrm>
            <a:off x="2631389" y="6178521"/>
            <a:ext cx="3605700" cy="4503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9258" name="Google Shape;9258;p157"/>
          <p:cNvSpPr txBox="1"/>
          <p:nvPr>
            <p:ph idx="33" type="subTitle"/>
          </p:nvPr>
        </p:nvSpPr>
        <p:spPr>
          <a:xfrm>
            <a:off x="6269361" y="6178521"/>
            <a:ext cx="3536400" cy="4503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9259" name="Google Shape;9259;p157"/>
          <p:cNvSpPr txBox="1"/>
          <p:nvPr/>
        </p:nvSpPr>
        <p:spPr>
          <a:xfrm>
            <a:off x="277302" y="4083957"/>
            <a:ext cx="509100" cy="4503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s-419" sz="800">
                <a:latin typeface="Arvo"/>
                <a:ea typeface="Arvo"/>
                <a:cs typeface="Arvo"/>
                <a:sym typeface="Arvo"/>
              </a:rPr>
              <a:t>6</a:t>
            </a:r>
            <a:endParaRPr b="1" sz="800">
              <a:latin typeface="Arvo"/>
              <a:ea typeface="Arvo"/>
              <a:cs typeface="Arvo"/>
              <a:sym typeface="Arvo"/>
            </a:endParaRPr>
          </a:p>
        </p:txBody>
      </p:sp>
      <p:sp>
        <p:nvSpPr>
          <p:cNvPr id="9260" name="Google Shape;9260;p157"/>
          <p:cNvSpPr txBox="1"/>
          <p:nvPr/>
        </p:nvSpPr>
        <p:spPr>
          <a:xfrm>
            <a:off x="277302" y="4604073"/>
            <a:ext cx="509100" cy="4503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s-419" sz="800">
                <a:latin typeface="Arvo"/>
                <a:ea typeface="Arvo"/>
                <a:cs typeface="Arvo"/>
                <a:sym typeface="Arvo"/>
              </a:rPr>
              <a:t>7</a:t>
            </a:r>
            <a:endParaRPr b="1" sz="800">
              <a:latin typeface="Arvo"/>
              <a:ea typeface="Arvo"/>
              <a:cs typeface="Arvo"/>
              <a:sym typeface="Arvo"/>
            </a:endParaRPr>
          </a:p>
        </p:txBody>
      </p:sp>
      <p:sp>
        <p:nvSpPr>
          <p:cNvPr id="9261" name="Google Shape;9261;p157"/>
          <p:cNvSpPr txBox="1"/>
          <p:nvPr/>
        </p:nvSpPr>
        <p:spPr>
          <a:xfrm>
            <a:off x="277302" y="5122974"/>
            <a:ext cx="509100" cy="4503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s-419" sz="800">
                <a:latin typeface="Arvo"/>
                <a:ea typeface="Arvo"/>
                <a:cs typeface="Arvo"/>
                <a:sym typeface="Arvo"/>
              </a:rPr>
              <a:t>8</a:t>
            </a:r>
            <a:endParaRPr b="1" sz="800">
              <a:latin typeface="Arvo"/>
              <a:ea typeface="Arvo"/>
              <a:cs typeface="Arvo"/>
              <a:sym typeface="Arvo"/>
            </a:endParaRPr>
          </a:p>
        </p:txBody>
      </p:sp>
      <p:sp>
        <p:nvSpPr>
          <p:cNvPr id="9262" name="Google Shape;9262;p157"/>
          <p:cNvSpPr txBox="1"/>
          <p:nvPr/>
        </p:nvSpPr>
        <p:spPr>
          <a:xfrm>
            <a:off x="277302" y="5643889"/>
            <a:ext cx="509100" cy="4503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s-419" sz="800">
                <a:latin typeface="Arvo"/>
                <a:ea typeface="Arvo"/>
                <a:cs typeface="Arvo"/>
                <a:sym typeface="Arvo"/>
              </a:rPr>
              <a:t>9</a:t>
            </a:r>
            <a:endParaRPr b="1" sz="800">
              <a:latin typeface="Arvo"/>
              <a:ea typeface="Arvo"/>
              <a:cs typeface="Arvo"/>
              <a:sym typeface="Arvo"/>
            </a:endParaRPr>
          </a:p>
        </p:txBody>
      </p:sp>
      <p:sp>
        <p:nvSpPr>
          <p:cNvPr id="9263" name="Google Shape;9263;p157"/>
          <p:cNvSpPr txBox="1"/>
          <p:nvPr/>
        </p:nvSpPr>
        <p:spPr>
          <a:xfrm>
            <a:off x="277302" y="6161325"/>
            <a:ext cx="509100" cy="4503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s-419" sz="800">
                <a:latin typeface="Arvo"/>
                <a:ea typeface="Arvo"/>
                <a:cs typeface="Arvo"/>
                <a:sym typeface="Arvo"/>
              </a:rPr>
              <a:t>10</a:t>
            </a:r>
            <a:endParaRPr b="1" sz="800">
              <a:latin typeface="Arvo"/>
              <a:ea typeface="Arvo"/>
              <a:cs typeface="Arvo"/>
              <a:sym typeface="Arvo"/>
            </a:endParaRPr>
          </a:p>
        </p:txBody>
      </p:sp>
      <p:sp>
        <p:nvSpPr>
          <p:cNvPr id="9264" name="Google Shape;9264;p157"/>
          <p:cNvSpPr txBox="1"/>
          <p:nvPr/>
        </p:nvSpPr>
        <p:spPr>
          <a:xfrm>
            <a:off x="2524025" y="387675"/>
            <a:ext cx="15012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Unid. Organizacional:</a:t>
            </a:r>
            <a:endParaRPr b="1" sz="1100"/>
          </a:p>
        </p:txBody>
      </p:sp>
      <p:sp>
        <p:nvSpPr>
          <p:cNvPr id="9265" name="Google Shape;9265;p157"/>
          <p:cNvSpPr txBox="1"/>
          <p:nvPr/>
        </p:nvSpPr>
        <p:spPr>
          <a:xfrm>
            <a:off x="2524020" y="579550"/>
            <a:ext cx="6846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Alcance:</a:t>
            </a:r>
            <a:endParaRPr b="1" sz="1100"/>
          </a:p>
        </p:txBody>
      </p:sp>
      <p:sp>
        <p:nvSpPr>
          <p:cNvPr id="9266" name="Google Shape;9266;p157"/>
          <p:cNvSpPr txBox="1"/>
          <p:nvPr>
            <p:ph type="title"/>
          </p:nvPr>
        </p:nvSpPr>
        <p:spPr>
          <a:xfrm flipH="1">
            <a:off x="4025374" y="387675"/>
            <a:ext cx="5863200" cy="1692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000"/>
              <a:buNone/>
              <a:defRPr sz="1000">
                <a:solidFill>
                  <a:srgbClr val="000000"/>
                </a:solidFill>
              </a:defRPr>
            </a:lvl1pPr>
            <a:lvl2pPr lvl="1">
              <a:spcBef>
                <a:spcPts val="0"/>
              </a:spcBef>
              <a:spcAft>
                <a:spcPts val="0"/>
              </a:spcAft>
              <a:buClr>
                <a:srgbClr val="000000"/>
              </a:buClr>
              <a:buSzPts val="1000"/>
              <a:buNone/>
              <a:defRPr sz="1000">
                <a:solidFill>
                  <a:srgbClr val="000000"/>
                </a:solidFill>
              </a:defRPr>
            </a:lvl2pPr>
            <a:lvl3pPr lvl="2">
              <a:spcBef>
                <a:spcPts val="0"/>
              </a:spcBef>
              <a:spcAft>
                <a:spcPts val="0"/>
              </a:spcAft>
              <a:buClr>
                <a:srgbClr val="000000"/>
              </a:buClr>
              <a:buSzPts val="1000"/>
              <a:buNone/>
              <a:defRPr sz="1000">
                <a:solidFill>
                  <a:srgbClr val="000000"/>
                </a:solidFill>
              </a:defRPr>
            </a:lvl3pPr>
            <a:lvl4pPr lvl="3">
              <a:spcBef>
                <a:spcPts val="0"/>
              </a:spcBef>
              <a:spcAft>
                <a:spcPts val="0"/>
              </a:spcAft>
              <a:buClr>
                <a:srgbClr val="000000"/>
              </a:buClr>
              <a:buSzPts val="1000"/>
              <a:buNone/>
              <a:defRPr sz="1000">
                <a:solidFill>
                  <a:srgbClr val="000000"/>
                </a:solidFill>
              </a:defRPr>
            </a:lvl4pPr>
            <a:lvl5pPr lvl="4">
              <a:spcBef>
                <a:spcPts val="0"/>
              </a:spcBef>
              <a:spcAft>
                <a:spcPts val="0"/>
              </a:spcAft>
              <a:buClr>
                <a:srgbClr val="000000"/>
              </a:buClr>
              <a:buSzPts val="1000"/>
              <a:buNone/>
              <a:defRPr sz="1000">
                <a:solidFill>
                  <a:srgbClr val="000000"/>
                </a:solidFill>
              </a:defRPr>
            </a:lvl5pPr>
            <a:lvl6pPr lvl="5">
              <a:spcBef>
                <a:spcPts val="0"/>
              </a:spcBef>
              <a:spcAft>
                <a:spcPts val="0"/>
              </a:spcAft>
              <a:buClr>
                <a:srgbClr val="000000"/>
              </a:buClr>
              <a:buSzPts val="1000"/>
              <a:buNone/>
              <a:defRPr sz="1000">
                <a:solidFill>
                  <a:srgbClr val="000000"/>
                </a:solidFill>
              </a:defRPr>
            </a:lvl6pPr>
            <a:lvl7pPr lvl="6">
              <a:spcBef>
                <a:spcPts val="0"/>
              </a:spcBef>
              <a:spcAft>
                <a:spcPts val="0"/>
              </a:spcAft>
              <a:buClr>
                <a:srgbClr val="000000"/>
              </a:buClr>
              <a:buSzPts val="1000"/>
              <a:buNone/>
              <a:defRPr sz="1000">
                <a:solidFill>
                  <a:srgbClr val="000000"/>
                </a:solidFill>
              </a:defRPr>
            </a:lvl7pPr>
            <a:lvl8pPr lvl="7">
              <a:spcBef>
                <a:spcPts val="0"/>
              </a:spcBef>
              <a:spcAft>
                <a:spcPts val="0"/>
              </a:spcAft>
              <a:buClr>
                <a:srgbClr val="000000"/>
              </a:buClr>
              <a:buSzPts val="1000"/>
              <a:buNone/>
              <a:defRPr sz="1000">
                <a:solidFill>
                  <a:srgbClr val="000000"/>
                </a:solidFill>
              </a:defRPr>
            </a:lvl8pPr>
            <a:lvl9pPr lvl="8">
              <a:spcBef>
                <a:spcPts val="0"/>
              </a:spcBef>
              <a:spcAft>
                <a:spcPts val="0"/>
              </a:spcAft>
              <a:buClr>
                <a:srgbClr val="000000"/>
              </a:buClr>
              <a:buSzPts val="1000"/>
              <a:buNone/>
              <a:defRPr sz="1000">
                <a:solidFill>
                  <a:srgbClr val="000000"/>
                </a:solidFill>
              </a:defRPr>
            </a:lvl9pPr>
          </a:lstStyle>
          <a:p/>
        </p:txBody>
      </p:sp>
      <p:sp>
        <p:nvSpPr>
          <p:cNvPr id="9267" name="Google Shape;9267;p157"/>
          <p:cNvSpPr txBox="1"/>
          <p:nvPr>
            <p:ph idx="34" type="title"/>
          </p:nvPr>
        </p:nvSpPr>
        <p:spPr>
          <a:xfrm flipH="1">
            <a:off x="3208773" y="579550"/>
            <a:ext cx="6679800" cy="1692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000"/>
              <a:buNone/>
              <a:defRPr sz="1000">
                <a:solidFill>
                  <a:srgbClr val="000000"/>
                </a:solidFill>
              </a:defRPr>
            </a:lvl1pPr>
            <a:lvl2pPr lvl="1">
              <a:spcBef>
                <a:spcPts val="0"/>
              </a:spcBef>
              <a:spcAft>
                <a:spcPts val="0"/>
              </a:spcAft>
              <a:buClr>
                <a:srgbClr val="000000"/>
              </a:buClr>
              <a:buSzPts val="1000"/>
              <a:buNone/>
              <a:defRPr sz="1000">
                <a:solidFill>
                  <a:srgbClr val="000000"/>
                </a:solidFill>
              </a:defRPr>
            </a:lvl2pPr>
            <a:lvl3pPr lvl="2">
              <a:spcBef>
                <a:spcPts val="0"/>
              </a:spcBef>
              <a:spcAft>
                <a:spcPts val="0"/>
              </a:spcAft>
              <a:buClr>
                <a:srgbClr val="000000"/>
              </a:buClr>
              <a:buSzPts val="1000"/>
              <a:buNone/>
              <a:defRPr sz="1000">
                <a:solidFill>
                  <a:srgbClr val="000000"/>
                </a:solidFill>
              </a:defRPr>
            </a:lvl3pPr>
            <a:lvl4pPr lvl="3">
              <a:spcBef>
                <a:spcPts val="0"/>
              </a:spcBef>
              <a:spcAft>
                <a:spcPts val="0"/>
              </a:spcAft>
              <a:buClr>
                <a:srgbClr val="000000"/>
              </a:buClr>
              <a:buSzPts val="1000"/>
              <a:buNone/>
              <a:defRPr sz="1000">
                <a:solidFill>
                  <a:srgbClr val="000000"/>
                </a:solidFill>
              </a:defRPr>
            </a:lvl4pPr>
            <a:lvl5pPr lvl="4">
              <a:spcBef>
                <a:spcPts val="0"/>
              </a:spcBef>
              <a:spcAft>
                <a:spcPts val="0"/>
              </a:spcAft>
              <a:buClr>
                <a:srgbClr val="000000"/>
              </a:buClr>
              <a:buSzPts val="1000"/>
              <a:buNone/>
              <a:defRPr sz="1000">
                <a:solidFill>
                  <a:srgbClr val="000000"/>
                </a:solidFill>
              </a:defRPr>
            </a:lvl5pPr>
            <a:lvl6pPr lvl="5">
              <a:spcBef>
                <a:spcPts val="0"/>
              </a:spcBef>
              <a:spcAft>
                <a:spcPts val="0"/>
              </a:spcAft>
              <a:buClr>
                <a:srgbClr val="000000"/>
              </a:buClr>
              <a:buSzPts val="1000"/>
              <a:buNone/>
              <a:defRPr sz="1000">
                <a:solidFill>
                  <a:srgbClr val="000000"/>
                </a:solidFill>
              </a:defRPr>
            </a:lvl6pPr>
            <a:lvl7pPr lvl="6">
              <a:spcBef>
                <a:spcPts val="0"/>
              </a:spcBef>
              <a:spcAft>
                <a:spcPts val="0"/>
              </a:spcAft>
              <a:buClr>
                <a:srgbClr val="000000"/>
              </a:buClr>
              <a:buSzPts val="1000"/>
              <a:buNone/>
              <a:defRPr sz="1000">
                <a:solidFill>
                  <a:srgbClr val="000000"/>
                </a:solidFill>
              </a:defRPr>
            </a:lvl7pPr>
            <a:lvl8pPr lvl="7">
              <a:spcBef>
                <a:spcPts val="0"/>
              </a:spcBef>
              <a:spcAft>
                <a:spcPts val="0"/>
              </a:spcAft>
              <a:buClr>
                <a:srgbClr val="000000"/>
              </a:buClr>
              <a:buSzPts val="1000"/>
              <a:buNone/>
              <a:defRPr sz="1000">
                <a:solidFill>
                  <a:srgbClr val="000000"/>
                </a:solidFill>
              </a:defRPr>
            </a:lvl8pPr>
            <a:lvl9pPr lvl="8">
              <a:spcBef>
                <a:spcPts val="0"/>
              </a:spcBef>
              <a:spcAft>
                <a:spcPts val="0"/>
              </a:spcAft>
              <a:buClr>
                <a:srgbClr val="000000"/>
              </a:buClr>
              <a:buSzPts val="1000"/>
              <a:buNone/>
              <a:defRPr sz="1000">
                <a:solidFill>
                  <a:srgbClr val="000000"/>
                </a:solidFill>
              </a:defRPr>
            </a:lvl9pPr>
          </a:lstStyle>
          <a:p/>
        </p:txBody>
      </p:sp>
      <p:sp>
        <p:nvSpPr>
          <p:cNvPr id="9268" name="Google Shape;9268;p157"/>
          <p:cNvSpPr txBox="1"/>
          <p:nvPr>
            <p:ph idx="35" type="body"/>
          </p:nvPr>
        </p:nvSpPr>
        <p:spPr>
          <a:xfrm>
            <a:off x="641150" y="612125"/>
            <a:ext cx="1770300" cy="160500"/>
          </a:xfrm>
          <a:prstGeom prst="rect">
            <a:avLst/>
          </a:prstGeom>
          <a:noFill/>
          <a:ln>
            <a:noFill/>
          </a:ln>
        </p:spPr>
        <p:txBody>
          <a:bodyPr anchorCtr="0" anchor="t" bIns="0" lIns="0" spcFirstLastPara="1" rIns="0" wrap="square" tIns="0">
            <a:noAutofit/>
          </a:bodyPr>
          <a:lstStyle>
            <a:lvl1pPr indent="-292100" lvl="0" marL="457200" algn="ctr">
              <a:spcBef>
                <a:spcPts val="0"/>
              </a:spcBef>
              <a:spcAft>
                <a:spcPts val="0"/>
              </a:spcAft>
              <a:buClr>
                <a:srgbClr val="FFFFFF"/>
              </a:buClr>
              <a:buSzPts val="1000"/>
              <a:buChar char="●"/>
              <a:defRPr sz="1000">
                <a:solidFill>
                  <a:srgbClr val="FFFFFF"/>
                </a:solidFill>
              </a:defRPr>
            </a:lvl1pPr>
            <a:lvl2pPr indent="-292100" lvl="1" marL="914400" algn="ctr">
              <a:spcBef>
                <a:spcPts val="0"/>
              </a:spcBef>
              <a:spcAft>
                <a:spcPts val="0"/>
              </a:spcAft>
              <a:buClr>
                <a:srgbClr val="FFFFFF"/>
              </a:buClr>
              <a:buSzPts val="1000"/>
              <a:buChar char="○"/>
              <a:defRPr sz="1000">
                <a:solidFill>
                  <a:srgbClr val="FFFFFF"/>
                </a:solidFill>
              </a:defRPr>
            </a:lvl2pPr>
            <a:lvl3pPr indent="-292100" lvl="2" marL="1371600" algn="ctr">
              <a:spcBef>
                <a:spcPts val="0"/>
              </a:spcBef>
              <a:spcAft>
                <a:spcPts val="0"/>
              </a:spcAft>
              <a:buClr>
                <a:srgbClr val="FFFFFF"/>
              </a:buClr>
              <a:buSzPts val="1000"/>
              <a:buChar char="■"/>
              <a:defRPr sz="1000">
                <a:solidFill>
                  <a:srgbClr val="FFFFFF"/>
                </a:solidFill>
              </a:defRPr>
            </a:lvl3pPr>
            <a:lvl4pPr indent="-292100" lvl="3" marL="1828800" algn="ctr">
              <a:spcBef>
                <a:spcPts val="0"/>
              </a:spcBef>
              <a:spcAft>
                <a:spcPts val="0"/>
              </a:spcAft>
              <a:buClr>
                <a:srgbClr val="FFFFFF"/>
              </a:buClr>
              <a:buSzPts val="1000"/>
              <a:buChar char="●"/>
              <a:defRPr sz="1000">
                <a:solidFill>
                  <a:srgbClr val="FFFFFF"/>
                </a:solidFill>
              </a:defRPr>
            </a:lvl4pPr>
            <a:lvl5pPr indent="-292100" lvl="4" marL="2286000" algn="ctr">
              <a:spcBef>
                <a:spcPts val="0"/>
              </a:spcBef>
              <a:spcAft>
                <a:spcPts val="0"/>
              </a:spcAft>
              <a:buClr>
                <a:srgbClr val="FFFFFF"/>
              </a:buClr>
              <a:buSzPts val="1000"/>
              <a:buChar char="○"/>
              <a:defRPr sz="1000">
                <a:solidFill>
                  <a:srgbClr val="FFFFFF"/>
                </a:solidFill>
              </a:defRPr>
            </a:lvl5pPr>
            <a:lvl6pPr indent="-292100" lvl="5" marL="2743200" algn="ctr">
              <a:spcBef>
                <a:spcPts val="0"/>
              </a:spcBef>
              <a:spcAft>
                <a:spcPts val="0"/>
              </a:spcAft>
              <a:buClr>
                <a:srgbClr val="FFFFFF"/>
              </a:buClr>
              <a:buSzPts val="1000"/>
              <a:buChar char="■"/>
              <a:defRPr sz="1000">
                <a:solidFill>
                  <a:srgbClr val="FFFFFF"/>
                </a:solidFill>
              </a:defRPr>
            </a:lvl6pPr>
            <a:lvl7pPr indent="-292100" lvl="6" marL="3200400" algn="ctr">
              <a:spcBef>
                <a:spcPts val="0"/>
              </a:spcBef>
              <a:spcAft>
                <a:spcPts val="0"/>
              </a:spcAft>
              <a:buClr>
                <a:srgbClr val="FFFFFF"/>
              </a:buClr>
              <a:buSzPts val="1000"/>
              <a:buChar char="●"/>
              <a:defRPr sz="1000">
                <a:solidFill>
                  <a:srgbClr val="FFFFFF"/>
                </a:solidFill>
              </a:defRPr>
            </a:lvl7pPr>
            <a:lvl8pPr indent="-292100" lvl="7" marL="3657600" algn="ctr">
              <a:spcBef>
                <a:spcPts val="0"/>
              </a:spcBef>
              <a:spcAft>
                <a:spcPts val="0"/>
              </a:spcAft>
              <a:buClr>
                <a:srgbClr val="FFFFFF"/>
              </a:buClr>
              <a:buSzPts val="1000"/>
              <a:buChar char="○"/>
              <a:defRPr sz="1000">
                <a:solidFill>
                  <a:srgbClr val="FFFFFF"/>
                </a:solidFill>
              </a:defRPr>
            </a:lvl8pPr>
            <a:lvl9pPr indent="-292100" lvl="8" marL="4114800" algn="ctr">
              <a:spcBef>
                <a:spcPts val="0"/>
              </a:spcBef>
              <a:spcAft>
                <a:spcPts val="0"/>
              </a:spcAft>
              <a:buClr>
                <a:srgbClr val="FFFFFF"/>
              </a:buClr>
              <a:buSzPts val="1000"/>
              <a:buChar char="■"/>
              <a:defRPr sz="1000">
                <a:solidFill>
                  <a:srgbClr val="FFFFFF"/>
                </a:solidFill>
              </a:defRPr>
            </a:lvl9pPr>
          </a:lstStyle>
          <a:p/>
        </p:txBody>
      </p:sp>
      <p:sp>
        <p:nvSpPr>
          <p:cNvPr id="9269" name="Google Shape;9269;p157"/>
          <p:cNvSpPr txBox="1"/>
          <p:nvPr/>
        </p:nvSpPr>
        <p:spPr>
          <a:xfrm>
            <a:off x="84825" y="598125"/>
            <a:ext cx="595500" cy="205800"/>
          </a:xfrm>
          <a:prstGeom prst="rect">
            <a:avLst/>
          </a:prstGeom>
          <a:noFill/>
          <a:ln>
            <a:noFill/>
          </a:ln>
        </p:spPr>
        <p:txBody>
          <a:bodyPr anchorCtr="0" anchor="t" bIns="18000" lIns="18000" spcFirstLastPara="1" rIns="18000" wrap="square" tIns="18000">
            <a:spAutoFit/>
          </a:bodyPr>
          <a:lstStyle/>
          <a:p>
            <a:pPr indent="0" lvl="0" marL="0" rtl="0" algn="l">
              <a:spcBef>
                <a:spcPts val="0"/>
              </a:spcBef>
              <a:spcAft>
                <a:spcPts val="0"/>
              </a:spcAft>
              <a:buNone/>
            </a:pPr>
            <a:r>
              <a:rPr lang="es-419" sz="1100">
                <a:solidFill>
                  <a:srgbClr val="FFFFFF"/>
                </a:solidFill>
              </a:rPr>
              <a:t>Nombre:</a:t>
            </a:r>
            <a:endParaRPr sz="1100">
              <a:solidFill>
                <a:srgbClr val="FFFFFF"/>
              </a:solidFill>
            </a:endParaRPr>
          </a:p>
        </p:txBody>
      </p:sp>
    </p:spTree>
  </p:cSld>
  <p:clrMapOvr>
    <a:masterClrMapping/>
  </p:clrMapOvr>
</p:sldLayout>
</file>

<file path=ppt/slideLayouts/slideLayout15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5.4 Estructura de funcionalidades">
  <p:cSld name="TITLE_3_6_1_1_1_1_1_1_1_1_1_1_1_1_1_1_1_1_1_1_1_1_1_1_1_1_3">
    <p:spTree>
      <p:nvGrpSpPr>
        <p:cNvPr id="9270" name="Shape 9270"/>
        <p:cNvGrpSpPr/>
        <p:nvPr/>
      </p:nvGrpSpPr>
      <p:grpSpPr>
        <a:xfrm>
          <a:off x="0" y="0"/>
          <a:ext cx="0" cy="0"/>
          <a:chOff x="0" y="0"/>
          <a:chExt cx="0" cy="0"/>
        </a:xfrm>
      </p:grpSpPr>
      <p:sp>
        <p:nvSpPr>
          <p:cNvPr id="9271" name="Google Shape;9271;p158"/>
          <p:cNvSpPr/>
          <p:nvPr/>
        </p:nvSpPr>
        <p:spPr>
          <a:xfrm>
            <a:off x="77688" y="358938"/>
            <a:ext cx="9935700" cy="6438000"/>
          </a:xfrm>
          <a:prstGeom prst="roundRect">
            <a:avLst>
              <a:gd fmla="val 2618" name="adj"/>
            </a:avLst>
          </a:prstGeom>
          <a:solidFill>
            <a:srgbClr val="FFFFFF"/>
          </a:solidFill>
          <a:ln cap="flat" cmpd="sng" w="38100">
            <a:solidFill>
              <a:srgbClr val="000000"/>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272" name="Google Shape;9272;p158"/>
          <p:cNvCxnSpPr/>
          <p:nvPr/>
        </p:nvCxnSpPr>
        <p:spPr>
          <a:xfrm>
            <a:off x="77688" y="772614"/>
            <a:ext cx="9935700" cy="0"/>
          </a:xfrm>
          <a:prstGeom prst="straightConnector1">
            <a:avLst/>
          </a:prstGeom>
          <a:noFill/>
          <a:ln cap="flat" cmpd="sng" w="19050">
            <a:solidFill>
              <a:srgbClr val="000000"/>
            </a:solidFill>
            <a:prstDash val="solid"/>
            <a:round/>
            <a:headEnd len="med" w="med" type="none"/>
            <a:tailEnd len="med" w="med" type="none"/>
          </a:ln>
        </p:spPr>
      </p:cxnSp>
      <p:cxnSp>
        <p:nvCxnSpPr>
          <p:cNvPr id="9273" name="Google Shape;9273;p158"/>
          <p:cNvCxnSpPr/>
          <p:nvPr/>
        </p:nvCxnSpPr>
        <p:spPr>
          <a:xfrm rot="10800000">
            <a:off x="2439038" y="368188"/>
            <a:ext cx="0" cy="402300"/>
          </a:xfrm>
          <a:prstGeom prst="straightConnector1">
            <a:avLst/>
          </a:prstGeom>
          <a:noFill/>
          <a:ln cap="flat" cmpd="sng" w="19050">
            <a:solidFill>
              <a:srgbClr val="000000"/>
            </a:solidFill>
            <a:prstDash val="solid"/>
            <a:round/>
            <a:headEnd len="med" w="med" type="none"/>
            <a:tailEnd len="med" w="med" type="none"/>
          </a:ln>
        </p:spPr>
      </p:cxnSp>
      <p:sp>
        <p:nvSpPr>
          <p:cNvPr id="9274" name="Google Shape;9274;p158"/>
          <p:cNvSpPr/>
          <p:nvPr/>
        </p:nvSpPr>
        <p:spPr>
          <a:xfrm>
            <a:off x="77688" y="349338"/>
            <a:ext cx="2361300" cy="421200"/>
          </a:xfrm>
          <a:prstGeom prst="roundRect">
            <a:avLst>
              <a:gd fmla="val 50000" name="adj"/>
            </a:avLst>
          </a:prstGeom>
          <a:solidFill>
            <a:srgbClr val="000000"/>
          </a:solidFill>
          <a:ln cap="flat" cmpd="sng" w="9525">
            <a:solidFill>
              <a:srgbClr val="000000"/>
            </a:solidFill>
            <a:prstDash val="solid"/>
            <a:round/>
            <a:headEnd len="sm" w="sm" type="none"/>
            <a:tailEnd len="sm" w="sm" type="none"/>
          </a:ln>
        </p:spPr>
        <p:txBody>
          <a:bodyPr anchorCtr="0" anchor="ctr" bIns="91425" lIns="0" spcFirstLastPara="1" rIns="0" wrap="square" tIns="91425">
            <a:noAutofit/>
          </a:bodyPr>
          <a:lstStyle/>
          <a:p>
            <a:pPr indent="0" lvl="0" marL="0" rtl="0" algn="ctr">
              <a:spcBef>
                <a:spcPts val="0"/>
              </a:spcBef>
              <a:spcAft>
                <a:spcPts val="0"/>
              </a:spcAft>
              <a:buNone/>
            </a:pPr>
            <a:r>
              <a:rPr b="1" lang="es-419" sz="1100">
                <a:solidFill>
                  <a:srgbClr val="FFFFFF"/>
                </a:solidFill>
              </a:rPr>
              <a:t>Estructura de Funcionalidades</a:t>
            </a:r>
            <a:endParaRPr b="1" sz="1100">
              <a:solidFill>
                <a:srgbClr val="FFFFFF"/>
              </a:solidFill>
            </a:endParaRPr>
          </a:p>
          <a:p>
            <a:pPr indent="0" lvl="0" marL="0" rtl="0" algn="ctr">
              <a:spcBef>
                <a:spcPts val="0"/>
              </a:spcBef>
              <a:spcAft>
                <a:spcPts val="0"/>
              </a:spcAft>
              <a:buNone/>
            </a:pPr>
            <a:r>
              <a:t/>
            </a:r>
            <a:endParaRPr b="1" sz="1200">
              <a:solidFill>
                <a:srgbClr val="FFFFFF"/>
              </a:solidFill>
            </a:endParaRPr>
          </a:p>
        </p:txBody>
      </p:sp>
      <p:sp>
        <p:nvSpPr>
          <p:cNvPr id="9275" name="Google Shape;9275;p158"/>
          <p:cNvSpPr/>
          <p:nvPr/>
        </p:nvSpPr>
        <p:spPr>
          <a:xfrm>
            <a:off x="83988" y="595504"/>
            <a:ext cx="190200" cy="1692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6" name="Google Shape;9276;p158"/>
          <p:cNvSpPr/>
          <p:nvPr/>
        </p:nvSpPr>
        <p:spPr>
          <a:xfrm>
            <a:off x="2350598" y="358950"/>
            <a:ext cx="88500" cy="4023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7" name="Google Shape;9277;p158"/>
          <p:cNvSpPr/>
          <p:nvPr/>
        </p:nvSpPr>
        <p:spPr>
          <a:xfrm>
            <a:off x="2277739" y="663750"/>
            <a:ext cx="88500" cy="1089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8" name="Google Shape;9278;p158"/>
          <p:cNvSpPr txBox="1"/>
          <p:nvPr/>
        </p:nvSpPr>
        <p:spPr>
          <a:xfrm>
            <a:off x="2524025" y="387675"/>
            <a:ext cx="15012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Unid. Organizacional:</a:t>
            </a:r>
            <a:endParaRPr b="1" sz="1100"/>
          </a:p>
        </p:txBody>
      </p:sp>
      <p:sp>
        <p:nvSpPr>
          <p:cNvPr id="9279" name="Google Shape;9279;p158"/>
          <p:cNvSpPr txBox="1"/>
          <p:nvPr/>
        </p:nvSpPr>
        <p:spPr>
          <a:xfrm>
            <a:off x="2524020" y="579550"/>
            <a:ext cx="6846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Alcance:</a:t>
            </a:r>
            <a:endParaRPr b="1" sz="1100"/>
          </a:p>
        </p:txBody>
      </p:sp>
      <p:sp>
        <p:nvSpPr>
          <p:cNvPr id="9280" name="Google Shape;9280;p158"/>
          <p:cNvSpPr txBox="1"/>
          <p:nvPr>
            <p:ph type="title"/>
          </p:nvPr>
        </p:nvSpPr>
        <p:spPr>
          <a:xfrm flipH="1">
            <a:off x="4025374" y="387675"/>
            <a:ext cx="5863200" cy="1692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000"/>
              <a:buNone/>
              <a:defRPr sz="1000">
                <a:solidFill>
                  <a:srgbClr val="000000"/>
                </a:solidFill>
              </a:defRPr>
            </a:lvl1pPr>
            <a:lvl2pPr lvl="1">
              <a:spcBef>
                <a:spcPts val="0"/>
              </a:spcBef>
              <a:spcAft>
                <a:spcPts val="0"/>
              </a:spcAft>
              <a:buClr>
                <a:srgbClr val="000000"/>
              </a:buClr>
              <a:buSzPts val="1000"/>
              <a:buNone/>
              <a:defRPr sz="1000">
                <a:solidFill>
                  <a:srgbClr val="000000"/>
                </a:solidFill>
              </a:defRPr>
            </a:lvl2pPr>
            <a:lvl3pPr lvl="2">
              <a:spcBef>
                <a:spcPts val="0"/>
              </a:spcBef>
              <a:spcAft>
                <a:spcPts val="0"/>
              </a:spcAft>
              <a:buClr>
                <a:srgbClr val="000000"/>
              </a:buClr>
              <a:buSzPts val="1000"/>
              <a:buNone/>
              <a:defRPr sz="1000">
                <a:solidFill>
                  <a:srgbClr val="000000"/>
                </a:solidFill>
              </a:defRPr>
            </a:lvl3pPr>
            <a:lvl4pPr lvl="3">
              <a:spcBef>
                <a:spcPts val="0"/>
              </a:spcBef>
              <a:spcAft>
                <a:spcPts val="0"/>
              </a:spcAft>
              <a:buClr>
                <a:srgbClr val="000000"/>
              </a:buClr>
              <a:buSzPts val="1000"/>
              <a:buNone/>
              <a:defRPr sz="1000">
                <a:solidFill>
                  <a:srgbClr val="000000"/>
                </a:solidFill>
              </a:defRPr>
            </a:lvl4pPr>
            <a:lvl5pPr lvl="4">
              <a:spcBef>
                <a:spcPts val="0"/>
              </a:spcBef>
              <a:spcAft>
                <a:spcPts val="0"/>
              </a:spcAft>
              <a:buClr>
                <a:srgbClr val="000000"/>
              </a:buClr>
              <a:buSzPts val="1000"/>
              <a:buNone/>
              <a:defRPr sz="1000">
                <a:solidFill>
                  <a:srgbClr val="000000"/>
                </a:solidFill>
              </a:defRPr>
            </a:lvl5pPr>
            <a:lvl6pPr lvl="5">
              <a:spcBef>
                <a:spcPts val="0"/>
              </a:spcBef>
              <a:spcAft>
                <a:spcPts val="0"/>
              </a:spcAft>
              <a:buClr>
                <a:srgbClr val="000000"/>
              </a:buClr>
              <a:buSzPts val="1000"/>
              <a:buNone/>
              <a:defRPr sz="1000">
                <a:solidFill>
                  <a:srgbClr val="000000"/>
                </a:solidFill>
              </a:defRPr>
            </a:lvl6pPr>
            <a:lvl7pPr lvl="6">
              <a:spcBef>
                <a:spcPts val="0"/>
              </a:spcBef>
              <a:spcAft>
                <a:spcPts val="0"/>
              </a:spcAft>
              <a:buClr>
                <a:srgbClr val="000000"/>
              </a:buClr>
              <a:buSzPts val="1000"/>
              <a:buNone/>
              <a:defRPr sz="1000">
                <a:solidFill>
                  <a:srgbClr val="000000"/>
                </a:solidFill>
              </a:defRPr>
            </a:lvl7pPr>
            <a:lvl8pPr lvl="7">
              <a:spcBef>
                <a:spcPts val="0"/>
              </a:spcBef>
              <a:spcAft>
                <a:spcPts val="0"/>
              </a:spcAft>
              <a:buClr>
                <a:srgbClr val="000000"/>
              </a:buClr>
              <a:buSzPts val="1000"/>
              <a:buNone/>
              <a:defRPr sz="1000">
                <a:solidFill>
                  <a:srgbClr val="000000"/>
                </a:solidFill>
              </a:defRPr>
            </a:lvl8pPr>
            <a:lvl9pPr lvl="8">
              <a:spcBef>
                <a:spcPts val="0"/>
              </a:spcBef>
              <a:spcAft>
                <a:spcPts val="0"/>
              </a:spcAft>
              <a:buClr>
                <a:srgbClr val="000000"/>
              </a:buClr>
              <a:buSzPts val="1000"/>
              <a:buNone/>
              <a:defRPr sz="1000">
                <a:solidFill>
                  <a:srgbClr val="000000"/>
                </a:solidFill>
              </a:defRPr>
            </a:lvl9pPr>
          </a:lstStyle>
          <a:p/>
        </p:txBody>
      </p:sp>
      <p:sp>
        <p:nvSpPr>
          <p:cNvPr id="9281" name="Google Shape;9281;p158"/>
          <p:cNvSpPr txBox="1"/>
          <p:nvPr>
            <p:ph idx="2" type="title"/>
          </p:nvPr>
        </p:nvSpPr>
        <p:spPr>
          <a:xfrm flipH="1">
            <a:off x="3208773" y="579550"/>
            <a:ext cx="6679800" cy="1692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000"/>
              <a:buNone/>
              <a:defRPr sz="1000">
                <a:solidFill>
                  <a:srgbClr val="000000"/>
                </a:solidFill>
              </a:defRPr>
            </a:lvl1pPr>
            <a:lvl2pPr lvl="1">
              <a:spcBef>
                <a:spcPts val="0"/>
              </a:spcBef>
              <a:spcAft>
                <a:spcPts val="0"/>
              </a:spcAft>
              <a:buClr>
                <a:srgbClr val="000000"/>
              </a:buClr>
              <a:buSzPts val="1000"/>
              <a:buNone/>
              <a:defRPr sz="1000">
                <a:solidFill>
                  <a:srgbClr val="000000"/>
                </a:solidFill>
              </a:defRPr>
            </a:lvl2pPr>
            <a:lvl3pPr lvl="2">
              <a:spcBef>
                <a:spcPts val="0"/>
              </a:spcBef>
              <a:spcAft>
                <a:spcPts val="0"/>
              </a:spcAft>
              <a:buClr>
                <a:srgbClr val="000000"/>
              </a:buClr>
              <a:buSzPts val="1000"/>
              <a:buNone/>
              <a:defRPr sz="1000">
                <a:solidFill>
                  <a:srgbClr val="000000"/>
                </a:solidFill>
              </a:defRPr>
            </a:lvl3pPr>
            <a:lvl4pPr lvl="3">
              <a:spcBef>
                <a:spcPts val="0"/>
              </a:spcBef>
              <a:spcAft>
                <a:spcPts val="0"/>
              </a:spcAft>
              <a:buClr>
                <a:srgbClr val="000000"/>
              </a:buClr>
              <a:buSzPts val="1000"/>
              <a:buNone/>
              <a:defRPr sz="1000">
                <a:solidFill>
                  <a:srgbClr val="000000"/>
                </a:solidFill>
              </a:defRPr>
            </a:lvl4pPr>
            <a:lvl5pPr lvl="4">
              <a:spcBef>
                <a:spcPts val="0"/>
              </a:spcBef>
              <a:spcAft>
                <a:spcPts val="0"/>
              </a:spcAft>
              <a:buClr>
                <a:srgbClr val="000000"/>
              </a:buClr>
              <a:buSzPts val="1000"/>
              <a:buNone/>
              <a:defRPr sz="1000">
                <a:solidFill>
                  <a:srgbClr val="000000"/>
                </a:solidFill>
              </a:defRPr>
            </a:lvl5pPr>
            <a:lvl6pPr lvl="5">
              <a:spcBef>
                <a:spcPts val="0"/>
              </a:spcBef>
              <a:spcAft>
                <a:spcPts val="0"/>
              </a:spcAft>
              <a:buClr>
                <a:srgbClr val="000000"/>
              </a:buClr>
              <a:buSzPts val="1000"/>
              <a:buNone/>
              <a:defRPr sz="1000">
                <a:solidFill>
                  <a:srgbClr val="000000"/>
                </a:solidFill>
              </a:defRPr>
            </a:lvl6pPr>
            <a:lvl7pPr lvl="6">
              <a:spcBef>
                <a:spcPts val="0"/>
              </a:spcBef>
              <a:spcAft>
                <a:spcPts val="0"/>
              </a:spcAft>
              <a:buClr>
                <a:srgbClr val="000000"/>
              </a:buClr>
              <a:buSzPts val="1000"/>
              <a:buNone/>
              <a:defRPr sz="1000">
                <a:solidFill>
                  <a:srgbClr val="000000"/>
                </a:solidFill>
              </a:defRPr>
            </a:lvl7pPr>
            <a:lvl8pPr lvl="7">
              <a:spcBef>
                <a:spcPts val="0"/>
              </a:spcBef>
              <a:spcAft>
                <a:spcPts val="0"/>
              </a:spcAft>
              <a:buClr>
                <a:srgbClr val="000000"/>
              </a:buClr>
              <a:buSzPts val="1000"/>
              <a:buNone/>
              <a:defRPr sz="1000">
                <a:solidFill>
                  <a:srgbClr val="000000"/>
                </a:solidFill>
              </a:defRPr>
            </a:lvl8pPr>
            <a:lvl9pPr lvl="8">
              <a:spcBef>
                <a:spcPts val="0"/>
              </a:spcBef>
              <a:spcAft>
                <a:spcPts val="0"/>
              </a:spcAft>
              <a:buClr>
                <a:srgbClr val="000000"/>
              </a:buClr>
              <a:buSzPts val="1000"/>
              <a:buNone/>
              <a:defRPr sz="1000">
                <a:solidFill>
                  <a:srgbClr val="000000"/>
                </a:solidFill>
              </a:defRPr>
            </a:lvl9pPr>
          </a:lstStyle>
          <a:p/>
        </p:txBody>
      </p:sp>
      <p:sp>
        <p:nvSpPr>
          <p:cNvPr id="9282" name="Google Shape;9282;p158"/>
          <p:cNvSpPr txBox="1"/>
          <p:nvPr>
            <p:ph idx="1" type="body"/>
          </p:nvPr>
        </p:nvSpPr>
        <p:spPr>
          <a:xfrm>
            <a:off x="641150" y="612125"/>
            <a:ext cx="1770300" cy="160500"/>
          </a:xfrm>
          <a:prstGeom prst="rect">
            <a:avLst/>
          </a:prstGeom>
          <a:noFill/>
          <a:ln>
            <a:noFill/>
          </a:ln>
        </p:spPr>
        <p:txBody>
          <a:bodyPr anchorCtr="0" anchor="t" bIns="0" lIns="0" spcFirstLastPara="1" rIns="0" wrap="square" tIns="0">
            <a:noAutofit/>
          </a:bodyPr>
          <a:lstStyle>
            <a:lvl1pPr indent="-292100" lvl="0" marL="457200" algn="ctr">
              <a:spcBef>
                <a:spcPts val="0"/>
              </a:spcBef>
              <a:spcAft>
                <a:spcPts val="0"/>
              </a:spcAft>
              <a:buClr>
                <a:srgbClr val="FFFFFF"/>
              </a:buClr>
              <a:buSzPts val="1000"/>
              <a:buChar char="●"/>
              <a:defRPr sz="1000">
                <a:solidFill>
                  <a:srgbClr val="FFFFFF"/>
                </a:solidFill>
              </a:defRPr>
            </a:lvl1pPr>
            <a:lvl2pPr indent="-292100" lvl="1" marL="914400" algn="ctr">
              <a:spcBef>
                <a:spcPts val="0"/>
              </a:spcBef>
              <a:spcAft>
                <a:spcPts val="0"/>
              </a:spcAft>
              <a:buClr>
                <a:srgbClr val="FFFFFF"/>
              </a:buClr>
              <a:buSzPts val="1000"/>
              <a:buChar char="○"/>
              <a:defRPr sz="1000">
                <a:solidFill>
                  <a:srgbClr val="FFFFFF"/>
                </a:solidFill>
              </a:defRPr>
            </a:lvl2pPr>
            <a:lvl3pPr indent="-292100" lvl="2" marL="1371600" algn="ctr">
              <a:spcBef>
                <a:spcPts val="0"/>
              </a:spcBef>
              <a:spcAft>
                <a:spcPts val="0"/>
              </a:spcAft>
              <a:buClr>
                <a:srgbClr val="FFFFFF"/>
              </a:buClr>
              <a:buSzPts val="1000"/>
              <a:buChar char="■"/>
              <a:defRPr sz="1000">
                <a:solidFill>
                  <a:srgbClr val="FFFFFF"/>
                </a:solidFill>
              </a:defRPr>
            </a:lvl3pPr>
            <a:lvl4pPr indent="-292100" lvl="3" marL="1828800" algn="ctr">
              <a:spcBef>
                <a:spcPts val="0"/>
              </a:spcBef>
              <a:spcAft>
                <a:spcPts val="0"/>
              </a:spcAft>
              <a:buClr>
                <a:srgbClr val="FFFFFF"/>
              </a:buClr>
              <a:buSzPts val="1000"/>
              <a:buChar char="●"/>
              <a:defRPr sz="1000">
                <a:solidFill>
                  <a:srgbClr val="FFFFFF"/>
                </a:solidFill>
              </a:defRPr>
            </a:lvl4pPr>
            <a:lvl5pPr indent="-292100" lvl="4" marL="2286000" algn="ctr">
              <a:spcBef>
                <a:spcPts val="0"/>
              </a:spcBef>
              <a:spcAft>
                <a:spcPts val="0"/>
              </a:spcAft>
              <a:buClr>
                <a:srgbClr val="FFFFFF"/>
              </a:buClr>
              <a:buSzPts val="1000"/>
              <a:buChar char="○"/>
              <a:defRPr sz="1000">
                <a:solidFill>
                  <a:srgbClr val="FFFFFF"/>
                </a:solidFill>
              </a:defRPr>
            </a:lvl5pPr>
            <a:lvl6pPr indent="-292100" lvl="5" marL="2743200" algn="ctr">
              <a:spcBef>
                <a:spcPts val="0"/>
              </a:spcBef>
              <a:spcAft>
                <a:spcPts val="0"/>
              </a:spcAft>
              <a:buClr>
                <a:srgbClr val="FFFFFF"/>
              </a:buClr>
              <a:buSzPts val="1000"/>
              <a:buChar char="■"/>
              <a:defRPr sz="1000">
                <a:solidFill>
                  <a:srgbClr val="FFFFFF"/>
                </a:solidFill>
              </a:defRPr>
            </a:lvl6pPr>
            <a:lvl7pPr indent="-292100" lvl="6" marL="3200400" algn="ctr">
              <a:spcBef>
                <a:spcPts val="0"/>
              </a:spcBef>
              <a:spcAft>
                <a:spcPts val="0"/>
              </a:spcAft>
              <a:buClr>
                <a:srgbClr val="FFFFFF"/>
              </a:buClr>
              <a:buSzPts val="1000"/>
              <a:buChar char="●"/>
              <a:defRPr sz="1000">
                <a:solidFill>
                  <a:srgbClr val="FFFFFF"/>
                </a:solidFill>
              </a:defRPr>
            </a:lvl7pPr>
            <a:lvl8pPr indent="-292100" lvl="7" marL="3657600" algn="ctr">
              <a:spcBef>
                <a:spcPts val="0"/>
              </a:spcBef>
              <a:spcAft>
                <a:spcPts val="0"/>
              </a:spcAft>
              <a:buClr>
                <a:srgbClr val="FFFFFF"/>
              </a:buClr>
              <a:buSzPts val="1000"/>
              <a:buChar char="○"/>
              <a:defRPr sz="1000">
                <a:solidFill>
                  <a:srgbClr val="FFFFFF"/>
                </a:solidFill>
              </a:defRPr>
            </a:lvl8pPr>
            <a:lvl9pPr indent="-292100" lvl="8" marL="4114800" algn="ctr">
              <a:spcBef>
                <a:spcPts val="0"/>
              </a:spcBef>
              <a:spcAft>
                <a:spcPts val="0"/>
              </a:spcAft>
              <a:buClr>
                <a:srgbClr val="FFFFFF"/>
              </a:buClr>
              <a:buSzPts val="1000"/>
              <a:buChar char="■"/>
              <a:defRPr sz="1000">
                <a:solidFill>
                  <a:srgbClr val="FFFFFF"/>
                </a:solidFill>
              </a:defRPr>
            </a:lvl9pPr>
          </a:lstStyle>
          <a:p/>
        </p:txBody>
      </p:sp>
      <p:sp>
        <p:nvSpPr>
          <p:cNvPr id="9283" name="Google Shape;9283;p158"/>
          <p:cNvSpPr txBox="1"/>
          <p:nvPr/>
        </p:nvSpPr>
        <p:spPr>
          <a:xfrm>
            <a:off x="84825" y="598125"/>
            <a:ext cx="595500" cy="205800"/>
          </a:xfrm>
          <a:prstGeom prst="rect">
            <a:avLst/>
          </a:prstGeom>
          <a:noFill/>
          <a:ln>
            <a:noFill/>
          </a:ln>
        </p:spPr>
        <p:txBody>
          <a:bodyPr anchorCtr="0" anchor="t" bIns="18000" lIns="18000" spcFirstLastPara="1" rIns="18000" wrap="square" tIns="18000">
            <a:spAutoFit/>
          </a:bodyPr>
          <a:lstStyle/>
          <a:p>
            <a:pPr indent="0" lvl="0" marL="0" rtl="0" algn="l">
              <a:spcBef>
                <a:spcPts val="0"/>
              </a:spcBef>
              <a:spcAft>
                <a:spcPts val="0"/>
              </a:spcAft>
              <a:buNone/>
            </a:pPr>
            <a:r>
              <a:rPr lang="es-419" sz="1100">
                <a:solidFill>
                  <a:srgbClr val="FFFFFF"/>
                </a:solidFill>
              </a:rPr>
              <a:t>Nombre:</a:t>
            </a:r>
            <a:endParaRPr sz="1100">
              <a:solidFill>
                <a:srgbClr val="FFFFFF"/>
              </a:solidFill>
            </a:endParaRPr>
          </a:p>
        </p:txBody>
      </p:sp>
      <p:sp>
        <p:nvSpPr>
          <p:cNvPr id="9284" name="Google Shape;9284;p158"/>
          <p:cNvSpPr/>
          <p:nvPr/>
        </p:nvSpPr>
        <p:spPr>
          <a:xfrm>
            <a:off x="-4072200" y="1195200"/>
            <a:ext cx="3319800" cy="5224800"/>
          </a:xfrm>
          <a:prstGeom prst="roundRect">
            <a:avLst>
              <a:gd fmla="val 4230" name="adj"/>
            </a:avLst>
          </a:prstGeom>
          <a:solidFill>
            <a:srgbClr val="F3F3F3"/>
          </a:solidFill>
          <a:ln cap="flat" cmpd="sng" w="9525">
            <a:solidFill>
              <a:srgbClr val="F3F3F3"/>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t" bIns="91425" lIns="91425" spcFirstLastPara="1" rIns="91425" wrap="square" tIns="91425">
            <a:noAutofit/>
          </a:bodyPr>
          <a:lstStyle/>
          <a:p>
            <a:pPr indent="0" lvl="0" marL="0" rtl="0" algn="ctr">
              <a:spcBef>
                <a:spcPts val="0"/>
              </a:spcBef>
              <a:spcAft>
                <a:spcPts val="0"/>
              </a:spcAft>
              <a:buNone/>
            </a:pPr>
            <a:r>
              <a:rPr lang="es-419"/>
              <a:t>Paleta</a:t>
            </a:r>
            <a:endParaRPr/>
          </a:p>
        </p:txBody>
      </p:sp>
    </p:spTree>
  </p:cSld>
  <p:clrMapOvr>
    <a:masterClrMapping/>
  </p:clrMapOvr>
</p:sldLayout>
</file>

<file path=ppt/slideLayouts/slideLayout15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5.1 Puntos de Automatización">
  <p:cSld name="TITLE_3_6_1_1_1_1_1_1_1_1_1_1_1_1_1_1_1_1_1_1_1_1_1_1_1_1_2">
    <p:spTree>
      <p:nvGrpSpPr>
        <p:cNvPr id="9285" name="Shape 9285"/>
        <p:cNvGrpSpPr/>
        <p:nvPr/>
      </p:nvGrpSpPr>
      <p:grpSpPr>
        <a:xfrm>
          <a:off x="0" y="0"/>
          <a:ext cx="0" cy="0"/>
          <a:chOff x="0" y="0"/>
          <a:chExt cx="0" cy="0"/>
        </a:xfrm>
      </p:grpSpPr>
      <p:sp>
        <p:nvSpPr>
          <p:cNvPr id="9286" name="Google Shape;9286;p159"/>
          <p:cNvSpPr/>
          <p:nvPr/>
        </p:nvSpPr>
        <p:spPr>
          <a:xfrm>
            <a:off x="77688" y="358938"/>
            <a:ext cx="9935700" cy="6438000"/>
          </a:xfrm>
          <a:prstGeom prst="roundRect">
            <a:avLst>
              <a:gd fmla="val 2618" name="adj"/>
            </a:avLst>
          </a:prstGeom>
          <a:solidFill>
            <a:srgbClr val="FFFFFF"/>
          </a:solidFill>
          <a:ln cap="flat" cmpd="sng" w="38100">
            <a:solidFill>
              <a:srgbClr val="000000"/>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287" name="Google Shape;9287;p159"/>
          <p:cNvCxnSpPr/>
          <p:nvPr/>
        </p:nvCxnSpPr>
        <p:spPr>
          <a:xfrm>
            <a:off x="77688" y="772614"/>
            <a:ext cx="9935700" cy="0"/>
          </a:xfrm>
          <a:prstGeom prst="straightConnector1">
            <a:avLst/>
          </a:prstGeom>
          <a:noFill/>
          <a:ln cap="flat" cmpd="sng" w="19050">
            <a:solidFill>
              <a:srgbClr val="000000"/>
            </a:solidFill>
            <a:prstDash val="solid"/>
            <a:round/>
            <a:headEnd len="med" w="med" type="none"/>
            <a:tailEnd len="med" w="med" type="none"/>
          </a:ln>
        </p:spPr>
      </p:cxnSp>
      <p:cxnSp>
        <p:nvCxnSpPr>
          <p:cNvPr id="9288" name="Google Shape;9288;p159"/>
          <p:cNvCxnSpPr/>
          <p:nvPr/>
        </p:nvCxnSpPr>
        <p:spPr>
          <a:xfrm rot="10800000">
            <a:off x="2439038" y="368188"/>
            <a:ext cx="0" cy="402300"/>
          </a:xfrm>
          <a:prstGeom prst="straightConnector1">
            <a:avLst/>
          </a:prstGeom>
          <a:noFill/>
          <a:ln cap="flat" cmpd="sng" w="19050">
            <a:solidFill>
              <a:srgbClr val="000000"/>
            </a:solidFill>
            <a:prstDash val="solid"/>
            <a:round/>
            <a:headEnd len="med" w="med" type="none"/>
            <a:tailEnd len="med" w="med" type="none"/>
          </a:ln>
        </p:spPr>
      </p:cxnSp>
      <p:sp>
        <p:nvSpPr>
          <p:cNvPr id="9289" name="Google Shape;9289;p159"/>
          <p:cNvSpPr txBox="1"/>
          <p:nvPr>
            <p:ph type="title"/>
          </p:nvPr>
        </p:nvSpPr>
        <p:spPr>
          <a:xfrm flipH="1">
            <a:off x="3219174" y="437575"/>
            <a:ext cx="1731300" cy="2658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200"/>
              <a:buNone/>
              <a:defRPr sz="1200">
                <a:solidFill>
                  <a:srgbClr val="000000"/>
                </a:solidFill>
              </a:defRPr>
            </a:lvl1pPr>
            <a:lvl2pPr lvl="1">
              <a:spcBef>
                <a:spcPts val="0"/>
              </a:spcBef>
              <a:spcAft>
                <a:spcPts val="0"/>
              </a:spcAft>
              <a:buClr>
                <a:srgbClr val="000000"/>
              </a:buClr>
              <a:buSzPts val="1100"/>
              <a:buNone/>
              <a:defRPr sz="1100">
                <a:solidFill>
                  <a:srgbClr val="000000"/>
                </a:solidFill>
              </a:defRPr>
            </a:lvl2pPr>
            <a:lvl3pPr lvl="2">
              <a:spcBef>
                <a:spcPts val="0"/>
              </a:spcBef>
              <a:spcAft>
                <a:spcPts val="0"/>
              </a:spcAft>
              <a:buClr>
                <a:srgbClr val="000000"/>
              </a:buClr>
              <a:buSzPts val="1100"/>
              <a:buNone/>
              <a:defRPr sz="1100">
                <a:solidFill>
                  <a:srgbClr val="000000"/>
                </a:solidFill>
              </a:defRPr>
            </a:lvl3pPr>
            <a:lvl4pPr lvl="3">
              <a:spcBef>
                <a:spcPts val="0"/>
              </a:spcBef>
              <a:spcAft>
                <a:spcPts val="0"/>
              </a:spcAft>
              <a:buClr>
                <a:srgbClr val="000000"/>
              </a:buClr>
              <a:buSzPts val="1100"/>
              <a:buNone/>
              <a:defRPr sz="1100">
                <a:solidFill>
                  <a:srgbClr val="000000"/>
                </a:solidFill>
              </a:defRPr>
            </a:lvl4pPr>
            <a:lvl5pPr lvl="4">
              <a:spcBef>
                <a:spcPts val="0"/>
              </a:spcBef>
              <a:spcAft>
                <a:spcPts val="0"/>
              </a:spcAft>
              <a:buClr>
                <a:srgbClr val="000000"/>
              </a:buClr>
              <a:buSzPts val="1100"/>
              <a:buNone/>
              <a:defRPr sz="1100">
                <a:solidFill>
                  <a:srgbClr val="000000"/>
                </a:solidFill>
              </a:defRPr>
            </a:lvl5pPr>
            <a:lvl6pPr lvl="5">
              <a:spcBef>
                <a:spcPts val="0"/>
              </a:spcBef>
              <a:spcAft>
                <a:spcPts val="0"/>
              </a:spcAft>
              <a:buClr>
                <a:srgbClr val="000000"/>
              </a:buClr>
              <a:buSzPts val="1100"/>
              <a:buNone/>
              <a:defRPr sz="1100">
                <a:solidFill>
                  <a:srgbClr val="000000"/>
                </a:solidFill>
              </a:defRPr>
            </a:lvl6pPr>
            <a:lvl7pPr lvl="6">
              <a:spcBef>
                <a:spcPts val="0"/>
              </a:spcBef>
              <a:spcAft>
                <a:spcPts val="0"/>
              </a:spcAft>
              <a:buClr>
                <a:srgbClr val="000000"/>
              </a:buClr>
              <a:buSzPts val="1100"/>
              <a:buNone/>
              <a:defRPr sz="1100">
                <a:solidFill>
                  <a:srgbClr val="000000"/>
                </a:solidFill>
              </a:defRPr>
            </a:lvl7pPr>
            <a:lvl8pPr lvl="7">
              <a:spcBef>
                <a:spcPts val="0"/>
              </a:spcBef>
              <a:spcAft>
                <a:spcPts val="0"/>
              </a:spcAft>
              <a:buClr>
                <a:srgbClr val="000000"/>
              </a:buClr>
              <a:buSzPts val="1100"/>
              <a:buNone/>
              <a:defRPr sz="1100">
                <a:solidFill>
                  <a:srgbClr val="000000"/>
                </a:solidFill>
              </a:defRPr>
            </a:lvl8pPr>
            <a:lvl9pPr lvl="8">
              <a:spcBef>
                <a:spcPts val="0"/>
              </a:spcBef>
              <a:spcAft>
                <a:spcPts val="0"/>
              </a:spcAft>
              <a:buClr>
                <a:srgbClr val="000000"/>
              </a:buClr>
              <a:buSzPts val="1100"/>
              <a:buNone/>
              <a:defRPr sz="1100">
                <a:solidFill>
                  <a:srgbClr val="000000"/>
                </a:solidFill>
              </a:defRPr>
            </a:lvl9pPr>
          </a:lstStyle>
          <a:p/>
        </p:txBody>
      </p:sp>
      <p:sp>
        <p:nvSpPr>
          <p:cNvPr id="9290" name="Google Shape;9290;p159"/>
          <p:cNvSpPr txBox="1"/>
          <p:nvPr/>
        </p:nvSpPr>
        <p:spPr>
          <a:xfrm>
            <a:off x="2513487" y="437267"/>
            <a:ext cx="679500" cy="2664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b="1" lang="es-419" sz="1100"/>
              <a:t>Proceso:</a:t>
            </a:r>
            <a:endParaRPr b="1" sz="1100"/>
          </a:p>
        </p:txBody>
      </p:sp>
      <p:cxnSp>
        <p:nvCxnSpPr>
          <p:cNvPr id="9291" name="Google Shape;9291;p159"/>
          <p:cNvCxnSpPr/>
          <p:nvPr/>
        </p:nvCxnSpPr>
        <p:spPr>
          <a:xfrm rot="10800000">
            <a:off x="5070754" y="368188"/>
            <a:ext cx="0" cy="402300"/>
          </a:xfrm>
          <a:prstGeom prst="straightConnector1">
            <a:avLst/>
          </a:prstGeom>
          <a:noFill/>
          <a:ln cap="flat" cmpd="sng" w="19050">
            <a:solidFill>
              <a:srgbClr val="000000"/>
            </a:solidFill>
            <a:prstDash val="solid"/>
            <a:round/>
            <a:headEnd len="med" w="med" type="none"/>
            <a:tailEnd len="med" w="med" type="none"/>
          </a:ln>
        </p:spPr>
      </p:cxnSp>
      <p:sp>
        <p:nvSpPr>
          <p:cNvPr id="9292" name="Google Shape;9292;p159"/>
          <p:cNvSpPr txBox="1"/>
          <p:nvPr/>
        </p:nvSpPr>
        <p:spPr>
          <a:xfrm>
            <a:off x="5191013" y="387663"/>
            <a:ext cx="13026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Finalidad empresa:</a:t>
            </a:r>
            <a:endParaRPr b="1" sz="1100"/>
          </a:p>
        </p:txBody>
      </p:sp>
      <p:sp>
        <p:nvSpPr>
          <p:cNvPr id="9293" name="Google Shape;9293;p159"/>
          <p:cNvSpPr txBox="1"/>
          <p:nvPr/>
        </p:nvSpPr>
        <p:spPr>
          <a:xfrm>
            <a:off x="5191013" y="579538"/>
            <a:ext cx="11637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Finalidad cliente:</a:t>
            </a:r>
            <a:endParaRPr b="1" sz="1100"/>
          </a:p>
        </p:txBody>
      </p:sp>
      <p:sp>
        <p:nvSpPr>
          <p:cNvPr id="9294" name="Google Shape;9294;p159"/>
          <p:cNvSpPr/>
          <p:nvPr/>
        </p:nvSpPr>
        <p:spPr>
          <a:xfrm>
            <a:off x="77688" y="349338"/>
            <a:ext cx="2361300" cy="421200"/>
          </a:xfrm>
          <a:prstGeom prst="roundRect">
            <a:avLst>
              <a:gd fmla="val 50000" name="adj"/>
            </a:avLst>
          </a:prstGeom>
          <a:solidFill>
            <a:srgbClr val="000000"/>
          </a:solidFill>
          <a:ln cap="flat" cmpd="sng" w="9525">
            <a:solidFill>
              <a:srgbClr val="000000"/>
            </a:solidFill>
            <a:prstDash val="solid"/>
            <a:round/>
            <a:headEnd len="sm" w="sm" type="none"/>
            <a:tailEnd len="sm" w="sm" type="none"/>
          </a:ln>
        </p:spPr>
        <p:txBody>
          <a:bodyPr anchorCtr="0" anchor="ctr" bIns="91425" lIns="0" spcFirstLastPara="1" rIns="0" wrap="square" tIns="91425">
            <a:noAutofit/>
          </a:bodyPr>
          <a:lstStyle/>
          <a:p>
            <a:pPr indent="0" lvl="0" marL="0" rtl="0" algn="ctr">
              <a:spcBef>
                <a:spcPts val="0"/>
              </a:spcBef>
              <a:spcAft>
                <a:spcPts val="0"/>
              </a:spcAft>
              <a:buNone/>
            </a:pPr>
            <a:r>
              <a:rPr b="1" lang="es-419" sz="1100">
                <a:solidFill>
                  <a:srgbClr val="FFFFFF"/>
                </a:solidFill>
              </a:rPr>
              <a:t>Puntos de Automatización</a:t>
            </a:r>
            <a:endParaRPr b="1" sz="1100">
              <a:solidFill>
                <a:srgbClr val="FFFFFF"/>
              </a:solidFill>
            </a:endParaRPr>
          </a:p>
          <a:p>
            <a:pPr indent="0" lvl="0" marL="0" rtl="0" algn="ctr">
              <a:spcBef>
                <a:spcPts val="0"/>
              </a:spcBef>
              <a:spcAft>
                <a:spcPts val="0"/>
              </a:spcAft>
              <a:buNone/>
            </a:pPr>
            <a:r>
              <a:t/>
            </a:r>
            <a:endParaRPr b="1" sz="1200">
              <a:solidFill>
                <a:srgbClr val="FFFFFF"/>
              </a:solidFill>
            </a:endParaRPr>
          </a:p>
        </p:txBody>
      </p:sp>
      <p:sp>
        <p:nvSpPr>
          <p:cNvPr id="9295" name="Google Shape;9295;p159"/>
          <p:cNvSpPr/>
          <p:nvPr/>
        </p:nvSpPr>
        <p:spPr>
          <a:xfrm>
            <a:off x="83988" y="595504"/>
            <a:ext cx="190200" cy="1692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6" name="Google Shape;9296;p159"/>
          <p:cNvSpPr/>
          <p:nvPr/>
        </p:nvSpPr>
        <p:spPr>
          <a:xfrm>
            <a:off x="2350598" y="358950"/>
            <a:ext cx="88500" cy="4023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7" name="Google Shape;9297;p159"/>
          <p:cNvSpPr txBox="1"/>
          <p:nvPr>
            <p:ph idx="2" type="title"/>
          </p:nvPr>
        </p:nvSpPr>
        <p:spPr>
          <a:xfrm flipH="1">
            <a:off x="6546263" y="387663"/>
            <a:ext cx="3350100" cy="1692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000"/>
              <a:buNone/>
              <a:defRPr sz="1000">
                <a:solidFill>
                  <a:srgbClr val="000000"/>
                </a:solidFill>
              </a:defRPr>
            </a:lvl1pPr>
            <a:lvl2pPr lvl="1">
              <a:spcBef>
                <a:spcPts val="0"/>
              </a:spcBef>
              <a:spcAft>
                <a:spcPts val="0"/>
              </a:spcAft>
              <a:buClr>
                <a:srgbClr val="000000"/>
              </a:buClr>
              <a:buSzPts val="1000"/>
              <a:buNone/>
              <a:defRPr sz="1000">
                <a:solidFill>
                  <a:srgbClr val="000000"/>
                </a:solidFill>
              </a:defRPr>
            </a:lvl2pPr>
            <a:lvl3pPr lvl="2">
              <a:spcBef>
                <a:spcPts val="0"/>
              </a:spcBef>
              <a:spcAft>
                <a:spcPts val="0"/>
              </a:spcAft>
              <a:buClr>
                <a:srgbClr val="000000"/>
              </a:buClr>
              <a:buSzPts val="1000"/>
              <a:buNone/>
              <a:defRPr sz="1000">
                <a:solidFill>
                  <a:srgbClr val="000000"/>
                </a:solidFill>
              </a:defRPr>
            </a:lvl3pPr>
            <a:lvl4pPr lvl="3">
              <a:spcBef>
                <a:spcPts val="0"/>
              </a:spcBef>
              <a:spcAft>
                <a:spcPts val="0"/>
              </a:spcAft>
              <a:buClr>
                <a:srgbClr val="000000"/>
              </a:buClr>
              <a:buSzPts val="1000"/>
              <a:buNone/>
              <a:defRPr sz="1000">
                <a:solidFill>
                  <a:srgbClr val="000000"/>
                </a:solidFill>
              </a:defRPr>
            </a:lvl4pPr>
            <a:lvl5pPr lvl="4">
              <a:spcBef>
                <a:spcPts val="0"/>
              </a:spcBef>
              <a:spcAft>
                <a:spcPts val="0"/>
              </a:spcAft>
              <a:buClr>
                <a:srgbClr val="000000"/>
              </a:buClr>
              <a:buSzPts val="1000"/>
              <a:buNone/>
              <a:defRPr sz="1000">
                <a:solidFill>
                  <a:srgbClr val="000000"/>
                </a:solidFill>
              </a:defRPr>
            </a:lvl5pPr>
            <a:lvl6pPr lvl="5">
              <a:spcBef>
                <a:spcPts val="0"/>
              </a:spcBef>
              <a:spcAft>
                <a:spcPts val="0"/>
              </a:spcAft>
              <a:buClr>
                <a:srgbClr val="000000"/>
              </a:buClr>
              <a:buSzPts val="1000"/>
              <a:buNone/>
              <a:defRPr sz="1000">
                <a:solidFill>
                  <a:srgbClr val="000000"/>
                </a:solidFill>
              </a:defRPr>
            </a:lvl6pPr>
            <a:lvl7pPr lvl="6">
              <a:spcBef>
                <a:spcPts val="0"/>
              </a:spcBef>
              <a:spcAft>
                <a:spcPts val="0"/>
              </a:spcAft>
              <a:buClr>
                <a:srgbClr val="000000"/>
              </a:buClr>
              <a:buSzPts val="1000"/>
              <a:buNone/>
              <a:defRPr sz="1000">
                <a:solidFill>
                  <a:srgbClr val="000000"/>
                </a:solidFill>
              </a:defRPr>
            </a:lvl7pPr>
            <a:lvl8pPr lvl="7">
              <a:spcBef>
                <a:spcPts val="0"/>
              </a:spcBef>
              <a:spcAft>
                <a:spcPts val="0"/>
              </a:spcAft>
              <a:buClr>
                <a:srgbClr val="000000"/>
              </a:buClr>
              <a:buSzPts val="1000"/>
              <a:buNone/>
              <a:defRPr sz="1000">
                <a:solidFill>
                  <a:srgbClr val="000000"/>
                </a:solidFill>
              </a:defRPr>
            </a:lvl8pPr>
            <a:lvl9pPr lvl="8">
              <a:spcBef>
                <a:spcPts val="0"/>
              </a:spcBef>
              <a:spcAft>
                <a:spcPts val="0"/>
              </a:spcAft>
              <a:buClr>
                <a:srgbClr val="000000"/>
              </a:buClr>
              <a:buSzPts val="1000"/>
              <a:buNone/>
              <a:defRPr sz="1000">
                <a:solidFill>
                  <a:srgbClr val="000000"/>
                </a:solidFill>
              </a:defRPr>
            </a:lvl9pPr>
          </a:lstStyle>
          <a:p/>
        </p:txBody>
      </p:sp>
      <p:sp>
        <p:nvSpPr>
          <p:cNvPr id="9298" name="Google Shape;9298;p159"/>
          <p:cNvSpPr txBox="1"/>
          <p:nvPr>
            <p:ph idx="3" type="title"/>
          </p:nvPr>
        </p:nvSpPr>
        <p:spPr>
          <a:xfrm flipH="1">
            <a:off x="6546263" y="579538"/>
            <a:ext cx="3350100" cy="1692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000"/>
              <a:buNone/>
              <a:defRPr sz="1000">
                <a:solidFill>
                  <a:srgbClr val="000000"/>
                </a:solidFill>
              </a:defRPr>
            </a:lvl1pPr>
            <a:lvl2pPr lvl="1">
              <a:spcBef>
                <a:spcPts val="0"/>
              </a:spcBef>
              <a:spcAft>
                <a:spcPts val="0"/>
              </a:spcAft>
              <a:buClr>
                <a:srgbClr val="000000"/>
              </a:buClr>
              <a:buSzPts val="1000"/>
              <a:buNone/>
              <a:defRPr sz="1000">
                <a:solidFill>
                  <a:srgbClr val="000000"/>
                </a:solidFill>
              </a:defRPr>
            </a:lvl2pPr>
            <a:lvl3pPr lvl="2">
              <a:spcBef>
                <a:spcPts val="0"/>
              </a:spcBef>
              <a:spcAft>
                <a:spcPts val="0"/>
              </a:spcAft>
              <a:buClr>
                <a:srgbClr val="000000"/>
              </a:buClr>
              <a:buSzPts val="1000"/>
              <a:buNone/>
              <a:defRPr sz="1000">
                <a:solidFill>
                  <a:srgbClr val="000000"/>
                </a:solidFill>
              </a:defRPr>
            </a:lvl3pPr>
            <a:lvl4pPr lvl="3">
              <a:spcBef>
                <a:spcPts val="0"/>
              </a:spcBef>
              <a:spcAft>
                <a:spcPts val="0"/>
              </a:spcAft>
              <a:buClr>
                <a:srgbClr val="000000"/>
              </a:buClr>
              <a:buSzPts val="1000"/>
              <a:buNone/>
              <a:defRPr sz="1000">
                <a:solidFill>
                  <a:srgbClr val="000000"/>
                </a:solidFill>
              </a:defRPr>
            </a:lvl4pPr>
            <a:lvl5pPr lvl="4">
              <a:spcBef>
                <a:spcPts val="0"/>
              </a:spcBef>
              <a:spcAft>
                <a:spcPts val="0"/>
              </a:spcAft>
              <a:buClr>
                <a:srgbClr val="000000"/>
              </a:buClr>
              <a:buSzPts val="1000"/>
              <a:buNone/>
              <a:defRPr sz="1000">
                <a:solidFill>
                  <a:srgbClr val="000000"/>
                </a:solidFill>
              </a:defRPr>
            </a:lvl5pPr>
            <a:lvl6pPr lvl="5">
              <a:spcBef>
                <a:spcPts val="0"/>
              </a:spcBef>
              <a:spcAft>
                <a:spcPts val="0"/>
              </a:spcAft>
              <a:buClr>
                <a:srgbClr val="000000"/>
              </a:buClr>
              <a:buSzPts val="1000"/>
              <a:buNone/>
              <a:defRPr sz="1000">
                <a:solidFill>
                  <a:srgbClr val="000000"/>
                </a:solidFill>
              </a:defRPr>
            </a:lvl6pPr>
            <a:lvl7pPr lvl="6">
              <a:spcBef>
                <a:spcPts val="0"/>
              </a:spcBef>
              <a:spcAft>
                <a:spcPts val="0"/>
              </a:spcAft>
              <a:buClr>
                <a:srgbClr val="000000"/>
              </a:buClr>
              <a:buSzPts val="1000"/>
              <a:buNone/>
              <a:defRPr sz="1000">
                <a:solidFill>
                  <a:srgbClr val="000000"/>
                </a:solidFill>
              </a:defRPr>
            </a:lvl7pPr>
            <a:lvl8pPr lvl="7">
              <a:spcBef>
                <a:spcPts val="0"/>
              </a:spcBef>
              <a:spcAft>
                <a:spcPts val="0"/>
              </a:spcAft>
              <a:buClr>
                <a:srgbClr val="000000"/>
              </a:buClr>
              <a:buSzPts val="1000"/>
              <a:buNone/>
              <a:defRPr sz="1000">
                <a:solidFill>
                  <a:srgbClr val="000000"/>
                </a:solidFill>
              </a:defRPr>
            </a:lvl8pPr>
            <a:lvl9pPr lvl="8">
              <a:spcBef>
                <a:spcPts val="0"/>
              </a:spcBef>
              <a:spcAft>
                <a:spcPts val="0"/>
              </a:spcAft>
              <a:buClr>
                <a:srgbClr val="000000"/>
              </a:buClr>
              <a:buSzPts val="1000"/>
              <a:buNone/>
              <a:defRPr sz="1000">
                <a:solidFill>
                  <a:srgbClr val="000000"/>
                </a:solidFill>
              </a:defRPr>
            </a:lvl9pPr>
          </a:lstStyle>
          <a:p/>
        </p:txBody>
      </p:sp>
      <p:sp>
        <p:nvSpPr>
          <p:cNvPr id="9299" name="Google Shape;9299;p159"/>
          <p:cNvSpPr/>
          <p:nvPr/>
        </p:nvSpPr>
        <p:spPr>
          <a:xfrm>
            <a:off x="2277739" y="663750"/>
            <a:ext cx="88500" cy="1089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0" name="Google Shape;9300;p159"/>
          <p:cNvSpPr txBox="1"/>
          <p:nvPr>
            <p:ph idx="1" type="body"/>
          </p:nvPr>
        </p:nvSpPr>
        <p:spPr>
          <a:xfrm>
            <a:off x="641150" y="612125"/>
            <a:ext cx="1770300" cy="160500"/>
          </a:xfrm>
          <a:prstGeom prst="rect">
            <a:avLst/>
          </a:prstGeom>
          <a:noFill/>
          <a:ln>
            <a:noFill/>
          </a:ln>
        </p:spPr>
        <p:txBody>
          <a:bodyPr anchorCtr="0" anchor="t" bIns="0" lIns="0" spcFirstLastPara="1" rIns="0" wrap="square" tIns="0">
            <a:noAutofit/>
          </a:bodyPr>
          <a:lstStyle>
            <a:lvl1pPr indent="-292100" lvl="0" marL="457200" algn="ctr">
              <a:spcBef>
                <a:spcPts val="0"/>
              </a:spcBef>
              <a:spcAft>
                <a:spcPts val="0"/>
              </a:spcAft>
              <a:buClr>
                <a:srgbClr val="FFFFFF"/>
              </a:buClr>
              <a:buSzPts val="1000"/>
              <a:buChar char="●"/>
              <a:defRPr sz="1000">
                <a:solidFill>
                  <a:srgbClr val="FFFFFF"/>
                </a:solidFill>
              </a:defRPr>
            </a:lvl1pPr>
            <a:lvl2pPr indent="-292100" lvl="1" marL="914400" algn="ctr">
              <a:spcBef>
                <a:spcPts val="0"/>
              </a:spcBef>
              <a:spcAft>
                <a:spcPts val="0"/>
              </a:spcAft>
              <a:buClr>
                <a:srgbClr val="FFFFFF"/>
              </a:buClr>
              <a:buSzPts val="1000"/>
              <a:buChar char="○"/>
              <a:defRPr sz="1000">
                <a:solidFill>
                  <a:srgbClr val="FFFFFF"/>
                </a:solidFill>
              </a:defRPr>
            </a:lvl2pPr>
            <a:lvl3pPr indent="-292100" lvl="2" marL="1371600" algn="ctr">
              <a:spcBef>
                <a:spcPts val="0"/>
              </a:spcBef>
              <a:spcAft>
                <a:spcPts val="0"/>
              </a:spcAft>
              <a:buClr>
                <a:srgbClr val="FFFFFF"/>
              </a:buClr>
              <a:buSzPts val="1000"/>
              <a:buChar char="■"/>
              <a:defRPr sz="1000">
                <a:solidFill>
                  <a:srgbClr val="FFFFFF"/>
                </a:solidFill>
              </a:defRPr>
            </a:lvl3pPr>
            <a:lvl4pPr indent="-292100" lvl="3" marL="1828800" algn="ctr">
              <a:spcBef>
                <a:spcPts val="0"/>
              </a:spcBef>
              <a:spcAft>
                <a:spcPts val="0"/>
              </a:spcAft>
              <a:buClr>
                <a:srgbClr val="FFFFFF"/>
              </a:buClr>
              <a:buSzPts val="1000"/>
              <a:buChar char="●"/>
              <a:defRPr sz="1000">
                <a:solidFill>
                  <a:srgbClr val="FFFFFF"/>
                </a:solidFill>
              </a:defRPr>
            </a:lvl4pPr>
            <a:lvl5pPr indent="-292100" lvl="4" marL="2286000" algn="ctr">
              <a:spcBef>
                <a:spcPts val="0"/>
              </a:spcBef>
              <a:spcAft>
                <a:spcPts val="0"/>
              </a:spcAft>
              <a:buClr>
                <a:srgbClr val="FFFFFF"/>
              </a:buClr>
              <a:buSzPts val="1000"/>
              <a:buChar char="○"/>
              <a:defRPr sz="1000">
                <a:solidFill>
                  <a:srgbClr val="FFFFFF"/>
                </a:solidFill>
              </a:defRPr>
            </a:lvl5pPr>
            <a:lvl6pPr indent="-292100" lvl="5" marL="2743200" algn="ctr">
              <a:spcBef>
                <a:spcPts val="0"/>
              </a:spcBef>
              <a:spcAft>
                <a:spcPts val="0"/>
              </a:spcAft>
              <a:buClr>
                <a:srgbClr val="FFFFFF"/>
              </a:buClr>
              <a:buSzPts val="1000"/>
              <a:buChar char="■"/>
              <a:defRPr sz="1000">
                <a:solidFill>
                  <a:srgbClr val="FFFFFF"/>
                </a:solidFill>
              </a:defRPr>
            </a:lvl6pPr>
            <a:lvl7pPr indent="-292100" lvl="6" marL="3200400" algn="ctr">
              <a:spcBef>
                <a:spcPts val="0"/>
              </a:spcBef>
              <a:spcAft>
                <a:spcPts val="0"/>
              </a:spcAft>
              <a:buClr>
                <a:srgbClr val="FFFFFF"/>
              </a:buClr>
              <a:buSzPts val="1000"/>
              <a:buChar char="●"/>
              <a:defRPr sz="1000">
                <a:solidFill>
                  <a:srgbClr val="FFFFFF"/>
                </a:solidFill>
              </a:defRPr>
            </a:lvl7pPr>
            <a:lvl8pPr indent="-292100" lvl="7" marL="3657600" algn="ctr">
              <a:spcBef>
                <a:spcPts val="0"/>
              </a:spcBef>
              <a:spcAft>
                <a:spcPts val="0"/>
              </a:spcAft>
              <a:buClr>
                <a:srgbClr val="FFFFFF"/>
              </a:buClr>
              <a:buSzPts val="1000"/>
              <a:buChar char="○"/>
              <a:defRPr sz="1000">
                <a:solidFill>
                  <a:srgbClr val="FFFFFF"/>
                </a:solidFill>
              </a:defRPr>
            </a:lvl8pPr>
            <a:lvl9pPr indent="-292100" lvl="8" marL="4114800" algn="ctr">
              <a:spcBef>
                <a:spcPts val="0"/>
              </a:spcBef>
              <a:spcAft>
                <a:spcPts val="0"/>
              </a:spcAft>
              <a:buClr>
                <a:srgbClr val="FFFFFF"/>
              </a:buClr>
              <a:buSzPts val="1000"/>
              <a:buChar char="■"/>
              <a:defRPr sz="1000">
                <a:solidFill>
                  <a:srgbClr val="FFFFFF"/>
                </a:solidFill>
              </a:defRPr>
            </a:lvl9pPr>
          </a:lstStyle>
          <a:p/>
        </p:txBody>
      </p:sp>
      <p:sp>
        <p:nvSpPr>
          <p:cNvPr id="9301" name="Google Shape;9301;p159"/>
          <p:cNvSpPr txBox="1"/>
          <p:nvPr/>
        </p:nvSpPr>
        <p:spPr>
          <a:xfrm>
            <a:off x="84825" y="598125"/>
            <a:ext cx="595500" cy="205800"/>
          </a:xfrm>
          <a:prstGeom prst="rect">
            <a:avLst/>
          </a:prstGeom>
          <a:noFill/>
          <a:ln>
            <a:noFill/>
          </a:ln>
        </p:spPr>
        <p:txBody>
          <a:bodyPr anchorCtr="0" anchor="t" bIns="18000" lIns="18000" spcFirstLastPara="1" rIns="18000" wrap="square" tIns="18000">
            <a:spAutoFit/>
          </a:bodyPr>
          <a:lstStyle/>
          <a:p>
            <a:pPr indent="0" lvl="0" marL="0" rtl="0" algn="l">
              <a:spcBef>
                <a:spcPts val="0"/>
              </a:spcBef>
              <a:spcAft>
                <a:spcPts val="0"/>
              </a:spcAft>
              <a:buNone/>
            </a:pPr>
            <a:r>
              <a:rPr lang="es-419" sz="1100">
                <a:solidFill>
                  <a:srgbClr val="FFFFFF"/>
                </a:solidFill>
              </a:rPr>
              <a:t>Nombre:</a:t>
            </a:r>
            <a:endParaRPr sz="1100">
              <a:solidFill>
                <a:srgbClr val="FFFFFF"/>
              </a:solidFill>
            </a:endParaRPr>
          </a:p>
        </p:txBody>
      </p:sp>
      <p:sp>
        <p:nvSpPr>
          <p:cNvPr id="9302" name="Google Shape;9302;p159"/>
          <p:cNvSpPr/>
          <p:nvPr/>
        </p:nvSpPr>
        <p:spPr>
          <a:xfrm>
            <a:off x="-4248150" y="1705500"/>
            <a:ext cx="3505200" cy="3429000"/>
          </a:xfrm>
          <a:prstGeom prst="roundRect">
            <a:avLst>
              <a:gd fmla="val 2402" name="adj"/>
            </a:avLst>
          </a:prstGeom>
          <a:solidFill>
            <a:srgbClr val="F3F3F3"/>
          </a:solidFill>
          <a:ln cap="flat" cmpd="sng" w="9525">
            <a:solidFill>
              <a:srgbClr val="F3F3F3"/>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t" bIns="91425" lIns="91425" spcFirstLastPara="1" rIns="91425" wrap="square" tIns="91425">
            <a:noAutofit/>
          </a:bodyPr>
          <a:lstStyle/>
          <a:p>
            <a:pPr indent="0" lvl="0" marL="0" rtl="0" algn="ctr">
              <a:spcBef>
                <a:spcPts val="0"/>
              </a:spcBef>
              <a:spcAft>
                <a:spcPts val="0"/>
              </a:spcAft>
              <a:buNone/>
            </a:pPr>
            <a:r>
              <a:rPr lang="es-419"/>
              <a:t>Paleta</a:t>
            </a:r>
            <a:endParaRPr/>
          </a:p>
        </p:txBody>
      </p:sp>
    </p:spTree>
  </p:cSld>
  <p:clrMapOvr>
    <a:masterClrMapping/>
  </p:clrMapOvr>
</p:sldLayout>
</file>

<file path=ppt/slideLayouts/slideLayout15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6.7 Diagrama de Clases">
  <p:cSld name="TITLE_3_6_1_1_1_1_1_1_1_1_1_1_1_1_1_1_1_1_1_1_1_1_1_1_1_1_1">
    <p:spTree>
      <p:nvGrpSpPr>
        <p:cNvPr id="9303" name="Shape 9303"/>
        <p:cNvGrpSpPr/>
        <p:nvPr/>
      </p:nvGrpSpPr>
      <p:grpSpPr>
        <a:xfrm>
          <a:off x="0" y="0"/>
          <a:ext cx="0" cy="0"/>
          <a:chOff x="0" y="0"/>
          <a:chExt cx="0" cy="0"/>
        </a:xfrm>
      </p:grpSpPr>
      <p:sp>
        <p:nvSpPr>
          <p:cNvPr id="9304" name="Google Shape;9304;p160"/>
          <p:cNvSpPr/>
          <p:nvPr/>
        </p:nvSpPr>
        <p:spPr>
          <a:xfrm>
            <a:off x="97888" y="377012"/>
            <a:ext cx="9893400" cy="296700"/>
          </a:xfrm>
          <a:prstGeom prst="roundRect">
            <a:avLst>
              <a:gd fmla="val 22902" name="adj"/>
            </a:avLst>
          </a:prstGeom>
          <a:solidFill>
            <a:srgbClr val="F3F3F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9305" name="Google Shape;9305;p160"/>
          <p:cNvSpPr/>
          <p:nvPr/>
        </p:nvSpPr>
        <p:spPr>
          <a:xfrm>
            <a:off x="77688" y="358938"/>
            <a:ext cx="9935700" cy="6438000"/>
          </a:xfrm>
          <a:prstGeom prst="roundRect">
            <a:avLst>
              <a:gd fmla="val 2618" name="adj"/>
            </a:avLst>
          </a:prstGeom>
          <a:solidFill>
            <a:srgbClr val="FFFFFF"/>
          </a:solidFill>
          <a:ln cap="flat" cmpd="sng" w="38100">
            <a:solidFill>
              <a:srgbClr val="000000"/>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306" name="Google Shape;9306;p160"/>
          <p:cNvCxnSpPr/>
          <p:nvPr/>
        </p:nvCxnSpPr>
        <p:spPr>
          <a:xfrm>
            <a:off x="77688" y="772614"/>
            <a:ext cx="9935700" cy="0"/>
          </a:xfrm>
          <a:prstGeom prst="straightConnector1">
            <a:avLst/>
          </a:prstGeom>
          <a:noFill/>
          <a:ln cap="flat" cmpd="sng" w="19050">
            <a:solidFill>
              <a:srgbClr val="000000"/>
            </a:solidFill>
            <a:prstDash val="solid"/>
            <a:round/>
            <a:headEnd len="med" w="med" type="none"/>
            <a:tailEnd len="med" w="med" type="none"/>
          </a:ln>
        </p:spPr>
      </p:cxnSp>
      <p:cxnSp>
        <p:nvCxnSpPr>
          <p:cNvPr id="9307" name="Google Shape;9307;p160"/>
          <p:cNvCxnSpPr/>
          <p:nvPr/>
        </p:nvCxnSpPr>
        <p:spPr>
          <a:xfrm rot="10800000">
            <a:off x="2439038" y="368188"/>
            <a:ext cx="0" cy="402300"/>
          </a:xfrm>
          <a:prstGeom prst="straightConnector1">
            <a:avLst/>
          </a:prstGeom>
          <a:noFill/>
          <a:ln cap="flat" cmpd="sng" w="19050">
            <a:solidFill>
              <a:srgbClr val="000000"/>
            </a:solidFill>
            <a:prstDash val="solid"/>
            <a:round/>
            <a:headEnd len="med" w="med" type="none"/>
            <a:tailEnd len="med" w="med" type="none"/>
          </a:ln>
        </p:spPr>
      </p:cxnSp>
      <p:sp>
        <p:nvSpPr>
          <p:cNvPr id="9308" name="Google Shape;9308;p160"/>
          <p:cNvSpPr/>
          <p:nvPr/>
        </p:nvSpPr>
        <p:spPr>
          <a:xfrm>
            <a:off x="77688" y="349338"/>
            <a:ext cx="2361300" cy="421200"/>
          </a:xfrm>
          <a:prstGeom prst="roundRect">
            <a:avLst>
              <a:gd fmla="val 50000" name="adj"/>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s-419" sz="1200">
                <a:solidFill>
                  <a:srgbClr val="FFFFFF"/>
                </a:solidFill>
              </a:rPr>
              <a:t>Diagrama de Clases</a:t>
            </a:r>
            <a:endParaRPr b="1" sz="1200">
              <a:solidFill>
                <a:srgbClr val="FFFFFF"/>
              </a:solidFill>
            </a:endParaRPr>
          </a:p>
          <a:p>
            <a:pPr indent="0" lvl="0" marL="0" rtl="0" algn="ctr">
              <a:spcBef>
                <a:spcPts val="0"/>
              </a:spcBef>
              <a:spcAft>
                <a:spcPts val="0"/>
              </a:spcAft>
              <a:buNone/>
            </a:pPr>
            <a:r>
              <a:t/>
            </a:r>
            <a:endParaRPr b="1" sz="1200">
              <a:solidFill>
                <a:srgbClr val="FFFFFF"/>
              </a:solidFill>
            </a:endParaRPr>
          </a:p>
        </p:txBody>
      </p:sp>
      <p:sp>
        <p:nvSpPr>
          <p:cNvPr id="9309" name="Google Shape;9309;p160"/>
          <p:cNvSpPr/>
          <p:nvPr/>
        </p:nvSpPr>
        <p:spPr>
          <a:xfrm>
            <a:off x="83988" y="595504"/>
            <a:ext cx="190200" cy="1692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0" name="Google Shape;9310;p160"/>
          <p:cNvSpPr/>
          <p:nvPr/>
        </p:nvSpPr>
        <p:spPr>
          <a:xfrm>
            <a:off x="2292338" y="358938"/>
            <a:ext cx="146700" cy="4023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1" name="Google Shape;9311;p160"/>
          <p:cNvSpPr/>
          <p:nvPr/>
        </p:nvSpPr>
        <p:spPr>
          <a:xfrm>
            <a:off x="-2268925" y="760700"/>
            <a:ext cx="1620600" cy="6079200"/>
          </a:xfrm>
          <a:prstGeom prst="roundRect">
            <a:avLst>
              <a:gd fmla="val 5833" name="adj"/>
            </a:avLst>
          </a:prstGeom>
          <a:solidFill>
            <a:srgbClr val="F3F3F3"/>
          </a:solidFill>
          <a:ln cap="flat" cmpd="sng" w="9525">
            <a:solidFill>
              <a:srgbClr val="F3F3F3"/>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t" bIns="54000" lIns="72000" spcFirstLastPara="1" rIns="72000" wrap="square" tIns="54000">
            <a:noAutofit/>
          </a:bodyPr>
          <a:lstStyle/>
          <a:p>
            <a:pPr indent="0" lvl="0" marL="0" rtl="0" algn="ctr">
              <a:spcBef>
                <a:spcPts val="0"/>
              </a:spcBef>
              <a:spcAft>
                <a:spcPts val="0"/>
              </a:spcAft>
              <a:buNone/>
            </a:pPr>
            <a:r>
              <a:rPr i="1" lang="es-419"/>
              <a:t>Paleta</a:t>
            </a:r>
            <a:endParaRPr i="1"/>
          </a:p>
        </p:txBody>
      </p:sp>
      <p:sp>
        <p:nvSpPr>
          <p:cNvPr id="9312" name="Google Shape;9312;p160"/>
          <p:cNvSpPr txBox="1"/>
          <p:nvPr/>
        </p:nvSpPr>
        <p:spPr>
          <a:xfrm>
            <a:off x="2524025" y="387675"/>
            <a:ext cx="17055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Caso de Uso de Sistema:</a:t>
            </a:r>
            <a:endParaRPr b="1" sz="1100"/>
          </a:p>
        </p:txBody>
      </p:sp>
      <p:sp>
        <p:nvSpPr>
          <p:cNvPr id="9313" name="Google Shape;9313;p160"/>
          <p:cNvSpPr txBox="1"/>
          <p:nvPr/>
        </p:nvSpPr>
        <p:spPr>
          <a:xfrm>
            <a:off x="2524020" y="579550"/>
            <a:ext cx="6846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Finalidad:</a:t>
            </a:r>
            <a:endParaRPr b="1" sz="1100"/>
          </a:p>
        </p:txBody>
      </p:sp>
      <p:sp>
        <p:nvSpPr>
          <p:cNvPr id="9314" name="Google Shape;9314;p160"/>
          <p:cNvSpPr txBox="1"/>
          <p:nvPr>
            <p:ph type="title"/>
          </p:nvPr>
        </p:nvSpPr>
        <p:spPr>
          <a:xfrm flipH="1">
            <a:off x="4248275" y="387675"/>
            <a:ext cx="5640300" cy="1692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000"/>
              <a:buNone/>
              <a:defRPr sz="1000">
                <a:solidFill>
                  <a:srgbClr val="000000"/>
                </a:solidFill>
              </a:defRPr>
            </a:lvl1pPr>
            <a:lvl2pPr lvl="1">
              <a:spcBef>
                <a:spcPts val="0"/>
              </a:spcBef>
              <a:spcAft>
                <a:spcPts val="0"/>
              </a:spcAft>
              <a:buClr>
                <a:srgbClr val="000000"/>
              </a:buClr>
              <a:buSzPts val="1000"/>
              <a:buNone/>
              <a:defRPr sz="1000">
                <a:solidFill>
                  <a:srgbClr val="000000"/>
                </a:solidFill>
              </a:defRPr>
            </a:lvl2pPr>
            <a:lvl3pPr lvl="2">
              <a:spcBef>
                <a:spcPts val="0"/>
              </a:spcBef>
              <a:spcAft>
                <a:spcPts val="0"/>
              </a:spcAft>
              <a:buClr>
                <a:srgbClr val="000000"/>
              </a:buClr>
              <a:buSzPts val="1000"/>
              <a:buNone/>
              <a:defRPr sz="1000">
                <a:solidFill>
                  <a:srgbClr val="000000"/>
                </a:solidFill>
              </a:defRPr>
            </a:lvl3pPr>
            <a:lvl4pPr lvl="3">
              <a:spcBef>
                <a:spcPts val="0"/>
              </a:spcBef>
              <a:spcAft>
                <a:spcPts val="0"/>
              </a:spcAft>
              <a:buClr>
                <a:srgbClr val="000000"/>
              </a:buClr>
              <a:buSzPts val="1000"/>
              <a:buNone/>
              <a:defRPr sz="1000">
                <a:solidFill>
                  <a:srgbClr val="000000"/>
                </a:solidFill>
              </a:defRPr>
            </a:lvl4pPr>
            <a:lvl5pPr lvl="4">
              <a:spcBef>
                <a:spcPts val="0"/>
              </a:spcBef>
              <a:spcAft>
                <a:spcPts val="0"/>
              </a:spcAft>
              <a:buClr>
                <a:srgbClr val="000000"/>
              </a:buClr>
              <a:buSzPts val="1000"/>
              <a:buNone/>
              <a:defRPr sz="1000">
                <a:solidFill>
                  <a:srgbClr val="000000"/>
                </a:solidFill>
              </a:defRPr>
            </a:lvl5pPr>
            <a:lvl6pPr lvl="5">
              <a:spcBef>
                <a:spcPts val="0"/>
              </a:spcBef>
              <a:spcAft>
                <a:spcPts val="0"/>
              </a:spcAft>
              <a:buClr>
                <a:srgbClr val="000000"/>
              </a:buClr>
              <a:buSzPts val="1000"/>
              <a:buNone/>
              <a:defRPr sz="1000">
                <a:solidFill>
                  <a:srgbClr val="000000"/>
                </a:solidFill>
              </a:defRPr>
            </a:lvl6pPr>
            <a:lvl7pPr lvl="6">
              <a:spcBef>
                <a:spcPts val="0"/>
              </a:spcBef>
              <a:spcAft>
                <a:spcPts val="0"/>
              </a:spcAft>
              <a:buClr>
                <a:srgbClr val="000000"/>
              </a:buClr>
              <a:buSzPts val="1000"/>
              <a:buNone/>
              <a:defRPr sz="1000">
                <a:solidFill>
                  <a:srgbClr val="000000"/>
                </a:solidFill>
              </a:defRPr>
            </a:lvl7pPr>
            <a:lvl8pPr lvl="7">
              <a:spcBef>
                <a:spcPts val="0"/>
              </a:spcBef>
              <a:spcAft>
                <a:spcPts val="0"/>
              </a:spcAft>
              <a:buClr>
                <a:srgbClr val="000000"/>
              </a:buClr>
              <a:buSzPts val="1000"/>
              <a:buNone/>
              <a:defRPr sz="1000">
                <a:solidFill>
                  <a:srgbClr val="000000"/>
                </a:solidFill>
              </a:defRPr>
            </a:lvl8pPr>
            <a:lvl9pPr lvl="8">
              <a:spcBef>
                <a:spcPts val="0"/>
              </a:spcBef>
              <a:spcAft>
                <a:spcPts val="0"/>
              </a:spcAft>
              <a:buClr>
                <a:srgbClr val="000000"/>
              </a:buClr>
              <a:buSzPts val="1000"/>
              <a:buNone/>
              <a:defRPr sz="1000">
                <a:solidFill>
                  <a:srgbClr val="000000"/>
                </a:solidFill>
              </a:defRPr>
            </a:lvl9pPr>
          </a:lstStyle>
          <a:p/>
        </p:txBody>
      </p:sp>
      <p:sp>
        <p:nvSpPr>
          <p:cNvPr id="9315" name="Google Shape;9315;p160"/>
          <p:cNvSpPr txBox="1"/>
          <p:nvPr>
            <p:ph idx="2" type="title"/>
          </p:nvPr>
        </p:nvSpPr>
        <p:spPr>
          <a:xfrm flipH="1">
            <a:off x="3231275" y="579550"/>
            <a:ext cx="6657300" cy="1692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000"/>
              <a:buNone/>
              <a:defRPr sz="1000">
                <a:solidFill>
                  <a:srgbClr val="000000"/>
                </a:solidFill>
              </a:defRPr>
            </a:lvl1pPr>
            <a:lvl2pPr lvl="1">
              <a:spcBef>
                <a:spcPts val="0"/>
              </a:spcBef>
              <a:spcAft>
                <a:spcPts val="0"/>
              </a:spcAft>
              <a:buClr>
                <a:srgbClr val="000000"/>
              </a:buClr>
              <a:buSzPts val="1000"/>
              <a:buNone/>
              <a:defRPr sz="1000">
                <a:solidFill>
                  <a:srgbClr val="000000"/>
                </a:solidFill>
              </a:defRPr>
            </a:lvl2pPr>
            <a:lvl3pPr lvl="2">
              <a:spcBef>
                <a:spcPts val="0"/>
              </a:spcBef>
              <a:spcAft>
                <a:spcPts val="0"/>
              </a:spcAft>
              <a:buClr>
                <a:srgbClr val="000000"/>
              </a:buClr>
              <a:buSzPts val="1000"/>
              <a:buNone/>
              <a:defRPr sz="1000">
                <a:solidFill>
                  <a:srgbClr val="000000"/>
                </a:solidFill>
              </a:defRPr>
            </a:lvl3pPr>
            <a:lvl4pPr lvl="3">
              <a:spcBef>
                <a:spcPts val="0"/>
              </a:spcBef>
              <a:spcAft>
                <a:spcPts val="0"/>
              </a:spcAft>
              <a:buClr>
                <a:srgbClr val="000000"/>
              </a:buClr>
              <a:buSzPts val="1000"/>
              <a:buNone/>
              <a:defRPr sz="1000">
                <a:solidFill>
                  <a:srgbClr val="000000"/>
                </a:solidFill>
              </a:defRPr>
            </a:lvl4pPr>
            <a:lvl5pPr lvl="4">
              <a:spcBef>
                <a:spcPts val="0"/>
              </a:spcBef>
              <a:spcAft>
                <a:spcPts val="0"/>
              </a:spcAft>
              <a:buClr>
                <a:srgbClr val="000000"/>
              </a:buClr>
              <a:buSzPts val="1000"/>
              <a:buNone/>
              <a:defRPr sz="1000">
                <a:solidFill>
                  <a:srgbClr val="000000"/>
                </a:solidFill>
              </a:defRPr>
            </a:lvl5pPr>
            <a:lvl6pPr lvl="5">
              <a:spcBef>
                <a:spcPts val="0"/>
              </a:spcBef>
              <a:spcAft>
                <a:spcPts val="0"/>
              </a:spcAft>
              <a:buClr>
                <a:srgbClr val="000000"/>
              </a:buClr>
              <a:buSzPts val="1000"/>
              <a:buNone/>
              <a:defRPr sz="1000">
                <a:solidFill>
                  <a:srgbClr val="000000"/>
                </a:solidFill>
              </a:defRPr>
            </a:lvl6pPr>
            <a:lvl7pPr lvl="6">
              <a:spcBef>
                <a:spcPts val="0"/>
              </a:spcBef>
              <a:spcAft>
                <a:spcPts val="0"/>
              </a:spcAft>
              <a:buClr>
                <a:srgbClr val="000000"/>
              </a:buClr>
              <a:buSzPts val="1000"/>
              <a:buNone/>
              <a:defRPr sz="1000">
                <a:solidFill>
                  <a:srgbClr val="000000"/>
                </a:solidFill>
              </a:defRPr>
            </a:lvl7pPr>
            <a:lvl8pPr lvl="7">
              <a:spcBef>
                <a:spcPts val="0"/>
              </a:spcBef>
              <a:spcAft>
                <a:spcPts val="0"/>
              </a:spcAft>
              <a:buClr>
                <a:srgbClr val="000000"/>
              </a:buClr>
              <a:buSzPts val="1000"/>
              <a:buNone/>
              <a:defRPr sz="1000">
                <a:solidFill>
                  <a:srgbClr val="000000"/>
                </a:solidFill>
              </a:defRPr>
            </a:lvl8pPr>
            <a:lvl9pPr lvl="8">
              <a:spcBef>
                <a:spcPts val="0"/>
              </a:spcBef>
              <a:spcAft>
                <a:spcPts val="0"/>
              </a:spcAft>
              <a:buClr>
                <a:srgbClr val="000000"/>
              </a:buClr>
              <a:buSzPts val="1000"/>
              <a:buNone/>
              <a:defRPr sz="1000">
                <a:solidFill>
                  <a:srgbClr val="000000"/>
                </a:solidFill>
              </a:defRPr>
            </a:lvl9pPr>
          </a:lstStyle>
          <a:p/>
        </p:txBody>
      </p:sp>
      <p:sp>
        <p:nvSpPr>
          <p:cNvPr id="9316" name="Google Shape;9316;p160"/>
          <p:cNvSpPr txBox="1"/>
          <p:nvPr>
            <p:ph idx="1" type="body"/>
          </p:nvPr>
        </p:nvSpPr>
        <p:spPr>
          <a:xfrm>
            <a:off x="641150" y="612125"/>
            <a:ext cx="1770300" cy="160500"/>
          </a:xfrm>
          <a:prstGeom prst="rect">
            <a:avLst/>
          </a:prstGeom>
          <a:noFill/>
          <a:ln>
            <a:noFill/>
          </a:ln>
        </p:spPr>
        <p:txBody>
          <a:bodyPr anchorCtr="0" anchor="t" bIns="0" lIns="0" spcFirstLastPara="1" rIns="0" wrap="square" tIns="0">
            <a:noAutofit/>
          </a:bodyPr>
          <a:lstStyle>
            <a:lvl1pPr indent="-292100" lvl="0" marL="457200" algn="ctr">
              <a:spcBef>
                <a:spcPts val="0"/>
              </a:spcBef>
              <a:spcAft>
                <a:spcPts val="0"/>
              </a:spcAft>
              <a:buClr>
                <a:srgbClr val="FFFFFF"/>
              </a:buClr>
              <a:buSzPts val="1000"/>
              <a:buChar char="●"/>
              <a:defRPr sz="1000">
                <a:solidFill>
                  <a:srgbClr val="FFFFFF"/>
                </a:solidFill>
              </a:defRPr>
            </a:lvl1pPr>
            <a:lvl2pPr indent="-292100" lvl="1" marL="914400" algn="ctr">
              <a:spcBef>
                <a:spcPts val="0"/>
              </a:spcBef>
              <a:spcAft>
                <a:spcPts val="0"/>
              </a:spcAft>
              <a:buClr>
                <a:srgbClr val="FFFFFF"/>
              </a:buClr>
              <a:buSzPts val="1000"/>
              <a:buChar char="○"/>
              <a:defRPr sz="1000">
                <a:solidFill>
                  <a:srgbClr val="FFFFFF"/>
                </a:solidFill>
              </a:defRPr>
            </a:lvl2pPr>
            <a:lvl3pPr indent="-292100" lvl="2" marL="1371600" algn="ctr">
              <a:spcBef>
                <a:spcPts val="0"/>
              </a:spcBef>
              <a:spcAft>
                <a:spcPts val="0"/>
              </a:spcAft>
              <a:buClr>
                <a:srgbClr val="FFFFFF"/>
              </a:buClr>
              <a:buSzPts val="1000"/>
              <a:buChar char="■"/>
              <a:defRPr sz="1000">
                <a:solidFill>
                  <a:srgbClr val="FFFFFF"/>
                </a:solidFill>
              </a:defRPr>
            </a:lvl3pPr>
            <a:lvl4pPr indent="-292100" lvl="3" marL="1828800" algn="ctr">
              <a:spcBef>
                <a:spcPts val="0"/>
              </a:spcBef>
              <a:spcAft>
                <a:spcPts val="0"/>
              </a:spcAft>
              <a:buClr>
                <a:srgbClr val="FFFFFF"/>
              </a:buClr>
              <a:buSzPts val="1000"/>
              <a:buChar char="●"/>
              <a:defRPr sz="1000">
                <a:solidFill>
                  <a:srgbClr val="FFFFFF"/>
                </a:solidFill>
              </a:defRPr>
            </a:lvl4pPr>
            <a:lvl5pPr indent="-292100" lvl="4" marL="2286000" algn="ctr">
              <a:spcBef>
                <a:spcPts val="0"/>
              </a:spcBef>
              <a:spcAft>
                <a:spcPts val="0"/>
              </a:spcAft>
              <a:buClr>
                <a:srgbClr val="FFFFFF"/>
              </a:buClr>
              <a:buSzPts val="1000"/>
              <a:buChar char="○"/>
              <a:defRPr sz="1000">
                <a:solidFill>
                  <a:srgbClr val="FFFFFF"/>
                </a:solidFill>
              </a:defRPr>
            </a:lvl5pPr>
            <a:lvl6pPr indent="-292100" lvl="5" marL="2743200" algn="ctr">
              <a:spcBef>
                <a:spcPts val="0"/>
              </a:spcBef>
              <a:spcAft>
                <a:spcPts val="0"/>
              </a:spcAft>
              <a:buClr>
                <a:srgbClr val="FFFFFF"/>
              </a:buClr>
              <a:buSzPts val="1000"/>
              <a:buChar char="■"/>
              <a:defRPr sz="1000">
                <a:solidFill>
                  <a:srgbClr val="FFFFFF"/>
                </a:solidFill>
              </a:defRPr>
            </a:lvl6pPr>
            <a:lvl7pPr indent="-292100" lvl="6" marL="3200400" algn="ctr">
              <a:spcBef>
                <a:spcPts val="0"/>
              </a:spcBef>
              <a:spcAft>
                <a:spcPts val="0"/>
              </a:spcAft>
              <a:buClr>
                <a:srgbClr val="FFFFFF"/>
              </a:buClr>
              <a:buSzPts val="1000"/>
              <a:buChar char="●"/>
              <a:defRPr sz="1000">
                <a:solidFill>
                  <a:srgbClr val="FFFFFF"/>
                </a:solidFill>
              </a:defRPr>
            </a:lvl7pPr>
            <a:lvl8pPr indent="-292100" lvl="7" marL="3657600" algn="ctr">
              <a:spcBef>
                <a:spcPts val="0"/>
              </a:spcBef>
              <a:spcAft>
                <a:spcPts val="0"/>
              </a:spcAft>
              <a:buClr>
                <a:srgbClr val="FFFFFF"/>
              </a:buClr>
              <a:buSzPts val="1000"/>
              <a:buChar char="○"/>
              <a:defRPr sz="1000">
                <a:solidFill>
                  <a:srgbClr val="FFFFFF"/>
                </a:solidFill>
              </a:defRPr>
            </a:lvl8pPr>
            <a:lvl9pPr indent="-292100" lvl="8" marL="4114800" algn="ctr">
              <a:spcBef>
                <a:spcPts val="0"/>
              </a:spcBef>
              <a:spcAft>
                <a:spcPts val="0"/>
              </a:spcAft>
              <a:buClr>
                <a:srgbClr val="FFFFFF"/>
              </a:buClr>
              <a:buSzPts val="1000"/>
              <a:buChar char="■"/>
              <a:defRPr sz="1000">
                <a:solidFill>
                  <a:srgbClr val="FFFFFF"/>
                </a:solidFill>
              </a:defRPr>
            </a:lvl9pPr>
          </a:lstStyle>
          <a:p/>
        </p:txBody>
      </p:sp>
      <p:sp>
        <p:nvSpPr>
          <p:cNvPr id="9317" name="Google Shape;9317;p160"/>
          <p:cNvSpPr txBox="1"/>
          <p:nvPr/>
        </p:nvSpPr>
        <p:spPr>
          <a:xfrm>
            <a:off x="84825" y="598125"/>
            <a:ext cx="595500" cy="205800"/>
          </a:xfrm>
          <a:prstGeom prst="rect">
            <a:avLst/>
          </a:prstGeom>
          <a:noFill/>
          <a:ln>
            <a:noFill/>
          </a:ln>
        </p:spPr>
        <p:txBody>
          <a:bodyPr anchorCtr="0" anchor="t" bIns="18000" lIns="18000" spcFirstLastPara="1" rIns="18000" wrap="square" tIns="18000">
            <a:spAutoFit/>
          </a:bodyPr>
          <a:lstStyle/>
          <a:p>
            <a:pPr indent="0" lvl="0" marL="0" rtl="0" algn="l">
              <a:spcBef>
                <a:spcPts val="0"/>
              </a:spcBef>
              <a:spcAft>
                <a:spcPts val="0"/>
              </a:spcAft>
              <a:buNone/>
            </a:pPr>
            <a:r>
              <a:rPr lang="es-419" sz="1100">
                <a:solidFill>
                  <a:srgbClr val="FFFFFF"/>
                </a:solidFill>
              </a:rPr>
              <a:t>Nombre:</a:t>
            </a:r>
            <a:endParaRPr sz="1100">
              <a:solidFill>
                <a:srgbClr val="FFFFFF"/>
              </a:solidFill>
            </a:endParaRPr>
          </a:p>
        </p:txBody>
      </p:sp>
    </p:spTree>
  </p:cSld>
  <p:clrMapOvr>
    <a:masterClrMapping/>
  </p:clrMapOvr>
</p:sldLayout>
</file>

<file path=ppt/slideLayouts/slideLayout15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6.5 Diagrama de Secuencia">
  <p:cSld name="TITLE_3_6_1_1_1_1_1_1_1_1_1_1_1_1_1_1_1_1_1_1_1_1_1_1_1_1_1_1">
    <p:spTree>
      <p:nvGrpSpPr>
        <p:cNvPr id="9318" name="Shape 9318"/>
        <p:cNvGrpSpPr/>
        <p:nvPr/>
      </p:nvGrpSpPr>
      <p:grpSpPr>
        <a:xfrm>
          <a:off x="0" y="0"/>
          <a:ext cx="0" cy="0"/>
          <a:chOff x="0" y="0"/>
          <a:chExt cx="0" cy="0"/>
        </a:xfrm>
      </p:grpSpPr>
      <p:sp>
        <p:nvSpPr>
          <p:cNvPr id="9319" name="Google Shape;9319;p161"/>
          <p:cNvSpPr/>
          <p:nvPr/>
        </p:nvSpPr>
        <p:spPr>
          <a:xfrm>
            <a:off x="97888" y="377012"/>
            <a:ext cx="9893400" cy="296700"/>
          </a:xfrm>
          <a:prstGeom prst="roundRect">
            <a:avLst>
              <a:gd fmla="val 22902" name="adj"/>
            </a:avLst>
          </a:prstGeom>
          <a:solidFill>
            <a:srgbClr val="F3F3F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9320" name="Google Shape;9320;p161"/>
          <p:cNvSpPr/>
          <p:nvPr/>
        </p:nvSpPr>
        <p:spPr>
          <a:xfrm>
            <a:off x="77688" y="358938"/>
            <a:ext cx="9935700" cy="6438000"/>
          </a:xfrm>
          <a:prstGeom prst="roundRect">
            <a:avLst>
              <a:gd fmla="val 2618" name="adj"/>
            </a:avLst>
          </a:prstGeom>
          <a:solidFill>
            <a:srgbClr val="FFFFFF"/>
          </a:solidFill>
          <a:ln cap="flat" cmpd="sng" w="38100">
            <a:solidFill>
              <a:srgbClr val="000000"/>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321" name="Google Shape;9321;p161"/>
          <p:cNvCxnSpPr/>
          <p:nvPr/>
        </p:nvCxnSpPr>
        <p:spPr>
          <a:xfrm>
            <a:off x="77688" y="772614"/>
            <a:ext cx="9935700" cy="0"/>
          </a:xfrm>
          <a:prstGeom prst="straightConnector1">
            <a:avLst/>
          </a:prstGeom>
          <a:noFill/>
          <a:ln cap="flat" cmpd="sng" w="19050">
            <a:solidFill>
              <a:srgbClr val="000000"/>
            </a:solidFill>
            <a:prstDash val="solid"/>
            <a:round/>
            <a:headEnd len="med" w="med" type="none"/>
            <a:tailEnd len="med" w="med" type="none"/>
          </a:ln>
        </p:spPr>
      </p:cxnSp>
      <p:cxnSp>
        <p:nvCxnSpPr>
          <p:cNvPr id="9322" name="Google Shape;9322;p161"/>
          <p:cNvCxnSpPr/>
          <p:nvPr/>
        </p:nvCxnSpPr>
        <p:spPr>
          <a:xfrm rot="10800000">
            <a:off x="2439038" y="368188"/>
            <a:ext cx="0" cy="402300"/>
          </a:xfrm>
          <a:prstGeom prst="straightConnector1">
            <a:avLst/>
          </a:prstGeom>
          <a:noFill/>
          <a:ln cap="flat" cmpd="sng" w="19050">
            <a:solidFill>
              <a:srgbClr val="000000"/>
            </a:solidFill>
            <a:prstDash val="solid"/>
            <a:round/>
            <a:headEnd len="med" w="med" type="none"/>
            <a:tailEnd len="med" w="med" type="none"/>
          </a:ln>
        </p:spPr>
      </p:cxnSp>
      <p:sp>
        <p:nvSpPr>
          <p:cNvPr id="9323" name="Google Shape;9323;p161"/>
          <p:cNvSpPr/>
          <p:nvPr/>
        </p:nvSpPr>
        <p:spPr>
          <a:xfrm>
            <a:off x="77688" y="349338"/>
            <a:ext cx="2361300" cy="421200"/>
          </a:xfrm>
          <a:prstGeom prst="roundRect">
            <a:avLst>
              <a:gd fmla="val 50000" name="adj"/>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s-419" sz="1200">
                <a:solidFill>
                  <a:srgbClr val="FFFFFF"/>
                </a:solidFill>
              </a:rPr>
              <a:t>Diagrama de Secuencia</a:t>
            </a:r>
            <a:endParaRPr b="1" sz="1200">
              <a:solidFill>
                <a:srgbClr val="FFFFFF"/>
              </a:solidFill>
            </a:endParaRPr>
          </a:p>
          <a:p>
            <a:pPr indent="0" lvl="0" marL="0" rtl="0" algn="ctr">
              <a:spcBef>
                <a:spcPts val="0"/>
              </a:spcBef>
              <a:spcAft>
                <a:spcPts val="0"/>
              </a:spcAft>
              <a:buNone/>
            </a:pPr>
            <a:r>
              <a:t/>
            </a:r>
            <a:endParaRPr b="1" sz="1200">
              <a:solidFill>
                <a:srgbClr val="FFFFFF"/>
              </a:solidFill>
            </a:endParaRPr>
          </a:p>
        </p:txBody>
      </p:sp>
      <p:sp>
        <p:nvSpPr>
          <p:cNvPr id="9324" name="Google Shape;9324;p161"/>
          <p:cNvSpPr/>
          <p:nvPr/>
        </p:nvSpPr>
        <p:spPr>
          <a:xfrm>
            <a:off x="83988" y="595504"/>
            <a:ext cx="190200" cy="1692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5" name="Google Shape;9325;p161"/>
          <p:cNvSpPr/>
          <p:nvPr/>
        </p:nvSpPr>
        <p:spPr>
          <a:xfrm>
            <a:off x="2292338" y="358938"/>
            <a:ext cx="146700" cy="4023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6" name="Google Shape;9326;p161"/>
          <p:cNvSpPr/>
          <p:nvPr/>
        </p:nvSpPr>
        <p:spPr>
          <a:xfrm>
            <a:off x="-3377871" y="349350"/>
            <a:ext cx="2700000" cy="6490500"/>
          </a:xfrm>
          <a:prstGeom prst="roundRect">
            <a:avLst>
              <a:gd fmla="val 2889" name="adj"/>
            </a:avLst>
          </a:prstGeom>
          <a:solidFill>
            <a:srgbClr val="F3F3F3"/>
          </a:solidFill>
          <a:ln cap="flat" cmpd="sng" w="9525">
            <a:solidFill>
              <a:srgbClr val="F3F3F3"/>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t" bIns="54000" lIns="72000" spcFirstLastPara="1" rIns="72000" wrap="square" tIns="54000">
            <a:noAutofit/>
          </a:bodyPr>
          <a:lstStyle/>
          <a:p>
            <a:pPr indent="0" lvl="0" marL="0" rtl="0" algn="ctr">
              <a:spcBef>
                <a:spcPts val="0"/>
              </a:spcBef>
              <a:spcAft>
                <a:spcPts val="0"/>
              </a:spcAft>
              <a:buNone/>
            </a:pPr>
            <a:r>
              <a:rPr i="1" lang="es-419"/>
              <a:t>Paleta</a:t>
            </a:r>
            <a:endParaRPr i="1"/>
          </a:p>
        </p:txBody>
      </p:sp>
      <p:sp>
        <p:nvSpPr>
          <p:cNvPr id="9327" name="Google Shape;9327;p161"/>
          <p:cNvSpPr txBox="1"/>
          <p:nvPr/>
        </p:nvSpPr>
        <p:spPr>
          <a:xfrm>
            <a:off x="2524025" y="387675"/>
            <a:ext cx="17055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Caso de Uso de Sistema:</a:t>
            </a:r>
            <a:endParaRPr b="1" sz="1100"/>
          </a:p>
        </p:txBody>
      </p:sp>
      <p:sp>
        <p:nvSpPr>
          <p:cNvPr id="9328" name="Google Shape;9328;p161"/>
          <p:cNvSpPr txBox="1"/>
          <p:nvPr/>
        </p:nvSpPr>
        <p:spPr>
          <a:xfrm>
            <a:off x="2524020" y="579550"/>
            <a:ext cx="6846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Finalidad:</a:t>
            </a:r>
            <a:endParaRPr b="1" sz="1100"/>
          </a:p>
        </p:txBody>
      </p:sp>
      <p:sp>
        <p:nvSpPr>
          <p:cNvPr id="9329" name="Google Shape;9329;p161"/>
          <p:cNvSpPr txBox="1"/>
          <p:nvPr>
            <p:ph type="title"/>
          </p:nvPr>
        </p:nvSpPr>
        <p:spPr>
          <a:xfrm flipH="1">
            <a:off x="4248275" y="387675"/>
            <a:ext cx="5640300" cy="1692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000"/>
              <a:buNone/>
              <a:defRPr sz="1000">
                <a:solidFill>
                  <a:srgbClr val="000000"/>
                </a:solidFill>
              </a:defRPr>
            </a:lvl1pPr>
            <a:lvl2pPr lvl="1">
              <a:spcBef>
                <a:spcPts val="0"/>
              </a:spcBef>
              <a:spcAft>
                <a:spcPts val="0"/>
              </a:spcAft>
              <a:buClr>
                <a:srgbClr val="000000"/>
              </a:buClr>
              <a:buSzPts val="1000"/>
              <a:buNone/>
              <a:defRPr sz="1000">
                <a:solidFill>
                  <a:srgbClr val="000000"/>
                </a:solidFill>
              </a:defRPr>
            </a:lvl2pPr>
            <a:lvl3pPr lvl="2">
              <a:spcBef>
                <a:spcPts val="0"/>
              </a:spcBef>
              <a:spcAft>
                <a:spcPts val="0"/>
              </a:spcAft>
              <a:buClr>
                <a:srgbClr val="000000"/>
              </a:buClr>
              <a:buSzPts val="1000"/>
              <a:buNone/>
              <a:defRPr sz="1000">
                <a:solidFill>
                  <a:srgbClr val="000000"/>
                </a:solidFill>
              </a:defRPr>
            </a:lvl3pPr>
            <a:lvl4pPr lvl="3">
              <a:spcBef>
                <a:spcPts val="0"/>
              </a:spcBef>
              <a:spcAft>
                <a:spcPts val="0"/>
              </a:spcAft>
              <a:buClr>
                <a:srgbClr val="000000"/>
              </a:buClr>
              <a:buSzPts val="1000"/>
              <a:buNone/>
              <a:defRPr sz="1000">
                <a:solidFill>
                  <a:srgbClr val="000000"/>
                </a:solidFill>
              </a:defRPr>
            </a:lvl4pPr>
            <a:lvl5pPr lvl="4">
              <a:spcBef>
                <a:spcPts val="0"/>
              </a:spcBef>
              <a:spcAft>
                <a:spcPts val="0"/>
              </a:spcAft>
              <a:buClr>
                <a:srgbClr val="000000"/>
              </a:buClr>
              <a:buSzPts val="1000"/>
              <a:buNone/>
              <a:defRPr sz="1000">
                <a:solidFill>
                  <a:srgbClr val="000000"/>
                </a:solidFill>
              </a:defRPr>
            </a:lvl5pPr>
            <a:lvl6pPr lvl="5">
              <a:spcBef>
                <a:spcPts val="0"/>
              </a:spcBef>
              <a:spcAft>
                <a:spcPts val="0"/>
              </a:spcAft>
              <a:buClr>
                <a:srgbClr val="000000"/>
              </a:buClr>
              <a:buSzPts val="1000"/>
              <a:buNone/>
              <a:defRPr sz="1000">
                <a:solidFill>
                  <a:srgbClr val="000000"/>
                </a:solidFill>
              </a:defRPr>
            </a:lvl6pPr>
            <a:lvl7pPr lvl="6">
              <a:spcBef>
                <a:spcPts val="0"/>
              </a:spcBef>
              <a:spcAft>
                <a:spcPts val="0"/>
              </a:spcAft>
              <a:buClr>
                <a:srgbClr val="000000"/>
              </a:buClr>
              <a:buSzPts val="1000"/>
              <a:buNone/>
              <a:defRPr sz="1000">
                <a:solidFill>
                  <a:srgbClr val="000000"/>
                </a:solidFill>
              </a:defRPr>
            </a:lvl7pPr>
            <a:lvl8pPr lvl="7">
              <a:spcBef>
                <a:spcPts val="0"/>
              </a:spcBef>
              <a:spcAft>
                <a:spcPts val="0"/>
              </a:spcAft>
              <a:buClr>
                <a:srgbClr val="000000"/>
              </a:buClr>
              <a:buSzPts val="1000"/>
              <a:buNone/>
              <a:defRPr sz="1000">
                <a:solidFill>
                  <a:srgbClr val="000000"/>
                </a:solidFill>
              </a:defRPr>
            </a:lvl8pPr>
            <a:lvl9pPr lvl="8">
              <a:spcBef>
                <a:spcPts val="0"/>
              </a:spcBef>
              <a:spcAft>
                <a:spcPts val="0"/>
              </a:spcAft>
              <a:buClr>
                <a:srgbClr val="000000"/>
              </a:buClr>
              <a:buSzPts val="1000"/>
              <a:buNone/>
              <a:defRPr sz="1000">
                <a:solidFill>
                  <a:srgbClr val="000000"/>
                </a:solidFill>
              </a:defRPr>
            </a:lvl9pPr>
          </a:lstStyle>
          <a:p/>
        </p:txBody>
      </p:sp>
      <p:sp>
        <p:nvSpPr>
          <p:cNvPr id="9330" name="Google Shape;9330;p161"/>
          <p:cNvSpPr txBox="1"/>
          <p:nvPr>
            <p:ph idx="2" type="title"/>
          </p:nvPr>
        </p:nvSpPr>
        <p:spPr>
          <a:xfrm flipH="1">
            <a:off x="3231275" y="579550"/>
            <a:ext cx="6657300" cy="1692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000"/>
              <a:buNone/>
              <a:defRPr sz="1000">
                <a:solidFill>
                  <a:srgbClr val="000000"/>
                </a:solidFill>
              </a:defRPr>
            </a:lvl1pPr>
            <a:lvl2pPr lvl="1">
              <a:spcBef>
                <a:spcPts val="0"/>
              </a:spcBef>
              <a:spcAft>
                <a:spcPts val="0"/>
              </a:spcAft>
              <a:buClr>
                <a:srgbClr val="000000"/>
              </a:buClr>
              <a:buSzPts val="1000"/>
              <a:buNone/>
              <a:defRPr sz="1000">
                <a:solidFill>
                  <a:srgbClr val="000000"/>
                </a:solidFill>
              </a:defRPr>
            </a:lvl2pPr>
            <a:lvl3pPr lvl="2">
              <a:spcBef>
                <a:spcPts val="0"/>
              </a:spcBef>
              <a:spcAft>
                <a:spcPts val="0"/>
              </a:spcAft>
              <a:buClr>
                <a:srgbClr val="000000"/>
              </a:buClr>
              <a:buSzPts val="1000"/>
              <a:buNone/>
              <a:defRPr sz="1000">
                <a:solidFill>
                  <a:srgbClr val="000000"/>
                </a:solidFill>
              </a:defRPr>
            </a:lvl3pPr>
            <a:lvl4pPr lvl="3">
              <a:spcBef>
                <a:spcPts val="0"/>
              </a:spcBef>
              <a:spcAft>
                <a:spcPts val="0"/>
              </a:spcAft>
              <a:buClr>
                <a:srgbClr val="000000"/>
              </a:buClr>
              <a:buSzPts val="1000"/>
              <a:buNone/>
              <a:defRPr sz="1000">
                <a:solidFill>
                  <a:srgbClr val="000000"/>
                </a:solidFill>
              </a:defRPr>
            </a:lvl4pPr>
            <a:lvl5pPr lvl="4">
              <a:spcBef>
                <a:spcPts val="0"/>
              </a:spcBef>
              <a:spcAft>
                <a:spcPts val="0"/>
              </a:spcAft>
              <a:buClr>
                <a:srgbClr val="000000"/>
              </a:buClr>
              <a:buSzPts val="1000"/>
              <a:buNone/>
              <a:defRPr sz="1000">
                <a:solidFill>
                  <a:srgbClr val="000000"/>
                </a:solidFill>
              </a:defRPr>
            </a:lvl5pPr>
            <a:lvl6pPr lvl="5">
              <a:spcBef>
                <a:spcPts val="0"/>
              </a:spcBef>
              <a:spcAft>
                <a:spcPts val="0"/>
              </a:spcAft>
              <a:buClr>
                <a:srgbClr val="000000"/>
              </a:buClr>
              <a:buSzPts val="1000"/>
              <a:buNone/>
              <a:defRPr sz="1000">
                <a:solidFill>
                  <a:srgbClr val="000000"/>
                </a:solidFill>
              </a:defRPr>
            </a:lvl6pPr>
            <a:lvl7pPr lvl="6">
              <a:spcBef>
                <a:spcPts val="0"/>
              </a:spcBef>
              <a:spcAft>
                <a:spcPts val="0"/>
              </a:spcAft>
              <a:buClr>
                <a:srgbClr val="000000"/>
              </a:buClr>
              <a:buSzPts val="1000"/>
              <a:buNone/>
              <a:defRPr sz="1000">
                <a:solidFill>
                  <a:srgbClr val="000000"/>
                </a:solidFill>
              </a:defRPr>
            </a:lvl7pPr>
            <a:lvl8pPr lvl="7">
              <a:spcBef>
                <a:spcPts val="0"/>
              </a:spcBef>
              <a:spcAft>
                <a:spcPts val="0"/>
              </a:spcAft>
              <a:buClr>
                <a:srgbClr val="000000"/>
              </a:buClr>
              <a:buSzPts val="1000"/>
              <a:buNone/>
              <a:defRPr sz="1000">
                <a:solidFill>
                  <a:srgbClr val="000000"/>
                </a:solidFill>
              </a:defRPr>
            </a:lvl8pPr>
            <a:lvl9pPr lvl="8">
              <a:spcBef>
                <a:spcPts val="0"/>
              </a:spcBef>
              <a:spcAft>
                <a:spcPts val="0"/>
              </a:spcAft>
              <a:buClr>
                <a:srgbClr val="000000"/>
              </a:buClr>
              <a:buSzPts val="1000"/>
              <a:buNone/>
              <a:defRPr sz="1000">
                <a:solidFill>
                  <a:srgbClr val="000000"/>
                </a:solidFill>
              </a:defRPr>
            </a:lvl9pPr>
          </a:lstStyle>
          <a:p/>
        </p:txBody>
      </p:sp>
      <p:sp>
        <p:nvSpPr>
          <p:cNvPr id="9331" name="Google Shape;9331;p161"/>
          <p:cNvSpPr txBox="1"/>
          <p:nvPr>
            <p:ph idx="1" type="body"/>
          </p:nvPr>
        </p:nvSpPr>
        <p:spPr>
          <a:xfrm>
            <a:off x="641150" y="612125"/>
            <a:ext cx="1770300" cy="160500"/>
          </a:xfrm>
          <a:prstGeom prst="rect">
            <a:avLst/>
          </a:prstGeom>
          <a:noFill/>
          <a:ln>
            <a:noFill/>
          </a:ln>
        </p:spPr>
        <p:txBody>
          <a:bodyPr anchorCtr="0" anchor="t" bIns="0" lIns="0" spcFirstLastPara="1" rIns="0" wrap="square" tIns="0">
            <a:noAutofit/>
          </a:bodyPr>
          <a:lstStyle>
            <a:lvl1pPr indent="-292100" lvl="0" marL="457200" algn="ctr">
              <a:spcBef>
                <a:spcPts val="0"/>
              </a:spcBef>
              <a:spcAft>
                <a:spcPts val="0"/>
              </a:spcAft>
              <a:buClr>
                <a:srgbClr val="FFFFFF"/>
              </a:buClr>
              <a:buSzPts val="1000"/>
              <a:buChar char="●"/>
              <a:defRPr sz="1000">
                <a:solidFill>
                  <a:srgbClr val="FFFFFF"/>
                </a:solidFill>
              </a:defRPr>
            </a:lvl1pPr>
            <a:lvl2pPr indent="-292100" lvl="1" marL="914400" algn="ctr">
              <a:spcBef>
                <a:spcPts val="0"/>
              </a:spcBef>
              <a:spcAft>
                <a:spcPts val="0"/>
              </a:spcAft>
              <a:buClr>
                <a:srgbClr val="FFFFFF"/>
              </a:buClr>
              <a:buSzPts val="1000"/>
              <a:buChar char="○"/>
              <a:defRPr sz="1000">
                <a:solidFill>
                  <a:srgbClr val="FFFFFF"/>
                </a:solidFill>
              </a:defRPr>
            </a:lvl2pPr>
            <a:lvl3pPr indent="-292100" lvl="2" marL="1371600" algn="ctr">
              <a:spcBef>
                <a:spcPts val="0"/>
              </a:spcBef>
              <a:spcAft>
                <a:spcPts val="0"/>
              </a:spcAft>
              <a:buClr>
                <a:srgbClr val="FFFFFF"/>
              </a:buClr>
              <a:buSzPts val="1000"/>
              <a:buChar char="■"/>
              <a:defRPr sz="1000">
                <a:solidFill>
                  <a:srgbClr val="FFFFFF"/>
                </a:solidFill>
              </a:defRPr>
            </a:lvl3pPr>
            <a:lvl4pPr indent="-292100" lvl="3" marL="1828800" algn="ctr">
              <a:spcBef>
                <a:spcPts val="0"/>
              </a:spcBef>
              <a:spcAft>
                <a:spcPts val="0"/>
              </a:spcAft>
              <a:buClr>
                <a:srgbClr val="FFFFFF"/>
              </a:buClr>
              <a:buSzPts val="1000"/>
              <a:buChar char="●"/>
              <a:defRPr sz="1000">
                <a:solidFill>
                  <a:srgbClr val="FFFFFF"/>
                </a:solidFill>
              </a:defRPr>
            </a:lvl4pPr>
            <a:lvl5pPr indent="-292100" lvl="4" marL="2286000" algn="ctr">
              <a:spcBef>
                <a:spcPts val="0"/>
              </a:spcBef>
              <a:spcAft>
                <a:spcPts val="0"/>
              </a:spcAft>
              <a:buClr>
                <a:srgbClr val="FFFFFF"/>
              </a:buClr>
              <a:buSzPts val="1000"/>
              <a:buChar char="○"/>
              <a:defRPr sz="1000">
                <a:solidFill>
                  <a:srgbClr val="FFFFFF"/>
                </a:solidFill>
              </a:defRPr>
            </a:lvl5pPr>
            <a:lvl6pPr indent="-292100" lvl="5" marL="2743200" algn="ctr">
              <a:spcBef>
                <a:spcPts val="0"/>
              </a:spcBef>
              <a:spcAft>
                <a:spcPts val="0"/>
              </a:spcAft>
              <a:buClr>
                <a:srgbClr val="FFFFFF"/>
              </a:buClr>
              <a:buSzPts val="1000"/>
              <a:buChar char="■"/>
              <a:defRPr sz="1000">
                <a:solidFill>
                  <a:srgbClr val="FFFFFF"/>
                </a:solidFill>
              </a:defRPr>
            </a:lvl6pPr>
            <a:lvl7pPr indent="-292100" lvl="6" marL="3200400" algn="ctr">
              <a:spcBef>
                <a:spcPts val="0"/>
              </a:spcBef>
              <a:spcAft>
                <a:spcPts val="0"/>
              </a:spcAft>
              <a:buClr>
                <a:srgbClr val="FFFFFF"/>
              </a:buClr>
              <a:buSzPts val="1000"/>
              <a:buChar char="●"/>
              <a:defRPr sz="1000">
                <a:solidFill>
                  <a:srgbClr val="FFFFFF"/>
                </a:solidFill>
              </a:defRPr>
            </a:lvl7pPr>
            <a:lvl8pPr indent="-292100" lvl="7" marL="3657600" algn="ctr">
              <a:spcBef>
                <a:spcPts val="0"/>
              </a:spcBef>
              <a:spcAft>
                <a:spcPts val="0"/>
              </a:spcAft>
              <a:buClr>
                <a:srgbClr val="FFFFFF"/>
              </a:buClr>
              <a:buSzPts val="1000"/>
              <a:buChar char="○"/>
              <a:defRPr sz="1000">
                <a:solidFill>
                  <a:srgbClr val="FFFFFF"/>
                </a:solidFill>
              </a:defRPr>
            </a:lvl8pPr>
            <a:lvl9pPr indent="-292100" lvl="8" marL="4114800" algn="ctr">
              <a:spcBef>
                <a:spcPts val="0"/>
              </a:spcBef>
              <a:spcAft>
                <a:spcPts val="0"/>
              </a:spcAft>
              <a:buClr>
                <a:srgbClr val="FFFFFF"/>
              </a:buClr>
              <a:buSzPts val="1000"/>
              <a:buChar char="■"/>
              <a:defRPr sz="1000">
                <a:solidFill>
                  <a:srgbClr val="FFFFFF"/>
                </a:solidFill>
              </a:defRPr>
            </a:lvl9pPr>
          </a:lstStyle>
          <a:p/>
        </p:txBody>
      </p:sp>
      <p:sp>
        <p:nvSpPr>
          <p:cNvPr id="9332" name="Google Shape;9332;p161"/>
          <p:cNvSpPr txBox="1"/>
          <p:nvPr/>
        </p:nvSpPr>
        <p:spPr>
          <a:xfrm>
            <a:off x="84825" y="598125"/>
            <a:ext cx="595500" cy="205800"/>
          </a:xfrm>
          <a:prstGeom prst="rect">
            <a:avLst/>
          </a:prstGeom>
          <a:noFill/>
          <a:ln>
            <a:noFill/>
          </a:ln>
        </p:spPr>
        <p:txBody>
          <a:bodyPr anchorCtr="0" anchor="t" bIns="18000" lIns="18000" spcFirstLastPara="1" rIns="18000" wrap="square" tIns="18000">
            <a:spAutoFit/>
          </a:bodyPr>
          <a:lstStyle/>
          <a:p>
            <a:pPr indent="0" lvl="0" marL="0" rtl="0" algn="l">
              <a:spcBef>
                <a:spcPts val="0"/>
              </a:spcBef>
              <a:spcAft>
                <a:spcPts val="0"/>
              </a:spcAft>
              <a:buNone/>
            </a:pPr>
            <a:r>
              <a:rPr lang="es-419" sz="1100">
                <a:solidFill>
                  <a:srgbClr val="FFFFFF"/>
                </a:solidFill>
              </a:rPr>
              <a:t>Nombre:</a:t>
            </a:r>
            <a:endParaRPr sz="1100">
              <a:solidFill>
                <a:srgbClr val="FFFFFF"/>
              </a:solidFill>
            </a:endParaRPr>
          </a:p>
        </p:txBody>
      </p:sp>
    </p:spTree>
  </p:cSld>
  <p:clrMapOvr>
    <a:masterClrMapping/>
  </p:clrMapOvr>
</p:sldLayout>
</file>

<file path=ppt/slideLayouts/slideLayout15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6.1 Actor de Sistema">
  <p:cSld name="TITLE_3_6_1_1_1_1_1_1_1_1_1_1_1_1_1_1_1_1_1_1_1_1_1_1_1_1_1_1_1">
    <p:spTree>
      <p:nvGrpSpPr>
        <p:cNvPr id="9333" name="Shape 9333"/>
        <p:cNvGrpSpPr/>
        <p:nvPr/>
      </p:nvGrpSpPr>
      <p:grpSpPr>
        <a:xfrm>
          <a:off x="0" y="0"/>
          <a:ext cx="0" cy="0"/>
          <a:chOff x="0" y="0"/>
          <a:chExt cx="0" cy="0"/>
        </a:xfrm>
      </p:grpSpPr>
      <p:sp>
        <p:nvSpPr>
          <p:cNvPr id="9334" name="Google Shape;9334;p162"/>
          <p:cNvSpPr/>
          <p:nvPr/>
        </p:nvSpPr>
        <p:spPr>
          <a:xfrm>
            <a:off x="97888" y="377012"/>
            <a:ext cx="9893400" cy="296700"/>
          </a:xfrm>
          <a:prstGeom prst="roundRect">
            <a:avLst>
              <a:gd fmla="val 22902" name="adj"/>
            </a:avLst>
          </a:prstGeom>
          <a:solidFill>
            <a:srgbClr val="F3F3F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9335" name="Google Shape;9335;p162"/>
          <p:cNvSpPr/>
          <p:nvPr/>
        </p:nvSpPr>
        <p:spPr>
          <a:xfrm>
            <a:off x="77688" y="358938"/>
            <a:ext cx="9935700" cy="6438000"/>
          </a:xfrm>
          <a:prstGeom prst="roundRect">
            <a:avLst>
              <a:gd fmla="val 2618" name="adj"/>
            </a:avLst>
          </a:prstGeom>
          <a:solidFill>
            <a:srgbClr val="FFFFFF"/>
          </a:solidFill>
          <a:ln cap="flat" cmpd="sng" w="38100">
            <a:solidFill>
              <a:srgbClr val="000000"/>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336" name="Google Shape;9336;p162"/>
          <p:cNvCxnSpPr/>
          <p:nvPr/>
        </p:nvCxnSpPr>
        <p:spPr>
          <a:xfrm>
            <a:off x="77688" y="772614"/>
            <a:ext cx="9935700" cy="0"/>
          </a:xfrm>
          <a:prstGeom prst="straightConnector1">
            <a:avLst/>
          </a:prstGeom>
          <a:noFill/>
          <a:ln cap="flat" cmpd="sng" w="19050">
            <a:solidFill>
              <a:srgbClr val="000000"/>
            </a:solidFill>
            <a:prstDash val="solid"/>
            <a:round/>
            <a:headEnd len="med" w="med" type="none"/>
            <a:tailEnd len="med" w="med" type="none"/>
          </a:ln>
        </p:spPr>
      </p:cxnSp>
      <p:cxnSp>
        <p:nvCxnSpPr>
          <p:cNvPr id="9337" name="Google Shape;9337;p162"/>
          <p:cNvCxnSpPr/>
          <p:nvPr/>
        </p:nvCxnSpPr>
        <p:spPr>
          <a:xfrm rot="10800000">
            <a:off x="2439038" y="368188"/>
            <a:ext cx="0" cy="402300"/>
          </a:xfrm>
          <a:prstGeom prst="straightConnector1">
            <a:avLst/>
          </a:prstGeom>
          <a:noFill/>
          <a:ln cap="flat" cmpd="sng" w="19050">
            <a:solidFill>
              <a:srgbClr val="000000"/>
            </a:solidFill>
            <a:prstDash val="solid"/>
            <a:round/>
            <a:headEnd len="med" w="med" type="none"/>
            <a:tailEnd len="med" w="med" type="none"/>
          </a:ln>
        </p:spPr>
      </p:cxnSp>
      <p:sp>
        <p:nvSpPr>
          <p:cNvPr id="9338" name="Google Shape;9338;p162"/>
          <p:cNvSpPr/>
          <p:nvPr/>
        </p:nvSpPr>
        <p:spPr>
          <a:xfrm>
            <a:off x="77688" y="349338"/>
            <a:ext cx="2361300" cy="421200"/>
          </a:xfrm>
          <a:prstGeom prst="roundRect">
            <a:avLst>
              <a:gd fmla="val 50000" name="adj"/>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s-419" sz="1200">
                <a:solidFill>
                  <a:srgbClr val="FFFFFF"/>
                </a:solidFill>
              </a:rPr>
              <a:t>Actor de Sistema</a:t>
            </a:r>
            <a:endParaRPr b="1" sz="1200">
              <a:solidFill>
                <a:srgbClr val="FFFFFF"/>
              </a:solidFill>
            </a:endParaRPr>
          </a:p>
          <a:p>
            <a:pPr indent="0" lvl="0" marL="0" rtl="0" algn="ctr">
              <a:spcBef>
                <a:spcPts val="0"/>
              </a:spcBef>
              <a:spcAft>
                <a:spcPts val="0"/>
              </a:spcAft>
              <a:buNone/>
            </a:pPr>
            <a:r>
              <a:t/>
            </a:r>
            <a:endParaRPr b="1" sz="1200">
              <a:solidFill>
                <a:srgbClr val="FFFFFF"/>
              </a:solidFill>
            </a:endParaRPr>
          </a:p>
        </p:txBody>
      </p:sp>
      <p:sp>
        <p:nvSpPr>
          <p:cNvPr id="9339" name="Google Shape;9339;p162"/>
          <p:cNvSpPr/>
          <p:nvPr/>
        </p:nvSpPr>
        <p:spPr>
          <a:xfrm>
            <a:off x="83988" y="595504"/>
            <a:ext cx="190200" cy="1692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0" name="Google Shape;9340;p162"/>
          <p:cNvSpPr/>
          <p:nvPr/>
        </p:nvSpPr>
        <p:spPr>
          <a:xfrm>
            <a:off x="2292338" y="358938"/>
            <a:ext cx="146700" cy="4023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341" name="Google Shape;9341;p162"/>
          <p:cNvCxnSpPr/>
          <p:nvPr/>
        </p:nvCxnSpPr>
        <p:spPr>
          <a:xfrm>
            <a:off x="5104406" y="929748"/>
            <a:ext cx="0" cy="5689200"/>
          </a:xfrm>
          <a:prstGeom prst="straightConnector1">
            <a:avLst/>
          </a:prstGeom>
          <a:noFill/>
          <a:ln cap="flat" cmpd="sng" w="19050">
            <a:solidFill>
              <a:srgbClr val="D9D9D9"/>
            </a:solidFill>
            <a:prstDash val="dash"/>
            <a:round/>
            <a:headEnd len="med" w="med" type="none"/>
            <a:tailEnd len="med" w="med" type="none"/>
          </a:ln>
        </p:spPr>
      </p:cxnSp>
      <p:sp>
        <p:nvSpPr>
          <p:cNvPr id="9342" name="Google Shape;9342;p162"/>
          <p:cNvSpPr txBox="1"/>
          <p:nvPr/>
        </p:nvSpPr>
        <p:spPr>
          <a:xfrm>
            <a:off x="197034" y="1078797"/>
            <a:ext cx="1679100" cy="246300"/>
          </a:xfrm>
          <a:prstGeom prst="rect">
            <a:avLst/>
          </a:prstGeom>
          <a:noFill/>
          <a:ln>
            <a:noFill/>
          </a:ln>
        </p:spPr>
        <p:txBody>
          <a:bodyPr anchorCtr="0" anchor="ctr" bIns="0" lIns="0" spcFirstLastPara="1" rIns="0" wrap="square" tIns="0">
            <a:spAutoFit/>
          </a:bodyPr>
          <a:lstStyle/>
          <a:p>
            <a:pPr indent="0" lvl="0" marL="0" rtl="0" algn="r">
              <a:lnSpc>
                <a:spcPct val="100000"/>
              </a:lnSpc>
              <a:spcBef>
                <a:spcPts val="0"/>
              </a:spcBef>
              <a:spcAft>
                <a:spcPts val="0"/>
              </a:spcAft>
              <a:buNone/>
            </a:pPr>
            <a:r>
              <a:rPr b="1" lang="es-419" sz="1000">
                <a:latin typeface="Arvo"/>
                <a:ea typeface="Arvo"/>
                <a:cs typeface="Arvo"/>
                <a:sym typeface="Arvo"/>
              </a:rPr>
              <a:t>Nombre del Actor: </a:t>
            </a:r>
            <a:endParaRPr b="1" sz="1000">
              <a:latin typeface="Arvo"/>
              <a:ea typeface="Arvo"/>
              <a:cs typeface="Arvo"/>
              <a:sym typeface="Arvo"/>
            </a:endParaRPr>
          </a:p>
          <a:p>
            <a:pPr indent="0" lvl="0" marL="0" rtl="0" algn="r">
              <a:lnSpc>
                <a:spcPct val="100000"/>
              </a:lnSpc>
              <a:spcBef>
                <a:spcPts val="0"/>
              </a:spcBef>
              <a:spcAft>
                <a:spcPts val="0"/>
              </a:spcAft>
              <a:buNone/>
            </a:pPr>
            <a:r>
              <a:rPr i="1" lang="es-419" sz="600">
                <a:solidFill>
                  <a:srgbClr val="666666"/>
                </a:solidFill>
                <a:latin typeface="Arvo"/>
                <a:ea typeface="Arvo"/>
                <a:cs typeface="Arvo"/>
                <a:sym typeface="Arvo"/>
              </a:rPr>
              <a:t>&lt;ej: Comprador&gt;</a:t>
            </a:r>
            <a:endParaRPr i="1" sz="600">
              <a:solidFill>
                <a:srgbClr val="666666"/>
              </a:solidFill>
              <a:latin typeface="Arvo"/>
              <a:ea typeface="Arvo"/>
              <a:cs typeface="Arvo"/>
              <a:sym typeface="Arvo"/>
            </a:endParaRPr>
          </a:p>
        </p:txBody>
      </p:sp>
      <p:sp>
        <p:nvSpPr>
          <p:cNvPr id="9343" name="Google Shape;9343;p162"/>
          <p:cNvSpPr txBox="1"/>
          <p:nvPr/>
        </p:nvSpPr>
        <p:spPr>
          <a:xfrm>
            <a:off x="197034" y="1572261"/>
            <a:ext cx="1679100" cy="274800"/>
          </a:xfrm>
          <a:prstGeom prst="rect">
            <a:avLst/>
          </a:prstGeom>
          <a:noFill/>
          <a:ln>
            <a:noFill/>
          </a:ln>
        </p:spPr>
        <p:txBody>
          <a:bodyPr anchorCtr="0" anchor="ctr" bIns="0" lIns="0" spcFirstLastPara="1" rIns="0" wrap="square" tIns="0">
            <a:spAutoFit/>
          </a:bodyPr>
          <a:lstStyle/>
          <a:p>
            <a:pPr indent="0" lvl="0" marL="0" rtl="0" algn="r">
              <a:lnSpc>
                <a:spcPct val="85000"/>
              </a:lnSpc>
              <a:spcBef>
                <a:spcPts val="0"/>
              </a:spcBef>
              <a:spcAft>
                <a:spcPts val="0"/>
              </a:spcAft>
              <a:buNone/>
            </a:pPr>
            <a:r>
              <a:rPr b="1" lang="es-419" sz="1000">
                <a:latin typeface="Arvo"/>
                <a:ea typeface="Arvo"/>
                <a:cs typeface="Arvo"/>
                <a:sym typeface="Arvo"/>
              </a:rPr>
              <a:t>Rol:</a:t>
            </a:r>
            <a:endParaRPr sz="700">
              <a:solidFill>
                <a:srgbClr val="666666"/>
              </a:solidFill>
              <a:latin typeface="Arvo"/>
              <a:ea typeface="Arvo"/>
              <a:cs typeface="Arvo"/>
              <a:sym typeface="Arvo"/>
            </a:endParaRPr>
          </a:p>
          <a:p>
            <a:pPr indent="0" lvl="0" marL="0" rtl="0" algn="r">
              <a:lnSpc>
                <a:spcPct val="85000"/>
              </a:lnSpc>
              <a:spcBef>
                <a:spcPts val="0"/>
              </a:spcBef>
              <a:spcAft>
                <a:spcPts val="0"/>
              </a:spcAft>
              <a:buNone/>
            </a:pPr>
            <a:r>
              <a:rPr lang="es-419" sz="700">
                <a:solidFill>
                  <a:srgbClr val="666666"/>
                </a:solidFill>
                <a:latin typeface="Arvo"/>
                <a:ea typeface="Arvo"/>
                <a:cs typeface="Arvo"/>
                <a:sym typeface="Arvo"/>
              </a:rPr>
              <a:t> </a:t>
            </a:r>
            <a:r>
              <a:rPr i="1" lang="es-419" sz="600">
                <a:solidFill>
                  <a:srgbClr val="666666"/>
                </a:solidFill>
                <a:latin typeface="Arvo"/>
                <a:ea typeface="Arvo"/>
                <a:cs typeface="Arvo"/>
                <a:sym typeface="Arvo"/>
              </a:rPr>
              <a:t>&lt;ej: Cliente, ó Proveedor&gt;</a:t>
            </a:r>
            <a:r>
              <a:rPr b="1" lang="es-419" sz="1100">
                <a:latin typeface="Arvo"/>
                <a:ea typeface="Arvo"/>
                <a:cs typeface="Arvo"/>
                <a:sym typeface="Arvo"/>
              </a:rPr>
              <a:t> </a:t>
            </a:r>
            <a:endParaRPr sz="800">
              <a:solidFill>
                <a:srgbClr val="666666"/>
              </a:solidFill>
              <a:latin typeface="Arvo"/>
              <a:ea typeface="Arvo"/>
              <a:cs typeface="Arvo"/>
              <a:sym typeface="Arvo"/>
            </a:endParaRPr>
          </a:p>
        </p:txBody>
      </p:sp>
      <p:sp>
        <p:nvSpPr>
          <p:cNvPr id="9344" name="Google Shape;9344;p162"/>
          <p:cNvSpPr/>
          <p:nvPr/>
        </p:nvSpPr>
        <p:spPr>
          <a:xfrm>
            <a:off x="1940924" y="1030197"/>
            <a:ext cx="3027000" cy="343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9345" name="Google Shape;9345;p162"/>
          <p:cNvSpPr txBox="1"/>
          <p:nvPr>
            <p:ph idx="1" type="subTitle"/>
          </p:nvPr>
        </p:nvSpPr>
        <p:spPr>
          <a:xfrm>
            <a:off x="1940624" y="1030947"/>
            <a:ext cx="3027600" cy="342000"/>
          </a:xfrm>
          <a:prstGeom prst="rect">
            <a:avLst/>
          </a:prstGeom>
          <a:noFill/>
          <a:ln>
            <a:noFill/>
          </a:ln>
        </p:spPr>
        <p:txBody>
          <a:bodyPr anchorCtr="0" anchor="ctr" bIns="36000" lIns="36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9346" name="Google Shape;9346;p162"/>
          <p:cNvSpPr/>
          <p:nvPr/>
        </p:nvSpPr>
        <p:spPr>
          <a:xfrm>
            <a:off x="1940924" y="1537911"/>
            <a:ext cx="3027000" cy="343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9347" name="Google Shape;9347;p162"/>
          <p:cNvSpPr txBox="1"/>
          <p:nvPr>
            <p:ph idx="2" type="subTitle"/>
          </p:nvPr>
        </p:nvSpPr>
        <p:spPr>
          <a:xfrm>
            <a:off x="1940624" y="1538661"/>
            <a:ext cx="3027600" cy="342000"/>
          </a:xfrm>
          <a:prstGeom prst="rect">
            <a:avLst/>
          </a:prstGeom>
          <a:noFill/>
          <a:ln>
            <a:noFill/>
          </a:ln>
        </p:spPr>
        <p:txBody>
          <a:bodyPr anchorCtr="0" anchor="ctr" bIns="36000" lIns="36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9348" name="Google Shape;9348;p162"/>
          <p:cNvSpPr txBox="1"/>
          <p:nvPr/>
        </p:nvSpPr>
        <p:spPr>
          <a:xfrm>
            <a:off x="197034" y="2065929"/>
            <a:ext cx="1679100" cy="415500"/>
          </a:xfrm>
          <a:prstGeom prst="rect">
            <a:avLst/>
          </a:prstGeom>
          <a:noFill/>
          <a:ln>
            <a:noFill/>
          </a:ln>
        </p:spPr>
        <p:txBody>
          <a:bodyPr anchorCtr="0" anchor="ctr" bIns="0" lIns="0" spcFirstLastPara="1" rIns="0" wrap="square" tIns="0">
            <a:spAutoFit/>
          </a:bodyPr>
          <a:lstStyle/>
          <a:p>
            <a:pPr indent="0" lvl="0" marL="0" rtl="0" algn="r">
              <a:lnSpc>
                <a:spcPct val="100000"/>
              </a:lnSpc>
              <a:spcBef>
                <a:spcPts val="0"/>
              </a:spcBef>
              <a:spcAft>
                <a:spcPts val="0"/>
              </a:spcAft>
              <a:buNone/>
            </a:pPr>
            <a:r>
              <a:rPr b="1" lang="es-419" sz="1000">
                <a:latin typeface="Arvo"/>
                <a:ea typeface="Arvo"/>
                <a:cs typeface="Arvo"/>
                <a:sym typeface="Arvo"/>
              </a:rPr>
              <a:t>Funcionalidades con los que tiene relación:</a:t>
            </a:r>
            <a:endParaRPr b="1" sz="1000">
              <a:latin typeface="Arvo"/>
              <a:ea typeface="Arvo"/>
              <a:cs typeface="Arvo"/>
              <a:sym typeface="Arvo"/>
            </a:endParaRPr>
          </a:p>
          <a:p>
            <a:pPr indent="0" lvl="0" marL="0" rtl="0" algn="r">
              <a:lnSpc>
                <a:spcPct val="100000"/>
              </a:lnSpc>
              <a:spcBef>
                <a:spcPts val="0"/>
              </a:spcBef>
              <a:spcAft>
                <a:spcPts val="0"/>
              </a:spcAft>
              <a:buNone/>
            </a:pPr>
            <a:r>
              <a:rPr lang="es-419" sz="700">
                <a:solidFill>
                  <a:srgbClr val="666666"/>
                </a:solidFill>
                <a:latin typeface="Arvo"/>
                <a:ea typeface="Arvo"/>
                <a:cs typeface="Arvo"/>
                <a:sym typeface="Arvo"/>
              </a:rPr>
              <a:t> </a:t>
            </a:r>
            <a:r>
              <a:rPr i="1" lang="es-419" sz="600">
                <a:solidFill>
                  <a:srgbClr val="666666"/>
                </a:solidFill>
                <a:latin typeface="Arvo"/>
                <a:ea typeface="Arvo"/>
                <a:cs typeface="Arvo"/>
                <a:sym typeface="Arvo"/>
              </a:rPr>
              <a:t>&lt;ej: El comprador se registra&gt;</a:t>
            </a:r>
            <a:endParaRPr sz="800">
              <a:solidFill>
                <a:srgbClr val="666666"/>
              </a:solidFill>
              <a:latin typeface="Arvo"/>
              <a:ea typeface="Arvo"/>
              <a:cs typeface="Arvo"/>
              <a:sym typeface="Arvo"/>
            </a:endParaRPr>
          </a:p>
        </p:txBody>
      </p:sp>
      <p:sp>
        <p:nvSpPr>
          <p:cNvPr id="9349" name="Google Shape;9349;p162"/>
          <p:cNvSpPr/>
          <p:nvPr/>
        </p:nvSpPr>
        <p:spPr>
          <a:xfrm>
            <a:off x="1940924" y="2060575"/>
            <a:ext cx="3027000" cy="1015800"/>
          </a:xfrm>
          <a:prstGeom prst="roundRect">
            <a:avLst>
              <a:gd fmla="val 728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9350" name="Google Shape;9350;p162"/>
          <p:cNvSpPr txBox="1"/>
          <p:nvPr>
            <p:ph idx="3" type="subTitle"/>
          </p:nvPr>
        </p:nvSpPr>
        <p:spPr>
          <a:xfrm>
            <a:off x="1940924" y="2061325"/>
            <a:ext cx="3027000" cy="1015200"/>
          </a:xfrm>
          <a:prstGeom prst="rect">
            <a:avLst/>
          </a:prstGeom>
          <a:noFill/>
          <a:ln>
            <a:noFill/>
          </a:ln>
        </p:spPr>
        <p:txBody>
          <a:bodyPr anchorCtr="0" anchor="t" bIns="36000" lIns="36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9351" name="Google Shape;9351;p162"/>
          <p:cNvSpPr txBox="1"/>
          <p:nvPr/>
        </p:nvSpPr>
        <p:spPr>
          <a:xfrm>
            <a:off x="197034" y="3222969"/>
            <a:ext cx="1679100" cy="744900"/>
          </a:xfrm>
          <a:prstGeom prst="rect">
            <a:avLst/>
          </a:prstGeom>
          <a:noFill/>
          <a:ln>
            <a:noFill/>
          </a:ln>
        </p:spPr>
        <p:txBody>
          <a:bodyPr anchorCtr="0" anchor="ctr" bIns="0" lIns="0" spcFirstLastPara="1" rIns="0" wrap="square" tIns="0">
            <a:spAutoFit/>
          </a:bodyPr>
          <a:lstStyle/>
          <a:p>
            <a:pPr indent="0" lvl="0" marL="0" rtl="0" algn="r">
              <a:lnSpc>
                <a:spcPct val="100000"/>
              </a:lnSpc>
              <a:spcBef>
                <a:spcPts val="0"/>
              </a:spcBef>
              <a:spcAft>
                <a:spcPts val="0"/>
              </a:spcAft>
              <a:buNone/>
            </a:pPr>
            <a:r>
              <a:rPr b="1" lang="es-419" sz="1000">
                <a:latin typeface="Arvo"/>
                <a:ea typeface="Arvo"/>
                <a:cs typeface="Arvo"/>
                <a:sym typeface="Arvo"/>
              </a:rPr>
              <a:t>Descripción del Actor:</a:t>
            </a:r>
            <a:endParaRPr sz="700">
              <a:solidFill>
                <a:srgbClr val="666666"/>
              </a:solidFill>
              <a:latin typeface="Arvo"/>
              <a:ea typeface="Arvo"/>
              <a:cs typeface="Arvo"/>
              <a:sym typeface="Arvo"/>
            </a:endParaRPr>
          </a:p>
          <a:p>
            <a:pPr indent="0" lvl="0" marL="0" rtl="0" algn="r">
              <a:lnSpc>
                <a:spcPct val="80000"/>
              </a:lnSpc>
              <a:spcBef>
                <a:spcPts val="0"/>
              </a:spcBef>
              <a:spcAft>
                <a:spcPts val="0"/>
              </a:spcAft>
              <a:buNone/>
            </a:pPr>
            <a:r>
              <a:rPr i="1" lang="es-419" sz="600">
                <a:solidFill>
                  <a:srgbClr val="666666"/>
                </a:solidFill>
                <a:latin typeface="Arvo"/>
                <a:ea typeface="Arvo"/>
                <a:cs typeface="Arvo"/>
                <a:sym typeface="Arvo"/>
              </a:rPr>
              <a:t>&lt;</a:t>
            </a:r>
            <a:r>
              <a:rPr lang="es-419" sz="600">
                <a:solidFill>
                  <a:schemeClr val="dk1"/>
                </a:solidFill>
                <a:latin typeface="Arvo"/>
                <a:ea typeface="Arvo"/>
                <a:cs typeface="Arvo"/>
                <a:sym typeface="Arvo"/>
              </a:rPr>
              <a:t>ej: es una persona que está interesada en comprar un producto a muy bajo costo desde cualquier lugar y en cualquier momento. Le gustaría elegir una empresa de envíos para transportar los productos y disponer de un carro de compras, adicionalmente, poder programar cada una de las compras y poder crear listas de preferencia. </a:t>
            </a:r>
            <a:r>
              <a:rPr i="1" lang="es-419" sz="600">
                <a:solidFill>
                  <a:srgbClr val="666666"/>
                </a:solidFill>
                <a:latin typeface="Arvo"/>
                <a:ea typeface="Arvo"/>
                <a:cs typeface="Arvo"/>
                <a:sym typeface="Arvo"/>
              </a:rPr>
              <a:t>&gt;</a:t>
            </a:r>
            <a:endParaRPr sz="600">
              <a:solidFill>
                <a:srgbClr val="666666"/>
              </a:solidFill>
              <a:latin typeface="Arvo"/>
              <a:ea typeface="Arvo"/>
              <a:cs typeface="Arvo"/>
              <a:sym typeface="Arvo"/>
            </a:endParaRPr>
          </a:p>
        </p:txBody>
      </p:sp>
      <p:sp>
        <p:nvSpPr>
          <p:cNvPr id="9352" name="Google Shape;9352;p162"/>
          <p:cNvSpPr/>
          <p:nvPr/>
        </p:nvSpPr>
        <p:spPr>
          <a:xfrm>
            <a:off x="1940925" y="3256353"/>
            <a:ext cx="3027000" cy="1359900"/>
          </a:xfrm>
          <a:prstGeom prst="roundRect">
            <a:avLst>
              <a:gd fmla="val 5871"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9353" name="Google Shape;9353;p162"/>
          <p:cNvSpPr txBox="1"/>
          <p:nvPr>
            <p:ph idx="4" type="subTitle"/>
          </p:nvPr>
        </p:nvSpPr>
        <p:spPr>
          <a:xfrm>
            <a:off x="1940625" y="3256356"/>
            <a:ext cx="3027600" cy="1359900"/>
          </a:xfrm>
          <a:prstGeom prst="rect">
            <a:avLst/>
          </a:prstGeom>
          <a:noFill/>
          <a:ln>
            <a:noFill/>
          </a:ln>
        </p:spPr>
        <p:txBody>
          <a:bodyPr anchorCtr="0" anchor="t" bIns="36000" lIns="36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9354" name="Google Shape;9354;p162"/>
          <p:cNvSpPr txBox="1"/>
          <p:nvPr/>
        </p:nvSpPr>
        <p:spPr>
          <a:xfrm>
            <a:off x="197034" y="4832392"/>
            <a:ext cx="1679100" cy="274800"/>
          </a:xfrm>
          <a:prstGeom prst="rect">
            <a:avLst/>
          </a:prstGeom>
          <a:noFill/>
          <a:ln>
            <a:noFill/>
          </a:ln>
        </p:spPr>
        <p:txBody>
          <a:bodyPr anchorCtr="0" anchor="ctr" bIns="0" lIns="0" spcFirstLastPara="1" rIns="0" wrap="square" tIns="0">
            <a:spAutoFit/>
          </a:bodyPr>
          <a:lstStyle/>
          <a:p>
            <a:pPr indent="0" lvl="0" marL="0" rtl="0" algn="r">
              <a:lnSpc>
                <a:spcPct val="85000"/>
              </a:lnSpc>
              <a:spcBef>
                <a:spcPts val="0"/>
              </a:spcBef>
              <a:spcAft>
                <a:spcPts val="0"/>
              </a:spcAft>
              <a:buNone/>
            </a:pPr>
            <a:r>
              <a:rPr b="1" lang="es-419" sz="1000">
                <a:latin typeface="Arvo"/>
                <a:ea typeface="Arvo"/>
                <a:cs typeface="Arvo"/>
                <a:sym typeface="Arvo"/>
              </a:rPr>
              <a:t>Tipo:</a:t>
            </a:r>
            <a:endParaRPr sz="700">
              <a:solidFill>
                <a:srgbClr val="666666"/>
              </a:solidFill>
              <a:latin typeface="Arvo"/>
              <a:ea typeface="Arvo"/>
              <a:cs typeface="Arvo"/>
              <a:sym typeface="Arvo"/>
            </a:endParaRPr>
          </a:p>
          <a:p>
            <a:pPr indent="0" lvl="0" marL="0" rtl="0" algn="r">
              <a:lnSpc>
                <a:spcPct val="85000"/>
              </a:lnSpc>
              <a:spcBef>
                <a:spcPts val="0"/>
              </a:spcBef>
              <a:spcAft>
                <a:spcPts val="0"/>
              </a:spcAft>
              <a:buNone/>
            </a:pPr>
            <a:r>
              <a:rPr lang="es-419" sz="700">
                <a:solidFill>
                  <a:srgbClr val="666666"/>
                </a:solidFill>
                <a:latin typeface="Arvo"/>
                <a:ea typeface="Arvo"/>
                <a:cs typeface="Arvo"/>
                <a:sym typeface="Arvo"/>
              </a:rPr>
              <a:t> </a:t>
            </a:r>
            <a:r>
              <a:rPr i="1" lang="es-419" sz="600">
                <a:solidFill>
                  <a:srgbClr val="666666"/>
                </a:solidFill>
                <a:latin typeface="Arvo"/>
                <a:ea typeface="Arvo"/>
                <a:cs typeface="Arvo"/>
                <a:sym typeface="Arvo"/>
              </a:rPr>
              <a:t>&lt;ej: Humano o Máquina&gt;</a:t>
            </a:r>
            <a:r>
              <a:rPr b="1" lang="es-419" sz="1100">
                <a:latin typeface="Arvo"/>
                <a:ea typeface="Arvo"/>
                <a:cs typeface="Arvo"/>
                <a:sym typeface="Arvo"/>
              </a:rPr>
              <a:t> </a:t>
            </a:r>
            <a:endParaRPr sz="800">
              <a:solidFill>
                <a:srgbClr val="666666"/>
              </a:solidFill>
              <a:latin typeface="Arvo"/>
              <a:ea typeface="Arvo"/>
              <a:cs typeface="Arvo"/>
              <a:sym typeface="Arvo"/>
            </a:endParaRPr>
          </a:p>
        </p:txBody>
      </p:sp>
      <p:sp>
        <p:nvSpPr>
          <p:cNvPr id="9355" name="Google Shape;9355;p162"/>
          <p:cNvSpPr/>
          <p:nvPr/>
        </p:nvSpPr>
        <p:spPr>
          <a:xfrm>
            <a:off x="1940924" y="4798042"/>
            <a:ext cx="3027000" cy="343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9356" name="Google Shape;9356;p162"/>
          <p:cNvSpPr txBox="1"/>
          <p:nvPr>
            <p:ph idx="5" type="subTitle"/>
          </p:nvPr>
        </p:nvSpPr>
        <p:spPr>
          <a:xfrm>
            <a:off x="1940624" y="4798792"/>
            <a:ext cx="3027600" cy="342000"/>
          </a:xfrm>
          <a:prstGeom prst="rect">
            <a:avLst/>
          </a:prstGeom>
          <a:noFill/>
          <a:ln>
            <a:noFill/>
          </a:ln>
        </p:spPr>
        <p:txBody>
          <a:bodyPr anchorCtr="0" anchor="ctr" bIns="36000" lIns="36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9357" name="Google Shape;9357;p162"/>
          <p:cNvSpPr txBox="1"/>
          <p:nvPr/>
        </p:nvSpPr>
        <p:spPr>
          <a:xfrm>
            <a:off x="304764" y="5328700"/>
            <a:ext cx="1576200" cy="615600"/>
          </a:xfrm>
          <a:prstGeom prst="rect">
            <a:avLst/>
          </a:prstGeom>
          <a:noFill/>
          <a:ln>
            <a:noFill/>
          </a:ln>
        </p:spPr>
        <p:txBody>
          <a:bodyPr anchorCtr="0" anchor="ctr" bIns="0" lIns="0" spcFirstLastPara="1" rIns="0" wrap="square" tIns="0">
            <a:spAutoFit/>
          </a:bodyPr>
          <a:lstStyle/>
          <a:p>
            <a:pPr indent="0" lvl="0" marL="0" rtl="0" algn="r">
              <a:lnSpc>
                <a:spcPct val="100000"/>
              </a:lnSpc>
              <a:spcBef>
                <a:spcPts val="0"/>
              </a:spcBef>
              <a:spcAft>
                <a:spcPts val="0"/>
              </a:spcAft>
              <a:buNone/>
            </a:pPr>
            <a:r>
              <a:rPr b="1" lang="es-419" sz="1000">
                <a:latin typeface="Arvo"/>
                <a:ea typeface="Arvo"/>
                <a:cs typeface="Arvo"/>
                <a:sym typeface="Arvo"/>
              </a:rPr>
              <a:t>Información que obtiene:</a:t>
            </a:r>
            <a:endParaRPr b="1" sz="1000">
              <a:latin typeface="Arvo"/>
              <a:ea typeface="Arvo"/>
              <a:cs typeface="Arvo"/>
              <a:sym typeface="Arvo"/>
            </a:endParaRPr>
          </a:p>
          <a:p>
            <a:pPr indent="0" lvl="0" marL="0" rtl="0" algn="r">
              <a:lnSpc>
                <a:spcPct val="100000"/>
              </a:lnSpc>
              <a:spcBef>
                <a:spcPts val="0"/>
              </a:spcBef>
              <a:spcAft>
                <a:spcPts val="0"/>
              </a:spcAft>
              <a:buNone/>
            </a:pPr>
            <a:r>
              <a:rPr b="1" lang="es-419" sz="700">
                <a:latin typeface="Arvo"/>
                <a:ea typeface="Arvo"/>
                <a:cs typeface="Arvo"/>
                <a:sym typeface="Arvo"/>
              </a:rPr>
              <a:t>&lt;con qué información interactúa&gt;</a:t>
            </a:r>
            <a:endParaRPr b="1" sz="700">
              <a:latin typeface="Arvo"/>
              <a:ea typeface="Arvo"/>
              <a:cs typeface="Arvo"/>
              <a:sym typeface="Arvo"/>
            </a:endParaRPr>
          </a:p>
          <a:p>
            <a:pPr indent="0" lvl="0" marL="0" rtl="0" algn="r">
              <a:lnSpc>
                <a:spcPct val="100000"/>
              </a:lnSpc>
              <a:spcBef>
                <a:spcPts val="0"/>
              </a:spcBef>
              <a:spcAft>
                <a:spcPts val="0"/>
              </a:spcAft>
              <a:buNone/>
            </a:pPr>
            <a:r>
              <a:rPr lang="es-419" sz="700">
                <a:solidFill>
                  <a:srgbClr val="666666"/>
                </a:solidFill>
                <a:latin typeface="Arvo"/>
                <a:ea typeface="Arvo"/>
                <a:cs typeface="Arvo"/>
                <a:sym typeface="Arvo"/>
              </a:rPr>
              <a:t> </a:t>
            </a:r>
            <a:r>
              <a:rPr i="1" lang="es-419" sz="600">
                <a:solidFill>
                  <a:srgbClr val="666666"/>
                </a:solidFill>
                <a:latin typeface="Arvo"/>
                <a:ea typeface="Arvo"/>
                <a:cs typeface="Arvo"/>
                <a:sym typeface="Arvo"/>
              </a:rPr>
              <a:t>&lt;ej: El catálogo de productos, carrito de compras, mensajería, etc&gt;</a:t>
            </a:r>
            <a:endParaRPr sz="800">
              <a:solidFill>
                <a:srgbClr val="666666"/>
              </a:solidFill>
              <a:latin typeface="Arvo"/>
              <a:ea typeface="Arvo"/>
              <a:cs typeface="Arvo"/>
              <a:sym typeface="Arvo"/>
            </a:endParaRPr>
          </a:p>
        </p:txBody>
      </p:sp>
      <p:sp>
        <p:nvSpPr>
          <p:cNvPr id="9358" name="Google Shape;9358;p162"/>
          <p:cNvSpPr/>
          <p:nvPr/>
        </p:nvSpPr>
        <p:spPr>
          <a:xfrm>
            <a:off x="1945875" y="5323350"/>
            <a:ext cx="3027000" cy="1015800"/>
          </a:xfrm>
          <a:prstGeom prst="roundRect">
            <a:avLst>
              <a:gd fmla="val 728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9359" name="Google Shape;9359;p162"/>
          <p:cNvSpPr txBox="1"/>
          <p:nvPr>
            <p:ph idx="6" type="subTitle"/>
          </p:nvPr>
        </p:nvSpPr>
        <p:spPr>
          <a:xfrm>
            <a:off x="1945875" y="5324100"/>
            <a:ext cx="3027000" cy="1015200"/>
          </a:xfrm>
          <a:prstGeom prst="rect">
            <a:avLst/>
          </a:prstGeom>
          <a:noFill/>
          <a:ln>
            <a:noFill/>
          </a:ln>
        </p:spPr>
        <p:txBody>
          <a:bodyPr anchorCtr="0" anchor="ctr" bIns="36000" lIns="36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9360" name="Google Shape;9360;p162"/>
          <p:cNvSpPr txBox="1"/>
          <p:nvPr/>
        </p:nvSpPr>
        <p:spPr>
          <a:xfrm>
            <a:off x="5217088" y="982976"/>
            <a:ext cx="1576200" cy="600300"/>
          </a:xfrm>
          <a:prstGeom prst="rect">
            <a:avLst/>
          </a:prstGeom>
          <a:noFill/>
          <a:ln>
            <a:noFill/>
          </a:ln>
        </p:spPr>
        <p:txBody>
          <a:bodyPr anchorCtr="0" anchor="ctr" bIns="0" lIns="0" spcFirstLastPara="1" rIns="0" wrap="square" tIns="0">
            <a:spAutoFit/>
          </a:bodyPr>
          <a:lstStyle/>
          <a:p>
            <a:pPr indent="0" lvl="0" marL="0" rtl="0" algn="r">
              <a:lnSpc>
                <a:spcPct val="100000"/>
              </a:lnSpc>
              <a:spcBef>
                <a:spcPts val="0"/>
              </a:spcBef>
              <a:spcAft>
                <a:spcPts val="0"/>
              </a:spcAft>
              <a:buNone/>
            </a:pPr>
            <a:r>
              <a:rPr b="1" lang="es-419" sz="1000">
                <a:latin typeface="Arvo"/>
                <a:ea typeface="Arvo"/>
                <a:cs typeface="Arvo"/>
                <a:sym typeface="Arvo"/>
              </a:rPr>
              <a:t>Información que provee:</a:t>
            </a:r>
            <a:endParaRPr b="1" sz="1000">
              <a:latin typeface="Arvo"/>
              <a:ea typeface="Arvo"/>
              <a:cs typeface="Arvo"/>
              <a:sym typeface="Arvo"/>
            </a:endParaRPr>
          </a:p>
          <a:p>
            <a:pPr indent="0" lvl="0" marL="0" rtl="0" algn="r">
              <a:lnSpc>
                <a:spcPct val="100000"/>
              </a:lnSpc>
              <a:spcBef>
                <a:spcPts val="0"/>
              </a:spcBef>
              <a:spcAft>
                <a:spcPts val="0"/>
              </a:spcAft>
              <a:buNone/>
            </a:pPr>
            <a:r>
              <a:rPr b="1" lang="es-419" sz="700">
                <a:latin typeface="Arvo"/>
                <a:ea typeface="Arvo"/>
                <a:cs typeface="Arvo"/>
                <a:sym typeface="Arvo"/>
              </a:rPr>
              <a:t>&lt;qué información provee&gt;</a:t>
            </a:r>
            <a:endParaRPr b="1" sz="700">
              <a:latin typeface="Arvo"/>
              <a:ea typeface="Arvo"/>
              <a:cs typeface="Arvo"/>
              <a:sym typeface="Arvo"/>
            </a:endParaRPr>
          </a:p>
          <a:p>
            <a:pPr indent="0" lvl="0" marL="0" rtl="0" algn="r">
              <a:lnSpc>
                <a:spcPct val="100000"/>
              </a:lnSpc>
              <a:spcBef>
                <a:spcPts val="0"/>
              </a:spcBef>
              <a:spcAft>
                <a:spcPts val="0"/>
              </a:spcAft>
              <a:buNone/>
            </a:pPr>
            <a:r>
              <a:rPr i="1" lang="es-419" sz="600">
                <a:solidFill>
                  <a:srgbClr val="666666"/>
                </a:solidFill>
                <a:latin typeface="Arvo"/>
                <a:ea typeface="Arvo"/>
                <a:cs typeface="Arvo"/>
                <a:sym typeface="Arvo"/>
              </a:rPr>
              <a:t>&lt;</a:t>
            </a:r>
            <a:r>
              <a:rPr lang="es-419" sz="600">
                <a:solidFill>
                  <a:schemeClr val="dk1"/>
                </a:solidFill>
                <a:latin typeface="Arvo"/>
                <a:ea typeface="Arvo"/>
                <a:cs typeface="Arvo"/>
                <a:sym typeface="Arvo"/>
              </a:rPr>
              <a:t>ej: información personal, información mensajería, información de pago, etc.</a:t>
            </a:r>
            <a:r>
              <a:rPr i="1" lang="es-419" sz="600">
                <a:solidFill>
                  <a:srgbClr val="666666"/>
                </a:solidFill>
                <a:latin typeface="Arvo"/>
                <a:ea typeface="Arvo"/>
                <a:cs typeface="Arvo"/>
                <a:sym typeface="Arvo"/>
              </a:rPr>
              <a:t> &gt;</a:t>
            </a:r>
            <a:endParaRPr sz="600">
              <a:solidFill>
                <a:srgbClr val="666666"/>
              </a:solidFill>
              <a:latin typeface="Arvo"/>
              <a:ea typeface="Arvo"/>
              <a:cs typeface="Arvo"/>
              <a:sym typeface="Arvo"/>
            </a:endParaRPr>
          </a:p>
        </p:txBody>
      </p:sp>
      <p:sp>
        <p:nvSpPr>
          <p:cNvPr id="9361" name="Google Shape;9361;p162"/>
          <p:cNvSpPr/>
          <p:nvPr/>
        </p:nvSpPr>
        <p:spPr>
          <a:xfrm>
            <a:off x="6858199" y="1016358"/>
            <a:ext cx="3027000" cy="1359900"/>
          </a:xfrm>
          <a:prstGeom prst="roundRect">
            <a:avLst>
              <a:gd fmla="val 5871"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9362" name="Google Shape;9362;p162"/>
          <p:cNvSpPr txBox="1"/>
          <p:nvPr>
            <p:ph idx="7" type="subTitle"/>
          </p:nvPr>
        </p:nvSpPr>
        <p:spPr>
          <a:xfrm>
            <a:off x="6857899" y="1016361"/>
            <a:ext cx="3027600" cy="1359900"/>
          </a:xfrm>
          <a:prstGeom prst="rect">
            <a:avLst/>
          </a:prstGeom>
          <a:noFill/>
          <a:ln>
            <a:noFill/>
          </a:ln>
        </p:spPr>
        <p:txBody>
          <a:bodyPr anchorCtr="0" anchor="t" bIns="36000" lIns="36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9363" name="Google Shape;9363;p162"/>
          <p:cNvSpPr txBox="1"/>
          <p:nvPr/>
        </p:nvSpPr>
        <p:spPr>
          <a:xfrm>
            <a:off x="5217088" y="2537301"/>
            <a:ext cx="1576200" cy="354000"/>
          </a:xfrm>
          <a:prstGeom prst="rect">
            <a:avLst/>
          </a:prstGeom>
          <a:noFill/>
          <a:ln>
            <a:noFill/>
          </a:ln>
        </p:spPr>
        <p:txBody>
          <a:bodyPr anchorCtr="0" anchor="ctr" bIns="0" lIns="0" spcFirstLastPara="1" rIns="0" wrap="square" tIns="0">
            <a:spAutoFit/>
          </a:bodyPr>
          <a:lstStyle/>
          <a:p>
            <a:pPr indent="0" lvl="0" marL="0" rtl="0" algn="r">
              <a:lnSpc>
                <a:spcPct val="100000"/>
              </a:lnSpc>
              <a:spcBef>
                <a:spcPts val="0"/>
              </a:spcBef>
              <a:spcAft>
                <a:spcPts val="0"/>
              </a:spcAft>
              <a:buNone/>
            </a:pPr>
            <a:r>
              <a:rPr b="1" lang="es-419" sz="1000">
                <a:latin typeface="Arvo"/>
                <a:ea typeface="Arvo"/>
                <a:cs typeface="Arvo"/>
                <a:sym typeface="Arvo"/>
              </a:rPr>
              <a:t>Meta Actor:</a:t>
            </a:r>
            <a:endParaRPr b="1" sz="1000">
              <a:latin typeface="Arvo"/>
              <a:ea typeface="Arvo"/>
              <a:cs typeface="Arvo"/>
              <a:sym typeface="Arvo"/>
            </a:endParaRPr>
          </a:p>
          <a:p>
            <a:pPr indent="0" lvl="0" marL="0" rtl="0" algn="r">
              <a:lnSpc>
                <a:spcPct val="100000"/>
              </a:lnSpc>
              <a:spcBef>
                <a:spcPts val="0"/>
              </a:spcBef>
              <a:spcAft>
                <a:spcPts val="0"/>
              </a:spcAft>
              <a:buNone/>
            </a:pPr>
            <a:r>
              <a:rPr b="1" lang="es-419" sz="700">
                <a:latin typeface="Arvo"/>
                <a:ea typeface="Arvo"/>
                <a:cs typeface="Arvo"/>
                <a:sym typeface="Arvo"/>
              </a:rPr>
              <a:t>[Meta = &lt;sustantivo&gt;&lt;adjetivo&gt;]</a:t>
            </a:r>
            <a:endParaRPr b="1" sz="700">
              <a:latin typeface="Arvo"/>
              <a:ea typeface="Arvo"/>
              <a:cs typeface="Arvo"/>
              <a:sym typeface="Arvo"/>
            </a:endParaRPr>
          </a:p>
          <a:p>
            <a:pPr indent="0" lvl="0" marL="0" rtl="0" algn="r">
              <a:lnSpc>
                <a:spcPct val="100000"/>
              </a:lnSpc>
              <a:spcBef>
                <a:spcPts val="0"/>
              </a:spcBef>
              <a:spcAft>
                <a:spcPts val="0"/>
              </a:spcAft>
              <a:buNone/>
            </a:pPr>
            <a:r>
              <a:rPr i="1" lang="es-419" sz="600">
                <a:solidFill>
                  <a:srgbClr val="666666"/>
                </a:solidFill>
                <a:latin typeface="Arvo"/>
                <a:ea typeface="Arvo"/>
                <a:cs typeface="Arvo"/>
                <a:sym typeface="Arvo"/>
              </a:rPr>
              <a:t>&lt;ej: Producto recibido&gt;</a:t>
            </a:r>
            <a:endParaRPr i="1" sz="600">
              <a:solidFill>
                <a:srgbClr val="666666"/>
              </a:solidFill>
              <a:latin typeface="Arvo"/>
              <a:ea typeface="Arvo"/>
              <a:cs typeface="Arvo"/>
              <a:sym typeface="Arvo"/>
            </a:endParaRPr>
          </a:p>
        </p:txBody>
      </p:sp>
      <p:sp>
        <p:nvSpPr>
          <p:cNvPr id="9364" name="Google Shape;9364;p162"/>
          <p:cNvSpPr/>
          <p:nvPr/>
        </p:nvSpPr>
        <p:spPr>
          <a:xfrm>
            <a:off x="6858198" y="2542551"/>
            <a:ext cx="3027000" cy="343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9365" name="Google Shape;9365;p162"/>
          <p:cNvSpPr txBox="1"/>
          <p:nvPr>
            <p:ph idx="8" type="subTitle"/>
          </p:nvPr>
        </p:nvSpPr>
        <p:spPr>
          <a:xfrm>
            <a:off x="6857898" y="2543301"/>
            <a:ext cx="3027600" cy="342000"/>
          </a:xfrm>
          <a:prstGeom prst="rect">
            <a:avLst/>
          </a:prstGeom>
          <a:noFill/>
          <a:ln>
            <a:noFill/>
          </a:ln>
        </p:spPr>
        <p:txBody>
          <a:bodyPr anchorCtr="0" anchor="ctr" bIns="36000" lIns="36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9366" name="Google Shape;9366;p162"/>
          <p:cNvSpPr txBox="1"/>
          <p:nvPr/>
        </p:nvSpPr>
        <p:spPr>
          <a:xfrm>
            <a:off x="5217088" y="3041532"/>
            <a:ext cx="1576200" cy="400200"/>
          </a:xfrm>
          <a:prstGeom prst="rect">
            <a:avLst/>
          </a:prstGeom>
          <a:noFill/>
          <a:ln>
            <a:noFill/>
          </a:ln>
        </p:spPr>
        <p:txBody>
          <a:bodyPr anchorCtr="0" anchor="ctr" bIns="0" lIns="0" spcFirstLastPara="1" rIns="0" wrap="square" tIns="0">
            <a:spAutoFit/>
          </a:bodyPr>
          <a:lstStyle/>
          <a:p>
            <a:pPr indent="0" lvl="0" marL="0" rtl="0" algn="r">
              <a:lnSpc>
                <a:spcPct val="100000"/>
              </a:lnSpc>
              <a:spcBef>
                <a:spcPts val="0"/>
              </a:spcBef>
              <a:spcAft>
                <a:spcPts val="0"/>
              </a:spcAft>
              <a:buNone/>
            </a:pPr>
            <a:r>
              <a:rPr b="1" lang="es-419" sz="1000">
                <a:latin typeface="Arvo"/>
                <a:ea typeface="Arvo"/>
                <a:cs typeface="Arvo"/>
                <a:sym typeface="Arvo"/>
              </a:rPr>
              <a:t>Actividad que consigue la meta:</a:t>
            </a:r>
            <a:endParaRPr b="1" sz="700">
              <a:latin typeface="Arvo"/>
              <a:ea typeface="Arvo"/>
              <a:cs typeface="Arvo"/>
              <a:sym typeface="Arvo"/>
            </a:endParaRPr>
          </a:p>
          <a:p>
            <a:pPr indent="0" lvl="0" marL="0" rtl="0" algn="r">
              <a:lnSpc>
                <a:spcPct val="100000"/>
              </a:lnSpc>
              <a:spcBef>
                <a:spcPts val="0"/>
              </a:spcBef>
              <a:spcAft>
                <a:spcPts val="0"/>
              </a:spcAft>
              <a:buNone/>
            </a:pPr>
            <a:r>
              <a:rPr i="1" lang="es-419" sz="600">
                <a:solidFill>
                  <a:srgbClr val="666666"/>
                </a:solidFill>
                <a:latin typeface="Arvo"/>
                <a:ea typeface="Arvo"/>
                <a:cs typeface="Arvo"/>
                <a:sym typeface="Arvo"/>
              </a:rPr>
              <a:t>&lt;ej: Recibir producto&gt;</a:t>
            </a:r>
            <a:endParaRPr i="1" sz="600">
              <a:solidFill>
                <a:srgbClr val="666666"/>
              </a:solidFill>
              <a:latin typeface="Arvo"/>
              <a:ea typeface="Arvo"/>
              <a:cs typeface="Arvo"/>
              <a:sym typeface="Arvo"/>
            </a:endParaRPr>
          </a:p>
        </p:txBody>
      </p:sp>
      <p:sp>
        <p:nvSpPr>
          <p:cNvPr id="9367" name="Google Shape;9367;p162"/>
          <p:cNvSpPr/>
          <p:nvPr/>
        </p:nvSpPr>
        <p:spPr>
          <a:xfrm>
            <a:off x="6858200" y="3047155"/>
            <a:ext cx="3027000" cy="526200"/>
          </a:xfrm>
          <a:prstGeom prst="roundRect">
            <a:avLst>
              <a:gd fmla="val 12538"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9368" name="Google Shape;9368;p162"/>
          <p:cNvSpPr txBox="1"/>
          <p:nvPr>
            <p:ph idx="9" type="subTitle"/>
          </p:nvPr>
        </p:nvSpPr>
        <p:spPr>
          <a:xfrm>
            <a:off x="6857900" y="3047155"/>
            <a:ext cx="3027600" cy="526200"/>
          </a:xfrm>
          <a:prstGeom prst="rect">
            <a:avLst/>
          </a:prstGeom>
          <a:noFill/>
          <a:ln>
            <a:noFill/>
          </a:ln>
        </p:spPr>
        <p:txBody>
          <a:bodyPr anchorCtr="0" anchor="ctr" bIns="36000" lIns="36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9369" name="Google Shape;9369;p162"/>
          <p:cNvSpPr txBox="1"/>
          <p:nvPr/>
        </p:nvSpPr>
        <p:spPr>
          <a:xfrm>
            <a:off x="5217088" y="3727332"/>
            <a:ext cx="1576200" cy="554100"/>
          </a:xfrm>
          <a:prstGeom prst="rect">
            <a:avLst/>
          </a:prstGeom>
          <a:noFill/>
          <a:ln>
            <a:noFill/>
          </a:ln>
        </p:spPr>
        <p:txBody>
          <a:bodyPr anchorCtr="0" anchor="ctr" bIns="0" lIns="0" spcFirstLastPara="1" rIns="0" wrap="square" tIns="0">
            <a:spAutoFit/>
          </a:bodyPr>
          <a:lstStyle/>
          <a:p>
            <a:pPr indent="0" lvl="0" marL="0" rtl="0" algn="r">
              <a:lnSpc>
                <a:spcPct val="100000"/>
              </a:lnSpc>
              <a:spcBef>
                <a:spcPts val="0"/>
              </a:spcBef>
              <a:spcAft>
                <a:spcPts val="0"/>
              </a:spcAft>
              <a:buNone/>
            </a:pPr>
            <a:r>
              <a:rPr b="1" lang="es-419" sz="1000">
                <a:latin typeface="Arvo"/>
                <a:ea typeface="Arvo"/>
                <a:cs typeface="Arvo"/>
                <a:sym typeface="Arvo"/>
              </a:rPr>
              <a:t>Narrativa de la actividad que consigue la meta:</a:t>
            </a:r>
            <a:endParaRPr b="1" sz="700">
              <a:latin typeface="Arvo"/>
              <a:ea typeface="Arvo"/>
              <a:cs typeface="Arvo"/>
              <a:sym typeface="Arvo"/>
            </a:endParaRPr>
          </a:p>
          <a:p>
            <a:pPr indent="0" lvl="0" marL="0" rtl="0" algn="r">
              <a:lnSpc>
                <a:spcPct val="100000"/>
              </a:lnSpc>
              <a:spcBef>
                <a:spcPts val="0"/>
              </a:spcBef>
              <a:spcAft>
                <a:spcPts val="0"/>
              </a:spcAft>
              <a:buNone/>
            </a:pPr>
            <a:r>
              <a:rPr i="1" lang="es-419" sz="600">
                <a:solidFill>
                  <a:srgbClr val="666666"/>
                </a:solidFill>
                <a:latin typeface="Arvo"/>
                <a:ea typeface="Arvo"/>
                <a:cs typeface="Arvo"/>
                <a:sym typeface="Arvo"/>
              </a:rPr>
              <a:t>&lt;ej: El cliente recibe el producto&gt;</a:t>
            </a:r>
            <a:endParaRPr i="1" sz="600">
              <a:solidFill>
                <a:srgbClr val="666666"/>
              </a:solidFill>
              <a:latin typeface="Arvo"/>
              <a:ea typeface="Arvo"/>
              <a:cs typeface="Arvo"/>
              <a:sym typeface="Arvo"/>
            </a:endParaRPr>
          </a:p>
        </p:txBody>
      </p:sp>
      <p:sp>
        <p:nvSpPr>
          <p:cNvPr id="9370" name="Google Shape;9370;p162"/>
          <p:cNvSpPr/>
          <p:nvPr/>
        </p:nvSpPr>
        <p:spPr>
          <a:xfrm>
            <a:off x="6858200" y="3741282"/>
            <a:ext cx="3027000" cy="526200"/>
          </a:xfrm>
          <a:prstGeom prst="roundRect">
            <a:avLst>
              <a:gd fmla="val 12538"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9371" name="Google Shape;9371;p162"/>
          <p:cNvSpPr txBox="1"/>
          <p:nvPr>
            <p:ph idx="13" type="subTitle"/>
          </p:nvPr>
        </p:nvSpPr>
        <p:spPr>
          <a:xfrm>
            <a:off x="6857900" y="3741282"/>
            <a:ext cx="3027600" cy="526200"/>
          </a:xfrm>
          <a:prstGeom prst="rect">
            <a:avLst/>
          </a:prstGeom>
          <a:noFill/>
          <a:ln>
            <a:noFill/>
          </a:ln>
        </p:spPr>
        <p:txBody>
          <a:bodyPr anchorCtr="0" anchor="ctr" bIns="36000" lIns="36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9372" name="Google Shape;9372;p162"/>
          <p:cNvSpPr txBox="1"/>
          <p:nvPr/>
        </p:nvSpPr>
        <p:spPr>
          <a:xfrm>
            <a:off x="2524025" y="387675"/>
            <a:ext cx="15012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Unid. Organizacional:</a:t>
            </a:r>
            <a:endParaRPr b="1" sz="1100"/>
          </a:p>
        </p:txBody>
      </p:sp>
      <p:sp>
        <p:nvSpPr>
          <p:cNvPr id="9373" name="Google Shape;9373;p162"/>
          <p:cNvSpPr txBox="1"/>
          <p:nvPr/>
        </p:nvSpPr>
        <p:spPr>
          <a:xfrm>
            <a:off x="2524020" y="579550"/>
            <a:ext cx="6846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Alcance:</a:t>
            </a:r>
            <a:endParaRPr b="1" sz="1100"/>
          </a:p>
        </p:txBody>
      </p:sp>
      <p:sp>
        <p:nvSpPr>
          <p:cNvPr id="9374" name="Google Shape;9374;p162"/>
          <p:cNvSpPr txBox="1"/>
          <p:nvPr>
            <p:ph type="title"/>
          </p:nvPr>
        </p:nvSpPr>
        <p:spPr>
          <a:xfrm flipH="1">
            <a:off x="4025374" y="387675"/>
            <a:ext cx="5863200" cy="1692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000"/>
              <a:buNone/>
              <a:defRPr sz="1000">
                <a:solidFill>
                  <a:srgbClr val="000000"/>
                </a:solidFill>
              </a:defRPr>
            </a:lvl1pPr>
            <a:lvl2pPr lvl="1">
              <a:spcBef>
                <a:spcPts val="0"/>
              </a:spcBef>
              <a:spcAft>
                <a:spcPts val="0"/>
              </a:spcAft>
              <a:buClr>
                <a:srgbClr val="000000"/>
              </a:buClr>
              <a:buSzPts val="1000"/>
              <a:buNone/>
              <a:defRPr sz="1000">
                <a:solidFill>
                  <a:srgbClr val="000000"/>
                </a:solidFill>
              </a:defRPr>
            </a:lvl2pPr>
            <a:lvl3pPr lvl="2">
              <a:spcBef>
                <a:spcPts val="0"/>
              </a:spcBef>
              <a:spcAft>
                <a:spcPts val="0"/>
              </a:spcAft>
              <a:buClr>
                <a:srgbClr val="000000"/>
              </a:buClr>
              <a:buSzPts val="1000"/>
              <a:buNone/>
              <a:defRPr sz="1000">
                <a:solidFill>
                  <a:srgbClr val="000000"/>
                </a:solidFill>
              </a:defRPr>
            </a:lvl3pPr>
            <a:lvl4pPr lvl="3">
              <a:spcBef>
                <a:spcPts val="0"/>
              </a:spcBef>
              <a:spcAft>
                <a:spcPts val="0"/>
              </a:spcAft>
              <a:buClr>
                <a:srgbClr val="000000"/>
              </a:buClr>
              <a:buSzPts val="1000"/>
              <a:buNone/>
              <a:defRPr sz="1000">
                <a:solidFill>
                  <a:srgbClr val="000000"/>
                </a:solidFill>
              </a:defRPr>
            </a:lvl4pPr>
            <a:lvl5pPr lvl="4">
              <a:spcBef>
                <a:spcPts val="0"/>
              </a:spcBef>
              <a:spcAft>
                <a:spcPts val="0"/>
              </a:spcAft>
              <a:buClr>
                <a:srgbClr val="000000"/>
              </a:buClr>
              <a:buSzPts val="1000"/>
              <a:buNone/>
              <a:defRPr sz="1000">
                <a:solidFill>
                  <a:srgbClr val="000000"/>
                </a:solidFill>
              </a:defRPr>
            </a:lvl5pPr>
            <a:lvl6pPr lvl="5">
              <a:spcBef>
                <a:spcPts val="0"/>
              </a:spcBef>
              <a:spcAft>
                <a:spcPts val="0"/>
              </a:spcAft>
              <a:buClr>
                <a:srgbClr val="000000"/>
              </a:buClr>
              <a:buSzPts val="1000"/>
              <a:buNone/>
              <a:defRPr sz="1000">
                <a:solidFill>
                  <a:srgbClr val="000000"/>
                </a:solidFill>
              </a:defRPr>
            </a:lvl6pPr>
            <a:lvl7pPr lvl="6">
              <a:spcBef>
                <a:spcPts val="0"/>
              </a:spcBef>
              <a:spcAft>
                <a:spcPts val="0"/>
              </a:spcAft>
              <a:buClr>
                <a:srgbClr val="000000"/>
              </a:buClr>
              <a:buSzPts val="1000"/>
              <a:buNone/>
              <a:defRPr sz="1000">
                <a:solidFill>
                  <a:srgbClr val="000000"/>
                </a:solidFill>
              </a:defRPr>
            </a:lvl7pPr>
            <a:lvl8pPr lvl="7">
              <a:spcBef>
                <a:spcPts val="0"/>
              </a:spcBef>
              <a:spcAft>
                <a:spcPts val="0"/>
              </a:spcAft>
              <a:buClr>
                <a:srgbClr val="000000"/>
              </a:buClr>
              <a:buSzPts val="1000"/>
              <a:buNone/>
              <a:defRPr sz="1000">
                <a:solidFill>
                  <a:srgbClr val="000000"/>
                </a:solidFill>
              </a:defRPr>
            </a:lvl8pPr>
            <a:lvl9pPr lvl="8">
              <a:spcBef>
                <a:spcPts val="0"/>
              </a:spcBef>
              <a:spcAft>
                <a:spcPts val="0"/>
              </a:spcAft>
              <a:buClr>
                <a:srgbClr val="000000"/>
              </a:buClr>
              <a:buSzPts val="1000"/>
              <a:buNone/>
              <a:defRPr sz="1000">
                <a:solidFill>
                  <a:srgbClr val="000000"/>
                </a:solidFill>
              </a:defRPr>
            </a:lvl9pPr>
          </a:lstStyle>
          <a:p/>
        </p:txBody>
      </p:sp>
      <p:sp>
        <p:nvSpPr>
          <p:cNvPr id="9375" name="Google Shape;9375;p162"/>
          <p:cNvSpPr txBox="1"/>
          <p:nvPr>
            <p:ph idx="14" type="title"/>
          </p:nvPr>
        </p:nvSpPr>
        <p:spPr>
          <a:xfrm flipH="1">
            <a:off x="3208773" y="579550"/>
            <a:ext cx="6679800" cy="1692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000"/>
              <a:buNone/>
              <a:defRPr sz="1000">
                <a:solidFill>
                  <a:srgbClr val="000000"/>
                </a:solidFill>
              </a:defRPr>
            </a:lvl1pPr>
            <a:lvl2pPr lvl="1">
              <a:spcBef>
                <a:spcPts val="0"/>
              </a:spcBef>
              <a:spcAft>
                <a:spcPts val="0"/>
              </a:spcAft>
              <a:buClr>
                <a:srgbClr val="000000"/>
              </a:buClr>
              <a:buSzPts val="1000"/>
              <a:buNone/>
              <a:defRPr sz="1000">
                <a:solidFill>
                  <a:srgbClr val="000000"/>
                </a:solidFill>
              </a:defRPr>
            </a:lvl2pPr>
            <a:lvl3pPr lvl="2">
              <a:spcBef>
                <a:spcPts val="0"/>
              </a:spcBef>
              <a:spcAft>
                <a:spcPts val="0"/>
              </a:spcAft>
              <a:buClr>
                <a:srgbClr val="000000"/>
              </a:buClr>
              <a:buSzPts val="1000"/>
              <a:buNone/>
              <a:defRPr sz="1000">
                <a:solidFill>
                  <a:srgbClr val="000000"/>
                </a:solidFill>
              </a:defRPr>
            </a:lvl3pPr>
            <a:lvl4pPr lvl="3">
              <a:spcBef>
                <a:spcPts val="0"/>
              </a:spcBef>
              <a:spcAft>
                <a:spcPts val="0"/>
              </a:spcAft>
              <a:buClr>
                <a:srgbClr val="000000"/>
              </a:buClr>
              <a:buSzPts val="1000"/>
              <a:buNone/>
              <a:defRPr sz="1000">
                <a:solidFill>
                  <a:srgbClr val="000000"/>
                </a:solidFill>
              </a:defRPr>
            </a:lvl4pPr>
            <a:lvl5pPr lvl="4">
              <a:spcBef>
                <a:spcPts val="0"/>
              </a:spcBef>
              <a:spcAft>
                <a:spcPts val="0"/>
              </a:spcAft>
              <a:buClr>
                <a:srgbClr val="000000"/>
              </a:buClr>
              <a:buSzPts val="1000"/>
              <a:buNone/>
              <a:defRPr sz="1000">
                <a:solidFill>
                  <a:srgbClr val="000000"/>
                </a:solidFill>
              </a:defRPr>
            </a:lvl5pPr>
            <a:lvl6pPr lvl="5">
              <a:spcBef>
                <a:spcPts val="0"/>
              </a:spcBef>
              <a:spcAft>
                <a:spcPts val="0"/>
              </a:spcAft>
              <a:buClr>
                <a:srgbClr val="000000"/>
              </a:buClr>
              <a:buSzPts val="1000"/>
              <a:buNone/>
              <a:defRPr sz="1000">
                <a:solidFill>
                  <a:srgbClr val="000000"/>
                </a:solidFill>
              </a:defRPr>
            </a:lvl6pPr>
            <a:lvl7pPr lvl="6">
              <a:spcBef>
                <a:spcPts val="0"/>
              </a:spcBef>
              <a:spcAft>
                <a:spcPts val="0"/>
              </a:spcAft>
              <a:buClr>
                <a:srgbClr val="000000"/>
              </a:buClr>
              <a:buSzPts val="1000"/>
              <a:buNone/>
              <a:defRPr sz="1000">
                <a:solidFill>
                  <a:srgbClr val="000000"/>
                </a:solidFill>
              </a:defRPr>
            </a:lvl7pPr>
            <a:lvl8pPr lvl="7">
              <a:spcBef>
                <a:spcPts val="0"/>
              </a:spcBef>
              <a:spcAft>
                <a:spcPts val="0"/>
              </a:spcAft>
              <a:buClr>
                <a:srgbClr val="000000"/>
              </a:buClr>
              <a:buSzPts val="1000"/>
              <a:buNone/>
              <a:defRPr sz="1000">
                <a:solidFill>
                  <a:srgbClr val="000000"/>
                </a:solidFill>
              </a:defRPr>
            </a:lvl8pPr>
            <a:lvl9pPr lvl="8">
              <a:spcBef>
                <a:spcPts val="0"/>
              </a:spcBef>
              <a:spcAft>
                <a:spcPts val="0"/>
              </a:spcAft>
              <a:buClr>
                <a:srgbClr val="000000"/>
              </a:buClr>
              <a:buSzPts val="1000"/>
              <a:buNone/>
              <a:defRPr sz="1000">
                <a:solidFill>
                  <a:srgbClr val="000000"/>
                </a:solidFill>
              </a:defRPr>
            </a:lvl9pPr>
          </a:lstStyle>
          <a:p/>
        </p:txBody>
      </p:sp>
      <p:sp>
        <p:nvSpPr>
          <p:cNvPr id="9376" name="Google Shape;9376;p162"/>
          <p:cNvSpPr txBox="1"/>
          <p:nvPr>
            <p:ph idx="15" type="body"/>
          </p:nvPr>
        </p:nvSpPr>
        <p:spPr>
          <a:xfrm>
            <a:off x="641150" y="612125"/>
            <a:ext cx="1770300" cy="160500"/>
          </a:xfrm>
          <a:prstGeom prst="rect">
            <a:avLst/>
          </a:prstGeom>
          <a:noFill/>
          <a:ln>
            <a:noFill/>
          </a:ln>
        </p:spPr>
        <p:txBody>
          <a:bodyPr anchorCtr="0" anchor="t" bIns="0" lIns="0" spcFirstLastPara="1" rIns="0" wrap="square" tIns="0">
            <a:noAutofit/>
          </a:bodyPr>
          <a:lstStyle>
            <a:lvl1pPr indent="-292100" lvl="0" marL="457200" algn="ctr">
              <a:spcBef>
                <a:spcPts val="0"/>
              </a:spcBef>
              <a:spcAft>
                <a:spcPts val="0"/>
              </a:spcAft>
              <a:buClr>
                <a:srgbClr val="FFFFFF"/>
              </a:buClr>
              <a:buSzPts val="1000"/>
              <a:buChar char="●"/>
              <a:defRPr sz="1000">
                <a:solidFill>
                  <a:srgbClr val="FFFFFF"/>
                </a:solidFill>
              </a:defRPr>
            </a:lvl1pPr>
            <a:lvl2pPr indent="-292100" lvl="1" marL="914400" algn="ctr">
              <a:spcBef>
                <a:spcPts val="0"/>
              </a:spcBef>
              <a:spcAft>
                <a:spcPts val="0"/>
              </a:spcAft>
              <a:buClr>
                <a:srgbClr val="FFFFFF"/>
              </a:buClr>
              <a:buSzPts val="1000"/>
              <a:buChar char="○"/>
              <a:defRPr sz="1000">
                <a:solidFill>
                  <a:srgbClr val="FFFFFF"/>
                </a:solidFill>
              </a:defRPr>
            </a:lvl2pPr>
            <a:lvl3pPr indent="-292100" lvl="2" marL="1371600" algn="ctr">
              <a:spcBef>
                <a:spcPts val="0"/>
              </a:spcBef>
              <a:spcAft>
                <a:spcPts val="0"/>
              </a:spcAft>
              <a:buClr>
                <a:srgbClr val="FFFFFF"/>
              </a:buClr>
              <a:buSzPts val="1000"/>
              <a:buChar char="■"/>
              <a:defRPr sz="1000">
                <a:solidFill>
                  <a:srgbClr val="FFFFFF"/>
                </a:solidFill>
              </a:defRPr>
            </a:lvl3pPr>
            <a:lvl4pPr indent="-292100" lvl="3" marL="1828800" algn="ctr">
              <a:spcBef>
                <a:spcPts val="0"/>
              </a:spcBef>
              <a:spcAft>
                <a:spcPts val="0"/>
              </a:spcAft>
              <a:buClr>
                <a:srgbClr val="FFFFFF"/>
              </a:buClr>
              <a:buSzPts val="1000"/>
              <a:buChar char="●"/>
              <a:defRPr sz="1000">
                <a:solidFill>
                  <a:srgbClr val="FFFFFF"/>
                </a:solidFill>
              </a:defRPr>
            </a:lvl4pPr>
            <a:lvl5pPr indent="-292100" lvl="4" marL="2286000" algn="ctr">
              <a:spcBef>
                <a:spcPts val="0"/>
              </a:spcBef>
              <a:spcAft>
                <a:spcPts val="0"/>
              </a:spcAft>
              <a:buClr>
                <a:srgbClr val="FFFFFF"/>
              </a:buClr>
              <a:buSzPts val="1000"/>
              <a:buChar char="○"/>
              <a:defRPr sz="1000">
                <a:solidFill>
                  <a:srgbClr val="FFFFFF"/>
                </a:solidFill>
              </a:defRPr>
            </a:lvl5pPr>
            <a:lvl6pPr indent="-292100" lvl="5" marL="2743200" algn="ctr">
              <a:spcBef>
                <a:spcPts val="0"/>
              </a:spcBef>
              <a:spcAft>
                <a:spcPts val="0"/>
              </a:spcAft>
              <a:buClr>
                <a:srgbClr val="FFFFFF"/>
              </a:buClr>
              <a:buSzPts val="1000"/>
              <a:buChar char="■"/>
              <a:defRPr sz="1000">
                <a:solidFill>
                  <a:srgbClr val="FFFFFF"/>
                </a:solidFill>
              </a:defRPr>
            </a:lvl6pPr>
            <a:lvl7pPr indent="-292100" lvl="6" marL="3200400" algn="ctr">
              <a:spcBef>
                <a:spcPts val="0"/>
              </a:spcBef>
              <a:spcAft>
                <a:spcPts val="0"/>
              </a:spcAft>
              <a:buClr>
                <a:srgbClr val="FFFFFF"/>
              </a:buClr>
              <a:buSzPts val="1000"/>
              <a:buChar char="●"/>
              <a:defRPr sz="1000">
                <a:solidFill>
                  <a:srgbClr val="FFFFFF"/>
                </a:solidFill>
              </a:defRPr>
            </a:lvl7pPr>
            <a:lvl8pPr indent="-292100" lvl="7" marL="3657600" algn="ctr">
              <a:spcBef>
                <a:spcPts val="0"/>
              </a:spcBef>
              <a:spcAft>
                <a:spcPts val="0"/>
              </a:spcAft>
              <a:buClr>
                <a:srgbClr val="FFFFFF"/>
              </a:buClr>
              <a:buSzPts val="1000"/>
              <a:buChar char="○"/>
              <a:defRPr sz="1000">
                <a:solidFill>
                  <a:srgbClr val="FFFFFF"/>
                </a:solidFill>
              </a:defRPr>
            </a:lvl8pPr>
            <a:lvl9pPr indent="-292100" lvl="8" marL="4114800" algn="ctr">
              <a:spcBef>
                <a:spcPts val="0"/>
              </a:spcBef>
              <a:spcAft>
                <a:spcPts val="0"/>
              </a:spcAft>
              <a:buClr>
                <a:srgbClr val="FFFFFF"/>
              </a:buClr>
              <a:buSzPts val="1000"/>
              <a:buChar char="■"/>
              <a:defRPr sz="1000">
                <a:solidFill>
                  <a:srgbClr val="FFFFFF"/>
                </a:solidFill>
              </a:defRPr>
            </a:lvl9pPr>
          </a:lstStyle>
          <a:p/>
        </p:txBody>
      </p:sp>
      <p:sp>
        <p:nvSpPr>
          <p:cNvPr id="9377" name="Google Shape;9377;p162"/>
          <p:cNvSpPr txBox="1"/>
          <p:nvPr/>
        </p:nvSpPr>
        <p:spPr>
          <a:xfrm>
            <a:off x="84825" y="598125"/>
            <a:ext cx="595500" cy="205800"/>
          </a:xfrm>
          <a:prstGeom prst="rect">
            <a:avLst/>
          </a:prstGeom>
          <a:noFill/>
          <a:ln>
            <a:noFill/>
          </a:ln>
        </p:spPr>
        <p:txBody>
          <a:bodyPr anchorCtr="0" anchor="t" bIns="18000" lIns="18000" spcFirstLastPara="1" rIns="18000" wrap="square" tIns="18000">
            <a:spAutoFit/>
          </a:bodyPr>
          <a:lstStyle/>
          <a:p>
            <a:pPr indent="0" lvl="0" marL="0" rtl="0" algn="l">
              <a:spcBef>
                <a:spcPts val="0"/>
              </a:spcBef>
              <a:spcAft>
                <a:spcPts val="0"/>
              </a:spcAft>
              <a:buNone/>
            </a:pPr>
            <a:r>
              <a:rPr lang="es-419" sz="1100">
                <a:solidFill>
                  <a:srgbClr val="FFFFFF"/>
                </a:solidFill>
              </a:rPr>
              <a:t>Nombre:</a:t>
            </a:r>
            <a:endParaRPr sz="1100">
              <a:solidFill>
                <a:srgbClr val="FFFFFF"/>
              </a:solidFill>
            </a:endParaRPr>
          </a:p>
        </p:txBody>
      </p:sp>
    </p:spTree>
  </p:cSld>
  <p:clrMapOvr>
    <a:masterClrMapping/>
  </p:clrMapOvr>
</p:sldLayout>
</file>

<file path=ppt/slideLayouts/slideLayout15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6.4 Interfaces de Usuario">
  <p:cSld name="TITLE_3_6_1_1_1_1_1_1_1_1_1_1_1_1_1_1_1_1_1_1_1_1_1_1_1_1_1_1_1_1">
    <p:spTree>
      <p:nvGrpSpPr>
        <p:cNvPr id="9378" name="Shape 9378"/>
        <p:cNvGrpSpPr/>
        <p:nvPr/>
      </p:nvGrpSpPr>
      <p:grpSpPr>
        <a:xfrm>
          <a:off x="0" y="0"/>
          <a:ext cx="0" cy="0"/>
          <a:chOff x="0" y="0"/>
          <a:chExt cx="0" cy="0"/>
        </a:xfrm>
      </p:grpSpPr>
      <p:sp>
        <p:nvSpPr>
          <p:cNvPr id="9379" name="Google Shape;9379;p163"/>
          <p:cNvSpPr/>
          <p:nvPr/>
        </p:nvSpPr>
        <p:spPr>
          <a:xfrm>
            <a:off x="77688" y="358938"/>
            <a:ext cx="9935700" cy="6438000"/>
          </a:xfrm>
          <a:prstGeom prst="roundRect">
            <a:avLst>
              <a:gd fmla="val 2618" name="adj"/>
            </a:avLst>
          </a:prstGeom>
          <a:solidFill>
            <a:srgbClr val="FFFFFF"/>
          </a:solidFill>
          <a:ln cap="flat" cmpd="sng" w="38100">
            <a:solidFill>
              <a:srgbClr val="000000"/>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380" name="Google Shape;9380;p163"/>
          <p:cNvCxnSpPr/>
          <p:nvPr/>
        </p:nvCxnSpPr>
        <p:spPr>
          <a:xfrm>
            <a:off x="77688" y="772614"/>
            <a:ext cx="9935700" cy="0"/>
          </a:xfrm>
          <a:prstGeom prst="straightConnector1">
            <a:avLst/>
          </a:prstGeom>
          <a:noFill/>
          <a:ln cap="flat" cmpd="sng" w="19050">
            <a:solidFill>
              <a:srgbClr val="000000"/>
            </a:solidFill>
            <a:prstDash val="solid"/>
            <a:round/>
            <a:headEnd len="med" w="med" type="none"/>
            <a:tailEnd len="med" w="med" type="none"/>
          </a:ln>
        </p:spPr>
      </p:cxnSp>
      <p:cxnSp>
        <p:nvCxnSpPr>
          <p:cNvPr id="9381" name="Google Shape;9381;p163"/>
          <p:cNvCxnSpPr/>
          <p:nvPr/>
        </p:nvCxnSpPr>
        <p:spPr>
          <a:xfrm rot="10800000">
            <a:off x="2439038" y="368188"/>
            <a:ext cx="0" cy="402300"/>
          </a:xfrm>
          <a:prstGeom prst="straightConnector1">
            <a:avLst/>
          </a:prstGeom>
          <a:noFill/>
          <a:ln cap="flat" cmpd="sng" w="19050">
            <a:solidFill>
              <a:srgbClr val="000000"/>
            </a:solidFill>
            <a:prstDash val="solid"/>
            <a:round/>
            <a:headEnd len="med" w="med" type="none"/>
            <a:tailEnd len="med" w="med" type="none"/>
          </a:ln>
        </p:spPr>
      </p:cxnSp>
      <p:sp>
        <p:nvSpPr>
          <p:cNvPr id="9382" name="Google Shape;9382;p163"/>
          <p:cNvSpPr/>
          <p:nvPr/>
        </p:nvSpPr>
        <p:spPr>
          <a:xfrm>
            <a:off x="77688" y="349338"/>
            <a:ext cx="2361300" cy="421200"/>
          </a:xfrm>
          <a:prstGeom prst="roundRect">
            <a:avLst>
              <a:gd fmla="val 50000" name="adj"/>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s-419" sz="1200">
                <a:solidFill>
                  <a:srgbClr val="FFFFFF"/>
                </a:solidFill>
              </a:rPr>
              <a:t>Interfaces de Usuario</a:t>
            </a:r>
            <a:endParaRPr b="1" sz="1200">
              <a:solidFill>
                <a:srgbClr val="FFFFFF"/>
              </a:solidFill>
            </a:endParaRPr>
          </a:p>
          <a:p>
            <a:pPr indent="0" lvl="0" marL="0" rtl="0" algn="ctr">
              <a:spcBef>
                <a:spcPts val="0"/>
              </a:spcBef>
              <a:spcAft>
                <a:spcPts val="0"/>
              </a:spcAft>
              <a:buNone/>
            </a:pPr>
            <a:r>
              <a:t/>
            </a:r>
            <a:endParaRPr b="1" sz="1200">
              <a:solidFill>
                <a:srgbClr val="FFFFFF"/>
              </a:solidFill>
            </a:endParaRPr>
          </a:p>
        </p:txBody>
      </p:sp>
      <p:sp>
        <p:nvSpPr>
          <p:cNvPr id="9383" name="Google Shape;9383;p163"/>
          <p:cNvSpPr/>
          <p:nvPr/>
        </p:nvSpPr>
        <p:spPr>
          <a:xfrm>
            <a:off x="83988" y="595504"/>
            <a:ext cx="190200" cy="1692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4" name="Google Shape;9384;p163"/>
          <p:cNvSpPr/>
          <p:nvPr/>
        </p:nvSpPr>
        <p:spPr>
          <a:xfrm>
            <a:off x="2292338" y="358938"/>
            <a:ext cx="146700" cy="4023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5" name="Google Shape;9385;p163"/>
          <p:cNvSpPr txBox="1"/>
          <p:nvPr/>
        </p:nvSpPr>
        <p:spPr>
          <a:xfrm>
            <a:off x="2524025" y="497711"/>
            <a:ext cx="8850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Formulario:</a:t>
            </a:r>
            <a:endParaRPr b="1" sz="1100"/>
          </a:p>
        </p:txBody>
      </p:sp>
      <p:sp>
        <p:nvSpPr>
          <p:cNvPr id="9386" name="Google Shape;9386;p163"/>
          <p:cNvSpPr txBox="1"/>
          <p:nvPr>
            <p:ph type="title"/>
          </p:nvPr>
        </p:nvSpPr>
        <p:spPr>
          <a:xfrm flipH="1">
            <a:off x="3408875" y="445821"/>
            <a:ext cx="6479700" cy="2664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000"/>
              <a:buNone/>
              <a:defRPr sz="1000">
                <a:solidFill>
                  <a:srgbClr val="000000"/>
                </a:solidFill>
              </a:defRPr>
            </a:lvl1pPr>
            <a:lvl2pPr lvl="1">
              <a:spcBef>
                <a:spcPts val="0"/>
              </a:spcBef>
              <a:spcAft>
                <a:spcPts val="0"/>
              </a:spcAft>
              <a:buClr>
                <a:srgbClr val="000000"/>
              </a:buClr>
              <a:buSzPts val="1000"/>
              <a:buNone/>
              <a:defRPr sz="1000">
                <a:solidFill>
                  <a:srgbClr val="000000"/>
                </a:solidFill>
              </a:defRPr>
            </a:lvl2pPr>
            <a:lvl3pPr lvl="2">
              <a:spcBef>
                <a:spcPts val="0"/>
              </a:spcBef>
              <a:spcAft>
                <a:spcPts val="0"/>
              </a:spcAft>
              <a:buClr>
                <a:srgbClr val="000000"/>
              </a:buClr>
              <a:buSzPts val="1000"/>
              <a:buNone/>
              <a:defRPr sz="1000">
                <a:solidFill>
                  <a:srgbClr val="000000"/>
                </a:solidFill>
              </a:defRPr>
            </a:lvl3pPr>
            <a:lvl4pPr lvl="3">
              <a:spcBef>
                <a:spcPts val="0"/>
              </a:spcBef>
              <a:spcAft>
                <a:spcPts val="0"/>
              </a:spcAft>
              <a:buClr>
                <a:srgbClr val="000000"/>
              </a:buClr>
              <a:buSzPts val="1000"/>
              <a:buNone/>
              <a:defRPr sz="1000">
                <a:solidFill>
                  <a:srgbClr val="000000"/>
                </a:solidFill>
              </a:defRPr>
            </a:lvl4pPr>
            <a:lvl5pPr lvl="4">
              <a:spcBef>
                <a:spcPts val="0"/>
              </a:spcBef>
              <a:spcAft>
                <a:spcPts val="0"/>
              </a:spcAft>
              <a:buClr>
                <a:srgbClr val="000000"/>
              </a:buClr>
              <a:buSzPts val="1000"/>
              <a:buNone/>
              <a:defRPr sz="1000">
                <a:solidFill>
                  <a:srgbClr val="000000"/>
                </a:solidFill>
              </a:defRPr>
            </a:lvl5pPr>
            <a:lvl6pPr lvl="5">
              <a:spcBef>
                <a:spcPts val="0"/>
              </a:spcBef>
              <a:spcAft>
                <a:spcPts val="0"/>
              </a:spcAft>
              <a:buClr>
                <a:srgbClr val="000000"/>
              </a:buClr>
              <a:buSzPts val="1000"/>
              <a:buNone/>
              <a:defRPr sz="1000">
                <a:solidFill>
                  <a:srgbClr val="000000"/>
                </a:solidFill>
              </a:defRPr>
            </a:lvl6pPr>
            <a:lvl7pPr lvl="6">
              <a:spcBef>
                <a:spcPts val="0"/>
              </a:spcBef>
              <a:spcAft>
                <a:spcPts val="0"/>
              </a:spcAft>
              <a:buClr>
                <a:srgbClr val="000000"/>
              </a:buClr>
              <a:buSzPts val="1000"/>
              <a:buNone/>
              <a:defRPr sz="1000">
                <a:solidFill>
                  <a:srgbClr val="000000"/>
                </a:solidFill>
              </a:defRPr>
            </a:lvl7pPr>
            <a:lvl8pPr lvl="7">
              <a:spcBef>
                <a:spcPts val="0"/>
              </a:spcBef>
              <a:spcAft>
                <a:spcPts val="0"/>
              </a:spcAft>
              <a:buClr>
                <a:srgbClr val="000000"/>
              </a:buClr>
              <a:buSzPts val="1000"/>
              <a:buNone/>
              <a:defRPr sz="1000">
                <a:solidFill>
                  <a:srgbClr val="000000"/>
                </a:solidFill>
              </a:defRPr>
            </a:lvl8pPr>
            <a:lvl9pPr lvl="8">
              <a:spcBef>
                <a:spcPts val="0"/>
              </a:spcBef>
              <a:spcAft>
                <a:spcPts val="0"/>
              </a:spcAft>
              <a:buClr>
                <a:srgbClr val="000000"/>
              </a:buClr>
              <a:buSzPts val="1000"/>
              <a:buNone/>
              <a:defRPr sz="1000">
                <a:solidFill>
                  <a:srgbClr val="000000"/>
                </a:solidFill>
              </a:defRPr>
            </a:lvl9pPr>
          </a:lstStyle>
          <a:p/>
        </p:txBody>
      </p:sp>
      <p:grpSp>
        <p:nvGrpSpPr>
          <p:cNvPr id="9387" name="Google Shape;9387;p163"/>
          <p:cNvGrpSpPr/>
          <p:nvPr/>
        </p:nvGrpSpPr>
        <p:grpSpPr>
          <a:xfrm>
            <a:off x="206850" y="901287"/>
            <a:ext cx="2304000" cy="2805300"/>
            <a:chOff x="206850" y="899176"/>
            <a:chExt cx="2304000" cy="2805300"/>
          </a:xfrm>
        </p:grpSpPr>
        <p:sp>
          <p:nvSpPr>
            <p:cNvPr id="9388" name="Google Shape;9388;p163"/>
            <p:cNvSpPr/>
            <p:nvPr/>
          </p:nvSpPr>
          <p:spPr>
            <a:xfrm>
              <a:off x="206850" y="899176"/>
              <a:ext cx="2304000" cy="2805300"/>
            </a:xfrm>
            <a:prstGeom prst="roundRect">
              <a:avLst>
                <a:gd fmla="val 4586" name="adj"/>
              </a:avLst>
            </a:prstGeom>
            <a:solidFill>
              <a:srgbClr val="FFFFFF"/>
            </a:solidFill>
            <a:ln cap="flat" cmpd="sng" w="9525">
              <a:solidFill>
                <a:srgbClr val="B7B7B7"/>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t" bIns="36000" lIns="0" spcFirstLastPara="1" rIns="0" wrap="square" tIns="54000">
              <a:noAutofit/>
            </a:bodyPr>
            <a:lstStyle/>
            <a:p>
              <a:pPr indent="0" lvl="0" marL="0" marR="0" rtl="0" algn="ctr">
                <a:lnSpc>
                  <a:spcPct val="100000"/>
                </a:lnSpc>
                <a:spcBef>
                  <a:spcPts val="0"/>
                </a:spcBef>
                <a:spcAft>
                  <a:spcPts val="0"/>
                </a:spcAft>
                <a:buClr>
                  <a:srgbClr val="000000"/>
                </a:buClr>
                <a:buSzPts val="1100"/>
                <a:buFont typeface="Arial"/>
                <a:buNone/>
              </a:pPr>
              <a:r>
                <a:rPr b="1" i="1" lang="es-419" sz="1100">
                  <a:latin typeface="Arvo"/>
                  <a:ea typeface="Arvo"/>
                  <a:cs typeface="Arvo"/>
                  <a:sym typeface="Arvo"/>
                </a:rPr>
                <a:t>ViewPart</a:t>
              </a:r>
              <a:endParaRPr b="1" i="1" sz="1100">
                <a:latin typeface="Arvo"/>
                <a:ea typeface="Arvo"/>
                <a:cs typeface="Arvo"/>
                <a:sym typeface="Arvo"/>
              </a:endParaRPr>
            </a:p>
          </p:txBody>
        </p:sp>
        <p:cxnSp>
          <p:nvCxnSpPr>
            <p:cNvPr id="9389" name="Google Shape;9389;p163"/>
            <p:cNvCxnSpPr/>
            <p:nvPr/>
          </p:nvCxnSpPr>
          <p:spPr>
            <a:xfrm>
              <a:off x="323600" y="1236086"/>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9390" name="Google Shape;9390;p163"/>
            <p:cNvCxnSpPr/>
            <p:nvPr/>
          </p:nvCxnSpPr>
          <p:spPr>
            <a:xfrm>
              <a:off x="328511" y="1240955"/>
              <a:ext cx="205800" cy="0"/>
            </a:xfrm>
            <a:prstGeom prst="straightConnector1">
              <a:avLst/>
            </a:prstGeom>
            <a:noFill/>
            <a:ln cap="flat" cmpd="sng" w="9525">
              <a:solidFill>
                <a:srgbClr val="B7B7B7"/>
              </a:solidFill>
              <a:prstDash val="solid"/>
              <a:round/>
              <a:headEnd len="med" w="med" type="none"/>
              <a:tailEnd len="med" w="med" type="none"/>
            </a:ln>
          </p:spPr>
        </p:cxnSp>
        <p:cxnSp>
          <p:nvCxnSpPr>
            <p:cNvPr id="9391" name="Google Shape;9391;p163"/>
            <p:cNvCxnSpPr/>
            <p:nvPr/>
          </p:nvCxnSpPr>
          <p:spPr>
            <a:xfrm>
              <a:off x="2394099" y="1236086"/>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9392" name="Google Shape;9392;p163"/>
            <p:cNvCxnSpPr/>
            <p:nvPr/>
          </p:nvCxnSpPr>
          <p:spPr>
            <a:xfrm>
              <a:off x="2183133" y="1240955"/>
              <a:ext cx="205800" cy="0"/>
            </a:xfrm>
            <a:prstGeom prst="straightConnector1">
              <a:avLst/>
            </a:prstGeom>
            <a:noFill/>
            <a:ln cap="flat" cmpd="sng" w="9525">
              <a:solidFill>
                <a:srgbClr val="B7B7B7"/>
              </a:solidFill>
              <a:prstDash val="solid"/>
              <a:round/>
              <a:headEnd len="med" w="med" type="none"/>
              <a:tailEnd len="med" w="med" type="none"/>
            </a:ln>
          </p:spPr>
        </p:cxnSp>
        <p:cxnSp>
          <p:nvCxnSpPr>
            <p:cNvPr id="9393" name="Google Shape;9393;p163"/>
            <p:cNvCxnSpPr/>
            <p:nvPr/>
          </p:nvCxnSpPr>
          <p:spPr>
            <a:xfrm>
              <a:off x="323600" y="3363822"/>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9394" name="Google Shape;9394;p163"/>
            <p:cNvCxnSpPr/>
            <p:nvPr/>
          </p:nvCxnSpPr>
          <p:spPr>
            <a:xfrm>
              <a:off x="328511" y="3569394"/>
              <a:ext cx="205800" cy="0"/>
            </a:xfrm>
            <a:prstGeom prst="straightConnector1">
              <a:avLst/>
            </a:prstGeom>
            <a:noFill/>
            <a:ln cap="flat" cmpd="sng" w="9525">
              <a:solidFill>
                <a:srgbClr val="B7B7B7"/>
              </a:solidFill>
              <a:prstDash val="solid"/>
              <a:round/>
              <a:headEnd len="med" w="med" type="none"/>
              <a:tailEnd len="med" w="med" type="none"/>
            </a:ln>
          </p:spPr>
        </p:cxnSp>
        <p:cxnSp>
          <p:nvCxnSpPr>
            <p:cNvPr id="9395" name="Google Shape;9395;p163"/>
            <p:cNvCxnSpPr/>
            <p:nvPr/>
          </p:nvCxnSpPr>
          <p:spPr>
            <a:xfrm>
              <a:off x="2394099" y="3363822"/>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9396" name="Google Shape;9396;p163"/>
            <p:cNvCxnSpPr/>
            <p:nvPr/>
          </p:nvCxnSpPr>
          <p:spPr>
            <a:xfrm>
              <a:off x="2183505" y="3569394"/>
              <a:ext cx="205800" cy="0"/>
            </a:xfrm>
            <a:prstGeom prst="straightConnector1">
              <a:avLst/>
            </a:prstGeom>
            <a:noFill/>
            <a:ln cap="flat" cmpd="sng" w="9525">
              <a:solidFill>
                <a:srgbClr val="B7B7B7"/>
              </a:solidFill>
              <a:prstDash val="solid"/>
              <a:round/>
              <a:headEnd len="med" w="med" type="none"/>
              <a:tailEnd len="med" w="med" type="none"/>
            </a:ln>
          </p:spPr>
        </p:cxnSp>
      </p:grpSp>
      <p:cxnSp>
        <p:nvCxnSpPr>
          <p:cNvPr id="9397" name="Google Shape;9397;p163"/>
          <p:cNvCxnSpPr/>
          <p:nvPr/>
        </p:nvCxnSpPr>
        <p:spPr>
          <a:xfrm>
            <a:off x="2762000" y="1236086"/>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9398" name="Google Shape;9398;p163"/>
          <p:cNvCxnSpPr/>
          <p:nvPr/>
        </p:nvCxnSpPr>
        <p:spPr>
          <a:xfrm>
            <a:off x="2762000" y="4459790"/>
            <a:ext cx="0" cy="210300"/>
          </a:xfrm>
          <a:prstGeom prst="straightConnector1">
            <a:avLst/>
          </a:prstGeom>
          <a:noFill/>
          <a:ln cap="flat" cmpd="sng" w="9525">
            <a:solidFill>
              <a:srgbClr val="B7B7B7"/>
            </a:solidFill>
            <a:prstDash val="solid"/>
            <a:round/>
            <a:headEnd len="med" w="med" type="none"/>
            <a:tailEnd len="med" w="med" type="none"/>
          </a:ln>
        </p:spPr>
      </p:cxnSp>
      <p:grpSp>
        <p:nvGrpSpPr>
          <p:cNvPr id="9399" name="Google Shape;9399;p163"/>
          <p:cNvGrpSpPr/>
          <p:nvPr/>
        </p:nvGrpSpPr>
        <p:grpSpPr>
          <a:xfrm>
            <a:off x="206850" y="3840639"/>
            <a:ext cx="2304000" cy="2805300"/>
            <a:chOff x="206850" y="899176"/>
            <a:chExt cx="2304000" cy="2805300"/>
          </a:xfrm>
        </p:grpSpPr>
        <p:sp>
          <p:nvSpPr>
            <p:cNvPr id="9400" name="Google Shape;9400;p163"/>
            <p:cNvSpPr/>
            <p:nvPr/>
          </p:nvSpPr>
          <p:spPr>
            <a:xfrm>
              <a:off x="206850" y="899176"/>
              <a:ext cx="2304000" cy="2805300"/>
            </a:xfrm>
            <a:prstGeom prst="roundRect">
              <a:avLst>
                <a:gd fmla="val 4586" name="adj"/>
              </a:avLst>
            </a:prstGeom>
            <a:solidFill>
              <a:srgbClr val="FFFFFF"/>
            </a:solidFill>
            <a:ln cap="flat" cmpd="sng" w="9525">
              <a:solidFill>
                <a:srgbClr val="B7B7B7"/>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t" bIns="36000" lIns="0" spcFirstLastPara="1" rIns="0" wrap="square" tIns="54000">
              <a:noAutofit/>
            </a:bodyPr>
            <a:lstStyle/>
            <a:p>
              <a:pPr indent="0" lvl="0" marL="0" marR="0" rtl="0" algn="ctr">
                <a:lnSpc>
                  <a:spcPct val="100000"/>
                </a:lnSpc>
                <a:spcBef>
                  <a:spcPts val="0"/>
                </a:spcBef>
                <a:spcAft>
                  <a:spcPts val="0"/>
                </a:spcAft>
                <a:buClr>
                  <a:srgbClr val="000000"/>
                </a:buClr>
                <a:buSzPts val="1100"/>
                <a:buFont typeface="Arial"/>
                <a:buNone/>
              </a:pPr>
              <a:r>
                <a:rPr b="1" i="1" lang="es-419" sz="1100">
                  <a:latin typeface="Arvo"/>
                  <a:ea typeface="Arvo"/>
                  <a:cs typeface="Arvo"/>
                  <a:sym typeface="Arvo"/>
                </a:rPr>
                <a:t>ViewModel</a:t>
              </a:r>
              <a:endParaRPr b="1" i="1" sz="1100">
                <a:latin typeface="Arvo"/>
                <a:ea typeface="Arvo"/>
                <a:cs typeface="Arvo"/>
                <a:sym typeface="Arvo"/>
              </a:endParaRPr>
            </a:p>
          </p:txBody>
        </p:sp>
        <p:cxnSp>
          <p:nvCxnSpPr>
            <p:cNvPr id="9401" name="Google Shape;9401;p163"/>
            <p:cNvCxnSpPr/>
            <p:nvPr/>
          </p:nvCxnSpPr>
          <p:spPr>
            <a:xfrm>
              <a:off x="323600" y="1236086"/>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9402" name="Google Shape;9402;p163"/>
            <p:cNvCxnSpPr/>
            <p:nvPr/>
          </p:nvCxnSpPr>
          <p:spPr>
            <a:xfrm>
              <a:off x="328511" y="1240955"/>
              <a:ext cx="205800" cy="0"/>
            </a:xfrm>
            <a:prstGeom prst="straightConnector1">
              <a:avLst/>
            </a:prstGeom>
            <a:noFill/>
            <a:ln cap="flat" cmpd="sng" w="9525">
              <a:solidFill>
                <a:srgbClr val="B7B7B7"/>
              </a:solidFill>
              <a:prstDash val="solid"/>
              <a:round/>
              <a:headEnd len="med" w="med" type="none"/>
              <a:tailEnd len="med" w="med" type="none"/>
            </a:ln>
          </p:spPr>
        </p:cxnSp>
        <p:cxnSp>
          <p:nvCxnSpPr>
            <p:cNvPr id="9403" name="Google Shape;9403;p163"/>
            <p:cNvCxnSpPr/>
            <p:nvPr/>
          </p:nvCxnSpPr>
          <p:spPr>
            <a:xfrm>
              <a:off x="2394099" y="1236086"/>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9404" name="Google Shape;9404;p163"/>
            <p:cNvCxnSpPr/>
            <p:nvPr/>
          </p:nvCxnSpPr>
          <p:spPr>
            <a:xfrm>
              <a:off x="2183133" y="1240955"/>
              <a:ext cx="205800" cy="0"/>
            </a:xfrm>
            <a:prstGeom prst="straightConnector1">
              <a:avLst/>
            </a:prstGeom>
            <a:noFill/>
            <a:ln cap="flat" cmpd="sng" w="9525">
              <a:solidFill>
                <a:srgbClr val="B7B7B7"/>
              </a:solidFill>
              <a:prstDash val="solid"/>
              <a:round/>
              <a:headEnd len="med" w="med" type="none"/>
              <a:tailEnd len="med" w="med" type="none"/>
            </a:ln>
          </p:spPr>
        </p:cxnSp>
        <p:cxnSp>
          <p:nvCxnSpPr>
            <p:cNvPr id="9405" name="Google Shape;9405;p163"/>
            <p:cNvCxnSpPr/>
            <p:nvPr/>
          </p:nvCxnSpPr>
          <p:spPr>
            <a:xfrm>
              <a:off x="323600" y="3363822"/>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9406" name="Google Shape;9406;p163"/>
            <p:cNvCxnSpPr/>
            <p:nvPr/>
          </p:nvCxnSpPr>
          <p:spPr>
            <a:xfrm>
              <a:off x="328511" y="3569394"/>
              <a:ext cx="205800" cy="0"/>
            </a:xfrm>
            <a:prstGeom prst="straightConnector1">
              <a:avLst/>
            </a:prstGeom>
            <a:noFill/>
            <a:ln cap="flat" cmpd="sng" w="9525">
              <a:solidFill>
                <a:srgbClr val="B7B7B7"/>
              </a:solidFill>
              <a:prstDash val="solid"/>
              <a:round/>
              <a:headEnd len="med" w="med" type="none"/>
              <a:tailEnd len="med" w="med" type="none"/>
            </a:ln>
          </p:spPr>
        </p:cxnSp>
        <p:cxnSp>
          <p:nvCxnSpPr>
            <p:cNvPr id="9407" name="Google Shape;9407;p163"/>
            <p:cNvCxnSpPr/>
            <p:nvPr/>
          </p:nvCxnSpPr>
          <p:spPr>
            <a:xfrm>
              <a:off x="2394099" y="3363822"/>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9408" name="Google Shape;9408;p163"/>
            <p:cNvCxnSpPr/>
            <p:nvPr/>
          </p:nvCxnSpPr>
          <p:spPr>
            <a:xfrm>
              <a:off x="2183505" y="3569394"/>
              <a:ext cx="205800" cy="0"/>
            </a:xfrm>
            <a:prstGeom prst="straightConnector1">
              <a:avLst/>
            </a:prstGeom>
            <a:noFill/>
            <a:ln cap="flat" cmpd="sng" w="9525">
              <a:solidFill>
                <a:srgbClr val="B7B7B7"/>
              </a:solidFill>
              <a:prstDash val="solid"/>
              <a:round/>
              <a:headEnd len="med" w="med" type="none"/>
              <a:tailEnd len="med" w="med" type="none"/>
            </a:ln>
          </p:spPr>
        </p:cxnSp>
      </p:grpSp>
      <p:grpSp>
        <p:nvGrpSpPr>
          <p:cNvPr id="9409" name="Google Shape;9409;p163"/>
          <p:cNvGrpSpPr/>
          <p:nvPr/>
        </p:nvGrpSpPr>
        <p:grpSpPr>
          <a:xfrm>
            <a:off x="2660950" y="901287"/>
            <a:ext cx="2304000" cy="2805300"/>
            <a:chOff x="206850" y="899176"/>
            <a:chExt cx="2304000" cy="2805300"/>
          </a:xfrm>
        </p:grpSpPr>
        <p:sp>
          <p:nvSpPr>
            <p:cNvPr id="9410" name="Google Shape;9410;p163"/>
            <p:cNvSpPr/>
            <p:nvPr/>
          </p:nvSpPr>
          <p:spPr>
            <a:xfrm>
              <a:off x="206850" y="899176"/>
              <a:ext cx="2304000" cy="2805300"/>
            </a:xfrm>
            <a:prstGeom prst="roundRect">
              <a:avLst>
                <a:gd fmla="val 4586" name="adj"/>
              </a:avLst>
            </a:prstGeom>
            <a:solidFill>
              <a:srgbClr val="FFFFFF"/>
            </a:solidFill>
            <a:ln cap="flat" cmpd="sng" w="9525">
              <a:solidFill>
                <a:srgbClr val="B7B7B7"/>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t" bIns="36000" lIns="0" spcFirstLastPara="1" rIns="0" wrap="square" tIns="54000">
              <a:noAutofit/>
            </a:bodyPr>
            <a:lstStyle/>
            <a:p>
              <a:pPr indent="0" lvl="0" marL="0" marR="0" rtl="0" algn="ctr">
                <a:lnSpc>
                  <a:spcPct val="100000"/>
                </a:lnSpc>
                <a:spcBef>
                  <a:spcPts val="0"/>
                </a:spcBef>
                <a:spcAft>
                  <a:spcPts val="0"/>
                </a:spcAft>
                <a:buClr>
                  <a:srgbClr val="000000"/>
                </a:buClr>
                <a:buSzPts val="1100"/>
                <a:buFont typeface="Arial"/>
                <a:buNone/>
              </a:pPr>
              <a:r>
                <a:rPr b="1" i="1" lang="es-419" sz="1100">
                  <a:latin typeface="Arvo"/>
                  <a:ea typeface="Arvo"/>
                  <a:cs typeface="Arvo"/>
                  <a:sym typeface="Arvo"/>
                </a:rPr>
                <a:t>ViewPart</a:t>
              </a:r>
              <a:endParaRPr b="1" i="1" sz="1100">
                <a:latin typeface="Arvo"/>
                <a:ea typeface="Arvo"/>
                <a:cs typeface="Arvo"/>
                <a:sym typeface="Arvo"/>
              </a:endParaRPr>
            </a:p>
          </p:txBody>
        </p:sp>
        <p:cxnSp>
          <p:nvCxnSpPr>
            <p:cNvPr id="9411" name="Google Shape;9411;p163"/>
            <p:cNvCxnSpPr/>
            <p:nvPr/>
          </p:nvCxnSpPr>
          <p:spPr>
            <a:xfrm>
              <a:off x="323600" y="1236086"/>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9412" name="Google Shape;9412;p163"/>
            <p:cNvCxnSpPr/>
            <p:nvPr/>
          </p:nvCxnSpPr>
          <p:spPr>
            <a:xfrm>
              <a:off x="328511" y="1240955"/>
              <a:ext cx="205800" cy="0"/>
            </a:xfrm>
            <a:prstGeom prst="straightConnector1">
              <a:avLst/>
            </a:prstGeom>
            <a:noFill/>
            <a:ln cap="flat" cmpd="sng" w="9525">
              <a:solidFill>
                <a:srgbClr val="B7B7B7"/>
              </a:solidFill>
              <a:prstDash val="solid"/>
              <a:round/>
              <a:headEnd len="med" w="med" type="none"/>
              <a:tailEnd len="med" w="med" type="none"/>
            </a:ln>
          </p:spPr>
        </p:cxnSp>
        <p:cxnSp>
          <p:nvCxnSpPr>
            <p:cNvPr id="9413" name="Google Shape;9413;p163"/>
            <p:cNvCxnSpPr/>
            <p:nvPr/>
          </p:nvCxnSpPr>
          <p:spPr>
            <a:xfrm>
              <a:off x="2394099" y="1236086"/>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9414" name="Google Shape;9414;p163"/>
            <p:cNvCxnSpPr/>
            <p:nvPr/>
          </p:nvCxnSpPr>
          <p:spPr>
            <a:xfrm>
              <a:off x="2183133" y="1240955"/>
              <a:ext cx="205800" cy="0"/>
            </a:xfrm>
            <a:prstGeom prst="straightConnector1">
              <a:avLst/>
            </a:prstGeom>
            <a:noFill/>
            <a:ln cap="flat" cmpd="sng" w="9525">
              <a:solidFill>
                <a:srgbClr val="B7B7B7"/>
              </a:solidFill>
              <a:prstDash val="solid"/>
              <a:round/>
              <a:headEnd len="med" w="med" type="none"/>
              <a:tailEnd len="med" w="med" type="none"/>
            </a:ln>
          </p:spPr>
        </p:cxnSp>
        <p:cxnSp>
          <p:nvCxnSpPr>
            <p:cNvPr id="9415" name="Google Shape;9415;p163"/>
            <p:cNvCxnSpPr/>
            <p:nvPr/>
          </p:nvCxnSpPr>
          <p:spPr>
            <a:xfrm>
              <a:off x="323600" y="3363822"/>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9416" name="Google Shape;9416;p163"/>
            <p:cNvCxnSpPr/>
            <p:nvPr/>
          </p:nvCxnSpPr>
          <p:spPr>
            <a:xfrm>
              <a:off x="328511" y="3569394"/>
              <a:ext cx="205800" cy="0"/>
            </a:xfrm>
            <a:prstGeom prst="straightConnector1">
              <a:avLst/>
            </a:prstGeom>
            <a:noFill/>
            <a:ln cap="flat" cmpd="sng" w="9525">
              <a:solidFill>
                <a:srgbClr val="B7B7B7"/>
              </a:solidFill>
              <a:prstDash val="solid"/>
              <a:round/>
              <a:headEnd len="med" w="med" type="none"/>
              <a:tailEnd len="med" w="med" type="none"/>
            </a:ln>
          </p:spPr>
        </p:cxnSp>
        <p:cxnSp>
          <p:nvCxnSpPr>
            <p:cNvPr id="9417" name="Google Shape;9417;p163"/>
            <p:cNvCxnSpPr/>
            <p:nvPr/>
          </p:nvCxnSpPr>
          <p:spPr>
            <a:xfrm>
              <a:off x="2394099" y="3363822"/>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9418" name="Google Shape;9418;p163"/>
            <p:cNvCxnSpPr/>
            <p:nvPr/>
          </p:nvCxnSpPr>
          <p:spPr>
            <a:xfrm>
              <a:off x="2183505" y="3569394"/>
              <a:ext cx="205800" cy="0"/>
            </a:xfrm>
            <a:prstGeom prst="straightConnector1">
              <a:avLst/>
            </a:prstGeom>
            <a:noFill/>
            <a:ln cap="flat" cmpd="sng" w="9525">
              <a:solidFill>
                <a:srgbClr val="B7B7B7"/>
              </a:solidFill>
              <a:prstDash val="solid"/>
              <a:round/>
              <a:headEnd len="med" w="med" type="none"/>
              <a:tailEnd len="med" w="med" type="none"/>
            </a:ln>
          </p:spPr>
        </p:cxnSp>
      </p:grpSp>
      <p:grpSp>
        <p:nvGrpSpPr>
          <p:cNvPr id="9419" name="Google Shape;9419;p163"/>
          <p:cNvGrpSpPr/>
          <p:nvPr/>
        </p:nvGrpSpPr>
        <p:grpSpPr>
          <a:xfrm>
            <a:off x="2660950" y="3840639"/>
            <a:ext cx="2304000" cy="2805300"/>
            <a:chOff x="206850" y="899176"/>
            <a:chExt cx="2304000" cy="2805300"/>
          </a:xfrm>
        </p:grpSpPr>
        <p:sp>
          <p:nvSpPr>
            <p:cNvPr id="9420" name="Google Shape;9420;p163"/>
            <p:cNvSpPr/>
            <p:nvPr/>
          </p:nvSpPr>
          <p:spPr>
            <a:xfrm>
              <a:off x="206850" y="899176"/>
              <a:ext cx="2304000" cy="2805300"/>
            </a:xfrm>
            <a:prstGeom prst="roundRect">
              <a:avLst>
                <a:gd fmla="val 4586" name="adj"/>
              </a:avLst>
            </a:prstGeom>
            <a:solidFill>
              <a:srgbClr val="FFFFFF"/>
            </a:solidFill>
            <a:ln cap="flat" cmpd="sng" w="9525">
              <a:solidFill>
                <a:srgbClr val="B7B7B7"/>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t" bIns="36000" lIns="0" spcFirstLastPara="1" rIns="0" wrap="square" tIns="54000">
              <a:noAutofit/>
            </a:bodyPr>
            <a:lstStyle/>
            <a:p>
              <a:pPr indent="0" lvl="0" marL="0" marR="0" rtl="0" algn="ctr">
                <a:lnSpc>
                  <a:spcPct val="100000"/>
                </a:lnSpc>
                <a:spcBef>
                  <a:spcPts val="0"/>
                </a:spcBef>
                <a:spcAft>
                  <a:spcPts val="0"/>
                </a:spcAft>
                <a:buClr>
                  <a:srgbClr val="000000"/>
                </a:buClr>
                <a:buSzPts val="1100"/>
                <a:buFont typeface="Arial"/>
                <a:buNone/>
              </a:pPr>
              <a:r>
                <a:rPr b="1" i="1" lang="es-419" sz="1100">
                  <a:latin typeface="Arvo"/>
                  <a:ea typeface="Arvo"/>
                  <a:cs typeface="Arvo"/>
                  <a:sym typeface="Arvo"/>
                </a:rPr>
                <a:t>ViewModel</a:t>
              </a:r>
              <a:endParaRPr b="1" i="1" sz="1100">
                <a:latin typeface="Arvo"/>
                <a:ea typeface="Arvo"/>
                <a:cs typeface="Arvo"/>
                <a:sym typeface="Arvo"/>
              </a:endParaRPr>
            </a:p>
          </p:txBody>
        </p:sp>
        <p:cxnSp>
          <p:nvCxnSpPr>
            <p:cNvPr id="9421" name="Google Shape;9421;p163"/>
            <p:cNvCxnSpPr/>
            <p:nvPr/>
          </p:nvCxnSpPr>
          <p:spPr>
            <a:xfrm>
              <a:off x="323600" y="1236086"/>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9422" name="Google Shape;9422;p163"/>
            <p:cNvCxnSpPr/>
            <p:nvPr/>
          </p:nvCxnSpPr>
          <p:spPr>
            <a:xfrm>
              <a:off x="328511" y="1240955"/>
              <a:ext cx="205800" cy="0"/>
            </a:xfrm>
            <a:prstGeom prst="straightConnector1">
              <a:avLst/>
            </a:prstGeom>
            <a:noFill/>
            <a:ln cap="flat" cmpd="sng" w="9525">
              <a:solidFill>
                <a:srgbClr val="B7B7B7"/>
              </a:solidFill>
              <a:prstDash val="solid"/>
              <a:round/>
              <a:headEnd len="med" w="med" type="none"/>
              <a:tailEnd len="med" w="med" type="none"/>
            </a:ln>
          </p:spPr>
        </p:cxnSp>
        <p:cxnSp>
          <p:nvCxnSpPr>
            <p:cNvPr id="9423" name="Google Shape;9423;p163"/>
            <p:cNvCxnSpPr/>
            <p:nvPr/>
          </p:nvCxnSpPr>
          <p:spPr>
            <a:xfrm>
              <a:off x="2394099" y="1236086"/>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9424" name="Google Shape;9424;p163"/>
            <p:cNvCxnSpPr/>
            <p:nvPr/>
          </p:nvCxnSpPr>
          <p:spPr>
            <a:xfrm>
              <a:off x="2183133" y="1240955"/>
              <a:ext cx="205800" cy="0"/>
            </a:xfrm>
            <a:prstGeom prst="straightConnector1">
              <a:avLst/>
            </a:prstGeom>
            <a:noFill/>
            <a:ln cap="flat" cmpd="sng" w="9525">
              <a:solidFill>
                <a:srgbClr val="B7B7B7"/>
              </a:solidFill>
              <a:prstDash val="solid"/>
              <a:round/>
              <a:headEnd len="med" w="med" type="none"/>
              <a:tailEnd len="med" w="med" type="none"/>
            </a:ln>
          </p:spPr>
        </p:cxnSp>
        <p:cxnSp>
          <p:nvCxnSpPr>
            <p:cNvPr id="9425" name="Google Shape;9425;p163"/>
            <p:cNvCxnSpPr/>
            <p:nvPr/>
          </p:nvCxnSpPr>
          <p:spPr>
            <a:xfrm>
              <a:off x="323600" y="3363822"/>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9426" name="Google Shape;9426;p163"/>
            <p:cNvCxnSpPr/>
            <p:nvPr/>
          </p:nvCxnSpPr>
          <p:spPr>
            <a:xfrm>
              <a:off x="328511" y="3569394"/>
              <a:ext cx="205800" cy="0"/>
            </a:xfrm>
            <a:prstGeom prst="straightConnector1">
              <a:avLst/>
            </a:prstGeom>
            <a:noFill/>
            <a:ln cap="flat" cmpd="sng" w="9525">
              <a:solidFill>
                <a:srgbClr val="B7B7B7"/>
              </a:solidFill>
              <a:prstDash val="solid"/>
              <a:round/>
              <a:headEnd len="med" w="med" type="none"/>
              <a:tailEnd len="med" w="med" type="none"/>
            </a:ln>
          </p:spPr>
        </p:cxnSp>
        <p:cxnSp>
          <p:nvCxnSpPr>
            <p:cNvPr id="9427" name="Google Shape;9427;p163"/>
            <p:cNvCxnSpPr/>
            <p:nvPr/>
          </p:nvCxnSpPr>
          <p:spPr>
            <a:xfrm>
              <a:off x="2394099" y="3363822"/>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9428" name="Google Shape;9428;p163"/>
            <p:cNvCxnSpPr/>
            <p:nvPr/>
          </p:nvCxnSpPr>
          <p:spPr>
            <a:xfrm>
              <a:off x="2183505" y="3569394"/>
              <a:ext cx="205800" cy="0"/>
            </a:xfrm>
            <a:prstGeom prst="straightConnector1">
              <a:avLst/>
            </a:prstGeom>
            <a:noFill/>
            <a:ln cap="flat" cmpd="sng" w="9525">
              <a:solidFill>
                <a:srgbClr val="B7B7B7"/>
              </a:solidFill>
              <a:prstDash val="solid"/>
              <a:round/>
              <a:headEnd len="med" w="med" type="none"/>
              <a:tailEnd len="med" w="med" type="none"/>
            </a:ln>
          </p:spPr>
        </p:cxnSp>
      </p:grpSp>
      <p:grpSp>
        <p:nvGrpSpPr>
          <p:cNvPr id="9429" name="Google Shape;9429;p163"/>
          <p:cNvGrpSpPr/>
          <p:nvPr/>
        </p:nvGrpSpPr>
        <p:grpSpPr>
          <a:xfrm>
            <a:off x="5115050" y="901287"/>
            <a:ext cx="2304000" cy="2805300"/>
            <a:chOff x="206850" y="899176"/>
            <a:chExt cx="2304000" cy="2805300"/>
          </a:xfrm>
        </p:grpSpPr>
        <p:sp>
          <p:nvSpPr>
            <p:cNvPr id="9430" name="Google Shape;9430;p163"/>
            <p:cNvSpPr/>
            <p:nvPr/>
          </p:nvSpPr>
          <p:spPr>
            <a:xfrm>
              <a:off x="206850" y="899176"/>
              <a:ext cx="2304000" cy="2805300"/>
            </a:xfrm>
            <a:prstGeom prst="roundRect">
              <a:avLst>
                <a:gd fmla="val 4586" name="adj"/>
              </a:avLst>
            </a:prstGeom>
            <a:solidFill>
              <a:srgbClr val="FFFFFF"/>
            </a:solidFill>
            <a:ln cap="flat" cmpd="sng" w="9525">
              <a:solidFill>
                <a:srgbClr val="B7B7B7"/>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t" bIns="36000" lIns="0" spcFirstLastPara="1" rIns="0" wrap="square" tIns="54000">
              <a:noAutofit/>
            </a:bodyPr>
            <a:lstStyle/>
            <a:p>
              <a:pPr indent="0" lvl="0" marL="0" marR="0" rtl="0" algn="ctr">
                <a:lnSpc>
                  <a:spcPct val="100000"/>
                </a:lnSpc>
                <a:spcBef>
                  <a:spcPts val="0"/>
                </a:spcBef>
                <a:spcAft>
                  <a:spcPts val="0"/>
                </a:spcAft>
                <a:buClr>
                  <a:srgbClr val="000000"/>
                </a:buClr>
                <a:buSzPts val="1100"/>
                <a:buFont typeface="Arial"/>
                <a:buNone/>
              </a:pPr>
              <a:r>
                <a:rPr b="1" i="1" lang="es-419" sz="1100">
                  <a:latin typeface="Arvo"/>
                  <a:ea typeface="Arvo"/>
                  <a:cs typeface="Arvo"/>
                  <a:sym typeface="Arvo"/>
                </a:rPr>
                <a:t>ViewPart</a:t>
              </a:r>
              <a:endParaRPr b="1" i="1" sz="1100">
                <a:latin typeface="Arvo"/>
                <a:ea typeface="Arvo"/>
                <a:cs typeface="Arvo"/>
                <a:sym typeface="Arvo"/>
              </a:endParaRPr>
            </a:p>
          </p:txBody>
        </p:sp>
        <p:cxnSp>
          <p:nvCxnSpPr>
            <p:cNvPr id="9431" name="Google Shape;9431;p163"/>
            <p:cNvCxnSpPr/>
            <p:nvPr/>
          </p:nvCxnSpPr>
          <p:spPr>
            <a:xfrm>
              <a:off x="323600" y="1236086"/>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9432" name="Google Shape;9432;p163"/>
            <p:cNvCxnSpPr/>
            <p:nvPr/>
          </p:nvCxnSpPr>
          <p:spPr>
            <a:xfrm>
              <a:off x="328511" y="1240955"/>
              <a:ext cx="205800" cy="0"/>
            </a:xfrm>
            <a:prstGeom prst="straightConnector1">
              <a:avLst/>
            </a:prstGeom>
            <a:noFill/>
            <a:ln cap="flat" cmpd="sng" w="9525">
              <a:solidFill>
                <a:srgbClr val="B7B7B7"/>
              </a:solidFill>
              <a:prstDash val="solid"/>
              <a:round/>
              <a:headEnd len="med" w="med" type="none"/>
              <a:tailEnd len="med" w="med" type="none"/>
            </a:ln>
          </p:spPr>
        </p:cxnSp>
        <p:cxnSp>
          <p:nvCxnSpPr>
            <p:cNvPr id="9433" name="Google Shape;9433;p163"/>
            <p:cNvCxnSpPr/>
            <p:nvPr/>
          </p:nvCxnSpPr>
          <p:spPr>
            <a:xfrm>
              <a:off x="2394099" y="1236086"/>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9434" name="Google Shape;9434;p163"/>
            <p:cNvCxnSpPr/>
            <p:nvPr/>
          </p:nvCxnSpPr>
          <p:spPr>
            <a:xfrm>
              <a:off x="2183133" y="1240955"/>
              <a:ext cx="205800" cy="0"/>
            </a:xfrm>
            <a:prstGeom prst="straightConnector1">
              <a:avLst/>
            </a:prstGeom>
            <a:noFill/>
            <a:ln cap="flat" cmpd="sng" w="9525">
              <a:solidFill>
                <a:srgbClr val="B7B7B7"/>
              </a:solidFill>
              <a:prstDash val="solid"/>
              <a:round/>
              <a:headEnd len="med" w="med" type="none"/>
              <a:tailEnd len="med" w="med" type="none"/>
            </a:ln>
          </p:spPr>
        </p:cxnSp>
        <p:cxnSp>
          <p:nvCxnSpPr>
            <p:cNvPr id="9435" name="Google Shape;9435;p163"/>
            <p:cNvCxnSpPr/>
            <p:nvPr/>
          </p:nvCxnSpPr>
          <p:spPr>
            <a:xfrm>
              <a:off x="323600" y="3363822"/>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9436" name="Google Shape;9436;p163"/>
            <p:cNvCxnSpPr/>
            <p:nvPr/>
          </p:nvCxnSpPr>
          <p:spPr>
            <a:xfrm>
              <a:off x="328511" y="3569394"/>
              <a:ext cx="205800" cy="0"/>
            </a:xfrm>
            <a:prstGeom prst="straightConnector1">
              <a:avLst/>
            </a:prstGeom>
            <a:noFill/>
            <a:ln cap="flat" cmpd="sng" w="9525">
              <a:solidFill>
                <a:srgbClr val="B7B7B7"/>
              </a:solidFill>
              <a:prstDash val="solid"/>
              <a:round/>
              <a:headEnd len="med" w="med" type="none"/>
              <a:tailEnd len="med" w="med" type="none"/>
            </a:ln>
          </p:spPr>
        </p:cxnSp>
        <p:cxnSp>
          <p:nvCxnSpPr>
            <p:cNvPr id="9437" name="Google Shape;9437;p163"/>
            <p:cNvCxnSpPr/>
            <p:nvPr/>
          </p:nvCxnSpPr>
          <p:spPr>
            <a:xfrm>
              <a:off x="2394099" y="3363822"/>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9438" name="Google Shape;9438;p163"/>
            <p:cNvCxnSpPr/>
            <p:nvPr/>
          </p:nvCxnSpPr>
          <p:spPr>
            <a:xfrm>
              <a:off x="2183505" y="3569394"/>
              <a:ext cx="205800" cy="0"/>
            </a:xfrm>
            <a:prstGeom prst="straightConnector1">
              <a:avLst/>
            </a:prstGeom>
            <a:noFill/>
            <a:ln cap="flat" cmpd="sng" w="9525">
              <a:solidFill>
                <a:srgbClr val="B7B7B7"/>
              </a:solidFill>
              <a:prstDash val="solid"/>
              <a:round/>
              <a:headEnd len="med" w="med" type="none"/>
              <a:tailEnd len="med" w="med" type="none"/>
            </a:ln>
          </p:spPr>
        </p:cxnSp>
      </p:grpSp>
      <p:grpSp>
        <p:nvGrpSpPr>
          <p:cNvPr id="9439" name="Google Shape;9439;p163"/>
          <p:cNvGrpSpPr/>
          <p:nvPr/>
        </p:nvGrpSpPr>
        <p:grpSpPr>
          <a:xfrm>
            <a:off x="5115050" y="3840639"/>
            <a:ext cx="2304000" cy="2805300"/>
            <a:chOff x="206850" y="899176"/>
            <a:chExt cx="2304000" cy="2805300"/>
          </a:xfrm>
        </p:grpSpPr>
        <p:sp>
          <p:nvSpPr>
            <p:cNvPr id="9440" name="Google Shape;9440;p163"/>
            <p:cNvSpPr/>
            <p:nvPr/>
          </p:nvSpPr>
          <p:spPr>
            <a:xfrm>
              <a:off x="206850" y="899176"/>
              <a:ext cx="2304000" cy="2805300"/>
            </a:xfrm>
            <a:prstGeom prst="roundRect">
              <a:avLst>
                <a:gd fmla="val 4586" name="adj"/>
              </a:avLst>
            </a:prstGeom>
            <a:solidFill>
              <a:srgbClr val="FFFFFF"/>
            </a:solidFill>
            <a:ln cap="flat" cmpd="sng" w="9525">
              <a:solidFill>
                <a:srgbClr val="B7B7B7"/>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t" bIns="36000" lIns="0" spcFirstLastPara="1" rIns="0" wrap="square" tIns="54000">
              <a:noAutofit/>
            </a:bodyPr>
            <a:lstStyle/>
            <a:p>
              <a:pPr indent="0" lvl="0" marL="0" marR="0" rtl="0" algn="ctr">
                <a:lnSpc>
                  <a:spcPct val="100000"/>
                </a:lnSpc>
                <a:spcBef>
                  <a:spcPts val="0"/>
                </a:spcBef>
                <a:spcAft>
                  <a:spcPts val="0"/>
                </a:spcAft>
                <a:buClr>
                  <a:srgbClr val="000000"/>
                </a:buClr>
                <a:buSzPts val="1100"/>
                <a:buFont typeface="Arial"/>
                <a:buNone/>
              </a:pPr>
              <a:r>
                <a:rPr b="1" i="1" lang="es-419" sz="1100">
                  <a:latin typeface="Arvo"/>
                  <a:ea typeface="Arvo"/>
                  <a:cs typeface="Arvo"/>
                  <a:sym typeface="Arvo"/>
                </a:rPr>
                <a:t>ViewModel</a:t>
              </a:r>
              <a:endParaRPr b="1" i="1" sz="1100">
                <a:latin typeface="Arvo"/>
                <a:ea typeface="Arvo"/>
                <a:cs typeface="Arvo"/>
                <a:sym typeface="Arvo"/>
              </a:endParaRPr>
            </a:p>
          </p:txBody>
        </p:sp>
        <p:cxnSp>
          <p:nvCxnSpPr>
            <p:cNvPr id="9441" name="Google Shape;9441;p163"/>
            <p:cNvCxnSpPr/>
            <p:nvPr/>
          </p:nvCxnSpPr>
          <p:spPr>
            <a:xfrm>
              <a:off x="323600" y="1236086"/>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9442" name="Google Shape;9442;p163"/>
            <p:cNvCxnSpPr/>
            <p:nvPr/>
          </p:nvCxnSpPr>
          <p:spPr>
            <a:xfrm>
              <a:off x="328511" y="1240955"/>
              <a:ext cx="205800" cy="0"/>
            </a:xfrm>
            <a:prstGeom prst="straightConnector1">
              <a:avLst/>
            </a:prstGeom>
            <a:noFill/>
            <a:ln cap="flat" cmpd="sng" w="9525">
              <a:solidFill>
                <a:srgbClr val="B7B7B7"/>
              </a:solidFill>
              <a:prstDash val="solid"/>
              <a:round/>
              <a:headEnd len="med" w="med" type="none"/>
              <a:tailEnd len="med" w="med" type="none"/>
            </a:ln>
          </p:spPr>
        </p:cxnSp>
        <p:cxnSp>
          <p:nvCxnSpPr>
            <p:cNvPr id="9443" name="Google Shape;9443;p163"/>
            <p:cNvCxnSpPr/>
            <p:nvPr/>
          </p:nvCxnSpPr>
          <p:spPr>
            <a:xfrm>
              <a:off x="2394099" y="1236086"/>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9444" name="Google Shape;9444;p163"/>
            <p:cNvCxnSpPr/>
            <p:nvPr/>
          </p:nvCxnSpPr>
          <p:spPr>
            <a:xfrm>
              <a:off x="2183133" y="1240955"/>
              <a:ext cx="205800" cy="0"/>
            </a:xfrm>
            <a:prstGeom prst="straightConnector1">
              <a:avLst/>
            </a:prstGeom>
            <a:noFill/>
            <a:ln cap="flat" cmpd="sng" w="9525">
              <a:solidFill>
                <a:srgbClr val="B7B7B7"/>
              </a:solidFill>
              <a:prstDash val="solid"/>
              <a:round/>
              <a:headEnd len="med" w="med" type="none"/>
              <a:tailEnd len="med" w="med" type="none"/>
            </a:ln>
          </p:spPr>
        </p:cxnSp>
        <p:cxnSp>
          <p:nvCxnSpPr>
            <p:cNvPr id="9445" name="Google Shape;9445;p163"/>
            <p:cNvCxnSpPr/>
            <p:nvPr/>
          </p:nvCxnSpPr>
          <p:spPr>
            <a:xfrm>
              <a:off x="323600" y="3363822"/>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9446" name="Google Shape;9446;p163"/>
            <p:cNvCxnSpPr/>
            <p:nvPr/>
          </p:nvCxnSpPr>
          <p:spPr>
            <a:xfrm>
              <a:off x="328511" y="3569394"/>
              <a:ext cx="205800" cy="0"/>
            </a:xfrm>
            <a:prstGeom prst="straightConnector1">
              <a:avLst/>
            </a:prstGeom>
            <a:noFill/>
            <a:ln cap="flat" cmpd="sng" w="9525">
              <a:solidFill>
                <a:srgbClr val="B7B7B7"/>
              </a:solidFill>
              <a:prstDash val="solid"/>
              <a:round/>
              <a:headEnd len="med" w="med" type="none"/>
              <a:tailEnd len="med" w="med" type="none"/>
            </a:ln>
          </p:spPr>
        </p:cxnSp>
        <p:cxnSp>
          <p:nvCxnSpPr>
            <p:cNvPr id="9447" name="Google Shape;9447;p163"/>
            <p:cNvCxnSpPr/>
            <p:nvPr/>
          </p:nvCxnSpPr>
          <p:spPr>
            <a:xfrm>
              <a:off x="2394099" y="3363822"/>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9448" name="Google Shape;9448;p163"/>
            <p:cNvCxnSpPr/>
            <p:nvPr/>
          </p:nvCxnSpPr>
          <p:spPr>
            <a:xfrm>
              <a:off x="2183505" y="3569394"/>
              <a:ext cx="205800" cy="0"/>
            </a:xfrm>
            <a:prstGeom prst="straightConnector1">
              <a:avLst/>
            </a:prstGeom>
            <a:noFill/>
            <a:ln cap="flat" cmpd="sng" w="9525">
              <a:solidFill>
                <a:srgbClr val="B7B7B7"/>
              </a:solidFill>
              <a:prstDash val="solid"/>
              <a:round/>
              <a:headEnd len="med" w="med" type="none"/>
              <a:tailEnd len="med" w="med" type="none"/>
            </a:ln>
          </p:spPr>
        </p:cxnSp>
      </p:grpSp>
      <p:grpSp>
        <p:nvGrpSpPr>
          <p:cNvPr id="9449" name="Google Shape;9449;p163"/>
          <p:cNvGrpSpPr/>
          <p:nvPr/>
        </p:nvGrpSpPr>
        <p:grpSpPr>
          <a:xfrm>
            <a:off x="7569150" y="901287"/>
            <a:ext cx="2304000" cy="2805300"/>
            <a:chOff x="206850" y="899176"/>
            <a:chExt cx="2304000" cy="2805300"/>
          </a:xfrm>
        </p:grpSpPr>
        <p:sp>
          <p:nvSpPr>
            <p:cNvPr id="9450" name="Google Shape;9450;p163"/>
            <p:cNvSpPr/>
            <p:nvPr/>
          </p:nvSpPr>
          <p:spPr>
            <a:xfrm>
              <a:off x="206850" y="899176"/>
              <a:ext cx="2304000" cy="2805300"/>
            </a:xfrm>
            <a:prstGeom prst="roundRect">
              <a:avLst>
                <a:gd fmla="val 4586" name="adj"/>
              </a:avLst>
            </a:prstGeom>
            <a:solidFill>
              <a:srgbClr val="FFFFFF"/>
            </a:solidFill>
            <a:ln cap="flat" cmpd="sng" w="9525">
              <a:solidFill>
                <a:srgbClr val="B7B7B7"/>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t" bIns="36000" lIns="0" spcFirstLastPara="1" rIns="0" wrap="square" tIns="54000">
              <a:noAutofit/>
            </a:bodyPr>
            <a:lstStyle/>
            <a:p>
              <a:pPr indent="0" lvl="0" marL="0" marR="0" rtl="0" algn="ctr">
                <a:lnSpc>
                  <a:spcPct val="100000"/>
                </a:lnSpc>
                <a:spcBef>
                  <a:spcPts val="0"/>
                </a:spcBef>
                <a:spcAft>
                  <a:spcPts val="0"/>
                </a:spcAft>
                <a:buClr>
                  <a:srgbClr val="000000"/>
                </a:buClr>
                <a:buSzPts val="1100"/>
                <a:buFont typeface="Arial"/>
                <a:buNone/>
              </a:pPr>
              <a:r>
                <a:rPr b="1" i="1" lang="es-419" sz="1100">
                  <a:latin typeface="Arvo"/>
                  <a:ea typeface="Arvo"/>
                  <a:cs typeface="Arvo"/>
                  <a:sym typeface="Arvo"/>
                </a:rPr>
                <a:t>ViewPart</a:t>
              </a:r>
              <a:endParaRPr b="1" i="1" sz="1100">
                <a:latin typeface="Arvo"/>
                <a:ea typeface="Arvo"/>
                <a:cs typeface="Arvo"/>
                <a:sym typeface="Arvo"/>
              </a:endParaRPr>
            </a:p>
          </p:txBody>
        </p:sp>
        <p:cxnSp>
          <p:nvCxnSpPr>
            <p:cNvPr id="9451" name="Google Shape;9451;p163"/>
            <p:cNvCxnSpPr/>
            <p:nvPr/>
          </p:nvCxnSpPr>
          <p:spPr>
            <a:xfrm>
              <a:off x="323600" y="1236086"/>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9452" name="Google Shape;9452;p163"/>
            <p:cNvCxnSpPr/>
            <p:nvPr/>
          </p:nvCxnSpPr>
          <p:spPr>
            <a:xfrm>
              <a:off x="328511" y="1240955"/>
              <a:ext cx="205800" cy="0"/>
            </a:xfrm>
            <a:prstGeom prst="straightConnector1">
              <a:avLst/>
            </a:prstGeom>
            <a:noFill/>
            <a:ln cap="flat" cmpd="sng" w="9525">
              <a:solidFill>
                <a:srgbClr val="B7B7B7"/>
              </a:solidFill>
              <a:prstDash val="solid"/>
              <a:round/>
              <a:headEnd len="med" w="med" type="none"/>
              <a:tailEnd len="med" w="med" type="none"/>
            </a:ln>
          </p:spPr>
        </p:cxnSp>
        <p:cxnSp>
          <p:nvCxnSpPr>
            <p:cNvPr id="9453" name="Google Shape;9453;p163"/>
            <p:cNvCxnSpPr/>
            <p:nvPr/>
          </p:nvCxnSpPr>
          <p:spPr>
            <a:xfrm>
              <a:off x="2394099" y="1236086"/>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9454" name="Google Shape;9454;p163"/>
            <p:cNvCxnSpPr/>
            <p:nvPr/>
          </p:nvCxnSpPr>
          <p:spPr>
            <a:xfrm>
              <a:off x="2183133" y="1240955"/>
              <a:ext cx="205800" cy="0"/>
            </a:xfrm>
            <a:prstGeom prst="straightConnector1">
              <a:avLst/>
            </a:prstGeom>
            <a:noFill/>
            <a:ln cap="flat" cmpd="sng" w="9525">
              <a:solidFill>
                <a:srgbClr val="B7B7B7"/>
              </a:solidFill>
              <a:prstDash val="solid"/>
              <a:round/>
              <a:headEnd len="med" w="med" type="none"/>
              <a:tailEnd len="med" w="med" type="none"/>
            </a:ln>
          </p:spPr>
        </p:cxnSp>
        <p:cxnSp>
          <p:nvCxnSpPr>
            <p:cNvPr id="9455" name="Google Shape;9455;p163"/>
            <p:cNvCxnSpPr/>
            <p:nvPr/>
          </p:nvCxnSpPr>
          <p:spPr>
            <a:xfrm>
              <a:off x="323600" y="3363822"/>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9456" name="Google Shape;9456;p163"/>
            <p:cNvCxnSpPr/>
            <p:nvPr/>
          </p:nvCxnSpPr>
          <p:spPr>
            <a:xfrm>
              <a:off x="328511" y="3569394"/>
              <a:ext cx="205800" cy="0"/>
            </a:xfrm>
            <a:prstGeom prst="straightConnector1">
              <a:avLst/>
            </a:prstGeom>
            <a:noFill/>
            <a:ln cap="flat" cmpd="sng" w="9525">
              <a:solidFill>
                <a:srgbClr val="B7B7B7"/>
              </a:solidFill>
              <a:prstDash val="solid"/>
              <a:round/>
              <a:headEnd len="med" w="med" type="none"/>
              <a:tailEnd len="med" w="med" type="none"/>
            </a:ln>
          </p:spPr>
        </p:cxnSp>
        <p:cxnSp>
          <p:nvCxnSpPr>
            <p:cNvPr id="9457" name="Google Shape;9457;p163"/>
            <p:cNvCxnSpPr/>
            <p:nvPr/>
          </p:nvCxnSpPr>
          <p:spPr>
            <a:xfrm>
              <a:off x="2394099" y="3363822"/>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9458" name="Google Shape;9458;p163"/>
            <p:cNvCxnSpPr/>
            <p:nvPr/>
          </p:nvCxnSpPr>
          <p:spPr>
            <a:xfrm>
              <a:off x="2183505" y="3569394"/>
              <a:ext cx="205800" cy="0"/>
            </a:xfrm>
            <a:prstGeom prst="straightConnector1">
              <a:avLst/>
            </a:prstGeom>
            <a:noFill/>
            <a:ln cap="flat" cmpd="sng" w="9525">
              <a:solidFill>
                <a:srgbClr val="B7B7B7"/>
              </a:solidFill>
              <a:prstDash val="solid"/>
              <a:round/>
              <a:headEnd len="med" w="med" type="none"/>
              <a:tailEnd len="med" w="med" type="none"/>
            </a:ln>
          </p:spPr>
        </p:cxnSp>
      </p:grpSp>
      <p:grpSp>
        <p:nvGrpSpPr>
          <p:cNvPr id="9459" name="Google Shape;9459;p163"/>
          <p:cNvGrpSpPr/>
          <p:nvPr/>
        </p:nvGrpSpPr>
        <p:grpSpPr>
          <a:xfrm>
            <a:off x="7569150" y="3840639"/>
            <a:ext cx="2304000" cy="2805300"/>
            <a:chOff x="206850" y="899176"/>
            <a:chExt cx="2304000" cy="2805300"/>
          </a:xfrm>
        </p:grpSpPr>
        <p:sp>
          <p:nvSpPr>
            <p:cNvPr id="9460" name="Google Shape;9460;p163"/>
            <p:cNvSpPr/>
            <p:nvPr/>
          </p:nvSpPr>
          <p:spPr>
            <a:xfrm>
              <a:off x="206850" y="899176"/>
              <a:ext cx="2304000" cy="2805300"/>
            </a:xfrm>
            <a:prstGeom prst="roundRect">
              <a:avLst>
                <a:gd fmla="val 4586" name="adj"/>
              </a:avLst>
            </a:prstGeom>
            <a:solidFill>
              <a:srgbClr val="FFFFFF"/>
            </a:solidFill>
            <a:ln cap="flat" cmpd="sng" w="9525">
              <a:solidFill>
                <a:srgbClr val="B7B7B7"/>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t" bIns="36000" lIns="0" spcFirstLastPara="1" rIns="0" wrap="square" tIns="54000">
              <a:noAutofit/>
            </a:bodyPr>
            <a:lstStyle/>
            <a:p>
              <a:pPr indent="0" lvl="0" marL="0" marR="0" rtl="0" algn="ctr">
                <a:lnSpc>
                  <a:spcPct val="100000"/>
                </a:lnSpc>
                <a:spcBef>
                  <a:spcPts val="0"/>
                </a:spcBef>
                <a:spcAft>
                  <a:spcPts val="0"/>
                </a:spcAft>
                <a:buClr>
                  <a:srgbClr val="000000"/>
                </a:buClr>
                <a:buSzPts val="1100"/>
                <a:buFont typeface="Arial"/>
                <a:buNone/>
              </a:pPr>
              <a:r>
                <a:rPr b="1" i="1" lang="es-419" sz="1100">
                  <a:latin typeface="Arvo"/>
                  <a:ea typeface="Arvo"/>
                  <a:cs typeface="Arvo"/>
                  <a:sym typeface="Arvo"/>
                </a:rPr>
                <a:t>ViewModel</a:t>
              </a:r>
              <a:endParaRPr b="1" i="1" sz="1100">
                <a:latin typeface="Arvo"/>
                <a:ea typeface="Arvo"/>
                <a:cs typeface="Arvo"/>
                <a:sym typeface="Arvo"/>
              </a:endParaRPr>
            </a:p>
          </p:txBody>
        </p:sp>
        <p:cxnSp>
          <p:nvCxnSpPr>
            <p:cNvPr id="9461" name="Google Shape;9461;p163"/>
            <p:cNvCxnSpPr/>
            <p:nvPr/>
          </p:nvCxnSpPr>
          <p:spPr>
            <a:xfrm>
              <a:off x="323600" y="1236086"/>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9462" name="Google Shape;9462;p163"/>
            <p:cNvCxnSpPr/>
            <p:nvPr/>
          </p:nvCxnSpPr>
          <p:spPr>
            <a:xfrm>
              <a:off x="328511" y="1240955"/>
              <a:ext cx="205800" cy="0"/>
            </a:xfrm>
            <a:prstGeom prst="straightConnector1">
              <a:avLst/>
            </a:prstGeom>
            <a:noFill/>
            <a:ln cap="flat" cmpd="sng" w="9525">
              <a:solidFill>
                <a:srgbClr val="B7B7B7"/>
              </a:solidFill>
              <a:prstDash val="solid"/>
              <a:round/>
              <a:headEnd len="med" w="med" type="none"/>
              <a:tailEnd len="med" w="med" type="none"/>
            </a:ln>
          </p:spPr>
        </p:cxnSp>
        <p:cxnSp>
          <p:nvCxnSpPr>
            <p:cNvPr id="9463" name="Google Shape;9463;p163"/>
            <p:cNvCxnSpPr/>
            <p:nvPr/>
          </p:nvCxnSpPr>
          <p:spPr>
            <a:xfrm>
              <a:off x="2394099" y="1236086"/>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9464" name="Google Shape;9464;p163"/>
            <p:cNvCxnSpPr/>
            <p:nvPr/>
          </p:nvCxnSpPr>
          <p:spPr>
            <a:xfrm>
              <a:off x="2183133" y="1240955"/>
              <a:ext cx="205800" cy="0"/>
            </a:xfrm>
            <a:prstGeom prst="straightConnector1">
              <a:avLst/>
            </a:prstGeom>
            <a:noFill/>
            <a:ln cap="flat" cmpd="sng" w="9525">
              <a:solidFill>
                <a:srgbClr val="B7B7B7"/>
              </a:solidFill>
              <a:prstDash val="solid"/>
              <a:round/>
              <a:headEnd len="med" w="med" type="none"/>
              <a:tailEnd len="med" w="med" type="none"/>
            </a:ln>
          </p:spPr>
        </p:cxnSp>
        <p:cxnSp>
          <p:nvCxnSpPr>
            <p:cNvPr id="9465" name="Google Shape;9465;p163"/>
            <p:cNvCxnSpPr/>
            <p:nvPr/>
          </p:nvCxnSpPr>
          <p:spPr>
            <a:xfrm>
              <a:off x="323600" y="3363822"/>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9466" name="Google Shape;9466;p163"/>
            <p:cNvCxnSpPr/>
            <p:nvPr/>
          </p:nvCxnSpPr>
          <p:spPr>
            <a:xfrm>
              <a:off x="328511" y="3569394"/>
              <a:ext cx="205800" cy="0"/>
            </a:xfrm>
            <a:prstGeom prst="straightConnector1">
              <a:avLst/>
            </a:prstGeom>
            <a:noFill/>
            <a:ln cap="flat" cmpd="sng" w="9525">
              <a:solidFill>
                <a:srgbClr val="B7B7B7"/>
              </a:solidFill>
              <a:prstDash val="solid"/>
              <a:round/>
              <a:headEnd len="med" w="med" type="none"/>
              <a:tailEnd len="med" w="med" type="none"/>
            </a:ln>
          </p:spPr>
        </p:cxnSp>
        <p:cxnSp>
          <p:nvCxnSpPr>
            <p:cNvPr id="9467" name="Google Shape;9467;p163"/>
            <p:cNvCxnSpPr/>
            <p:nvPr/>
          </p:nvCxnSpPr>
          <p:spPr>
            <a:xfrm>
              <a:off x="2394099" y="3363822"/>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9468" name="Google Shape;9468;p163"/>
            <p:cNvCxnSpPr/>
            <p:nvPr/>
          </p:nvCxnSpPr>
          <p:spPr>
            <a:xfrm>
              <a:off x="2183505" y="3569394"/>
              <a:ext cx="205800" cy="0"/>
            </a:xfrm>
            <a:prstGeom prst="straightConnector1">
              <a:avLst/>
            </a:prstGeom>
            <a:noFill/>
            <a:ln cap="flat" cmpd="sng" w="9525">
              <a:solidFill>
                <a:srgbClr val="B7B7B7"/>
              </a:solidFill>
              <a:prstDash val="solid"/>
              <a:round/>
              <a:headEnd len="med" w="med" type="none"/>
              <a:tailEnd len="med" w="med" type="none"/>
            </a:ln>
          </p:spPr>
        </p:cxnSp>
      </p:grpSp>
      <p:sp>
        <p:nvSpPr>
          <p:cNvPr id="9469" name="Google Shape;9469;p163"/>
          <p:cNvSpPr txBox="1"/>
          <p:nvPr>
            <p:ph idx="1" type="body"/>
          </p:nvPr>
        </p:nvSpPr>
        <p:spPr>
          <a:xfrm>
            <a:off x="641150" y="612125"/>
            <a:ext cx="1770300" cy="160500"/>
          </a:xfrm>
          <a:prstGeom prst="rect">
            <a:avLst/>
          </a:prstGeom>
          <a:noFill/>
          <a:ln>
            <a:noFill/>
          </a:ln>
        </p:spPr>
        <p:txBody>
          <a:bodyPr anchorCtr="0" anchor="t" bIns="0" lIns="0" spcFirstLastPara="1" rIns="0" wrap="square" tIns="0">
            <a:noAutofit/>
          </a:bodyPr>
          <a:lstStyle>
            <a:lvl1pPr indent="-292100" lvl="0" marL="457200" algn="ctr">
              <a:spcBef>
                <a:spcPts val="0"/>
              </a:spcBef>
              <a:spcAft>
                <a:spcPts val="0"/>
              </a:spcAft>
              <a:buClr>
                <a:srgbClr val="FFFFFF"/>
              </a:buClr>
              <a:buSzPts val="1000"/>
              <a:buChar char="●"/>
              <a:defRPr sz="1000">
                <a:solidFill>
                  <a:srgbClr val="FFFFFF"/>
                </a:solidFill>
              </a:defRPr>
            </a:lvl1pPr>
            <a:lvl2pPr indent="-292100" lvl="1" marL="914400" algn="ctr">
              <a:spcBef>
                <a:spcPts val="0"/>
              </a:spcBef>
              <a:spcAft>
                <a:spcPts val="0"/>
              </a:spcAft>
              <a:buClr>
                <a:srgbClr val="FFFFFF"/>
              </a:buClr>
              <a:buSzPts val="1000"/>
              <a:buChar char="○"/>
              <a:defRPr sz="1000">
                <a:solidFill>
                  <a:srgbClr val="FFFFFF"/>
                </a:solidFill>
              </a:defRPr>
            </a:lvl2pPr>
            <a:lvl3pPr indent="-292100" lvl="2" marL="1371600" algn="ctr">
              <a:spcBef>
                <a:spcPts val="0"/>
              </a:spcBef>
              <a:spcAft>
                <a:spcPts val="0"/>
              </a:spcAft>
              <a:buClr>
                <a:srgbClr val="FFFFFF"/>
              </a:buClr>
              <a:buSzPts val="1000"/>
              <a:buChar char="■"/>
              <a:defRPr sz="1000">
                <a:solidFill>
                  <a:srgbClr val="FFFFFF"/>
                </a:solidFill>
              </a:defRPr>
            </a:lvl3pPr>
            <a:lvl4pPr indent="-292100" lvl="3" marL="1828800" algn="ctr">
              <a:spcBef>
                <a:spcPts val="0"/>
              </a:spcBef>
              <a:spcAft>
                <a:spcPts val="0"/>
              </a:spcAft>
              <a:buClr>
                <a:srgbClr val="FFFFFF"/>
              </a:buClr>
              <a:buSzPts val="1000"/>
              <a:buChar char="●"/>
              <a:defRPr sz="1000">
                <a:solidFill>
                  <a:srgbClr val="FFFFFF"/>
                </a:solidFill>
              </a:defRPr>
            </a:lvl4pPr>
            <a:lvl5pPr indent="-292100" lvl="4" marL="2286000" algn="ctr">
              <a:spcBef>
                <a:spcPts val="0"/>
              </a:spcBef>
              <a:spcAft>
                <a:spcPts val="0"/>
              </a:spcAft>
              <a:buClr>
                <a:srgbClr val="FFFFFF"/>
              </a:buClr>
              <a:buSzPts val="1000"/>
              <a:buChar char="○"/>
              <a:defRPr sz="1000">
                <a:solidFill>
                  <a:srgbClr val="FFFFFF"/>
                </a:solidFill>
              </a:defRPr>
            </a:lvl5pPr>
            <a:lvl6pPr indent="-292100" lvl="5" marL="2743200" algn="ctr">
              <a:spcBef>
                <a:spcPts val="0"/>
              </a:spcBef>
              <a:spcAft>
                <a:spcPts val="0"/>
              </a:spcAft>
              <a:buClr>
                <a:srgbClr val="FFFFFF"/>
              </a:buClr>
              <a:buSzPts val="1000"/>
              <a:buChar char="■"/>
              <a:defRPr sz="1000">
                <a:solidFill>
                  <a:srgbClr val="FFFFFF"/>
                </a:solidFill>
              </a:defRPr>
            </a:lvl6pPr>
            <a:lvl7pPr indent="-292100" lvl="6" marL="3200400" algn="ctr">
              <a:spcBef>
                <a:spcPts val="0"/>
              </a:spcBef>
              <a:spcAft>
                <a:spcPts val="0"/>
              </a:spcAft>
              <a:buClr>
                <a:srgbClr val="FFFFFF"/>
              </a:buClr>
              <a:buSzPts val="1000"/>
              <a:buChar char="●"/>
              <a:defRPr sz="1000">
                <a:solidFill>
                  <a:srgbClr val="FFFFFF"/>
                </a:solidFill>
              </a:defRPr>
            </a:lvl7pPr>
            <a:lvl8pPr indent="-292100" lvl="7" marL="3657600" algn="ctr">
              <a:spcBef>
                <a:spcPts val="0"/>
              </a:spcBef>
              <a:spcAft>
                <a:spcPts val="0"/>
              </a:spcAft>
              <a:buClr>
                <a:srgbClr val="FFFFFF"/>
              </a:buClr>
              <a:buSzPts val="1000"/>
              <a:buChar char="○"/>
              <a:defRPr sz="1000">
                <a:solidFill>
                  <a:srgbClr val="FFFFFF"/>
                </a:solidFill>
              </a:defRPr>
            </a:lvl8pPr>
            <a:lvl9pPr indent="-292100" lvl="8" marL="4114800" algn="ctr">
              <a:spcBef>
                <a:spcPts val="0"/>
              </a:spcBef>
              <a:spcAft>
                <a:spcPts val="0"/>
              </a:spcAft>
              <a:buClr>
                <a:srgbClr val="FFFFFF"/>
              </a:buClr>
              <a:buSzPts val="1000"/>
              <a:buChar char="■"/>
              <a:defRPr sz="1000">
                <a:solidFill>
                  <a:srgbClr val="FFFFFF"/>
                </a:solidFill>
              </a:defRPr>
            </a:lvl9pPr>
          </a:lstStyle>
          <a:p/>
        </p:txBody>
      </p:sp>
      <p:sp>
        <p:nvSpPr>
          <p:cNvPr id="9470" name="Google Shape;9470;p163"/>
          <p:cNvSpPr txBox="1"/>
          <p:nvPr/>
        </p:nvSpPr>
        <p:spPr>
          <a:xfrm>
            <a:off x="84825" y="598125"/>
            <a:ext cx="595500" cy="205800"/>
          </a:xfrm>
          <a:prstGeom prst="rect">
            <a:avLst/>
          </a:prstGeom>
          <a:noFill/>
          <a:ln>
            <a:noFill/>
          </a:ln>
        </p:spPr>
        <p:txBody>
          <a:bodyPr anchorCtr="0" anchor="t" bIns="18000" lIns="18000" spcFirstLastPara="1" rIns="18000" wrap="square" tIns="18000">
            <a:spAutoFit/>
          </a:bodyPr>
          <a:lstStyle/>
          <a:p>
            <a:pPr indent="0" lvl="0" marL="0" rtl="0" algn="l">
              <a:spcBef>
                <a:spcPts val="0"/>
              </a:spcBef>
              <a:spcAft>
                <a:spcPts val="0"/>
              </a:spcAft>
              <a:buNone/>
            </a:pPr>
            <a:r>
              <a:rPr lang="es-419" sz="1100">
                <a:solidFill>
                  <a:srgbClr val="FFFFFF"/>
                </a:solidFill>
              </a:rPr>
              <a:t>Nombre:</a:t>
            </a:r>
            <a:endParaRPr sz="1100">
              <a:solidFill>
                <a:srgbClr val="FFFFFF"/>
              </a:solidFill>
            </a:endParaRPr>
          </a:p>
        </p:txBody>
      </p:sp>
    </p:spTree>
  </p:cSld>
  <p:clrMapOvr>
    <a:masterClrMapping/>
  </p:clrMapOvr>
</p:sldLayout>
</file>

<file path=ppt/slideLayouts/slideLayout16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6.6 Diagrama de Comunicación entre Clases">
  <p:cSld name="TITLE_3_6_1_1_1_1_1_1_1_1_1_1_1_1_1_1_1_1_1_1_1_1_1_1_1_1_1_1_1_1_1">
    <p:spTree>
      <p:nvGrpSpPr>
        <p:cNvPr id="9471" name="Shape 9471"/>
        <p:cNvGrpSpPr/>
        <p:nvPr/>
      </p:nvGrpSpPr>
      <p:grpSpPr>
        <a:xfrm>
          <a:off x="0" y="0"/>
          <a:ext cx="0" cy="0"/>
          <a:chOff x="0" y="0"/>
          <a:chExt cx="0" cy="0"/>
        </a:xfrm>
      </p:grpSpPr>
      <p:sp>
        <p:nvSpPr>
          <p:cNvPr id="9472" name="Google Shape;9472;p164"/>
          <p:cNvSpPr/>
          <p:nvPr/>
        </p:nvSpPr>
        <p:spPr>
          <a:xfrm>
            <a:off x="97888" y="377012"/>
            <a:ext cx="9893400" cy="296700"/>
          </a:xfrm>
          <a:prstGeom prst="roundRect">
            <a:avLst>
              <a:gd fmla="val 22902" name="adj"/>
            </a:avLst>
          </a:prstGeom>
          <a:solidFill>
            <a:srgbClr val="F3F3F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9473" name="Google Shape;9473;p164"/>
          <p:cNvSpPr/>
          <p:nvPr/>
        </p:nvSpPr>
        <p:spPr>
          <a:xfrm>
            <a:off x="77688" y="358938"/>
            <a:ext cx="9935700" cy="6438000"/>
          </a:xfrm>
          <a:prstGeom prst="roundRect">
            <a:avLst>
              <a:gd fmla="val 2618" name="adj"/>
            </a:avLst>
          </a:prstGeom>
          <a:solidFill>
            <a:srgbClr val="FFFFFF"/>
          </a:solidFill>
          <a:ln cap="flat" cmpd="sng" w="38100">
            <a:solidFill>
              <a:srgbClr val="000000"/>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474" name="Google Shape;9474;p164"/>
          <p:cNvCxnSpPr/>
          <p:nvPr/>
        </p:nvCxnSpPr>
        <p:spPr>
          <a:xfrm>
            <a:off x="77688" y="772614"/>
            <a:ext cx="9935700" cy="0"/>
          </a:xfrm>
          <a:prstGeom prst="straightConnector1">
            <a:avLst/>
          </a:prstGeom>
          <a:noFill/>
          <a:ln cap="flat" cmpd="sng" w="19050">
            <a:solidFill>
              <a:srgbClr val="000000"/>
            </a:solidFill>
            <a:prstDash val="solid"/>
            <a:round/>
            <a:headEnd len="med" w="med" type="none"/>
            <a:tailEnd len="med" w="med" type="none"/>
          </a:ln>
        </p:spPr>
      </p:cxnSp>
      <p:sp>
        <p:nvSpPr>
          <p:cNvPr id="9475" name="Google Shape;9475;p164"/>
          <p:cNvSpPr/>
          <p:nvPr/>
        </p:nvSpPr>
        <p:spPr>
          <a:xfrm>
            <a:off x="77699" y="349350"/>
            <a:ext cx="3562500" cy="421200"/>
          </a:xfrm>
          <a:prstGeom prst="roundRect">
            <a:avLst>
              <a:gd fmla="val 50000" name="adj"/>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s-419" sz="1200">
                <a:solidFill>
                  <a:srgbClr val="FFFFFF"/>
                </a:solidFill>
              </a:rPr>
              <a:t>Diagrama de Comunicación entre Clases</a:t>
            </a:r>
            <a:endParaRPr b="1" sz="1200">
              <a:solidFill>
                <a:srgbClr val="FFFFFF"/>
              </a:solidFill>
            </a:endParaRPr>
          </a:p>
          <a:p>
            <a:pPr indent="0" lvl="0" marL="0" rtl="0" algn="ctr">
              <a:spcBef>
                <a:spcPts val="0"/>
              </a:spcBef>
              <a:spcAft>
                <a:spcPts val="0"/>
              </a:spcAft>
              <a:buNone/>
            </a:pPr>
            <a:r>
              <a:t/>
            </a:r>
            <a:endParaRPr b="1" sz="1200">
              <a:solidFill>
                <a:srgbClr val="FFFFFF"/>
              </a:solidFill>
            </a:endParaRPr>
          </a:p>
        </p:txBody>
      </p:sp>
      <p:sp>
        <p:nvSpPr>
          <p:cNvPr id="9476" name="Google Shape;9476;p164"/>
          <p:cNvSpPr/>
          <p:nvPr/>
        </p:nvSpPr>
        <p:spPr>
          <a:xfrm>
            <a:off x="83988" y="595504"/>
            <a:ext cx="190200" cy="1692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7" name="Google Shape;9477;p164"/>
          <p:cNvSpPr/>
          <p:nvPr/>
        </p:nvSpPr>
        <p:spPr>
          <a:xfrm>
            <a:off x="3512734" y="358938"/>
            <a:ext cx="146700" cy="4023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8" name="Google Shape;9478;p164"/>
          <p:cNvSpPr txBox="1"/>
          <p:nvPr/>
        </p:nvSpPr>
        <p:spPr>
          <a:xfrm>
            <a:off x="3725362" y="387675"/>
            <a:ext cx="17055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Caso de Uso de Sistema:</a:t>
            </a:r>
            <a:endParaRPr b="1" sz="1100"/>
          </a:p>
        </p:txBody>
      </p:sp>
      <p:sp>
        <p:nvSpPr>
          <p:cNvPr id="9479" name="Google Shape;9479;p164"/>
          <p:cNvSpPr txBox="1"/>
          <p:nvPr/>
        </p:nvSpPr>
        <p:spPr>
          <a:xfrm>
            <a:off x="3725357" y="579550"/>
            <a:ext cx="6846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Finalidad:</a:t>
            </a:r>
            <a:endParaRPr b="1" sz="1100"/>
          </a:p>
        </p:txBody>
      </p:sp>
      <p:sp>
        <p:nvSpPr>
          <p:cNvPr id="9480" name="Google Shape;9480;p164"/>
          <p:cNvSpPr txBox="1"/>
          <p:nvPr>
            <p:ph type="title"/>
          </p:nvPr>
        </p:nvSpPr>
        <p:spPr>
          <a:xfrm flipH="1">
            <a:off x="5454575" y="387675"/>
            <a:ext cx="4434000" cy="1692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000"/>
              <a:buNone/>
              <a:defRPr sz="1000">
                <a:solidFill>
                  <a:srgbClr val="000000"/>
                </a:solidFill>
              </a:defRPr>
            </a:lvl1pPr>
            <a:lvl2pPr lvl="1">
              <a:spcBef>
                <a:spcPts val="0"/>
              </a:spcBef>
              <a:spcAft>
                <a:spcPts val="0"/>
              </a:spcAft>
              <a:buClr>
                <a:srgbClr val="000000"/>
              </a:buClr>
              <a:buSzPts val="1000"/>
              <a:buNone/>
              <a:defRPr sz="1000">
                <a:solidFill>
                  <a:srgbClr val="000000"/>
                </a:solidFill>
              </a:defRPr>
            </a:lvl2pPr>
            <a:lvl3pPr lvl="2">
              <a:spcBef>
                <a:spcPts val="0"/>
              </a:spcBef>
              <a:spcAft>
                <a:spcPts val="0"/>
              </a:spcAft>
              <a:buClr>
                <a:srgbClr val="000000"/>
              </a:buClr>
              <a:buSzPts val="1000"/>
              <a:buNone/>
              <a:defRPr sz="1000">
                <a:solidFill>
                  <a:srgbClr val="000000"/>
                </a:solidFill>
              </a:defRPr>
            </a:lvl3pPr>
            <a:lvl4pPr lvl="3">
              <a:spcBef>
                <a:spcPts val="0"/>
              </a:spcBef>
              <a:spcAft>
                <a:spcPts val="0"/>
              </a:spcAft>
              <a:buClr>
                <a:srgbClr val="000000"/>
              </a:buClr>
              <a:buSzPts val="1000"/>
              <a:buNone/>
              <a:defRPr sz="1000">
                <a:solidFill>
                  <a:srgbClr val="000000"/>
                </a:solidFill>
              </a:defRPr>
            </a:lvl4pPr>
            <a:lvl5pPr lvl="4">
              <a:spcBef>
                <a:spcPts val="0"/>
              </a:spcBef>
              <a:spcAft>
                <a:spcPts val="0"/>
              </a:spcAft>
              <a:buClr>
                <a:srgbClr val="000000"/>
              </a:buClr>
              <a:buSzPts val="1000"/>
              <a:buNone/>
              <a:defRPr sz="1000">
                <a:solidFill>
                  <a:srgbClr val="000000"/>
                </a:solidFill>
              </a:defRPr>
            </a:lvl5pPr>
            <a:lvl6pPr lvl="5">
              <a:spcBef>
                <a:spcPts val="0"/>
              </a:spcBef>
              <a:spcAft>
                <a:spcPts val="0"/>
              </a:spcAft>
              <a:buClr>
                <a:srgbClr val="000000"/>
              </a:buClr>
              <a:buSzPts val="1000"/>
              <a:buNone/>
              <a:defRPr sz="1000">
                <a:solidFill>
                  <a:srgbClr val="000000"/>
                </a:solidFill>
              </a:defRPr>
            </a:lvl6pPr>
            <a:lvl7pPr lvl="6">
              <a:spcBef>
                <a:spcPts val="0"/>
              </a:spcBef>
              <a:spcAft>
                <a:spcPts val="0"/>
              </a:spcAft>
              <a:buClr>
                <a:srgbClr val="000000"/>
              </a:buClr>
              <a:buSzPts val="1000"/>
              <a:buNone/>
              <a:defRPr sz="1000">
                <a:solidFill>
                  <a:srgbClr val="000000"/>
                </a:solidFill>
              </a:defRPr>
            </a:lvl7pPr>
            <a:lvl8pPr lvl="7">
              <a:spcBef>
                <a:spcPts val="0"/>
              </a:spcBef>
              <a:spcAft>
                <a:spcPts val="0"/>
              </a:spcAft>
              <a:buClr>
                <a:srgbClr val="000000"/>
              </a:buClr>
              <a:buSzPts val="1000"/>
              <a:buNone/>
              <a:defRPr sz="1000">
                <a:solidFill>
                  <a:srgbClr val="000000"/>
                </a:solidFill>
              </a:defRPr>
            </a:lvl8pPr>
            <a:lvl9pPr lvl="8">
              <a:spcBef>
                <a:spcPts val="0"/>
              </a:spcBef>
              <a:spcAft>
                <a:spcPts val="0"/>
              </a:spcAft>
              <a:buClr>
                <a:srgbClr val="000000"/>
              </a:buClr>
              <a:buSzPts val="1000"/>
              <a:buNone/>
              <a:defRPr sz="1000">
                <a:solidFill>
                  <a:srgbClr val="000000"/>
                </a:solidFill>
              </a:defRPr>
            </a:lvl9pPr>
          </a:lstStyle>
          <a:p/>
        </p:txBody>
      </p:sp>
      <p:sp>
        <p:nvSpPr>
          <p:cNvPr id="9481" name="Google Shape;9481;p164"/>
          <p:cNvSpPr txBox="1"/>
          <p:nvPr>
            <p:ph idx="2" type="title"/>
          </p:nvPr>
        </p:nvSpPr>
        <p:spPr>
          <a:xfrm flipH="1">
            <a:off x="5454575" y="579550"/>
            <a:ext cx="4434000" cy="1692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000"/>
              <a:buNone/>
              <a:defRPr sz="1000">
                <a:solidFill>
                  <a:srgbClr val="000000"/>
                </a:solidFill>
              </a:defRPr>
            </a:lvl1pPr>
            <a:lvl2pPr lvl="1">
              <a:spcBef>
                <a:spcPts val="0"/>
              </a:spcBef>
              <a:spcAft>
                <a:spcPts val="0"/>
              </a:spcAft>
              <a:buClr>
                <a:srgbClr val="000000"/>
              </a:buClr>
              <a:buSzPts val="1000"/>
              <a:buNone/>
              <a:defRPr sz="1000">
                <a:solidFill>
                  <a:srgbClr val="000000"/>
                </a:solidFill>
              </a:defRPr>
            </a:lvl2pPr>
            <a:lvl3pPr lvl="2">
              <a:spcBef>
                <a:spcPts val="0"/>
              </a:spcBef>
              <a:spcAft>
                <a:spcPts val="0"/>
              </a:spcAft>
              <a:buClr>
                <a:srgbClr val="000000"/>
              </a:buClr>
              <a:buSzPts val="1000"/>
              <a:buNone/>
              <a:defRPr sz="1000">
                <a:solidFill>
                  <a:srgbClr val="000000"/>
                </a:solidFill>
              </a:defRPr>
            </a:lvl3pPr>
            <a:lvl4pPr lvl="3">
              <a:spcBef>
                <a:spcPts val="0"/>
              </a:spcBef>
              <a:spcAft>
                <a:spcPts val="0"/>
              </a:spcAft>
              <a:buClr>
                <a:srgbClr val="000000"/>
              </a:buClr>
              <a:buSzPts val="1000"/>
              <a:buNone/>
              <a:defRPr sz="1000">
                <a:solidFill>
                  <a:srgbClr val="000000"/>
                </a:solidFill>
              </a:defRPr>
            </a:lvl4pPr>
            <a:lvl5pPr lvl="4">
              <a:spcBef>
                <a:spcPts val="0"/>
              </a:spcBef>
              <a:spcAft>
                <a:spcPts val="0"/>
              </a:spcAft>
              <a:buClr>
                <a:srgbClr val="000000"/>
              </a:buClr>
              <a:buSzPts val="1000"/>
              <a:buNone/>
              <a:defRPr sz="1000">
                <a:solidFill>
                  <a:srgbClr val="000000"/>
                </a:solidFill>
              </a:defRPr>
            </a:lvl5pPr>
            <a:lvl6pPr lvl="5">
              <a:spcBef>
                <a:spcPts val="0"/>
              </a:spcBef>
              <a:spcAft>
                <a:spcPts val="0"/>
              </a:spcAft>
              <a:buClr>
                <a:srgbClr val="000000"/>
              </a:buClr>
              <a:buSzPts val="1000"/>
              <a:buNone/>
              <a:defRPr sz="1000">
                <a:solidFill>
                  <a:srgbClr val="000000"/>
                </a:solidFill>
              </a:defRPr>
            </a:lvl6pPr>
            <a:lvl7pPr lvl="6">
              <a:spcBef>
                <a:spcPts val="0"/>
              </a:spcBef>
              <a:spcAft>
                <a:spcPts val="0"/>
              </a:spcAft>
              <a:buClr>
                <a:srgbClr val="000000"/>
              </a:buClr>
              <a:buSzPts val="1000"/>
              <a:buNone/>
              <a:defRPr sz="1000">
                <a:solidFill>
                  <a:srgbClr val="000000"/>
                </a:solidFill>
              </a:defRPr>
            </a:lvl7pPr>
            <a:lvl8pPr lvl="7">
              <a:spcBef>
                <a:spcPts val="0"/>
              </a:spcBef>
              <a:spcAft>
                <a:spcPts val="0"/>
              </a:spcAft>
              <a:buClr>
                <a:srgbClr val="000000"/>
              </a:buClr>
              <a:buSzPts val="1000"/>
              <a:buNone/>
              <a:defRPr sz="1000">
                <a:solidFill>
                  <a:srgbClr val="000000"/>
                </a:solidFill>
              </a:defRPr>
            </a:lvl8pPr>
            <a:lvl9pPr lvl="8">
              <a:spcBef>
                <a:spcPts val="0"/>
              </a:spcBef>
              <a:spcAft>
                <a:spcPts val="0"/>
              </a:spcAft>
              <a:buClr>
                <a:srgbClr val="000000"/>
              </a:buClr>
              <a:buSzPts val="1000"/>
              <a:buNone/>
              <a:defRPr sz="1000">
                <a:solidFill>
                  <a:srgbClr val="000000"/>
                </a:solidFill>
              </a:defRPr>
            </a:lvl9pPr>
          </a:lstStyle>
          <a:p/>
        </p:txBody>
      </p:sp>
      <p:sp>
        <p:nvSpPr>
          <p:cNvPr id="9482" name="Google Shape;9482;p164"/>
          <p:cNvSpPr txBox="1"/>
          <p:nvPr>
            <p:ph idx="1" type="body"/>
          </p:nvPr>
        </p:nvSpPr>
        <p:spPr>
          <a:xfrm>
            <a:off x="641150" y="612125"/>
            <a:ext cx="1770300" cy="160500"/>
          </a:xfrm>
          <a:prstGeom prst="rect">
            <a:avLst/>
          </a:prstGeom>
          <a:noFill/>
          <a:ln>
            <a:noFill/>
          </a:ln>
        </p:spPr>
        <p:txBody>
          <a:bodyPr anchorCtr="0" anchor="t" bIns="0" lIns="0" spcFirstLastPara="1" rIns="0" wrap="square" tIns="0">
            <a:noAutofit/>
          </a:bodyPr>
          <a:lstStyle>
            <a:lvl1pPr indent="-292100" lvl="0" marL="457200" algn="ctr">
              <a:spcBef>
                <a:spcPts val="0"/>
              </a:spcBef>
              <a:spcAft>
                <a:spcPts val="0"/>
              </a:spcAft>
              <a:buClr>
                <a:srgbClr val="FFFFFF"/>
              </a:buClr>
              <a:buSzPts val="1000"/>
              <a:buChar char="●"/>
              <a:defRPr sz="1000">
                <a:solidFill>
                  <a:srgbClr val="FFFFFF"/>
                </a:solidFill>
              </a:defRPr>
            </a:lvl1pPr>
            <a:lvl2pPr indent="-292100" lvl="1" marL="914400" algn="ctr">
              <a:spcBef>
                <a:spcPts val="0"/>
              </a:spcBef>
              <a:spcAft>
                <a:spcPts val="0"/>
              </a:spcAft>
              <a:buClr>
                <a:srgbClr val="FFFFFF"/>
              </a:buClr>
              <a:buSzPts val="1000"/>
              <a:buChar char="○"/>
              <a:defRPr sz="1000">
                <a:solidFill>
                  <a:srgbClr val="FFFFFF"/>
                </a:solidFill>
              </a:defRPr>
            </a:lvl2pPr>
            <a:lvl3pPr indent="-292100" lvl="2" marL="1371600" algn="ctr">
              <a:spcBef>
                <a:spcPts val="0"/>
              </a:spcBef>
              <a:spcAft>
                <a:spcPts val="0"/>
              </a:spcAft>
              <a:buClr>
                <a:srgbClr val="FFFFFF"/>
              </a:buClr>
              <a:buSzPts val="1000"/>
              <a:buChar char="■"/>
              <a:defRPr sz="1000">
                <a:solidFill>
                  <a:srgbClr val="FFFFFF"/>
                </a:solidFill>
              </a:defRPr>
            </a:lvl3pPr>
            <a:lvl4pPr indent="-292100" lvl="3" marL="1828800" algn="ctr">
              <a:spcBef>
                <a:spcPts val="0"/>
              </a:spcBef>
              <a:spcAft>
                <a:spcPts val="0"/>
              </a:spcAft>
              <a:buClr>
                <a:srgbClr val="FFFFFF"/>
              </a:buClr>
              <a:buSzPts val="1000"/>
              <a:buChar char="●"/>
              <a:defRPr sz="1000">
                <a:solidFill>
                  <a:srgbClr val="FFFFFF"/>
                </a:solidFill>
              </a:defRPr>
            </a:lvl4pPr>
            <a:lvl5pPr indent="-292100" lvl="4" marL="2286000" algn="ctr">
              <a:spcBef>
                <a:spcPts val="0"/>
              </a:spcBef>
              <a:spcAft>
                <a:spcPts val="0"/>
              </a:spcAft>
              <a:buClr>
                <a:srgbClr val="FFFFFF"/>
              </a:buClr>
              <a:buSzPts val="1000"/>
              <a:buChar char="○"/>
              <a:defRPr sz="1000">
                <a:solidFill>
                  <a:srgbClr val="FFFFFF"/>
                </a:solidFill>
              </a:defRPr>
            </a:lvl5pPr>
            <a:lvl6pPr indent="-292100" lvl="5" marL="2743200" algn="ctr">
              <a:spcBef>
                <a:spcPts val="0"/>
              </a:spcBef>
              <a:spcAft>
                <a:spcPts val="0"/>
              </a:spcAft>
              <a:buClr>
                <a:srgbClr val="FFFFFF"/>
              </a:buClr>
              <a:buSzPts val="1000"/>
              <a:buChar char="■"/>
              <a:defRPr sz="1000">
                <a:solidFill>
                  <a:srgbClr val="FFFFFF"/>
                </a:solidFill>
              </a:defRPr>
            </a:lvl6pPr>
            <a:lvl7pPr indent="-292100" lvl="6" marL="3200400" algn="ctr">
              <a:spcBef>
                <a:spcPts val="0"/>
              </a:spcBef>
              <a:spcAft>
                <a:spcPts val="0"/>
              </a:spcAft>
              <a:buClr>
                <a:srgbClr val="FFFFFF"/>
              </a:buClr>
              <a:buSzPts val="1000"/>
              <a:buChar char="●"/>
              <a:defRPr sz="1000">
                <a:solidFill>
                  <a:srgbClr val="FFFFFF"/>
                </a:solidFill>
              </a:defRPr>
            </a:lvl7pPr>
            <a:lvl8pPr indent="-292100" lvl="7" marL="3657600" algn="ctr">
              <a:spcBef>
                <a:spcPts val="0"/>
              </a:spcBef>
              <a:spcAft>
                <a:spcPts val="0"/>
              </a:spcAft>
              <a:buClr>
                <a:srgbClr val="FFFFFF"/>
              </a:buClr>
              <a:buSzPts val="1000"/>
              <a:buChar char="○"/>
              <a:defRPr sz="1000">
                <a:solidFill>
                  <a:srgbClr val="FFFFFF"/>
                </a:solidFill>
              </a:defRPr>
            </a:lvl8pPr>
            <a:lvl9pPr indent="-292100" lvl="8" marL="4114800" algn="ctr">
              <a:spcBef>
                <a:spcPts val="0"/>
              </a:spcBef>
              <a:spcAft>
                <a:spcPts val="0"/>
              </a:spcAft>
              <a:buClr>
                <a:srgbClr val="FFFFFF"/>
              </a:buClr>
              <a:buSzPts val="1000"/>
              <a:buChar char="■"/>
              <a:defRPr sz="1000">
                <a:solidFill>
                  <a:srgbClr val="FFFFFF"/>
                </a:solidFill>
              </a:defRPr>
            </a:lvl9pPr>
          </a:lstStyle>
          <a:p/>
        </p:txBody>
      </p:sp>
      <p:sp>
        <p:nvSpPr>
          <p:cNvPr id="9483" name="Google Shape;9483;p164"/>
          <p:cNvSpPr txBox="1"/>
          <p:nvPr/>
        </p:nvSpPr>
        <p:spPr>
          <a:xfrm>
            <a:off x="84825" y="598125"/>
            <a:ext cx="595500" cy="205800"/>
          </a:xfrm>
          <a:prstGeom prst="rect">
            <a:avLst/>
          </a:prstGeom>
          <a:noFill/>
          <a:ln>
            <a:noFill/>
          </a:ln>
        </p:spPr>
        <p:txBody>
          <a:bodyPr anchorCtr="0" anchor="t" bIns="18000" lIns="18000" spcFirstLastPara="1" rIns="18000" wrap="square" tIns="18000">
            <a:spAutoFit/>
          </a:bodyPr>
          <a:lstStyle/>
          <a:p>
            <a:pPr indent="0" lvl="0" marL="0" rtl="0" algn="l">
              <a:spcBef>
                <a:spcPts val="0"/>
              </a:spcBef>
              <a:spcAft>
                <a:spcPts val="0"/>
              </a:spcAft>
              <a:buNone/>
            </a:pPr>
            <a:r>
              <a:rPr lang="es-419" sz="1100">
                <a:solidFill>
                  <a:srgbClr val="FFFFFF"/>
                </a:solidFill>
              </a:rPr>
              <a:t>Nombre:</a:t>
            </a:r>
            <a:endParaRPr sz="1100">
              <a:solidFill>
                <a:srgbClr val="FFFFFF"/>
              </a:solidFill>
            </a:endParaRPr>
          </a:p>
        </p:txBody>
      </p:sp>
      <p:sp>
        <p:nvSpPr>
          <p:cNvPr id="9484" name="Google Shape;9484;p164"/>
          <p:cNvSpPr/>
          <p:nvPr/>
        </p:nvSpPr>
        <p:spPr>
          <a:xfrm>
            <a:off x="-2268925" y="760700"/>
            <a:ext cx="1620600" cy="6079200"/>
          </a:xfrm>
          <a:prstGeom prst="roundRect">
            <a:avLst>
              <a:gd fmla="val 5833" name="adj"/>
            </a:avLst>
          </a:prstGeom>
          <a:solidFill>
            <a:srgbClr val="F3F3F3"/>
          </a:solidFill>
          <a:ln cap="flat" cmpd="sng" w="9525">
            <a:solidFill>
              <a:srgbClr val="F3F3F3"/>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t" bIns="54000" lIns="72000" spcFirstLastPara="1" rIns="72000" wrap="square" tIns="54000">
            <a:noAutofit/>
          </a:bodyPr>
          <a:lstStyle/>
          <a:p>
            <a:pPr indent="0" lvl="0" marL="0" rtl="0" algn="ctr">
              <a:spcBef>
                <a:spcPts val="0"/>
              </a:spcBef>
              <a:spcAft>
                <a:spcPts val="0"/>
              </a:spcAft>
              <a:buNone/>
            </a:pPr>
            <a:r>
              <a:rPr i="1" lang="es-419"/>
              <a:t>Paleta</a:t>
            </a:r>
            <a:endParaRPr i="1"/>
          </a:p>
        </p:txBody>
      </p:sp>
    </p:spTree>
  </p:cSld>
  <p:clrMapOvr>
    <a:masterClrMapping/>
  </p:clrMapOvr>
</p:sldLayout>
</file>

<file path=ppt/slideLayouts/slideLayout16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6.8 Validación de Transacción">
  <p:cSld name="TITLE_3_6_1_1_1_1_1_1_1_1_1_1_1_1_1_1_1_1_1_1_1_1_1_1_1_1_1_1_1_1_1_1">
    <p:spTree>
      <p:nvGrpSpPr>
        <p:cNvPr id="9485" name="Shape 9485"/>
        <p:cNvGrpSpPr/>
        <p:nvPr/>
      </p:nvGrpSpPr>
      <p:grpSpPr>
        <a:xfrm>
          <a:off x="0" y="0"/>
          <a:ext cx="0" cy="0"/>
          <a:chOff x="0" y="0"/>
          <a:chExt cx="0" cy="0"/>
        </a:xfrm>
      </p:grpSpPr>
      <p:sp>
        <p:nvSpPr>
          <p:cNvPr id="9486" name="Google Shape;9486;p165"/>
          <p:cNvSpPr/>
          <p:nvPr/>
        </p:nvSpPr>
        <p:spPr>
          <a:xfrm>
            <a:off x="97888" y="377012"/>
            <a:ext cx="9893400" cy="296700"/>
          </a:xfrm>
          <a:prstGeom prst="roundRect">
            <a:avLst>
              <a:gd fmla="val 22902" name="adj"/>
            </a:avLst>
          </a:prstGeom>
          <a:solidFill>
            <a:srgbClr val="F3F3F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9487" name="Google Shape;9487;p165"/>
          <p:cNvSpPr/>
          <p:nvPr/>
        </p:nvSpPr>
        <p:spPr>
          <a:xfrm>
            <a:off x="77688" y="358938"/>
            <a:ext cx="9935700" cy="6438000"/>
          </a:xfrm>
          <a:prstGeom prst="roundRect">
            <a:avLst>
              <a:gd fmla="val 2618" name="adj"/>
            </a:avLst>
          </a:prstGeom>
          <a:solidFill>
            <a:srgbClr val="FFFFFF"/>
          </a:solidFill>
          <a:ln cap="flat" cmpd="sng" w="38100">
            <a:solidFill>
              <a:srgbClr val="000000"/>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488" name="Google Shape;9488;p165"/>
          <p:cNvCxnSpPr/>
          <p:nvPr/>
        </p:nvCxnSpPr>
        <p:spPr>
          <a:xfrm>
            <a:off x="77688" y="772614"/>
            <a:ext cx="9935700" cy="0"/>
          </a:xfrm>
          <a:prstGeom prst="straightConnector1">
            <a:avLst/>
          </a:prstGeom>
          <a:noFill/>
          <a:ln cap="flat" cmpd="sng" w="19050">
            <a:solidFill>
              <a:srgbClr val="000000"/>
            </a:solidFill>
            <a:prstDash val="solid"/>
            <a:round/>
            <a:headEnd len="med" w="med" type="none"/>
            <a:tailEnd len="med" w="med" type="none"/>
          </a:ln>
        </p:spPr>
      </p:cxnSp>
      <p:cxnSp>
        <p:nvCxnSpPr>
          <p:cNvPr id="9489" name="Google Shape;9489;p165"/>
          <p:cNvCxnSpPr/>
          <p:nvPr/>
        </p:nvCxnSpPr>
        <p:spPr>
          <a:xfrm rot="10800000">
            <a:off x="2439038" y="368188"/>
            <a:ext cx="0" cy="402300"/>
          </a:xfrm>
          <a:prstGeom prst="straightConnector1">
            <a:avLst/>
          </a:prstGeom>
          <a:noFill/>
          <a:ln cap="flat" cmpd="sng" w="19050">
            <a:solidFill>
              <a:srgbClr val="000000"/>
            </a:solidFill>
            <a:prstDash val="solid"/>
            <a:round/>
            <a:headEnd len="med" w="med" type="none"/>
            <a:tailEnd len="med" w="med" type="none"/>
          </a:ln>
        </p:spPr>
      </p:cxnSp>
      <p:sp>
        <p:nvSpPr>
          <p:cNvPr id="9490" name="Google Shape;9490;p165"/>
          <p:cNvSpPr/>
          <p:nvPr/>
        </p:nvSpPr>
        <p:spPr>
          <a:xfrm>
            <a:off x="77688" y="349338"/>
            <a:ext cx="2361300" cy="421200"/>
          </a:xfrm>
          <a:prstGeom prst="roundRect">
            <a:avLst>
              <a:gd fmla="val 50000" name="adj"/>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s-419" sz="1200">
                <a:solidFill>
                  <a:srgbClr val="FFFFFF"/>
                </a:solidFill>
              </a:rPr>
              <a:t>Validación de Transacción</a:t>
            </a:r>
            <a:endParaRPr b="1" sz="1200">
              <a:solidFill>
                <a:srgbClr val="FFFFFF"/>
              </a:solidFill>
            </a:endParaRPr>
          </a:p>
          <a:p>
            <a:pPr indent="0" lvl="0" marL="0" rtl="0" algn="ctr">
              <a:spcBef>
                <a:spcPts val="0"/>
              </a:spcBef>
              <a:spcAft>
                <a:spcPts val="0"/>
              </a:spcAft>
              <a:buNone/>
            </a:pPr>
            <a:r>
              <a:t/>
            </a:r>
            <a:endParaRPr b="1" sz="1200">
              <a:solidFill>
                <a:srgbClr val="FFFFFF"/>
              </a:solidFill>
            </a:endParaRPr>
          </a:p>
        </p:txBody>
      </p:sp>
      <p:sp>
        <p:nvSpPr>
          <p:cNvPr id="9491" name="Google Shape;9491;p165"/>
          <p:cNvSpPr/>
          <p:nvPr/>
        </p:nvSpPr>
        <p:spPr>
          <a:xfrm>
            <a:off x="83988" y="595504"/>
            <a:ext cx="190200" cy="1692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2" name="Google Shape;9492;p165"/>
          <p:cNvSpPr/>
          <p:nvPr/>
        </p:nvSpPr>
        <p:spPr>
          <a:xfrm>
            <a:off x="2292338" y="358938"/>
            <a:ext cx="146700" cy="4023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3" name="Google Shape;9493;p165"/>
          <p:cNvSpPr txBox="1"/>
          <p:nvPr/>
        </p:nvSpPr>
        <p:spPr>
          <a:xfrm>
            <a:off x="2524025" y="478997"/>
            <a:ext cx="10467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Formulario :</a:t>
            </a:r>
            <a:endParaRPr b="1" sz="1100"/>
          </a:p>
        </p:txBody>
      </p:sp>
      <p:sp>
        <p:nvSpPr>
          <p:cNvPr id="9494" name="Google Shape;9494;p165"/>
          <p:cNvSpPr txBox="1"/>
          <p:nvPr>
            <p:ph type="title"/>
          </p:nvPr>
        </p:nvSpPr>
        <p:spPr>
          <a:xfrm flipH="1">
            <a:off x="3415475" y="433336"/>
            <a:ext cx="6473100" cy="2658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000"/>
              <a:buNone/>
              <a:defRPr sz="1000">
                <a:solidFill>
                  <a:srgbClr val="000000"/>
                </a:solidFill>
              </a:defRPr>
            </a:lvl1pPr>
            <a:lvl2pPr lvl="1">
              <a:spcBef>
                <a:spcPts val="0"/>
              </a:spcBef>
              <a:spcAft>
                <a:spcPts val="0"/>
              </a:spcAft>
              <a:buClr>
                <a:srgbClr val="000000"/>
              </a:buClr>
              <a:buSzPts val="1000"/>
              <a:buNone/>
              <a:defRPr sz="1000">
                <a:solidFill>
                  <a:srgbClr val="000000"/>
                </a:solidFill>
              </a:defRPr>
            </a:lvl2pPr>
            <a:lvl3pPr lvl="2">
              <a:spcBef>
                <a:spcPts val="0"/>
              </a:spcBef>
              <a:spcAft>
                <a:spcPts val="0"/>
              </a:spcAft>
              <a:buClr>
                <a:srgbClr val="000000"/>
              </a:buClr>
              <a:buSzPts val="1000"/>
              <a:buNone/>
              <a:defRPr sz="1000">
                <a:solidFill>
                  <a:srgbClr val="000000"/>
                </a:solidFill>
              </a:defRPr>
            </a:lvl3pPr>
            <a:lvl4pPr lvl="3">
              <a:spcBef>
                <a:spcPts val="0"/>
              </a:spcBef>
              <a:spcAft>
                <a:spcPts val="0"/>
              </a:spcAft>
              <a:buClr>
                <a:srgbClr val="000000"/>
              </a:buClr>
              <a:buSzPts val="1000"/>
              <a:buNone/>
              <a:defRPr sz="1000">
                <a:solidFill>
                  <a:srgbClr val="000000"/>
                </a:solidFill>
              </a:defRPr>
            </a:lvl4pPr>
            <a:lvl5pPr lvl="4">
              <a:spcBef>
                <a:spcPts val="0"/>
              </a:spcBef>
              <a:spcAft>
                <a:spcPts val="0"/>
              </a:spcAft>
              <a:buClr>
                <a:srgbClr val="000000"/>
              </a:buClr>
              <a:buSzPts val="1000"/>
              <a:buNone/>
              <a:defRPr sz="1000">
                <a:solidFill>
                  <a:srgbClr val="000000"/>
                </a:solidFill>
              </a:defRPr>
            </a:lvl5pPr>
            <a:lvl6pPr lvl="5">
              <a:spcBef>
                <a:spcPts val="0"/>
              </a:spcBef>
              <a:spcAft>
                <a:spcPts val="0"/>
              </a:spcAft>
              <a:buClr>
                <a:srgbClr val="000000"/>
              </a:buClr>
              <a:buSzPts val="1000"/>
              <a:buNone/>
              <a:defRPr sz="1000">
                <a:solidFill>
                  <a:srgbClr val="000000"/>
                </a:solidFill>
              </a:defRPr>
            </a:lvl6pPr>
            <a:lvl7pPr lvl="6">
              <a:spcBef>
                <a:spcPts val="0"/>
              </a:spcBef>
              <a:spcAft>
                <a:spcPts val="0"/>
              </a:spcAft>
              <a:buClr>
                <a:srgbClr val="000000"/>
              </a:buClr>
              <a:buSzPts val="1000"/>
              <a:buNone/>
              <a:defRPr sz="1000">
                <a:solidFill>
                  <a:srgbClr val="000000"/>
                </a:solidFill>
              </a:defRPr>
            </a:lvl7pPr>
            <a:lvl8pPr lvl="7">
              <a:spcBef>
                <a:spcPts val="0"/>
              </a:spcBef>
              <a:spcAft>
                <a:spcPts val="0"/>
              </a:spcAft>
              <a:buClr>
                <a:srgbClr val="000000"/>
              </a:buClr>
              <a:buSzPts val="1000"/>
              <a:buNone/>
              <a:defRPr sz="1000">
                <a:solidFill>
                  <a:srgbClr val="000000"/>
                </a:solidFill>
              </a:defRPr>
            </a:lvl8pPr>
            <a:lvl9pPr lvl="8">
              <a:spcBef>
                <a:spcPts val="0"/>
              </a:spcBef>
              <a:spcAft>
                <a:spcPts val="0"/>
              </a:spcAft>
              <a:buClr>
                <a:srgbClr val="000000"/>
              </a:buClr>
              <a:buSzPts val="1000"/>
              <a:buNone/>
              <a:defRPr sz="1000">
                <a:solidFill>
                  <a:srgbClr val="000000"/>
                </a:solidFill>
              </a:defRPr>
            </a:lvl9pPr>
          </a:lstStyle>
          <a:p/>
        </p:txBody>
      </p:sp>
      <p:sp>
        <p:nvSpPr>
          <p:cNvPr id="9495" name="Google Shape;9495;p165"/>
          <p:cNvSpPr txBox="1"/>
          <p:nvPr>
            <p:ph idx="1" type="body"/>
          </p:nvPr>
        </p:nvSpPr>
        <p:spPr>
          <a:xfrm>
            <a:off x="641150" y="612125"/>
            <a:ext cx="1770300" cy="160500"/>
          </a:xfrm>
          <a:prstGeom prst="rect">
            <a:avLst/>
          </a:prstGeom>
          <a:noFill/>
          <a:ln>
            <a:noFill/>
          </a:ln>
        </p:spPr>
        <p:txBody>
          <a:bodyPr anchorCtr="0" anchor="t" bIns="0" lIns="0" spcFirstLastPara="1" rIns="0" wrap="square" tIns="0">
            <a:noAutofit/>
          </a:bodyPr>
          <a:lstStyle>
            <a:lvl1pPr indent="-292100" lvl="0" marL="457200" algn="ctr">
              <a:spcBef>
                <a:spcPts val="0"/>
              </a:spcBef>
              <a:spcAft>
                <a:spcPts val="0"/>
              </a:spcAft>
              <a:buClr>
                <a:srgbClr val="FFFFFF"/>
              </a:buClr>
              <a:buSzPts val="1000"/>
              <a:buChar char="●"/>
              <a:defRPr sz="1000">
                <a:solidFill>
                  <a:srgbClr val="FFFFFF"/>
                </a:solidFill>
              </a:defRPr>
            </a:lvl1pPr>
            <a:lvl2pPr indent="-292100" lvl="1" marL="914400" algn="ctr">
              <a:spcBef>
                <a:spcPts val="0"/>
              </a:spcBef>
              <a:spcAft>
                <a:spcPts val="0"/>
              </a:spcAft>
              <a:buClr>
                <a:srgbClr val="FFFFFF"/>
              </a:buClr>
              <a:buSzPts val="1000"/>
              <a:buChar char="○"/>
              <a:defRPr sz="1000">
                <a:solidFill>
                  <a:srgbClr val="FFFFFF"/>
                </a:solidFill>
              </a:defRPr>
            </a:lvl2pPr>
            <a:lvl3pPr indent="-292100" lvl="2" marL="1371600" algn="ctr">
              <a:spcBef>
                <a:spcPts val="0"/>
              </a:spcBef>
              <a:spcAft>
                <a:spcPts val="0"/>
              </a:spcAft>
              <a:buClr>
                <a:srgbClr val="FFFFFF"/>
              </a:buClr>
              <a:buSzPts val="1000"/>
              <a:buChar char="■"/>
              <a:defRPr sz="1000">
                <a:solidFill>
                  <a:srgbClr val="FFFFFF"/>
                </a:solidFill>
              </a:defRPr>
            </a:lvl3pPr>
            <a:lvl4pPr indent="-292100" lvl="3" marL="1828800" algn="ctr">
              <a:spcBef>
                <a:spcPts val="0"/>
              </a:spcBef>
              <a:spcAft>
                <a:spcPts val="0"/>
              </a:spcAft>
              <a:buClr>
                <a:srgbClr val="FFFFFF"/>
              </a:buClr>
              <a:buSzPts val="1000"/>
              <a:buChar char="●"/>
              <a:defRPr sz="1000">
                <a:solidFill>
                  <a:srgbClr val="FFFFFF"/>
                </a:solidFill>
              </a:defRPr>
            </a:lvl4pPr>
            <a:lvl5pPr indent="-292100" lvl="4" marL="2286000" algn="ctr">
              <a:spcBef>
                <a:spcPts val="0"/>
              </a:spcBef>
              <a:spcAft>
                <a:spcPts val="0"/>
              </a:spcAft>
              <a:buClr>
                <a:srgbClr val="FFFFFF"/>
              </a:buClr>
              <a:buSzPts val="1000"/>
              <a:buChar char="○"/>
              <a:defRPr sz="1000">
                <a:solidFill>
                  <a:srgbClr val="FFFFFF"/>
                </a:solidFill>
              </a:defRPr>
            </a:lvl5pPr>
            <a:lvl6pPr indent="-292100" lvl="5" marL="2743200" algn="ctr">
              <a:spcBef>
                <a:spcPts val="0"/>
              </a:spcBef>
              <a:spcAft>
                <a:spcPts val="0"/>
              </a:spcAft>
              <a:buClr>
                <a:srgbClr val="FFFFFF"/>
              </a:buClr>
              <a:buSzPts val="1000"/>
              <a:buChar char="■"/>
              <a:defRPr sz="1000">
                <a:solidFill>
                  <a:srgbClr val="FFFFFF"/>
                </a:solidFill>
              </a:defRPr>
            </a:lvl6pPr>
            <a:lvl7pPr indent="-292100" lvl="6" marL="3200400" algn="ctr">
              <a:spcBef>
                <a:spcPts val="0"/>
              </a:spcBef>
              <a:spcAft>
                <a:spcPts val="0"/>
              </a:spcAft>
              <a:buClr>
                <a:srgbClr val="FFFFFF"/>
              </a:buClr>
              <a:buSzPts val="1000"/>
              <a:buChar char="●"/>
              <a:defRPr sz="1000">
                <a:solidFill>
                  <a:srgbClr val="FFFFFF"/>
                </a:solidFill>
              </a:defRPr>
            </a:lvl7pPr>
            <a:lvl8pPr indent="-292100" lvl="7" marL="3657600" algn="ctr">
              <a:spcBef>
                <a:spcPts val="0"/>
              </a:spcBef>
              <a:spcAft>
                <a:spcPts val="0"/>
              </a:spcAft>
              <a:buClr>
                <a:srgbClr val="FFFFFF"/>
              </a:buClr>
              <a:buSzPts val="1000"/>
              <a:buChar char="○"/>
              <a:defRPr sz="1000">
                <a:solidFill>
                  <a:srgbClr val="FFFFFF"/>
                </a:solidFill>
              </a:defRPr>
            </a:lvl8pPr>
            <a:lvl9pPr indent="-292100" lvl="8" marL="4114800" algn="ctr">
              <a:spcBef>
                <a:spcPts val="0"/>
              </a:spcBef>
              <a:spcAft>
                <a:spcPts val="0"/>
              </a:spcAft>
              <a:buClr>
                <a:srgbClr val="FFFFFF"/>
              </a:buClr>
              <a:buSzPts val="1000"/>
              <a:buChar char="■"/>
              <a:defRPr sz="1000">
                <a:solidFill>
                  <a:srgbClr val="FFFFFF"/>
                </a:solidFill>
              </a:defRPr>
            </a:lvl9pPr>
          </a:lstStyle>
          <a:p/>
        </p:txBody>
      </p:sp>
      <p:sp>
        <p:nvSpPr>
          <p:cNvPr id="9496" name="Google Shape;9496;p165"/>
          <p:cNvSpPr txBox="1"/>
          <p:nvPr/>
        </p:nvSpPr>
        <p:spPr>
          <a:xfrm>
            <a:off x="84825" y="598125"/>
            <a:ext cx="595500" cy="205800"/>
          </a:xfrm>
          <a:prstGeom prst="rect">
            <a:avLst/>
          </a:prstGeom>
          <a:noFill/>
          <a:ln>
            <a:noFill/>
          </a:ln>
        </p:spPr>
        <p:txBody>
          <a:bodyPr anchorCtr="0" anchor="t" bIns="18000" lIns="18000" spcFirstLastPara="1" rIns="18000" wrap="square" tIns="18000">
            <a:spAutoFit/>
          </a:bodyPr>
          <a:lstStyle/>
          <a:p>
            <a:pPr indent="0" lvl="0" marL="0" rtl="0" algn="l">
              <a:spcBef>
                <a:spcPts val="0"/>
              </a:spcBef>
              <a:spcAft>
                <a:spcPts val="0"/>
              </a:spcAft>
              <a:buNone/>
            </a:pPr>
            <a:r>
              <a:rPr lang="es-419" sz="1100">
                <a:solidFill>
                  <a:srgbClr val="FFFFFF"/>
                </a:solidFill>
              </a:rPr>
              <a:t>Nombre:</a:t>
            </a:r>
            <a:endParaRPr sz="1100">
              <a:solidFill>
                <a:srgbClr val="FFFFFF"/>
              </a:solidFill>
            </a:endParaRPr>
          </a:p>
        </p:txBody>
      </p:sp>
    </p:spTree>
  </p:cSld>
  <p:clrMapOvr>
    <a:masterClrMapping/>
  </p:clrMapOvr>
</p:sldLayout>
</file>

<file path=ppt/slideLayouts/slideLayout16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4.7 Normalización Transacciones Proceso de Negocio ">
  <p:cSld name="TITLE_3_4_1_2_1_2_1_2">
    <p:spTree>
      <p:nvGrpSpPr>
        <p:cNvPr id="9497" name="Shape 9497"/>
        <p:cNvGrpSpPr/>
        <p:nvPr/>
      </p:nvGrpSpPr>
      <p:grpSpPr>
        <a:xfrm>
          <a:off x="0" y="0"/>
          <a:ext cx="0" cy="0"/>
          <a:chOff x="0" y="0"/>
          <a:chExt cx="0" cy="0"/>
        </a:xfrm>
      </p:grpSpPr>
      <p:sp>
        <p:nvSpPr>
          <p:cNvPr id="9498" name="Google Shape;9498;p166"/>
          <p:cNvSpPr/>
          <p:nvPr/>
        </p:nvSpPr>
        <p:spPr>
          <a:xfrm>
            <a:off x="77688" y="358938"/>
            <a:ext cx="9935700" cy="6438000"/>
          </a:xfrm>
          <a:prstGeom prst="roundRect">
            <a:avLst>
              <a:gd fmla="val 2618" name="adj"/>
            </a:avLst>
          </a:prstGeom>
          <a:solidFill>
            <a:srgbClr val="FFFFFF"/>
          </a:solidFill>
          <a:ln cap="flat" cmpd="sng" w="38100">
            <a:solidFill>
              <a:srgbClr val="000000"/>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9" name="Google Shape;9499;p166"/>
          <p:cNvSpPr txBox="1"/>
          <p:nvPr/>
        </p:nvSpPr>
        <p:spPr>
          <a:xfrm>
            <a:off x="5380763" y="1066398"/>
            <a:ext cx="1069200" cy="2166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t/>
            </a:r>
            <a:endParaRPr b="1" sz="600"/>
          </a:p>
        </p:txBody>
      </p:sp>
      <p:cxnSp>
        <p:nvCxnSpPr>
          <p:cNvPr id="9500" name="Google Shape;9500;p166"/>
          <p:cNvCxnSpPr/>
          <p:nvPr/>
        </p:nvCxnSpPr>
        <p:spPr>
          <a:xfrm>
            <a:off x="77688" y="772614"/>
            <a:ext cx="9935700" cy="0"/>
          </a:xfrm>
          <a:prstGeom prst="straightConnector1">
            <a:avLst/>
          </a:prstGeom>
          <a:noFill/>
          <a:ln cap="flat" cmpd="sng" w="19050">
            <a:solidFill>
              <a:srgbClr val="000000"/>
            </a:solidFill>
            <a:prstDash val="solid"/>
            <a:round/>
            <a:headEnd len="med" w="med" type="none"/>
            <a:tailEnd len="med" w="med" type="none"/>
          </a:ln>
        </p:spPr>
      </p:cxnSp>
      <p:cxnSp>
        <p:nvCxnSpPr>
          <p:cNvPr id="9501" name="Google Shape;9501;p166"/>
          <p:cNvCxnSpPr/>
          <p:nvPr/>
        </p:nvCxnSpPr>
        <p:spPr>
          <a:xfrm rot="10800000">
            <a:off x="2439038" y="368188"/>
            <a:ext cx="0" cy="402300"/>
          </a:xfrm>
          <a:prstGeom prst="straightConnector1">
            <a:avLst/>
          </a:prstGeom>
          <a:noFill/>
          <a:ln cap="flat" cmpd="sng" w="19050">
            <a:solidFill>
              <a:srgbClr val="000000"/>
            </a:solidFill>
            <a:prstDash val="solid"/>
            <a:round/>
            <a:headEnd len="med" w="med" type="none"/>
            <a:tailEnd len="med" w="med" type="none"/>
          </a:ln>
        </p:spPr>
      </p:cxnSp>
      <p:sp>
        <p:nvSpPr>
          <p:cNvPr id="9502" name="Google Shape;9502;p166"/>
          <p:cNvSpPr txBox="1"/>
          <p:nvPr>
            <p:ph type="title"/>
          </p:nvPr>
        </p:nvSpPr>
        <p:spPr>
          <a:xfrm flipH="1">
            <a:off x="3219174" y="437575"/>
            <a:ext cx="1731300" cy="2658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200"/>
              <a:buNone/>
              <a:defRPr sz="1200">
                <a:solidFill>
                  <a:srgbClr val="000000"/>
                </a:solidFill>
              </a:defRPr>
            </a:lvl1pPr>
            <a:lvl2pPr lvl="1">
              <a:spcBef>
                <a:spcPts val="0"/>
              </a:spcBef>
              <a:spcAft>
                <a:spcPts val="0"/>
              </a:spcAft>
              <a:buClr>
                <a:srgbClr val="000000"/>
              </a:buClr>
              <a:buSzPts val="1100"/>
              <a:buNone/>
              <a:defRPr sz="1100">
                <a:solidFill>
                  <a:srgbClr val="000000"/>
                </a:solidFill>
              </a:defRPr>
            </a:lvl2pPr>
            <a:lvl3pPr lvl="2">
              <a:spcBef>
                <a:spcPts val="0"/>
              </a:spcBef>
              <a:spcAft>
                <a:spcPts val="0"/>
              </a:spcAft>
              <a:buClr>
                <a:srgbClr val="000000"/>
              </a:buClr>
              <a:buSzPts val="1100"/>
              <a:buNone/>
              <a:defRPr sz="1100">
                <a:solidFill>
                  <a:srgbClr val="000000"/>
                </a:solidFill>
              </a:defRPr>
            </a:lvl3pPr>
            <a:lvl4pPr lvl="3">
              <a:spcBef>
                <a:spcPts val="0"/>
              </a:spcBef>
              <a:spcAft>
                <a:spcPts val="0"/>
              </a:spcAft>
              <a:buClr>
                <a:srgbClr val="000000"/>
              </a:buClr>
              <a:buSzPts val="1100"/>
              <a:buNone/>
              <a:defRPr sz="1100">
                <a:solidFill>
                  <a:srgbClr val="000000"/>
                </a:solidFill>
              </a:defRPr>
            </a:lvl4pPr>
            <a:lvl5pPr lvl="4">
              <a:spcBef>
                <a:spcPts val="0"/>
              </a:spcBef>
              <a:spcAft>
                <a:spcPts val="0"/>
              </a:spcAft>
              <a:buClr>
                <a:srgbClr val="000000"/>
              </a:buClr>
              <a:buSzPts val="1100"/>
              <a:buNone/>
              <a:defRPr sz="1100">
                <a:solidFill>
                  <a:srgbClr val="000000"/>
                </a:solidFill>
              </a:defRPr>
            </a:lvl5pPr>
            <a:lvl6pPr lvl="5">
              <a:spcBef>
                <a:spcPts val="0"/>
              </a:spcBef>
              <a:spcAft>
                <a:spcPts val="0"/>
              </a:spcAft>
              <a:buClr>
                <a:srgbClr val="000000"/>
              </a:buClr>
              <a:buSzPts val="1100"/>
              <a:buNone/>
              <a:defRPr sz="1100">
                <a:solidFill>
                  <a:srgbClr val="000000"/>
                </a:solidFill>
              </a:defRPr>
            </a:lvl6pPr>
            <a:lvl7pPr lvl="6">
              <a:spcBef>
                <a:spcPts val="0"/>
              </a:spcBef>
              <a:spcAft>
                <a:spcPts val="0"/>
              </a:spcAft>
              <a:buClr>
                <a:srgbClr val="000000"/>
              </a:buClr>
              <a:buSzPts val="1100"/>
              <a:buNone/>
              <a:defRPr sz="1100">
                <a:solidFill>
                  <a:srgbClr val="000000"/>
                </a:solidFill>
              </a:defRPr>
            </a:lvl7pPr>
            <a:lvl8pPr lvl="7">
              <a:spcBef>
                <a:spcPts val="0"/>
              </a:spcBef>
              <a:spcAft>
                <a:spcPts val="0"/>
              </a:spcAft>
              <a:buClr>
                <a:srgbClr val="000000"/>
              </a:buClr>
              <a:buSzPts val="1100"/>
              <a:buNone/>
              <a:defRPr sz="1100">
                <a:solidFill>
                  <a:srgbClr val="000000"/>
                </a:solidFill>
              </a:defRPr>
            </a:lvl8pPr>
            <a:lvl9pPr lvl="8">
              <a:spcBef>
                <a:spcPts val="0"/>
              </a:spcBef>
              <a:spcAft>
                <a:spcPts val="0"/>
              </a:spcAft>
              <a:buClr>
                <a:srgbClr val="000000"/>
              </a:buClr>
              <a:buSzPts val="1100"/>
              <a:buNone/>
              <a:defRPr sz="1100">
                <a:solidFill>
                  <a:srgbClr val="000000"/>
                </a:solidFill>
              </a:defRPr>
            </a:lvl9pPr>
          </a:lstStyle>
          <a:p/>
        </p:txBody>
      </p:sp>
      <p:sp>
        <p:nvSpPr>
          <p:cNvPr id="9503" name="Google Shape;9503;p166"/>
          <p:cNvSpPr txBox="1"/>
          <p:nvPr/>
        </p:nvSpPr>
        <p:spPr>
          <a:xfrm>
            <a:off x="2513487" y="437267"/>
            <a:ext cx="679500" cy="2664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b="1" lang="es-419" sz="1100"/>
              <a:t>Proceso:</a:t>
            </a:r>
            <a:endParaRPr b="1" sz="1100"/>
          </a:p>
        </p:txBody>
      </p:sp>
      <p:cxnSp>
        <p:nvCxnSpPr>
          <p:cNvPr id="9504" name="Google Shape;9504;p166"/>
          <p:cNvCxnSpPr/>
          <p:nvPr/>
        </p:nvCxnSpPr>
        <p:spPr>
          <a:xfrm rot="10800000">
            <a:off x="5070754" y="368188"/>
            <a:ext cx="0" cy="402300"/>
          </a:xfrm>
          <a:prstGeom prst="straightConnector1">
            <a:avLst/>
          </a:prstGeom>
          <a:noFill/>
          <a:ln cap="flat" cmpd="sng" w="19050">
            <a:solidFill>
              <a:srgbClr val="000000"/>
            </a:solidFill>
            <a:prstDash val="solid"/>
            <a:round/>
            <a:headEnd len="med" w="med" type="none"/>
            <a:tailEnd len="med" w="med" type="none"/>
          </a:ln>
        </p:spPr>
      </p:cxnSp>
      <p:sp>
        <p:nvSpPr>
          <p:cNvPr id="9505" name="Google Shape;9505;p166"/>
          <p:cNvSpPr txBox="1"/>
          <p:nvPr/>
        </p:nvSpPr>
        <p:spPr>
          <a:xfrm>
            <a:off x="5191013" y="387663"/>
            <a:ext cx="13026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Finalidad empresa:</a:t>
            </a:r>
            <a:endParaRPr b="1" sz="1100"/>
          </a:p>
        </p:txBody>
      </p:sp>
      <p:sp>
        <p:nvSpPr>
          <p:cNvPr id="9506" name="Google Shape;9506;p166"/>
          <p:cNvSpPr txBox="1"/>
          <p:nvPr/>
        </p:nvSpPr>
        <p:spPr>
          <a:xfrm>
            <a:off x="5191013" y="579538"/>
            <a:ext cx="11637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Finalidad cliente:</a:t>
            </a:r>
            <a:endParaRPr b="1" sz="1100"/>
          </a:p>
        </p:txBody>
      </p:sp>
      <p:sp>
        <p:nvSpPr>
          <p:cNvPr id="9507" name="Google Shape;9507;p166"/>
          <p:cNvSpPr/>
          <p:nvPr/>
        </p:nvSpPr>
        <p:spPr>
          <a:xfrm>
            <a:off x="77688" y="349338"/>
            <a:ext cx="2361300" cy="421200"/>
          </a:xfrm>
          <a:prstGeom prst="roundRect">
            <a:avLst>
              <a:gd fmla="val 50000" name="adj"/>
            </a:avLst>
          </a:prstGeom>
          <a:solidFill>
            <a:srgbClr val="000000"/>
          </a:solidFill>
          <a:ln cap="flat" cmpd="sng" w="9525">
            <a:solidFill>
              <a:srgbClr val="000000"/>
            </a:solidFill>
            <a:prstDash val="solid"/>
            <a:round/>
            <a:headEnd len="sm" w="sm" type="none"/>
            <a:tailEnd len="sm" w="sm" type="none"/>
          </a:ln>
        </p:spPr>
        <p:txBody>
          <a:bodyPr anchorCtr="0" anchor="ctr" bIns="91425" lIns="0" spcFirstLastPara="1" rIns="0" wrap="square" tIns="91425">
            <a:noAutofit/>
          </a:bodyPr>
          <a:lstStyle/>
          <a:p>
            <a:pPr indent="0" lvl="0" marL="0" rtl="0" algn="ctr">
              <a:spcBef>
                <a:spcPts val="0"/>
              </a:spcBef>
              <a:spcAft>
                <a:spcPts val="0"/>
              </a:spcAft>
              <a:buNone/>
            </a:pPr>
            <a:r>
              <a:rPr b="1" lang="es-419" sz="1100">
                <a:solidFill>
                  <a:srgbClr val="FFFFFF"/>
                </a:solidFill>
              </a:rPr>
              <a:t>Normalización Proceso Negocio</a:t>
            </a:r>
            <a:endParaRPr b="1" sz="1100">
              <a:solidFill>
                <a:srgbClr val="FFFFFF"/>
              </a:solidFill>
            </a:endParaRPr>
          </a:p>
          <a:p>
            <a:pPr indent="0" lvl="0" marL="0" rtl="0" algn="ctr">
              <a:spcBef>
                <a:spcPts val="0"/>
              </a:spcBef>
              <a:spcAft>
                <a:spcPts val="0"/>
              </a:spcAft>
              <a:buNone/>
            </a:pPr>
            <a:r>
              <a:t/>
            </a:r>
            <a:endParaRPr b="1" sz="1200">
              <a:solidFill>
                <a:srgbClr val="FFFFFF"/>
              </a:solidFill>
            </a:endParaRPr>
          </a:p>
        </p:txBody>
      </p:sp>
      <p:sp>
        <p:nvSpPr>
          <p:cNvPr id="9508" name="Google Shape;9508;p166"/>
          <p:cNvSpPr/>
          <p:nvPr/>
        </p:nvSpPr>
        <p:spPr>
          <a:xfrm>
            <a:off x="83988" y="595504"/>
            <a:ext cx="190200" cy="1692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9" name="Google Shape;9509;p166"/>
          <p:cNvSpPr/>
          <p:nvPr/>
        </p:nvSpPr>
        <p:spPr>
          <a:xfrm>
            <a:off x="2350598" y="358950"/>
            <a:ext cx="88500" cy="4023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0" name="Google Shape;9510;p166"/>
          <p:cNvSpPr txBox="1"/>
          <p:nvPr>
            <p:ph idx="2" type="title"/>
          </p:nvPr>
        </p:nvSpPr>
        <p:spPr>
          <a:xfrm flipH="1">
            <a:off x="6546263" y="387663"/>
            <a:ext cx="3350100" cy="1692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000"/>
              <a:buNone/>
              <a:defRPr sz="1000">
                <a:solidFill>
                  <a:srgbClr val="000000"/>
                </a:solidFill>
              </a:defRPr>
            </a:lvl1pPr>
            <a:lvl2pPr lvl="1">
              <a:spcBef>
                <a:spcPts val="0"/>
              </a:spcBef>
              <a:spcAft>
                <a:spcPts val="0"/>
              </a:spcAft>
              <a:buClr>
                <a:srgbClr val="000000"/>
              </a:buClr>
              <a:buSzPts val="1000"/>
              <a:buNone/>
              <a:defRPr sz="1000">
                <a:solidFill>
                  <a:srgbClr val="000000"/>
                </a:solidFill>
              </a:defRPr>
            </a:lvl2pPr>
            <a:lvl3pPr lvl="2">
              <a:spcBef>
                <a:spcPts val="0"/>
              </a:spcBef>
              <a:spcAft>
                <a:spcPts val="0"/>
              </a:spcAft>
              <a:buClr>
                <a:srgbClr val="000000"/>
              </a:buClr>
              <a:buSzPts val="1000"/>
              <a:buNone/>
              <a:defRPr sz="1000">
                <a:solidFill>
                  <a:srgbClr val="000000"/>
                </a:solidFill>
              </a:defRPr>
            </a:lvl3pPr>
            <a:lvl4pPr lvl="3">
              <a:spcBef>
                <a:spcPts val="0"/>
              </a:spcBef>
              <a:spcAft>
                <a:spcPts val="0"/>
              </a:spcAft>
              <a:buClr>
                <a:srgbClr val="000000"/>
              </a:buClr>
              <a:buSzPts val="1000"/>
              <a:buNone/>
              <a:defRPr sz="1000">
                <a:solidFill>
                  <a:srgbClr val="000000"/>
                </a:solidFill>
              </a:defRPr>
            </a:lvl4pPr>
            <a:lvl5pPr lvl="4">
              <a:spcBef>
                <a:spcPts val="0"/>
              </a:spcBef>
              <a:spcAft>
                <a:spcPts val="0"/>
              </a:spcAft>
              <a:buClr>
                <a:srgbClr val="000000"/>
              </a:buClr>
              <a:buSzPts val="1000"/>
              <a:buNone/>
              <a:defRPr sz="1000">
                <a:solidFill>
                  <a:srgbClr val="000000"/>
                </a:solidFill>
              </a:defRPr>
            </a:lvl5pPr>
            <a:lvl6pPr lvl="5">
              <a:spcBef>
                <a:spcPts val="0"/>
              </a:spcBef>
              <a:spcAft>
                <a:spcPts val="0"/>
              </a:spcAft>
              <a:buClr>
                <a:srgbClr val="000000"/>
              </a:buClr>
              <a:buSzPts val="1000"/>
              <a:buNone/>
              <a:defRPr sz="1000">
                <a:solidFill>
                  <a:srgbClr val="000000"/>
                </a:solidFill>
              </a:defRPr>
            </a:lvl6pPr>
            <a:lvl7pPr lvl="6">
              <a:spcBef>
                <a:spcPts val="0"/>
              </a:spcBef>
              <a:spcAft>
                <a:spcPts val="0"/>
              </a:spcAft>
              <a:buClr>
                <a:srgbClr val="000000"/>
              </a:buClr>
              <a:buSzPts val="1000"/>
              <a:buNone/>
              <a:defRPr sz="1000">
                <a:solidFill>
                  <a:srgbClr val="000000"/>
                </a:solidFill>
              </a:defRPr>
            </a:lvl7pPr>
            <a:lvl8pPr lvl="7">
              <a:spcBef>
                <a:spcPts val="0"/>
              </a:spcBef>
              <a:spcAft>
                <a:spcPts val="0"/>
              </a:spcAft>
              <a:buClr>
                <a:srgbClr val="000000"/>
              </a:buClr>
              <a:buSzPts val="1000"/>
              <a:buNone/>
              <a:defRPr sz="1000">
                <a:solidFill>
                  <a:srgbClr val="000000"/>
                </a:solidFill>
              </a:defRPr>
            </a:lvl8pPr>
            <a:lvl9pPr lvl="8">
              <a:spcBef>
                <a:spcPts val="0"/>
              </a:spcBef>
              <a:spcAft>
                <a:spcPts val="0"/>
              </a:spcAft>
              <a:buClr>
                <a:srgbClr val="000000"/>
              </a:buClr>
              <a:buSzPts val="1000"/>
              <a:buNone/>
              <a:defRPr sz="1000">
                <a:solidFill>
                  <a:srgbClr val="000000"/>
                </a:solidFill>
              </a:defRPr>
            </a:lvl9pPr>
          </a:lstStyle>
          <a:p/>
        </p:txBody>
      </p:sp>
      <p:sp>
        <p:nvSpPr>
          <p:cNvPr id="9511" name="Google Shape;9511;p166"/>
          <p:cNvSpPr txBox="1"/>
          <p:nvPr>
            <p:ph idx="3" type="title"/>
          </p:nvPr>
        </p:nvSpPr>
        <p:spPr>
          <a:xfrm flipH="1">
            <a:off x="6546263" y="579538"/>
            <a:ext cx="3350100" cy="1692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000"/>
              <a:buNone/>
              <a:defRPr sz="1000">
                <a:solidFill>
                  <a:srgbClr val="000000"/>
                </a:solidFill>
              </a:defRPr>
            </a:lvl1pPr>
            <a:lvl2pPr lvl="1">
              <a:spcBef>
                <a:spcPts val="0"/>
              </a:spcBef>
              <a:spcAft>
                <a:spcPts val="0"/>
              </a:spcAft>
              <a:buClr>
                <a:srgbClr val="000000"/>
              </a:buClr>
              <a:buSzPts val="1000"/>
              <a:buNone/>
              <a:defRPr sz="1000">
                <a:solidFill>
                  <a:srgbClr val="000000"/>
                </a:solidFill>
              </a:defRPr>
            </a:lvl2pPr>
            <a:lvl3pPr lvl="2">
              <a:spcBef>
                <a:spcPts val="0"/>
              </a:spcBef>
              <a:spcAft>
                <a:spcPts val="0"/>
              </a:spcAft>
              <a:buClr>
                <a:srgbClr val="000000"/>
              </a:buClr>
              <a:buSzPts val="1000"/>
              <a:buNone/>
              <a:defRPr sz="1000">
                <a:solidFill>
                  <a:srgbClr val="000000"/>
                </a:solidFill>
              </a:defRPr>
            </a:lvl3pPr>
            <a:lvl4pPr lvl="3">
              <a:spcBef>
                <a:spcPts val="0"/>
              </a:spcBef>
              <a:spcAft>
                <a:spcPts val="0"/>
              </a:spcAft>
              <a:buClr>
                <a:srgbClr val="000000"/>
              </a:buClr>
              <a:buSzPts val="1000"/>
              <a:buNone/>
              <a:defRPr sz="1000">
                <a:solidFill>
                  <a:srgbClr val="000000"/>
                </a:solidFill>
              </a:defRPr>
            </a:lvl4pPr>
            <a:lvl5pPr lvl="4">
              <a:spcBef>
                <a:spcPts val="0"/>
              </a:spcBef>
              <a:spcAft>
                <a:spcPts val="0"/>
              </a:spcAft>
              <a:buClr>
                <a:srgbClr val="000000"/>
              </a:buClr>
              <a:buSzPts val="1000"/>
              <a:buNone/>
              <a:defRPr sz="1000">
                <a:solidFill>
                  <a:srgbClr val="000000"/>
                </a:solidFill>
              </a:defRPr>
            </a:lvl5pPr>
            <a:lvl6pPr lvl="5">
              <a:spcBef>
                <a:spcPts val="0"/>
              </a:spcBef>
              <a:spcAft>
                <a:spcPts val="0"/>
              </a:spcAft>
              <a:buClr>
                <a:srgbClr val="000000"/>
              </a:buClr>
              <a:buSzPts val="1000"/>
              <a:buNone/>
              <a:defRPr sz="1000">
                <a:solidFill>
                  <a:srgbClr val="000000"/>
                </a:solidFill>
              </a:defRPr>
            </a:lvl6pPr>
            <a:lvl7pPr lvl="6">
              <a:spcBef>
                <a:spcPts val="0"/>
              </a:spcBef>
              <a:spcAft>
                <a:spcPts val="0"/>
              </a:spcAft>
              <a:buClr>
                <a:srgbClr val="000000"/>
              </a:buClr>
              <a:buSzPts val="1000"/>
              <a:buNone/>
              <a:defRPr sz="1000">
                <a:solidFill>
                  <a:srgbClr val="000000"/>
                </a:solidFill>
              </a:defRPr>
            </a:lvl7pPr>
            <a:lvl8pPr lvl="7">
              <a:spcBef>
                <a:spcPts val="0"/>
              </a:spcBef>
              <a:spcAft>
                <a:spcPts val="0"/>
              </a:spcAft>
              <a:buClr>
                <a:srgbClr val="000000"/>
              </a:buClr>
              <a:buSzPts val="1000"/>
              <a:buNone/>
              <a:defRPr sz="1000">
                <a:solidFill>
                  <a:srgbClr val="000000"/>
                </a:solidFill>
              </a:defRPr>
            </a:lvl8pPr>
            <a:lvl9pPr lvl="8">
              <a:spcBef>
                <a:spcPts val="0"/>
              </a:spcBef>
              <a:spcAft>
                <a:spcPts val="0"/>
              </a:spcAft>
              <a:buClr>
                <a:srgbClr val="000000"/>
              </a:buClr>
              <a:buSzPts val="1000"/>
              <a:buNone/>
              <a:defRPr sz="1000">
                <a:solidFill>
                  <a:srgbClr val="000000"/>
                </a:solidFill>
              </a:defRPr>
            </a:lvl9pPr>
          </a:lstStyle>
          <a:p/>
        </p:txBody>
      </p:sp>
      <p:sp>
        <p:nvSpPr>
          <p:cNvPr id="9512" name="Google Shape;9512;p166"/>
          <p:cNvSpPr txBox="1"/>
          <p:nvPr/>
        </p:nvSpPr>
        <p:spPr>
          <a:xfrm>
            <a:off x="753551" y="1058448"/>
            <a:ext cx="1647300" cy="232500"/>
          </a:xfrm>
          <a:prstGeom prst="rect">
            <a:avLst/>
          </a:prstGeom>
          <a:noFill/>
          <a:ln>
            <a:noFill/>
          </a:ln>
        </p:spPr>
        <p:txBody>
          <a:bodyPr anchorCtr="0" anchor="ctr" bIns="0" lIns="0" spcFirstLastPara="1" rIns="0" wrap="square" tIns="0">
            <a:noAutofit/>
          </a:bodyPr>
          <a:lstStyle/>
          <a:p>
            <a:pPr indent="0" lvl="0" marL="0" rtl="0" algn="r">
              <a:spcBef>
                <a:spcPts val="0"/>
              </a:spcBef>
              <a:spcAft>
                <a:spcPts val="0"/>
              </a:spcAft>
              <a:buNone/>
            </a:pPr>
            <a:r>
              <a:rPr b="1" lang="es-419" sz="1100">
                <a:latin typeface="Arvo"/>
                <a:ea typeface="Arvo"/>
                <a:cs typeface="Arvo"/>
                <a:sym typeface="Arvo"/>
              </a:rPr>
              <a:t>Nombre del Proceso:</a:t>
            </a:r>
            <a:endParaRPr b="1" sz="1100">
              <a:latin typeface="Arvo"/>
              <a:ea typeface="Arvo"/>
              <a:cs typeface="Arvo"/>
              <a:sym typeface="Arvo"/>
            </a:endParaRPr>
          </a:p>
          <a:p>
            <a:pPr indent="0" lvl="0" marL="0" rtl="0" algn="r">
              <a:spcBef>
                <a:spcPts val="0"/>
              </a:spcBef>
              <a:spcAft>
                <a:spcPts val="0"/>
              </a:spcAft>
              <a:buNone/>
            </a:pPr>
            <a:r>
              <a:rPr i="1" lang="es-419" sz="600">
                <a:solidFill>
                  <a:srgbClr val="666666"/>
                </a:solidFill>
                <a:latin typeface="Arvo"/>
                <a:ea typeface="Arvo"/>
                <a:cs typeface="Arvo"/>
                <a:sym typeface="Arvo"/>
              </a:rPr>
              <a:t>&lt;ej: Reserva de citas médicas&gt;</a:t>
            </a:r>
            <a:endParaRPr i="1" sz="600">
              <a:solidFill>
                <a:srgbClr val="666666"/>
              </a:solidFill>
              <a:latin typeface="Arvo"/>
              <a:ea typeface="Arvo"/>
              <a:cs typeface="Arvo"/>
              <a:sym typeface="Arvo"/>
            </a:endParaRPr>
          </a:p>
        </p:txBody>
      </p:sp>
      <p:sp>
        <p:nvSpPr>
          <p:cNvPr id="9513" name="Google Shape;9513;p166"/>
          <p:cNvSpPr/>
          <p:nvPr/>
        </p:nvSpPr>
        <p:spPr>
          <a:xfrm>
            <a:off x="2503763" y="1002948"/>
            <a:ext cx="6823200" cy="343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9514" name="Google Shape;9514;p166"/>
          <p:cNvSpPr txBox="1"/>
          <p:nvPr/>
        </p:nvSpPr>
        <p:spPr>
          <a:xfrm>
            <a:off x="753551" y="2125116"/>
            <a:ext cx="1647300" cy="538800"/>
          </a:xfrm>
          <a:prstGeom prst="rect">
            <a:avLst/>
          </a:prstGeom>
          <a:noFill/>
          <a:ln>
            <a:noFill/>
          </a:ln>
        </p:spPr>
        <p:txBody>
          <a:bodyPr anchorCtr="0" anchor="ctr" bIns="0" lIns="0" spcFirstLastPara="1" rIns="0" wrap="square" tIns="0">
            <a:spAutoFit/>
          </a:bodyPr>
          <a:lstStyle/>
          <a:p>
            <a:pPr indent="0" lvl="0" marL="0" marR="0" rtl="0" algn="r">
              <a:lnSpc>
                <a:spcPct val="100000"/>
              </a:lnSpc>
              <a:spcBef>
                <a:spcPts val="0"/>
              </a:spcBef>
              <a:spcAft>
                <a:spcPts val="0"/>
              </a:spcAft>
              <a:buNone/>
            </a:pPr>
            <a:r>
              <a:rPr b="1" lang="es-419" sz="1100">
                <a:latin typeface="Arvo"/>
                <a:ea typeface="Arvo"/>
                <a:cs typeface="Arvo"/>
                <a:sym typeface="Arvo"/>
              </a:rPr>
              <a:t>Transacciones:</a:t>
            </a:r>
            <a:endParaRPr b="1" sz="1100">
              <a:latin typeface="Arvo"/>
              <a:ea typeface="Arvo"/>
              <a:cs typeface="Arvo"/>
              <a:sym typeface="Arvo"/>
            </a:endParaRPr>
          </a:p>
          <a:p>
            <a:pPr indent="0" lvl="0" marL="0" marR="0" rtl="0" algn="r">
              <a:lnSpc>
                <a:spcPct val="100000"/>
              </a:lnSpc>
              <a:spcBef>
                <a:spcPts val="0"/>
              </a:spcBef>
              <a:spcAft>
                <a:spcPts val="0"/>
              </a:spcAft>
              <a:buNone/>
            </a:pPr>
            <a:r>
              <a:rPr i="1" lang="es-419" sz="600">
                <a:solidFill>
                  <a:srgbClr val="666666"/>
                </a:solidFill>
                <a:latin typeface="Arvo"/>
                <a:ea typeface="Arvo"/>
                <a:cs typeface="Arvo"/>
                <a:sym typeface="Arvo"/>
              </a:rPr>
              <a:t>&lt;ej: El vigilante &lt;quién&gt; registra&lt;cómo&gt; la moto &lt;qué&gt;, en la cabina &lt;dónde&gt;, durante las 24 horas &lt;cuándo&gt;, por su seguridad &lt;por qué&gt;&gt;</a:t>
            </a:r>
            <a:endParaRPr i="1" sz="600">
              <a:solidFill>
                <a:srgbClr val="666666"/>
              </a:solidFill>
              <a:latin typeface="Arvo"/>
              <a:ea typeface="Arvo"/>
              <a:cs typeface="Arvo"/>
              <a:sym typeface="Arvo"/>
            </a:endParaRPr>
          </a:p>
        </p:txBody>
      </p:sp>
      <p:sp>
        <p:nvSpPr>
          <p:cNvPr id="9515" name="Google Shape;9515;p166"/>
          <p:cNvSpPr/>
          <p:nvPr/>
        </p:nvSpPr>
        <p:spPr>
          <a:xfrm>
            <a:off x="2504975" y="1537403"/>
            <a:ext cx="6822000" cy="472200"/>
          </a:xfrm>
          <a:prstGeom prst="roundRect">
            <a:avLst>
              <a:gd fmla="val 9351"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9516" name="Google Shape;9516;p166"/>
          <p:cNvSpPr/>
          <p:nvPr/>
        </p:nvSpPr>
        <p:spPr>
          <a:xfrm>
            <a:off x="2505200" y="2126001"/>
            <a:ext cx="6822000" cy="2534100"/>
          </a:xfrm>
          <a:prstGeom prst="roundRect">
            <a:avLst>
              <a:gd fmla="val 3991" name="adj"/>
            </a:avLst>
          </a:prstGeom>
          <a:solidFill>
            <a:srgbClr val="EFEFEF"/>
          </a:solidFill>
          <a:ln cap="flat" cmpd="sng" w="9525">
            <a:solidFill>
              <a:srgbClr val="F3F3F3"/>
            </a:solidFill>
            <a:prstDash val="solid"/>
            <a:round/>
            <a:headEnd len="sm" w="sm" type="none"/>
            <a:tailEnd len="sm" w="sm" type="none"/>
          </a:ln>
        </p:spPr>
        <p:txBody>
          <a:bodyPr anchorCtr="0" anchor="t"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9517" name="Google Shape;9517;p166"/>
          <p:cNvSpPr txBox="1"/>
          <p:nvPr/>
        </p:nvSpPr>
        <p:spPr>
          <a:xfrm>
            <a:off x="752801" y="5433989"/>
            <a:ext cx="1648800" cy="232500"/>
          </a:xfrm>
          <a:prstGeom prst="rect">
            <a:avLst/>
          </a:prstGeom>
          <a:noFill/>
          <a:ln>
            <a:noFill/>
          </a:ln>
        </p:spPr>
        <p:txBody>
          <a:bodyPr anchorCtr="0" anchor="ctr" bIns="0" lIns="0" spcFirstLastPara="1" rIns="0" wrap="square" tIns="0">
            <a:noAutofit/>
          </a:bodyPr>
          <a:lstStyle/>
          <a:p>
            <a:pPr indent="0" lvl="0" marL="0" rtl="0" algn="r">
              <a:spcBef>
                <a:spcPts val="0"/>
              </a:spcBef>
              <a:spcAft>
                <a:spcPts val="0"/>
              </a:spcAft>
              <a:buNone/>
            </a:pPr>
            <a:r>
              <a:rPr b="1" lang="es-419" sz="1100">
                <a:latin typeface="Arvo"/>
                <a:ea typeface="Arvo"/>
                <a:cs typeface="Arvo"/>
                <a:sym typeface="Arvo"/>
              </a:rPr>
              <a:t>Meta Cliente:</a:t>
            </a:r>
            <a:endParaRPr b="1" sz="1100">
              <a:latin typeface="Arvo"/>
              <a:ea typeface="Arvo"/>
              <a:cs typeface="Arvo"/>
              <a:sym typeface="Arvo"/>
            </a:endParaRPr>
          </a:p>
          <a:p>
            <a:pPr indent="0" lvl="0" marL="0" rtl="0" algn="r">
              <a:spcBef>
                <a:spcPts val="0"/>
              </a:spcBef>
              <a:spcAft>
                <a:spcPts val="0"/>
              </a:spcAft>
              <a:buNone/>
            </a:pPr>
            <a:r>
              <a:rPr b="1" i="1" lang="es-419" sz="600">
                <a:latin typeface="Arvo"/>
                <a:ea typeface="Arvo"/>
                <a:cs typeface="Arvo"/>
                <a:sym typeface="Arvo"/>
              </a:rPr>
              <a:t> </a:t>
            </a:r>
            <a:r>
              <a:rPr i="1" lang="es-419" sz="600">
                <a:solidFill>
                  <a:srgbClr val="666666"/>
                </a:solidFill>
                <a:latin typeface="Arvo"/>
                <a:ea typeface="Arvo"/>
                <a:cs typeface="Arvo"/>
                <a:sym typeface="Arvo"/>
              </a:rPr>
              <a:t>&lt;ej: Cita reservada, Recibir producto&gt;</a:t>
            </a:r>
            <a:endParaRPr i="1" sz="600">
              <a:solidFill>
                <a:srgbClr val="666666"/>
              </a:solidFill>
              <a:latin typeface="Arvo"/>
              <a:ea typeface="Arvo"/>
              <a:cs typeface="Arvo"/>
              <a:sym typeface="Arvo"/>
            </a:endParaRPr>
          </a:p>
        </p:txBody>
      </p:sp>
      <p:sp>
        <p:nvSpPr>
          <p:cNvPr id="9518" name="Google Shape;9518;p166"/>
          <p:cNvSpPr/>
          <p:nvPr/>
        </p:nvSpPr>
        <p:spPr>
          <a:xfrm>
            <a:off x="2504925" y="5378489"/>
            <a:ext cx="6822000" cy="343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9519" name="Google Shape;9519;p166"/>
          <p:cNvSpPr txBox="1"/>
          <p:nvPr/>
        </p:nvSpPr>
        <p:spPr>
          <a:xfrm>
            <a:off x="752801" y="5957982"/>
            <a:ext cx="1648800" cy="366300"/>
          </a:xfrm>
          <a:prstGeom prst="rect">
            <a:avLst/>
          </a:prstGeom>
          <a:noFill/>
          <a:ln>
            <a:noFill/>
          </a:ln>
        </p:spPr>
        <p:txBody>
          <a:bodyPr anchorCtr="0" anchor="ctr" bIns="0" lIns="0" spcFirstLastPara="1" rIns="0" wrap="square" tIns="0">
            <a:spAutoFit/>
          </a:bodyPr>
          <a:lstStyle/>
          <a:p>
            <a:pPr indent="0" lvl="0" marL="0" marR="0" rtl="0" algn="r">
              <a:lnSpc>
                <a:spcPct val="85000"/>
              </a:lnSpc>
              <a:spcBef>
                <a:spcPts val="0"/>
              </a:spcBef>
              <a:spcAft>
                <a:spcPts val="0"/>
              </a:spcAft>
              <a:buNone/>
            </a:pPr>
            <a:r>
              <a:rPr b="1" lang="es-419" sz="1100">
                <a:latin typeface="Arvo"/>
                <a:ea typeface="Arvo"/>
                <a:cs typeface="Arvo"/>
                <a:sym typeface="Arvo"/>
              </a:rPr>
              <a:t>Meta Empresa:</a:t>
            </a:r>
            <a:endParaRPr b="1" sz="1100">
              <a:latin typeface="Arvo"/>
              <a:ea typeface="Arvo"/>
              <a:cs typeface="Arvo"/>
              <a:sym typeface="Arvo"/>
            </a:endParaRPr>
          </a:p>
          <a:p>
            <a:pPr indent="0" lvl="0" marL="0" marR="0" rtl="0" algn="r">
              <a:lnSpc>
                <a:spcPct val="85000"/>
              </a:lnSpc>
              <a:spcBef>
                <a:spcPts val="0"/>
              </a:spcBef>
              <a:spcAft>
                <a:spcPts val="0"/>
              </a:spcAft>
              <a:buNone/>
            </a:pPr>
            <a:r>
              <a:rPr b="1" lang="es-419" sz="750">
                <a:latin typeface="Arvo"/>
                <a:ea typeface="Arvo"/>
                <a:cs typeface="Arvo"/>
                <a:sym typeface="Arvo"/>
              </a:rPr>
              <a:t>[Meta =&lt;sustantivo&gt;&lt;adjetivo&gt;]</a:t>
            </a:r>
            <a:r>
              <a:rPr b="1" lang="es-419" sz="1100">
                <a:solidFill>
                  <a:schemeClr val="dk1"/>
                </a:solidFill>
              </a:rPr>
              <a:t> </a:t>
            </a:r>
            <a:endParaRPr b="1" sz="1100">
              <a:solidFill>
                <a:schemeClr val="dk1"/>
              </a:solidFill>
            </a:endParaRPr>
          </a:p>
          <a:p>
            <a:pPr indent="0" lvl="0" marL="0" marR="0" rtl="0" algn="r">
              <a:lnSpc>
                <a:spcPct val="85000"/>
              </a:lnSpc>
              <a:spcBef>
                <a:spcPts val="0"/>
              </a:spcBef>
              <a:spcAft>
                <a:spcPts val="0"/>
              </a:spcAft>
              <a:buNone/>
            </a:pPr>
            <a:r>
              <a:rPr i="1" lang="es-419" sz="600">
                <a:solidFill>
                  <a:srgbClr val="666666"/>
                </a:solidFill>
                <a:latin typeface="Arvo"/>
                <a:ea typeface="Arvo"/>
                <a:cs typeface="Arvo"/>
                <a:sym typeface="Arvo"/>
              </a:rPr>
              <a:t>&lt; ej:Cita Reservada&gt;</a:t>
            </a:r>
            <a:endParaRPr b="1" i="1" sz="900">
              <a:latin typeface="Arvo"/>
              <a:ea typeface="Arvo"/>
              <a:cs typeface="Arvo"/>
              <a:sym typeface="Arvo"/>
            </a:endParaRPr>
          </a:p>
        </p:txBody>
      </p:sp>
      <p:sp>
        <p:nvSpPr>
          <p:cNvPr id="9520" name="Google Shape;9520;p166"/>
          <p:cNvSpPr txBox="1"/>
          <p:nvPr/>
        </p:nvSpPr>
        <p:spPr>
          <a:xfrm>
            <a:off x="753551" y="1554664"/>
            <a:ext cx="1647300" cy="261600"/>
          </a:xfrm>
          <a:prstGeom prst="rect">
            <a:avLst/>
          </a:prstGeom>
          <a:noFill/>
          <a:ln>
            <a:noFill/>
          </a:ln>
        </p:spPr>
        <p:txBody>
          <a:bodyPr anchorCtr="0" anchor="ctr" bIns="0" lIns="0" spcFirstLastPara="1" rIns="0" wrap="square" tIns="0">
            <a:spAutoFit/>
          </a:bodyPr>
          <a:lstStyle/>
          <a:p>
            <a:pPr indent="0" lvl="0" marL="0" rtl="0" algn="r">
              <a:spcBef>
                <a:spcPts val="0"/>
              </a:spcBef>
              <a:spcAft>
                <a:spcPts val="0"/>
              </a:spcAft>
              <a:buNone/>
            </a:pPr>
            <a:r>
              <a:rPr b="1" lang="es-419" sz="1100">
                <a:latin typeface="Arvo"/>
                <a:ea typeface="Arvo"/>
                <a:cs typeface="Arvo"/>
                <a:sym typeface="Arvo"/>
              </a:rPr>
              <a:t>Precondición:</a:t>
            </a:r>
            <a:endParaRPr b="1" sz="1100">
              <a:latin typeface="Arvo"/>
              <a:ea typeface="Arvo"/>
              <a:cs typeface="Arvo"/>
              <a:sym typeface="Arvo"/>
            </a:endParaRPr>
          </a:p>
          <a:p>
            <a:pPr indent="0" lvl="0" marL="0" rtl="0" algn="r">
              <a:spcBef>
                <a:spcPts val="0"/>
              </a:spcBef>
              <a:spcAft>
                <a:spcPts val="0"/>
              </a:spcAft>
              <a:buNone/>
            </a:pPr>
            <a:r>
              <a:rPr i="1" lang="es-419" sz="600">
                <a:solidFill>
                  <a:srgbClr val="666666"/>
                </a:solidFill>
                <a:latin typeface="Arvo"/>
                <a:ea typeface="Arvo"/>
                <a:cs typeface="Arvo"/>
                <a:sym typeface="Arvo"/>
              </a:rPr>
              <a:t>&lt;ej: El comprador debe estar registrado&gt;</a:t>
            </a:r>
            <a:endParaRPr i="1" sz="600">
              <a:solidFill>
                <a:srgbClr val="666666"/>
              </a:solidFill>
              <a:latin typeface="Arvo"/>
              <a:ea typeface="Arvo"/>
              <a:cs typeface="Arvo"/>
              <a:sym typeface="Arvo"/>
            </a:endParaRPr>
          </a:p>
        </p:txBody>
      </p:sp>
      <p:sp>
        <p:nvSpPr>
          <p:cNvPr id="9521" name="Google Shape;9521;p166"/>
          <p:cNvSpPr/>
          <p:nvPr/>
        </p:nvSpPr>
        <p:spPr>
          <a:xfrm>
            <a:off x="2503775" y="4779372"/>
            <a:ext cx="6823200" cy="472200"/>
          </a:xfrm>
          <a:prstGeom prst="roundRect">
            <a:avLst>
              <a:gd fmla="val 896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9522" name="Google Shape;9522;p166"/>
          <p:cNvSpPr txBox="1"/>
          <p:nvPr>
            <p:ph idx="1" type="subTitle"/>
          </p:nvPr>
        </p:nvSpPr>
        <p:spPr>
          <a:xfrm flipH="1">
            <a:off x="2504363" y="1003698"/>
            <a:ext cx="6822000" cy="342000"/>
          </a:xfrm>
          <a:prstGeom prst="rect">
            <a:avLst/>
          </a:prstGeom>
          <a:noFill/>
          <a:ln>
            <a:noFill/>
          </a:ln>
        </p:spPr>
        <p:txBody>
          <a:bodyPr anchorCtr="0" anchor="ctr" bIns="36000" lIns="36000" spcFirstLastPara="1" rIns="36000" wrap="square" tIns="36000">
            <a:noAutofit/>
          </a:bodyPr>
          <a:lstStyle>
            <a:lvl1pPr lvl="0">
              <a:lnSpc>
                <a:spcPct val="90000"/>
              </a:lnSpc>
              <a:spcBef>
                <a:spcPts val="0"/>
              </a:spcBef>
              <a:spcAft>
                <a:spcPts val="0"/>
              </a:spcAft>
              <a:buClr>
                <a:srgbClr val="000000"/>
              </a:buClr>
              <a:buSzPts val="1000"/>
              <a:buFont typeface="Arvo"/>
              <a:buNone/>
              <a:defRPr sz="10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1000"/>
              <a:buNone/>
              <a:defRPr sz="1000">
                <a:solidFill>
                  <a:srgbClr val="000000"/>
                </a:solidFill>
              </a:defRPr>
            </a:lvl2pPr>
            <a:lvl3pPr lvl="2">
              <a:lnSpc>
                <a:spcPct val="90000"/>
              </a:lnSpc>
              <a:spcBef>
                <a:spcPts val="0"/>
              </a:spcBef>
              <a:spcAft>
                <a:spcPts val="0"/>
              </a:spcAft>
              <a:buClr>
                <a:srgbClr val="000000"/>
              </a:buClr>
              <a:buSzPts val="1000"/>
              <a:buNone/>
              <a:defRPr sz="1000">
                <a:solidFill>
                  <a:srgbClr val="000000"/>
                </a:solidFill>
              </a:defRPr>
            </a:lvl3pPr>
            <a:lvl4pPr lvl="3">
              <a:lnSpc>
                <a:spcPct val="90000"/>
              </a:lnSpc>
              <a:spcBef>
                <a:spcPts val="0"/>
              </a:spcBef>
              <a:spcAft>
                <a:spcPts val="0"/>
              </a:spcAft>
              <a:buClr>
                <a:srgbClr val="000000"/>
              </a:buClr>
              <a:buSzPts val="1000"/>
              <a:buNone/>
              <a:defRPr sz="1000">
                <a:solidFill>
                  <a:srgbClr val="000000"/>
                </a:solidFill>
              </a:defRPr>
            </a:lvl4pPr>
            <a:lvl5pPr lvl="4">
              <a:lnSpc>
                <a:spcPct val="90000"/>
              </a:lnSpc>
              <a:spcBef>
                <a:spcPts val="0"/>
              </a:spcBef>
              <a:spcAft>
                <a:spcPts val="0"/>
              </a:spcAft>
              <a:buClr>
                <a:srgbClr val="000000"/>
              </a:buClr>
              <a:buSzPts val="1000"/>
              <a:buNone/>
              <a:defRPr sz="1000">
                <a:solidFill>
                  <a:srgbClr val="000000"/>
                </a:solidFill>
              </a:defRPr>
            </a:lvl5pPr>
            <a:lvl6pPr lvl="5">
              <a:lnSpc>
                <a:spcPct val="90000"/>
              </a:lnSpc>
              <a:spcBef>
                <a:spcPts val="0"/>
              </a:spcBef>
              <a:spcAft>
                <a:spcPts val="0"/>
              </a:spcAft>
              <a:buClr>
                <a:srgbClr val="000000"/>
              </a:buClr>
              <a:buSzPts val="1000"/>
              <a:buNone/>
              <a:defRPr sz="1000">
                <a:solidFill>
                  <a:srgbClr val="000000"/>
                </a:solidFill>
              </a:defRPr>
            </a:lvl6pPr>
            <a:lvl7pPr lvl="6">
              <a:lnSpc>
                <a:spcPct val="90000"/>
              </a:lnSpc>
              <a:spcBef>
                <a:spcPts val="0"/>
              </a:spcBef>
              <a:spcAft>
                <a:spcPts val="0"/>
              </a:spcAft>
              <a:buClr>
                <a:srgbClr val="000000"/>
              </a:buClr>
              <a:buSzPts val="1000"/>
              <a:buNone/>
              <a:defRPr sz="1000">
                <a:solidFill>
                  <a:srgbClr val="000000"/>
                </a:solidFill>
              </a:defRPr>
            </a:lvl7pPr>
            <a:lvl8pPr lvl="7">
              <a:lnSpc>
                <a:spcPct val="90000"/>
              </a:lnSpc>
              <a:spcBef>
                <a:spcPts val="0"/>
              </a:spcBef>
              <a:spcAft>
                <a:spcPts val="0"/>
              </a:spcAft>
              <a:buClr>
                <a:srgbClr val="000000"/>
              </a:buClr>
              <a:buSzPts val="1000"/>
              <a:buNone/>
              <a:defRPr sz="1000">
                <a:solidFill>
                  <a:srgbClr val="000000"/>
                </a:solidFill>
              </a:defRPr>
            </a:lvl8pPr>
            <a:lvl9pPr lvl="8">
              <a:lnSpc>
                <a:spcPct val="90000"/>
              </a:lnSpc>
              <a:spcBef>
                <a:spcPts val="0"/>
              </a:spcBef>
              <a:spcAft>
                <a:spcPts val="0"/>
              </a:spcAft>
              <a:buClr>
                <a:srgbClr val="000000"/>
              </a:buClr>
              <a:buSzPts val="1000"/>
              <a:buNone/>
              <a:defRPr sz="1000">
                <a:solidFill>
                  <a:srgbClr val="000000"/>
                </a:solidFill>
              </a:defRPr>
            </a:lvl9pPr>
          </a:lstStyle>
          <a:p/>
        </p:txBody>
      </p:sp>
      <p:sp>
        <p:nvSpPr>
          <p:cNvPr id="9523" name="Google Shape;9523;p166"/>
          <p:cNvSpPr txBox="1"/>
          <p:nvPr>
            <p:ph idx="4" type="subTitle"/>
          </p:nvPr>
        </p:nvSpPr>
        <p:spPr>
          <a:xfrm>
            <a:off x="2504975" y="1540102"/>
            <a:ext cx="6822000" cy="472200"/>
          </a:xfrm>
          <a:prstGeom prst="rect">
            <a:avLst/>
          </a:prstGeom>
          <a:noFill/>
          <a:ln>
            <a:noFill/>
          </a:ln>
        </p:spPr>
        <p:txBody>
          <a:bodyPr anchorCtr="0" anchor="t" bIns="36000" lIns="36000" spcFirstLastPara="1" rIns="36000" wrap="square" tIns="36000">
            <a:noAutofit/>
          </a:bodyPr>
          <a:lstStyle>
            <a:lvl1pPr lvl="0">
              <a:lnSpc>
                <a:spcPct val="90000"/>
              </a:lnSpc>
              <a:spcBef>
                <a:spcPts val="0"/>
              </a:spcBef>
              <a:spcAft>
                <a:spcPts val="0"/>
              </a:spcAft>
              <a:buClr>
                <a:srgbClr val="000000"/>
              </a:buClr>
              <a:buSzPts val="1000"/>
              <a:buFont typeface="Arvo"/>
              <a:buNone/>
              <a:defRPr sz="10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1000"/>
              <a:buNone/>
              <a:defRPr sz="1000">
                <a:solidFill>
                  <a:srgbClr val="000000"/>
                </a:solidFill>
              </a:defRPr>
            </a:lvl2pPr>
            <a:lvl3pPr lvl="2">
              <a:lnSpc>
                <a:spcPct val="90000"/>
              </a:lnSpc>
              <a:spcBef>
                <a:spcPts val="0"/>
              </a:spcBef>
              <a:spcAft>
                <a:spcPts val="0"/>
              </a:spcAft>
              <a:buClr>
                <a:srgbClr val="000000"/>
              </a:buClr>
              <a:buSzPts val="1000"/>
              <a:buNone/>
              <a:defRPr sz="1000">
                <a:solidFill>
                  <a:srgbClr val="000000"/>
                </a:solidFill>
              </a:defRPr>
            </a:lvl3pPr>
            <a:lvl4pPr lvl="3">
              <a:lnSpc>
                <a:spcPct val="90000"/>
              </a:lnSpc>
              <a:spcBef>
                <a:spcPts val="0"/>
              </a:spcBef>
              <a:spcAft>
                <a:spcPts val="0"/>
              </a:spcAft>
              <a:buClr>
                <a:srgbClr val="000000"/>
              </a:buClr>
              <a:buSzPts val="1000"/>
              <a:buNone/>
              <a:defRPr sz="1000">
                <a:solidFill>
                  <a:srgbClr val="000000"/>
                </a:solidFill>
              </a:defRPr>
            </a:lvl4pPr>
            <a:lvl5pPr lvl="4">
              <a:lnSpc>
                <a:spcPct val="90000"/>
              </a:lnSpc>
              <a:spcBef>
                <a:spcPts val="0"/>
              </a:spcBef>
              <a:spcAft>
                <a:spcPts val="0"/>
              </a:spcAft>
              <a:buClr>
                <a:srgbClr val="000000"/>
              </a:buClr>
              <a:buSzPts val="1000"/>
              <a:buNone/>
              <a:defRPr sz="1000">
                <a:solidFill>
                  <a:srgbClr val="000000"/>
                </a:solidFill>
              </a:defRPr>
            </a:lvl5pPr>
            <a:lvl6pPr lvl="5">
              <a:lnSpc>
                <a:spcPct val="90000"/>
              </a:lnSpc>
              <a:spcBef>
                <a:spcPts val="0"/>
              </a:spcBef>
              <a:spcAft>
                <a:spcPts val="0"/>
              </a:spcAft>
              <a:buClr>
                <a:srgbClr val="000000"/>
              </a:buClr>
              <a:buSzPts val="1000"/>
              <a:buNone/>
              <a:defRPr sz="1000">
                <a:solidFill>
                  <a:srgbClr val="000000"/>
                </a:solidFill>
              </a:defRPr>
            </a:lvl6pPr>
            <a:lvl7pPr lvl="6">
              <a:lnSpc>
                <a:spcPct val="90000"/>
              </a:lnSpc>
              <a:spcBef>
                <a:spcPts val="0"/>
              </a:spcBef>
              <a:spcAft>
                <a:spcPts val="0"/>
              </a:spcAft>
              <a:buClr>
                <a:srgbClr val="000000"/>
              </a:buClr>
              <a:buSzPts val="1000"/>
              <a:buNone/>
              <a:defRPr sz="1000">
                <a:solidFill>
                  <a:srgbClr val="000000"/>
                </a:solidFill>
              </a:defRPr>
            </a:lvl7pPr>
            <a:lvl8pPr lvl="7">
              <a:lnSpc>
                <a:spcPct val="90000"/>
              </a:lnSpc>
              <a:spcBef>
                <a:spcPts val="0"/>
              </a:spcBef>
              <a:spcAft>
                <a:spcPts val="0"/>
              </a:spcAft>
              <a:buClr>
                <a:srgbClr val="000000"/>
              </a:buClr>
              <a:buSzPts val="1000"/>
              <a:buNone/>
              <a:defRPr sz="1000">
                <a:solidFill>
                  <a:srgbClr val="000000"/>
                </a:solidFill>
              </a:defRPr>
            </a:lvl8pPr>
            <a:lvl9pPr lvl="8">
              <a:lnSpc>
                <a:spcPct val="90000"/>
              </a:lnSpc>
              <a:spcBef>
                <a:spcPts val="0"/>
              </a:spcBef>
              <a:spcAft>
                <a:spcPts val="0"/>
              </a:spcAft>
              <a:buClr>
                <a:srgbClr val="000000"/>
              </a:buClr>
              <a:buSzPts val="1000"/>
              <a:buNone/>
              <a:defRPr sz="1000">
                <a:solidFill>
                  <a:srgbClr val="000000"/>
                </a:solidFill>
              </a:defRPr>
            </a:lvl9pPr>
          </a:lstStyle>
          <a:p/>
        </p:txBody>
      </p:sp>
      <p:sp>
        <p:nvSpPr>
          <p:cNvPr id="9524" name="Google Shape;9524;p166"/>
          <p:cNvSpPr txBox="1"/>
          <p:nvPr>
            <p:ph idx="5" type="subTitle"/>
          </p:nvPr>
        </p:nvSpPr>
        <p:spPr>
          <a:xfrm>
            <a:off x="2505200" y="2140250"/>
            <a:ext cx="6822000" cy="2476200"/>
          </a:xfrm>
          <a:prstGeom prst="rect">
            <a:avLst/>
          </a:prstGeom>
          <a:noFill/>
          <a:ln>
            <a:noFill/>
          </a:ln>
        </p:spPr>
        <p:txBody>
          <a:bodyPr anchorCtr="0" anchor="t" bIns="36000" lIns="36000" spcFirstLastPara="1" rIns="36000" wrap="square" tIns="36000">
            <a:noAutofit/>
          </a:bodyPr>
          <a:lstStyle>
            <a:lvl1pPr lvl="0">
              <a:lnSpc>
                <a:spcPct val="90000"/>
              </a:lnSpc>
              <a:spcBef>
                <a:spcPts val="0"/>
              </a:spcBef>
              <a:spcAft>
                <a:spcPts val="0"/>
              </a:spcAft>
              <a:buClr>
                <a:srgbClr val="000000"/>
              </a:buClr>
              <a:buSzPts val="1000"/>
              <a:buFont typeface="Arvo"/>
              <a:buNone/>
              <a:defRPr sz="10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1000"/>
              <a:buNone/>
              <a:defRPr sz="1000">
                <a:solidFill>
                  <a:srgbClr val="000000"/>
                </a:solidFill>
              </a:defRPr>
            </a:lvl2pPr>
            <a:lvl3pPr lvl="2">
              <a:lnSpc>
                <a:spcPct val="90000"/>
              </a:lnSpc>
              <a:spcBef>
                <a:spcPts val="0"/>
              </a:spcBef>
              <a:spcAft>
                <a:spcPts val="0"/>
              </a:spcAft>
              <a:buClr>
                <a:srgbClr val="000000"/>
              </a:buClr>
              <a:buSzPts val="1000"/>
              <a:buNone/>
              <a:defRPr sz="1000">
                <a:solidFill>
                  <a:srgbClr val="000000"/>
                </a:solidFill>
              </a:defRPr>
            </a:lvl3pPr>
            <a:lvl4pPr lvl="3">
              <a:lnSpc>
                <a:spcPct val="90000"/>
              </a:lnSpc>
              <a:spcBef>
                <a:spcPts val="0"/>
              </a:spcBef>
              <a:spcAft>
                <a:spcPts val="0"/>
              </a:spcAft>
              <a:buClr>
                <a:srgbClr val="000000"/>
              </a:buClr>
              <a:buSzPts val="1000"/>
              <a:buNone/>
              <a:defRPr sz="1000">
                <a:solidFill>
                  <a:srgbClr val="000000"/>
                </a:solidFill>
              </a:defRPr>
            </a:lvl4pPr>
            <a:lvl5pPr lvl="4">
              <a:lnSpc>
                <a:spcPct val="90000"/>
              </a:lnSpc>
              <a:spcBef>
                <a:spcPts val="0"/>
              </a:spcBef>
              <a:spcAft>
                <a:spcPts val="0"/>
              </a:spcAft>
              <a:buClr>
                <a:srgbClr val="000000"/>
              </a:buClr>
              <a:buSzPts val="1000"/>
              <a:buNone/>
              <a:defRPr sz="1000">
                <a:solidFill>
                  <a:srgbClr val="000000"/>
                </a:solidFill>
              </a:defRPr>
            </a:lvl5pPr>
            <a:lvl6pPr lvl="5">
              <a:lnSpc>
                <a:spcPct val="90000"/>
              </a:lnSpc>
              <a:spcBef>
                <a:spcPts val="0"/>
              </a:spcBef>
              <a:spcAft>
                <a:spcPts val="0"/>
              </a:spcAft>
              <a:buClr>
                <a:srgbClr val="000000"/>
              </a:buClr>
              <a:buSzPts val="1000"/>
              <a:buNone/>
              <a:defRPr sz="1000">
                <a:solidFill>
                  <a:srgbClr val="000000"/>
                </a:solidFill>
              </a:defRPr>
            </a:lvl6pPr>
            <a:lvl7pPr lvl="6">
              <a:lnSpc>
                <a:spcPct val="90000"/>
              </a:lnSpc>
              <a:spcBef>
                <a:spcPts val="0"/>
              </a:spcBef>
              <a:spcAft>
                <a:spcPts val="0"/>
              </a:spcAft>
              <a:buClr>
                <a:srgbClr val="000000"/>
              </a:buClr>
              <a:buSzPts val="1000"/>
              <a:buNone/>
              <a:defRPr sz="1000">
                <a:solidFill>
                  <a:srgbClr val="000000"/>
                </a:solidFill>
              </a:defRPr>
            </a:lvl7pPr>
            <a:lvl8pPr lvl="7">
              <a:lnSpc>
                <a:spcPct val="90000"/>
              </a:lnSpc>
              <a:spcBef>
                <a:spcPts val="0"/>
              </a:spcBef>
              <a:spcAft>
                <a:spcPts val="0"/>
              </a:spcAft>
              <a:buClr>
                <a:srgbClr val="000000"/>
              </a:buClr>
              <a:buSzPts val="1000"/>
              <a:buNone/>
              <a:defRPr sz="1000">
                <a:solidFill>
                  <a:srgbClr val="000000"/>
                </a:solidFill>
              </a:defRPr>
            </a:lvl8pPr>
            <a:lvl9pPr lvl="8">
              <a:lnSpc>
                <a:spcPct val="90000"/>
              </a:lnSpc>
              <a:spcBef>
                <a:spcPts val="0"/>
              </a:spcBef>
              <a:spcAft>
                <a:spcPts val="0"/>
              </a:spcAft>
              <a:buClr>
                <a:srgbClr val="000000"/>
              </a:buClr>
              <a:buSzPts val="1000"/>
              <a:buNone/>
              <a:defRPr sz="1000">
                <a:solidFill>
                  <a:srgbClr val="000000"/>
                </a:solidFill>
              </a:defRPr>
            </a:lvl9pPr>
          </a:lstStyle>
          <a:p/>
        </p:txBody>
      </p:sp>
      <p:sp>
        <p:nvSpPr>
          <p:cNvPr id="9525" name="Google Shape;9525;p166"/>
          <p:cNvSpPr txBox="1"/>
          <p:nvPr>
            <p:ph idx="6" type="subTitle"/>
          </p:nvPr>
        </p:nvSpPr>
        <p:spPr>
          <a:xfrm>
            <a:off x="2508875" y="4779371"/>
            <a:ext cx="6813000" cy="421200"/>
          </a:xfrm>
          <a:prstGeom prst="rect">
            <a:avLst/>
          </a:prstGeom>
          <a:noFill/>
          <a:ln>
            <a:noFill/>
          </a:ln>
        </p:spPr>
        <p:txBody>
          <a:bodyPr anchorCtr="0" anchor="t" bIns="36000" lIns="36000" spcFirstLastPara="1" rIns="36000" wrap="square" tIns="36000">
            <a:noAutofit/>
          </a:bodyPr>
          <a:lstStyle>
            <a:lvl1pPr lvl="0">
              <a:lnSpc>
                <a:spcPct val="90000"/>
              </a:lnSpc>
              <a:spcBef>
                <a:spcPts val="0"/>
              </a:spcBef>
              <a:spcAft>
                <a:spcPts val="0"/>
              </a:spcAft>
              <a:buClr>
                <a:srgbClr val="000000"/>
              </a:buClr>
              <a:buSzPts val="1000"/>
              <a:buFont typeface="Arvo"/>
              <a:buNone/>
              <a:defRPr sz="10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1000"/>
              <a:buNone/>
              <a:defRPr sz="1000">
                <a:solidFill>
                  <a:srgbClr val="000000"/>
                </a:solidFill>
              </a:defRPr>
            </a:lvl2pPr>
            <a:lvl3pPr lvl="2">
              <a:lnSpc>
                <a:spcPct val="90000"/>
              </a:lnSpc>
              <a:spcBef>
                <a:spcPts val="0"/>
              </a:spcBef>
              <a:spcAft>
                <a:spcPts val="0"/>
              </a:spcAft>
              <a:buClr>
                <a:srgbClr val="000000"/>
              </a:buClr>
              <a:buSzPts val="1000"/>
              <a:buNone/>
              <a:defRPr sz="1000">
                <a:solidFill>
                  <a:srgbClr val="000000"/>
                </a:solidFill>
              </a:defRPr>
            </a:lvl3pPr>
            <a:lvl4pPr lvl="3">
              <a:lnSpc>
                <a:spcPct val="90000"/>
              </a:lnSpc>
              <a:spcBef>
                <a:spcPts val="0"/>
              </a:spcBef>
              <a:spcAft>
                <a:spcPts val="0"/>
              </a:spcAft>
              <a:buClr>
                <a:srgbClr val="000000"/>
              </a:buClr>
              <a:buSzPts val="1000"/>
              <a:buNone/>
              <a:defRPr sz="1000">
                <a:solidFill>
                  <a:srgbClr val="000000"/>
                </a:solidFill>
              </a:defRPr>
            </a:lvl4pPr>
            <a:lvl5pPr lvl="4">
              <a:lnSpc>
                <a:spcPct val="90000"/>
              </a:lnSpc>
              <a:spcBef>
                <a:spcPts val="0"/>
              </a:spcBef>
              <a:spcAft>
                <a:spcPts val="0"/>
              </a:spcAft>
              <a:buClr>
                <a:srgbClr val="000000"/>
              </a:buClr>
              <a:buSzPts val="1000"/>
              <a:buNone/>
              <a:defRPr sz="1000">
                <a:solidFill>
                  <a:srgbClr val="000000"/>
                </a:solidFill>
              </a:defRPr>
            </a:lvl5pPr>
            <a:lvl6pPr lvl="5">
              <a:lnSpc>
                <a:spcPct val="90000"/>
              </a:lnSpc>
              <a:spcBef>
                <a:spcPts val="0"/>
              </a:spcBef>
              <a:spcAft>
                <a:spcPts val="0"/>
              </a:spcAft>
              <a:buClr>
                <a:srgbClr val="000000"/>
              </a:buClr>
              <a:buSzPts val="1000"/>
              <a:buNone/>
              <a:defRPr sz="1000">
                <a:solidFill>
                  <a:srgbClr val="000000"/>
                </a:solidFill>
              </a:defRPr>
            </a:lvl6pPr>
            <a:lvl7pPr lvl="6">
              <a:lnSpc>
                <a:spcPct val="90000"/>
              </a:lnSpc>
              <a:spcBef>
                <a:spcPts val="0"/>
              </a:spcBef>
              <a:spcAft>
                <a:spcPts val="0"/>
              </a:spcAft>
              <a:buClr>
                <a:srgbClr val="000000"/>
              </a:buClr>
              <a:buSzPts val="1000"/>
              <a:buNone/>
              <a:defRPr sz="1000">
                <a:solidFill>
                  <a:srgbClr val="000000"/>
                </a:solidFill>
              </a:defRPr>
            </a:lvl7pPr>
            <a:lvl8pPr lvl="7">
              <a:lnSpc>
                <a:spcPct val="90000"/>
              </a:lnSpc>
              <a:spcBef>
                <a:spcPts val="0"/>
              </a:spcBef>
              <a:spcAft>
                <a:spcPts val="0"/>
              </a:spcAft>
              <a:buClr>
                <a:srgbClr val="000000"/>
              </a:buClr>
              <a:buSzPts val="1000"/>
              <a:buNone/>
              <a:defRPr sz="1000">
                <a:solidFill>
                  <a:srgbClr val="000000"/>
                </a:solidFill>
              </a:defRPr>
            </a:lvl8pPr>
            <a:lvl9pPr lvl="8">
              <a:lnSpc>
                <a:spcPct val="90000"/>
              </a:lnSpc>
              <a:spcBef>
                <a:spcPts val="0"/>
              </a:spcBef>
              <a:spcAft>
                <a:spcPts val="0"/>
              </a:spcAft>
              <a:buClr>
                <a:srgbClr val="000000"/>
              </a:buClr>
              <a:buSzPts val="1000"/>
              <a:buNone/>
              <a:defRPr sz="1000">
                <a:solidFill>
                  <a:srgbClr val="000000"/>
                </a:solidFill>
              </a:defRPr>
            </a:lvl9pPr>
          </a:lstStyle>
          <a:p/>
        </p:txBody>
      </p:sp>
      <p:sp>
        <p:nvSpPr>
          <p:cNvPr id="9526" name="Google Shape;9526;p166"/>
          <p:cNvSpPr txBox="1"/>
          <p:nvPr>
            <p:ph idx="7" type="subTitle"/>
          </p:nvPr>
        </p:nvSpPr>
        <p:spPr>
          <a:xfrm>
            <a:off x="2504325" y="5379239"/>
            <a:ext cx="6823200" cy="342000"/>
          </a:xfrm>
          <a:prstGeom prst="rect">
            <a:avLst/>
          </a:prstGeom>
          <a:noFill/>
          <a:ln>
            <a:noFill/>
          </a:ln>
        </p:spPr>
        <p:txBody>
          <a:bodyPr anchorCtr="0" anchor="ctr" bIns="36000" lIns="36000" spcFirstLastPara="1" rIns="36000" wrap="square" tIns="36000">
            <a:noAutofit/>
          </a:bodyPr>
          <a:lstStyle>
            <a:lvl1pPr lvl="0">
              <a:lnSpc>
                <a:spcPct val="90000"/>
              </a:lnSpc>
              <a:spcBef>
                <a:spcPts val="0"/>
              </a:spcBef>
              <a:spcAft>
                <a:spcPts val="0"/>
              </a:spcAft>
              <a:buClr>
                <a:srgbClr val="000000"/>
              </a:buClr>
              <a:buSzPts val="1000"/>
              <a:buFont typeface="Arvo"/>
              <a:buNone/>
              <a:defRPr sz="10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1000"/>
              <a:buNone/>
              <a:defRPr sz="1000">
                <a:solidFill>
                  <a:srgbClr val="000000"/>
                </a:solidFill>
              </a:defRPr>
            </a:lvl2pPr>
            <a:lvl3pPr lvl="2">
              <a:lnSpc>
                <a:spcPct val="90000"/>
              </a:lnSpc>
              <a:spcBef>
                <a:spcPts val="0"/>
              </a:spcBef>
              <a:spcAft>
                <a:spcPts val="0"/>
              </a:spcAft>
              <a:buClr>
                <a:srgbClr val="000000"/>
              </a:buClr>
              <a:buSzPts val="1000"/>
              <a:buNone/>
              <a:defRPr sz="1000">
                <a:solidFill>
                  <a:srgbClr val="000000"/>
                </a:solidFill>
              </a:defRPr>
            </a:lvl3pPr>
            <a:lvl4pPr lvl="3">
              <a:lnSpc>
                <a:spcPct val="90000"/>
              </a:lnSpc>
              <a:spcBef>
                <a:spcPts val="0"/>
              </a:spcBef>
              <a:spcAft>
                <a:spcPts val="0"/>
              </a:spcAft>
              <a:buClr>
                <a:srgbClr val="000000"/>
              </a:buClr>
              <a:buSzPts val="1000"/>
              <a:buNone/>
              <a:defRPr sz="1000">
                <a:solidFill>
                  <a:srgbClr val="000000"/>
                </a:solidFill>
              </a:defRPr>
            </a:lvl4pPr>
            <a:lvl5pPr lvl="4">
              <a:lnSpc>
                <a:spcPct val="90000"/>
              </a:lnSpc>
              <a:spcBef>
                <a:spcPts val="0"/>
              </a:spcBef>
              <a:spcAft>
                <a:spcPts val="0"/>
              </a:spcAft>
              <a:buClr>
                <a:srgbClr val="000000"/>
              </a:buClr>
              <a:buSzPts val="1000"/>
              <a:buNone/>
              <a:defRPr sz="1000">
                <a:solidFill>
                  <a:srgbClr val="000000"/>
                </a:solidFill>
              </a:defRPr>
            </a:lvl5pPr>
            <a:lvl6pPr lvl="5">
              <a:lnSpc>
                <a:spcPct val="90000"/>
              </a:lnSpc>
              <a:spcBef>
                <a:spcPts val="0"/>
              </a:spcBef>
              <a:spcAft>
                <a:spcPts val="0"/>
              </a:spcAft>
              <a:buClr>
                <a:srgbClr val="000000"/>
              </a:buClr>
              <a:buSzPts val="1000"/>
              <a:buNone/>
              <a:defRPr sz="1000">
                <a:solidFill>
                  <a:srgbClr val="000000"/>
                </a:solidFill>
              </a:defRPr>
            </a:lvl6pPr>
            <a:lvl7pPr lvl="6">
              <a:lnSpc>
                <a:spcPct val="90000"/>
              </a:lnSpc>
              <a:spcBef>
                <a:spcPts val="0"/>
              </a:spcBef>
              <a:spcAft>
                <a:spcPts val="0"/>
              </a:spcAft>
              <a:buClr>
                <a:srgbClr val="000000"/>
              </a:buClr>
              <a:buSzPts val="1000"/>
              <a:buNone/>
              <a:defRPr sz="1000">
                <a:solidFill>
                  <a:srgbClr val="000000"/>
                </a:solidFill>
              </a:defRPr>
            </a:lvl7pPr>
            <a:lvl8pPr lvl="7">
              <a:lnSpc>
                <a:spcPct val="90000"/>
              </a:lnSpc>
              <a:spcBef>
                <a:spcPts val="0"/>
              </a:spcBef>
              <a:spcAft>
                <a:spcPts val="0"/>
              </a:spcAft>
              <a:buClr>
                <a:srgbClr val="000000"/>
              </a:buClr>
              <a:buSzPts val="1000"/>
              <a:buNone/>
              <a:defRPr sz="1000">
                <a:solidFill>
                  <a:srgbClr val="000000"/>
                </a:solidFill>
              </a:defRPr>
            </a:lvl8pPr>
            <a:lvl9pPr lvl="8">
              <a:lnSpc>
                <a:spcPct val="90000"/>
              </a:lnSpc>
              <a:spcBef>
                <a:spcPts val="0"/>
              </a:spcBef>
              <a:spcAft>
                <a:spcPts val="0"/>
              </a:spcAft>
              <a:buClr>
                <a:srgbClr val="000000"/>
              </a:buClr>
              <a:buSzPts val="1000"/>
              <a:buNone/>
              <a:defRPr sz="1000">
                <a:solidFill>
                  <a:srgbClr val="000000"/>
                </a:solidFill>
              </a:defRPr>
            </a:lvl9pPr>
          </a:lstStyle>
          <a:p/>
        </p:txBody>
      </p:sp>
      <p:sp>
        <p:nvSpPr>
          <p:cNvPr id="9527" name="Google Shape;9527;p166"/>
          <p:cNvSpPr txBox="1"/>
          <p:nvPr/>
        </p:nvSpPr>
        <p:spPr>
          <a:xfrm>
            <a:off x="752801" y="4795332"/>
            <a:ext cx="1648800" cy="232500"/>
          </a:xfrm>
          <a:prstGeom prst="rect">
            <a:avLst/>
          </a:prstGeom>
          <a:noFill/>
          <a:ln>
            <a:noFill/>
          </a:ln>
        </p:spPr>
        <p:txBody>
          <a:bodyPr anchorCtr="0" anchor="ctr" bIns="0" lIns="0" spcFirstLastPara="1" rIns="0" wrap="square" tIns="0">
            <a:noAutofit/>
          </a:bodyPr>
          <a:lstStyle/>
          <a:p>
            <a:pPr indent="0" lvl="0" marL="0" rtl="0" algn="r">
              <a:spcBef>
                <a:spcPts val="0"/>
              </a:spcBef>
              <a:spcAft>
                <a:spcPts val="0"/>
              </a:spcAft>
              <a:buNone/>
            </a:pPr>
            <a:r>
              <a:rPr b="1" lang="es-419" sz="1100">
                <a:latin typeface="Arvo"/>
                <a:ea typeface="Arvo"/>
                <a:cs typeface="Arvo"/>
                <a:sym typeface="Arvo"/>
              </a:rPr>
              <a:t>Poscondición:</a:t>
            </a:r>
            <a:endParaRPr b="1" sz="1100">
              <a:latin typeface="Arvo"/>
              <a:ea typeface="Arvo"/>
              <a:cs typeface="Arvo"/>
              <a:sym typeface="Arvo"/>
            </a:endParaRPr>
          </a:p>
          <a:p>
            <a:pPr indent="0" lvl="0" marL="0" rtl="0" algn="r">
              <a:spcBef>
                <a:spcPts val="0"/>
              </a:spcBef>
              <a:spcAft>
                <a:spcPts val="0"/>
              </a:spcAft>
              <a:buNone/>
            </a:pPr>
            <a:r>
              <a:rPr i="1" lang="es-419" sz="600">
                <a:solidFill>
                  <a:srgbClr val="666666"/>
                </a:solidFill>
                <a:latin typeface="Arvo"/>
                <a:ea typeface="Arvo"/>
                <a:cs typeface="Arvo"/>
                <a:sym typeface="Arvo"/>
              </a:rPr>
              <a:t>&lt;ej:El pago debe estar realizado&gt;</a:t>
            </a:r>
            <a:endParaRPr i="1" sz="600">
              <a:solidFill>
                <a:srgbClr val="666666"/>
              </a:solidFill>
              <a:latin typeface="Arvo"/>
              <a:ea typeface="Arvo"/>
              <a:cs typeface="Arvo"/>
              <a:sym typeface="Arvo"/>
            </a:endParaRPr>
          </a:p>
        </p:txBody>
      </p:sp>
      <p:sp>
        <p:nvSpPr>
          <p:cNvPr id="9528" name="Google Shape;9528;p166"/>
          <p:cNvSpPr/>
          <p:nvPr/>
        </p:nvSpPr>
        <p:spPr>
          <a:xfrm>
            <a:off x="2504363" y="5905032"/>
            <a:ext cx="6822000" cy="4722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9529" name="Google Shape;9529;p166"/>
          <p:cNvSpPr txBox="1"/>
          <p:nvPr>
            <p:ph idx="8" type="subTitle"/>
          </p:nvPr>
        </p:nvSpPr>
        <p:spPr>
          <a:xfrm>
            <a:off x="2513469" y="5905025"/>
            <a:ext cx="6813000" cy="472200"/>
          </a:xfrm>
          <a:prstGeom prst="rect">
            <a:avLst/>
          </a:prstGeom>
          <a:noFill/>
          <a:ln>
            <a:noFill/>
          </a:ln>
        </p:spPr>
        <p:txBody>
          <a:bodyPr anchorCtr="0" anchor="ctr" bIns="36000" lIns="36000" spcFirstLastPara="1" rIns="36000" wrap="square" tIns="36000">
            <a:noAutofit/>
          </a:bodyPr>
          <a:lstStyle>
            <a:lvl1pPr lvl="0">
              <a:lnSpc>
                <a:spcPct val="90000"/>
              </a:lnSpc>
              <a:spcBef>
                <a:spcPts val="0"/>
              </a:spcBef>
              <a:spcAft>
                <a:spcPts val="0"/>
              </a:spcAft>
              <a:buClr>
                <a:srgbClr val="000000"/>
              </a:buClr>
              <a:buSzPts val="1000"/>
              <a:buFont typeface="Arvo"/>
              <a:buNone/>
              <a:defRPr sz="10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1000"/>
              <a:buNone/>
              <a:defRPr sz="1000">
                <a:solidFill>
                  <a:srgbClr val="000000"/>
                </a:solidFill>
              </a:defRPr>
            </a:lvl2pPr>
            <a:lvl3pPr lvl="2">
              <a:lnSpc>
                <a:spcPct val="90000"/>
              </a:lnSpc>
              <a:spcBef>
                <a:spcPts val="0"/>
              </a:spcBef>
              <a:spcAft>
                <a:spcPts val="0"/>
              </a:spcAft>
              <a:buClr>
                <a:srgbClr val="000000"/>
              </a:buClr>
              <a:buSzPts val="1000"/>
              <a:buNone/>
              <a:defRPr sz="1000">
                <a:solidFill>
                  <a:srgbClr val="000000"/>
                </a:solidFill>
              </a:defRPr>
            </a:lvl3pPr>
            <a:lvl4pPr lvl="3">
              <a:lnSpc>
                <a:spcPct val="90000"/>
              </a:lnSpc>
              <a:spcBef>
                <a:spcPts val="0"/>
              </a:spcBef>
              <a:spcAft>
                <a:spcPts val="0"/>
              </a:spcAft>
              <a:buClr>
                <a:srgbClr val="000000"/>
              </a:buClr>
              <a:buSzPts val="1000"/>
              <a:buNone/>
              <a:defRPr sz="1000">
                <a:solidFill>
                  <a:srgbClr val="000000"/>
                </a:solidFill>
              </a:defRPr>
            </a:lvl4pPr>
            <a:lvl5pPr lvl="4">
              <a:lnSpc>
                <a:spcPct val="90000"/>
              </a:lnSpc>
              <a:spcBef>
                <a:spcPts val="0"/>
              </a:spcBef>
              <a:spcAft>
                <a:spcPts val="0"/>
              </a:spcAft>
              <a:buClr>
                <a:srgbClr val="000000"/>
              </a:buClr>
              <a:buSzPts val="1000"/>
              <a:buNone/>
              <a:defRPr sz="1000">
                <a:solidFill>
                  <a:srgbClr val="000000"/>
                </a:solidFill>
              </a:defRPr>
            </a:lvl5pPr>
            <a:lvl6pPr lvl="5">
              <a:lnSpc>
                <a:spcPct val="90000"/>
              </a:lnSpc>
              <a:spcBef>
                <a:spcPts val="0"/>
              </a:spcBef>
              <a:spcAft>
                <a:spcPts val="0"/>
              </a:spcAft>
              <a:buClr>
                <a:srgbClr val="000000"/>
              </a:buClr>
              <a:buSzPts val="1000"/>
              <a:buNone/>
              <a:defRPr sz="1000">
                <a:solidFill>
                  <a:srgbClr val="000000"/>
                </a:solidFill>
              </a:defRPr>
            </a:lvl6pPr>
            <a:lvl7pPr lvl="6">
              <a:lnSpc>
                <a:spcPct val="90000"/>
              </a:lnSpc>
              <a:spcBef>
                <a:spcPts val="0"/>
              </a:spcBef>
              <a:spcAft>
                <a:spcPts val="0"/>
              </a:spcAft>
              <a:buClr>
                <a:srgbClr val="000000"/>
              </a:buClr>
              <a:buSzPts val="1000"/>
              <a:buNone/>
              <a:defRPr sz="1000">
                <a:solidFill>
                  <a:srgbClr val="000000"/>
                </a:solidFill>
              </a:defRPr>
            </a:lvl7pPr>
            <a:lvl8pPr lvl="7">
              <a:lnSpc>
                <a:spcPct val="90000"/>
              </a:lnSpc>
              <a:spcBef>
                <a:spcPts val="0"/>
              </a:spcBef>
              <a:spcAft>
                <a:spcPts val="0"/>
              </a:spcAft>
              <a:buClr>
                <a:srgbClr val="000000"/>
              </a:buClr>
              <a:buSzPts val="1000"/>
              <a:buNone/>
              <a:defRPr sz="1000">
                <a:solidFill>
                  <a:srgbClr val="000000"/>
                </a:solidFill>
              </a:defRPr>
            </a:lvl8pPr>
            <a:lvl9pPr lvl="8">
              <a:lnSpc>
                <a:spcPct val="90000"/>
              </a:lnSpc>
              <a:spcBef>
                <a:spcPts val="0"/>
              </a:spcBef>
              <a:spcAft>
                <a:spcPts val="0"/>
              </a:spcAft>
              <a:buClr>
                <a:srgbClr val="000000"/>
              </a:buClr>
              <a:buSzPts val="1000"/>
              <a:buNone/>
              <a:defRPr sz="1000">
                <a:solidFill>
                  <a:srgbClr val="000000"/>
                </a:solidFill>
              </a:defRPr>
            </a:lvl9pPr>
          </a:lstStyle>
          <a:p/>
        </p:txBody>
      </p:sp>
      <p:sp>
        <p:nvSpPr>
          <p:cNvPr id="9530" name="Google Shape;9530;p166"/>
          <p:cNvSpPr/>
          <p:nvPr/>
        </p:nvSpPr>
        <p:spPr>
          <a:xfrm>
            <a:off x="2277739" y="663750"/>
            <a:ext cx="88500" cy="1089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1" name="Google Shape;9531;p166"/>
          <p:cNvSpPr txBox="1"/>
          <p:nvPr/>
        </p:nvSpPr>
        <p:spPr>
          <a:xfrm>
            <a:off x="84825" y="598125"/>
            <a:ext cx="595500" cy="205800"/>
          </a:xfrm>
          <a:prstGeom prst="rect">
            <a:avLst/>
          </a:prstGeom>
          <a:noFill/>
          <a:ln>
            <a:noFill/>
          </a:ln>
        </p:spPr>
        <p:txBody>
          <a:bodyPr anchorCtr="0" anchor="t" bIns="18000" lIns="18000" spcFirstLastPara="1" rIns="18000" wrap="square" tIns="18000">
            <a:spAutoFit/>
          </a:bodyPr>
          <a:lstStyle/>
          <a:p>
            <a:pPr indent="0" lvl="0" marL="0" rtl="0" algn="l">
              <a:spcBef>
                <a:spcPts val="0"/>
              </a:spcBef>
              <a:spcAft>
                <a:spcPts val="0"/>
              </a:spcAft>
              <a:buNone/>
            </a:pPr>
            <a:r>
              <a:rPr lang="es-419" sz="1100">
                <a:solidFill>
                  <a:srgbClr val="FFFFFF"/>
                </a:solidFill>
              </a:rPr>
              <a:t>Nombre:</a:t>
            </a:r>
            <a:endParaRPr sz="1100">
              <a:solidFill>
                <a:srgbClr val="FFFFFF"/>
              </a:solidFill>
            </a:endParaRPr>
          </a:p>
        </p:txBody>
      </p:sp>
    </p:spTree>
  </p:cSld>
  <p:clrMapOvr>
    <a:masterClrMapping/>
  </p:clrMapOvr>
</p:sldLayout>
</file>

<file path=ppt/slideLayouts/slideLayout16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En Blanco">
  <p:cSld name="CUSTOM_1">
    <p:spTree>
      <p:nvGrpSpPr>
        <p:cNvPr id="9532" name="Shape 9532"/>
        <p:cNvGrpSpPr/>
        <p:nvPr/>
      </p:nvGrpSpPr>
      <p:grpSpPr>
        <a:xfrm>
          <a:off x="0" y="0"/>
          <a:ext cx="0" cy="0"/>
          <a:chOff x="0" y="0"/>
          <a:chExt cx="0" cy="0"/>
        </a:xfrm>
      </p:grpSpPr>
    </p:spTree>
  </p:cSld>
  <p:clrMapOvr>
    <a:masterClrMapping/>
  </p:clrMapOvr>
</p:sldLayout>
</file>

<file path=ppt/slideLayouts/slideLayout16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Paleta 1">
  <p:cSld name="CUSTOM_2">
    <p:spTree>
      <p:nvGrpSpPr>
        <p:cNvPr id="9533" name="Shape 9533"/>
        <p:cNvGrpSpPr/>
        <p:nvPr/>
      </p:nvGrpSpPr>
      <p:grpSpPr>
        <a:xfrm>
          <a:off x="0" y="0"/>
          <a:ext cx="0" cy="0"/>
          <a:chOff x="0" y="0"/>
          <a:chExt cx="0" cy="0"/>
        </a:xfrm>
      </p:grpSpPr>
      <p:sp>
        <p:nvSpPr>
          <p:cNvPr id="9534" name="Google Shape;9534;p168"/>
          <p:cNvSpPr/>
          <p:nvPr/>
        </p:nvSpPr>
        <p:spPr>
          <a:xfrm>
            <a:off x="328944" y="822265"/>
            <a:ext cx="748200" cy="5770500"/>
          </a:xfrm>
          <a:prstGeom prst="roundRect">
            <a:avLst>
              <a:gd fmla="val 11877" name="adj"/>
            </a:avLst>
          </a:prstGeom>
          <a:solidFill>
            <a:srgbClr val="F3F3F3"/>
          </a:solidFill>
          <a:ln cap="flat" cmpd="sng" w="9525">
            <a:solidFill>
              <a:srgbClr val="F3F3F3"/>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5" name="Google Shape;9535;p168"/>
          <p:cNvSpPr/>
          <p:nvPr/>
        </p:nvSpPr>
        <p:spPr>
          <a:xfrm>
            <a:off x="1603185" y="822265"/>
            <a:ext cx="748200" cy="5770500"/>
          </a:xfrm>
          <a:prstGeom prst="roundRect">
            <a:avLst>
              <a:gd fmla="val 11877" name="adj"/>
            </a:avLst>
          </a:prstGeom>
          <a:solidFill>
            <a:srgbClr val="F3F3F3"/>
          </a:solidFill>
          <a:ln cap="flat" cmpd="sng" w="9525">
            <a:solidFill>
              <a:srgbClr val="F3F3F3"/>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6" name="Google Shape;9536;p168"/>
          <p:cNvSpPr/>
          <p:nvPr/>
        </p:nvSpPr>
        <p:spPr>
          <a:xfrm>
            <a:off x="1469685" y="263250"/>
            <a:ext cx="1015200" cy="421200"/>
          </a:xfrm>
          <a:prstGeom prst="roundRect">
            <a:avLst>
              <a:gd fmla="val 17492" name="adj"/>
            </a:avLst>
          </a:prstGeom>
          <a:solidFill>
            <a:srgbClr val="000000"/>
          </a:solidFill>
          <a:ln cap="flat" cmpd="sng" w="9525">
            <a:solidFill>
              <a:srgbClr val="000000"/>
            </a:solidFill>
            <a:prstDash val="solid"/>
            <a:round/>
            <a:headEnd len="sm" w="sm" type="none"/>
            <a:tailEnd len="sm" w="sm" type="none"/>
          </a:ln>
        </p:spPr>
        <p:txBody>
          <a:bodyPr anchorCtr="0" anchor="ctr" bIns="0" lIns="0" spcFirstLastPara="1" rIns="0" wrap="square" tIns="0">
            <a:noAutofit/>
          </a:bodyPr>
          <a:lstStyle/>
          <a:p>
            <a:pPr indent="0" lvl="0" marL="0" rtl="0" algn="ctr">
              <a:spcBef>
                <a:spcPts val="0"/>
              </a:spcBef>
              <a:spcAft>
                <a:spcPts val="0"/>
              </a:spcAft>
              <a:buNone/>
            </a:pPr>
            <a:r>
              <a:rPr b="1" lang="es-419" sz="1200">
                <a:solidFill>
                  <a:srgbClr val="FFFFFF"/>
                </a:solidFill>
              </a:rPr>
              <a:t>Diagrama </a:t>
            </a:r>
            <a:r>
              <a:rPr b="1" lang="es-419" sz="1100">
                <a:solidFill>
                  <a:srgbClr val="FFFFFF"/>
                </a:solidFill>
              </a:rPr>
              <a:t>Comunicación</a:t>
            </a:r>
            <a:endParaRPr b="1" sz="1100">
              <a:solidFill>
                <a:srgbClr val="FFFFFF"/>
              </a:solidFill>
            </a:endParaRPr>
          </a:p>
        </p:txBody>
      </p:sp>
      <p:sp>
        <p:nvSpPr>
          <p:cNvPr id="9537" name="Google Shape;9537;p168"/>
          <p:cNvSpPr/>
          <p:nvPr/>
        </p:nvSpPr>
        <p:spPr>
          <a:xfrm>
            <a:off x="194994" y="263250"/>
            <a:ext cx="1016100" cy="421200"/>
          </a:xfrm>
          <a:prstGeom prst="roundRect">
            <a:avLst>
              <a:gd fmla="val 17492" name="adj"/>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s-419" sz="1200">
                <a:solidFill>
                  <a:srgbClr val="FFFFFF"/>
                </a:solidFill>
              </a:rPr>
              <a:t>Diagrama </a:t>
            </a:r>
            <a:r>
              <a:rPr b="1" lang="es-419" sz="1100">
                <a:solidFill>
                  <a:srgbClr val="FFFFFF"/>
                </a:solidFill>
              </a:rPr>
              <a:t>Actividad</a:t>
            </a:r>
            <a:endParaRPr b="1" sz="1100">
              <a:solidFill>
                <a:srgbClr val="FFFFFF"/>
              </a:solidFill>
            </a:endParaRPr>
          </a:p>
        </p:txBody>
      </p:sp>
      <p:cxnSp>
        <p:nvCxnSpPr>
          <p:cNvPr id="9538" name="Google Shape;9538;p168"/>
          <p:cNvCxnSpPr/>
          <p:nvPr/>
        </p:nvCxnSpPr>
        <p:spPr>
          <a:xfrm>
            <a:off x="1329303" y="164100"/>
            <a:ext cx="0" cy="6511800"/>
          </a:xfrm>
          <a:prstGeom prst="straightConnector1">
            <a:avLst/>
          </a:prstGeom>
          <a:noFill/>
          <a:ln cap="flat" cmpd="sng" w="28575">
            <a:solidFill>
              <a:srgbClr val="B7B7B7"/>
            </a:solidFill>
            <a:prstDash val="dash"/>
            <a:round/>
            <a:headEnd len="med" w="med" type="none"/>
            <a:tailEnd len="med" w="med" type="none"/>
          </a:ln>
        </p:spPr>
      </p:cxnSp>
      <p:cxnSp>
        <p:nvCxnSpPr>
          <p:cNvPr id="9539" name="Google Shape;9539;p168"/>
          <p:cNvCxnSpPr/>
          <p:nvPr/>
        </p:nvCxnSpPr>
        <p:spPr>
          <a:xfrm>
            <a:off x="2615848" y="164100"/>
            <a:ext cx="0" cy="6511800"/>
          </a:xfrm>
          <a:prstGeom prst="straightConnector1">
            <a:avLst/>
          </a:prstGeom>
          <a:noFill/>
          <a:ln cap="flat" cmpd="sng" w="28575">
            <a:solidFill>
              <a:srgbClr val="B7B7B7"/>
            </a:solidFill>
            <a:prstDash val="dash"/>
            <a:round/>
            <a:headEnd len="med" w="med" type="none"/>
            <a:tailEnd len="med" w="med" type="none"/>
          </a:ln>
        </p:spPr>
      </p:cxnSp>
      <p:sp>
        <p:nvSpPr>
          <p:cNvPr id="9540" name="Google Shape;9540;p168"/>
          <p:cNvSpPr/>
          <p:nvPr/>
        </p:nvSpPr>
        <p:spPr>
          <a:xfrm>
            <a:off x="2879386" y="822265"/>
            <a:ext cx="748200" cy="5770500"/>
          </a:xfrm>
          <a:prstGeom prst="roundRect">
            <a:avLst>
              <a:gd fmla="val 11877" name="adj"/>
            </a:avLst>
          </a:prstGeom>
          <a:solidFill>
            <a:srgbClr val="F3F3F3"/>
          </a:solidFill>
          <a:ln cap="flat" cmpd="sng" w="9525">
            <a:solidFill>
              <a:srgbClr val="F3F3F3"/>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1" name="Google Shape;9541;p168"/>
          <p:cNvSpPr/>
          <p:nvPr/>
        </p:nvSpPr>
        <p:spPr>
          <a:xfrm>
            <a:off x="2745886" y="263250"/>
            <a:ext cx="1015200" cy="421200"/>
          </a:xfrm>
          <a:prstGeom prst="roundRect">
            <a:avLst>
              <a:gd fmla="val 17492" name="adj"/>
            </a:avLst>
          </a:prstGeom>
          <a:solidFill>
            <a:srgbClr val="000000"/>
          </a:solidFill>
          <a:ln cap="flat" cmpd="sng" w="9525">
            <a:solidFill>
              <a:srgbClr val="000000"/>
            </a:solidFill>
            <a:prstDash val="solid"/>
            <a:round/>
            <a:headEnd len="sm" w="sm" type="none"/>
            <a:tailEnd len="sm" w="sm" type="none"/>
          </a:ln>
        </p:spPr>
        <p:txBody>
          <a:bodyPr anchorCtr="0" anchor="ctr" bIns="0" lIns="0" spcFirstLastPara="1" rIns="0" wrap="square" tIns="0">
            <a:noAutofit/>
          </a:bodyPr>
          <a:lstStyle/>
          <a:p>
            <a:pPr indent="0" lvl="0" marL="0" rtl="0" algn="ctr">
              <a:spcBef>
                <a:spcPts val="0"/>
              </a:spcBef>
              <a:spcAft>
                <a:spcPts val="0"/>
              </a:spcAft>
              <a:buNone/>
            </a:pPr>
            <a:r>
              <a:rPr b="1" lang="es-419" sz="1200">
                <a:solidFill>
                  <a:srgbClr val="FFFFFF"/>
                </a:solidFill>
              </a:rPr>
              <a:t>Diagrama de Dominio</a:t>
            </a:r>
            <a:endParaRPr b="1" sz="1200">
              <a:solidFill>
                <a:srgbClr val="FFFFFF"/>
              </a:solidFill>
            </a:endParaRPr>
          </a:p>
        </p:txBody>
      </p:sp>
      <p:cxnSp>
        <p:nvCxnSpPr>
          <p:cNvPr id="9542" name="Google Shape;9542;p168"/>
          <p:cNvCxnSpPr/>
          <p:nvPr/>
        </p:nvCxnSpPr>
        <p:spPr>
          <a:xfrm>
            <a:off x="3878034" y="164100"/>
            <a:ext cx="0" cy="6511800"/>
          </a:xfrm>
          <a:prstGeom prst="straightConnector1">
            <a:avLst/>
          </a:prstGeom>
          <a:noFill/>
          <a:ln cap="flat" cmpd="sng" w="28575">
            <a:solidFill>
              <a:srgbClr val="B7B7B7"/>
            </a:solidFill>
            <a:prstDash val="dash"/>
            <a:round/>
            <a:headEnd len="med" w="med" type="none"/>
            <a:tailEnd len="med" w="med" type="none"/>
          </a:ln>
        </p:spPr>
      </p:cxnSp>
      <p:sp>
        <p:nvSpPr>
          <p:cNvPr id="9543" name="Google Shape;9543;p168"/>
          <p:cNvSpPr/>
          <p:nvPr/>
        </p:nvSpPr>
        <p:spPr>
          <a:xfrm>
            <a:off x="4145243" y="822265"/>
            <a:ext cx="748200" cy="5770500"/>
          </a:xfrm>
          <a:prstGeom prst="roundRect">
            <a:avLst>
              <a:gd fmla="val 11877" name="adj"/>
            </a:avLst>
          </a:prstGeom>
          <a:solidFill>
            <a:srgbClr val="F3F3F3"/>
          </a:solidFill>
          <a:ln cap="flat" cmpd="sng" w="9525">
            <a:solidFill>
              <a:srgbClr val="F3F3F3"/>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4" name="Google Shape;9544;p168"/>
          <p:cNvSpPr/>
          <p:nvPr/>
        </p:nvSpPr>
        <p:spPr>
          <a:xfrm>
            <a:off x="4011743" y="263250"/>
            <a:ext cx="1015200" cy="421200"/>
          </a:xfrm>
          <a:prstGeom prst="roundRect">
            <a:avLst>
              <a:gd fmla="val 17492" name="adj"/>
            </a:avLst>
          </a:prstGeom>
          <a:solidFill>
            <a:srgbClr val="000000"/>
          </a:solidFill>
          <a:ln cap="flat" cmpd="sng" w="9525">
            <a:solidFill>
              <a:srgbClr val="000000"/>
            </a:solidFill>
            <a:prstDash val="solid"/>
            <a:round/>
            <a:headEnd len="sm" w="sm" type="none"/>
            <a:tailEnd len="sm" w="sm" type="none"/>
          </a:ln>
        </p:spPr>
        <p:txBody>
          <a:bodyPr anchorCtr="0" anchor="ctr" bIns="0" lIns="0" spcFirstLastPara="1" rIns="0" wrap="square" tIns="0">
            <a:noAutofit/>
          </a:bodyPr>
          <a:lstStyle/>
          <a:p>
            <a:pPr indent="0" lvl="0" marL="0" rtl="0" algn="ctr">
              <a:spcBef>
                <a:spcPts val="0"/>
              </a:spcBef>
              <a:spcAft>
                <a:spcPts val="0"/>
              </a:spcAft>
              <a:buNone/>
            </a:pPr>
            <a:r>
              <a:rPr b="1" lang="es-419" sz="1200">
                <a:solidFill>
                  <a:srgbClr val="FFFFFF"/>
                </a:solidFill>
              </a:rPr>
              <a:t>Casos de Uso Sistema</a:t>
            </a:r>
            <a:endParaRPr b="1" sz="1200">
              <a:solidFill>
                <a:srgbClr val="FFFFFF"/>
              </a:solidFill>
            </a:endParaRPr>
          </a:p>
        </p:txBody>
      </p:sp>
      <p:cxnSp>
        <p:nvCxnSpPr>
          <p:cNvPr id="9545" name="Google Shape;9545;p168"/>
          <p:cNvCxnSpPr/>
          <p:nvPr/>
        </p:nvCxnSpPr>
        <p:spPr>
          <a:xfrm>
            <a:off x="5140216" y="164100"/>
            <a:ext cx="0" cy="6511800"/>
          </a:xfrm>
          <a:prstGeom prst="straightConnector1">
            <a:avLst/>
          </a:prstGeom>
          <a:noFill/>
          <a:ln cap="flat" cmpd="sng" w="28575">
            <a:solidFill>
              <a:srgbClr val="B7B7B7"/>
            </a:solidFill>
            <a:prstDash val="dash"/>
            <a:round/>
            <a:headEnd len="med" w="med" type="none"/>
            <a:tailEnd len="med" w="med" type="none"/>
          </a:ln>
        </p:spPr>
      </p:cxnSp>
      <p:sp>
        <p:nvSpPr>
          <p:cNvPr id="9546" name="Google Shape;9546;p168"/>
          <p:cNvSpPr/>
          <p:nvPr/>
        </p:nvSpPr>
        <p:spPr>
          <a:xfrm>
            <a:off x="5404690" y="822265"/>
            <a:ext cx="748200" cy="5770500"/>
          </a:xfrm>
          <a:prstGeom prst="roundRect">
            <a:avLst>
              <a:gd fmla="val 11877" name="adj"/>
            </a:avLst>
          </a:prstGeom>
          <a:solidFill>
            <a:srgbClr val="F3F3F3"/>
          </a:solidFill>
          <a:ln cap="flat" cmpd="sng" w="9525">
            <a:solidFill>
              <a:srgbClr val="F3F3F3"/>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7" name="Google Shape;9547;p168"/>
          <p:cNvSpPr/>
          <p:nvPr/>
        </p:nvSpPr>
        <p:spPr>
          <a:xfrm>
            <a:off x="5271190" y="263250"/>
            <a:ext cx="1015200" cy="421200"/>
          </a:xfrm>
          <a:prstGeom prst="roundRect">
            <a:avLst>
              <a:gd fmla="val 17492" name="adj"/>
            </a:avLst>
          </a:prstGeom>
          <a:solidFill>
            <a:srgbClr val="000000"/>
          </a:solidFill>
          <a:ln cap="flat" cmpd="sng" w="9525">
            <a:solidFill>
              <a:srgbClr val="000000"/>
            </a:solidFill>
            <a:prstDash val="solid"/>
            <a:round/>
            <a:headEnd len="sm" w="sm" type="none"/>
            <a:tailEnd len="sm" w="sm" type="none"/>
          </a:ln>
        </p:spPr>
        <p:txBody>
          <a:bodyPr anchorCtr="0" anchor="ctr" bIns="0" lIns="0" spcFirstLastPara="1" rIns="0" wrap="square" tIns="0">
            <a:noAutofit/>
          </a:bodyPr>
          <a:lstStyle/>
          <a:p>
            <a:pPr indent="0" lvl="0" marL="0" rtl="0" algn="ctr">
              <a:spcBef>
                <a:spcPts val="0"/>
              </a:spcBef>
              <a:spcAft>
                <a:spcPts val="0"/>
              </a:spcAft>
              <a:buNone/>
            </a:pPr>
            <a:r>
              <a:rPr b="1" lang="es-419" sz="1200">
                <a:solidFill>
                  <a:srgbClr val="FFFFFF"/>
                </a:solidFill>
              </a:rPr>
              <a:t>Casos de Uso Negocio</a:t>
            </a:r>
            <a:endParaRPr b="1" sz="1200">
              <a:solidFill>
                <a:srgbClr val="FFFFFF"/>
              </a:solidFill>
            </a:endParaRPr>
          </a:p>
        </p:txBody>
      </p:sp>
      <p:cxnSp>
        <p:nvCxnSpPr>
          <p:cNvPr id="9548" name="Google Shape;9548;p168"/>
          <p:cNvCxnSpPr/>
          <p:nvPr/>
        </p:nvCxnSpPr>
        <p:spPr>
          <a:xfrm>
            <a:off x="6394306" y="164100"/>
            <a:ext cx="0" cy="6511800"/>
          </a:xfrm>
          <a:prstGeom prst="straightConnector1">
            <a:avLst/>
          </a:prstGeom>
          <a:noFill/>
          <a:ln cap="flat" cmpd="sng" w="28575">
            <a:solidFill>
              <a:srgbClr val="B7B7B7"/>
            </a:solidFill>
            <a:prstDash val="dash"/>
            <a:round/>
            <a:headEnd len="med" w="med" type="none"/>
            <a:tailEnd len="med" w="med" type="none"/>
          </a:ln>
        </p:spPr>
      </p:cxnSp>
      <p:sp>
        <p:nvSpPr>
          <p:cNvPr id="9549" name="Google Shape;9549;p168"/>
          <p:cNvSpPr/>
          <p:nvPr/>
        </p:nvSpPr>
        <p:spPr>
          <a:xfrm>
            <a:off x="6553252" y="822275"/>
            <a:ext cx="1622100" cy="5770500"/>
          </a:xfrm>
          <a:prstGeom prst="roundRect">
            <a:avLst>
              <a:gd fmla="val 6584" name="adj"/>
            </a:avLst>
          </a:prstGeom>
          <a:solidFill>
            <a:srgbClr val="F3F3F3"/>
          </a:solidFill>
          <a:ln cap="flat" cmpd="sng" w="9525">
            <a:solidFill>
              <a:srgbClr val="F3F3F3"/>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0" name="Google Shape;9550;p168"/>
          <p:cNvSpPr/>
          <p:nvPr/>
        </p:nvSpPr>
        <p:spPr>
          <a:xfrm>
            <a:off x="6535844" y="263250"/>
            <a:ext cx="3323100" cy="421200"/>
          </a:xfrm>
          <a:prstGeom prst="roundRect">
            <a:avLst>
              <a:gd fmla="val 17492" name="adj"/>
            </a:avLst>
          </a:prstGeom>
          <a:solidFill>
            <a:srgbClr val="000000"/>
          </a:solidFill>
          <a:ln cap="flat" cmpd="sng" w="9525">
            <a:solidFill>
              <a:srgbClr val="000000"/>
            </a:solidFill>
            <a:prstDash val="solid"/>
            <a:round/>
            <a:headEnd len="sm" w="sm" type="none"/>
            <a:tailEnd len="sm" w="sm" type="none"/>
          </a:ln>
        </p:spPr>
        <p:txBody>
          <a:bodyPr anchorCtr="0" anchor="ctr" bIns="0" lIns="0" spcFirstLastPara="1" rIns="0" wrap="square" tIns="0">
            <a:noAutofit/>
          </a:bodyPr>
          <a:lstStyle/>
          <a:p>
            <a:pPr indent="0" lvl="0" marL="0" rtl="0" algn="ctr">
              <a:spcBef>
                <a:spcPts val="0"/>
              </a:spcBef>
              <a:spcAft>
                <a:spcPts val="0"/>
              </a:spcAft>
              <a:buNone/>
            </a:pPr>
            <a:r>
              <a:rPr b="1" lang="es-419" sz="1200">
                <a:solidFill>
                  <a:srgbClr val="FFFFFF"/>
                </a:solidFill>
              </a:rPr>
              <a:t>Recorrido Cliente</a:t>
            </a:r>
            <a:endParaRPr b="1" sz="1200">
              <a:solidFill>
                <a:srgbClr val="FFFFFF"/>
              </a:solidFill>
            </a:endParaRPr>
          </a:p>
        </p:txBody>
      </p:sp>
      <p:grpSp>
        <p:nvGrpSpPr>
          <p:cNvPr id="9551" name="Google Shape;9551;p168"/>
          <p:cNvGrpSpPr/>
          <p:nvPr/>
        </p:nvGrpSpPr>
        <p:grpSpPr>
          <a:xfrm>
            <a:off x="439744" y="5220524"/>
            <a:ext cx="522688" cy="506718"/>
            <a:chOff x="2323550" y="2096250"/>
            <a:chExt cx="522688" cy="648475"/>
          </a:xfrm>
        </p:grpSpPr>
        <p:sp>
          <p:nvSpPr>
            <p:cNvPr id="9552" name="Google Shape;9552;p168"/>
            <p:cNvSpPr/>
            <p:nvPr/>
          </p:nvSpPr>
          <p:spPr>
            <a:xfrm>
              <a:off x="2323550" y="2096250"/>
              <a:ext cx="286500" cy="367500"/>
            </a:xfrm>
            <a:prstGeom prst="wedgeRoundRectCallout">
              <a:avLst>
                <a:gd fmla="val 36634" name="adj1"/>
                <a:gd fmla="val 77667" name="adj2"/>
                <a:gd fmla="val 0" name="adj3"/>
              </a:avLst>
            </a:prstGeom>
            <a:solidFill>
              <a:srgbClr val="CC0000">
                <a:alpha val="15320"/>
              </a:srgbClr>
            </a:solidFill>
            <a:ln cap="flat" cmpd="sng" w="9525">
              <a:solidFill>
                <a:srgbClr val="CC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3" name="Google Shape;9553;p168"/>
            <p:cNvSpPr/>
            <p:nvPr/>
          </p:nvSpPr>
          <p:spPr>
            <a:xfrm>
              <a:off x="2493738" y="2546725"/>
              <a:ext cx="352500" cy="198000"/>
            </a:xfrm>
            <a:prstGeom prst="roundRect">
              <a:avLst>
                <a:gd fmla="val 16667" name="adj"/>
              </a:avLst>
            </a:prstGeom>
            <a:solidFill>
              <a:srgbClr val="FFFFFF">
                <a:alpha val="77480"/>
              </a:srgbClr>
            </a:solidFill>
            <a:ln cap="flat" cmpd="sng" w="9525">
              <a:solidFill>
                <a:srgbClr val="CC0000"/>
              </a:solidFill>
              <a:prstDash val="solid"/>
              <a:round/>
              <a:headEnd len="sm" w="sm" type="none"/>
              <a:tailEnd len="sm" w="sm" type="none"/>
            </a:ln>
          </p:spPr>
          <p:txBody>
            <a:bodyPr anchorCtr="0" anchor="t" bIns="0" lIns="0" spcFirstLastPara="1" rIns="0" wrap="square" tIns="18000">
              <a:noAutofit/>
            </a:bodyPr>
            <a:lstStyle/>
            <a:p>
              <a:pPr indent="0" lvl="0" marL="0" rtl="0" algn="ctr">
                <a:spcBef>
                  <a:spcPts val="0"/>
                </a:spcBef>
                <a:spcAft>
                  <a:spcPts val="0"/>
                </a:spcAft>
                <a:buNone/>
              </a:pPr>
              <a:r>
                <a:rPr lang="es-419" sz="800"/>
                <a:t>&lt;...&gt;</a:t>
              </a:r>
              <a:endParaRPr sz="800"/>
            </a:p>
          </p:txBody>
        </p:sp>
      </p:grpSp>
      <p:sp>
        <p:nvSpPr>
          <p:cNvPr id="9554" name="Google Shape;9554;p168"/>
          <p:cNvSpPr/>
          <p:nvPr/>
        </p:nvSpPr>
        <p:spPr>
          <a:xfrm>
            <a:off x="565487" y="1864463"/>
            <a:ext cx="271200" cy="246000"/>
          </a:xfrm>
          <a:prstGeom prst="diamond">
            <a:avLst/>
          </a:prstGeom>
          <a:solidFill>
            <a:srgbClr val="FFFFCC"/>
          </a:solidFill>
          <a:ln cap="flat" cmpd="sng" w="9525">
            <a:solidFill>
              <a:srgbClr val="990033"/>
            </a:solidFill>
            <a:prstDash val="solid"/>
            <a:round/>
            <a:headEnd len="sm" w="sm" type="none"/>
            <a:tailEnd len="sm" w="sm" type="none"/>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None/>
            </a:pPr>
            <a:r>
              <a:t/>
            </a:r>
            <a:endParaRPr sz="900"/>
          </a:p>
        </p:txBody>
      </p:sp>
      <p:cxnSp>
        <p:nvCxnSpPr>
          <p:cNvPr id="9555" name="Google Shape;9555;p168"/>
          <p:cNvCxnSpPr/>
          <p:nvPr/>
        </p:nvCxnSpPr>
        <p:spPr>
          <a:xfrm flipH="1">
            <a:off x="574787" y="3841874"/>
            <a:ext cx="252600" cy="107700"/>
          </a:xfrm>
          <a:prstGeom prst="bentConnector3">
            <a:avLst>
              <a:gd fmla="val 50000" name="adj1"/>
            </a:avLst>
          </a:prstGeom>
          <a:noFill/>
          <a:ln cap="flat" cmpd="sng" w="9525">
            <a:solidFill>
              <a:srgbClr val="595959"/>
            </a:solidFill>
            <a:prstDash val="dot"/>
            <a:round/>
            <a:headEnd len="med" w="med" type="none"/>
            <a:tailEnd len="med" w="med" type="stealth"/>
          </a:ln>
        </p:spPr>
      </p:cxnSp>
      <p:cxnSp>
        <p:nvCxnSpPr>
          <p:cNvPr id="9556" name="Google Shape;9556;p168"/>
          <p:cNvCxnSpPr/>
          <p:nvPr/>
        </p:nvCxnSpPr>
        <p:spPr>
          <a:xfrm flipH="1">
            <a:off x="589787" y="3525874"/>
            <a:ext cx="222600" cy="121500"/>
          </a:xfrm>
          <a:prstGeom prst="bentConnector3">
            <a:avLst>
              <a:gd fmla="val 48012" name="adj1"/>
            </a:avLst>
          </a:prstGeom>
          <a:noFill/>
          <a:ln cap="flat" cmpd="sng" w="9525">
            <a:solidFill>
              <a:srgbClr val="595959"/>
            </a:solidFill>
            <a:prstDash val="solid"/>
            <a:round/>
            <a:headEnd len="med" w="med" type="none"/>
            <a:tailEnd len="med" w="med" type="stealth"/>
          </a:ln>
        </p:spPr>
      </p:cxnSp>
      <p:pic>
        <p:nvPicPr>
          <p:cNvPr id="9557" name="Google Shape;9557;p168"/>
          <p:cNvPicPr preferRelativeResize="0"/>
          <p:nvPr/>
        </p:nvPicPr>
        <p:blipFill>
          <a:blip r:embed="rId2">
            <a:alphaModFix/>
          </a:blip>
          <a:stretch>
            <a:fillRect/>
          </a:stretch>
        </p:blipFill>
        <p:spPr>
          <a:xfrm>
            <a:off x="605987" y="4707874"/>
            <a:ext cx="190200" cy="190200"/>
          </a:xfrm>
          <a:prstGeom prst="rect">
            <a:avLst/>
          </a:prstGeom>
          <a:noFill/>
          <a:ln>
            <a:noFill/>
          </a:ln>
        </p:spPr>
      </p:pic>
      <p:pic>
        <p:nvPicPr>
          <p:cNvPr id="9558" name="Google Shape;9558;p168"/>
          <p:cNvPicPr preferRelativeResize="0"/>
          <p:nvPr/>
        </p:nvPicPr>
        <p:blipFill>
          <a:blip r:embed="rId3">
            <a:alphaModFix/>
          </a:blip>
          <a:stretch>
            <a:fillRect/>
          </a:stretch>
        </p:blipFill>
        <p:spPr>
          <a:xfrm>
            <a:off x="627737" y="4296483"/>
            <a:ext cx="146700" cy="146700"/>
          </a:xfrm>
          <a:prstGeom prst="rect">
            <a:avLst/>
          </a:prstGeom>
          <a:noFill/>
          <a:ln>
            <a:noFill/>
          </a:ln>
        </p:spPr>
      </p:pic>
      <p:grpSp>
        <p:nvGrpSpPr>
          <p:cNvPr id="9559" name="Google Shape;9559;p168"/>
          <p:cNvGrpSpPr/>
          <p:nvPr/>
        </p:nvGrpSpPr>
        <p:grpSpPr>
          <a:xfrm>
            <a:off x="521255" y="5985021"/>
            <a:ext cx="359665" cy="471743"/>
            <a:chOff x="168338" y="3891550"/>
            <a:chExt cx="359665" cy="471743"/>
          </a:xfrm>
        </p:grpSpPr>
        <p:cxnSp>
          <p:nvCxnSpPr>
            <p:cNvPr id="9560" name="Google Shape;9560;p168"/>
            <p:cNvCxnSpPr>
              <a:stCxn id="9561" idx="4"/>
            </p:cNvCxnSpPr>
            <p:nvPr/>
          </p:nvCxnSpPr>
          <p:spPr>
            <a:xfrm rot="5400000">
              <a:off x="125438" y="4164693"/>
              <a:ext cx="241500" cy="155700"/>
            </a:xfrm>
            <a:prstGeom prst="bentConnector3">
              <a:avLst>
                <a:gd fmla="val 50000" name="adj1"/>
              </a:avLst>
            </a:prstGeom>
            <a:noFill/>
            <a:ln cap="flat" cmpd="sng" w="9525">
              <a:solidFill>
                <a:srgbClr val="990033"/>
              </a:solidFill>
              <a:prstDash val="dash"/>
              <a:round/>
              <a:headEnd len="sm" w="sm" type="none"/>
              <a:tailEnd len="sm" w="sm" type="none"/>
            </a:ln>
          </p:spPr>
        </p:cxnSp>
        <p:sp>
          <p:nvSpPr>
            <p:cNvPr id="9561" name="Google Shape;9561;p168"/>
            <p:cNvSpPr/>
            <p:nvPr/>
          </p:nvSpPr>
          <p:spPr>
            <a:xfrm>
              <a:off x="241503" y="3891550"/>
              <a:ext cx="286500" cy="192000"/>
            </a:xfrm>
            <a:prstGeom prst="wedgeRectCallout">
              <a:avLst>
                <a:gd fmla="val -21192" name="adj1"/>
                <a:gd fmla="val 69918" name="adj2"/>
              </a:avLst>
            </a:prstGeom>
            <a:solidFill>
              <a:srgbClr val="FFFFCC"/>
            </a:solidFill>
            <a:ln cap="flat" cmpd="sng" w="9525">
              <a:solidFill>
                <a:srgbClr val="990033"/>
              </a:solidFill>
              <a:prstDash val="solid"/>
              <a:round/>
              <a:headEnd len="sm" w="sm" type="none"/>
              <a:tailEnd len="sm" w="sm" type="none"/>
            </a:ln>
          </p:spPr>
          <p:txBody>
            <a:bodyPr anchorCtr="0" anchor="b" bIns="0" lIns="0" spcFirstLastPara="1" rIns="0" wrap="square" tIns="18000">
              <a:noAutofit/>
            </a:bodyPr>
            <a:lstStyle/>
            <a:p>
              <a:pPr indent="0" lvl="0" marL="0" rtl="0" algn="ctr">
                <a:spcBef>
                  <a:spcPts val="0"/>
                </a:spcBef>
                <a:spcAft>
                  <a:spcPts val="0"/>
                </a:spcAft>
                <a:buNone/>
              </a:pPr>
              <a:r>
                <a:rPr lang="es-419" sz="700"/>
                <a:t>&lt;...&gt;</a:t>
              </a:r>
              <a:endParaRPr sz="700"/>
            </a:p>
          </p:txBody>
        </p:sp>
      </p:grpSp>
      <p:grpSp>
        <p:nvGrpSpPr>
          <p:cNvPr id="9562" name="Google Shape;9562;p168"/>
          <p:cNvGrpSpPr/>
          <p:nvPr/>
        </p:nvGrpSpPr>
        <p:grpSpPr>
          <a:xfrm>
            <a:off x="508037" y="3125199"/>
            <a:ext cx="386100" cy="299575"/>
            <a:chOff x="-1238876" y="2158050"/>
            <a:chExt cx="386100" cy="299575"/>
          </a:xfrm>
        </p:grpSpPr>
        <p:cxnSp>
          <p:nvCxnSpPr>
            <p:cNvPr id="9563" name="Google Shape;9563;p168"/>
            <p:cNvCxnSpPr/>
            <p:nvPr/>
          </p:nvCxnSpPr>
          <p:spPr>
            <a:xfrm flipH="1">
              <a:off x="-1221379" y="2158050"/>
              <a:ext cx="268800" cy="152100"/>
            </a:xfrm>
            <a:prstGeom prst="bentConnector3">
              <a:avLst>
                <a:gd fmla="val 50000" name="adj1"/>
              </a:avLst>
            </a:prstGeom>
            <a:noFill/>
            <a:ln cap="flat" cmpd="sng" w="9525">
              <a:solidFill>
                <a:srgbClr val="595959"/>
              </a:solidFill>
              <a:prstDash val="solid"/>
              <a:round/>
              <a:headEnd len="med" w="med" type="none"/>
              <a:tailEnd len="med" w="med" type="stealth"/>
            </a:ln>
          </p:spPr>
        </p:cxnSp>
        <p:sp>
          <p:nvSpPr>
            <p:cNvPr id="9564" name="Google Shape;9564;p168"/>
            <p:cNvSpPr txBox="1"/>
            <p:nvPr/>
          </p:nvSpPr>
          <p:spPr>
            <a:xfrm>
              <a:off x="-1238876" y="2333725"/>
              <a:ext cx="386100" cy="123900"/>
            </a:xfrm>
            <a:prstGeom prst="rect">
              <a:avLst/>
            </a:prstGeom>
            <a:noFill/>
            <a:ln>
              <a:noFill/>
            </a:ln>
          </p:spPr>
          <p:txBody>
            <a:bodyPr anchorCtr="0" anchor="t" bIns="0" lIns="0" spcFirstLastPara="1" rIns="0" wrap="square" tIns="0">
              <a:noAutofit/>
            </a:bodyPr>
            <a:lstStyle/>
            <a:p>
              <a:pPr indent="0" lvl="0" marL="0" rtl="0" algn="l">
                <a:spcBef>
                  <a:spcPts val="0"/>
                </a:spcBef>
                <a:spcAft>
                  <a:spcPts val="0"/>
                </a:spcAft>
                <a:buNone/>
              </a:pPr>
              <a:r>
                <a:rPr lang="es-419" sz="700"/>
                <a:t>&lt;..&gt;</a:t>
              </a:r>
              <a:endParaRPr sz="700"/>
            </a:p>
          </p:txBody>
        </p:sp>
      </p:grpSp>
      <p:grpSp>
        <p:nvGrpSpPr>
          <p:cNvPr id="9565" name="Google Shape;9565;p168"/>
          <p:cNvGrpSpPr/>
          <p:nvPr/>
        </p:nvGrpSpPr>
        <p:grpSpPr>
          <a:xfrm>
            <a:off x="1797453" y="5931843"/>
            <a:ext cx="359665" cy="471743"/>
            <a:chOff x="168338" y="3891550"/>
            <a:chExt cx="359665" cy="471743"/>
          </a:xfrm>
        </p:grpSpPr>
        <p:cxnSp>
          <p:nvCxnSpPr>
            <p:cNvPr id="9566" name="Google Shape;9566;p168"/>
            <p:cNvCxnSpPr>
              <a:stCxn id="9567" idx="4"/>
            </p:cNvCxnSpPr>
            <p:nvPr/>
          </p:nvCxnSpPr>
          <p:spPr>
            <a:xfrm rot="5400000">
              <a:off x="125438" y="4164693"/>
              <a:ext cx="241500" cy="155700"/>
            </a:xfrm>
            <a:prstGeom prst="bentConnector3">
              <a:avLst>
                <a:gd fmla="val 50000" name="adj1"/>
              </a:avLst>
            </a:prstGeom>
            <a:noFill/>
            <a:ln cap="flat" cmpd="sng" w="9525">
              <a:solidFill>
                <a:srgbClr val="990033"/>
              </a:solidFill>
              <a:prstDash val="dash"/>
              <a:round/>
              <a:headEnd len="sm" w="sm" type="none"/>
              <a:tailEnd len="sm" w="sm" type="none"/>
            </a:ln>
          </p:spPr>
        </p:cxnSp>
        <p:sp>
          <p:nvSpPr>
            <p:cNvPr id="9567" name="Google Shape;9567;p168"/>
            <p:cNvSpPr/>
            <p:nvPr/>
          </p:nvSpPr>
          <p:spPr>
            <a:xfrm>
              <a:off x="241503" y="3891550"/>
              <a:ext cx="286500" cy="192000"/>
            </a:xfrm>
            <a:prstGeom prst="wedgeRectCallout">
              <a:avLst>
                <a:gd fmla="val -21192" name="adj1"/>
                <a:gd fmla="val 69918" name="adj2"/>
              </a:avLst>
            </a:prstGeom>
            <a:solidFill>
              <a:srgbClr val="FFFFCC"/>
            </a:solidFill>
            <a:ln cap="flat" cmpd="sng" w="9525">
              <a:solidFill>
                <a:srgbClr val="990033"/>
              </a:solidFill>
              <a:prstDash val="solid"/>
              <a:round/>
              <a:headEnd len="sm" w="sm" type="none"/>
              <a:tailEnd len="sm" w="sm" type="none"/>
            </a:ln>
          </p:spPr>
          <p:txBody>
            <a:bodyPr anchorCtr="0" anchor="b" bIns="0" lIns="0" spcFirstLastPara="1" rIns="0" wrap="square" tIns="18000">
              <a:noAutofit/>
            </a:bodyPr>
            <a:lstStyle/>
            <a:p>
              <a:pPr indent="0" lvl="0" marL="0" rtl="0" algn="ctr">
                <a:spcBef>
                  <a:spcPts val="0"/>
                </a:spcBef>
                <a:spcAft>
                  <a:spcPts val="0"/>
                </a:spcAft>
                <a:buNone/>
              </a:pPr>
              <a:r>
                <a:rPr lang="es-419" sz="700"/>
                <a:t>&lt;...&gt;</a:t>
              </a:r>
              <a:endParaRPr sz="700"/>
            </a:p>
          </p:txBody>
        </p:sp>
      </p:grpSp>
      <p:grpSp>
        <p:nvGrpSpPr>
          <p:cNvPr id="9568" name="Google Shape;9568;p168"/>
          <p:cNvGrpSpPr/>
          <p:nvPr/>
        </p:nvGrpSpPr>
        <p:grpSpPr>
          <a:xfrm>
            <a:off x="1715942" y="5107581"/>
            <a:ext cx="522688" cy="506718"/>
            <a:chOff x="2323550" y="2096250"/>
            <a:chExt cx="522688" cy="648475"/>
          </a:xfrm>
        </p:grpSpPr>
        <p:sp>
          <p:nvSpPr>
            <p:cNvPr id="9569" name="Google Shape;9569;p168"/>
            <p:cNvSpPr/>
            <p:nvPr/>
          </p:nvSpPr>
          <p:spPr>
            <a:xfrm>
              <a:off x="2323550" y="2096250"/>
              <a:ext cx="286500" cy="367500"/>
            </a:xfrm>
            <a:prstGeom prst="wedgeRoundRectCallout">
              <a:avLst>
                <a:gd fmla="val 36634" name="adj1"/>
                <a:gd fmla="val 77667" name="adj2"/>
                <a:gd fmla="val 0" name="adj3"/>
              </a:avLst>
            </a:prstGeom>
            <a:solidFill>
              <a:srgbClr val="CC0000">
                <a:alpha val="15320"/>
              </a:srgbClr>
            </a:solidFill>
            <a:ln cap="flat" cmpd="sng" w="9525">
              <a:solidFill>
                <a:srgbClr val="CC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0" name="Google Shape;9570;p168"/>
            <p:cNvSpPr/>
            <p:nvPr/>
          </p:nvSpPr>
          <p:spPr>
            <a:xfrm>
              <a:off x="2493738" y="2546725"/>
              <a:ext cx="352500" cy="198000"/>
            </a:xfrm>
            <a:prstGeom prst="roundRect">
              <a:avLst>
                <a:gd fmla="val 16667" name="adj"/>
              </a:avLst>
            </a:prstGeom>
            <a:solidFill>
              <a:srgbClr val="FFFFFF">
                <a:alpha val="77480"/>
              </a:srgbClr>
            </a:solidFill>
            <a:ln cap="flat" cmpd="sng" w="9525">
              <a:solidFill>
                <a:srgbClr val="CC0000"/>
              </a:solidFill>
              <a:prstDash val="solid"/>
              <a:round/>
              <a:headEnd len="sm" w="sm" type="none"/>
              <a:tailEnd len="sm" w="sm" type="none"/>
            </a:ln>
          </p:spPr>
          <p:txBody>
            <a:bodyPr anchorCtr="0" anchor="t" bIns="0" lIns="0" spcFirstLastPara="1" rIns="0" wrap="square" tIns="18000">
              <a:noAutofit/>
            </a:bodyPr>
            <a:lstStyle/>
            <a:p>
              <a:pPr indent="0" lvl="0" marL="0" rtl="0" algn="ctr">
                <a:spcBef>
                  <a:spcPts val="0"/>
                </a:spcBef>
                <a:spcAft>
                  <a:spcPts val="0"/>
                </a:spcAft>
                <a:buNone/>
              </a:pPr>
              <a:r>
                <a:rPr lang="es-419" sz="800"/>
                <a:t>&lt;...&gt;</a:t>
              </a:r>
              <a:endParaRPr sz="800"/>
            </a:p>
          </p:txBody>
        </p:sp>
      </p:grpSp>
      <p:grpSp>
        <p:nvGrpSpPr>
          <p:cNvPr id="9571" name="Google Shape;9571;p168"/>
          <p:cNvGrpSpPr/>
          <p:nvPr/>
        </p:nvGrpSpPr>
        <p:grpSpPr>
          <a:xfrm>
            <a:off x="1521285" y="941489"/>
            <a:ext cx="912000" cy="781950"/>
            <a:chOff x="53700" y="449100"/>
            <a:chExt cx="912000" cy="781950"/>
          </a:xfrm>
        </p:grpSpPr>
        <p:pic>
          <p:nvPicPr>
            <p:cNvPr id="9572" name="Google Shape;9572;p168"/>
            <p:cNvPicPr preferRelativeResize="0"/>
            <p:nvPr/>
          </p:nvPicPr>
          <p:blipFill>
            <a:blip r:embed="rId4">
              <a:alphaModFix/>
            </a:blip>
            <a:stretch>
              <a:fillRect/>
            </a:stretch>
          </p:blipFill>
          <p:spPr>
            <a:xfrm>
              <a:off x="282101" y="449103"/>
              <a:ext cx="451796" cy="545996"/>
            </a:xfrm>
            <a:prstGeom prst="rect">
              <a:avLst/>
            </a:prstGeom>
            <a:noFill/>
            <a:ln>
              <a:noFill/>
            </a:ln>
          </p:spPr>
        </p:pic>
        <p:sp>
          <p:nvSpPr>
            <p:cNvPr id="9573" name="Google Shape;9573;p168"/>
            <p:cNvSpPr txBox="1"/>
            <p:nvPr/>
          </p:nvSpPr>
          <p:spPr>
            <a:xfrm>
              <a:off x="282100" y="723325"/>
              <a:ext cx="420600" cy="2781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
          <p:nvSpPr>
            <p:cNvPr id="9574" name="Google Shape;9574;p168"/>
            <p:cNvSpPr txBox="1"/>
            <p:nvPr/>
          </p:nvSpPr>
          <p:spPr>
            <a:xfrm>
              <a:off x="294850" y="449100"/>
              <a:ext cx="420600" cy="2781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
          <p:nvSpPr>
            <p:cNvPr id="9575" name="Google Shape;9575;p168"/>
            <p:cNvSpPr txBox="1"/>
            <p:nvPr/>
          </p:nvSpPr>
          <p:spPr>
            <a:xfrm>
              <a:off x="53700" y="994950"/>
              <a:ext cx="912000" cy="236100"/>
            </a:xfrm>
            <a:prstGeom prst="rect">
              <a:avLst/>
            </a:prstGeom>
            <a:noFill/>
            <a:ln>
              <a:noFill/>
            </a:ln>
          </p:spPr>
          <p:txBody>
            <a:bodyPr anchorCtr="0" anchor="ctr" bIns="0" lIns="0" spcFirstLastPara="1" rIns="0" wrap="square" tIns="0">
              <a:noAutofit/>
            </a:bodyPr>
            <a:lstStyle/>
            <a:p>
              <a:pPr indent="0" lvl="0" marL="0" rtl="0" algn="ctr">
                <a:lnSpc>
                  <a:spcPct val="100000"/>
                </a:lnSpc>
                <a:spcBef>
                  <a:spcPts val="0"/>
                </a:spcBef>
                <a:spcAft>
                  <a:spcPts val="0"/>
                </a:spcAft>
                <a:buNone/>
              </a:pPr>
              <a:r>
                <a:rPr lang="es-419" sz="800"/>
                <a:t>&lt;..&gt;</a:t>
              </a:r>
              <a:endParaRPr sz="800"/>
            </a:p>
          </p:txBody>
        </p:sp>
      </p:grpSp>
      <p:grpSp>
        <p:nvGrpSpPr>
          <p:cNvPr id="9576" name="Google Shape;9576;p168"/>
          <p:cNvGrpSpPr/>
          <p:nvPr/>
        </p:nvGrpSpPr>
        <p:grpSpPr>
          <a:xfrm>
            <a:off x="1774698" y="3766902"/>
            <a:ext cx="405174" cy="394810"/>
            <a:chOff x="282076" y="1560764"/>
            <a:chExt cx="405174" cy="394810"/>
          </a:xfrm>
        </p:grpSpPr>
        <p:cxnSp>
          <p:nvCxnSpPr>
            <p:cNvPr id="9577" name="Google Shape;9577;p168"/>
            <p:cNvCxnSpPr/>
            <p:nvPr/>
          </p:nvCxnSpPr>
          <p:spPr>
            <a:xfrm flipH="1">
              <a:off x="289450" y="1670950"/>
              <a:ext cx="397800" cy="155100"/>
            </a:xfrm>
            <a:prstGeom prst="bentConnector3">
              <a:avLst>
                <a:gd fmla="val 50000" name="adj1"/>
              </a:avLst>
            </a:prstGeom>
            <a:noFill/>
            <a:ln cap="flat" cmpd="sng" w="19050">
              <a:solidFill>
                <a:srgbClr val="595959"/>
              </a:solidFill>
              <a:prstDash val="solid"/>
              <a:round/>
              <a:headEnd len="med" w="med" type="none"/>
              <a:tailEnd len="med" w="med" type="none"/>
            </a:ln>
          </p:spPr>
        </p:cxnSp>
        <p:sp>
          <p:nvSpPr>
            <p:cNvPr id="9578" name="Google Shape;9578;p168"/>
            <p:cNvSpPr txBox="1"/>
            <p:nvPr/>
          </p:nvSpPr>
          <p:spPr>
            <a:xfrm>
              <a:off x="282076" y="1831674"/>
              <a:ext cx="359700" cy="123900"/>
            </a:xfrm>
            <a:prstGeom prst="rect">
              <a:avLst/>
            </a:prstGeom>
            <a:noFill/>
            <a:ln>
              <a:noFill/>
            </a:ln>
          </p:spPr>
          <p:txBody>
            <a:bodyPr anchorCtr="0" anchor="t" bIns="0" lIns="0" spcFirstLastPara="1" rIns="0" wrap="square" tIns="0">
              <a:noAutofit/>
            </a:bodyPr>
            <a:lstStyle/>
            <a:p>
              <a:pPr indent="0" lvl="0" marL="0" rtl="0" algn="l">
                <a:spcBef>
                  <a:spcPts val="0"/>
                </a:spcBef>
                <a:spcAft>
                  <a:spcPts val="0"/>
                </a:spcAft>
                <a:buNone/>
              </a:pPr>
              <a:r>
                <a:rPr lang="es-419" sz="700"/>
                <a:t>[n] &lt;...&gt;</a:t>
              </a:r>
              <a:endParaRPr sz="700"/>
            </a:p>
          </p:txBody>
        </p:sp>
        <p:sp>
          <p:nvSpPr>
            <p:cNvPr id="9579" name="Google Shape;9579;p168"/>
            <p:cNvSpPr txBox="1"/>
            <p:nvPr/>
          </p:nvSpPr>
          <p:spPr>
            <a:xfrm>
              <a:off x="308499" y="1560764"/>
              <a:ext cx="359700" cy="111300"/>
            </a:xfrm>
            <a:prstGeom prst="rect">
              <a:avLst/>
            </a:prstGeom>
            <a:noFill/>
            <a:ln>
              <a:noFill/>
            </a:ln>
          </p:spPr>
          <p:txBody>
            <a:bodyPr anchorCtr="0" anchor="t" bIns="0" lIns="0" spcFirstLastPara="1" rIns="0" wrap="square" tIns="0">
              <a:noAutofit/>
            </a:bodyPr>
            <a:lstStyle/>
            <a:p>
              <a:pPr indent="0" lvl="0" marL="0" marR="0" rtl="0" algn="l">
                <a:lnSpc>
                  <a:spcPct val="100000"/>
                </a:lnSpc>
                <a:spcBef>
                  <a:spcPts val="0"/>
                </a:spcBef>
                <a:spcAft>
                  <a:spcPts val="0"/>
                </a:spcAft>
                <a:buNone/>
              </a:pPr>
              <a:r>
                <a:rPr lang="es-419" sz="700"/>
                <a:t>[1] &lt;...&gt;</a:t>
              </a:r>
              <a:endParaRPr sz="700"/>
            </a:p>
          </p:txBody>
        </p:sp>
      </p:grpSp>
      <p:cxnSp>
        <p:nvCxnSpPr>
          <p:cNvPr id="9580" name="Google Shape;9580;p168"/>
          <p:cNvCxnSpPr/>
          <p:nvPr/>
        </p:nvCxnSpPr>
        <p:spPr>
          <a:xfrm flipH="1" rot="10800000">
            <a:off x="1815585" y="4563581"/>
            <a:ext cx="323400" cy="148200"/>
          </a:xfrm>
          <a:prstGeom prst="bentConnector3">
            <a:avLst>
              <a:gd fmla="val 50000" name="adj1"/>
            </a:avLst>
          </a:prstGeom>
          <a:noFill/>
          <a:ln cap="flat" cmpd="sng" w="19050">
            <a:solidFill>
              <a:srgbClr val="595959"/>
            </a:solidFill>
            <a:prstDash val="solid"/>
            <a:round/>
            <a:headEnd len="med" w="med" type="none"/>
            <a:tailEnd len="med" w="med" type="triangle"/>
          </a:ln>
        </p:spPr>
      </p:cxnSp>
      <p:grpSp>
        <p:nvGrpSpPr>
          <p:cNvPr id="9581" name="Google Shape;9581;p168"/>
          <p:cNvGrpSpPr/>
          <p:nvPr/>
        </p:nvGrpSpPr>
        <p:grpSpPr>
          <a:xfrm>
            <a:off x="1422435" y="1951159"/>
            <a:ext cx="1109700" cy="702700"/>
            <a:chOff x="2659850" y="966500"/>
            <a:chExt cx="1109700" cy="702700"/>
          </a:xfrm>
        </p:grpSpPr>
        <p:pic>
          <p:nvPicPr>
            <p:cNvPr id="9582" name="Google Shape;9582;p168"/>
            <p:cNvPicPr preferRelativeResize="0"/>
            <p:nvPr/>
          </p:nvPicPr>
          <p:blipFill rotWithShape="1">
            <a:blip r:embed="rId5">
              <a:alphaModFix/>
            </a:blip>
            <a:srcRect b="2700" l="0" r="0" t="1201"/>
            <a:stretch/>
          </p:blipFill>
          <p:spPr>
            <a:xfrm>
              <a:off x="3000800" y="966500"/>
              <a:ext cx="434250" cy="412850"/>
            </a:xfrm>
            <a:prstGeom prst="rect">
              <a:avLst/>
            </a:prstGeom>
            <a:noFill/>
            <a:ln>
              <a:noFill/>
            </a:ln>
          </p:spPr>
        </p:pic>
        <p:sp>
          <p:nvSpPr>
            <p:cNvPr id="9583" name="Google Shape;9583;p168"/>
            <p:cNvSpPr txBox="1"/>
            <p:nvPr/>
          </p:nvSpPr>
          <p:spPr>
            <a:xfrm>
              <a:off x="2659850" y="1384500"/>
              <a:ext cx="1109700" cy="2847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0"/>
                </a:spcAft>
                <a:buNone/>
              </a:pPr>
              <a:r>
                <a:rPr lang="es-419" sz="800"/>
                <a:t>&lt;...&gt;</a:t>
              </a:r>
              <a:endParaRPr sz="800"/>
            </a:p>
          </p:txBody>
        </p:sp>
        <p:sp>
          <p:nvSpPr>
            <p:cNvPr id="9584" name="Google Shape;9584;p168"/>
            <p:cNvSpPr txBox="1"/>
            <p:nvPr/>
          </p:nvSpPr>
          <p:spPr>
            <a:xfrm>
              <a:off x="3036600" y="970050"/>
              <a:ext cx="351000" cy="2067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
          <p:nvSpPr>
            <p:cNvPr id="9585" name="Google Shape;9585;p168"/>
            <p:cNvSpPr txBox="1"/>
            <p:nvPr/>
          </p:nvSpPr>
          <p:spPr>
            <a:xfrm>
              <a:off x="3036700" y="1176625"/>
              <a:ext cx="351000" cy="1935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86" name="Google Shape;9586;p168"/>
          <p:cNvGrpSpPr/>
          <p:nvPr/>
        </p:nvGrpSpPr>
        <p:grpSpPr>
          <a:xfrm>
            <a:off x="2986981" y="5214914"/>
            <a:ext cx="522688" cy="506718"/>
            <a:chOff x="2323550" y="2096250"/>
            <a:chExt cx="522688" cy="648475"/>
          </a:xfrm>
        </p:grpSpPr>
        <p:sp>
          <p:nvSpPr>
            <p:cNvPr id="9587" name="Google Shape;9587;p168"/>
            <p:cNvSpPr/>
            <p:nvPr/>
          </p:nvSpPr>
          <p:spPr>
            <a:xfrm>
              <a:off x="2323550" y="2096250"/>
              <a:ext cx="286500" cy="367500"/>
            </a:xfrm>
            <a:prstGeom prst="wedgeRoundRectCallout">
              <a:avLst>
                <a:gd fmla="val 36634" name="adj1"/>
                <a:gd fmla="val 77667" name="adj2"/>
                <a:gd fmla="val 0" name="adj3"/>
              </a:avLst>
            </a:prstGeom>
            <a:solidFill>
              <a:srgbClr val="CC0000">
                <a:alpha val="15320"/>
              </a:srgbClr>
            </a:solidFill>
            <a:ln cap="flat" cmpd="sng" w="9525">
              <a:solidFill>
                <a:srgbClr val="CC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8" name="Google Shape;9588;p168"/>
            <p:cNvSpPr/>
            <p:nvPr/>
          </p:nvSpPr>
          <p:spPr>
            <a:xfrm>
              <a:off x="2493738" y="2546725"/>
              <a:ext cx="352500" cy="198000"/>
            </a:xfrm>
            <a:prstGeom prst="roundRect">
              <a:avLst>
                <a:gd fmla="val 16667" name="adj"/>
              </a:avLst>
            </a:prstGeom>
            <a:solidFill>
              <a:srgbClr val="FFFFFF">
                <a:alpha val="77480"/>
              </a:srgbClr>
            </a:solidFill>
            <a:ln cap="flat" cmpd="sng" w="9525">
              <a:solidFill>
                <a:srgbClr val="CC0000"/>
              </a:solidFill>
              <a:prstDash val="solid"/>
              <a:round/>
              <a:headEnd len="sm" w="sm" type="none"/>
              <a:tailEnd len="sm" w="sm" type="none"/>
            </a:ln>
          </p:spPr>
          <p:txBody>
            <a:bodyPr anchorCtr="0" anchor="t" bIns="0" lIns="0" spcFirstLastPara="1" rIns="0" wrap="square" tIns="18000">
              <a:noAutofit/>
            </a:bodyPr>
            <a:lstStyle/>
            <a:p>
              <a:pPr indent="0" lvl="0" marL="0" rtl="0" algn="ctr">
                <a:spcBef>
                  <a:spcPts val="0"/>
                </a:spcBef>
                <a:spcAft>
                  <a:spcPts val="0"/>
                </a:spcAft>
                <a:buNone/>
              </a:pPr>
              <a:r>
                <a:rPr lang="es-419" sz="800"/>
                <a:t>&lt;...&gt;</a:t>
              </a:r>
              <a:endParaRPr sz="800"/>
            </a:p>
          </p:txBody>
        </p:sp>
      </p:grpSp>
      <p:cxnSp>
        <p:nvCxnSpPr>
          <p:cNvPr id="9589" name="Google Shape;9589;p168"/>
          <p:cNvCxnSpPr/>
          <p:nvPr/>
        </p:nvCxnSpPr>
        <p:spPr>
          <a:xfrm flipH="1" rot="10800000">
            <a:off x="3086625" y="3487563"/>
            <a:ext cx="323400" cy="148200"/>
          </a:xfrm>
          <a:prstGeom prst="bentConnector3">
            <a:avLst>
              <a:gd fmla="val 50000" name="adj1"/>
            </a:avLst>
          </a:prstGeom>
          <a:noFill/>
          <a:ln cap="flat" cmpd="sng" w="19050">
            <a:solidFill>
              <a:srgbClr val="595959"/>
            </a:solidFill>
            <a:prstDash val="solid"/>
            <a:round/>
            <a:headEnd len="med" w="med" type="none"/>
            <a:tailEnd len="med" w="med" type="triangle"/>
          </a:ln>
        </p:spPr>
      </p:cxnSp>
      <p:grpSp>
        <p:nvGrpSpPr>
          <p:cNvPr id="9590" name="Google Shape;9590;p168"/>
          <p:cNvGrpSpPr/>
          <p:nvPr/>
        </p:nvGrpSpPr>
        <p:grpSpPr>
          <a:xfrm>
            <a:off x="3068492" y="4231076"/>
            <a:ext cx="359665" cy="471743"/>
            <a:chOff x="168338" y="3891550"/>
            <a:chExt cx="359665" cy="471743"/>
          </a:xfrm>
        </p:grpSpPr>
        <p:cxnSp>
          <p:nvCxnSpPr>
            <p:cNvPr id="9591" name="Google Shape;9591;p168"/>
            <p:cNvCxnSpPr>
              <a:stCxn id="9592" idx="4"/>
            </p:cNvCxnSpPr>
            <p:nvPr/>
          </p:nvCxnSpPr>
          <p:spPr>
            <a:xfrm rot="5400000">
              <a:off x="125438" y="4164693"/>
              <a:ext cx="241500" cy="155700"/>
            </a:xfrm>
            <a:prstGeom prst="bentConnector3">
              <a:avLst>
                <a:gd fmla="val 50000" name="adj1"/>
              </a:avLst>
            </a:prstGeom>
            <a:noFill/>
            <a:ln cap="flat" cmpd="sng" w="9525">
              <a:solidFill>
                <a:srgbClr val="990033"/>
              </a:solidFill>
              <a:prstDash val="dash"/>
              <a:round/>
              <a:headEnd len="sm" w="sm" type="none"/>
              <a:tailEnd len="sm" w="sm" type="none"/>
            </a:ln>
          </p:spPr>
        </p:cxnSp>
        <p:sp>
          <p:nvSpPr>
            <p:cNvPr id="9592" name="Google Shape;9592;p168"/>
            <p:cNvSpPr/>
            <p:nvPr/>
          </p:nvSpPr>
          <p:spPr>
            <a:xfrm>
              <a:off x="241503" y="3891550"/>
              <a:ext cx="286500" cy="192000"/>
            </a:xfrm>
            <a:prstGeom prst="wedgeRectCallout">
              <a:avLst>
                <a:gd fmla="val -21192" name="adj1"/>
                <a:gd fmla="val 69918" name="adj2"/>
              </a:avLst>
            </a:prstGeom>
            <a:solidFill>
              <a:srgbClr val="FFFFCC"/>
            </a:solidFill>
            <a:ln cap="flat" cmpd="sng" w="9525">
              <a:solidFill>
                <a:srgbClr val="990033"/>
              </a:solidFill>
              <a:prstDash val="solid"/>
              <a:round/>
              <a:headEnd len="sm" w="sm" type="none"/>
              <a:tailEnd len="sm" w="sm" type="none"/>
            </a:ln>
          </p:spPr>
          <p:txBody>
            <a:bodyPr anchorCtr="0" anchor="b" bIns="0" lIns="0" spcFirstLastPara="1" rIns="0" wrap="square" tIns="18000">
              <a:noAutofit/>
            </a:bodyPr>
            <a:lstStyle/>
            <a:p>
              <a:pPr indent="0" lvl="0" marL="0" rtl="0" algn="ctr">
                <a:spcBef>
                  <a:spcPts val="0"/>
                </a:spcBef>
                <a:spcAft>
                  <a:spcPts val="0"/>
                </a:spcAft>
                <a:buNone/>
              </a:pPr>
              <a:r>
                <a:rPr lang="es-419" sz="700"/>
                <a:t>&lt;...&gt;</a:t>
              </a:r>
              <a:endParaRPr sz="700"/>
            </a:p>
          </p:txBody>
        </p:sp>
      </p:grpSp>
      <p:grpSp>
        <p:nvGrpSpPr>
          <p:cNvPr id="9593" name="Google Shape;9593;p168"/>
          <p:cNvGrpSpPr/>
          <p:nvPr/>
        </p:nvGrpSpPr>
        <p:grpSpPr>
          <a:xfrm>
            <a:off x="3045738" y="2656139"/>
            <a:ext cx="405174" cy="394810"/>
            <a:chOff x="282076" y="1560764"/>
            <a:chExt cx="405174" cy="394810"/>
          </a:xfrm>
        </p:grpSpPr>
        <p:cxnSp>
          <p:nvCxnSpPr>
            <p:cNvPr id="9594" name="Google Shape;9594;p168"/>
            <p:cNvCxnSpPr/>
            <p:nvPr/>
          </p:nvCxnSpPr>
          <p:spPr>
            <a:xfrm flipH="1">
              <a:off x="289450" y="1670950"/>
              <a:ext cx="397800" cy="155100"/>
            </a:xfrm>
            <a:prstGeom prst="bentConnector3">
              <a:avLst>
                <a:gd fmla="val 50000" name="adj1"/>
              </a:avLst>
            </a:prstGeom>
            <a:noFill/>
            <a:ln cap="flat" cmpd="sng" w="19050">
              <a:solidFill>
                <a:srgbClr val="595959"/>
              </a:solidFill>
              <a:prstDash val="solid"/>
              <a:round/>
              <a:headEnd len="med" w="med" type="none"/>
              <a:tailEnd len="med" w="med" type="none"/>
            </a:ln>
          </p:spPr>
        </p:cxnSp>
        <p:sp>
          <p:nvSpPr>
            <p:cNvPr id="9595" name="Google Shape;9595;p168"/>
            <p:cNvSpPr txBox="1"/>
            <p:nvPr/>
          </p:nvSpPr>
          <p:spPr>
            <a:xfrm>
              <a:off x="282076" y="1831674"/>
              <a:ext cx="359700" cy="123900"/>
            </a:xfrm>
            <a:prstGeom prst="rect">
              <a:avLst/>
            </a:prstGeom>
            <a:noFill/>
            <a:ln>
              <a:noFill/>
            </a:ln>
          </p:spPr>
          <p:txBody>
            <a:bodyPr anchorCtr="0" anchor="t" bIns="0" lIns="0" spcFirstLastPara="1" rIns="0" wrap="square" tIns="0">
              <a:noAutofit/>
            </a:bodyPr>
            <a:lstStyle/>
            <a:p>
              <a:pPr indent="0" lvl="0" marL="0" rtl="0" algn="l">
                <a:spcBef>
                  <a:spcPts val="0"/>
                </a:spcBef>
                <a:spcAft>
                  <a:spcPts val="0"/>
                </a:spcAft>
                <a:buNone/>
              </a:pPr>
              <a:r>
                <a:rPr lang="es-419" sz="700"/>
                <a:t>[n] &lt;...&gt;</a:t>
              </a:r>
              <a:endParaRPr sz="700"/>
            </a:p>
          </p:txBody>
        </p:sp>
        <p:sp>
          <p:nvSpPr>
            <p:cNvPr id="9596" name="Google Shape;9596;p168"/>
            <p:cNvSpPr txBox="1"/>
            <p:nvPr/>
          </p:nvSpPr>
          <p:spPr>
            <a:xfrm>
              <a:off x="308499" y="1560764"/>
              <a:ext cx="359700" cy="111300"/>
            </a:xfrm>
            <a:prstGeom prst="rect">
              <a:avLst/>
            </a:prstGeom>
            <a:noFill/>
            <a:ln>
              <a:noFill/>
            </a:ln>
          </p:spPr>
          <p:txBody>
            <a:bodyPr anchorCtr="0" anchor="t" bIns="0" lIns="0" spcFirstLastPara="1" rIns="0" wrap="square" tIns="0">
              <a:noAutofit/>
            </a:bodyPr>
            <a:lstStyle/>
            <a:p>
              <a:pPr indent="0" lvl="0" marL="0" marR="0" rtl="0" algn="l">
                <a:lnSpc>
                  <a:spcPct val="100000"/>
                </a:lnSpc>
                <a:spcBef>
                  <a:spcPts val="0"/>
                </a:spcBef>
                <a:spcAft>
                  <a:spcPts val="0"/>
                </a:spcAft>
                <a:buNone/>
              </a:pPr>
              <a:r>
                <a:rPr lang="es-419" sz="700"/>
                <a:t>[1] &lt;...&gt;</a:t>
              </a:r>
              <a:endParaRPr sz="700"/>
            </a:p>
          </p:txBody>
        </p:sp>
      </p:grpSp>
      <p:grpSp>
        <p:nvGrpSpPr>
          <p:cNvPr id="9597" name="Google Shape;9597;p168"/>
          <p:cNvGrpSpPr/>
          <p:nvPr/>
        </p:nvGrpSpPr>
        <p:grpSpPr>
          <a:xfrm>
            <a:off x="4003943" y="2181750"/>
            <a:ext cx="1030800" cy="574313"/>
            <a:chOff x="2166675" y="1113275"/>
            <a:chExt cx="1030800" cy="574313"/>
          </a:xfrm>
        </p:grpSpPr>
        <p:pic>
          <p:nvPicPr>
            <p:cNvPr id="9598" name="Google Shape;9598;p168"/>
            <p:cNvPicPr preferRelativeResize="0"/>
            <p:nvPr/>
          </p:nvPicPr>
          <p:blipFill>
            <a:blip r:embed="rId6">
              <a:alphaModFix/>
            </a:blip>
            <a:stretch>
              <a:fillRect/>
            </a:stretch>
          </p:blipFill>
          <p:spPr>
            <a:xfrm>
              <a:off x="2445938" y="1113275"/>
              <a:ext cx="472264" cy="249625"/>
            </a:xfrm>
            <a:prstGeom prst="rect">
              <a:avLst/>
            </a:prstGeom>
            <a:noFill/>
            <a:ln>
              <a:noFill/>
            </a:ln>
          </p:spPr>
        </p:pic>
        <p:sp>
          <p:nvSpPr>
            <p:cNvPr id="9599" name="Google Shape;9599;p168"/>
            <p:cNvSpPr txBox="1"/>
            <p:nvPr/>
          </p:nvSpPr>
          <p:spPr>
            <a:xfrm>
              <a:off x="2479675" y="1128725"/>
              <a:ext cx="407100" cy="981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
          <p:nvSpPr>
            <p:cNvPr id="9600" name="Google Shape;9600;p168"/>
            <p:cNvSpPr txBox="1"/>
            <p:nvPr/>
          </p:nvSpPr>
          <p:spPr>
            <a:xfrm>
              <a:off x="2479675" y="1245900"/>
              <a:ext cx="407100" cy="981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
          <p:nvSpPr>
            <p:cNvPr id="9601" name="Google Shape;9601;p168"/>
            <p:cNvSpPr txBox="1"/>
            <p:nvPr/>
          </p:nvSpPr>
          <p:spPr>
            <a:xfrm>
              <a:off x="2166675" y="1394188"/>
              <a:ext cx="1030800" cy="2934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lang="es-419" sz="800"/>
                <a:t>&lt;..&gt;</a:t>
              </a:r>
              <a:endParaRPr sz="800"/>
            </a:p>
          </p:txBody>
        </p:sp>
      </p:grpSp>
      <p:grpSp>
        <p:nvGrpSpPr>
          <p:cNvPr id="9602" name="Google Shape;9602;p168"/>
          <p:cNvGrpSpPr/>
          <p:nvPr/>
        </p:nvGrpSpPr>
        <p:grpSpPr>
          <a:xfrm>
            <a:off x="4257999" y="4990363"/>
            <a:ext cx="522688" cy="506718"/>
            <a:chOff x="2323550" y="2096250"/>
            <a:chExt cx="522688" cy="648475"/>
          </a:xfrm>
        </p:grpSpPr>
        <p:sp>
          <p:nvSpPr>
            <p:cNvPr id="9603" name="Google Shape;9603;p168"/>
            <p:cNvSpPr/>
            <p:nvPr/>
          </p:nvSpPr>
          <p:spPr>
            <a:xfrm>
              <a:off x="2323550" y="2096250"/>
              <a:ext cx="286500" cy="367500"/>
            </a:xfrm>
            <a:prstGeom prst="wedgeRoundRectCallout">
              <a:avLst>
                <a:gd fmla="val 36634" name="adj1"/>
                <a:gd fmla="val 77667" name="adj2"/>
                <a:gd fmla="val 0" name="adj3"/>
              </a:avLst>
            </a:prstGeom>
            <a:solidFill>
              <a:srgbClr val="CC0000">
                <a:alpha val="15320"/>
              </a:srgbClr>
            </a:solidFill>
            <a:ln cap="flat" cmpd="sng" w="9525">
              <a:solidFill>
                <a:srgbClr val="CC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4" name="Google Shape;9604;p168"/>
            <p:cNvSpPr/>
            <p:nvPr/>
          </p:nvSpPr>
          <p:spPr>
            <a:xfrm>
              <a:off x="2493738" y="2546725"/>
              <a:ext cx="352500" cy="198000"/>
            </a:xfrm>
            <a:prstGeom prst="roundRect">
              <a:avLst>
                <a:gd fmla="val 16667" name="adj"/>
              </a:avLst>
            </a:prstGeom>
            <a:solidFill>
              <a:srgbClr val="FFFFFF">
                <a:alpha val="77480"/>
              </a:srgbClr>
            </a:solidFill>
            <a:ln cap="flat" cmpd="sng" w="9525">
              <a:solidFill>
                <a:srgbClr val="CC0000"/>
              </a:solidFill>
              <a:prstDash val="solid"/>
              <a:round/>
              <a:headEnd len="sm" w="sm" type="none"/>
              <a:tailEnd len="sm" w="sm" type="none"/>
            </a:ln>
          </p:spPr>
          <p:txBody>
            <a:bodyPr anchorCtr="0" anchor="t" bIns="0" lIns="0" spcFirstLastPara="1" rIns="0" wrap="square" tIns="18000">
              <a:noAutofit/>
            </a:bodyPr>
            <a:lstStyle/>
            <a:p>
              <a:pPr indent="0" lvl="0" marL="0" rtl="0" algn="ctr">
                <a:spcBef>
                  <a:spcPts val="0"/>
                </a:spcBef>
                <a:spcAft>
                  <a:spcPts val="0"/>
                </a:spcAft>
                <a:buNone/>
              </a:pPr>
              <a:r>
                <a:rPr lang="es-419" sz="800"/>
                <a:t>&lt;...&gt;</a:t>
              </a:r>
              <a:endParaRPr sz="800"/>
            </a:p>
          </p:txBody>
        </p:sp>
      </p:grpSp>
      <p:grpSp>
        <p:nvGrpSpPr>
          <p:cNvPr id="9605" name="Google Shape;9605;p168"/>
          <p:cNvGrpSpPr/>
          <p:nvPr/>
        </p:nvGrpSpPr>
        <p:grpSpPr>
          <a:xfrm>
            <a:off x="4258043" y="3028863"/>
            <a:ext cx="522600" cy="249625"/>
            <a:chOff x="140438" y="2815488"/>
            <a:chExt cx="522600" cy="249625"/>
          </a:xfrm>
        </p:grpSpPr>
        <p:cxnSp>
          <p:nvCxnSpPr>
            <p:cNvPr id="9606" name="Google Shape;9606;p168"/>
            <p:cNvCxnSpPr/>
            <p:nvPr/>
          </p:nvCxnSpPr>
          <p:spPr>
            <a:xfrm flipH="1">
              <a:off x="203437" y="2815488"/>
              <a:ext cx="396600" cy="157800"/>
            </a:xfrm>
            <a:prstGeom prst="straightConnector1">
              <a:avLst/>
            </a:prstGeom>
            <a:noFill/>
            <a:ln cap="flat" cmpd="sng" w="9525">
              <a:solidFill>
                <a:srgbClr val="990033"/>
              </a:solidFill>
              <a:prstDash val="dot"/>
              <a:round/>
              <a:headEnd len="med" w="med" type="none"/>
              <a:tailEnd len="med" w="med" type="stealth"/>
            </a:ln>
          </p:spPr>
        </p:cxnSp>
        <p:sp>
          <p:nvSpPr>
            <p:cNvPr id="9607" name="Google Shape;9607;p168"/>
            <p:cNvSpPr txBox="1"/>
            <p:nvPr/>
          </p:nvSpPr>
          <p:spPr>
            <a:xfrm>
              <a:off x="140438" y="2941213"/>
              <a:ext cx="522600" cy="1239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0"/>
                </a:spcAft>
                <a:buNone/>
              </a:pPr>
              <a:r>
                <a:rPr lang="es-419" sz="700"/>
                <a:t>&lt;&lt;include&gt;&gt;</a:t>
              </a:r>
              <a:endParaRPr sz="700"/>
            </a:p>
          </p:txBody>
        </p:sp>
      </p:grpSp>
      <p:cxnSp>
        <p:nvCxnSpPr>
          <p:cNvPr id="9608" name="Google Shape;9608;p168"/>
          <p:cNvCxnSpPr/>
          <p:nvPr/>
        </p:nvCxnSpPr>
        <p:spPr>
          <a:xfrm flipH="1">
            <a:off x="4357643" y="4378150"/>
            <a:ext cx="323400" cy="121200"/>
          </a:xfrm>
          <a:prstGeom prst="bentConnector3">
            <a:avLst>
              <a:gd fmla="val 50000" name="adj1"/>
            </a:avLst>
          </a:prstGeom>
          <a:noFill/>
          <a:ln cap="flat" cmpd="sng" w="9525">
            <a:solidFill>
              <a:srgbClr val="990033"/>
            </a:solidFill>
            <a:prstDash val="solid"/>
            <a:round/>
            <a:headEnd len="med" w="med" type="none"/>
            <a:tailEnd len="med" w="med" type="stealth"/>
          </a:ln>
        </p:spPr>
      </p:cxnSp>
      <p:grpSp>
        <p:nvGrpSpPr>
          <p:cNvPr id="9609" name="Google Shape;9609;p168"/>
          <p:cNvGrpSpPr/>
          <p:nvPr/>
        </p:nvGrpSpPr>
        <p:grpSpPr>
          <a:xfrm>
            <a:off x="4339511" y="5835700"/>
            <a:ext cx="359665" cy="471743"/>
            <a:chOff x="168338" y="3891550"/>
            <a:chExt cx="359665" cy="471743"/>
          </a:xfrm>
        </p:grpSpPr>
        <p:cxnSp>
          <p:nvCxnSpPr>
            <p:cNvPr id="9610" name="Google Shape;9610;p168"/>
            <p:cNvCxnSpPr>
              <a:stCxn id="9611" idx="4"/>
            </p:cNvCxnSpPr>
            <p:nvPr/>
          </p:nvCxnSpPr>
          <p:spPr>
            <a:xfrm rot="5400000">
              <a:off x="125438" y="4164693"/>
              <a:ext cx="241500" cy="155700"/>
            </a:xfrm>
            <a:prstGeom prst="bentConnector3">
              <a:avLst>
                <a:gd fmla="val 50000" name="adj1"/>
              </a:avLst>
            </a:prstGeom>
            <a:noFill/>
            <a:ln cap="flat" cmpd="sng" w="9525">
              <a:solidFill>
                <a:srgbClr val="990033"/>
              </a:solidFill>
              <a:prstDash val="dash"/>
              <a:round/>
              <a:headEnd len="sm" w="sm" type="none"/>
              <a:tailEnd len="sm" w="sm" type="none"/>
            </a:ln>
          </p:spPr>
        </p:cxnSp>
        <p:sp>
          <p:nvSpPr>
            <p:cNvPr id="9611" name="Google Shape;9611;p168"/>
            <p:cNvSpPr/>
            <p:nvPr/>
          </p:nvSpPr>
          <p:spPr>
            <a:xfrm>
              <a:off x="241503" y="3891550"/>
              <a:ext cx="286500" cy="192000"/>
            </a:xfrm>
            <a:prstGeom prst="wedgeRectCallout">
              <a:avLst>
                <a:gd fmla="val -21192" name="adj1"/>
                <a:gd fmla="val 69918" name="adj2"/>
              </a:avLst>
            </a:prstGeom>
            <a:solidFill>
              <a:srgbClr val="FFFFCC"/>
            </a:solidFill>
            <a:ln cap="flat" cmpd="sng" w="9525">
              <a:solidFill>
                <a:srgbClr val="990033"/>
              </a:solidFill>
              <a:prstDash val="solid"/>
              <a:round/>
              <a:headEnd len="sm" w="sm" type="none"/>
              <a:tailEnd len="sm" w="sm" type="none"/>
            </a:ln>
          </p:spPr>
          <p:txBody>
            <a:bodyPr anchorCtr="0" anchor="b" bIns="0" lIns="0" spcFirstLastPara="1" rIns="0" wrap="square" tIns="18000">
              <a:noAutofit/>
            </a:bodyPr>
            <a:lstStyle/>
            <a:p>
              <a:pPr indent="0" lvl="0" marL="0" rtl="0" algn="ctr">
                <a:spcBef>
                  <a:spcPts val="0"/>
                </a:spcBef>
                <a:spcAft>
                  <a:spcPts val="0"/>
                </a:spcAft>
                <a:buNone/>
              </a:pPr>
              <a:r>
                <a:rPr lang="es-419" sz="700"/>
                <a:t>&lt;...&gt;</a:t>
              </a:r>
              <a:endParaRPr sz="700"/>
            </a:p>
          </p:txBody>
        </p:sp>
      </p:grpSp>
      <p:grpSp>
        <p:nvGrpSpPr>
          <p:cNvPr id="9612" name="Google Shape;9612;p168"/>
          <p:cNvGrpSpPr/>
          <p:nvPr/>
        </p:nvGrpSpPr>
        <p:grpSpPr>
          <a:xfrm>
            <a:off x="4063343" y="1177500"/>
            <a:ext cx="912000" cy="715400"/>
            <a:chOff x="1163975" y="697425"/>
            <a:chExt cx="912000" cy="715400"/>
          </a:xfrm>
        </p:grpSpPr>
        <p:pic>
          <p:nvPicPr>
            <p:cNvPr id="9613" name="Google Shape;9613;p168"/>
            <p:cNvPicPr preferRelativeResize="0"/>
            <p:nvPr/>
          </p:nvPicPr>
          <p:blipFill>
            <a:blip r:embed="rId7">
              <a:alphaModFix/>
            </a:blip>
            <a:stretch>
              <a:fillRect/>
            </a:stretch>
          </p:blipFill>
          <p:spPr>
            <a:xfrm>
              <a:off x="1443763" y="697425"/>
              <a:ext cx="352425" cy="485775"/>
            </a:xfrm>
            <a:prstGeom prst="rect">
              <a:avLst/>
            </a:prstGeom>
            <a:noFill/>
            <a:ln>
              <a:noFill/>
            </a:ln>
          </p:spPr>
        </p:pic>
        <p:sp>
          <p:nvSpPr>
            <p:cNvPr id="9614" name="Google Shape;9614;p168"/>
            <p:cNvSpPr txBox="1"/>
            <p:nvPr/>
          </p:nvSpPr>
          <p:spPr>
            <a:xfrm>
              <a:off x="1441625" y="697425"/>
              <a:ext cx="369300" cy="2496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
          <p:nvSpPr>
            <p:cNvPr id="9615" name="Google Shape;9615;p168"/>
            <p:cNvSpPr txBox="1"/>
            <p:nvPr/>
          </p:nvSpPr>
          <p:spPr>
            <a:xfrm>
              <a:off x="1443775" y="947100"/>
              <a:ext cx="369300" cy="2361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
          <p:nvSpPr>
            <p:cNvPr id="9616" name="Google Shape;9616;p168"/>
            <p:cNvSpPr txBox="1"/>
            <p:nvPr/>
          </p:nvSpPr>
          <p:spPr>
            <a:xfrm>
              <a:off x="1163975" y="1176725"/>
              <a:ext cx="912000" cy="236100"/>
            </a:xfrm>
            <a:prstGeom prst="rect">
              <a:avLst/>
            </a:prstGeom>
            <a:noFill/>
            <a:ln>
              <a:noFill/>
            </a:ln>
          </p:spPr>
          <p:txBody>
            <a:bodyPr anchorCtr="0" anchor="ctr" bIns="0" lIns="0" spcFirstLastPara="1" rIns="0" wrap="square" tIns="0">
              <a:noAutofit/>
            </a:bodyPr>
            <a:lstStyle/>
            <a:p>
              <a:pPr indent="0" lvl="0" marL="0" rtl="0" algn="ctr">
                <a:lnSpc>
                  <a:spcPct val="100000"/>
                </a:lnSpc>
                <a:spcBef>
                  <a:spcPts val="0"/>
                </a:spcBef>
                <a:spcAft>
                  <a:spcPts val="0"/>
                </a:spcAft>
                <a:buNone/>
              </a:pPr>
              <a:r>
                <a:rPr lang="es-419" sz="800"/>
                <a:t>&lt;..&gt;</a:t>
              </a:r>
              <a:endParaRPr sz="800"/>
            </a:p>
          </p:txBody>
        </p:sp>
      </p:grpSp>
      <p:grpSp>
        <p:nvGrpSpPr>
          <p:cNvPr id="9617" name="Google Shape;9617;p168"/>
          <p:cNvGrpSpPr/>
          <p:nvPr/>
        </p:nvGrpSpPr>
        <p:grpSpPr>
          <a:xfrm>
            <a:off x="4258043" y="3627488"/>
            <a:ext cx="522600" cy="247062"/>
            <a:chOff x="1761200" y="2490188"/>
            <a:chExt cx="522600" cy="247062"/>
          </a:xfrm>
        </p:grpSpPr>
        <p:cxnSp>
          <p:nvCxnSpPr>
            <p:cNvPr id="9618" name="Google Shape;9618;p168"/>
            <p:cNvCxnSpPr/>
            <p:nvPr/>
          </p:nvCxnSpPr>
          <p:spPr>
            <a:xfrm flipH="1">
              <a:off x="1852463" y="2490188"/>
              <a:ext cx="396600" cy="157800"/>
            </a:xfrm>
            <a:prstGeom prst="straightConnector1">
              <a:avLst/>
            </a:prstGeom>
            <a:noFill/>
            <a:ln cap="flat" cmpd="sng" w="9525">
              <a:solidFill>
                <a:srgbClr val="990033"/>
              </a:solidFill>
              <a:prstDash val="dot"/>
              <a:round/>
              <a:headEnd len="med" w="med" type="none"/>
              <a:tailEnd len="med" w="med" type="stealth"/>
            </a:ln>
          </p:spPr>
        </p:cxnSp>
        <p:sp>
          <p:nvSpPr>
            <p:cNvPr id="9619" name="Google Shape;9619;p168"/>
            <p:cNvSpPr txBox="1"/>
            <p:nvPr/>
          </p:nvSpPr>
          <p:spPr>
            <a:xfrm>
              <a:off x="1761200" y="2613350"/>
              <a:ext cx="522600" cy="1239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0"/>
                </a:spcAft>
                <a:buNone/>
              </a:pPr>
              <a:r>
                <a:rPr lang="es-419" sz="700"/>
                <a:t>&lt;&lt;extend&gt;&gt;</a:t>
              </a:r>
              <a:endParaRPr sz="700"/>
            </a:p>
          </p:txBody>
        </p:sp>
      </p:grpSp>
      <p:grpSp>
        <p:nvGrpSpPr>
          <p:cNvPr id="9620" name="Google Shape;9620;p168"/>
          <p:cNvGrpSpPr/>
          <p:nvPr/>
        </p:nvGrpSpPr>
        <p:grpSpPr>
          <a:xfrm>
            <a:off x="5263390" y="1867587"/>
            <a:ext cx="1030800" cy="669274"/>
            <a:chOff x="1883075" y="3073176"/>
            <a:chExt cx="1030800" cy="669274"/>
          </a:xfrm>
        </p:grpSpPr>
        <p:pic>
          <p:nvPicPr>
            <p:cNvPr id="9621" name="Google Shape;9621;p168"/>
            <p:cNvPicPr preferRelativeResize="0"/>
            <p:nvPr/>
          </p:nvPicPr>
          <p:blipFill>
            <a:blip r:embed="rId8">
              <a:alphaModFix/>
            </a:blip>
            <a:stretch>
              <a:fillRect/>
            </a:stretch>
          </p:blipFill>
          <p:spPr>
            <a:xfrm>
              <a:off x="2104400" y="3073176"/>
              <a:ext cx="623100" cy="363350"/>
            </a:xfrm>
            <a:prstGeom prst="rect">
              <a:avLst/>
            </a:prstGeom>
            <a:noFill/>
            <a:ln>
              <a:noFill/>
            </a:ln>
          </p:spPr>
        </p:pic>
        <p:sp>
          <p:nvSpPr>
            <p:cNvPr id="9622" name="Google Shape;9622;p168"/>
            <p:cNvSpPr txBox="1"/>
            <p:nvPr/>
          </p:nvSpPr>
          <p:spPr>
            <a:xfrm>
              <a:off x="2140930" y="3087337"/>
              <a:ext cx="522600" cy="1563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
          <p:nvSpPr>
            <p:cNvPr id="9623" name="Google Shape;9623;p168"/>
            <p:cNvSpPr txBox="1"/>
            <p:nvPr/>
          </p:nvSpPr>
          <p:spPr>
            <a:xfrm>
              <a:off x="2140913" y="3239759"/>
              <a:ext cx="522600" cy="1563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
          <p:nvSpPr>
            <p:cNvPr id="9624" name="Google Shape;9624;p168"/>
            <p:cNvSpPr txBox="1"/>
            <p:nvPr/>
          </p:nvSpPr>
          <p:spPr>
            <a:xfrm>
              <a:off x="1883075" y="3449050"/>
              <a:ext cx="1030800" cy="2934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lang="es-419" sz="800"/>
                <a:t>&lt;..&gt;</a:t>
              </a:r>
              <a:endParaRPr sz="800"/>
            </a:p>
          </p:txBody>
        </p:sp>
      </p:grpSp>
      <p:grpSp>
        <p:nvGrpSpPr>
          <p:cNvPr id="9625" name="Google Shape;9625;p168"/>
          <p:cNvGrpSpPr/>
          <p:nvPr/>
        </p:nvGrpSpPr>
        <p:grpSpPr>
          <a:xfrm>
            <a:off x="5517446" y="4952751"/>
            <a:ext cx="522688" cy="506718"/>
            <a:chOff x="2323550" y="2096250"/>
            <a:chExt cx="522688" cy="648475"/>
          </a:xfrm>
        </p:grpSpPr>
        <p:sp>
          <p:nvSpPr>
            <p:cNvPr id="9626" name="Google Shape;9626;p168"/>
            <p:cNvSpPr/>
            <p:nvPr/>
          </p:nvSpPr>
          <p:spPr>
            <a:xfrm>
              <a:off x="2323550" y="2096250"/>
              <a:ext cx="286500" cy="367500"/>
            </a:xfrm>
            <a:prstGeom prst="wedgeRoundRectCallout">
              <a:avLst>
                <a:gd fmla="val 36634" name="adj1"/>
                <a:gd fmla="val 77667" name="adj2"/>
                <a:gd fmla="val 0" name="adj3"/>
              </a:avLst>
            </a:prstGeom>
            <a:solidFill>
              <a:srgbClr val="CC0000">
                <a:alpha val="15320"/>
              </a:srgbClr>
            </a:solidFill>
            <a:ln cap="flat" cmpd="sng" w="9525">
              <a:solidFill>
                <a:srgbClr val="CC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7" name="Google Shape;9627;p168"/>
            <p:cNvSpPr/>
            <p:nvPr/>
          </p:nvSpPr>
          <p:spPr>
            <a:xfrm>
              <a:off x="2493738" y="2546725"/>
              <a:ext cx="352500" cy="198000"/>
            </a:xfrm>
            <a:prstGeom prst="roundRect">
              <a:avLst>
                <a:gd fmla="val 16667" name="adj"/>
              </a:avLst>
            </a:prstGeom>
            <a:solidFill>
              <a:srgbClr val="FFFFFF">
                <a:alpha val="77480"/>
              </a:srgbClr>
            </a:solidFill>
            <a:ln cap="flat" cmpd="sng" w="9525">
              <a:solidFill>
                <a:srgbClr val="CC0000"/>
              </a:solidFill>
              <a:prstDash val="solid"/>
              <a:round/>
              <a:headEnd len="sm" w="sm" type="none"/>
              <a:tailEnd len="sm" w="sm" type="none"/>
            </a:ln>
          </p:spPr>
          <p:txBody>
            <a:bodyPr anchorCtr="0" anchor="t" bIns="0" lIns="0" spcFirstLastPara="1" rIns="0" wrap="square" tIns="18000">
              <a:noAutofit/>
            </a:bodyPr>
            <a:lstStyle/>
            <a:p>
              <a:pPr indent="0" lvl="0" marL="0" rtl="0" algn="ctr">
                <a:spcBef>
                  <a:spcPts val="0"/>
                </a:spcBef>
                <a:spcAft>
                  <a:spcPts val="0"/>
                </a:spcAft>
                <a:buNone/>
              </a:pPr>
              <a:r>
                <a:rPr lang="es-419" sz="800"/>
                <a:t>&lt;...&gt;</a:t>
              </a:r>
              <a:endParaRPr sz="800"/>
            </a:p>
          </p:txBody>
        </p:sp>
      </p:grpSp>
      <p:grpSp>
        <p:nvGrpSpPr>
          <p:cNvPr id="9628" name="Google Shape;9628;p168"/>
          <p:cNvGrpSpPr/>
          <p:nvPr/>
        </p:nvGrpSpPr>
        <p:grpSpPr>
          <a:xfrm>
            <a:off x="5322790" y="969363"/>
            <a:ext cx="912000" cy="781950"/>
            <a:chOff x="53700" y="449100"/>
            <a:chExt cx="912000" cy="781950"/>
          </a:xfrm>
        </p:grpSpPr>
        <p:pic>
          <p:nvPicPr>
            <p:cNvPr id="9629" name="Google Shape;9629;p168"/>
            <p:cNvPicPr preferRelativeResize="0"/>
            <p:nvPr/>
          </p:nvPicPr>
          <p:blipFill>
            <a:blip r:embed="rId4">
              <a:alphaModFix/>
            </a:blip>
            <a:stretch>
              <a:fillRect/>
            </a:stretch>
          </p:blipFill>
          <p:spPr>
            <a:xfrm>
              <a:off x="282101" y="449103"/>
              <a:ext cx="451796" cy="545996"/>
            </a:xfrm>
            <a:prstGeom prst="rect">
              <a:avLst/>
            </a:prstGeom>
            <a:noFill/>
            <a:ln>
              <a:noFill/>
            </a:ln>
          </p:spPr>
        </p:pic>
        <p:sp>
          <p:nvSpPr>
            <p:cNvPr id="9630" name="Google Shape;9630;p168"/>
            <p:cNvSpPr txBox="1"/>
            <p:nvPr/>
          </p:nvSpPr>
          <p:spPr>
            <a:xfrm>
              <a:off x="282100" y="723325"/>
              <a:ext cx="420600" cy="2781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
          <p:nvSpPr>
            <p:cNvPr id="9631" name="Google Shape;9631;p168"/>
            <p:cNvSpPr txBox="1"/>
            <p:nvPr/>
          </p:nvSpPr>
          <p:spPr>
            <a:xfrm>
              <a:off x="294850" y="449100"/>
              <a:ext cx="420600" cy="2781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
          <p:nvSpPr>
            <p:cNvPr id="9632" name="Google Shape;9632;p168"/>
            <p:cNvSpPr txBox="1"/>
            <p:nvPr/>
          </p:nvSpPr>
          <p:spPr>
            <a:xfrm>
              <a:off x="53700" y="994950"/>
              <a:ext cx="912000" cy="236100"/>
            </a:xfrm>
            <a:prstGeom prst="rect">
              <a:avLst/>
            </a:prstGeom>
            <a:noFill/>
            <a:ln>
              <a:noFill/>
            </a:ln>
          </p:spPr>
          <p:txBody>
            <a:bodyPr anchorCtr="0" anchor="ctr" bIns="0" lIns="0" spcFirstLastPara="1" rIns="0" wrap="square" tIns="0">
              <a:noAutofit/>
            </a:bodyPr>
            <a:lstStyle/>
            <a:p>
              <a:pPr indent="0" lvl="0" marL="0" rtl="0" algn="ctr">
                <a:lnSpc>
                  <a:spcPct val="100000"/>
                </a:lnSpc>
                <a:spcBef>
                  <a:spcPts val="0"/>
                </a:spcBef>
                <a:spcAft>
                  <a:spcPts val="0"/>
                </a:spcAft>
                <a:buNone/>
              </a:pPr>
              <a:r>
                <a:rPr lang="es-419" sz="800"/>
                <a:t>&lt;..&gt;</a:t>
              </a:r>
              <a:endParaRPr sz="800"/>
            </a:p>
          </p:txBody>
        </p:sp>
      </p:grpSp>
      <p:grpSp>
        <p:nvGrpSpPr>
          <p:cNvPr id="9633" name="Google Shape;9633;p168"/>
          <p:cNvGrpSpPr/>
          <p:nvPr/>
        </p:nvGrpSpPr>
        <p:grpSpPr>
          <a:xfrm>
            <a:off x="5517490" y="3267088"/>
            <a:ext cx="522600" cy="249625"/>
            <a:chOff x="140438" y="2815488"/>
            <a:chExt cx="522600" cy="249625"/>
          </a:xfrm>
        </p:grpSpPr>
        <p:cxnSp>
          <p:nvCxnSpPr>
            <p:cNvPr id="9634" name="Google Shape;9634;p168"/>
            <p:cNvCxnSpPr/>
            <p:nvPr/>
          </p:nvCxnSpPr>
          <p:spPr>
            <a:xfrm flipH="1">
              <a:off x="203437" y="2815488"/>
              <a:ext cx="396600" cy="157800"/>
            </a:xfrm>
            <a:prstGeom prst="straightConnector1">
              <a:avLst/>
            </a:prstGeom>
            <a:noFill/>
            <a:ln cap="flat" cmpd="sng" w="9525">
              <a:solidFill>
                <a:srgbClr val="990033"/>
              </a:solidFill>
              <a:prstDash val="dot"/>
              <a:round/>
              <a:headEnd len="med" w="med" type="none"/>
              <a:tailEnd len="med" w="med" type="stealth"/>
            </a:ln>
          </p:spPr>
        </p:cxnSp>
        <p:sp>
          <p:nvSpPr>
            <p:cNvPr id="9635" name="Google Shape;9635;p168"/>
            <p:cNvSpPr txBox="1"/>
            <p:nvPr/>
          </p:nvSpPr>
          <p:spPr>
            <a:xfrm>
              <a:off x="140438" y="2941213"/>
              <a:ext cx="522600" cy="1239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0"/>
                </a:spcAft>
                <a:buNone/>
              </a:pPr>
              <a:r>
                <a:rPr lang="es-419" sz="700"/>
                <a:t>&lt;&lt;include&gt;&gt;</a:t>
              </a:r>
              <a:endParaRPr sz="700"/>
            </a:p>
          </p:txBody>
        </p:sp>
      </p:grpSp>
      <p:grpSp>
        <p:nvGrpSpPr>
          <p:cNvPr id="9636" name="Google Shape;9636;p168"/>
          <p:cNvGrpSpPr/>
          <p:nvPr/>
        </p:nvGrpSpPr>
        <p:grpSpPr>
          <a:xfrm>
            <a:off x="5543590" y="3813964"/>
            <a:ext cx="470400" cy="247062"/>
            <a:chOff x="164377" y="2815488"/>
            <a:chExt cx="470400" cy="247062"/>
          </a:xfrm>
        </p:grpSpPr>
        <p:cxnSp>
          <p:nvCxnSpPr>
            <p:cNvPr id="9637" name="Google Shape;9637;p168"/>
            <p:cNvCxnSpPr/>
            <p:nvPr/>
          </p:nvCxnSpPr>
          <p:spPr>
            <a:xfrm flipH="1">
              <a:off x="203437" y="2815488"/>
              <a:ext cx="396600" cy="157800"/>
            </a:xfrm>
            <a:prstGeom prst="straightConnector1">
              <a:avLst/>
            </a:prstGeom>
            <a:noFill/>
            <a:ln cap="flat" cmpd="sng" w="9525">
              <a:solidFill>
                <a:srgbClr val="990033"/>
              </a:solidFill>
              <a:prstDash val="dot"/>
              <a:round/>
              <a:headEnd len="med" w="med" type="none"/>
              <a:tailEnd len="med" w="med" type="stealth"/>
            </a:ln>
          </p:spPr>
        </p:cxnSp>
        <p:sp>
          <p:nvSpPr>
            <p:cNvPr id="9638" name="Google Shape;9638;p168"/>
            <p:cNvSpPr txBox="1"/>
            <p:nvPr/>
          </p:nvSpPr>
          <p:spPr>
            <a:xfrm>
              <a:off x="164377" y="2938650"/>
              <a:ext cx="470400" cy="1239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0"/>
                </a:spcAft>
                <a:buNone/>
              </a:pPr>
              <a:r>
                <a:rPr lang="es-419" sz="700"/>
                <a:t>&lt;&lt;extend&gt;&gt;</a:t>
              </a:r>
              <a:endParaRPr sz="700"/>
            </a:p>
          </p:txBody>
        </p:sp>
      </p:grpSp>
      <p:cxnSp>
        <p:nvCxnSpPr>
          <p:cNvPr id="9639" name="Google Shape;9639;p168"/>
          <p:cNvCxnSpPr/>
          <p:nvPr/>
        </p:nvCxnSpPr>
        <p:spPr>
          <a:xfrm flipH="1">
            <a:off x="5617090" y="4492813"/>
            <a:ext cx="323400" cy="121200"/>
          </a:xfrm>
          <a:prstGeom prst="bentConnector3">
            <a:avLst>
              <a:gd fmla="val 50000" name="adj1"/>
            </a:avLst>
          </a:prstGeom>
          <a:noFill/>
          <a:ln cap="flat" cmpd="sng" w="9525">
            <a:solidFill>
              <a:srgbClr val="990033"/>
            </a:solidFill>
            <a:prstDash val="solid"/>
            <a:round/>
            <a:headEnd len="med" w="med" type="none"/>
            <a:tailEnd len="med" w="med" type="stealth"/>
          </a:ln>
        </p:spPr>
      </p:cxnSp>
      <p:grpSp>
        <p:nvGrpSpPr>
          <p:cNvPr id="9640" name="Google Shape;9640;p168"/>
          <p:cNvGrpSpPr/>
          <p:nvPr/>
        </p:nvGrpSpPr>
        <p:grpSpPr>
          <a:xfrm>
            <a:off x="5598957" y="5817938"/>
            <a:ext cx="359665" cy="471743"/>
            <a:chOff x="168338" y="3891550"/>
            <a:chExt cx="359665" cy="471743"/>
          </a:xfrm>
        </p:grpSpPr>
        <p:cxnSp>
          <p:nvCxnSpPr>
            <p:cNvPr id="9641" name="Google Shape;9641;p168"/>
            <p:cNvCxnSpPr>
              <a:stCxn id="9642" idx="4"/>
            </p:cNvCxnSpPr>
            <p:nvPr/>
          </p:nvCxnSpPr>
          <p:spPr>
            <a:xfrm rot="5400000">
              <a:off x="125438" y="4164693"/>
              <a:ext cx="241500" cy="155700"/>
            </a:xfrm>
            <a:prstGeom prst="bentConnector3">
              <a:avLst>
                <a:gd fmla="val 50000" name="adj1"/>
              </a:avLst>
            </a:prstGeom>
            <a:noFill/>
            <a:ln cap="flat" cmpd="sng" w="9525">
              <a:solidFill>
                <a:srgbClr val="990033"/>
              </a:solidFill>
              <a:prstDash val="dash"/>
              <a:round/>
              <a:headEnd len="sm" w="sm" type="none"/>
              <a:tailEnd len="sm" w="sm" type="none"/>
            </a:ln>
          </p:spPr>
        </p:cxnSp>
        <p:sp>
          <p:nvSpPr>
            <p:cNvPr id="9642" name="Google Shape;9642;p168"/>
            <p:cNvSpPr/>
            <p:nvPr/>
          </p:nvSpPr>
          <p:spPr>
            <a:xfrm>
              <a:off x="241503" y="3891550"/>
              <a:ext cx="286500" cy="192000"/>
            </a:xfrm>
            <a:prstGeom prst="wedgeRectCallout">
              <a:avLst>
                <a:gd fmla="val -21192" name="adj1"/>
                <a:gd fmla="val 69918" name="adj2"/>
              </a:avLst>
            </a:prstGeom>
            <a:solidFill>
              <a:srgbClr val="FFFFCC"/>
            </a:solidFill>
            <a:ln cap="flat" cmpd="sng" w="9525">
              <a:solidFill>
                <a:srgbClr val="990033"/>
              </a:solidFill>
              <a:prstDash val="solid"/>
              <a:round/>
              <a:headEnd len="sm" w="sm" type="none"/>
              <a:tailEnd len="sm" w="sm" type="none"/>
            </a:ln>
          </p:spPr>
          <p:txBody>
            <a:bodyPr anchorCtr="0" anchor="b" bIns="0" lIns="0" spcFirstLastPara="1" rIns="0" wrap="square" tIns="18000">
              <a:noAutofit/>
            </a:bodyPr>
            <a:lstStyle/>
            <a:p>
              <a:pPr indent="0" lvl="0" marL="0" rtl="0" algn="ctr">
                <a:spcBef>
                  <a:spcPts val="0"/>
                </a:spcBef>
                <a:spcAft>
                  <a:spcPts val="0"/>
                </a:spcAft>
                <a:buNone/>
              </a:pPr>
              <a:r>
                <a:rPr lang="es-419" sz="700"/>
                <a:t>&lt;...&gt;</a:t>
              </a:r>
              <a:endParaRPr sz="700"/>
            </a:p>
          </p:txBody>
        </p:sp>
      </p:grpSp>
      <p:grpSp>
        <p:nvGrpSpPr>
          <p:cNvPr id="9643" name="Google Shape;9643;p168"/>
          <p:cNvGrpSpPr/>
          <p:nvPr/>
        </p:nvGrpSpPr>
        <p:grpSpPr>
          <a:xfrm>
            <a:off x="5255890" y="2690413"/>
            <a:ext cx="1045800" cy="403950"/>
            <a:chOff x="4759275" y="563750"/>
            <a:chExt cx="1045800" cy="403950"/>
          </a:xfrm>
        </p:grpSpPr>
        <p:pic>
          <p:nvPicPr>
            <p:cNvPr id="9644" name="Google Shape;9644;p168"/>
            <p:cNvPicPr preferRelativeResize="0"/>
            <p:nvPr/>
          </p:nvPicPr>
          <p:blipFill>
            <a:blip r:embed="rId9">
              <a:alphaModFix/>
            </a:blip>
            <a:stretch>
              <a:fillRect/>
            </a:stretch>
          </p:blipFill>
          <p:spPr>
            <a:xfrm>
              <a:off x="5149072" y="569151"/>
              <a:ext cx="308271" cy="270600"/>
            </a:xfrm>
            <a:prstGeom prst="rect">
              <a:avLst/>
            </a:prstGeom>
            <a:noFill/>
            <a:ln>
              <a:noFill/>
            </a:ln>
          </p:spPr>
        </p:pic>
        <p:sp>
          <p:nvSpPr>
            <p:cNvPr id="9645" name="Google Shape;9645;p168"/>
            <p:cNvSpPr txBox="1"/>
            <p:nvPr/>
          </p:nvSpPr>
          <p:spPr>
            <a:xfrm>
              <a:off x="5143200" y="563750"/>
              <a:ext cx="253500" cy="1338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
          <p:nvSpPr>
            <p:cNvPr id="9646" name="Google Shape;9646;p168"/>
            <p:cNvSpPr txBox="1"/>
            <p:nvPr/>
          </p:nvSpPr>
          <p:spPr>
            <a:xfrm>
              <a:off x="5143175" y="697400"/>
              <a:ext cx="253500" cy="1266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
          <p:nvSpPr>
            <p:cNvPr id="9647" name="Google Shape;9647;p168"/>
            <p:cNvSpPr txBox="1"/>
            <p:nvPr/>
          </p:nvSpPr>
          <p:spPr>
            <a:xfrm>
              <a:off x="4759275" y="846500"/>
              <a:ext cx="1045800" cy="1212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i="1" lang="es-419" sz="800">
                  <a:solidFill>
                    <a:srgbClr val="B7B7B7"/>
                  </a:solidFill>
                </a:rPr>
                <a:t>&lt;...&gt;</a:t>
              </a:r>
              <a:endParaRPr i="1" sz="800">
                <a:solidFill>
                  <a:srgbClr val="B7B7B7"/>
                </a:solidFill>
              </a:endParaRPr>
            </a:p>
          </p:txBody>
        </p:sp>
      </p:grpSp>
      <p:grpSp>
        <p:nvGrpSpPr>
          <p:cNvPr id="9648" name="Google Shape;9648;p168"/>
          <p:cNvGrpSpPr/>
          <p:nvPr/>
        </p:nvGrpSpPr>
        <p:grpSpPr>
          <a:xfrm>
            <a:off x="193037" y="2223627"/>
            <a:ext cx="1016100" cy="648675"/>
            <a:chOff x="2711039" y="956525"/>
            <a:chExt cx="1016100" cy="648675"/>
          </a:xfrm>
        </p:grpSpPr>
        <p:sp>
          <p:nvSpPr>
            <p:cNvPr id="9649" name="Google Shape;9649;p168"/>
            <p:cNvSpPr/>
            <p:nvPr/>
          </p:nvSpPr>
          <p:spPr>
            <a:xfrm>
              <a:off x="3036100" y="959050"/>
              <a:ext cx="324900" cy="3069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0" name="Google Shape;9650;p168"/>
            <p:cNvSpPr txBox="1"/>
            <p:nvPr/>
          </p:nvSpPr>
          <p:spPr>
            <a:xfrm>
              <a:off x="2711039" y="1279275"/>
              <a:ext cx="1016100" cy="156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0"/>
                </a:spcAft>
                <a:buNone/>
              </a:pPr>
              <a:r>
                <a:rPr lang="es-419" sz="800"/>
                <a:t>&lt;...&gt;</a:t>
              </a:r>
              <a:endParaRPr sz="800"/>
            </a:p>
          </p:txBody>
        </p:sp>
        <p:sp>
          <p:nvSpPr>
            <p:cNvPr id="9651" name="Google Shape;9651;p168"/>
            <p:cNvSpPr txBox="1"/>
            <p:nvPr/>
          </p:nvSpPr>
          <p:spPr>
            <a:xfrm>
              <a:off x="2922239" y="1448900"/>
              <a:ext cx="593700" cy="156300"/>
            </a:xfrm>
            <a:prstGeom prst="rect">
              <a:avLst/>
            </a:prstGeom>
            <a:noFill/>
            <a:ln>
              <a:noFill/>
            </a:ln>
          </p:spPr>
          <p:txBody>
            <a:bodyPr anchorCtr="0" anchor="t" bIns="0" lIns="18000" spcFirstLastPara="1" rIns="0" wrap="square" tIns="18000">
              <a:noAutofit/>
            </a:bodyPr>
            <a:lstStyle/>
            <a:p>
              <a:pPr indent="0" lvl="0" marL="0" rtl="0" algn="l">
                <a:spcBef>
                  <a:spcPts val="0"/>
                </a:spcBef>
                <a:spcAft>
                  <a:spcPts val="0"/>
                </a:spcAft>
                <a:buNone/>
              </a:pPr>
              <a:r>
                <a:rPr lang="es-419" sz="700"/>
                <a:t>[Estado]</a:t>
              </a:r>
              <a:endParaRPr sz="700"/>
            </a:p>
          </p:txBody>
        </p:sp>
        <p:cxnSp>
          <p:nvCxnSpPr>
            <p:cNvPr id="9652" name="Google Shape;9652;p168"/>
            <p:cNvCxnSpPr/>
            <p:nvPr/>
          </p:nvCxnSpPr>
          <p:spPr>
            <a:xfrm>
              <a:off x="2959289" y="1434463"/>
              <a:ext cx="519600" cy="1800"/>
            </a:xfrm>
            <a:prstGeom prst="straightConnector1">
              <a:avLst/>
            </a:prstGeom>
            <a:noFill/>
            <a:ln cap="flat" cmpd="sng" w="9525">
              <a:solidFill>
                <a:srgbClr val="D9D9D9"/>
              </a:solidFill>
              <a:prstDash val="solid"/>
              <a:round/>
              <a:headEnd len="med" w="med" type="none"/>
              <a:tailEnd len="med" w="med" type="none"/>
            </a:ln>
          </p:spPr>
        </p:cxnSp>
        <p:sp>
          <p:nvSpPr>
            <p:cNvPr id="9653" name="Google Shape;9653;p168"/>
            <p:cNvSpPr txBox="1"/>
            <p:nvPr/>
          </p:nvSpPr>
          <p:spPr>
            <a:xfrm>
              <a:off x="3055750" y="956525"/>
              <a:ext cx="283500" cy="1563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
          <p:nvSpPr>
            <p:cNvPr id="9654" name="Google Shape;9654;p168"/>
            <p:cNvSpPr txBox="1"/>
            <p:nvPr/>
          </p:nvSpPr>
          <p:spPr>
            <a:xfrm>
              <a:off x="3055750" y="1108925"/>
              <a:ext cx="283500" cy="1563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pic>
          <p:nvPicPr>
            <p:cNvPr id="9655" name="Google Shape;9655;p168"/>
            <p:cNvPicPr preferRelativeResize="0"/>
            <p:nvPr/>
          </p:nvPicPr>
          <p:blipFill>
            <a:blip r:embed="rId10">
              <a:alphaModFix/>
            </a:blip>
            <a:stretch>
              <a:fillRect/>
            </a:stretch>
          </p:blipFill>
          <p:spPr>
            <a:xfrm>
              <a:off x="3025212" y="1016937"/>
              <a:ext cx="386100" cy="262357"/>
            </a:xfrm>
            <a:prstGeom prst="rect">
              <a:avLst/>
            </a:prstGeom>
            <a:noFill/>
            <a:ln>
              <a:noFill/>
            </a:ln>
          </p:spPr>
        </p:pic>
      </p:grpSp>
      <p:grpSp>
        <p:nvGrpSpPr>
          <p:cNvPr id="9656" name="Google Shape;9656;p168"/>
          <p:cNvGrpSpPr/>
          <p:nvPr/>
        </p:nvGrpSpPr>
        <p:grpSpPr>
          <a:xfrm>
            <a:off x="1469235" y="2716379"/>
            <a:ext cx="1016100" cy="648675"/>
            <a:chOff x="2711039" y="956525"/>
            <a:chExt cx="1016100" cy="648675"/>
          </a:xfrm>
        </p:grpSpPr>
        <p:sp>
          <p:nvSpPr>
            <p:cNvPr id="9657" name="Google Shape;9657;p168"/>
            <p:cNvSpPr/>
            <p:nvPr/>
          </p:nvSpPr>
          <p:spPr>
            <a:xfrm>
              <a:off x="3036100" y="959050"/>
              <a:ext cx="324900" cy="3069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8" name="Google Shape;9658;p168"/>
            <p:cNvSpPr txBox="1"/>
            <p:nvPr/>
          </p:nvSpPr>
          <p:spPr>
            <a:xfrm>
              <a:off x="2711039" y="1279275"/>
              <a:ext cx="1016100" cy="156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0"/>
                </a:spcAft>
                <a:buNone/>
              </a:pPr>
              <a:r>
                <a:rPr lang="es-419" sz="800"/>
                <a:t>&lt;...&gt;</a:t>
              </a:r>
              <a:endParaRPr sz="800"/>
            </a:p>
          </p:txBody>
        </p:sp>
        <p:sp>
          <p:nvSpPr>
            <p:cNvPr id="9659" name="Google Shape;9659;p168"/>
            <p:cNvSpPr txBox="1"/>
            <p:nvPr/>
          </p:nvSpPr>
          <p:spPr>
            <a:xfrm>
              <a:off x="2922239" y="1448900"/>
              <a:ext cx="593700" cy="156300"/>
            </a:xfrm>
            <a:prstGeom prst="rect">
              <a:avLst/>
            </a:prstGeom>
            <a:noFill/>
            <a:ln>
              <a:noFill/>
            </a:ln>
          </p:spPr>
          <p:txBody>
            <a:bodyPr anchorCtr="0" anchor="t" bIns="0" lIns="18000" spcFirstLastPara="1" rIns="0" wrap="square" tIns="18000">
              <a:noAutofit/>
            </a:bodyPr>
            <a:lstStyle/>
            <a:p>
              <a:pPr indent="0" lvl="0" marL="0" rtl="0" algn="l">
                <a:spcBef>
                  <a:spcPts val="0"/>
                </a:spcBef>
                <a:spcAft>
                  <a:spcPts val="0"/>
                </a:spcAft>
                <a:buNone/>
              </a:pPr>
              <a:r>
                <a:rPr lang="es-419" sz="700"/>
                <a:t>[Estado]</a:t>
              </a:r>
              <a:endParaRPr sz="700"/>
            </a:p>
          </p:txBody>
        </p:sp>
        <p:cxnSp>
          <p:nvCxnSpPr>
            <p:cNvPr id="9660" name="Google Shape;9660;p168"/>
            <p:cNvCxnSpPr/>
            <p:nvPr/>
          </p:nvCxnSpPr>
          <p:spPr>
            <a:xfrm>
              <a:off x="2959289" y="1434463"/>
              <a:ext cx="519600" cy="1800"/>
            </a:xfrm>
            <a:prstGeom prst="straightConnector1">
              <a:avLst/>
            </a:prstGeom>
            <a:noFill/>
            <a:ln cap="flat" cmpd="sng" w="9525">
              <a:solidFill>
                <a:srgbClr val="D9D9D9"/>
              </a:solidFill>
              <a:prstDash val="solid"/>
              <a:round/>
              <a:headEnd len="med" w="med" type="none"/>
              <a:tailEnd len="med" w="med" type="none"/>
            </a:ln>
          </p:spPr>
        </p:cxnSp>
        <p:sp>
          <p:nvSpPr>
            <p:cNvPr id="9661" name="Google Shape;9661;p168"/>
            <p:cNvSpPr txBox="1"/>
            <p:nvPr/>
          </p:nvSpPr>
          <p:spPr>
            <a:xfrm>
              <a:off x="3055750" y="956525"/>
              <a:ext cx="283500" cy="1563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
          <p:nvSpPr>
            <p:cNvPr id="9662" name="Google Shape;9662;p168"/>
            <p:cNvSpPr txBox="1"/>
            <p:nvPr/>
          </p:nvSpPr>
          <p:spPr>
            <a:xfrm>
              <a:off x="3055750" y="1108925"/>
              <a:ext cx="283500" cy="1563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pic>
          <p:nvPicPr>
            <p:cNvPr id="9663" name="Google Shape;9663;p168"/>
            <p:cNvPicPr preferRelativeResize="0"/>
            <p:nvPr/>
          </p:nvPicPr>
          <p:blipFill>
            <a:blip r:embed="rId10">
              <a:alphaModFix/>
            </a:blip>
            <a:stretch>
              <a:fillRect/>
            </a:stretch>
          </p:blipFill>
          <p:spPr>
            <a:xfrm>
              <a:off x="3025212" y="1016937"/>
              <a:ext cx="386100" cy="262357"/>
            </a:xfrm>
            <a:prstGeom prst="rect">
              <a:avLst/>
            </a:prstGeom>
            <a:noFill/>
            <a:ln>
              <a:noFill/>
            </a:ln>
          </p:spPr>
        </p:pic>
      </p:grpSp>
      <p:grpSp>
        <p:nvGrpSpPr>
          <p:cNvPr id="9664" name="Google Shape;9664;p168"/>
          <p:cNvGrpSpPr/>
          <p:nvPr/>
        </p:nvGrpSpPr>
        <p:grpSpPr>
          <a:xfrm>
            <a:off x="2740275" y="1675499"/>
            <a:ext cx="1016100" cy="648675"/>
            <a:chOff x="2711039" y="956525"/>
            <a:chExt cx="1016100" cy="648675"/>
          </a:xfrm>
        </p:grpSpPr>
        <p:sp>
          <p:nvSpPr>
            <p:cNvPr id="9665" name="Google Shape;9665;p168"/>
            <p:cNvSpPr/>
            <p:nvPr/>
          </p:nvSpPr>
          <p:spPr>
            <a:xfrm>
              <a:off x="3036100" y="959050"/>
              <a:ext cx="324900" cy="3069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6" name="Google Shape;9666;p168"/>
            <p:cNvSpPr txBox="1"/>
            <p:nvPr/>
          </p:nvSpPr>
          <p:spPr>
            <a:xfrm>
              <a:off x="2711039" y="1279275"/>
              <a:ext cx="1016100" cy="156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0"/>
                </a:spcAft>
                <a:buNone/>
              </a:pPr>
              <a:r>
                <a:rPr lang="es-419" sz="800"/>
                <a:t>&lt;...&gt;</a:t>
              </a:r>
              <a:endParaRPr sz="800"/>
            </a:p>
          </p:txBody>
        </p:sp>
        <p:sp>
          <p:nvSpPr>
            <p:cNvPr id="9667" name="Google Shape;9667;p168"/>
            <p:cNvSpPr txBox="1"/>
            <p:nvPr/>
          </p:nvSpPr>
          <p:spPr>
            <a:xfrm>
              <a:off x="2922239" y="1448900"/>
              <a:ext cx="593700" cy="156300"/>
            </a:xfrm>
            <a:prstGeom prst="rect">
              <a:avLst/>
            </a:prstGeom>
            <a:noFill/>
            <a:ln>
              <a:noFill/>
            </a:ln>
          </p:spPr>
          <p:txBody>
            <a:bodyPr anchorCtr="0" anchor="t" bIns="0" lIns="18000" spcFirstLastPara="1" rIns="0" wrap="square" tIns="18000">
              <a:noAutofit/>
            </a:bodyPr>
            <a:lstStyle/>
            <a:p>
              <a:pPr indent="0" lvl="0" marL="0" rtl="0" algn="l">
                <a:spcBef>
                  <a:spcPts val="0"/>
                </a:spcBef>
                <a:spcAft>
                  <a:spcPts val="0"/>
                </a:spcAft>
                <a:buNone/>
              </a:pPr>
              <a:r>
                <a:rPr lang="es-419" sz="700"/>
                <a:t>[Estado]</a:t>
              </a:r>
              <a:endParaRPr sz="700"/>
            </a:p>
          </p:txBody>
        </p:sp>
        <p:cxnSp>
          <p:nvCxnSpPr>
            <p:cNvPr id="9668" name="Google Shape;9668;p168"/>
            <p:cNvCxnSpPr/>
            <p:nvPr/>
          </p:nvCxnSpPr>
          <p:spPr>
            <a:xfrm>
              <a:off x="2959289" y="1434463"/>
              <a:ext cx="519600" cy="1800"/>
            </a:xfrm>
            <a:prstGeom prst="straightConnector1">
              <a:avLst/>
            </a:prstGeom>
            <a:noFill/>
            <a:ln cap="flat" cmpd="sng" w="9525">
              <a:solidFill>
                <a:srgbClr val="D9D9D9"/>
              </a:solidFill>
              <a:prstDash val="solid"/>
              <a:round/>
              <a:headEnd len="med" w="med" type="none"/>
              <a:tailEnd len="med" w="med" type="none"/>
            </a:ln>
          </p:spPr>
        </p:cxnSp>
        <p:sp>
          <p:nvSpPr>
            <p:cNvPr id="9669" name="Google Shape;9669;p168"/>
            <p:cNvSpPr txBox="1"/>
            <p:nvPr/>
          </p:nvSpPr>
          <p:spPr>
            <a:xfrm>
              <a:off x="3055750" y="956525"/>
              <a:ext cx="283500" cy="1563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
          <p:nvSpPr>
            <p:cNvPr id="9670" name="Google Shape;9670;p168"/>
            <p:cNvSpPr txBox="1"/>
            <p:nvPr/>
          </p:nvSpPr>
          <p:spPr>
            <a:xfrm>
              <a:off x="3055750" y="1108925"/>
              <a:ext cx="283500" cy="1563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pic>
          <p:nvPicPr>
            <p:cNvPr id="9671" name="Google Shape;9671;p168"/>
            <p:cNvPicPr preferRelativeResize="0"/>
            <p:nvPr/>
          </p:nvPicPr>
          <p:blipFill>
            <a:blip r:embed="rId10">
              <a:alphaModFix/>
            </a:blip>
            <a:stretch>
              <a:fillRect/>
            </a:stretch>
          </p:blipFill>
          <p:spPr>
            <a:xfrm>
              <a:off x="3025212" y="1016937"/>
              <a:ext cx="386100" cy="262357"/>
            </a:xfrm>
            <a:prstGeom prst="rect">
              <a:avLst/>
            </a:prstGeom>
            <a:noFill/>
            <a:ln>
              <a:noFill/>
            </a:ln>
          </p:spPr>
        </p:pic>
      </p:grpSp>
      <p:grpSp>
        <p:nvGrpSpPr>
          <p:cNvPr id="9672" name="Google Shape;9672;p168"/>
          <p:cNvGrpSpPr/>
          <p:nvPr/>
        </p:nvGrpSpPr>
        <p:grpSpPr>
          <a:xfrm>
            <a:off x="463637" y="866084"/>
            <a:ext cx="599794" cy="335546"/>
            <a:chOff x="463637" y="866084"/>
            <a:chExt cx="599794" cy="335546"/>
          </a:xfrm>
        </p:grpSpPr>
        <p:sp>
          <p:nvSpPr>
            <p:cNvPr id="9673" name="Google Shape;9673;p168"/>
            <p:cNvSpPr/>
            <p:nvPr/>
          </p:nvSpPr>
          <p:spPr>
            <a:xfrm>
              <a:off x="463637" y="968229"/>
              <a:ext cx="474900" cy="233400"/>
            </a:xfrm>
            <a:prstGeom prst="roundRect">
              <a:avLst>
                <a:gd fmla="val 50000" name="adj"/>
              </a:avLst>
            </a:prstGeom>
            <a:solidFill>
              <a:srgbClr val="FFFFCC"/>
            </a:solidFill>
            <a:ln cap="flat" cmpd="sng" w="9525">
              <a:solidFill>
                <a:srgbClr val="990033"/>
              </a:solidFill>
              <a:prstDash val="solid"/>
              <a:round/>
              <a:headEnd len="sm" w="sm" type="none"/>
              <a:tailEnd len="sm" w="sm" type="none"/>
            </a:ln>
          </p:spPr>
          <p:txBody>
            <a:bodyPr anchorCtr="0" anchor="b" bIns="0" lIns="0" spcFirstLastPara="1" rIns="0" wrap="square" tIns="18000">
              <a:noAutofit/>
            </a:bodyPr>
            <a:lstStyle/>
            <a:p>
              <a:pPr indent="0" lvl="0" marL="0" marR="0" rtl="0" algn="ctr">
                <a:lnSpc>
                  <a:spcPct val="100000"/>
                </a:lnSpc>
                <a:spcBef>
                  <a:spcPts val="0"/>
                </a:spcBef>
                <a:spcAft>
                  <a:spcPts val="0"/>
                </a:spcAft>
                <a:buNone/>
              </a:pPr>
              <a:r>
                <a:rPr lang="es-419" sz="800"/>
                <a:t>&lt;...&gt;</a:t>
              </a:r>
              <a:endParaRPr sz="800"/>
            </a:p>
          </p:txBody>
        </p:sp>
        <p:pic>
          <p:nvPicPr>
            <p:cNvPr id="9674" name="Google Shape;9674;p168"/>
            <p:cNvPicPr preferRelativeResize="0"/>
            <p:nvPr/>
          </p:nvPicPr>
          <p:blipFill rotWithShape="1">
            <a:blip r:embed="rId11">
              <a:alphaModFix/>
            </a:blip>
            <a:srcRect b="-868" l="0" r="82941" t="66946"/>
            <a:stretch/>
          </p:blipFill>
          <p:spPr>
            <a:xfrm>
              <a:off x="830031" y="866084"/>
              <a:ext cx="233400" cy="233401"/>
            </a:xfrm>
            <a:prstGeom prst="rect">
              <a:avLst/>
            </a:prstGeom>
            <a:noFill/>
            <a:ln>
              <a:noFill/>
            </a:ln>
          </p:spPr>
        </p:pic>
      </p:grpSp>
      <p:grpSp>
        <p:nvGrpSpPr>
          <p:cNvPr id="9675" name="Google Shape;9675;p168"/>
          <p:cNvGrpSpPr/>
          <p:nvPr/>
        </p:nvGrpSpPr>
        <p:grpSpPr>
          <a:xfrm>
            <a:off x="344501" y="1313194"/>
            <a:ext cx="594037" cy="335546"/>
            <a:chOff x="344501" y="866084"/>
            <a:chExt cx="594037" cy="335546"/>
          </a:xfrm>
        </p:grpSpPr>
        <p:sp>
          <p:nvSpPr>
            <p:cNvPr id="9676" name="Google Shape;9676;p168"/>
            <p:cNvSpPr/>
            <p:nvPr/>
          </p:nvSpPr>
          <p:spPr>
            <a:xfrm>
              <a:off x="463637" y="968229"/>
              <a:ext cx="474900" cy="233400"/>
            </a:xfrm>
            <a:prstGeom prst="roundRect">
              <a:avLst>
                <a:gd fmla="val 50000" name="adj"/>
              </a:avLst>
            </a:prstGeom>
            <a:solidFill>
              <a:srgbClr val="FFFFCC"/>
            </a:solidFill>
            <a:ln cap="flat" cmpd="sng" w="9525">
              <a:solidFill>
                <a:srgbClr val="990033"/>
              </a:solidFill>
              <a:prstDash val="solid"/>
              <a:round/>
              <a:headEnd len="sm" w="sm" type="none"/>
              <a:tailEnd len="sm" w="sm" type="none"/>
            </a:ln>
          </p:spPr>
          <p:txBody>
            <a:bodyPr anchorCtr="0" anchor="b" bIns="0" lIns="0" spcFirstLastPara="1" rIns="0" wrap="square" tIns="18000">
              <a:noAutofit/>
            </a:bodyPr>
            <a:lstStyle/>
            <a:p>
              <a:pPr indent="0" lvl="0" marL="0" marR="0" rtl="0" algn="ctr">
                <a:lnSpc>
                  <a:spcPct val="100000"/>
                </a:lnSpc>
                <a:spcBef>
                  <a:spcPts val="0"/>
                </a:spcBef>
                <a:spcAft>
                  <a:spcPts val="0"/>
                </a:spcAft>
                <a:buNone/>
              </a:pPr>
              <a:r>
                <a:rPr lang="es-419" sz="800"/>
                <a:t>&lt;...&gt;</a:t>
              </a:r>
              <a:endParaRPr sz="800"/>
            </a:p>
          </p:txBody>
        </p:sp>
        <p:pic>
          <p:nvPicPr>
            <p:cNvPr id="9677" name="Google Shape;9677;p168"/>
            <p:cNvPicPr preferRelativeResize="0"/>
            <p:nvPr/>
          </p:nvPicPr>
          <p:blipFill rotWithShape="1">
            <a:blip r:embed="rId11">
              <a:alphaModFix/>
            </a:blip>
            <a:srcRect b="-868" l="33603" r="49337" t="66946"/>
            <a:stretch/>
          </p:blipFill>
          <p:spPr>
            <a:xfrm>
              <a:off x="344501" y="866084"/>
              <a:ext cx="233400" cy="233401"/>
            </a:xfrm>
            <a:prstGeom prst="rect">
              <a:avLst/>
            </a:prstGeom>
            <a:noFill/>
            <a:ln>
              <a:noFill/>
            </a:ln>
          </p:spPr>
        </p:pic>
      </p:grpSp>
      <p:cxnSp>
        <p:nvCxnSpPr>
          <p:cNvPr id="9678" name="Google Shape;9678;p168"/>
          <p:cNvCxnSpPr/>
          <p:nvPr/>
        </p:nvCxnSpPr>
        <p:spPr>
          <a:xfrm>
            <a:off x="7052961" y="5152726"/>
            <a:ext cx="933300" cy="306900"/>
          </a:xfrm>
          <a:prstGeom prst="bentConnector3">
            <a:avLst>
              <a:gd fmla="val 45309" name="adj1"/>
            </a:avLst>
          </a:prstGeom>
          <a:noFill/>
          <a:ln cap="flat" cmpd="sng" w="19050">
            <a:solidFill>
              <a:srgbClr val="274E13"/>
            </a:solidFill>
            <a:prstDash val="solid"/>
            <a:round/>
            <a:headEnd len="med" w="med" type="none"/>
            <a:tailEnd len="med" w="med" type="stealth"/>
          </a:ln>
        </p:spPr>
      </p:cxnSp>
      <p:grpSp>
        <p:nvGrpSpPr>
          <p:cNvPr id="9679" name="Google Shape;9679;p168"/>
          <p:cNvGrpSpPr/>
          <p:nvPr/>
        </p:nvGrpSpPr>
        <p:grpSpPr>
          <a:xfrm>
            <a:off x="7131309" y="5702310"/>
            <a:ext cx="776605" cy="288000"/>
            <a:chOff x="1875140" y="1380321"/>
            <a:chExt cx="776605" cy="288000"/>
          </a:xfrm>
        </p:grpSpPr>
        <p:pic>
          <p:nvPicPr>
            <p:cNvPr id="9680" name="Google Shape;9680;p168"/>
            <p:cNvPicPr preferRelativeResize="0"/>
            <p:nvPr/>
          </p:nvPicPr>
          <p:blipFill rotWithShape="1">
            <a:blip r:embed="rId12">
              <a:alphaModFix/>
            </a:blip>
            <a:srcRect b="0" l="73988" r="-415" t="0"/>
            <a:stretch/>
          </p:blipFill>
          <p:spPr>
            <a:xfrm>
              <a:off x="1875140" y="1380321"/>
              <a:ext cx="245107" cy="288000"/>
            </a:xfrm>
            <a:prstGeom prst="rect">
              <a:avLst/>
            </a:prstGeom>
            <a:noFill/>
            <a:ln>
              <a:noFill/>
            </a:ln>
          </p:spPr>
        </p:pic>
        <p:sp>
          <p:nvSpPr>
            <p:cNvPr id="9681" name="Google Shape;9681;p168"/>
            <p:cNvSpPr txBox="1"/>
            <p:nvPr/>
          </p:nvSpPr>
          <p:spPr>
            <a:xfrm>
              <a:off x="2101545" y="1414794"/>
              <a:ext cx="550200" cy="217200"/>
            </a:xfrm>
            <a:prstGeom prst="rect">
              <a:avLst/>
            </a:prstGeom>
            <a:noFill/>
            <a:ln>
              <a:noFill/>
            </a:ln>
          </p:spPr>
          <p:txBody>
            <a:bodyPr anchorCtr="0" anchor="t" bIns="18000" lIns="18000" spcFirstLastPara="1" rIns="18000" wrap="square" tIns="18000">
              <a:noAutofit/>
            </a:bodyPr>
            <a:lstStyle/>
            <a:p>
              <a:pPr indent="0" lvl="0" marL="0" rtl="0" algn="l">
                <a:spcBef>
                  <a:spcPts val="0"/>
                </a:spcBef>
                <a:spcAft>
                  <a:spcPts val="0"/>
                </a:spcAft>
                <a:buNone/>
              </a:pPr>
              <a:r>
                <a:rPr b="1" lang="es-419" sz="600"/>
                <a:t>&lt;...&gt;</a:t>
              </a:r>
              <a:endParaRPr b="1" sz="600"/>
            </a:p>
          </p:txBody>
        </p:sp>
      </p:grpSp>
      <p:grpSp>
        <p:nvGrpSpPr>
          <p:cNvPr id="9682" name="Google Shape;9682;p168"/>
          <p:cNvGrpSpPr/>
          <p:nvPr/>
        </p:nvGrpSpPr>
        <p:grpSpPr>
          <a:xfrm>
            <a:off x="7131309" y="6159510"/>
            <a:ext cx="776605" cy="288000"/>
            <a:chOff x="1875140" y="1380321"/>
            <a:chExt cx="776605" cy="288000"/>
          </a:xfrm>
        </p:grpSpPr>
        <p:pic>
          <p:nvPicPr>
            <p:cNvPr id="9683" name="Google Shape;9683;p168"/>
            <p:cNvPicPr preferRelativeResize="0"/>
            <p:nvPr/>
          </p:nvPicPr>
          <p:blipFill rotWithShape="1">
            <a:blip r:embed="rId12">
              <a:alphaModFix/>
            </a:blip>
            <a:srcRect b="0" l="23692" r="49881" t="0"/>
            <a:stretch/>
          </p:blipFill>
          <p:spPr>
            <a:xfrm>
              <a:off x="1875140" y="1380321"/>
              <a:ext cx="245107" cy="288000"/>
            </a:xfrm>
            <a:prstGeom prst="rect">
              <a:avLst/>
            </a:prstGeom>
            <a:noFill/>
            <a:ln>
              <a:noFill/>
            </a:ln>
          </p:spPr>
        </p:pic>
        <p:sp>
          <p:nvSpPr>
            <p:cNvPr id="9684" name="Google Shape;9684;p168"/>
            <p:cNvSpPr txBox="1"/>
            <p:nvPr/>
          </p:nvSpPr>
          <p:spPr>
            <a:xfrm>
              <a:off x="2101545" y="1414794"/>
              <a:ext cx="550200" cy="217200"/>
            </a:xfrm>
            <a:prstGeom prst="rect">
              <a:avLst/>
            </a:prstGeom>
            <a:noFill/>
            <a:ln>
              <a:noFill/>
            </a:ln>
          </p:spPr>
          <p:txBody>
            <a:bodyPr anchorCtr="0" anchor="t" bIns="18000" lIns="18000" spcFirstLastPara="1" rIns="18000" wrap="square" tIns="18000">
              <a:noAutofit/>
            </a:bodyPr>
            <a:lstStyle/>
            <a:p>
              <a:pPr indent="0" lvl="0" marL="0" rtl="0" algn="l">
                <a:spcBef>
                  <a:spcPts val="0"/>
                </a:spcBef>
                <a:spcAft>
                  <a:spcPts val="0"/>
                </a:spcAft>
                <a:buNone/>
              </a:pPr>
              <a:r>
                <a:rPr b="1" lang="es-419" sz="600"/>
                <a:t>&lt;...&gt;</a:t>
              </a:r>
              <a:endParaRPr b="1" sz="600"/>
            </a:p>
          </p:txBody>
        </p:sp>
      </p:grpSp>
      <p:grpSp>
        <p:nvGrpSpPr>
          <p:cNvPr id="9685" name="Google Shape;9685;p168"/>
          <p:cNvGrpSpPr/>
          <p:nvPr/>
        </p:nvGrpSpPr>
        <p:grpSpPr>
          <a:xfrm>
            <a:off x="6691240" y="2574369"/>
            <a:ext cx="1354963" cy="877500"/>
            <a:chOff x="670700" y="1862346"/>
            <a:chExt cx="1354963" cy="877500"/>
          </a:xfrm>
        </p:grpSpPr>
        <p:sp>
          <p:nvSpPr>
            <p:cNvPr id="9686" name="Google Shape;9686;p168"/>
            <p:cNvSpPr/>
            <p:nvPr/>
          </p:nvSpPr>
          <p:spPr>
            <a:xfrm rot="5400000">
              <a:off x="906800" y="1626246"/>
              <a:ext cx="877500" cy="1349700"/>
            </a:xfrm>
            <a:prstGeom prst="chevron">
              <a:avLst>
                <a:gd fmla="val 10671" name="adj"/>
              </a:avLst>
            </a:prstGeom>
            <a:solidFill>
              <a:srgbClr val="F3F3F3"/>
            </a:solidFill>
            <a:ln cap="flat" cmpd="sng" w="9525">
              <a:solidFill>
                <a:srgbClr val="1C4587"/>
              </a:solidFill>
              <a:prstDash val="solid"/>
              <a:round/>
              <a:headEnd len="sm" w="sm" type="none"/>
              <a:tailEnd len="sm" w="sm" type="none"/>
            </a:ln>
          </p:spPr>
          <p:txBody>
            <a:bodyPr anchorCtr="0" anchor="t" bIns="91425" lIns="91425" spcFirstLastPara="1" rIns="91425" wrap="square" tIns="91425">
              <a:noAutofit/>
            </a:bodyPr>
            <a:lstStyle/>
            <a:p>
              <a:pPr indent="0" lvl="0" marL="0" rtl="0" algn="ctr">
                <a:spcBef>
                  <a:spcPts val="0"/>
                </a:spcBef>
                <a:spcAft>
                  <a:spcPts val="0"/>
                </a:spcAft>
                <a:buNone/>
              </a:pPr>
              <a:r>
                <a:t/>
              </a:r>
              <a:endParaRPr sz="900"/>
            </a:p>
          </p:txBody>
        </p:sp>
        <p:sp>
          <p:nvSpPr>
            <p:cNvPr id="9687" name="Google Shape;9687;p168"/>
            <p:cNvSpPr txBox="1"/>
            <p:nvPr/>
          </p:nvSpPr>
          <p:spPr>
            <a:xfrm>
              <a:off x="721625" y="2345833"/>
              <a:ext cx="1257300" cy="198300"/>
            </a:xfrm>
            <a:prstGeom prst="rect">
              <a:avLst/>
            </a:prstGeom>
            <a:noFill/>
            <a:ln>
              <a:noFill/>
            </a:ln>
          </p:spPr>
          <p:txBody>
            <a:bodyPr anchorCtr="0" anchor="ctr" bIns="18000" lIns="18000" spcFirstLastPara="1" rIns="18000" wrap="square" tIns="18000">
              <a:noAutofit/>
            </a:bodyPr>
            <a:lstStyle/>
            <a:p>
              <a:pPr indent="0" lvl="0" marL="0" marR="0" rtl="0" algn="l">
                <a:lnSpc>
                  <a:spcPct val="100000"/>
                </a:lnSpc>
                <a:spcBef>
                  <a:spcPts val="0"/>
                </a:spcBef>
                <a:spcAft>
                  <a:spcPts val="0"/>
                </a:spcAft>
                <a:buNone/>
              </a:pPr>
              <a:r>
                <a:rPr b="1" lang="es-419" sz="600"/>
                <a:t>&lt;...&gt;</a:t>
              </a:r>
              <a:endParaRPr b="1" sz="600"/>
            </a:p>
          </p:txBody>
        </p:sp>
        <p:sp>
          <p:nvSpPr>
            <p:cNvPr id="9688" name="Google Shape;9688;p168"/>
            <p:cNvSpPr/>
            <p:nvPr/>
          </p:nvSpPr>
          <p:spPr>
            <a:xfrm>
              <a:off x="1050925" y="2040246"/>
              <a:ext cx="899700" cy="311400"/>
            </a:xfrm>
            <a:prstGeom prst="roundRect">
              <a:avLst>
                <a:gd fmla="val 16667" name="adj"/>
              </a:avLst>
            </a:prstGeom>
            <a:solidFill>
              <a:srgbClr val="FFFFFF"/>
            </a:solidFill>
            <a:ln cap="flat" cmpd="sng" w="9525">
              <a:solidFill>
                <a:srgbClr val="274E13"/>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18000" lIns="18000" spcFirstLastPara="1" rIns="18000" wrap="square" tIns="18000">
              <a:noAutofit/>
            </a:bodyPr>
            <a:lstStyle/>
            <a:p>
              <a:pPr indent="0" lvl="0" marL="0" marR="0" rtl="0" algn="ctr">
                <a:lnSpc>
                  <a:spcPct val="100000"/>
                </a:lnSpc>
                <a:spcBef>
                  <a:spcPts val="0"/>
                </a:spcBef>
                <a:spcAft>
                  <a:spcPts val="0"/>
                </a:spcAft>
                <a:buNone/>
              </a:pPr>
              <a:r>
                <a:rPr lang="es-419" sz="600"/>
                <a:t>&lt;...&gt;</a:t>
              </a:r>
              <a:endParaRPr sz="600"/>
            </a:p>
          </p:txBody>
        </p:sp>
        <p:pic>
          <p:nvPicPr>
            <p:cNvPr id="9689" name="Google Shape;9689;p168"/>
            <p:cNvPicPr preferRelativeResize="0"/>
            <p:nvPr/>
          </p:nvPicPr>
          <p:blipFill rotWithShape="1">
            <a:blip r:embed="rId13">
              <a:alphaModFix/>
            </a:blip>
            <a:srcRect b="955" l="75264" r="13084" t="86344"/>
            <a:stretch/>
          </p:blipFill>
          <p:spPr>
            <a:xfrm>
              <a:off x="759565" y="2053302"/>
              <a:ext cx="252631" cy="288000"/>
            </a:xfrm>
            <a:prstGeom prst="rect">
              <a:avLst/>
            </a:prstGeom>
            <a:noFill/>
            <a:ln>
              <a:noFill/>
            </a:ln>
          </p:spPr>
        </p:pic>
        <p:sp>
          <p:nvSpPr>
            <p:cNvPr id="9690" name="Google Shape;9690;p168"/>
            <p:cNvSpPr txBox="1"/>
            <p:nvPr/>
          </p:nvSpPr>
          <p:spPr>
            <a:xfrm>
              <a:off x="672663" y="2508695"/>
              <a:ext cx="1353000" cy="190500"/>
            </a:xfrm>
            <a:prstGeom prst="rect">
              <a:avLst/>
            </a:prstGeom>
            <a:noFill/>
            <a:ln>
              <a:noFill/>
            </a:ln>
          </p:spPr>
          <p:txBody>
            <a:bodyPr anchorCtr="0" anchor="ctr" bIns="18000" lIns="18000" spcFirstLastPara="1" rIns="18000" wrap="square" tIns="18000">
              <a:noAutofit/>
            </a:bodyPr>
            <a:lstStyle/>
            <a:p>
              <a:pPr indent="0" lvl="0" marL="0" marR="0" rtl="0" algn="ctr">
                <a:lnSpc>
                  <a:spcPct val="100000"/>
                </a:lnSpc>
                <a:spcBef>
                  <a:spcPts val="0"/>
                </a:spcBef>
                <a:spcAft>
                  <a:spcPts val="0"/>
                </a:spcAft>
                <a:buNone/>
              </a:pPr>
              <a:r>
                <a:rPr b="1" lang="es-419" sz="900"/>
                <a:t>&lt;...&gt;</a:t>
              </a:r>
              <a:endParaRPr b="1" sz="900"/>
            </a:p>
          </p:txBody>
        </p:sp>
      </p:grpSp>
      <p:grpSp>
        <p:nvGrpSpPr>
          <p:cNvPr id="9691" name="Google Shape;9691;p168"/>
          <p:cNvGrpSpPr/>
          <p:nvPr/>
        </p:nvGrpSpPr>
        <p:grpSpPr>
          <a:xfrm>
            <a:off x="6689360" y="3439246"/>
            <a:ext cx="1358723" cy="781500"/>
            <a:chOff x="667055" y="3519840"/>
            <a:chExt cx="1358723" cy="781500"/>
          </a:xfrm>
        </p:grpSpPr>
        <p:sp>
          <p:nvSpPr>
            <p:cNvPr id="9692" name="Google Shape;9692;p168"/>
            <p:cNvSpPr/>
            <p:nvPr/>
          </p:nvSpPr>
          <p:spPr>
            <a:xfrm rot="5400000">
              <a:off x="956883" y="3235740"/>
              <a:ext cx="781500" cy="1349700"/>
            </a:xfrm>
            <a:prstGeom prst="chevron">
              <a:avLst>
                <a:gd fmla="val 10671" name="adj"/>
              </a:avLst>
            </a:prstGeom>
            <a:solidFill>
              <a:srgbClr val="FFD966"/>
            </a:solidFill>
            <a:ln cap="flat" cmpd="sng" w="19050">
              <a:solidFill>
                <a:srgbClr val="1C4587"/>
              </a:solidFill>
              <a:prstDash val="solid"/>
              <a:round/>
              <a:headEnd len="sm" w="sm" type="none"/>
              <a:tailEnd len="sm" w="sm" type="none"/>
            </a:ln>
          </p:spPr>
          <p:txBody>
            <a:bodyPr anchorCtr="0" anchor="t" bIns="91425" lIns="91425" spcFirstLastPara="1" rIns="91425" wrap="square" tIns="91425">
              <a:noAutofit/>
            </a:bodyPr>
            <a:lstStyle/>
            <a:p>
              <a:pPr indent="0" lvl="0" marL="0" rtl="0" algn="ctr">
                <a:spcBef>
                  <a:spcPts val="0"/>
                </a:spcBef>
                <a:spcAft>
                  <a:spcPts val="0"/>
                </a:spcAft>
                <a:buNone/>
              </a:pPr>
              <a:r>
                <a:t/>
              </a:r>
              <a:endParaRPr sz="900"/>
            </a:p>
          </p:txBody>
        </p:sp>
        <p:sp>
          <p:nvSpPr>
            <p:cNvPr id="9693" name="Google Shape;9693;p168"/>
            <p:cNvSpPr/>
            <p:nvPr/>
          </p:nvSpPr>
          <p:spPr>
            <a:xfrm>
              <a:off x="718354" y="3885482"/>
              <a:ext cx="1257300" cy="288000"/>
            </a:xfrm>
            <a:prstGeom prst="snip2SameRect">
              <a:avLst>
                <a:gd fmla="val 7104" name="adj1"/>
                <a:gd fmla="val 8493" name="adj2"/>
              </a:avLst>
            </a:prstGeom>
            <a:solidFill>
              <a:srgbClr val="FFFFFF"/>
            </a:solidFill>
            <a:ln cap="flat" cmpd="sng" w="9525">
              <a:solidFill>
                <a:srgbClr val="274E13"/>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18000" lIns="18000" spcFirstLastPara="1" rIns="18000" wrap="square" tIns="18000">
              <a:noAutofit/>
            </a:bodyPr>
            <a:lstStyle/>
            <a:p>
              <a:pPr indent="0" lvl="0" marL="0" marR="0" rtl="0" algn="ctr">
                <a:lnSpc>
                  <a:spcPct val="100000"/>
                </a:lnSpc>
                <a:spcBef>
                  <a:spcPts val="0"/>
                </a:spcBef>
                <a:spcAft>
                  <a:spcPts val="0"/>
                </a:spcAft>
                <a:buNone/>
              </a:pPr>
              <a:r>
                <a:rPr lang="es-419" sz="600"/>
                <a:t>&lt;...&gt;</a:t>
              </a:r>
              <a:endParaRPr sz="600"/>
            </a:p>
          </p:txBody>
        </p:sp>
        <p:sp>
          <p:nvSpPr>
            <p:cNvPr id="9694" name="Google Shape;9694;p168"/>
            <p:cNvSpPr txBox="1"/>
            <p:nvPr/>
          </p:nvSpPr>
          <p:spPr>
            <a:xfrm>
              <a:off x="674878" y="3661827"/>
              <a:ext cx="1350900" cy="190500"/>
            </a:xfrm>
            <a:prstGeom prst="rect">
              <a:avLst/>
            </a:prstGeom>
            <a:noFill/>
            <a:ln>
              <a:noFill/>
            </a:ln>
          </p:spPr>
          <p:txBody>
            <a:bodyPr anchorCtr="0" anchor="ctr" bIns="18000" lIns="18000" spcFirstLastPara="1" rIns="18000" wrap="square" tIns="18000">
              <a:noAutofit/>
            </a:bodyPr>
            <a:lstStyle/>
            <a:p>
              <a:pPr indent="0" lvl="0" marL="0" marR="0" rtl="0" algn="ctr">
                <a:lnSpc>
                  <a:spcPct val="100000"/>
                </a:lnSpc>
                <a:spcBef>
                  <a:spcPts val="0"/>
                </a:spcBef>
                <a:spcAft>
                  <a:spcPts val="0"/>
                </a:spcAft>
                <a:buNone/>
              </a:pPr>
              <a:r>
                <a:rPr b="1" lang="es-419" sz="900"/>
                <a:t>&lt;...&gt;</a:t>
              </a:r>
              <a:endParaRPr b="1" sz="900">
                <a:latin typeface="Source Code Pro"/>
                <a:ea typeface="Source Code Pro"/>
                <a:cs typeface="Source Code Pro"/>
                <a:sym typeface="Source Code Pro"/>
              </a:endParaRPr>
            </a:p>
          </p:txBody>
        </p:sp>
        <p:pic>
          <p:nvPicPr>
            <p:cNvPr id="9695" name="Google Shape;9695;p168"/>
            <p:cNvPicPr preferRelativeResize="0"/>
            <p:nvPr/>
          </p:nvPicPr>
          <p:blipFill rotWithShape="1">
            <a:blip r:embed="rId14">
              <a:alphaModFix/>
            </a:blip>
            <a:srcRect b="-366" l="59788" r="19220" t="82753"/>
            <a:stretch/>
          </p:blipFill>
          <p:spPr>
            <a:xfrm>
              <a:off x="667055" y="3586081"/>
              <a:ext cx="271058" cy="287999"/>
            </a:xfrm>
            <a:prstGeom prst="rect">
              <a:avLst/>
            </a:prstGeom>
            <a:noFill/>
            <a:ln>
              <a:noFill/>
            </a:ln>
          </p:spPr>
        </p:pic>
      </p:grpSp>
      <p:grpSp>
        <p:nvGrpSpPr>
          <p:cNvPr id="9696" name="Google Shape;9696;p168"/>
          <p:cNvGrpSpPr/>
          <p:nvPr/>
        </p:nvGrpSpPr>
        <p:grpSpPr>
          <a:xfrm>
            <a:off x="6692573" y="967538"/>
            <a:ext cx="1349700" cy="1602300"/>
            <a:chOff x="221125" y="841375"/>
            <a:chExt cx="1349700" cy="1602300"/>
          </a:xfrm>
        </p:grpSpPr>
        <p:sp>
          <p:nvSpPr>
            <p:cNvPr id="9697" name="Google Shape;9697;p168"/>
            <p:cNvSpPr/>
            <p:nvPr/>
          </p:nvSpPr>
          <p:spPr>
            <a:xfrm rot="5400000">
              <a:off x="94825" y="967675"/>
              <a:ext cx="1602300" cy="1349700"/>
            </a:xfrm>
            <a:prstGeom prst="chevron">
              <a:avLst>
                <a:gd fmla="val 6049" name="adj"/>
              </a:avLst>
            </a:prstGeom>
            <a:solidFill>
              <a:srgbClr val="F4CCCC"/>
            </a:solidFill>
            <a:ln cap="flat" cmpd="sng" w="9525">
              <a:solidFill>
                <a:srgbClr val="1C4587"/>
              </a:solidFill>
              <a:prstDash val="solid"/>
              <a:round/>
              <a:headEnd len="sm" w="sm" type="none"/>
              <a:tailEnd len="sm" w="sm" type="none"/>
            </a:ln>
          </p:spPr>
          <p:txBody>
            <a:bodyPr anchorCtr="0" anchor="t" bIns="91425" lIns="91425" spcFirstLastPara="1" rIns="91425" wrap="square" tIns="91425">
              <a:noAutofit/>
            </a:bodyPr>
            <a:lstStyle/>
            <a:p>
              <a:pPr indent="0" lvl="0" marL="0" rtl="0" algn="ctr">
                <a:spcBef>
                  <a:spcPts val="0"/>
                </a:spcBef>
                <a:spcAft>
                  <a:spcPts val="0"/>
                </a:spcAft>
                <a:buNone/>
              </a:pPr>
              <a:r>
                <a:t/>
              </a:r>
              <a:endParaRPr sz="900"/>
            </a:p>
          </p:txBody>
        </p:sp>
        <p:sp>
          <p:nvSpPr>
            <p:cNvPr id="9698" name="Google Shape;9698;p168"/>
            <p:cNvSpPr txBox="1"/>
            <p:nvPr/>
          </p:nvSpPr>
          <p:spPr>
            <a:xfrm>
              <a:off x="221125" y="1478473"/>
              <a:ext cx="660900" cy="190500"/>
            </a:xfrm>
            <a:prstGeom prst="rect">
              <a:avLst/>
            </a:prstGeom>
            <a:noFill/>
            <a:ln>
              <a:noFill/>
            </a:ln>
          </p:spPr>
          <p:txBody>
            <a:bodyPr anchorCtr="0" anchor="ctr" bIns="18000" lIns="18000" spcFirstLastPara="1" rIns="18000" wrap="square" tIns="18000">
              <a:noAutofit/>
            </a:bodyPr>
            <a:lstStyle/>
            <a:p>
              <a:pPr indent="0" lvl="0" marL="0" marR="0" rtl="0" algn="l">
                <a:lnSpc>
                  <a:spcPct val="100000"/>
                </a:lnSpc>
                <a:spcBef>
                  <a:spcPts val="0"/>
                </a:spcBef>
                <a:spcAft>
                  <a:spcPts val="0"/>
                </a:spcAft>
                <a:buNone/>
              </a:pPr>
              <a:r>
                <a:rPr b="1" lang="es-419" sz="600"/>
                <a:t>&lt;...&gt;</a:t>
              </a:r>
              <a:endParaRPr b="1" sz="1200">
                <a:latin typeface="Source Code Pro"/>
                <a:ea typeface="Source Code Pro"/>
                <a:cs typeface="Source Code Pro"/>
                <a:sym typeface="Source Code Pro"/>
              </a:endParaRPr>
            </a:p>
          </p:txBody>
        </p:sp>
        <p:pic>
          <p:nvPicPr>
            <p:cNvPr id="9699" name="Google Shape;9699;p168"/>
            <p:cNvPicPr preferRelativeResize="0"/>
            <p:nvPr/>
          </p:nvPicPr>
          <p:blipFill rotWithShape="1">
            <a:blip r:embed="rId11">
              <a:alphaModFix/>
            </a:blip>
            <a:srcRect b="-263" l="59" r="83461" t="67407"/>
            <a:stretch/>
          </p:blipFill>
          <p:spPr>
            <a:xfrm>
              <a:off x="237215" y="1231098"/>
              <a:ext cx="288000" cy="288000"/>
            </a:xfrm>
            <a:prstGeom prst="rect">
              <a:avLst/>
            </a:prstGeom>
            <a:noFill/>
            <a:ln>
              <a:noFill/>
            </a:ln>
          </p:spPr>
        </p:pic>
        <p:sp>
          <p:nvSpPr>
            <p:cNvPr id="9700" name="Google Shape;9700;p168"/>
            <p:cNvSpPr txBox="1"/>
            <p:nvPr/>
          </p:nvSpPr>
          <p:spPr>
            <a:xfrm>
              <a:off x="900218" y="1478473"/>
              <a:ext cx="660900" cy="198300"/>
            </a:xfrm>
            <a:prstGeom prst="rect">
              <a:avLst/>
            </a:prstGeom>
            <a:noFill/>
            <a:ln>
              <a:noFill/>
            </a:ln>
          </p:spPr>
          <p:txBody>
            <a:bodyPr anchorCtr="0" anchor="ctr" bIns="18000" lIns="18000" spcFirstLastPara="1" rIns="18000" wrap="square" tIns="18000">
              <a:noAutofit/>
            </a:bodyPr>
            <a:lstStyle/>
            <a:p>
              <a:pPr indent="0" lvl="0" marL="0" marR="0" rtl="0" algn="r">
                <a:lnSpc>
                  <a:spcPct val="100000"/>
                </a:lnSpc>
                <a:spcBef>
                  <a:spcPts val="0"/>
                </a:spcBef>
                <a:spcAft>
                  <a:spcPts val="0"/>
                </a:spcAft>
                <a:buNone/>
              </a:pPr>
              <a:r>
                <a:rPr b="1" lang="es-419" sz="600"/>
                <a:t>&lt;...&gt;</a:t>
              </a:r>
              <a:endParaRPr b="1" sz="600"/>
            </a:p>
          </p:txBody>
        </p:sp>
        <p:pic>
          <p:nvPicPr>
            <p:cNvPr id="9701" name="Google Shape;9701;p168"/>
            <p:cNvPicPr preferRelativeResize="0"/>
            <p:nvPr/>
          </p:nvPicPr>
          <p:blipFill rotWithShape="1">
            <a:blip r:embed="rId13">
              <a:alphaModFix/>
            </a:blip>
            <a:srcRect b="603" l="50354" r="37994" t="86695"/>
            <a:stretch/>
          </p:blipFill>
          <p:spPr>
            <a:xfrm flipH="1">
              <a:off x="1267919" y="1231098"/>
              <a:ext cx="287999" cy="288000"/>
            </a:xfrm>
            <a:prstGeom prst="rect">
              <a:avLst/>
            </a:prstGeom>
            <a:noFill/>
            <a:ln>
              <a:noFill/>
            </a:ln>
          </p:spPr>
        </p:pic>
        <p:cxnSp>
          <p:nvCxnSpPr>
            <p:cNvPr id="9702" name="Google Shape;9702;p168"/>
            <p:cNvCxnSpPr/>
            <p:nvPr/>
          </p:nvCxnSpPr>
          <p:spPr>
            <a:xfrm>
              <a:off x="473504" y="1468805"/>
              <a:ext cx="825300" cy="0"/>
            </a:xfrm>
            <a:prstGeom prst="straightConnector1">
              <a:avLst/>
            </a:prstGeom>
            <a:noFill/>
            <a:ln cap="flat" cmpd="sng" w="9525">
              <a:solidFill>
                <a:schemeClr val="dk2"/>
              </a:solidFill>
              <a:prstDash val="solid"/>
              <a:round/>
              <a:headEnd len="med" w="med" type="none"/>
              <a:tailEnd len="med" w="med" type="none"/>
            </a:ln>
          </p:spPr>
        </p:cxnSp>
        <p:sp>
          <p:nvSpPr>
            <p:cNvPr id="9703" name="Google Shape;9703;p168"/>
            <p:cNvSpPr/>
            <p:nvPr/>
          </p:nvSpPr>
          <p:spPr>
            <a:xfrm>
              <a:off x="426283" y="964116"/>
              <a:ext cx="933300" cy="311400"/>
            </a:xfrm>
            <a:prstGeom prst="wedgeRoundRectCallout">
              <a:avLst>
                <a:gd fmla="val -43625" name="adj1"/>
                <a:gd fmla="val 81812" name="adj2"/>
                <a:gd fmla="val 0" name="adj3"/>
              </a:avLst>
            </a:prstGeom>
            <a:solidFill>
              <a:srgbClr val="F3F3F3"/>
            </a:solidFill>
            <a:ln cap="flat" cmpd="sng" w="9525">
              <a:solidFill>
                <a:srgbClr val="990000"/>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18000" lIns="54000" spcFirstLastPara="1" rIns="18000" wrap="square" tIns="18000">
              <a:noAutofit/>
            </a:bodyPr>
            <a:lstStyle/>
            <a:p>
              <a:pPr indent="0" lvl="0" marL="0" rtl="0" algn="ctr">
                <a:spcBef>
                  <a:spcPts val="0"/>
                </a:spcBef>
                <a:spcAft>
                  <a:spcPts val="0"/>
                </a:spcAft>
                <a:buNone/>
              </a:pPr>
              <a:r>
                <a:rPr lang="es-419" sz="600"/>
                <a:t>&lt;...&gt;</a:t>
              </a:r>
              <a:endParaRPr sz="600"/>
            </a:p>
          </p:txBody>
        </p:sp>
        <p:sp>
          <p:nvSpPr>
            <p:cNvPr id="9704" name="Google Shape;9704;p168"/>
            <p:cNvSpPr/>
            <p:nvPr/>
          </p:nvSpPr>
          <p:spPr>
            <a:xfrm>
              <a:off x="265375" y="1769715"/>
              <a:ext cx="1250400" cy="190500"/>
            </a:xfrm>
            <a:prstGeom prst="foldedCorner">
              <a:avLst>
                <a:gd fmla="val 23024" name="adj"/>
              </a:avLst>
            </a:prstGeom>
            <a:solidFill>
              <a:srgbClr val="FFFFFF"/>
            </a:solidFill>
            <a:ln cap="flat" cmpd="sng" w="9525">
              <a:solidFill>
                <a:srgbClr val="424242"/>
              </a:solidFill>
              <a:prstDash val="solid"/>
              <a:round/>
              <a:headEnd len="sm" w="sm" type="none"/>
              <a:tailEnd len="sm" w="sm" type="none"/>
            </a:ln>
          </p:spPr>
          <p:txBody>
            <a:bodyPr anchorCtr="0" anchor="ctr" bIns="0" lIns="36000" spcFirstLastPara="1" rIns="0" wrap="square" tIns="0">
              <a:noAutofit/>
            </a:bodyPr>
            <a:lstStyle/>
            <a:p>
              <a:pPr indent="0" lvl="0" marL="0" rtl="0" algn="l">
                <a:spcBef>
                  <a:spcPts val="0"/>
                </a:spcBef>
                <a:spcAft>
                  <a:spcPts val="0"/>
                </a:spcAft>
                <a:buNone/>
              </a:pPr>
              <a:r>
                <a:rPr b="1" lang="es-419" sz="600">
                  <a:solidFill>
                    <a:schemeClr val="dk1"/>
                  </a:solidFill>
                </a:rPr>
                <a:t>&lt;...&gt;</a:t>
              </a:r>
              <a:endParaRPr sz="1600"/>
            </a:p>
          </p:txBody>
        </p:sp>
        <p:pic>
          <p:nvPicPr>
            <p:cNvPr id="9705" name="Google Shape;9705;p168"/>
            <p:cNvPicPr preferRelativeResize="0"/>
            <p:nvPr/>
          </p:nvPicPr>
          <p:blipFill rotWithShape="1">
            <a:blip r:embed="rId15">
              <a:alphaModFix/>
            </a:blip>
            <a:srcRect b="32925" l="74881" r="0" t="32921"/>
            <a:stretch/>
          </p:blipFill>
          <p:spPr>
            <a:xfrm>
              <a:off x="291236" y="1641028"/>
              <a:ext cx="179999" cy="180000"/>
            </a:xfrm>
            <a:prstGeom prst="rect">
              <a:avLst/>
            </a:prstGeom>
            <a:noFill/>
            <a:ln>
              <a:noFill/>
            </a:ln>
          </p:spPr>
        </p:pic>
        <p:pic>
          <p:nvPicPr>
            <p:cNvPr id="9706" name="Google Shape;9706;p168"/>
            <p:cNvPicPr preferRelativeResize="0"/>
            <p:nvPr/>
          </p:nvPicPr>
          <p:blipFill rotWithShape="1">
            <a:blip r:embed="rId15">
              <a:alphaModFix/>
            </a:blip>
            <a:srcRect b="-2302" l="74881" r="0" t="68148"/>
            <a:stretch/>
          </p:blipFill>
          <p:spPr>
            <a:xfrm>
              <a:off x="473511" y="1641028"/>
              <a:ext cx="179999" cy="180000"/>
            </a:xfrm>
            <a:prstGeom prst="rect">
              <a:avLst/>
            </a:prstGeom>
            <a:noFill/>
            <a:ln>
              <a:noFill/>
            </a:ln>
          </p:spPr>
        </p:pic>
        <p:pic>
          <p:nvPicPr>
            <p:cNvPr id="9707" name="Google Shape;9707;p168"/>
            <p:cNvPicPr preferRelativeResize="0"/>
            <p:nvPr/>
          </p:nvPicPr>
          <p:blipFill rotWithShape="1">
            <a:blip r:embed="rId15">
              <a:alphaModFix/>
            </a:blip>
            <a:srcRect b="33697" l="50038" r="24843" t="32149"/>
            <a:stretch/>
          </p:blipFill>
          <p:spPr>
            <a:xfrm>
              <a:off x="655786" y="1641028"/>
              <a:ext cx="179999" cy="180000"/>
            </a:xfrm>
            <a:prstGeom prst="rect">
              <a:avLst/>
            </a:prstGeom>
            <a:noFill/>
            <a:ln>
              <a:noFill/>
            </a:ln>
          </p:spPr>
        </p:pic>
        <p:pic>
          <p:nvPicPr>
            <p:cNvPr id="9708" name="Google Shape;9708;p168"/>
            <p:cNvPicPr preferRelativeResize="0"/>
            <p:nvPr/>
          </p:nvPicPr>
          <p:blipFill rotWithShape="1">
            <a:blip r:embed="rId15">
              <a:alphaModFix/>
            </a:blip>
            <a:srcRect b="66403" l="50038" r="24843" t="-557"/>
            <a:stretch/>
          </p:blipFill>
          <p:spPr>
            <a:xfrm>
              <a:off x="854211" y="1641028"/>
              <a:ext cx="179999" cy="180000"/>
            </a:xfrm>
            <a:prstGeom prst="rect">
              <a:avLst/>
            </a:prstGeom>
            <a:noFill/>
            <a:ln>
              <a:noFill/>
            </a:ln>
          </p:spPr>
        </p:pic>
        <p:pic>
          <p:nvPicPr>
            <p:cNvPr id="9709" name="Google Shape;9709;p168"/>
            <p:cNvPicPr preferRelativeResize="0"/>
            <p:nvPr/>
          </p:nvPicPr>
          <p:blipFill rotWithShape="1">
            <a:blip r:embed="rId15">
              <a:alphaModFix/>
            </a:blip>
            <a:srcRect b="65846" l="0" r="74881" t="0"/>
            <a:stretch/>
          </p:blipFill>
          <p:spPr>
            <a:xfrm>
              <a:off x="1052636" y="1641028"/>
              <a:ext cx="179999" cy="180000"/>
            </a:xfrm>
            <a:prstGeom prst="rect">
              <a:avLst/>
            </a:prstGeom>
            <a:noFill/>
            <a:ln>
              <a:noFill/>
            </a:ln>
          </p:spPr>
        </p:pic>
        <p:sp>
          <p:nvSpPr>
            <p:cNvPr id="9710" name="Google Shape;9710;p168"/>
            <p:cNvSpPr/>
            <p:nvPr/>
          </p:nvSpPr>
          <p:spPr>
            <a:xfrm>
              <a:off x="265375" y="2092348"/>
              <a:ext cx="1250400" cy="190500"/>
            </a:xfrm>
            <a:prstGeom prst="foldedCorner">
              <a:avLst>
                <a:gd fmla="val 23024" name="adj"/>
              </a:avLst>
            </a:prstGeom>
            <a:solidFill>
              <a:srgbClr val="FFFFFF"/>
            </a:solidFill>
            <a:ln cap="flat" cmpd="sng" w="9525">
              <a:solidFill>
                <a:srgbClr val="424242"/>
              </a:solidFill>
              <a:prstDash val="solid"/>
              <a:round/>
              <a:headEnd len="sm" w="sm" type="none"/>
              <a:tailEnd len="sm" w="sm" type="none"/>
            </a:ln>
          </p:spPr>
          <p:txBody>
            <a:bodyPr anchorCtr="0" anchor="ctr" bIns="0" lIns="36000" spcFirstLastPara="1" rIns="0" wrap="square" tIns="0">
              <a:noAutofit/>
            </a:bodyPr>
            <a:lstStyle/>
            <a:p>
              <a:pPr indent="0" lvl="0" marL="0" rtl="0" algn="l">
                <a:spcBef>
                  <a:spcPts val="0"/>
                </a:spcBef>
                <a:spcAft>
                  <a:spcPts val="0"/>
                </a:spcAft>
                <a:buNone/>
              </a:pPr>
              <a:r>
                <a:rPr b="1" lang="es-419" sz="600">
                  <a:solidFill>
                    <a:schemeClr val="dk1"/>
                  </a:solidFill>
                </a:rPr>
                <a:t>&lt;...&gt;</a:t>
              </a:r>
              <a:endParaRPr sz="1600"/>
            </a:p>
          </p:txBody>
        </p:sp>
        <p:pic>
          <p:nvPicPr>
            <p:cNvPr id="9711" name="Google Shape;9711;p168"/>
            <p:cNvPicPr preferRelativeResize="0"/>
            <p:nvPr/>
          </p:nvPicPr>
          <p:blipFill rotWithShape="1">
            <a:blip r:embed="rId15">
              <a:alphaModFix/>
            </a:blip>
            <a:srcRect b="32996" l="0" r="74881" t="32849"/>
            <a:stretch/>
          </p:blipFill>
          <p:spPr>
            <a:xfrm>
              <a:off x="291236" y="1960742"/>
              <a:ext cx="179999" cy="180000"/>
            </a:xfrm>
            <a:prstGeom prst="rect">
              <a:avLst/>
            </a:prstGeom>
            <a:noFill/>
            <a:ln>
              <a:noFill/>
            </a:ln>
          </p:spPr>
        </p:pic>
        <p:pic>
          <p:nvPicPr>
            <p:cNvPr id="9712" name="Google Shape;9712;p168"/>
            <p:cNvPicPr preferRelativeResize="0"/>
            <p:nvPr/>
          </p:nvPicPr>
          <p:blipFill rotWithShape="1">
            <a:blip r:embed="rId15">
              <a:alphaModFix/>
            </a:blip>
            <a:srcRect b="-2302" l="74881" r="0" t="68148"/>
            <a:stretch/>
          </p:blipFill>
          <p:spPr>
            <a:xfrm>
              <a:off x="473511" y="1960742"/>
              <a:ext cx="179999" cy="180000"/>
            </a:xfrm>
            <a:prstGeom prst="rect">
              <a:avLst/>
            </a:prstGeom>
            <a:noFill/>
            <a:ln>
              <a:noFill/>
            </a:ln>
          </p:spPr>
        </p:pic>
      </p:grpSp>
      <p:grpSp>
        <p:nvGrpSpPr>
          <p:cNvPr id="9713" name="Google Shape;9713;p168"/>
          <p:cNvGrpSpPr/>
          <p:nvPr/>
        </p:nvGrpSpPr>
        <p:grpSpPr>
          <a:xfrm>
            <a:off x="8372972" y="2417782"/>
            <a:ext cx="1354963" cy="877500"/>
            <a:chOff x="670700" y="1862346"/>
            <a:chExt cx="1354963" cy="877500"/>
          </a:xfrm>
        </p:grpSpPr>
        <p:sp>
          <p:nvSpPr>
            <p:cNvPr id="9714" name="Google Shape;9714;p168"/>
            <p:cNvSpPr/>
            <p:nvPr/>
          </p:nvSpPr>
          <p:spPr>
            <a:xfrm rot="5400000">
              <a:off x="906800" y="1626246"/>
              <a:ext cx="877500" cy="1349700"/>
            </a:xfrm>
            <a:prstGeom prst="chevron">
              <a:avLst>
                <a:gd fmla="val 10671" name="adj"/>
              </a:avLst>
            </a:prstGeom>
            <a:solidFill>
              <a:srgbClr val="F3F3F3"/>
            </a:solidFill>
            <a:ln cap="flat" cmpd="sng" w="9525">
              <a:solidFill>
                <a:srgbClr val="1C4587"/>
              </a:solidFill>
              <a:prstDash val="solid"/>
              <a:round/>
              <a:headEnd len="sm" w="sm" type="none"/>
              <a:tailEnd len="sm" w="sm" type="none"/>
            </a:ln>
          </p:spPr>
          <p:txBody>
            <a:bodyPr anchorCtr="0" anchor="t" bIns="91425" lIns="91425" spcFirstLastPara="1" rIns="91425" wrap="square" tIns="91425">
              <a:noAutofit/>
            </a:bodyPr>
            <a:lstStyle/>
            <a:p>
              <a:pPr indent="0" lvl="0" marL="0" rtl="0" algn="ctr">
                <a:spcBef>
                  <a:spcPts val="0"/>
                </a:spcBef>
                <a:spcAft>
                  <a:spcPts val="0"/>
                </a:spcAft>
                <a:buNone/>
              </a:pPr>
              <a:r>
                <a:t/>
              </a:r>
              <a:endParaRPr sz="900"/>
            </a:p>
          </p:txBody>
        </p:sp>
        <p:sp>
          <p:nvSpPr>
            <p:cNvPr id="9715" name="Google Shape;9715;p168"/>
            <p:cNvSpPr txBox="1"/>
            <p:nvPr/>
          </p:nvSpPr>
          <p:spPr>
            <a:xfrm>
              <a:off x="721625" y="2345833"/>
              <a:ext cx="1257300" cy="198300"/>
            </a:xfrm>
            <a:prstGeom prst="rect">
              <a:avLst/>
            </a:prstGeom>
            <a:noFill/>
            <a:ln>
              <a:noFill/>
            </a:ln>
          </p:spPr>
          <p:txBody>
            <a:bodyPr anchorCtr="0" anchor="ctr" bIns="18000" lIns="18000" spcFirstLastPara="1" rIns="18000" wrap="square" tIns="18000">
              <a:noAutofit/>
            </a:bodyPr>
            <a:lstStyle/>
            <a:p>
              <a:pPr indent="0" lvl="0" marL="0" marR="0" rtl="0" algn="l">
                <a:lnSpc>
                  <a:spcPct val="100000"/>
                </a:lnSpc>
                <a:spcBef>
                  <a:spcPts val="0"/>
                </a:spcBef>
                <a:spcAft>
                  <a:spcPts val="0"/>
                </a:spcAft>
                <a:buNone/>
              </a:pPr>
              <a:r>
                <a:rPr b="1" lang="es-419" sz="600"/>
                <a:t>Comercial</a:t>
              </a:r>
              <a:endParaRPr b="1" sz="600"/>
            </a:p>
          </p:txBody>
        </p:sp>
        <p:sp>
          <p:nvSpPr>
            <p:cNvPr id="9716" name="Google Shape;9716;p168"/>
            <p:cNvSpPr/>
            <p:nvPr/>
          </p:nvSpPr>
          <p:spPr>
            <a:xfrm>
              <a:off x="1050925" y="2040246"/>
              <a:ext cx="899700" cy="311400"/>
            </a:xfrm>
            <a:prstGeom prst="roundRect">
              <a:avLst>
                <a:gd fmla="val 16667" name="adj"/>
              </a:avLst>
            </a:prstGeom>
            <a:solidFill>
              <a:srgbClr val="FFFFFF"/>
            </a:solidFill>
            <a:ln cap="flat" cmpd="sng" w="9525">
              <a:solidFill>
                <a:srgbClr val="274E13"/>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18000" lIns="18000" spcFirstLastPara="1" rIns="18000" wrap="square" tIns="18000">
              <a:noAutofit/>
            </a:bodyPr>
            <a:lstStyle/>
            <a:p>
              <a:pPr indent="0" lvl="0" marL="0" marR="0" rtl="0" algn="ctr">
                <a:lnSpc>
                  <a:spcPct val="100000"/>
                </a:lnSpc>
                <a:spcBef>
                  <a:spcPts val="0"/>
                </a:spcBef>
                <a:spcAft>
                  <a:spcPts val="0"/>
                </a:spcAft>
                <a:buNone/>
              </a:pPr>
              <a:r>
                <a:rPr lang="es-419" sz="600"/>
                <a:t>tramitar el pago</a:t>
              </a:r>
              <a:endParaRPr sz="600"/>
            </a:p>
          </p:txBody>
        </p:sp>
        <p:pic>
          <p:nvPicPr>
            <p:cNvPr id="9717" name="Google Shape;9717;p168"/>
            <p:cNvPicPr preferRelativeResize="0"/>
            <p:nvPr/>
          </p:nvPicPr>
          <p:blipFill rotWithShape="1">
            <a:blip r:embed="rId13">
              <a:alphaModFix/>
            </a:blip>
            <a:srcRect b="955" l="75264" r="13084" t="86344"/>
            <a:stretch/>
          </p:blipFill>
          <p:spPr>
            <a:xfrm>
              <a:off x="759565" y="2053302"/>
              <a:ext cx="252631" cy="288000"/>
            </a:xfrm>
            <a:prstGeom prst="rect">
              <a:avLst/>
            </a:prstGeom>
            <a:noFill/>
            <a:ln>
              <a:noFill/>
            </a:ln>
          </p:spPr>
        </p:pic>
        <p:sp>
          <p:nvSpPr>
            <p:cNvPr id="9718" name="Google Shape;9718;p168"/>
            <p:cNvSpPr txBox="1"/>
            <p:nvPr/>
          </p:nvSpPr>
          <p:spPr>
            <a:xfrm>
              <a:off x="672663" y="2508695"/>
              <a:ext cx="1353000" cy="190500"/>
            </a:xfrm>
            <a:prstGeom prst="rect">
              <a:avLst/>
            </a:prstGeom>
            <a:noFill/>
            <a:ln>
              <a:noFill/>
            </a:ln>
          </p:spPr>
          <p:txBody>
            <a:bodyPr anchorCtr="0" anchor="ctr" bIns="18000" lIns="18000" spcFirstLastPara="1" rIns="18000" wrap="square" tIns="18000">
              <a:noAutofit/>
            </a:bodyPr>
            <a:lstStyle/>
            <a:p>
              <a:pPr indent="0" lvl="0" marL="0" marR="0" rtl="0" algn="ctr">
                <a:lnSpc>
                  <a:spcPct val="100000"/>
                </a:lnSpc>
                <a:spcBef>
                  <a:spcPts val="0"/>
                </a:spcBef>
                <a:spcAft>
                  <a:spcPts val="0"/>
                </a:spcAft>
                <a:buNone/>
              </a:pPr>
              <a:r>
                <a:rPr b="1" lang="es-419" sz="800"/>
                <a:t>Ventas</a:t>
              </a:r>
              <a:endParaRPr b="1" sz="800"/>
            </a:p>
          </p:txBody>
        </p:sp>
      </p:grpSp>
      <p:grpSp>
        <p:nvGrpSpPr>
          <p:cNvPr id="9719" name="Google Shape;9719;p168"/>
          <p:cNvGrpSpPr/>
          <p:nvPr/>
        </p:nvGrpSpPr>
        <p:grpSpPr>
          <a:xfrm>
            <a:off x="8374525" y="841375"/>
            <a:ext cx="1352296" cy="1602300"/>
            <a:chOff x="221125" y="841375"/>
            <a:chExt cx="1352296" cy="1602300"/>
          </a:xfrm>
        </p:grpSpPr>
        <p:sp>
          <p:nvSpPr>
            <p:cNvPr id="9720" name="Google Shape;9720;p168"/>
            <p:cNvSpPr/>
            <p:nvPr/>
          </p:nvSpPr>
          <p:spPr>
            <a:xfrm rot="5400000">
              <a:off x="94825" y="967675"/>
              <a:ext cx="1602300" cy="1349700"/>
            </a:xfrm>
            <a:prstGeom prst="chevron">
              <a:avLst>
                <a:gd fmla="val 6049" name="adj"/>
              </a:avLst>
            </a:prstGeom>
            <a:solidFill>
              <a:srgbClr val="F4CCCC"/>
            </a:solidFill>
            <a:ln cap="flat" cmpd="sng" w="9525">
              <a:solidFill>
                <a:srgbClr val="1C4587"/>
              </a:solidFill>
              <a:prstDash val="solid"/>
              <a:round/>
              <a:headEnd len="sm" w="sm" type="none"/>
              <a:tailEnd len="sm" w="sm" type="none"/>
            </a:ln>
          </p:spPr>
          <p:txBody>
            <a:bodyPr anchorCtr="0" anchor="t" bIns="91425" lIns="91425" spcFirstLastPara="1" rIns="91425" wrap="square" tIns="91425">
              <a:noAutofit/>
            </a:bodyPr>
            <a:lstStyle/>
            <a:p>
              <a:pPr indent="0" lvl="0" marL="0" rtl="0" algn="ctr">
                <a:spcBef>
                  <a:spcPts val="0"/>
                </a:spcBef>
                <a:spcAft>
                  <a:spcPts val="0"/>
                </a:spcAft>
                <a:buNone/>
              </a:pPr>
              <a:r>
                <a:t/>
              </a:r>
              <a:endParaRPr sz="900"/>
            </a:p>
          </p:txBody>
        </p:sp>
        <p:sp>
          <p:nvSpPr>
            <p:cNvPr id="9721" name="Google Shape;9721;p168"/>
            <p:cNvSpPr txBox="1"/>
            <p:nvPr/>
          </p:nvSpPr>
          <p:spPr>
            <a:xfrm>
              <a:off x="221125" y="1478473"/>
              <a:ext cx="660900" cy="190500"/>
            </a:xfrm>
            <a:prstGeom prst="rect">
              <a:avLst/>
            </a:prstGeom>
            <a:noFill/>
            <a:ln>
              <a:noFill/>
            </a:ln>
          </p:spPr>
          <p:txBody>
            <a:bodyPr anchorCtr="0" anchor="ctr" bIns="18000" lIns="18000" spcFirstLastPara="1" rIns="18000" wrap="square" tIns="18000">
              <a:noAutofit/>
            </a:bodyPr>
            <a:lstStyle/>
            <a:p>
              <a:pPr indent="0" lvl="0" marL="0" marR="0" rtl="0" algn="l">
                <a:lnSpc>
                  <a:spcPct val="100000"/>
                </a:lnSpc>
                <a:spcBef>
                  <a:spcPts val="0"/>
                </a:spcBef>
                <a:spcAft>
                  <a:spcPts val="0"/>
                </a:spcAft>
                <a:buNone/>
              </a:pPr>
              <a:r>
                <a:rPr b="1" lang="es-419" sz="600"/>
                <a:t>Consumidor</a:t>
              </a:r>
              <a:endParaRPr b="1" sz="1200">
                <a:latin typeface="Source Code Pro"/>
                <a:ea typeface="Source Code Pro"/>
                <a:cs typeface="Source Code Pro"/>
                <a:sym typeface="Source Code Pro"/>
              </a:endParaRPr>
            </a:p>
          </p:txBody>
        </p:sp>
        <p:pic>
          <p:nvPicPr>
            <p:cNvPr id="9722" name="Google Shape;9722;p168"/>
            <p:cNvPicPr preferRelativeResize="0"/>
            <p:nvPr/>
          </p:nvPicPr>
          <p:blipFill rotWithShape="1">
            <a:blip r:embed="rId11">
              <a:alphaModFix/>
            </a:blip>
            <a:srcRect b="-263" l="59" r="83461" t="67407"/>
            <a:stretch/>
          </p:blipFill>
          <p:spPr>
            <a:xfrm>
              <a:off x="237215" y="1231098"/>
              <a:ext cx="288000" cy="288000"/>
            </a:xfrm>
            <a:prstGeom prst="rect">
              <a:avLst/>
            </a:prstGeom>
            <a:noFill/>
            <a:ln>
              <a:noFill/>
            </a:ln>
          </p:spPr>
        </p:pic>
        <p:sp>
          <p:nvSpPr>
            <p:cNvPr id="9723" name="Google Shape;9723;p168"/>
            <p:cNvSpPr txBox="1"/>
            <p:nvPr/>
          </p:nvSpPr>
          <p:spPr>
            <a:xfrm>
              <a:off x="912521" y="1478473"/>
              <a:ext cx="660900" cy="198300"/>
            </a:xfrm>
            <a:prstGeom prst="rect">
              <a:avLst/>
            </a:prstGeom>
            <a:noFill/>
            <a:ln>
              <a:noFill/>
            </a:ln>
          </p:spPr>
          <p:txBody>
            <a:bodyPr anchorCtr="0" anchor="ctr" bIns="18000" lIns="18000" spcFirstLastPara="1" rIns="18000" wrap="square" tIns="18000">
              <a:noAutofit/>
            </a:bodyPr>
            <a:lstStyle/>
            <a:p>
              <a:pPr indent="0" lvl="0" marL="0" marR="0" rtl="0" algn="r">
                <a:lnSpc>
                  <a:spcPct val="100000"/>
                </a:lnSpc>
                <a:spcBef>
                  <a:spcPts val="0"/>
                </a:spcBef>
                <a:spcAft>
                  <a:spcPts val="0"/>
                </a:spcAft>
                <a:buNone/>
              </a:pPr>
              <a:r>
                <a:rPr b="1" lang="es-419" sz="600"/>
                <a:t>Comercial</a:t>
              </a:r>
              <a:endParaRPr b="1" sz="600"/>
            </a:p>
          </p:txBody>
        </p:sp>
        <p:pic>
          <p:nvPicPr>
            <p:cNvPr id="9724" name="Google Shape;9724;p168"/>
            <p:cNvPicPr preferRelativeResize="0"/>
            <p:nvPr/>
          </p:nvPicPr>
          <p:blipFill rotWithShape="1">
            <a:blip r:embed="rId13">
              <a:alphaModFix/>
            </a:blip>
            <a:srcRect b="603" l="50354" r="37994" t="86695"/>
            <a:stretch/>
          </p:blipFill>
          <p:spPr>
            <a:xfrm flipH="1">
              <a:off x="1267919" y="1231098"/>
              <a:ext cx="287999" cy="288000"/>
            </a:xfrm>
            <a:prstGeom prst="rect">
              <a:avLst/>
            </a:prstGeom>
            <a:noFill/>
            <a:ln>
              <a:noFill/>
            </a:ln>
          </p:spPr>
        </p:pic>
        <p:cxnSp>
          <p:nvCxnSpPr>
            <p:cNvPr id="9725" name="Google Shape;9725;p168"/>
            <p:cNvCxnSpPr/>
            <p:nvPr/>
          </p:nvCxnSpPr>
          <p:spPr>
            <a:xfrm>
              <a:off x="473504" y="1468805"/>
              <a:ext cx="825300" cy="0"/>
            </a:xfrm>
            <a:prstGeom prst="straightConnector1">
              <a:avLst/>
            </a:prstGeom>
            <a:noFill/>
            <a:ln cap="flat" cmpd="sng" w="9525">
              <a:solidFill>
                <a:schemeClr val="dk2"/>
              </a:solidFill>
              <a:prstDash val="solid"/>
              <a:round/>
              <a:headEnd len="med" w="med" type="none"/>
              <a:tailEnd len="med" w="med" type="none"/>
            </a:ln>
          </p:spPr>
        </p:cxnSp>
        <p:sp>
          <p:nvSpPr>
            <p:cNvPr id="9726" name="Google Shape;9726;p168"/>
            <p:cNvSpPr/>
            <p:nvPr/>
          </p:nvSpPr>
          <p:spPr>
            <a:xfrm>
              <a:off x="426283" y="964116"/>
              <a:ext cx="933300" cy="311400"/>
            </a:xfrm>
            <a:prstGeom prst="wedgeRoundRectCallout">
              <a:avLst>
                <a:gd fmla="val -43625" name="adj1"/>
                <a:gd fmla="val 81812" name="adj2"/>
                <a:gd fmla="val 0" name="adj3"/>
              </a:avLst>
            </a:prstGeom>
            <a:solidFill>
              <a:srgbClr val="F3F3F3"/>
            </a:solidFill>
            <a:ln cap="flat" cmpd="sng" w="9525">
              <a:solidFill>
                <a:srgbClr val="990000"/>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18000" lIns="54000" spcFirstLastPara="1" rIns="18000" wrap="square" tIns="18000">
              <a:noAutofit/>
            </a:bodyPr>
            <a:lstStyle/>
            <a:p>
              <a:pPr indent="0" lvl="0" marL="0" rtl="0" algn="ctr">
                <a:spcBef>
                  <a:spcPts val="0"/>
                </a:spcBef>
                <a:spcAft>
                  <a:spcPts val="0"/>
                </a:spcAft>
                <a:buNone/>
              </a:pPr>
              <a:r>
                <a:rPr lang="es-419" sz="600"/>
                <a:t>Realizar Pago</a:t>
              </a:r>
              <a:endParaRPr sz="600"/>
            </a:p>
          </p:txBody>
        </p:sp>
        <p:sp>
          <p:nvSpPr>
            <p:cNvPr id="9727" name="Google Shape;9727;p168"/>
            <p:cNvSpPr/>
            <p:nvPr/>
          </p:nvSpPr>
          <p:spPr>
            <a:xfrm>
              <a:off x="265375" y="1769715"/>
              <a:ext cx="1250400" cy="190500"/>
            </a:xfrm>
            <a:prstGeom prst="foldedCorner">
              <a:avLst>
                <a:gd fmla="val 23024" name="adj"/>
              </a:avLst>
            </a:prstGeom>
            <a:solidFill>
              <a:srgbClr val="FFFFFF"/>
            </a:solidFill>
            <a:ln cap="flat" cmpd="sng" w="9525">
              <a:solidFill>
                <a:srgbClr val="424242"/>
              </a:solidFill>
              <a:prstDash val="solid"/>
              <a:round/>
              <a:headEnd len="sm" w="sm" type="none"/>
              <a:tailEnd len="sm" w="sm" type="none"/>
            </a:ln>
          </p:spPr>
          <p:txBody>
            <a:bodyPr anchorCtr="0" anchor="ctr" bIns="0" lIns="0" spcFirstLastPara="1" rIns="0" wrap="square" tIns="0">
              <a:noAutofit/>
            </a:bodyPr>
            <a:lstStyle/>
            <a:p>
              <a:pPr indent="0" lvl="0" marL="0" rtl="0" algn="l">
                <a:spcBef>
                  <a:spcPts val="0"/>
                </a:spcBef>
                <a:spcAft>
                  <a:spcPts val="0"/>
                </a:spcAft>
                <a:buNone/>
              </a:pPr>
              <a:r>
                <a:rPr b="1" lang="es-419" sz="600">
                  <a:solidFill>
                    <a:schemeClr val="dk1"/>
                  </a:solidFill>
                </a:rPr>
                <a:t>{Pago}</a:t>
              </a:r>
              <a:endParaRPr sz="1600"/>
            </a:p>
          </p:txBody>
        </p:sp>
        <p:pic>
          <p:nvPicPr>
            <p:cNvPr id="9728" name="Google Shape;9728;p168"/>
            <p:cNvPicPr preferRelativeResize="0"/>
            <p:nvPr/>
          </p:nvPicPr>
          <p:blipFill rotWithShape="1">
            <a:blip r:embed="rId15">
              <a:alphaModFix/>
            </a:blip>
            <a:srcRect b="32925" l="74881" r="0" t="32921"/>
            <a:stretch/>
          </p:blipFill>
          <p:spPr>
            <a:xfrm>
              <a:off x="291236" y="1641028"/>
              <a:ext cx="179999" cy="180000"/>
            </a:xfrm>
            <a:prstGeom prst="rect">
              <a:avLst/>
            </a:prstGeom>
            <a:noFill/>
            <a:ln>
              <a:noFill/>
            </a:ln>
          </p:spPr>
        </p:pic>
        <p:pic>
          <p:nvPicPr>
            <p:cNvPr id="9729" name="Google Shape;9729;p168"/>
            <p:cNvPicPr preferRelativeResize="0"/>
            <p:nvPr/>
          </p:nvPicPr>
          <p:blipFill rotWithShape="1">
            <a:blip r:embed="rId15">
              <a:alphaModFix/>
            </a:blip>
            <a:srcRect b="-2302" l="74881" r="0" t="68148"/>
            <a:stretch/>
          </p:blipFill>
          <p:spPr>
            <a:xfrm>
              <a:off x="473511" y="1641028"/>
              <a:ext cx="179999" cy="180000"/>
            </a:xfrm>
            <a:prstGeom prst="rect">
              <a:avLst/>
            </a:prstGeom>
            <a:noFill/>
            <a:ln>
              <a:noFill/>
            </a:ln>
          </p:spPr>
        </p:pic>
        <p:pic>
          <p:nvPicPr>
            <p:cNvPr id="9730" name="Google Shape;9730;p168"/>
            <p:cNvPicPr preferRelativeResize="0"/>
            <p:nvPr/>
          </p:nvPicPr>
          <p:blipFill rotWithShape="1">
            <a:blip r:embed="rId15">
              <a:alphaModFix/>
            </a:blip>
            <a:srcRect b="33697" l="50038" r="24843" t="32149"/>
            <a:stretch/>
          </p:blipFill>
          <p:spPr>
            <a:xfrm>
              <a:off x="655786" y="1641028"/>
              <a:ext cx="179999" cy="180000"/>
            </a:xfrm>
            <a:prstGeom prst="rect">
              <a:avLst/>
            </a:prstGeom>
            <a:noFill/>
            <a:ln>
              <a:noFill/>
            </a:ln>
          </p:spPr>
        </p:pic>
        <p:pic>
          <p:nvPicPr>
            <p:cNvPr id="9731" name="Google Shape;9731;p168"/>
            <p:cNvPicPr preferRelativeResize="0"/>
            <p:nvPr/>
          </p:nvPicPr>
          <p:blipFill rotWithShape="1">
            <a:blip r:embed="rId15">
              <a:alphaModFix/>
            </a:blip>
            <a:srcRect b="66403" l="50038" r="24843" t="-557"/>
            <a:stretch/>
          </p:blipFill>
          <p:spPr>
            <a:xfrm>
              <a:off x="854211" y="1641028"/>
              <a:ext cx="179999" cy="180000"/>
            </a:xfrm>
            <a:prstGeom prst="rect">
              <a:avLst/>
            </a:prstGeom>
            <a:noFill/>
            <a:ln>
              <a:noFill/>
            </a:ln>
          </p:spPr>
        </p:pic>
        <p:pic>
          <p:nvPicPr>
            <p:cNvPr id="9732" name="Google Shape;9732;p168"/>
            <p:cNvPicPr preferRelativeResize="0"/>
            <p:nvPr/>
          </p:nvPicPr>
          <p:blipFill rotWithShape="1">
            <a:blip r:embed="rId15">
              <a:alphaModFix/>
            </a:blip>
            <a:srcRect b="65846" l="0" r="74881" t="0"/>
            <a:stretch/>
          </p:blipFill>
          <p:spPr>
            <a:xfrm>
              <a:off x="1052636" y="1641028"/>
              <a:ext cx="179999" cy="180000"/>
            </a:xfrm>
            <a:prstGeom prst="rect">
              <a:avLst/>
            </a:prstGeom>
            <a:noFill/>
            <a:ln>
              <a:noFill/>
            </a:ln>
          </p:spPr>
        </p:pic>
        <p:sp>
          <p:nvSpPr>
            <p:cNvPr id="9733" name="Google Shape;9733;p168"/>
            <p:cNvSpPr/>
            <p:nvPr/>
          </p:nvSpPr>
          <p:spPr>
            <a:xfrm>
              <a:off x="265375" y="2092348"/>
              <a:ext cx="1250400" cy="190500"/>
            </a:xfrm>
            <a:prstGeom prst="foldedCorner">
              <a:avLst>
                <a:gd fmla="val 23024" name="adj"/>
              </a:avLst>
            </a:prstGeom>
            <a:solidFill>
              <a:srgbClr val="FFFFFF"/>
            </a:solidFill>
            <a:ln cap="flat" cmpd="sng" w="9525">
              <a:solidFill>
                <a:srgbClr val="424242"/>
              </a:solidFill>
              <a:prstDash val="solid"/>
              <a:round/>
              <a:headEnd len="sm" w="sm" type="none"/>
              <a:tailEnd len="sm" w="sm" type="none"/>
            </a:ln>
          </p:spPr>
          <p:txBody>
            <a:bodyPr anchorCtr="0" anchor="ctr" bIns="0" lIns="0" spcFirstLastPara="1" rIns="0" wrap="square" tIns="0">
              <a:noAutofit/>
            </a:bodyPr>
            <a:lstStyle/>
            <a:p>
              <a:pPr indent="0" lvl="0" marL="0" rtl="0" algn="l">
                <a:spcBef>
                  <a:spcPts val="0"/>
                </a:spcBef>
                <a:spcAft>
                  <a:spcPts val="0"/>
                </a:spcAft>
                <a:buNone/>
              </a:pPr>
              <a:r>
                <a:rPr b="1" lang="es-419" sz="600">
                  <a:solidFill>
                    <a:schemeClr val="dk1"/>
                  </a:solidFill>
                </a:rPr>
                <a:t>{Voucher}</a:t>
              </a:r>
              <a:endParaRPr sz="1600"/>
            </a:p>
          </p:txBody>
        </p:sp>
        <p:pic>
          <p:nvPicPr>
            <p:cNvPr id="9734" name="Google Shape;9734;p168"/>
            <p:cNvPicPr preferRelativeResize="0"/>
            <p:nvPr/>
          </p:nvPicPr>
          <p:blipFill rotWithShape="1">
            <a:blip r:embed="rId15">
              <a:alphaModFix/>
            </a:blip>
            <a:srcRect b="32996" l="0" r="74881" t="32849"/>
            <a:stretch/>
          </p:blipFill>
          <p:spPr>
            <a:xfrm>
              <a:off x="291236" y="1960742"/>
              <a:ext cx="179999" cy="180000"/>
            </a:xfrm>
            <a:prstGeom prst="rect">
              <a:avLst/>
            </a:prstGeom>
            <a:noFill/>
            <a:ln>
              <a:noFill/>
            </a:ln>
          </p:spPr>
        </p:pic>
        <p:pic>
          <p:nvPicPr>
            <p:cNvPr id="9735" name="Google Shape;9735;p168"/>
            <p:cNvPicPr preferRelativeResize="0"/>
            <p:nvPr/>
          </p:nvPicPr>
          <p:blipFill rotWithShape="1">
            <a:blip r:embed="rId15">
              <a:alphaModFix/>
            </a:blip>
            <a:srcRect b="-2302" l="74881" r="0" t="68148"/>
            <a:stretch/>
          </p:blipFill>
          <p:spPr>
            <a:xfrm>
              <a:off x="473511" y="1960742"/>
              <a:ext cx="179999" cy="180000"/>
            </a:xfrm>
            <a:prstGeom prst="rect">
              <a:avLst/>
            </a:prstGeom>
            <a:noFill/>
            <a:ln>
              <a:noFill/>
            </a:ln>
          </p:spPr>
        </p:pic>
      </p:grpSp>
      <p:grpSp>
        <p:nvGrpSpPr>
          <p:cNvPr id="9736" name="Google Shape;9736;p168"/>
          <p:cNvGrpSpPr/>
          <p:nvPr/>
        </p:nvGrpSpPr>
        <p:grpSpPr>
          <a:xfrm>
            <a:off x="8362072" y="3274351"/>
            <a:ext cx="1354963" cy="877500"/>
            <a:chOff x="670700" y="1862346"/>
            <a:chExt cx="1354963" cy="877500"/>
          </a:xfrm>
        </p:grpSpPr>
        <p:sp>
          <p:nvSpPr>
            <p:cNvPr id="9737" name="Google Shape;9737;p168"/>
            <p:cNvSpPr/>
            <p:nvPr/>
          </p:nvSpPr>
          <p:spPr>
            <a:xfrm rot="5400000">
              <a:off x="906800" y="1626246"/>
              <a:ext cx="877500" cy="1349700"/>
            </a:xfrm>
            <a:prstGeom prst="chevron">
              <a:avLst>
                <a:gd fmla="val 10671" name="adj"/>
              </a:avLst>
            </a:prstGeom>
            <a:solidFill>
              <a:srgbClr val="F3F3F3"/>
            </a:solidFill>
            <a:ln cap="flat" cmpd="sng" w="9525">
              <a:solidFill>
                <a:srgbClr val="1C4587"/>
              </a:solidFill>
              <a:prstDash val="solid"/>
              <a:round/>
              <a:headEnd len="sm" w="sm" type="none"/>
              <a:tailEnd len="sm" w="sm" type="none"/>
            </a:ln>
          </p:spPr>
          <p:txBody>
            <a:bodyPr anchorCtr="0" anchor="t" bIns="91425" lIns="91425" spcFirstLastPara="1" rIns="91425" wrap="square" tIns="91425">
              <a:noAutofit/>
            </a:bodyPr>
            <a:lstStyle/>
            <a:p>
              <a:pPr indent="0" lvl="0" marL="0" rtl="0" algn="ctr">
                <a:spcBef>
                  <a:spcPts val="0"/>
                </a:spcBef>
                <a:spcAft>
                  <a:spcPts val="0"/>
                </a:spcAft>
                <a:buNone/>
              </a:pPr>
              <a:r>
                <a:t/>
              </a:r>
              <a:endParaRPr sz="900"/>
            </a:p>
          </p:txBody>
        </p:sp>
        <p:sp>
          <p:nvSpPr>
            <p:cNvPr id="9738" name="Google Shape;9738;p168"/>
            <p:cNvSpPr txBox="1"/>
            <p:nvPr/>
          </p:nvSpPr>
          <p:spPr>
            <a:xfrm>
              <a:off x="721625" y="2345833"/>
              <a:ext cx="1257300" cy="198300"/>
            </a:xfrm>
            <a:prstGeom prst="rect">
              <a:avLst/>
            </a:prstGeom>
            <a:noFill/>
            <a:ln>
              <a:noFill/>
            </a:ln>
          </p:spPr>
          <p:txBody>
            <a:bodyPr anchorCtr="0" anchor="ctr" bIns="18000" lIns="18000" spcFirstLastPara="1" rIns="18000" wrap="square" tIns="18000">
              <a:noAutofit/>
            </a:bodyPr>
            <a:lstStyle/>
            <a:p>
              <a:pPr indent="0" lvl="0" marL="0" marR="0" rtl="0" algn="l">
                <a:lnSpc>
                  <a:spcPct val="100000"/>
                </a:lnSpc>
                <a:spcBef>
                  <a:spcPts val="0"/>
                </a:spcBef>
                <a:spcAft>
                  <a:spcPts val="0"/>
                </a:spcAft>
                <a:buNone/>
              </a:pPr>
              <a:r>
                <a:rPr b="1" lang="es-419" sz="600"/>
                <a:t>Auxiliar de Servicio</a:t>
              </a:r>
              <a:endParaRPr b="1" sz="600"/>
            </a:p>
          </p:txBody>
        </p:sp>
        <p:sp>
          <p:nvSpPr>
            <p:cNvPr id="9739" name="Google Shape;9739;p168"/>
            <p:cNvSpPr/>
            <p:nvPr/>
          </p:nvSpPr>
          <p:spPr>
            <a:xfrm>
              <a:off x="1050925" y="2040246"/>
              <a:ext cx="899700" cy="311400"/>
            </a:xfrm>
            <a:prstGeom prst="roundRect">
              <a:avLst>
                <a:gd fmla="val 16667" name="adj"/>
              </a:avLst>
            </a:prstGeom>
            <a:solidFill>
              <a:srgbClr val="FFFFFF"/>
            </a:solidFill>
            <a:ln cap="flat" cmpd="sng" w="9525">
              <a:solidFill>
                <a:srgbClr val="274E13"/>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18000" lIns="18000" spcFirstLastPara="1" rIns="18000" wrap="square" tIns="18000">
              <a:noAutofit/>
            </a:bodyPr>
            <a:lstStyle/>
            <a:p>
              <a:pPr indent="0" lvl="0" marL="0" marR="0" rtl="0" algn="ctr">
                <a:lnSpc>
                  <a:spcPct val="100000"/>
                </a:lnSpc>
                <a:spcBef>
                  <a:spcPts val="0"/>
                </a:spcBef>
                <a:spcAft>
                  <a:spcPts val="0"/>
                </a:spcAft>
                <a:buNone/>
              </a:pPr>
              <a:r>
                <a:rPr lang="es-419" sz="600"/>
                <a:t>tramitar el voucher</a:t>
              </a:r>
              <a:endParaRPr sz="600"/>
            </a:p>
          </p:txBody>
        </p:sp>
        <p:pic>
          <p:nvPicPr>
            <p:cNvPr id="9740" name="Google Shape;9740;p168"/>
            <p:cNvPicPr preferRelativeResize="0"/>
            <p:nvPr/>
          </p:nvPicPr>
          <p:blipFill rotWithShape="1">
            <a:blip r:embed="rId13">
              <a:alphaModFix/>
            </a:blip>
            <a:srcRect b="955" l="75264" r="13084" t="86344"/>
            <a:stretch/>
          </p:blipFill>
          <p:spPr>
            <a:xfrm>
              <a:off x="759565" y="2053302"/>
              <a:ext cx="252631" cy="288000"/>
            </a:xfrm>
            <a:prstGeom prst="rect">
              <a:avLst/>
            </a:prstGeom>
            <a:noFill/>
            <a:ln>
              <a:noFill/>
            </a:ln>
          </p:spPr>
        </p:pic>
        <p:sp>
          <p:nvSpPr>
            <p:cNvPr id="9741" name="Google Shape;9741;p168"/>
            <p:cNvSpPr txBox="1"/>
            <p:nvPr/>
          </p:nvSpPr>
          <p:spPr>
            <a:xfrm>
              <a:off x="672663" y="2508695"/>
              <a:ext cx="1353000" cy="190500"/>
            </a:xfrm>
            <a:prstGeom prst="rect">
              <a:avLst/>
            </a:prstGeom>
            <a:noFill/>
            <a:ln>
              <a:noFill/>
            </a:ln>
          </p:spPr>
          <p:txBody>
            <a:bodyPr anchorCtr="0" anchor="ctr" bIns="18000" lIns="18000" spcFirstLastPara="1" rIns="18000" wrap="square" tIns="18000">
              <a:noAutofit/>
            </a:bodyPr>
            <a:lstStyle/>
            <a:p>
              <a:pPr indent="0" lvl="0" marL="0" marR="0" rtl="0" algn="ctr">
                <a:lnSpc>
                  <a:spcPct val="100000"/>
                </a:lnSpc>
                <a:spcBef>
                  <a:spcPts val="0"/>
                </a:spcBef>
                <a:spcAft>
                  <a:spcPts val="0"/>
                </a:spcAft>
                <a:buNone/>
              </a:pPr>
              <a:r>
                <a:rPr b="1" lang="es-419" sz="800"/>
                <a:t>Servicios al Cliente</a:t>
              </a:r>
              <a:endParaRPr b="1" sz="800"/>
            </a:p>
          </p:txBody>
        </p:sp>
      </p:grpSp>
      <p:grpSp>
        <p:nvGrpSpPr>
          <p:cNvPr id="9742" name="Google Shape;9742;p168"/>
          <p:cNvGrpSpPr/>
          <p:nvPr/>
        </p:nvGrpSpPr>
        <p:grpSpPr>
          <a:xfrm>
            <a:off x="8352452" y="5770472"/>
            <a:ext cx="1354963" cy="877500"/>
            <a:chOff x="670700" y="1862346"/>
            <a:chExt cx="1354963" cy="877500"/>
          </a:xfrm>
        </p:grpSpPr>
        <p:sp>
          <p:nvSpPr>
            <p:cNvPr id="9743" name="Google Shape;9743;p168"/>
            <p:cNvSpPr/>
            <p:nvPr/>
          </p:nvSpPr>
          <p:spPr>
            <a:xfrm rot="5400000">
              <a:off x="906800" y="1626246"/>
              <a:ext cx="877500" cy="1349700"/>
            </a:xfrm>
            <a:prstGeom prst="chevron">
              <a:avLst>
                <a:gd fmla="val 10671" name="adj"/>
              </a:avLst>
            </a:prstGeom>
            <a:solidFill>
              <a:srgbClr val="999999"/>
            </a:solidFill>
            <a:ln cap="flat" cmpd="sng" w="9525">
              <a:solidFill>
                <a:srgbClr val="1C4587"/>
              </a:solidFill>
              <a:prstDash val="solid"/>
              <a:round/>
              <a:headEnd len="sm" w="sm" type="none"/>
              <a:tailEnd len="sm" w="sm" type="none"/>
            </a:ln>
          </p:spPr>
          <p:txBody>
            <a:bodyPr anchorCtr="0" anchor="t" bIns="91425" lIns="91425" spcFirstLastPara="1" rIns="91425" wrap="square" tIns="91425">
              <a:noAutofit/>
            </a:bodyPr>
            <a:lstStyle/>
            <a:p>
              <a:pPr indent="0" lvl="0" marL="0" rtl="0" algn="ctr">
                <a:spcBef>
                  <a:spcPts val="0"/>
                </a:spcBef>
                <a:spcAft>
                  <a:spcPts val="0"/>
                </a:spcAft>
                <a:buNone/>
              </a:pPr>
              <a:r>
                <a:t/>
              </a:r>
              <a:endParaRPr sz="900"/>
            </a:p>
          </p:txBody>
        </p:sp>
        <p:sp>
          <p:nvSpPr>
            <p:cNvPr id="9744" name="Google Shape;9744;p168"/>
            <p:cNvSpPr txBox="1"/>
            <p:nvPr/>
          </p:nvSpPr>
          <p:spPr>
            <a:xfrm>
              <a:off x="721625" y="2345833"/>
              <a:ext cx="1257300" cy="198300"/>
            </a:xfrm>
            <a:prstGeom prst="rect">
              <a:avLst/>
            </a:prstGeom>
            <a:noFill/>
            <a:ln>
              <a:noFill/>
            </a:ln>
          </p:spPr>
          <p:txBody>
            <a:bodyPr anchorCtr="0" anchor="ctr" bIns="18000" lIns="18000" spcFirstLastPara="1" rIns="18000" wrap="square" tIns="18000">
              <a:noAutofit/>
            </a:bodyPr>
            <a:lstStyle/>
            <a:p>
              <a:pPr indent="0" lvl="0" marL="0" marR="0" rtl="0" algn="l">
                <a:lnSpc>
                  <a:spcPct val="100000"/>
                </a:lnSpc>
                <a:spcBef>
                  <a:spcPts val="0"/>
                </a:spcBef>
                <a:spcAft>
                  <a:spcPts val="0"/>
                </a:spcAft>
                <a:buNone/>
              </a:pPr>
              <a:r>
                <a:rPr b="1" lang="es-419" sz="600"/>
                <a:t>Comercial</a:t>
              </a:r>
              <a:endParaRPr b="1" sz="600"/>
            </a:p>
          </p:txBody>
        </p:sp>
        <p:sp>
          <p:nvSpPr>
            <p:cNvPr id="9745" name="Google Shape;9745;p168"/>
            <p:cNvSpPr/>
            <p:nvPr/>
          </p:nvSpPr>
          <p:spPr>
            <a:xfrm>
              <a:off x="1050925" y="2040246"/>
              <a:ext cx="899700" cy="311400"/>
            </a:xfrm>
            <a:prstGeom prst="roundRect">
              <a:avLst>
                <a:gd fmla="val 16667" name="adj"/>
              </a:avLst>
            </a:prstGeom>
            <a:solidFill>
              <a:srgbClr val="F3F3F3"/>
            </a:solidFill>
            <a:ln cap="flat" cmpd="sng" w="9525">
              <a:solidFill>
                <a:srgbClr val="274E13"/>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18000" lIns="18000" spcFirstLastPara="1" rIns="18000" wrap="square" tIns="18000">
              <a:noAutofit/>
            </a:bodyPr>
            <a:lstStyle/>
            <a:p>
              <a:pPr indent="0" lvl="0" marL="0" marR="0" rtl="0" algn="ctr">
                <a:lnSpc>
                  <a:spcPct val="100000"/>
                </a:lnSpc>
                <a:spcBef>
                  <a:spcPts val="0"/>
                </a:spcBef>
                <a:spcAft>
                  <a:spcPts val="0"/>
                </a:spcAft>
                <a:buNone/>
              </a:pPr>
              <a:r>
                <a:rPr lang="es-419" sz="600"/>
                <a:t>tramitar el voucher</a:t>
              </a:r>
              <a:endParaRPr sz="600"/>
            </a:p>
          </p:txBody>
        </p:sp>
        <p:pic>
          <p:nvPicPr>
            <p:cNvPr id="9746" name="Google Shape;9746;p168"/>
            <p:cNvPicPr preferRelativeResize="0"/>
            <p:nvPr/>
          </p:nvPicPr>
          <p:blipFill rotWithShape="1">
            <a:blip r:embed="rId13">
              <a:alphaModFix/>
            </a:blip>
            <a:srcRect b="955" l="75264" r="13084" t="86344"/>
            <a:stretch/>
          </p:blipFill>
          <p:spPr>
            <a:xfrm>
              <a:off x="759565" y="2053302"/>
              <a:ext cx="252631" cy="288000"/>
            </a:xfrm>
            <a:prstGeom prst="rect">
              <a:avLst/>
            </a:prstGeom>
            <a:noFill/>
            <a:ln>
              <a:noFill/>
            </a:ln>
          </p:spPr>
        </p:pic>
        <p:sp>
          <p:nvSpPr>
            <p:cNvPr id="9747" name="Google Shape;9747;p168"/>
            <p:cNvSpPr txBox="1"/>
            <p:nvPr/>
          </p:nvSpPr>
          <p:spPr>
            <a:xfrm>
              <a:off x="672663" y="2508695"/>
              <a:ext cx="1353000" cy="190500"/>
            </a:xfrm>
            <a:prstGeom prst="rect">
              <a:avLst/>
            </a:prstGeom>
            <a:noFill/>
            <a:ln>
              <a:noFill/>
            </a:ln>
          </p:spPr>
          <p:txBody>
            <a:bodyPr anchorCtr="0" anchor="ctr" bIns="18000" lIns="18000" spcFirstLastPara="1" rIns="18000" wrap="square" tIns="18000">
              <a:noAutofit/>
            </a:bodyPr>
            <a:lstStyle/>
            <a:p>
              <a:pPr indent="0" lvl="0" marL="0" marR="0" rtl="0" algn="ctr">
                <a:lnSpc>
                  <a:spcPct val="100000"/>
                </a:lnSpc>
                <a:spcBef>
                  <a:spcPts val="0"/>
                </a:spcBef>
                <a:spcAft>
                  <a:spcPts val="0"/>
                </a:spcAft>
                <a:buNone/>
              </a:pPr>
              <a:r>
                <a:rPr b="1" lang="es-419" sz="900"/>
                <a:t>&lt;...&gt;</a:t>
              </a:r>
              <a:endParaRPr b="1" sz="900"/>
            </a:p>
          </p:txBody>
        </p:sp>
      </p:grpSp>
      <p:grpSp>
        <p:nvGrpSpPr>
          <p:cNvPr id="9748" name="Google Shape;9748;p168"/>
          <p:cNvGrpSpPr/>
          <p:nvPr/>
        </p:nvGrpSpPr>
        <p:grpSpPr>
          <a:xfrm>
            <a:off x="8358639" y="4998764"/>
            <a:ext cx="1358723" cy="781500"/>
            <a:chOff x="667055" y="3519840"/>
            <a:chExt cx="1358723" cy="781500"/>
          </a:xfrm>
        </p:grpSpPr>
        <p:sp>
          <p:nvSpPr>
            <p:cNvPr id="9749" name="Google Shape;9749;p168"/>
            <p:cNvSpPr/>
            <p:nvPr/>
          </p:nvSpPr>
          <p:spPr>
            <a:xfrm rot="5400000">
              <a:off x="956883" y="3235740"/>
              <a:ext cx="781500" cy="1349700"/>
            </a:xfrm>
            <a:prstGeom prst="chevron">
              <a:avLst>
                <a:gd fmla="val 10671" name="adj"/>
              </a:avLst>
            </a:prstGeom>
            <a:solidFill>
              <a:srgbClr val="FFD966"/>
            </a:solidFill>
            <a:ln cap="flat" cmpd="sng" w="9525">
              <a:solidFill>
                <a:srgbClr val="1C4587"/>
              </a:solidFill>
              <a:prstDash val="solid"/>
              <a:round/>
              <a:headEnd len="sm" w="sm" type="none"/>
              <a:tailEnd len="sm" w="sm" type="none"/>
            </a:ln>
          </p:spPr>
          <p:txBody>
            <a:bodyPr anchorCtr="0" anchor="t" bIns="91425" lIns="91425" spcFirstLastPara="1" rIns="91425" wrap="square" tIns="91425">
              <a:noAutofit/>
            </a:bodyPr>
            <a:lstStyle/>
            <a:p>
              <a:pPr indent="0" lvl="0" marL="0" rtl="0" algn="ctr">
                <a:spcBef>
                  <a:spcPts val="0"/>
                </a:spcBef>
                <a:spcAft>
                  <a:spcPts val="0"/>
                </a:spcAft>
                <a:buNone/>
              </a:pPr>
              <a:r>
                <a:t/>
              </a:r>
              <a:endParaRPr sz="900"/>
            </a:p>
          </p:txBody>
        </p:sp>
        <p:sp>
          <p:nvSpPr>
            <p:cNvPr id="9750" name="Google Shape;9750;p168"/>
            <p:cNvSpPr/>
            <p:nvPr/>
          </p:nvSpPr>
          <p:spPr>
            <a:xfrm>
              <a:off x="718358" y="3885490"/>
              <a:ext cx="1257300" cy="311400"/>
            </a:xfrm>
            <a:prstGeom prst="snip2SameRect">
              <a:avLst>
                <a:gd fmla="val 7104" name="adj1"/>
                <a:gd fmla="val 8493" name="adj2"/>
              </a:avLst>
            </a:prstGeom>
            <a:solidFill>
              <a:srgbClr val="F3F3F3"/>
            </a:solidFill>
            <a:ln cap="flat" cmpd="sng" w="9525">
              <a:solidFill>
                <a:srgbClr val="274E13"/>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18000" lIns="18000" spcFirstLastPara="1" rIns="18000" wrap="square" tIns="18000">
              <a:noAutofit/>
            </a:bodyPr>
            <a:lstStyle/>
            <a:p>
              <a:pPr indent="0" lvl="0" marL="0" marR="0" rtl="0" algn="ctr">
                <a:lnSpc>
                  <a:spcPct val="100000"/>
                </a:lnSpc>
                <a:spcBef>
                  <a:spcPts val="0"/>
                </a:spcBef>
                <a:spcAft>
                  <a:spcPts val="0"/>
                </a:spcAft>
                <a:buNone/>
              </a:pPr>
              <a:r>
                <a:rPr lang="es-419" sz="600"/>
                <a:t>&lt;...&gt;</a:t>
              </a:r>
              <a:endParaRPr sz="600"/>
            </a:p>
          </p:txBody>
        </p:sp>
        <p:sp>
          <p:nvSpPr>
            <p:cNvPr id="9751" name="Google Shape;9751;p168"/>
            <p:cNvSpPr txBox="1"/>
            <p:nvPr/>
          </p:nvSpPr>
          <p:spPr>
            <a:xfrm>
              <a:off x="674878" y="3661827"/>
              <a:ext cx="1350900" cy="190500"/>
            </a:xfrm>
            <a:prstGeom prst="rect">
              <a:avLst/>
            </a:prstGeom>
            <a:noFill/>
            <a:ln>
              <a:noFill/>
            </a:ln>
          </p:spPr>
          <p:txBody>
            <a:bodyPr anchorCtr="0" anchor="ctr" bIns="18000" lIns="18000" spcFirstLastPara="1" rIns="18000" wrap="square" tIns="18000">
              <a:noAutofit/>
            </a:bodyPr>
            <a:lstStyle/>
            <a:p>
              <a:pPr indent="0" lvl="0" marL="0" marR="0" rtl="0" algn="ctr">
                <a:lnSpc>
                  <a:spcPct val="100000"/>
                </a:lnSpc>
                <a:spcBef>
                  <a:spcPts val="0"/>
                </a:spcBef>
                <a:spcAft>
                  <a:spcPts val="0"/>
                </a:spcAft>
                <a:buNone/>
              </a:pPr>
              <a:r>
                <a:rPr b="1" lang="es-419" sz="800"/>
                <a:t>&lt;...&gt;</a:t>
              </a:r>
              <a:endParaRPr b="1" sz="800">
                <a:latin typeface="Source Code Pro"/>
                <a:ea typeface="Source Code Pro"/>
                <a:cs typeface="Source Code Pro"/>
                <a:sym typeface="Source Code Pro"/>
              </a:endParaRPr>
            </a:p>
          </p:txBody>
        </p:sp>
        <p:pic>
          <p:nvPicPr>
            <p:cNvPr id="9752" name="Google Shape;9752;p168"/>
            <p:cNvPicPr preferRelativeResize="0"/>
            <p:nvPr/>
          </p:nvPicPr>
          <p:blipFill rotWithShape="1">
            <a:blip r:embed="rId14">
              <a:alphaModFix/>
            </a:blip>
            <a:srcRect b="-366" l="59788" r="19220" t="82753"/>
            <a:stretch/>
          </p:blipFill>
          <p:spPr>
            <a:xfrm>
              <a:off x="667055" y="3586081"/>
              <a:ext cx="271058" cy="287999"/>
            </a:xfrm>
            <a:prstGeom prst="rect">
              <a:avLst/>
            </a:prstGeom>
            <a:noFill/>
            <a:ln>
              <a:noFill/>
            </a:ln>
          </p:spPr>
        </p:pic>
      </p:grpSp>
      <p:grpSp>
        <p:nvGrpSpPr>
          <p:cNvPr id="9753" name="Google Shape;9753;p168"/>
          <p:cNvGrpSpPr/>
          <p:nvPr/>
        </p:nvGrpSpPr>
        <p:grpSpPr>
          <a:xfrm>
            <a:off x="8362072" y="4131791"/>
            <a:ext cx="1354963" cy="877500"/>
            <a:chOff x="670700" y="1862346"/>
            <a:chExt cx="1354963" cy="877500"/>
          </a:xfrm>
        </p:grpSpPr>
        <p:sp>
          <p:nvSpPr>
            <p:cNvPr id="9754" name="Google Shape;9754;p168"/>
            <p:cNvSpPr/>
            <p:nvPr/>
          </p:nvSpPr>
          <p:spPr>
            <a:xfrm rot="5400000">
              <a:off x="906800" y="1626246"/>
              <a:ext cx="877500" cy="1349700"/>
            </a:xfrm>
            <a:prstGeom prst="chevron">
              <a:avLst>
                <a:gd fmla="val 10671" name="adj"/>
              </a:avLst>
            </a:prstGeom>
            <a:solidFill>
              <a:srgbClr val="F3F3F3"/>
            </a:solidFill>
            <a:ln cap="flat" cmpd="sng" w="9525">
              <a:solidFill>
                <a:srgbClr val="1C4587"/>
              </a:solidFill>
              <a:prstDash val="solid"/>
              <a:round/>
              <a:headEnd len="sm" w="sm" type="none"/>
              <a:tailEnd len="sm" w="sm" type="none"/>
            </a:ln>
          </p:spPr>
          <p:txBody>
            <a:bodyPr anchorCtr="0" anchor="t" bIns="91425" lIns="91425" spcFirstLastPara="1" rIns="91425" wrap="square" tIns="91425">
              <a:noAutofit/>
            </a:bodyPr>
            <a:lstStyle/>
            <a:p>
              <a:pPr indent="0" lvl="0" marL="0" rtl="0" algn="ctr">
                <a:spcBef>
                  <a:spcPts val="0"/>
                </a:spcBef>
                <a:spcAft>
                  <a:spcPts val="0"/>
                </a:spcAft>
                <a:buNone/>
              </a:pPr>
              <a:r>
                <a:t/>
              </a:r>
              <a:endParaRPr sz="900"/>
            </a:p>
          </p:txBody>
        </p:sp>
        <p:sp>
          <p:nvSpPr>
            <p:cNvPr id="9755" name="Google Shape;9755;p168"/>
            <p:cNvSpPr txBox="1"/>
            <p:nvPr/>
          </p:nvSpPr>
          <p:spPr>
            <a:xfrm>
              <a:off x="721625" y="2345833"/>
              <a:ext cx="1257300" cy="198300"/>
            </a:xfrm>
            <a:prstGeom prst="rect">
              <a:avLst/>
            </a:prstGeom>
            <a:noFill/>
            <a:ln>
              <a:noFill/>
            </a:ln>
          </p:spPr>
          <p:txBody>
            <a:bodyPr anchorCtr="0" anchor="ctr" bIns="18000" lIns="18000" spcFirstLastPara="1" rIns="18000" wrap="square" tIns="18000">
              <a:noAutofit/>
            </a:bodyPr>
            <a:lstStyle/>
            <a:p>
              <a:pPr indent="0" lvl="0" marL="0" marR="0" rtl="0" algn="l">
                <a:lnSpc>
                  <a:spcPct val="100000"/>
                </a:lnSpc>
                <a:spcBef>
                  <a:spcPts val="0"/>
                </a:spcBef>
                <a:spcAft>
                  <a:spcPts val="0"/>
                </a:spcAft>
                <a:buNone/>
              </a:pPr>
              <a:r>
                <a:rPr b="1" lang="es-419" sz="600"/>
                <a:t>Auxiliar de Servicio</a:t>
              </a:r>
              <a:endParaRPr b="1" sz="600"/>
            </a:p>
          </p:txBody>
        </p:sp>
        <p:sp>
          <p:nvSpPr>
            <p:cNvPr id="9756" name="Google Shape;9756;p168"/>
            <p:cNvSpPr/>
            <p:nvPr/>
          </p:nvSpPr>
          <p:spPr>
            <a:xfrm>
              <a:off x="1050925" y="2040246"/>
              <a:ext cx="899700" cy="311400"/>
            </a:xfrm>
            <a:prstGeom prst="roundRect">
              <a:avLst>
                <a:gd fmla="val 16667" name="adj"/>
              </a:avLst>
            </a:prstGeom>
            <a:solidFill>
              <a:srgbClr val="FFFFFF"/>
            </a:solidFill>
            <a:ln cap="flat" cmpd="sng" w="9525">
              <a:solidFill>
                <a:srgbClr val="274E13"/>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18000" lIns="18000" spcFirstLastPara="1" rIns="18000" wrap="square" tIns="18000">
              <a:noAutofit/>
            </a:bodyPr>
            <a:lstStyle/>
            <a:p>
              <a:pPr indent="0" lvl="0" marL="0" marR="0" rtl="0" algn="ctr">
                <a:lnSpc>
                  <a:spcPct val="100000"/>
                </a:lnSpc>
                <a:spcBef>
                  <a:spcPts val="0"/>
                </a:spcBef>
                <a:spcAft>
                  <a:spcPts val="0"/>
                </a:spcAft>
                <a:buNone/>
              </a:pPr>
              <a:r>
                <a:rPr lang="es-419" sz="600"/>
                <a:t>tramitar el voucher</a:t>
              </a:r>
              <a:endParaRPr sz="600"/>
            </a:p>
          </p:txBody>
        </p:sp>
        <p:pic>
          <p:nvPicPr>
            <p:cNvPr id="9757" name="Google Shape;9757;p168"/>
            <p:cNvPicPr preferRelativeResize="0"/>
            <p:nvPr/>
          </p:nvPicPr>
          <p:blipFill rotWithShape="1">
            <a:blip r:embed="rId13">
              <a:alphaModFix/>
            </a:blip>
            <a:srcRect b="955" l="75264" r="13084" t="86344"/>
            <a:stretch/>
          </p:blipFill>
          <p:spPr>
            <a:xfrm>
              <a:off x="759565" y="2053302"/>
              <a:ext cx="252631" cy="288000"/>
            </a:xfrm>
            <a:prstGeom prst="rect">
              <a:avLst/>
            </a:prstGeom>
            <a:noFill/>
            <a:ln>
              <a:noFill/>
            </a:ln>
          </p:spPr>
        </p:pic>
        <p:sp>
          <p:nvSpPr>
            <p:cNvPr id="9758" name="Google Shape;9758;p168"/>
            <p:cNvSpPr txBox="1"/>
            <p:nvPr/>
          </p:nvSpPr>
          <p:spPr>
            <a:xfrm>
              <a:off x="672663" y="2508695"/>
              <a:ext cx="1353000" cy="190500"/>
            </a:xfrm>
            <a:prstGeom prst="rect">
              <a:avLst/>
            </a:prstGeom>
            <a:noFill/>
            <a:ln>
              <a:noFill/>
            </a:ln>
          </p:spPr>
          <p:txBody>
            <a:bodyPr anchorCtr="0" anchor="ctr" bIns="18000" lIns="18000" spcFirstLastPara="1" rIns="18000" wrap="square" tIns="18000">
              <a:noAutofit/>
            </a:bodyPr>
            <a:lstStyle/>
            <a:p>
              <a:pPr indent="0" lvl="0" marL="0" marR="0" rtl="0" algn="ctr">
                <a:lnSpc>
                  <a:spcPct val="100000"/>
                </a:lnSpc>
                <a:spcBef>
                  <a:spcPts val="0"/>
                </a:spcBef>
                <a:spcAft>
                  <a:spcPts val="0"/>
                </a:spcAft>
                <a:buNone/>
              </a:pPr>
              <a:r>
                <a:rPr b="1" lang="es-419" sz="800"/>
                <a:t>Servicios al Cliente</a:t>
              </a:r>
              <a:endParaRPr b="1" sz="800"/>
            </a:p>
          </p:txBody>
        </p:sp>
      </p:grpSp>
    </p:spTree>
  </p:cSld>
  <p:clrMapOvr>
    <a:masterClrMapping/>
  </p:clrMapOvr>
</p:sldLayout>
</file>

<file path=ppt/slideLayouts/slideLayout16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Paleta 2">
  <p:cSld name="TITLE_3_5">
    <p:spTree>
      <p:nvGrpSpPr>
        <p:cNvPr id="9759" name="Shape 9759"/>
        <p:cNvGrpSpPr/>
        <p:nvPr/>
      </p:nvGrpSpPr>
      <p:grpSpPr>
        <a:xfrm>
          <a:off x="0" y="0"/>
          <a:ext cx="0" cy="0"/>
          <a:chOff x="0" y="0"/>
          <a:chExt cx="0" cy="0"/>
        </a:xfrm>
      </p:grpSpPr>
      <p:sp>
        <p:nvSpPr>
          <p:cNvPr id="9760" name="Google Shape;9760;p169"/>
          <p:cNvSpPr/>
          <p:nvPr/>
        </p:nvSpPr>
        <p:spPr>
          <a:xfrm>
            <a:off x="2037793" y="656300"/>
            <a:ext cx="2591100" cy="6059700"/>
          </a:xfrm>
          <a:prstGeom prst="roundRect">
            <a:avLst>
              <a:gd fmla="val 4880" name="adj"/>
            </a:avLst>
          </a:prstGeom>
          <a:solidFill>
            <a:srgbClr val="F3F3F3"/>
          </a:solidFill>
          <a:ln cap="flat" cmpd="sng" w="9525">
            <a:solidFill>
              <a:srgbClr val="F3F3F3"/>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1" name="Google Shape;9761;p169"/>
          <p:cNvSpPr/>
          <p:nvPr/>
        </p:nvSpPr>
        <p:spPr>
          <a:xfrm>
            <a:off x="2037793" y="110850"/>
            <a:ext cx="2606400" cy="421200"/>
          </a:xfrm>
          <a:prstGeom prst="roundRect">
            <a:avLst>
              <a:gd fmla="val 17492" name="adj"/>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s-419" sz="1200">
                <a:solidFill>
                  <a:srgbClr val="FFFFFF"/>
                </a:solidFill>
              </a:rPr>
              <a:t>Diagrama de Secuencia</a:t>
            </a:r>
            <a:endParaRPr b="1" sz="1100">
              <a:solidFill>
                <a:srgbClr val="FFFFFF"/>
              </a:solidFill>
            </a:endParaRPr>
          </a:p>
        </p:txBody>
      </p:sp>
      <p:grpSp>
        <p:nvGrpSpPr>
          <p:cNvPr id="9762" name="Google Shape;9762;p169"/>
          <p:cNvGrpSpPr/>
          <p:nvPr/>
        </p:nvGrpSpPr>
        <p:grpSpPr>
          <a:xfrm>
            <a:off x="2166425" y="806110"/>
            <a:ext cx="1440000" cy="5760081"/>
            <a:chOff x="221116" y="911918"/>
            <a:chExt cx="1440000" cy="5760081"/>
          </a:xfrm>
        </p:grpSpPr>
        <p:sp>
          <p:nvSpPr>
            <p:cNvPr id="9763" name="Google Shape;9763;p169"/>
            <p:cNvSpPr/>
            <p:nvPr/>
          </p:nvSpPr>
          <p:spPr>
            <a:xfrm>
              <a:off x="221116" y="911918"/>
              <a:ext cx="1440000" cy="5760000"/>
            </a:xfrm>
            <a:prstGeom prst="rect">
              <a:avLst/>
            </a:prstGeom>
            <a:noFill/>
            <a:ln cap="flat" cmpd="sng" w="9525">
              <a:solidFill>
                <a:srgbClr val="999999"/>
              </a:solidFill>
              <a:prstDash val="dash"/>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4" name="Google Shape;9764;p169"/>
            <p:cNvSpPr/>
            <p:nvPr/>
          </p:nvSpPr>
          <p:spPr>
            <a:xfrm>
              <a:off x="293116" y="960488"/>
              <a:ext cx="1296000" cy="400800"/>
            </a:xfrm>
            <a:prstGeom prst="rect">
              <a:avLst/>
            </a:prstGeom>
            <a:solidFill>
              <a:srgbClr val="FFF9DA"/>
            </a:solidFill>
            <a:ln cap="flat" cmpd="sng" w="9525">
              <a:solidFill>
                <a:srgbClr val="990033"/>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s-419" sz="800"/>
                <a:t>&lt;...&gt;</a:t>
              </a:r>
              <a:endParaRPr sz="800"/>
            </a:p>
          </p:txBody>
        </p:sp>
        <p:sp>
          <p:nvSpPr>
            <p:cNvPr id="9765" name="Google Shape;9765;p169"/>
            <p:cNvSpPr/>
            <p:nvPr/>
          </p:nvSpPr>
          <p:spPr>
            <a:xfrm>
              <a:off x="888166" y="1361300"/>
              <a:ext cx="105900" cy="5310600"/>
            </a:xfrm>
            <a:prstGeom prst="rect">
              <a:avLst/>
            </a:prstGeom>
            <a:no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6" name="Google Shape;9766;p169"/>
            <p:cNvSpPr/>
            <p:nvPr/>
          </p:nvSpPr>
          <p:spPr>
            <a:xfrm>
              <a:off x="888175" y="1361300"/>
              <a:ext cx="105900" cy="4893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7" name="Google Shape;9767;p169"/>
            <p:cNvSpPr/>
            <p:nvPr/>
          </p:nvSpPr>
          <p:spPr>
            <a:xfrm>
              <a:off x="888175" y="1850708"/>
              <a:ext cx="105900" cy="4893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8" name="Google Shape;9768;p169"/>
            <p:cNvSpPr/>
            <p:nvPr/>
          </p:nvSpPr>
          <p:spPr>
            <a:xfrm>
              <a:off x="888175" y="2340188"/>
              <a:ext cx="105900" cy="4893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9" name="Google Shape;9769;p169"/>
            <p:cNvSpPr/>
            <p:nvPr/>
          </p:nvSpPr>
          <p:spPr>
            <a:xfrm>
              <a:off x="888175" y="2829596"/>
              <a:ext cx="105900" cy="4893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0" name="Google Shape;9770;p169"/>
            <p:cNvSpPr/>
            <p:nvPr/>
          </p:nvSpPr>
          <p:spPr>
            <a:xfrm>
              <a:off x="888175" y="3318991"/>
              <a:ext cx="105900" cy="4893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1" name="Google Shape;9771;p169"/>
            <p:cNvSpPr/>
            <p:nvPr/>
          </p:nvSpPr>
          <p:spPr>
            <a:xfrm>
              <a:off x="888175" y="3808399"/>
              <a:ext cx="105900" cy="4893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2" name="Google Shape;9772;p169"/>
            <p:cNvSpPr/>
            <p:nvPr/>
          </p:nvSpPr>
          <p:spPr>
            <a:xfrm>
              <a:off x="888175" y="4297879"/>
              <a:ext cx="105900" cy="4893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3" name="Google Shape;9773;p169"/>
            <p:cNvSpPr/>
            <p:nvPr/>
          </p:nvSpPr>
          <p:spPr>
            <a:xfrm>
              <a:off x="888175" y="4787287"/>
              <a:ext cx="105900" cy="4893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4" name="Google Shape;9774;p169"/>
            <p:cNvSpPr/>
            <p:nvPr/>
          </p:nvSpPr>
          <p:spPr>
            <a:xfrm>
              <a:off x="888175" y="5276103"/>
              <a:ext cx="105900" cy="4893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5" name="Google Shape;9775;p169"/>
            <p:cNvSpPr/>
            <p:nvPr/>
          </p:nvSpPr>
          <p:spPr>
            <a:xfrm>
              <a:off x="888175" y="5765583"/>
              <a:ext cx="105900" cy="4893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6" name="Google Shape;9776;p169"/>
            <p:cNvSpPr/>
            <p:nvPr/>
          </p:nvSpPr>
          <p:spPr>
            <a:xfrm>
              <a:off x="888175" y="6254999"/>
              <a:ext cx="105900" cy="4170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77" name="Google Shape;9777;p169"/>
          <p:cNvGrpSpPr/>
          <p:nvPr/>
        </p:nvGrpSpPr>
        <p:grpSpPr>
          <a:xfrm>
            <a:off x="3816216" y="1579562"/>
            <a:ext cx="622490" cy="586379"/>
            <a:chOff x="-1244040" y="2892312"/>
            <a:chExt cx="622490" cy="586379"/>
          </a:xfrm>
        </p:grpSpPr>
        <p:cxnSp>
          <p:nvCxnSpPr>
            <p:cNvPr id="9778" name="Google Shape;9778;p169"/>
            <p:cNvCxnSpPr/>
            <p:nvPr/>
          </p:nvCxnSpPr>
          <p:spPr>
            <a:xfrm flipH="1">
              <a:off x="-1226350" y="3029875"/>
              <a:ext cx="604800" cy="301200"/>
            </a:xfrm>
            <a:prstGeom prst="bentConnector3">
              <a:avLst>
                <a:gd fmla="val 50000" name="adj1"/>
              </a:avLst>
            </a:prstGeom>
            <a:noFill/>
            <a:ln cap="flat" cmpd="sng" w="9525">
              <a:solidFill>
                <a:srgbClr val="990033"/>
              </a:solidFill>
              <a:prstDash val="solid"/>
              <a:round/>
              <a:headEnd len="med" w="med" type="none"/>
              <a:tailEnd len="med" w="med" type="stealth"/>
            </a:ln>
          </p:spPr>
        </p:cxnSp>
        <p:sp>
          <p:nvSpPr>
            <p:cNvPr id="9779" name="Google Shape;9779;p169"/>
            <p:cNvSpPr txBox="1"/>
            <p:nvPr/>
          </p:nvSpPr>
          <p:spPr>
            <a:xfrm>
              <a:off x="-1244040" y="3354791"/>
              <a:ext cx="386100" cy="123900"/>
            </a:xfrm>
            <a:prstGeom prst="rect">
              <a:avLst/>
            </a:prstGeom>
            <a:noFill/>
            <a:ln>
              <a:noFill/>
            </a:ln>
          </p:spPr>
          <p:txBody>
            <a:bodyPr anchorCtr="0" anchor="t" bIns="0" lIns="0" spcFirstLastPara="1" rIns="0" wrap="square" tIns="0">
              <a:noAutofit/>
            </a:bodyPr>
            <a:lstStyle/>
            <a:p>
              <a:pPr indent="0" lvl="0" marL="0" rtl="0" algn="l">
                <a:spcBef>
                  <a:spcPts val="0"/>
                </a:spcBef>
                <a:spcAft>
                  <a:spcPts val="0"/>
                </a:spcAft>
                <a:buNone/>
              </a:pPr>
              <a:r>
                <a:rPr lang="es-419" sz="700"/>
                <a:t>&lt;...&gt;</a:t>
              </a:r>
              <a:endParaRPr sz="700"/>
            </a:p>
          </p:txBody>
        </p:sp>
        <p:sp>
          <p:nvSpPr>
            <p:cNvPr id="9780" name="Google Shape;9780;p169"/>
            <p:cNvSpPr txBox="1"/>
            <p:nvPr/>
          </p:nvSpPr>
          <p:spPr>
            <a:xfrm>
              <a:off x="-1013062" y="2892312"/>
              <a:ext cx="386100" cy="123900"/>
            </a:xfrm>
            <a:prstGeom prst="rect">
              <a:avLst/>
            </a:prstGeom>
            <a:noFill/>
            <a:ln>
              <a:noFill/>
            </a:ln>
          </p:spPr>
          <p:txBody>
            <a:bodyPr anchorCtr="0" anchor="t" bIns="0" lIns="0" spcFirstLastPara="1" rIns="0" wrap="square" tIns="0">
              <a:noAutofit/>
            </a:bodyPr>
            <a:lstStyle/>
            <a:p>
              <a:pPr indent="0" lvl="0" marL="0" rtl="0" algn="r">
                <a:spcBef>
                  <a:spcPts val="0"/>
                </a:spcBef>
                <a:spcAft>
                  <a:spcPts val="0"/>
                </a:spcAft>
                <a:buNone/>
              </a:pPr>
              <a:r>
                <a:rPr lang="es-419" sz="700"/>
                <a:t>&lt;...&gt;</a:t>
              </a:r>
              <a:endParaRPr sz="700"/>
            </a:p>
          </p:txBody>
        </p:sp>
      </p:grpSp>
      <p:grpSp>
        <p:nvGrpSpPr>
          <p:cNvPr id="9781" name="Google Shape;9781;p169"/>
          <p:cNvGrpSpPr/>
          <p:nvPr/>
        </p:nvGrpSpPr>
        <p:grpSpPr>
          <a:xfrm>
            <a:off x="3816216" y="2417762"/>
            <a:ext cx="622490" cy="586379"/>
            <a:chOff x="-1244040" y="2892312"/>
            <a:chExt cx="622490" cy="586379"/>
          </a:xfrm>
        </p:grpSpPr>
        <p:cxnSp>
          <p:nvCxnSpPr>
            <p:cNvPr id="9782" name="Google Shape;9782;p169"/>
            <p:cNvCxnSpPr/>
            <p:nvPr/>
          </p:nvCxnSpPr>
          <p:spPr>
            <a:xfrm flipH="1">
              <a:off x="-1226350" y="3029875"/>
              <a:ext cx="604800" cy="301200"/>
            </a:xfrm>
            <a:prstGeom prst="bentConnector3">
              <a:avLst>
                <a:gd fmla="val 50000" name="adj1"/>
              </a:avLst>
            </a:prstGeom>
            <a:noFill/>
            <a:ln cap="flat" cmpd="sng" w="9525">
              <a:solidFill>
                <a:srgbClr val="990033"/>
              </a:solidFill>
              <a:prstDash val="dash"/>
              <a:round/>
              <a:headEnd len="med" w="med" type="none"/>
              <a:tailEnd len="med" w="med" type="stealth"/>
            </a:ln>
          </p:spPr>
        </p:cxnSp>
        <p:sp>
          <p:nvSpPr>
            <p:cNvPr id="9783" name="Google Shape;9783;p169"/>
            <p:cNvSpPr txBox="1"/>
            <p:nvPr/>
          </p:nvSpPr>
          <p:spPr>
            <a:xfrm>
              <a:off x="-1244040" y="3354791"/>
              <a:ext cx="386100" cy="123900"/>
            </a:xfrm>
            <a:prstGeom prst="rect">
              <a:avLst/>
            </a:prstGeom>
            <a:noFill/>
            <a:ln>
              <a:noFill/>
            </a:ln>
          </p:spPr>
          <p:txBody>
            <a:bodyPr anchorCtr="0" anchor="t" bIns="0" lIns="0" spcFirstLastPara="1" rIns="0" wrap="square" tIns="0">
              <a:noAutofit/>
            </a:bodyPr>
            <a:lstStyle/>
            <a:p>
              <a:pPr indent="0" lvl="0" marL="0" rtl="0" algn="l">
                <a:spcBef>
                  <a:spcPts val="0"/>
                </a:spcBef>
                <a:spcAft>
                  <a:spcPts val="0"/>
                </a:spcAft>
                <a:buNone/>
              </a:pPr>
              <a:r>
                <a:rPr lang="es-419" sz="700"/>
                <a:t>&lt;...&gt;</a:t>
              </a:r>
              <a:endParaRPr sz="700"/>
            </a:p>
          </p:txBody>
        </p:sp>
        <p:sp>
          <p:nvSpPr>
            <p:cNvPr id="9784" name="Google Shape;9784;p169"/>
            <p:cNvSpPr txBox="1"/>
            <p:nvPr/>
          </p:nvSpPr>
          <p:spPr>
            <a:xfrm>
              <a:off x="-1013062" y="2892312"/>
              <a:ext cx="386100" cy="123900"/>
            </a:xfrm>
            <a:prstGeom prst="rect">
              <a:avLst/>
            </a:prstGeom>
            <a:noFill/>
            <a:ln>
              <a:noFill/>
            </a:ln>
          </p:spPr>
          <p:txBody>
            <a:bodyPr anchorCtr="0" anchor="t" bIns="0" lIns="0" spcFirstLastPara="1" rIns="0" wrap="square" tIns="0">
              <a:noAutofit/>
            </a:bodyPr>
            <a:lstStyle/>
            <a:p>
              <a:pPr indent="0" lvl="0" marL="0" rtl="0" algn="r">
                <a:spcBef>
                  <a:spcPts val="0"/>
                </a:spcBef>
                <a:spcAft>
                  <a:spcPts val="0"/>
                </a:spcAft>
                <a:buNone/>
              </a:pPr>
              <a:r>
                <a:rPr lang="es-419" sz="700"/>
                <a:t>&lt;...&gt;</a:t>
              </a:r>
              <a:endParaRPr sz="700"/>
            </a:p>
          </p:txBody>
        </p:sp>
      </p:grpSp>
      <p:sp>
        <p:nvSpPr>
          <p:cNvPr id="9785" name="Google Shape;9785;p169"/>
          <p:cNvSpPr/>
          <p:nvPr/>
        </p:nvSpPr>
        <p:spPr>
          <a:xfrm>
            <a:off x="200475" y="669875"/>
            <a:ext cx="1407900" cy="6059700"/>
          </a:xfrm>
          <a:prstGeom prst="roundRect">
            <a:avLst>
              <a:gd fmla="val 6584" name="adj"/>
            </a:avLst>
          </a:prstGeom>
          <a:solidFill>
            <a:srgbClr val="F3F3F3"/>
          </a:solidFill>
          <a:ln cap="flat" cmpd="sng" w="9525">
            <a:solidFill>
              <a:srgbClr val="F3F3F3"/>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6" name="Google Shape;9786;p169"/>
          <p:cNvSpPr/>
          <p:nvPr/>
        </p:nvSpPr>
        <p:spPr>
          <a:xfrm>
            <a:off x="185368" y="110850"/>
            <a:ext cx="1407900" cy="421200"/>
          </a:xfrm>
          <a:prstGeom prst="roundRect">
            <a:avLst>
              <a:gd fmla="val 17492" name="adj"/>
            </a:avLst>
          </a:prstGeom>
          <a:solidFill>
            <a:srgbClr val="000000"/>
          </a:solidFill>
          <a:ln cap="flat" cmpd="sng" w="9525">
            <a:solidFill>
              <a:srgbClr val="000000"/>
            </a:solidFill>
            <a:prstDash val="solid"/>
            <a:round/>
            <a:headEnd len="sm" w="sm" type="none"/>
            <a:tailEnd len="sm" w="sm" type="none"/>
          </a:ln>
        </p:spPr>
        <p:txBody>
          <a:bodyPr anchorCtr="0" anchor="ctr" bIns="0" lIns="0" spcFirstLastPara="1" rIns="0" wrap="square" tIns="0">
            <a:noAutofit/>
          </a:bodyPr>
          <a:lstStyle/>
          <a:p>
            <a:pPr indent="0" lvl="0" marL="0" rtl="0" algn="ctr">
              <a:spcBef>
                <a:spcPts val="0"/>
              </a:spcBef>
              <a:spcAft>
                <a:spcPts val="0"/>
              </a:spcAft>
              <a:buNone/>
            </a:pPr>
            <a:r>
              <a:rPr b="1" lang="es-419" sz="1200">
                <a:solidFill>
                  <a:srgbClr val="FFFFFF"/>
                </a:solidFill>
              </a:rPr>
              <a:t>Diagrama de Clases</a:t>
            </a:r>
            <a:endParaRPr b="1" sz="1200">
              <a:solidFill>
                <a:srgbClr val="FFFFFF"/>
              </a:solidFill>
            </a:endParaRPr>
          </a:p>
        </p:txBody>
      </p:sp>
      <p:grpSp>
        <p:nvGrpSpPr>
          <p:cNvPr id="9787" name="Google Shape;9787;p169"/>
          <p:cNvGrpSpPr/>
          <p:nvPr/>
        </p:nvGrpSpPr>
        <p:grpSpPr>
          <a:xfrm>
            <a:off x="289564" y="1050864"/>
            <a:ext cx="1229700" cy="1478700"/>
            <a:chOff x="1395625" y="1381825"/>
            <a:chExt cx="1229700" cy="1478700"/>
          </a:xfrm>
        </p:grpSpPr>
        <p:sp>
          <p:nvSpPr>
            <p:cNvPr id="9788" name="Google Shape;9788;p169"/>
            <p:cNvSpPr/>
            <p:nvPr/>
          </p:nvSpPr>
          <p:spPr>
            <a:xfrm>
              <a:off x="1395625" y="1381825"/>
              <a:ext cx="1229700" cy="1478700"/>
            </a:xfrm>
            <a:prstGeom prst="roundRect">
              <a:avLst>
                <a:gd fmla="val 4673" name="adj"/>
              </a:avLst>
            </a:prstGeom>
            <a:solidFill>
              <a:srgbClr val="FFF9DA"/>
            </a:solidFill>
            <a:ln cap="flat" cmpd="sng" w="9525">
              <a:solidFill>
                <a:srgbClr val="990033"/>
              </a:solidFill>
              <a:prstDash val="solid"/>
              <a:round/>
              <a:headEnd len="sm" w="sm" type="none"/>
              <a:tailEnd len="sm" w="sm" type="none"/>
            </a:ln>
          </p:spPr>
          <p:txBody>
            <a:bodyPr anchorCtr="0" anchor="t" bIns="91425" lIns="91425" spcFirstLastPara="1" rIns="91425" wrap="square" tIns="91425">
              <a:noAutofit/>
            </a:bodyPr>
            <a:lstStyle/>
            <a:p>
              <a:pPr indent="0" lvl="0" marL="0" rtl="0" algn="l">
                <a:spcBef>
                  <a:spcPts val="0"/>
                </a:spcBef>
                <a:spcAft>
                  <a:spcPts val="0"/>
                </a:spcAft>
                <a:buNone/>
              </a:pPr>
              <a:r>
                <a:t/>
              </a:r>
              <a:endParaRPr sz="700"/>
            </a:p>
            <a:p>
              <a:pPr indent="0" lvl="0" marL="0" rtl="0" algn="l">
                <a:spcBef>
                  <a:spcPts val="0"/>
                </a:spcBef>
                <a:spcAft>
                  <a:spcPts val="0"/>
                </a:spcAft>
                <a:buNone/>
              </a:pPr>
              <a:r>
                <a:t/>
              </a:r>
              <a:endParaRPr sz="700"/>
            </a:p>
            <a:p>
              <a:pPr indent="0" lvl="0" marL="0" rtl="0" algn="l">
                <a:spcBef>
                  <a:spcPts val="0"/>
                </a:spcBef>
                <a:spcAft>
                  <a:spcPts val="0"/>
                </a:spcAft>
                <a:buNone/>
              </a:pPr>
              <a:r>
                <a:rPr lang="es-419" sz="700"/>
                <a:t>&lt;...&gt;</a:t>
              </a:r>
              <a:endParaRPr sz="700"/>
            </a:p>
            <a:p>
              <a:pPr indent="0" lvl="0" marL="0" rtl="0" algn="l">
                <a:spcBef>
                  <a:spcPts val="0"/>
                </a:spcBef>
                <a:spcAft>
                  <a:spcPts val="0"/>
                </a:spcAft>
                <a:buNone/>
              </a:pPr>
              <a:r>
                <a:rPr lang="es-419" sz="700">
                  <a:solidFill>
                    <a:schemeClr val="dk1"/>
                  </a:solidFill>
                </a:rPr>
                <a:t>&lt;...&gt;</a:t>
              </a:r>
              <a:endParaRPr sz="700">
                <a:solidFill>
                  <a:schemeClr val="dk1"/>
                </a:solidFill>
              </a:endParaRPr>
            </a:p>
            <a:p>
              <a:pPr indent="0" lvl="0" marL="0" rtl="0" algn="l">
                <a:spcBef>
                  <a:spcPts val="0"/>
                </a:spcBef>
                <a:spcAft>
                  <a:spcPts val="0"/>
                </a:spcAft>
                <a:buNone/>
              </a:pPr>
              <a:r>
                <a:rPr lang="es-419" sz="700">
                  <a:solidFill>
                    <a:schemeClr val="dk1"/>
                  </a:solidFill>
                </a:rPr>
                <a:t>&lt;...&gt;</a:t>
              </a:r>
              <a:endParaRPr sz="700">
                <a:solidFill>
                  <a:schemeClr val="dk1"/>
                </a:solidFill>
              </a:endParaRPr>
            </a:p>
            <a:p>
              <a:pPr indent="0" lvl="0" marL="0" rtl="0" algn="l">
                <a:spcBef>
                  <a:spcPts val="0"/>
                </a:spcBef>
                <a:spcAft>
                  <a:spcPts val="0"/>
                </a:spcAft>
                <a:buNone/>
              </a:pPr>
              <a:r>
                <a:rPr lang="es-419" sz="700">
                  <a:solidFill>
                    <a:schemeClr val="dk1"/>
                  </a:solidFill>
                </a:rPr>
                <a:t>&lt;...&gt;</a:t>
              </a:r>
              <a:endParaRPr sz="700">
                <a:solidFill>
                  <a:schemeClr val="dk1"/>
                </a:solidFill>
              </a:endParaRPr>
            </a:p>
            <a:p>
              <a:pPr indent="0" lvl="0" marL="0" rtl="0" algn="l">
                <a:spcBef>
                  <a:spcPts val="0"/>
                </a:spcBef>
                <a:spcAft>
                  <a:spcPts val="0"/>
                </a:spcAft>
                <a:buNone/>
              </a:pPr>
              <a:r>
                <a:rPr lang="es-419" sz="700">
                  <a:solidFill>
                    <a:schemeClr val="dk1"/>
                  </a:solidFill>
                </a:rPr>
                <a:t>&lt;...&gt;</a:t>
              </a:r>
              <a:endParaRPr sz="700">
                <a:solidFill>
                  <a:schemeClr val="dk1"/>
                </a:solidFill>
              </a:endParaRPr>
            </a:p>
          </p:txBody>
        </p:sp>
        <p:sp>
          <p:nvSpPr>
            <p:cNvPr id="9789" name="Google Shape;9789;p169"/>
            <p:cNvSpPr/>
            <p:nvPr/>
          </p:nvSpPr>
          <p:spPr>
            <a:xfrm>
              <a:off x="1395625" y="1381825"/>
              <a:ext cx="1229700" cy="265800"/>
            </a:xfrm>
            <a:prstGeom prst="roundRect">
              <a:avLst>
                <a:gd fmla="val 23119" name="adj"/>
              </a:avLst>
            </a:prstGeom>
            <a:solidFill>
              <a:srgbClr val="FFF9DA"/>
            </a:solidFill>
            <a:ln cap="flat" cmpd="sng" w="9525">
              <a:solidFill>
                <a:srgbClr val="990033"/>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s-419" sz="800"/>
                <a:t>&lt;...&gt;</a:t>
              </a:r>
              <a:endParaRPr sz="800"/>
            </a:p>
          </p:txBody>
        </p:sp>
      </p:grpSp>
      <p:grpSp>
        <p:nvGrpSpPr>
          <p:cNvPr id="9790" name="Google Shape;9790;p169"/>
          <p:cNvGrpSpPr/>
          <p:nvPr/>
        </p:nvGrpSpPr>
        <p:grpSpPr>
          <a:xfrm>
            <a:off x="593169" y="3762498"/>
            <a:ext cx="622490" cy="590192"/>
            <a:chOff x="-1244040" y="3574298"/>
            <a:chExt cx="622490" cy="590192"/>
          </a:xfrm>
        </p:grpSpPr>
        <p:cxnSp>
          <p:nvCxnSpPr>
            <p:cNvPr id="9791" name="Google Shape;9791;p169"/>
            <p:cNvCxnSpPr/>
            <p:nvPr/>
          </p:nvCxnSpPr>
          <p:spPr>
            <a:xfrm flipH="1">
              <a:off x="-1226350" y="3715675"/>
              <a:ext cx="604800" cy="301200"/>
            </a:xfrm>
            <a:prstGeom prst="bentConnector3">
              <a:avLst>
                <a:gd fmla="val 50000" name="adj1"/>
              </a:avLst>
            </a:prstGeom>
            <a:noFill/>
            <a:ln cap="flat" cmpd="sng" w="9525">
              <a:solidFill>
                <a:srgbClr val="000000"/>
              </a:solidFill>
              <a:prstDash val="solid"/>
              <a:round/>
              <a:headEnd len="med" w="med" type="none"/>
              <a:tailEnd len="med" w="med" type="diamond"/>
            </a:ln>
          </p:spPr>
        </p:cxnSp>
        <p:sp>
          <p:nvSpPr>
            <p:cNvPr id="9792" name="Google Shape;9792;p169"/>
            <p:cNvSpPr txBox="1"/>
            <p:nvPr/>
          </p:nvSpPr>
          <p:spPr>
            <a:xfrm>
              <a:off x="-1244040" y="4040591"/>
              <a:ext cx="386100" cy="123900"/>
            </a:xfrm>
            <a:prstGeom prst="rect">
              <a:avLst/>
            </a:prstGeom>
            <a:noFill/>
            <a:ln>
              <a:noFill/>
            </a:ln>
          </p:spPr>
          <p:txBody>
            <a:bodyPr anchorCtr="0" anchor="t" bIns="0" lIns="0" spcFirstLastPara="1" rIns="0" wrap="square" tIns="0">
              <a:noAutofit/>
            </a:bodyPr>
            <a:lstStyle/>
            <a:p>
              <a:pPr indent="0" lvl="0" marL="0" rtl="0" algn="l">
                <a:spcBef>
                  <a:spcPts val="0"/>
                </a:spcBef>
                <a:spcAft>
                  <a:spcPts val="0"/>
                </a:spcAft>
                <a:buNone/>
              </a:pPr>
              <a:r>
                <a:rPr lang="es-419" sz="700"/>
                <a:t>&lt;...&gt;</a:t>
              </a:r>
              <a:endParaRPr sz="700"/>
            </a:p>
          </p:txBody>
        </p:sp>
        <p:sp>
          <p:nvSpPr>
            <p:cNvPr id="9793" name="Google Shape;9793;p169"/>
            <p:cNvSpPr txBox="1"/>
            <p:nvPr/>
          </p:nvSpPr>
          <p:spPr>
            <a:xfrm>
              <a:off x="-1013062" y="3574298"/>
              <a:ext cx="386100" cy="123900"/>
            </a:xfrm>
            <a:prstGeom prst="rect">
              <a:avLst/>
            </a:prstGeom>
            <a:noFill/>
            <a:ln>
              <a:noFill/>
            </a:ln>
          </p:spPr>
          <p:txBody>
            <a:bodyPr anchorCtr="0" anchor="t" bIns="0" lIns="0" spcFirstLastPara="1" rIns="0" wrap="square" tIns="0">
              <a:noAutofit/>
            </a:bodyPr>
            <a:lstStyle/>
            <a:p>
              <a:pPr indent="0" lvl="0" marL="0" rtl="0" algn="r">
                <a:spcBef>
                  <a:spcPts val="0"/>
                </a:spcBef>
                <a:spcAft>
                  <a:spcPts val="0"/>
                </a:spcAft>
                <a:buNone/>
              </a:pPr>
              <a:r>
                <a:rPr lang="es-419" sz="700"/>
                <a:t>&lt;...&gt;</a:t>
              </a:r>
              <a:endParaRPr sz="700"/>
            </a:p>
          </p:txBody>
        </p:sp>
      </p:grpSp>
      <p:grpSp>
        <p:nvGrpSpPr>
          <p:cNvPr id="9794" name="Google Shape;9794;p169"/>
          <p:cNvGrpSpPr/>
          <p:nvPr/>
        </p:nvGrpSpPr>
        <p:grpSpPr>
          <a:xfrm>
            <a:off x="593169" y="2775712"/>
            <a:ext cx="622490" cy="586379"/>
            <a:chOff x="-1244040" y="2892312"/>
            <a:chExt cx="622490" cy="586379"/>
          </a:xfrm>
        </p:grpSpPr>
        <p:cxnSp>
          <p:nvCxnSpPr>
            <p:cNvPr id="9795" name="Google Shape;9795;p169"/>
            <p:cNvCxnSpPr/>
            <p:nvPr/>
          </p:nvCxnSpPr>
          <p:spPr>
            <a:xfrm flipH="1">
              <a:off x="-1226350" y="3029875"/>
              <a:ext cx="604800" cy="301200"/>
            </a:xfrm>
            <a:prstGeom prst="bentConnector3">
              <a:avLst>
                <a:gd fmla="val 50000" name="adj1"/>
              </a:avLst>
            </a:prstGeom>
            <a:noFill/>
            <a:ln cap="flat" cmpd="sng" w="9525">
              <a:solidFill>
                <a:srgbClr val="000000"/>
              </a:solidFill>
              <a:prstDash val="solid"/>
              <a:round/>
              <a:headEnd len="med" w="med" type="none"/>
              <a:tailEnd len="med" w="med" type="triangle"/>
            </a:ln>
          </p:spPr>
        </p:cxnSp>
        <p:sp>
          <p:nvSpPr>
            <p:cNvPr id="9796" name="Google Shape;9796;p169"/>
            <p:cNvSpPr txBox="1"/>
            <p:nvPr/>
          </p:nvSpPr>
          <p:spPr>
            <a:xfrm>
              <a:off x="-1244040" y="3354791"/>
              <a:ext cx="386100" cy="123900"/>
            </a:xfrm>
            <a:prstGeom prst="rect">
              <a:avLst/>
            </a:prstGeom>
            <a:noFill/>
            <a:ln>
              <a:noFill/>
            </a:ln>
          </p:spPr>
          <p:txBody>
            <a:bodyPr anchorCtr="0" anchor="t" bIns="0" lIns="0" spcFirstLastPara="1" rIns="0" wrap="square" tIns="0">
              <a:noAutofit/>
            </a:bodyPr>
            <a:lstStyle/>
            <a:p>
              <a:pPr indent="0" lvl="0" marL="0" rtl="0" algn="l">
                <a:spcBef>
                  <a:spcPts val="0"/>
                </a:spcBef>
                <a:spcAft>
                  <a:spcPts val="0"/>
                </a:spcAft>
                <a:buNone/>
              </a:pPr>
              <a:r>
                <a:rPr lang="es-419" sz="700"/>
                <a:t>&lt;...&gt;</a:t>
              </a:r>
              <a:endParaRPr sz="700"/>
            </a:p>
          </p:txBody>
        </p:sp>
        <p:sp>
          <p:nvSpPr>
            <p:cNvPr id="9797" name="Google Shape;9797;p169"/>
            <p:cNvSpPr txBox="1"/>
            <p:nvPr/>
          </p:nvSpPr>
          <p:spPr>
            <a:xfrm>
              <a:off x="-1013062" y="2892312"/>
              <a:ext cx="386100" cy="123900"/>
            </a:xfrm>
            <a:prstGeom prst="rect">
              <a:avLst/>
            </a:prstGeom>
            <a:noFill/>
            <a:ln>
              <a:noFill/>
            </a:ln>
          </p:spPr>
          <p:txBody>
            <a:bodyPr anchorCtr="0" anchor="t" bIns="0" lIns="0" spcFirstLastPara="1" rIns="0" wrap="square" tIns="0">
              <a:noAutofit/>
            </a:bodyPr>
            <a:lstStyle/>
            <a:p>
              <a:pPr indent="0" lvl="0" marL="0" rtl="0" algn="r">
                <a:spcBef>
                  <a:spcPts val="0"/>
                </a:spcBef>
                <a:spcAft>
                  <a:spcPts val="0"/>
                </a:spcAft>
                <a:buNone/>
              </a:pPr>
              <a:r>
                <a:rPr lang="es-419" sz="700"/>
                <a:t>&lt;...&gt;</a:t>
              </a:r>
              <a:endParaRPr sz="700"/>
            </a:p>
          </p:txBody>
        </p:sp>
      </p:grpSp>
      <p:grpSp>
        <p:nvGrpSpPr>
          <p:cNvPr id="9798" name="Google Shape;9798;p169"/>
          <p:cNvGrpSpPr/>
          <p:nvPr/>
        </p:nvGrpSpPr>
        <p:grpSpPr>
          <a:xfrm>
            <a:off x="593169" y="4753098"/>
            <a:ext cx="622490" cy="590192"/>
            <a:chOff x="-1244040" y="3574298"/>
            <a:chExt cx="622490" cy="590192"/>
          </a:xfrm>
        </p:grpSpPr>
        <p:cxnSp>
          <p:nvCxnSpPr>
            <p:cNvPr id="9799" name="Google Shape;9799;p169"/>
            <p:cNvCxnSpPr/>
            <p:nvPr/>
          </p:nvCxnSpPr>
          <p:spPr>
            <a:xfrm flipH="1">
              <a:off x="-1226350" y="3715675"/>
              <a:ext cx="604800" cy="301200"/>
            </a:xfrm>
            <a:prstGeom prst="bentConnector3">
              <a:avLst>
                <a:gd fmla="val 50000" name="adj1"/>
              </a:avLst>
            </a:prstGeom>
            <a:noFill/>
            <a:ln cap="flat" cmpd="sng" w="9525">
              <a:solidFill>
                <a:srgbClr val="000000"/>
              </a:solidFill>
              <a:prstDash val="solid"/>
              <a:round/>
              <a:headEnd len="med" w="med" type="none"/>
              <a:tailEnd len="med" w="med" type="none"/>
            </a:ln>
          </p:spPr>
        </p:cxnSp>
        <p:sp>
          <p:nvSpPr>
            <p:cNvPr id="9800" name="Google Shape;9800;p169"/>
            <p:cNvSpPr txBox="1"/>
            <p:nvPr/>
          </p:nvSpPr>
          <p:spPr>
            <a:xfrm>
              <a:off x="-1244040" y="4040591"/>
              <a:ext cx="386100" cy="123900"/>
            </a:xfrm>
            <a:prstGeom prst="rect">
              <a:avLst/>
            </a:prstGeom>
            <a:noFill/>
            <a:ln>
              <a:noFill/>
            </a:ln>
          </p:spPr>
          <p:txBody>
            <a:bodyPr anchorCtr="0" anchor="t" bIns="0" lIns="0" spcFirstLastPara="1" rIns="0" wrap="square" tIns="0">
              <a:noAutofit/>
            </a:bodyPr>
            <a:lstStyle/>
            <a:p>
              <a:pPr indent="0" lvl="0" marL="0" rtl="0" algn="l">
                <a:spcBef>
                  <a:spcPts val="0"/>
                </a:spcBef>
                <a:spcAft>
                  <a:spcPts val="0"/>
                </a:spcAft>
                <a:buNone/>
              </a:pPr>
              <a:r>
                <a:rPr lang="es-419" sz="700"/>
                <a:t>&lt;...&gt;</a:t>
              </a:r>
              <a:endParaRPr sz="700"/>
            </a:p>
          </p:txBody>
        </p:sp>
        <p:sp>
          <p:nvSpPr>
            <p:cNvPr id="9801" name="Google Shape;9801;p169"/>
            <p:cNvSpPr txBox="1"/>
            <p:nvPr/>
          </p:nvSpPr>
          <p:spPr>
            <a:xfrm>
              <a:off x="-1013062" y="3574298"/>
              <a:ext cx="386100" cy="123900"/>
            </a:xfrm>
            <a:prstGeom prst="rect">
              <a:avLst/>
            </a:prstGeom>
            <a:noFill/>
            <a:ln>
              <a:noFill/>
            </a:ln>
          </p:spPr>
          <p:txBody>
            <a:bodyPr anchorCtr="0" anchor="t" bIns="0" lIns="0" spcFirstLastPara="1" rIns="0" wrap="square" tIns="0">
              <a:noAutofit/>
            </a:bodyPr>
            <a:lstStyle/>
            <a:p>
              <a:pPr indent="0" lvl="0" marL="0" rtl="0" algn="r">
                <a:spcBef>
                  <a:spcPts val="0"/>
                </a:spcBef>
                <a:spcAft>
                  <a:spcPts val="0"/>
                </a:spcAft>
                <a:buNone/>
              </a:pPr>
              <a:r>
                <a:rPr lang="es-419" sz="700"/>
                <a:t>&lt;...&gt;</a:t>
              </a:r>
              <a:endParaRPr sz="700"/>
            </a:p>
          </p:txBody>
        </p:sp>
      </p:grpSp>
      <p:cxnSp>
        <p:nvCxnSpPr>
          <p:cNvPr id="9802" name="Google Shape;9802;p169"/>
          <p:cNvCxnSpPr/>
          <p:nvPr/>
        </p:nvCxnSpPr>
        <p:spPr>
          <a:xfrm>
            <a:off x="1826987" y="87450"/>
            <a:ext cx="0" cy="6665100"/>
          </a:xfrm>
          <a:prstGeom prst="straightConnector1">
            <a:avLst/>
          </a:prstGeom>
          <a:noFill/>
          <a:ln cap="flat" cmpd="sng" w="28575">
            <a:solidFill>
              <a:srgbClr val="B7B7B7"/>
            </a:solidFill>
            <a:prstDash val="dash"/>
            <a:round/>
            <a:headEnd len="med" w="med" type="none"/>
            <a:tailEnd len="med" w="med" type="none"/>
          </a:ln>
        </p:spPr>
      </p:cxnSp>
    </p:spTree>
  </p:cSld>
  <p:clrMapOvr>
    <a:masterClrMapping/>
  </p:clrMapOvr>
</p:sldLayout>
</file>

<file path=ppt/slideLayouts/slideLayout16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Paleta 2 1">
  <p:cSld name="TITLE_3_5_1">
    <p:spTree>
      <p:nvGrpSpPr>
        <p:cNvPr id="9803" name="Shape 9803"/>
        <p:cNvGrpSpPr/>
        <p:nvPr/>
      </p:nvGrpSpPr>
      <p:grpSpPr>
        <a:xfrm>
          <a:off x="0" y="0"/>
          <a:ext cx="0" cy="0"/>
          <a:chOff x="0" y="0"/>
          <a:chExt cx="0" cy="0"/>
        </a:xfrm>
      </p:grpSpPr>
      <p:sp>
        <p:nvSpPr>
          <p:cNvPr id="9804" name="Google Shape;9804;p170"/>
          <p:cNvSpPr txBox="1"/>
          <p:nvPr/>
        </p:nvSpPr>
        <p:spPr>
          <a:xfrm>
            <a:off x="-5257800" y="838200"/>
            <a:ext cx="4648200" cy="6248400"/>
          </a:xfrm>
          <a:prstGeom prst="rect">
            <a:avLst/>
          </a:prstGeom>
          <a:solidFill>
            <a:srgbClr val="FFFFFF"/>
          </a:solidFill>
          <a:ln cap="flat" cmpd="sng" w="9525">
            <a:solidFill>
              <a:srgbClr val="00B0F0"/>
            </a:solidFill>
            <a:prstDash val="solid"/>
            <a:round/>
            <a:headEnd len="sm" w="sm" type="none"/>
            <a:tailEnd len="sm" w="sm" type="none"/>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A6A6A6"/>
              </a:buClr>
              <a:buSzPts val="1700"/>
              <a:buFont typeface="Tahoma"/>
              <a:buNone/>
            </a:pPr>
            <a:r>
              <a:rPr b="1" i="0" lang="es-419" sz="1700" u="none">
                <a:solidFill>
                  <a:srgbClr val="A6A6A6"/>
                </a:solidFill>
                <a:latin typeface="Tahoma"/>
                <a:ea typeface="Tahoma"/>
                <a:cs typeface="Tahoma"/>
                <a:sym typeface="Tahoma"/>
              </a:rPr>
              <a:t>                                                           Fichas</a:t>
            </a:r>
            <a:endParaRPr/>
          </a:p>
          <a:p>
            <a:pPr indent="0" lvl="0" marL="0" marR="0" rtl="0" algn="r">
              <a:lnSpc>
                <a:spcPct val="100000"/>
              </a:lnSpc>
              <a:spcBef>
                <a:spcPts val="0"/>
              </a:spcBef>
              <a:spcAft>
                <a:spcPts val="0"/>
              </a:spcAft>
              <a:buClr>
                <a:srgbClr val="A6A6A6"/>
              </a:buClr>
              <a:buSzPts val="1700"/>
              <a:buFont typeface="Tahoma"/>
              <a:buNone/>
            </a:pPr>
            <a:r>
              <a:rPr b="1" i="0" lang="es-419" sz="1700" u="none">
                <a:solidFill>
                  <a:srgbClr val="A6A6A6"/>
                </a:solidFill>
                <a:latin typeface="Tahoma"/>
                <a:ea typeface="Tahoma"/>
                <a:cs typeface="Tahoma"/>
                <a:sym typeface="Tahoma"/>
              </a:rPr>
              <a:t>Worker</a:t>
            </a:r>
            <a:endParaRPr/>
          </a:p>
        </p:txBody>
      </p:sp>
      <p:sp>
        <p:nvSpPr>
          <p:cNvPr id="9805" name="Google Shape;9805;p170"/>
          <p:cNvSpPr txBox="1"/>
          <p:nvPr/>
        </p:nvSpPr>
        <p:spPr>
          <a:xfrm>
            <a:off x="10283825" y="838200"/>
            <a:ext cx="4319700" cy="6248400"/>
          </a:xfrm>
          <a:prstGeom prst="rect">
            <a:avLst/>
          </a:prstGeom>
          <a:solidFill>
            <a:srgbClr val="FFFFFF"/>
          </a:solidFill>
          <a:ln cap="flat" cmpd="sng" w="9525">
            <a:solidFill>
              <a:srgbClr val="00B0F0"/>
            </a:solidFill>
            <a:prstDash val="solid"/>
            <a:round/>
            <a:headEnd len="sm" w="sm" type="none"/>
            <a:tailEnd len="sm" w="sm" type="none"/>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A6A6A6"/>
              </a:buClr>
              <a:buSzPts val="1800"/>
              <a:buFont typeface="Tahoma"/>
              <a:buNone/>
            </a:pPr>
            <a:r>
              <a:rPr b="1" i="0" lang="es-419" sz="1800" u="none">
                <a:solidFill>
                  <a:srgbClr val="A6A6A6"/>
                </a:solidFill>
                <a:latin typeface="Tahoma"/>
                <a:ea typeface="Tahoma"/>
                <a:cs typeface="Tahoma"/>
                <a:sym typeface="Tahoma"/>
              </a:rPr>
              <a:t>  </a:t>
            </a:r>
            <a:r>
              <a:rPr b="1" i="0" lang="es-419" sz="1700" u="none">
                <a:solidFill>
                  <a:srgbClr val="A6A6A6"/>
                </a:solidFill>
                <a:latin typeface="Tahoma"/>
                <a:ea typeface="Tahoma"/>
                <a:cs typeface="Tahoma"/>
                <a:sym typeface="Tahoma"/>
              </a:rPr>
              <a:t>Fichas</a:t>
            </a:r>
            <a:endParaRPr/>
          </a:p>
          <a:p>
            <a:pPr indent="0" lvl="0" marL="0" marR="0" rtl="0" algn="l">
              <a:lnSpc>
                <a:spcPct val="100000"/>
              </a:lnSpc>
              <a:spcBef>
                <a:spcPts val="0"/>
              </a:spcBef>
              <a:spcAft>
                <a:spcPts val="0"/>
              </a:spcAft>
              <a:buClr>
                <a:srgbClr val="A6A6A6"/>
              </a:buClr>
              <a:buSzPts val="1700"/>
              <a:buFont typeface="Tahoma"/>
              <a:buNone/>
            </a:pPr>
            <a:r>
              <a:rPr b="1" i="0" lang="es-419" sz="1700" u="none">
                <a:solidFill>
                  <a:srgbClr val="A6A6A6"/>
                </a:solidFill>
                <a:latin typeface="Tahoma"/>
                <a:ea typeface="Tahoma"/>
                <a:cs typeface="Tahoma"/>
                <a:sym typeface="Tahoma"/>
              </a:rPr>
              <a:t>Usuarios</a:t>
            </a:r>
            <a:endParaRPr/>
          </a:p>
        </p:txBody>
      </p:sp>
      <p:sp>
        <p:nvSpPr>
          <p:cNvPr id="9806" name="Google Shape;9806;p170"/>
          <p:cNvSpPr txBox="1"/>
          <p:nvPr/>
        </p:nvSpPr>
        <p:spPr>
          <a:xfrm>
            <a:off x="-5257800" y="7199312"/>
            <a:ext cx="7924800" cy="811200"/>
          </a:xfrm>
          <a:prstGeom prst="rect">
            <a:avLst/>
          </a:prstGeom>
          <a:solidFill>
            <a:srgbClr val="FFFFFF"/>
          </a:solidFill>
          <a:ln cap="flat" cmpd="sng" w="9525">
            <a:solidFill>
              <a:srgbClr val="00B0F0"/>
            </a:solidFill>
            <a:prstDash val="solid"/>
            <a:round/>
            <a:headEnd len="sm" w="sm" type="none"/>
            <a:tailEnd len="sm" w="sm" type="none"/>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A6A6A6"/>
              </a:buClr>
              <a:buSzPts val="1700"/>
              <a:buFont typeface="Tahoma"/>
              <a:buNone/>
            </a:pPr>
            <a:r>
              <a:rPr b="1" i="0" lang="es-419" sz="1700" u="none">
                <a:solidFill>
                  <a:srgbClr val="A6A6A6"/>
                </a:solidFill>
                <a:latin typeface="Tahoma"/>
                <a:ea typeface="Tahoma"/>
                <a:cs typeface="Tahoma"/>
                <a:sym typeface="Tahoma"/>
              </a:rPr>
              <a:t>Elementos</a:t>
            </a:r>
            <a:endParaRPr/>
          </a:p>
        </p:txBody>
      </p:sp>
      <p:sp>
        <p:nvSpPr>
          <p:cNvPr id="9807" name="Google Shape;9807;p170"/>
          <p:cNvSpPr txBox="1"/>
          <p:nvPr/>
        </p:nvSpPr>
        <p:spPr>
          <a:xfrm>
            <a:off x="2820976" y="7199300"/>
            <a:ext cx="11782500" cy="811200"/>
          </a:xfrm>
          <a:prstGeom prst="rect">
            <a:avLst/>
          </a:prstGeom>
          <a:solidFill>
            <a:srgbClr val="FFFFFF"/>
          </a:solidFill>
          <a:ln cap="flat" cmpd="sng" w="9525">
            <a:solidFill>
              <a:srgbClr val="00B0F0"/>
            </a:solidFill>
            <a:prstDash val="solid"/>
            <a:round/>
            <a:headEnd len="sm" w="sm" type="none"/>
            <a:tailEnd len="sm" w="sm" type="none"/>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A6A6A6"/>
              </a:buClr>
              <a:buSzPts val="1700"/>
              <a:buFont typeface="Tahoma"/>
              <a:buNone/>
            </a:pPr>
            <a:r>
              <a:rPr b="1" i="0" lang="es-419" sz="1700" u="none">
                <a:solidFill>
                  <a:srgbClr val="A6A6A6"/>
                </a:solidFill>
                <a:latin typeface="Tahoma"/>
                <a:ea typeface="Tahoma"/>
                <a:cs typeface="Tahoma"/>
                <a:sym typeface="Tahoma"/>
              </a:rPr>
              <a:t>Comunicación</a:t>
            </a:r>
            <a:endParaRPr/>
          </a:p>
        </p:txBody>
      </p:sp>
      <p:pic>
        <p:nvPicPr>
          <p:cNvPr id="9808" name="Google Shape;9808;p170"/>
          <p:cNvPicPr preferRelativeResize="0"/>
          <p:nvPr/>
        </p:nvPicPr>
        <p:blipFill rotWithShape="1">
          <a:blip r:embed="rId2">
            <a:alphaModFix/>
          </a:blip>
          <a:srcRect b="0" l="0" r="0" t="0"/>
          <a:stretch/>
        </p:blipFill>
        <p:spPr>
          <a:xfrm>
            <a:off x="12744537" y="2342855"/>
            <a:ext cx="242721" cy="644138"/>
          </a:xfrm>
          <a:prstGeom prst="rect">
            <a:avLst/>
          </a:prstGeom>
          <a:noFill/>
          <a:ln>
            <a:noFill/>
          </a:ln>
        </p:spPr>
      </p:pic>
      <p:pic>
        <p:nvPicPr>
          <p:cNvPr id="9809" name="Google Shape;9809;p170"/>
          <p:cNvPicPr preferRelativeResize="0"/>
          <p:nvPr/>
        </p:nvPicPr>
        <p:blipFill rotWithShape="1">
          <a:blip r:embed="rId3">
            <a:alphaModFix/>
          </a:blip>
          <a:srcRect b="0" l="0" r="0" t="0"/>
          <a:stretch/>
        </p:blipFill>
        <p:spPr>
          <a:xfrm>
            <a:off x="13685285" y="2343268"/>
            <a:ext cx="242721" cy="643303"/>
          </a:xfrm>
          <a:prstGeom prst="rect">
            <a:avLst/>
          </a:prstGeom>
          <a:noFill/>
          <a:ln>
            <a:noFill/>
          </a:ln>
        </p:spPr>
      </p:pic>
      <p:pic>
        <p:nvPicPr>
          <p:cNvPr id="9810" name="Google Shape;9810;p170"/>
          <p:cNvPicPr preferRelativeResize="0"/>
          <p:nvPr/>
        </p:nvPicPr>
        <p:blipFill rotWithShape="1">
          <a:blip r:embed="rId4">
            <a:alphaModFix/>
          </a:blip>
          <a:srcRect b="0" l="0" r="0" t="0"/>
          <a:stretch/>
        </p:blipFill>
        <p:spPr>
          <a:xfrm>
            <a:off x="12724898" y="1500601"/>
            <a:ext cx="194343" cy="643303"/>
          </a:xfrm>
          <a:prstGeom prst="rect">
            <a:avLst/>
          </a:prstGeom>
          <a:noFill/>
          <a:ln>
            <a:noFill/>
          </a:ln>
        </p:spPr>
      </p:pic>
      <p:pic>
        <p:nvPicPr>
          <p:cNvPr id="9811" name="Google Shape;9811;p170"/>
          <p:cNvPicPr preferRelativeResize="0"/>
          <p:nvPr/>
        </p:nvPicPr>
        <p:blipFill rotWithShape="1">
          <a:blip r:embed="rId5">
            <a:alphaModFix/>
          </a:blip>
          <a:srcRect b="0" l="0" r="0" t="0"/>
          <a:stretch/>
        </p:blipFill>
        <p:spPr>
          <a:xfrm>
            <a:off x="13269668" y="2359148"/>
            <a:ext cx="227707" cy="644136"/>
          </a:xfrm>
          <a:prstGeom prst="rect">
            <a:avLst/>
          </a:prstGeom>
          <a:noFill/>
          <a:ln>
            <a:noFill/>
          </a:ln>
        </p:spPr>
      </p:pic>
      <p:pic>
        <p:nvPicPr>
          <p:cNvPr id="9812" name="Google Shape;9812;p170"/>
          <p:cNvPicPr preferRelativeResize="0"/>
          <p:nvPr/>
        </p:nvPicPr>
        <p:blipFill rotWithShape="1">
          <a:blip r:embed="rId6">
            <a:alphaModFix/>
          </a:blip>
          <a:srcRect b="0" l="0" r="0" t="0"/>
          <a:stretch/>
        </p:blipFill>
        <p:spPr>
          <a:xfrm>
            <a:off x="13722849" y="1529896"/>
            <a:ext cx="309448" cy="643302"/>
          </a:xfrm>
          <a:prstGeom prst="rect">
            <a:avLst/>
          </a:prstGeom>
          <a:noFill/>
          <a:ln>
            <a:noFill/>
          </a:ln>
        </p:spPr>
      </p:pic>
      <p:pic>
        <p:nvPicPr>
          <p:cNvPr id="9813" name="Google Shape;9813;p170"/>
          <p:cNvPicPr preferRelativeResize="0"/>
          <p:nvPr/>
        </p:nvPicPr>
        <p:blipFill rotWithShape="1">
          <a:blip r:embed="rId7">
            <a:alphaModFix/>
          </a:blip>
          <a:srcRect b="0" l="0" r="0" t="0"/>
          <a:stretch/>
        </p:blipFill>
        <p:spPr>
          <a:xfrm>
            <a:off x="13290283" y="1463864"/>
            <a:ext cx="313619" cy="700876"/>
          </a:xfrm>
          <a:prstGeom prst="rect">
            <a:avLst/>
          </a:prstGeom>
          <a:noFill/>
          <a:ln>
            <a:noFill/>
          </a:ln>
        </p:spPr>
      </p:pic>
      <p:pic>
        <p:nvPicPr>
          <p:cNvPr id="9814" name="Google Shape;9814;p170"/>
          <p:cNvPicPr preferRelativeResize="0"/>
          <p:nvPr/>
        </p:nvPicPr>
        <p:blipFill rotWithShape="1">
          <a:blip r:embed="rId8">
            <a:alphaModFix/>
          </a:blip>
          <a:srcRect b="0" l="0" r="0" t="0"/>
          <a:stretch/>
        </p:blipFill>
        <p:spPr>
          <a:xfrm>
            <a:off x="12621058" y="3154802"/>
            <a:ext cx="402033" cy="680849"/>
          </a:xfrm>
          <a:prstGeom prst="rect">
            <a:avLst/>
          </a:prstGeom>
          <a:noFill/>
          <a:ln>
            <a:noFill/>
          </a:ln>
        </p:spPr>
      </p:pic>
      <p:pic>
        <p:nvPicPr>
          <p:cNvPr id="9815" name="Google Shape;9815;p170"/>
          <p:cNvPicPr preferRelativeResize="0"/>
          <p:nvPr/>
        </p:nvPicPr>
        <p:blipFill rotWithShape="1">
          <a:blip r:embed="rId9">
            <a:alphaModFix/>
          </a:blip>
          <a:srcRect b="0" l="0" r="0" t="0"/>
          <a:stretch/>
        </p:blipFill>
        <p:spPr>
          <a:xfrm>
            <a:off x="12624861" y="3944294"/>
            <a:ext cx="482105" cy="661660"/>
          </a:xfrm>
          <a:prstGeom prst="rect">
            <a:avLst/>
          </a:prstGeom>
          <a:noFill/>
          <a:ln>
            <a:noFill/>
          </a:ln>
        </p:spPr>
      </p:pic>
      <p:pic>
        <p:nvPicPr>
          <p:cNvPr id="9816" name="Google Shape;9816;p170"/>
          <p:cNvPicPr preferRelativeResize="0"/>
          <p:nvPr/>
        </p:nvPicPr>
        <p:blipFill rotWithShape="1">
          <a:blip r:embed="rId10">
            <a:alphaModFix/>
          </a:blip>
          <a:srcRect b="0" l="0" r="0" t="0"/>
          <a:stretch/>
        </p:blipFill>
        <p:spPr>
          <a:xfrm>
            <a:off x="13253283" y="3127619"/>
            <a:ext cx="200183" cy="643302"/>
          </a:xfrm>
          <a:prstGeom prst="rect">
            <a:avLst/>
          </a:prstGeom>
          <a:noFill/>
          <a:ln>
            <a:noFill/>
          </a:ln>
        </p:spPr>
      </p:pic>
      <p:pic>
        <p:nvPicPr>
          <p:cNvPr id="9817" name="Google Shape;9817;p170"/>
          <p:cNvPicPr preferRelativeResize="0"/>
          <p:nvPr/>
        </p:nvPicPr>
        <p:blipFill rotWithShape="1">
          <a:blip r:embed="rId11">
            <a:alphaModFix/>
          </a:blip>
          <a:srcRect b="0" l="0" r="0" t="0"/>
          <a:stretch/>
        </p:blipFill>
        <p:spPr>
          <a:xfrm>
            <a:off x="-5155031" y="7503888"/>
            <a:ext cx="221859" cy="202015"/>
          </a:xfrm>
          <a:prstGeom prst="rect">
            <a:avLst/>
          </a:prstGeom>
          <a:noFill/>
          <a:ln>
            <a:noFill/>
          </a:ln>
        </p:spPr>
      </p:pic>
      <p:pic>
        <p:nvPicPr>
          <p:cNvPr id="9818" name="Google Shape;9818;p170"/>
          <p:cNvPicPr preferRelativeResize="0"/>
          <p:nvPr/>
        </p:nvPicPr>
        <p:blipFill rotWithShape="1">
          <a:blip r:embed="rId12">
            <a:alphaModFix/>
          </a:blip>
          <a:srcRect b="0" l="0" r="0" t="0"/>
          <a:stretch/>
        </p:blipFill>
        <p:spPr>
          <a:xfrm>
            <a:off x="13574045" y="3092685"/>
            <a:ext cx="341144" cy="662493"/>
          </a:xfrm>
          <a:prstGeom prst="rect">
            <a:avLst/>
          </a:prstGeom>
          <a:noFill/>
          <a:ln>
            <a:noFill/>
          </a:ln>
        </p:spPr>
      </p:pic>
      <p:pic>
        <p:nvPicPr>
          <p:cNvPr id="9819" name="Google Shape;9819;p170"/>
          <p:cNvPicPr preferRelativeResize="0"/>
          <p:nvPr/>
        </p:nvPicPr>
        <p:blipFill rotWithShape="1">
          <a:blip r:embed="rId13">
            <a:alphaModFix/>
          </a:blip>
          <a:srcRect b="0" l="0" r="0" t="0"/>
          <a:stretch/>
        </p:blipFill>
        <p:spPr>
          <a:xfrm>
            <a:off x="-4879783" y="5443620"/>
            <a:ext cx="1476275" cy="1130237"/>
          </a:xfrm>
          <a:prstGeom prst="rect">
            <a:avLst/>
          </a:prstGeom>
          <a:noFill/>
          <a:ln>
            <a:noFill/>
          </a:ln>
        </p:spPr>
      </p:pic>
      <p:pic>
        <p:nvPicPr>
          <p:cNvPr id="9820" name="Google Shape;9820;p170"/>
          <p:cNvPicPr preferRelativeResize="0"/>
          <p:nvPr/>
        </p:nvPicPr>
        <p:blipFill rotWithShape="1">
          <a:blip r:embed="rId14">
            <a:alphaModFix/>
          </a:blip>
          <a:srcRect b="0" l="0" r="0" t="0"/>
          <a:stretch/>
        </p:blipFill>
        <p:spPr>
          <a:xfrm>
            <a:off x="13238927" y="3895237"/>
            <a:ext cx="228885" cy="644011"/>
          </a:xfrm>
          <a:prstGeom prst="rect">
            <a:avLst/>
          </a:prstGeom>
          <a:noFill/>
          <a:ln>
            <a:noFill/>
          </a:ln>
        </p:spPr>
      </p:pic>
      <p:pic>
        <p:nvPicPr>
          <p:cNvPr id="9821" name="Google Shape;9821;p170"/>
          <p:cNvPicPr preferRelativeResize="0"/>
          <p:nvPr/>
        </p:nvPicPr>
        <p:blipFill rotWithShape="1">
          <a:blip r:embed="rId15">
            <a:alphaModFix/>
          </a:blip>
          <a:srcRect b="0" l="0" r="0" t="0"/>
          <a:stretch/>
        </p:blipFill>
        <p:spPr>
          <a:xfrm>
            <a:off x="-4795587" y="7408056"/>
            <a:ext cx="229994" cy="303581"/>
          </a:xfrm>
          <a:prstGeom prst="rect">
            <a:avLst/>
          </a:prstGeom>
          <a:noFill/>
          <a:ln>
            <a:noFill/>
          </a:ln>
        </p:spPr>
      </p:pic>
      <p:pic>
        <p:nvPicPr>
          <p:cNvPr id="9822" name="Google Shape;9822;p170"/>
          <p:cNvPicPr preferRelativeResize="0"/>
          <p:nvPr/>
        </p:nvPicPr>
        <p:blipFill rotWithShape="1">
          <a:blip r:embed="rId16">
            <a:alphaModFix/>
          </a:blip>
          <a:srcRect b="0" l="0" r="0" t="0"/>
          <a:stretch/>
        </p:blipFill>
        <p:spPr>
          <a:xfrm>
            <a:off x="-4052403" y="7173972"/>
            <a:ext cx="259641" cy="404923"/>
          </a:xfrm>
          <a:prstGeom prst="rect">
            <a:avLst/>
          </a:prstGeom>
          <a:noFill/>
          <a:ln>
            <a:noFill/>
          </a:ln>
        </p:spPr>
      </p:pic>
      <p:pic>
        <p:nvPicPr>
          <p:cNvPr id="9823" name="Google Shape;9823;p170"/>
          <p:cNvPicPr preferRelativeResize="0"/>
          <p:nvPr/>
        </p:nvPicPr>
        <p:blipFill rotWithShape="1">
          <a:blip r:embed="rId17">
            <a:alphaModFix/>
          </a:blip>
          <a:srcRect b="0" l="0" r="0" t="0"/>
          <a:stretch/>
        </p:blipFill>
        <p:spPr>
          <a:xfrm>
            <a:off x="13883458" y="3630078"/>
            <a:ext cx="247261" cy="662387"/>
          </a:xfrm>
          <a:prstGeom prst="rect">
            <a:avLst/>
          </a:prstGeom>
          <a:noFill/>
          <a:ln>
            <a:noFill/>
          </a:ln>
        </p:spPr>
      </p:pic>
      <p:pic>
        <p:nvPicPr>
          <p:cNvPr id="9824" name="Google Shape;9824;p170"/>
          <p:cNvPicPr preferRelativeResize="0"/>
          <p:nvPr/>
        </p:nvPicPr>
        <p:blipFill rotWithShape="1">
          <a:blip r:embed="rId18">
            <a:alphaModFix/>
          </a:blip>
          <a:srcRect b="0" l="0" r="0" t="0"/>
          <a:stretch/>
        </p:blipFill>
        <p:spPr>
          <a:xfrm>
            <a:off x="13589200" y="4184552"/>
            <a:ext cx="356400" cy="673200"/>
          </a:xfrm>
          <a:prstGeom prst="rect">
            <a:avLst/>
          </a:prstGeom>
          <a:noFill/>
          <a:ln>
            <a:noFill/>
          </a:ln>
        </p:spPr>
      </p:pic>
      <p:pic>
        <p:nvPicPr>
          <p:cNvPr id="9825" name="Google Shape;9825;p170"/>
          <p:cNvPicPr preferRelativeResize="0"/>
          <p:nvPr/>
        </p:nvPicPr>
        <p:blipFill rotWithShape="1">
          <a:blip r:embed="rId19">
            <a:alphaModFix/>
          </a:blip>
          <a:srcRect b="0" l="0" r="0" t="0"/>
          <a:stretch/>
        </p:blipFill>
        <p:spPr>
          <a:xfrm>
            <a:off x="2207496" y="7792256"/>
            <a:ext cx="269006" cy="161907"/>
          </a:xfrm>
          <a:prstGeom prst="rect">
            <a:avLst/>
          </a:prstGeom>
          <a:noFill/>
          <a:ln>
            <a:noFill/>
          </a:ln>
        </p:spPr>
      </p:pic>
      <p:pic>
        <p:nvPicPr>
          <p:cNvPr id="9826" name="Google Shape;9826;p170"/>
          <p:cNvPicPr preferRelativeResize="0"/>
          <p:nvPr/>
        </p:nvPicPr>
        <p:blipFill rotWithShape="1">
          <a:blip r:embed="rId20">
            <a:alphaModFix/>
          </a:blip>
          <a:srcRect b="0" l="0" r="0" t="0"/>
          <a:stretch/>
        </p:blipFill>
        <p:spPr>
          <a:xfrm>
            <a:off x="2206766" y="7530804"/>
            <a:ext cx="269717" cy="161194"/>
          </a:xfrm>
          <a:prstGeom prst="rect">
            <a:avLst/>
          </a:prstGeom>
          <a:noFill/>
          <a:ln>
            <a:noFill/>
          </a:ln>
        </p:spPr>
      </p:pic>
      <p:pic>
        <p:nvPicPr>
          <p:cNvPr id="9827" name="Google Shape;9827;p170"/>
          <p:cNvPicPr preferRelativeResize="0"/>
          <p:nvPr/>
        </p:nvPicPr>
        <p:blipFill rotWithShape="1">
          <a:blip r:embed="rId21">
            <a:alphaModFix/>
          </a:blip>
          <a:srcRect b="0" l="0" r="0" t="0"/>
          <a:stretch/>
        </p:blipFill>
        <p:spPr>
          <a:xfrm>
            <a:off x="2179511" y="7268639"/>
            <a:ext cx="182184" cy="161907"/>
          </a:xfrm>
          <a:prstGeom prst="rect">
            <a:avLst/>
          </a:prstGeom>
          <a:noFill/>
          <a:ln>
            <a:noFill/>
          </a:ln>
        </p:spPr>
      </p:pic>
      <p:pic>
        <p:nvPicPr>
          <p:cNvPr id="9828" name="Google Shape;9828;p170"/>
          <p:cNvPicPr preferRelativeResize="0"/>
          <p:nvPr/>
        </p:nvPicPr>
        <p:blipFill rotWithShape="1">
          <a:blip r:embed="rId22">
            <a:alphaModFix/>
          </a:blip>
          <a:srcRect b="0" l="0" r="0" t="0"/>
          <a:stretch/>
        </p:blipFill>
        <p:spPr>
          <a:xfrm>
            <a:off x="2442264" y="7271571"/>
            <a:ext cx="185030" cy="161907"/>
          </a:xfrm>
          <a:prstGeom prst="rect">
            <a:avLst/>
          </a:prstGeom>
          <a:noFill/>
          <a:ln>
            <a:noFill/>
          </a:ln>
        </p:spPr>
      </p:pic>
      <p:pic>
        <p:nvPicPr>
          <p:cNvPr id="9829" name="Google Shape;9829;p170"/>
          <p:cNvPicPr preferRelativeResize="0"/>
          <p:nvPr/>
        </p:nvPicPr>
        <p:blipFill rotWithShape="1">
          <a:blip r:embed="rId23">
            <a:alphaModFix/>
          </a:blip>
          <a:srcRect b="0" l="0" r="0" t="0"/>
          <a:stretch/>
        </p:blipFill>
        <p:spPr>
          <a:xfrm>
            <a:off x="-4899943" y="7792246"/>
            <a:ext cx="182184" cy="161907"/>
          </a:xfrm>
          <a:prstGeom prst="rect">
            <a:avLst/>
          </a:prstGeom>
          <a:noFill/>
          <a:ln>
            <a:noFill/>
          </a:ln>
        </p:spPr>
      </p:pic>
      <p:pic>
        <p:nvPicPr>
          <p:cNvPr id="9830" name="Google Shape;9830;p170"/>
          <p:cNvPicPr preferRelativeResize="0"/>
          <p:nvPr/>
        </p:nvPicPr>
        <p:blipFill rotWithShape="1">
          <a:blip r:embed="rId24">
            <a:alphaModFix/>
          </a:blip>
          <a:srcRect b="0" l="0" r="0" t="0"/>
          <a:stretch/>
        </p:blipFill>
        <p:spPr>
          <a:xfrm>
            <a:off x="-4192846" y="7792251"/>
            <a:ext cx="185030" cy="161907"/>
          </a:xfrm>
          <a:prstGeom prst="rect">
            <a:avLst/>
          </a:prstGeom>
          <a:noFill/>
          <a:ln>
            <a:noFill/>
          </a:ln>
        </p:spPr>
      </p:pic>
      <p:pic>
        <p:nvPicPr>
          <p:cNvPr id="9831" name="Google Shape;9831;p170"/>
          <p:cNvPicPr preferRelativeResize="0"/>
          <p:nvPr/>
        </p:nvPicPr>
        <p:blipFill rotWithShape="1">
          <a:blip r:embed="rId25">
            <a:alphaModFix/>
          </a:blip>
          <a:srcRect b="0" l="0" r="0" t="0"/>
          <a:stretch/>
        </p:blipFill>
        <p:spPr>
          <a:xfrm>
            <a:off x="-3827987" y="7666266"/>
            <a:ext cx="338036" cy="307409"/>
          </a:xfrm>
          <a:prstGeom prst="rect">
            <a:avLst/>
          </a:prstGeom>
          <a:noFill/>
          <a:ln>
            <a:noFill/>
          </a:ln>
        </p:spPr>
      </p:pic>
      <p:pic>
        <p:nvPicPr>
          <p:cNvPr id="9832" name="Google Shape;9832;p170"/>
          <p:cNvPicPr preferRelativeResize="0"/>
          <p:nvPr/>
        </p:nvPicPr>
        <p:blipFill rotWithShape="1">
          <a:blip r:embed="rId26">
            <a:alphaModFix/>
          </a:blip>
          <a:srcRect b="0" l="0" r="0" t="0"/>
          <a:stretch/>
        </p:blipFill>
        <p:spPr>
          <a:xfrm>
            <a:off x="-3350622" y="7739017"/>
            <a:ext cx="184318" cy="161907"/>
          </a:xfrm>
          <a:prstGeom prst="rect">
            <a:avLst/>
          </a:prstGeom>
          <a:noFill/>
          <a:ln>
            <a:noFill/>
          </a:ln>
        </p:spPr>
      </p:pic>
      <p:pic>
        <p:nvPicPr>
          <p:cNvPr id="9833" name="Google Shape;9833;p170"/>
          <p:cNvPicPr preferRelativeResize="0"/>
          <p:nvPr/>
        </p:nvPicPr>
        <p:blipFill rotWithShape="1">
          <a:blip r:embed="rId27">
            <a:alphaModFix/>
          </a:blip>
          <a:srcRect b="0" l="0" r="0" t="0"/>
          <a:stretch/>
        </p:blipFill>
        <p:spPr>
          <a:xfrm>
            <a:off x="-4504406" y="7755430"/>
            <a:ext cx="98208" cy="129097"/>
          </a:xfrm>
          <a:prstGeom prst="rect">
            <a:avLst/>
          </a:prstGeom>
          <a:noFill/>
          <a:ln>
            <a:noFill/>
          </a:ln>
        </p:spPr>
      </p:pic>
      <p:pic>
        <p:nvPicPr>
          <p:cNvPr id="9834" name="Google Shape;9834;p170"/>
          <p:cNvPicPr preferRelativeResize="0"/>
          <p:nvPr/>
        </p:nvPicPr>
        <p:blipFill rotWithShape="1">
          <a:blip r:embed="rId28">
            <a:alphaModFix/>
          </a:blip>
          <a:srcRect b="0" l="0" r="0" t="0"/>
          <a:stretch/>
        </p:blipFill>
        <p:spPr>
          <a:xfrm>
            <a:off x="11586562" y="5793637"/>
            <a:ext cx="540875" cy="548975"/>
          </a:xfrm>
          <a:prstGeom prst="rect">
            <a:avLst/>
          </a:prstGeom>
          <a:noFill/>
          <a:ln>
            <a:noFill/>
          </a:ln>
        </p:spPr>
      </p:pic>
      <p:pic>
        <p:nvPicPr>
          <p:cNvPr id="9835" name="Google Shape;9835;p170"/>
          <p:cNvPicPr preferRelativeResize="0"/>
          <p:nvPr/>
        </p:nvPicPr>
        <p:blipFill rotWithShape="1">
          <a:blip r:embed="rId29">
            <a:alphaModFix/>
          </a:blip>
          <a:srcRect b="0" l="0" r="0" t="0"/>
          <a:stretch/>
        </p:blipFill>
        <p:spPr>
          <a:xfrm>
            <a:off x="12213672" y="5685324"/>
            <a:ext cx="637053" cy="548974"/>
          </a:xfrm>
          <a:prstGeom prst="rect">
            <a:avLst/>
          </a:prstGeom>
          <a:noFill/>
          <a:ln>
            <a:noFill/>
          </a:ln>
        </p:spPr>
      </p:pic>
      <p:pic>
        <p:nvPicPr>
          <p:cNvPr id="9836" name="Google Shape;9836;p170"/>
          <p:cNvPicPr preferRelativeResize="0"/>
          <p:nvPr/>
        </p:nvPicPr>
        <p:blipFill rotWithShape="1">
          <a:blip r:embed="rId30">
            <a:alphaModFix/>
          </a:blip>
          <a:srcRect b="0" l="0" r="0" t="0"/>
          <a:stretch/>
        </p:blipFill>
        <p:spPr>
          <a:xfrm>
            <a:off x="12814667" y="4909970"/>
            <a:ext cx="475941" cy="633431"/>
          </a:xfrm>
          <a:prstGeom prst="rect">
            <a:avLst/>
          </a:prstGeom>
          <a:noFill/>
          <a:ln>
            <a:noFill/>
          </a:ln>
        </p:spPr>
      </p:pic>
      <p:pic>
        <p:nvPicPr>
          <p:cNvPr id="9837" name="Google Shape;9837;p170"/>
          <p:cNvPicPr preferRelativeResize="0"/>
          <p:nvPr/>
        </p:nvPicPr>
        <p:blipFill rotWithShape="1">
          <a:blip r:embed="rId31">
            <a:alphaModFix/>
          </a:blip>
          <a:srcRect b="0" l="0" r="0" t="0"/>
          <a:stretch/>
        </p:blipFill>
        <p:spPr>
          <a:xfrm>
            <a:off x="11518655" y="6390757"/>
            <a:ext cx="551094" cy="591204"/>
          </a:xfrm>
          <a:prstGeom prst="rect">
            <a:avLst/>
          </a:prstGeom>
          <a:noFill/>
          <a:ln>
            <a:noFill/>
          </a:ln>
        </p:spPr>
      </p:pic>
      <p:pic>
        <p:nvPicPr>
          <p:cNvPr id="9838" name="Google Shape;9838;p170"/>
          <p:cNvPicPr preferRelativeResize="0"/>
          <p:nvPr/>
        </p:nvPicPr>
        <p:blipFill rotWithShape="1">
          <a:blip r:embed="rId32">
            <a:alphaModFix/>
          </a:blip>
          <a:srcRect b="0" l="0" r="0" t="0"/>
          <a:stretch/>
        </p:blipFill>
        <p:spPr>
          <a:xfrm>
            <a:off x="12327821" y="6376190"/>
            <a:ext cx="509015" cy="527861"/>
          </a:xfrm>
          <a:prstGeom prst="rect">
            <a:avLst/>
          </a:prstGeom>
          <a:noFill/>
          <a:ln>
            <a:noFill/>
          </a:ln>
        </p:spPr>
      </p:pic>
      <p:pic>
        <p:nvPicPr>
          <p:cNvPr id="9839" name="Google Shape;9839;p170"/>
          <p:cNvPicPr preferRelativeResize="0"/>
          <p:nvPr/>
        </p:nvPicPr>
        <p:blipFill rotWithShape="1">
          <a:blip r:embed="rId33">
            <a:alphaModFix/>
          </a:blip>
          <a:srcRect b="0" l="0" r="0" t="0"/>
          <a:stretch/>
        </p:blipFill>
        <p:spPr>
          <a:xfrm>
            <a:off x="13483510" y="4973316"/>
            <a:ext cx="492608" cy="506746"/>
          </a:xfrm>
          <a:prstGeom prst="rect">
            <a:avLst/>
          </a:prstGeom>
          <a:noFill/>
          <a:ln>
            <a:noFill/>
          </a:ln>
        </p:spPr>
      </p:pic>
      <p:pic>
        <p:nvPicPr>
          <p:cNvPr id="9840" name="Google Shape;9840;p170"/>
          <p:cNvPicPr preferRelativeResize="0"/>
          <p:nvPr/>
        </p:nvPicPr>
        <p:blipFill rotWithShape="1">
          <a:blip r:embed="rId34">
            <a:alphaModFix/>
          </a:blip>
          <a:srcRect b="0" l="0" r="0" t="0"/>
          <a:stretch/>
        </p:blipFill>
        <p:spPr>
          <a:xfrm>
            <a:off x="11613717" y="4972365"/>
            <a:ext cx="336059" cy="696776"/>
          </a:xfrm>
          <a:prstGeom prst="rect">
            <a:avLst/>
          </a:prstGeom>
          <a:noFill/>
          <a:ln>
            <a:noFill/>
          </a:ln>
        </p:spPr>
      </p:pic>
      <p:pic>
        <p:nvPicPr>
          <p:cNvPr id="9841" name="Google Shape;9841;p170"/>
          <p:cNvPicPr preferRelativeResize="0"/>
          <p:nvPr/>
        </p:nvPicPr>
        <p:blipFill rotWithShape="1">
          <a:blip r:embed="rId35">
            <a:alphaModFix/>
          </a:blip>
          <a:srcRect b="0" l="0" r="0" t="0"/>
          <a:stretch/>
        </p:blipFill>
        <p:spPr>
          <a:xfrm>
            <a:off x="-4219334" y="7267135"/>
            <a:ext cx="140330" cy="396835"/>
          </a:xfrm>
          <a:prstGeom prst="rect">
            <a:avLst/>
          </a:prstGeom>
          <a:noFill/>
          <a:ln>
            <a:noFill/>
          </a:ln>
        </p:spPr>
      </p:pic>
      <p:pic>
        <p:nvPicPr>
          <p:cNvPr id="9842" name="Google Shape;9842;p170"/>
          <p:cNvPicPr preferRelativeResize="0"/>
          <p:nvPr/>
        </p:nvPicPr>
        <p:blipFill rotWithShape="1">
          <a:blip r:embed="rId36">
            <a:alphaModFix/>
          </a:blip>
          <a:srcRect b="0" l="0" r="0" t="0"/>
          <a:stretch/>
        </p:blipFill>
        <p:spPr>
          <a:xfrm>
            <a:off x="-4543418" y="7361578"/>
            <a:ext cx="256682" cy="396543"/>
          </a:xfrm>
          <a:prstGeom prst="rect">
            <a:avLst/>
          </a:prstGeom>
          <a:noFill/>
          <a:ln>
            <a:noFill/>
          </a:ln>
        </p:spPr>
      </p:pic>
      <p:pic>
        <p:nvPicPr>
          <p:cNvPr id="9843" name="Google Shape;9843;p170"/>
          <p:cNvPicPr preferRelativeResize="0"/>
          <p:nvPr/>
        </p:nvPicPr>
        <p:blipFill rotWithShape="1">
          <a:blip r:embed="rId37">
            <a:alphaModFix/>
          </a:blip>
          <a:srcRect b="0" l="0" r="0" t="0"/>
          <a:stretch/>
        </p:blipFill>
        <p:spPr>
          <a:xfrm>
            <a:off x="5376897" y="7262797"/>
            <a:ext cx="634453" cy="547741"/>
          </a:xfrm>
          <a:prstGeom prst="rect">
            <a:avLst/>
          </a:prstGeom>
          <a:noFill/>
          <a:ln>
            <a:noFill/>
          </a:ln>
        </p:spPr>
      </p:pic>
      <p:pic>
        <p:nvPicPr>
          <p:cNvPr id="9844" name="Google Shape;9844;p170"/>
          <p:cNvPicPr preferRelativeResize="0"/>
          <p:nvPr/>
        </p:nvPicPr>
        <p:blipFill rotWithShape="1">
          <a:blip r:embed="rId38">
            <a:alphaModFix/>
          </a:blip>
          <a:srcRect b="0" l="0" r="0" t="0"/>
          <a:stretch/>
        </p:blipFill>
        <p:spPr>
          <a:xfrm>
            <a:off x="13633964" y="5595625"/>
            <a:ext cx="746229" cy="633863"/>
          </a:xfrm>
          <a:prstGeom prst="rect">
            <a:avLst/>
          </a:prstGeom>
          <a:noFill/>
          <a:ln>
            <a:noFill/>
          </a:ln>
        </p:spPr>
      </p:pic>
      <p:pic>
        <p:nvPicPr>
          <p:cNvPr id="9845" name="Google Shape;9845;p170"/>
          <p:cNvPicPr preferRelativeResize="0"/>
          <p:nvPr/>
        </p:nvPicPr>
        <p:blipFill rotWithShape="1">
          <a:blip r:embed="rId39">
            <a:alphaModFix/>
          </a:blip>
          <a:srcRect b="0" l="0" r="0" t="0"/>
          <a:stretch/>
        </p:blipFill>
        <p:spPr>
          <a:xfrm>
            <a:off x="13094868" y="6345045"/>
            <a:ext cx="577331" cy="590146"/>
          </a:xfrm>
          <a:prstGeom prst="rect">
            <a:avLst/>
          </a:prstGeom>
          <a:noFill/>
          <a:ln>
            <a:noFill/>
          </a:ln>
        </p:spPr>
      </p:pic>
      <p:pic>
        <p:nvPicPr>
          <p:cNvPr id="9846" name="Google Shape;9846;p170"/>
          <p:cNvPicPr preferRelativeResize="0"/>
          <p:nvPr/>
        </p:nvPicPr>
        <p:blipFill rotWithShape="1">
          <a:blip r:embed="rId40">
            <a:alphaModFix/>
          </a:blip>
          <a:srcRect b="0" l="0" r="0" t="0"/>
          <a:stretch/>
        </p:blipFill>
        <p:spPr>
          <a:xfrm>
            <a:off x="13722847" y="6226699"/>
            <a:ext cx="599425" cy="633860"/>
          </a:xfrm>
          <a:prstGeom prst="rect">
            <a:avLst/>
          </a:prstGeom>
          <a:noFill/>
          <a:ln>
            <a:noFill/>
          </a:ln>
        </p:spPr>
      </p:pic>
      <p:pic>
        <p:nvPicPr>
          <p:cNvPr id="9847" name="Google Shape;9847;p170"/>
          <p:cNvPicPr preferRelativeResize="0"/>
          <p:nvPr/>
        </p:nvPicPr>
        <p:blipFill rotWithShape="1">
          <a:blip r:embed="rId41">
            <a:alphaModFix/>
          </a:blip>
          <a:srcRect b="0" l="0" r="0" t="0"/>
          <a:stretch/>
        </p:blipFill>
        <p:spPr>
          <a:xfrm>
            <a:off x="12992868" y="5465484"/>
            <a:ext cx="485054" cy="874292"/>
          </a:xfrm>
          <a:prstGeom prst="rect">
            <a:avLst/>
          </a:prstGeom>
          <a:noFill/>
          <a:ln>
            <a:noFill/>
          </a:ln>
        </p:spPr>
      </p:pic>
      <p:sp>
        <p:nvSpPr>
          <p:cNvPr id="9848" name="Google Shape;9848;p170"/>
          <p:cNvSpPr/>
          <p:nvPr/>
        </p:nvSpPr>
        <p:spPr>
          <a:xfrm>
            <a:off x="6504029" y="7634678"/>
            <a:ext cx="620100" cy="198600"/>
          </a:xfrm>
          <a:prstGeom prst="wedgeRoundRectCallout">
            <a:avLst>
              <a:gd fmla="val -73788" name="adj1"/>
              <a:gd fmla="val 26786" name="adj2"/>
              <a:gd fmla="val 0" name="adj3"/>
            </a:avLst>
          </a:prstGeom>
          <a:solidFill>
            <a:srgbClr val="E6F0C8"/>
          </a:solidFill>
          <a:ln cap="flat" cmpd="sng" w="9525">
            <a:solidFill>
              <a:srgbClr val="00B050"/>
            </a:solidFill>
            <a:prstDash val="solid"/>
            <a:round/>
            <a:headEnd len="sm" w="sm" type="none"/>
            <a:tailEnd len="sm" w="sm" type="none"/>
          </a:ln>
        </p:spPr>
        <p:txBody>
          <a:bodyPr anchorCtr="0" anchor="ctr" bIns="0" lIns="72000" spcFirstLastPara="1" rIns="72000" wrap="square" tIns="0">
            <a:noAutofit/>
          </a:bodyPr>
          <a:lstStyle/>
          <a:p>
            <a:pPr indent="0" lvl="0" marL="0" marR="0" rtl="0" algn="just">
              <a:lnSpc>
                <a:spcPct val="100000"/>
              </a:lnSpc>
              <a:spcBef>
                <a:spcPts val="0"/>
              </a:spcBef>
              <a:spcAft>
                <a:spcPts val="0"/>
              </a:spcAft>
              <a:buNone/>
            </a:pPr>
            <a:r>
              <a:t/>
            </a:r>
            <a:endParaRPr sz="1000"/>
          </a:p>
        </p:txBody>
      </p:sp>
      <p:sp>
        <p:nvSpPr>
          <p:cNvPr id="9849" name="Google Shape;9849;p170"/>
          <p:cNvSpPr/>
          <p:nvPr/>
        </p:nvSpPr>
        <p:spPr>
          <a:xfrm>
            <a:off x="6504026" y="7280525"/>
            <a:ext cx="620100" cy="198600"/>
          </a:xfrm>
          <a:prstGeom prst="wedgeRoundRectCallout">
            <a:avLst>
              <a:gd fmla="val 67640" name="adj1"/>
              <a:gd fmla="val -31750" name="adj2"/>
              <a:gd fmla="val 0" name="adj3"/>
            </a:avLst>
          </a:prstGeom>
          <a:solidFill>
            <a:srgbClr val="F4CCCC"/>
          </a:solidFill>
          <a:ln cap="flat" cmpd="sng" w="9525">
            <a:solidFill>
              <a:srgbClr val="990000"/>
            </a:solidFill>
            <a:prstDash val="solid"/>
            <a:round/>
            <a:headEnd len="sm" w="sm" type="none"/>
            <a:tailEnd len="sm" w="sm" type="none"/>
          </a:ln>
        </p:spPr>
        <p:txBody>
          <a:bodyPr anchorCtr="0" anchor="ctr" bIns="0" lIns="72000" spcFirstLastPara="1" rIns="72000" wrap="square" tIns="0">
            <a:noAutofit/>
          </a:bodyPr>
          <a:lstStyle/>
          <a:p>
            <a:pPr indent="0" lvl="0" marL="0" marR="0" rtl="0" algn="just">
              <a:lnSpc>
                <a:spcPct val="100000"/>
              </a:lnSpc>
              <a:spcBef>
                <a:spcPts val="0"/>
              </a:spcBef>
              <a:spcAft>
                <a:spcPts val="0"/>
              </a:spcAft>
              <a:buNone/>
            </a:pPr>
            <a:r>
              <a:t/>
            </a:r>
            <a:endParaRPr sz="1000"/>
          </a:p>
        </p:txBody>
      </p:sp>
      <p:grpSp>
        <p:nvGrpSpPr>
          <p:cNvPr id="9850" name="Google Shape;9850;p170"/>
          <p:cNvGrpSpPr/>
          <p:nvPr/>
        </p:nvGrpSpPr>
        <p:grpSpPr>
          <a:xfrm>
            <a:off x="7467493" y="7406393"/>
            <a:ext cx="695100" cy="409994"/>
            <a:chOff x="7501125" y="1477581"/>
            <a:chExt cx="695100" cy="409994"/>
          </a:xfrm>
        </p:grpSpPr>
        <p:pic>
          <p:nvPicPr>
            <p:cNvPr id="9851" name="Google Shape;9851;p170"/>
            <p:cNvPicPr preferRelativeResize="0"/>
            <p:nvPr/>
          </p:nvPicPr>
          <p:blipFill rotWithShape="1">
            <a:blip r:embed="rId42">
              <a:alphaModFix/>
            </a:blip>
            <a:srcRect b="0" l="0" r="0" t="0"/>
            <a:stretch/>
          </p:blipFill>
          <p:spPr>
            <a:xfrm>
              <a:off x="7601707" y="1477581"/>
              <a:ext cx="391905" cy="324356"/>
            </a:xfrm>
            <a:prstGeom prst="rect">
              <a:avLst/>
            </a:prstGeom>
            <a:noFill/>
            <a:ln>
              <a:noFill/>
            </a:ln>
          </p:spPr>
        </p:pic>
        <p:sp>
          <p:nvSpPr>
            <p:cNvPr id="9852" name="Google Shape;9852;p170"/>
            <p:cNvSpPr txBox="1"/>
            <p:nvPr/>
          </p:nvSpPr>
          <p:spPr>
            <a:xfrm>
              <a:off x="7501125" y="1743875"/>
              <a:ext cx="695100" cy="1437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s-419" sz="1000"/>
                <a:t>Entidad</a:t>
              </a:r>
              <a:endParaRPr sz="1000"/>
            </a:p>
          </p:txBody>
        </p:sp>
      </p:grpSp>
      <p:grpSp>
        <p:nvGrpSpPr>
          <p:cNvPr id="9853" name="Google Shape;9853;p170"/>
          <p:cNvGrpSpPr/>
          <p:nvPr/>
        </p:nvGrpSpPr>
        <p:grpSpPr>
          <a:xfrm>
            <a:off x="4658342" y="7338126"/>
            <a:ext cx="1170526" cy="397084"/>
            <a:chOff x="934524" y="1335443"/>
            <a:chExt cx="1170526" cy="397084"/>
          </a:xfrm>
        </p:grpSpPr>
        <p:sp>
          <p:nvSpPr>
            <p:cNvPr id="9854" name="Google Shape;9854;p170"/>
            <p:cNvSpPr txBox="1"/>
            <p:nvPr/>
          </p:nvSpPr>
          <p:spPr>
            <a:xfrm>
              <a:off x="1272550" y="1336092"/>
              <a:ext cx="832500" cy="393900"/>
            </a:xfrm>
            <a:prstGeom prst="rect">
              <a:avLst/>
            </a:prstGeom>
            <a:noFill/>
            <a:ln>
              <a:noFill/>
            </a:ln>
          </p:spPr>
          <p:txBody>
            <a:bodyPr anchorCtr="0" anchor="t" bIns="18000" lIns="18000" spcFirstLastPara="1" rIns="18000" wrap="square" tIns="18000">
              <a:noAutofit/>
            </a:bodyPr>
            <a:lstStyle/>
            <a:p>
              <a:pPr indent="0" lvl="0" marL="0" rtl="0" algn="l">
                <a:spcBef>
                  <a:spcPts val="0"/>
                </a:spcBef>
                <a:spcAft>
                  <a:spcPts val="0"/>
                </a:spcAft>
                <a:buNone/>
              </a:pPr>
              <a:r>
                <a:rPr b="1" lang="es-419" sz="600">
                  <a:solidFill>
                    <a:srgbClr val="000000"/>
                  </a:solidFill>
                </a:rPr>
                <a:t>[</a:t>
              </a:r>
              <a:r>
                <a:rPr b="1" lang="es-419" sz="600"/>
                <a:t>...</a:t>
              </a:r>
              <a:r>
                <a:rPr b="1" lang="es-419" sz="600">
                  <a:solidFill>
                    <a:srgbClr val="000000"/>
                  </a:solidFill>
                </a:rPr>
                <a:t>] </a:t>
              </a:r>
              <a:endParaRPr b="1" sz="600"/>
            </a:p>
          </p:txBody>
        </p:sp>
        <p:pic>
          <p:nvPicPr>
            <p:cNvPr id="9855" name="Google Shape;9855;p170"/>
            <p:cNvPicPr preferRelativeResize="0"/>
            <p:nvPr/>
          </p:nvPicPr>
          <p:blipFill rotWithShape="1">
            <a:blip r:embed="rId43">
              <a:alphaModFix/>
            </a:blip>
            <a:srcRect b="0" l="73988" r="-415" t="0"/>
            <a:stretch/>
          </p:blipFill>
          <p:spPr>
            <a:xfrm>
              <a:off x="934524" y="1335443"/>
              <a:ext cx="338024" cy="397084"/>
            </a:xfrm>
            <a:prstGeom prst="rect">
              <a:avLst/>
            </a:prstGeom>
            <a:noFill/>
            <a:ln>
              <a:noFill/>
            </a:ln>
            <a:effectLst>
              <a:outerShdw blurRad="57150" rotWithShape="0" algn="bl" dir="5400000" dist="19050">
                <a:srgbClr val="000000">
                  <a:alpha val="50000"/>
                </a:srgbClr>
              </a:outerShdw>
            </a:effectLst>
          </p:spPr>
        </p:pic>
      </p:grpSp>
      <p:pic>
        <p:nvPicPr>
          <p:cNvPr id="9856" name="Google Shape;9856;p170"/>
          <p:cNvPicPr preferRelativeResize="0"/>
          <p:nvPr/>
        </p:nvPicPr>
        <p:blipFill rotWithShape="1">
          <a:blip r:embed="rId44">
            <a:alphaModFix/>
          </a:blip>
          <a:srcRect b="0" l="0" r="0" t="0"/>
          <a:stretch/>
        </p:blipFill>
        <p:spPr>
          <a:xfrm>
            <a:off x="10576718" y="5683540"/>
            <a:ext cx="457200" cy="457200"/>
          </a:xfrm>
          <a:prstGeom prst="rect">
            <a:avLst/>
          </a:prstGeom>
          <a:noFill/>
          <a:ln>
            <a:noFill/>
          </a:ln>
        </p:spPr>
      </p:pic>
      <p:pic>
        <p:nvPicPr>
          <p:cNvPr id="9857" name="Google Shape;9857;p170"/>
          <p:cNvPicPr preferRelativeResize="0"/>
          <p:nvPr/>
        </p:nvPicPr>
        <p:blipFill rotWithShape="1">
          <a:blip r:embed="rId45">
            <a:alphaModFix/>
          </a:blip>
          <a:srcRect b="0" l="0" r="0" t="0"/>
          <a:stretch/>
        </p:blipFill>
        <p:spPr>
          <a:xfrm>
            <a:off x="10567556" y="6315027"/>
            <a:ext cx="463550" cy="457200"/>
          </a:xfrm>
          <a:prstGeom prst="rect">
            <a:avLst/>
          </a:prstGeom>
          <a:noFill/>
          <a:ln>
            <a:noFill/>
          </a:ln>
        </p:spPr>
      </p:pic>
      <p:pic>
        <p:nvPicPr>
          <p:cNvPr id="9858" name="Google Shape;9858;p170"/>
          <p:cNvPicPr preferRelativeResize="0"/>
          <p:nvPr/>
        </p:nvPicPr>
        <p:blipFill rotWithShape="1">
          <a:blip r:embed="rId46">
            <a:alphaModFix/>
          </a:blip>
          <a:srcRect b="0" l="0" r="0" t="0"/>
          <a:stretch/>
        </p:blipFill>
        <p:spPr>
          <a:xfrm>
            <a:off x="-1995550" y="4847243"/>
            <a:ext cx="378937" cy="396778"/>
          </a:xfrm>
          <a:prstGeom prst="rect">
            <a:avLst/>
          </a:prstGeom>
          <a:noFill/>
          <a:ln>
            <a:noFill/>
          </a:ln>
        </p:spPr>
      </p:pic>
      <p:pic>
        <p:nvPicPr>
          <p:cNvPr id="9859" name="Google Shape;9859;p170"/>
          <p:cNvPicPr preferRelativeResize="0"/>
          <p:nvPr/>
        </p:nvPicPr>
        <p:blipFill rotWithShape="1">
          <a:blip r:embed="rId47">
            <a:alphaModFix/>
          </a:blip>
          <a:srcRect b="0" l="0" r="0" t="0"/>
          <a:stretch/>
        </p:blipFill>
        <p:spPr>
          <a:xfrm>
            <a:off x="-1789940" y="4254063"/>
            <a:ext cx="378937" cy="396778"/>
          </a:xfrm>
          <a:prstGeom prst="rect">
            <a:avLst/>
          </a:prstGeom>
          <a:noFill/>
          <a:ln>
            <a:noFill/>
          </a:ln>
        </p:spPr>
      </p:pic>
      <p:pic>
        <p:nvPicPr>
          <p:cNvPr id="9860" name="Google Shape;9860;p170"/>
          <p:cNvPicPr preferRelativeResize="0"/>
          <p:nvPr/>
        </p:nvPicPr>
        <p:blipFill rotWithShape="1">
          <a:blip r:embed="rId48">
            <a:alphaModFix/>
          </a:blip>
          <a:srcRect b="0" l="0" r="0" t="0"/>
          <a:stretch/>
        </p:blipFill>
        <p:spPr>
          <a:xfrm>
            <a:off x="-1972768" y="5981041"/>
            <a:ext cx="388146" cy="406422"/>
          </a:xfrm>
          <a:prstGeom prst="rect">
            <a:avLst/>
          </a:prstGeom>
          <a:noFill/>
          <a:ln>
            <a:noFill/>
          </a:ln>
        </p:spPr>
      </p:pic>
      <p:pic>
        <p:nvPicPr>
          <p:cNvPr id="9861" name="Google Shape;9861;p170"/>
          <p:cNvPicPr preferRelativeResize="0"/>
          <p:nvPr/>
        </p:nvPicPr>
        <p:blipFill rotWithShape="1">
          <a:blip r:embed="rId49">
            <a:alphaModFix/>
          </a:blip>
          <a:srcRect b="0" l="0" r="0" t="0"/>
          <a:stretch/>
        </p:blipFill>
        <p:spPr>
          <a:xfrm>
            <a:off x="-1995550" y="5411467"/>
            <a:ext cx="388146" cy="406422"/>
          </a:xfrm>
          <a:prstGeom prst="rect">
            <a:avLst/>
          </a:prstGeom>
          <a:noFill/>
          <a:ln>
            <a:noFill/>
          </a:ln>
        </p:spPr>
      </p:pic>
      <p:pic>
        <p:nvPicPr>
          <p:cNvPr id="9862" name="Google Shape;9862;p170"/>
          <p:cNvPicPr preferRelativeResize="0"/>
          <p:nvPr/>
        </p:nvPicPr>
        <p:blipFill>
          <a:blip r:embed="rId50">
            <a:alphaModFix/>
          </a:blip>
          <a:stretch>
            <a:fillRect/>
          </a:stretch>
        </p:blipFill>
        <p:spPr>
          <a:xfrm>
            <a:off x="-1558039" y="4821476"/>
            <a:ext cx="426389" cy="445579"/>
          </a:xfrm>
          <a:prstGeom prst="rect">
            <a:avLst/>
          </a:prstGeom>
          <a:noFill/>
          <a:ln>
            <a:noFill/>
          </a:ln>
        </p:spPr>
      </p:pic>
      <p:pic>
        <p:nvPicPr>
          <p:cNvPr id="9863" name="Google Shape;9863;p170"/>
          <p:cNvPicPr preferRelativeResize="0"/>
          <p:nvPr/>
        </p:nvPicPr>
        <p:blipFill>
          <a:blip r:embed="rId51">
            <a:alphaModFix/>
          </a:blip>
          <a:stretch>
            <a:fillRect/>
          </a:stretch>
        </p:blipFill>
        <p:spPr>
          <a:xfrm>
            <a:off x="-1568876" y="5401255"/>
            <a:ext cx="426389" cy="445578"/>
          </a:xfrm>
          <a:prstGeom prst="rect">
            <a:avLst/>
          </a:prstGeom>
          <a:noFill/>
          <a:ln>
            <a:noFill/>
          </a:ln>
        </p:spPr>
      </p:pic>
      <p:pic>
        <p:nvPicPr>
          <p:cNvPr id="9864" name="Google Shape;9864;p170"/>
          <p:cNvPicPr preferRelativeResize="0"/>
          <p:nvPr/>
        </p:nvPicPr>
        <p:blipFill rotWithShape="1">
          <a:blip r:embed="rId52">
            <a:alphaModFix/>
          </a:blip>
          <a:srcRect b="0" l="0" r="0" t="0"/>
          <a:stretch/>
        </p:blipFill>
        <p:spPr>
          <a:xfrm>
            <a:off x="-306632" y="7466472"/>
            <a:ext cx="248756" cy="143693"/>
          </a:xfrm>
          <a:prstGeom prst="rect">
            <a:avLst/>
          </a:prstGeom>
          <a:noFill/>
          <a:ln>
            <a:noFill/>
          </a:ln>
        </p:spPr>
      </p:pic>
      <p:pic>
        <p:nvPicPr>
          <p:cNvPr id="9865" name="Google Shape;9865;p170"/>
          <p:cNvPicPr preferRelativeResize="0"/>
          <p:nvPr/>
        </p:nvPicPr>
        <p:blipFill rotWithShape="1">
          <a:blip r:embed="rId53">
            <a:alphaModFix/>
          </a:blip>
          <a:srcRect b="0" l="0" r="0" t="0"/>
          <a:stretch/>
        </p:blipFill>
        <p:spPr>
          <a:xfrm>
            <a:off x="90890" y="7399909"/>
            <a:ext cx="340210" cy="167994"/>
          </a:xfrm>
          <a:prstGeom prst="rect">
            <a:avLst/>
          </a:prstGeom>
          <a:noFill/>
          <a:ln>
            <a:noFill/>
          </a:ln>
        </p:spPr>
      </p:pic>
      <p:pic>
        <p:nvPicPr>
          <p:cNvPr id="9866" name="Google Shape;9866;p170"/>
          <p:cNvPicPr preferRelativeResize="0"/>
          <p:nvPr/>
        </p:nvPicPr>
        <p:blipFill rotWithShape="1">
          <a:blip r:embed="rId54">
            <a:alphaModFix/>
          </a:blip>
          <a:srcRect b="0" l="0" r="0" t="0"/>
          <a:stretch/>
        </p:blipFill>
        <p:spPr>
          <a:xfrm>
            <a:off x="1378567" y="7357647"/>
            <a:ext cx="142668" cy="239841"/>
          </a:xfrm>
          <a:prstGeom prst="rect">
            <a:avLst/>
          </a:prstGeom>
          <a:noFill/>
          <a:ln>
            <a:noFill/>
          </a:ln>
        </p:spPr>
      </p:pic>
      <p:pic>
        <p:nvPicPr>
          <p:cNvPr id="9867" name="Google Shape;9867;p170"/>
          <p:cNvPicPr preferRelativeResize="0"/>
          <p:nvPr/>
        </p:nvPicPr>
        <p:blipFill rotWithShape="1">
          <a:blip r:embed="rId55">
            <a:alphaModFix/>
          </a:blip>
          <a:srcRect b="0" l="0" r="0" t="0"/>
          <a:stretch/>
        </p:blipFill>
        <p:spPr>
          <a:xfrm>
            <a:off x="1713899" y="7347081"/>
            <a:ext cx="271924" cy="239841"/>
          </a:xfrm>
          <a:prstGeom prst="rect">
            <a:avLst/>
          </a:prstGeom>
          <a:noFill/>
          <a:ln>
            <a:noFill/>
          </a:ln>
        </p:spPr>
      </p:pic>
      <p:pic>
        <p:nvPicPr>
          <p:cNvPr id="9868" name="Google Shape;9868;p170"/>
          <p:cNvPicPr preferRelativeResize="0"/>
          <p:nvPr/>
        </p:nvPicPr>
        <p:blipFill rotWithShape="1">
          <a:blip r:embed="rId56">
            <a:alphaModFix/>
          </a:blip>
          <a:srcRect b="0" l="0" r="0" t="0"/>
          <a:stretch/>
        </p:blipFill>
        <p:spPr>
          <a:xfrm>
            <a:off x="601814" y="7441115"/>
            <a:ext cx="179250" cy="95091"/>
          </a:xfrm>
          <a:prstGeom prst="rect">
            <a:avLst/>
          </a:prstGeom>
          <a:noFill/>
          <a:ln>
            <a:noFill/>
          </a:ln>
        </p:spPr>
      </p:pic>
      <p:pic>
        <p:nvPicPr>
          <p:cNvPr id="9869" name="Google Shape;9869;p170"/>
          <p:cNvPicPr preferRelativeResize="0"/>
          <p:nvPr/>
        </p:nvPicPr>
        <p:blipFill rotWithShape="1">
          <a:blip r:embed="rId57">
            <a:alphaModFix/>
          </a:blip>
          <a:srcRect b="0" l="0" r="0" t="0"/>
          <a:stretch/>
        </p:blipFill>
        <p:spPr>
          <a:xfrm>
            <a:off x="961535" y="7286856"/>
            <a:ext cx="264608" cy="359233"/>
          </a:xfrm>
          <a:prstGeom prst="rect">
            <a:avLst/>
          </a:prstGeom>
          <a:noFill/>
          <a:ln>
            <a:noFill/>
          </a:ln>
        </p:spPr>
      </p:pic>
      <p:pic>
        <p:nvPicPr>
          <p:cNvPr id="9870" name="Google Shape;9870;p170"/>
          <p:cNvPicPr preferRelativeResize="0"/>
          <p:nvPr/>
        </p:nvPicPr>
        <p:blipFill rotWithShape="1">
          <a:blip r:embed="rId58">
            <a:alphaModFix/>
          </a:blip>
          <a:srcRect b="0" l="0" r="0" t="0"/>
          <a:stretch/>
        </p:blipFill>
        <p:spPr>
          <a:xfrm>
            <a:off x="-1324824" y="7330704"/>
            <a:ext cx="178031" cy="96147"/>
          </a:xfrm>
          <a:prstGeom prst="rect">
            <a:avLst/>
          </a:prstGeom>
          <a:noFill/>
          <a:ln>
            <a:noFill/>
          </a:ln>
        </p:spPr>
      </p:pic>
      <p:pic>
        <p:nvPicPr>
          <p:cNvPr id="9871" name="Google Shape;9871;p170"/>
          <p:cNvPicPr preferRelativeResize="0"/>
          <p:nvPr/>
        </p:nvPicPr>
        <p:blipFill rotWithShape="1">
          <a:blip r:embed="rId59">
            <a:alphaModFix/>
          </a:blip>
          <a:srcRect b="0" l="0" r="0" t="0"/>
          <a:stretch/>
        </p:blipFill>
        <p:spPr>
          <a:xfrm>
            <a:off x="-772440" y="7263612"/>
            <a:ext cx="264608" cy="360289"/>
          </a:xfrm>
          <a:prstGeom prst="rect">
            <a:avLst/>
          </a:prstGeom>
          <a:noFill/>
          <a:ln>
            <a:noFill/>
          </a:ln>
        </p:spPr>
      </p:pic>
      <p:pic>
        <p:nvPicPr>
          <p:cNvPr id="9872" name="Google Shape;9872;p170"/>
          <p:cNvPicPr preferRelativeResize="0"/>
          <p:nvPr/>
        </p:nvPicPr>
        <p:blipFill rotWithShape="1">
          <a:blip r:embed="rId60">
            <a:alphaModFix/>
          </a:blip>
          <a:srcRect b="0" l="0" r="0" t="0"/>
          <a:stretch/>
        </p:blipFill>
        <p:spPr>
          <a:xfrm>
            <a:off x="-1807434" y="7307987"/>
            <a:ext cx="248756" cy="143693"/>
          </a:xfrm>
          <a:prstGeom prst="rect">
            <a:avLst/>
          </a:prstGeom>
          <a:noFill/>
          <a:ln>
            <a:noFill/>
          </a:ln>
        </p:spPr>
      </p:pic>
      <p:pic>
        <p:nvPicPr>
          <p:cNvPr id="9873" name="Google Shape;9873;p170"/>
          <p:cNvPicPr preferRelativeResize="0"/>
          <p:nvPr/>
        </p:nvPicPr>
        <p:blipFill rotWithShape="1">
          <a:blip r:embed="rId61">
            <a:alphaModFix/>
          </a:blip>
          <a:srcRect b="0" l="0" r="0" t="0"/>
          <a:stretch/>
        </p:blipFill>
        <p:spPr>
          <a:xfrm>
            <a:off x="-2265646" y="7294780"/>
            <a:ext cx="338990" cy="167994"/>
          </a:xfrm>
          <a:prstGeom prst="rect">
            <a:avLst/>
          </a:prstGeom>
          <a:noFill/>
          <a:ln>
            <a:noFill/>
          </a:ln>
        </p:spPr>
      </p:pic>
      <p:pic>
        <p:nvPicPr>
          <p:cNvPr id="9874" name="Google Shape;9874;p170"/>
          <p:cNvPicPr preferRelativeResize="0"/>
          <p:nvPr/>
        </p:nvPicPr>
        <p:blipFill rotWithShape="1">
          <a:blip r:embed="rId62">
            <a:alphaModFix/>
          </a:blip>
          <a:srcRect b="0" l="0" r="0" t="0"/>
          <a:stretch/>
        </p:blipFill>
        <p:spPr>
          <a:xfrm>
            <a:off x="-2540587" y="7276291"/>
            <a:ext cx="142668" cy="239841"/>
          </a:xfrm>
          <a:prstGeom prst="rect">
            <a:avLst/>
          </a:prstGeom>
          <a:noFill/>
          <a:ln>
            <a:noFill/>
          </a:ln>
        </p:spPr>
      </p:pic>
      <p:pic>
        <p:nvPicPr>
          <p:cNvPr id="9875" name="Google Shape;9875;p170"/>
          <p:cNvPicPr preferRelativeResize="0"/>
          <p:nvPr/>
        </p:nvPicPr>
        <p:blipFill rotWithShape="1">
          <a:blip r:embed="rId63">
            <a:alphaModFix/>
          </a:blip>
          <a:srcRect b="0" l="0" r="0" t="0"/>
          <a:stretch/>
        </p:blipFill>
        <p:spPr>
          <a:xfrm>
            <a:off x="-2983102" y="7206201"/>
            <a:ext cx="271924" cy="238784"/>
          </a:xfrm>
          <a:prstGeom prst="rect">
            <a:avLst/>
          </a:prstGeom>
          <a:noFill/>
          <a:ln>
            <a:noFill/>
          </a:ln>
        </p:spPr>
      </p:pic>
      <p:pic>
        <p:nvPicPr>
          <p:cNvPr id="9876" name="Google Shape;9876;p170"/>
          <p:cNvPicPr preferRelativeResize="0"/>
          <p:nvPr/>
        </p:nvPicPr>
        <p:blipFill rotWithShape="1">
          <a:blip r:embed="rId64">
            <a:alphaModFix/>
          </a:blip>
          <a:srcRect b="0" l="0" r="0" t="0"/>
          <a:stretch/>
        </p:blipFill>
        <p:spPr>
          <a:xfrm>
            <a:off x="137400" y="7598390"/>
            <a:ext cx="336432" cy="323310"/>
          </a:xfrm>
          <a:prstGeom prst="rect">
            <a:avLst/>
          </a:prstGeom>
          <a:noFill/>
          <a:ln>
            <a:noFill/>
          </a:ln>
        </p:spPr>
      </p:pic>
      <p:pic>
        <p:nvPicPr>
          <p:cNvPr id="9877" name="Google Shape;9877;p170"/>
          <p:cNvPicPr preferRelativeResize="0"/>
          <p:nvPr/>
        </p:nvPicPr>
        <p:blipFill rotWithShape="1">
          <a:blip r:embed="rId65">
            <a:alphaModFix/>
          </a:blip>
          <a:srcRect b="0" l="0" r="0" t="0"/>
          <a:stretch/>
        </p:blipFill>
        <p:spPr>
          <a:xfrm>
            <a:off x="-1343985" y="7564576"/>
            <a:ext cx="425340" cy="311480"/>
          </a:xfrm>
          <a:prstGeom prst="rect">
            <a:avLst/>
          </a:prstGeom>
          <a:noFill/>
          <a:ln>
            <a:noFill/>
          </a:ln>
        </p:spPr>
      </p:pic>
      <p:pic>
        <p:nvPicPr>
          <p:cNvPr id="9878" name="Google Shape;9878;p170"/>
          <p:cNvPicPr preferRelativeResize="0"/>
          <p:nvPr/>
        </p:nvPicPr>
        <p:blipFill rotWithShape="1">
          <a:blip r:embed="rId66">
            <a:alphaModFix/>
          </a:blip>
          <a:srcRect b="0" l="0" r="0" t="0"/>
          <a:stretch/>
        </p:blipFill>
        <p:spPr>
          <a:xfrm>
            <a:off x="-1853077" y="7578245"/>
            <a:ext cx="425341" cy="311480"/>
          </a:xfrm>
          <a:prstGeom prst="rect">
            <a:avLst/>
          </a:prstGeom>
          <a:noFill/>
          <a:ln>
            <a:noFill/>
          </a:ln>
        </p:spPr>
      </p:pic>
      <p:pic>
        <p:nvPicPr>
          <p:cNvPr id="9879" name="Google Shape;9879;p170"/>
          <p:cNvPicPr preferRelativeResize="0"/>
          <p:nvPr/>
        </p:nvPicPr>
        <p:blipFill rotWithShape="1">
          <a:blip r:embed="rId67">
            <a:alphaModFix/>
          </a:blip>
          <a:srcRect b="0" l="0" r="0" t="0"/>
          <a:stretch/>
        </p:blipFill>
        <p:spPr>
          <a:xfrm>
            <a:off x="-232643" y="7603825"/>
            <a:ext cx="323532" cy="311479"/>
          </a:xfrm>
          <a:prstGeom prst="rect">
            <a:avLst/>
          </a:prstGeom>
          <a:noFill/>
          <a:ln>
            <a:noFill/>
          </a:ln>
        </p:spPr>
      </p:pic>
      <p:pic>
        <p:nvPicPr>
          <p:cNvPr id="9880" name="Google Shape;9880;p170"/>
          <p:cNvPicPr preferRelativeResize="0"/>
          <p:nvPr/>
        </p:nvPicPr>
        <p:blipFill rotWithShape="1">
          <a:blip r:embed="rId68">
            <a:alphaModFix/>
          </a:blip>
          <a:srcRect b="0" l="0" r="0" t="0"/>
          <a:stretch/>
        </p:blipFill>
        <p:spPr>
          <a:xfrm>
            <a:off x="-2384757" y="7564576"/>
            <a:ext cx="389215" cy="359399"/>
          </a:xfrm>
          <a:prstGeom prst="rect">
            <a:avLst/>
          </a:prstGeom>
          <a:noFill/>
          <a:ln>
            <a:noFill/>
          </a:ln>
        </p:spPr>
      </p:pic>
      <p:pic>
        <p:nvPicPr>
          <p:cNvPr id="9881" name="Google Shape;9881;p170"/>
          <p:cNvPicPr preferRelativeResize="0"/>
          <p:nvPr/>
        </p:nvPicPr>
        <p:blipFill rotWithShape="1">
          <a:blip r:embed="rId69">
            <a:alphaModFix/>
          </a:blip>
          <a:srcRect b="0" l="0" r="0" t="0"/>
          <a:stretch/>
        </p:blipFill>
        <p:spPr>
          <a:xfrm>
            <a:off x="-2847082" y="7564576"/>
            <a:ext cx="389215" cy="359399"/>
          </a:xfrm>
          <a:prstGeom prst="rect">
            <a:avLst/>
          </a:prstGeom>
          <a:noFill/>
          <a:ln>
            <a:noFill/>
          </a:ln>
        </p:spPr>
      </p:pic>
      <p:pic>
        <p:nvPicPr>
          <p:cNvPr id="9882" name="Google Shape;9882;p170"/>
          <p:cNvPicPr preferRelativeResize="0"/>
          <p:nvPr/>
        </p:nvPicPr>
        <p:blipFill rotWithShape="1">
          <a:blip r:embed="rId70">
            <a:alphaModFix/>
          </a:blip>
          <a:srcRect b="0" l="0" r="0" t="0"/>
          <a:stretch/>
        </p:blipFill>
        <p:spPr>
          <a:xfrm>
            <a:off x="-1171656" y="7261352"/>
            <a:ext cx="478001" cy="364777"/>
          </a:xfrm>
          <a:prstGeom prst="rect">
            <a:avLst/>
          </a:prstGeom>
          <a:noFill/>
          <a:ln>
            <a:noFill/>
          </a:ln>
        </p:spPr>
      </p:pic>
      <p:pic>
        <p:nvPicPr>
          <p:cNvPr descr="Resultado de imagen de icono lapiz" id="9883" name="Google Shape;9883;p170"/>
          <p:cNvPicPr preferRelativeResize="0"/>
          <p:nvPr/>
        </p:nvPicPr>
        <p:blipFill rotWithShape="1">
          <a:blip r:embed="rId71">
            <a:alphaModFix/>
          </a:blip>
          <a:srcRect b="0" l="0" r="0" t="0"/>
          <a:stretch/>
        </p:blipFill>
        <p:spPr>
          <a:xfrm>
            <a:off x="1842051" y="7688199"/>
            <a:ext cx="173153" cy="150032"/>
          </a:xfrm>
          <a:prstGeom prst="rect">
            <a:avLst/>
          </a:prstGeom>
          <a:noFill/>
          <a:ln>
            <a:noFill/>
          </a:ln>
        </p:spPr>
      </p:pic>
      <p:pic>
        <p:nvPicPr>
          <p:cNvPr descr="Resultado de imagen de icono lapicero" id="9884" name="Google Shape;9884;p170"/>
          <p:cNvPicPr preferRelativeResize="0"/>
          <p:nvPr/>
        </p:nvPicPr>
        <p:blipFill rotWithShape="1">
          <a:blip r:embed="rId72">
            <a:alphaModFix/>
          </a:blip>
          <a:srcRect b="0" l="0" r="0" t="0"/>
          <a:stretch/>
        </p:blipFill>
        <p:spPr>
          <a:xfrm>
            <a:off x="1686194" y="7653323"/>
            <a:ext cx="155857" cy="135046"/>
          </a:xfrm>
          <a:prstGeom prst="rect">
            <a:avLst/>
          </a:prstGeom>
          <a:noFill/>
          <a:ln>
            <a:noFill/>
          </a:ln>
        </p:spPr>
      </p:pic>
      <p:pic>
        <p:nvPicPr>
          <p:cNvPr id="9885" name="Google Shape;9885;p170"/>
          <p:cNvPicPr preferRelativeResize="0"/>
          <p:nvPr/>
        </p:nvPicPr>
        <p:blipFill rotWithShape="1">
          <a:blip r:embed="rId73">
            <a:alphaModFix/>
          </a:blip>
          <a:srcRect b="0" l="0" r="0" t="0"/>
          <a:stretch/>
        </p:blipFill>
        <p:spPr>
          <a:xfrm rot="6798590">
            <a:off x="953240" y="7675070"/>
            <a:ext cx="294009" cy="289796"/>
          </a:xfrm>
          <a:prstGeom prst="rect">
            <a:avLst/>
          </a:prstGeom>
          <a:noFill/>
          <a:ln>
            <a:noFill/>
          </a:ln>
        </p:spPr>
      </p:pic>
      <p:pic>
        <p:nvPicPr>
          <p:cNvPr id="9886" name="Google Shape;9886;p170"/>
          <p:cNvPicPr preferRelativeResize="0"/>
          <p:nvPr/>
        </p:nvPicPr>
        <p:blipFill rotWithShape="1">
          <a:blip r:embed="rId73">
            <a:alphaModFix/>
          </a:blip>
          <a:srcRect b="0" l="0" r="0" t="0"/>
          <a:stretch/>
        </p:blipFill>
        <p:spPr>
          <a:xfrm>
            <a:off x="1309594" y="7786045"/>
            <a:ext cx="260373" cy="199619"/>
          </a:xfrm>
          <a:prstGeom prst="rect">
            <a:avLst/>
          </a:prstGeom>
          <a:noFill/>
          <a:ln>
            <a:noFill/>
          </a:ln>
        </p:spPr>
      </p:pic>
      <p:pic>
        <p:nvPicPr>
          <p:cNvPr id="9887" name="Google Shape;9887;p170"/>
          <p:cNvPicPr preferRelativeResize="0"/>
          <p:nvPr/>
        </p:nvPicPr>
        <p:blipFill rotWithShape="1">
          <a:blip r:embed="rId74">
            <a:alphaModFix/>
          </a:blip>
          <a:srcRect b="0" l="0" r="0" t="0"/>
          <a:stretch/>
        </p:blipFill>
        <p:spPr>
          <a:xfrm>
            <a:off x="-706773" y="7627301"/>
            <a:ext cx="298566" cy="266270"/>
          </a:xfrm>
          <a:prstGeom prst="rect">
            <a:avLst/>
          </a:prstGeom>
          <a:noFill/>
          <a:ln>
            <a:noFill/>
          </a:ln>
        </p:spPr>
      </p:pic>
      <p:pic>
        <p:nvPicPr>
          <p:cNvPr id="9888" name="Google Shape;9888;p170"/>
          <p:cNvPicPr preferRelativeResize="0"/>
          <p:nvPr/>
        </p:nvPicPr>
        <p:blipFill rotWithShape="1">
          <a:blip r:embed="rId75">
            <a:alphaModFix/>
          </a:blip>
          <a:srcRect b="0" l="0" r="0" t="0"/>
          <a:stretch/>
        </p:blipFill>
        <p:spPr>
          <a:xfrm>
            <a:off x="625306" y="7646089"/>
            <a:ext cx="227569" cy="131343"/>
          </a:xfrm>
          <a:prstGeom prst="rect">
            <a:avLst/>
          </a:prstGeom>
          <a:noFill/>
          <a:ln>
            <a:noFill/>
          </a:ln>
        </p:spPr>
      </p:pic>
      <p:pic>
        <p:nvPicPr>
          <p:cNvPr id="9889" name="Google Shape;9889;p170"/>
          <p:cNvPicPr preferRelativeResize="0"/>
          <p:nvPr/>
        </p:nvPicPr>
        <p:blipFill rotWithShape="1">
          <a:blip r:embed="rId76">
            <a:alphaModFix/>
          </a:blip>
          <a:srcRect b="0" l="0" r="0" t="0"/>
          <a:stretch/>
        </p:blipFill>
        <p:spPr>
          <a:xfrm rot="-8707136">
            <a:off x="436889" y="7820853"/>
            <a:ext cx="163258" cy="201694"/>
          </a:xfrm>
          <a:prstGeom prst="rect">
            <a:avLst/>
          </a:prstGeom>
          <a:noFill/>
          <a:ln>
            <a:noFill/>
          </a:ln>
        </p:spPr>
      </p:pic>
      <p:pic>
        <p:nvPicPr>
          <p:cNvPr id="9890" name="Google Shape;9890;p170"/>
          <p:cNvPicPr preferRelativeResize="0"/>
          <p:nvPr/>
        </p:nvPicPr>
        <p:blipFill rotWithShape="1">
          <a:blip r:embed="rId77">
            <a:alphaModFix/>
          </a:blip>
          <a:srcRect b="0" l="0" r="0" t="0"/>
          <a:stretch/>
        </p:blipFill>
        <p:spPr>
          <a:xfrm>
            <a:off x="-5174752" y="3476526"/>
            <a:ext cx="361271" cy="674438"/>
          </a:xfrm>
          <a:prstGeom prst="rect">
            <a:avLst/>
          </a:prstGeom>
          <a:noFill/>
          <a:ln>
            <a:noFill/>
          </a:ln>
        </p:spPr>
      </p:pic>
      <p:pic>
        <p:nvPicPr>
          <p:cNvPr id="9891" name="Google Shape;9891;p170"/>
          <p:cNvPicPr preferRelativeResize="0"/>
          <p:nvPr/>
        </p:nvPicPr>
        <p:blipFill rotWithShape="1">
          <a:blip r:embed="rId78">
            <a:alphaModFix/>
          </a:blip>
          <a:srcRect b="0" l="0" r="0" t="0"/>
          <a:stretch/>
        </p:blipFill>
        <p:spPr>
          <a:xfrm>
            <a:off x="-4168283" y="3587610"/>
            <a:ext cx="661841" cy="674437"/>
          </a:xfrm>
          <a:prstGeom prst="rect">
            <a:avLst/>
          </a:prstGeom>
          <a:noFill/>
          <a:ln>
            <a:noFill/>
          </a:ln>
        </p:spPr>
      </p:pic>
      <p:pic>
        <p:nvPicPr>
          <p:cNvPr id="9892" name="Google Shape;9892;p170"/>
          <p:cNvPicPr preferRelativeResize="0"/>
          <p:nvPr/>
        </p:nvPicPr>
        <p:blipFill rotWithShape="1">
          <a:blip r:embed="rId79">
            <a:alphaModFix/>
          </a:blip>
          <a:srcRect b="0" l="0" r="0" t="0"/>
          <a:stretch/>
        </p:blipFill>
        <p:spPr>
          <a:xfrm>
            <a:off x="-4620607" y="3514215"/>
            <a:ext cx="361271" cy="674438"/>
          </a:xfrm>
          <a:prstGeom prst="rect">
            <a:avLst/>
          </a:prstGeom>
          <a:noFill/>
          <a:ln>
            <a:noFill/>
          </a:ln>
        </p:spPr>
      </p:pic>
      <p:pic>
        <p:nvPicPr>
          <p:cNvPr id="9893" name="Google Shape;9893;p170"/>
          <p:cNvPicPr preferRelativeResize="0"/>
          <p:nvPr/>
        </p:nvPicPr>
        <p:blipFill rotWithShape="1">
          <a:blip r:embed="rId80">
            <a:alphaModFix/>
          </a:blip>
          <a:srcRect b="0" l="0" r="0" t="0"/>
          <a:stretch/>
        </p:blipFill>
        <p:spPr>
          <a:xfrm>
            <a:off x="-2745717" y="1324276"/>
            <a:ext cx="219308" cy="674437"/>
          </a:xfrm>
          <a:prstGeom prst="rect">
            <a:avLst/>
          </a:prstGeom>
          <a:noFill/>
          <a:ln>
            <a:noFill/>
          </a:ln>
        </p:spPr>
      </p:pic>
      <p:pic>
        <p:nvPicPr>
          <p:cNvPr id="9894" name="Google Shape;9894;p170"/>
          <p:cNvPicPr preferRelativeResize="0"/>
          <p:nvPr/>
        </p:nvPicPr>
        <p:blipFill rotWithShape="1">
          <a:blip r:embed="rId81">
            <a:alphaModFix/>
          </a:blip>
          <a:srcRect b="0" l="0" r="0" t="0"/>
          <a:stretch/>
        </p:blipFill>
        <p:spPr>
          <a:xfrm>
            <a:off x="-4747884" y="960277"/>
            <a:ext cx="315256" cy="674438"/>
          </a:xfrm>
          <a:prstGeom prst="rect">
            <a:avLst/>
          </a:prstGeom>
          <a:noFill/>
          <a:ln>
            <a:noFill/>
          </a:ln>
        </p:spPr>
      </p:pic>
      <p:pic>
        <p:nvPicPr>
          <p:cNvPr id="9895" name="Google Shape;9895;p170"/>
          <p:cNvPicPr preferRelativeResize="0"/>
          <p:nvPr/>
        </p:nvPicPr>
        <p:blipFill rotWithShape="1">
          <a:blip r:embed="rId82">
            <a:alphaModFix/>
          </a:blip>
          <a:srcRect b="0" l="0" r="0" t="0"/>
          <a:stretch/>
        </p:blipFill>
        <p:spPr>
          <a:xfrm>
            <a:off x="-3792326" y="970196"/>
            <a:ext cx="315256" cy="674438"/>
          </a:xfrm>
          <a:prstGeom prst="rect">
            <a:avLst/>
          </a:prstGeom>
          <a:noFill/>
          <a:ln>
            <a:noFill/>
          </a:ln>
        </p:spPr>
      </p:pic>
      <p:pic>
        <p:nvPicPr>
          <p:cNvPr id="9896" name="Google Shape;9896;p170"/>
          <p:cNvPicPr preferRelativeResize="0"/>
          <p:nvPr/>
        </p:nvPicPr>
        <p:blipFill rotWithShape="1">
          <a:blip r:embed="rId83">
            <a:alphaModFix/>
          </a:blip>
          <a:srcRect b="0" l="0" r="0" t="0"/>
          <a:stretch/>
        </p:blipFill>
        <p:spPr>
          <a:xfrm>
            <a:off x="-4284791" y="970196"/>
            <a:ext cx="291758" cy="674438"/>
          </a:xfrm>
          <a:prstGeom prst="rect">
            <a:avLst/>
          </a:prstGeom>
          <a:noFill/>
          <a:ln>
            <a:noFill/>
          </a:ln>
        </p:spPr>
      </p:pic>
      <p:pic>
        <p:nvPicPr>
          <p:cNvPr id="9897" name="Google Shape;9897;p170"/>
          <p:cNvPicPr preferRelativeResize="0"/>
          <p:nvPr/>
        </p:nvPicPr>
        <p:blipFill rotWithShape="1">
          <a:blip r:embed="rId84">
            <a:alphaModFix/>
          </a:blip>
          <a:srcRect b="0" l="0" r="0" t="0"/>
          <a:stretch/>
        </p:blipFill>
        <p:spPr>
          <a:xfrm>
            <a:off x="-5173773" y="945400"/>
            <a:ext cx="219308" cy="674437"/>
          </a:xfrm>
          <a:prstGeom prst="rect">
            <a:avLst/>
          </a:prstGeom>
          <a:noFill/>
          <a:ln>
            <a:noFill/>
          </a:ln>
        </p:spPr>
      </p:pic>
      <p:pic>
        <p:nvPicPr>
          <p:cNvPr id="9898" name="Google Shape;9898;p170"/>
          <p:cNvPicPr preferRelativeResize="0"/>
          <p:nvPr/>
        </p:nvPicPr>
        <p:blipFill rotWithShape="1">
          <a:blip r:embed="rId85">
            <a:alphaModFix/>
          </a:blip>
          <a:srcRect b="0" l="0" r="0" t="0"/>
          <a:stretch/>
        </p:blipFill>
        <p:spPr>
          <a:xfrm>
            <a:off x="-3060973" y="2682077"/>
            <a:ext cx="518899" cy="674438"/>
          </a:xfrm>
          <a:prstGeom prst="rect">
            <a:avLst/>
          </a:prstGeom>
          <a:noFill/>
          <a:ln>
            <a:noFill/>
          </a:ln>
        </p:spPr>
      </p:pic>
      <p:pic>
        <p:nvPicPr>
          <p:cNvPr id="9899" name="Google Shape;9899;p170"/>
          <p:cNvPicPr preferRelativeResize="0"/>
          <p:nvPr/>
        </p:nvPicPr>
        <p:blipFill rotWithShape="1">
          <a:blip r:embed="rId86">
            <a:alphaModFix/>
          </a:blip>
          <a:srcRect b="0" l="0" r="0" t="0"/>
          <a:stretch/>
        </p:blipFill>
        <p:spPr>
          <a:xfrm>
            <a:off x="-3139297" y="1323284"/>
            <a:ext cx="290779" cy="674438"/>
          </a:xfrm>
          <a:prstGeom prst="rect">
            <a:avLst/>
          </a:prstGeom>
          <a:noFill/>
          <a:ln>
            <a:noFill/>
          </a:ln>
        </p:spPr>
      </p:pic>
      <p:pic>
        <p:nvPicPr>
          <p:cNvPr id="9900" name="Google Shape;9900;p170"/>
          <p:cNvPicPr preferRelativeResize="0"/>
          <p:nvPr/>
        </p:nvPicPr>
        <p:blipFill rotWithShape="1">
          <a:blip r:embed="rId87">
            <a:alphaModFix/>
          </a:blip>
          <a:srcRect b="0" l="0" r="0" t="0"/>
          <a:stretch/>
        </p:blipFill>
        <p:spPr>
          <a:xfrm>
            <a:off x="-2772151" y="2189143"/>
            <a:ext cx="314276" cy="360031"/>
          </a:xfrm>
          <a:prstGeom prst="rect">
            <a:avLst/>
          </a:prstGeom>
          <a:noFill/>
          <a:ln>
            <a:noFill/>
          </a:ln>
        </p:spPr>
      </p:pic>
      <p:pic>
        <p:nvPicPr>
          <p:cNvPr id="9901" name="Google Shape;9901;p170"/>
          <p:cNvPicPr preferRelativeResize="0"/>
          <p:nvPr/>
        </p:nvPicPr>
        <p:blipFill rotWithShape="1">
          <a:blip r:embed="rId88">
            <a:alphaModFix/>
          </a:blip>
          <a:srcRect b="0" l="0" r="0" t="0"/>
          <a:stretch/>
        </p:blipFill>
        <p:spPr>
          <a:xfrm>
            <a:off x="-3214684" y="2173274"/>
            <a:ext cx="313298" cy="360031"/>
          </a:xfrm>
          <a:prstGeom prst="rect">
            <a:avLst/>
          </a:prstGeom>
          <a:noFill/>
          <a:ln>
            <a:noFill/>
          </a:ln>
        </p:spPr>
      </p:pic>
      <p:pic>
        <p:nvPicPr>
          <p:cNvPr id="9902" name="Google Shape;9902;p170"/>
          <p:cNvPicPr preferRelativeResize="0"/>
          <p:nvPr/>
        </p:nvPicPr>
        <p:blipFill rotWithShape="1">
          <a:blip r:embed="rId89">
            <a:alphaModFix/>
          </a:blip>
          <a:srcRect b="0" l="0" r="0" t="0"/>
          <a:stretch/>
        </p:blipFill>
        <p:spPr>
          <a:xfrm>
            <a:off x="-5171815" y="2682077"/>
            <a:ext cx="518899" cy="674438"/>
          </a:xfrm>
          <a:prstGeom prst="rect">
            <a:avLst/>
          </a:prstGeom>
          <a:noFill/>
          <a:ln>
            <a:noFill/>
          </a:ln>
        </p:spPr>
      </p:pic>
      <p:pic>
        <p:nvPicPr>
          <p:cNvPr id="9903" name="Google Shape;9903;p170"/>
          <p:cNvPicPr preferRelativeResize="0"/>
          <p:nvPr/>
        </p:nvPicPr>
        <p:blipFill rotWithShape="1">
          <a:blip r:embed="rId90">
            <a:alphaModFix/>
          </a:blip>
          <a:srcRect b="0" l="0" r="0" t="0"/>
          <a:stretch/>
        </p:blipFill>
        <p:spPr>
          <a:xfrm>
            <a:off x="-3705191" y="2682077"/>
            <a:ext cx="519878" cy="674437"/>
          </a:xfrm>
          <a:prstGeom prst="rect">
            <a:avLst/>
          </a:prstGeom>
          <a:noFill/>
          <a:ln>
            <a:noFill/>
          </a:ln>
        </p:spPr>
      </p:pic>
      <p:pic>
        <p:nvPicPr>
          <p:cNvPr id="9904" name="Google Shape;9904;p170"/>
          <p:cNvPicPr preferRelativeResize="0"/>
          <p:nvPr/>
        </p:nvPicPr>
        <p:blipFill rotWithShape="1">
          <a:blip r:embed="rId91">
            <a:alphaModFix/>
          </a:blip>
          <a:srcRect b="0" l="0" r="0" t="0"/>
          <a:stretch/>
        </p:blipFill>
        <p:spPr>
          <a:xfrm>
            <a:off x="-3847153" y="1912425"/>
            <a:ext cx="520857" cy="674437"/>
          </a:xfrm>
          <a:prstGeom prst="rect">
            <a:avLst/>
          </a:prstGeom>
          <a:noFill/>
          <a:ln>
            <a:noFill/>
          </a:ln>
        </p:spPr>
      </p:pic>
      <p:pic>
        <p:nvPicPr>
          <p:cNvPr id="9905" name="Google Shape;9905;p170"/>
          <p:cNvPicPr preferRelativeResize="0"/>
          <p:nvPr/>
        </p:nvPicPr>
        <p:blipFill rotWithShape="1">
          <a:blip r:embed="rId92">
            <a:alphaModFix/>
          </a:blip>
          <a:srcRect b="0" l="0" r="0" t="0"/>
          <a:stretch/>
        </p:blipFill>
        <p:spPr>
          <a:xfrm>
            <a:off x="-4509974" y="1916392"/>
            <a:ext cx="520857" cy="674437"/>
          </a:xfrm>
          <a:prstGeom prst="rect">
            <a:avLst/>
          </a:prstGeom>
          <a:noFill/>
          <a:ln>
            <a:noFill/>
          </a:ln>
        </p:spPr>
      </p:pic>
      <p:pic>
        <p:nvPicPr>
          <p:cNvPr id="9906" name="Google Shape;9906;p170"/>
          <p:cNvPicPr preferRelativeResize="0"/>
          <p:nvPr/>
        </p:nvPicPr>
        <p:blipFill rotWithShape="1">
          <a:blip r:embed="rId93">
            <a:alphaModFix/>
          </a:blip>
          <a:srcRect b="0" l="0" r="0" t="0"/>
          <a:stretch/>
        </p:blipFill>
        <p:spPr>
          <a:xfrm>
            <a:off x="-5192375" y="1896556"/>
            <a:ext cx="520857" cy="674437"/>
          </a:xfrm>
          <a:prstGeom prst="rect">
            <a:avLst/>
          </a:prstGeom>
          <a:noFill/>
          <a:ln>
            <a:noFill/>
          </a:ln>
        </p:spPr>
      </p:pic>
      <p:pic>
        <p:nvPicPr>
          <p:cNvPr id="9907" name="Google Shape;9907;p170"/>
          <p:cNvPicPr preferRelativeResize="0"/>
          <p:nvPr/>
        </p:nvPicPr>
        <p:blipFill rotWithShape="1">
          <a:blip r:embed="rId94">
            <a:alphaModFix/>
          </a:blip>
          <a:srcRect b="0" l="0" r="0" t="0"/>
          <a:stretch/>
        </p:blipFill>
        <p:spPr>
          <a:xfrm>
            <a:off x="-4499204" y="2682077"/>
            <a:ext cx="661841" cy="674437"/>
          </a:xfrm>
          <a:prstGeom prst="rect">
            <a:avLst/>
          </a:prstGeom>
          <a:noFill/>
          <a:ln>
            <a:noFill/>
          </a:ln>
        </p:spPr>
      </p:pic>
      <p:pic>
        <p:nvPicPr>
          <p:cNvPr id="9908" name="Google Shape;9908;p170"/>
          <p:cNvPicPr preferRelativeResize="0"/>
          <p:nvPr/>
        </p:nvPicPr>
        <p:blipFill rotWithShape="1">
          <a:blip r:embed="rId95">
            <a:alphaModFix/>
          </a:blip>
          <a:srcRect b="0" l="0" r="0" t="0"/>
          <a:stretch/>
        </p:blipFill>
        <p:spPr>
          <a:xfrm>
            <a:off x="-3558437" y="7261977"/>
            <a:ext cx="253062" cy="363523"/>
          </a:xfrm>
          <a:prstGeom prst="rect">
            <a:avLst/>
          </a:prstGeom>
          <a:noFill/>
          <a:ln>
            <a:noFill/>
          </a:ln>
        </p:spPr>
      </p:pic>
      <p:pic>
        <p:nvPicPr>
          <p:cNvPr id="9909" name="Google Shape;9909;p170"/>
          <p:cNvPicPr preferRelativeResize="0"/>
          <p:nvPr/>
        </p:nvPicPr>
        <p:blipFill rotWithShape="1">
          <a:blip r:embed="rId96">
            <a:alphaModFix/>
          </a:blip>
          <a:srcRect b="0" l="0" r="0" t="0"/>
          <a:stretch/>
        </p:blipFill>
        <p:spPr>
          <a:xfrm>
            <a:off x="-3238924" y="7529675"/>
            <a:ext cx="253062" cy="364165"/>
          </a:xfrm>
          <a:prstGeom prst="rect">
            <a:avLst/>
          </a:prstGeom>
          <a:noFill/>
          <a:ln>
            <a:noFill/>
          </a:ln>
        </p:spPr>
      </p:pic>
      <p:pic>
        <p:nvPicPr>
          <p:cNvPr id="9910" name="Google Shape;9910;p170"/>
          <p:cNvPicPr preferRelativeResize="0"/>
          <p:nvPr/>
        </p:nvPicPr>
        <p:blipFill rotWithShape="1">
          <a:blip r:embed="rId97">
            <a:alphaModFix/>
          </a:blip>
          <a:srcRect b="0" l="0" r="0" t="0"/>
          <a:stretch/>
        </p:blipFill>
        <p:spPr>
          <a:xfrm>
            <a:off x="11209012" y="1489786"/>
            <a:ext cx="239852" cy="652576"/>
          </a:xfrm>
          <a:prstGeom prst="rect">
            <a:avLst/>
          </a:prstGeom>
          <a:noFill/>
          <a:ln>
            <a:noFill/>
          </a:ln>
        </p:spPr>
      </p:pic>
      <p:pic>
        <p:nvPicPr>
          <p:cNvPr id="9911" name="Google Shape;9911;p170"/>
          <p:cNvPicPr preferRelativeResize="0"/>
          <p:nvPr/>
        </p:nvPicPr>
        <p:blipFill rotWithShape="1">
          <a:blip r:embed="rId98">
            <a:alphaModFix/>
          </a:blip>
          <a:srcRect b="0" l="0" r="0" t="0"/>
          <a:stretch/>
        </p:blipFill>
        <p:spPr>
          <a:xfrm>
            <a:off x="11628156" y="1476350"/>
            <a:ext cx="257383" cy="652576"/>
          </a:xfrm>
          <a:prstGeom prst="rect">
            <a:avLst/>
          </a:prstGeom>
          <a:noFill/>
          <a:ln>
            <a:noFill/>
          </a:ln>
        </p:spPr>
      </p:pic>
      <p:pic>
        <p:nvPicPr>
          <p:cNvPr id="9912" name="Google Shape;9912;p170"/>
          <p:cNvPicPr preferRelativeResize="0"/>
          <p:nvPr/>
        </p:nvPicPr>
        <p:blipFill rotWithShape="1">
          <a:blip r:embed="rId99">
            <a:alphaModFix/>
          </a:blip>
          <a:srcRect b="0" l="0" r="0" t="0"/>
          <a:stretch/>
        </p:blipFill>
        <p:spPr>
          <a:xfrm>
            <a:off x="11165185" y="2917777"/>
            <a:ext cx="446237" cy="652576"/>
          </a:xfrm>
          <a:prstGeom prst="rect">
            <a:avLst/>
          </a:prstGeom>
          <a:noFill/>
          <a:ln>
            <a:noFill/>
          </a:ln>
        </p:spPr>
      </p:pic>
      <p:pic>
        <p:nvPicPr>
          <p:cNvPr id="9913" name="Google Shape;9913;p170"/>
          <p:cNvPicPr preferRelativeResize="0"/>
          <p:nvPr/>
        </p:nvPicPr>
        <p:blipFill rotWithShape="1">
          <a:blip r:embed="rId100">
            <a:alphaModFix/>
          </a:blip>
          <a:srcRect b="0" l="0" r="0" t="0"/>
          <a:stretch/>
        </p:blipFill>
        <p:spPr>
          <a:xfrm>
            <a:off x="10338052" y="2884188"/>
            <a:ext cx="539468" cy="652576"/>
          </a:xfrm>
          <a:prstGeom prst="rect">
            <a:avLst/>
          </a:prstGeom>
          <a:noFill/>
          <a:ln>
            <a:noFill/>
          </a:ln>
        </p:spPr>
      </p:pic>
      <p:pic>
        <p:nvPicPr>
          <p:cNvPr id="9914" name="Google Shape;9914;p170"/>
          <p:cNvPicPr preferRelativeResize="0"/>
          <p:nvPr/>
        </p:nvPicPr>
        <p:blipFill rotWithShape="1">
          <a:blip r:embed="rId101">
            <a:alphaModFix/>
          </a:blip>
          <a:srcRect b="0" l="0" r="0" t="0"/>
          <a:stretch/>
        </p:blipFill>
        <p:spPr>
          <a:xfrm>
            <a:off x="11728865" y="3311243"/>
            <a:ext cx="446237" cy="652576"/>
          </a:xfrm>
          <a:prstGeom prst="rect">
            <a:avLst/>
          </a:prstGeom>
          <a:noFill/>
          <a:ln>
            <a:noFill/>
          </a:ln>
        </p:spPr>
      </p:pic>
      <p:pic>
        <p:nvPicPr>
          <p:cNvPr id="9915" name="Google Shape;9915;p170"/>
          <p:cNvPicPr preferRelativeResize="0"/>
          <p:nvPr/>
        </p:nvPicPr>
        <p:blipFill rotWithShape="1">
          <a:blip r:embed="rId102">
            <a:alphaModFix/>
          </a:blip>
          <a:srcRect b="0" l="0" r="0" t="0"/>
          <a:stretch/>
        </p:blipFill>
        <p:spPr>
          <a:xfrm>
            <a:off x="11330133" y="4272832"/>
            <a:ext cx="178495" cy="652576"/>
          </a:xfrm>
          <a:prstGeom prst="rect">
            <a:avLst/>
          </a:prstGeom>
          <a:noFill/>
          <a:ln>
            <a:noFill/>
          </a:ln>
        </p:spPr>
      </p:pic>
      <p:pic>
        <p:nvPicPr>
          <p:cNvPr id="9916" name="Google Shape;9916;p170"/>
          <p:cNvPicPr preferRelativeResize="0"/>
          <p:nvPr/>
        </p:nvPicPr>
        <p:blipFill rotWithShape="1">
          <a:blip r:embed="rId103">
            <a:alphaModFix/>
          </a:blip>
          <a:srcRect b="0" l="0" r="0" t="0"/>
          <a:stretch/>
        </p:blipFill>
        <p:spPr>
          <a:xfrm>
            <a:off x="12080768" y="1476350"/>
            <a:ext cx="178495" cy="652576"/>
          </a:xfrm>
          <a:prstGeom prst="rect">
            <a:avLst/>
          </a:prstGeom>
          <a:noFill/>
          <a:ln>
            <a:noFill/>
          </a:ln>
        </p:spPr>
      </p:pic>
      <p:pic>
        <p:nvPicPr>
          <p:cNvPr id="9917" name="Google Shape;9917;p170"/>
          <p:cNvPicPr preferRelativeResize="0"/>
          <p:nvPr/>
        </p:nvPicPr>
        <p:blipFill rotWithShape="1">
          <a:blip r:embed="rId104">
            <a:alphaModFix/>
          </a:blip>
          <a:srcRect b="0" l="0" r="0" t="0"/>
          <a:stretch/>
        </p:blipFill>
        <p:spPr>
          <a:xfrm>
            <a:off x="10310163" y="4060745"/>
            <a:ext cx="251008" cy="652577"/>
          </a:xfrm>
          <a:prstGeom prst="rect">
            <a:avLst/>
          </a:prstGeom>
          <a:noFill/>
          <a:ln>
            <a:noFill/>
          </a:ln>
        </p:spPr>
      </p:pic>
      <p:pic>
        <p:nvPicPr>
          <p:cNvPr id="9918" name="Google Shape;9918;p170"/>
          <p:cNvPicPr preferRelativeResize="0"/>
          <p:nvPr/>
        </p:nvPicPr>
        <p:blipFill rotWithShape="1">
          <a:blip r:embed="rId105">
            <a:alphaModFix/>
          </a:blip>
          <a:srcRect b="0" l="0" r="0" t="0"/>
          <a:stretch/>
        </p:blipFill>
        <p:spPr>
          <a:xfrm>
            <a:off x="10765165" y="1463874"/>
            <a:ext cx="250212" cy="652577"/>
          </a:xfrm>
          <a:prstGeom prst="rect">
            <a:avLst/>
          </a:prstGeom>
          <a:noFill/>
          <a:ln>
            <a:noFill/>
          </a:ln>
        </p:spPr>
      </p:pic>
      <p:pic>
        <p:nvPicPr>
          <p:cNvPr id="9919" name="Google Shape;9919;p170"/>
          <p:cNvPicPr preferRelativeResize="0"/>
          <p:nvPr/>
        </p:nvPicPr>
        <p:blipFill rotWithShape="1">
          <a:blip r:embed="rId106">
            <a:alphaModFix/>
          </a:blip>
          <a:srcRect b="0" l="0" r="0" t="0"/>
          <a:stretch/>
        </p:blipFill>
        <p:spPr>
          <a:xfrm>
            <a:off x="10803414" y="4283389"/>
            <a:ext cx="258180" cy="653535"/>
          </a:xfrm>
          <a:prstGeom prst="rect">
            <a:avLst/>
          </a:prstGeom>
          <a:noFill/>
          <a:ln>
            <a:noFill/>
          </a:ln>
        </p:spPr>
      </p:pic>
      <p:pic>
        <p:nvPicPr>
          <p:cNvPr id="9920" name="Google Shape;9920;p170"/>
          <p:cNvPicPr preferRelativeResize="0"/>
          <p:nvPr/>
        </p:nvPicPr>
        <p:blipFill rotWithShape="1">
          <a:blip r:embed="rId107">
            <a:alphaModFix/>
          </a:blip>
          <a:srcRect b="0" l="0" r="0" t="0"/>
          <a:stretch/>
        </p:blipFill>
        <p:spPr>
          <a:xfrm>
            <a:off x="11648874" y="2339094"/>
            <a:ext cx="539468" cy="652576"/>
          </a:xfrm>
          <a:prstGeom prst="rect">
            <a:avLst/>
          </a:prstGeom>
          <a:noFill/>
          <a:ln>
            <a:noFill/>
          </a:ln>
        </p:spPr>
      </p:pic>
      <p:pic>
        <p:nvPicPr>
          <p:cNvPr id="9921" name="Google Shape;9921;p170"/>
          <p:cNvPicPr preferRelativeResize="0"/>
          <p:nvPr/>
        </p:nvPicPr>
        <p:blipFill rotWithShape="1">
          <a:blip r:embed="rId108">
            <a:alphaModFix/>
          </a:blip>
          <a:srcRect b="0" l="0" r="0" t="0"/>
          <a:stretch/>
        </p:blipFill>
        <p:spPr>
          <a:xfrm>
            <a:off x="10966769" y="2252724"/>
            <a:ext cx="540265" cy="652577"/>
          </a:xfrm>
          <a:prstGeom prst="rect">
            <a:avLst/>
          </a:prstGeom>
          <a:noFill/>
          <a:ln>
            <a:noFill/>
          </a:ln>
        </p:spPr>
      </p:pic>
      <p:pic>
        <p:nvPicPr>
          <p:cNvPr id="9922" name="Google Shape;9922;p170"/>
          <p:cNvPicPr preferRelativeResize="0"/>
          <p:nvPr/>
        </p:nvPicPr>
        <p:blipFill rotWithShape="1">
          <a:blip r:embed="rId109">
            <a:alphaModFix/>
          </a:blip>
          <a:srcRect b="0" l="0" r="0" t="0"/>
          <a:stretch/>
        </p:blipFill>
        <p:spPr>
          <a:xfrm>
            <a:off x="10481485" y="2013766"/>
            <a:ext cx="239056" cy="653535"/>
          </a:xfrm>
          <a:prstGeom prst="rect">
            <a:avLst/>
          </a:prstGeom>
          <a:noFill/>
          <a:ln>
            <a:noFill/>
          </a:ln>
        </p:spPr>
      </p:pic>
      <p:pic>
        <p:nvPicPr>
          <p:cNvPr id="9923" name="Google Shape;9923;p170"/>
          <p:cNvPicPr preferRelativeResize="0"/>
          <p:nvPr/>
        </p:nvPicPr>
        <p:blipFill rotWithShape="1">
          <a:blip r:embed="rId92">
            <a:alphaModFix/>
          </a:blip>
          <a:srcRect b="0" l="0" r="0" t="0"/>
          <a:stretch/>
        </p:blipFill>
        <p:spPr>
          <a:xfrm>
            <a:off x="10855209" y="3549240"/>
            <a:ext cx="423925" cy="652576"/>
          </a:xfrm>
          <a:prstGeom prst="rect">
            <a:avLst/>
          </a:prstGeom>
          <a:noFill/>
          <a:ln>
            <a:noFill/>
          </a:ln>
        </p:spPr>
      </p:pic>
      <p:pic>
        <p:nvPicPr>
          <p:cNvPr id="9924" name="Google Shape;9924;p170"/>
          <p:cNvPicPr preferRelativeResize="0"/>
          <p:nvPr/>
        </p:nvPicPr>
        <p:blipFill rotWithShape="1">
          <a:blip r:embed="rId110">
            <a:alphaModFix/>
          </a:blip>
          <a:srcRect b="0" l="0" r="0" t="0"/>
          <a:stretch/>
        </p:blipFill>
        <p:spPr>
          <a:xfrm>
            <a:off x="11855565" y="4194376"/>
            <a:ext cx="422332" cy="653535"/>
          </a:xfrm>
          <a:prstGeom prst="rect">
            <a:avLst/>
          </a:prstGeom>
          <a:noFill/>
          <a:ln>
            <a:noFill/>
          </a:ln>
        </p:spPr>
      </p:pic>
      <p:grpSp>
        <p:nvGrpSpPr>
          <p:cNvPr id="9925" name="Google Shape;9925;p170"/>
          <p:cNvGrpSpPr/>
          <p:nvPr/>
        </p:nvGrpSpPr>
        <p:grpSpPr>
          <a:xfrm>
            <a:off x="187550" y="875833"/>
            <a:ext cx="4396608" cy="5774659"/>
            <a:chOff x="111125" y="561600"/>
            <a:chExt cx="5760000" cy="6192000"/>
          </a:xfrm>
        </p:grpSpPr>
        <p:sp>
          <p:nvSpPr>
            <p:cNvPr id="9926" name="Google Shape;9926;p170"/>
            <p:cNvSpPr txBox="1"/>
            <p:nvPr/>
          </p:nvSpPr>
          <p:spPr>
            <a:xfrm>
              <a:off x="111125" y="561600"/>
              <a:ext cx="5760000" cy="6192000"/>
            </a:xfrm>
            <a:prstGeom prst="rect">
              <a:avLst/>
            </a:prstGeom>
            <a:solidFill>
              <a:srgbClr val="FFFFFF"/>
            </a:solidFill>
            <a:ln cap="flat" cmpd="sng" w="38100">
              <a:solidFill>
                <a:srgbClr val="0DC3C3"/>
              </a:solidFill>
              <a:prstDash val="solid"/>
              <a:round/>
              <a:headEnd len="sm" w="sm" type="none"/>
              <a:tailEnd len="sm" w="sm" type="none"/>
            </a:ln>
            <a:effectLst>
              <a:outerShdw blurRad="63500" dir="10800000" dist="38100">
                <a:srgbClr val="000000">
                  <a:alpha val="39220"/>
                </a:srgbClr>
              </a:outerShdw>
            </a:effectLst>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Arial"/>
                <a:ea typeface="Arial"/>
                <a:cs typeface="Arial"/>
                <a:sym typeface="Arial"/>
              </a:endParaRPr>
            </a:p>
          </p:txBody>
        </p:sp>
        <p:sp>
          <p:nvSpPr>
            <p:cNvPr id="9927" name="Google Shape;9927;p170"/>
            <p:cNvSpPr txBox="1"/>
            <p:nvPr/>
          </p:nvSpPr>
          <p:spPr>
            <a:xfrm>
              <a:off x="111125" y="561600"/>
              <a:ext cx="5760000" cy="352500"/>
            </a:xfrm>
            <a:prstGeom prst="rect">
              <a:avLst/>
            </a:prstGeom>
            <a:solidFill>
              <a:srgbClr val="0DC3C3"/>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FFFFFF"/>
                </a:buClr>
                <a:buSzPts val="1800"/>
                <a:buFont typeface="Arial"/>
                <a:buNone/>
              </a:pPr>
              <a:r>
                <a:rPr b="1" lang="es-419" sz="1300">
                  <a:solidFill>
                    <a:srgbClr val="FFFFFF"/>
                  </a:solidFill>
                  <a:latin typeface="Arvo"/>
                  <a:ea typeface="Arvo"/>
                  <a:cs typeface="Arvo"/>
                  <a:sym typeface="Arvo"/>
                </a:rPr>
                <a:t>Escenario</a:t>
              </a:r>
              <a:endParaRPr i="0" sz="1300" u="none" cap="none" strike="noStrike">
                <a:solidFill>
                  <a:srgbClr val="000000"/>
                </a:solidFill>
                <a:latin typeface="Arvo"/>
                <a:ea typeface="Arvo"/>
                <a:cs typeface="Arvo"/>
                <a:sym typeface="Arvo"/>
              </a:endParaRPr>
            </a:p>
          </p:txBody>
        </p:sp>
      </p:grpSp>
      <p:grpSp>
        <p:nvGrpSpPr>
          <p:cNvPr id="9928" name="Google Shape;9928;p170"/>
          <p:cNvGrpSpPr/>
          <p:nvPr/>
        </p:nvGrpSpPr>
        <p:grpSpPr>
          <a:xfrm>
            <a:off x="4728159" y="875834"/>
            <a:ext cx="5135352" cy="5774659"/>
            <a:chOff x="6025601" y="561600"/>
            <a:chExt cx="5773302" cy="6192000"/>
          </a:xfrm>
        </p:grpSpPr>
        <p:sp>
          <p:nvSpPr>
            <p:cNvPr id="9929" name="Google Shape;9929;p170"/>
            <p:cNvSpPr txBox="1"/>
            <p:nvPr/>
          </p:nvSpPr>
          <p:spPr>
            <a:xfrm>
              <a:off x="6025601" y="561600"/>
              <a:ext cx="5760600" cy="6192000"/>
            </a:xfrm>
            <a:prstGeom prst="rect">
              <a:avLst/>
            </a:prstGeom>
            <a:solidFill>
              <a:srgbClr val="FFFFFF"/>
            </a:solidFill>
            <a:ln cap="flat" cmpd="sng" w="38100">
              <a:solidFill>
                <a:srgbClr val="96479C"/>
              </a:solidFill>
              <a:prstDash val="solid"/>
              <a:round/>
              <a:headEnd len="sm" w="sm" type="none"/>
              <a:tailEnd len="sm" w="sm" type="none"/>
            </a:ln>
            <a:effectLst>
              <a:outerShdw blurRad="63500" dir="10800000" dist="38100">
                <a:srgbClr val="000000">
                  <a:alpha val="39220"/>
                </a:srgbClr>
              </a:outerShdw>
            </a:effectLst>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Arial"/>
                <a:ea typeface="Arial"/>
                <a:cs typeface="Arial"/>
                <a:sym typeface="Arial"/>
              </a:endParaRPr>
            </a:p>
          </p:txBody>
        </p:sp>
        <p:sp>
          <p:nvSpPr>
            <p:cNvPr id="9930" name="Google Shape;9930;p170"/>
            <p:cNvSpPr txBox="1"/>
            <p:nvPr/>
          </p:nvSpPr>
          <p:spPr>
            <a:xfrm>
              <a:off x="6038303" y="561600"/>
              <a:ext cx="5760600" cy="352500"/>
            </a:xfrm>
            <a:prstGeom prst="rect">
              <a:avLst/>
            </a:prstGeom>
            <a:solidFill>
              <a:srgbClr val="96479C"/>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FFFFFF"/>
                </a:buClr>
                <a:buSzPts val="1800"/>
                <a:buFont typeface="Arial"/>
                <a:buNone/>
              </a:pPr>
              <a:r>
                <a:rPr b="1" lang="es-419" sz="1200">
                  <a:solidFill>
                    <a:srgbClr val="FFFFFF"/>
                  </a:solidFill>
                  <a:latin typeface="Arvo"/>
                  <a:ea typeface="Arvo"/>
                  <a:cs typeface="Arvo"/>
                  <a:sym typeface="Arvo"/>
                </a:rPr>
                <a:t>Sistema de Información</a:t>
              </a:r>
              <a:endParaRPr i="0" sz="1200" u="none" cap="none" strike="noStrike">
                <a:solidFill>
                  <a:srgbClr val="000000"/>
                </a:solidFill>
                <a:latin typeface="Arvo"/>
                <a:ea typeface="Arvo"/>
                <a:cs typeface="Arvo"/>
                <a:sym typeface="Arvo"/>
              </a:endParaRPr>
            </a:p>
          </p:txBody>
        </p:sp>
      </p:grpSp>
      <p:grpSp>
        <p:nvGrpSpPr>
          <p:cNvPr id="9931" name="Google Shape;9931;p170"/>
          <p:cNvGrpSpPr/>
          <p:nvPr/>
        </p:nvGrpSpPr>
        <p:grpSpPr>
          <a:xfrm>
            <a:off x="4862100" y="1326042"/>
            <a:ext cx="2365102" cy="1823291"/>
            <a:chOff x="4977080" y="1509325"/>
            <a:chExt cx="2028911" cy="1321800"/>
          </a:xfrm>
        </p:grpSpPr>
        <p:sp>
          <p:nvSpPr>
            <p:cNvPr id="9932" name="Google Shape;9932;p170"/>
            <p:cNvSpPr txBox="1"/>
            <p:nvPr/>
          </p:nvSpPr>
          <p:spPr>
            <a:xfrm>
              <a:off x="4977092" y="1509325"/>
              <a:ext cx="2028900" cy="1321800"/>
            </a:xfrm>
            <a:prstGeom prst="rect">
              <a:avLst/>
            </a:prstGeom>
            <a:solidFill>
              <a:srgbClr val="FFFFFF"/>
            </a:solidFill>
            <a:ln cap="flat" cmpd="sng" w="38100">
              <a:solidFill>
                <a:srgbClr val="BFBFBF"/>
              </a:solidFill>
              <a:prstDash val="solid"/>
              <a:round/>
              <a:headEnd len="sm" w="sm" type="none"/>
              <a:tailEnd len="sm" w="sm" type="none"/>
            </a:ln>
            <a:effectLst>
              <a:outerShdw blurRad="63500" dir="2700000" dist="38100">
                <a:srgbClr val="000000">
                  <a:alpha val="39220"/>
                </a:srgbClr>
              </a:outerShdw>
            </a:effectLst>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Arial"/>
                <a:ea typeface="Arial"/>
                <a:cs typeface="Arial"/>
                <a:sym typeface="Arial"/>
              </a:endParaRPr>
            </a:p>
          </p:txBody>
        </p:sp>
        <p:sp>
          <p:nvSpPr>
            <p:cNvPr id="9933" name="Google Shape;9933;p170"/>
            <p:cNvSpPr txBox="1"/>
            <p:nvPr/>
          </p:nvSpPr>
          <p:spPr>
            <a:xfrm>
              <a:off x="4977080" y="1520404"/>
              <a:ext cx="2028900" cy="192600"/>
            </a:xfrm>
            <a:prstGeom prst="rect">
              <a:avLst/>
            </a:prstGeom>
            <a:solidFill>
              <a:srgbClr val="BFBFBF"/>
            </a:solidFill>
            <a:ln>
              <a:noFill/>
            </a:ln>
          </p:spPr>
          <p:txBody>
            <a:bodyPr anchorCtr="0" anchor="ctr" bIns="0" lIns="0" spcFirstLastPara="1" rIns="0" wrap="square" tIns="0">
              <a:noAutofit/>
            </a:bodyPr>
            <a:lstStyle/>
            <a:p>
              <a:pPr indent="0" lvl="0" marL="0" marR="0" rtl="0" algn="ctr">
                <a:lnSpc>
                  <a:spcPct val="100000"/>
                </a:lnSpc>
                <a:spcBef>
                  <a:spcPts val="0"/>
                </a:spcBef>
                <a:spcAft>
                  <a:spcPts val="0"/>
                </a:spcAft>
                <a:buClr>
                  <a:srgbClr val="000000"/>
                </a:buClr>
                <a:buSzPts val="1800"/>
                <a:buFont typeface="Arial"/>
                <a:buNone/>
              </a:pPr>
              <a:r>
                <a:rPr b="1" i="0" lang="es-419" sz="1000" u="none" cap="none" strike="noStrike">
                  <a:solidFill>
                    <a:srgbClr val="000000"/>
                  </a:solidFill>
                  <a:latin typeface="Arvo"/>
                  <a:ea typeface="Arvo"/>
                  <a:cs typeface="Arvo"/>
                  <a:sym typeface="Arvo"/>
                </a:rPr>
                <a:t>Formularios - P</a:t>
              </a:r>
              <a:r>
                <a:rPr b="1" lang="es-419" sz="1000">
                  <a:latin typeface="Arvo"/>
                  <a:ea typeface="Arvo"/>
                  <a:cs typeface="Arvo"/>
                  <a:sym typeface="Arvo"/>
                </a:rPr>
                <a:t>rocesos</a:t>
              </a:r>
              <a:endParaRPr i="0" sz="1000" u="none" cap="none" strike="noStrike">
                <a:solidFill>
                  <a:srgbClr val="000000"/>
                </a:solidFill>
                <a:latin typeface="Arvo"/>
                <a:ea typeface="Arvo"/>
                <a:cs typeface="Arvo"/>
                <a:sym typeface="Arvo"/>
              </a:endParaRPr>
            </a:p>
          </p:txBody>
        </p:sp>
      </p:grpSp>
      <p:grpSp>
        <p:nvGrpSpPr>
          <p:cNvPr id="9934" name="Google Shape;9934;p170"/>
          <p:cNvGrpSpPr/>
          <p:nvPr/>
        </p:nvGrpSpPr>
        <p:grpSpPr>
          <a:xfrm>
            <a:off x="4862112" y="3288193"/>
            <a:ext cx="2365090" cy="1583535"/>
            <a:chOff x="4977091" y="2931792"/>
            <a:chExt cx="2028901" cy="1147988"/>
          </a:xfrm>
        </p:grpSpPr>
        <p:sp>
          <p:nvSpPr>
            <p:cNvPr id="9935" name="Google Shape;9935;p170"/>
            <p:cNvSpPr txBox="1"/>
            <p:nvPr/>
          </p:nvSpPr>
          <p:spPr>
            <a:xfrm>
              <a:off x="4977092" y="2944881"/>
              <a:ext cx="2028900" cy="1134900"/>
            </a:xfrm>
            <a:prstGeom prst="rect">
              <a:avLst/>
            </a:prstGeom>
            <a:solidFill>
              <a:srgbClr val="FFFFFF"/>
            </a:solidFill>
            <a:ln cap="flat" cmpd="sng" w="38100">
              <a:solidFill>
                <a:srgbClr val="D9D9D9"/>
              </a:solidFill>
              <a:prstDash val="solid"/>
              <a:round/>
              <a:headEnd len="sm" w="sm" type="none"/>
              <a:tailEnd len="sm" w="sm" type="none"/>
            </a:ln>
            <a:effectLst>
              <a:outerShdw blurRad="63500" dir="2700000" dist="38100">
                <a:srgbClr val="000000">
                  <a:alpha val="39220"/>
                </a:srgbClr>
              </a:outerShdw>
            </a:effectLst>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Arial"/>
                <a:ea typeface="Arial"/>
                <a:cs typeface="Arial"/>
                <a:sym typeface="Arial"/>
              </a:endParaRPr>
            </a:p>
          </p:txBody>
        </p:sp>
        <p:sp>
          <p:nvSpPr>
            <p:cNvPr id="9936" name="Google Shape;9936;p170"/>
            <p:cNvSpPr txBox="1"/>
            <p:nvPr/>
          </p:nvSpPr>
          <p:spPr>
            <a:xfrm>
              <a:off x="4977091" y="2931792"/>
              <a:ext cx="2028900" cy="208500"/>
            </a:xfrm>
            <a:prstGeom prst="rect">
              <a:avLst/>
            </a:prstGeom>
            <a:solidFill>
              <a:srgbClr val="F2F2F2"/>
            </a:solidFill>
            <a:ln cap="flat" cmpd="sng" w="9525">
              <a:solidFill>
                <a:srgbClr val="D9D9D9"/>
              </a:solidFill>
              <a:prstDash val="solid"/>
              <a:miter lim="800000"/>
              <a:headEnd len="sm" w="sm" type="none"/>
              <a:tailEnd len="sm" w="sm" type="none"/>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rPr b="1" lang="es-419" sz="1000">
                  <a:latin typeface="Arvo"/>
                  <a:ea typeface="Arvo"/>
                  <a:cs typeface="Arvo"/>
                  <a:sym typeface="Arvo"/>
                </a:rPr>
                <a:t>Formulario </a:t>
              </a:r>
              <a:r>
                <a:rPr b="1" i="0" lang="es-419" sz="1000" u="none" cap="none" strike="noStrike">
                  <a:solidFill>
                    <a:srgbClr val="000000"/>
                  </a:solidFill>
                  <a:latin typeface="Arvo"/>
                  <a:ea typeface="Arvo"/>
                  <a:cs typeface="Arvo"/>
                  <a:sym typeface="Arvo"/>
                </a:rPr>
                <a:t>- </a:t>
              </a:r>
              <a:r>
                <a:rPr b="1" lang="es-419" sz="1000">
                  <a:latin typeface="Arvo"/>
                  <a:ea typeface="Arvo"/>
                  <a:cs typeface="Arvo"/>
                  <a:sym typeface="Arvo"/>
                </a:rPr>
                <a:t>Soporte</a:t>
              </a:r>
              <a:endParaRPr i="0" sz="1000" u="none" cap="none" strike="noStrike">
                <a:solidFill>
                  <a:srgbClr val="000000"/>
                </a:solidFill>
                <a:latin typeface="Arvo"/>
                <a:ea typeface="Arvo"/>
                <a:cs typeface="Arvo"/>
                <a:sym typeface="Arvo"/>
              </a:endParaRPr>
            </a:p>
          </p:txBody>
        </p:sp>
      </p:grpSp>
      <p:grpSp>
        <p:nvGrpSpPr>
          <p:cNvPr id="9937" name="Google Shape;9937;p170"/>
          <p:cNvGrpSpPr/>
          <p:nvPr/>
        </p:nvGrpSpPr>
        <p:grpSpPr>
          <a:xfrm>
            <a:off x="4862466" y="5042037"/>
            <a:ext cx="2365089" cy="1466001"/>
            <a:chOff x="4977394" y="4203246"/>
            <a:chExt cx="2028900" cy="1062781"/>
          </a:xfrm>
        </p:grpSpPr>
        <p:sp>
          <p:nvSpPr>
            <p:cNvPr id="9938" name="Google Shape;9938;p170"/>
            <p:cNvSpPr txBox="1"/>
            <p:nvPr/>
          </p:nvSpPr>
          <p:spPr>
            <a:xfrm>
              <a:off x="4977394" y="4216328"/>
              <a:ext cx="2028900" cy="1049700"/>
            </a:xfrm>
            <a:prstGeom prst="rect">
              <a:avLst/>
            </a:prstGeom>
            <a:solidFill>
              <a:srgbClr val="FFFFFF"/>
            </a:solidFill>
            <a:ln cap="flat" cmpd="sng" w="38100">
              <a:solidFill>
                <a:srgbClr val="72BFC5"/>
              </a:solidFill>
              <a:prstDash val="solid"/>
              <a:round/>
              <a:headEnd len="sm" w="sm" type="none"/>
              <a:tailEnd len="sm" w="sm" type="none"/>
            </a:ln>
            <a:effectLst>
              <a:outerShdw blurRad="63500" dir="2700000" dist="38100">
                <a:srgbClr val="000000">
                  <a:alpha val="39220"/>
                </a:srgbClr>
              </a:outerShdw>
            </a:effectLst>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Arial"/>
                <a:ea typeface="Arial"/>
                <a:cs typeface="Arial"/>
                <a:sym typeface="Arial"/>
              </a:endParaRPr>
            </a:p>
          </p:txBody>
        </p:sp>
        <p:sp>
          <p:nvSpPr>
            <p:cNvPr id="9939" name="Google Shape;9939;p170"/>
            <p:cNvSpPr txBox="1"/>
            <p:nvPr/>
          </p:nvSpPr>
          <p:spPr>
            <a:xfrm>
              <a:off x="4977394" y="4203246"/>
              <a:ext cx="2028900" cy="182100"/>
            </a:xfrm>
            <a:prstGeom prst="rect">
              <a:avLst/>
            </a:prstGeom>
            <a:solidFill>
              <a:srgbClr val="72BFC5"/>
            </a:solidFill>
            <a:ln cap="flat" cmpd="sng" w="38100">
              <a:solidFill>
                <a:srgbClr val="72BFC5"/>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rPr b="1" i="0" lang="es-419" sz="1000" u="none" cap="none" strike="noStrike">
                  <a:solidFill>
                    <a:srgbClr val="000000"/>
                  </a:solidFill>
                  <a:latin typeface="Arvo"/>
                  <a:ea typeface="Arvo"/>
                  <a:cs typeface="Arvo"/>
                  <a:sym typeface="Arvo"/>
                </a:rPr>
                <a:t>Formularios - D</a:t>
              </a:r>
              <a:r>
                <a:rPr b="1" lang="es-419" sz="1000">
                  <a:latin typeface="Arvo"/>
                  <a:ea typeface="Arvo"/>
                  <a:cs typeface="Arvo"/>
                  <a:sym typeface="Arvo"/>
                </a:rPr>
                <a:t>ialogo</a:t>
              </a:r>
              <a:endParaRPr i="0" sz="1000" u="none" cap="none" strike="noStrike">
                <a:solidFill>
                  <a:srgbClr val="000000"/>
                </a:solidFill>
                <a:latin typeface="Arvo"/>
                <a:ea typeface="Arvo"/>
                <a:cs typeface="Arvo"/>
                <a:sym typeface="Arvo"/>
              </a:endParaRPr>
            </a:p>
          </p:txBody>
        </p:sp>
      </p:grpSp>
      <p:grpSp>
        <p:nvGrpSpPr>
          <p:cNvPr id="9940" name="Google Shape;9940;p170"/>
          <p:cNvGrpSpPr/>
          <p:nvPr/>
        </p:nvGrpSpPr>
        <p:grpSpPr>
          <a:xfrm>
            <a:off x="7414088" y="1326038"/>
            <a:ext cx="2297245" cy="1823436"/>
            <a:chOff x="7166313" y="1509322"/>
            <a:chExt cx="1970700" cy="1321905"/>
          </a:xfrm>
        </p:grpSpPr>
        <p:sp>
          <p:nvSpPr>
            <p:cNvPr id="9941" name="Google Shape;9941;p170"/>
            <p:cNvSpPr txBox="1"/>
            <p:nvPr/>
          </p:nvSpPr>
          <p:spPr>
            <a:xfrm>
              <a:off x="7166313" y="1510328"/>
              <a:ext cx="1970700" cy="1320900"/>
            </a:xfrm>
            <a:prstGeom prst="rect">
              <a:avLst/>
            </a:prstGeom>
            <a:solidFill>
              <a:srgbClr val="FFFFFF"/>
            </a:solidFill>
            <a:ln cap="flat" cmpd="sng" w="38100">
              <a:solidFill>
                <a:srgbClr val="D9D9D9"/>
              </a:solidFill>
              <a:prstDash val="solid"/>
              <a:round/>
              <a:headEnd len="sm" w="sm" type="none"/>
              <a:tailEnd len="sm" w="sm" type="none"/>
            </a:ln>
            <a:effectLst>
              <a:outerShdw blurRad="63500" dir="2700000" dist="38100">
                <a:srgbClr val="000000">
                  <a:alpha val="39220"/>
                </a:srgbClr>
              </a:outerShdw>
            </a:effectLst>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Arial"/>
                <a:ea typeface="Arial"/>
                <a:cs typeface="Arial"/>
                <a:sym typeface="Arial"/>
              </a:endParaRPr>
            </a:p>
          </p:txBody>
        </p:sp>
        <p:sp>
          <p:nvSpPr>
            <p:cNvPr id="9942" name="Google Shape;9942;p170"/>
            <p:cNvSpPr txBox="1"/>
            <p:nvPr/>
          </p:nvSpPr>
          <p:spPr>
            <a:xfrm>
              <a:off x="7166313" y="1509322"/>
              <a:ext cx="1970700" cy="181800"/>
            </a:xfrm>
            <a:prstGeom prst="rect">
              <a:avLst/>
            </a:prstGeom>
            <a:solidFill>
              <a:srgbClr val="F2F2F2"/>
            </a:solidFill>
            <a:ln cap="flat" cmpd="sng" w="38100">
              <a:solidFill>
                <a:srgbClr val="D9D9D9"/>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rPr b="1" lang="es-419" sz="1000">
                  <a:latin typeface="Arvo"/>
                  <a:ea typeface="Arvo"/>
                  <a:cs typeface="Arvo"/>
                  <a:sym typeface="Arvo"/>
                </a:rPr>
                <a:t>Entidades </a:t>
              </a:r>
              <a:r>
                <a:rPr b="1" i="0" lang="es-419" sz="1000" u="none" cap="none" strike="noStrike">
                  <a:solidFill>
                    <a:srgbClr val="000000"/>
                  </a:solidFill>
                  <a:latin typeface="Arvo"/>
                  <a:ea typeface="Arvo"/>
                  <a:cs typeface="Arvo"/>
                  <a:sym typeface="Arvo"/>
                </a:rPr>
                <a:t>- </a:t>
              </a:r>
              <a:r>
                <a:rPr b="1" lang="es-419" sz="1000">
                  <a:latin typeface="Arvo"/>
                  <a:ea typeface="Arvo"/>
                  <a:cs typeface="Arvo"/>
                  <a:sym typeface="Arvo"/>
                </a:rPr>
                <a:t>Dominio</a:t>
              </a:r>
              <a:endParaRPr b="1" i="0" sz="1000" u="none" cap="none" strike="noStrike">
                <a:solidFill>
                  <a:srgbClr val="000000"/>
                </a:solidFill>
                <a:latin typeface="Arvo"/>
                <a:ea typeface="Arvo"/>
                <a:cs typeface="Arvo"/>
                <a:sym typeface="Arvo"/>
              </a:endParaRPr>
            </a:p>
          </p:txBody>
        </p:sp>
      </p:grpSp>
      <p:grpSp>
        <p:nvGrpSpPr>
          <p:cNvPr id="9943" name="Google Shape;9943;p170"/>
          <p:cNvGrpSpPr/>
          <p:nvPr/>
        </p:nvGrpSpPr>
        <p:grpSpPr>
          <a:xfrm>
            <a:off x="7413883" y="3312381"/>
            <a:ext cx="2297249" cy="3195411"/>
            <a:chOff x="7166309" y="2980271"/>
            <a:chExt cx="1970704" cy="2285701"/>
          </a:xfrm>
        </p:grpSpPr>
        <p:sp>
          <p:nvSpPr>
            <p:cNvPr id="9944" name="Google Shape;9944;p170"/>
            <p:cNvSpPr txBox="1"/>
            <p:nvPr/>
          </p:nvSpPr>
          <p:spPr>
            <a:xfrm>
              <a:off x="7166313" y="2980272"/>
              <a:ext cx="1970700" cy="2285700"/>
            </a:xfrm>
            <a:prstGeom prst="rect">
              <a:avLst/>
            </a:prstGeom>
            <a:solidFill>
              <a:srgbClr val="FFFFFF"/>
            </a:solidFill>
            <a:ln cap="flat" cmpd="sng" w="38100">
              <a:solidFill>
                <a:srgbClr val="C00000"/>
              </a:solidFill>
              <a:prstDash val="solid"/>
              <a:round/>
              <a:headEnd len="sm" w="sm" type="none"/>
              <a:tailEnd len="sm" w="sm" type="none"/>
            </a:ln>
            <a:effectLst>
              <a:outerShdw blurRad="63500" dir="2700000" dist="38100">
                <a:srgbClr val="000000">
                  <a:alpha val="39220"/>
                </a:srgbClr>
              </a:outerShdw>
            </a:effectLst>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Arial"/>
                <a:ea typeface="Arial"/>
                <a:cs typeface="Arial"/>
                <a:sym typeface="Arial"/>
              </a:endParaRPr>
            </a:p>
          </p:txBody>
        </p:sp>
        <p:sp>
          <p:nvSpPr>
            <p:cNvPr id="9945" name="Google Shape;9945;p170"/>
            <p:cNvSpPr txBox="1"/>
            <p:nvPr/>
          </p:nvSpPr>
          <p:spPr>
            <a:xfrm>
              <a:off x="7166309" y="2980271"/>
              <a:ext cx="1970700" cy="171300"/>
            </a:xfrm>
            <a:prstGeom prst="rect">
              <a:avLst/>
            </a:prstGeom>
            <a:solidFill>
              <a:srgbClr val="C00000"/>
            </a:solidFill>
            <a:ln cap="flat" cmpd="sng" w="38100">
              <a:solidFill>
                <a:srgbClr val="C00000"/>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FFFFFF"/>
                </a:buClr>
                <a:buSzPts val="1800"/>
                <a:buFont typeface="Arial"/>
                <a:buNone/>
              </a:pPr>
              <a:r>
                <a:rPr b="1" lang="es-419" sz="1000">
                  <a:solidFill>
                    <a:srgbClr val="FFFFFF"/>
                  </a:solidFill>
                  <a:latin typeface="Arvo"/>
                  <a:ea typeface="Arvo"/>
                  <a:cs typeface="Arvo"/>
                  <a:sym typeface="Arvo"/>
                </a:rPr>
                <a:t>Comunicación</a:t>
              </a:r>
              <a:endParaRPr i="0" sz="1000" u="none" cap="none" strike="noStrike">
                <a:solidFill>
                  <a:srgbClr val="000000"/>
                </a:solidFill>
                <a:latin typeface="Arvo"/>
                <a:ea typeface="Arvo"/>
                <a:cs typeface="Arvo"/>
                <a:sym typeface="Arvo"/>
              </a:endParaRPr>
            </a:p>
          </p:txBody>
        </p:sp>
      </p:grpSp>
    </p:spTree>
  </p:cSld>
  <p:clrMapOvr>
    <a:masterClrMapping/>
  </p:clrMapOvr>
</p:sldLayout>
</file>

<file path=ppt/slideLayouts/slideLayout16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Paleta 3">
  <p:cSld name="CUSTOM_3">
    <p:spTree>
      <p:nvGrpSpPr>
        <p:cNvPr id="9946" name="Shape 9946"/>
        <p:cNvGrpSpPr/>
        <p:nvPr/>
      </p:nvGrpSpPr>
      <p:grpSpPr>
        <a:xfrm>
          <a:off x="0" y="0"/>
          <a:ext cx="0" cy="0"/>
          <a:chOff x="0" y="0"/>
          <a:chExt cx="0" cy="0"/>
        </a:xfrm>
      </p:grpSpPr>
      <p:sp>
        <p:nvSpPr>
          <p:cNvPr id="9947" name="Google Shape;9947;p171"/>
          <p:cNvSpPr/>
          <p:nvPr/>
        </p:nvSpPr>
        <p:spPr>
          <a:xfrm>
            <a:off x="195013" y="263250"/>
            <a:ext cx="3319800" cy="421200"/>
          </a:xfrm>
          <a:prstGeom prst="roundRect">
            <a:avLst>
              <a:gd fmla="val 17492" name="adj"/>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s-419" sz="1200">
                <a:solidFill>
                  <a:srgbClr val="FFFFFF"/>
                </a:solidFill>
              </a:rPr>
              <a:t>Estructura de Procesos</a:t>
            </a:r>
            <a:endParaRPr b="1" sz="1100">
              <a:solidFill>
                <a:srgbClr val="FFFFFF"/>
              </a:solidFill>
            </a:endParaRPr>
          </a:p>
        </p:txBody>
      </p:sp>
      <p:cxnSp>
        <p:nvCxnSpPr>
          <p:cNvPr id="9948" name="Google Shape;9948;p171"/>
          <p:cNvCxnSpPr/>
          <p:nvPr/>
        </p:nvCxnSpPr>
        <p:spPr>
          <a:xfrm>
            <a:off x="3706088" y="164100"/>
            <a:ext cx="0" cy="6511800"/>
          </a:xfrm>
          <a:prstGeom prst="straightConnector1">
            <a:avLst/>
          </a:prstGeom>
          <a:noFill/>
          <a:ln cap="flat" cmpd="sng" w="28575">
            <a:solidFill>
              <a:srgbClr val="B7B7B7"/>
            </a:solidFill>
            <a:prstDash val="dash"/>
            <a:round/>
            <a:headEnd len="med" w="med" type="none"/>
            <a:tailEnd len="med" w="med" type="none"/>
          </a:ln>
        </p:spPr>
      </p:cxnSp>
      <p:sp>
        <p:nvSpPr>
          <p:cNvPr id="9949" name="Google Shape;9949;p171"/>
          <p:cNvSpPr/>
          <p:nvPr/>
        </p:nvSpPr>
        <p:spPr>
          <a:xfrm>
            <a:off x="195000" y="822275"/>
            <a:ext cx="3319800" cy="5853600"/>
          </a:xfrm>
          <a:prstGeom prst="roundRect">
            <a:avLst>
              <a:gd fmla="val 4230" name="adj"/>
            </a:avLst>
          </a:prstGeom>
          <a:solidFill>
            <a:srgbClr val="F3F3F3"/>
          </a:solidFill>
          <a:ln cap="flat" cmpd="sng" w="9525">
            <a:solidFill>
              <a:srgbClr val="F3F3F3"/>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0" name="Google Shape;9950;p171"/>
          <p:cNvSpPr/>
          <p:nvPr/>
        </p:nvSpPr>
        <p:spPr>
          <a:xfrm>
            <a:off x="287014" y="1073599"/>
            <a:ext cx="687600" cy="366900"/>
          </a:xfrm>
          <a:prstGeom prst="foldedCorner">
            <a:avLst>
              <a:gd fmla="val 16667" name="adj"/>
            </a:avLst>
          </a:prstGeom>
          <a:solidFill>
            <a:srgbClr val="F3F3F3"/>
          </a:solidFill>
          <a:ln cap="flat" cmpd="sng" w="9525">
            <a:solidFill>
              <a:srgbClr val="999999"/>
            </a:solidFill>
            <a:prstDash val="solid"/>
            <a:round/>
            <a:headEnd len="sm" w="sm" type="none"/>
            <a:tailEnd len="sm" w="sm" type="none"/>
          </a:ln>
          <a:effectLst>
            <a:outerShdw blurRad="57150" rotWithShape="0" algn="bl" dir="1920000" dist="19050">
              <a:srgbClr val="000000">
                <a:alpha val="22000"/>
              </a:srgbClr>
            </a:outerShdw>
          </a:effectLst>
        </p:spPr>
        <p:txBody>
          <a:bodyPr anchorCtr="0" anchor="t" bIns="18000" lIns="18000" spcFirstLastPara="1" rIns="18000" wrap="square" tIns="18000">
            <a:noAutofit/>
          </a:bodyPr>
          <a:lstStyle/>
          <a:p>
            <a:pPr indent="0" lvl="0" marL="0" rtl="0" algn="ctr">
              <a:spcBef>
                <a:spcPts val="0"/>
              </a:spcBef>
              <a:spcAft>
                <a:spcPts val="0"/>
              </a:spcAft>
              <a:buNone/>
            </a:pPr>
            <a:r>
              <a:rPr b="1" lang="es-419" sz="800"/>
              <a:t>&lt;...&gt;</a:t>
            </a:r>
            <a:endParaRPr b="1" sz="800"/>
          </a:p>
          <a:p>
            <a:pPr indent="0" lvl="0" marL="0" rtl="0" algn="ctr">
              <a:spcBef>
                <a:spcPts val="0"/>
              </a:spcBef>
              <a:spcAft>
                <a:spcPts val="0"/>
              </a:spcAft>
              <a:buNone/>
            </a:pPr>
            <a:r>
              <a:rPr lang="es-419" sz="800"/>
              <a:t>&lt;...&gt;</a:t>
            </a:r>
            <a:endParaRPr sz="800"/>
          </a:p>
        </p:txBody>
      </p:sp>
      <p:grpSp>
        <p:nvGrpSpPr>
          <p:cNvPr id="9951" name="Google Shape;9951;p171"/>
          <p:cNvGrpSpPr/>
          <p:nvPr/>
        </p:nvGrpSpPr>
        <p:grpSpPr>
          <a:xfrm>
            <a:off x="791843" y="2540959"/>
            <a:ext cx="801000" cy="434150"/>
            <a:chOff x="6170025" y="1408150"/>
            <a:chExt cx="801000" cy="434150"/>
          </a:xfrm>
        </p:grpSpPr>
        <p:cxnSp>
          <p:nvCxnSpPr>
            <p:cNvPr id="9952" name="Google Shape;9952;p171"/>
            <p:cNvCxnSpPr/>
            <p:nvPr/>
          </p:nvCxnSpPr>
          <p:spPr>
            <a:xfrm>
              <a:off x="6170025" y="1555500"/>
              <a:ext cx="801000" cy="286800"/>
            </a:xfrm>
            <a:prstGeom prst="bentConnector3">
              <a:avLst>
                <a:gd fmla="val 50000" name="adj1"/>
              </a:avLst>
            </a:prstGeom>
            <a:noFill/>
            <a:ln cap="flat" cmpd="sng" w="19050">
              <a:solidFill>
                <a:srgbClr val="274E13"/>
              </a:solidFill>
              <a:prstDash val="lgDash"/>
              <a:round/>
              <a:headEnd len="med" w="med" type="none"/>
              <a:tailEnd len="med" w="med" type="stealth"/>
            </a:ln>
          </p:spPr>
        </p:cxnSp>
        <p:sp>
          <p:nvSpPr>
            <p:cNvPr id="9953" name="Google Shape;9953;p171"/>
            <p:cNvSpPr txBox="1"/>
            <p:nvPr/>
          </p:nvSpPr>
          <p:spPr>
            <a:xfrm>
              <a:off x="6255333" y="1408150"/>
              <a:ext cx="623400" cy="123000"/>
            </a:xfrm>
            <a:prstGeom prst="rect">
              <a:avLst/>
            </a:prstGeom>
            <a:noFill/>
            <a:ln>
              <a:noFill/>
            </a:ln>
          </p:spPr>
          <p:txBody>
            <a:bodyPr anchorCtr="0" anchor="t" bIns="0" lIns="0" spcFirstLastPara="1" rIns="0" wrap="square" tIns="0">
              <a:spAutoFit/>
            </a:bodyPr>
            <a:lstStyle/>
            <a:p>
              <a:pPr indent="0" lvl="0" marL="0" rtl="0" algn="ctr">
                <a:spcBef>
                  <a:spcPts val="0"/>
                </a:spcBef>
                <a:spcAft>
                  <a:spcPts val="0"/>
                </a:spcAft>
                <a:buNone/>
              </a:pPr>
              <a:r>
                <a:rPr b="1" i="1" lang="es-419" sz="800">
                  <a:solidFill>
                    <a:srgbClr val="274E13"/>
                  </a:solidFill>
                </a:rPr>
                <a:t>includes</a:t>
              </a:r>
              <a:endParaRPr b="1" i="1" sz="800">
                <a:solidFill>
                  <a:srgbClr val="274E13"/>
                </a:solidFill>
              </a:endParaRPr>
            </a:p>
          </p:txBody>
        </p:sp>
      </p:grpSp>
      <p:grpSp>
        <p:nvGrpSpPr>
          <p:cNvPr id="9954" name="Google Shape;9954;p171"/>
          <p:cNvGrpSpPr/>
          <p:nvPr/>
        </p:nvGrpSpPr>
        <p:grpSpPr>
          <a:xfrm>
            <a:off x="2026468" y="2580397"/>
            <a:ext cx="801000" cy="434150"/>
            <a:chOff x="6170025" y="1408150"/>
            <a:chExt cx="801000" cy="434150"/>
          </a:xfrm>
        </p:grpSpPr>
        <p:cxnSp>
          <p:nvCxnSpPr>
            <p:cNvPr id="9955" name="Google Shape;9955;p171"/>
            <p:cNvCxnSpPr/>
            <p:nvPr/>
          </p:nvCxnSpPr>
          <p:spPr>
            <a:xfrm>
              <a:off x="6170025" y="1555500"/>
              <a:ext cx="801000" cy="286800"/>
            </a:xfrm>
            <a:prstGeom prst="bentConnector3">
              <a:avLst>
                <a:gd fmla="val 50000" name="adj1"/>
              </a:avLst>
            </a:prstGeom>
            <a:noFill/>
            <a:ln cap="flat" cmpd="sng" w="19050">
              <a:solidFill>
                <a:srgbClr val="990000"/>
              </a:solidFill>
              <a:prstDash val="lgDash"/>
              <a:round/>
              <a:headEnd len="med" w="med" type="none"/>
              <a:tailEnd len="med" w="med" type="stealth"/>
            </a:ln>
          </p:spPr>
        </p:cxnSp>
        <p:sp>
          <p:nvSpPr>
            <p:cNvPr id="9956" name="Google Shape;9956;p171"/>
            <p:cNvSpPr txBox="1"/>
            <p:nvPr/>
          </p:nvSpPr>
          <p:spPr>
            <a:xfrm>
              <a:off x="6255333" y="1408150"/>
              <a:ext cx="623400" cy="123000"/>
            </a:xfrm>
            <a:prstGeom prst="rect">
              <a:avLst/>
            </a:prstGeom>
            <a:noFill/>
            <a:ln>
              <a:noFill/>
            </a:ln>
          </p:spPr>
          <p:txBody>
            <a:bodyPr anchorCtr="0" anchor="t" bIns="0" lIns="0" spcFirstLastPara="1" rIns="0" wrap="square" tIns="0">
              <a:spAutoFit/>
            </a:bodyPr>
            <a:lstStyle/>
            <a:p>
              <a:pPr indent="0" lvl="0" marL="0" rtl="0" algn="ctr">
                <a:spcBef>
                  <a:spcPts val="0"/>
                </a:spcBef>
                <a:spcAft>
                  <a:spcPts val="0"/>
                </a:spcAft>
                <a:buNone/>
              </a:pPr>
              <a:r>
                <a:rPr b="1" i="1" lang="es-419" sz="800">
                  <a:solidFill>
                    <a:srgbClr val="990000"/>
                  </a:solidFill>
                </a:rPr>
                <a:t>extends</a:t>
              </a:r>
              <a:endParaRPr b="1" i="1" sz="800">
                <a:solidFill>
                  <a:srgbClr val="990000"/>
                </a:solidFill>
              </a:endParaRPr>
            </a:p>
          </p:txBody>
        </p:sp>
      </p:grpSp>
      <p:pic>
        <p:nvPicPr>
          <p:cNvPr id="9957" name="Google Shape;9957;p171"/>
          <p:cNvPicPr preferRelativeResize="0"/>
          <p:nvPr/>
        </p:nvPicPr>
        <p:blipFill rotWithShape="1">
          <a:blip r:embed="rId2">
            <a:alphaModFix/>
          </a:blip>
          <a:srcRect b="0" l="0" r="0" t="0"/>
          <a:stretch/>
        </p:blipFill>
        <p:spPr>
          <a:xfrm>
            <a:off x="2665759" y="1883602"/>
            <a:ext cx="189000" cy="540000"/>
          </a:xfrm>
          <a:prstGeom prst="rect">
            <a:avLst/>
          </a:prstGeom>
          <a:noFill/>
          <a:ln>
            <a:noFill/>
          </a:ln>
        </p:spPr>
      </p:pic>
      <p:pic>
        <p:nvPicPr>
          <p:cNvPr id="9958" name="Google Shape;9958;p171"/>
          <p:cNvPicPr preferRelativeResize="0"/>
          <p:nvPr/>
        </p:nvPicPr>
        <p:blipFill rotWithShape="1">
          <a:blip r:embed="rId3">
            <a:alphaModFix/>
          </a:blip>
          <a:srcRect b="0" l="0" r="0" t="0"/>
          <a:stretch/>
        </p:blipFill>
        <p:spPr>
          <a:xfrm>
            <a:off x="2236333" y="1883594"/>
            <a:ext cx="259200" cy="540000"/>
          </a:xfrm>
          <a:prstGeom prst="rect">
            <a:avLst/>
          </a:prstGeom>
          <a:noFill/>
          <a:ln>
            <a:noFill/>
          </a:ln>
        </p:spPr>
      </p:pic>
      <p:pic>
        <p:nvPicPr>
          <p:cNvPr id="9959" name="Google Shape;9959;p171"/>
          <p:cNvPicPr preferRelativeResize="0"/>
          <p:nvPr/>
        </p:nvPicPr>
        <p:blipFill rotWithShape="1">
          <a:blip r:embed="rId4">
            <a:alphaModFix/>
          </a:blip>
          <a:srcRect b="0" l="0" r="0" t="0"/>
          <a:stretch/>
        </p:blipFill>
        <p:spPr>
          <a:xfrm>
            <a:off x="3060890" y="1883600"/>
            <a:ext cx="259200" cy="540000"/>
          </a:xfrm>
          <a:prstGeom prst="rect">
            <a:avLst/>
          </a:prstGeom>
          <a:noFill/>
          <a:ln>
            <a:noFill/>
          </a:ln>
        </p:spPr>
      </p:pic>
      <p:grpSp>
        <p:nvGrpSpPr>
          <p:cNvPr id="9960" name="Google Shape;9960;p171"/>
          <p:cNvGrpSpPr/>
          <p:nvPr/>
        </p:nvGrpSpPr>
        <p:grpSpPr>
          <a:xfrm>
            <a:off x="1855443" y="936425"/>
            <a:ext cx="1541275" cy="839850"/>
            <a:chOff x="849038" y="4592425"/>
            <a:chExt cx="1541275" cy="839850"/>
          </a:xfrm>
        </p:grpSpPr>
        <p:sp>
          <p:nvSpPr>
            <p:cNvPr id="9961" name="Google Shape;9961;p171"/>
            <p:cNvSpPr/>
            <p:nvPr/>
          </p:nvSpPr>
          <p:spPr>
            <a:xfrm>
              <a:off x="850363" y="4592425"/>
              <a:ext cx="1527600" cy="831300"/>
            </a:xfrm>
            <a:prstGeom prst="snip2SameRect">
              <a:avLst>
                <a:gd fmla="val 37547" name="adj1"/>
                <a:gd fmla="val 0" name="adj2"/>
              </a:avLst>
            </a:prstGeom>
            <a:solidFill>
              <a:schemeClr val="l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i="1" lang="es-419" sz="1000"/>
                <a:t>&lt;...&gt;</a:t>
              </a:r>
              <a:endParaRPr i="1" sz="1000"/>
            </a:p>
          </p:txBody>
        </p:sp>
        <p:cxnSp>
          <p:nvCxnSpPr>
            <p:cNvPr id="9962" name="Google Shape;9962;p171"/>
            <p:cNvCxnSpPr/>
            <p:nvPr/>
          </p:nvCxnSpPr>
          <p:spPr>
            <a:xfrm flipH="1">
              <a:off x="849038" y="5009550"/>
              <a:ext cx="320100" cy="413700"/>
            </a:xfrm>
            <a:prstGeom prst="straightConnector1">
              <a:avLst/>
            </a:prstGeom>
            <a:noFill/>
            <a:ln cap="flat" cmpd="sng" w="9525">
              <a:solidFill>
                <a:schemeClr val="dk2"/>
              </a:solidFill>
              <a:prstDash val="solid"/>
              <a:round/>
              <a:headEnd len="med" w="med" type="none"/>
              <a:tailEnd len="med" w="med" type="none"/>
            </a:ln>
          </p:spPr>
        </p:cxnSp>
        <p:cxnSp>
          <p:nvCxnSpPr>
            <p:cNvPr id="9963" name="Google Shape;9963;p171"/>
            <p:cNvCxnSpPr/>
            <p:nvPr/>
          </p:nvCxnSpPr>
          <p:spPr>
            <a:xfrm>
              <a:off x="1163288" y="4592700"/>
              <a:ext cx="0" cy="425700"/>
            </a:xfrm>
            <a:prstGeom prst="straightConnector1">
              <a:avLst/>
            </a:prstGeom>
            <a:noFill/>
            <a:ln cap="flat" cmpd="sng" w="9525">
              <a:solidFill>
                <a:schemeClr val="dk2"/>
              </a:solidFill>
              <a:prstDash val="solid"/>
              <a:round/>
              <a:headEnd len="med" w="med" type="none"/>
              <a:tailEnd len="med" w="med" type="none"/>
            </a:ln>
          </p:spPr>
        </p:cxnSp>
        <p:cxnSp>
          <p:nvCxnSpPr>
            <p:cNvPr id="9964" name="Google Shape;9964;p171"/>
            <p:cNvCxnSpPr/>
            <p:nvPr/>
          </p:nvCxnSpPr>
          <p:spPr>
            <a:xfrm flipH="1" rot="10800000">
              <a:off x="1169138" y="5012425"/>
              <a:ext cx="892500" cy="3000"/>
            </a:xfrm>
            <a:prstGeom prst="straightConnector1">
              <a:avLst/>
            </a:prstGeom>
            <a:noFill/>
            <a:ln cap="flat" cmpd="sng" w="9525">
              <a:solidFill>
                <a:schemeClr val="dk2"/>
              </a:solidFill>
              <a:prstDash val="solid"/>
              <a:round/>
              <a:headEnd len="med" w="med" type="none"/>
              <a:tailEnd len="med" w="med" type="none"/>
            </a:ln>
          </p:spPr>
        </p:cxnSp>
        <p:cxnSp>
          <p:nvCxnSpPr>
            <p:cNvPr id="9965" name="Google Shape;9965;p171"/>
            <p:cNvCxnSpPr/>
            <p:nvPr/>
          </p:nvCxnSpPr>
          <p:spPr>
            <a:xfrm>
              <a:off x="2064138" y="4592700"/>
              <a:ext cx="0" cy="425700"/>
            </a:xfrm>
            <a:prstGeom prst="straightConnector1">
              <a:avLst/>
            </a:prstGeom>
            <a:noFill/>
            <a:ln cap="flat" cmpd="sng" w="9525">
              <a:solidFill>
                <a:schemeClr val="dk2"/>
              </a:solidFill>
              <a:prstDash val="solid"/>
              <a:round/>
              <a:headEnd len="med" w="med" type="none"/>
              <a:tailEnd len="med" w="med" type="none"/>
            </a:ln>
          </p:spPr>
        </p:cxnSp>
        <p:cxnSp>
          <p:nvCxnSpPr>
            <p:cNvPr id="9966" name="Google Shape;9966;p171"/>
            <p:cNvCxnSpPr/>
            <p:nvPr/>
          </p:nvCxnSpPr>
          <p:spPr>
            <a:xfrm rot="10800000">
              <a:off x="2067513" y="5018275"/>
              <a:ext cx="322800" cy="414000"/>
            </a:xfrm>
            <a:prstGeom prst="straightConnector1">
              <a:avLst/>
            </a:prstGeom>
            <a:noFill/>
            <a:ln cap="flat" cmpd="sng" w="9525">
              <a:solidFill>
                <a:schemeClr val="dk2"/>
              </a:solidFill>
              <a:prstDash val="solid"/>
              <a:round/>
              <a:headEnd len="med" w="med" type="none"/>
              <a:tailEnd len="med" w="med" type="none"/>
            </a:ln>
          </p:spPr>
        </p:cxnSp>
      </p:grpSp>
      <p:grpSp>
        <p:nvGrpSpPr>
          <p:cNvPr id="9967" name="Google Shape;9967;p171"/>
          <p:cNvGrpSpPr/>
          <p:nvPr/>
        </p:nvGrpSpPr>
        <p:grpSpPr>
          <a:xfrm>
            <a:off x="506231" y="3169679"/>
            <a:ext cx="2716200" cy="1366800"/>
            <a:chOff x="6859675" y="892675"/>
            <a:chExt cx="2716200" cy="1366800"/>
          </a:xfrm>
        </p:grpSpPr>
        <p:sp>
          <p:nvSpPr>
            <p:cNvPr id="9968" name="Google Shape;9968;p171"/>
            <p:cNvSpPr/>
            <p:nvPr/>
          </p:nvSpPr>
          <p:spPr>
            <a:xfrm>
              <a:off x="6859675" y="892675"/>
              <a:ext cx="2716200" cy="1366800"/>
            </a:xfrm>
            <a:prstGeom prst="roundRect">
              <a:avLst>
                <a:gd fmla="val 3146" name="adj"/>
              </a:avLst>
            </a:prstGeom>
            <a:solidFill>
              <a:srgbClr val="FFFFFF"/>
            </a:solidFill>
            <a:ln cap="flat" cmpd="sng" w="9525">
              <a:solidFill>
                <a:srgbClr val="EFEFEF"/>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t" bIns="18000" lIns="18000" spcFirstLastPara="1" rIns="18000" wrap="square" tIns="18000">
              <a:noAutofit/>
            </a:bodyPr>
            <a:lstStyle/>
            <a:p>
              <a:pPr indent="0" lvl="0" marL="0" rtl="0" algn="r">
                <a:spcBef>
                  <a:spcPts val="0"/>
                </a:spcBef>
                <a:spcAft>
                  <a:spcPts val="0"/>
                </a:spcAft>
                <a:buNone/>
              </a:pPr>
              <a:r>
                <a:t/>
              </a:r>
              <a:endParaRPr b="1" i="1" sz="900">
                <a:solidFill>
                  <a:srgbClr val="434343"/>
                </a:solidFill>
              </a:endParaRPr>
            </a:p>
          </p:txBody>
        </p:sp>
        <p:sp>
          <p:nvSpPr>
            <p:cNvPr id="9969" name="Google Shape;9969;p171"/>
            <p:cNvSpPr txBox="1"/>
            <p:nvPr/>
          </p:nvSpPr>
          <p:spPr>
            <a:xfrm>
              <a:off x="6939508" y="944250"/>
              <a:ext cx="376500" cy="265800"/>
            </a:xfrm>
            <a:prstGeom prst="rect">
              <a:avLst/>
            </a:prstGeom>
            <a:noFill/>
            <a:ln>
              <a:noFill/>
            </a:ln>
          </p:spPr>
          <p:txBody>
            <a:bodyPr anchorCtr="0" anchor="ctr" bIns="0" lIns="0" spcFirstLastPara="1" rIns="0" wrap="square" tIns="0">
              <a:noAutofit/>
            </a:bodyPr>
            <a:lstStyle/>
            <a:p>
              <a:pPr indent="0" lvl="0" marL="0" rtl="0" algn="r">
                <a:spcBef>
                  <a:spcPts val="0"/>
                </a:spcBef>
                <a:spcAft>
                  <a:spcPts val="0"/>
                </a:spcAft>
                <a:buNone/>
              </a:pPr>
              <a:r>
                <a:rPr lang="es-419" sz="700">
                  <a:latin typeface="Arvo"/>
                  <a:ea typeface="Arvo"/>
                  <a:cs typeface="Arvo"/>
                  <a:sym typeface="Arvo"/>
                </a:rPr>
                <a:t>Proceso:</a:t>
              </a:r>
              <a:endParaRPr sz="700">
                <a:latin typeface="Arvo"/>
                <a:ea typeface="Arvo"/>
                <a:cs typeface="Arvo"/>
                <a:sym typeface="Arvo"/>
              </a:endParaRPr>
            </a:p>
            <a:p>
              <a:pPr indent="0" lvl="0" marL="0" rtl="0" algn="r">
                <a:spcBef>
                  <a:spcPts val="0"/>
                </a:spcBef>
                <a:spcAft>
                  <a:spcPts val="0"/>
                </a:spcAft>
                <a:buNone/>
              </a:pPr>
              <a:r>
                <a:t/>
              </a:r>
              <a:endParaRPr i="1" sz="600">
                <a:solidFill>
                  <a:srgbClr val="666666"/>
                </a:solidFill>
                <a:latin typeface="Arvo"/>
                <a:ea typeface="Arvo"/>
                <a:cs typeface="Arvo"/>
                <a:sym typeface="Arvo"/>
              </a:endParaRPr>
            </a:p>
          </p:txBody>
        </p:sp>
        <p:sp>
          <p:nvSpPr>
            <p:cNvPr id="9970" name="Google Shape;9970;p171"/>
            <p:cNvSpPr/>
            <p:nvPr/>
          </p:nvSpPr>
          <p:spPr>
            <a:xfrm>
              <a:off x="7450814" y="951063"/>
              <a:ext cx="2049300" cy="160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600">
                <a:latin typeface="Roboto"/>
                <a:ea typeface="Roboto"/>
                <a:cs typeface="Roboto"/>
                <a:sym typeface="Roboto"/>
              </a:endParaRPr>
            </a:p>
          </p:txBody>
        </p:sp>
        <p:sp>
          <p:nvSpPr>
            <p:cNvPr id="9971" name="Google Shape;9971;p171"/>
            <p:cNvSpPr txBox="1"/>
            <p:nvPr/>
          </p:nvSpPr>
          <p:spPr>
            <a:xfrm>
              <a:off x="7450814" y="946863"/>
              <a:ext cx="1736100" cy="169200"/>
            </a:xfrm>
            <a:prstGeom prst="rect">
              <a:avLst/>
            </a:prstGeom>
            <a:noFill/>
            <a:ln>
              <a:noFill/>
            </a:ln>
          </p:spPr>
          <p:txBody>
            <a:bodyPr anchorCtr="0" anchor="ctr" bIns="18000" lIns="18000" spcFirstLastPara="1" rIns="18000" wrap="square" tIns="18000">
              <a:noAutofit/>
            </a:bodyPr>
            <a:lstStyle/>
            <a:p>
              <a:pPr indent="0" lvl="0" marL="0" rtl="0" algn="ctr">
                <a:spcBef>
                  <a:spcPts val="0"/>
                </a:spcBef>
                <a:spcAft>
                  <a:spcPts val="0"/>
                </a:spcAft>
                <a:buNone/>
              </a:pPr>
              <a:r>
                <a:rPr b="1" i="1" lang="es-419" sz="800">
                  <a:solidFill>
                    <a:srgbClr val="434343"/>
                  </a:solidFill>
                </a:rPr>
                <a:t>&lt;...&gt;</a:t>
              </a:r>
              <a:endParaRPr b="1" i="1" sz="800">
                <a:solidFill>
                  <a:srgbClr val="434343"/>
                </a:solidFill>
              </a:endParaRPr>
            </a:p>
          </p:txBody>
        </p:sp>
        <p:sp>
          <p:nvSpPr>
            <p:cNvPr id="9972" name="Google Shape;9972;p171"/>
            <p:cNvSpPr/>
            <p:nvPr/>
          </p:nvSpPr>
          <p:spPr>
            <a:xfrm>
              <a:off x="6965508" y="1159663"/>
              <a:ext cx="461700" cy="1038600"/>
            </a:xfrm>
            <a:prstGeom prst="roundRect">
              <a:avLst>
                <a:gd fmla="val 9856" name="adj"/>
              </a:avLst>
            </a:prstGeom>
            <a:solidFill>
              <a:schemeClr val="l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3" name="Google Shape;9973;p171"/>
            <p:cNvSpPr txBox="1"/>
            <p:nvPr/>
          </p:nvSpPr>
          <p:spPr>
            <a:xfrm>
              <a:off x="6965508" y="1204638"/>
              <a:ext cx="454500" cy="386700"/>
            </a:xfrm>
            <a:prstGeom prst="rect">
              <a:avLst/>
            </a:prstGeom>
            <a:noFill/>
            <a:ln>
              <a:noFill/>
            </a:ln>
          </p:spPr>
          <p:txBody>
            <a:bodyPr anchorCtr="0" anchor="t" bIns="18000" lIns="18000" spcFirstLastPara="1" rIns="18000" wrap="square" tIns="18000">
              <a:noAutofit/>
            </a:bodyPr>
            <a:lstStyle/>
            <a:p>
              <a:pPr indent="0" lvl="0" marL="0" rtl="0" algn="ctr">
                <a:spcBef>
                  <a:spcPts val="0"/>
                </a:spcBef>
                <a:spcAft>
                  <a:spcPts val="0"/>
                </a:spcAft>
                <a:buNone/>
              </a:pPr>
              <a:r>
                <a:rPr lang="es-419" sz="700"/>
                <a:t>&lt;...&gt;</a:t>
              </a:r>
              <a:endParaRPr sz="700"/>
            </a:p>
            <a:p>
              <a:pPr indent="0" lvl="0" marL="457200" rtl="0" algn="ctr">
                <a:spcBef>
                  <a:spcPts val="0"/>
                </a:spcBef>
                <a:spcAft>
                  <a:spcPts val="0"/>
                </a:spcAft>
                <a:buNone/>
              </a:pPr>
              <a:r>
                <a:t/>
              </a:r>
              <a:endParaRPr sz="700"/>
            </a:p>
          </p:txBody>
        </p:sp>
        <p:sp>
          <p:nvSpPr>
            <p:cNvPr id="9974" name="Google Shape;9974;p171"/>
            <p:cNvSpPr/>
            <p:nvPr/>
          </p:nvSpPr>
          <p:spPr>
            <a:xfrm>
              <a:off x="7479206" y="1159663"/>
              <a:ext cx="461700" cy="1038600"/>
            </a:xfrm>
            <a:prstGeom prst="roundRect">
              <a:avLst>
                <a:gd fmla="val 9856" name="adj"/>
              </a:avLst>
            </a:prstGeom>
            <a:solidFill>
              <a:schemeClr val="l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5" name="Google Shape;9975;p171"/>
            <p:cNvSpPr txBox="1"/>
            <p:nvPr/>
          </p:nvSpPr>
          <p:spPr>
            <a:xfrm>
              <a:off x="7479206" y="1204638"/>
              <a:ext cx="454500" cy="386700"/>
            </a:xfrm>
            <a:prstGeom prst="rect">
              <a:avLst/>
            </a:prstGeom>
            <a:noFill/>
            <a:ln>
              <a:noFill/>
            </a:ln>
          </p:spPr>
          <p:txBody>
            <a:bodyPr anchorCtr="0" anchor="t" bIns="18000" lIns="18000" spcFirstLastPara="1" rIns="18000" wrap="square" tIns="18000">
              <a:noAutofit/>
            </a:bodyPr>
            <a:lstStyle/>
            <a:p>
              <a:pPr indent="0" lvl="0" marL="0" rtl="0" algn="ctr">
                <a:spcBef>
                  <a:spcPts val="0"/>
                </a:spcBef>
                <a:spcAft>
                  <a:spcPts val="0"/>
                </a:spcAft>
                <a:buNone/>
              </a:pPr>
              <a:r>
                <a:rPr lang="es-419" sz="700"/>
                <a:t>&lt;...&gt;</a:t>
              </a:r>
              <a:endParaRPr sz="700"/>
            </a:p>
            <a:p>
              <a:pPr indent="0" lvl="0" marL="457200" rtl="0" algn="ctr">
                <a:spcBef>
                  <a:spcPts val="0"/>
                </a:spcBef>
                <a:spcAft>
                  <a:spcPts val="0"/>
                </a:spcAft>
                <a:buNone/>
              </a:pPr>
              <a:r>
                <a:t/>
              </a:r>
              <a:endParaRPr sz="700"/>
            </a:p>
          </p:txBody>
        </p:sp>
        <p:sp>
          <p:nvSpPr>
            <p:cNvPr id="9976" name="Google Shape;9976;p171"/>
            <p:cNvSpPr/>
            <p:nvPr/>
          </p:nvSpPr>
          <p:spPr>
            <a:xfrm>
              <a:off x="7998866" y="1159663"/>
              <a:ext cx="461700" cy="1038600"/>
            </a:xfrm>
            <a:prstGeom prst="roundRect">
              <a:avLst>
                <a:gd fmla="val 9856" name="adj"/>
              </a:avLst>
            </a:prstGeom>
            <a:solidFill>
              <a:schemeClr val="l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7" name="Google Shape;9977;p171"/>
            <p:cNvSpPr txBox="1"/>
            <p:nvPr/>
          </p:nvSpPr>
          <p:spPr>
            <a:xfrm>
              <a:off x="7998866" y="1204638"/>
              <a:ext cx="454500" cy="386700"/>
            </a:xfrm>
            <a:prstGeom prst="rect">
              <a:avLst/>
            </a:prstGeom>
            <a:noFill/>
            <a:ln>
              <a:noFill/>
            </a:ln>
          </p:spPr>
          <p:txBody>
            <a:bodyPr anchorCtr="0" anchor="t" bIns="18000" lIns="18000" spcFirstLastPara="1" rIns="18000" wrap="square" tIns="18000">
              <a:noAutofit/>
            </a:bodyPr>
            <a:lstStyle/>
            <a:p>
              <a:pPr indent="0" lvl="0" marL="0" rtl="0" algn="ctr">
                <a:spcBef>
                  <a:spcPts val="0"/>
                </a:spcBef>
                <a:spcAft>
                  <a:spcPts val="0"/>
                </a:spcAft>
                <a:buNone/>
              </a:pPr>
              <a:r>
                <a:rPr lang="es-419" sz="700"/>
                <a:t>&lt;...&gt;</a:t>
              </a:r>
              <a:endParaRPr sz="700"/>
            </a:p>
            <a:p>
              <a:pPr indent="0" lvl="0" marL="457200" rtl="0" algn="ctr">
                <a:spcBef>
                  <a:spcPts val="0"/>
                </a:spcBef>
                <a:spcAft>
                  <a:spcPts val="0"/>
                </a:spcAft>
                <a:buNone/>
              </a:pPr>
              <a:r>
                <a:t/>
              </a:r>
              <a:endParaRPr sz="700"/>
            </a:p>
          </p:txBody>
        </p:sp>
        <p:sp>
          <p:nvSpPr>
            <p:cNvPr id="9978" name="Google Shape;9978;p171"/>
            <p:cNvSpPr/>
            <p:nvPr/>
          </p:nvSpPr>
          <p:spPr>
            <a:xfrm>
              <a:off x="8518526" y="1159663"/>
              <a:ext cx="461700" cy="1038600"/>
            </a:xfrm>
            <a:prstGeom prst="roundRect">
              <a:avLst>
                <a:gd fmla="val 9856" name="adj"/>
              </a:avLst>
            </a:prstGeom>
            <a:solidFill>
              <a:schemeClr val="l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9" name="Google Shape;9979;p171"/>
            <p:cNvSpPr txBox="1"/>
            <p:nvPr/>
          </p:nvSpPr>
          <p:spPr>
            <a:xfrm>
              <a:off x="8518526" y="1204638"/>
              <a:ext cx="454500" cy="386700"/>
            </a:xfrm>
            <a:prstGeom prst="rect">
              <a:avLst/>
            </a:prstGeom>
            <a:noFill/>
            <a:ln>
              <a:noFill/>
            </a:ln>
          </p:spPr>
          <p:txBody>
            <a:bodyPr anchorCtr="0" anchor="t" bIns="18000" lIns="18000" spcFirstLastPara="1" rIns="18000" wrap="square" tIns="18000">
              <a:noAutofit/>
            </a:bodyPr>
            <a:lstStyle/>
            <a:p>
              <a:pPr indent="0" lvl="0" marL="0" rtl="0" algn="ctr">
                <a:spcBef>
                  <a:spcPts val="0"/>
                </a:spcBef>
                <a:spcAft>
                  <a:spcPts val="0"/>
                </a:spcAft>
                <a:buNone/>
              </a:pPr>
              <a:r>
                <a:rPr lang="es-419" sz="700"/>
                <a:t>&lt;...&gt;</a:t>
              </a:r>
              <a:endParaRPr sz="700"/>
            </a:p>
            <a:p>
              <a:pPr indent="0" lvl="0" marL="457200" rtl="0" algn="ctr">
                <a:spcBef>
                  <a:spcPts val="0"/>
                </a:spcBef>
                <a:spcAft>
                  <a:spcPts val="0"/>
                </a:spcAft>
                <a:buNone/>
              </a:pPr>
              <a:r>
                <a:t/>
              </a:r>
              <a:endParaRPr sz="700"/>
            </a:p>
          </p:txBody>
        </p:sp>
        <p:sp>
          <p:nvSpPr>
            <p:cNvPr id="9980" name="Google Shape;9980;p171"/>
            <p:cNvSpPr/>
            <p:nvPr/>
          </p:nvSpPr>
          <p:spPr>
            <a:xfrm>
              <a:off x="9038185" y="1159663"/>
              <a:ext cx="461700" cy="1038600"/>
            </a:xfrm>
            <a:prstGeom prst="roundRect">
              <a:avLst>
                <a:gd fmla="val 9856" name="adj"/>
              </a:avLst>
            </a:prstGeom>
            <a:solidFill>
              <a:schemeClr val="l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1" name="Google Shape;9981;p171"/>
            <p:cNvSpPr txBox="1"/>
            <p:nvPr/>
          </p:nvSpPr>
          <p:spPr>
            <a:xfrm>
              <a:off x="9038185" y="1204638"/>
              <a:ext cx="454500" cy="386700"/>
            </a:xfrm>
            <a:prstGeom prst="rect">
              <a:avLst/>
            </a:prstGeom>
            <a:noFill/>
            <a:ln>
              <a:noFill/>
            </a:ln>
          </p:spPr>
          <p:txBody>
            <a:bodyPr anchorCtr="0" anchor="t" bIns="18000" lIns="18000" spcFirstLastPara="1" rIns="18000" wrap="square" tIns="18000">
              <a:noAutofit/>
            </a:bodyPr>
            <a:lstStyle/>
            <a:p>
              <a:pPr indent="0" lvl="0" marL="0" rtl="0" algn="ctr">
                <a:spcBef>
                  <a:spcPts val="0"/>
                </a:spcBef>
                <a:spcAft>
                  <a:spcPts val="0"/>
                </a:spcAft>
                <a:buNone/>
              </a:pPr>
              <a:r>
                <a:rPr lang="es-419" sz="700"/>
                <a:t>&lt;...&gt;</a:t>
              </a:r>
              <a:endParaRPr sz="700"/>
            </a:p>
          </p:txBody>
        </p:sp>
      </p:grpSp>
      <p:cxnSp>
        <p:nvCxnSpPr>
          <p:cNvPr id="9982" name="Google Shape;9982;p171"/>
          <p:cNvCxnSpPr/>
          <p:nvPr/>
        </p:nvCxnSpPr>
        <p:spPr>
          <a:xfrm>
            <a:off x="473468" y="1675158"/>
            <a:ext cx="773700" cy="442200"/>
          </a:xfrm>
          <a:prstGeom prst="bentConnector3">
            <a:avLst>
              <a:gd fmla="val 50000" name="adj1"/>
            </a:avLst>
          </a:prstGeom>
          <a:noFill/>
          <a:ln cap="flat" cmpd="sng" w="19050">
            <a:solidFill>
              <a:schemeClr val="dk2"/>
            </a:solidFill>
            <a:prstDash val="dash"/>
            <a:round/>
            <a:headEnd len="med" w="med" type="none"/>
            <a:tailEnd len="med" w="med" type="stealth"/>
          </a:ln>
        </p:spPr>
      </p:cxnSp>
      <p:sp>
        <p:nvSpPr>
          <p:cNvPr id="9983" name="Google Shape;9983;p171"/>
          <p:cNvSpPr/>
          <p:nvPr/>
        </p:nvSpPr>
        <p:spPr>
          <a:xfrm>
            <a:off x="1059443" y="1103150"/>
            <a:ext cx="691500" cy="307800"/>
          </a:xfrm>
          <a:prstGeom prst="roundRect">
            <a:avLst>
              <a:gd fmla="val 5590" name="adj"/>
            </a:avLst>
          </a:prstGeom>
          <a:solidFill>
            <a:srgbClr val="D9EAD3"/>
          </a:solidFill>
          <a:ln cap="flat" cmpd="sng" w="9525">
            <a:solidFill>
              <a:srgbClr val="EFEFEF"/>
            </a:solidFill>
            <a:prstDash val="solid"/>
            <a:round/>
            <a:headEnd len="sm" w="sm" type="none"/>
            <a:tailEnd len="sm" w="sm" type="none"/>
          </a:ln>
          <a:effectLst>
            <a:outerShdw rotWithShape="0" algn="bl" dir="2820000" dist="9525">
              <a:srgbClr val="660000">
                <a:alpha val="50000"/>
              </a:srgbClr>
            </a:outerShdw>
          </a:effectLst>
        </p:spPr>
        <p:txBody>
          <a:bodyPr anchorCtr="0" anchor="ctr" bIns="18000" lIns="18000" spcFirstLastPara="1" rIns="18000" wrap="square" tIns="18000">
            <a:noAutofit/>
          </a:bodyPr>
          <a:lstStyle/>
          <a:p>
            <a:pPr indent="0" lvl="0" marL="0" rtl="0" algn="ctr">
              <a:spcBef>
                <a:spcPts val="0"/>
              </a:spcBef>
              <a:spcAft>
                <a:spcPts val="0"/>
              </a:spcAft>
              <a:buNone/>
            </a:pPr>
            <a:r>
              <a:rPr b="1" lang="es-419" sz="800"/>
              <a:t>&lt;..&gt;</a:t>
            </a:r>
            <a:endParaRPr b="1" sz="800">
              <a:latin typeface="Roboto"/>
              <a:ea typeface="Roboto"/>
              <a:cs typeface="Roboto"/>
              <a:sym typeface="Roboto"/>
            </a:endParaRPr>
          </a:p>
        </p:txBody>
      </p:sp>
      <p:pic>
        <p:nvPicPr>
          <p:cNvPr id="9984" name="Google Shape;9984;p171"/>
          <p:cNvPicPr preferRelativeResize="0"/>
          <p:nvPr/>
        </p:nvPicPr>
        <p:blipFill rotWithShape="1">
          <a:blip r:embed="rId5">
            <a:alphaModFix/>
          </a:blip>
          <a:srcRect b="0" l="0" r="0" t="0"/>
          <a:stretch/>
        </p:blipFill>
        <p:spPr>
          <a:xfrm>
            <a:off x="1839124" y="1883611"/>
            <a:ext cx="167400" cy="540000"/>
          </a:xfrm>
          <a:prstGeom prst="rect">
            <a:avLst/>
          </a:prstGeom>
          <a:noFill/>
          <a:ln>
            <a:noFill/>
          </a:ln>
        </p:spPr>
      </p:pic>
      <p:sp>
        <p:nvSpPr>
          <p:cNvPr id="9985" name="Google Shape;9985;p171"/>
          <p:cNvSpPr/>
          <p:nvPr/>
        </p:nvSpPr>
        <p:spPr>
          <a:xfrm>
            <a:off x="4005026" y="263250"/>
            <a:ext cx="3472500" cy="421200"/>
          </a:xfrm>
          <a:prstGeom prst="roundRect">
            <a:avLst>
              <a:gd fmla="val 17492" name="adj"/>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s-419" sz="1200">
                <a:solidFill>
                  <a:srgbClr val="FFFFFF"/>
                </a:solidFill>
              </a:rPr>
              <a:t>Estructura de Puntos de Automatización</a:t>
            </a:r>
            <a:endParaRPr b="1" sz="1100">
              <a:solidFill>
                <a:srgbClr val="FFFFFF"/>
              </a:solidFill>
            </a:endParaRPr>
          </a:p>
        </p:txBody>
      </p:sp>
      <p:sp>
        <p:nvSpPr>
          <p:cNvPr id="9986" name="Google Shape;9986;p171"/>
          <p:cNvSpPr/>
          <p:nvPr/>
        </p:nvSpPr>
        <p:spPr>
          <a:xfrm>
            <a:off x="4005000" y="822275"/>
            <a:ext cx="3472500" cy="5853600"/>
          </a:xfrm>
          <a:prstGeom prst="roundRect">
            <a:avLst>
              <a:gd fmla="val 4230" name="adj"/>
            </a:avLst>
          </a:prstGeom>
          <a:solidFill>
            <a:srgbClr val="F3F3F3"/>
          </a:solidFill>
          <a:ln cap="flat" cmpd="sng" w="9525">
            <a:solidFill>
              <a:srgbClr val="F3F3F3"/>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87" name="Google Shape;9987;p171"/>
          <p:cNvGrpSpPr/>
          <p:nvPr/>
        </p:nvGrpSpPr>
        <p:grpSpPr>
          <a:xfrm>
            <a:off x="4200298" y="1006178"/>
            <a:ext cx="3098700" cy="2874900"/>
            <a:chOff x="-3269900" y="813200"/>
            <a:chExt cx="3098700" cy="2874900"/>
          </a:xfrm>
        </p:grpSpPr>
        <p:sp>
          <p:nvSpPr>
            <p:cNvPr id="9988" name="Google Shape;9988;p171"/>
            <p:cNvSpPr/>
            <p:nvPr/>
          </p:nvSpPr>
          <p:spPr>
            <a:xfrm>
              <a:off x="-3269900" y="813200"/>
              <a:ext cx="3098700" cy="2874900"/>
            </a:xfrm>
            <a:prstGeom prst="roundRect">
              <a:avLst>
                <a:gd fmla="val 3233" name="adj"/>
              </a:avLst>
            </a:prstGeom>
            <a:solidFill>
              <a:srgbClr val="FFFFFF"/>
            </a:solidFill>
            <a:ln cap="flat" cmpd="sng" w="9525">
              <a:solidFill>
                <a:srgbClr val="EFEFEF"/>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t" bIns="18000" lIns="18000" spcFirstLastPara="1" rIns="18000" wrap="square" tIns="18000">
              <a:noAutofit/>
            </a:bodyPr>
            <a:lstStyle/>
            <a:p>
              <a:pPr indent="0" lvl="0" marL="0" rtl="0" algn="ctr">
                <a:spcBef>
                  <a:spcPts val="0"/>
                </a:spcBef>
                <a:spcAft>
                  <a:spcPts val="0"/>
                </a:spcAft>
                <a:buNone/>
              </a:pPr>
              <a:r>
                <a:rPr b="1" i="1" lang="es-419" sz="900">
                  <a:solidFill>
                    <a:srgbClr val="434343"/>
                  </a:solidFill>
                </a:rPr>
                <a:t>Puntos de Automatización</a:t>
              </a:r>
              <a:endParaRPr b="1" i="1" sz="900">
                <a:solidFill>
                  <a:srgbClr val="434343"/>
                </a:solidFill>
              </a:endParaRPr>
            </a:p>
          </p:txBody>
        </p:sp>
        <p:sp>
          <p:nvSpPr>
            <p:cNvPr id="9989" name="Google Shape;9989;p171"/>
            <p:cNvSpPr txBox="1"/>
            <p:nvPr/>
          </p:nvSpPr>
          <p:spPr>
            <a:xfrm>
              <a:off x="-3089724" y="1083825"/>
              <a:ext cx="1098600" cy="232500"/>
            </a:xfrm>
            <a:prstGeom prst="rect">
              <a:avLst/>
            </a:prstGeom>
            <a:noFill/>
            <a:ln>
              <a:noFill/>
            </a:ln>
          </p:spPr>
          <p:txBody>
            <a:bodyPr anchorCtr="0" anchor="ctr" bIns="0" lIns="0" spcFirstLastPara="1" rIns="0" wrap="square" tIns="0">
              <a:noAutofit/>
            </a:bodyPr>
            <a:lstStyle/>
            <a:p>
              <a:pPr indent="0" lvl="0" marL="0" rtl="0" algn="r">
                <a:spcBef>
                  <a:spcPts val="0"/>
                </a:spcBef>
                <a:spcAft>
                  <a:spcPts val="0"/>
                </a:spcAft>
                <a:buNone/>
              </a:pPr>
              <a:r>
                <a:rPr lang="es-419" sz="800">
                  <a:latin typeface="Arvo"/>
                  <a:ea typeface="Arvo"/>
                  <a:cs typeface="Arvo"/>
                  <a:sym typeface="Arvo"/>
                </a:rPr>
                <a:t>Actividad de Negocio</a:t>
              </a:r>
              <a:endParaRPr sz="800">
                <a:latin typeface="Arvo"/>
                <a:ea typeface="Arvo"/>
                <a:cs typeface="Arvo"/>
                <a:sym typeface="Arvo"/>
              </a:endParaRPr>
            </a:p>
            <a:p>
              <a:pPr indent="0" lvl="0" marL="0" rtl="0" algn="r">
                <a:spcBef>
                  <a:spcPts val="0"/>
                </a:spcBef>
                <a:spcAft>
                  <a:spcPts val="0"/>
                </a:spcAft>
                <a:buNone/>
              </a:pPr>
              <a:r>
                <a:rPr i="1" lang="es-419" sz="600">
                  <a:latin typeface="Arvo"/>
                  <a:ea typeface="Arvo"/>
                  <a:cs typeface="Arvo"/>
                  <a:sym typeface="Arvo"/>
                </a:rPr>
                <a:t>&lt;ej: Identificarse&gt;</a:t>
              </a:r>
              <a:endParaRPr i="1" sz="600">
                <a:latin typeface="Arvo"/>
                <a:ea typeface="Arvo"/>
                <a:cs typeface="Arvo"/>
                <a:sym typeface="Arvo"/>
              </a:endParaRPr>
            </a:p>
          </p:txBody>
        </p:sp>
        <p:sp>
          <p:nvSpPr>
            <p:cNvPr id="9990" name="Google Shape;9990;p171"/>
            <p:cNvSpPr/>
            <p:nvPr/>
          </p:nvSpPr>
          <p:spPr>
            <a:xfrm>
              <a:off x="-1959300" y="1060675"/>
              <a:ext cx="17313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600">
                <a:latin typeface="Roboto"/>
                <a:ea typeface="Roboto"/>
                <a:cs typeface="Roboto"/>
                <a:sym typeface="Roboto"/>
              </a:endParaRPr>
            </a:p>
          </p:txBody>
        </p:sp>
        <p:sp>
          <p:nvSpPr>
            <p:cNvPr id="9991" name="Google Shape;9991;p171"/>
            <p:cNvSpPr txBox="1"/>
            <p:nvPr/>
          </p:nvSpPr>
          <p:spPr>
            <a:xfrm>
              <a:off x="-1947450" y="1043175"/>
              <a:ext cx="1731300" cy="351900"/>
            </a:xfrm>
            <a:prstGeom prst="rect">
              <a:avLst/>
            </a:prstGeom>
            <a:noFill/>
            <a:ln>
              <a:noFill/>
            </a:ln>
          </p:spPr>
          <p:txBody>
            <a:bodyPr anchorCtr="0" anchor="ctr" bIns="18000" lIns="18000" spcFirstLastPara="1" rIns="18000" wrap="square" tIns="18000">
              <a:noAutofit/>
            </a:bodyPr>
            <a:lstStyle/>
            <a:p>
              <a:pPr indent="0" lvl="0" marL="0" rtl="0" algn="ctr">
                <a:spcBef>
                  <a:spcPts val="0"/>
                </a:spcBef>
                <a:spcAft>
                  <a:spcPts val="0"/>
                </a:spcAft>
                <a:buNone/>
              </a:pPr>
              <a:r>
                <a:t/>
              </a:r>
              <a:endParaRPr b="1" i="1" sz="800">
                <a:solidFill>
                  <a:srgbClr val="434343"/>
                </a:solidFill>
              </a:endParaRPr>
            </a:p>
          </p:txBody>
        </p:sp>
        <p:sp>
          <p:nvSpPr>
            <p:cNvPr id="9992" name="Google Shape;9992;p171"/>
            <p:cNvSpPr/>
            <p:nvPr/>
          </p:nvSpPr>
          <p:spPr>
            <a:xfrm>
              <a:off x="-2264100" y="1976599"/>
              <a:ext cx="6333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600">
                <a:latin typeface="Roboto"/>
                <a:ea typeface="Roboto"/>
                <a:cs typeface="Roboto"/>
                <a:sym typeface="Roboto"/>
              </a:endParaRPr>
            </a:p>
          </p:txBody>
        </p:sp>
        <p:sp>
          <p:nvSpPr>
            <p:cNvPr id="9993" name="Google Shape;9993;p171"/>
            <p:cNvSpPr/>
            <p:nvPr/>
          </p:nvSpPr>
          <p:spPr>
            <a:xfrm>
              <a:off x="-2264100" y="2361045"/>
              <a:ext cx="6333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600">
                <a:latin typeface="Roboto"/>
                <a:ea typeface="Roboto"/>
                <a:cs typeface="Roboto"/>
                <a:sym typeface="Roboto"/>
              </a:endParaRPr>
            </a:p>
          </p:txBody>
        </p:sp>
        <p:sp>
          <p:nvSpPr>
            <p:cNvPr id="9994" name="Google Shape;9994;p171"/>
            <p:cNvSpPr/>
            <p:nvPr/>
          </p:nvSpPr>
          <p:spPr>
            <a:xfrm>
              <a:off x="-2264100" y="2754449"/>
              <a:ext cx="6333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600">
                <a:latin typeface="Roboto"/>
                <a:ea typeface="Roboto"/>
                <a:cs typeface="Roboto"/>
                <a:sym typeface="Roboto"/>
              </a:endParaRPr>
            </a:p>
          </p:txBody>
        </p:sp>
        <p:sp>
          <p:nvSpPr>
            <p:cNvPr id="9995" name="Google Shape;9995;p171"/>
            <p:cNvSpPr/>
            <p:nvPr/>
          </p:nvSpPr>
          <p:spPr>
            <a:xfrm>
              <a:off x="-2264100" y="3130951"/>
              <a:ext cx="6333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600">
                <a:latin typeface="Roboto"/>
                <a:ea typeface="Roboto"/>
                <a:cs typeface="Roboto"/>
                <a:sym typeface="Roboto"/>
              </a:endParaRPr>
            </a:p>
          </p:txBody>
        </p:sp>
        <p:pic>
          <p:nvPicPr>
            <p:cNvPr id="9996" name="Google Shape;9996;p171"/>
            <p:cNvPicPr preferRelativeResize="0"/>
            <p:nvPr/>
          </p:nvPicPr>
          <p:blipFill rotWithShape="1">
            <a:blip r:embed="rId6">
              <a:alphaModFix/>
            </a:blip>
            <a:srcRect b="603" l="50354" r="37994" t="86695"/>
            <a:stretch/>
          </p:blipFill>
          <p:spPr>
            <a:xfrm>
              <a:off x="-2213375" y="2387276"/>
              <a:ext cx="261818" cy="288000"/>
            </a:xfrm>
            <a:prstGeom prst="rect">
              <a:avLst/>
            </a:prstGeom>
            <a:noFill/>
            <a:ln>
              <a:noFill/>
            </a:ln>
          </p:spPr>
        </p:pic>
        <p:pic>
          <p:nvPicPr>
            <p:cNvPr id="9997" name="Google Shape;9997;p171"/>
            <p:cNvPicPr preferRelativeResize="0"/>
            <p:nvPr/>
          </p:nvPicPr>
          <p:blipFill rotWithShape="1">
            <a:blip r:embed="rId6">
              <a:alphaModFix/>
            </a:blip>
            <a:srcRect b="603" l="50354" r="37994" t="86695"/>
            <a:stretch/>
          </p:blipFill>
          <p:spPr>
            <a:xfrm>
              <a:off x="-2191453" y="3156710"/>
              <a:ext cx="261818" cy="288000"/>
            </a:xfrm>
            <a:prstGeom prst="rect">
              <a:avLst/>
            </a:prstGeom>
            <a:noFill/>
            <a:ln>
              <a:noFill/>
            </a:ln>
          </p:spPr>
        </p:pic>
        <p:sp>
          <p:nvSpPr>
            <p:cNvPr id="9998" name="Google Shape;9998;p171"/>
            <p:cNvSpPr/>
            <p:nvPr/>
          </p:nvSpPr>
          <p:spPr>
            <a:xfrm>
              <a:off x="-1560550" y="1976600"/>
              <a:ext cx="13251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2000" lIns="72000" spcFirstLastPara="1" rIns="72000" wrap="square" tIns="72000">
              <a:noAutofit/>
            </a:bodyPr>
            <a:lstStyle/>
            <a:p>
              <a:pPr indent="0" lvl="0" marL="0" rtl="0" algn="l">
                <a:spcBef>
                  <a:spcPts val="0"/>
                </a:spcBef>
                <a:spcAft>
                  <a:spcPts val="0"/>
                </a:spcAft>
                <a:buNone/>
              </a:pPr>
              <a:r>
                <a:rPr lang="es-419" sz="800">
                  <a:latin typeface="Roboto"/>
                  <a:ea typeface="Roboto"/>
                  <a:cs typeface="Roboto"/>
                  <a:sym typeface="Roboto"/>
                </a:rPr>
                <a:t>&lt;...&gt;</a:t>
              </a:r>
              <a:endParaRPr sz="800">
                <a:latin typeface="Roboto"/>
                <a:ea typeface="Roboto"/>
                <a:cs typeface="Roboto"/>
                <a:sym typeface="Roboto"/>
              </a:endParaRPr>
            </a:p>
          </p:txBody>
        </p:sp>
        <p:sp>
          <p:nvSpPr>
            <p:cNvPr id="9999" name="Google Shape;9999;p171"/>
            <p:cNvSpPr/>
            <p:nvPr/>
          </p:nvSpPr>
          <p:spPr>
            <a:xfrm>
              <a:off x="-1560550" y="2361043"/>
              <a:ext cx="13251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2000" lIns="72000" spcFirstLastPara="1" rIns="72000" wrap="square" tIns="72000">
              <a:noAutofit/>
            </a:bodyPr>
            <a:lstStyle/>
            <a:p>
              <a:pPr indent="0" lvl="0" marL="0" rtl="0" algn="l">
                <a:spcBef>
                  <a:spcPts val="0"/>
                </a:spcBef>
                <a:spcAft>
                  <a:spcPts val="0"/>
                </a:spcAft>
                <a:buNone/>
              </a:pPr>
              <a:r>
                <a:rPr lang="es-419" sz="800">
                  <a:latin typeface="Roboto"/>
                  <a:ea typeface="Roboto"/>
                  <a:cs typeface="Roboto"/>
                  <a:sym typeface="Roboto"/>
                </a:rPr>
                <a:t>&lt;...&gt;</a:t>
              </a:r>
              <a:endParaRPr sz="800">
                <a:latin typeface="Roboto"/>
                <a:ea typeface="Roboto"/>
                <a:cs typeface="Roboto"/>
                <a:sym typeface="Roboto"/>
              </a:endParaRPr>
            </a:p>
          </p:txBody>
        </p:sp>
        <p:sp>
          <p:nvSpPr>
            <p:cNvPr id="10000" name="Google Shape;10000;p171"/>
            <p:cNvSpPr/>
            <p:nvPr/>
          </p:nvSpPr>
          <p:spPr>
            <a:xfrm>
              <a:off x="-1560550" y="2754444"/>
              <a:ext cx="13251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2000" lIns="72000" spcFirstLastPara="1" rIns="72000" wrap="square" tIns="72000">
              <a:noAutofit/>
            </a:bodyPr>
            <a:lstStyle/>
            <a:p>
              <a:pPr indent="0" lvl="0" marL="0" rtl="0" algn="l">
                <a:spcBef>
                  <a:spcPts val="0"/>
                </a:spcBef>
                <a:spcAft>
                  <a:spcPts val="0"/>
                </a:spcAft>
                <a:buNone/>
              </a:pPr>
              <a:r>
                <a:rPr lang="es-419" sz="800">
                  <a:latin typeface="Roboto"/>
                  <a:ea typeface="Roboto"/>
                  <a:cs typeface="Roboto"/>
                  <a:sym typeface="Roboto"/>
                </a:rPr>
                <a:t>&lt;...&gt;</a:t>
              </a:r>
              <a:endParaRPr sz="800">
                <a:latin typeface="Roboto"/>
                <a:ea typeface="Roboto"/>
                <a:cs typeface="Roboto"/>
                <a:sym typeface="Roboto"/>
              </a:endParaRPr>
            </a:p>
          </p:txBody>
        </p:sp>
        <p:sp>
          <p:nvSpPr>
            <p:cNvPr id="10001" name="Google Shape;10001;p171"/>
            <p:cNvSpPr/>
            <p:nvPr/>
          </p:nvSpPr>
          <p:spPr>
            <a:xfrm>
              <a:off x="-1560550" y="3140903"/>
              <a:ext cx="13251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2000" lIns="72000" spcFirstLastPara="1" rIns="72000" wrap="square" tIns="72000">
              <a:noAutofit/>
            </a:bodyPr>
            <a:lstStyle/>
            <a:p>
              <a:pPr indent="0" lvl="0" marL="0" rtl="0" algn="l">
                <a:spcBef>
                  <a:spcPts val="0"/>
                </a:spcBef>
                <a:spcAft>
                  <a:spcPts val="0"/>
                </a:spcAft>
                <a:buNone/>
              </a:pPr>
              <a:r>
                <a:rPr lang="es-419" sz="800">
                  <a:latin typeface="Roboto"/>
                  <a:ea typeface="Roboto"/>
                  <a:cs typeface="Roboto"/>
                  <a:sym typeface="Roboto"/>
                </a:rPr>
                <a:t>&lt;...&gt;</a:t>
              </a:r>
              <a:endParaRPr sz="800">
                <a:latin typeface="Roboto"/>
                <a:ea typeface="Roboto"/>
                <a:cs typeface="Roboto"/>
                <a:sym typeface="Roboto"/>
              </a:endParaRPr>
            </a:p>
          </p:txBody>
        </p:sp>
        <p:sp>
          <p:nvSpPr>
            <p:cNvPr id="10002" name="Google Shape;10002;p171"/>
            <p:cNvSpPr/>
            <p:nvPr/>
          </p:nvSpPr>
          <p:spPr>
            <a:xfrm>
              <a:off x="-3205580" y="2362700"/>
              <a:ext cx="8817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600">
                <a:latin typeface="Roboto"/>
                <a:ea typeface="Roboto"/>
                <a:cs typeface="Roboto"/>
                <a:sym typeface="Roboto"/>
              </a:endParaRPr>
            </a:p>
          </p:txBody>
        </p:sp>
        <p:sp>
          <p:nvSpPr>
            <p:cNvPr id="10003" name="Google Shape;10003;p171"/>
            <p:cNvSpPr txBox="1"/>
            <p:nvPr/>
          </p:nvSpPr>
          <p:spPr>
            <a:xfrm>
              <a:off x="-1447300" y="1458400"/>
              <a:ext cx="1098600" cy="4653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b="1" lang="es-419" sz="800">
                  <a:latin typeface="Arvo"/>
                  <a:ea typeface="Arvo"/>
                  <a:cs typeface="Arvo"/>
                  <a:sym typeface="Arvo"/>
                </a:rPr>
                <a:t>Acción interactiva:</a:t>
              </a:r>
              <a:endParaRPr b="1" sz="800">
                <a:latin typeface="Arvo"/>
                <a:ea typeface="Arvo"/>
                <a:cs typeface="Arvo"/>
                <a:sym typeface="Arvo"/>
              </a:endParaRPr>
            </a:p>
            <a:p>
              <a:pPr indent="0" lvl="0" marL="0" rtl="0" algn="ctr">
                <a:spcBef>
                  <a:spcPts val="0"/>
                </a:spcBef>
                <a:spcAft>
                  <a:spcPts val="0"/>
                </a:spcAft>
                <a:buNone/>
              </a:pPr>
              <a:r>
                <a:rPr i="1" lang="es-419" sz="600">
                  <a:latin typeface="Arvo"/>
                  <a:ea typeface="Arvo"/>
                  <a:cs typeface="Arvo"/>
                  <a:sym typeface="Arvo"/>
                </a:rPr>
                <a:t>&lt;ej: </a:t>
              </a:r>
              <a:r>
                <a:rPr i="1" lang="es-419" sz="600">
                  <a:solidFill>
                    <a:schemeClr val="dk1"/>
                  </a:solidFill>
                  <a:latin typeface="Roboto"/>
                  <a:ea typeface="Roboto"/>
                  <a:cs typeface="Roboto"/>
                  <a:sym typeface="Roboto"/>
                </a:rPr>
                <a:t>autenticar por huella y cara</a:t>
              </a:r>
              <a:r>
                <a:rPr i="1" lang="es-419" sz="600">
                  <a:latin typeface="Arvo"/>
                  <a:ea typeface="Arvo"/>
                  <a:cs typeface="Arvo"/>
                  <a:sym typeface="Arvo"/>
                </a:rPr>
                <a:t>&gt;</a:t>
              </a:r>
              <a:endParaRPr i="1" sz="600">
                <a:latin typeface="Arvo"/>
                <a:ea typeface="Arvo"/>
                <a:cs typeface="Arvo"/>
                <a:sym typeface="Arvo"/>
              </a:endParaRPr>
            </a:p>
          </p:txBody>
        </p:sp>
        <p:sp>
          <p:nvSpPr>
            <p:cNvPr id="10004" name="Google Shape;10004;p171"/>
            <p:cNvSpPr txBox="1"/>
            <p:nvPr/>
          </p:nvSpPr>
          <p:spPr>
            <a:xfrm>
              <a:off x="-2270600" y="1458400"/>
              <a:ext cx="702600" cy="4653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b="1" lang="es-419" sz="800">
                  <a:latin typeface="Arvo"/>
                  <a:ea typeface="Arvo"/>
                  <a:cs typeface="Arvo"/>
                  <a:sym typeface="Arvo"/>
                </a:rPr>
                <a:t>Punto de contacto</a:t>
              </a:r>
              <a:endParaRPr sz="800">
                <a:latin typeface="Arvo"/>
                <a:ea typeface="Arvo"/>
                <a:cs typeface="Arvo"/>
                <a:sym typeface="Arvo"/>
              </a:endParaRPr>
            </a:p>
          </p:txBody>
        </p:sp>
        <p:sp>
          <p:nvSpPr>
            <p:cNvPr id="10005" name="Google Shape;10005;p171"/>
            <p:cNvSpPr txBox="1"/>
            <p:nvPr/>
          </p:nvSpPr>
          <p:spPr>
            <a:xfrm>
              <a:off x="-3126063" y="1469121"/>
              <a:ext cx="702600" cy="4653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b="1" lang="es-419" sz="800">
                  <a:latin typeface="Arvo"/>
                  <a:ea typeface="Arvo"/>
                  <a:cs typeface="Arvo"/>
                  <a:sym typeface="Arvo"/>
                </a:rPr>
                <a:t>Rol</a:t>
              </a:r>
              <a:endParaRPr sz="800">
                <a:latin typeface="Arvo"/>
                <a:ea typeface="Arvo"/>
                <a:cs typeface="Arvo"/>
                <a:sym typeface="Arvo"/>
              </a:endParaRPr>
            </a:p>
          </p:txBody>
        </p:sp>
        <p:pic>
          <p:nvPicPr>
            <p:cNvPr id="10006" name="Google Shape;10006;p171"/>
            <p:cNvPicPr preferRelativeResize="0"/>
            <p:nvPr/>
          </p:nvPicPr>
          <p:blipFill rotWithShape="1">
            <a:blip r:embed="rId7">
              <a:alphaModFix/>
            </a:blip>
            <a:srcRect b="-868" l="0" r="82941" t="66946"/>
            <a:stretch/>
          </p:blipFill>
          <p:spPr>
            <a:xfrm>
              <a:off x="-3127829" y="1726844"/>
              <a:ext cx="702701" cy="702700"/>
            </a:xfrm>
            <a:prstGeom prst="rect">
              <a:avLst/>
            </a:prstGeom>
            <a:noFill/>
            <a:ln>
              <a:noFill/>
            </a:ln>
          </p:spPr>
        </p:pic>
        <p:sp>
          <p:nvSpPr>
            <p:cNvPr id="10007" name="Google Shape;10007;p171"/>
            <p:cNvSpPr txBox="1"/>
            <p:nvPr/>
          </p:nvSpPr>
          <p:spPr>
            <a:xfrm>
              <a:off x="-3127825" y="2377125"/>
              <a:ext cx="761100" cy="2325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b="1" lang="es-419" sz="800">
                  <a:latin typeface="Arvo"/>
                  <a:ea typeface="Arvo"/>
                  <a:cs typeface="Arvo"/>
                  <a:sym typeface="Arvo"/>
                </a:rPr>
                <a:t>Conductor</a:t>
              </a:r>
              <a:endParaRPr b="1" i="1" sz="700">
                <a:solidFill>
                  <a:srgbClr val="666666"/>
                </a:solidFill>
                <a:latin typeface="Arvo"/>
                <a:ea typeface="Arvo"/>
                <a:cs typeface="Arvo"/>
                <a:sym typeface="Arvo"/>
              </a:endParaRPr>
            </a:p>
          </p:txBody>
        </p:sp>
        <p:sp>
          <p:nvSpPr>
            <p:cNvPr id="10008" name="Google Shape;10008;p171"/>
            <p:cNvSpPr txBox="1"/>
            <p:nvPr/>
          </p:nvSpPr>
          <p:spPr>
            <a:xfrm>
              <a:off x="-3205576" y="2570725"/>
              <a:ext cx="964800" cy="232500"/>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t/>
              </a:r>
              <a:endParaRPr b="1" sz="800">
                <a:latin typeface="Arvo"/>
                <a:ea typeface="Arvo"/>
                <a:cs typeface="Arvo"/>
                <a:sym typeface="Arvo"/>
              </a:endParaRPr>
            </a:p>
            <a:p>
              <a:pPr indent="0" lvl="0" marL="0" rtl="0" algn="ctr">
                <a:spcBef>
                  <a:spcPts val="0"/>
                </a:spcBef>
                <a:spcAft>
                  <a:spcPts val="0"/>
                </a:spcAft>
                <a:buNone/>
              </a:pPr>
              <a:r>
                <a:rPr i="1" lang="es-419" sz="600">
                  <a:latin typeface="Arvo"/>
                  <a:ea typeface="Arvo"/>
                  <a:cs typeface="Arvo"/>
                  <a:sym typeface="Arvo"/>
                </a:rPr>
                <a:t>&lt;ej: conductor&gt;</a:t>
              </a:r>
              <a:endParaRPr i="1" sz="600">
                <a:latin typeface="Arvo"/>
                <a:ea typeface="Arvo"/>
                <a:cs typeface="Arvo"/>
                <a:sym typeface="Arvo"/>
              </a:endParaRPr>
            </a:p>
          </p:txBody>
        </p:sp>
        <p:pic>
          <p:nvPicPr>
            <p:cNvPr id="10009" name="Google Shape;10009;p171"/>
            <p:cNvPicPr preferRelativeResize="0"/>
            <p:nvPr/>
          </p:nvPicPr>
          <p:blipFill rotWithShape="1">
            <a:blip r:embed="rId8">
              <a:alphaModFix/>
            </a:blip>
            <a:srcRect b="0" l="0" r="65599" t="84478"/>
            <a:stretch/>
          </p:blipFill>
          <p:spPr>
            <a:xfrm>
              <a:off x="-1929625" y="3173750"/>
              <a:ext cx="261825" cy="265800"/>
            </a:xfrm>
            <a:prstGeom prst="rect">
              <a:avLst/>
            </a:prstGeom>
            <a:noFill/>
            <a:ln>
              <a:noFill/>
            </a:ln>
            <a:effectLst>
              <a:outerShdw blurRad="57150" rotWithShape="0" algn="bl" dir="5400000" dist="19050">
                <a:srgbClr val="000000">
                  <a:alpha val="50000"/>
                </a:srgbClr>
              </a:outerShdw>
            </a:effectLst>
          </p:spPr>
        </p:pic>
        <p:pic>
          <p:nvPicPr>
            <p:cNvPr id="10010" name="Google Shape;10010;p171"/>
            <p:cNvPicPr preferRelativeResize="0"/>
            <p:nvPr/>
          </p:nvPicPr>
          <p:blipFill rotWithShape="1">
            <a:blip r:embed="rId8">
              <a:alphaModFix/>
            </a:blip>
            <a:srcRect b="56583" l="0" r="65599" t="27896"/>
            <a:stretch/>
          </p:blipFill>
          <p:spPr>
            <a:xfrm>
              <a:off x="-1951550" y="2398375"/>
              <a:ext cx="261825" cy="265800"/>
            </a:xfrm>
            <a:prstGeom prst="rect">
              <a:avLst/>
            </a:prstGeom>
            <a:noFill/>
            <a:ln>
              <a:noFill/>
            </a:ln>
            <a:effectLst>
              <a:outerShdw blurRad="57150" rotWithShape="0" algn="bl" dir="5400000" dist="19050">
                <a:srgbClr val="000000">
                  <a:alpha val="50000"/>
                </a:srgbClr>
              </a:outerShdw>
            </a:effectLst>
          </p:spPr>
        </p:pic>
        <p:pic>
          <p:nvPicPr>
            <p:cNvPr id="10011" name="Google Shape;10011;p171"/>
            <p:cNvPicPr preferRelativeResize="0"/>
            <p:nvPr/>
          </p:nvPicPr>
          <p:blipFill rotWithShape="1">
            <a:blip r:embed="rId6">
              <a:alphaModFix/>
            </a:blip>
            <a:srcRect b="603" l="50354" r="37994" t="86695"/>
            <a:stretch/>
          </p:blipFill>
          <p:spPr>
            <a:xfrm>
              <a:off x="-2213375" y="2006276"/>
              <a:ext cx="261818" cy="288000"/>
            </a:xfrm>
            <a:prstGeom prst="rect">
              <a:avLst/>
            </a:prstGeom>
            <a:noFill/>
            <a:ln>
              <a:noFill/>
            </a:ln>
          </p:spPr>
        </p:pic>
        <p:pic>
          <p:nvPicPr>
            <p:cNvPr id="10012" name="Google Shape;10012;p171"/>
            <p:cNvPicPr preferRelativeResize="0"/>
            <p:nvPr/>
          </p:nvPicPr>
          <p:blipFill rotWithShape="1">
            <a:blip r:embed="rId8">
              <a:alphaModFix/>
            </a:blip>
            <a:srcRect b="26533" l="31394" r="34205" t="57946"/>
            <a:stretch/>
          </p:blipFill>
          <p:spPr>
            <a:xfrm>
              <a:off x="-1951550" y="2017375"/>
              <a:ext cx="261825" cy="265800"/>
            </a:xfrm>
            <a:prstGeom prst="rect">
              <a:avLst/>
            </a:prstGeom>
            <a:noFill/>
            <a:ln>
              <a:noFill/>
            </a:ln>
            <a:effectLst>
              <a:outerShdw blurRad="57150" rotWithShape="0" algn="bl" dir="5400000" dist="19050">
                <a:srgbClr val="000000">
                  <a:alpha val="50000"/>
                </a:srgbClr>
              </a:outerShdw>
            </a:effectLst>
          </p:spPr>
        </p:pic>
      </p:grpSp>
      <p:grpSp>
        <p:nvGrpSpPr>
          <p:cNvPr id="10013" name="Google Shape;10013;p171"/>
          <p:cNvGrpSpPr/>
          <p:nvPr/>
        </p:nvGrpSpPr>
        <p:grpSpPr>
          <a:xfrm>
            <a:off x="410000" y="4705769"/>
            <a:ext cx="2955900" cy="1814700"/>
            <a:chOff x="-3261600" y="4165325"/>
            <a:chExt cx="2955900" cy="1814700"/>
          </a:xfrm>
        </p:grpSpPr>
        <p:sp>
          <p:nvSpPr>
            <p:cNvPr id="10014" name="Google Shape;10014;p171"/>
            <p:cNvSpPr/>
            <p:nvPr/>
          </p:nvSpPr>
          <p:spPr>
            <a:xfrm>
              <a:off x="-3261600" y="4165325"/>
              <a:ext cx="2955900" cy="1814700"/>
            </a:xfrm>
            <a:prstGeom prst="roundRect">
              <a:avLst>
                <a:gd fmla="val 3233" name="adj"/>
              </a:avLst>
            </a:prstGeom>
            <a:solidFill>
              <a:srgbClr val="FFFFFF"/>
            </a:solidFill>
            <a:ln cap="flat" cmpd="sng" w="9525">
              <a:solidFill>
                <a:srgbClr val="EFEFEF"/>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t" bIns="18000" lIns="18000" spcFirstLastPara="1" rIns="18000" wrap="square" tIns="18000">
              <a:noAutofit/>
            </a:bodyPr>
            <a:lstStyle/>
            <a:p>
              <a:pPr indent="0" lvl="0" marL="0" rtl="0" algn="ctr">
                <a:spcBef>
                  <a:spcPts val="0"/>
                </a:spcBef>
                <a:spcAft>
                  <a:spcPts val="0"/>
                </a:spcAft>
                <a:buNone/>
              </a:pPr>
              <a:r>
                <a:rPr b="1" i="1" lang="es-419" sz="900">
                  <a:solidFill>
                    <a:srgbClr val="434343"/>
                  </a:solidFill>
                </a:rPr>
                <a:t>Objetivos de Proceso</a:t>
              </a:r>
              <a:endParaRPr b="1" i="1" sz="900">
                <a:solidFill>
                  <a:srgbClr val="434343"/>
                </a:solidFill>
              </a:endParaRPr>
            </a:p>
          </p:txBody>
        </p:sp>
        <p:sp>
          <p:nvSpPr>
            <p:cNvPr id="10015" name="Google Shape;10015;p171"/>
            <p:cNvSpPr txBox="1"/>
            <p:nvPr/>
          </p:nvSpPr>
          <p:spPr>
            <a:xfrm>
              <a:off x="-1831833" y="4425758"/>
              <a:ext cx="1069200" cy="2166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t/>
              </a:r>
              <a:endParaRPr b="1" sz="600"/>
            </a:p>
          </p:txBody>
        </p:sp>
        <p:sp>
          <p:nvSpPr>
            <p:cNvPr id="10016" name="Google Shape;10016;p171"/>
            <p:cNvSpPr txBox="1"/>
            <p:nvPr/>
          </p:nvSpPr>
          <p:spPr>
            <a:xfrm>
              <a:off x="-3145225" y="4433975"/>
              <a:ext cx="1011000" cy="232500"/>
            </a:xfrm>
            <a:prstGeom prst="rect">
              <a:avLst/>
            </a:prstGeom>
            <a:noFill/>
            <a:ln>
              <a:noFill/>
            </a:ln>
          </p:spPr>
          <p:txBody>
            <a:bodyPr anchorCtr="0" anchor="ctr" bIns="0" lIns="0" spcFirstLastPara="1" rIns="0" wrap="square" tIns="0">
              <a:noAutofit/>
            </a:bodyPr>
            <a:lstStyle/>
            <a:p>
              <a:pPr indent="0" lvl="0" marL="0" rtl="0" algn="r">
                <a:spcBef>
                  <a:spcPts val="0"/>
                </a:spcBef>
                <a:spcAft>
                  <a:spcPts val="0"/>
                </a:spcAft>
                <a:buNone/>
              </a:pPr>
              <a:r>
                <a:rPr lang="es-419" sz="700">
                  <a:latin typeface="Arvo"/>
                  <a:ea typeface="Arvo"/>
                  <a:cs typeface="Arvo"/>
                  <a:sym typeface="Arvo"/>
                </a:rPr>
                <a:t>Nombre del Proceso:</a:t>
              </a:r>
              <a:endParaRPr sz="700">
                <a:latin typeface="Arvo"/>
                <a:ea typeface="Arvo"/>
                <a:cs typeface="Arvo"/>
                <a:sym typeface="Arvo"/>
              </a:endParaRPr>
            </a:p>
            <a:p>
              <a:pPr indent="0" lvl="0" marL="0" rtl="0" algn="r">
                <a:spcBef>
                  <a:spcPts val="0"/>
                </a:spcBef>
                <a:spcAft>
                  <a:spcPts val="0"/>
                </a:spcAft>
                <a:buNone/>
              </a:pPr>
              <a:r>
                <a:rPr i="1" lang="es-419" sz="600">
                  <a:solidFill>
                    <a:srgbClr val="666666"/>
                  </a:solidFill>
                  <a:latin typeface="Arvo"/>
                  <a:ea typeface="Arvo"/>
                  <a:cs typeface="Arvo"/>
                  <a:sym typeface="Arvo"/>
                </a:rPr>
                <a:t>ej: Reserva de citas médicas</a:t>
              </a:r>
              <a:endParaRPr i="1" sz="600">
                <a:solidFill>
                  <a:srgbClr val="666666"/>
                </a:solidFill>
                <a:latin typeface="Arvo"/>
                <a:ea typeface="Arvo"/>
                <a:cs typeface="Arvo"/>
                <a:sym typeface="Arvo"/>
              </a:endParaRPr>
            </a:p>
          </p:txBody>
        </p:sp>
        <p:sp>
          <p:nvSpPr>
            <p:cNvPr id="10017" name="Google Shape;10017;p171"/>
            <p:cNvSpPr txBox="1"/>
            <p:nvPr/>
          </p:nvSpPr>
          <p:spPr>
            <a:xfrm>
              <a:off x="-3145224" y="5374533"/>
              <a:ext cx="1011000" cy="232500"/>
            </a:xfrm>
            <a:prstGeom prst="rect">
              <a:avLst/>
            </a:prstGeom>
            <a:noFill/>
            <a:ln>
              <a:noFill/>
            </a:ln>
          </p:spPr>
          <p:txBody>
            <a:bodyPr anchorCtr="0" anchor="ctr" bIns="0" lIns="0" spcFirstLastPara="1" rIns="0" wrap="square" tIns="0">
              <a:noAutofit/>
            </a:bodyPr>
            <a:lstStyle/>
            <a:p>
              <a:pPr indent="0" lvl="0" marL="0" rtl="0" algn="r">
                <a:spcBef>
                  <a:spcPts val="0"/>
                </a:spcBef>
                <a:spcAft>
                  <a:spcPts val="0"/>
                </a:spcAft>
                <a:buNone/>
              </a:pPr>
              <a:r>
                <a:rPr lang="es-419" sz="700">
                  <a:latin typeface="Arvo"/>
                  <a:ea typeface="Arvo"/>
                  <a:cs typeface="Arvo"/>
                  <a:sym typeface="Arvo"/>
                </a:rPr>
                <a:t>Meta Cliente:</a:t>
              </a:r>
              <a:endParaRPr sz="700">
                <a:latin typeface="Arvo"/>
                <a:ea typeface="Arvo"/>
                <a:cs typeface="Arvo"/>
                <a:sym typeface="Arvo"/>
              </a:endParaRPr>
            </a:p>
            <a:p>
              <a:pPr indent="0" lvl="0" marL="0" rtl="0" algn="r">
                <a:lnSpc>
                  <a:spcPct val="85000"/>
                </a:lnSpc>
                <a:spcBef>
                  <a:spcPts val="0"/>
                </a:spcBef>
                <a:spcAft>
                  <a:spcPts val="0"/>
                </a:spcAft>
                <a:buClr>
                  <a:srgbClr val="000000"/>
                </a:buClr>
                <a:buSzPts val="1100"/>
                <a:buFont typeface="Arial"/>
                <a:buNone/>
              </a:pPr>
              <a:r>
                <a:rPr lang="es-419" sz="500">
                  <a:solidFill>
                    <a:srgbClr val="000000"/>
                  </a:solidFill>
                  <a:latin typeface="Arvo"/>
                  <a:ea typeface="Arvo"/>
                  <a:cs typeface="Arvo"/>
                  <a:sym typeface="Arvo"/>
                </a:rPr>
                <a:t>&lt;sustantivo&gt;&lt;adjetivo&gt;</a:t>
              </a:r>
              <a:endParaRPr sz="600">
                <a:latin typeface="Arvo"/>
                <a:ea typeface="Arvo"/>
                <a:cs typeface="Arvo"/>
                <a:sym typeface="Arvo"/>
              </a:endParaRPr>
            </a:p>
            <a:p>
              <a:pPr indent="0" lvl="0" marL="0" rtl="0" algn="r">
                <a:spcBef>
                  <a:spcPts val="0"/>
                </a:spcBef>
                <a:spcAft>
                  <a:spcPts val="0"/>
                </a:spcAft>
                <a:buNone/>
              </a:pPr>
              <a:r>
                <a:rPr i="1" lang="es-419" sz="600">
                  <a:latin typeface="Arvo"/>
                  <a:ea typeface="Arvo"/>
                  <a:cs typeface="Arvo"/>
                  <a:sym typeface="Arvo"/>
                </a:rPr>
                <a:t> </a:t>
              </a:r>
              <a:r>
                <a:rPr i="1" lang="es-419" sz="600">
                  <a:solidFill>
                    <a:srgbClr val="666666"/>
                  </a:solidFill>
                  <a:latin typeface="Arvo"/>
                  <a:ea typeface="Arvo"/>
                  <a:cs typeface="Arvo"/>
                  <a:sym typeface="Arvo"/>
                </a:rPr>
                <a:t>ej: cita reservada</a:t>
              </a:r>
              <a:endParaRPr i="1" sz="600">
                <a:solidFill>
                  <a:srgbClr val="666666"/>
                </a:solidFill>
                <a:latin typeface="Arvo"/>
                <a:ea typeface="Arvo"/>
                <a:cs typeface="Arvo"/>
                <a:sym typeface="Arvo"/>
              </a:endParaRPr>
            </a:p>
          </p:txBody>
        </p:sp>
        <p:sp>
          <p:nvSpPr>
            <p:cNvPr id="10018" name="Google Shape;10018;p171"/>
            <p:cNvSpPr txBox="1"/>
            <p:nvPr/>
          </p:nvSpPr>
          <p:spPr>
            <a:xfrm>
              <a:off x="-3145224" y="5658000"/>
              <a:ext cx="1011000" cy="248700"/>
            </a:xfrm>
            <a:prstGeom prst="rect">
              <a:avLst/>
            </a:prstGeom>
            <a:noFill/>
            <a:ln>
              <a:noFill/>
            </a:ln>
          </p:spPr>
          <p:txBody>
            <a:bodyPr anchorCtr="0" anchor="ctr" bIns="0" lIns="0" spcFirstLastPara="1" rIns="0" wrap="square" tIns="0">
              <a:spAutoFit/>
            </a:bodyPr>
            <a:lstStyle/>
            <a:p>
              <a:pPr indent="0" lvl="0" marL="0" marR="0" rtl="0" algn="r">
                <a:lnSpc>
                  <a:spcPct val="85000"/>
                </a:lnSpc>
                <a:spcBef>
                  <a:spcPts val="0"/>
                </a:spcBef>
                <a:spcAft>
                  <a:spcPts val="0"/>
                </a:spcAft>
                <a:buNone/>
              </a:pPr>
              <a:r>
                <a:rPr lang="es-419" sz="700">
                  <a:latin typeface="Arvo"/>
                  <a:ea typeface="Arvo"/>
                  <a:cs typeface="Arvo"/>
                  <a:sym typeface="Arvo"/>
                </a:rPr>
                <a:t>Meta Empresa:</a:t>
              </a:r>
              <a:endParaRPr sz="700">
                <a:latin typeface="Arvo"/>
                <a:ea typeface="Arvo"/>
                <a:cs typeface="Arvo"/>
                <a:sym typeface="Arvo"/>
              </a:endParaRPr>
            </a:p>
            <a:p>
              <a:pPr indent="0" lvl="0" marL="0" marR="0" rtl="0" algn="r">
                <a:lnSpc>
                  <a:spcPct val="85000"/>
                </a:lnSpc>
                <a:spcBef>
                  <a:spcPts val="0"/>
                </a:spcBef>
                <a:spcAft>
                  <a:spcPts val="0"/>
                </a:spcAft>
                <a:buNone/>
              </a:pPr>
              <a:r>
                <a:rPr lang="es-419" sz="500">
                  <a:latin typeface="Arvo"/>
                  <a:ea typeface="Arvo"/>
                  <a:cs typeface="Arvo"/>
                  <a:sym typeface="Arvo"/>
                </a:rPr>
                <a:t>&lt;sustantivo&gt;&lt;adjetivo&gt;</a:t>
              </a:r>
              <a:r>
                <a:rPr lang="es-419" sz="600">
                  <a:solidFill>
                    <a:srgbClr val="000000"/>
                  </a:solidFill>
                </a:rPr>
                <a:t> </a:t>
              </a:r>
              <a:endParaRPr sz="600">
                <a:solidFill>
                  <a:srgbClr val="000000"/>
                </a:solidFill>
              </a:endParaRPr>
            </a:p>
            <a:p>
              <a:pPr indent="0" lvl="0" marL="0" marR="0" rtl="0" algn="r">
                <a:lnSpc>
                  <a:spcPct val="85000"/>
                </a:lnSpc>
                <a:spcBef>
                  <a:spcPts val="0"/>
                </a:spcBef>
                <a:spcAft>
                  <a:spcPts val="0"/>
                </a:spcAft>
                <a:buNone/>
              </a:pPr>
              <a:r>
                <a:rPr i="1" lang="es-419" sz="600">
                  <a:solidFill>
                    <a:srgbClr val="666666"/>
                  </a:solidFill>
                  <a:latin typeface="Arvo"/>
                  <a:ea typeface="Arvo"/>
                  <a:cs typeface="Arvo"/>
                  <a:sym typeface="Arvo"/>
                </a:rPr>
                <a:t>ej: agenda actualizada</a:t>
              </a:r>
              <a:endParaRPr i="1" sz="600">
                <a:latin typeface="Arvo"/>
                <a:ea typeface="Arvo"/>
                <a:cs typeface="Arvo"/>
                <a:sym typeface="Arvo"/>
              </a:endParaRPr>
            </a:p>
          </p:txBody>
        </p:sp>
        <p:sp>
          <p:nvSpPr>
            <p:cNvPr id="10019" name="Google Shape;10019;p171"/>
            <p:cNvSpPr txBox="1"/>
            <p:nvPr/>
          </p:nvSpPr>
          <p:spPr>
            <a:xfrm>
              <a:off x="-3145224" y="4720952"/>
              <a:ext cx="1011000" cy="265500"/>
            </a:xfrm>
            <a:prstGeom prst="rect">
              <a:avLst/>
            </a:prstGeom>
            <a:noFill/>
            <a:ln>
              <a:noFill/>
            </a:ln>
          </p:spPr>
          <p:txBody>
            <a:bodyPr anchorCtr="0" anchor="ctr" bIns="0" lIns="0" spcFirstLastPara="1" rIns="0" wrap="square" tIns="0">
              <a:spAutoFit/>
            </a:bodyPr>
            <a:lstStyle/>
            <a:p>
              <a:pPr indent="0" lvl="0" marL="0" rtl="0" algn="r">
                <a:spcBef>
                  <a:spcPts val="0"/>
                </a:spcBef>
                <a:spcAft>
                  <a:spcPts val="0"/>
                </a:spcAft>
                <a:buNone/>
              </a:pPr>
              <a:r>
                <a:rPr lang="es-419" sz="700">
                  <a:latin typeface="Arvo"/>
                  <a:ea typeface="Arvo"/>
                  <a:cs typeface="Arvo"/>
                  <a:sym typeface="Arvo"/>
                </a:rPr>
                <a:t>Precondiciones:</a:t>
              </a:r>
              <a:endParaRPr sz="700">
                <a:latin typeface="Arvo"/>
                <a:ea typeface="Arvo"/>
                <a:cs typeface="Arvo"/>
                <a:sym typeface="Arvo"/>
              </a:endParaRPr>
            </a:p>
            <a:p>
              <a:pPr indent="0" lvl="0" marL="0" rtl="0" algn="r">
                <a:lnSpc>
                  <a:spcPct val="85000"/>
                </a:lnSpc>
                <a:spcBef>
                  <a:spcPts val="0"/>
                </a:spcBef>
                <a:spcAft>
                  <a:spcPts val="0"/>
                </a:spcAft>
                <a:buClr>
                  <a:srgbClr val="000000"/>
                </a:buClr>
                <a:buSzPts val="1100"/>
                <a:buFont typeface="Arial"/>
                <a:buNone/>
              </a:pPr>
              <a:r>
                <a:rPr lang="es-419" sz="500">
                  <a:solidFill>
                    <a:srgbClr val="000000"/>
                  </a:solidFill>
                  <a:latin typeface="Arvo"/>
                  <a:ea typeface="Arvo"/>
                  <a:cs typeface="Arvo"/>
                  <a:sym typeface="Arvo"/>
                </a:rPr>
                <a:t>&lt;sustantivo&gt;&lt;adjetivo&gt;</a:t>
              </a:r>
              <a:endParaRPr sz="600">
                <a:latin typeface="Arvo"/>
                <a:ea typeface="Arvo"/>
                <a:cs typeface="Arvo"/>
                <a:sym typeface="Arvo"/>
              </a:endParaRPr>
            </a:p>
            <a:p>
              <a:pPr indent="0" lvl="0" marL="0" rtl="0" algn="r">
                <a:spcBef>
                  <a:spcPts val="0"/>
                </a:spcBef>
                <a:spcAft>
                  <a:spcPts val="0"/>
                </a:spcAft>
                <a:buNone/>
              </a:pPr>
              <a:r>
                <a:rPr i="1" lang="es-419" sz="600">
                  <a:solidFill>
                    <a:srgbClr val="666666"/>
                  </a:solidFill>
                  <a:latin typeface="Arvo"/>
                  <a:ea typeface="Arvo"/>
                  <a:cs typeface="Arvo"/>
                  <a:sym typeface="Arvo"/>
                </a:rPr>
                <a:t>ej: comprador registrado</a:t>
              </a:r>
              <a:endParaRPr i="1" sz="600">
                <a:solidFill>
                  <a:srgbClr val="666666"/>
                </a:solidFill>
                <a:latin typeface="Arvo"/>
                <a:ea typeface="Arvo"/>
                <a:cs typeface="Arvo"/>
                <a:sym typeface="Arvo"/>
              </a:endParaRPr>
            </a:p>
          </p:txBody>
        </p:sp>
        <p:sp>
          <p:nvSpPr>
            <p:cNvPr id="10020" name="Google Shape;10020;p171"/>
            <p:cNvSpPr txBox="1"/>
            <p:nvPr/>
          </p:nvSpPr>
          <p:spPr>
            <a:xfrm>
              <a:off x="-3145224" y="5031405"/>
              <a:ext cx="1011000" cy="232500"/>
            </a:xfrm>
            <a:prstGeom prst="rect">
              <a:avLst/>
            </a:prstGeom>
            <a:noFill/>
            <a:ln>
              <a:noFill/>
            </a:ln>
          </p:spPr>
          <p:txBody>
            <a:bodyPr anchorCtr="0" anchor="ctr" bIns="0" lIns="0" spcFirstLastPara="1" rIns="0" wrap="square" tIns="0">
              <a:noAutofit/>
            </a:bodyPr>
            <a:lstStyle/>
            <a:p>
              <a:pPr indent="0" lvl="0" marL="0" rtl="0" algn="r">
                <a:spcBef>
                  <a:spcPts val="0"/>
                </a:spcBef>
                <a:spcAft>
                  <a:spcPts val="0"/>
                </a:spcAft>
                <a:buNone/>
              </a:pPr>
              <a:r>
                <a:rPr lang="es-419" sz="700">
                  <a:latin typeface="Arvo"/>
                  <a:ea typeface="Arvo"/>
                  <a:cs typeface="Arvo"/>
                  <a:sym typeface="Arvo"/>
                </a:rPr>
                <a:t>Poscondición:</a:t>
              </a:r>
              <a:endParaRPr sz="700">
                <a:latin typeface="Arvo"/>
                <a:ea typeface="Arvo"/>
                <a:cs typeface="Arvo"/>
                <a:sym typeface="Arvo"/>
              </a:endParaRPr>
            </a:p>
            <a:p>
              <a:pPr indent="0" lvl="0" marL="0" rtl="0" algn="r">
                <a:lnSpc>
                  <a:spcPct val="85000"/>
                </a:lnSpc>
                <a:spcBef>
                  <a:spcPts val="0"/>
                </a:spcBef>
                <a:spcAft>
                  <a:spcPts val="0"/>
                </a:spcAft>
                <a:buClr>
                  <a:srgbClr val="000000"/>
                </a:buClr>
                <a:buSzPts val="1100"/>
                <a:buFont typeface="Arial"/>
                <a:buNone/>
              </a:pPr>
              <a:r>
                <a:rPr lang="es-419" sz="500">
                  <a:solidFill>
                    <a:srgbClr val="000000"/>
                  </a:solidFill>
                  <a:latin typeface="Arvo"/>
                  <a:ea typeface="Arvo"/>
                  <a:cs typeface="Arvo"/>
                  <a:sym typeface="Arvo"/>
                </a:rPr>
                <a:t>&lt;sustantivo&gt;&lt;adjetivo&gt;</a:t>
              </a:r>
              <a:endParaRPr sz="600">
                <a:latin typeface="Arvo"/>
                <a:ea typeface="Arvo"/>
                <a:cs typeface="Arvo"/>
                <a:sym typeface="Arvo"/>
              </a:endParaRPr>
            </a:p>
            <a:p>
              <a:pPr indent="0" lvl="0" marL="0" rtl="0" algn="r">
                <a:spcBef>
                  <a:spcPts val="0"/>
                </a:spcBef>
                <a:spcAft>
                  <a:spcPts val="0"/>
                </a:spcAft>
                <a:buNone/>
              </a:pPr>
              <a:r>
                <a:rPr i="1" lang="es-419" sz="600">
                  <a:solidFill>
                    <a:srgbClr val="666666"/>
                  </a:solidFill>
                  <a:latin typeface="Arvo"/>
                  <a:ea typeface="Arvo"/>
                  <a:cs typeface="Arvo"/>
                  <a:sym typeface="Arvo"/>
                </a:rPr>
                <a:t>ej: pago  realizado</a:t>
              </a:r>
              <a:endParaRPr i="1" sz="600">
                <a:solidFill>
                  <a:srgbClr val="666666"/>
                </a:solidFill>
                <a:latin typeface="Arvo"/>
                <a:ea typeface="Arvo"/>
                <a:cs typeface="Arvo"/>
                <a:sym typeface="Arvo"/>
              </a:endParaRPr>
            </a:p>
          </p:txBody>
        </p:sp>
        <p:sp>
          <p:nvSpPr>
            <p:cNvPr id="10021" name="Google Shape;10021;p171"/>
            <p:cNvSpPr txBox="1"/>
            <p:nvPr/>
          </p:nvSpPr>
          <p:spPr>
            <a:xfrm>
              <a:off x="-1831833" y="4822921"/>
              <a:ext cx="1069200" cy="2166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t/>
              </a:r>
              <a:endParaRPr b="1" sz="600"/>
            </a:p>
          </p:txBody>
        </p:sp>
        <p:sp>
          <p:nvSpPr>
            <p:cNvPr id="10022" name="Google Shape;10022;p171"/>
            <p:cNvSpPr/>
            <p:nvPr/>
          </p:nvSpPr>
          <p:spPr>
            <a:xfrm>
              <a:off x="-2029275" y="4746721"/>
              <a:ext cx="1551300" cy="2166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600">
                <a:latin typeface="Roboto"/>
                <a:ea typeface="Roboto"/>
                <a:cs typeface="Roboto"/>
                <a:sym typeface="Roboto"/>
              </a:endParaRPr>
            </a:p>
          </p:txBody>
        </p:sp>
        <p:sp>
          <p:nvSpPr>
            <p:cNvPr id="10023" name="Google Shape;10023;p171"/>
            <p:cNvSpPr/>
            <p:nvPr/>
          </p:nvSpPr>
          <p:spPr>
            <a:xfrm>
              <a:off x="-2029275" y="5024235"/>
              <a:ext cx="1551300" cy="2166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600">
                <a:latin typeface="Roboto"/>
                <a:ea typeface="Roboto"/>
                <a:cs typeface="Roboto"/>
                <a:sym typeface="Roboto"/>
              </a:endParaRPr>
            </a:p>
          </p:txBody>
        </p:sp>
        <p:sp>
          <p:nvSpPr>
            <p:cNvPr id="10024" name="Google Shape;10024;p171"/>
            <p:cNvSpPr/>
            <p:nvPr/>
          </p:nvSpPr>
          <p:spPr>
            <a:xfrm>
              <a:off x="-2029275" y="5376429"/>
              <a:ext cx="1551300" cy="2166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600">
                <a:latin typeface="Roboto"/>
                <a:ea typeface="Roboto"/>
                <a:cs typeface="Roboto"/>
                <a:sym typeface="Roboto"/>
              </a:endParaRPr>
            </a:p>
          </p:txBody>
        </p:sp>
        <p:sp>
          <p:nvSpPr>
            <p:cNvPr id="10025" name="Google Shape;10025;p171"/>
            <p:cNvSpPr/>
            <p:nvPr/>
          </p:nvSpPr>
          <p:spPr>
            <a:xfrm>
              <a:off x="-2029275" y="5674405"/>
              <a:ext cx="1551300" cy="2166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600">
                <a:latin typeface="Roboto"/>
                <a:ea typeface="Roboto"/>
                <a:cs typeface="Roboto"/>
                <a:sym typeface="Roboto"/>
              </a:endParaRPr>
            </a:p>
          </p:txBody>
        </p:sp>
        <p:sp>
          <p:nvSpPr>
            <p:cNvPr id="10026" name="Google Shape;10026;p171"/>
            <p:cNvSpPr txBox="1"/>
            <p:nvPr/>
          </p:nvSpPr>
          <p:spPr>
            <a:xfrm>
              <a:off x="-2005450" y="4760200"/>
              <a:ext cx="1527600" cy="203100"/>
            </a:xfrm>
            <a:prstGeom prst="rect">
              <a:avLst/>
            </a:prstGeom>
            <a:solidFill>
              <a:srgbClr val="F3F3F3"/>
            </a:solidFill>
            <a:ln>
              <a:noFill/>
            </a:ln>
          </p:spPr>
          <p:txBody>
            <a:bodyPr anchorCtr="0" anchor="ctr" bIns="18000" lIns="18000" spcFirstLastPara="1" rIns="18000" wrap="square" tIns="18000">
              <a:noAutofit/>
            </a:bodyPr>
            <a:lstStyle/>
            <a:p>
              <a:pPr indent="0" lvl="0" marL="0" rtl="0" algn="l">
                <a:spcBef>
                  <a:spcPts val="0"/>
                </a:spcBef>
                <a:spcAft>
                  <a:spcPts val="0"/>
                </a:spcAft>
                <a:buNone/>
              </a:pPr>
              <a:r>
                <a:t/>
              </a:r>
              <a:endParaRPr b="1" i="1" sz="800">
                <a:solidFill>
                  <a:srgbClr val="434343"/>
                </a:solidFill>
              </a:endParaRPr>
            </a:p>
          </p:txBody>
        </p:sp>
        <p:sp>
          <p:nvSpPr>
            <p:cNvPr id="10027" name="Google Shape;10027;p171"/>
            <p:cNvSpPr txBox="1"/>
            <p:nvPr/>
          </p:nvSpPr>
          <p:spPr>
            <a:xfrm>
              <a:off x="-2005450" y="5028638"/>
              <a:ext cx="1527600" cy="203100"/>
            </a:xfrm>
            <a:prstGeom prst="rect">
              <a:avLst/>
            </a:prstGeom>
            <a:solidFill>
              <a:srgbClr val="F3F3F3"/>
            </a:solidFill>
            <a:ln>
              <a:noFill/>
            </a:ln>
          </p:spPr>
          <p:txBody>
            <a:bodyPr anchorCtr="0" anchor="ctr" bIns="18000" lIns="18000" spcFirstLastPara="1" rIns="18000" wrap="square" tIns="18000">
              <a:noAutofit/>
            </a:bodyPr>
            <a:lstStyle/>
            <a:p>
              <a:pPr indent="0" lvl="0" marL="0" rtl="0" algn="l">
                <a:spcBef>
                  <a:spcPts val="0"/>
                </a:spcBef>
                <a:spcAft>
                  <a:spcPts val="0"/>
                </a:spcAft>
                <a:buNone/>
              </a:pPr>
              <a:r>
                <a:t/>
              </a:r>
              <a:endParaRPr b="1" i="1" sz="800">
                <a:solidFill>
                  <a:srgbClr val="434343"/>
                </a:solidFill>
              </a:endParaRPr>
            </a:p>
          </p:txBody>
        </p:sp>
        <p:sp>
          <p:nvSpPr>
            <p:cNvPr id="10028" name="Google Shape;10028;p171"/>
            <p:cNvSpPr txBox="1"/>
            <p:nvPr/>
          </p:nvSpPr>
          <p:spPr>
            <a:xfrm>
              <a:off x="-2005450" y="5387503"/>
              <a:ext cx="1527600" cy="203100"/>
            </a:xfrm>
            <a:prstGeom prst="rect">
              <a:avLst/>
            </a:prstGeom>
            <a:solidFill>
              <a:srgbClr val="F3F3F3"/>
            </a:solidFill>
            <a:ln>
              <a:noFill/>
            </a:ln>
          </p:spPr>
          <p:txBody>
            <a:bodyPr anchorCtr="0" anchor="ctr" bIns="18000" lIns="18000" spcFirstLastPara="1" rIns="18000" wrap="square" tIns="18000">
              <a:noAutofit/>
            </a:bodyPr>
            <a:lstStyle/>
            <a:p>
              <a:pPr indent="0" lvl="0" marL="0" rtl="0" algn="l">
                <a:spcBef>
                  <a:spcPts val="0"/>
                </a:spcBef>
                <a:spcAft>
                  <a:spcPts val="0"/>
                </a:spcAft>
                <a:buNone/>
              </a:pPr>
              <a:r>
                <a:t/>
              </a:r>
              <a:endParaRPr b="1" i="1" sz="800">
                <a:solidFill>
                  <a:srgbClr val="434343"/>
                </a:solidFill>
              </a:endParaRPr>
            </a:p>
          </p:txBody>
        </p:sp>
        <p:sp>
          <p:nvSpPr>
            <p:cNvPr id="10029" name="Google Shape;10029;p171"/>
            <p:cNvSpPr txBox="1"/>
            <p:nvPr/>
          </p:nvSpPr>
          <p:spPr>
            <a:xfrm>
              <a:off x="-2005450" y="5667006"/>
              <a:ext cx="1527600" cy="203100"/>
            </a:xfrm>
            <a:prstGeom prst="rect">
              <a:avLst/>
            </a:prstGeom>
            <a:solidFill>
              <a:srgbClr val="F3F3F3"/>
            </a:solidFill>
            <a:ln>
              <a:noFill/>
            </a:ln>
          </p:spPr>
          <p:txBody>
            <a:bodyPr anchorCtr="0" anchor="ctr" bIns="18000" lIns="18000" spcFirstLastPara="1" rIns="18000" wrap="square" tIns="18000">
              <a:noAutofit/>
            </a:bodyPr>
            <a:lstStyle/>
            <a:p>
              <a:pPr indent="0" lvl="0" marL="0" rtl="0" algn="l">
                <a:spcBef>
                  <a:spcPts val="0"/>
                </a:spcBef>
                <a:spcAft>
                  <a:spcPts val="0"/>
                </a:spcAft>
                <a:buNone/>
              </a:pPr>
              <a:r>
                <a:t/>
              </a:r>
              <a:endParaRPr b="1" i="1" sz="800">
                <a:solidFill>
                  <a:srgbClr val="434343"/>
                </a:solidFill>
              </a:endParaRPr>
            </a:p>
          </p:txBody>
        </p:sp>
        <p:sp>
          <p:nvSpPr>
            <p:cNvPr id="10030" name="Google Shape;10030;p171"/>
            <p:cNvSpPr txBox="1"/>
            <p:nvPr/>
          </p:nvSpPr>
          <p:spPr>
            <a:xfrm>
              <a:off x="-1819858" y="4435254"/>
              <a:ext cx="1069200" cy="2166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t/>
              </a:r>
              <a:endParaRPr b="1" sz="600"/>
            </a:p>
          </p:txBody>
        </p:sp>
        <p:sp>
          <p:nvSpPr>
            <p:cNvPr id="10031" name="Google Shape;10031;p171"/>
            <p:cNvSpPr/>
            <p:nvPr/>
          </p:nvSpPr>
          <p:spPr>
            <a:xfrm>
              <a:off x="-2017300" y="4377771"/>
              <a:ext cx="15513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600">
                <a:latin typeface="Roboto"/>
                <a:ea typeface="Roboto"/>
                <a:cs typeface="Roboto"/>
                <a:sym typeface="Roboto"/>
              </a:endParaRPr>
            </a:p>
          </p:txBody>
        </p:sp>
        <p:sp>
          <p:nvSpPr>
            <p:cNvPr id="10032" name="Google Shape;10032;p171"/>
            <p:cNvSpPr txBox="1"/>
            <p:nvPr/>
          </p:nvSpPr>
          <p:spPr>
            <a:xfrm>
              <a:off x="-2005450" y="4360282"/>
              <a:ext cx="1527600" cy="351900"/>
            </a:xfrm>
            <a:prstGeom prst="rect">
              <a:avLst/>
            </a:prstGeom>
            <a:noFill/>
            <a:ln>
              <a:noFill/>
            </a:ln>
          </p:spPr>
          <p:txBody>
            <a:bodyPr anchorCtr="0" anchor="ctr" bIns="18000" lIns="18000" spcFirstLastPara="1" rIns="18000" wrap="square" tIns="18000">
              <a:noAutofit/>
            </a:bodyPr>
            <a:lstStyle/>
            <a:p>
              <a:pPr indent="0" lvl="0" marL="0" rtl="0" algn="ctr">
                <a:spcBef>
                  <a:spcPts val="0"/>
                </a:spcBef>
                <a:spcAft>
                  <a:spcPts val="0"/>
                </a:spcAft>
                <a:buNone/>
              </a:pPr>
              <a:r>
                <a:t/>
              </a:r>
              <a:endParaRPr b="1" i="1" sz="1100">
                <a:solidFill>
                  <a:srgbClr val="434343"/>
                </a:solidFill>
              </a:endParaRPr>
            </a:p>
          </p:txBody>
        </p:sp>
      </p:grpSp>
    </p:spTree>
  </p:cSld>
  <p:clrMapOvr>
    <a:masterClrMapping/>
  </p:clrMapOvr>
</p:sldLayout>
</file>

<file path=ppt/slideLayouts/slideLayout16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Paleta 3 2">
  <p:cSld name="CUSTOM_3_2">
    <p:spTree>
      <p:nvGrpSpPr>
        <p:cNvPr id="10033" name="Shape 10033"/>
        <p:cNvGrpSpPr/>
        <p:nvPr/>
      </p:nvGrpSpPr>
      <p:grpSpPr>
        <a:xfrm>
          <a:off x="0" y="0"/>
          <a:ext cx="0" cy="0"/>
          <a:chOff x="0" y="0"/>
          <a:chExt cx="0" cy="0"/>
        </a:xfrm>
      </p:grpSpPr>
      <p:sp>
        <p:nvSpPr>
          <p:cNvPr id="10034" name="Google Shape;10034;p172"/>
          <p:cNvSpPr/>
          <p:nvPr/>
        </p:nvSpPr>
        <p:spPr>
          <a:xfrm>
            <a:off x="195013" y="263250"/>
            <a:ext cx="3319800" cy="421200"/>
          </a:xfrm>
          <a:prstGeom prst="roundRect">
            <a:avLst>
              <a:gd fmla="val 17492" name="adj"/>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s-419" sz="1200">
                <a:solidFill>
                  <a:srgbClr val="FFFFFF"/>
                </a:solidFill>
              </a:rPr>
              <a:t>Estructura de Funcionalidades</a:t>
            </a:r>
            <a:endParaRPr b="1" sz="1100">
              <a:solidFill>
                <a:srgbClr val="FFFFFF"/>
              </a:solidFill>
            </a:endParaRPr>
          </a:p>
        </p:txBody>
      </p:sp>
      <p:sp>
        <p:nvSpPr>
          <p:cNvPr id="10035" name="Google Shape;10035;p172"/>
          <p:cNvSpPr/>
          <p:nvPr/>
        </p:nvSpPr>
        <p:spPr>
          <a:xfrm>
            <a:off x="195000" y="822275"/>
            <a:ext cx="3319800" cy="4765500"/>
          </a:xfrm>
          <a:prstGeom prst="roundRect">
            <a:avLst>
              <a:gd fmla="val 4230" name="adj"/>
            </a:avLst>
          </a:prstGeom>
          <a:solidFill>
            <a:srgbClr val="F3F3F3"/>
          </a:solidFill>
          <a:ln cap="flat" cmpd="sng" w="9525">
            <a:solidFill>
              <a:srgbClr val="F3F3F3"/>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6" name="Google Shape;10036;p172"/>
          <p:cNvSpPr/>
          <p:nvPr/>
        </p:nvSpPr>
        <p:spPr>
          <a:xfrm>
            <a:off x="849764" y="996349"/>
            <a:ext cx="687600" cy="366900"/>
          </a:xfrm>
          <a:prstGeom prst="foldedCorner">
            <a:avLst>
              <a:gd fmla="val 16667" name="adj"/>
            </a:avLst>
          </a:prstGeom>
          <a:solidFill>
            <a:srgbClr val="F3F3F3"/>
          </a:solidFill>
          <a:ln cap="flat" cmpd="sng" w="9525">
            <a:solidFill>
              <a:srgbClr val="999999"/>
            </a:solidFill>
            <a:prstDash val="solid"/>
            <a:round/>
            <a:headEnd len="sm" w="sm" type="none"/>
            <a:tailEnd len="sm" w="sm" type="none"/>
          </a:ln>
          <a:effectLst>
            <a:outerShdw blurRad="57150" rotWithShape="0" algn="bl" dir="1920000" dist="19050">
              <a:srgbClr val="000000">
                <a:alpha val="22000"/>
              </a:srgbClr>
            </a:outerShdw>
          </a:effectLst>
        </p:spPr>
        <p:txBody>
          <a:bodyPr anchorCtr="0" anchor="t" bIns="18000" lIns="18000" spcFirstLastPara="1" rIns="18000" wrap="square" tIns="18000">
            <a:noAutofit/>
          </a:bodyPr>
          <a:lstStyle/>
          <a:p>
            <a:pPr indent="0" lvl="0" marL="0" rtl="0" algn="ctr">
              <a:spcBef>
                <a:spcPts val="0"/>
              </a:spcBef>
              <a:spcAft>
                <a:spcPts val="0"/>
              </a:spcAft>
              <a:buNone/>
            </a:pPr>
            <a:r>
              <a:rPr b="1" lang="es-419" sz="800"/>
              <a:t>&lt;...&gt;</a:t>
            </a:r>
            <a:endParaRPr b="1" sz="800"/>
          </a:p>
          <a:p>
            <a:pPr indent="0" lvl="0" marL="0" rtl="0" algn="ctr">
              <a:spcBef>
                <a:spcPts val="0"/>
              </a:spcBef>
              <a:spcAft>
                <a:spcPts val="0"/>
              </a:spcAft>
              <a:buNone/>
            </a:pPr>
            <a:r>
              <a:rPr lang="es-419" sz="800"/>
              <a:t>&lt;...&gt;</a:t>
            </a:r>
            <a:endParaRPr sz="800"/>
          </a:p>
        </p:txBody>
      </p:sp>
      <p:grpSp>
        <p:nvGrpSpPr>
          <p:cNvPr id="10037" name="Google Shape;10037;p172"/>
          <p:cNvGrpSpPr/>
          <p:nvPr/>
        </p:nvGrpSpPr>
        <p:grpSpPr>
          <a:xfrm>
            <a:off x="2300118" y="1679184"/>
            <a:ext cx="801000" cy="434150"/>
            <a:chOff x="6170025" y="1408150"/>
            <a:chExt cx="801000" cy="434150"/>
          </a:xfrm>
        </p:grpSpPr>
        <p:cxnSp>
          <p:nvCxnSpPr>
            <p:cNvPr id="10038" name="Google Shape;10038;p172"/>
            <p:cNvCxnSpPr/>
            <p:nvPr/>
          </p:nvCxnSpPr>
          <p:spPr>
            <a:xfrm>
              <a:off x="6170025" y="1555500"/>
              <a:ext cx="801000" cy="286800"/>
            </a:xfrm>
            <a:prstGeom prst="bentConnector3">
              <a:avLst>
                <a:gd fmla="val 50000" name="adj1"/>
              </a:avLst>
            </a:prstGeom>
            <a:noFill/>
            <a:ln cap="flat" cmpd="sng" w="19050">
              <a:solidFill>
                <a:srgbClr val="274E13"/>
              </a:solidFill>
              <a:prstDash val="lgDash"/>
              <a:round/>
              <a:headEnd len="med" w="med" type="none"/>
              <a:tailEnd len="med" w="med" type="stealth"/>
            </a:ln>
          </p:spPr>
        </p:cxnSp>
        <p:sp>
          <p:nvSpPr>
            <p:cNvPr id="10039" name="Google Shape;10039;p172"/>
            <p:cNvSpPr txBox="1"/>
            <p:nvPr/>
          </p:nvSpPr>
          <p:spPr>
            <a:xfrm>
              <a:off x="6255333" y="1408150"/>
              <a:ext cx="623400" cy="123000"/>
            </a:xfrm>
            <a:prstGeom prst="rect">
              <a:avLst/>
            </a:prstGeom>
            <a:noFill/>
            <a:ln>
              <a:noFill/>
            </a:ln>
          </p:spPr>
          <p:txBody>
            <a:bodyPr anchorCtr="0" anchor="t" bIns="0" lIns="0" spcFirstLastPara="1" rIns="0" wrap="square" tIns="0">
              <a:spAutoFit/>
            </a:bodyPr>
            <a:lstStyle/>
            <a:p>
              <a:pPr indent="0" lvl="0" marL="0" rtl="0" algn="ctr">
                <a:spcBef>
                  <a:spcPts val="0"/>
                </a:spcBef>
                <a:spcAft>
                  <a:spcPts val="0"/>
                </a:spcAft>
                <a:buNone/>
              </a:pPr>
              <a:r>
                <a:rPr b="1" i="1" lang="es-419" sz="800">
                  <a:solidFill>
                    <a:srgbClr val="274E13"/>
                  </a:solidFill>
                </a:rPr>
                <a:t>includes</a:t>
              </a:r>
              <a:endParaRPr b="1" i="1" sz="800">
                <a:solidFill>
                  <a:srgbClr val="274E13"/>
                </a:solidFill>
              </a:endParaRPr>
            </a:p>
          </p:txBody>
        </p:sp>
      </p:grpSp>
      <p:grpSp>
        <p:nvGrpSpPr>
          <p:cNvPr id="10040" name="Google Shape;10040;p172"/>
          <p:cNvGrpSpPr/>
          <p:nvPr/>
        </p:nvGrpSpPr>
        <p:grpSpPr>
          <a:xfrm>
            <a:off x="1335043" y="1602972"/>
            <a:ext cx="801000" cy="434150"/>
            <a:chOff x="6170025" y="1408150"/>
            <a:chExt cx="801000" cy="434150"/>
          </a:xfrm>
        </p:grpSpPr>
        <p:cxnSp>
          <p:nvCxnSpPr>
            <p:cNvPr id="10041" name="Google Shape;10041;p172"/>
            <p:cNvCxnSpPr/>
            <p:nvPr/>
          </p:nvCxnSpPr>
          <p:spPr>
            <a:xfrm>
              <a:off x="6170025" y="1555500"/>
              <a:ext cx="801000" cy="286800"/>
            </a:xfrm>
            <a:prstGeom prst="bentConnector3">
              <a:avLst>
                <a:gd fmla="val 50000" name="adj1"/>
              </a:avLst>
            </a:prstGeom>
            <a:noFill/>
            <a:ln cap="flat" cmpd="sng" w="19050">
              <a:solidFill>
                <a:srgbClr val="990000"/>
              </a:solidFill>
              <a:prstDash val="lgDash"/>
              <a:round/>
              <a:headEnd len="med" w="med" type="none"/>
              <a:tailEnd len="med" w="med" type="stealth"/>
            </a:ln>
          </p:spPr>
        </p:cxnSp>
        <p:sp>
          <p:nvSpPr>
            <p:cNvPr id="10042" name="Google Shape;10042;p172"/>
            <p:cNvSpPr txBox="1"/>
            <p:nvPr/>
          </p:nvSpPr>
          <p:spPr>
            <a:xfrm>
              <a:off x="6255333" y="1408150"/>
              <a:ext cx="623400" cy="123000"/>
            </a:xfrm>
            <a:prstGeom prst="rect">
              <a:avLst/>
            </a:prstGeom>
            <a:noFill/>
            <a:ln>
              <a:noFill/>
            </a:ln>
          </p:spPr>
          <p:txBody>
            <a:bodyPr anchorCtr="0" anchor="t" bIns="0" lIns="0" spcFirstLastPara="1" rIns="0" wrap="square" tIns="0">
              <a:spAutoFit/>
            </a:bodyPr>
            <a:lstStyle/>
            <a:p>
              <a:pPr indent="0" lvl="0" marL="0" rtl="0" algn="ctr">
                <a:spcBef>
                  <a:spcPts val="0"/>
                </a:spcBef>
                <a:spcAft>
                  <a:spcPts val="0"/>
                </a:spcAft>
                <a:buNone/>
              </a:pPr>
              <a:r>
                <a:rPr b="1" i="1" lang="es-419" sz="800">
                  <a:solidFill>
                    <a:srgbClr val="990000"/>
                  </a:solidFill>
                </a:rPr>
                <a:t>extends</a:t>
              </a:r>
              <a:endParaRPr b="1" i="1" sz="800">
                <a:solidFill>
                  <a:srgbClr val="990000"/>
                </a:solidFill>
              </a:endParaRPr>
            </a:p>
          </p:txBody>
        </p:sp>
      </p:grpSp>
      <p:sp>
        <p:nvSpPr>
          <p:cNvPr id="10043" name="Google Shape;10043;p172"/>
          <p:cNvSpPr/>
          <p:nvPr/>
        </p:nvSpPr>
        <p:spPr>
          <a:xfrm>
            <a:off x="529850" y="2389750"/>
            <a:ext cx="2620800" cy="1493100"/>
          </a:xfrm>
          <a:prstGeom prst="roundRect">
            <a:avLst>
              <a:gd fmla="val 3146" name="adj"/>
            </a:avLst>
          </a:prstGeom>
          <a:solidFill>
            <a:srgbClr val="FFFFFF"/>
          </a:solidFill>
          <a:ln cap="flat" cmpd="sng" w="9525">
            <a:solidFill>
              <a:srgbClr val="EFEFEF"/>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t" bIns="18000" lIns="18000" spcFirstLastPara="1" rIns="18000" wrap="square" tIns="18000">
            <a:noAutofit/>
          </a:bodyPr>
          <a:lstStyle/>
          <a:p>
            <a:pPr indent="0" lvl="0" marL="0" rtl="0" algn="r">
              <a:spcBef>
                <a:spcPts val="0"/>
              </a:spcBef>
              <a:spcAft>
                <a:spcPts val="0"/>
              </a:spcAft>
              <a:buNone/>
            </a:pPr>
            <a:r>
              <a:t/>
            </a:r>
            <a:endParaRPr b="1" i="1" sz="900">
              <a:solidFill>
                <a:srgbClr val="434343"/>
              </a:solidFill>
            </a:endParaRPr>
          </a:p>
        </p:txBody>
      </p:sp>
      <p:sp>
        <p:nvSpPr>
          <p:cNvPr id="10044" name="Google Shape;10044;p172"/>
          <p:cNvSpPr txBox="1"/>
          <p:nvPr/>
        </p:nvSpPr>
        <p:spPr>
          <a:xfrm>
            <a:off x="555675" y="2429250"/>
            <a:ext cx="691500" cy="2658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lang="es-419" sz="700">
                <a:latin typeface="Arvo"/>
                <a:ea typeface="Arvo"/>
                <a:cs typeface="Arvo"/>
                <a:sym typeface="Arvo"/>
              </a:rPr>
              <a:t>Funcionalidad:</a:t>
            </a:r>
            <a:endParaRPr i="1" sz="600">
              <a:solidFill>
                <a:srgbClr val="666666"/>
              </a:solidFill>
              <a:latin typeface="Arvo"/>
              <a:ea typeface="Arvo"/>
              <a:cs typeface="Arvo"/>
              <a:sym typeface="Arvo"/>
            </a:endParaRPr>
          </a:p>
        </p:txBody>
      </p:sp>
      <p:sp>
        <p:nvSpPr>
          <p:cNvPr id="10045" name="Google Shape;10045;p172"/>
          <p:cNvSpPr/>
          <p:nvPr/>
        </p:nvSpPr>
        <p:spPr>
          <a:xfrm>
            <a:off x="1260100" y="2485425"/>
            <a:ext cx="1783200" cy="160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600">
              <a:latin typeface="Roboto"/>
              <a:ea typeface="Roboto"/>
              <a:cs typeface="Roboto"/>
              <a:sym typeface="Roboto"/>
            </a:endParaRPr>
          </a:p>
        </p:txBody>
      </p:sp>
      <p:sp>
        <p:nvSpPr>
          <p:cNvPr id="10046" name="Google Shape;10046;p172"/>
          <p:cNvSpPr txBox="1"/>
          <p:nvPr/>
        </p:nvSpPr>
        <p:spPr>
          <a:xfrm>
            <a:off x="1260100" y="2481225"/>
            <a:ext cx="1783200" cy="169200"/>
          </a:xfrm>
          <a:prstGeom prst="rect">
            <a:avLst/>
          </a:prstGeom>
          <a:noFill/>
          <a:ln>
            <a:noFill/>
          </a:ln>
        </p:spPr>
        <p:txBody>
          <a:bodyPr anchorCtr="0" anchor="ctr" bIns="18000" lIns="18000" spcFirstLastPara="1" rIns="18000" wrap="square" tIns="18000">
            <a:noAutofit/>
          </a:bodyPr>
          <a:lstStyle/>
          <a:p>
            <a:pPr indent="0" lvl="0" marL="0" rtl="0" algn="ctr">
              <a:spcBef>
                <a:spcPts val="0"/>
              </a:spcBef>
              <a:spcAft>
                <a:spcPts val="0"/>
              </a:spcAft>
              <a:buNone/>
            </a:pPr>
            <a:r>
              <a:rPr b="1" i="1" lang="es-419" sz="800">
                <a:solidFill>
                  <a:srgbClr val="434343"/>
                </a:solidFill>
              </a:rPr>
              <a:t>&lt;...&gt;</a:t>
            </a:r>
            <a:endParaRPr b="1" i="1" sz="800">
              <a:solidFill>
                <a:srgbClr val="434343"/>
              </a:solidFill>
            </a:endParaRPr>
          </a:p>
        </p:txBody>
      </p:sp>
      <p:cxnSp>
        <p:nvCxnSpPr>
          <p:cNvPr id="10047" name="Google Shape;10047;p172"/>
          <p:cNvCxnSpPr/>
          <p:nvPr/>
        </p:nvCxnSpPr>
        <p:spPr>
          <a:xfrm>
            <a:off x="473468" y="1675158"/>
            <a:ext cx="773700" cy="442200"/>
          </a:xfrm>
          <a:prstGeom prst="bentConnector3">
            <a:avLst>
              <a:gd fmla="val 50000" name="adj1"/>
            </a:avLst>
          </a:prstGeom>
          <a:noFill/>
          <a:ln cap="flat" cmpd="sng" w="19050">
            <a:solidFill>
              <a:schemeClr val="dk2"/>
            </a:solidFill>
            <a:prstDash val="dash"/>
            <a:round/>
            <a:headEnd len="med" w="med" type="none"/>
            <a:tailEnd len="med" w="med" type="stealth"/>
          </a:ln>
        </p:spPr>
      </p:cxnSp>
      <p:sp>
        <p:nvSpPr>
          <p:cNvPr id="10048" name="Google Shape;10048;p172"/>
          <p:cNvSpPr/>
          <p:nvPr/>
        </p:nvSpPr>
        <p:spPr>
          <a:xfrm>
            <a:off x="1994606" y="1027913"/>
            <a:ext cx="691500" cy="307800"/>
          </a:xfrm>
          <a:prstGeom prst="roundRect">
            <a:avLst>
              <a:gd fmla="val 5590" name="adj"/>
            </a:avLst>
          </a:prstGeom>
          <a:solidFill>
            <a:srgbClr val="D9EAD3"/>
          </a:solidFill>
          <a:ln cap="flat" cmpd="sng" w="9525">
            <a:solidFill>
              <a:srgbClr val="EFEFEF"/>
            </a:solidFill>
            <a:prstDash val="solid"/>
            <a:round/>
            <a:headEnd len="sm" w="sm" type="none"/>
            <a:tailEnd len="sm" w="sm" type="none"/>
          </a:ln>
          <a:effectLst>
            <a:outerShdw rotWithShape="0" algn="bl" dir="2820000" dist="9525">
              <a:srgbClr val="660000">
                <a:alpha val="50000"/>
              </a:srgbClr>
            </a:outerShdw>
          </a:effectLst>
        </p:spPr>
        <p:txBody>
          <a:bodyPr anchorCtr="0" anchor="ctr" bIns="18000" lIns="18000" spcFirstLastPara="1" rIns="18000" wrap="square" tIns="18000">
            <a:noAutofit/>
          </a:bodyPr>
          <a:lstStyle/>
          <a:p>
            <a:pPr indent="0" lvl="0" marL="0" rtl="0" algn="ctr">
              <a:spcBef>
                <a:spcPts val="0"/>
              </a:spcBef>
              <a:spcAft>
                <a:spcPts val="0"/>
              </a:spcAft>
              <a:buNone/>
            </a:pPr>
            <a:r>
              <a:rPr b="1" lang="es-419" sz="800"/>
              <a:t>&lt;..&gt;</a:t>
            </a:r>
            <a:endParaRPr b="1" sz="800">
              <a:latin typeface="Roboto"/>
              <a:ea typeface="Roboto"/>
              <a:cs typeface="Roboto"/>
              <a:sym typeface="Roboto"/>
            </a:endParaRPr>
          </a:p>
        </p:txBody>
      </p:sp>
      <p:grpSp>
        <p:nvGrpSpPr>
          <p:cNvPr id="10049" name="Google Shape;10049;p172"/>
          <p:cNvGrpSpPr/>
          <p:nvPr/>
        </p:nvGrpSpPr>
        <p:grpSpPr>
          <a:xfrm>
            <a:off x="454975" y="4061650"/>
            <a:ext cx="2799900" cy="1366800"/>
            <a:chOff x="454975" y="4155250"/>
            <a:chExt cx="2799900" cy="1366800"/>
          </a:xfrm>
        </p:grpSpPr>
        <p:sp>
          <p:nvSpPr>
            <p:cNvPr id="10050" name="Google Shape;10050;p172"/>
            <p:cNvSpPr/>
            <p:nvPr/>
          </p:nvSpPr>
          <p:spPr>
            <a:xfrm>
              <a:off x="454975" y="4155250"/>
              <a:ext cx="2799900" cy="1366800"/>
            </a:xfrm>
            <a:prstGeom prst="roundRect">
              <a:avLst>
                <a:gd fmla="val 3233" name="adj"/>
              </a:avLst>
            </a:prstGeom>
            <a:solidFill>
              <a:srgbClr val="FFFFFF"/>
            </a:solidFill>
            <a:ln cap="flat" cmpd="sng" w="9525">
              <a:solidFill>
                <a:srgbClr val="EFEFEF"/>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t" bIns="18000" lIns="18000" spcFirstLastPara="1" rIns="18000" wrap="square" tIns="18000">
              <a:noAutofit/>
            </a:bodyPr>
            <a:lstStyle/>
            <a:p>
              <a:pPr indent="0" lvl="0" marL="0" rtl="0" algn="ctr">
                <a:spcBef>
                  <a:spcPts val="0"/>
                </a:spcBef>
                <a:spcAft>
                  <a:spcPts val="0"/>
                </a:spcAft>
                <a:buNone/>
              </a:pPr>
              <a:r>
                <a:rPr b="1" i="1" lang="es-419" sz="900">
                  <a:solidFill>
                    <a:srgbClr val="434343"/>
                  </a:solidFill>
                </a:rPr>
                <a:t>Objetivos de la Funcionalidad</a:t>
              </a:r>
              <a:endParaRPr b="1" i="1" sz="900">
                <a:solidFill>
                  <a:srgbClr val="434343"/>
                </a:solidFill>
              </a:endParaRPr>
            </a:p>
          </p:txBody>
        </p:sp>
        <p:sp>
          <p:nvSpPr>
            <p:cNvPr id="10051" name="Google Shape;10051;p172"/>
            <p:cNvSpPr txBox="1"/>
            <p:nvPr/>
          </p:nvSpPr>
          <p:spPr>
            <a:xfrm>
              <a:off x="1764892" y="4415677"/>
              <a:ext cx="1069200" cy="2166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t/>
              </a:r>
              <a:endParaRPr b="1" sz="600"/>
            </a:p>
          </p:txBody>
        </p:sp>
        <p:sp>
          <p:nvSpPr>
            <p:cNvPr id="10052" name="Google Shape;10052;p172"/>
            <p:cNvSpPr txBox="1"/>
            <p:nvPr/>
          </p:nvSpPr>
          <p:spPr>
            <a:xfrm>
              <a:off x="661500" y="4423900"/>
              <a:ext cx="801000" cy="232500"/>
            </a:xfrm>
            <a:prstGeom prst="rect">
              <a:avLst/>
            </a:prstGeom>
            <a:noFill/>
            <a:ln>
              <a:noFill/>
            </a:ln>
          </p:spPr>
          <p:txBody>
            <a:bodyPr anchorCtr="0" anchor="ctr" bIns="0" lIns="0" spcFirstLastPara="1" rIns="0" wrap="square" tIns="0">
              <a:noAutofit/>
            </a:bodyPr>
            <a:lstStyle/>
            <a:p>
              <a:pPr indent="0" lvl="0" marL="0" rtl="0" algn="r">
                <a:spcBef>
                  <a:spcPts val="0"/>
                </a:spcBef>
                <a:spcAft>
                  <a:spcPts val="0"/>
                </a:spcAft>
                <a:buNone/>
              </a:pPr>
              <a:r>
                <a:rPr lang="es-419" sz="700">
                  <a:latin typeface="Arvo"/>
                  <a:ea typeface="Arvo"/>
                  <a:cs typeface="Arvo"/>
                  <a:sym typeface="Arvo"/>
                </a:rPr>
                <a:t>Nombre de la Funcionalidad:</a:t>
              </a:r>
              <a:endParaRPr sz="700">
                <a:latin typeface="Arvo"/>
                <a:ea typeface="Arvo"/>
                <a:cs typeface="Arvo"/>
                <a:sym typeface="Arvo"/>
              </a:endParaRPr>
            </a:p>
            <a:p>
              <a:pPr indent="0" lvl="0" marL="0" rtl="0" algn="r">
                <a:spcBef>
                  <a:spcPts val="0"/>
                </a:spcBef>
                <a:spcAft>
                  <a:spcPts val="0"/>
                </a:spcAft>
                <a:buNone/>
              </a:pPr>
              <a:r>
                <a:rPr i="1" lang="es-419" sz="600">
                  <a:solidFill>
                    <a:srgbClr val="666666"/>
                  </a:solidFill>
                  <a:latin typeface="Arvo"/>
                  <a:ea typeface="Arvo"/>
                  <a:cs typeface="Arvo"/>
                  <a:sym typeface="Arvo"/>
                </a:rPr>
                <a:t>ej: Reserva de citas médicas</a:t>
              </a:r>
              <a:endParaRPr i="1" sz="600">
                <a:solidFill>
                  <a:srgbClr val="666666"/>
                </a:solidFill>
                <a:latin typeface="Arvo"/>
                <a:ea typeface="Arvo"/>
                <a:cs typeface="Arvo"/>
                <a:sym typeface="Arvo"/>
              </a:endParaRPr>
            </a:p>
          </p:txBody>
        </p:sp>
        <p:sp>
          <p:nvSpPr>
            <p:cNvPr id="10053" name="Google Shape;10053;p172"/>
            <p:cNvSpPr txBox="1"/>
            <p:nvPr/>
          </p:nvSpPr>
          <p:spPr>
            <a:xfrm>
              <a:off x="536975" y="5190725"/>
              <a:ext cx="925500" cy="248700"/>
            </a:xfrm>
            <a:prstGeom prst="rect">
              <a:avLst/>
            </a:prstGeom>
            <a:noFill/>
            <a:ln>
              <a:noFill/>
            </a:ln>
          </p:spPr>
          <p:txBody>
            <a:bodyPr anchorCtr="0" anchor="ctr" bIns="0" lIns="0" spcFirstLastPara="1" rIns="0" wrap="square" tIns="0">
              <a:spAutoFit/>
            </a:bodyPr>
            <a:lstStyle/>
            <a:p>
              <a:pPr indent="0" lvl="0" marL="0" marR="0" rtl="0" algn="r">
                <a:lnSpc>
                  <a:spcPct val="85000"/>
                </a:lnSpc>
                <a:spcBef>
                  <a:spcPts val="0"/>
                </a:spcBef>
                <a:spcAft>
                  <a:spcPts val="0"/>
                </a:spcAft>
                <a:buNone/>
              </a:pPr>
              <a:r>
                <a:rPr lang="es-419" sz="700">
                  <a:latin typeface="Arvo"/>
                  <a:ea typeface="Arvo"/>
                  <a:cs typeface="Arvo"/>
                  <a:sym typeface="Arvo"/>
                </a:rPr>
                <a:t>Meta Empresa:</a:t>
              </a:r>
              <a:endParaRPr sz="700">
                <a:latin typeface="Arvo"/>
                <a:ea typeface="Arvo"/>
                <a:cs typeface="Arvo"/>
                <a:sym typeface="Arvo"/>
              </a:endParaRPr>
            </a:p>
            <a:p>
              <a:pPr indent="0" lvl="0" marL="0" marR="0" rtl="0" algn="r">
                <a:lnSpc>
                  <a:spcPct val="85000"/>
                </a:lnSpc>
                <a:spcBef>
                  <a:spcPts val="0"/>
                </a:spcBef>
                <a:spcAft>
                  <a:spcPts val="0"/>
                </a:spcAft>
                <a:buNone/>
              </a:pPr>
              <a:r>
                <a:rPr lang="es-419" sz="500">
                  <a:latin typeface="Arvo"/>
                  <a:ea typeface="Arvo"/>
                  <a:cs typeface="Arvo"/>
                  <a:sym typeface="Arvo"/>
                </a:rPr>
                <a:t>&lt;sustantivo&gt;&lt;adjetivo&gt;</a:t>
              </a:r>
              <a:r>
                <a:rPr lang="es-419" sz="600">
                  <a:solidFill>
                    <a:srgbClr val="000000"/>
                  </a:solidFill>
                </a:rPr>
                <a:t> </a:t>
              </a:r>
              <a:endParaRPr sz="600">
                <a:solidFill>
                  <a:srgbClr val="000000"/>
                </a:solidFill>
              </a:endParaRPr>
            </a:p>
            <a:p>
              <a:pPr indent="0" lvl="0" marL="0" marR="0" rtl="0" algn="r">
                <a:lnSpc>
                  <a:spcPct val="85000"/>
                </a:lnSpc>
                <a:spcBef>
                  <a:spcPts val="0"/>
                </a:spcBef>
                <a:spcAft>
                  <a:spcPts val="0"/>
                </a:spcAft>
                <a:buNone/>
              </a:pPr>
              <a:r>
                <a:rPr i="1" lang="es-419" sz="600">
                  <a:solidFill>
                    <a:srgbClr val="666666"/>
                  </a:solidFill>
                  <a:latin typeface="Arvo"/>
                  <a:ea typeface="Arvo"/>
                  <a:cs typeface="Arvo"/>
                  <a:sym typeface="Arvo"/>
                </a:rPr>
                <a:t>ej: agenda actualizada</a:t>
              </a:r>
              <a:endParaRPr i="1" sz="600">
                <a:latin typeface="Arvo"/>
                <a:ea typeface="Arvo"/>
                <a:cs typeface="Arvo"/>
                <a:sym typeface="Arvo"/>
              </a:endParaRPr>
            </a:p>
          </p:txBody>
        </p:sp>
        <p:sp>
          <p:nvSpPr>
            <p:cNvPr id="10054" name="Google Shape;10054;p172"/>
            <p:cNvSpPr txBox="1"/>
            <p:nvPr/>
          </p:nvSpPr>
          <p:spPr>
            <a:xfrm>
              <a:off x="537000" y="4868925"/>
              <a:ext cx="925500" cy="232500"/>
            </a:xfrm>
            <a:prstGeom prst="rect">
              <a:avLst/>
            </a:prstGeom>
            <a:noFill/>
            <a:ln>
              <a:noFill/>
            </a:ln>
          </p:spPr>
          <p:txBody>
            <a:bodyPr anchorCtr="0" anchor="ctr" bIns="0" lIns="0" spcFirstLastPara="1" rIns="0" wrap="square" tIns="0">
              <a:noAutofit/>
            </a:bodyPr>
            <a:lstStyle/>
            <a:p>
              <a:pPr indent="0" lvl="0" marL="0" rtl="0" algn="r">
                <a:spcBef>
                  <a:spcPts val="0"/>
                </a:spcBef>
                <a:spcAft>
                  <a:spcPts val="0"/>
                </a:spcAft>
                <a:buNone/>
              </a:pPr>
              <a:r>
                <a:rPr lang="es-419" sz="700">
                  <a:latin typeface="Arvo"/>
                  <a:ea typeface="Arvo"/>
                  <a:cs typeface="Arvo"/>
                  <a:sym typeface="Arvo"/>
                </a:rPr>
                <a:t>Poscondición:</a:t>
              </a:r>
              <a:endParaRPr sz="700">
                <a:latin typeface="Arvo"/>
                <a:ea typeface="Arvo"/>
                <a:cs typeface="Arvo"/>
                <a:sym typeface="Arvo"/>
              </a:endParaRPr>
            </a:p>
            <a:p>
              <a:pPr indent="0" lvl="0" marL="0" rtl="0" algn="r">
                <a:lnSpc>
                  <a:spcPct val="85000"/>
                </a:lnSpc>
                <a:spcBef>
                  <a:spcPts val="0"/>
                </a:spcBef>
                <a:spcAft>
                  <a:spcPts val="0"/>
                </a:spcAft>
                <a:buClr>
                  <a:srgbClr val="000000"/>
                </a:buClr>
                <a:buSzPts val="1100"/>
                <a:buFont typeface="Arial"/>
                <a:buNone/>
              </a:pPr>
              <a:r>
                <a:rPr lang="es-419" sz="500">
                  <a:solidFill>
                    <a:srgbClr val="000000"/>
                  </a:solidFill>
                  <a:latin typeface="Arvo"/>
                  <a:ea typeface="Arvo"/>
                  <a:cs typeface="Arvo"/>
                  <a:sym typeface="Arvo"/>
                </a:rPr>
                <a:t>&lt;sustantivo&gt;&lt;adjetivo&gt;</a:t>
              </a:r>
              <a:endParaRPr sz="600">
                <a:latin typeface="Arvo"/>
                <a:ea typeface="Arvo"/>
                <a:cs typeface="Arvo"/>
                <a:sym typeface="Arvo"/>
              </a:endParaRPr>
            </a:p>
            <a:p>
              <a:pPr indent="0" lvl="0" marL="0" rtl="0" algn="r">
                <a:spcBef>
                  <a:spcPts val="0"/>
                </a:spcBef>
                <a:spcAft>
                  <a:spcPts val="0"/>
                </a:spcAft>
                <a:buNone/>
              </a:pPr>
              <a:r>
                <a:rPr i="1" lang="es-419" sz="600">
                  <a:solidFill>
                    <a:srgbClr val="666666"/>
                  </a:solidFill>
                  <a:latin typeface="Arvo"/>
                  <a:ea typeface="Arvo"/>
                  <a:cs typeface="Arvo"/>
                  <a:sym typeface="Arvo"/>
                </a:rPr>
                <a:t>ej: pago  realizado</a:t>
              </a:r>
              <a:endParaRPr i="1" sz="600">
                <a:solidFill>
                  <a:srgbClr val="666666"/>
                </a:solidFill>
                <a:latin typeface="Arvo"/>
                <a:ea typeface="Arvo"/>
                <a:cs typeface="Arvo"/>
                <a:sym typeface="Arvo"/>
              </a:endParaRPr>
            </a:p>
          </p:txBody>
        </p:sp>
        <p:sp>
          <p:nvSpPr>
            <p:cNvPr id="10055" name="Google Shape;10055;p172"/>
            <p:cNvSpPr/>
            <p:nvPr/>
          </p:nvSpPr>
          <p:spPr>
            <a:xfrm>
              <a:off x="1567450" y="4861754"/>
              <a:ext cx="1551300" cy="2166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600">
                <a:latin typeface="Roboto"/>
                <a:ea typeface="Roboto"/>
                <a:cs typeface="Roboto"/>
                <a:sym typeface="Roboto"/>
              </a:endParaRPr>
            </a:p>
          </p:txBody>
        </p:sp>
        <p:sp>
          <p:nvSpPr>
            <p:cNvPr id="10056" name="Google Shape;10056;p172"/>
            <p:cNvSpPr/>
            <p:nvPr/>
          </p:nvSpPr>
          <p:spPr>
            <a:xfrm>
              <a:off x="1567450" y="5207124"/>
              <a:ext cx="1551300" cy="2166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600">
                <a:latin typeface="Roboto"/>
                <a:ea typeface="Roboto"/>
                <a:cs typeface="Roboto"/>
                <a:sym typeface="Roboto"/>
              </a:endParaRPr>
            </a:p>
          </p:txBody>
        </p:sp>
        <p:sp>
          <p:nvSpPr>
            <p:cNvPr id="10057" name="Google Shape;10057;p172"/>
            <p:cNvSpPr txBox="1"/>
            <p:nvPr/>
          </p:nvSpPr>
          <p:spPr>
            <a:xfrm>
              <a:off x="1591275" y="4866157"/>
              <a:ext cx="1527600" cy="203100"/>
            </a:xfrm>
            <a:prstGeom prst="rect">
              <a:avLst/>
            </a:prstGeom>
            <a:solidFill>
              <a:srgbClr val="F3F3F3"/>
            </a:solidFill>
            <a:ln>
              <a:noFill/>
            </a:ln>
          </p:spPr>
          <p:txBody>
            <a:bodyPr anchorCtr="0" anchor="ctr" bIns="18000" lIns="18000" spcFirstLastPara="1" rIns="18000" wrap="square" tIns="18000">
              <a:noAutofit/>
            </a:bodyPr>
            <a:lstStyle/>
            <a:p>
              <a:pPr indent="0" lvl="0" marL="0" rtl="0" algn="l">
                <a:spcBef>
                  <a:spcPts val="0"/>
                </a:spcBef>
                <a:spcAft>
                  <a:spcPts val="0"/>
                </a:spcAft>
                <a:buNone/>
              </a:pPr>
              <a:r>
                <a:t/>
              </a:r>
              <a:endParaRPr b="1" i="1" sz="800">
                <a:solidFill>
                  <a:srgbClr val="434343"/>
                </a:solidFill>
              </a:endParaRPr>
            </a:p>
          </p:txBody>
        </p:sp>
        <p:sp>
          <p:nvSpPr>
            <p:cNvPr id="10058" name="Google Shape;10058;p172"/>
            <p:cNvSpPr txBox="1"/>
            <p:nvPr/>
          </p:nvSpPr>
          <p:spPr>
            <a:xfrm>
              <a:off x="1591275" y="5199725"/>
              <a:ext cx="1527600" cy="203100"/>
            </a:xfrm>
            <a:prstGeom prst="rect">
              <a:avLst/>
            </a:prstGeom>
            <a:solidFill>
              <a:srgbClr val="F3F3F3"/>
            </a:solidFill>
            <a:ln>
              <a:noFill/>
            </a:ln>
          </p:spPr>
          <p:txBody>
            <a:bodyPr anchorCtr="0" anchor="ctr" bIns="18000" lIns="18000" spcFirstLastPara="1" rIns="18000" wrap="square" tIns="18000">
              <a:noAutofit/>
            </a:bodyPr>
            <a:lstStyle/>
            <a:p>
              <a:pPr indent="0" lvl="0" marL="0" rtl="0" algn="l">
                <a:spcBef>
                  <a:spcPts val="0"/>
                </a:spcBef>
                <a:spcAft>
                  <a:spcPts val="0"/>
                </a:spcAft>
                <a:buNone/>
              </a:pPr>
              <a:r>
                <a:t/>
              </a:r>
              <a:endParaRPr b="1" i="1" sz="800">
                <a:solidFill>
                  <a:srgbClr val="434343"/>
                </a:solidFill>
              </a:endParaRPr>
            </a:p>
          </p:txBody>
        </p:sp>
        <p:sp>
          <p:nvSpPr>
            <p:cNvPr id="10059" name="Google Shape;10059;p172"/>
            <p:cNvSpPr txBox="1"/>
            <p:nvPr/>
          </p:nvSpPr>
          <p:spPr>
            <a:xfrm>
              <a:off x="1776867" y="4425173"/>
              <a:ext cx="1069200" cy="2166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t/>
              </a:r>
              <a:endParaRPr b="1" sz="600"/>
            </a:p>
          </p:txBody>
        </p:sp>
        <p:sp>
          <p:nvSpPr>
            <p:cNvPr id="10060" name="Google Shape;10060;p172"/>
            <p:cNvSpPr/>
            <p:nvPr/>
          </p:nvSpPr>
          <p:spPr>
            <a:xfrm>
              <a:off x="1579425" y="4367690"/>
              <a:ext cx="15513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600">
                <a:latin typeface="Roboto"/>
                <a:ea typeface="Roboto"/>
                <a:cs typeface="Roboto"/>
                <a:sym typeface="Roboto"/>
              </a:endParaRPr>
            </a:p>
          </p:txBody>
        </p:sp>
        <p:sp>
          <p:nvSpPr>
            <p:cNvPr id="10061" name="Google Shape;10061;p172"/>
            <p:cNvSpPr txBox="1"/>
            <p:nvPr/>
          </p:nvSpPr>
          <p:spPr>
            <a:xfrm>
              <a:off x="1591275" y="4350201"/>
              <a:ext cx="1527600" cy="351900"/>
            </a:xfrm>
            <a:prstGeom prst="rect">
              <a:avLst/>
            </a:prstGeom>
            <a:noFill/>
            <a:ln>
              <a:noFill/>
            </a:ln>
          </p:spPr>
          <p:txBody>
            <a:bodyPr anchorCtr="0" anchor="ctr" bIns="18000" lIns="18000" spcFirstLastPara="1" rIns="18000" wrap="square" tIns="18000">
              <a:noAutofit/>
            </a:bodyPr>
            <a:lstStyle/>
            <a:p>
              <a:pPr indent="0" lvl="0" marL="0" rtl="0" algn="ctr">
                <a:spcBef>
                  <a:spcPts val="0"/>
                </a:spcBef>
                <a:spcAft>
                  <a:spcPts val="0"/>
                </a:spcAft>
                <a:buNone/>
              </a:pPr>
              <a:r>
                <a:t/>
              </a:r>
              <a:endParaRPr b="1" i="1" sz="1100">
                <a:solidFill>
                  <a:srgbClr val="434343"/>
                </a:solidFill>
              </a:endParaRPr>
            </a:p>
          </p:txBody>
        </p:sp>
      </p:grpSp>
      <p:grpSp>
        <p:nvGrpSpPr>
          <p:cNvPr id="10062" name="Google Shape;10062;p172"/>
          <p:cNvGrpSpPr/>
          <p:nvPr/>
        </p:nvGrpSpPr>
        <p:grpSpPr>
          <a:xfrm>
            <a:off x="666588" y="2714647"/>
            <a:ext cx="2376625" cy="200100"/>
            <a:chOff x="624700" y="1498750"/>
            <a:chExt cx="2376625" cy="200100"/>
          </a:xfrm>
        </p:grpSpPr>
        <p:sp>
          <p:nvSpPr>
            <p:cNvPr id="10063" name="Google Shape;10063;p172"/>
            <p:cNvSpPr txBox="1"/>
            <p:nvPr/>
          </p:nvSpPr>
          <p:spPr>
            <a:xfrm>
              <a:off x="747725" y="1498750"/>
              <a:ext cx="2253600" cy="200100"/>
            </a:xfrm>
            <a:prstGeom prst="rect">
              <a:avLst/>
            </a:prstGeom>
            <a:solidFill>
              <a:srgbClr val="F3F3F3"/>
            </a:solidFill>
            <a:ln>
              <a:noFill/>
            </a:ln>
          </p:spPr>
          <p:txBody>
            <a:bodyPr anchorCtr="0" anchor="ctr" bIns="18000" lIns="18000" spcFirstLastPara="1" rIns="18000" wrap="square" tIns="18000">
              <a:noAutofit/>
            </a:bodyPr>
            <a:lstStyle/>
            <a:p>
              <a:pPr indent="0" lvl="0" marL="0" rtl="0" algn="l">
                <a:spcBef>
                  <a:spcPts val="0"/>
                </a:spcBef>
                <a:spcAft>
                  <a:spcPts val="0"/>
                </a:spcAft>
                <a:buNone/>
              </a:pPr>
              <a:r>
                <a:t/>
              </a:r>
              <a:endParaRPr sz="800">
                <a:solidFill>
                  <a:srgbClr val="434343"/>
                </a:solidFill>
              </a:endParaRPr>
            </a:p>
          </p:txBody>
        </p:sp>
        <p:sp>
          <p:nvSpPr>
            <p:cNvPr id="10064" name="Google Shape;10064;p172"/>
            <p:cNvSpPr txBox="1"/>
            <p:nvPr/>
          </p:nvSpPr>
          <p:spPr>
            <a:xfrm>
              <a:off x="624700" y="1514200"/>
              <a:ext cx="86100" cy="169200"/>
            </a:xfrm>
            <a:prstGeom prst="rect">
              <a:avLst/>
            </a:prstGeom>
            <a:noFill/>
            <a:ln>
              <a:noFill/>
            </a:ln>
          </p:spPr>
          <p:txBody>
            <a:bodyPr anchorCtr="0" anchor="ctr" bIns="0" lIns="0" spcFirstLastPara="1" rIns="0" wrap="square" tIns="0">
              <a:spAutoFit/>
            </a:bodyPr>
            <a:lstStyle/>
            <a:p>
              <a:pPr indent="0" lvl="0" marL="0" rtl="0" algn="r">
                <a:spcBef>
                  <a:spcPts val="0"/>
                </a:spcBef>
                <a:spcAft>
                  <a:spcPts val="0"/>
                </a:spcAft>
                <a:buNone/>
              </a:pPr>
              <a:r>
                <a:rPr lang="es-419" sz="700">
                  <a:latin typeface="Arvo"/>
                  <a:ea typeface="Arvo"/>
                  <a:cs typeface="Arvo"/>
                  <a:sym typeface="Arvo"/>
                </a:rPr>
                <a:t>1.</a:t>
              </a:r>
              <a:endParaRPr sz="700">
                <a:latin typeface="Arvo"/>
                <a:ea typeface="Arvo"/>
                <a:cs typeface="Arvo"/>
                <a:sym typeface="Arvo"/>
              </a:endParaRPr>
            </a:p>
            <a:p>
              <a:pPr indent="0" lvl="0" marL="0" rtl="0" algn="r">
                <a:spcBef>
                  <a:spcPts val="0"/>
                </a:spcBef>
                <a:spcAft>
                  <a:spcPts val="0"/>
                </a:spcAft>
                <a:buNone/>
              </a:pPr>
              <a:r>
                <a:t/>
              </a:r>
              <a:endParaRPr i="1" sz="400">
                <a:solidFill>
                  <a:srgbClr val="666666"/>
                </a:solidFill>
                <a:latin typeface="Arvo"/>
                <a:ea typeface="Arvo"/>
                <a:cs typeface="Arvo"/>
                <a:sym typeface="Arvo"/>
              </a:endParaRPr>
            </a:p>
          </p:txBody>
        </p:sp>
      </p:grpSp>
      <p:grpSp>
        <p:nvGrpSpPr>
          <p:cNvPr id="10065" name="Google Shape;10065;p172"/>
          <p:cNvGrpSpPr/>
          <p:nvPr/>
        </p:nvGrpSpPr>
        <p:grpSpPr>
          <a:xfrm>
            <a:off x="666588" y="2937184"/>
            <a:ext cx="2376625" cy="200100"/>
            <a:chOff x="624700" y="1498750"/>
            <a:chExt cx="2376625" cy="200100"/>
          </a:xfrm>
        </p:grpSpPr>
        <p:sp>
          <p:nvSpPr>
            <p:cNvPr id="10066" name="Google Shape;10066;p172"/>
            <p:cNvSpPr txBox="1"/>
            <p:nvPr/>
          </p:nvSpPr>
          <p:spPr>
            <a:xfrm>
              <a:off x="747725" y="1498750"/>
              <a:ext cx="2253600" cy="200100"/>
            </a:xfrm>
            <a:prstGeom prst="rect">
              <a:avLst/>
            </a:prstGeom>
            <a:solidFill>
              <a:srgbClr val="F3F3F3"/>
            </a:solidFill>
            <a:ln>
              <a:noFill/>
            </a:ln>
          </p:spPr>
          <p:txBody>
            <a:bodyPr anchorCtr="0" anchor="ctr" bIns="18000" lIns="18000" spcFirstLastPara="1" rIns="18000" wrap="square" tIns="18000">
              <a:noAutofit/>
            </a:bodyPr>
            <a:lstStyle/>
            <a:p>
              <a:pPr indent="0" lvl="0" marL="0" rtl="0" algn="l">
                <a:spcBef>
                  <a:spcPts val="0"/>
                </a:spcBef>
                <a:spcAft>
                  <a:spcPts val="0"/>
                </a:spcAft>
                <a:buNone/>
              </a:pPr>
              <a:r>
                <a:t/>
              </a:r>
              <a:endParaRPr sz="800">
                <a:solidFill>
                  <a:srgbClr val="434343"/>
                </a:solidFill>
              </a:endParaRPr>
            </a:p>
          </p:txBody>
        </p:sp>
        <p:sp>
          <p:nvSpPr>
            <p:cNvPr id="10067" name="Google Shape;10067;p172"/>
            <p:cNvSpPr txBox="1"/>
            <p:nvPr/>
          </p:nvSpPr>
          <p:spPr>
            <a:xfrm>
              <a:off x="624700" y="1514200"/>
              <a:ext cx="86100" cy="169200"/>
            </a:xfrm>
            <a:prstGeom prst="rect">
              <a:avLst/>
            </a:prstGeom>
            <a:noFill/>
            <a:ln>
              <a:noFill/>
            </a:ln>
          </p:spPr>
          <p:txBody>
            <a:bodyPr anchorCtr="0" anchor="ctr" bIns="0" lIns="0" spcFirstLastPara="1" rIns="0" wrap="square" tIns="0">
              <a:spAutoFit/>
            </a:bodyPr>
            <a:lstStyle/>
            <a:p>
              <a:pPr indent="0" lvl="0" marL="0" rtl="0" algn="r">
                <a:spcBef>
                  <a:spcPts val="0"/>
                </a:spcBef>
                <a:spcAft>
                  <a:spcPts val="0"/>
                </a:spcAft>
                <a:buNone/>
              </a:pPr>
              <a:r>
                <a:rPr lang="es-419" sz="700">
                  <a:latin typeface="Arvo"/>
                  <a:ea typeface="Arvo"/>
                  <a:cs typeface="Arvo"/>
                  <a:sym typeface="Arvo"/>
                </a:rPr>
                <a:t>2.</a:t>
              </a:r>
              <a:endParaRPr sz="700">
                <a:latin typeface="Arvo"/>
                <a:ea typeface="Arvo"/>
                <a:cs typeface="Arvo"/>
                <a:sym typeface="Arvo"/>
              </a:endParaRPr>
            </a:p>
            <a:p>
              <a:pPr indent="0" lvl="0" marL="0" rtl="0" algn="r">
                <a:spcBef>
                  <a:spcPts val="0"/>
                </a:spcBef>
                <a:spcAft>
                  <a:spcPts val="0"/>
                </a:spcAft>
                <a:buNone/>
              </a:pPr>
              <a:r>
                <a:t/>
              </a:r>
              <a:endParaRPr i="1" sz="400">
                <a:solidFill>
                  <a:srgbClr val="666666"/>
                </a:solidFill>
                <a:latin typeface="Arvo"/>
                <a:ea typeface="Arvo"/>
                <a:cs typeface="Arvo"/>
                <a:sym typeface="Arvo"/>
              </a:endParaRPr>
            </a:p>
          </p:txBody>
        </p:sp>
      </p:grpSp>
      <p:grpSp>
        <p:nvGrpSpPr>
          <p:cNvPr id="10068" name="Google Shape;10068;p172"/>
          <p:cNvGrpSpPr/>
          <p:nvPr/>
        </p:nvGrpSpPr>
        <p:grpSpPr>
          <a:xfrm>
            <a:off x="666588" y="3159747"/>
            <a:ext cx="2376625" cy="200100"/>
            <a:chOff x="624700" y="1498750"/>
            <a:chExt cx="2376625" cy="200100"/>
          </a:xfrm>
        </p:grpSpPr>
        <p:sp>
          <p:nvSpPr>
            <p:cNvPr id="10069" name="Google Shape;10069;p172"/>
            <p:cNvSpPr txBox="1"/>
            <p:nvPr/>
          </p:nvSpPr>
          <p:spPr>
            <a:xfrm>
              <a:off x="747725" y="1498750"/>
              <a:ext cx="2253600" cy="200100"/>
            </a:xfrm>
            <a:prstGeom prst="rect">
              <a:avLst/>
            </a:prstGeom>
            <a:solidFill>
              <a:srgbClr val="F3F3F3"/>
            </a:solidFill>
            <a:ln>
              <a:noFill/>
            </a:ln>
          </p:spPr>
          <p:txBody>
            <a:bodyPr anchorCtr="0" anchor="ctr" bIns="18000" lIns="18000" spcFirstLastPara="1" rIns="18000" wrap="square" tIns="18000">
              <a:noAutofit/>
            </a:bodyPr>
            <a:lstStyle/>
            <a:p>
              <a:pPr indent="0" lvl="0" marL="0" rtl="0" algn="l">
                <a:spcBef>
                  <a:spcPts val="0"/>
                </a:spcBef>
                <a:spcAft>
                  <a:spcPts val="0"/>
                </a:spcAft>
                <a:buNone/>
              </a:pPr>
              <a:r>
                <a:t/>
              </a:r>
              <a:endParaRPr sz="800">
                <a:solidFill>
                  <a:srgbClr val="434343"/>
                </a:solidFill>
              </a:endParaRPr>
            </a:p>
          </p:txBody>
        </p:sp>
        <p:sp>
          <p:nvSpPr>
            <p:cNvPr id="10070" name="Google Shape;10070;p172"/>
            <p:cNvSpPr txBox="1"/>
            <p:nvPr/>
          </p:nvSpPr>
          <p:spPr>
            <a:xfrm>
              <a:off x="624700" y="1514200"/>
              <a:ext cx="86100" cy="169200"/>
            </a:xfrm>
            <a:prstGeom prst="rect">
              <a:avLst/>
            </a:prstGeom>
            <a:noFill/>
            <a:ln>
              <a:noFill/>
            </a:ln>
          </p:spPr>
          <p:txBody>
            <a:bodyPr anchorCtr="0" anchor="ctr" bIns="0" lIns="0" spcFirstLastPara="1" rIns="0" wrap="square" tIns="0">
              <a:spAutoFit/>
            </a:bodyPr>
            <a:lstStyle/>
            <a:p>
              <a:pPr indent="0" lvl="0" marL="0" rtl="0" algn="r">
                <a:spcBef>
                  <a:spcPts val="0"/>
                </a:spcBef>
                <a:spcAft>
                  <a:spcPts val="0"/>
                </a:spcAft>
                <a:buNone/>
              </a:pPr>
              <a:r>
                <a:rPr lang="es-419" sz="700">
                  <a:latin typeface="Arvo"/>
                  <a:ea typeface="Arvo"/>
                  <a:cs typeface="Arvo"/>
                  <a:sym typeface="Arvo"/>
                </a:rPr>
                <a:t>3.</a:t>
              </a:r>
              <a:endParaRPr sz="700">
                <a:latin typeface="Arvo"/>
                <a:ea typeface="Arvo"/>
                <a:cs typeface="Arvo"/>
                <a:sym typeface="Arvo"/>
              </a:endParaRPr>
            </a:p>
            <a:p>
              <a:pPr indent="0" lvl="0" marL="0" rtl="0" algn="r">
                <a:spcBef>
                  <a:spcPts val="0"/>
                </a:spcBef>
                <a:spcAft>
                  <a:spcPts val="0"/>
                </a:spcAft>
                <a:buNone/>
              </a:pPr>
              <a:r>
                <a:t/>
              </a:r>
              <a:endParaRPr i="1" sz="400">
                <a:solidFill>
                  <a:srgbClr val="666666"/>
                </a:solidFill>
                <a:latin typeface="Arvo"/>
                <a:ea typeface="Arvo"/>
                <a:cs typeface="Arvo"/>
                <a:sym typeface="Arvo"/>
              </a:endParaRPr>
            </a:p>
          </p:txBody>
        </p:sp>
      </p:grpSp>
      <p:grpSp>
        <p:nvGrpSpPr>
          <p:cNvPr id="10071" name="Google Shape;10071;p172"/>
          <p:cNvGrpSpPr/>
          <p:nvPr/>
        </p:nvGrpSpPr>
        <p:grpSpPr>
          <a:xfrm>
            <a:off x="666588" y="3382284"/>
            <a:ext cx="2376625" cy="200100"/>
            <a:chOff x="624700" y="1498750"/>
            <a:chExt cx="2376625" cy="200100"/>
          </a:xfrm>
        </p:grpSpPr>
        <p:sp>
          <p:nvSpPr>
            <p:cNvPr id="10072" name="Google Shape;10072;p172"/>
            <p:cNvSpPr txBox="1"/>
            <p:nvPr/>
          </p:nvSpPr>
          <p:spPr>
            <a:xfrm>
              <a:off x="747725" y="1498750"/>
              <a:ext cx="2253600" cy="200100"/>
            </a:xfrm>
            <a:prstGeom prst="rect">
              <a:avLst/>
            </a:prstGeom>
            <a:solidFill>
              <a:srgbClr val="F3F3F3"/>
            </a:solidFill>
            <a:ln>
              <a:noFill/>
            </a:ln>
          </p:spPr>
          <p:txBody>
            <a:bodyPr anchorCtr="0" anchor="ctr" bIns="18000" lIns="18000" spcFirstLastPara="1" rIns="18000" wrap="square" tIns="18000">
              <a:noAutofit/>
            </a:bodyPr>
            <a:lstStyle/>
            <a:p>
              <a:pPr indent="0" lvl="0" marL="0" rtl="0" algn="l">
                <a:spcBef>
                  <a:spcPts val="0"/>
                </a:spcBef>
                <a:spcAft>
                  <a:spcPts val="0"/>
                </a:spcAft>
                <a:buNone/>
              </a:pPr>
              <a:r>
                <a:t/>
              </a:r>
              <a:endParaRPr sz="800">
                <a:solidFill>
                  <a:srgbClr val="434343"/>
                </a:solidFill>
              </a:endParaRPr>
            </a:p>
          </p:txBody>
        </p:sp>
        <p:sp>
          <p:nvSpPr>
            <p:cNvPr id="10073" name="Google Shape;10073;p172"/>
            <p:cNvSpPr txBox="1"/>
            <p:nvPr/>
          </p:nvSpPr>
          <p:spPr>
            <a:xfrm>
              <a:off x="624700" y="1514200"/>
              <a:ext cx="86100" cy="169200"/>
            </a:xfrm>
            <a:prstGeom prst="rect">
              <a:avLst/>
            </a:prstGeom>
            <a:noFill/>
            <a:ln>
              <a:noFill/>
            </a:ln>
          </p:spPr>
          <p:txBody>
            <a:bodyPr anchorCtr="0" anchor="ctr" bIns="0" lIns="0" spcFirstLastPara="1" rIns="0" wrap="square" tIns="0">
              <a:spAutoFit/>
            </a:bodyPr>
            <a:lstStyle/>
            <a:p>
              <a:pPr indent="0" lvl="0" marL="0" rtl="0" algn="r">
                <a:spcBef>
                  <a:spcPts val="0"/>
                </a:spcBef>
                <a:spcAft>
                  <a:spcPts val="0"/>
                </a:spcAft>
                <a:buNone/>
              </a:pPr>
              <a:r>
                <a:rPr lang="es-419" sz="700">
                  <a:latin typeface="Arvo"/>
                  <a:ea typeface="Arvo"/>
                  <a:cs typeface="Arvo"/>
                  <a:sym typeface="Arvo"/>
                </a:rPr>
                <a:t>4.</a:t>
              </a:r>
              <a:endParaRPr sz="700">
                <a:latin typeface="Arvo"/>
                <a:ea typeface="Arvo"/>
                <a:cs typeface="Arvo"/>
                <a:sym typeface="Arvo"/>
              </a:endParaRPr>
            </a:p>
            <a:p>
              <a:pPr indent="0" lvl="0" marL="0" rtl="0" algn="r">
                <a:spcBef>
                  <a:spcPts val="0"/>
                </a:spcBef>
                <a:spcAft>
                  <a:spcPts val="0"/>
                </a:spcAft>
                <a:buNone/>
              </a:pPr>
              <a:r>
                <a:t/>
              </a:r>
              <a:endParaRPr i="1" sz="400">
                <a:solidFill>
                  <a:srgbClr val="666666"/>
                </a:solidFill>
                <a:latin typeface="Arvo"/>
                <a:ea typeface="Arvo"/>
                <a:cs typeface="Arvo"/>
                <a:sym typeface="Arvo"/>
              </a:endParaRPr>
            </a:p>
          </p:txBody>
        </p:sp>
      </p:grpSp>
      <p:grpSp>
        <p:nvGrpSpPr>
          <p:cNvPr id="10074" name="Google Shape;10074;p172"/>
          <p:cNvGrpSpPr/>
          <p:nvPr/>
        </p:nvGrpSpPr>
        <p:grpSpPr>
          <a:xfrm>
            <a:off x="666588" y="3610709"/>
            <a:ext cx="2376625" cy="200100"/>
            <a:chOff x="624700" y="1498750"/>
            <a:chExt cx="2376625" cy="200100"/>
          </a:xfrm>
        </p:grpSpPr>
        <p:sp>
          <p:nvSpPr>
            <p:cNvPr id="10075" name="Google Shape;10075;p172"/>
            <p:cNvSpPr txBox="1"/>
            <p:nvPr/>
          </p:nvSpPr>
          <p:spPr>
            <a:xfrm>
              <a:off x="747725" y="1498750"/>
              <a:ext cx="2253600" cy="200100"/>
            </a:xfrm>
            <a:prstGeom prst="rect">
              <a:avLst/>
            </a:prstGeom>
            <a:solidFill>
              <a:srgbClr val="F3F3F3"/>
            </a:solidFill>
            <a:ln>
              <a:noFill/>
            </a:ln>
          </p:spPr>
          <p:txBody>
            <a:bodyPr anchorCtr="0" anchor="ctr" bIns="18000" lIns="18000" spcFirstLastPara="1" rIns="18000" wrap="square" tIns="18000">
              <a:noAutofit/>
            </a:bodyPr>
            <a:lstStyle/>
            <a:p>
              <a:pPr indent="0" lvl="0" marL="0" rtl="0" algn="l">
                <a:spcBef>
                  <a:spcPts val="0"/>
                </a:spcBef>
                <a:spcAft>
                  <a:spcPts val="0"/>
                </a:spcAft>
                <a:buNone/>
              </a:pPr>
              <a:r>
                <a:t/>
              </a:r>
              <a:endParaRPr sz="800">
                <a:solidFill>
                  <a:srgbClr val="434343"/>
                </a:solidFill>
              </a:endParaRPr>
            </a:p>
          </p:txBody>
        </p:sp>
        <p:sp>
          <p:nvSpPr>
            <p:cNvPr id="10076" name="Google Shape;10076;p172"/>
            <p:cNvSpPr txBox="1"/>
            <p:nvPr/>
          </p:nvSpPr>
          <p:spPr>
            <a:xfrm>
              <a:off x="624700" y="1514200"/>
              <a:ext cx="86100" cy="169200"/>
            </a:xfrm>
            <a:prstGeom prst="rect">
              <a:avLst/>
            </a:prstGeom>
            <a:noFill/>
            <a:ln>
              <a:noFill/>
            </a:ln>
          </p:spPr>
          <p:txBody>
            <a:bodyPr anchorCtr="0" anchor="ctr" bIns="0" lIns="0" spcFirstLastPara="1" rIns="0" wrap="square" tIns="0">
              <a:spAutoFit/>
            </a:bodyPr>
            <a:lstStyle/>
            <a:p>
              <a:pPr indent="0" lvl="0" marL="0" rtl="0" algn="r">
                <a:spcBef>
                  <a:spcPts val="0"/>
                </a:spcBef>
                <a:spcAft>
                  <a:spcPts val="0"/>
                </a:spcAft>
                <a:buNone/>
              </a:pPr>
              <a:r>
                <a:rPr lang="es-419" sz="700">
                  <a:latin typeface="Arvo"/>
                  <a:ea typeface="Arvo"/>
                  <a:cs typeface="Arvo"/>
                  <a:sym typeface="Arvo"/>
                </a:rPr>
                <a:t>5.</a:t>
              </a:r>
              <a:endParaRPr sz="700">
                <a:latin typeface="Arvo"/>
                <a:ea typeface="Arvo"/>
                <a:cs typeface="Arvo"/>
                <a:sym typeface="Arvo"/>
              </a:endParaRPr>
            </a:p>
            <a:p>
              <a:pPr indent="0" lvl="0" marL="0" rtl="0" algn="r">
                <a:spcBef>
                  <a:spcPts val="0"/>
                </a:spcBef>
                <a:spcAft>
                  <a:spcPts val="0"/>
                </a:spcAft>
                <a:buNone/>
              </a:pPr>
              <a:r>
                <a:t/>
              </a:r>
              <a:endParaRPr i="1" sz="400">
                <a:solidFill>
                  <a:srgbClr val="666666"/>
                </a:solidFill>
                <a:latin typeface="Arvo"/>
                <a:ea typeface="Arvo"/>
                <a:cs typeface="Arvo"/>
                <a:sym typeface="Arvo"/>
              </a:endParaRPr>
            </a:p>
          </p:txBody>
        </p:sp>
      </p:grpSp>
    </p:spTree>
  </p:cSld>
  <p:clrMapOvr>
    <a:masterClrMapping/>
  </p:clrMapOvr>
</p:sldLayout>
</file>

<file path=ppt/slideLayouts/slideLayout16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Paleta 3 1">
  <p:cSld name="CUSTOM_3_1">
    <p:spTree>
      <p:nvGrpSpPr>
        <p:cNvPr id="10077" name="Shape 10077"/>
        <p:cNvGrpSpPr/>
        <p:nvPr/>
      </p:nvGrpSpPr>
      <p:grpSpPr>
        <a:xfrm>
          <a:off x="0" y="0"/>
          <a:ext cx="0" cy="0"/>
          <a:chOff x="0" y="0"/>
          <a:chExt cx="0" cy="0"/>
        </a:xfrm>
      </p:grpSpPr>
      <p:sp>
        <p:nvSpPr>
          <p:cNvPr id="10078" name="Google Shape;10078;p173"/>
          <p:cNvSpPr/>
          <p:nvPr/>
        </p:nvSpPr>
        <p:spPr>
          <a:xfrm>
            <a:off x="195025" y="263250"/>
            <a:ext cx="5567400" cy="421200"/>
          </a:xfrm>
          <a:prstGeom prst="roundRect">
            <a:avLst>
              <a:gd fmla="val 17492" name="adj"/>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s-419" sz="1200">
                <a:solidFill>
                  <a:srgbClr val="FFFFFF"/>
                </a:solidFill>
              </a:rPr>
              <a:t>Especificación de Caso de Uso</a:t>
            </a:r>
            <a:endParaRPr b="1" sz="1100">
              <a:solidFill>
                <a:srgbClr val="FFFFFF"/>
              </a:solidFill>
            </a:endParaRPr>
          </a:p>
        </p:txBody>
      </p:sp>
      <p:sp>
        <p:nvSpPr>
          <p:cNvPr id="10079" name="Google Shape;10079;p173"/>
          <p:cNvSpPr/>
          <p:nvPr/>
        </p:nvSpPr>
        <p:spPr>
          <a:xfrm>
            <a:off x="195000" y="822275"/>
            <a:ext cx="5567400" cy="5853600"/>
          </a:xfrm>
          <a:prstGeom prst="roundRect">
            <a:avLst>
              <a:gd fmla="val 2402" name="adj"/>
            </a:avLst>
          </a:prstGeom>
          <a:solidFill>
            <a:srgbClr val="F3F3F3"/>
          </a:solidFill>
          <a:ln cap="flat" cmpd="sng" w="9525">
            <a:solidFill>
              <a:srgbClr val="F3F3F3"/>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80" name="Google Shape;10080;p173"/>
          <p:cNvGrpSpPr/>
          <p:nvPr/>
        </p:nvGrpSpPr>
        <p:grpSpPr>
          <a:xfrm>
            <a:off x="300175" y="1002322"/>
            <a:ext cx="2562300" cy="3616200"/>
            <a:chOff x="300175" y="1002322"/>
            <a:chExt cx="2562300" cy="3616200"/>
          </a:xfrm>
        </p:grpSpPr>
        <p:sp>
          <p:nvSpPr>
            <p:cNvPr id="10081" name="Google Shape;10081;p173"/>
            <p:cNvSpPr/>
            <p:nvPr/>
          </p:nvSpPr>
          <p:spPr>
            <a:xfrm>
              <a:off x="300175" y="1002322"/>
              <a:ext cx="2562300" cy="3616200"/>
            </a:xfrm>
            <a:prstGeom prst="roundRect">
              <a:avLst>
                <a:gd fmla="val 3233" name="adj"/>
              </a:avLst>
            </a:prstGeom>
            <a:solidFill>
              <a:srgbClr val="FFFFFF"/>
            </a:solidFill>
            <a:ln cap="flat" cmpd="sng" w="9525">
              <a:solidFill>
                <a:srgbClr val="EFEFEF"/>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t" bIns="18000" lIns="18000" spcFirstLastPara="1" rIns="18000" wrap="square" tIns="18000">
              <a:noAutofit/>
            </a:bodyPr>
            <a:lstStyle/>
            <a:p>
              <a:pPr indent="0" lvl="0" marL="0" rtl="0" algn="l">
                <a:spcBef>
                  <a:spcPts val="0"/>
                </a:spcBef>
                <a:spcAft>
                  <a:spcPts val="0"/>
                </a:spcAft>
                <a:buNone/>
              </a:pPr>
              <a:r>
                <a:rPr b="1" i="1" lang="es-419" sz="900">
                  <a:solidFill>
                    <a:srgbClr val="434343"/>
                  </a:solidFill>
                </a:rPr>
                <a:t>Pasos del Flujo Básico:</a:t>
              </a:r>
              <a:endParaRPr b="1" i="1" sz="900">
                <a:solidFill>
                  <a:srgbClr val="434343"/>
                </a:solidFill>
              </a:endParaRPr>
            </a:p>
          </p:txBody>
        </p:sp>
        <p:grpSp>
          <p:nvGrpSpPr>
            <p:cNvPr id="10082" name="Google Shape;10082;p173"/>
            <p:cNvGrpSpPr/>
            <p:nvPr/>
          </p:nvGrpSpPr>
          <p:grpSpPr>
            <a:xfrm>
              <a:off x="396100" y="1221347"/>
              <a:ext cx="2376625" cy="200100"/>
              <a:chOff x="624700" y="1498750"/>
              <a:chExt cx="2376625" cy="200100"/>
            </a:xfrm>
          </p:grpSpPr>
          <p:sp>
            <p:nvSpPr>
              <p:cNvPr id="10083" name="Google Shape;10083;p173"/>
              <p:cNvSpPr txBox="1"/>
              <p:nvPr/>
            </p:nvSpPr>
            <p:spPr>
              <a:xfrm>
                <a:off x="747725" y="1498750"/>
                <a:ext cx="2253600" cy="200100"/>
              </a:xfrm>
              <a:prstGeom prst="rect">
                <a:avLst/>
              </a:prstGeom>
              <a:solidFill>
                <a:srgbClr val="F3F3F3"/>
              </a:solidFill>
              <a:ln>
                <a:noFill/>
              </a:ln>
            </p:spPr>
            <p:txBody>
              <a:bodyPr anchorCtr="0" anchor="ctr" bIns="18000" lIns="18000" spcFirstLastPara="1" rIns="18000" wrap="square" tIns="18000">
                <a:noAutofit/>
              </a:bodyPr>
              <a:lstStyle/>
              <a:p>
                <a:pPr indent="0" lvl="0" marL="0" rtl="0" algn="l">
                  <a:spcBef>
                    <a:spcPts val="0"/>
                  </a:spcBef>
                  <a:spcAft>
                    <a:spcPts val="0"/>
                  </a:spcAft>
                  <a:buNone/>
                </a:pPr>
                <a:r>
                  <a:t/>
                </a:r>
                <a:endParaRPr sz="800">
                  <a:solidFill>
                    <a:srgbClr val="434343"/>
                  </a:solidFill>
                </a:endParaRPr>
              </a:p>
            </p:txBody>
          </p:sp>
          <p:sp>
            <p:nvSpPr>
              <p:cNvPr id="10084" name="Google Shape;10084;p173"/>
              <p:cNvSpPr txBox="1"/>
              <p:nvPr/>
            </p:nvSpPr>
            <p:spPr>
              <a:xfrm>
                <a:off x="624700" y="1514200"/>
                <a:ext cx="86100" cy="169200"/>
              </a:xfrm>
              <a:prstGeom prst="rect">
                <a:avLst/>
              </a:prstGeom>
              <a:noFill/>
              <a:ln>
                <a:noFill/>
              </a:ln>
            </p:spPr>
            <p:txBody>
              <a:bodyPr anchorCtr="0" anchor="ctr" bIns="0" lIns="0" spcFirstLastPara="1" rIns="0" wrap="square" tIns="0">
                <a:spAutoFit/>
              </a:bodyPr>
              <a:lstStyle/>
              <a:p>
                <a:pPr indent="0" lvl="0" marL="0" rtl="0" algn="r">
                  <a:spcBef>
                    <a:spcPts val="0"/>
                  </a:spcBef>
                  <a:spcAft>
                    <a:spcPts val="0"/>
                  </a:spcAft>
                  <a:buNone/>
                </a:pPr>
                <a:r>
                  <a:rPr lang="es-419" sz="700">
                    <a:latin typeface="Arvo"/>
                    <a:ea typeface="Arvo"/>
                    <a:cs typeface="Arvo"/>
                    <a:sym typeface="Arvo"/>
                  </a:rPr>
                  <a:t>1.</a:t>
                </a:r>
                <a:endParaRPr sz="700">
                  <a:latin typeface="Arvo"/>
                  <a:ea typeface="Arvo"/>
                  <a:cs typeface="Arvo"/>
                  <a:sym typeface="Arvo"/>
                </a:endParaRPr>
              </a:p>
              <a:p>
                <a:pPr indent="0" lvl="0" marL="0" rtl="0" algn="r">
                  <a:spcBef>
                    <a:spcPts val="0"/>
                  </a:spcBef>
                  <a:spcAft>
                    <a:spcPts val="0"/>
                  </a:spcAft>
                  <a:buNone/>
                </a:pPr>
                <a:r>
                  <a:t/>
                </a:r>
                <a:endParaRPr i="1" sz="400">
                  <a:solidFill>
                    <a:srgbClr val="666666"/>
                  </a:solidFill>
                  <a:latin typeface="Arvo"/>
                  <a:ea typeface="Arvo"/>
                  <a:cs typeface="Arvo"/>
                  <a:sym typeface="Arvo"/>
                </a:endParaRPr>
              </a:p>
            </p:txBody>
          </p:sp>
        </p:grpSp>
        <p:grpSp>
          <p:nvGrpSpPr>
            <p:cNvPr id="10085" name="Google Shape;10085;p173"/>
            <p:cNvGrpSpPr/>
            <p:nvPr/>
          </p:nvGrpSpPr>
          <p:grpSpPr>
            <a:xfrm>
              <a:off x="396100" y="1443884"/>
              <a:ext cx="2376625" cy="200100"/>
              <a:chOff x="624700" y="1498750"/>
              <a:chExt cx="2376625" cy="200100"/>
            </a:xfrm>
          </p:grpSpPr>
          <p:sp>
            <p:nvSpPr>
              <p:cNvPr id="10086" name="Google Shape;10086;p173"/>
              <p:cNvSpPr txBox="1"/>
              <p:nvPr/>
            </p:nvSpPr>
            <p:spPr>
              <a:xfrm>
                <a:off x="747725" y="1498750"/>
                <a:ext cx="2253600" cy="200100"/>
              </a:xfrm>
              <a:prstGeom prst="rect">
                <a:avLst/>
              </a:prstGeom>
              <a:solidFill>
                <a:srgbClr val="F3F3F3"/>
              </a:solidFill>
              <a:ln>
                <a:noFill/>
              </a:ln>
            </p:spPr>
            <p:txBody>
              <a:bodyPr anchorCtr="0" anchor="ctr" bIns="18000" lIns="18000" spcFirstLastPara="1" rIns="18000" wrap="square" tIns="18000">
                <a:noAutofit/>
              </a:bodyPr>
              <a:lstStyle/>
              <a:p>
                <a:pPr indent="0" lvl="0" marL="0" rtl="0" algn="l">
                  <a:spcBef>
                    <a:spcPts val="0"/>
                  </a:spcBef>
                  <a:spcAft>
                    <a:spcPts val="0"/>
                  </a:spcAft>
                  <a:buNone/>
                </a:pPr>
                <a:r>
                  <a:t/>
                </a:r>
                <a:endParaRPr sz="800">
                  <a:solidFill>
                    <a:srgbClr val="434343"/>
                  </a:solidFill>
                </a:endParaRPr>
              </a:p>
            </p:txBody>
          </p:sp>
          <p:sp>
            <p:nvSpPr>
              <p:cNvPr id="10087" name="Google Shape;10087;p173"/>
              <p:cNvSpPr txBox="1"/>
              <p:nvPr/>
            </p:nvSpPr>
            <p:spPr>
              <a:xfrm>
                <a:off x="624700" y="1514200"/>
                <a:ext cx="86100" cy="169200"/>
              </a:xfrm>
              <a:prstGeom prst="rect">
                <a:avLst/>
              </a:prstGeom>
              <a:noFill/>
              <a:ln>
                <a:noFill/>
              </a:ln>
            </p:spPr>
            <p:txBody>
              <a:bodyPr anchorCtr="0" anchor="ctr" bIns="0" lIns="0" spcFirstLastPara="1" rIns="0" wrap="square" tIns="0">
                <a:spAutoFit/>
              </a:bodyPr>
              <a:lstStyle/>
              <a:p>
                <a:pPr indent="0" lvl="0" marL="0" rtl="0" algn="r">
                  <a:spcBef>
                    <a:spcPts val="0"/>
                  </a:spcBef>
                  <a:spcAft>
                    <a:spcPts val="0"/>
                  </a:spcAft>
                  <a:buNone/>
                </a:pPr>
                <a:r>
                  <a:rPr lang="es-419" sz="700">
                    <a:latin typeface="Arvo"/>
                    <a:ea typeface="Arvo"/>
                    <a:cs typeface="Arvo"/>
                    <a:sym typeface="Arvo"/>
                  </a:rPr>
                  <a:t>2.</a:t>
                </a:r>
                <a:endParaRPr sz="700">
                  <a:latin typeface="Arvo"/>
                  <a:ea typeface="Arvo"/>
                  <a:cs typeface="Arvo"/>
                  <a:sym typeface="Arvo"/>
                </a:endParaRPr>
              </a:p>
              <a:p>
                <a:pPr indent="0" lvl="0" marL="0" rtl="0" algn="r">
                  <a:spcBef>
                    <a:spcPts val="0"/>
                  </a:spcBef>
                  <a:spcAft>
                    <a:spcPts val="0"/>
                  </a:spcAft>
                  <a:buNone/>
                </a:pPr>
                <a:r>
                  <a:t/>
                </a:r>
                <a:endParaRPr i="1" sz="400">
                  <a:solidFill>
                    <a:srgbClr val="666666"/>
                  </a:solidFill>
                  <a:latin typeface="Arvo"/>
                  <a:ea typeface="Arvo"/>
                  <a:cs typeface="Arvo"/>
                  <a:sym typeface="Arvo"/>
                </a:endParaRPr>
              </a:p>
            </p:txBody>
          </p:sp>
        </p:grpSp>
        <p:grpSp>
          <p:nvGrpSpPr>
            <p:cNvPr id="10088" name="Google Shape;10088;p173"/>
            <p:cNvGrpSpPr/>
            <p:nvPr/>
          </p:nvGrpSpPr>
          <p:grpSpPr>
            <a:xfrm>
              <a:off x="396100" y="1666447"/>
              <a:ext cx="2376625" cy="200100"/>
              <a:chOff x="624700" y="1498750"/>
              <a:chExt cx="2376625" cy="200100"/>
            </a:xfrm>
          </p:grpSpPr>
          <p:sp>
            <p:nvSpPr>
              <p:cNvPr id="10089" name="Google Shape;10089;p173"/>
              <p:cNvSpPr txBox="1"/>
              <p:nvPr/>
            </p:nvSpPr>
            <p:spPr>
              <a:xfrm>
                <a:off x="747725" y="1498750"/>
                <a:ext cx="2253600" cy="200100"/>
              </a:xfrm>
              <a:prstGeom prst="rect">
                <a:avLst/>
              </a:prstGeom>
              <a:solidFill>
                <a:srgbClr val="F3F3F3"/>
              </a:solidFill>
              <a:ln>
                <a:noFill/>
              </a:ln>
            </p:spPr>
            <p:txBody>
              <a:bodyPr anchorCtr="0" anchor="ctr" bIns="18000" lIns="18000" spcFirstLastPara="1" rIns="18000" wrap="square" tIns="18000">
                <a:noAutofit/>
              </a:bodyPr>
              <a:lstStyle/>
              <a:p>
                <a:pPr indent="0" lvl="0" marL="0" rtl="0" algn="l">
                  <a:spcBef>
                    <a:spcPts val="0"/>
                  </a:spcBef>
                  <a:spcAft>
                    <a:spcPts val="0"/>
                  </a:spcAft>
                  <a:buNone/>
                </a:pPr>
                <a:r>
                  <a:t/>
                </a:r>
                <a:endParaRPr sz="800">
                  <a:solidFill>
                    <a:srgbClr val="434343"/>
                  </a:solidFill>
                </a:endParaRPr>
              </a:p>
            </p:txBody>
          </p:sp>
          <p:sp>
            <p:nvSpPr>
              <p:cNvPr id="10090" name="Google Shape;10090;p173"/>
              <p:cNvSpPr txBox="1"/>
              <p:nvPr/>
            </p:nvSpPr>
            <p:spPr>
              <a:xfrm>
                <a:off x="624700" y="1514200"/>
                <a:ext cx="86100" cy="169200"/>
              </a:xfrm>
              <a:prstGeom prst="rect">
                <a:avLst/>
              </a:prstGeom>
              <a:noFill/>
              <a:ln>
                <a:noFill/>
              </a:ln>
            </p:spPr>
            <p:txBody>
              <a:bodyPr anchorCtr="0" anchor="ctr" bIns="0" lIns="0" spcFirstLastPara="1" rIns="0" wrap="square" tIns="0">
                <a:spAutoFit/>
              </a:bodyPr>
              <a:lstStyle/>
              <a:p>
                <a:pPr indent="0" lvl="0" marL="0" rtl="0" algn="r">
                  <a:spcBef>
                    <a:spcPts val="0"/>
                  </a:spcBef>
                  <a:spcAft>
                    <a:spcPts val="0"/>
                  </a:spcAft>
                  <a:buNone/>
                </a:pPr>
                <a:r>
                  <a:rPr lang="es-419" sz="700">
                    <a:latin typeface="Arvo"/>
                    <a:ea typeface="Arvo"/>
                    <a:cs typeface="Arvo"/>
                    <a:sym typeface="Arvo"/>
                  </a:rPr>
                  <a:t>3.</a:t>
                </a:r>
                <a:endParaRPr sz="700">
                  <a:latin typeface="Arvo"/>
                  <a:ea typeface="Arvo"/>
                  <a:cs typeface="Arvo"/>
                  <a:sym typeface="Arvo"/>
                </a:endParaRPr>
              </a:p>
              <a:p>
                <a:pPr indent="0" lvl="0" marL="0" rtl="0" algn="r">
                  <a:spcBef>
                    <a:spcPts val="0"/>
                  </a:spcBef>
                  <a:spcAft>
                    <a:spcPts val="0"/>
                  </a:spcAft>
                  <a:buNone/>
                </a:pPr>
                <a:r>
                  <a:t/>
                </a:r>
                <a:endParaRPr i="1" sz="400">
                  <a:solidFill>
                    <a:srgbClr val="666666"/>
                  </a:solidFill>
                  <a:latin typeface="Arvo"/>
                  <a:ea typeface="Arvo"/>
                  <a:cs typeface="Arvo"/>
                  <a:sym typeface="Arvo"/>
                </a:endParaRPr>
              </a:p>
            </p:txBody>
          </p:sp>
        </p:grpSp>
        <p:grpSp>
          <p:nvGrpSpPr>
            <p:cNvPr id="10091" name="Google Shape;10091;p173"/>
            <p:cNvGrpSpPr/>
            <p:nvPr/>
          </p:nvGrpSpPr>
          <p:grpSpPr>
            <a:xfrm>
              <a:off x="396100" y="1888984"/>
              <a:ext cx="2376625" cy="200100"/>
              <a:chOff x="624700" y="1498750"/>
              <a:chExt cx="2376625" cy="200100"/>
            </a:xfrm>
          </p:grpSpPr>
          <p:sp>
            <p:nvSpPr>
              <p:cNvPr id="10092" name="Google Shape;10092;p173"/>
              <p:cNvSpPr txBox="1"/>
              <p:nvPr/>
            </p:nvSpPr>
            <p:spPr>
              <a:xfrm>
                <a:off x="747725" y="1498750"/>
                <a:ext cx="2253600" cy="200100"/>
              </a:xfrm>
              <a:prstGeom prst="rect">
                <a:avLst/>
              </a:prstGeom>
              <a:solidFill>
                <a:srgbClr val="F3F3F3"/>
              </a:solidFill>
              <a:ln>
                <a:noFill/>
              </a:ln>
            </p:spPr>
            <p:txBody>
              <a:bodyPr anchorCtr="0" anchor="ctr" bIns="18000" lIns="18000" spcFirstLastPara="1" rIns="18000" wrap="square" tIns="18000">
                <a:noAutofit/>
              </a:bodyPr>
              <a:lstStyle/>
              <a:p>
                <a:pPr indent="0" lvl="0" marL="0" rtl="0" algn="l">
                  <a:spcBef>
                    <a:spcPts val="0"/>
                  </a:spcBef>
                  <a:spcAft>
                    <a:spcPts val="0"/>
                  </a:spcAft>
                  <a:buNone/>
                </a:pPr>
                <a:r>
                  <a:t/>
                </a:r>
                <a:endParaRPr sz="800">
                  <a:solidFill>
                    <a:srgbClr val="434343"/>
                  </a:solidFill>
                </a:endParaRPr>
              </a:p>
            </p:txBody>
          </p:sp>
          <p:sp>
            <p:nvSpPr>
              <p:cNvPr id="10093" name="Google Shape;10093;p173"/>
              <p:cNvSpPr txBox="1"/>
              <p:nvPr/>
            </p:nvSpPr>
            <p:spPr>
              <a:xfrm>
                <a:off x="624700" y="1514200"/>
                <a:ext cx="86100" cy="169200"/>
              </a:xfrm>
              <a:prstGeom prst="rect">
                <a:avLst/>
              </a:prstGeom>
              <a:noFill/>
              <a:ln>
                <a:noFill/>
              </a:ln>
            </p:spPr>
            <p:txBody>
              <a:bodyPr anchorCtr="0" anchor="ctr" bIns="0" lIns="0" spcFirstLastPara="1" rIns="0" wrap="square" tIns="0">
                <a:spAutoFit/>
              </a:bodyPr>
              <a:lstStyle/>
              <a:p>
                <a:pPr indent="0" lvl="0" marL="0" rtl="0" algn="r">
                  <a:spcBef>
                    <a:spcPts val="0"/>
                  </a:spcBef>
                  <a:spcAft>
                    <a:spcPts val="0"/>
                  </a:spcAft>
                  <a:buNone/>
                </a:pPr>
                <a:r>
                  <a:rPr lang="es-419" sz="700">
                    <a:latin typeface="Arvo"/>
                    <a:ea typeface="Arvo"/>
                    <a:cs typeface="Arvo"/>
                    <a:sym typeface="Arvo"/>
                  </a:rPr>
                  <a:t>4.</a:t>
                </a:r>
                <a:endParaRPr sz="700">
                  <a:latin typeface="Arvo"/>
                  <a:ea typeface="Arvo"/>
                  <a:cs typeface="Arvo"/>
                  <a:sym typeface="Arvo"/>
                </a:endParaRPr>
              </a:p>
              <a:p>
                <a:pPr indent="0" lvl="0" marL="0" rtl="0" algn="r">
                  <a:spcBef>
                    <a:spcPts val="0"/>
                  </a:spcBef>
                  <a:spcAft>
                    <a:spcPts val="0"/>
                  </a:spcAft>
                  <a:buNone/>
                </a:pPr>
                <a:r>
                  <a:t/>
                </a:r>
                <a:endParaRPr i="1" sz="400">
                  <a:solidFill>
                    <a:srgbClr val="666666"/>
                  </a:solidFill>
                  <a:latin typeface="Arvo"/>
                  <a:ea typeface="Arvo"/>
                  <a:cs typeface="Arvo"/>
                  <a:sym typeface="Arvo"/>
                </a:endParaRPr>
              </a:p>
            </p:txBody>
          </p:sp>
        </p:grpSp>
        <p:grpSp>
          <p:nvGrpSpPr>
            <p:cNvPr id="10094" name="Google Shape;10094;p173"/>
            <p:cNvGrpSpPr/>
            <p:nvPr/>
          </p:nvGrpSpPr>
          <p:grpSpPr>
            <a:xfrm>
              <a:off x="396100" y="2117409"/>
              <a:ext cx="2376625" cy="200100"/>
              <a:chOff x="624700" y="1498750"/>
              <a:chExt cx="2376625" cy="200100"/>
            </a:xfrm>
          </p:grpSpPr>
          <p:sp>
            <p:nvSpPr>
              <p:cNvPr id="10095" name="Google Shape;10095;p173"/>
              <p:cNvSpPr txBox="1"/>
              <p:nvPr/>
            </p:nvSpPr>
            <p:spPr>
              <a:xfrm>
                <a:off x="747725" y="1498750"/>
                <a:ext cx="2253600" cy="200100"/>
              </a:xfrm>
              <a:prstGeom prst="rect">
                <a:avLst/>
              </a:prstGeom>
              <a:solidFill>
                <a:srgbClr val="F3F3F3"/>
              </a:solidFill>
              <a:ln>
                <a:noFill/>
              </a:ln>
            </p:spPr>
            <p:txBody>
              <a:bodyPr anchorCtr="0" anchor="ctr" bIns="18000" lIns="18000" spcFirstLastPara="1" rIns="18000" wrap="square" tIns="18000">
                <a:noAutofit/>
              </a:bodyPr>
              <a:lstStyle/>
              <a:p>
                <a:pPr indent="0" lvl="0" marL="0" rtl="0" algn="l">
                  <a:spcBef>
                    <a:spcPts val="0"/>
                  </a:spcBef>
                  <a:spcAft>
                    <a:spcPts val="0"/>
                  </a:spcAft>
                  <a:buNone/>
                </a:pPr>
                <a:r>
                  <a:t/>
                </a:r>
                <a:endParaRPr sz="800">
                  <a:solidFill>
                    <a:srgbClr val="434343"/>
                  </a:solidFill>
                </a:endParaRPr>
              </a:p>
            </p:txBody>
          </p:sp>
          <p:sp>
            <p:nvSpPr>
              <p:cNvPr id="10096" name="Google Shape;10096;p173"/>
              <p:cNvSpPr txBox="1"/>
              <p:nvPr/>
            </p:nvSpPr>
            <p:spPr>
              <a:xfrm>
                <a:off x="624700" y="1514200"/>
                <a:ext cx="86100" cy="169200"/>
              </a:xfrm>
              <a:prstGeom prst="rect">
                <a:avLst/>
              </a:prstGeom>
              <a:noFill/>
              <a:ln>
                <a:noFill/>
              </a:ln>
            </p:spPr>
            <p:txBody>
              <a:bodyPr anchorCtr="0" anchor="ctr" bIns="0" lIns="0" spcFirstLastPara="1" rIns="0" wrap="square" tIns="0">
                <a:spAutoFit/>
              </a:bodyPr>
              <a:lstStyle/>
              <a:p>
                <a:pPr indent="0" lvl="0" marL="0" rtl="0" algn="r">
                  <a:spcBef>
                    <a:spcPts val="0"/>
                  </a:spcBef>
                  <a:spcAft>
                    <a:spcPts val="0"/>
                  </a:spcAft>
                  <a:buNone/>
                </a:pPr>
                <a:r>
                  <a:rPr lang="es-419" sz="700">
                    <a:latin typeface="Arvo"/>
                    <a:ea typeface="Arvo"/>
                    <a:cs typeface="Arvo"/>
                    <a:sym typeface="Arvo"/>
                  </a:rPr>
                  <a:t>5.</a:t>
                </a:r>
                <a:endParaRPr sz="700">
                  <a:latin typeface="Arvo"/>
                  <a:ea typeface="Arvo"/>
                  <a:cs typeface="Arvo"/>
                  <a:sym typeface="Arvo"/>
                </a:endParaRPr>
              </a:p>
              <a:p>
                <a:pPr indent="0" lvl="0" marL="0" rtl="0" algn="r">
                  <a:spcBef>
                    <a:spcPts val="0"/>
                  </a:spcBef>
                  <a:spcAft>
                    <a:spcPts val="0"/>
                  </a:spcAft>
                  <a:buNone/>
                </a:pPr>
                <a:r>
                  <a:t/>
                </a:r>
                <a:endParaRPr i="1" sz="400">
                  <a:solidFill>
                    <a:srgbClr val="666666"/>
                  </a:solidFill>
                  <a:latin typeface="Arvo"/>
                  <a:ea typeface="Arvo"/>
                  <a:cs typeface="Arvo"/>
                  <a:sym typeface="Arvo"/>
                </a:endParaRPr>
              </a:p>
            </p:txBody>
          </p:sp>
        </p:grpSp>
        <p:grpSp>
          <p:nvGrpSpPr>
            <p:cNvPr id="10097" name="Google Shape;10097;p173"/>
            <p:cNvGrpSpPr/>
            <p:nvPr/>
          </p:nvGrpSpPr>
          <p:grpSpPr>
            <a:xfrm>
              <a:off x="396100" y="2339947"/>
              <a:ext cx="2376625" cy="200100"/>
              <a:chOff x="624700" y="1498750"/>
              <a:chExt cx="2376625" cy="200100"/>
            </a:xfrm>
          </p:grpSpPr>
          <p:sp>
            <p:nvSpPr>
              <p:cNvPr id="10098" name="Google Shape;10098;p173"/>
              <p:cNvSpPr txBox="1"/>
              <p:nvPr/>
            </p:nvSpPr>
            <p:spPr>
              <a:xfrm>
                <a:off x="747725" y="1498750"/>
                <a:ext cx="2253600" cy="200100"/>
              </a:xfrm>
              <a:prstGeom prst="rect">
                <a:avLst/>
              </a:prstGeom>
              <a:solidFill>
                <a:srgbClr val="F3F3F3"/>
              </a:solidFill>
              <a:ln>
                <a:noFill/>
              </a:ln>
            </p:spPr>
            <p:txBody>
              <a:bodyPr anchorCtr="0" anchor="ctr" bIns="18000" lIns="18000" spcFirstLastPara="1" rIns="18000" wrap="square" tIns="18000">
                <a:noAutofit/>
              </a:bodyPr>
              <a:lstStyle/>
              <a:p>
                <a:pPr indent="0" lvl="0" marL="0" rtl="0" algn="l">
                  <a:spcBef>
                    <a:spcPts val="0"/>
                  </a:spcBef>
                  <a:spcAft>
                    <a:spcPts val="0"/>
                  </a:spcAft>
                  <a:buNone/>
                </a:pPr>
                <a:r>
                  <a:t/>
                </a:r>
                <a:endParaRPr sz="800">
                  <a:solidFill>
                    <a:srgbClr val="434343"/>
                  </a:solidFill>
                </a:endParaRPr>
              </a:p>
            </p:txBody>
          </p:sp>
          <p:sp>
            <p:nvSpPr>
              <p:cNvPr id="10099" name="Google Shape;10099;p173"/>
              <p:cNvSpPr txBox="1"/>
              <p:nvPr/>
            </p:nvSpPr>
            <p:spPr>
              <a:xfrm>
                <a:off x="624700" y="1514200"/>
                <a:ext cx="86100" cy="169200"/>
              </a:xfrm>
              <a:prstGeom prst="rect">
                <a:avLst/>
              </a:prstGeom>
              <a:noFill/>
              <a:ln>
                <a:noFill/>
              </a:ln>
            </p:spPr>
            <p:txBody>
              <a:bodyPr anchorCtr="0" anchor="ctr" bIns="0" lIns="0" spcFirstLastPara="1" rIns="0" wrap="square" tIns="0">
                <a:spAutoFit/>
              </a:bodyPr>
              <a:lstStyle/>
              <a:p>
                <a:pPr indent="0" lvl="0" marL="0" rtl="0" algn="r">
                  <a:spcBef>
                    <a:spcPts val="0"/>
                  </a:spcBef>
                  <a:spcAft>
                    <a:spcPts val="0"/>
                  </a:spcAft>
                  <a:buNone/>
                </a:pPr>
                <a:r>
                  <a:rPr lang="es-419" sz="700">
                    <a:latin typeface="Arvo"/>
                    <a:ea typeface="Arvo"/>
                    <a:cs typeface="Arvo"/>
                    <a:sym typeface="Arvo"/>
                  </a:rPr>
                  <a:t>6.</a:t>
                </a:r>
                <a:endParaRPr sz="700">
                  <a:latin typeface="Arvo"/>
                  <a:ea typeface="Arvo"/>
                  <a:cs typeface="Arvo"/>
                  <a:sym typeface="Arvo"/>
                </a:endParaRPr>
              </a:p>
              <a:p>
                <a:pPr indent="0" lvl="0" marL="0" rtl="0" algn="r">
                  <a:spcBef>
                    <a:spcPts val="0"/>
                  </a:spcBef>
                  <a:spcAft>
                    <a:spcPts val="0"/>
                  </a:spcAft>
                  <a:buNone/>
                </a:pPr>
                <a:r>
                  <a:t/>
                </a:r>
                <a:endParaRPr i="1" sz="400">
                  <a:solidFill>
                    <a:srgbClr val="666666"/>
                  </a:solidFill>
                  <a:latin typeface="Arvo"/>
                  <a:ea typeface="Arvo"/>
                  <a:cs typeface="Arvo"/>
                  <a:sym typeface="Arvo"/>
                </a:endParaRPr>
              </a:p>
            </p:txBody>
          </p:sp>
        </p:grpSp>
        <p:grpSp>
          <p:nvGrpSpPr>
            <p:cNvPr id="10100" name="Google Shape;10100;p173"/>
            <p:cNvGrpSpPr/>
            <p:nvPr/>
          </p:nvGrpSpPr>
          <p:grpSpPr>
            <a:xfrm>
              <a:off x="400875" y="2562472"/>
              <a:ext cx="2376625" cy="200100"/>
              <a:chOff x="624700" y="1498750"/>
              <a:chExt cx="2376625" cy="200100"/>
            </a:xfrm>
          </p:grpSpPr>
          <p:sp>
            <p:nvSpPr>
              <p:cNvPr id="10101" name="Google Shape;10101;p173"/>
              <p:cNvSpPr txBox="1"/>
              <p:nvPr/>
            </p:nvSpPr>
            <p:spPr>
              <a:xfrm>
                <a:off x="747725" y="1498750"/>
                <a:ext cx="2253600" cy="200100"/>
              </a:xfrm>
              <a:prstGeom prst="rect">
                <a:avLst/>
              </a:prstGeom>
              <a:solidFill>
                <a:srgbClr val="F3F3F3"/>
              </a:solidFill>
              <a:ln>
                <a:noFill/>
              </a:ln>
            </p:spPr>
            <p:txBody>
              <a:bodyPr anchorCtr="0" anchor="ctr" bIns="18000" lIns="18000" spcFirstLastPara="1" rIns="18000" wrap="square" tIns="18000">
                <a:noAutofit/>
              </a:bodyPr>
              <a:lstStyle/>
              <a:p>
                <a:pPr indent="0" lvl="0" marL="0" rtl="0" algn="l">
                  <a:spcBef>
                    <a:spcPts val="0"/>
                  </a:spcBef>
                  <a:spcAft>
                    <a:spcPts val="0"/>
                  </a:spcAft>
                  <a:buNone/>
                </a:pPr>
                <a:r>
                  <a:t/>
                </a:r>
                <a:endParaRPr sz="800">
                  <a:solidFill>
                    <a:srgbClr val="434343"/>
                  </a:solidFill>
                </a:endParaRPr>
              </a:p>
            </p:txBody>
          </p:sp>
          <p:sp>
            <p:nvSpPr>
              <p:cNvPr id="10102" name="Google Shape;10102;p173"/>
              <p:cNvSpPr txBox="1"/>
              <p:nvPr/>
            </p:nvSpPr>
            <p:spPr>
              <a:xfrm>
                <a:off x="624700" y="1514200"/>
                <a:ext cx="86100" cy="169200"/>
              </a:xfrm>
              <a:prstGeom prst="rect">
                <a:avLst/>
              </a:prstGeom>
              <a:noFill/>
              <a:ln>
                <a:noFill/>
              </a:ln>
            </p:spPr>
            <p:txBody>
              <a:bodyPr anchorCtr="0" anchor="ctr" bIns="0" lIns="0" spcFirstLastPara="1" rIns="0" wrap="square" tIns="0">
                <a:spAutoFit/>
              </a:bodyPr>
              <a:lstStyle/>
              <a:p>
                <a:pPr indent="0" lvl="0" marL="0" rtl="0" algn="r">
                  <a:spcBef>
                    <a:spcPts val="0"/>
                  </a:spcBef>
                  <a:spcAft>
                    <a:spcPts val="0"/>
                  </a:spcAft>
                  <a:buNone/>
                </a:pPr>
                <a:r>
                  <a:rPr lang="es-419" sz="700">
                    <a:latin typeface="Arvo"/>
                    <a:ea typeface="Arvo"/>
                    <a:cs typeface="Arvo"/>
                    <a:sym typeface="Arvo"/>
                  </a:rPr>
                  <a:t>7.</a:t>
                </a:r>
                <a:endParaRPr sz="700">
                  <a:latin typeface="Arvo"/>
                  <a:ea typeface="Arvo"/>
                  <a:cs typeface="Arvo"/>
                  <a:sym typeface="Arvo"/>
                </a:endParaRPr>
              </a:p>
              <a:p>
                <a:pPr indent="0" lvl="0" marL="0" rtl="0" algn="r">
                  <a:spcBef>
                    <a:spcPts val="0"/>
                  </a:spcBef>
                  <a:spcAft>
                    <a:spcPts val="0"/>
                  </a:spcAft>
                  <a:buNone/>
                </a:pPr>
                <a:r>
                  <a:t/>
                </a:r>
                <a:endParaRPr i="1" sz="400">
                  <a:solidFill>
                    <a:srgbClr val="666666"/>
                  </a:solidFill>
                  <a:latin typeface="Arvo"/>
                  <a:ea typeface="Arvo"/>
                  <a:cs typeface="Arvo"/>
                  <a:sym typeface="Arvo"/>
                </a:endParaRPr>
              </a:p>
            </p:txBody>
          </p:sp>
        </p:grpSp>
        <p:grpSp>
          <p:nvGrpSpPr>
            <p:cNvPr id="10103" name="Google Shape;10103;p173"/>
            <p:cNvGrpSpPr/>
            <p:nvPr/>
          </p:nvGrpSpPr>
          <p:grpSpPr>
            <a:xfrm>
              <a:off x="400875" y="2785009"/>
              <a:ext cx="2376625" cy="200100"/>
              <a:chOff x="624700" y="1498750"/>
              <a:chExt cx="2376625" cy="200100"/>
            </a:xfrm>
          </p:grpSpPr>
          <p:sp>
            <p:nvSpPr>
              <p:cNvPr id="10104" name="Google Shape;10104;p173"/>
              <p:cNvSpPr txBox="1"/>
              <p:nvPr/>
            </p:nvSpPr>
            <p:spPr>
              <a:xfrm>
                <a:off x="747725" y="1498750"/>
                <a:ext cx="2253600" cy="200100"/>
              </a:xfrm>
              <a:prstGeom prst="rect">
                <a:avLst/>
              </a:prstGeom>
              <a:solidFill>
                <a:srgbClr val="F3F3F3"/>
              </a:solidFill>
              <a:ln>
                <a:noFill/>
              </a:ln>
            </p:spPr>
            <p:txBody>
              <a:bodyPr anchorCtr="0" anchor="ctr" bIns="18000" lIns="18000" spcFirstLastPara="1" rIns="18000" wrap="square" tIns="18000">
                <a:noAutofit/>
              </a:bodyPr>
              <a:lstStyle/>
              <a:p>
                <a:pPr indent="0" lvl="0" marL="0" rtl="0" algn="l">
                  <a:spcBef>
                    <a:spcPts val="0"/>
                  </a:spcBef>
                  <a:spcAft>
                    <a:spcPts val="0"/>
                  </a:spcAft>
                  <a:buNone/>
                </a:pPr>
                <a:r>
                  <a:t/>
                </a:r>
                <a:endParaRPr sz="800">
                  <a:solidFill>
                    <a:srgbClr val="434343"/>
                  </a:solidFill>
                </a:endParaRPr>
              </a:p>
            </p:txBody>
          </p:sp>
          <p:sp>
            <p:nvSpPr>
              <p:cNvPr id="10105" name="Google Shape;10105;p173"/>
              <p:cNvSpPr txBox="1"/>
              <p:nvPr/>
            </p:nvSpPr>
            <p:spPr>
              <a:xfrm>
                <a:off x="624700" y="1514200"/>
                <a:ext cx="86100" cy="169200"/>
              </a:xfrm>
              <a:prstGeom prst="rect">
                <a:avLst/>
              </a:prstGeom>
              <a:noFill/>
              <a:ln>
                <a:noFill/>
              </a:ln>
            </p:spPr>
            <p:txBody>
              <a:bodyPr anchorCtr="0" anchor="ctr" bIns="0" lIns="0" spcFirstLastPara="1" rIns="0" wrap="square" tIns="0">
                <a:spAutoFit/>
              </a:bodyPr>
              <a:lstStyle/>
              <a:p>
                <a:pPr indent="0" lvl="0" marL="0" rtl="0" algn="r">
                  <a:spcBef>
                    <a:spcPts val="0"/>
                  </a:spcBef>
                  <a:spcAft>
                    <a:spcPts val="0"/>
                  </a:spcAft>
                  <a:buNone/>
                </a:pPr>
                <a:r>
                  <a:rPr lang="es-419" sz="700">
                    <a:latin typeface="Arvo"/>
                    <a:ea typeface="Arvo"/>
                    <a:cs typeface="Arvo"/>
                    <a:sym typeface="Arvo"/>
                  </a:rPr>
                  <a:t>8.</a:t>
                </a:r>
                <a:endParaRPr sz="700">
                  <a:latin typeface="Arvo"/>
                  <a:ea typeface="Arvo"/>
                  <a:cs typeface="Arvo"/>
                  <a:sym typeface="Arvo"/>
                </a:endParaRPr>
              </a:p>
              <a:p>
                <a:pPr indent="0" lvl="0" marL="0" rtl="0" algn="r">
                  <a:spcBef>
                    <a:spcPts val="0"/>
                  </a:spcBef>
                  <a:spcAft>
                    <a:spcPts val="0"/>
                  </a:spcAft>
                  <a:buNone/>
                </a:pPr>
                <a:r>
                  <a:t/>
                </a:r>
                <a:endParaRPr i="1" sz="400">
                  <a:solidFill>
                    <a:srgbClr val="666666"/>
                  </a:solidFill>
                  <a:latin typeface="Arvo"/>
                  <a:ea typeface="Arvo"/>
                  <a:cs typeface="Arvo"/>
                  <a:sym typeface="Arvo"/>
                </a:endParaRPr>
              </a:p>
            </p:txBody>
          </p:sp>
        </p:grpSp>
        <p:grpSp>
          <p:nvGrpSpPr>
            <p:cNvPr id="10106" name="Google Shape;10106;p173"/>
            <p:cNvGrpSpPr/>
            <p:nvPr/>
          </p:nvGrpSpPr>
          <p:grpSpPr>
            <a:xfrm>
              <a:off x="400875" y="3013434"/>
              <a:ext cx="2376625" cy="200100"/>
              <a:chOff x="624700" y="1498750"/>
              <a:chExt cx="2376625" cy="200100"/>
            </a:xfrm>
          </p:grpSpPr>
          <p:sp>
            <p:nvSpPr>
              <p:cNvPr id="10107" name="Google Shape;10107;p173"/>
              <p:cNvSpPr txBox="1"/>
              <p:nvPr/>
            </p:nvSpPr>
            <p:spPr>
              <a:xfrm>
                <a:off x="747725" y="1498750"/>
                <a:ext cx="2253600" cy="200100"/>
              </a:xfrm>
              <a:prstGeom prst="rect">
                <a:avLst/>
              </a:prstGeom>
              <a:solidFill>
                <a:srgbClr val="F3F3F3"/>
              </a:solidFill>
              <a:ln>
                <a:noFill/>
              </a:ln>
            </p:spPr>
            <p:txBody>
              <a:bodyPr anchorCtr="0" anchor="ctr" bIns="18000" lIns="18000" spcFirstLastPara="1" rIns="18000" wrap="square" tIns="18000">
                <a:noAutofit/>
              </a:bodyPr>
              <a:lstStyle/>
              <a:p>
                <a:pPr indent="0" lvl="0" marL="0" rtl="0" algn="l">
                  <a:spcBef>
                    <a:spcPts val="0"/>
                  </a:spcBef>
                  <a:spcAft>
                    <a:spcPts val="0"/>
                  </a:spcAft>
                  <a:buNone/>
                </a:pPr>
                <a:r>
                  <a:t/>
                </a:r>
                <a:endParaRPr sz="800">
                  <a:solidFill>
                    <a:srgbClr val="434343"/>
                  </a:solidFill>
                </a:endParaRPr>
              </a:p>
            </p:txBody>
          </p:sp>
          <p:sp>
            <p:nvSpPr>
              <p:cNvPr id="10108" name="Google Shape;10108;p173"/>
              <p:cNvSpPr txBox="1"/>
              <p:nvPr/>
            </p:nvSpPr>
            <p:spPr>
              <a:xfrm>
                <a:off x="624700" y="1514200"/>
                <a:ext cx="86100" cy="169200"/>
              </a:xfrm>
              <a:prstGeom prst="rect">
                <a:avLst/>
              </a:prstGeom>
              <a:noFill/>
              <a:ln>
                <a:noFill/>
              </a:ln>
            </p:spPr>
            <p:txBody>
              <a:bodyPr anchorCtr="0" anchor="ctr" bIns="0" lIns="0" spcFirstLastPara="1" rIns="0" wrap="square" tIns="0">
                <a:spAutoFit/>
              </a:bodyPr>
              <a:lstStyle/>
              <a:p>
                <a:pPr indent="0" lvl="0" marL="0" rtl="0" algn="r">
                  <a:spcBef>
                    <a:spcPts val="0"/>
                  </a:spcBef>
                  <a:spcAft>
                    <a:spcPts val="0"/>
                  </a:spcAft>
                  <a:buNone/>
                </a:pPr>
                <a:r>
                  <a:rPr lang="es-419" sz="700">
                    <a:latin typeface="Arvo"/>
                    <a:ea typeface="Arvo"/>
                    <a:cs typeface="Arvo"/>
                    <a:sym typeface="Arvo"/>
                  </a:rPr>
                  <a:t>9.</a:t>
                </a:r>
                <a:endParaRPr sz="700">
                  <a:latin typeface="Arvo"/>
                  <a:ea typeface="Arvo"/>
                  <a:cs typeface="Arvo"/>
                  <a:sym typeface="Arvo"/>
                </a:endParaRPr>
              </a:p>
              <a:p>
                <a:pPr indent="0" lvl="0" marL="0" rtl="0" algn="r">
                  <a:spcBef>
                    <a:spcPts val="0"/>
                  </a:spcBef>
                  <a:spcAft>
                    <a:spcPts val="0"/>
                  </a:spcAft>
                  <a:buNone/>
                </a:pPr>
                <a:r>
                  <a:t/>
                </a:r>
                <a:endParaRPr i="1" sz="400">
                  <a:solidFill>
                    <a:srgbClr val="666666"/>
                  </a:solidFill>
                  <a:latin typeface="Arvo"/>
                  <a:ea typeface="Arvo"/>
                  <a:cs typeface="Arvo"/>
                  <a:sym typeface="Arvo"/>
                </a:endParaRPr>
              </a:p>
            </p:txBody>
          </p:sp>
        </p:grpSp>
        <p:grpSp>
          <p:nvGrpSpPr>
            <p:cNvPr id="10109" name="Google Shape;10109;p173"/>
            <p:cNvGrpSpPr/>
            <p:nvPr/>
          </p:nvGrpSpPr>
          <p:grpSpPr>
            <a:xfrm>
              <a:off x="371475" y="3235972"/>
              <a:ext cx="2406025" cy="200100"/>
              <a:chOff x="595300" y="1498750"/>
              <a:chExt cx="2406025" cy="200100"/>
            </a:xfrm>
          </p:grpSpPr>
          <p:sp>
            <p:nvSpPr>
              <p:cNvPr id="10110" name="Google Shape;10110;p173"/>
              <p:cNvSpPr txBox="1"/>
              <p:nvPr/>
            </p:nvSpPr>
            <p:spPr>
              <a:xfrm>
                <a:off x="747725" y="1498750"/>
                <a:ext cx="2253600" cy="200100"/>
              </a:xfrm>
              <a:prstGeom prst="rect">
                <a:avLst/>
              </a:prstGeom>
              <a:solidFill>
                <a:srgbClr val="F3F3F3"/>
              </a:solidFill>
              <a:ln>
                <a:noFill/>
              </a:ln>
            </p:spPr>
            <p:txBody>
              <a:bodyPr anchorCtr="0" anchor="ctr" bIns="18000" lIns="18000" spcFirstLastPara="1" rIns="18000" wrap="square" tIns="18000">
                <a:noAutofit/>
              </a:bodyPr>
              <a:lstStyle/>
              <a:p>
                <a:pPr indent="0" lvl="0" marL="0" rtl="0" algn="l">
                  <a:spcBef>
                    <a:spcPts val="0"/>
                  </a:spcBef>
                  <a:spcAft>
                    <a:spcPts val="0"/>
                  </a:spcAft>
                  <a:buNone/>
                </a:pPr>
                <a:r>
                  <a:t/>
                </a:r>
                <a:endParaRPr sz="800">
                  <a:solidFill>
                    <a:srgbClr val="434343"/>
                  </a:solidFill>
                </a:endParaRPr>
              </a:p>
            </p:txBody>
          </p:sp>
          <p:sp>
            <p:nvSpPr>
              <p:cNvPr id="10111" name="Google Shape;10111;p173"/>
              <p:cNvSpPr txBox="1"/>
              <p:nvPr/>
            </p:nvSpPr>
            <p:spPr>
              <a:xfrm>
                <a:off x="595300" y="1514200"/>
                <a:ext cx="115500" cy="169200"/>
              </a:xfrm>
              <a:prstGeom prst="rect">
                <a:avLst/>
              </a:prstGeom>
              <a:noFill/>
              <a:ln>
                <a:noFill/>
              </a:ln>
            </p:spPr>
            <p:txBody>
              <a:bodyPr anchorCtr="0" anchor="ctr" bIns="0" lIns="0" spcFirstLastPara="1" rIns="0" wrap="square" tIns="0">
                <a:spAutoFit/>
              </a:bodyPr>
              <a:lstStyle/>
              <a:p>
                <a:pPr indent="0" lvl="0" marL="0" rtl="0" algn="r">
                  <a:spcBef>
                    <a:spcPts val="0"/>
                  </a:spcBef>
                  <a:spcAft>
                    <a:spcPts val="0"/>
                  </a:spcAft>
                  <a:buNone/>
                </a:pPr>
                <a:r>
                  <a:rPr lang="es-419" sz="700">
                    <a:latin typeface="Arvo"/>
                    <a:ea typeface="Arvo"/>
                    <a:cs typeface="Arvo"/>
                    <a:sym typeface="Arvo"/>
                  </a:rPr>
                  <a:t>10.</a:t>
                </a:r>
                <a:endParaRPr sz="700">
                  <a:latin typeface="Arvo"/>
                  <a:ea typeface="Arvo"/>
                  <a:cs typeface="Arvo"/>
                  <a:sym typeface="Arvo"/>
                </a:endParaRPr>
              </a:p>
              <a:p>
                <a:pPr indent="0" lvl="0" marL="0" rtl="0" algn="r">
                  <a:spcBef>
                    <a:spcPts val="0"/>
                  </a:spcBef>
                  <a:spcAft>
                    <a:spcPts val="0"/>
                  </a:spcAft>
                  <a:buNone/>
                </a:pPr>
                <a:r>
                  <a:t/>
                </a:r>
                <a:endParaRPr i="1" sz="400">
                  <a:solidFill>
                    <a:srgbClr val="666666"/>
                  </a:solidFill>
                  <a:latin typeface="Arvo"/>
                  <a:ea typeface="Arvo"/>
                  <a:cs typeface="Arvo"/>
                  <a:sym typeface="Arvo"/>
                </a:endParaRPr>
              </a:p>
            </p:txBody>
          </p:sp>
        </p:grpSp>
        <p:grpSp>
          <p:nvGrpSpPr>
            <p:cNvPr id="10112" name="Google Shape;10112;p173"/>
            <p:cNvGrpSpPr/>
            <p:nvPr/>
          </p:nvGrpSpPr>
          <p:grpSpPr>
            <a:xfrm>
              <a:off x="381000" y="3458497"/>
              <a:ext cx="2401250" cy="200100"/>
              <a:chOff x="600075" y="1498750"/>
              <a:chExt cx="2401250" cy="200100"/>
            </a:xfrm>
          </p:grpSpPr>
          <p:sp>
            <p:nvSpPr>
              <p:cNvPr id="10113" name="Google Shape;10113;p173"/>
              <p:cNvSpPr txBox="1"/>
              <p:nvPr/>
            </p:nvSpPr>
            <p:spPr>
              <a:xfrm>
                <a:off x="747725" y="1498750"/>
                <a:ext cx="2253600" cy="200100"/>
              </a:xfrm>
              <a:prstGeom prst="rect">
                <a:avLst/>
              </a:prstGeom>
              <a:solidFill>
                <a:srgbClr val="F3F3F3"/>
              </a:solidFill>
              <a:ln>
                <a:noFill/>
              </a:ln>
            </p:spPr>
            <p:txBody>
              <a:bodyPr anchorCtr="0" anchor="ctr" bIns="18000" lIns="18000" spcFirstLastPara="1" rIns="18000" wrap="square" tIns="18000">
                <a:noAutofit/>
              </a:bodyPr>
              <a:lstStyle/>
              <a:p>
                <a:pPr indent="0" lvl="0" marL="0" rtl="0" algn="l">
                  <a:spcBef>
                    <a:spcPts val="0"/>
                  </a:spcBef>
                  <a:spcAft>
                    <a:spcPts val="0"/>
                  </a:spcAft>
                  <a:buNone/>
                </a:pPr>
                <a:r>
                  <a:t/>
                </a:r>
                <a:endParaRPr sz="800">
                  <a:solidFill>
                    <a:srgbClr val="434343"/>
                  </a:solidFill>
                </a:endParaRPr>
              </a:p>
            </p:txBody>
          </p:sp>
          <p:sp>
            <p:nvSpPr>
              <p:cNvPr id="10114" name="Google Shape;10114;p173"/>
              <p:cNvSpPr txBox="1"/>
              <p:nvPr/>
            </p:nvSpPr>
            <p:spPr>
              <a:xfrm>
                <a:off x="600075" y="1514200"/>
                <a:ext cx="110700" cy="169200"/>
              </a:xfrm>
              <a:prstGeom prst="rect">
                <a:avLst/>
              </a:prstGeom>
              <a:noFill/>
              <a:ln>
                <a:noFill/>
              </a:ln>
            </p:spPr>
            <p:txBody>
              <a:bodyPr anchorCtr="0" anchor="ctr" bIns="0" lIns="0" spcFirstLastPara="1" rIns="0" wrap="square" tIns="0">
                <a:spAutoFit/>
              </a:bodyPr>
              <a:lstStyle/>
              <a:p>
                <a:pPr indent="0" lvl="0" marL="0" rtl="0" algn="r">
                  <a:spcBef>
                    <a:spcPts val="0"/>
                  </a:spcBef>
                  <a:spcAft>
                    <a:spcPts val="0"/>
                  </a:spcAft>
                  <a:buNone/>
                </a:pPr>
                <a:r>
                  <a:rPr lang="es-419" sz="700">
                    <a:latin typeface="Arvo"/>
                    <a:ea typeface="Arvo"/>
                    <a:cs typeface="Arvo"/>
                    <a:sym typeface="Arvo"/>
                  </a:rPr>
                  <a:t>11.</a:t>
                </a:r>
                <a:endParaRPr sz="700">
                  <a:latin typeface="Arvo"/>
                  <a:ea typeface="Arvo"/>
                  <a:cs typeface="Arvo"/>
                  <a:sym typeface="Arvo"/>
                </a:endParaRPr>
              </a:p>
              <a:p>
                <a:pPr indent="0" lvl="0" marL="0" rtl="0" algn="r">
                  <a:spcBef>
                    <a:spcPts val="0"/>
                  </a:spcBef>
                  <a:spcAft>
                    <a:spcPts val="0"/>
                  </a:spcAft>
                  <a:buNone/>
                </a:pPr>
                <a:r>
                  <a:t/>
                </a:r>
                <a:endParaRPr i="1" sz="400">
                  <a:solidFill>
                    <a:srgbClr val="666666"/>
                  </a:solidFill>
                  <a:latin typeface="Arvo"/>
                  <a:ea typeface="Arvo"/>
                  <a:cs typeface="Arvo"/>
                  <a:sym typeface="Arvo"/>
                </a:endParaRPr>
              </a:p>
            </p:txBody>
          </p:sp>
        </p:grpSp>
        <p:grpSp>
          <p:nvGrpSpPr>
            <p:cNvPr id="10115" name="Google Shape;10115;p173"/>
            <p:cNvGrpSpPr/>
            <p:nvPr/>
          </p:nvGrpSpPr>
          <p:grpSpPr>
            <a:xfrm>
              <a:off x="381000" y="3681022"/>
              <a:ext cx="2406025" cy="200100"/>
              <a:chOff x="595300" y="1498750"/>
              <a:chExt cx="2406025" cy="200100"/>
            </a:xfrm>
          </p:grpSpPr>
          <p:sp>
            <p:nvSpPr>
              <p:cNvPr id="10116" name="Google Shape;10116;p173"/>
              <p:cNvSpPr txBox="1"/>
              <p:nvPr/>
            </p:nvSpPr>
            <p:spPr>
              <a:xfrm>
                <a:off x="747725" y="1498750"/>
                <a:ext cx="2253600" cy="200100"/>
              </a:xfrm>
              <a:prstGeom prst="rect">
                <a:avLst/>
              </a:prstGeom>
              <a:solidFill>
                <a:srgbClr val="F3F3F3"/>
              </a:solidFill>
              <a:ln>
                <a:noFill/>
              </a:ln>
            </p:spPr>
            <p:txBody>
              <a:bodyPr anchorCtr="0" anchor="ctr" bIns="18000" lIns="18000" spcFirstLastPara="1" rIns="18000" wrap="square" tIns="18000">
                <a:noAutofit/>
              </a:bodyPr>
              <a:lstStyle/>
              <a:p>
                <a:pPr indent="0" lvl="0" marL="0" rtl="0" algn="l">
                  <a:spcBef>
                    <a:spcPts val="0"/>
                  </a:spcBef>
                  <a:spcAft>
                    <a:spcPts val="0"/>
                  </a:spcAft>
                  <a:buNone/>
                </a:pPr>
                <a:r>
                  <a:t/>
                </a:r>
                <a:endParaRPr sz="800">
                  <a:solidFill>
                    <a:srgbClr val="434343"/>
                  </a:solidFill>
                </a:endParaRPr>
              </a:p>
            </p:txBody>
          </p:sp>
          <p:sp>
            <p:nvSpPr>
              <p:cNvPr id="10117" name="Google Shape;10117;p173"/>
              <p:cNvSpPr txBox="1"/>
              <p:nvPr/>
            </p:nvSpPr>
            <p:spPr>
              <a:xfrm>
                <a:off x="595300" y="1514200"/>
                <a:ext cx="115500" cy="169200"/>
              </a:xfrm>
              <a:prstGeom prst="rect">
                <a:avLst/>
              </a:prstGeom>
              <a:noFill/>
              <a:ln>
                <a:noFill/>
              </a:ln>
            </p:spPr>
            <p:txBody>
              <a:bodyPr anchorCtr="0" anchor="ctr" bIns="0" lIns="0" spcFirstLastPara="1" rIns="0" wrap="square" tIns="0">
                <a:spAutoFit/>
              </a:bodyPr>
              <a:lstStyle/>
              <a:p>
                <a:pPr indent="0" lvl="0" marL="0" rtl="0" algn="r">
                  <a:spcBef>
                    <a:spcPts val="0"/>
                  </a:spcBef>
                  <a:spcAft>
                    <a:spcPts val="0"/>
                  </a:spcAft>
                  <a:buNone/>
                </a:pPr>
                <a:r>
                  <a:rPr lang="es-419" sz="700">
                    <a:latin typeface="Arvo"/>
                    <a:ea typeface="Arvo"/>
                    <a:cs typeface="Arvo"/>
                    <a:sym typeface="Arvo"/>
                  </a:rPr>
                  <a:t>12.</a:t>
                </a:r>
                <a:endParaRPr sz="700">
                  <a:latin typeface="Arvo"/>
                  <a:ea typeface="Arvo"/>
                  <a:cs typeface="Arvo"/>
                  <a:sym typeface="Arvo"/>
                </a:endParaRPr>
              </a:p>
              <a:p>
                <a:pPr indent="0" lvl="0" marL="0" rtl="0" algn="r">
                  <a:spcBef>
                    <a:spcPts val="0"/>
                  </a:spcBef>
                  <a:spcAft>
                    <a:spcPts val="0"/>
                  </a:spcAft>
                  <a:buNone/>
                </a:pPr>
                <a:r>
                  <a:t/>
                </a:r>
                <a:endParaRPr i="1" sz="400">
                  <a:solidFill>
                    <a:srgbClr val="666666"/>
                  </a:solidFill>
                  <a:latin typeface="Arvo"/>
                  <a:ea typeface="Arvo"/>
                  <a:cs typeface="Arvo"/>
                  <a:sym typeface="Arvo"/>
                </a:endParaRPr>
              </a:p>
            </p:txBody>
          </p:sp>
        </p:grpSp>
        <p:grpSp>
          <p:nvGrpSpPr>
            <p:cNvPr id="10118" name="Google Shape;10118;p173"/>
            <p:cNvGrpSpPr/>
            <p:nvPr/>
          </p:nvGrpSpPr>
          <p:grpSpPr>
            <a:xfrm>
              <a:off x="381000" y="3903559"/>
              <a:ext cx="2406025" cy="200100"/>
              <a:chOff x="595300" y="1498750"/>
              <a:chExt cx="2406025" cy="200100"/>
            </a:xfrm>
          </p:grpSpPr>
          <p:sp>
            <p:nvSpPr>
              <p:cNvPr id="10119" name="Google Shape;10119;p173"/>
              <p:cNvSpPr txBox="1"/>
              <p:nvPr/>
            </p:nvSpPr>
            <p:spPr>
              <a:xfrm>
                <a:off x="747725" y="1498750"/>
                <a:ext cx="2253600" cy="200100"/>
              </a:xfrm>
              <a:prstGeom prst="rect">
                <a:avLst/>
              </a:prstGeom>
              <a:solidFill>
                <a:srgbClr val="F3F3F3"/>
              </a:solidFill>
              <a:ln>
                <a:noFill/>
              </a:ln>
            </p:spPr>
            <p:txBody>
              <a:bodyPr anchorCtr="0" anchor="ctr" bIns="18000" lIns="18000" spcFirstLastPara="1" rIns="18000" wrap="square" tIns="18000">
                <a:noAutofit/>
              </a:bodyPr>
              <a:lstStyle/>
              <a:p>
                <a:pPr indent="0" lvl="0" marL="0" rtl="0" algn="l">
                  <a:spcBef>
                    <a:spcPts val="0"/>
                  </a:spcBef>
                  <a:spcAft>
                    <a:spcPts val="0"/>
                  </a:spcAft>
                  <a:buNone/>
                </a:pPr>
                <a:r>
                  <a:t/>
                </a:r>
                <a:endParaRPr sz="800">
                  <a:solidFill>
                    <a:srgbClr val="434343"/>
                  </a:solidFill>
                </a:endParaRPr>
              </a:p>
            </p:txBody>
          </p:sp>
          <p:sp>
            <p:nvSpPr>
              <p:cNvPr id="10120" name="Google Shape;10120;p173"/>
              <p:cNvSpPr txBox="1"/>
              <p:nvPr/>
            </p:nvSpPr>
            <p:spPr>
              <a:xfrm>
                <a:off x="595300" y="1514213"/>
                <a:ext cx="115500" cy="169200"/>
              </a:xfrm>
              <a:prstGeom prst="rect">
                <a:avLst/>
              </a:prstGeom>
              <a:noFill/>
              <a:ln>
                <a:noFill/>
              </a:ln>
            </p:spPr>
            <p:txBody>
              <a:bodyPr anchorCtr="0" anchor="ctr" bIns="0" lIns="0" spcFirstLastPara="1" rIns="0" wrap="square" tIns="0">
                <a:spAutoFit/>
              </a:bodyPr>
              <a:lstStyle/>
              <a:p>
                <a:pPr indent="0" lvl="0" marL="0" rtl="0" algn="r">
                  <a:spcBef>
                    <a:spcPts val="0"/>
                  </a:spcBef>
                  <a:spcAft>
                    <a:spcPts val="0"/>
                  </a:spcAft>
                  <a:buNone/>
                </a:pPr>
                <a:r>
                  <a:rPr lang="es-419" sz="700">
                    <a:latin typeface="Arvo"/>
                    <a:ea typeface="Arvo"/>
                    <a:cs typeface="Arvo"/>
                    <a:sym typeface="Arvo"/>
                  </a:rPr>
                  <a:t>13.</a:t>
                </a:r>
                <a:endParaRPr sz="700">
                  <a:latin typeface="Arvo"/>
                  <a:ea typeface="Arvo"/>
                  <a:cs typeface="Arvo"/>
                  <a:sym typeface="Arvo"/>
                </a:endParaRPr>
              </a:p>
              <a:p>
                <a:pPr indent="0" lvl="0" marL="0" rtl="0" algn="r">
                  <a:spcBef>
                    <a:spcPts val="0"/>
                  </a:spcBef>
                  <a:spcAft>
                    <a:spcPts val="0"/>
                  </a:spcAft>
                  <a:buNone/>
                </a:pPr>
                <a:r>
                  <a:t/>
                </a:r>
                <a:endParaRPr i="1" sz="400">
                  <a:solidFill>
                    <a:srgbClr val="666666"/>
                  </a:solidFill>
                  <a:latin typeface="Arvo"/>
                  <a:ea typeface="Arvo"/>
                  <a:cs typeface="Arvo"/>
                  <a:sym typeface="Arvo"/>
                </a:endParaRPr>
              </a:p>
            </p:txBody>
          </p:sp>
        </p:grpSp>
        <p:grpSp>
          <p:nvGrpSpPr>
            <p:cNvPr id="10121" name="Google Shape;10121;p173"/>
            <p:cNvGrpSpPr/>
            <p:nvPr/>
          </p:nvGrpSpPr>
          <p:grpSpPr>
            <a:xfrm>
              <a:off x="371475" y="4131984"/>
              <a:ext cx="2415550" cy="200100"/>
              <a:chOff x="585775" y="1498750"/>
              <a:chExt cx="2415550" cy="200100"/>
            </a:xfrm>
          </p:grpSpPr>
          <p:sp>
            <p:nvSpPr>
              <p:cNvPr id="10122" name="Google Shape;10122;p173"/>
              <p:cNvSpPr txBox="1"/>
              <p:nvPr/>
            </p:nvSpPr>
            <p:spPr>
              <a:xfrm>
                <a:off x="747725" y="1498750"/>
                <a:ext cx="2253600" cy="200100"/>
              </a:xfrm>
              <a:prstGeom prst="rect">
                <a:avLst/>
              </a:prstGeom>
              <a:solidFill>
                <a:srgbClr val="F3F3F3"/>
              </a:solidFill>
              <a:ln>
                <a:noFill/>
              </a:ln>
            </p:spPr>
            <p:txBody>
              <a:bodyPr anchorCtr="0" anchor="ctr" bIns="18000" lIns="18000" spcFirstLastPara="1" rIns="18000" wrap="square" tIns="18000">
                <a:noAutofit/>
              </a:bodyPr>
              <a:lstStyle/>
              <a:p>
                <a:pPr indent="0" lvl="0" marL="0" rtl="0" algn="l">
                  <a:spcBef>
                    <a:spcPts val="0"/>
                  </a:spcBef>
                  <a:spcAft>
                    <a:spcPts val="0"/>
                  </a:spcAft>
                  <a:buNone/>
                </a:pPr>
                <a:r>
                  <a:t/>
                </a:r>
                <a:endParaRPr sz="800">
                  <a:solidFill>
                    <a:srgbClr val="434343"/>
                  </a:solidFill>
                </a:endParaRPr>
              </a:p>
            </p:txBody>
          </p:sp>
          <p:sp>
            <p:nvSpPr>
              <p:cNvPr id="10123" name="Google Shape;10123;p173"/>
              <p:cNvSpPr txBox="1"/>
              <p:nvPr/>
            </p:nvSpPr>
            <p:spPr>
              <a:xfrm>
                <a:off x="585775" y="1514213"/>
                <a:ext cx="125100" cy="169200"/>
              </a:xfrm>
              <a:prstGeom prst="rect">
                <a:avLst/>
              </a:prstGeom>
              <a:noFill/>
              <a:ln>
                <a:noFill/>
              </a:ln>
            </p:spPr>
            <p:txBody>
              <a:bodyPr anchorCtr="0" anchor="ctr" bIns="0" lIns="0" spcFirstLastPara="1" rIns="0" wrap="square" tIns="0">
                <a:spAutoFit/>
              </a:bodyPr>
              <a:lstStyle/>
              <a:p>
                <a:pPr indent="0" lvl="0" marL="0" rtl="0" algn="r">
                  <a:spcBef>
                    <a:spcPts val="0"/>
                  </a:spcBef>
                  <a:spcAft>
                    <a:spcPts val="0"/>
                  </a:spcAft>
                  <a:buNone/>
                </a:pPr>
                <a:r>
                  <a:rPr lang="es-419" sz="700">
                    <a:latin typeface="Arvo"/>
                    <a:ea typeface="Arvo"/>
                    <a:cs typeface="Arvo"/>
                    <a:sym typeface="Arvo"/>
                  </a:rPr>
                  <a:t>14.</a:t>
                </a:r>
                <a:endParaRPr sz="700">
                  <a:latin typeface="Arvo"/>
                  <a:ea typeface="Arvo"/>
                  <a:cs typeface="Arvo"/>
                  <a:sym typeface="Arvo"/>
                </a:endParaRPr>
              </a:p>
              <a:p>
                <a:pPr indent="0" lvl="0" marL="0" rtl="0" algn="r">
                  <a:spcBef>
                    <a:spcPts val="0"/>
                  </a:spcBef>
                  <a:spcAft>
                    <a:spcPts val="0"/>
                  </a:spcAft>
                  <a:buNone/>
                </a:pPr>
                <a:r>
                  <a:t/>
                </a:r>
                <a:endParaRPr i="1" sz="400">
                  <a:solidFill>
                    <a:srgbClr val="666666"/>
                  </a:solidFill>
                  <a:latin typeface="Arvo"/>
                  <a:ea typeface="Arvo"/>
                  <a:cs typeface="Arvo"/>
                  <a:sym typeface="Arvo"/>
                </a:endParaRPr>
              </a:p>
            </p:txBody>
          </p:sp>
        </p:grpSp>
        <p:grpSp>
          <p:nvGrpSpPr>
            <p:cNvPr id="10124" name="Google Shape;10124;p173"/>
            <p:cNvGrpSpPr/>
            <p:nvPr/>
          </p:nvGrpSpPr>
          <p:grpSpPr>
            <a:xfrm>
              <a:off x="381000" y="4354522"/>
              <a:ext cx="2406025" cy="200100"/>
              <a:chOff x="595300" y="1498750"/>
              <a:chExt cx="2406025" cy="200100"/>
            </a:xfrm>
          </p:grpSpPr>
          <p:sp>
            <p:nvSpPr>
              <p:cNvPr id="10125" name="Google Shape;10125;p173"/>
              <p:cNvSpPr txBox="1"/>
              <p:nvPr/>
            </p:nvSpPr>
            <p:spPr>
              <a:xfrm>
                <a:off x="747725" y="1498750"/>
                <a:ext cx="2253600" cy="200100"/>
              </a:xfrm>
              <a:prstGeom prst="rect">
                <a:avLst/>
              </a:prstGeom>
              <a:solidFill>
                <a:srgbClr val="F3F3F3"/>
              </a:solidFill>
              <a:ln>
                <a:noFill/>
              </a:ln>
            </p:spPr>
            <p:txBody>
              <a:bodyPr anchorCtr="0" anchor="ctr" bIns="18000" lIns="18000" spcFirstLastPara="1" rIns="18000" wrap="square" tIns="18000">
                <a:noAutofit/>
              </a:bodyPr>
              <a:lstStyle/>
              <a:p>
                <a:pPr indent="0" lvl="0" marL="0" rtl="0" algn="l">
                  <a:spcBef>
                    <a:spcPts val="0"/>
                  </a:spcBef>
                  <a:spcAft>
                    <a:spcPts val="0"/>
                  </a:spcAft>
                  <a:buNone/>
                </a:pPr>
                <a:r>
                  <a:t/>
                </a:r>
                <a:endParaRPr sz="800">
                  <a:solidFill>
                    <a:srgbClr val="434343"/>
                  </a:solidFill>
                </a:endParaRPr>
              </a:p>
            </p:txBody>
          </p:sp>
          <p:sp>
            <p:nvSpPr>
              <p:cNvPr id="10126" name="Google Shape;10126;p173"/>
              <p:cNvSpPr txBox="1"/>
              <p:nvPr/>
            </p:nvSpPr>
            <p:spPr>
              <a:xfrm>
                <a:off x="595300" y="1514200"/>
                <a:ext cx="115500" cy="169200"/>
              </a:xfrm>
              <a:prstGeom prst="rect">
                <a:avLst/>
              </a:prstGeom>
              <a:noFill/>
              <a:ln>
                <a:noFill/>
              </a:ln>
            </p:spPr>
            <p:txBody>
              <a:bodyPr anchorCtr="0" anchor="ctr" bIns="0" lIns="0" spcFirstLastPara="1" rIns="0" wrap="square" tIns="0">
                <a:spAutoFit/>
              </a:bodyPr>
              <a:lstStyle/>
              <a:p>
                <a:pPr indent="0" lvl="0" marL="0" rtl="0" algn="r">
                  <a:spcBef>
                    <a:spcPts val="0"/>
                  </a:spcBef>
                  <a:spcAft>
                    <a:spcPts val="0"/>
                  </a:spcAft>
                  <a:buNone/>
                </a:pPr>
                <a:r>
                  <a:rPr lang="es-419" sz="700">
                    <a:latin typeface="Arvo"/>
                    <a:ea typeface="Arvo"/>
                    <a:cs typeface="Arvo"/>
                    <a:sym typeface="Arvo"/>
                  </a:rPr>
                  <a:t>15.</a:t>
                </a:r>
                <a:endParaRPr sz="700">
                  <a:latin typeface="Arvo"/>
                  <a:ea typeface="Arvo"/>
                  <a:cs typeface="Arvo"/>
                  <a:sym typeface="Arvo"/>
                </a:endParaRPr>
              </a:p>
              <a:p>
                <a:pPr indent="0" lvl="0" marL="0" rtl="0" algn="r">
                  <a:spcBef>
                    <a:spcPts val="0"/>
                  </a:spcBef>
                  <a:spcAft>
                    <a:spcPts val="0"/>
                  </a:spcAft>
                  <a:buNone/>
                </a:pPr>
                <a:r>
                  <a:t/>
                </a:r>
                <a:endParaRPr i="1" sz="400">
                  <a:solidFill>
                    <a:srgbClr val="666666"/>
                  </a:solidFill>
                  <a:latin typeface="Arvo"/>
                  <a:ea typeface="Arvo"/>
                  <a:cs typeface="Arvo"/>
                  <a:sym typeface="Arvo"/>
                </a:endParaRPr>
              </a:p>
            </p:txBody>
          </p:sp>
        </p:grpSp>
      </p:grpSp>
      <p:grpSp>
        <p:nvGrpSpPr>
          <p:cNvPr id="10127" name="Google Shape;10127;p173"/>
          <p:cNvGrpSpPr/>
          <p:nvPr/>
        </p:nvGrpSpPr>
        <p:grpSpPr>
          <a:xfrm>
            <a:off x="288239" y="4783900"/>
            <a:ext cx="2562300" cy="1689300"/>
            <a:chOff x="5068625" y="1150650"/>
            <a:chExt cx="2562300" cy="1689300"/>
          </a:xfrm>
        </p:grpSpPr>
        <p:sp>
          <p:nvSpPr>
            <p:cNvPr id="10128" name="Google Shape;10128;p173"/>
            <p:cNvSpPr/>
            <p:nvPr/>
          </p:nvSpPr>
          <p:spPr>
            <a:xfrm>
              <a:off x="5068625" y="1150650"/>
              <a:ext cx="2562300" cy="1689300"/>
            </a:xfrm>
            <a:prstGeom prst="roundRect">
              <a:avLst>
                <a:gd fmla="val 3233" name="adj"/>
              </a:avLst>
            </a:prstGeom>
            <a:solidFill>
              <a:srgbClr val="FFFFFF"/>
            </a:solidFill>
            <a:ln cap="flat" cmpd="sng" w="9525">
              <a:solidFill>
                <a:srgbClr val="EFEFEF"/>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t" bIns="18000" lIns="18000" spcFirstLastPara="1" rIns="18000" wrap="square" tIns="18000">
              <a:noAutofit/>
            </a:bodyPr>
            <a:lstStyle/>
            <a:p>
              <a:pPr indent="0" lvl="0" marL="0" rtl="0" algn="l">
                <a:spcBef>
                  <a:spcPts val="0"/>
                </a:spcBef>
                <a:spcAft>
                  <a:spcPts val="0"/>
                </a:spcAft>
                <a:buNone/>
              </a:pPr>
              <a:r>
                <a:t/>
              </a:r>
              <a:endParaRPr b="1" i="1" sz="900">
                <a:solidFill>
                  <a:srgbClr val="434343"/>
                </a:solidFill>
              </a:endParaRPr>
            </a:p>
          </p:txBody>
        </p:sp>
        <p:sp>
          <p:nvSpPr>
            <p:cNvPr id="10129" name="Google Shape;10129;p173"/>
            <p:cNvSpPr txBox="1"/>
            <p:nvPr/>
          </p:nvSpPr>
          <p:spPr>
            <a:xfrm>
              <a:off x="6040800" y="1202400"/>
              <a:ext cx="1527600" cy="210900"/>
            </a:xfrm>
            <a:prstGeom prst="rect">
              <a:avLst/>
            </a:prstGeom>
            <a:solidFill>
              <a:srgbClr val="F3F3F3"/>
            </a:solidFill>
            <a:ln>
              <a:noFill/>
            </a:ln>
          </p:spPr>
          <p:txBody>
            <a:bodyPr anchorCtr="0" anchor="ctr" bIns="18000" lIns="18000" spcFirstLastPara="1" rIns="18000" wrap="square" tIns="18000">
              <a:noAutofit/>
            </a:bodyPr>
            <a:lstStyle/>
            <a:p>
              <a:pPr indent="0" lvl="0" marL="0" rtl="0" algn="l">
                <a:spcBef>
                  <a:spcPts val="0"/>
                </a:spcBef>
                <a:spcAft>
                  <a:spcPts val="0"/>
                </a:spcAft>
                <a:buNone/>
              </a:pPr>
              <a:r>
                <a:t/>
              </a:r>
              <a:endParaRPr i="1" sz="800">
                <a:solidFill>
                  <a:srgbClr val="434343"/>
                </a:solidFill>
              </a:endParaRPr>
            </a:p>
          </p:txBody>
        </p:sp>
        <p:sp>
          <p:nvSpPr>
            <p:cNvPr id="10130" name="Google Shape;10130;p173"/>
            <p:cNvSpPr txBox="1"/>
            <p:nvPr/>
          </p:nvSpPr>
          <p:spPr>
            <a:xfrm>
              <a:off x="5427300" y="1175175"/>
              <a:ext cx="591300" cy="169200"/>
            </a:xfrm>
            <a:prstGeom prst="rect">
              <a:avLst/>
            </a:prstGeom>
            <a:noFill/>
            <a:ln>
              <a:noFill/>
            </a:ln>
          </p:spPr>
          <p:txBody>
            <a:bodyPr anchorCtr="0" anchor="ctr" bIns="0" lIns="0" spcFirstLastPara="1" rIns="0" wrap="square" tIns="0">
              <a:noAutofit/>
            </a:bodyPr>
            <a:lstStyle/>
            <a:p>
              <a:pPr indent="0" lvl="0" marL="0" rtl="0" algn="r">
                <a:spcBef>
                  <a:spcPts val="0"/>
                </a:spcBef>
                <a:spcAft>
                  <a:spcPts val="0"/>
                </a:spcAft>
                <a:buNone/>
              </a:pPr>
              <a:r>
                <a:rPr b="1" i="1" lang="es-419" sz="800">
                  <a:solidFill>
                    <a:srgbClr val="434343"/>
                  </a:solidFill>
                </a:rPr>
                <a:t>Subflujo 1:</a:t>
              </a:r>
              <a:endParaRPr i="1" sz="500">
                <a:solidFill>
                  <a:srgbClr val="666666"/>
                </a:solidFill>
                <a:latin typeface="Arvo"/>
                <a:ea typeface="Arvo"/>
                <a:cs typeface="Arvo"/>
                <a:sym typeface="Arvo"/>
              </a:endParaRPr>
            </a:p>
          </p:txBody>
        </p:sp>
        <p:sp>
          <p:nvSpPr>
            <p:cNvPr id="10131" name="Google Shape;10131;p173"/>
            <p:cNvSpPr txBox="1"/>
            <p:nvPr/>
          </p:nvSpPr>
          <p:spPr>
            <a:xfrm>
              <a:off x="5116238" y="1403775"/>
              <a:ext cx="902400" cy="169200"/>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i="1" lang="es-419" sz="700">
                  <a:solidFill>
                    <a:srgbClr val="434343"/>
                  </a:solidFill>
                </a:rPr>
                <a:t>Pasos del subflujo: </a:t>
              </a:r>
              <a:endParaRPr i="1" sz="400">
                <a:solidFill>
                  <a:srgbClr val="666666"/>
                </a:solidFill>
                <a:latin typeface="Arvo"/>
                <a:ea typeface="Arvo"/>
                <a:cs typeface="Arvo"/>
                <a:sym typeface="Arvo"/>
              </a:endParaRPr>
            </a:p>
          </p:txBody>
        </p:sp>
        <p:grpSp>
          <p:nvGrpSpPr>
            <p:cNvPr id="10132" name="Google Shape;10132;p173"/>
            <p:cNvGrpSpPr/>
            <p:nvPr/>
          </p:nvGrpSpPr>
          <p:grpSpPr>
            <a:xfrm>
              <a:off x="5161463" y="1594275"/>
              <a:ext cx="2376625" cy="200100"/>
              <a:chOff x="624700" y="1498750"/>
              <a:chExt cx="2376625" cy="200100"/>
            </a:xfrm>
          </p:grpSpPr>
          <p:sp>
            <p:nvSpPr>
              <p:cNvPr id="10133" name="Google Shape;10133;p173"/>
              <p:cNvSpPr txBox="1"/>
              <p:nvPr/>
            </p:nvSpPr>
            <p:spPr>
              <a:xfrm>
                <a:off x="747725" y="1498750"/>
                <a:ext cx="2253600" cy="200100"/>
              </a:xfrm>
              <a:prstGeom prst="rect">
                <a:avLst/>
              </a:prstGeom>
              <a:solidFill>
                <a:srgbClr val="F3F3F3"/>
              </a:solidFill>
              <a:ln>
                <a:noFill/>
              </a:ln>
            </p:spPr>
            <p:txBody>
              <a:bodyPr anchorCtr="0" anchor="ctr" bIns="18000" lIns="18000" spcFirstLastPara="1" rIns="18000" wrap="square" tIns="18000">
                <a:noAutofit/>
              </a:bodyPr>
              <a:lstStyle/>
              <a:p>
                <a:pPr indent="0" lvl="0" marL="0" rtl="0" algn="l">
                  <a:spcBef>
                    <a:spcPts val="0"/>
                  </a:spcBef>
                  <a:spcAft>
                    <a:spcPts val="0"/>
                  </a:spcAft>
                  <a:buNone/>
                </a:pPr>
                <a:r>
                  <a:t/>
                </a:r>
                <a:endParaRPr sz="800">
                  <a:solidFill>
                    <a:srgbClr val="434343"/>
                  </a:solidFill>
                </a:endParaRPr>
              </a:p>
            </p:txBody>
          </p:sp>
          <p:sp>
            <p:nvSpPr>
              <p:cNvPr id="10134" name="Google Shape;10134;p173"/>
              <p:cNvSpPr txBox="1"/>
              <p:nvPr/>
            </p:nvSpPr>
            <p:spPr>
              <a:xfrm>
                <a:off x="624700" y="1514200"/>
                <a:ext cx="86100" cy="169200"/>
              </a:xfrm>
              <a:prstGeom prst="rect">
                <a:avLst/>
              </a:prstGeom>
              <a:noFill/>
              <a:ln>
                <a:noFill/>
              </a:ln>
            </p:spPr>
            <p:txBody>
              <a:bodyPr anchorCtr="0" anchor="ctr" bIns="0" lIns="0" spcFirstLastPara="1" rIns="0" wrap="square" tIns="0">
                <a:spAutoFit/>
              </a:bodyPr>
              <a:lstStyle/>
              <a:p>
                <a:pPr indent="0" lvl="0" marL="0" rtl="0" algn="r">
                  <a:spcBef>
                    <a:spcPts val="0"/>
                  </a:spcBef>
                  <a:spcAft>
                    <a:spcPts val="0"/>
                  </a:spcAft>
                  <a:buNone/>
                </a:pPr>
                <a:r>
                  <a:rPr lang="es-419" sz="700">
                    <a:latin typeface="Arvo"/>
                    <a:ea typeface="Arvo"/>
                    <a:cs typeface="Arvo"/>
                    <a:sym typeface="Arvo"/>
                  </a:rPr>
                  <a:t>1.</a:t>
                </a:r>
                <a:endParaRPr sz="700">
                  <a:latin typeface="Arvo"/>
                  <a:ea typeface="Arvo"/>
                  <a:cs typeface="Arvo"/>
                  <a:sym typeface="Arvo"/>
                </a:endParaRPr>
              </a:p>
              <a:p>
                <a:pPr indent="0" lvl="0" marL="0" rtl="0" algn="r">
                  <a:spcBef>
                    <a:spcPts val="0"/>
                  </a:spcBef>
                  <a:spcAft>
                    <a:spcPts val="0"/>
                  </a:spcAft>
                  <a:buNone/>
                </a:pPr>
                <a:r>
                  <a:t/>
                </a:r>
                <a:endParaRPr i="1" sz="400">
                  <a:solidFill>
                    <a:srgbClr val="666666"/>
                  </a:solidFill>
                  <a:latin typeface="Arvo"/>
                  <a:ea typeface="Arvo"/>
                  <a:cs typeface="Arvo"/>
                  <a:sym typeface="Arvo"/>
                </a:endParaRPr>
              </a:p>
            </p:txBody>
          </p:sp>
        </p:grpSp>
        <p:grpSp>
          <p:nvGrpSpPr>
            <p:cNvPr id="10135" name="Google Shape;10135;p173"/>
            <p:cNvGrpSpPr/>
            <p:nvPr/>
          </p:nvGrpSpPr>
          <p:grpSpPr>
            <a:xfrm>
              <a:off x="5161463" y="1816813"/>
              <a:ext cx="2376625" cy="200100"/>
              <a:chOff x="624700" y="1498750"/>
              <a:chExt cx="2376625" cy="200100"/>
            </a:xfrm>
          </p:grpSpPr>
          <p:sp>
            <p:nvSpPr>
              <p:cNvPr id="10136" name="Google Shape;10136;p173"/>
              <p:cNvSpPr txBox="1"/>
              <p:nvPr/>
            </p:nvSpPr>
            <p:spPr>
              <a:xfrm>
                <a:off x="747725" y="1498750"/>
                <a:ext cx="2253600" cy="200100"/>
              </a:xfrm>
              <a:prstGeom prst="rect">
                <a:avLst/>
              </a:prstGeom>
              <a:solidFill>
                <a:srgbClr val="F3F3F3"/>
              </a:solidFill>
              <a:ln>
                <a:noFill/>
              </a:ln>
            </p:spPr>
            <p:txBody>
              <a:bodyPr anchorCtr="0" anchor="ctr" bIns="18000" lIns="18000" spcFirstLastPara="1" rIns="18000" wrap="square" tIns="18000">
                <a:noAutofit/>
              </a:bodyPr>
              <a:lstStyle/>
              <a:p>
                <a:pPr indent="0" lvl="0" marL="0" rtl="0" algn="l">
                  <a:spcBef>
                    <a:spcPts val="0"/>
                  </a:spcBef>
                  <a:spcAft>
                    <a:spcPts val="0"/>
                  </a:spcAft>
                  <a:buNone/>
                </a:pPr>
                <a:r>
                  <a:t/>
                </a:r>
                <a:endParaRPr sz="800">
                  <a:solidFill>
                    <a:srgbClr val="434343"/>
                  </a:solidFill>
                </a:endParaRPr>
              </a:p>
            </p:txBody>
          </p:sp>
          <p:sp>
            <p:nvSpPr>
              <p:cNvPr id="10137" name="Google Shape;10137;p173"/>
              <p:cNvSpPr txBox="1"/>
              <p:nvPr/>
            </p:nvSpPr>
            <p:spPr>
              <a:xfrm>
                <a:off x="624700" y="1514200"/>
                <a:ext cx="86100" cy="169200"/>
              </a:xfrm>
              <a:prstGeom prst="rect">
                <a:avLst/>
              </a:prstGeom>
              <a:noFill/>
              <a:ln>
                <a:noFill/>
              </a:ln>
            </p:spPr>
            <p:txBody>
              <a:bodyPr anchorCtr="0" anchor="ctr" bIns="0" lIns="0" spcFirstLastPara="1" rIns="0" wrap="square" tIns="0">
                <a:spAutoFit/>
              </a:bodyPr>
              <a:lstStyle/>
              <a:p>
                <a:pPr indent="0" lvl="0" marL="0" rtl="0" algn="r">
                  <a:spcBef>
                    <a:spcPts val="0"/>
                  </a:spcBef>
                  <a:spcAft>
                    <a:spcPts val="0"/>
                  </a:spcAft>
                  <a:buNone/>
                </a:pPr>
                <a:r>
                  <a:rPr lang="es-419" sz="700">
                    <a:latin typeface="Arvo"/>
                    <a:ea typeface="Arvo"/>
                    <a:cs typeface="Arvo"/>
                    <a:sym typeface="Arvo"/>
                  </a:rPr>
                  <a:t>2.</a:t>
                </a:r>
                <a:endParaRPr sz="700">
                  <a:latin typeface="Arvo"/>
                  <a:ea typeface="Arvo"/>
                  <a:cs typeface="Arvo"/>
                  <a:sym typeface="Arvo"/>
                </a:endParaRPr>
              </a:p>
              <a:p>
                <a:pPr indent="0" lvl="0" marL="0" rtl="0" algn="r">
                  <a:spcBef>
                    <a:spcPts val="0"/>
                  </a:spcBef>
                  <a:spcAft>
                    <a:spcPts val="0"/>
                  </a:spcAft>
                  <a:buNone/>
                </a:pPr>
                <a:r>
                  <a:t/>
                </a:r>
                <a:endParaRPr i="1" sz="400">
                  <a:solidFill>
                    <a:srgbClr val="666666"/>
                  </a:solidFill>
                  <a:latin typeface="Arvo"/>
                  <a:ea typeface="Arvo"/>
                  <a:cs typeface="Arvo"/>
                  <a:sym typeface="Arvo"/>
                </a:endParaRPr>
              </a:p>
            </p:txBody>
          </p:sp>
        </p:grpSp>
        <p:grpSp>
          <p:nvGrpSpPr>
            <p:cNvPr id="10138" name="Google Shape;10138;p173"/>
            <p:cNvGrpSpPr/>
            <p:nvPr/>
          </p:nvGrpSpPr>
          <p:grpSpPr>
            <a:xfrm>
              <a:off x="5161463" y="2039375"/>
              <a:ext cx="2376625" cy="200100"/>
              <a:chOff x="624700" y="1498750"/>
              <a:chExt cx="2376625" cy="200100"/>
            </a:xfrm>
          </p:grpSpPr>
          <p:sp>
            <p:nvSpPr>
              <p:cNvPr id="10139" name="Google Shape;10139;p173"/>
              <p:cNvSpPr txBox="1"/>
              <p:nvPr/>
            </p:nvSpPr>
            <p:spPr>
              <a:xfrm>
                <a:off x="747725" y="1498750"/>
                <a:ext cx="2253600" cy="200100"/>
              </a:xfrm>
              <a:prstGeom prst="rect">
                <a:avLst/>
              </a:prstGeom>
              <a:solidFill>
                <a:srgbClr val="F3F3F3"/>
              </a:solidFill>
              <a:ln>
                <a:noFill/>
              </a:ln>
            </p:spPr>
            <p:txBody>
              <a:bodyPr anchorCtr="0" anchor="ctr" bIns="18000" lIns="18000" spcFirstLastPara="1" rIns="18000" wrap="square" tIns="18000">
                <a:noAutofit/>
              </a:bodyPr>
              <a:lstStyle/>
              <a:p>
                <a:pPr indent="0" lvl="0" marL="0" rtl="0" algn="l">
                  <a:spcBef>
                    <a:spcPts val="0"/>
                  </a:spcBef>
                  <a:spcAft>
                    <a:spcPts val="0"/>
                  </a:spcAft>
                  <a:buNone/>
                </a:pPr>
                <a:r>
                  <a:t/>
                </a:r>
                <a:endParaRPr sz="800">
                  <a:solidFill>
                    <a:srgbClr val="434343"/>
                  </a:solidFill>
                </a:endParaRPr>
              </a:p>
            </p:txBody>
          </p:sp>
          <p:sp>
            <p:nvSpPr>
              <p:cNvPr id="10140" name="Google Shape;10140;p173"/>
              <p:cNvSpPr txBox="1"/>
              <p:nvPr/>
            </p:nvSpPr>
            <p:spPr>
              <a:xfrm>
                <a:off x="624700" y="1514200"/>
                <a:ext cx="86100" cy="169200"/>
              </a:xfrm>
              <a:prstGeom prst="rect">
                <a:avLst/>
              </a:prstGeom>
              <a:noFill/>
              <a:ln>
                <a:noFill/>
              </a:ln>
            </p:spPr>
            <p:txBody>
              <a:bodyPr anchorCtr="0" anchor="ctr" bIns="0" lIns="0" spcFirstLastPara="1" rIns="0" wrap="square" tIns="0">
                <a:spAutoFit/>
              </a:bodyPr>
              <a:lstStyle/>
              <a:p>
                <a:pPr indent="0" lvl="0" marL="0" rtl="0" algn="r">
                  <a:spcBef>
                    <a:spcPts val="0"/>
                  </a:spcBef>
                  <a:spcAft>
                    <a:spcPts val="0"/>
                  </a:spcAft>
                  <a:buNone/>
                </a:pPr>
                <a:r>
                  <a:rPr lang="es-419" sz="700">
                    <a:latin typeface="Arvo"/>
                    <a:ea typeface="Arvo"/>
                    <a:cs typeface="Arvo"/>
                    <a:sym typeface="Arvo"/>
                  </a:rPr>
                  <a:t>3.</a:t>
                </a:r>
                <a:endParaRPr sz="700">
                  <a:latin typeface="Arvo"/>
                  <a:ea typeface="Arvo"/>
                  <a:cs typeface="Arvo"/>
                  <a:sym typeface="Arvo"/>
                </a:endParaRPr>
              </a:p>
              <a:p>
                <a:pPr indent="0" lvl="0" marL="0" rtl="0" algn="r">
                  <a:spcBef>
                    <a:spcPts val="0"/>
                  </a:spcBef>
                  <a:spcAft>
                    <a:spcPts val="0"/>
                  </a:spcAft>
                  <a:buNone/>
                </a:pPr>
                <a:r>
                  <a:t/>
                </a:r>
                <a:endParaRPr i="1" sz="400">
                  <a:solidFill>
                    <a:srgbClr val="666666"/>
                  </a:solidFill>
                  <a:latin typeface="Arvo"/>
                  <a:ea typeface="Arvo"/>
                  <a:cs typeface="Arvo"/>
                  <a:sym typeface="Arvo"/>
                </a:endParaRPr>
              </a:p>
            </p:txBody>
          </p:sp>
        </p:grpSp>
        <p:grpSp>
          <p:nvGrpSpPr>
            <p:cNvPr id="10141" name="Google Shape;10141;p173"/>
            <p:cNvGrpSpPr/>
            <p:nvPr/>
          </p:nvGrpSpPr>
          <p:grpSpPr>
            <a:xfrm>
              <a:off x="5161463" y="2261913"/>
              <a:ext cx="2376625" cy="200100"/>
              <a:chOff x="624700" y="1498750"/>
              <a:chExt cx="2376625" cy="200100"/>
            </a:xfrm>
          </p:grpSpPr>
          <p:sp>
            <p:nvSpPr>
              <p:cNvPr id="10142" name="Google Shape;10142;p173"/>
              <p:cNvSpPr txBox="1"/>
              <p:nvPr/>
            </p:nvSpPr>
            <p:spPr>
              <a:xfrm>
                <a:off x="747725" y="1498750"/>
                <a:ext cx="2253600" cy="200100"/>
              </a:xfrm>
              <a:prstGeom prst="rect">
                <a:avLst/>
              </a:prstGeom>
              <a:solidFill>
                <a:srgbClr val="F3F3F3"/>
              </a:solidFill>
              <a:ln>
                <a:noFill/>
              </a:ln>
            </p:spPr>
            <p:txBody>
              <a:bodyPr anchorCtr="0" anchor="ctr" bIns="18000" lIns="18000" spcFirstLastPara="1" rIns="18000" wrap="square" tIns="18000">
                <a:noAutofit/>
              </a:bodyPr>
              <a:lstStyle/>
              <a:p>
                <a:pPr indent="0" lvl="0" marL="0" rtl="0" algn="l">
                  <a:spcBef>
                    <a:spcPts val="0"/>
                  </a:spcBef>
                  <a:spcAft>
                    <a:spcPts val="0"/>
                  </a:spcAft>
                  <a:buNone/>
                </a:pPr>
                <a:r>
                  <a:t/>
                </a:r>
                <a:endParaRPr sz="800">
                  <a:solidFill>
                    <a:srgbClr val="434343"/>
                  </a:solidFill>
                </a:endParaRPr>
              </a:p>
            </p:txBody>
          </p:sp>
          <p:sp>
            <p:nvSpPr>
              <p:cNvPr id="10143" name="Google Shape;10143;p173"/>
              <p:cNvSpPr txBox="1"/>
              <p:nvPr/>
            </p:nvSpPr>
            <p:spPr>
              <a:xfrm>
                <a:off x="624700" y="1514200"/>
                <a:ext cx="86100" cy="169200"/>
              </a:xfrm>
              <a:prstGeom prst="rect">
                <a:avLst/>
              </a:prstGeom>
              <a:noFill/>
              <a:ln>
                <a:noFill/>
              </a:ln>
            </p:spPr>
            <p:txBody>
              <a:bodyPr anchorCtr="0" anchor="ctr" bIns="0" lIns="0" spcFirstLastPara="1" rIns="0" wrap="square" tIns="0">
                <a:spAutoFit/>
              </a:bodyPr>
              <a:lstStyle/>
              <a:p>
                <a:pPr indent="0" lvl="0" marL="0" rtl="0" algn="r">
                  <a:spcBef>
                    <a:spcPts val="0"/>
                  </a:spcBef>
                  <a:spcAft>
                    <a:spcPts val="0"/>
                  </a:spcAft>
                  <a:buNone/>
                </a:pPr>
                <a:r>
                  <a:rPr lang="es-419" sz="700">
                    <a:latin typeface="Arvo"/>
                    <a:ea typeface="Arvo"/>
                    <a:cs typeface="Arvo"/>
                    <a:sym typeface="Arvo"/>
                  </a:rPr>
                  <a:t>4.</a:t>
                </a:r>
                <a:endParaRPr sz="700">
                  <a:latin typeface="Arvo"/>
                  <a:ea typeface="Arvo"/>
                  <a:cs typeface="Arvo"/>
                  <a:sym typeface="Arvo"/>
                </a:endParaRPr>
              </a:p>
              <a:p>
                <a:pPr indent="0" lvl="0" marL="0" rtl="0" algn="r">
                  <a:spcBef>
                    <a:spcPts val="0"/>
                  </a:spcBef>
                  <a:spcAft>
                    <a:spcPts val="0"/>
                  </a:spcAft>
                  <a:buNone/>
                </a:pPr>
                <a:r>
                  <a:t/>
                </a:r>
                <a:endParaRPr i="1" sz="400">
                  <a:solidFill>
                    <a:srgbClr val="666666"/>
                  </a:solidFill>
                  <a:latin typeface="Arvo"/>
                  <a:ea typeface="Arvo"/>
                  <a:cs typeface="Arvo"/>
                  <a:sym typeface="Arvo"/>
                </a:endParaRPr>
              </a:p>
            </p:txBody>
          </p:sp>
        </p:grpSp>
        <p:grpSp>
          <p:nvGrpSpPr>
            <p:cNvPr id="10144" name="Google Shape;10144;p173"/>
            <p:cNvGrpSpPr/>
            <p:nvPr/>
          </p:nvGrpSpPr>
          <p:grpSpPr>
            <a:xfrm>
              <a:off x="5161463" y="2490338"/>
              <a:ext cx="2376625" cy="200100"/>
              <a:chOff x="624700" y="1498750"/>
              <a:chExt cx="2376625" cy="200100"/>
            </a:xfrm>
          </p:grpSpPr>
          <p:sp>
            <p:nvSpPr>
              <p:cNvPr id="10145" name="Google Shape;10145;p173"/>
              <p:cNvSpPr txBox="1"/>
              <p:nvPr/>
            </p:nvSpPr>
            <p:spPr>
              <a:xfrm>
                <a:off x="747725" y="1498750"/>
                <a:ext cx="2253600" cy="200100"/>
              </a:xfrm>
              <a:prstGeom prst="rect">
                <a:avLst/>
              </a:prstGeom>
              <a:solidFill>
                <a:srgbClr val="F3F3F3"/>
              </a:solidFill>
              <a:ln>
                <a:noFill/>
              </a:ln>
            </p:spPr>
            <p:txBody>
              <a:bodyPr anchorCtr="0" anchor="ctr" bIns="18000" lIns="18000" spcFirstLastPara="1" rIns="18000" wrap="square" tIns="18000">
                <a:noAutofit/>
              </a:bodyPr>
              <a:lstStyle/>
              <a:p>
                <a:pPr indent="0" lvl="0" marL="0" rtl="0" algn="l">
                  <a:spcBef>
                    <a:spcPts val="0"/>
                  </a:spcBef>
                  <a:spcAft>
                    <a:spcPts val="0"/>
                  </a:spcAft>
                  <a:buNone/>
                </a:pPr>
                <a:r>
                  <a:t/>
                </a:r>
                <a:endParaRPr sz="800">
                  <a:solidFill>
                    <a:srgbClr val="434343"/>
                  </a:solidFill>
                </a:endParaRPr>
              </a:p>
            </p:txBody>
          </p:sp>
          <p:sp>
            <p:nvSpPr>
              <p:cNvPr id="10146" name="Google Shape;10146;p173"/>
              <p:cNvSpPr txBox="1"/>
              <p:nvPr/>
            </p:nvSpPr>
            <p:spPr>
              <a:xfrm>
                <a:off x="624700" y="1514200"/>
                <a:ext cx="86100" cy="169200"/>
              </a:xfrm>
              <a:prstGeom prst="rect">
                <a:avLst/>
              </a:prstGeom>
              <a:noFill/>
              <a:ln>
                <a:noFill/>
              </a:ln>
            </p:spPr>
            <p:txBody>
              <a:bodyPr anchorCtr="0" anchor="ctr" bIns="0" lIns="0" spcFirstLastPara="1" rIns="0" wrap="square" tIns="0">
                <a:spAutoFit/>
              </a:bodyPr>
              <a:lstStyle/>
              <a:p>
                <a:pPr indent="0" lvl="0" marL="0" rtl="0" algn="r">
                  <a:spcBef>
                    <a:spcPts val="0"/>
                  </a:spcBef>
                  <a:spcAft>
                    <a:spcPts val="0"/>
                  </a:spcAft>
                  <a:buNone/>
                </a:pPr>
                <a:r>
                  <a:rPr lang="es-419" sz="700">
                    <a:latin typeface="Arvo"/>
                    <a:ea typeface="Arvo"/>
                    <a:cs typeface="Arvo"/>
                    <a:sym typeface="Arvo"/>
                  </a:rPr>
                  <a:t>5.</a:t>
                </a:r>
                <a:endParaRPr sz="700">
                  <a:latin typeface="Arvo"/>
                  <a:ea typeface="Arvo"/>
                  <a:cs typeface="Arvo"/>
                  <a:sym typeface="Arvo"/>
                </a:endParaRPr>
              </a:p>
              <a:p>
                <a:pPr indent="0" lvl="0" marL="0" rtl="0" algn="r">
                  <a:spcBef>
                    <a:spcPts val="0"/>
                  </a:spcBef>
                  <a:spcAft>
                    <a:spcPts val="0"/>
                  </a:spcAft>
                  <a:buNone/>
                </a:pPr>
                <a:r>
                  <a:t/>
                </a:r>
                <a:endParaRPr i="1" sz="400">
                  <a:solidFill>
                    <a:srgbClr val="666666"/>
                  </a:solidFill>
                  <a:latin typeface="Arvo"/>
                  <a:ea typeface="Arvo"/>
                  <a:cs typeface="Arvo"/>
                  <a:sym typeface="Arvo"/>
                </a:endParaRPr>
              </a:p>
            </p:txBody>
          </p:sp>
        </p:grpSp>
      </p:grpSp>
      <p:grpSp>
        <p:nvGrpSpPr>
          <p:cNvPr id="10147" name="Google Shape;10147;p173"/>
          <p:cNvGrpSpPr/>
          <p:nvPr/>
        </p:nvGrpSpPr>
        <p:grpSpPr>
          <a:xfrm>
            <a:off x="3031238" y="1002325"/>
            <a:ext cx="2562300" cy="1786500"/>
            <a:chOff x="4624325" y="4703025"/>
            <a:chExt cx="2562300" cy="1786500"/>
          </a:xfrm>
        </p:grpSpPr>
        <p:sp>
          <p:nvSpPr>
            <p:cNvPr id="10148" name="Google Shape;10148;p173"/>
            <p:cNvSpPr/>
            <p:nvPr/>
          </p:nvSpPr>
          <p:spPr>
            <a:xfrm>
              <a:off x="4624325" y="4703025"/>
              <a:ext cx="2562300" cy="1786500"/>
            </a:xfrm>
            <a:prstGeom prst="roundRect">
              <a:avLst>
                <a:gd fmla="val 3233" name="adj"/>
              </a:avLst>
            </a:prstGeom>
            <a:solidFill>
              <a:srgbClr val="FFFFFF"/>
            </a:solidFill>
            <a:ln cap="flat" cmpd="sng" w="9525">
              <a:solidFill>
                <a:srgbClr val="EFEFEF"/>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t" bIns="18000" lIns="18000" spcFirstLastPara="1" rIns="18000" wrap="square" tIns="18000">
              <a:noAutofit/>
            </a:bodyPr>
            <a:lstStyle/>
            <a:p>
              <a:pPr indent="0" lvl="0" marL="0" rtl="0" algn="l">
                <a:spcBef>
                  <a:spcPts val="0"/>
                </a:spcBef>
                <a:spcAft>
                  <a:spcPts val="0"/>
                </a:spcAft>
                <a:buNone/>
              </a:pPr>
              <a:r>
                <a:t/>
              </a:r>
              <a:endParaRPr b="1" i="1" sz="900">
                <a:solidFill>
                  <a:srgbClr val="434343"/>
                </a:solidFill>
              </a:endParaRPr>
            </a:p>
          </p:txBody>
        </p:sp>
        <p:sp>
          <p:nvSpPr>
            <p:cNvPr id="10149" name="Google Shape;10149;p173"/>
            <p:cNvSpPr txBox="1"/>
            <p:nvPr/>
          </p:nvSpPr>
          <p:spPr>
            <a:xfrm>
              <a:off x="5596488" y="4754775"/>
              <a:ext cx="1527600" cy="133800"/>
            </a:xfrm>
            <a:prstGeom prst="rect">
              <a:avLst/>
            </a:prstGeom>
            <a:solidFill>
              <a:srgbClr val="F3F3F3"/>
            </a:solidFill>
            <a:ln>
              <a:noFill/>
            </a:ln>
          </p:spPr>
          <p:txBody>
            <a:bodyPr anchorCtr="0" anchor="ctr" bIns="18000" lIns="18000" spcFirstLastPara="1" rIns="18000" wrap="square" tIns="18000">
              <a:noAutofit/>
            </a:bodyPr>
            <a:lstStyle/>
            <a:p>
              <a:pPr indent="0" lvl="0" marL="0" rtl="0" algn="l">
                <a:spcBef>
                  <a:spcPts val="0"/>
                </a:spcBef>
                <a:spcAft>
                  <a:spcPts val="0"/>
                </a:spcAft>
                <a:buNone/>
              </a:pPr>
              <a:r>
                <a:t/>
              </a:r>
              <a:endParaRPr sz="800">
                <a:solidFill>
                  <a:srgbClr val="434343"/>
                </a:solidFill>
              </a:endParaRPr>
            </a:p>
          </p:txBody>
        </p:sp>
        <p:sp>
          <p:nvSpPr>
            <p:cNvPr id="10150" name="Google Shape;10150;p173"/>
            <p:cNvSpPr txBox="1"/>
            <p:nvPr/>
          </p:nvSpPr>
          <p:spPr>
            <a:xfrm>
              <a:off x="4671950" y="4727550"/>
              <a:ext cx="902400" cy="169200"/>
            </a:xfrm>
            <a:prstGeom prst="rect">
              <a:avLst/>
            </a:prstGeom>
            <a:noFill/>
            <a:ln>
              <a:noFill/>
            </a:ln>
          </p:spPr>
          <p:txBody>
            <a:bodyPr anchorCtr="0" anchor="ctr" bIns="0" lIns="0" spcFirstLastPara="1" rIns="0" wrap="square" tIns="0">
              <a:noAutofit/>
            </a:bodyPr>
            <a:lstStyle/>
            <a:p>
              <a:pPr indent="0" lvl="0" marL="0" rtl="0" algn="r">
                <a:spcBef>
                  <a:spcPts val="0"/>
                </a:spcBef>
                <a:spcAft>
                  <a:spcPts val="0"/>
                </a:spcAft>
                <a:buNone/>
              </a:pPr>
              <a:r>
                <a:rPr b="1" i="1" lang="es-419" sz="800">
                  <a:solidFill>
                    <a:srgbClr val="434343"/>
                  </a:solidFill>
                </a:rPr>
                <a:t>Flujo Alterno 1:</a:t>
              </a:r>
              <a:endParaRPr i="1" sz="500">
                <a:solidFill>
                  <a:srgbClr val="666666"/>
                </a:solidFill>
                <a:latin typeface="Arvo"/>
                <a:ea typeface="Arvo"/>
                <a:cs typeface="Arvo"/>
                <a:sym typeface="Arvo"/>
              </a:endParaRPr>
            </a:p>
          </p:txBody>
        </p:sp>
        <p:sp>
          <p:nvSpPr>
            <p:cNvPr id="10151" name="Google Shape;10151;p173"/>
            <p:cNvSpPr txBox="1"/>
            <p:nvPr/>
          </p:nvSpPr>
          <p:spPr>
            <a:xfrm>
              <a:off x="5594263" y="4945275"/>
              <a:ext cx="1527600" cy="133800"/>
            </a:xfrm>
            <a:prstGeom prst="rect">
              <a:avLst/>
            </a:prstGeom>
            <a:solidFill>
              <a:srgbClr val="F3F3F3"/>
            </a:solidFill>
            <a:ln>
              <a:noFill/>
            </a:ln>
          </p:spPr>
          <p:txBody>
            <a:bodyPr anchorCtr="0" anchor="ctr" bIns="18000" lIns="18000" spcFirstLastPara="1" rIns="18000" wrap="square" tIns="18000">
              <a:noAutofit/>
            </a:bodyPr>
            <a:lstStyle/>
            <a:p>
              <a:pPr indent="0" lvl="0" marL="0" rtl="0" algn="l">
                <a:spcBef>
                  <a:spcPts val="0"/>
                </a:spcBef>
                <a:spcAft>
                  <a:spcPts val="0"/>
                </a:spcAft>
                <a:buNone/>
              </a:pPr>
              <a:r>
                <a:t/>
              </a:r>
              <a:endParaRPr sz="800">
                <a:solidFill>
                  <a:srgbClr val="434343"/>
                </a:solidFill>
              </a:endParaRPr>
            </a:p>
          </p:txBody>
        </p:sp>
        <p:sp>
          <p:nvSpPr>
            <p:cNvPr id="10152" name="Google Shape;10152;p173"/>
            <p:cNvSpPr txBox="1"/>
            <p:nvPr/>
          </p:nvSpPr>
          <p:spPr>
            <a:xfrm>
              <a:off x="4665138" y="4918050"/>
              <a:ext cx="902400" cy="169200"/>
            </a:xfrm>
            <a:prstGeom prst="rect">
              <a:avLst/>
            </a:prstGeom>
            <a:noFill/>
            <a:ln>
              <a:noFill/>
            </a:ln>
          </p:spPr>
          <p:txBody>
            <a:bodyPr anchorCtr="0" anchor="ctr" bIns="0" lIns="0" spcFirstLastPara="1" rIns="0" wrap="square" tIns="0">
              <a:noAutofit/>
            </a:bodyPr>
            <a:lstStyle/>
            <a:p>
              <a:pPr indent="0" lvl="0" marL="0" rtl="0" algn="r">
                <a:spcBef>
                  <a:spcPts val="0"/>
                </a:spcBef>
                <a:spcAft>
                  <a:spcPts val="0"/>
                </a:spcAft>
                <a:buNone/>
              </a:pPr>
              <a:r>
                <a:rPr i="1" lang="es-419" sz="700">
                  <a:solidFill>
                    <a:srgbClr val="434343"/>
                  </a:solidFill>
                </a:rPr>
                <a:t>Paso del flujo básico:</a:t>
              </a:r>
              <a:endParaRPr i="1" sz="400">
                <a:solidFill>
                  <a:srgbClr val="666666"/>
                </a:solidFill>
                <a:latin typeface="Arvo"/>
                <a:ea typeface="Arvo"/>
                <a:cs typeface="Arvo"/>
                <a:sym typeface="Arvo"/>
              </a:endParaRPr>
            </a:p>
          </p:txBody>
        </p:sp>
        <p:sp>
          <p:nvSpPr>
            <p:cNvPr id="10153" name="Google Shape;10153;p173"/>
            <p:cNvSpPr txBox="1"/>
            <p:nvPr/>
          </p:nvSpPr>
          <p:spPr>
            <a:xfrm>
              <a:off x="4671938" y="5108550"/>
              <a:ext cx="902400" cy="169200"/>
            </a:xfrm>
            <a:prstGeom prst="rect">
              <a:avLst/>
            </a:prstGeom>
            <a:noFill/>
            <a:ln>
              <a:noFill/>
            </a:ln>
          </p:spPr>
          <p:txBody>
            <a:bodyPr anchorCtr="0" anchor="ctr" bIns="0" lIns="0" spcFirstLastPara="1" rIns="0" wrap="square" tIns="0">
              <a:noAutofit/>
            </a:bodyPr>
            <a:lstStyle/>
            <a:p>
              <a:pPr indent="0" lvl="0" marL="0" rtl="0" algn="r">
                <a:spcBef>
                  <a:spcPts val="0"/>
                </a:spcBef>
                <a:spcAft>
                  <a:spcPts val="0"/>
                </a:spcAft>
                <a:buNone/>
              </a:pPr>
              <a:r>
                <a:rPr i="1" lang="es-419" sz="700">
                  <a:solidFill>
                    <a:srgbClr val="434343"/>
                  </a:solidFill>
                </a:rPr>
                <a:t>Pasos del flujo alterno:</a:t>
              </a:r>
              <a:endParaRPr i="1" sz="400">
                <a:solidFill>
                  <a:srgbClr val="666666"/>
                </a:solidFill>
                <a:latin typeface="Arvo"/>
                <a:ea typeface="Arvo"/>
                <a:cs typeface="Arvo"/>
                <a:sym typeface="Arvo"/>
              </a:endParaRPr>
            </a:p>
          </p:txBody>
        </p:sp>
        <p:grpSp>
          <p:nvGrpSpPr>
            <p:cNvPr id="10154" name="Google Shape;10154;p173"/>
            <p:cNvGrpSpPr/>
            <p:nvPr/>
          </p:nvGrpSpPr>
          <p:grpSpPr>
            <a:xfrm>
              <a:off x="4717163" y="5299050"/>
              <a:ext cx="2376625" cy="200100"/>
              <a:chOff x="624700" y="1498750"/>
              <a:chExt cx="2376625" cy="200100"/>
            </a:xfrm>
          </p:grpSpPr>
          <p:sp>
            <p:nvSpPr>
              <p:cNvPr id="10155" name="Google Shape;10155;p173"/>
              <p:cNvSpPr txBox="1"/>
              <p:nvPr/>
            </p:nvSpPr>
            <p:spPr>
              <a:xfrm>
                <a:off x="747725" y="1498750"/>
                <a:ext cx="2253600" cy="200100"/>
              </a:xfrm>
              <a:prstGeom prst="rect">
                <a:avLst/>
              </a:prstGeom>
              <a:solidFill>
                <a:srgbClr val="F3F3F3"/>
              </a:solidFill>
              <a:ln>
                <a:noFill/>
              </a:ln>
            </p:spPr>
            <p:txBody>
              <a:bodyPr anchorCtr="0" anchor="ctr" bIns="18000" lIns="18000" spcFirstLastPara="1" rIns="18000" wrap="square" tIns="18000">
                <a:noAutofit/>
              </a:bodyPr>
              <a:lstStyle/>
              <a:p>
                <a:pPr indent="0" lvl="0" marL="0" rtl="0" algn="l">
                  <a:spcBef>
                    <a:spcPts val="0"/>
                  </a:spcBef>
                  <a:spcAft>
                    <a:spcPts val="0"/>
                  </a:spcAft>
                  <a:buNone/>
                </a:pPr>
                <a:r>
                  <a:t/>
                </a:r>
                <a:endParaRPr sz="800">
                  <a:solidFill>
                    <a:srgbClr val="434343"/>
                  </a:solidFill>
                </a:endParaRPr>
              </a:p>
            </p:txBody>
          </p:sp>
          <p:sp>
            <p:nvSpPr>
              <p:cNvPr id="10156" name="Google Shape;10156;p173"/>
              <p:cNvSpPr txBox="1"/>
              <p:nvPr/>
            </p:nvSpPr>
            <p:spPr>
              <a:xfrm>
                <a:off x="624700" y="1514200"/>
                <a:ext cx="86100" cy="169200"/>
              </a:xfrm>
              <a:prstGeom prst="rect">
                <a:avLst/>
              </a:prstGeom>
              <a:noFill/>
              <a:ln>
                <a:noFill/>
              </a:ln>
            </p:spPr>
            <p:txBody>
              <a:bodyPr anchorCtr="0" anchor="ctr" bIns="0" lIns="0" spcFirstLastPara="1" rIns="0" wrap="square" tIns="0">
                <a:spAutoFit/>
              </a:bodyPr>
              <a:lstStyle/>
              <a:p>
                <a:pPr indent="0" lvl="0" marL="0" rtl="0" algn="r">
                  <a:spcBef>
                    <a:spcPts val="0"/>
                  </a:spcBef>
                  <a:spcAft>
                    <a:spcPts val="0"/>
                  </a:spcAft>
                  <a:buNone/>
                </a:pPr>
                <a:r>
                  <a:rPr lang="es-419" sz="700">
                    <a:latin typeface="Arvo"/>
                    <a:ea typeface="Arvo"/>
                    <a:cs typeface="Arvo"/>
                    <a:sym typeface="Arvo"/>
                  </a:rPr>
                  <a:t>1.</a:t>
                </a:r>
                <a:endParaRPr sz="700">
                  <a:latin typeface="Arvo"/>
                  <a:ea typeface="Arvo"/>
                  <a:cs typeface="Arvo"/>
                  <a:sym typeface="Arvo"/>
                </a:endParaRPr>
              </a:p>
              <a:p>
                <a:pPr indent="0" lvl="0" marL="0" rtl="0" algn="r">
                  <a:spcBef>
                    <a:spcPts val="0"/>
                  </a:spcBef>
                  <a:spcAft>
                    <a:spcPts val="0"/>
                  </a:spcAft>
                  <a:buNone/>
                </a:pPr>
                <a:r>
                  <a:t/>
                </a:r>
                <a:endParaRPr i="1" sz="400">
                  <a:solidFill>
                    <a:srgbClr val="666666"/>
                  </a:solidFill>
                  <a:latin typeface="Arvo"/>
                  <a:ea typeface="Arvo"/>
                  <a:cs typeface="Arvo"/>
                  <a:sym typeface="Arvo"/>
                </a:endParaRPr>
              </a:p>
            </p:txBody>
          </p:sp>
        </p:grpSp>
        <p:grpSp>
          <p:nvGrpSpPr>
            <p:cNvPr id="10157" name="Google Shape;10157;p173"/>
            <p:cNvGrpSpPr/>
            <p:nvPr/>
          </p:nvGrpSpPr>
          <p:grpSpPr>
            <a:xfrm>
              <a:off x="4717163" y="5521588"/>
              <a:ext cx="2376625" cy="200100"/>
              <a:chOff x="624700" y="1498750"/>
              <a:chExt cx="2376625" cy="200100"/>
            </a:xfrm>
          </p:grpSpPr>
          <p:sp>
            <p:nvSpPr>
              <p:cNvPr id="10158" name="Google Shape;10158;p173"/>
              <p:cNvSpPr txBox="1"/>
              <p:nvPr/>
            </p:nvSpPr>
            <p:spPr>
              <a:xfrm>
                <a:off x="747725" y="1498750"/>
                <a:ext cx="2253600" cy="200100"/>
              </a:xfrm>
              <a:prstGeom prst="rect">
                <a:avLst/>
              </a:prstGeom>
              <a:solidFill>
                <a:srgbClr val="F3F3F3"/>
              </a:solidFill>
              <a:ln>
                <a:noFill/>
              </a:ln>
            </p:spPr>
            <p:txBody>
              <a:bodyPr anchorCtr="0" anchor="ctr" bIns="18000" lIns="18000" spcFirstLastPara="1" rIns="18000" wrap="square" tIns="18000">
                <a:noAutofit/>
              </a:bodyPr>
              <a:lstStyle/>
              <a:p>
                <a:pPr indent="0" lvl="0" marL="0" rtl="0" algn="l">
                  <a:spcBef>
                    <a:spcPts val="0"/>
                  </a:spcBef>
                  <a:spcAft>
                    <a:spcPts val="0"/>
                  </a:spcAft>
                  <a:buNone/>
                </a:pPr>
                <a:r>
                  <a:t/>
                </a:r>
                <a:endParaRPr sz="800">
                  <a:solidFill>
                    <a:srgbClr val="434343"/>
                  </a:solidFill>
                </a:endParaRPr>
              </a:p>
            </p:txBody>
          </p:sp>
          <p:sp>
            <p:nvSpPr>
              <p:cNvPr id="10159" name="Google Shape;10159;p173"/>
              <p:cNvSpPr txBox="1"/>
              <p:nvPr/>
            </p:nvSpPr>
            <p:spPr>
              <a:xfrm>
                <a:off x="624700" y="1514200"/>
                <a:ext cx="86100" cy="169200"/>
              </a:xfrm>
              <a:prstGeom prst="rect">
                <a:avLst/>
              </a:prstGeom>
              <a:noFill/>
              <a:ln>
                <a:noFill/>
              </a:ln>
            </p:spPr>
            <p:txBody>
              <a:bodyPr anchorCtr="0" anchor="ctr" bIns="0" lIns="0" spcFirstLastPara="1" rIns="0" wrap="square" tIns="0">
                <a:spAutoFit/>
              </a:bodyPr>
              <a:lstStyle/>
              <a:p>
                <a:pPr indent="0" lvl="0" marL="0" rtl="0" algn="r">
                  <a:spcBef>
                    <a:spcPts val="0"/>
                  </a:spcBef>
                  <a:spcAft>
                    <a:spcPts val="0"/>
                  </a:spcAft>
                  <a:buNone/>
                </a:pPr>
                <a:r>
                  <a:rPr lang="es-419" sz="700">
                    <a:latin typeface="Arvo"/>
                    <a:ea typeface="Arvo"/>
                    <a:cs typeface="Arvo"/>
                    <a:sym typeface="Arvo"/>
                  </a:rPr>
                  <a:t>2.</a:t>
                </a:r>
                <a:endParaRPr sz="700">
                  <a:latin typeface="Arvo"/>
                  <a:ea typeface="Arvo"/>
                  <a:cs typeface="Arvo"/>
                  <a:sym typeface="Arvo"/>
                </a:endParaRPr>
              </a:p>
              <a:p>
                <a:pPr indent="0" lvl="0" marL="0" rtl="0" algn="r">
                  <a:spcBef>
                    <a:spcPts val="0"/>
                  </a:spcBef>
                  <a:spcAft>
                    <a:spcPts val="0"/>
                  </a:spcAft>
                  <a:buNone/>
                </a:pPr>
                <a:r>
                  <a:t/>
                </a:r>
                <a:endParaRPr i="1" sz="400">
                  <a:solidFill>
                    <a:srgbClr val="666666"/>
                  </a:solidFill>
                  <a:latin typeface="Arvo"/>
                  <a:ea typeface="Arvo"/>
                  <a:cs typeface="Arvo"/>
                  <a:sym typeface="Arvo"/>
                </a:endParaRPr>
              </a:p>
            </p:txBody>
          </p:sp>
        </p:grpSp>
        <p:grpSp>
          <p:nvGrpSpPr>
            <p:cNvPr id="10160" name="Google Shape;10160;p173"/>
            <p:cNvGrpSpPr/>
            <p:nvPr/>
          </p:nvGrpSpPr>
          <p:grpSpPr>
            <a:xfrm>
              <a:off x="4717163" y="5744150"/>
              <a:ext cx="2376625" cy="200100"/>
              <a:chOff x="624700" y="1498750"/>
              <a:chExt cx="2376625" cy="200100"/>
            </a:xfrm>
          </p:grpSpPr>
          <p:sp>
            <p:nvSpPr>
              <p:cNvPr id="10161" name="Google Shape;10161;p173"/>
              <p:cNvSpPr txBox="1"/>
              <p:nvPr/>
            </p:nvSpPr>
            <p:spPr>
              <a:xfrm>
                <a:off x="747725" y="1498750"/>
                <a:ext cx="2253600" cy="200100"/>
              </a:xfrm>
              <a:prstGeom prst="rect">
                <a:avLst/>
              </a:prstGeom>
              <a:solidFill>
                <a:srgbClr val="F3F3F3"/>
              </a:solidFill>
              <a:ln>
                <a:noFill/>
              </a:ln>
            </p:spPr>
            <p:txBody>
              <a:bodyPr anchorCtr="0" anchor="ctr" bIns="18000" lIns="18000" spcFirstLastPara="1" rIns="18000" wrap="square" tIns="18000">
                <a:noAutofit/>
              </a:bodyPr>
              <a:lstStyle/>
              <a:p>
                <a:pPr indent="0" lvl="0" marL="0" rtl="0" algn="l">
                  <a:spcBef>
                    <a:spcPts val="0"/>
                  </a:spcBef>
                  <a:spcAft>
                    <a:spcPts val="0"/>
                  </a:spcAft>
                  <a:buNone/>
                </a:pPr>
                <a:r>
                  <a:t/>
                </a:r>
                <a:endParaRPr sz="800">
                  <a:solidFill>
                    <a:srgbClr val="434343"/>
                  </a:solidFill>
                </a:endParaRPr>
              </a:p>
            </p:txBody>
          </p:sp>
          <p:sp>
            <p:nvSpPr>
              <p:cNvPr id="10162" name="Google Shape;10162;p173"/>
              <p:cNvSpPr txBox="1"/>
              <p:nvPr/>
            </p:nvSpPr>
            <p:spPr>
              <a:xfrm>
                <a:off x="624700" y="1514200"/>
                <a:ext cx="86100" cy="169200"/>
              </a:xfrm>
              <a:prstGeom prst="rect">
                <a:avLst/>
              </a:prstGeom>
              <a:noFill/>
              <a:ln>
                <a:noFill/>
              </a:ln>
            </p:spPr>
            <p:txBody>
              <a:bodyPr anchorCtr="0" anchor="ctr" bIns="0" lIns="0" spcFirstLastPara="1" rIns="0" wrap="square" tIns="0">
                <a:spAutoFit/>
              </a:bodyPr>
              <a:lstStyle/>
              <a:p>
                <a:pPr indent="0" lvl="0" marL="0" rtl="0" algn="r">
                  <a:spcBef>
                    <a:spcPts val="0"/>
                  </a:spcBef>
                  <a:spcAft>
                    <a:spcPts val="0"/>
                  </a:spcAft>
                  <a:buNone/>
                </a:pPr>
                <a:r>
                  <a:rPr lang="es-419" sz="700">
                    <a:latin typeface="Arvo"/>
                    <a:ea typeface="Arvo"/>
                    <a:cs typeface="Arvo"/>
                    <a:sym typeface="Arvo"/>
                  </a:rPr>
                  <a:t>3.</a:t>
                </a:r>
                <a:endParaRPr sz="700">
                  <a:latin typeface="Arvo"/>
                  <a:ea typeface="Arvo"/>
                  <a:cs typeface="Arvo"/>
                  <a:sym typeface="Arvo"/>
                </a:endParaRPr>
              </a:p>
              <a:p>
                <a:pPr indent="0" lvl="0" marL="0" rtl="0" algn="r">
                  <a:spcBef>
                    <a:spcPts val="0"/>
                  </a:spcBef>
                  <a:spcAft>
                    <a:spcPts val="0"/>
                  </a:spcAft>
                  <a:buNone/>
                </a:pPr>
                <a:r>
                  <a:t/>
                </a:r>
                <a:endParaRPr i="1" sz="400">
                  <a:solidFill>
                    <a:srgbClr val="666666"/>
                  </a:solidFill>
                  <a:latin typeface="Arvo"/>
                  <a:ea typeface="Arvo"/>
                  <a:cs typeface="Arvo"/>
                  <a:sym typeface="Arvo"/>
                </a:endParaRPr>
              </a:p>
            </p:txBody>
          </p:sp>
        </p:grpSp>
        <p:grpSp>
          <p:nvGrpSpPr>
            <p:cNvPr id="10163" name="Google Shape;10163;p173"/>
            <p:cNvGrpSpPr/>
            <p:nvPr/>
          </p:nvGrpSpPr>
          <p:grpSpPr>
            <a:xfrm>
              <a:off x="4717163" y="5966688"/>
              <a:ext cx="2376625" cy="200100"/>
              <a:chOff x="624700" y="1498750"/>
              <a:chExt cx="2376625" cy="200100"/>
            </a:xfrm>
          </p:grpSpPr>
          <p:sp>
            <p:nvSpPr>
              <p:cNvPr id="10164" name="Google Shape;10164;p173"/>
              <p:cNvSpPr txBox="1"/>
              <p:nvPr/>
            </p:nvSpPr>
            <p:spPr>
              <a:xfrm>
                <a:off x="747725" y="1498750"/>
                <a:ext cx="2253600" cy="200100"/>
              </a:xfrm>
              <a:prstGeom prst="rect">
                <a:avLst/>
              </a:prstGeom>
              <a:solidFill>
                <a:srgbClr val="F3F3F3"/>
              </a:solidFill>
              <a:ln>
                <a:noFill/>
              </a:ln>
            </p:spPr>
            <p:txBody>
              <a:bodyPr anchorCtr="0" anchor="ctr" bIns="18000" lIns="18000" spcFirstLastPara="1" rIns="18000" wrap="square" tIns="18000">
                <a:noAutofit/>
              </a:bodyPr>
              <a:lstStyle/>
              <a:p>
                <a:pPr indent="0" lvl="0" marL="0" rtl="0" algn="l">
                  <a:spcBef>
                    <a:spcPts val="0"/>
                  </a:spcBef>
                  <a:spcAft>
                    <a:spcPts val="0"/>
                  </a:spcAft>
                  <a:buNone/>
                </a:pPr>
                <a:r>
                  <a:t/>
                </a:r>
                <a:endParaRPr sz="800">
                  <a:solidFill>
                    <a:srgbClr val="434343"/>
                  </a:solidFill>
                </a:endParaRPr>
              </a:p>
            </p:txBody>
          </p:sp>
          <p:sp>
            <p:nvSpPr>
              <p:cNvPr id="10165" name="Google Shape;10165;p173"/>
              <p:cNvSpPr txBox="1"/>
              <p:nvPr/>
            </p:nvSpPr>
            <p:spPr>
              <a:xfrm>
                <a:off x="624700" y="1514200"/>
                <a:ext cx="86100" cy="169200"/>
              </a:xfrm>
              <a:prstGeom prst="rect">
                <a:avLst/>
              </a:prstGeom>
              <a:noFill/>
              <a:ln>
                <a:noFill/>
              </a:ln>
            </p:spPr>
            <p:txBody>
              <a:bodyPr anchorCtr="0" anchor="ctr" bIns="0" lIns="0" spcFirstLastPara="1" rIns="0" wrap="square" tIns="0">
                <a:spAutoFit/>
              </a:bodyPr>
              <a:lstStyle/>
              <a:p>
                <a:pPr indent="0" lvl="0" marL="0" rtl="0" algn="r">
                  <a:spcBef>
                    <a:spcPts val="0"/>
                  </a:spcBef>
                  <a:spcAft>
                    <a:spcPts val="0"/>
                  </a:spcAft>
                  <a:buNone/>
                </a:pPr>
                <a:r>
                  <a:rPr lang="es-419" sz="700">
                    <a:latin typeface="Arvo"/>
                    <a:ea typeface="Arvo"/>
                    <a:cs typeface="Arvo"/>
                    <a:sym typeface="Arvo"/>
                  </a:rPr>
                  <a:t>4.</a:t>
                </a:r>
                <a:endParaRPr sz="700">
                  <a:latin typeface="Arvo"/>
                  <a:ea typeface="Arvo"/>
                  <a:cs typeface="Arvo"/>
                  <a:sym typeface="Arvo"/>
                </a:endParaRPr>
              </a:p>
              <a:p>
                <a:pPr indent="0" lvl="0" marL="0" rtl="0" algn="r">
                  <a:spcBef>
                    <a:spcPts val="0"/>
                  </a:spcBef>
                  <a:spcAft>
                    <a:spcPts val="0"/>
                  </a:spcAft>
                  <a:buNone/>
                </a:pPr>
                <a:r>
                  <a:t/>
                </a:r>
                <a:endParaRPr i="1" sz="400">
                  <a:solidFill>
                    <a:srgbClr val="666666"/>
                  </a:solidFill>
                  <a:latin typeface="Arvo"/>
                  <a:ea typeface="Arvo"/>
                  <a:cs typeface="Arvo"/>
                  <a:sym typeface="Arvo"/>
                </a:endParaRPr>
              </a:p>
            </p:txBody>
          </p:sp>
        </p:grpSp>
        <p:grpSp>
          <p:nvGrpSpPr>
            <p:cNvPr id="10166" name="Google Shape;10166;p173"/>
            <p:cNvGrpSpPr/>
            <p:nvPr/>
          </p:nvGrpSpPr>
          <p:grpSpPr>
            <a:xfrm>
              <a:off x="4717163" y="6195113"/>
              <a:ext cx="2376625" cy="200100"/>
              <a:chOff x="624700" y="1498750"/>
              <a:chExt cx="2376625" cy="200100"/>
            </a:xfrm>
          </p:grpSpPr>
          <p:sp>
            <p:nvSpPr>
              <p:cNvPr id="10167" name="Google Shape;10167;p173"/>
              <p:cNvSpPr txBox="1"/>
              <p:nvPr/>
            </p:nvSpPr>
            <p:spPr>
              <a:xfrm>
                <a:off x="747725" y="1498750"/>
                <a:ext cx="2253600" cy="200100"/>
              </a:xfrm>
              <a:prstGeom prst="rect">
                <a:avLst/>
              </a:prstGeom>
              <a:solidFill>
                <a:srgbClr val="F3F3F3"/>
              </a:solidFill>
              <a:ln>
                <a:noFill/>
              </a:ln>
            </p:spPr>
            <p:txBody>
              <a:bodyPr anchorCtr="0" anchor="ctr" bIns="18000" lIns="18000" spcFirstLastPara="1" rIns="18000" wrap="square" tIns="18000">
                <a:noAutofit/>
              </a:bodyPr>
              <a:lstStyle/>
              <a:p>
                <a:pPr indent="0" lvl="0" marL="0" rtl="0" algn="l">
                  <a:spcBef>
                    <a:spcPts val="0"/>
                  </a:spcBef>
                  <a:spcAft>
                    <a:spcPts val="0"/>
                  </a:spcAft>
                  <a:buNone/>
                </a:pPr>
                <a:r>
                  <a:t/>
                </a:r>
                <a:endParaRPr sz="800">
                  <a:solidFill>
                    <a:srgbClr val="434343"/>
                  </a:solidFill>
                </a:endParaRPr>
              </a:p>
            </p:txBody>
          </p:sp>
          <p:sp>
            <p:nvSpPr>
              <p:cNvPr id="10168" name="Google Shape;10168;p173"/>
              <p:cNvSpPr txBox="1"/>
              <p:nvPr/>
            </p:nvSpPr>
            <p:spPr>
              <a:xfrm>
                <a:off x="624700" y="1514200"/>
                <a:ext cx="86100" cy="169200"/>
              </a:xfrm>
              <a:prstGeom prst="rect">
                <a:avLst/>
              </a:prstGeom>
              <a:noFill/>
              <a:ln>
                <a:noFill/>
              </a:ln>
            </p:spPr>
            <p:txBody>
              <a:bodyPr anchorCtr="0" anchor="ctr" bIns="0" lIns="0" spcFirstLastPara="1" rIns="0" wrap="square" tIns="0">
                <a:spAutoFit/>
              </a:bodyPr>
              <a:lstStyle/>
              <a:p>
                <a:pPr indent="0" lvl="0" marL="0" rtl="0" algn="r">
                  <a:spcBef>
                    <a:spcPts val="0"/>
                  </a:spcBef>
                  <a:spcAft>
                    <a:spcPts val="0"/>
                  </a:spcAft>
                  <a:buNone/>
                </a:pPr>
                <a:r>
                  <a:rPr lang="es-419" sz="700">
                    <a:latin typeface="Arvo"/>
                    <a:ea typeface="Arvo"/>
                    <a:cs typeface="Arvo"/>
                    <a:sym typeface="Arvo"/>
                  </a:rPr>
                  <a:t>5.</a:t>
                </a:r>
                <a:endParaRPr sz="700">
                  <a:latin typeface="Arvo"/>
                  <a:ea typeface="Arvo"/>
                  <a:cs typeface="Arvo"/>
                  <a:sym typeface="Arvo"/>
                </a:endParaRPr>
              </a:p>
              <a:p>
                <a:pPr indent="0" lvl="0" marL="0" rtl="0" algn="r">
                  <a:spcBef>
                    <a:spcPts val="0"/>
                  </a:spcBef>
                  <a:spcAft>
                    <a:spcPts val="0"/>
                  </a:spcAft>
                  <a:buNone/>
                </a:pPr>
                <a:r>
                  <a:t/>
                </a:r>
                <a:endParaRPr i="1" sz="400">
                  <a:solidFill>
                    <a:srgbClr val="666666"/>
                  </a:solidFill>
                  <a:latin typeface="Arvo"/>
                  <a:ea typeface="Arvo"/>
                  <a:cs typeface="Arvo"/>
                  <a:sym typeface="Arvo"/>
                </a:endParaRPr>
              </a:p>
            </p:txBody>
          </p:sp>
        </p:grpSp>
      </p:grpSp>
      <p:cxnSp>
        <p:nvCxnSpPr>
          <p:cNvPr id="10169" name="Google Shape;10169;p173"/>
          <p:cNvCxnSpPr/>
          <p:nvPr/>
        </p:nvCxnSpPr>
        <p:spPr>
          <a:xfrm flipH="1" rot="10800000">
            <a:off x="3031250" y="3171713"/>
            <a:ext cx="642300" cy="345000"/>
          </a:xfrm>
          <a:prstGeom prst="bentConnector3">
            <a:avLst>
              <a:gd fmla="val 50000" name="adj1"/>
            </a:avLst>
          </a:prstGeom>
          <a:noFill/>
          <a:ln cap="flat" cmpd="sng" w="9525">
            <a:solidFill>
              <a:srgbClr val="595959"/>
            </a:solidFill>
            <a:prstDash val="dash"/>
            <a:round/>
            <a:headEnd len="med" w="med" type="none"/>
            <a:tailEnd len="med" w="med" type="stealth"/>
          </a:ln>
        </p:spPr>
      </p:cxnSp>
      <p:sp>
        <p:nvSpPr>
          <p:cNvPr id="10170" name="Google Shape;10170;p173"/>
          <p:cNvSpPr/>
          <p:nvPr/>
        </p:nvSpPr>
        <p:spPr>
          <a:xfrm>
            <a:off x="6267913" y="208450"/>
            <a:ext cx="3319800" cy="421200"/>
          </a:xfrm>
          <a:prstGeom prst="roundRect">
            <a:avLst>
              <a:gd fmla="val 17492" name="adj"/>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s-419" sz="1200">
                <a:solidFill>
                  <a:srgbClr val="FFFFFF"/>
                </a:solidFill>
              </a:rPr>
              <a:t>Estructura de Funcionalidades</a:t>
            </a:r>
            <a:endParaRPr b="1" sz="1100">
              <a:solidFill>
                <a:srgbClr val="FFFFFF"/>
              </a:solidFill>
            </a:endParaRPr>
          </a:p>
        </p:txBody>
      </p:sp>
      <p:sp>
        <p:nvSpPr>
          <p:cNvPr id="10171" name="Google Shape;10171;p173"/>
          <p:cNvSpPr/>
          <p:nvPr/>
        </p:nvSpPr>
        <p:spPr>
          <a:xfrm>
            <a:off x="6267900" y="767475"/>
            <a:ext cx="3319800" cy="4765500"/>
          </a:xfrm>
          <a:prstGeom prst="roundRect">
            <a:avLst>
              <a:gd fmla="val 4230" name="adj"/>
            </a:avLst>
          </a:prstGeom>
          <a:solidFill>
            <a:srgbClr val="F3F3F3"/>
          </a:solidFill>
          <a:ln cap="flat" cmpd="sng" w="9525">
            <a:solidFill>
              <a:srgbClr val="F3F3F3"/>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2" name="Google Shape;10172;p173"/>
          <p:cNvSpPr/>
          <p:nvPr/>
        </p:nvSpPr>
        <p:spPr>
          <a:xfrm>
            <a:off x="6922664" y="941549"/>
            <a:ext cx="687600" cy="366900"/>
          </a:xfrm>
          <a:prstGeom prst="foldedCorner">
            <a:avLst>
              <a:gd fmla="val 16667" name="adj"/>
            </a:avLst>
          </a:prstGeom>
          <a:solidFill>
            <a:srgbClr val="F3F3F3"/>
          </a:solidFill>
          <a:ln cap="flat" cmpd="sng" w="9525">
            <a:solidFill>
              <a:srgbClr val="999999"/>
            </a:solidFill>
            <a:prstDash val="solid"/>
            <a:round/>
            <a:headEnd len="sm" w="sm" type="none"/>
            <a:tailEnd len="sm" w="sm" type="none"/>
          </a:ln>
          <a:effectLst>
            <a:outerShdw blurRad="57150" rotWithShape="0" algn="bl" dir="1920000" dist="19050">
              <a:srgbClr val="000000">
                <a:alpha val="22000"/>
              </a:srgbClr>
            </a:outerShdw>
          </a:effectLst>
        </p:spPr>
        <p:txBody>
          <a:bodyPr anchorCtr="0" anchor="t" bIns="18000" lIns="18000" spcFirstLastPara="1" rIns="18000" wrap="square" tIns="18000">
            <a:noAutofit/>
          </a:bodyPr>
          <a:lstStyle/>
          <a:p>
            <a:pPr indent="0" lvl="0" marL="0" rtl="0" algn="ctr">
              <a:spcBef>
                <a:spcPts val="0"/>
              </a:spcBef>
              <a:spcAft>
                <a:spcPts val="0"/>
              </a:spcAft>
              <a:buNone/>
            </a:pPr>
            <a:r>
              <a:rPr b="1" lang="es-419" sz="800"/>
              <a:t>&lt;...&gt;</a:t>
            </a:r>
            <a:endParaRPr b="1" sz="800"/>
          </a:p>
          <a:p>
            <a:pPr indent="0" lvl="0" marL="0" rtl="0" algn="ctr">
              <a:spcBef>
                <a:spcPts val="0"/>
              </a:spcBef>
              <a:spcAft>
                <a:spcPts val="0"/>
              </a:spcAft>
              <a:buNone/>
            </a:pPr>
            <a:r>
              <a:rPr lang="es-419" sz="800"/>
              <a:t>&lt;...&gt;</a:t>
            </a:r>
            <a:endParaRPr sz="800"/>
          </a:p>
        </p:txBody>
      </p:sp>
      <p:grpSp>
        <p:nvGrpSpPr>
          <p:cNvPr id="10173" name="Google Shape;10173;p173"/>
          <p:cNvGrpSpPr/>
          <p:nvPr/>
        </p:nvGrpSpPr>
        <p:grpSpPr>
          <a:xfrm>
            <a:off x="8373018" y="1624384"/>
            <a:ext cx="801000" cy="434150"/>
            <a:chOff x="6170025" y="1408150"/>
            <a:chExt cx="801000" cy="434150"/>
          </a:xfrm>
        </p:grpSpPr>
        <p:cxnSp>
          <p:nvCxnSpPr>
            <p:cNvPr id="10174" name="Google Shape;10174;p173"/>
            <p:cNvCxnSpPr/>
            <p:nvPr/>
          </p:nvCxnSpPr>
          <p:spPr>
            <a:xfrm>
              <a:off x="6170025" y="1555500"/>
              <a:ext cx="801000" cy="286800"/>
            </a:xfrm>
            <a:prstGeom prst="bentConnector3">
              <a:avLst>
                <a:gd fmla="val 50000" name="adj1"/>
              </a:avLst>
            </a:prstGeom>
            <a:noFill/>
            <a:ln cap="flat" cmpd="sng" w="19050">
              <a:solidFill>
                <a:srgbClr val="274E13"/>
              </a:solidFill>
              <a:prstDash val="lgDash"/>
              <a:round/>
              <a:headEnd len="med" w="med" type="none"/>
              <a:tailEnd len="med" w="med" type="stealth"/>
            </a:ln>
          </p:spPr>
        </p:cxnSp>
        <p:sp>
          <p:nvSpPr>
            <p:cNvPr id="10175" name="Google Shape;10175;p173"/>
            <p:cNvSpPr txBox="1"/>
            <p:nvPr/>
          </p:nvSpPr>
          <p:spPr>
            <a:xfrm>
              <a:off x="6255333" y="1408150"/>
              <a:ext cx="623400" cy="123000"/>
            </a:xfrm>
            <a:prstGeom prst="rect">
              <a:avLst/>
            </a:prstGeom>
            <a:noFill/>
            <a:ln>
              <a:noFill/>
            </a:ln>
          </p:spPr>
          <p:txBody>
            <a:bodyPr anchorCtr="0" anchor="t" bIns="0" lIns="0" spcFirstLastPara="1" rIns="0" wrap="square" tIns="0">
              <a:spAutoFit/>
            </a:bodyPr>
            <a:lstStyle/>
            <a:p>
              <a:pPr indent="0" lvl="0" marL="0" rtl="0" algn="ctr">
                <a:spcBef>
                  <a:spcPts val="0"/>
                </a:spcBef>
                <a:spcAft>
                  <a:spcPts val="0"/>
                </a:spcAft>
                <a:buNone/>
              </a:pPr>
              <a:r>
                <a:rPr b="1" i="1" lang="es-419" sz="800">
                  <a:solidFill>
                    <a:srgbClr val="274E13"/>
                  </a:solidFill>
                </a:rPr>
                <a:t>includes</a:t>
              </a:r>
              <a:endParaRPr b="1" i="1" sz="800">
                <a:solidFill>
                  <a:srgbClr val="274E13"/>
                </a:solidFill>
              </a:endParaRPr>
            </a:p>
          </p:txBody>
        </p:sp>
      </p:grpSp>
      <p:grpSp>
        <p:nvGrpSpPr>
          <p:cNvPr id="10176" name="Google Shape;10176;p173"/>
          <p:cNvGrpSpPr/>
          <p:nvPr/>
        </p:nvGrpSpPr>
        <p:grpSpPr>
          <a:xfrm>
            <a:off x="7407943" y="1548172"/>
            <a:ext cx="801000" cy="434150"/>
            <a:chOff x="6170025" y="1408150"/>
            <a:chExt cx="801000" cy="434150"/>
          </a:xfrm>
        </p:grpSpPr>
        <p:cxnSp>
          <p:nvCxnSpPr>
            <p:cNvPr id="10177" name="Google Shape;10177;p173"/>
            <p:cNvCxnSpPr/>
            <p:nvPr/>
          </p:nvCxnSpPr>
          <p:spPr>
            <a:xfrm>
              <a:off x="6170025" y="1555500"/>
              <a:ext cx="801000" cy="286800"/>
            </a:xfrm>
            <a:prstGeom prst="bentConnector3">
              <a:avLst>
                <a:gd fmla="val 50000" name="adj1"/>
              </a:avLst>
            </a:prstGeom>
            <a:noFill/>
            <a:ln cap="flat" cmpd="sng" w="19050">
              <a:solidFill>
                <a:srgbClr val="990000"/>
              </a:solidFill>
              <a:prstDash val="lgDash"/>
              <a:round/>
              <a:headEnd len="med" w="med" type="none"/>
              <a:tailEnd len="med" w="med" type="stealth"/>
            </a:ln>
          </p:spPr>
        </p:cxnSp>
        <p:sp>
          <p:nvSpPr>
            <p:cNvPr id="10178" name="Google Shape;10178;p173"/>
            <p:cNvSpPr txBox="1"/>
            <p:nvPr/>
          </p:nvSpPr>
          <p:spPr>
            <a:xfrm>
              <a:off x="6255333" y="1408150"/>
              <a:ext cx="623400" cy="123000"/>
            </a:xfrm>
            <a:prstGeom prst="rect">
              <a:avLst/>
            </a:prstGeom>
            <a:noFill/>
            <a:ln>
              <a:noFill/>
            </a:ln>
          </p:spPr>
          <p:txBody>
            <a:bodyPr anchorCtr="0" anchor="t" bIns="0" lIns="0" spcFirstLastPara="1" rIns="0" wrap="square" tIns="0">
              <a:spAutoFit/>
            </a:bodyPr>
            <a:lstStyle/>
            <a:p>
              <a:pPr indent="0" lvl="0" marL="0" rtl="0" algn="ctr">
                <a:spcBef>
                  <a:spcPts val="0"/>
                </a:spcBef>
                <a:spcAft>
                  <a:spcPts val="0"/>
                </a:spcAft>
                <a:buNone/>
              </a:pPr>
              <a:r>
                <a:rPr b="1" i="1" lang="es-419" sz="800">
                  <a:solidFill>
                    <a:srgbClr val="990000"/>
                  </a:solidFill>
                </a:rPr>
                <a:t>extends</a:t>
              </a:r>
              <a:endParaRPr b="1" i="1" sz="800">
                <a:solidFill>
                  <a:srgbClr val="990000"/>
                </a:solidFill>
              </a:endParaRPr>
            </a:p>
          </p:txBody>
        </p:sp>
      </p:grpSp>
      <p:cxnSp>
        <p:nvCxnSpPr>
          <p:cNvPr id="10179" name="Google Shape;10179;p173"/>
          <p:cNvCxnSpPr/>
          <p:nvPr/>
        </p:nvCxnSpPr>
        <p:spPr>
          <a:xfrm>
            <a:off x="6546368" y="1620358"/>
            <a:ext cx="773700" cy="442200"/>
          </a:xfrm>
          <a:prstGeom prst="bentConnector3">
            <a:avLst>
              <a:gd fmla="val 50000" name="adj1"/>
            </a:avLst>
          </a:prstGeom>
          <a:noFill/>
          <a:ln cap="flat" cmpd="sng" w="19050">
            <a:solidFill>
              <a:schemeClr val="dk2"/>
            </a:solidFill>
            <a:prstDash val="dash"/>
            <a:round/>
            <a:headEnd len="med" w="med" type="none"/>
            <a:tailEnd len="med" w="med" type="stealth"/>
          </a:ln>
        </p:spPr>
      </p:cxnSp>
      <p:sp>
        <p:nvSpPr>
          <p:cNvPr id="10180" name="Google Shape;10180;p173"/>
          <p:cNvSpPr/>
          <p:nvPr/>
        </p:nvSpPr>
        <p:spPr>
          <a:xfrm>
            <a:off x="8067506" y="973113"/>
            <a:ext cx="691500" cy="307800"/>
          </a:xfrm>
          <a:prstGeom prst="roundRect">
            <a:avLst>
              <a:gd fmla="val 5590" name="adj"/>
            </a:avLst>
          </a:prstGeom>
          <a:solidFill>
            <a:srgbClr val="D9EAD3"/>
          </a:solidFill>
          <a:ln cap="flat" cmpd="sng" w="9525">
            <a:solidFill>
              <a:srgbClr val="EFEFEF"/>
            </a:solidFill>
            <a:prstDash val="solid"/>
            <a:round/>
            <a:headEnd len="sm" w="sm" type="none"/>
            <a:tailEnd len="sm" w="sm" type="none"/>
          </a:ln>
          <a:effectLst>
            <a:outerShdw rotWithShape="0" algn="bl" dir="2820000" dist="9525">
              <a:srgbClr val="660000">
                <a:alpha val="50000"/>
              </a:srgbClr>
            </a:outerShdw>
          </a:effectLst>
        </p:spPr>
        <p:txBody>
          <a:bodyPr anchorCtr="0" anchor="ctr" bIns="18000" lIns="18000" spcFirstLastPara="1" rIns="18000" wrap="square" tIns="18000">
            <a:noAutofit/>
          </a:bodyPr>
          <a:lstStyle/>
          <a:p>
            <a:pPr indent="0" lvl="0" marL="0" rtl="0" algn="ctr">
              <a:spcBef>
                <a:spcPts val="0"/>
              </a:spcBef>
              <a:spcAft>
                <a:spcPts val="0"/>
              </a:spcAft>
              <a:buNone/>
            </a:pPr>
            <a:r>
              <a:rPr b="1" lang="es-419" sz="800"/>
              <a:t>&lt;..&gt;</a:t>
            </a:r>
            <a:endParaRPr b="1" sz="800">
              <a:latin typeface="Roboto"/>
              <a:ea typeface="Roboto"/>
              <a:cs typeface="Roboto"/>
              <a:sym typeface="Roboto"/>
            </a:endParaRPr>
          </a:p>
        </p:txBody>
      </p:sp>
      <p:grpSp>
        <p:nvGrpSpPr>
          <p:cNvPr id="10181" name="Google Shape;10181;p173"/>
          <p:cNvGrpSpPr/>
          <p:nvPr/>
        </p:nvGrpSpPr>
        <p:grpSpPr>
          <a:xfrm>
            <a:off x="6527875" y="4006850"/>
            <a:ext cx="2799900" cy="1366800"/>
            <a:chOff x="454975" y="4155250"/>
            <a:chExt cx="2799900" cy="1366800"/>
          </a:xfrm>
        </p:grpSpPr>
        <p:sp>
          <p:nvSpPr>
            <p:cNvPr id="10182" name="Google Shape;10182;p173"/>
            <p:cNvSpPr/>
            <p:nvPr/>
          </p:nvSpPr>
          <p:spPr>
            <a:xfrm>
              <a:off x="454975" y="4155250"/>
              <a:ext cx="2799900" cy="1366800"/>
            </a:xfrm>
            <a:prstGeom prst="roundRect">
              <a:avLst>
                <a:gd fmla="val 3233" name="adj"/>
              </a:avLst>
            </a:prstGeom>
            <a:solidFill>
              <a:srgbClr val="FFFFFF"/>
            </a:solidFill>
            <a:ln cap="flat" cmpd="sng" w="9525">
              <a:solidFill>
                <a:srgbClr val="EFEFEF"/>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t" bIns="18000" lIns="18000" spcFirstLastPara="1" rIns="18000" wrap="square" tIns="18000">
              <a:noAutofit/>
            </a:bodyPr>
            <a:lstStyle/>
            <a:p>
              <a:pPr indent="0" lvl="0" marL="0" rtl="0" algn="ctr">
                <a:spcBef>
                  <a:spcPts val="0"/>
                </a:spcBef>
                <a:spcAft>
                  <a:spcPts val="0"/>
                </a:spcAft>
                <a:buNone/>
              </a:pPr>
              <a:r>
                <a:rPr b="1" i="1" lang="es-419" sz="900">
                  <a:solidFill>
                    <a:srgbClr val="434343"/>
                  </a:solidFill>
                </a:rPr>
                <a:t>Objetivos de la Funcionalidad</a:t>
              </a:r>
              <a:endParaRPr b="1" i="1" sz="900">
                <a:solidFill>
                  <a:srgbClr val="434343"/>
                </a:solidFill>
              </a:endParaRPr>
            </a:p>
          </p:txBody>
        </p:sp>
        <p:sp>
          <p:nvSpPr>
            <p:cNvPr id="10183" name="Google Shape;10183;p173"/>
            <p:cNvSpPr txBox="1"/>
            <p:nvPr/>
          </p:nvSpPr>
          <p:spPr>
            <a:xfrm>
              <a:off x="1764892" y="4415677"/>
              <a:ext cx="1069200" cy="2166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t/>
              </a:r>
              <a:endParaRPr b="1" sz="600"/>
            </a:p>
          </p:txBody>
        </p:sp>
        <p:sp>
          <p:nvSpPr>
            <p:cNvPr id="10184" name="Google Shape;10184;p173"/>
            <p:cNvSpPr txBox="1"/>
            <p:nvPr/>
          </p:nvSpPr>
          <p:spPr>
            <a:xfrm>
              <a:off x="661500" y="4423900"/>
              <a:ext cx="801000" cy="232500"/>
            </a:xfrm>
            <a:prstGeom prst="rect">
              <a:avLst/>
            </a:prstGeom>
            <a:noFill/>
            <a:ln>
              <a:noFill/>
            </a:ln>
          </p:spPr>
          <p:txBody>
            <a:bodyPr anchorCtr="0" anchor="ctr" bIns="0" lIns="0" spcFirstLastPara="1" rIns="0" wrap="square" tIns="0">
              <a:noAutofit/>
            </a:bodyPr>
            <a:lstStyle/>
            <a:p>
              <a:pPr indent="0" lvl="0" marL="0" rtl="0" algn="r">
                <a:spcBef>
                  <a:spcPts val="0"/>
                </a:spcBef>
                <a:spcAft>
                  <a:spcPts val="0"/>
                </a:spcAft>
                <a:buNone/>
              </a:pPr>
              <a:r>
                <a:rPr lang="es-419" sz="700">
                  <a:latin typeface="Arvo"/>
                  <a:ea typeface="Arvo"/>
                  <a:cs typeface="Arvo"/>
                  <a:sym typeface="Arvo"/>
                </a:rPr>
                <a:t>Nombre de la Funcionalidad:</a:t>
              </a:r>
              <a:endParaRPr sz="700">
                <a:latin typeface="Arvo"/>
                <a:ea typeface="Arvo"/>
                <a:cs typeface="Arvo"/>
                <a:sym typeface="Arvo"/>
              </a:endParaRPr>
            </a:p>
            <a:p>
              <a:pPr indent="0" lvl="0" marL="0" rtl="0" algn="r">
                <a:spcBef>
                  <a:spcPts val="0"/>
                </a:spcBef>
                <a:spcAft>
                  <a:spcPts val="0"/>
                </a:spcAft>
                <a:buNone/>
              </a:pPr>
              <a:r>
                <a:rPr i="1" lang="es-419" sz="600">
                  <a:solidFill>
                    <a:srgbClr val="666666"/>
                  </a:solidFill>
                  <a:latin typeface="Arvo"/>
                  <a:ea typeface="Arvo"/>
                  <a:cs typeface="Arvo"/>
                  <a:sym typeface="Arvo"/>
                </a:rPr>
                <a:t>ej: Reserva de citas médicas</a:t>
              </a:r>
              <a:endParaRPr i="1" sz="600">
                <a:solidFill>
                  <a:srgbClr val="666666"/>
                </a:solidFill>
                <a:latin typeface="Arvo"/>
                <a:ea typeface="Arvo"/>
                <a:cs typeface="Arvo"/>
                <a:sym typeface="Arvo"/>
              </a:endParaRPr>
            </a:p>
          </p:txBody>
        </p:sp>
        <p:sp>
          <p:nvSpPr>
            <p:cNvPr id="10185" name="Google Shape;10185;p173"/>
            <p:cNvSpPr txBox="1"/>
            <p:nvPr/>
          </p:nvSpPr>
          <p:spPr>
            <a:xfrm>
              <a:off x="536975" y="5190725"/>
              <a:ext cx="925500" cy="248700"/>
            </a:xfrm>
            <a:prstGeom prst="rect">
              <a:avLst/>
            </a:prstGeom>
            <a:noFill/>
            <a:ln>
              <a:noFill/>
            </a:ln>
          </p:spPr>
          <p:txBody>
            <a:bodyPr anchorCtr="0" anchor="ctr" bIns="0" lIns="0" spcFirstLastPara="1" rIns="0" wrap="square" tIns="0">
              <a:spAutoFit/>
            </a:bodyPr>
            <a:lstStyle/>
            <a:p>
              <a:pPr indent="0" lvl="0" marL="0" marR="0" rtl="0" algn="r">
                <a:lnSpc>
                  <a:spcPct val="85000"/>
                </a:lnSpc>
                <a:spcBef>
                  <a:spcPts val="0"/>
                </a:spcBef>
                <a:spcAft>
                  <a:spcPts val="0"/>
                </a:spcAft>
                <a:buNone/>
              </a:pPr>
              <a:r>
                <a:rPr lang="es-419" sz="700">
                  <a:latin typeface="Arvo"/>
                  <a:ea typeface="Arvo"/>
                  <a:cs typeface="Arvo"/>
                  <a:sym typeface="Arvo"/>
                </a:rPr>
                <a:t>Meta Empresa:</a:t>
              </a:r>
              <a:endParaRPr sz="700">
                <a:latin typeface="Arvo"/>
                <a:ea typeface="Arvo"/>
                <a:cs typeface="Arvo"/>
                <a:sym typeface="Arvo"/>
              </a:endParaRPr>
            </a:p>
            <a:p>
              <a:pPr indent="0" lvl="0" marL="0" marR="0" rtl="0" algn="r">
                <a:lnSpc>
                  <a:spcPct val="85000"/>
                </a:lnSpc>
                <a:spcBef>
                  <a:spcPts val="0"/>
                </a:spcBef>
                <a:spcAft>
                  <a:spcPts val="0"/>
                </a:spcAft>
                <a:buNone/>
              </a:pPr>
              <a:r>
                <a:rPr lang="es-419" sz="500">
                  <a:latin typeface="Arvo"/>
                  <a:ea typeface="Arvo"/>
                  <a:cs typeface="Arvo"/>
                  <a:sym typeface="Arvo"/>
                </a:rPr>
                <a:t>&lt;sustantivo&gt;&lt;adjetivo&gt;</a:t>
              </a:r>
              <a:r>
                <a:rPr lang="es-419" sz="600">
                  <a:solidFill>
                    <a:srgbClr val="000000"/>
                  </a:solidFill>
                </a:rPr>
                <a:t> </a:t>
              </a:r>
              <a:endParaRPr sz="600">
                <a:solidFill>
                  <a:srgbClr val="000000"/>
                </a:solidFill>
              </a:endParaRPr>
            </a:p>
            <a:p>
              <a:pPr indent="0" lvl="0" marL="0" marR="0" rtl="0" algn="r">
                <a:lnSpc>
                  <a:spcPct val="85000"/>
                </a:lnSpc>
                <a:spcBef>
                  <a:spcPts val="0"/>
                </a:spcBef>
                <a:spcAft>
                  <a:spcPts val="0"/>
                </a:spcAft>
                <a:buNone/>
              </a:pPr>
              <a:r>
                <a:rPr i="1" lang="es-419" sz="600">
                  <a:solidFill>
                    <a:srgbClr val="666666"/>
                  </a:solidFill>
                  <a:latin typeface="Arvo"/>
                  <a:ea typeface="Arvo"/>
                  <a:cs typeface="Arvo"/>
                  <a:sym typeface="Arvo"/>
                </a:rPr>
                <a:t>ej: agenda actualizada</a:t>
              </a:r>
              <a:endParaRPr i="1" sz="600">
                <a:latin typeface="Arvo"/>
                <a:ea typeface="Arvo"/>
                <a:cs typeface="Arvo"/>
                <a:sym typeface="Arvo"/>
              </a:endParaRPr>
            </a:p>
          </p:txBody>
        </p:sp>
        <p:sp>
          <p:nvSpPr>
            <p:cNvPr id="10186" name="Google Shape;10186;p173"/>
            <p:cNvSpPr txBox="1"/>
            <p:nvPr/>
          </p:nvSpPr>
          <p:spPr>
            <a:xfrm>
              <a:off x="537000" y="4868925"/>
              <a:ext cx="925500" cy="232500"/>
            </a:xfrm>
            <a:prstGeom prst="rect">
              <a:avLst/>
            </a:prstGeom>
            <a:noFill/>
            <a:ln>
              <a:noFill/>
            </a:ln>
          </p:spPr>
          <p:txBody>
            <a:bodyPr anchorCtr="0" anchor="ctr" bIns="0" lIns="0" spcFirstLastPara="1" rIns="0" wrap="square" tIns="0">
              <a:noAutofit/>
            </a:bodyPr>
            <a:lstStyle/>
            <a:p>
              <a:pPr indent="0" lvl="0" marL="0" rtl="0" algn="r">
                <a:spcBef>
                  <a:spcPts val="0"/>
                </a:spcBef>
                <a:spcAft>
                  <a:spcPts val="0"/>
                </a:spcAft>
                <a:buNone/>
              </a:pPr>
              <a:r>
                <a:rPr lang="es-419" sz="700">
                  <a:latin typeface="Arvo"/>
                  <a:ea typeface="Arvo"/>
                  <a:cs typeface="Arvo"/>
                  <a:sym typeface="Arvo"/>
                </a:rPr>
                <a:t>Poscondición:</a:t>
              </a:r>
              <a:endParaRPr sz="700">
                <a:latin typeface="Arvo"/>
                <a:ea typeface="Arvo"/>
                <a:cs typeface="Arvo"/>
                <a:sym typeface="Arvo"/>
              </a:endParaRPr>
            </a:p>
            <a:p>
              <a:pPr indent="0" lvl="0" marL="0" rtl="0" algn="r">
                <a:lnSpc>
                  <a:spcPct val="85000"/>
                </a:lnSpc>
                <a:spcBef>
                  <a:spcPts val="0"/>
                </a:spcBef>
                <a:spcAft>
                  <a:spcPts val="0"/>
                </a:spcAft>
                <a:buClr>
                  <a:srgbClr val="000000"/>
                </a:buClr>
                <a:buSzPts val="1100"/>
                <a:buFont typeface="Arial"/>
                <a:buNone/>
              </a:pPr>
              <a:r>
                <a:rPr lang="es-419" sz="500">
                  <a:solidFill>
                    <a:srgbClr val="000000"/>
                  </a:solidFill>
                  <a:latin typeface="Arvo"/>
                  <a:ea typeface="Arvo"/>
                  <a:cs typeface="Arvo"/>
                  <a:sym typeface="Arvo"/>
                </a:rPr>
                <a:t>&lt;sustantivo&gt;&lt;adjetivo&gt;</a:t>
              </a:r>
              <a:endParaRPr sz="600">
                <a:latin typeface="Arvo"/>
                <a:ea typeface="Arvo"/>
                <a:cs typeface="Arvo"/>
                <a:sym typeface="Arvo"/>
              </a:endParaRPr>
            </a:p>
            <a:p>
              <a:pPr indent="0" lvl="0" marL="0" rtl="0" algn="r">
                <a:spcBef>
                  <a:spcPts val="0"/>
                </a:spcBef>
                <a:spcAft>
                  <a:spcPts val="0"/>
                </a:spcAft>
                <a:buNone/>
              </a:pPr>
              <a:r>
                <a:rPr i="1" lang="es-419" sz="600">
                  <a:solidFill>
                    <a:srgbClr val="666666"/>
                  </a:solidFill>
                  <a:latin typeface="Arvo"/>
                  <a:ea typeface="Arvo"/>
                  <a:cs typeface="Arvo"/>
                  <a:sym typeface="Arvo"/>
                </a:rPr>
                <a:t>ej: pago  realizado</a:t>
              </a:r>
              <a:endParaRPr i="1" sz="600">
                <a:solidFill>
                  <a:srgbClr val="666666"/>
                </a:solidFill>
                <a:latin typeface="Arvo"/>
                <a:ea typeface="Arvo"/>
                <a:cs typeface="Arvo"/>
                <a:sym typeface="Arvo"/>
              </a:endParaRPr>
            </a:p>
          </p:txBody>
        </p:sp>
        <p:sp>
          <p:nvSpPr>
            <p:cNvPr id="10187" name="Google Shape;10187;p173"/>
            <p:cNvSpPr/>
            <p:nvPr/>
          </p:nvSpPr>
          <p:spPr>
            <a:xfrm>
              <a:off x="1567450" y="4861754"/>
              <a:ext cx="1551300" cy="2166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600">
                <a:latin typeface="Roboto"/>
                <a:ea typeface="Roboto"/>
                <a:cs typeface="Roboto"/>
                <a:sym typeface="Roboto"/>
              </a:endParaRPr>
            </a:p>
          </p:txBody>
        </p:sp>
        <p:sp>
          <p:nvSpPr>
            <p:cNvPr id="10188" name="Google Shape;10188;p173"/>
            <p:cNvSpPr/>
            <p:nvPr/>
          </p:nvSpPr>
          <p:spPr>
            <a:xfrm>
              <a:off x="1567450" y="5207124"/>
              <a:ext cx="1551300" cy="2166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600">
                <a:latin typeface="Roboto"/>
                <a:ea typeface="Roboto"/>
                <a:cs typeface="Roboto"/>
                <a:sym typeface="Roboto"/>
              </a:endParaRPr>
            </a:p>
          </p:txBody>
        </p:sp>
        <p:sp>
          <p:nvSpPr>
            <p:cNvPr id="10189" name="Google Shape;10189;p173"/>
            <p:cNvSpPr txBox="1"/>
            <p:nvPr/>
          </p:nvSpPr>
          <p:spPr>
            <a:xfrm>
              <a:off x="1591275" y="4866157"/>
              <a:ext cx="1527600" cy="203100"/>
            </a:xfrm>
            <a:prstGeom prst="rect">
              <a:avLst/>
            </a:prstGeom>
            <a:solidFill>
              <a:srgbClr val="F3F3F3"/>
            </a:solidFill>
            <a:ln>
              <a:noFill/>
            </a:ln>
          </p:spPr>
          <p:txBody>
            <a:bodyPr anchorCtr="0" anchor="ctr" bIns="18000" lIns="18000" spcFirstLastPara="1" rIns="18000" wrap="square" tIns="18000">
              <a:noAutofit/>
            </a:bodyPr>
            <a:lstStyle/>
            <a:p>
              <a:pPr indent="0" lvl="0" marL="0" rtl="0" algn="l">
                <a:spcBef>
                  <a:spcPts val="0"/>
                </a:spcBef>
                <a:spcAft>
                  <a:spcPts val="0"/>
                </a:spcAft>
                <a:buNone/>
              </a:pPr>
              <a:r>
                <a:t/>
              </a:r>
              <a:endParaRPr b="1" i="1" sz="800">
                <a:solidFill>
                  <a:srgbClr val="434343"/>
                </a:solidFill>
              </a:endParaRPr>
            </a:p>
          </p:txBody>
        </p:sp>
        <p:sp>
          <p:nvSpPr>
            <p:cNvPr id="10190" name="Google Shape;10190;p173"/>
            <p:cNvSpPr txBox="1"/>
            <p:nvPr/>
          </p:nvSpPr>
          <p:spPr>
            <a:xfrm>
              <a:off x="1591275" y="5199725"/>
              <a:ext cx="1527600" cy="203100"/>
            </a:xfrm>
            <a:prstGeom prst="rect">
              <a:avLst/>
            </a:prstGeom>
            <a:solidFill>
              <a:srgbClr val="F3F3F3"/>
            </a:solidFill>
            <a:ln>
              <a:noFill/>
            </a:ln>
          </p:spPr>
          <p:txBody>
            <a:bodyPr anchorCtr="0" anchor="ctr" bIns="18000" lIns="18000" spcFirstLastPara="1" rIns="18000" wrap="square" tIns="18000">
              <a:noAutofit/>
            </a:bodyPr>
            <a:lstStyle/>
            <a:p>
              <a:pPr indent="0" lvl="0" marL="0" rtl="0" algn="l">
                <a:spcBef>
                  <a:spcPts val="0"/>
                </a:spcBef>
                <a:spcAft>
                  <a:spcPts val="0"/>
                </a:spcAft>
                <a:buNone/>
              </a:pPr>
              <a:r>
                <a:t/>
              </a:r>
              <a:endParaRPr b="1" i="1" sz="800">
                <a:solidFill>
                  <a:srgbClr val="434343"/>
                </a:solidFill>
              </a:endParaRPr>
            </a:p>
          </p:txBody>
        </p:sp>
        <p:sp>
          <p:nvSpPr>
            <p:cNvPr id="10191" name="Google Shape;10191;p173"/>
            <p:cNvSpPr txBox="1"/>
            <p:nvPr/>
          </p:nvSpPr>
          <p:spPr>
            <a:xfrm>
              <a:off x="1776867" y="4425173"/>
              <a:ext cx="1069200" cy="2166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t/>
              </a:r>
              <a:endParaRPr b="1" sz="600"/>
            </a:p>
          </p:txBody>
        </p:sp>
        <p:sp>
          <p:nvSpPr>
            <p:cNvPr id="10192" name="Google Shape;10192;p173"/>
            <p:cNvSpPr/>
            <p:nvPr/>
          </p:nvSpPr>
          <p:spPr>
            <a:xfrm>
              <a:off x="1579425" y="4367690"/>
              <a:ext cx="15513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600">
                <a:latin typeface="Roboto"/>
                <a:ea typeface="Roboto"/>
                <a:cs typeface="Roboto"/>
                <a:sym typeface="Roboto"/>
              </a:endParaRPr>
            </a:p>
          </p:txBody>
        </p:sp>
        <p:sp>
          <p:nvSpPr>
            <p:cNvPr id="10193" name="Google Shape;10193;p173"/>
            <p:cNvSpPr txBox="1"/>
            <p:nvPr/>
          </p:nvSpPr>
          <p:spPr>
            <a:xfrm>
              <a:off x="1591275" y="4350201"/>
              <a:ext cx="1527600" cy="351900"/>
            </a:xfrm>
            <a:prstGeom prst="rect">
              <a:avLst/>
            </a:prstGeom>
            <a:noFill/>
            <a:ln>
              <a:noFill/>
            </a:ln>
          </p:spPr>
          <p:txBody>
            <a:bodyPr anchorCtr="0" anchor="ctr" bIns="18000" lIns="18000" spcFirstLastPara="1" rIns="18000" wrap="square" tIns="18000">
              <a:noAutofit/>
            </a:bodyPr>
            <a:lstStyle/>
            <a:p>
              <a:pPr indent="0" lvl="0" marL="0" rtl="0" algn="ctr">
                <a:spcBef>
                  <a:spcPts val="0"/>
                </a:spcBef>
                <a:spcAft>
                  <a:spcPts val="0"/>
                </a:spcAft>
                <a:buNone/>
              </a:pPr>
              <a:r>
                <a:t/>
              </a:r>
              <a:endParaRPr b="1" i="1" sz="1100">
                <a:solidFill>
                  <a:srgbClr val="434343"/>
                </a:solidFill>
              </a:endParaRPr>
            </a:p>
          </p:txBody>
        </p:sp>
      </p:grpSp>
      <p:grpSp>
        <p:nvGrpSpPr>
          <p:cNvPr id="10194" name="Google Shape;10194;p173"/>
          <p:cNvGrpSpPr/>
          <p:nvPr/>
        </p:nvGrpSpPr>
        <p:grpSpPr>
          <a:xfrm>
            <a:off x="6602750" y="2334950"/>
            <a:ext cx="2620800" cy="1493100"/>
            <a:chOff x="6602750" y="2334950"/>
            <a:chExt cx="2620800" cy="1493100"/>
          </a:xfrm>
        </p:grpSpPr>
        <p:sp>
          <p:nvSpPr>
            <p:cNvPr id="10195" name="Google Shape;10195;p173"/>
            <p:cNvSpPr/>
            <p:nvPr/>
          </p:nvSpPr>
          <p:spPr>
            <a:xfrm>
              <a:off x="6602750" y="2334950"/>
              <a:ext cx="2620800" cy="1493100"/>
            </a:xfrm>
            <a:prstGeom prst="roundRect">
              <a:avLst>
                <a:gd fmla="val 3146" name="adj"/>
              </a:avLst>
            </a:prstGeom>
            <a:solidFill>
              <a:srgbClr val="FFFFFF"/>
            </a:solidFill>
            <a:ln cap="flat" cmpd="sng" w="9525">
              <a:solidFill>
                <a:srgbClr val="EFEFEF"/>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t" bIns="18000" lIns="18000" spcFirstLastPara="1" rIns="18000" wrap="square" tIns="18000">
              <a:noAutofit/>
            </a:bodyPr>
            <a:lstStyle/>
            <a:p>
              <a:pPr indent="0" lvl="0" marL="0" rtl="0" algn="r">
                <a:spcBef>
                  <a:spcPts val="0"/>
                </a:spcBef>
                <a:spcAft>
                  <a:spcPts val="0"/>
                </a:spcAft>
                <a:buNone/>
              </a:pPr>
              <a:r>
                <a:t/>
              </a:r>
              <a:endParaRPr b="1" i="1" sz="900">
                <a:solidFill>
                  <a:srgbClr val="434343"/>
                </a:solidFill>
              </a:endParaRPr>
            </a:p>
          </p:txBody>
        </p:sp>
        <p:sp>
          <p:nvSpPr>
            <p:cNvPr id="10196" name="Google Shape;10196;p173"/>
            <p:cNvSpPr txBox="1"/>
            <p:nvPr/>
          </p:nvSpPr>
          <p:spPr>
            <a:xfrm>
              <a:off x="6628575" y="2374450"/>
              <a:ext cx="691500" cy="2658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lang="es-419" sz="700">
                  <a:latin typeface="Arvo"/>
                  <a:ea typeface="Arvo"/>
                  <a:cs typeface="Arvo"/>
                  <a:sym typeface="Arvo"/>
                </a:rPr>
                <a:t>Funcionalidad:</a:t>
              </a:r>
              <a:endParaRPr i="1" sz="600">
                <a:solidFill>
                  <a:srgbClr val="666666"/>
                </a:solidFill>
                <a:latin typeface="Arvo"/>
                <a:ea typeface="Arvo"/>
                <a:cs typeface="Arvo"/>
                <a:sym typeface="Arvo"/>
              </a:endParaRPr>
            </a:p>
          </p:txBody>
        </p:sp>
        <p:sp>
          <p:nvSpPr>
            <p:cNvPr id="10197" name="Google Shape;10197;p173"/>
            <p:cNvSpPr/>
            <p:nvPr/>
          </p:nvSpPr>
          <p:spPr>
            <a:xfrm>
              <a:off x="7333000" y="2430625"/>
              <a:ext cx="1783200" cy="160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600">
                <a:latin typeface="Roboto"/>
                <a:ea typeface="Roboto"/>
                <a:cs typeface="Roboto"/>
                <a:sym typeface="Roboto"/>
              </a:endParaRPr>
            </a:p>
          </p:txBody>
        </p:sp>
        <p:sp>
          <p:nvSpPr>
            <p:cNvPr id="10198" name="Google Shape;10198;p173"/>
            <p:cNvSpPr txBox="1"/>
            <p:nvPr/>
          </p:nvSpPr>
          <p:spPr>
            <a:xfrm>
              <a:off x="7333000" y="2426425"/>
              <a:ext cx="1783200" cy="169200"/>
            </a:xfrm>
            <a:prstGeom prst="rect">
              <a:avLst/>
            </a:prstGeom>
            <a:noFill/>
            <a:ln>
              <a:noFill/>
            </a:ln>
          </p:spPr>
          <p:txBody>
            <a:bodyPr anchorCtr="0" anchor="ctr" bIns="18000" lIns="18000" spcFirstLastPara="1" rIns="18000" wrap="square" tIns="18000">
              <a:noAutofit/>
            </a:bodyPr>
            <a:lstStyle/>
            <a:p>
              <a:pPr indent="0" lvl="0" marL="0" rtl="0" algn="ctr">
                <a:spcBef>
                  <a:spcPts val="0"/>
                </a:spcBef>
                <a:spcAft>
                  <a:spcPts val="0"/>
                </a:spcAft>
                <a:buNone/>
              </a:pPr>
              <a:r>
                <a:rPr b="1" i="1" lang="es-419" sz="800">
                  <a:solidFill>
                    <a:srgbClr val="434343"/>
                  </a:solidFill>
                </a:rPr>
                <a:t>&lt;...&gt;</a:t>
              </a:r>
              <a:endParaRPr b="1" i="1" sz="800">
                <a:solidFill>
                  <a:srgbClr val="434343"/>
                </a:solidFill>
              </a:endParaRPr>
            </a:p>
          </p:txBody>
        </p:sp>
        <p:grpSp>
          <p:nvGrpSpPr>
            <p:cNvPr id="10199" name="Google Shape;10199;p173"/>
            <p:cNvGrpSpPr/>
            <p:nvPr/>
          </p:nvGrpSpPr>
          <p:grpSpPr>
            <a:xfrm>
              <a:off x="6739488" y="2659847"/>
              <a:ext cx="2376625" cy="200100"/>
              <a:chOff x="624700" y="1498750"/>
              <a:chExt cx="2376625" cy="200100"/>
            </a:xfrm>
          </p:grpSpPr>
          <p:sp>
            <p:nvSpPr>
              <p:cNvPr id="10200" name="Google Shape;10200;p173"/>
              <p:cNvSpPr txBox="1"/>
              <p:nvPr/>
            </p:nvSpPr>
            <p:spPr>
              <a:xfrm>
                <a:off x="747725" y="1498750"/>
                <a:ext cx="2253600" cy="200100"/>
              </a:xfrm>
              <a:prstGeom prst="rect">
                <a:avLst/>
              </a:prstGeom>
              <a:solidFill>
                <a:srgbClr val="F3F3F3"/>
              </a:solidFill>
              <a:ln>
                <a:noFill/>
              </a:ln>
            </p:spPr>
            <p:txBody>
              <a:bodyPr anchorCtr="0" anchor="ctr" bIns="18000" lIns="18000" spcFirstLastPara="1" rIns="18000" wrap="square" tIns="18000">
                <a:noAutofit/>
              </a:bodyPr>
              <a:lstStyle/>
              <a:p>
                <a:pPr indent="0" lvl="0" marL="0" rtl="0" algn="l">
                  <a:spcBef>
                    <a:spcPts val="0"/>
                  </a:spcBef>
                  <a:spcAft>
                    <a:spcPts val="0"/>
                  </a:spcAft>
                  <a:buNone/>
                </a:pPr>
                <a:r>
                  <a:t/>
                </a:r>
                <a:endParaRPr sz="800">
                  <a:solidFill>
                    <a:srgbClr val="434343"/>
                  </a:solidFill>
                </a:endParaRPr>
              </a:p>
            </p:txBody>
          </p:sp>
          <p:sp>
            <p:nvSpPr>
              <p:cNvPr id="10201" name="Google Shape;10201;p173"/>
              <p:cNvSpPr txBox="1"/>
              <p:nvPr/>
            </p:nvSpPr>
            <p:spPr>
              <a:xfrm>
                <a:off x="624700" y="1514200"/>
                <a:ext cx="86100" cy="169200"/>
              </a:xfrm>
              <a:prstGeom prst="rect">
                <a:avLst/>
              </a:prstGeom>
              <a:noFill/>
              <a:ln>
                <a:noFill/>
              </a:ln>
            </p:spPr>
            <p:txBody>
              <a:bodyPr anchorCtr="0" anchor="ctr" bIns="0" lIns="0" spcFirstLastPara="1" rIns="0" wrap="square" tIns="0">
                <a:spAutoFit/>
              </a:bodyPr>
              <a:lstStyle/>
              <a:p>
                <a:pPr indent="0" lvl="0" marL="0" rtl="0" algn="r">
                  <a:spcBef>
                    <a:spcPts val="0"/>
                  </a:spcBef>
                  <a:spcAft>
                    <a:spcPts val="0"/>
                  </a:spcAft>
                  <a:buNone/>
                </a:pPr>
                <a:r>
                  <a:rPr lang="es-419" sz="700">
                    <a:latin typeface="Arvo"/>
                    <a:ea typeface="Arvo"/>
                    <a:cs typeface="Arvo"/>
                    <a:sym typeface="Arvo"/>
                  </a:rPr>
                  <a:t>1.</a:t>
                </a:r>
                <a:endParaRPr sz="700">
                  <a:latin typeface="Arvo"/>
                  <a:ea typeface="Arvo"/>
                  <a:cs typeface="Arvo"/>
                  <a:sym typeface="Arvo"/>
                </a:endParaRPr>
              </a:p>
              <a:p>
                <a:pPr indent="0" lvl="0" marL="0" rtl="0" algn="r">
                  <a:spcBef>
                    <a:spcPts val="0"/>
                  </a:spcBef>
                  <a:spcAft>
                    <a:spcPts val="0"/>
                  </a:spcAft>
                  <a:buNone/>
                </a:pPr>
                <a:r>
                  <a:t/>
                </a:r>
                <a:endParaRPr i="1" sz="400">
                  <a:solidFill>
                    <a:srgbClr val="666666"/>
                  </a:solidFill>
                  <a:latin typeface="Arvo"/>
                  <a:ea typeface="Arvo"/>
                  <a:cs typeface="Arvo"/>
                  <a:sym typeface="Arvo"/>
                </a:endParaRPr>
              </a:p>
            </p:txBody>
          </p:sp>
        </p:grpSp>
        <p:grpSp>
          <p:nvGrpSpPr>
            <p:cNvPr id="10202" name="Google Shape;10202;p173"/>
            <p:cNvGrpSpPr/>
            <p:nvPr/>
          </p:nvGrpSpPr>
          <p:grpSpPr>
            <a:xfrm>
              <a:off x="6739488" y="2882384"/>
              <a:ext cx="2376625" cy="200100"/>
              <a:chOff x="624700" y="1498750"/>
              <a:chExt cx="2376625" cy="200100"/>
            </a:xfrm>
          </p:grpSpPr>
          <p:sp>
            <p:nvSpPr>
              <p:cNvPr id="10203" name="Google Shape;10203;p173"/>
              <p:cNvSpPr txBox="1"/>
              <p:nvPr/>
            </p:nvSpPr>
            <p:spPr>
              <a:xfrm>
                <a:off x="747725" y="1498750"/>
                <a:ext cx="2253600" cy="200100"/>
              </a:xfrm>
              <a:prstGeom prst="rect">
                <a:avLst/>
              </a:prstGeom>
              <a:solidFill>
                <a:srgbClr val="F3F3F3"/>
              </a:solidFill>
              <a:ln>
                <a:noFill/>
              </a:ln>
            </p:spPr>
            <p:txBody>
              <a:bodyPr anchorCtr="0" anchor="ctr" bIns="18000" lIns="18000" spcFirstLastPara="1" rIns="18000" wrap="square" tIns="18000">
                <a:noAutofit/>
              </a:bodyPr>
              <a:lstStyle/>
              <a:p>
                <a:pPr indent="0" lvl="0" marL="0" rtl="0" algn="l">
                  <a:spcBef>
                    <a:spcPts val="0"/>
                  </a:spcBef>
                  <a:spcAft>
                    <a:spcPts val="0"/>
                  </a:spcAft>
                  <a:buNone/>
                </a:pPr>
                <a:r>
                  <a:t/>
                </a:r>
                <a:endParaRPr sz="800">
                  <a:solidFill>
                    <a:srgbClr val="434343"/>
                  </a:solidFill>
                </a:endParaRPr>
              </a:p>
            </p:txBody>
          </p:sp>
          <p:sp>
            <p:nvSpPr>
              <p:cNvPr id="10204" name="Google Shape;10204;p173"/>
              <p:cNvSpPr txBox="1"/>
              <p:nvPr/>
            </p:nvSpPr>
            <p:spPr>
              <a:xfrm>
                <a:off x="624700" y="1514200"/>
                <a:ext cx="86100" cy="169200"/>
              </a:xfrm>
              <a:prstGeom prst="rect">
                <a:avLst/>
              </a:prstGeom>
              <a:noFill/>
              <a:ln>
                <a:noFill/>
              </a:ln>
            </p:spPr>
            <p:txBody>
              <a:bodyPr anchorCtr="0" anchor="ctr" bIns="0" lIns="0" spcFirstLastPara="1" rIns="0" wrap="square" tIns="0">
                <a:spAutoFit/>
              </a:bodyPr>
              <a:lstStyle/>
              <a:p>
                <a:pPr indent="0" lvl="0" marL="0" rtl="0" algn="r">
                  <a:spcBef>
                    <a:spcPts val="0"/>
                  </a:spcBef>
                  <a:spcAft>
                    <a:spcPts val="0"/>
                  </a:spcAft>
                  <a:buNone/>
                </a:pPr>
                <a:r>
                  <a:rPr lang="es-419" sz="700">
                    <a:latin typeface="Arvo"/>
                    <a:ea typeface="Arvo"/>
                    <a:cs typeface="Arvo"/>
                    <a:sym typeface="Arvo"/>
                  </a:rPr>
                  <a:t>2.</a:t>
                </a:r>
                <a:endParaRPr sz="700">
                  <a:latin typeface="Arvo"/>
                  <a:ea typeface="Arvo"/>
                  <a:cs typeface="Arvo"/>
                  <a:sym typeface="Arvo"/>
                </a:endParaRPr>
              </a:p>
              <a:p>
                <a:pPr indent="0" lvl="0" marL="0" rtl="0" algn="r">
                  <a:spcBef>
                    <a:spcPts val="0"/>
                  </a:spcBef>
                  <a:spcAft>
                    <a:spcPts val="0"/>
                  </a:spcAft>
                  <a:buNone/>
                </a:pPr>
                <a:r>
                  <a:t/>
                </a:r>
                <a:endParaRPr i="1" sz="400">
                  <a:solidFill>
                    <a:srgbClr val="666666"/>
                  </a:solidFill>
                  <a:latin typeface="Arvo"/>
                  <a:ea typeface="Arvo"/>
                  <a:cs typeface="Arvo"/>
                  <a:sym typeface="Arvo"/>
                </a:endParaRPr>
              </a:p>
            </p:txBody>
          </p:sp>
        </p:grpSp>
        <p:grpSp>
          <p:nvGrpSpPr>
            <p:cNvPr id="10205" name="Google Shape;10205;p173"/>
            <p:cNvGrpSpPr/>
            <p:nvPr/>
          </p:nvGrpSpPr>
          <p:grpSpPr>
            <a:xfrm>
              <a:off x="6739488" y="3104947"/>
              <a:ext cx="2376625" cy="200100"/>
              <a:chOff x="624700" y="1498750"/>
              <a:chExt cx="2376625" cy="200100"/>
            </a:xfrm>
          </p:grpSpPr>
          <p:sp>
            <p:nvSpPr>
              <p:cNvPr id="10206" name="Google Shape;10206;p173"/>
              <p:cNvSpPr txBox="1"/>
              <p:nvPr/>
            </p:nvSpPr>
            <p:spPr>
              <a:xfrm>
                <a:off x="747725" y="1498750"/>
                <a:ext cx="2253600" cy="200100"/>
              </a:xfrm>
              <a:prstGeom prst="rect">
                <a:avLst/>
              </a:prstGeom>
              <a:solidFill>
                <a:srgbClr val="F3F3F3"/>
              </a:solidFill>
              <a:ln>
                <a:noFill/>
              </a:ln>
            </p:spPr>
            <p:txBody>
              <a:bodyPr anchorCtr="0" anchor="ctr" bIns="18000" lIns="18000" spcFirstLastPara="1" rIns="18000" wrap="square" tIns="18000">
                <a:noAutofit/>
              </a:bodyPr>
              <a:lstStyle/>
              <a:p>
                <a:pPr indent="0" lvl="0" marL="0" rtl="0" algn="l">
                  <a:spcBef>
                    <a:spcPts val="0"/>
                  </a:spcBef>
                  <a:spcAft>
                    <a:spcPts val="0"/>
                  </a:spcAft>
                  <a:buNone/>
                </a:pPr>
                <a:r>
                  <a:t/>
                </a:r>
                <a:endParaRPr sz="800">
                  <a:solidFill>
                    <a:srgbClr val="434343"/>
                  </a:solidFill>
                </a:endParaRPr>
              </a:p>
            </p:txBody>
          </p:sp>
          <p:sp>
            <p:nvSpPr>
              <p:cNvPr id="10207" name="Google Shape;10207;p173"/>
              <p:cNvSpPr txBox="1"/>
              <p:nvPr/>
            </p:nvSpPr>
            <p:spPr>
              <a:xfrm>
                <a:off x="624700" y="1514200"/>
                <a:ext cx="86100" cy="169200"/>
              </a:xfrm>
              <a:prstGeom prst="rect">
                <a:avLst/>
              </a:prstGeom>
              <a:noFill/>
              <a:ln>
                <a:noFill/>
              </a:ln>
            </p:spPr>
            <p:txBody>
              <a:bodyPr anchorCtr="0" anchor="ctr" bIns="0" lIns="0" spcFirstLastPara="1" rIns="0" wrap="square" tIns="0">
                <a:spAutoFit/>
              </a:bodyPr>
              <a:lstStyle/>
              <a:p>
                <a:pPr indent="0" lvl="0" marL="0" rtl="0" algn="r">
                  <a:spcBef>
                    <a:spcPts val="0"/>
                  </a:spcBef>
                  <a:spcAft>
                    <a:spcPts val="0"/>
                  </a:spcAft>
                  <a:buNone/>
                </a:pPr>
                <a:r>
                  <a:rPr lang="es-419" sz="700">
                    <a:latin typeface="Arvo"/>
                    <a:ea typeface="Arvo"/>
                    <a:cs typeface="Arvo"/>
                    <a:sym typeface="Arvo"/>
                  </a:rPr>
                  <a:t>3.</a:t>
                </a:r>
                <a:endParaRPr sz="700">
                  <a:latin typeface="Arvo"/>
                  <a:ea typeface="Arvo"/>
                  <a:cs typeface="Arvo"/>
                  <a:sym typeface="Arvo"/>
                </a:endParaRPr>
              </a:p>
              <a:p>
                <a:pPr indent="0" lvl="0" marL="0" rtl="0" algn="r">
                  <a:spcBef>
                    <a:spcPts val="0"/>
                  </a:spcBef>
                  <a:spcAft>
                    <a:spcPts val="0"/>
                  </a:spcAft>
                  <a:buNone/>
                </a:pPr>
                <a:r>
                  <a:t/>
                </a:r>
                <a:endParaRPr i="1" sz="400">
                  <a:solidFill>
                    <a:srgbClr val="666666"/>
                  </a:solidFill>
                  <a:latin typeface="Arvo"/>
                  <a:ea typeface="Arvo"/>
                  <a:cs typeface="Arvo"/>
                  <a:sym typeface="Arvo"/>
                </a:endParaRPr>
              </a:p>
            </p:txBody>
          </p:sp>
        </p:grpSp>
        <p:grpSp>
          <p:nvGrpSpPr>
            <p:cNvPr id="10208" name="Google Shape;10208;p173"/>
            <p:cNvGrpSpPr/>
            <p:nvPr/>
          </p:nvGrpSpPr>
          <p:grpSpPr>
            <a:xfrm>
              <a:off x="6739488" y="3327484"/>
              <a:ext cx="2376625" cy="200100"/>
              <a:chOff x="624700" y="1498750"/>
              <a:chExt cx="2376625" cy="200100"/>
            </a:xfrm>
          </p:grpSpPr>
          <p:sp>
            <p:nvSpPr>
              <p:cNvPr id="10209" name="Google Shape;10209;p173"/>
              <p:cNvSpPr txBox="1"/>
              <p:nvPr/>
            </p:nvSpPr>
            <p:spPr>
              <a:xfrm>
                <a:off x="747725" y="1498750"/>
                <a:ext cx="2253600" cy="200100"/>
              </a:xfrm>
              <a:prstGeom prst="rect">
                <a:avLst/>
              </a:prstGeom>
              <a:solidFill>
                <a:srgbClr val="F3F3F3"/>
              </a:solidFill>
              <a:ln>
                <a:noFill/>
              </a:ln>
            </p:spPr>
            <p:txBody>
              <a:bodyPr anchorCtr="0" anchor="ctr" bIns="18000" lIns="18000" spcFirstLastPara="1" rIns="18000" wrap="square" tIns="18000">
                <a:noAutofit/>
              </a:bodyPr>
              <a:lstStyle/>
              <a:p>
                <a:pPr indent="0" lvl="0" marL="0" rtl="0" algn="l">
                  <a:spcBef>
                    <a:spcPts val="0"/>
                  </a:spcBef>
                  <a:spcAft>
                    <a:spcPts val="0"/>
                  </a:spcAft>
                  <a:buNone/>
                </a:pPr>
                <a:r>
                  <a:t/>
                </a:r>
                <a:endParaRPr sz="800">
                  <a:solidFill>
                    <a:srgbClr val="434343"/>
                  </a:solidFill>
                </a:endParaRPr>
              </a:p>
            </p:txBody>
          </p:sp>
          <p:sp>
            <p:nvSpPr>
              <p:cNvPr id="10210" name="Google Shape;10210;p173"/>
              <p:cNvSpPr txBox="1"/>
              <p:nvPr/>
            </p:nvSpPr>
            <p:spPr>
              <a:xfrm>
                <a:off x="624700" y="1514200"/>
                <a:ext cx="86100" cy="169200"/>
              </a:xfrm>
              <a:prstGeom prst="rect">
                <a:avLst/>
              </a:prstGeom>
              <a:noFill/>
              <a:ln>
                <a:noFill/>
              </a:ln>
            </p:spPr>
            <p:txBody>
              <a:bodyPr anchorCtr="0" anchor="ctr" bIns="0" lIns="0" spcFirstLastPara="1" rIns="0" wrap="square" tIns="0">
                <a:spAutoFit/>
              </a:bodyPr>
              <a:lstStyle/>
              <a:p>
                <a:pPr indent="0" lvl="0" marL="0" rtl="0" algn="r">
                  <a:spcBef>
                    <a:spcPts val="0"/>
                  </a:spcBef>
                  <a:spcAft>
                    <a:spcPts val="0"/>
                  </a:spcAft>
                  <a:buNone/>
                </a:pPr>
                <a:r>
                  <a:rPr lang="es-419" sz="700">
                    <a:latin typeface="Arvo"/>
                    <a:ea typeface="Arvo"/>
                    <a:cs typeface="Arvo"/>
                    <a:sym typeface="Arvo"/>
                  </a:rPr>
                  <a:t>4.</a:t>
                </a:r>
                <a:endParaRPr sz="700">
                  <a:latin typeface="Arvo"/>
                  <a:ea typeface="Arvo"/>
                  <a:cs typeface="Arvo"/>
                  <a:sym typeface="Arvo"/>
                </a:endParaRPr>
              </a:p>
              <a:p>
                <a:pPr indent="0" lvl="0" marL="0" rtl="0" algn="r">
                  <a:spcBef>
                    <a:spcPts val="0"/>
                  </a:spcBef>
                  <a:spcAft>
                    <a:spcPts val="0"/>
                  </a:spcAft>
                  <a:buNone/>
                </a:pPr>
                <a:r>
                  <a:t/>
                </a:r>
                <a:endParaRPr i="1" sz="400">
                  <a:solidFill>
                    <a:srgbClr val="666666"/>
                  </a:solidFill>
                  <a:latin typeface="Arvo"/>
                  <a:ea typeface="Arvo"/>
                  <a:cs typeface="Arvo"/>
                  <a:sym typeface="Arvo"/>
                </a:endParaRPr>
              </a:p>
            </p:txBody>
          </p:sp>
        </p:grpSp>
        <p:grpSp>
          <p:nvGrpSpPr>
            <p:cNvPr id="10211" name="Google Shape;10211;p173"/>
            <p:cNvGrpSpPr/>
            <p:nvPr/>
          </p:nvGrpSpPr>
          <p:grpSpPr>
            <a:xfrm>
              <a:off x="6739488" y="3555909"/>
              <a:ext cx="2376625" cy="200100"/>
              <a:chOff x="624700" y="1498750"/>
              <a:chExt cx="2376625" cy="200100"/>
            </a:xfrm>
          </p:grpSpPr>
          <p:sp>
            <p:nvSpPr>
              <p:cNvPr id="10212" name="Google Shape;10212;p173"/>
              <p:cNvSpPr txBox="1"/>
              <p:nvPr/>
            </p:nvSpPr>
            <p:spPr>
              <a:xfrm>
                <a:off x="747725" y="1498750"/>
                <a:ext cx="2253600" cy="200100"/>
              </a:xfrm>
              <a:prstGeom prst="rect">
                <a:avLst/>
              </a:prstGeom>
              <a:solidFill>
                <a:srgbClr val="F3F3F3"/>
              </a:solidFill>
              <a:ln>
                <a:noFill/>
              </a:ln>
            </p:spPr>
            <p:txBody>
              <a:bodyPr anchorCtr="0" anchor="ctr" bIns="18000" lIns="18000" spcFirstLastPara="1" rIns="18000" wrap="square" tIns="18000">
                <a:noAutofit/>
              </a:bodyPr>
              <a:lstStyle/>
              <a:p>
                <a:pPr indent="0" lvl="0" marL="0" rtl="0" algn="l">
                  <a:spcBef>
                    <a:spcPts val="0"/>
                  </a:spcBef>
                  <a:spcAft>
                    <a:spcPts val="0"/>
                  </a:spcAft>
                  <a:buNone/>
                </a:pPr>
                <a:r>
                  <a:t/>
                </a:r>
                <a:endParaRPr sz="800">
                  <a:solidFill>
                    <a:srgbClr val="434343"/>
                  </a:solidFill>
                </a:endParaRPr>
              </a:p>
            </p:txBody>
          </p:sp>
          <p:sp>
            <p:nvSpPr>
              <p:cNvPr id="10213" name="Google Shape;10213;p173"/>
              <p:cNvSpPr txBox="1"/>
              <p:nvPr/>
            </p:nvSpPr>
            <p:spPr>
              <a:xfrm>
                <a:off x="624700" y="1514200"/>
                <a:ext cx="86100" cy="169200"/>
              </a:xfrm>
              <a:prstGeom prst="rect">
                <a:avLst/>
              </a:prstGeom>
              <a:noFill/>
              <a:ln>
                <a:noFill/>
              </a:ln>
            </p:spPr>
            <p:txBody>
              <a:bodyPr anchorCtr="0" anchor="ctr" bIns="0" lIns="0" spcFirstLastPara="1" rIns="0" wrap="square" tIns="0">
                <a:spAutoFit/>
              </a:bodyPr>
              <a:lstStyle/>
              <a:p>
                <a:pPr indent="0" lvl="0" marL="0" rtl="0" algn="r">
                  <a:spcBef>
                    <a:spcPts val="0"/>
                  </a:spcBef>
                  <a:spcAft>
                    <a:spcPts val="0"/>
                  </a:spcAft>
                  <a:buNone/>
                </a:pPr>
                <a:r>
                  <a:rPr lang="es-419" sz="700">
                    <a:latin typeface="Arvo"/>
                    <a:ea typeface="Arvo"/>
                    <a:cs typeface="Arvo"/>
                    <a:sym typeface="Arvo"/>
                  </a:rPr>
                  <a:t>5.</a:t>
                </a:r>
                <a:endParaRPr sz="700">
                  <a:latin typeface="Arvo"/>
                  <a:ea typeface="Arvo"/>
                  <a:cs typeface="Arvo"/>
                  <a:sym typeface="Arvo"/>
                </a:endParaRPr>
              </a:p>
              <a:p>
                <a:pPr indent="0" lvl="0" marL="0" rtl="0" algn="r">
                  <a:spcBef>
                    <a:spcPts val="0"/>
                  </a:spcBef>
                  <a:spcAft>
                    <a:spcPts val="0"/>
                  </a:spcAft>
                  <a:buNone/>
                </a:pPr>
                <a:r>
                  <a:t/>
                </a:r>
                <a:endParaRPr i="1" sz="400">
                  <a:solidFill>
                    <a:srgbClr val="666666"/>
                  </a:solidFill>
                  <a:latin typeface="Arvo"/>
                  <a:ea typeface="Arvo"/>
                  <a:cs typeface="Arvo"/>
                  <a:sym typeface="Arvo"/>
                </a:endParaRPr>
              </a:p>
            </p:txBody>
          </p:sp>
        </p:grpSp>
      </p:grpSp>
    </p:spTree>
  </p:cSld>
  <p:clrMapOvr>
    <a:masterClrMapping/>
  </p:clrMapOvr>
</p:sldLayout>
</file>

<file path=ppt/slideLayouts/slideLayout17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0.1 Plantilla de Proceso">
  <p:cSld name="TITLE_3">
    <p:spTree>
      <p:nvGrpSpPr>
        <p:cNvPr id="10218" name="Shape 10218"/>
        <p:cNvGrpSpPr/>
        <p:nvPr/>
      </p:nvGrpSpPr>
      <p:grpSpPr>
        <a:xfrm>
          <a:off x="0" y="0"/>
          <a:ext cx="0" cy="0"/>
          <a:chOff x="0" y="0"/>
          <a:chExt cx="0" cy="0"/>
        </a:xfrm>
      </p:grpSpPr>
      <p:sp>
        <p:nvSpPr>
          <p:cNvPr id="10219" name="Google Shape;10219;p175"/>
          <p:cNvSpPr/>
          <p:nvPr/>
        </p:nvSpPr>
        <p:spPr>
          <a:xfrm>
            <a:off x="97888" y="377012"/>
            <a:ext cx="9893400" cy="296700"/>
          </a:xfrm>
          <a:prstGeom prst="roundRect">
            <a:avLst>
              <a:gd fmla="val 22902" name="adj"/>
            </a:avLst>
          </a:prstGeom>
          <a:solidFill>
            <a:srgbClr val="F3F3F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10220" name="Google Shape;10220;p175"/>
          <p:cNvSpPr/>
          <p:nvPr/>
        </p:nvSpPr>
        <p:spPr>
          <a:xfrm>
            <a:off x="77688" y="358938"/>
            <a:ext cx="9935700" cy="6438000"/>
          </a:xfrm>
          <a:prstGeom prst="roundRect">
            <a:avLst>
              <a:gd fmla="val 2618" name="adj"/>
            </a:avLst>
          </a:prstGeom>
          <a:solidFill>
            <a:srgbClr val="FFFFFF"/>
          </a:solidFill>
          <a:ln cap="flat" cmpd="sng" w="38100">
            <a:solidFill>
              <a:srgbClr val="000000"/>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221" name="Google Shape;10221;p175"/>
          <p:cNvCxnSpPr/>
          <p:nvPr/>
        </p:nvCxnSpPr>
        <p:spPr>
          <a:xfrm>
            <a:off x="77688" y="772614"/>
            <a:ext cx="9935700" cy="0"/>
          </a:xfrm>
          <a:prstGeom prst="straightConnector1">
            <a:avLst/>
          </a:prstGeom>
          <a:noFill/>
          <a:ln cap="flat" cmpd="sng" w="19050">
            <a:solidFill>
              <a:srgbClr val="000000"/>
            </a:solidFill>
            <a:prstDash val="solid"/>
            <a:round/>
            <a:headEnd len="med" w="med" type="none"/>
            <a:tailEnd len="med" w="med" type="none"/>
          </a:ln>
        </p:spPr>
      </p:cxnSp>
      <p:cxnSp>
        <p:nvCxnSpPr>
          <p:cNvPr id="10222" name="Google Shape;10222;p175"/>
          <p:cNvCxnSpPr/>
          <p:nvPr/>
        </p:nvCxnSpPr>
        <p:spPr>
          <a:xfrm rot="10800000">
            <a:off x="2439038" y="368188"/>
            <a:ext cx="0" cy="402300"/>
          </a:xfrm>
          <a:prstGeom prst="straightConnector1">
            <a:avLst/>
          </a:prstGeom>
          <a:noFill/>
          <a:ln cap="flat" cmpd="sng" w="19050">
            <a:solidFill>
              <a:srgbClr val="000000"/>
            </a:solidFill>
            <a:prstDash val="solid"/>
            <a:round/>
            <a:headEnd len="med" w="med" type="none"/>
            <a:tailEnd len="med" w="med" type="none"/>
          </a:ln>
        </p:spPr>
      </p:cxnSp>
      <p:sp>
        <p:nvSpPr>
          <p:cNvPr id="10223" name="Google Shape;10223;p175"/>
          <p:cNvSpPr txBox="1"/>
          <p:nvPr>
            <p:ph type="title"/>
          </p:nvPr>
        </p:nvSpPr>
        <p:spPr>
          <a:xfrm flipH="1">
            <a:off x="3219174" y="437575"/>
            <a:ext cx="1731300" cy="2658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200"/>
              <a:buNone/>
              <a:defRPr sz="1200">
                <a:solidFill>
                  <a:srgbClr val="000000"/>
                </a:solidFill>
              </a:defRPr>
            </a:lvl1pPr>
            <a:lvl2pPr lvl="1">
              <a:spcBef>
                <a:spcPts val="0"/>
              </a:spcBef>
              <a:spcAft>
                <a:spcPts val="0"/>
              </a:spcAft>
              <a:buClr>
                <a:srgbClr val="000000"/>
              </a:buClr>
              <a:buSzPts val="1100"/>
              <a:buNone/>
              <a:defRPr sz="1100">
                <a:solidFill>
                  <a:srgbClr val="000000"/>
                </a:solidFill>
              </a:defRPr>
            </a:lvl2pPr>
            <a:lvl3pPr lvl="2">
              <a:spcBef>
                <a:spcPts val="0"/>
              </a:spcBef>
              <a:spcAft>
                <a:spcPts val="0"/>
              </a:spcAft>
              <a:buClr>
                <a:srgbClr val="000000"/>
              </a:buClr>
              <a:buSzPts val="1100"/>
              <a:buNone/>
              <a:defRPr sz="1100">
                <a:solidFill>
                  <a:srgbClr val="000000"/>
                </a:solidFill>
              </a:defRPr>
            </a:lvl3pPr>
            <a:lvl4pPr lvl="3">
              <a:spcBef>
                <a:spcPts val="0"/>
              </a:spcBef>
              <a:spcAft>
                <a:spcPts val="0"/>
              </a:spcAft>
              <a:buClr>
                <a:srgbClr val="000000"/>
              </a:buClr>
              <a:buSzPts val="1100"/>
              <a:buNone/>
              <a:defRPr sz="1100">
                <a:solidFill>
                  <a:srgbClr val="000000"/>
                </a:solidFill>
              </a:defRPr>
            </a:lvl4pPr>
            <a:lvl5pPr lvl="4">
              <a:spcBef>
                <a:spcPts val="0"/>
              </a:spcBef>
              <a:spcAft>
                <a:spcPts val="0"/>
              </a:spcAft>
              <a:buClr>
                <a:srgbClr val="000000"/>
              </a:buClr>
              <a:buSzPts val="1100"/>
              <a:buNone/>
              <a:defRPr sz="1100">
                <a:solidFill>
                  <a:srgbClr val="000000"/>
                </a:solidFill>
              </a:defRPr>
            </a:lvl5pPr>
            <a:lvl6pPr lvl="5">
              <a:spcBef>
                <a:spcPts val="0"/>
              </a:spcBef>
              <a:spcAft>
                <a:spcPts val="0"/>
              </a:spcAft>
              <a:buClr>
                <a:srgbClr val="000000"/>
              </a:buClr>
              <a:buSzPts val="1100"/>
              <a:buNone/>
              <a:defRPr sz="1100">
                <a:solidFill>
                  <a:srgbClr val="000000"/>
                </a:solidFill>
              </a:defRPr>
            </a:lvl6pPr>
            <a:lvl7pPr lvl="6">
              <a:spcBef>
                <a:spcPts val="0"/>
              </a:spcBef>
              <a:spcAft>
                <a:spcPts val="0"/>
              </a:spcAft>
              <a:buClr>
                <a:srgbClr val="000000"/>
              </a:buClr>
              <a:buSzPts val="1100"/>
              <a:buNone/>
              <a:defRPr sz="1100">
                <a:solidFill>
                  <a:srgbClr val="000000"/>
                </a:solidFill>
              </a:defRPr>
            </a:lvl7pPr>
            <a:lvl8pPr lvl="7">
              <a:spcBef>
                <a:spcPts val="0"/>
              </a:spcBef>
              <a:spcAft>
                <a:spcPts val="0"/>
              </a:spcAft>
              <a:buClr>
                <a:srgbClr val="000000"/>
              </a:buClr>
              <a:buSzPts val="1100"/>
              <a:buNone/>
              <a:defRPr sz="1100">
                <a:solidFill>
                  <a:srgbClr val="000000"/>
                </a:solidFill>
              </a:defRPr>
            </a:lvl8pPr>
            <a:lvl9pPr lvl="8">
              <a:spcBef>
                <a:spcPts val="0"/>
              </a:spcBef>
              <a:spcAft>
                <a:spcPts val="0"/>
              </a:spcAft>
              <a:buClr>
                <a:srgbClr val="000000"/>
              </a:buClr>
              <a:buSzPts val="1100"/>
              <a:buNone/>
              <a:defRPr sz="1100">
                <a:solidFill>
                  <a:srgbClr val="000000"/>
                </a:solidFill>
              </a:defRPr>
            </a:lvl9pPr>
          </a:lstStyle>
          <a:p/>
        </p:txBody>
      </p:sp>
      <p:sp>
        <p:nvSpPr>
          <p:cNvPr id="10224" name="Google Shape;10224;p175"/>
          <p:cNvSpPr txBox="1"/>
          <p:nvPr/>
        </p:nvSpPr>
        <p:spPr>
          <a:xfrm>
            <a:off x="2513487" y="437267"/>
            <a:ext cx="679500" cy="2664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b="1" lang="es-419" sz="1100"/>
              <a:t>Proceso:</a:t>
            </a:r>
            <a:endParaRPr b="1" sz="1100"/>
          </a:p>
        </p:txBody>
      </p:sp>
      <p:cxnSp>
        <p:nvCxnSpPr>
          <p:cNvPr id="10225" name="Google Shape;10225;p175"/>
          <p:cNvCxnSpPr/>
          <p:nvPr/>
        </p:nvCxnSpPr>
        <p:spPr>
          <a:xfrm rot="10800000">
            <a:off x="5070754" y="368188"/>
            <a:ext cx="0" cy="402300"/>
          </a:xfrm>
          <a:prstGeom prst="straightConnector1">
            <a:avLst/>
          </a:prstGeom>
          <a:noFill/>
          <a:ln cap="flat" cmpd="sng" w="19050">
            <a:solidFill>
              <a:srgbClr val="000000"/>
            </a:solidFill>
            <a:prstDash val="solid"/>
            <a:round/>
            <a:headEnd len="med" w="med" type="none"/>
            <a:tailEnd len="med" w="med" type="none"/>
          </a:ln>
        </p:spPr>
      </p:cxnSp>
      <p:sp>
        <p:nvSpPr>
          <p:cNvPr id="10226" name="Google Shape;10226;p175"/>
          <p:cNvSpPr/>
          <p:nvPr/>
        </p:nvSpPr>
        <p:spPr>
          <a:xfrm>
            <a:off x="77688" y="349338"/>
            <a:ext cx="2361300" cy="421200"/>
          </a:xfrm>
          <a:prstGeom prst="roundRect">
            <a:avLst>
              <a:gd fmla="val 50000" name="adj"/>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s-419" sz="1200">
                <a:solidFill>
                  <a:srgbClr val="FFFFFF"/>
                </a:solidFill>
              </a:rPr>
              <a:t>Plantilla de proceso</a:t>
            </a:r>
            <a:endParaRPr b="1" sz="1200">
              <a:solidFill>
                <a:srgbClr val="FFFFFF"/>
              </a:solidFill>
            </a:endParaRPr>
          </a:p>
          <a:p>
            <a:pPr indent="0" lvl="0" marL="0" rtl="0" algn="ctr">
              <a:spcBef>
                <a:spcPts val="0"/>
              </a:spcBef>
              <a:spcAft>
                <a:spcPts val="0"/>
              </a:spcAft>
              <a:buNone/>
            </a:pPr>
            <a:r>
              <a:t/>
            </a:r>
            <a:endParaRPr b="1" sz="1200">
              <a:solidFill>
                <a:srgbClr val="FFFFFF"/>
              </a:solidFill>
            </a:endParaRPr>
          </a:p>
        </p:txBody>
      </p:sp>
      <p:sp>
        <p:nvSpPr>
          <p:cNvPr id="10227" name="Google Shape;10227;p175"/>
          <p:cNvSpPr/>
          <p:nvPr/>
        </p:nvSpPr>
        <p:spPr>
          <a:xfrm>
            <a:off x="83988" y="595504"/>
            <a:ext cx="190200" cy="1692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8" name="Google Shape;10228;p175"/>
          <p:cNvSpPr/>
          <p:nvPr/>
        </p:nvSpPr>
        <p:spPr>
          <a:xfrm>
            <a:off x="2292338" y="358938"/>
            <a:ext cx="146700" cy="4023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9" name="Google Shape;10229;p175"/>
          <p:cNvSpPr txBox="1"/>
          <p:nvPr>
            <p:ph idx="1" type="body"/>
          </p:nvPr>
        </p:nvSpPr>
        <p:spPr>
          <a:xfrm>
            <a:off x="641150" y="612125"/>
            <a:ext cx="1770300" cy="160500"/>
          </a:xfrm>
          <a:prstGeom prst="rect">
            <a:avLst/>
          </a:prstGeom>
          <a:noFill/>
          <a:ln>
            <a:noFill/>
          </a:ln>
        </p:spPr>
        <p:txBody>
          <a:bodyPr anchorCtr="0" anchor="t" bIns="0" lIns="0" spcFirstLastPara="1" rIns="0" wrap="square" tIns="0">
            <a:noAutofit/>
          </a:bodyPr>
          <a:lstStyle>
            <a:lvl1pPr indent="-292100" lvl="0" marL="457200" algn="ctr">
              <a:spcBef>
                <a:spcPts val="0"/>
              </a:spcBef>
              <a:spcAft>
                <a:spcPts val="0"/>
              </a:spcAft>
              <a:buClr>
                <a:srgbClr val="FFFFFF"/>
              </a:buClr>
              <a:buSzPts val="1000"/>
              <a:buChar char="●"/>
              <a:defRPr sz="1000">
                <a:solidFill>
                  <a:srgbClr val="FFFFFF"/>
                </a:solidFill>
              </a:defRPr>
            </a:lvl1pPr>
            <a:lvl2pPr indent="-292100" lvl="1" marL="914400" algn="ctr">
              <a:spcBef>
                <a:spcPts val="0"/>
              </a:spcBef>
              <a:spcAft>
                <a:spcPts val="0"/>
              </a:spcAft>
              <a:buClr>
                <a:srgbClr val="FFFFFF"/>
              </a:buClr>
              <a:buSzPts val="1000"/>
              <a:buChar char="○"/>
              <a:defRPr sz="1000">
                <a:solidFill>
                  <a:srgbClr val="FFFFFF"/>
                </a:solidFill>
              </a:defRPr>
            </a:lvl2pPr>
            <a:lvl3pPr indent="-292100" lvl="2" marL="1371600" algn="ctr">
              <a:spcBef>
                <a:spcPts val="0"/>
              </a:spcBef>
              <a:spcAft>
                <a:spcPts val="0"/>
              </a:spcAft>
              <a:buClr>
                <a:srgbClr val="FFFFFF"/>
              </a:buClr>
              <a:buSzPts val="1000"/>
              <a:buChar char="■"/>
              <a:defRPr sz="1000">
                <a:solidFill>
                  <a:srgbClr val="FFFFFF"/>
                </a:solidFill>
              </a:defRPr>
            </a:lvl3pPr>
            <a:lvl4pPr indent="-292100" lvl="3" marL="1828800" algn="ctr">
              <a:spcBef>
                <a:spcPts val="0"/>
              </a:spcBef>
              <a:spcAft>
                <a:spcPts val="0"/>
              </a:spcAft>
              <a:buClr>
                <a:srgbClr val="FFFFFF"/>
              </a:buClr>
              <a:buSzPts val="1000"/>
              <a:buChar char="●"/>
              <a:defRPr sz="1000">
                <a:solidFill>
                  <a:srgbClr val="FFFFFF"/>
                </a:solidFill>
              </a:defRPr>
            </a:lvl4pPr>
            <a:lvl5pPr indent="-292100" lvl="4" marL="2286000" algn="ctr">
              <a:spcBef>
                <a:spcPts val="0"/>
              </a:spcBef>
              <a:spcAft>
                <a:spcPts val="0"/>
              </a:spcAft>
              <a:buClr>
                <a:srgbClr val="FFFFFF"/>
              </a:buClr>
              <a:buSzPts val="1000"/>
              <a:buChar char="○"/>
              <a:defRPr sz="1000">
                <a:solidFill>
                  <a:srgbClr val="FFFFFF"/>
                </a:solidFill>
              </a:defRPr>
            </a:lvl5pPr>
            <a:lvl6pPr indent="-292100" lvl="5" marL="2743200" algn="ctr">
              <a:spcBef>
                <a:spcPts val="0"/>
              </a:spcBef>
              <a:spcAft>
                <a:spcPts val="0"/>
              </a:spcAft>
              <a:buClr>
                <a:srgbClr val="FFFFFF"/>
              </a:buClr>
              <a:buSzPts val="1000"/>
              <a:buChar char="■"/>
              <a:defRPr sz="1000">
                <a:solidFill>
                  <a:srgbClr val="FFFFFF"/>
                </a:solidFill>
              </a:defRPr>
            </a:lvl6pPr>
            <a:lvl7pPr indent="-292100" lvl="6" marL="3200400" algn="ctr">
              <a:spcBef>
                <a:spcPts val="0"/>
              </a:spcBef>
              <a:spcAft>
                <a:spcPts val="0"/>
              </a:spcAft>
              <a:buClr>
                <a:srgbClr val="FFFFFF"/>
              </a:buClr>
              <a:buSzPts val="1000"/>
              <a:buChar char="●"/>
              <a:defRPr sz="1000">
                <a:solidFill>
                  <a:srgbClr val="FFFFFF"/>
                </a:solidFill>
              </a:defRPr>
            </a:lvl7pPr>
            <a:lvl8pPr indent="-292100" lvl="7" marL="3657600" algn="ctr">
              <a:spcBef>
                <a:spcPts val="0"/>
              </a:spcBef>
              <a:spcAft>
                <a:spcPts val="0"/>
              </a:spcAft>
              <a:buClr>
                <a:srgbClr val="FFFFFF"/>
              </a:buClr>
              <a:buSzPts val="1000"/>
              <a:buChar char="○"/>
              <a:defRPr sz="1000">
                <a:solidFill>
                  <a:srgbClr val="FFFFFF"/>
                </a:solidFill>
              </a:defRPr>
            </a:lvl8pPr>
            <a:lvl9pPr indent="-292100" lvl="8" marL="4114800" algn="ctr">
              <a:spcBef>
                <a:spcPts val="0"/>
              </a:spcBef>
              <a:spcAft>
                <a:spcPts val="0"/>
              </a:spcAft>
              <a:buClr>
                <a:srgbClr val="FFFFFF"/>
              </a:buClr>
              <a:buSzPts val="1000"/>
              <a:buChar char="■"/>
              <a:defRPr sz="1000">
                <a:solidFill>
                  <a:srgbClr val="FFFFFF"/>
                </a:solidFill>
              </a:defRPr>
            </a:lvl9pPr>
          </a:lstStyle>
          <a:p/>
        </p:txBody>
      </p:sp>
      <p:sp>
        <p:nvSpPr>
          <p:cNvPr id="10230" name="Google Shape;10230;p175"/>
          <p:cNvSpPr txBox="1"/>
          <p:nvPr/>
        </p:nvSpPr>
        <p:spPr>
          <a:xfrm>
            <a:off x="278183" y="2523036"/>
            <a:ext cx="509100" cy="878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b="1">
              <a:latin typeface="Arvo"/>
              <a:ea typeface="Arvo"/>
              <a:cs typeface="Arvo"/>
              <a:sym typeface="Arvo"/>
            </a:endParaRPr>
          </a:p>
        </p:txBody>
      </p:sp>
      <p:sp>
        <p:nvSpPr>
          <p:cNvPr id="10231" name="Google Shape;10231;p175"/>
          <p:cNvSpPr txBox="1"/>
          <p:nvPr/>
        </p:nvSpPr>
        <p:spPr>
          <a:xfrm>
            <a:off x="278183" y="3536053"/>
            <a:ext cx="509100" cy="878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b="1">
              <a:latin typeface="Arvo"/>
              <a:ea typeface="Arvo"/>
              <a:cs typeface="Arvo"/>
              <a:sym typeface="Arvo"/>
            </a:endParaRPr>
          </a:p>
        </p:txBody>
      </p:sp>
      <p:sp>
        <p:nvSpPr>
          <p:cNvPr id="10232" name="Google Shape;10232;p175"/>
          <p:cNvSpPr txBox="1"/>
          <p:nvPr/>
        </p:nvSpPr>
        <p:spPr>
          <a:xfrm>
            <a:off x="278183" y="4553002"/>
            <a:ext cx="509100" cy="878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b="1">
              <a:latin typeface="Arvo"/>
              <a:ea typeface="Arvo"/>
              <a:cs typeface="Arvo"/>
              <a:sym typeface="Arvo"/>
            </a:endParaRPr>
          </a:p>
        </p:txBody>
      </p:sp>
      <p:sp>
        <p:nvSpPr>
          <p:cNvPr id="10233" name="Google Shape;10233;p175"/>
          <p:cNvSpPr txBox="1"/>
          <p:nvPr/>
        </p:nvSpPr>
        <p:spPr>
          <a:xfrm>
            <a:off x="5191013" y="387663"/>
            <a:ext cx="13026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Finalidad empresa</a:t>
            </a:r>
            <a:endParaRPr b="1" sz="1100"/>
          </a:p>
        </p:txBody>
      </p:sp>
      <p:sp>
        <p:nvSpPr>
          <p:cNvPr id="10234" name="Google Shape;10234;p175"/>
          <p:cNvSpPr txBox="1"/>
          <p:nvPr/>
        </p:nvSpPr>
        <p:spPr>
          <a:xfrm>
            <a:off x="5191013" y="579538"/>
            <a:ext cx="11637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Finalidad cliente</a:t>
            </a:r>
            <a:endParaRPr b="1" sz="1100"/>
          </a:p>
        </p:txBody>
      </p:sp>
      <p:sp>
        <p:nvSpPr>
          <p:cNvPr id="10235" name="Google Shape;10235;p175"/>
          <p:cNvSpPr txBox="1"/>
          <p:nvPr>
            <p:ph idx="2" type="title"/>
          </p:nvPr>
        </p:nvSpPr>
        <p:spPr>
          <a:xfrm flipH="1">
            <a:off x="6546263" y="387663"/>
            <a:ext cx="3350100" cy="1692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000"/>
              <a:buNone/>
              <a:defRPr sz="1000">
                <a:solidFill>
                  <a:srgbClr val="000000"/>
                </a:solidFill>
              </a:defRPr>
            </a:lvl1pPr>
            <a:lvl2pPr lvl="1">
              <a:spcBef>
                <a:spcPts val="0"/>
              </a:spcBef>
              <a:spcAft>
                <a:spcPts val="0"/>
              </a:spcAft>
              <a:buClr>
                <a:srgbClr val="000000"/>
              </a:buClr>
              <a:buSzPts val="1000"/>
              <a:buNone/>
              <a:defRPr sz="1000">
                <a:solidFill>
                  <a:srgbClr val="000000"/>
                </a:solidFill>
              </a:defRPr>
            </a:lvl2pPr>
            <a:lvl3pPr lvl="2">
              <a:spcBef>
                <a:spcPts val="0"/>
              </a:spcBef>
              <a:spcAft>
                <a:spcPts val="0"/>
              </a:spcAft>
              <a:buClr>
                <a:srgbClr val="000000"/>
              </a:buClr>
              <a:buSzPts val="1000"/>
              <a:buNone/>
              <a:defRPr sz="1000">
                <a:solidFill>
                  <a:srgbClr val="000000"/>
                </a:solidFill>
              </a:defRPr>
            </a:lvl3pPr>
            <a:lvl4pPr lvl="3">
              <a:spcBef>
                <a:spcPts val="0"/>
              </a:spcBef>
              <a:spcAft>
                <a:spcPts val="0"/>
              </a:spcAft>
              <a:buClr>
                <a:srgbClr val="000000"/>
              </a:buClr>
              <a:buSzPts val="1000"/>
              <a:buNone/>
              <a:defRPr sz="1000">
                <a:solidFill>
                  <a:srgbClr val="000000"/>
                </a:solidFill>
              </a:defRPr>
            </a:lvl4pPr>
            <a:lvl5pPr lvl="4">
              <a:spcBef>
                <a:spcPts val="0"/>
              </a:spcBef>
              <a:spcAft>
                <a:spcPts val="0"/>
              </a:spcAft>
              <a:buClr>
                <a:srgbClr val="000000"/>
              </a:buClr>
              <a:buSzPts val="1000"/>
              <a:buNone/>
              <a:defRPr sz="1000">
                <a:solidFill>
                  <a:srgbClr val="000000"/>
                </a:solidFill>
              </a:defRPr>
            </a:lvl5pPr>
            <a:lvl6pPr lvl="5">
              <a:spcBef>
                <a:spcPts val="0"/>
              </a:spcBef>
              <a:spcAft>
                <a:spcPts val="0"/>
              </a:spcAft>
              <a:buClr>
                <a:srgbClr val="000000"/>
              </a:buClr>
              <a:buSzPts val="1000"/>
              <a:buNone/>
              <a:defRPr sz="1000">
                <a:solidFill>
                  <a:srgbClr val="000000"/>
                </a:solidFill>
              </a:defRPr>
            </a:lvl6pPr>
            <a:lvl7pPr lvl="6">
              <a:spcBef>
                <a:spcPts val="0"/>
              </a:spcBef>
              <a:spcAft>
                <a:spcPts val="0"/>
              </a:spcAft>
              <a:buClr>
                <a:srgbClr val="000000"/>
              </a:buClr>
              <a:buSzPts val="1000"/>
              <a:buNone/>
              <a:defRPr sz="1000">
                <a:solidFill>
                  <a:srgbClr val="000000"/>
                </a:solidFill>
              </a:defRPr>
            </a:lvl7pPr>
            <a:lvl8pPr lvl="7">
              <a:spcBef>
                <a:spcPts val="0"/>
              </a:spcBef>
              <a:spcAft>
                <a:spcPts val="0"/>
              </a:spcAft>
              <a:buClr>
                <a:srgbClr val="000000"/>
              </a:buClr>
              <a:buSzPts val="1000"/>
              <a:buNone/>
              <a:defRPr sz="1000">
                <a:solidFill>
                  <a:srgbClr val="000000"/>
                </a:solidFill>
              </a:defRPr>
            </a:lvl8pPr>
            <a:lvl9pPr lvl="8">
              <a:spcBef>
                <a:spcPts val="0"/>
              </a:spcBef>
              <a:spcAft>
                <a:spcPts val="0"/>
              </a:spcAft>
              <a:buClr>
                <a:srgbClr val="000000"/>
              </a:buClr>
              <a:buSzPts val="1000"/>
              <a:buNone/>
              <a:defRPr sz="1000">
                <a:solidFill>
                  <a:srgbClr val="000000"/>
                </a:solidFill>
              </a:defRPr>
            </a:lvl9pPr>
          </a:lstStyle>
          <a:p/>
        </p:txBody>
      </p:sp>
      <p:sp>
        <p:nvSpPr>
          <p:cNvPr id="10236" name="Google Shape;10236;p175"/>
          <p:cNvSpPr txBox="1"/>
          <p:nvPr>
            <p:ph idx="3" type="title"/>
          </p:nvPr>
        </p:nvSpPr>
        <p:spPr>
          <a:xfrm flipH="1">
            <a:off x="6546263" y="579538"/>
            <a:ext cx="3350100" cy="1692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000"/>
              <a:buNone/>
              <a:defRPr sz="1000">
                <a:solidFill>
                  <a:srgbClr val="000000"/>
                </a:solidFill>
              </a:defRPr>
            </a:lvl1pPr>
            <a:lvl2pPr lvl="1">
              <a:spcBef>
                <a:spcPts val="0"/>
              </a:spcBef>
              <a:spcAft>
                <a:spcPts val="0"/>
              </a:spcAft>
              <a:buClr>
                <a:srgbClr val="000000"/>
              </a:buClr>
              <a:buSzPts val="1000"/>
              <a:buNone/>
              <a:defRPr sz="1000">
                <a:solidFill>
                  <a:srgbClr val="000000"/>
                </a:solidFill>
              </a:defRPr>
            </a:lvl2pPr>
            <a:lvl3pPr lvl="2">
              <a:spcBef>
                <a:spcPts val="0"/>
              </a:spcBef>
              <a:spcAft>
                <a:spcPts val="0"/>
              </a:spcAft>
              <a:buClr>
                <a:srgbClr val="000000"/>
              </a:buClr>
              <a:buSzPts val="1000"/>
              <a:buNone/>
              <a:defRPr sz="1000">
                <a:solidFill>
                  <a:srgbClr val="000000"/>
                </a:solidFill>
              </a:defRPr>
            </a:lvl3pPr>
            <a:lvl4pPr lvl="3">
              <a:spcBef>
                <a:spcPts val="0"/>
              </a:spcBef>
              <a:spcAft>
                <a:spcPts val="0"/>
              </a:spcAft>
              <a:buClr>
                <a:srgbClr val="000000"/>
              </a:buClr>
              <a:buSzPts val="1000"/>
              <a:buNone/>
              <a:defRPr sz="1000">
                <a:solidFill>
                  <a:srgbClr val="000000"/>
                </a:solidFill>
              </a:defRPr>
            </a:lvl4pPr>
            <a:lvl5pPr lvl="4">
              <a:spcBef>
                <a:spcPts val="0"/>
              </a:spcBef>
              <a:spcAft>
                <a:spcPts val="0"/>
              </a:spcAft>
              <a:buClr>
                <a:srgbClr val="000000"/>
              </a:buClr>
              <a:buSzPts val="1000"/>
              <a:buNone/>
              <a:defRPr sz="1000">
                <a:solidFill>
                  <a:srgbClr val="000000"/>
                </a:solidFill>
              </a:defRPr>
            </a:lvl5pPr>
            <a:lvl6pPr lvl="5">
              <a:spcBef>
                <a:spcPts val="0"/>
              </a:spcBef>
              <a:spcAft>
                <a:spcPts val="0"/>
              </a:spcAft>
              <a:buClr>
                <a:srgbClr val="000000"/>
              </a:buClr>
              <a:buSzPts val="1000"/>
              <a:buNone/>
              <a:defRPr sz="1000">
                <a:solidFill>
                  <a:srgbClr val="000000"/>
                </a:solidFill>
              </a:defRPr>
            </a:lvl6pPr>
            <a:lvl7pPr lvl="6">
              <a:spcBef>
                <a:spcPts val="0"/>
              </a:spcBef>
              <a:spcAft>
                <a:spcPts val="0"/>
              </a:spcAft>
              <a:buClr>
                <a:srgbClr val="000000"/>
              </a:buClr>
              <a:buSzPts val="1000"/>
              <a:buNone/>
              <a:defRPr sz="1000">
                <a:solidFill>
                  <a:srgbClr val="000000"/>
                </a:solidFill>
              </a:defRPr>
            </a:lvl7pPr>
            <a:lvl8pPr lvl="7">
              <a:spcBef>
                <a:spcPts val="0"/>
              </a:spcBef>
              <a:spcAft>
                <a:spcPts val="0"/>
              </a:spcAft>
              <a:buClr>
                <a:srgbClr val="000000"/>
              </a:buClr>
              <a:buSzPts val="1000"/>
              <a:buNone/>
              <a:defRPr sz="1000">
                <a:solidFill>
                  <a:srgbClr val="000000"/>
                </a:solidFill>
              </a:defRPr>
            </a:lvl8pPr>
            <a:lvl9pPr lvl="8">
              <a:spcBef>
                <a:spcPts val="0"/>
              </a:spcBef>
              <a:spcAft>
                <a:spcPts val="0"/>
              </a:spcAft>
              <a:buClr>
                <a:srgbClr val="000000"/>
              </a:buClr>
              <a:buSzPts val="1000"/>
              <a:buNone/>
              <a:defRPr sz="1000">
                <a:solidFill>
                  <a:srgbClr val="000000"/>
                </a:solidFill>
              </a:defRPr>
            </a:lvl9pPr>
          </a:lstStyle>
          <a:p/>
        </p:txBody>
      </p:sp>
      <p:sp>
        <p:nvSpPr>
          <p:cNvPr id="10237" name="Google Shape;10237;p175"/>
          <p:cNvSpPr/>
          <p:nvPr/>
        </p:nvSpPr>
        <p:spPr>
          <a:xfrm>
            <a:off x="263400" y="1781844"/>
            <a:ext cx="7965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sp>
        <p:nvSpPr>
          <p:cNvPr id="10238" name="Google Shape;10238;p175"/>
          <p:cNvSpPr/>
          <p:nvPr/>
        </p:nvSpPr>
        <p:spPr>
          <a:xfrm>
            <a:off x="1179085" y="1781844"/>
            <a:ext cx="16236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cxnSp>
        <p:nvCxnSpPr>
          <p:cNvPr id="10239" name="Google Shape;10239;p175"/>
          <p:cNvCxnSpPr/>
          <p:nvPr/>
        </p:nvCxnSpPr>
        <p:spPr>
          <a:xfrm>
            <a:off x="1971290" y="1777312"/>
            <a:ext cx="2700" cy="446700"/>
          </a:xfrm>
          <a:prstGeom prst="straightConnector1">
            <a:avLst/>
          </a:prstGeom>
          <a:noFill/>
          <a:ln cap="flat" cmpd="sng" w="28575">
            <a:solidFill>
              <a:srgbClr val="D9D9D9"/>
            </a:solidFill>
            <a:prstDash val="solid"/>
            <a:round/>
            <a:headEnd len="sm" w="sm" type="none"/>
            <a:tailEnd len="sm" w="sm" type="none"/>
          </a:ln>
        </p:spPr>
      </p:cxnSp>
      <p:sp>
        <p:nvSpPr>
          <p:cNvPr id="10240" name="Google Shape;10240;p175"/>
          <p:cNvSpPr/>
          <p:nvPr/>
        </p:nvSpPr>
        <p:spPr>
          <a:xfrm>
            <a:off x="2921957" y="1781844"/>
            <a:ext cx="16236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cxnSp>
        <p:nvCxnSpPr>
          <p:cNvPr id="10241" name="Google Shape;10241;p175"/>
          <p:cNvCxnSpPr/>
          <p:nvPr/>
        </p:nvCxnSpPr>
        <p:spPr>
          <a:xfrm>
            <a:off x="3717505" y="1777459"/>
            <a:ext cx="2700" cy="446700"/>
          </a:xfrm>
          <a:prstGeom prst="straightConnector1">
            <a:avLst/>
          </a:prstGeom>
          <a:noFill/>
          <a:ln cap="flat" cmpd="sng" w="28575">
            <a:solidFill>
              <a:srgbClr val="D9D9D9"/>
            </a:solidFill>
            <a:prstDash val="solid"/>
            <a:round/>
            <a:headEnd len="sm" w="sm" type="none"/>
            <a:tailEnd len="sm" w="sm" type="none"/>
          </a:ln>
        </p:spPr>
      </p:cxnSp>
      <p:sp>
        <p:nvSpPr>
          <p:cNvPr id="10242" name="Google Shape;10242;p175"/>
          <p:cNvSpPr/>
          <p:nvPr/>
        </p:nvSpPr>
        <p:spPr>
          <a:xfrm>
            <a:off x="4664829" y="1781844"/>
            <a:ext cx="16236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cxnSp>
        <p:nvCxnSpPr>
          <p:cNvPr id="10243" name="Google Shape;10243;p175"/>
          <p:cNvCxnSpPr/>
          <p:nvPr/>
        </p:nvCxnSpPr>
        <p:spPr>
          <a:xfrm>
            <a:off x="5459249" y="1777300"/>
            <a:ext cx="2700" cy="446700"/>
          </a:xfrm>
          <a:prstGeom prst="straightConnector1">
            <a:avLst/>
          </a:prstGeom>
          <a:noFill/>
          <a:ln cap="flat" cmpd="sng" w="28575">
            <a:solidFill>
              <a:srgbClr val="D9D9D9"/>
            </a:solidFill>
            <a:prstDash val="solid"/>
            <a:round/>
            <a:headEnd len="sm" w="sm" type="none"/>
            <a:tailEnd len="sm" w="sm" type="none"/>
          </a:ln>
        </p:spPr>
      </p:cxnSp>
      <p:sp>
        <p:nvSpPr>
          <p:cNvPr id="10244" name="Google Shape;10244;p175"/>
          <p:cNvSpPr/>
          <p:nvPr/>
        </p:nvSpPr>
        <p:spPr>
          <a:xfrm>
            <a:off x="6418185" y="1781844"/>
            <a:ext cx="7965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sp>
        <p:nvSpPr>
          <p:cNvPr id="10245" name="Google Shape;10245;p175"/>
          <p:cNvSpPr/>
          <p:nvPr/>
        </p:nvSpPr>
        <p:spPr>
          <a:xfrm>
            <a:off x="7344354" y="1781844"/>
            <a:ext cx="24660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cxnSp>
        <p:nvCxnSpPr>
          <p:cNvPr id="10246" name="Google Shape;10246;p175"/>
          <p:cNvCxnSpPr/>
          <p:nvPr/>
        </p:nvCxnSpPr>
        <p:spPr>
          <a:xfrm>
            <a:off x="8159743" y="1777300"/>
            <a:ext cx="2700" cy="446700"/>
          </a:xfrm>
          <a:prstGeom prst="straightConnector1">
            <a:avLst/>
          </a:prstGeom>
          <a:noFill/>
          <a:ln cap="flat" cmpd="sng" w="28575">
            <a:solidFill>
              <a:srgbClr val="D9D9D9"/>
            </a:solidFill>
            <a:prstDash val="solid"/>
            <a:round/>
            <a:headEnd len="sm" w="sm" type="none"/>
            <a:tailEnd len="sm" w="sm" type="none"/>
          </a:ln>
        </p:spPr>
      </p:cxnSp>
      <p:cxnSp>
        <p:nvCxnSpPr>
          <p:cNvPr id="10247" name="Google Shape;10247;p175"/>
          <p:cNvCxnSpPr/>
          <p:nvPr/>
        </p:nvCxnSpPr>
        <p:spPr>
          <a:xfrm>
            <a:off x="8989875" y="1777337"/>
            <a:ext cx="2700" cy="446700"/>
          </a:xfrm>
          <a:prstGeom prst="straightConnector1">
            <a:avLst/>
          </a:prstGeom>
          <a:noFill/>
          <a:ln cap="flat" cmpd="sng" w="28575">
            <a:solidFill>
              <a:srgbClr val="D9D9D9"/>
            </a:solidFill>
            <a:prstDash val="solid"/>
            <a:round/>
            <a:headEnd len="sm" w="sm" type="none"/>
            <a:tailEnd len="sm" w="sm" type="none"/>
          </a:ln>
        </p:spPr>
      </p:cxnSp>
      <p:sp>
        <p:nvSpPr>
          <p:cNvPr id="10248" name="Google Shape;10248;p175"/>
          <p:cNvSpPr/>
          <p:nvPr/>
        </p:nvSpPr>
        <p:spPr>
          <a:xfrm>
            <a:off x="267899" y="2267276"/>
            <a:ext cx="7965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sp>
        <p:nvSpPr>
          <p:cNvPr id="10249" name="Google Shape;10249;p175"/>
          <p:cNvSpPr/>
          <p:nvPr/>
        </p:nvSpPr>
        <p:spPr>
          <a:xfrm>
            <a:off x="1183584" y="2267276"/>
            <a:ext cx="16236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cxnSp>
        <p:nvCxnSpPr>
          <p:cNvPr id="10250" name="Google Shape;10250;p175"/>
          <p:cNvCxnSpPr/>
          <p:nvPr/>
        </p:nvCxnSpPr>
        <p:spPr>
          <a:xfrm>
            <a:off x="1975789" y="2262744"/>
            <a:ext cx="2700" cy="446700"/>
          </a:xfrm>
          <a:prstGeom prst="straightConnector1">
            <a:avLst/>
          </a:prstGeom>
          <a:noFill/>
          <a:ln cap="flat" cmpd="sng" w="28575">
            <a:solidFill>
              <a:srgbClr val="D9D9D9"/>
            </a:solidFill>
            <a:prstDash val="solid"/>
            <a:round/>
            <a:headEnd len="sm" w="sm" type="none"/>
            <a:tailEnd len="sm" w="sm" type="none"/>
          </a:ln>
        </p:spPr>
      </p:cxnSp>
      <p:sp>
        <p:nvSpPr>
          <p:cNvPr id="10251" name="Google Shape;10251;p175"/>
          <p:cNvSpPr/>
          <p:nvPr/>
        </p:nvSpPr>
        <p:spPr>
          <a:xfrm>
            <a:off x="2926456" y="2267276"/>
            <a:ext cx="16236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cxnSp>
        <p:nvCxnSpPr>
          <p:cNvPr id="10252" name="Google Shape;10252;p175"/>
          <p:cNvCxnSpPr/>
          <p:nvPr/>
        </p:nvCxnSpPr>
        <p:spPr>
          <a:xfrm>
            <a:off x="3722005" y="2262891"/>
            <a:ext cx="2700" cy="446700"/>
          </a:xfrm>
          <a:prstGeom prst="straightConnector1">
            <a:avLst/>
          </a:prstGeom>
          <a:noFill/>
          <a:ln cap="flat" cmpd="sng" w="28575">
            <a:solidFill>
              <a:srgbClr val="D9D9D9"/>
            </a:solidFill>
            <a:prstDash val="solid"/>
            <a:round/>
            <a:headEnd len="sm" w="sm" type="none"/>
            <a:tailEnd len="sm" w="sm" type="none"/>
          </a:ln>
        </p:spPr>
      </p:cxnSp>
      <p:sp>
        <p:nvSpPr>
          <p:cNvPr id="10253" name="Google Shape;10253;p175"/>
          <p:cNvSpPr/>
          <p:nvPr/>
        </p:nvSpPr>
        <p:spPr>
          <a:xfrm>
            <a:off x="4669328" y="2267276"/>
            <a:ext cx="16236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cxnSp>
        <p:nvCxnSpPr>
          <p:cNvPr id="10254" name="Google Shape;10254;p175"/>
          <p:cNvCxnSpPr/>
          <p:nvPr/>
        </p:nvCxnSpPr>
        <p:spPr>
          <a:xfrm>
            <a:off x="5463748" y="2262732"/>
            <a:ext cx="2700" cy="446700"/>
          </a:xfrm>
          <a:prstGeom prst="straightConnector1">
            <a:avLst/>
          </a:prstGeom>
          <a:noFill/>
          <a:ln cap="flat" cmpd="sng" w="28575">
            <a:solidFill>
              <a:srgbClr val="D9D9D9"/>
            </a:solidFill>
            <a:prstDash val="solid"/>
            <a:round/>
            <a:headEnd len="sm" w="sm" type="none"/>
            <a:tailEnd len="sm" w="sm" type="none"/>
          </a:ln>
        </p:spPr>
      </p:cxnSp>
      <p:sp>
        <p:nvSpPr>
          <p:cNvPr id="10255" name="Google Shape;10255;p175"/>
          <p:cNvSpPr/>
          <p:nvPr/>
        </p:nvSpPr>
        <p:spPr>
          <a:xfrm>
            <a:off x="6422684" y="2267276"/>
            <a:ext cx="7965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sp>
        <p:nvSpPr>
          <p:cNvPr id="10256" name="Google Shape;10256;p175"/>
          <p:cNvSpPr/>
          <p:nvPr/>
        </p:nvSpPr>
        <p:spPr>
          <a:xfrm>
            <a:off x="7348853" y="2267276"/>
            <a:ext cx="24660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cxnSp>
        <p:nvCxnSpPr>
          <p:cNvPr id="10257" name="Google Shape;10257;p175"/>
          <p:cNvCxnSpPr/>
          <p:nvPr/>
        </p:nvCxnSpPr>
        <p:spPr>
          <a:xfrm>
            <a:off x="8164242" y="2262732"/>
            <a:ext cx="2700" cy="446700"/>
          </a:xfrm>
          <a:prstGeom prst="straightConnector1">
            <a:avLst/>
          </a:prstGeom>
          <a:noFill/>
          <a:ln cap="flat" cmpd="sng" w="28575">
            <a:solidFill>
              <a:srgbClr val="D9D9D9"/>
            </a:solidFill>
            <a:prstDash val="solid"/>
            <a:round/>
            <a:headEnd len="sm" w="sm" type="none"/>
            <a:tailEnd len="sm" w="sm" type="none"/>
          </a:ln>
        </p:spPr>
      </p:cxnSp>
      <p:cxnSp>
        <p:nvCxnSpPr>
          <p:cNvPr id="10258" name="Google Shape;10258;p175"/>
          <p:cNvCxnSpPr/>
          <p:nvPr/>
        </p:nvCxnSpPr>
        <p:spPr>
          <a:xfrm>
            <a:off x="8994374" y="2262769"/>
            <a:ext cx="2700" cy="446700"/>
          </a:xfrm>
          <a:prstGeom prst="straightConnector1">
            <a:avLst/>
          </a:prstGeom>
          <a:noFill/>
          <a:ln cap="flat" cmpd="sng" w="28575">
            <a:solidFill>
              <a:srgbClr val="D9D9D9"/>
            </a:solidFill>
            <a:prstDash val="solid"/>
            <a:round/>
            <a:headEnd len="sm" w="sm" type="none"/>
            <a:tailEnd len="sm" w="sm" type="none"/>
          </a:ln>
        </p:spPr>
      </p:cxnSp>
      <p:sp>
        <p:nvSpPr>
          <p:cNvPr id="10259" name="Google Shape;10259;p175"/>
          <p:cNvSpPr/>
          <p:nvPr/>
        </p:nvSpPr>
        <p:spPr>
          <a:xfrm>
            <a:off x="265150" y="2781289"/>
            <a:ext cx="7965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sp>
        <p:nvSpPr>
          <p:cNvPr id="10260" name="Google Shape;10260;p175"/>
          <p:cNvSpPr/>
          <p:nvPr/>
        </p:nvSpPr>
        <p:spPr>
          <a:xfrm>
            <a:off x="1180835" y="2781289"/>
            <a:ext cx="16236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cxnSp>
        <p:nvCxnSpPr>
          <p:cNvPr id="10261" name="Google Shape;10261;p175"/>
          <p:cNvCxnSpPr/>
          <p:nvPr/>
        </p:nvCxnSpPr>
        <p:spPr>
          <a:xfrm>
            <a:off x="1973040" y="2776758"/>
            <a:ext cx="2700" cy="446700"/>
          </a:xfrm>
          <a:prstGeom prst="straightConnector1">
            <a:avLst/>
          </a:prstGeom>
          <a:noFill/>
          <a:ln cap="flat" cmpd="sng" w="28575">
            <a:solidFill>
              <a:srgbClr val="D9D9D9"/>
            </a:solidFill>
            <a:prstDash val="solid"/>
            <a:round/>
            <a:headEnd len="sm" w="sm" type="none"/>
            <a:tailEnd len="sm" w="sm" type="none"/>
          </a:ln>
        </p:spPr>
      </p:cxnSp>
      <p:sp>
        <p:nvSpPr>
          <p:cNvPr id="10262" name="Google Shape;10262;p175"/>
          <p:cNvSpPr/>
          <p:nvPr/>
        </p:nvSpPr>
        <p:spPr>
          <a:xfrm>
            <a:off x="2923707" y="2781289"/>
            <a:ext cx="16236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cxnSp>
        <p:nvCxnSpPr>
          <p:cNvPr id="10263" name="Google Shape;10263;p175"/>
          <p:cNvCxnSpPr/>
          <p:nvPr/>
        </p:nvCxnSpPr>
        <p:spPr>
          <a:xfrm>
            <a:off x="3719255" y="2776904"/>
            <a:ext cx="2700" cy="446700"/>
          </a:xfrm>
          <a:prstGeom prst="straightConnector1">
            <a:avLst/>
          </a:prstGeom>
          <a:noFill/>
          <a:ln cap="flat" cmpd="sng" w="28575">
            <a:solidFill>
              <a:srgbClr val="D9D9D9"/>
            </a:solidFill>
            <a:prstDash val="solid"/>
            <a:round/>
            <a:headEnd len="sm" w="sm" type="none"/>
            <a:tailEnd len="sm" w="sm" type="none"/>
          </a:ln>
        </p:spPr>
      </p:cxnSp>
      <p:sp>
        <p:nvSpPr>
          <p:cNvPr id="10264" name="Google Shape;10264;p175"/>
          <p:cNvSpPr/>
          <p:nvPr/>
        </p:nvSpPr>
        <p:spPr>
          <a:xfrm>
            <a:off x="4666579" y="2781289"/>
            <a:ext cx="16236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cxnSp>
        <p:nvCxnSpPr>
          <p:cNvPr id="10265" name="Google Shape;10265;p175"/>
          <p:cNvCxnSpPr/>
          <p:nvPr/>
        </p:nvCxnSpPr>
        <p:spPr>
          <a:xfrm>
            <a:off x="5460999" y="2776745"/>
            <a:ext cx="2700" cy="446700"/>
          </a:xfrm>
          <a:prstGeom prst="straightConnector1">
            <a:avLst/>
          </a:prstGeom>
          <a:noFill/>
          <a:ln cap="flat" cmpd="sng" w="28575">
            <a:solidFill>
              <a:srgbClr val="D9D9D9"/>
            </a:solidFill>
            <a:prstDash val="solid"/>
            <a:round/>
            <a:headEnd len="sm" w="sm" type="none"/>
            <a:tailEnd len="sm" w="sm" type="none"/>
          </a:ln>
        </p:spPr>
      </p:cxnSp>
      <p:sp>
        <p:nvSpPr>
          <p:cNvPr id="10266" name="Google Shape;10266;p175"/>
          <p:cNvSpPr/>
          <p:nvPr/>
        </p:nvSpPr>
        <p:spPr>
          <a:xfrm>
            <a:off x="6419935" y="2781289"/>
            <a:ext cx="7965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sp>
        <p:nvSpPr>
          <p:cNvPr id="10267" name="Google Shape;10267;p175"/>
          <p:cNvSpPr/>
          <p:nvPr/>
        </p:nvSpPr>
        <p:spPr>
          <a:xfrm>
            <a:off x="7346104" y="2781289"/>
            <a:ext cx="24660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cxnSp>
        <p:nvCxnSpPr>
          <p:cNvPr id="10268" name="Google Shape;10268;p175"/>
          <p:cNvCxnSpPr/>
          <p:nvPr/>
        </p:nvCxnSpPr>
        <p:spPr>
          <a:xfrm>
            <a:off x="8161493" y="2776745"/>
            <a:ext cx="2700" cy="446700"/>
          </a:xfrm>
          <a:prstGeom prst="straightConnector1">
            <a:avLst/>
          </a:prstGeom>
          <a:noFill/>
          <a:ln cap="flat" cmpd="sng" w="28575">
            <a:solidFill>
              <a:srgbClr val="D9D9D9"/>
            </a:solidFill>
            <a:prstDash val="solid"/>
            <a:round/>
            <a:headEnd len="sm" w="sm" type="none"/>
            <a:tailEnd len="sm" w="sm" type="none"/>
          </a:ln>
        </p:spPr>
      </p:cxnSp>
      <p:cxnSp>
        <p:nvCxnSpPr>
          <p:cNvPr id="10269" name="Google Shape;10269;p175"/>
          <p:cNvCxnSpPr/>
          <p:nvPr/>
        </p:nvCxnSpPr>
        <p:spPr>
          <a:xfrm>
            <a:off x="8991625" y="2776782"/>
            <a:ext cx="2700" cy="446700"/>
          </a:xfrm>
          <a:prstGeom prst="straightConnector1">
            <a:avLst/>
          </a:prstGeom>
          <a:noFill/>
          <a:ln cap="flat" cmpd="sng" w="28575">
            <a:solidFill>
              <a:srgbClr val="D9D9D9"/>
            </a:solidFill>
            <a:prstDash val="solid"/>
            <a:round/>
            <a:headEnd len="sm" w="sm" type="none"/>
            <a:tailEnd len="sm" w="sm" type="none"/>
          </a:ln>
        </p:spPr>
      </p:cxnSp>
      <p:sp>
        <p:nvSpPr>
          <p:cNvPr id="10270" name="Google Shape;10270;p175"/>
          <p:cNvSpPr/>
          <p:nvPr/>
        </p:nvSpPr>
        <p:spPr>
          <a:xfrm>
            <a:off x="269649" y="3266721"/>
            <a:ext cx="7965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sp>
        <p:nvSpPr>
          <p:cNvPr id="10271" name="Google Shape;10271;p175"/>
          <p:cNvSpPr/>
          <p:nvPr/>
        </p:nvSpPr>
        <p:spPr>
          <a:xfrm>
            <a:off x="1185334" y="3266721"/>
            <a:ext cx="16236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cxnSp>
        <p:nvCxnSpPr>
          <p:cNvPr id="10272" name="Google Shape;10272;p175"/>
          <p:cNvCxnSpPr/>
          <p:nvPr/>
        </p:nvCxnSpPr>
        <p:spPr>
          <a:xfrm>
            <a:off x="1977539" y="3262190"/>
            <a:ext cx="2700" cy="446700"/>
          </a:xfrm>
          <a:prstGeom prst="straightConnector1">
            <a:avLst/>
          </a:prstGeom>
          <a:noFill/>
          <a:ln cap="flat" cmpd="sng" w="28575">
            <a:solidFill>
              <a:srgbClr val="D9D9D9"/>
            </a:solidFill>
            <a:prstDash val="solid"/>
            <a:round/>
            <a:headEnd len="sm" w="sm" type="none"/>
            <a:tailEnd len="sm" w="sm" type="none"/>
          </a:ln>
        </p:spPr>
      </p:cxnSp>
      <p:sp>
        <p:nvSpPr>
          <p:cNvPr id="10273" name="Google Shape;10273;p175"/>
          <p:cNvSpPr/>
          <p:nvPr/>
        </p:nvSpPr>
        <p:spPr>
          <a:xfrm>
            <a:off x="2928206" y="3266721"/>
            <a:ext cx="16236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cxnSp>
        <p:nvCxnSpPr>
          <p:cNvPr id="10274" name="Google Shape;10274;p175"/>
          <p:cNvCxnSpPr/>
          <p:nvPr/>
        </p:nvCxnSpPr>
        <p:spPr>
          <a:xfrm>
            <a:off x="3723755" y="3262336"/>
            <a:ext cx="2700" cy="446700"/>
          </a:xfrm>
          <a:prstGeom prst="straightConnector1">
            <a:avLst/>
          </a:prstGeom>
          <a:noFill/>
          <a:ln cap="flat" cmpd="sng" w="28575">
            <a:solidFill>
              <a:srgbClr val="D9D9D9"/>
            </a:solidFill>
            <a:prstDash val="solid"/>
            <a:round/>
            <a:headEnd len="sm" w="sm" type="none"/>
            <a:tailEnd len="sm" w="sm" type="none"/>
          </a:ln>
        </p:spPr>
      </p:cxnSp>
      <p:sp>
        <p:nvSpPr>
          <p:cNvPr id="10275" name="Google Shape;10275;p175"/>
          <p:cNvSpPr/>
          <p:nvPr/>
        </p:nvSpPr>
        <p:spPr>
          <a:xfrm>
            <a:off x="4671078" y="3266721"/>
            <a:ext cx="16236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cxnSp>
        <p:nvCxnSpPr>
          <p:cNvPr id="10276" name="Google Shape;10276;p175"/>
          <p:cNvCxnSpPr/>
          <p:nvPr/>
        </p:nvCxnSpPr>
        <p:spPr>
          <a:xfrm>
            <a:off x="5465498" y="3262178"/>
            <a:ext cx="2700" cy="446700"/>
          </a:xfrm>
          <a:prstGeom prst="straightConnector1">
            <a:avLst/>
          </a:prstGeom>
          <a:noFill/>
          <a:ln cap="flat" cmpd="sng" w="28575">
            <a:solidFill>
              <a:srgbClr val="D9D9D9"/>
            </a:solidFill>
            <a:prstDash val="solid"/>
            <a:round/>
            <a:headEnd len="sm" w="sm" type="none"/>
            <a:tailEnd len="sm" w="sm" type="none"/>
          </a:ln>
        </p:spPr>
      </p:cxnSp>
      <p:sp>
        <p:nvSpPr>
          <p:cNvPr id="10277" name="Google Shape;10277;p175"/>
          <p:cNvSpPr/>
          <p:nvPr/>
        </p:nvSpPr>
        <p:spPr>
          <a:xfrm>
            <a:off x="6424434" y="3266721"/>
            <a:ext cx="7965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sp>
        <p:nvSpPr>
          <p:cNvPr id="10278" name="Google Shape;10278;p175"/>
          <p:cNvSpPr/>
          <p:nvPr/>
        </p:nvSpPr>
        <p:spPr>
          <a:xfrm>
            <a:off x="7350603" y="3266721"/>
            <a:ext cx="24660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cxnSp>
        <p:nvCxnSpPr>
          <p:cNvPr id="10279" name="Google Shape;10279;p175"/>
          <p:cNvCxnSpPr/>
          <p:nvPr/>
        </p:nvCxnSpPr>
        <p:spPr>
          <a:xfrm>
            <a:off x="8165992" y="3262178"/>
            <a:ext cx="2700" cy="446700"/>
          </a:xfrm>
          <a:prstGeom prst="straightConnector1">
            <a:avLst/>
          </a:prstGeom>
          <a:noFill/>
          <a:ln cap="flat" cmpd="sng" w="28575">
            <a:solidFill>
              <a:srgbClr val="D9D9D9"/>
            </a:solidFill>
            <a:prstDash val="solid"/>
            <a:round/>
            <a:headEnd len="sm" w="sm" type="none"/>
            <a:tailEnd len="sm" w="sm" type="none"/>
          </a:ln>
        </p:spPr>
      </p:cxnSp>
      <p:cxnSp>
        <p:nvCxnSpPr>
          <p:cNvPr id="10280" name="Google Shape;10280;p175"/>
          <p:cNvCxnSpPr/>
          <p:nvPr/>
        </p:nvCxnSpPr>
        <p:spPr>
          <a:xfrm>
            <a:off x="8996124" y="3262214"/>
            <a:ext cx="2700" cy="446700"/>
          </a:xfrm>
          <a:prstGeom prst="straightConnector1">
            <a:avLst/>
          </a:prstGeom>
          <a:noFill/>
          <a:ln cap="flat" cmpd="sng" w="28575">
            <a:solidFill>
              <a:srgbClr val="D9D9D9"/>
            </a:solidFill>
            <a:prstDash val="solid"/>
            <a:round/>
            <a:headEnd len="sm" w="sm" type="none"/>
            <a:tailEnd len="sm" w="sm" type="none"/>
          </a:ln>
        </p:spPr>
      </p:cxnSp>
      <p:sp>
        <p:nvSpPr>
          <p:cNvPr id="10281" name="Google Shape;10281;p175"/>
          <p:cNvSpPr/>
          <p:nvPr/>
        </p:nvSpPr>
        <p:spPr>
          <a:xfrm>
            <a:off x="267345" y="3763862"/>
            <a:ext cx="7965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sp>
        <p:nvSpPr>
          <p:cNvPr id="10282" name="Google Shape;10282;p175"/>
          <p:cNvSpPr/>
          <p:nvPr/>
        </p:nvSpPr>
        <p:spPr>
          <a:xfrm>
            <a:off x="1183030" y="3763862"/>
            <a:ext cx="16236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cxnSp>
        <p:nvCxnSpPr>
          <p:cNvPr id="10283" name="Google Shape;10283;p175"/>
          <p:cNvCxnSpPr/>
          <p:nvPr/>
        </p:nvCxnSpPr>
        <p:spPr>
          <a:xfrm>
            <a:off x="1975235" y="3759330"/>
            <a:ext cx="2700" cy="446700"/>
          </a:xfrm>
          <a:prstGeom prst="straightConnector1">
            <a:avLst/>
          </a:prstGeom>
          <a:noFill/>
          <a:ln cap="flat" cmpd="sng" w="28575">
            <a:solidFill>
              <a:srgbClr val="D9D9D9"/>
            </a:solidFill>
            <a:prstDash val="solid"/>
            <a:round/>
            <a:headEnd len="sm" w="sm" type="none"/>
            <a:tailEnd len="sm" w="sm" type="none"/>
          </a:ln>
        </p:spPr>
      </p:cxnSp>
      <p:sp>
        <p:nvSpPr>
          <p:cNvPr id="10284" name="Google Shape;10284;p175"/>
          <p:cNvSpPr/>
          <p:nvPr/>
        </p:nvSpPr>
        <p:spPr>
          <a:xfrm>
            <a:off x="2925902" y="3763862"/>
            <a:ext cx="16236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cxnSp>
        <p:nvCxnSpPr>
          <p:cNvPr id="10285" name="Google Shape;10285;p175"/>
          <p:cNvCxnSpPr/>
          <p:nvPr/>
        </p:nvCxnSpPr>
        <p:spPr>
          <a:xfrm>
            <a:off x="3721450" y="3759477"/>
            <a:ext cx="2700" cy="446700"/>
          </a:xfrm>
          <a:prstGeom prst="straightConnector1">
            <a:avLst/>
          </a:prstGeom>
          <a:noFill/>
          <a:ln cap="flat" cmpd="sng" w="28575">
            <a:solidFill>
              <a:srgbClr val="D9D9D9"/>
            </a:solidFill>
            <a:prstDash val="solid"/>
            <a:round/>
            <a:headEnd len="sm" w="sm" type="none"/>
            <a:tailEnd len="sm" w="sm" type="none"/>
          </a:ln>
        </p:spPr>
      </p:cxnSp>
      <p:sp>
        <p:nvSpPr>
          <p:cNvPr id="10286" name="Google Shape;10286;p175"/>
          <p:cNvSpPr/>
          <p:nvPr/>
        </p:nvSpPr>
        <p:spPr>
          <a:xfrm>
            <a:off x="4668774" y="3763862"/>
            <a:ext cx="16236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cxnSp>
        <p:nvCxnSpPr>
          <p:cNvPr id="10287" name="Google Shape;10287;p175"/>
          <p:cNvCxnSpPr/>
          <p:nvPr/>
        </p:nvCxnSpPr>
        <p:spPr>
          <a:xfrm>
            <a:off x="5463194" y="3759318"/>
            <a:ext cx="2700" cy="446700"/>
          </a:xfrm>
          <a:prstGeom prst="straightConnector1">
            <a:avLst/>
          </a:prstGeom>
          <a:noFill/>
          <a:ln cap="flat" cmpd="sng" w="28575">
            <a:solidFill>
              <a:srgbClr val="D9D9D9"/>
            </a:solidFill>
            <a:prstDash val="solid"/>
            <a:round/>
            <a:headEnd len="sm" w="sm" type="none"/>
            <a:tailEnd len="sm" w="sm" type="none"/>
          </a:ln>
        </p:spPr>
      </p:cxnSp>
      <p:sp>
        <p:nvSpPr>
          <p:cNvPr id="10288" name="Google Shape;10288;p175"/>
          <p:cNvSpPr/>
          <p:nvPr/>
        </p:nvSpPr>
        <p:spPr>
          <a:xfrm>
            <a:off x="6422130" y="3763862"/>
            <a:ext cx="7965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sp>
        <p:nvSpPr>
          <p:cNvPr id="10289" name="Google Shape;10289;p175"/>
          <p:cNvSpPr/>
          <p:nvPr/>
        </p:nvSpPr>
        <p:spPr>
          <a:xfrm>
            <a:off x="7348299" y="3763862"/>
            <a:ext cx="24660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cxnSp>
        <p:nvCxnSpPr>
          <p:cNvPr id="10290" name="Google Shape;10290;p175"/>
          <p:cNvCxnSpPr/>
          <p:nvPr/>
        </p:nvCxnSpPr>
        <p:spPr>
          <a:xfrm>
            <a:off x="8163688" y="3759318"/>
            <a:ext cx="2700" cy="446700"/>
          </a:xfrm>
          <a:prstGeom prst="straightConnector1">
            <a:avLst/>
          </a:prstGeom>
          <a:noFill/>
          <a:ln cap="flat" cmpd="sng" w="28575">
            <a:solidFill>
              <a:srgbClr val="D9D9D9"/>
            </a:solidFill>
            <a:prstDash val="solid"/>
            <a:round/>
            <a:headEnd len="sm" w="sm" type="none"/>
            <a:tailEnd len="sm" w="sm" type="none"/>
          </a:ln>
        </p:spPr>
      </p:cxnSp>
      <p:cxnSp>
        <p:nvCxnSpPr>
          <p:cNvPr id="10291" name="Google Shape;10291;p175"/>
          <p:cNvCxnSpPr/>
          <p:nvPr/>
        </p:nvCxnSpPr>
        <p:spPr>
          <a:xfrm>
            <a:off x="8993820" y="3759355"/>
            <a:ext cx="2700" cy="446700"/>
          </a:xfrm>
          <a:prstGeom prst="straightConnector1">
            <a:avLst/>
          </a:prstGeom>
          <a:noFill/>
          <a:ln cap="flat" cmpd="sng" w="28575">
            <a:solidFill>
              <a:srgbClr val="D9D9D9"/>
            </a:solidFill>
            <a:prstDash val="solid"/>
            <a:round/>
            <a:headEnd len="sm" w="sm" type="none"/>
            <a:tailEnd len="sm" w="sm" type="none"/>
          </a:ln>
        </p:spPr>
      </p:cxnSp>
      <p:sp>
        <p:nvSpPr>
          <p:cNvPr id="10292" name="Google Shape;10292;p175"/>
          <p:cNvSpPr/>
          <p:nvPr/>
        </p:nvSpPr>
        <p:spPr>
          <a:xfrm>
            <a:off x="264596" y="4277875"/>
            <a:ext cx="7965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sp>
        <p:nvSpPr>
          <p:cNvPr id="10293" name="Google Shape;10293;p175"/>
          <p:cNvSpPr/>
          <p:nvPr/>
        </p:nvSpPr>
        <p:spPr>
          <a:xfrm>
            <a:off x="1180280" y="4277875"/>
            <a:ext cx="16236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cxnSp>
        <p:nvCxnSpPr>
          <p:cNvPr id="10294" name="Google Shape;10294;p175"/>
          <p:cNvCxnSpPr/>
          <p:nvPr/>
        </p:nvCxnSpPr>
        <p:spPr>
          <a:xfrm>
            <a:off x="1972486" y="4273343"/>
            <a:ext cx="2700" cy="446700"/>
          </a:xfrm>
          <a:prstGeom prst="straightConnector1">
            <a:avLst/>
          </a:prstGeom>
          <a:noFill/>
          <a:ln cap="flat" cmpd="sng" w="28575">
            <a:solidFill>
              <a:srgbClr val="D9D9D9"/>
            </a:solidFill>
            <a:prstDash val="solid"/>
            <a:round/>
            <a:headEnd len="sm" w="sm" type="none"/>
            <a:tailEnd len="sm" w="sm" type="none"/>
          </a:ln>
        </p:spPr>
      </p:cxnSp>
      <p:sp>
        <p:nvSpPr>
          <p:cNvPr id="10295" name="Google Shape;10295;p175"/>
          <p:cNvSpPr/>
          <p:nvPr/>
        </p:nvSpPr>
        <p:spPr>
          <a:xfrm>
            <a:off x="2923152" y="4277875"/>
            <a:ext cx="16236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cxnSp>
        <p:nvCxnSpPr>
          <p:cNvPr id="10296" name="Google Shape;10296;p175"/>
          <p:cNvCxnSpPr/>
          <p:nvPr/>
        </p:nvCxnSpPr>
        <p:spPr>
          <a:xfrm>
            <a:off x="3718701" y="4273490"/>
            <a:ext cx="2700" cy="446700"/>
          </a:xfrm>
          <a:prstGeom prst="straightConnector1">
            <a:avLst/>
          </a:prstGeom>
          <a:noFill/>
          <a:ln cap="flat" cmpd="sng" w="28575">
            <a:solidFill>
              <a:srgbClr val="D9D9D9"/>
            </a:solidFill>
            <a:prstDash val="solid"/>
            <a:round/>
            <a:headEnd len="sm" w="sm" type="none"/>
            <a:tailEnd len="sm" w="sm" type="none"/>
          </a:ln>
        </p:spPr>
      </p:cxnSp>
      <p:sp>
        <p:nvSpPr>
          <p:cNvPr id="10297" name="Google Shape;10297;p175"/>
          <p:cNvSpPr/>
          <p:nvPr/>
        </p:nvSpPr>
        <p:spPr>
          <a:xfrm>
            <a:off x="4666024" y="4277875"/>
            <a:ext cx="16236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cxnSp>
        <p:nvCxnSpPr>
          <p:cNvPr id="10298" name="Google Shape;10298;p175"/>
          <p:cNvCxnSpPr/>
          <p:nvPr/>
        </p:nvCxnSpPr>
        <p:spPr>
          <a:xfrm>
            <a:off x="5460445" y="4273331"/>
            <a:ext cx="2700" cy="446700"/>
          </a:xfrm>
          <a:prstGeom prst="straightConnector1">
            <a:avLst/>
          </a:prstGeom>
          <a:noFill/>
          <a:ln cap="flat" cmpd="sng" w="28575">
            <a:solidFill>
              <a:srgbClr val="D9D9D9"/>
            </a:solidFill>
            <a:prstDash val="solid"/>
            <a:round/>
            <a:headEnd len="sm" w="sm" type="none"/>
            <a:tailEnd len="sm" w="sm" type="none"/>
          </a:ln>
        </p:spPr>
      </p:cxnSp>
      <p:sp>
        <p:nvSpPr>
          <p:cNvPr id="10299" name="Google Shape;10299;p175"/>
          <p:cNvSpPr/>
          <p:nvPr/>
        </p:nvSpPr>
        <p:spPr>
          <a:xfrm>
            <a:off x="6419381" y="4277875"/>
            <a:ext cx="7965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sp>
        <p:nvSpPr>
          <p:cNvPr id="10300" name="Google Shape;10300;p175"/>
          <p:cNvSpPr/>
          <p:nvPr/>
        </p:nvSpPr>
        <p:spPr>
          <a:xfrm>
            <a:off x="7345550" y="4277875"/>
            <a:ext cx="24660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cxnSp>
        <p:nvCxnSpPr>
          <p:cNvPr id="10301" name="Google Shape;10301;p175"/>
          <p:cNvCxnSpPr/>
          <p:nvPr/>
        </p:nvCxnSpPr>
        <p:spPr>
          <a:xfrm>
            <a:off x="8160939" y="4273331"/>
            <a:ext cx="2700" cy="446700"/>
          </a:xfrm>
          <a:prstGeom prst="straightConnector1">
            <a:avLst/>
          </a:prstGeom>
          <a:noFill/>
          <a:ln cap="flat" cmpd="sng" w="28575">
            <a:solidFill>
              <a:srgbClr val="D9D9D9"/>
            </a:solidFill>
            <a:prstDash val="solid"/>
            <a:round/>
            <a:headEnd len="sm" w="sm" type="none"/>
            <a:tailEnd len="sm" w="sm" type="none"/>
          </a:ln>
        </p:spPr>
      </p:cxnSp>
      <p:cxnSp>
        <p:nvCxnSpPr>
          <p:cNvPr id="10302" name="Google Shape;10302;p175"/>
          <p:cNvCxnSpPr/>
          <p:nvPr/>
        </p:nvCxnSpPr>
        <p:spPr>
          <a:xfrm>
            <a:off x="8991070" y="4273368"/>
            <a:ext cx="2700" cy="446700"/>
          </a:xfrm>
          <a:prstGeom prst="straightConnector1">
            <a:avLst/>
          </a:prstGeom>
          <a:noFill/>
          <a:ln cap="flat" cmpd="sng" w="28575">
            <a:solidFill>
              <a:srgbClr val="D9D9D9"/>
            </a:solidFill>
            <a:prstDash val="solid"/>
            <a:round/>
            <a:headEnd len="sm" w="sm" type="none"/>
            <a:tailEnd len="sm" w="sm" type="none"/>
          </a:ln>
        </p:spPr>
      </p:cxnSp>
      <p:sp>
        <p:nvSpPr>
          <p:cNvPr id="10303" name="Google Shape;10303;p175"/>
          <p:cNvSpPr/>
          <p:nvPr/>
        </p:nvSpPr>
        <p:spPr>
          <a:xfrm>
            <a:off x="269095" y="4763307"/>
            <a:ext cx="7965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sp>
        <p:nvSpPr>
          <p:cNvPr id="10304" name="Google Shape;10304;p175"/>
          <p:cNvSpPr/>
          <p:nvPr/>
        </p:nvSpPr>
        <p:spPr>
          <a:xfrm>
            <a:off x="1184780" y="4763307"/>
            <a:ext cx="16236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cxnSp>
        <p:nvCxnSpPr>
          <p:cNvPr id="10305" name="Google Shape;10305;p175"/>
          <p:cNvCxnSpPr/>
          <p:nvPr/>
        </p:nvCxnSpPr>
        <p:spPr>
          <a:xfrm>
            <a:off x="1976985" y="4758776"/>
            <a:ext cx="2700" cy="446700"/>
          </a:xfrm>
          <a:prstGeom prst="straightConnector1">
            <a:avLst/>
          </a:prstGeom>
          <a:noFill/>
          <a:ln cap="flat" cmpd="sng" w="28575">
            <a:solidFill>
              <a:srgbClr val="D9D9D9"/>
            </a:solidFill>
            <a:prstDash val="solid"/>
            <a:round/>
            <a:headEnd len="sm" w="sm" type="none"/>
            <a:tailEnd len="sm" w="sm" type="none"/>
          </a:ln>
        </p:spPr>
      </p:cxnSp>
      <p:sp>
        <p:nvSpPr>
          <p:cNvPr id="10306" name="Google Shape;10306;p175"/>
          <p:cNvSpPr/>
          <p:nvPr/>
        </p:nvSpPr>
        <p:spPr>
          <a:xfrm>
            <a:off x="2927652" y="4763307"/>
            <a:ext cx="16236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cxnSp>
        <p:nvCxnSpPr>
          <p:cNvPr id="10307" name="Google Shape;10307;p175"/>
          <p:cNvCxnSpPr/>
          <p:nvPr/>
        </p:nvCxnSpPr>
        <p:spPr>
          <a:xfrm>
            <a:off x="3723200" y="4758922"/>
            <a:ext cx="2700" cy="446700"/>
          </a:xfrm>
          <a:prstGeom prst="straightConnector1">
            <a:avLst/>
          </a:prstGeom>
          <a:noFill/>
          <a:ln cap="flat" cmpd="sng" w="28575">
            <a:solidFill>
              <a:srgbClr val="D9D9D9"/>
            </a:solidFill>
            <a:prstDash val="solid"/>
            <a:round/>
            <a:headEnd len="sm" w="sm" type="none"/>
            <a:tailEnd len="sm" w="sm" type="none"/>
          </a:ln>
        </p:spPr>
      </p:cxnSp>
      <p:sp>
        <p:nvSpPr>
          <p:cNvPr id="10308" name="Google Shape;10308;p175"/>
          <p:cNvSpPr/>
          <p:nvPr/>
        </p:nvSpPr>
        <p:spPr>
          <a:xfrm>
            <a:off x="4670524" y="4763307"/>
            <a:ext cx="16236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cxnSp>
        <p:nvCxnSpPr>
          <p:cNvPr id="10309" name="Google Shape;10309;p175"/>
          <p:cNvCxnSpPr/>
          <p:nvPr/>
        </p:nvCxnSpPr>
        <p:spPr>
          <a:xfrm>
            <a:off x="5464944" y="4758764"/>
            <a:ext cx="2700" cy="446700"/>
          </a:xfrm>
          <a:prstGeom prst="straightConnector1">
            <a:avLst/>
          </a:prstGeom>
          <a:noFill/>
          <a:ln cap="flat" cmpd="sng" w="28575">
            <a:solidFill>
              <a:srgbClr val="D9D9D9"/>
            </a:solidFill>
            <a:prstDash val="solid"/>
            <a:round/>
            <a:headEnd len="sm" w="sm" type="none"/>
            <a:tailEnd len="sm" w="sm" type="none"/>
          </a:ln>
        </p:spPr>
      </p:cxnSp>
      <p:sp>
        <p:nvSpPr>
          <p:cNvPr id="10310" name="Google Shape;10310;p175"/>
          <p:cNvSpPr/>
          <p:nvPr/>
        </p:nvSpPr>
        <p:spPr>
          <a:xfrm>
            <a:off x="6423880" y="4763307"/>
            <a:ext cx="7965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sp>
        <p:nvSpPr>
          <p:cNvPr id="10311" name="Google Shape;10311;p175"/>
          <p:cNvSpPr/>
          <p:nvPr/>
        </p:nvSpPr>
        <p:spPr>
          <a:xfrm>
            <a:off x="7350049" y="4763307"/>
            <a:ext cx="24660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cxnSp>
        <p:nvCxnSpPr>
          <p:cNvPr id="10312" name="Google Shape;10312;p175"/>
          <p:cNvCxnSpPr/>
          <p:nvPr/>
        </p:nvCxnSpPr>
        <p:spPr>
          <a:xfrm>
            <a:off x="8165438" y="4758764"/>
            <a:ext cx="2700" cy="446700"/>
          </a:xfrm>
          <a:prstGeom prst="straightConnector1">
            <a:avLst/>
          </a:prstGeom>
          <a:noFill/>
          <a:ln cap="flat" cmpd="sng" w="28575">
            <a:solidFill>
              <a:srgbClr val="D9D9D9"/>
            </a:solidFill>
            <a:prstDash val="solid"/>
            <a:round/>
            <a:headEnd len="sm" w="sm" type="none"/>
            <a:tailEnd len="sm" w="sm" type="none"/>
          </a:ln>
        </p:spPr>
      </p:cxnSp>
      <p:cxnSp>
        <p:nvCxnSpPr>
          <p:cNvPr id="10313" name="Google Shape;10313;p175"/>
          <p:cNvCxnSpPr/>
          <p:nvPr/>
        </p:nvCxnSpPr>
        <p:spPr>
          <a:xfrm>
            <a:off x="8995570" y="4758800"/>
            <a:ext cx="2700" cy="446700"/>
          </a:xfrm>
          <a:prstGeom prst="straightConnector1">
            <a:avLst/>
          </a:prstGeom>
          <a:noFill/>
          <a:ln cap="flat" cmpd="sng" w="28575">
            <a:solidFill>
              <a:srgbClr val="D9D9D9"/>
            </a:solidFill>
            <a:prstDash val="solid"/>
            <a:round/>
            <a:headEnd len="sm" w="sm" type="none"/>
            <a:tailEnd len="sm" w="sm" type="none"/>
          </a:ln>
        </p:spPr>
      </p:cxnSp>
      <p:sp>
        <p:nvSpPr>
          <p:cNvPr id="10314" name="Google Shape;10314;p175"/>
          <p:cNvSpPr/>
          <p:nvPr/>
        </p:nvSpPr>
        <p:spPr>
          <a:xfrm>
            <a:off x="267899" y="5253569"/>
            <a:ext cx="7965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sp>
        <p:nvSpPr>
          <p:cNvPr id="10315" name="Google Shape;10315;p175"/>
          <p:cNvSpPr/>
          <p:nvPr/>
        </p:nvSpPr>
        <p:spPr>
          <a:xfrm>
            <a:off x="1183584" y="5253569"/>
            <a:ext cx="16236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cxnSp>
        <p:nvCxnSpPr>
          <p:cNvPr id="10316" name="Google Shape;10316;p175"/>
          <p:cNvCxnSpPr/>
          <p:nvPr/>
        </p:nvCxnSpPr>
        <p:spPr>
          <a:xfrm>
            <a:off x="1975789" y="5249038"/>
            <a:ext cx="2700" cy="446700"/>
          </a:xfrm>
          <a:prstGeom prst="straightConnector1">
            <a:avLst/>
          </a:prstGeom>
          <a:noFill/>
          <a:ln cap="flat" cmpd="sng" w="28575">
            <a:solidFill>
              <a:srgbClr val="D9D9D9"/>
            </a:solidFill>
            <a:prstDash val="solid"/>
            <a:round/>
            <a:headEnd len="sm" w="sm" type="none"/>
            <a:tailEnd len="sm" w="sm" type="none"/>
          </a:ln>
        </p:spPr>
      </p:cxnSp>
      <p:sp>
        <p:nvSpPr>
          <p:cNvPr id="10317" name="Google Shape;10317;p175"/>
          <p:cNvSpPr/>
          <p:nvPr/>
        </p:nvSpPr>
        <p:spPr>
          <a:xfrm>
            <a:off x="2926456" y="5253569"/>
            <a:ext cx="16236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cxnSp>
        <p:nvCxnSpPr>
          <p:cNvPr id="10318" name="Google Shape;10318;p175"/>
          <p:cNvCxnSpPr/>
          <p:nvPr/>
        </p:nvCxnSpPr>
        <p:spPr>
          <a:xfrm>
            <a:off x="3722005" y="5249184"/>
            <a:ext cx="2700" cy="446700"/>
          </a:xfrm>
          <a:prstGeom prst="straightConnector1">
            <a:avLst/>
          </a:prstGeom>
          <a:noFill/>
          <a:ln cap="flat" cmpd="sng" w="28575">
            <a:solidFill>
              <a:srgbClr val="D9D9D9"/>
            </a:solidFill>
            <a:prstDash val="solid"/>
            <a:round/>
            <a:headEnd len="sm" w="sm" type="none"/>
            <a:tailEnd len="sm" w="sm" type="none"/>
          </a:ln>
        </p:spPr>
      </p:cxnSp>
      <p:sp>
        <p:nvSpPr>
          <p:cNvPr id="10319" name="Google Shape;10319;p175"/>
          <p:cNvSpPr/>
          <p:nvPr/>
        </p:nvSpPr>
        <p:spPr>
          <a:xfrm>
            <a:off x="4669328" y="5253569"/>
            <a:ext cx="16236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cxnSp>
        <p:nvCxnSpPr>
          <p:cNvPr id="10320" name="Google Shape;10320;p175"/>
          <p:cNvCxnSpPr/>
          <p:nvPr/>
        </p:nvCxnSpPr>
        <p:spPr>
          <a:xfrm>
            <a:off x="5463748" y="5249025"/>
            <a:ext cx="2700" cy="446700"/>
          </a:xfrm>
          <a:prstGeom prst="straightConnector1">
            <a:avLst/>
          </a:prstGeom>
          <a:noFill/>
          <a:ln cap="flat" cmpd="sng" w="28575">
            <a:solidFill>
              <a:srgbClr val="D9D9D9"/>
            </a:solidFill>
            <a:prstDash val="solid"/>
            <a:round/>
            <a:headEnd len="sm" w="sm" type="none"/>
            <a:tailEnd len="sm" w="sm" type="none"/>
          </a:ln>
        </p:spPr>
      </p:cxnSp>
      <p:sp>
        <p:nvSpPr>
          <p:cNvPr id="10321" name="Google Shape;10321;p175"/>
          <p:cNvSpPr/>
          <p:nvPr/>
        </p:nvSpPr>
        <p:spPr>
          <a:xfrm>
            <a:off x="6422684" y="5253569"/>
            <a:ext cx="7965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sp>
        <p:nvSpPr>
          <p:cNvPr id="10322" name="Google Shape;10322;p175"/>
          <p:cNvSpPr/>
          <p:nvPr/>
        </p:nvSpPr>
        <p:spPr>
          <a:xfrm>
            <a:off x="7348853" y="5253569"/>
            <a:ext cx="24660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cxnSp>
        <p:nvCxnSpPr>
          <p:cNvPr id="10323" name="Google Shape;10323;p175"/>
          <p:cNvCxnSpPr/>
          <p:nvPr/>
        </p:nvCxnSpPr>
        <p:spPr>
          <a:xfrm>
            <a:off x="8164242" y="5249025"/>
            <a:ext cx="2700" cy="446700"/>
          </a:xfrm>
          <a:prstGeom prst="straightConnector1">
            <a:avLst/>
          </a:prstGeom>
          <a:noFill/>
          <a:ln cap="flat" cmpd="sng" w="28575">
            <a:solidFill>
              <a:srgbClr val="D9D9D9"/>
            </a:solidFill>
            <a:prstDash val="solid"/>
            <a:round/>
            <a:headEnd len="sm" w="sm" type="none"/>
            <a:tailEnd len="sm" w="sm" type="none"/>
          </a:ln>
        </p:spPr>
      </p:cxnSp>
      <p:cxnSp>
        <p:nvCxnSpPr>
          <p:cNvPr id="10324" name="Google Shape;10324;p175"/>
          <p:cNvCxnSpPr/>
          <p:nvPr/>
        </p:nvCxnSpPr>
        <p:spPr>
          <a:xfrm>
            <a:off x="8994374" y="5249062"/>
            <a:ext cx="2700" cy="446700"/>
          </a:xfrm>
          <a:prstGeom prst="straightConnector1">
            <a:avLst/>
          </a:prstGeom>
          <a:noFill/>
          <a:ln cap="flat" cmpd="sng" w="28575">
            <a:solidFill>
              <a:srgbClr val="D9D9D9"/>
            </a:solidFill>
            <a:prstDash val="solid"/>
            <a:round/>
            <a:headEnd len="sm" w="sm" type="none"/>
            <a:tailEnd len="sm" w="sm" type="none"/>
          </a:ln>
        </p:spPr>
      </p:cxnSp>
      <p:sp>
        <p:nvSpPr>
          <p:cNvPr id="10325" name="Google Shape;10325;p175"/>
          <p:cNvSpPr/>
          <p:nvPr/>
        </p:nvSpPr>
        <p:spPr>
          <a:xfrm>
            <a:off x="265150" y="5767582"/>
            <a:ext cx="7965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sp>
        <p:nvSpPr>
          <p:cNvPr id="10326" name="Google Shape;10326;p175"/>
          <p:cNvSpPr/>
          <p:nvPr/>
        </p:nvSpPr>
        <p:spPr>
          <a:xfrm>
            <a:off x="1180835" y="5767582"/>
            <a:ext cx="16236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cxnSp>
        <p:nvCxnSpPr>
          <p:cNvPr id="10327" name="Google Shape;10327;p175"/>
          <p:cNvCxnSpPr/>
          <p:nvPr/>
        </p:nvCxnSpPr>
        <p:spPr>
          <a:xfrm>
            <a:off x="1973040" y="5763051"/>
            <a:ext cx="2700" cy="446700"/>
          </a:xfrm>
          <a:prstGeom prst="straightConnector1">
            <a:avLst/>
          </a:prstGeom>
          <a:noFill/>
          <a:ln cap="flat" cmpd="sng" w="28575">
            <a:solidFill>
              <a:srgbClr val="D9D9D9"/>
            </a:solidFill>
            <a:prstDash val="solid"/>
            <a:round/>
            <a:headEnd len="sm" w="sm" type="none"/>
            <a:tailEnd len="sm" w="sm" type="none"/>
          </a:ln>
        </p:spPr>
      </p:cxnSp>
      <p:sp>
        <p:nvSpPr>
          <p:cNvPr id="10328" name="Google Shape;10328;p175"/>
          <p:cNvSpPr/>
          <p:nvPr/>
        </p:nvSpPr>
        <p:spPr>
          <a:xfrm>
            <a:off x="2923707" y="5767582"/>
            <a:ext cx="16236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cxnSp>
        <p:nvCxnSpPr>
          <p:cNvPr id="10329" name="Google Shape;10329;p175"/>
          <p:cNvCxnSpPr/>
          <p:nvPr/>
        </p:nvCxnSpPr>
        <p:spPr>
          <a:xfrm>
            <a:off x="3719255" y="5763197"/>
            <a:ext cx="2700" cy="446700"/>
          </a:xfrm>
          <a:prstGeom prst="straightConnector1">
            <a:avLst/>
          </a:prstGeom>
          <a:noFill/>
          <a:ln cap="flat" cmpd="sng" w="28575">
            <a:solidFill>
              <a:srgbClr val="D9D9D9"/>
            </a:solidFill>
            <a:prstDash val="solid"/>
            <a:round/>
            <a:headEnd len="sm" w="sm" type="none"/>
            <a:tailEnd len="sm" w="sm" type="none"/>
          </a:ln>
        </p:spPr>
      </p:cxnSp>
      <p:sp>
        <p:nvSpPr>
          <p:cNvPr id="10330" name="Google Shape;10330;p175"/>
          <p:cNvSpPr/>
          <p:nvPr/>
        </p:nvSpPr>
        <p:spPr>
          <a:xfrm>
            <a:off x="4666579" y="5767582"/>
            <a:ext cx="16236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cxnSp>
        <p:nvCxnSpPr>
          <p:cNvPr id="10331" name="Google Shape;10331;p175"/>
          <p:cNvCxnSpPr/>
          <p:nvPr/>
        </p:nvCxnSpPr>
        <p:spPr>
          <a:xfrm>
            <a:off x="5460999" y="5763038"/>
            <a:ext cx="2700" cy="446700"/>
          </a:xfrm>
          <a:prstGeom prst="straightConnector1">
            <a:avLst/>
          </a:prstGeom>
          <a:noFill/>
          <a:ln cap="flat" cmpd="sng" w="28575">
            <a:solidFill>
              <a:srgbClr val="D9D9D9"/>
            </a:solidFill>
            <a:prstDash val="solid"/>
            <a:round/>
            <a:headEnd len="sm" w="sm" type="none"/>
            <a:tailEnd len="sm" w="sm" type="none"/>
          </a:ln>
        </p:spPr>
      </p:cxnSp>
      <p:sp>
        <p:nvSpPr>
          <p:cNvPr id="10332" name="Google Shape;10332;p175"/>
          <p:cNvSpPr/>
          <p:nvPr/>
        </p:nvSpPr>
        <p:spPr>
          <a:xfrm>
            <a:off x="6419935" y="5767582"/>
            <a:ext cx="7965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sp>
        <p:nvSpPr>
          <p:cNvPr id="10333" name="Google Shape;10333;p175"/>
          <p:cNvSpPr/>
          <p:nvPr/>
        </p:nvSpPr>
        <p:spPr>
          <a:xfrm>
            <a:off x="7346104" y="5767582"/>
            <a:ext cx="24660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cxnSp>
        <p:nvCxnSpPr>
          <p:cNvPr id="10334" name="Google Shape;10334;p175"/>
          <p:cNvCxnSpPr/>
          <p:nvPr/>
        </p:nvCxnSpPr>
        <p:spPr>
          <a:xfrm>
            <a:off x="8161493" y="5763038"/>
            <a:ext cx="2700" cy="446700"/>
          </a:xfrm>
          <a:prstGeom prst="straightConnector1">
            <a:avLst/>
          </a:prstGeom>
          <a:noFill/>
          <a:ln cap="flat" cmpd="sng" w="28575">
            <a:solidFill>
              <a:srgbClr val="D9D9D9"/>
            </a:solidFill>
            <a:prstDash val="solid"/>
            <a:round/>
            <a:headEnd len="sm" w="sm" type="none"/>
            <a:tailEnd len="sm" w="sm" type="none"/>
          </a:ln>
        </p:spPr>
      </p:cxnSp>
      <p:cxnSp>
        <p:nvCxnSpPr>
          <p:cNvPr id="10335" name="Google Shape;10335;p175"/>
          <p:cNvCxnSpPr/>
          <p:nvPr/>
        </p:nvCxnSpPr>
        <p:spPr>
          <a:xfrm>
            <a:off x="8991625" y="5763075"/>
            <a:ext cx="2700" cy="446700"/>
          </a:xfrm>
          <a:prstGeom prst="straightConnector1">
            <a:avLst/>
          </a:prstGeom>
          <a:noFill/>
          <a:ln cap="flat" cmpd="sng" w="28575">
            <a:solidFill>
              <a:srgbClr val="D9D9D9"/>
            </a:solidFill>
            <a:prstDash val="solid"/>
            <a:round/>
            <a:headEnd len="sm" w="sm" type="none"/>
            <a:tailEnd len="sm" w="sm" type="none"/>
          </a:ln>
        </p:spPr>
      </p:cxnSp>
      <p:sp>
        <p:nvSpPr>
          <p:cNvPr id="10336" name="Google Shape;10336;p175"/>
          <p:cNvSpPr txBox="1"/>
          <p:nvPr>
            <p:ph idx="4" type="subTitle"/>
          </p:nvPr>
        </p:nvSpPr>
        <p:spPr>
          <a:xfrm>
            <a:off x="263406" y="1782608"/>
            <a:ext cx="7965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10337" name="Google Shape;10337;p175"/>
          <p:cNvSpPr txBox="1"/>
          <p:nvPr>
            <p:ph idx="5" type="subTitle"/>
          </p:nvPr>
        </p:nvSpPr>
        <p:spPr>
          <a:xfrm>
            <a:off x="1177829" y="1782608"/>
            <a:ext cx="7779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10338" name="Google Shape;10338;p175"/>
          <p:cNvSpPr txBox="1"/>
          <p:nvPr>
            <p:ph idx="6" type="subTitle"/>
          </p:nvPr>
        </p:nvSpPr>
        <p:spPr>
          <a:xfrm>
            <a:off x="1988728" y="1782608"/>
            <a:ext cx="8151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10339" name="Google Shape;10339;p175"/>
          <p:cNvSpPr txBox="1"/>
          <p:nvPr>
            <p:ph idx="7" type="subTitle"/>
          </p:nvPr>
        </p:nvSpPr>
        <p:spPr>
          <a:xfrm>
            <a:off x="2923907" y="1782608"/>
            <a:ext cx="7779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10340" name="Google Shape;10340;p175"/>
          <p:cNvSpPr txBox="1"/>
          <p:nvPr>
            <p:ph idx="8" type="subTitle"/>
          </p:nvPr>
        </p:nvSpPr>
        <p:spPr>
          <a:xfrm>
            <a:off x="3734801" y="1782608"/>
            <a:ext cx="8151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10341" name="Google Shape;10341;p175"/>
          <p:cNvSpPr txBox="1"/>
          <p:nvPr>
            <p:ph idx="9" type="subTitle"/>
          </p:nvPr>
        </p:nvSpPr>
        <p:spPr>
          <a:xfrm>
            <a:off x="4669984" y="1782608"/>
            <a:ext cx="7779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10342" name="Google Shape;10342;p175"/>
          <p:cNvSpPr txBox="1"/>
          <p:nvPr>
            <p:ph idx="13" type="subTitle"/>
          </p:nvPr>
        </p:nvSpPr>
        <p:spPr>
          <a:xfrm>
            <a:off x="5480878" y="1782608"/>
            <a:ext cx="8151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10343" name="Google Shape;10343;p175"/>
          <p:cNvSpPr txBox="1"/>
          <p:nvPr>
            <p:ph idx="14" type="subTitle"/>
          </p:nvPr>
        </p:nvSpPr>
        <p:spPr>
          <a:xfrm>
            <a:off x="6410573" y="1782608"/>
            <a:ext cx="8136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10344" name="Google Shape;10344;p175"/>
          <p:cNvSpPr txBox="1"/>
          <p:nvPr>
            <p:ph idx="15" type="subTitle"/>
          </p:nvPr>
        </p:nvSpPr>
        <p:spPr>
          <a:xfrm>
            <a:off x="7344346" y="1782608"/>
            <a:ext cx="7965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10345" name="Google Shape;10345;p175"/>
          <p:cNvSpPr txBox="1"/>
          <p:nvPr>
            <p:ph idx="16" type="subTitle"/>
          </p:nvPr>
        </p:nvSpPr>
        <p:spPr>
          <a:xfrm>
            <a:off x="8181345" y="1782608"/>
            <a:ext cx="7965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10346" name="Google Shape;10346;p175"/>
          <p:cNvSpPr txBox="1"/>
          <p:nvPr>
            <p:ph idx="17" type="subTitle"/>
          </p:nvPr>
        </p:nvSpPr>
        <p:spPr>
          <a:xfrm>
            <a:off x="8998819" y="1782608"/>
            <a:ext cx="8151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10347" name="Google Shape;10347;p175"/>
          <p:cNvSpPr txBox="1"/>
          <p:nvPr>
            <p:ph idx="18" type="subTitle"/>
          </p:nvPr>
        </p:nvSpPr>
        <p:spPr>
          <a:xfrm>
            <a:off x="263406" y="2268846"/>
            <a:ext cx="7965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10348" name="Google Shape;10348;p175"/>
          <p:cNvSpPr txBox="1"/>
          <p:nvPr>
            <p:ph idx="19" type="subTitle"/>
          </p:nvPr>
        </p:nvSpPr>
        <p:spPr>
          <a:xfrm>
            <a:off x="1177829" y="2268846"/>
            <a:ext cx="7779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10349" name="Google Shape;10349;p175"/>
          <p:cNvSpPr txBox="1"/>
          <p:nvPr>
            <p:ph idx="20" type="subTitle"/>
          </p:nvPr>
        </p:nvSpPr>
        <p:spPr>
          <a:xfrm>
            <a:off x="1988728" y="2268846"/>
            <a:ext cx="8151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10350" name="Google Shape;10350;p175"/>
          <p:cNvSpPr txBox="1"/>
          <p:nvPr>
            <p:ph idx="21" type="subTitle"/>
          </p:nvPr>
        </p:nvSpPr>
        <p:spPr>
          <a:xfrm>
            <a:off x="2923907" y="2268846"/>
            <a:ext cx="7779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10351" name="Google Shape;10351;p175"/>
          <p:cNvSpPr txBox="1"/>
          <p:nvPr>
            <p:ph idx="22" type="subTitle"/>
          </p:nvPr>
        </p:nvSpPr>
        <p:spPr>
          <a:xfrm>
            <a:off x="3734801" y="2268846"/>
            <a:ext cx="8151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10352" name="Google Shape;10352;p175"/>
          <p:cNvSpPr txBox="1"/>
          <p:nvPr>
            <p:ph idx="23" type="subTitle"/>
          </p:nvPr>
        </p:nvSpPr>
        <p:spPr>
          <a:xfrm>
            <a:off x="4669984" y="2268846"/>
            <a:ext cx="7779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10353" name="Google Shape;10353;p175"/>
          <p:cNvSpPr txBox="1"/>
          <p:nvPr>
            <p:ph idx="24" type="subTitle"/>
          </p:nvPr>
        </p:nvSpPr>
        <p:spPr>
          <a:xfrm>
            <a:off x="5480878" y="2268846"/>
            <a:ext cx="8151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10354" name="Google Shape;10354;p175"/>
          <p:cNvSpPr txBox="1"/>
          <p:nvPr>
            <p:ph idx="25" type="subTitle"/>
          </p:nvPr>
        </p:nvSpPr>
        <p:spPr>
          <a:xfrm>
            <a:off x="6410573" y="2268846"/>
            <a:ext cx="8136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10355" name="Google Shape;10355;p175"/>
          <p:cNvSpPr txBox="1"/>
          <p:nvPr>
            <p:ph idx="26" type="subTitle"/>
          </p:nvPr>
        </p:nvSpPr>
        <p:spPr>
          <a:xfrm>
            <a:off x="7344346" y="2268846"/>
            <a:ext cx="7965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10356" name="Google Shape;10356;p175"/>
          <p:cNvSpPr txBox="1"/>
          <p:nvPr>
            <p:ph idx="27" type="subTitle"/>
          </p:nvPr>
        </p:nvSpPr>
        <p:spPr>
          <a:xfrm>
            <a:off x="8181345" y="2268846"/>
            <a:ext cx="7965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10357" name="Google Shape;10357;p175"/>
          <p:cNvSpPr txBox="1"/>
          <p:nvPr>
            <p:ph idx="28" type="subTitle"/>
          </p:nvPr>
        </p:nvSpPr>
        <p:spPr>
          <a:xfrm>
            <a:off x="8998819" y="2268846"/>
            <a:ext cx="8151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10358" name="Google Shape;10358;p175"/>
          <p:cNvSpPr txBox="1"/>
          <p:nvPr>
            <p:ph idx="29" type="subTitle"/>
          </p:nvPr>
        </p:nvSpPr>
        <p:spPr>
          <a:xfrm>
            <a:off x="263406" y="2782511"/>
            <a:ext cx="7965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10359" name="Google Shape;10359;p175"/>
          <p:cNvSpPr txBox="1"/>
          <p:nvPr>
            <p:ph idx="30" type="subTitle"/>
          </p:nvPr>
        </p:nvSpPr>
        <p:spPr>
          <a:xfrm>
            <a:off x="1177829" y="2782511"/>
            <a:ext cx="7779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10360" name="Google Shape;10360;p175"/>
          <p:cNvSpPr txBox="1"/>
          <p:nvPr>
            <p:ph idx="31" type="subTitle"/>
          </p:nvPr>
        </p:nvSpPr>
        <p:spPr>
          <a:xfrm>
            <a:off x="1988728" y="2782511"/>
            <a:ext cx="8151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10361" name="Google Shape;10361;p175"/>
          <p:cNvSpPr txBox="1"/>
          <p:nvPr>
            <p:ph idx="32" type="subTitle"/>
          </p:nvPr>
        </p:nvSpPr>
        <p:spPr>
          <a:xfrm>
            <a:off x="2923907" y="2782511"/>
            <a:ext cx="7779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10362" name="Google Shape;10362;p175"/>
          <p:cNvSpPr txBox="1"/>
          <p:nvPr>
            <p:ph idx="33" type="subTitle"/>
          </p:nvPr>
        </p:nvSpPr>
        <p:spPr>
          <a:xfrm>
            <a:off x="3734801" y="2782511"/>
            <a:ext cx="8151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10363" name="Google Shape;10363;p175"/>
          <p:cNvSpPr txBox="1"/>
          <p:nvPr>
            <p:ph idx="34" type="subTitle"/>
          </p:nvPr>
        </p:nvSpPr>
        <p:spPr>
          <a:xfrm>
            <a:off x="4669984" y="2782511"/>
            <a:ext cx="7779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10364" name="Google Shape;10364;p175"/>
          <p:cNvSpPr txBox="1"/>
          <p:nvPr>
            <p:ph idx="35" type="subTitle"/>
          </p:nvPr>
        </p:nvSpPr>
        <p:spPr>
          <a:xfrm>
            <a:off x="5480878" y="2782511"/>
            <a:ext cx="8151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10365" name="Google Shape;10365;p175"/>
          <p:cNvSpPr txBox="1"/>
          <p:nvPr>
            <p:ph idx="36" type="subTitle"/>
          </p:nvPr>
        </p:nvSpPr>
        <p:spPr>
          <a:xfrm>
            <a:off x="6410573" y="2782510"/>
            <a:ext cx="8136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10366" name="Google Shape;10366;p175"/>
          <p:cNvSpPr txBox="1"/>
          <p:nvPr>
            <p:ph idx="37" type="subTitle"/>
          </p:nvPr>
        </p:nvSpPr>
        <p:spPr>
          <a:xfrm>
            <a:off x="7344346" y="2782511"/>
            <a:ext cx="7965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10367" name="Google Shape;10367;p175"/>
          <p:cNvSpPr txBox="1"/>
          <p:nvPr>
            <p:ph idx="38" type="subTitle"/>
          </p:nvPr>
        </p:nvSpPr>
        <p:spPr>
          <a:xfrm>
            <a:off x="8181345" y="2782511"/>
            <a:ext cx="7965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10368" name="Google Shape;10368;p175"/>
          <p:cNvSpPr txBox="1"/>
          <p:nvPr>
            <p:ph idx="39" type="subTitle"/>
          </p:nvPr>
        </p:nvSpPr>
        <p:spPr>
          <a:xfrm>
            <a:off x="8998819" y="2782511"/>
            <a:ext cx="8151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10369" name="Google Shape;10369;p175"/>
          <p:cNvSpPr txBox="1"/>
          <p:nvPr>
            <p:ph idx="40" type="subTitle"/>
          </p:nvPr>
        </p:nvSpPr>
        <p:spPr>
          <a:xfrm>
            <a:off x="263406" y="3269058"/>
            <a:ext cx="7965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10370" name="Google Shape;10370;p175"/>
          <p:cNvSpPr txBox="1"/>
          <p:nvPr>
            <p:ph idx="41" type="subTitle"/>
          </p:nvPr>
        </p:nvSpPr>
        <p:spPr>
          <a:xfrm>
            <a:off x="1177829" y="3269058"/>
            <a:ext cx="7779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10371" name="Google Shape;10371;p175"/>
          <p:cNvSpPr txBox="1"/>
          <p:nvPr>
            <p:ph idx="42" type="subTitle"/>
          </p:nvPr>
        </p:nvSpPr>
        <p:spPr>
          <a:xfrm>
            <a:off x="1988728" y="3269058"/>
            <a:ext cx="8151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10372" name="Google Shape;10372;p175"/>
          <p:cNvSpPr txBox="1"/>
          <p:nvPr>
            <p:ph idx="43" type="subTitle"/>
          </p:nvPr>
        </p:nvSpPr>
        <p:spPr>
          <a:xfrm>
            <a:off x="2923907" y="3269058"/>
            <a:ext cx="7779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10373" name="Google Shape;10373;p175"/>
          <p:cNvSpPr txBox="1"/>
          <p:nvPr>
            <p:ph idx="44" type="subTitle"/>
          </p:nvPr>
        </p:nvSpPr>
        <p:spPr>
          <a:xfrm>
            <a:off x="3734801" y="3269058"/>
            <a:ext cx="8151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10374" name="Google Shape;10374;p175"/>
          <p:cNvSpPr txBox="1"/>
          <p:nvPr>
            <p:ph idx="45" type="subTitle"/>
          </p:nvPr>
        </p:nvSpPr>
        <p:spPr>
          <a:xfrm>
            <a:off x="4669984" y="3269058"/>
            <a:ext cx="7779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10375" name="Google Shape;10375;p175"/>
          <p:cNvSpPr txBox="1"/>
          <p:nvPr>
            <p:ph idx="46" type="subTitle"/>
          </p:nvPr>
        </p:nvSpPr>
        <p:spPr>
          <a:xfrm>
            <a:off x="5480878" y="3269058"/>
            <a:ext cx="8151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10376" name="Google Shape;10376;p175"/>
          <p:cNvSpPr txBox="1"/>
          <p:nvPr>
            <p:ph idx="47" type="subTitle"/>
          </p:nvPr>
        </p:nvSpPr>
        <p:spPr>
          <a:xfrm>
            <a:off x="6410573" y="3269056"/>
            <a:ext cx="8136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10377" name="Google Shape;10377;p175"/>
          <p:cNvSpPr txBox="1"/>
          <p:nvPr>
            <p:ph idx="48" type="subTitle"/>
          </p:nvPr>
        </p:nvSpPr>
        <p:spPr>
          <a:xfrm>
            <a:off x="7344346" y="3269058"/>
            <a:ext cx="7965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10378" name="Google Shape;10378;p175"/>
          <p:cNvSpPr txBox="1"/>
          <p:nvPr>
            <p:ph idx="49" type="subTitle"/>
          </p:nvPr>
        </p:nvSpPr>
        <p:spPr>
          <a:xfrm>
            <a:off x="8181345" y="3269058"/>
            <a:ext cx="7965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10379" name="Google Shape;10379;p175"/>
          <p:cNvSpPr txBox="1"/>
          <p:nvPr>
            <p:ph idx="50" type="subTitle"/>
          </p:nvPr>
        </p:nvSpPr>
        <p:spPr>
          <a:xfrm>
            <a:off x="8998819" y="3269058"/>
            <a:ext cx="8151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10380" name="Google Shape;10380;p175"/>
          <p:cNvSpPr txBox="1"/>
          <p:nvPr>
            <p:ph idx="51" type="subTitle"/>
          </p:nvPr>
        </p:nvSpPr>
        <p:spPr>
          <a:xfrm>
            <a:off x="263406" y="3763699"/>
            <a:ext cx="7965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10381" name="Google Shape;10381;p175"/>
          <p:cNvSpPr txBox="1"/>
          <p:nvPr>
            <p:ph idx="52" type="subTitle"/>
          </p:nvPr>
        </p:nvSpPr>
        <p:spPr>
          <a:xfrm>
            <a:off x="1177829" y="3763699"/>
            <a:ext cx="7779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10382" name="Google Shape;10382;p175"/>
          <p:cNvSpPr txBox="1"/>
          <p:nvPr>
            <p:ph idx="53" type="subTitle"/>
          </p:nvPr>
        </p:nvSpPr>
        <p:spPr>
          <a:xfrm>
            <a:off x="1988728" y="3763699"/>
            <a:ext cx="8151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10383" name="Google Shape;10383;p175"/>
          <p:cNvSpPr txBox="1"/>
          <p:nvPr>
            <p:ph idx="54" type="subTitle"/>
          </p:nvPr>
        </p:nvSpPr>
        <p:spPr>
          <a:xfrm>
            <a:off x="2923907" y="3763699"/>
            <a:ext cx="7779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10384" name="Google Shape;10384;p175"/>
          <p:cNvSpPr txBox="1"/>
          <p:nvPr>
            <p:ph idx="55" type="subTitle"/>
          </p:nvPr>
        </p:nvSpPr>
        <p:spPr>
          <a:xfrm>
            <a:off x="3734801" y="3763699"/>
            <a:ext cx="8151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10385" name="Google Shape;10385;p175"/>
          <p:cNvSpPr txBox="1"/>
          <p:nvPr>
            <p:ph idx="56" type="subTitle"/>
          </p:nvPr>
        </p:nvSpPr>
        <p:spPr>
          <a:xfrm>
            <a:off x="4669984" y="3763699"/>
            <a:ext cx="7779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10386" name="Google Shape;10386;p175"/>
          <p:cNvSpPr txBox="1"/>
          <p:nvPr>
            <p:ph idx="57" type="subTitle"/>
          </p:nvPr>
        </p:nvSpPr>
        <p:spPr>
          <a:xfrm>
            <a:off x="5480878" y="3763699"/>
            <a:ext cx="8151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10387" name="Google Shape;10387;p175"/>
          <p:cNvSpPr txBox="1"/>
          <p:nvPr>
            <p:ph idx="58" type="subTitle"/>
          </p:nvPr>
        </p:nvSpPr>
        <p:spPr>
          <a:xfrm>
            <a:off x="6410573" y="3763697"/>
            <a:ext cx="8136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10388" name="Google Shape;10388;p175"/>
          <p:cNvSpPr txBox="1"/>
          <p:nvPr>
            <p:ph idx="59" type="subTitle"/>
          </p:nvPr>
        </p:nvSpPr>
        <p:spPr>
          <a:xfrm>
            <a:off x="7344346" y="3763699"/>
            <a:ext cx="7965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10389" name="Google Shape;10389;p175"/>
          <p:cNvSpPr txBox="1"/>
          <p:nvPr>
            <p:ph idx="60" type="subTitle"/>
          </p:nvPr>
        </p:nvSpPr>
        <p:spPr>
          <a:xfrm>
            <a:off x="8181345" y="3763699"/>
            <a:ext cx="7965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10390" name="Google Shape;10390;p175"/>
          <p:cNvSpPr txBox="1"/>
          <p:nvPr>
            <p:ph idx="61" type="subTitle"/>
          </p:nvPr>
        </p:nvSpPr>
        <p:spPr>
          <a:xfrm>
            <a:off x="8998819" y="3763699"/>
            <a:ext cx="8151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10391" name="Google Shape;10391;p175"/>
          <p:cNvSpPr txBox="1"/>
          <p:nvPr>
            <p:ph idx="62" type="subTitle"/>
          </p:nvPr>
        </p:nvSpPr>
        <p:spPr>
          <a:xfrm>
            <a:off x="263406" y="4278991"/>
            <a:ext cx="7965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10392" name="Google Shape;10392;p175"/>
          <p:cNvSpPr txBox="1"/>
          <p:nvPr>
            <p:ph idx="63" type="subTitle"/>
          </p:nvPr>
        </p:nvSpPr>
        <p:spPr>
          <a:xfrm>
            <a:off x="1177829" y="4278991"/>
            <a:ext cx="7779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10393" name="Google Shape;10393;p175"/>
          <p:cNvSpPr txBox="1"/>
          <p:nvPr>
            <p:ph idx="64" type="subTitle"/>
          </p:nvPr>
        </p:nvSpPr>
        <p:spPr>
          <a:xfrm>
            <a:off x="1988728" y="4278991"/>
            <a:ext cx="8151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10394" name="Google Shape;10394;p175"/>
          <p:cNvSpPr txBox="1"/>
          <p:nvPr>
            <p:ph idx="65" type="subTitle"/>
          </p:nvPr>
        </p:nvSpPr>
        <p:spPr>
          <a:xfrm>
            <a:off x="2923907" y="4278991"/>
            <a:ext cx="7779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10395" name="Google Shape;10395;p175"/>
          <p:cNvSpPr txBox="1"/>
          <p:nvPr>
            <p:ph idx="66" type="subTitle"/>
          </p:nvPr>
        </p:nvSpPr>
        <p:spPr>
          <a:xfrm>
            <a:off x="3734801" y="4278991"/>
            <a:ext cx="8151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10396" name="Google Shape;10396;p175"/>
          <p:cNvSpPr txBox="1"/>
          <p:nvPr>
            <p:ph idx="67" type="subTitle"/>
          </p:nvPr>
        </p:nvSpPr>
        <p:spPr>
          <a:xfrm>
            <a:off x="4669984" y="4278991"/>
            <a:ext cx="7779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10397" name="Google Shape;10397;p175"/>
          <p:cNvSpPr txBox="1"/>
          <p:nvPr>
            <p:ph idx="68" type="subTitle"/>
          </p:nvPr>
        </p:nvSpPr>
        <p:spPr>
          <a:xfrm>
            <a:off x="5480878" y="4278991"/>
            <a:ext cx="8151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10398" name="Google Shape;10398;p175"/>
          <p:cNvSpPr txBox="1"/>
          <p:nvPr>
            <p:ph idx="69" type="subTitle"/>
          </p:nvPr>
        </p:nvSpPr>
        <p:spPr>
          <a:xfrm>
            <a:off x="6410573" y="4278988"/>
            <a:ext cx="8136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10399" name="Google Shape;10399;p175"/>
          <p:cNvSpPr txBox="1"/>
          <p:nvPr>
            <p:ph idx="70" type="subTitle"/>
          </p:nvPr>
        </p:nvSpPr>
        <p:spPr>
          <a:xfrm>
            <a:off x="7344346" y="4278991"/>
            <a:ext cx="7965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10400" name="Google Shape;10400;p175"/>
          <p:cNvSpPr txBox="1"/>
          <p:nvPr>
            <p:ph idx="71" type="subTitle"/>
          </p:nvPr>
        </p:nvSpPr>
        <p:spPr>
          <a:xfrm>
            <a:off x="8181345" y="4278991"/>
            <a:ext cx="7965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10401" name="Google Shape;10401;p175"/>
          <p:cNvSpPr txBox="1"/>
          <p:nvPr>
            <p:ph idx="72" type="subTitle"/>
          </p:nvPr>
        </p:nvSpPr>
        <p:spPr>
          <a:xfrm>
            <a:off x="8998819" y="4278991"/>
            <a:ext cx="8151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10402" name="Google Shape;10402;p175"/>
          <p:cNvSpPr txBox="1"/>
          <p:nvPr>
            <p:ph idx="73" type="subTitle"/>
          </p:nvPr>
        </p:nvSpPr>
        <p:spPr>
          <a:xfrm>
            <a:off x="264731" y="4765316"/>
            <a:ext cx="7965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10403" name="Google Shape;10403;p175"/>
          <p:cNvSpPr txBox="1"/>
          <p:nvPr>
            <p:ph idx="74" type="subTitle"/>
          </p:nvPr>
        </p:nvSpPr>
        <p:spPr>
          <a:xfrm>
            <a:off x="1179154" y="4765316"/>
            <a:ext cx="7779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10404" name="Google Shape;10404;p175"/>
          <p:cNvSpPr txBox="1"/>
          <p:nvPr>
            <p:ph idx="75" type="subTitle"/>
          </p:nvPr>
        </p:nvSpPr>
        <p:spPr>
          <a:xfrm>
            <a:off x="1990053" y="4765316"/>
            <a:ext cx="8151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10405" name="Google Shape;10405;p175"/>
          <p:cNvSpPr txBox="1"/>
          <p:nvPr>
            <p:ph idx="76" type="subTitle"/>
          </p:nvPr>
        </p:nvSpPr>
        <p:spPr>
          <a:xfrm>
            <a:off x="2925232" y="4765316"/>
            <a:ext cx="7779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10406" name="Google Shape;10406;p175"/>
          <p:cNvSpPr txBox="1"/>
          <p:nvPr>
            <p:ph idx="77" type="subTitle"/>
          </p:nvPr>
        </p:nvSpPr>
        <p:spPr>
          <a:xfrm>
            <a:off x="3736126" y="4765316"/>
            <a:ext cx="8151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10407" name="Google Shape;10407;p175"/>
          <p:cNvSpPr txBox="1"/>
          <p:nvPr>
            <p:ph idx="78" type="subTitle"/>
          </p:nvPr>
        </p:nvSpPr>
        <p:spPr>
          <a:xfrm>
            <a:off x="4671309" y="4765316"/>
            <a:ext cx="7779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10408" name="Google Shape;10408;p175"/>
          <p:cNvSpPr txBox="1"/>
          <p:nvPr>
            <p:ph idx="79" type="subTitle"/>
          </p:nvPr>
        </p:nvSpPr>
        <p:spPr>
          <a:xfrm>
            <a:off x="5482203" y="4765316"/>
            <a:ext cx="8151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10409" name="Google Shape;10409;p175"/>
          <p:cNvSpPr txBox="1"/>
          <p:nvPr>
            <p:ph idx="80" type="subTitle"/>
          </p:nvPr>
        </p:nvSpPr>
        <p:spPr>
          <a:xfrm>
            <a:off x="6411959" y="4765313"/>
            <a:ext cx="8136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10410" name="Google Shape;10410;p175"/>
          <p:cNvSpPr txBox="1"/>
          <p:nvPr>
            <p:ph idx="81" type="subTitle"/>
          </p:nvPr>
        </p:nvSpPr>
        <p:spPr>
          <a:xfrm>
            <a:off x="7345671" y="4765316"/>
            <a:ext cx="7965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10411" name="Google Shape;10411;p175"/>
          <p:cNvSpPr txBox="1"/>
          <p:nvPr>
            <p:ph idx="82" type="subTitle"/>
          </p:nvPr>
        </p:nvSpPr>
        <p:spPr>
          <a:xfrm>
            <a:off x="8182670" y="4765316"/>
            <a:ext cx="7965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10412" name="Google Shape;10412;p175"/>
          <p:cNvSpPr txBox="1"/>
          <p:nvPr>
            <p:ph idx="83" type="subTitle"/>
          </p:nvPr>
        </p:nvSpPr>
        <p:spPr>
          <a:xfrm>
            <a:off x="9000144" y="4765316"/>
            <a:ext cx="8151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10413" name="Google Shape;10413;p175"/>
          <p:cNvSpPr txBox="1"/>
          <p:nvPr>
            <p:ph idx="84" type="subTitle"/>
          </p:nvPr>
        </p:nvSpPr>
        <p:spPr>
          <a:xfrm>
            <a:off x="264731" y="5255657"/>
            <a:ext cx="7965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10414" name="Google Shape;10414;p175"/>
          <p:cNvSpPr txBox="1"/>
          <p:nvPr>
            <p:ph idx="85" type="subTitle"/>
          </p:nvPr>
        </p:nvSpPr>
        <p:spPr>
          <a:xfrm>
            <a:off x="1179154" y="5255657"/>
            <a:ext cx="7779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10415" name="Google Shape;10415;p175"/>
          <p:cNvSpPr txBox="1"/>
          <p:nvPr>
            <p:ph idx="86" type="subTitle"/>
          </p:nvPr>
        </p:nvSpPr>
        <p:spPr>
          <a:xfrm>
            <a:off x="1990053" y="5255657"/>
            <a:ext cx="8151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10416" name="Google Shape;10416;p175"/>
          <p:cNvSpPr txBox="1"/>
          <p:nvPr>
            <p:ph idx="87" type="subTitle"/>
          </p:nvPr>
        </p:nvSpPr>
        <p:spPr>
          <a:xfrm>
            <a:off x="2925232" y="5255657"/>
            <a:ext cx="7779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10417" name="Google Shape;10417;p175"/>
          <p:cNvSpPr txBox="1"/>
          <p:nvPr>
            <p:ph idx="88" type="subTitle"/>
          </p:nvPr>
        </p:nvSpPr>
        <p:spPr>
          <a:xfrm>
            <a:off x="3736126" y="5255657"/>
            <a:ext cx="8151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10418" name="Google Shape;10418;p175"/>
          <p:cNvSpPr txBox="1"/>
          <p:nvPr>
            <p:ph idx="89" type="subTitle"/>
          </p:nvPr>
        </p:nvSpPr>
        <p:spPr>
          <a:xfrm>
            <a:off x="4671309" y="5255657"/>
            <a:ext cx="7779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10419" name="Google Shape;10419;p175"/>
          <p:cNvSpPr txBox="1"/>
          <p:nvPr>
            <p:ph idx="90" type="subTitle"/>
          </p:nvPr>
        </p:nvSpPr>
        <p:spPr>
          <a:xfrm>
            <a:off x="5482203" y="5255657"/>
            <a:ext cx="8151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10420" name="Google Shape;10420;p175"/>
          <p:cNvSpPr txBox="1"/>
          <p:nvPr>
            <p:ph idx="91" type="subTitle"/>
          </p:nvPr>
        </p:nvSpPr>
        <p:spPr>
          <a:xfrm>
            <a:off x="6411959" y="5255653"/>
            <a:ext cx="8136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10421" name="Google Shape;10421;p175"/>
          <p:cNvSpPr txBox="1"/>
          <p:nvPr>
            <p:ph idx="92" type="subTitle"/>
          </p:nvPr>
        </p:nvSpPr>
        <p:spPr>
          <a:xfrm>
            <a:off x="7345671" y="5255657"/>
            <a:ext cx="7965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10422" name="Google Shape;10422;p175"/>
          <p:cNvSpPr txBox="1"/>
          <p:nvPr>
            <p:ph idx="93" type="subTitle"/>
          </p:nvPr>
        </p:nvSpPr>
        <p:spPr>
          <a:xfrm>
            <a:off x="8182670" y="5255657"/>
            <a:ext cx="7965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10423" name="Google Shape;10423;p175"/>
          <p:cNvSpPr txBox="1"/>
          <p:nvPr>
            <p:ph idx="94" type="subTitle"/>
          </p:nvPr>
        </p:nvSpPr>
        <p:spPr>
          <a:xfrm>
            <a:off x="9000144" y="5255657"/>
            <a:ext cx="8151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10424" name="Google Shape;10424;p175"/>
          <p:cNvSpPr txBox="1"/>
          <p:nvPr>
            <p:ph idx="95" type="subTitle"/>
          </p:nvPr>
        </p:nvSpPr>
        <p:spPr>
          <a:xfrm>
            <a:off x="264731" y="5769224"/>
            <a:ext cx="7965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10425" name="Google Shape;10425;p175"/>
          <p:cNvSpPr txBox="1"/>
          <p:nvPr>
            <p:ph idx="96" type="subTitle"/>
          </p:nvPr>
        </p:nvSpPr>
        <p:spPr>
          <a:xfrm>
            <a:off x="1179154" y="5769224"/>
            <a:ext cx="7779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10426" name="Google Shape;10426;p175"/>
          <p:cNvSpPr txBox="1"/>
          <p:nvPr>
            <p:ph idx="97" type="subTitle"/>
          </p:nvPr>
        </p:nvSpPr>
        <p:spPr>
          <a:xfrm>
            <a:off x="1990053" y="5769224"/>
            <a:ext cx="8151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10427" name="Google Shape;10427;p175"/>
          <p:cNvSpPr txBox="1"/>
          <p:nvPr>
            <p:ph idx="98" type="subTitle"/>
          </p:nvPr>
        </p:nvSpPr>
        <p:spPr>
          <a:xfrm>
            <a:off x="2925232" y="5769224"/>
            <a:ext cx="7779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10428" name="Google Shape;10428;p175"/>
          <p:cNvSpPr txBox="1"/>
          <p:nvPr>
            <p:ph idx="99" type="subTitle"/>
          </p:nvPr>
        </p:nvSpPr>
        <p:spPr>
          <a:xfrm>
            <a:off x="3736126" y="5769224"/>
            <a:ext cx="8151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10429" name="Google Shape;10429;p175"/>
          <p:cNvSpPr txBox="1"/>
          <p:nvPr>
            <p:ph idx="100" type="subTitle"/>
          </p:nvPr>
        </p:nvSpPr>
        <p:spPr>
          <a:xfrm>
            <a:off x="4671309" y="5769224"/>
            <a:ext cx="7779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10430" name="Google Shape;10430;p175"/>
          <p:cNvSpPr txBox="1"/>
          <p:nvPr>
            <p:ph idx="101" type="subTitle"/>
          </p:nvPr>
        </p:nvSpPr>
        <p:spPr>
          <a:xfrm>
            <a:off x="5482203" y="5769224"/>
            <a:ext cx="8151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10431" name="Google Shape;10431;p175"/>
          <p:cNvSpPr txBox="1"/>
          <p:nvPr>
            <p:ph idx="102" type="subTitle"/>
          </p:nvPr>
        </p:nvSpPr>
        <p:spPr>
          <a:xfrm>
            <a:off x="6411959" y="5769219"/>
            <a:ext cx="8136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10432" name="Google Shape;10432;p175"/>
          <p:cNvSpPr txBox="1"/>
          <p:nvPr>
            <p:ph idx="103" type="subTitle"/>
          </p:nvPr>
        </p:nvSpPr>
        <p:spPr>
          <a:xfrm>
            <a:off x="7345671" y="5769224"/>
            <a:ext cx="7965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10433" name="Google Shape;10433;p175"/>
          <p:cNvSpPr txBox="1"/>
          <p:nvPr>
            <p:ph idx="104" type="subTitle"/>
          </p:nvPr>
        </p:nvSpPr>
        <p:spPr>
          <a:xfrm>
            <a:off x="8182670" y="5769224"/>
            <a:ext cx="7965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10434" name="Google Shape;10434;p175"/>
          <p:cNvSpPr txBox="1"/>
          <p:nvPr>
            <p:ph idx="105" type="subTitle"/>
          </p:nvPr>
        </p:nvSpPr>
        <p:spPr>
          <a:xfrm>
            <a:off x="9000144" y="5769224"/>
            <a:ext cx="8151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10435" name="Google Shape;10435;p175"/>
          <p:cNvSpPr/>
          <p:nvPr/>
        </p:nvSpPr>
        <p:spPr>
          <a:xfrm>
            <a:off x="2937798" y="843909"/>
            <a:ext cx="1592700" cy="408600"/>
          </a:xfrm>
          <a:prstGeom prst="roundRect">
            <a:avLst>
              <a:gd fmla="val 16667" name="adj"/>
            </a:avLst>
          </a:prstGeom>
          <a:solidFill>
            <a:srgbClr val="D9EAD3"/>
          </a:solidFill>
          <a:ln>
            <a:noFill/>
          </a:ln>
          <a:effectLst>
            <a:outerShdw blurRad="57150" rotWithShape="0" algn="bl" dir="5400000" dist="19050">
              <a:srgbClr val="000000">
                <a:alpha val="49800"/>
              </a:srgbClr>
            </a:outerShdw>
          </a:effectLst>
        </p:spPr>
        <p:txBody>
          <a:bodyPr anchorCtr="0" anchor="ctr" bIns="18000" lIns="18000" spcFirstLastPara="1" rIns="18000" wrap="square" tIns="18000">
            <a:noAutofit/>
          </a:bodyPr>
          <a:lstStyle/>
          <a:p>
            <a:pPr indent="0" lvl="0" marL="0" marR="0" rtl="0" algn="ctr">
              <a:lnSpc>
                <a:spcPct val="100000"/>
              </a:lnSpc>
              <a:spcBef>
                <a:spcPts val="0"/>
              </a:spcBef>
              <a:spcAft>
                <a:spcPts val="0"/>
              </a:spcAft>
              <a:buClr>
                <a:srgbClr val="000000"/>
              </a:buClr>
              <a:buSzPts val="900"/>
              <a:buFont typeface="Arial"/>
              <a:buNone/>
            </a:pPr>
            <a:r>
              <a:rPr b="1" lang="es-419" sz="900">
                <a:latin typeface="Arvo"/>
                <a:ea typeface="Arvo"/>
                <a:cs typeface="Arvo"/>
                <a:sym typeface="Arvo"/>
              </a:rPr>
              <a:t>¿Qué?</a:t>
            </a:r>
            <a:endParaRPr b="1" i="0" sz="900" u="none" cap="none" strike="noStrike">
              <a:solidFill>
                <a:srgbClr val="000000"/>
              </a:solidFill>
              <a:latin typeface="Arvo"/>
              <a:ea typeface="Arvo"/>
              <a:cs typeface="Arvo"/>
              <a:sym typeface="Arvo"/>
            </a:endParaRPr>
          </a:p>
        </p:txBody>
      </p:sp>
      <p:sp>
        <p:nvSpPr>
          <p:cNvPr id="10436" name="Google Shape;10436;p175"/>
          <p:cNvSpPr/>
          <p:nvPr/>
        </p:nvSpPr>
        <p:spPr>
          <a:xfrm>
            <a:off x="6437250" y="843897"/>
            <a:ext cx="781500" cy="408900"/>
          </a:xfrm>
          <a:prstGeom prst="roundRect">
            <a:avLst>
              <a:gd fmla="val 16667" name="adj"/>
            </a:avLst>
          </a:prstGeom>
          <a:solidFill>
            <a:srgbClr val="FFF2CC"/>
          </a:solidFill>
          <a:ln>
            <a:noFill/>
          </a:ln>
          <a:effectLst>
            <a:outerShdw blurRad="57150" rotWithShape="0" algn="bl" dir="5400000" dist="19050">
              <a:srgbClr val="000000">
                <a:alpha val="49800"/>
              </a:srgbClr>
            </a:outerShdw>
          </a:effectLst>
        </p:spPr>
        <p:txBody>
          <a:bodyPr anchorCtr="0" anchor="ctr" bIns="18000" lIns="18000" spcFirstLastPara="1" rIns="18000" wrap="square" tIns="18000">
            <a:noAutofit/>
          </a:bodyPr>
          <a:lstStyle/>
          <a:p>
            <a:pPr indent="0" lvl="0" marL="0" marR="0" rtl="0" algn="ctr">
              <a:lnSpc>
                <a:spcPct val="100000"/>
              </a:lnSpc>
              <a:spcBef>
                <a:spcPts val="0"/>
              </a:spcBef>
              <a:spcAft>
                <a:spcPts val="0"/>
              </a:spcAft>
              <a:buClr>
                <a:srgbClr val="000000"/>
              </a:buClr>
              <a:buSzPts val="900"/>
              <a:buFont typeface="Arial"/>
              <a:buNone/>
            </a:pPr>
            <a:r>
              <a:rPr b="1" lang="es-419" sz="900">
                <a:latin typeface="Arvo"/>
                <a:ea typeface="Arvo"/>
                <a:cs typeface="Arvo"/>
                <a:sym typeface="Arvo"/>
              </a:rPr>
              <a:t>¿Cuándo?</a:t>
            </a:r>
            <a:endParaRPr b="1" i="0" sz="900" u="none" cap="none" strike="noStrike">
              <a:solidFill>
                <a:srgbClr val="000000"/>
              </a:solidFill>
              <a:latin typeface="Arvo"/>
              <a:ea typeface="Arvo"/>
              <a:cs typeface="Arvo"/>
              <a:sym typeface="Arvo"/>
            </a:endParaRPr>
          </a:p>
        </p:txBody>
      </p:sp>
      <p:sp>
        <p:nvSpPr>
          <p:cNvPr id="10437" name="Google Shape;10437;p175"/>
          <p:cNvSpPr/>
          <p:nvPr/>
        </p:nvSpPr>
        <p:spPr>
          <a:xfrm>
            <a:off x="4687703" y="843897"/>
            <a:ext cx="1592700" cy="408600"/>
          </a:xfrm>
          <a:prstGeom prst="roundRect">
            <a:avLst>
              <a:gd fmla="val 16667" name="adj"/>
            </a:avLst>
          </a:prstGeom>
          <a:solidFill>
            <a:srgbClr val="F4CCCC"/>
          </a:solidFill>
          <a:ln>
            <a:noFill/>
          </a:ln>
          <a:effectLst>
            <a:outerShdw blurRad="57150" rotWithShape="0" algn="bl" dir="5400000" dist="19050">
              <a:srgbClr val="000000">
                <a:alpha val="49800"/>
              </a:srgbClr>
            </a:outerShdw>
          </a:effectLst>
        </p:spPr>
        <p:txBody>
          <a:bodyPr anchorCtr="0" anchor="ctr" bIns="18000" lIns="18000" spcFirstLastPara="1" rIns="18000" wrap="square" tIns="18000">
            <a:noAutofit/>
          </a:bodyPr>
          <a:lstStyle/>
          <a:p>
            <a:pPr indent="0" lvl="0" marL="0" marR="0" rtl="0" algn="ctr">
              <a:lnSpc>
                <a:spcPct val="100000"/>
              </a:lnSpc>
              <a:spcBef>
                <a:spcPts val="0"/>
              </a:spcBef>
              <a:spcAft>
                <a:spcPts val="0"/>
              </a:spcAft>
              <a:buClr>
                <a:srgbClr val="000000"/>
              </a:buClr>
              <a:buSzPts val="900"/>
              <a:buFont typeface="Arial"/>
              <a:buNone/>
            </a:pPr>
            <a:r>
              <a:rPr b="1" lang="es-419" sz="900">
                <a:latin typeface="Arvo"/>
                <a:ea typeface="Arvo"/>
                <a:cs typeface="Arvo"/>
                <a:sym typeface="Arvo"/>
              </a:rPr>
              <a:t>¿Dónde?</a:t>
            </a:r>
            <a:endParaRPr b="1" i="0" sz="900" u="none" cap="none" strike="noStrike">
              <a:solidFill>
                <a:srgbClr val="000000"/>
              </a:solidFill>
              <a:latin typeface="Arvo"/>
              <a:ea typeface="Arvo"/>
              <a:cs typeface="Arvo"/>
              <a:sym typeface="Arvo"/>
            </a:endParaRPr>
          </a:p>
        </p:txBody>
      </p:sp>
      <p:sp>
        <p:nvSpPr>
          <p:cNvPr id="10438" name="Google Shape;10438;p175"/>
          <p:cNvSpPr/>
          <p:nvPr/>
        </p:nvSpPr>
        <p:spPr>
          <a:xfrm>
            <a:off x="1169479" y="843909"/>
            <a:ext cx="1631400" cy="448500"/>
          </a:xfrm>
          <a:prstGeom prst="roundRect">
            <a:avLst>
              <a:gd fmla="val 16667" name="adj"/>
            </a:avLst>
          </a:prstGeom>
          <a:solidFill>
            <a:srgbClr val="FFF2CC"/>
          </a:solidFill>
          <a:ln>
            <a:noFill/>
          </a:ln>
          <a:effectLst>
            <a:outerShdw blurRad="57150" rotWithShape="0" algn="bl" dir="5400000" dist="19050">
              <a:srgbClr val="000000">
                <a:alpha val="49800"/>
              </a:srgbClr>
            </a:outerShdw>
          </a:effectLst>
        </p:spPr>
        <p:txBody>
          <a:bodyPr anchorCtr="0" anchor="ctr" bIns="18000" lIns="18000" spcFirstLastPara="1" rIns="18000" wrap="square" tIns="18000">
            <a:noAutofit/>
          </a:bodyPr>
          <a:lstStyle/>
          <a:p>
            <a:pPr indent="0" lvl="0" marL="0" rtl="0" algn="ctr">
              <a:spcBef>
                <a:spcPts val="0"/>
              </a:spcBef>
              <a:spcAft>
                <a:spcPts val="0"/>
              </a:spcAft>
              <a:buClr>
                <a:srgbClr val="000000"/>
              </a:buClr>
              <a:buSzPts val="1100"/>
              <a:buFont typeface="Arial"/>
              <a:buNone/>
            </a:pPr>
            <a:r>
              <a:rPr b="1" lang="es-419" sz="900">
                <a:solidFill>
                  <a:srgbClr val="000000"/>
                </a:solidFill>
              </a:rPr>
              <a:t>¿Quién? </a:t>
            </a:r>
            <a:endParaRPr b="1" sz="900">
              <a:solidFill>
                <a:srgbClr val="000000"/>
              </a:solidFill>
            </a:endParaRPr>
          </a:p>
          <a:p>
            <a:pPr indent="0" lvl="0" marL="0" rtl="0" algn="ctr">
              <a:spcBef>
                <a:spcPts val="0"/>
              </a:spcBef>
              <a:spcAft>
                <a:spcPts val="0"/>
              </a:spcAft>
              <a:buClr>
                <a:srgbClr val="000000"/>
              </a:buClr>
              <a:buSzPts val="1100"/>
              <a:buFont typeface="Arial"/>
              <a:buNone/>
            </a:pPr>
            <a:r>
              <a:rPr b="1" lang="es-419" sz="600">
                <a:solidFill>
                  <a:srgbClr val="000000"/>
                </a:solidFill>
              </a:rPr>
              <a:t>R = responsable. A = Aprobador. C = Consultado. I = Informado. </a:t>
            </a:r>
            <a:endParaRPr b="1" sz="600">
              <a:latin typeface="Arvo"/>
              <a:ea typeface="Arvo"/>
              <a:cs typeface="Arvo"/>
              <a:sym typeface="Arvo"/>
            </a:endParaRPr>
          </a:p>
        </p:txBody>
      </p:sp>
      <p:sp>
        <p:nvSpPr>
          <p:cNvPr id="10439" name="Google Shape;10439;p175"/>
          <p:cNvSpPr/>
          <p:nvPr/>
        </p:nvSpPr>
        <p:spPr>
          <a:xfrm>
            <a:off x="250802" y="843897"/>
            <a:ext cx="781500" cy="448500"/>
          </a:xfrm>
          <a:prstGeom prst="roundRect">
            <a:avLst>
              <a:gd fmla="val 16667" name="adj"/>
            </a:avLst>
          </a:prstGeom>
          <a:solidFill>
            <a:srgbClr val="F3F3F3"/>
          </a:solidFill>
          <a:ln>
            <a:noFill/>
          </a:ln>
          <a:effectLst>
            <a:outerShdw blurRad="57150" rotWithShape="0" algn="bl" dir="5400000" dist="19050">
              <a:srgbClr val="000000">
                <a:alpha val="49800"/>
              </a:srgbClr>
            </a:outerShdw>
          </a:effectLst>
        </p:spPr>
        <p:txBody>
          <a:bodyPr anchorCtr="0" anchor="ctr" bIns="18000" lIns="18000" spcFirstLastPara="1" rIns="18000" wrap="square" tIns="18000">
            <a:noAutofit/>
          </a:bodyPr>
          <a:lstStyle/>
          <a:p>
            <a:pPr indent="0" lvl="0" marL="0" marR="0" rtl="0" algn="ctr">
              <a:lnSpc>
                <a:spcPct val="100000"/>
              </a:lnSpc>
              <a:spcBef>
                <a:spcPts val="0"/>
              </a:spcBef>
              <a:spcAft>
                <a:spcPts val="0"/>
              </a:spcAft>
              <a:buClr>
                <a:srgbClr val="000000"/>
              </a:buClr>
              <a:buSzPts val="900"/>
              <a:buFont typeface="Arial"/>
              <a:buNone/>
            </a:pPr>
            <a:r>
              <a:rPr b="1" lang="es-419" sz="900">
                <a:latin typeface="Arvo"/>
                <a:ea typeface="Arvo"/>
                <a:cs typeface="Arvo"/>
                <a:sym typeface="Arvo"/>
              </a:rPr>
              <a:t>¿Cómo?</a:t>
            </a:r>
            <a:endParaRPr b="1" i="0" sz="900" u="none" cap="none" strike="noStrike">
              <a:solidFill>
                <a:srgbClr val="000000"/>
              </a:solidFill>
              <a:latin typeface="Arvo"/>
              <a:ea typeface="Arvo"/>
              <a:cs typeface="Arvo"/>
              <a:sym typeface="Arvo"/>
            </a:endParaRPr>
          </a:p>
        </p:txBody>
      </p:sp>
      <p:sp>
        <p:nvSpPr>
          <p:cNvPr id="10440" name="Google Shape;10440;p175"/>
          <p:cNvSpPr/>
          <p:nvPr/>
        </p:nvSpPr>
        <p:spPr>
          <a:xfrm>
            <a:off x="7375550" y="843897"/>
            <a:ext cx="2434800" cy="408900"/>
          </a:xfrm>
          <a:prstGeom prst="roundRect">
            <a:avLst>
              <a:gd fmla="val 16667" name="adj"/>
            </a:avLst>
          </a:prstGeom>
          <a:solidFill>
            <a:srgbClr val="B4A7D6"/>
          </a:solidFill>
          <a:ln>
            <a:noFill/>
          </a:ln>
          <a:effectLst>
            <a:outerShdw blurRad="57150" rotWithShape="0" algn="bl" dir="5400000" dist="19050">
              <a:srgbClr val="000000">
                <a:alpha val="49800"/>
              </a:srgbClr>
            </a:outerShdw>
          </a:effectLst>
        </p:spPr>
        <p:txBody>
          <a:bodyPr anchorCtr="0" anchor="ctr" bIns="18000" lIns="18000" spcFirstLastPara="1" rIns="18000" wrap="square" tIns="18000">
            <a:noAutofit/>
          </a:bodyPr>
          <a:lstStyle/>
          <a:p>
            <a:pPr indent="0" lvl="0" marL="0" marR="0" rtl="0" algn="ctr">
              <a:lnSpc>
                <a:spcPct val="100000"/>
              </a:lnSpc>
              <a:spcBef>
                <a:spcPts val="0"/>
              </a:spcBef>
              <a:spcAft>
                <a:spcPts val="0"/>
              </a:spcAft>
              <a:buClr>
                <a:srgbClr val="000000"/>
              </a:buClr>
              <a:buSzPts val="900"/>
              <a:buFont typeface="Arial"/>
              <a:buNone/>
            </a:pPr>
            <a:r>
              <a:rPr b="1" lang="es-419" sz="900">
                <a:latin typeface="Arvo"/>
                <a:ea typeface="Arvo"/>
                <a:cs typeface="Arvo"/>
                <a:sym typeface="Arvo"/>
              </a:rPr>
              <a:t>¿Por qué?</a:t>
            </a:r>
            <a:endParaRPr b="1" sz="900">
              <a:latin typeface="Arvo"/>
              <a:ea typeface="Arvo"/>
              <a:cs typeface="Arvo"/>
              <a:sym typeface="Arvo"/>
            </a:endParaRPr>
          </a:p>
        </p:txBody>
      </p:sp>
      <p:sp>
        <p:nvSpPr>
          <p:cNvPr id="10441" name="Google Shape;10441;p175"/>
          <p:cNvSpPr txBox="1"/>
          <p:nvPr/>
        </p:nvSpPr>
        <p:spPr>
          <a:xfrm>
            <a:off x="9027247" y="1335932"/>
            <a:ext cx="781500" cy="370800"/>
          </a:xfrm>
          <a:prstGeom prst="rect">
            <a:avLst/>
          </a:prstGeom>
          <a:solidFill>
            <a:srgbClr val="B4A7D6"/>
          </a:solidFill>
          <a:ln>
            <a:noFill/>
          </a:ln>
          <a:effectLst>
            <a:outerShdw blurRad="57150" rotWithShape="0" algn="bl" dir="2160000" dist="19050">
              <a:srgbClr val="000000">
                <a:alpha val="78000"/>
              </a:srgbClr>
            </a:outerShdw>
          </a:effectLst>
        </p:spPr>
        <p:txBody>
          <a:bodyPr anchorCtr="0" anchor="ctr" bIns="18000" lIns="18000" spcFirstLastPara="1" rIns="18000" wrap="square" tIns="18000">
            <a:noAutofit/>
          </a:bodyPr>
          <a:lstStyle/>
          <a:p>
            <a:pPr indent="0" lvl="0" marL="0" rtl="0" algn="ctr">
              <a:spcBef>
                <a:spcPts val="0"/>
              </a:spcBef>
              <a:spcAft>
                <a:spcPts val="0"/>
              </a:spcAft>
              <a:buNone/>
            </a:pPr>
            <a:r>
              <a:rPr b="1" lang="es-419" sz="600">
                <a:latin typeface="Arvo"/>
                <a:ea typeface="Arvo"/>
                <a:cs typeface="Arvo"/>
                <a:sym typeface="Arvo"/>
              </a:rPr>
              <a:t>Punto de control / regla de negocio</a:t>
            </a:r>
            <a:endParaRPr b="1" sz="600">
              <a:latin typeface="Arvo"/>
              <a:ea typeface="Arvo"/>
              <a:cs typeface="Arvo"/>
              <a:sym typeface="Arvo"/>
            </a:endParaRPr>
          </a:p>
        </p:txBody>
      </p:sp>
      <p:sp>
        <p:nvSpPr>
          <p:cNvPr id="10442" name="Google Shape;10442;p175"/>
          <p:cNvSpPr txBox="1"/>
          <p:nvPr/>
        </p:nvSpPr>
        <p:spPr>
          <a:xfrm>
            <a:off x="8202044" y="1335932"/>
            <a:ext cx="781500" cy="370800"/>
          </a:xfrm>
          <a:prstGeom prst="rect">
            <a:avLst/>
          </a:prstGeom>
          <a:solidFill>
            <a:srgbClr val="B4A7D6"/>
          </a:solidFill>
          <a:ln>
            <a:noFill/>
          </a:ln>
          <a:effectLst>
            <a:outerShdw blurRad="57150" rotWithShape="0" algn="bl" dir="2160000" dist="19050">
              <a:srgbClr val="000000">
                <a:alpha val="78000"/>
              </a:srgbClr>
            </a:outerShdw>
          </a:effectLst>
        </p:spPr>
        <p:txBody>
          <a:bodyPr anchorCtr="0" anchor="ctr" bIns="18000" lIns="18000" spcFirstLastPara="1" rIns="18000" wrap="square" tIns="18000">
            <a:noAutofit/>
          </a:bodyPr>
          <a:lstStyle/>
          <a:p>
            <a:pPr indent="0" lvl="0" marL="0" rtl="0" algn="ctr">
              <a:spcBef>
                <a:spcPts val="0"/>
              </a:spcBef>
              <a:spcAft>
                <a:spcPts val="0"/>
              </a:spcAft>
              <a:buNone/>
            </a:pPr>
            <a:r>
              <a:rPr b="1" lang="es-419" sz="600">
                <a:latin typeface="Arvo"/>
                <a:ea typeface="Arvo"/>
                <a:cs typeface="Arvo"/>
                <a:sym typeface="Arvo"/>
              </a:rPr>
              <a:t>¿Por qué lo hace?</a:t>
            </a:r>
            <a:endParaRPr b="1" sz="600">
              <a:latin typeface="Arvo"/>
              <a:ea typeface="Arvo"/>
              <a:cs typeface="Arvo"/>
              <a:sym typeface="Arvo"/>
            </a:endParaRPr>
          </a:p>
        </p:txBody>
      </p:sp>
      <p:sp>
        <p:nvSpPr>
          <p:cNvPr id="10443" name="Google Shape;10443;p175"/>
          <p:cNvSpPr txBox="1"/>
          <p:nvPr/>
        </p:nvSpPr>
        <p:spPr>
          <a:xfrm>
            <a:off x="7376842" y="1335932"/>
            <a:ext cx="781500" cy="370800"/>
          </a:xfrm>
          <a:prstGeom prst="rect">
            <a:avLst/>
          </a:prstGeom>
          <a:solidFill>
            <a:srgbClr val="B4A7D6"/>
          </a:solidFill>
          <a:ln>
            <a:noFill/>
          </a:ln>
          <a:effectLst>
            <a:outerShdw blurRad="57150" rotWithShape="0" algn="bl" dir="2160000" dist="19050">
              <a:srgbClr val="000000">
                <a:alpha val="78000"/>
              </a:srgbClr>
            </a:outerShdw>
          </a:effectLst>
        </p:spPr>
        <p:txBody>
          <a:bodyPr anchorCtr="0" anchor="ctr" bIns="18000" lIns="18000" spcFirstLastPara="1" rIns="18000" wrap="square" tIns="18000">
            <a:noAutofit/>
          </a:bodyPr>
          <a:lstStyle/>
          <a:p>
            <a:pPr indent="0" lvl="0" marL="0" rtl="0" algn="ctr">
              <a:spcBef>
                <a:spcPts val="0"/>
              </a:spcBef>
              <a:spcAft>
                <a:spcPts val="0"/>
              </a:spcAft>
              <a:buNone/>
            </a:pPr>
            <a:r>
              <a:rPr b="1" lang="es-419" sz="600">
                <a:latin typeface="Arvo"/>
                <a:ea typeface="Arvo"/>
                <a:cs typeface="Arvo"/>
                <a:sym typeface="Arvo"/>
              </a:rPr>
              <a:t>¿Qué necesita para iniciar?</a:t>
            </a:r>
            <a:endParaRPr b="1" sz="600">
              <a:latin typeface="Arvo"/>
              <a:ea typeface="Arvo"/>
              <a:cs typeface="Arvo"/>
              <a:sym typeface="Arvo"/>
            </a:endParaRPr>
          </a:p>
        </p:txBody>
      </p:sp>
      <p:sp>
        <p:nvSpPr>
          <p:cNvPr id="10444" name="Google Shape;10444;p175"/>
          <p:cNvSpPr txBox="1"/>
          <p:nvPr/>
        </p:nvSpPr>
        <p:spPr>
          <a:xfrm>
            <a:off x="6438453" y="1335932"/>
            <a:ext cx="781500" cy="370800"/>
          </a:xfrm>
          <a:prstGeom prst="rect">
            <a:avLst/>
          </a:prstGeom>
          <a:solidFill>
            <a:srgbClr val="FFF2CC"/>
          </a:solidFill>
          <a:ln>
            <a:noFill/>
          </a:ln>
          <a:effectLst>
            <a:outerShdw blurRad="57150" rotWithShape="0" algn="bl" dir="2160000" dist="19050">
              <a:srgbClr val="000000">
                <a:alpha val="78000"/>
              </a:srgbClr>
            </a:outerShdw>
          </a:effectLst>
        </p:spPr>
        <p:txBody>
          <a:bodyPr anchorCtr="0" anchor="ctr" bIns="18000" lIns="18000" spcFirstLastPara="1" rIns="18000" wrap="square" tIns="18000">
            <a:noAutofit/>
          </a:bodyPr>
          <a:lstStyle/>
          <a:p>
            <a:pPr indent="0" lvl="0" marL="0" rtl="0" algn="ctr">
              <a:spcBef>
                <a:spcPts val="0"/>
              </a:spcBef>
              <a:spcAft>
                <a:spcPts val="0"/>
              </a:spcAft>
              <a:buNone/>
            </a:pPr>
            <a:r>
              <a:rPr b="1" lang="es-419" sz="600">
                <a:latin typeface="Arvo"/>
                <a:ea typeface="Arvo"/>
                <a:cs typeface="Arvo"/>
                <a:sym typeface="Arvo"/>
              </a:rPr>
              <a:t>¿Cuándo lo hace?</a:t>
            </a:r>
            <a:endParaRPr b="1" sz="600">
              <a:latin typeface="Arvo"/>
              <a:ea typeface="Arvo"/>
              <a:cs typeface="Arvo"/>
              <a:sym typeface="Arvo"/>
            </a:endParaRPr>
          </a:p>
        </p:txBody>
      </p:sp>
      <p:sp>
        <p:nvSpPr>
          <p:cNvPr id="10445" name="Google Shape;10445;p175"/>
          <p:cNvSpPr txBox="1"/>
          <p:nvPr/>
        </p:nvSpPr>
        <p:spPr>
          <a:xfrm>
            <a:off x="5504571" y="1335932"/>
            <a:ext cx="781500" cy="370800"/>
          </a:xfrm>
          <a:prstGeom prst="rect">
            <a:avLst/>
          </a:prstGeom>
          <a:solidFill>
            <a:srgbClr val="F4CCCC"/>
          </a:solidFill>
          <a:ln>
            <a:noFill/>
          </a:ln>
          <a:effectLst>
            <a:outerShdw blurRad="57150" rotWithShape="0" algn="bl" dir="2160000" dist="19050">
              <a:srgbClr val="000000">
                <a:alpha val="78000"/>
              </a:srgbClr>
            </a:outerShdw>
          </a:effectLst>
        </p:spPr>
        <p:txBody>
          <a:bodyPr anchorCtr="0" anchor="ctr" bIns="18000" lIns="18000" spcFirstLastPara="1" rIns="18000" wrap="square" tIns="18000">
            <a:noAutofit/>
          </a:bodyPr>
          <a:lstStyle/>
          <a:p>
            <a:pPr indent="0" lvl="0" marL="0" rtl="0" algn="ctr">
              <a:spcBef>
                <a:spcPts val="0"/>
              </a:spcBef>
              <a:spcAft>
                <a:spcPts val="0"/>
              </a:spcAft>
              <a:buNone/>
            </a:pPr>
            <a:r>
              <a:rPr b="1" lang="es-419" sz="600">
                <a:latin typeface="Arvo"/>
                <a:ea typeface="Arvo"/>
                <a:cs typeface="Arvo"/>
                <a:sym typeface="Arvo"/>
              </a:rPr>
              <a:t>¿Dónde lo hace?</a:t>
            </a:r>
            <a:endParaRPr b="1" sz="600">
              <a:latin typeface="Arvo"/>
              <a:ea typeface="Arvo"/>
              <a:cs typeface="Arvo"/>
              <a:sym typeface="Arvo"/>
            </a:endParaRPr>
          </a:p>
        </p:txBody>
      </p:sp>
      <p:sp>
        <p:nvSpPr>
          <p:cNvPr id="10446" name="Google Shape;10446;p175"/>
          <p:cNvSpPr txBox="1"/>
          <p:nvPr/>
        </p:nvSpPr>
        <p:spPr>
          <a:xfrm>
            <a:off x="4679368" y="1335932"/>
            <a:ext cx="781500" cy="370800"/>
          </a:xfrm>
          <a:prstGeom prst="rect">
            <a:avLst/>
          </a:prstGeom>
          <a:solidFill>
            <a:srgbClr val="F4CCCC"/>
          </a:solidFill>
          <a:ln>
            <a:noFill/>
          </a:ln>
          <a:effectLst>
            <a:outerShdw blurRad="57150" rotWithShape="0" algn="bl" dir="2160000" dist="19050">
              <a:srgbClr val="000000">
                <a:alpha val="78000"/>
              </a:srgbClr>
            </a:outerShdw>
          </a:effectLst>
        </p:spPr>
        <p:txBody>
          <a:bodyPr anchorCtr="0" anchor="ctr" bIns="18000" lIns="18000" spcFirstLastPara="1" rIns="18000" wrap="square" tIns="18000">
            <a:noAutofit/>
          </a:bodyPr>
          <a:lstStyle/>
          <a:p>
            <a:pPr indent="0" lvl="0" marL="0" rtl="0" algn="ctr">
              <a:spcBef>
                <a:spcPts val="0"/>
              </a:spcBef>
              <a:spcAft>
                <a:spcPts val="0"/>
              </a:spcAft>
              <a:buNone/>
            </a:pPr>
            <a:r>
              <a:rPr b="1" lang="es-419" sz="600">
                <a:latin typeface="Arvo"/>
                <a:ea typeface="Arvo"/>
                <a:cs typeface="Arvo"/>
                <a:sym typeface="Arvo"/>
              </a:rPr>
              <a:t>¿Recursos con que lo hace?</a:t>
            </a:r>
            <a:endParaRPr b="1" sz="600">
              <a:latin typeface="Arvo"/>
              <a:ea typeface="Arvo"/>
              <a:cs typeface="Arvo"/>
              <a:sym typeface="Arvo"/>
            </a:endParaRPr>
          </a:p>
        </p:txBody>
      </p:sp>
      <p:sp>
        <p:nvSpPr>
          <p:cNvPr id="10447" name="Google Shape;10447;p175"/>
          <p:cNvSpPr txBox="1"/>
          <p:nvPr/>
        </p:nvSpPr>
        <p:spPr>
          <a:xfrm>
            <a:off x="249876" y="1335932"/>
            <a:ext cx="781500" cy="370800"/>
          </a:xfrm>
          <a:prstGeom prst="rect">
            <a:avLst/>
          </a:prstGeom>
          <a:solidFill>
            <a:srgbClr val="F3F3F3"/>
          </a:solidFill>
          <a:ln>
            <a:noFill/>
          </a:ln>
          <a:effectLst>
            <a:outerShdw blurRad="57150" rotWithShape="0" algn="bl" dir="2160000" dist="19050">
              <a:srgbClr val="000000">
                <a:alpha val="78000"/>
              </a:srgbClr>
            </a:outerShdw>
          </a:effectLst>
        </p:spPr>
        <p:txBody>
          <a:bodyPr anchorCtr="0" anchor="ctr" bIns="18000" lIns="18000" spcFirstLastPara="1" rIns="18000" wrap="square" tIns="18000">
            <a:noAutofit/>
          </a:bodyPr>
          <a:lstStyle/>
          <a:p>
            <a:pPr indent="0" lvl="0" marL="0" rtl="0" algn="ctr">
              <a:spcBef>
                <a:spcPts val="0"/>
              </a:spcBef>
              <a:spcAft>
                <a:spcPts val="0"/>
              </a:spcAft>
              <a:buNone/>
            </a:pPr>
            <a:r>
              <a:rPr b="1" lang="es-419" sz="600">
                <a:latin typeface="Arvo"/>
                <a:ea typeface="Arvo"/>
                <a:cs typeface="Arvo"/>
                <a:sym typeface="Arvo"/>
              </a:rPr>
              <a:t>¿Actividad?</a:t>
            </a:r>
            <a:endParaRPr b="1" sz="600">
              <a:latin typeface="Arvo"/>
              <a:ea typeface="Arvo"/>
              <a:cs typeface="Arvo"/>
              <a:sym typeface="Arvo"/>
            </a:endParaRPr>
          </a:p>
        </p:txBody>
      </p:sp>
      <p:sp>
        <p:nvSpPr>
          <p:cNvPr id="10448" name="Google Shape;10448;p175"/>
          <p:cNvSpPr txBox="1"/>
          <p:nvPr/>
        </p:nvSpPr>
        <p:spPr>
          <a:xfrm>
            <a:off x="1995967" y="1335932"/>
            <a:ext cx="781500" cy="370800"/>
          </a:xfrm>
          <a:prstGeom prst="rect">
            <a:avLst/>
          </a:prstGeom>
          <a:solidFill>
            <a:srgbClr val="FFF2CC"/>
          </a:solidFill>
          <a:ln>
            <a:noFill/>
          </a:ln>
          <a:effectLst>
            <a:outerShdw blurRad="57150" rotWithShape="0" algn="bl" dir="2160000" dist="19050">
              <a:srgbClr val="000000">
                <a:alpha val="78000"/>
              </a:srgbClr>
            </a:outerShdw>
          </a:effectLst>
        </p:spPr>
        <p:txBody>
          <a:bodyPr anchorCtr="0" anchor="ctr" bIns="18000" lIns="18000" spcFirstLastPara="1" rIns="18000" wrap="square" tIns="18000">
            <a:noAutofit/>
          </a:bodyPr>
          <a:lstStyle/>
          <a:p>
            <a:pPr indent="0" lvl="0" marL="0" rtl="0" algn="ctr">
              <a:spcBef>
                <a:spcPts val="0"/>
              </a:spcBef>
              <a:spcAft>
                <a:spcPts val="0"/>
              </a:spcAft>
              <a:buNone/>
            </a:pPr>
            <a:r>
              <a:rPr b="1" lang="es-419" sz="600">
                <a:latin typeface="Arvo"/>
                <a:ea typeface="Arvo"/>
                <a:cs typeface="Arvo"/>
                <a:sym typeface="Arvo"/>
              </a:rPr>
              <a:t>¿Roles externos?</a:t>
            </a:r>
            <a:endParaRPr b="1" sz="600">
              <a:latin typeface="Arvo"/>
              <a:ea typeface="Arvo"/>
              <a:cs typeface="Arvo"/>
              <a:sym typeface="Arvo"/>
            </a:endParaRPr>
          </a:p>
        </p:txBody>
      </p:sp>
      <p:sp>
        <p:nvSpPr>
          <p:cNvPr id="10449" name="Google Shape;10449;p175"/>
          <p:cNvSpPr txBox="1"/>
          <p:nvPr/>
        </p:nvSpPr>
        <p:spPr>
          <a:xfrm>
            <a:off x="1170765" y="1335932"/>
            <a:ext cx="781500" cy="370800"/>
          </a:xfrm>
          <a:prstGeom prst="rect">
            <a:avLst/>
          </a:prstGeom>
          <a:solidFill>
            <a:srgbClr val="FFF2CC"/>
          </a:solidFill>
          <a:ln>
            <a:noFill/>
          </a:ln>
          <a:effectLst>
            <a:outerShdw blurRad="57150" rotWithShape="0" algn="bl" dir="2160000" dist="19050">
              <a:srgbClr val="000000">
                <a:alpha val="78000"/>
              </a:srgbClr>
            </a:outerShdw>
          </a:effectLst>
        </p:spPr>
        <p:txBody>
          <a:bodyPr anchorCtr="0" anchor="ctr" bIns="18000" lIns="18000" spcFirstLastPara="1" rIns="18000" wrap="square" tIns="18000">
            <a:noAutofit/>
          </a:bodyPr>
          <a:lstStyle/>
          <a:p>
            <a:pPr indent="0" lvl="0" marL="0" rtl="0" algn="ctr">
              <a:spcBef>
                <a:spcPts val="0"/>
              </a:spcBef>
              <a:spcAft>
                <a:spcPts val="0"/>
              </a:spcAft>
              <a:buNone/>
            </a:pPr>
            <a:r>
              <a:rPr b="1" lang="es-419" sz="600">
                <a:latin typeface="Arvo"/>
                <a:ea typeface="Arvo"/>
                <a:cs typeface="Arvo"/>
                <a:sym typeface="Arvo"/>
              </a:rPr>
              <a:t>¿Roles internos?</a:t>
            </a:r>
            <a:endParaRPr b="1" sz="600">
              <a:latin typeface="Arvo"/>
              <a:ea typeface="Arvo"/>
              <a:cs typeface="Arvo"/>
              <a:sym typeface="Arvo"/>
            </a:endParaRPr>
          </a:p>
        </p:txBody>
      </p:sp>
      <p:sp>
        <p:nvSpPr>
          <p:cNvPr id="10450" name="Google Shape;10450;p175"/>
          <p:cNvSpPr/>
          <p:nvPr/>
        </p:nvSpPr>
        <p:spPr>
          <a:xfrm>
            <a:off x="265150" y="6300982"/>
            <a:ext cx="7965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sp>
        <p:nvSpPr>
          <p:cNvPr id="10451" name="Google Shape;10451;p175"/>
          <p:cNvSpPr/>
          <p:nvPr/>
        </p:nvSpPr>
        <p:spPr>
          <a:xfrm>
            <a:off x="1180835" y="6300982"/>
            <a:ext cx="16236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cxnSp>
        <p:nvCxnSpPr>
          <p:cNvPr id="10452" name="Google Shape;10452;p175"/>
          <p:cNvCxnSpPr/>
          <p:nvPr/>
        </p:nvCxnSpPr>
        <p:spPr>
          <a:xfrm>
            <a:off x="1973040" y="6296451"/>
            <a:ext cx="2700" cy="446700"/>
          </a:xfrm>
          <a:prstGeom prst="straightConnector1">
            <a:avLst/>
          </a:prstGeom>
          <a:noFill/>
          <a:ln cap="flat" cmpd="sng" w="28575">
            <a:solidFill>
              <a:srgbClr val="D9D9D9"/>
            </a:solidFill>
            <a:prstDash val="solid"/>
            <a:round/>
            <a:headEnd len="sm" w="sm" type="none"/>
            <a:tailEnd len="sm" w="sm" type="none"/>
          </a:ln>
        </p:spPr>
      </p:cxnSp>
      <p:sp>
        <p:nvSpPr>
          <p:cNvPr id="10453" name="Google Shape;10453;p175"/>
          <p:cNvSpPr/>
          <p:nvPr/>
        </p:nvSpPr>
        <p:spPr>
          <a:xfrm>
            <a:off x="2923707" y="6300982"/>
            <a:ext cx="16236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cxnSp>
        <p:nvCxnSpPr>
          <p:cNvPr id="10454" name="Google Shape;10454;p175"/>
          <p:cNvCxnSpPr/>
          <p:nvPr/>
        </p:nvCxnSpPr>
        <p:spPr>
          <a:xfrm>
            <a:off x="3719255" y="6296597"/>
            <a:ext cx="2700" cy="446700"/>
          </a:xfrm>
          <a:prstGeom prst="straightConnector1">
            <a:avLst/>
          </a:prstGeom>
          <a:noFill/>
          <a:ln cap="flat" cmpd="sng" w="28575">
            <a:solidFill>
              <a:srgbClr val="D9D9D9"/>
            </a:solidFill>
            <a:prstDash val="solid"/>
            <a:round/>
            <a:headEnd len="sm" w="sm" type="none"/>
            <a:tailEnd len="sm" w="sm" type="none"/>
          </a:ln>
        </p:spPr>
      </p:cxnSp>
      <p:sp>
        <p:nvSpPr>
          <p:cNvPr id="10455" name="Google Shape;10455;p175"/>
          <p:cNvSpPr/>
          <p:nvPr/>
        </p:nvSpPr>
        <p:spPr>
          <a:xfrm>
            <a:off x="4666579" y="6300982"/>
            <a:ext cx="16236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cxnSp>
        <p:nvCxnSpPr>
          <p:cNvPr id="10456" name="Google Shape;10456;p175"/>
          <p:cNvCxnSpPr/>
          <p:nvPr/>
        </p:nvCxnSpPr>
        <p:spPr>
          <a:xfrm>
            <a:off x="5460999" y="6296438"/>
            <a:ext cx="2700" cy="446700"/>
          </a:xfrm>
          <a:prstGeom prst="straightConnector1">
            <a:avLst/>
          </a:prstGeom>
          <a:noFill/>
          <a:ln cap="flat" cmpd="sng" w="28575">
            <a:solidFill>
              <a:srgbClr val="D9D9D9"/>
            </a:solidFill>
            <a:prstDash val="solid"/>
            <a:round/>
            <a:headEnd len="sm" w="sm" type="none"/>
            <a:tailEnd len="sm" w="sm" type="none"/>
          </a:ln>
        </p:spPr>
      </p:cxnSp>
      <p:sp>
        <p:nvSpPr>
          <p:cNvPr id="10457" name="Google Shape;10457;p175"/>
          <p:cNvSpPr/>
          <p:nvPr/>
        </p:nvSpPr>
        <p:spPr>
          <a:xfrm>
            <a:off x="6419935" y="6300982"/>
            <a:ext cx="7965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sp>
        <p:nvSpPr>
          <p:cNvPr id="10458" name="Google Shape;10458;p175"/>
          <p:cNvSpPr/>
          <p:nvPr/>
        </p:nvSpPr>
        <p:spPr>
          <a:xfrm>
            <a:off x="7346104" y="6300982"/>
            <a:ext cx="24660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cxnSp>
        <p:nvCxnSpPr>
          <p:cNvPr id="10459" name="Google Shape;10459;p175"/>
          <p:cNvCxnSpPr/>
          <p:nvPr/>
        </p:nvCxnSpPr>
        <p:spPr>
          <a:xfrm>
            <a:off x="8161493" y="6296438"/>
            <a:ext cx="2700" cy="446700"/>
          </a:xfrm>
          <a:prstGeom prst="straightConnector1">
            <a:avLst/>
          </a:prstGeom>
          <a:noFill/>
          <a:ln cap="flat" cmpd="sng" w="28575">
            <a:solidFill>
              <a:srgbClr val="D9D9D9"/>
            </a:solidFill>
            <a:prstDash val="solid"/>
            <a:round/>
            <a:headEnd len="sm" w="sm" type="none"/>
            <a:tailEnd len="sm" w="sm" type="none"/>
          </a:ln>
        </p:spPr>
      </p:cxnSp>
      <p:cxnSp>
        <p:nvCxnSpPr>
          <p:cNvPr id="10460" name="Google Shape;10460;p175"/>
          <p:cNvCxnSpPr/>
          <p:nvPr/>
        </p:nvCxnSpPr>
        <p:spPr>
          <a:xfrm>
            <a:off x="8991625" y="6296475"/>
            <a:ext cx="2700" cy="446700"/>
          </a:xfrm>
          <a:prstGeom prst="straightConnector1">
            <a:avLst/>
          </a:prstGeom>
          <a:noFill/>
          <a:ln cap="flat" cmpd="sng" w="28575">
            <a:solidFill>
              <a:srgbClr val="D9D9D9"/>
            </a:solidFill>
            <a:prstDash val="solid"/>
            <a:round/>
            <a:headEnd len="sm" w="sm" type="none"/>
            <a:tailEnd len="sm" w="sm" type="none"/>
          </a:ln>
        </p:spPr>
      </p:cxnSp>
      <p:sp>
        <p:nvSpPr>
          <p:cNvPr id="10461" name="Google Shape;10461;p175"/>
          <p:cNvSpPr txBox="1"/>
          <p:nvPr>
            <p:ph idx="106" type="subTitle"/>
          </p:nvPr>
        </p:nvSpPr>
        <p:spPr>
          <a:xfrm>
            <a:off x="264731" y="6302624"/>
            <a:ext cx="7965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10462" name="Google Shape;10462;p175"/>
          <p:cNvSpPr txBox="1"/>
          <p:nvPr>
            <p:ph idx="107" type="subTitle"/>
          </p:nvPr>
        </p:nvSpPr>
        <p:spPr>
          <a:xfrm>
            <a:off x="1179154" y="6302624"/>
            <a:ext cx="7779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10463" name="Google Shape;10463;p175"/>
          <p:cNvSpPr txBox="1"/>
          <p:nvPr>
            <p:ph idx="108" type="subTitle"/>
          </p:nvPr>
        </p:nvSpPr>
        <p:spPr>
          <a:xfrm>
            <a:off x="1990053" y="6302624"/>
            <a:ext cx="8151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10464" name="Google Shape;10464;p175"/>
          <p:cNvSpPr txBox="1"/>
          <p:nvPr>
            <p:ph idx="109" type="subTitle"/>
          </p:nvPr>
        </p:nvSpPr>
        <p:spPr>
          <a:xfrm>
            <a:off x="2925232" y="6302624"/>
            <a:ext cx="7779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10465" name="Google Shape;10465;p175"/>
          <p:cNvSpPr txBox="1"/>
          <p:nvPr>
            <p:ph idx="110" type="subTitle"/>
          </p:nvPr>
        </p:nvSpPr>
        <p:spPr>
          <a:xfrm>
            <a:off x="3736126" y="6302624"/>
            <a:ext cx="8151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10466" name="Google Shape;10466;p175"/>
          <p:cNvSpPr txBox="1"/>
          <p:nvPr>
            <p:ph idx="111" type="subTitle"/>
          </p:nvPr>
        </p:nvSpPr>
        <p:spPr>
          <a:xfrm>
            <a:off x="4671309" y="6302624"/>
            <a:ext cx="7779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10467" name="Google Shape;10467;p175"/>
          <p:cNvSpPr txBox="1"/>
          <p:nvPr>
            <p:ph idx="112" type="subTitle"/>
          </p:nvPr>
        </p:nvSpPr>
        <p:spPr>
          <a:xfrm>
            <a:off x="5482203" y="6302624"/>
            <a:ext cx="8151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10468" name="Google Shape;10468;p175"/>
          <p:cNvSpPr txBox="1"/>
          <p:nvPr>
            <p:ph idx="113" type="subTitle"/>
          </p:nvPr>
        </p:nvSpPr>
        <p:spPr>
          <a:xfrm>
            <a:off x="6411959" y="6302619"/>
            <a:ext cx="8136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10469" name="Google Shape;10469;p175"/>
          <p:cNvSpPr txBox="1"/>
          <p:nvPr>
            <p:ph idx="114" type="subTitle"/>
          </p:nvPr>
        </p:nvSpPr>
        <p:spPr>
          <a:xfrm>
            <a:off x="7345671" y="6302624"/>
            <a:ext cx="7965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10470" name="Google Shape;10470;p175"/>
          <p:cNvSpPr txBox="1"/>
          <p:nvPr>
            <p:ph idx="115" type="subTitle"/>
          </p:nvPr>
        </p:nvSpPr>
        <p:spPr>
          <a:xfrm>
            <a:off x="8182670" y="6302624"/>
            <a:ext cx="7965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10471" name="Google Shape;10471;p175"/>
          <p:cNvSpPr txBox="1"/>
          <p:nvPr>
            <p:ph idx="116" type="subTitle"/>
          </p:nvPr>
        </p:nvSpPr>
        <p:spPr>
          <a:xfrm>
            <a:off x="9000144" y="6302624"/>
            <a:ext cx="8151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10472" name="Google Shape;10472;p175"/>
          <p:cNvSpPr txBox="1"/>
          <p:nvPr/>
        </p:nvSpPr>
        <p:spPr>
          <a:xfrm>
            <a:off x="84825" y="598125"/>
            <a:ext cx="595500" cy="205800"/>
          </a:xfrm>
          <a:prstGeom prst="rect">
            <a:avLst/>
          </a:prstGeom>
          <a:noFill/>
          <a:ln>
            <a:noFill/>
          </a:ln>
        </p:spPr>
        <p:txBody>
          <a:bodyPr anchorCtr="0" anchor="t" bIns="18000" lIns="18000" spcFirstLastPara="1" rIns="18000" wrap="square" tIns="18000">
            <a:spAutoFit/>
          </a:bodyPr>
          <a:lstStyle/>
          <a:p>
            <a:pPr indent="0" lvl="0" marL="0" rtl="0" algn="l">
              <a:spcBef>
                <a:spcPts val="0"/>
              </a:spcBef>
              <a:spcAft>
                <a:spcPts val="0"/>
              </a:spcAft>
              <a:buNone/>
            </a:pPr>
            <a:r>
              <a:rPr lang="es-419" sz="1100">
                <a:solidFill>
                  <a:srgbClr val="FFFFFF"/>
                </a:solidFill>
              </a:rPr>
              <a:t>Nombre:</a:t>
            </a:r>
            <a:endParaRPr sz="1100">
              <a:solidFill>
                <a:srgbClr val="FFFFFF"/>
              </a:solidFill>
            </a:endParaRPr>
          </a:p>
        </p:txBody>
      </p:sp>
      <p:sp>
        <p:nvSpPr>
          <p:cNvPr id="10473" name="Google Shape;10473;p175"/>
          <p:cNvSpPr txBox="1"/>
          <p:nvPr/>
        </p:nvSpPr>
        <p:spPr>
          <a:xfrm>
            <a:off x="3750158" y="1335932"/>
            <a:ext cx="781500" cy="370800"/>
          </a:xfrm>
          <a:prstGeom prst="rect">
            <a:avLst/>
          </a:prstGeom>
          <a:solidFill>
            <a:srgbClr val="D9EAD3"/>
          </a:solidFill>
          <a:ln>
            <a:noFill/>
          </a:ln>
          <a:effectLst>
            <a:outerShdw blurRad="57150" rotWithShape="0" algn="bl" dir="2160000" dist="19050">
              <a:srgbClr val="000000">
                <a:alpha val="78000"/>
              </a:srgbClr>
            </a:outerShdw>
          </a:effectLst>
        </p:spPr>
        <p:txBody>
          <a:bodyPr anchorCtr="0" anchor="ctr" bIns="18000" lIns="18000" spcFirstLastPara="1" rIns="18000" wrap="square" tIns="18000">
            <a:noAutofit/>
          </a:bodyPr>
          <a:lstStyle/>
          <a:p>
            <a:pPr indent="0" lvl="0" marL="0" rtl="0" algn="ctr">
              <a:spcBef>
                <a:spcPts val="0"/>
              </a:spcBef>
              <a:spcAft>
                <a:spcPts val="0"/>
              </a:spcAft>
              <a:buNone/>
            </a:pPr>
            <a:r>
              <a:rPr b="1" lang="es-419" sz="600">
                <a:latin typeface="Arvo"/>
                <a:ea typeface="Arvo"/>
                <a:cs typeface="Arvo"/>
                <a:sym typeface="Arvo"/>
              </a:rPr>
              <a:t>¿Información adicional del cliente o empresa?</a:t>
            </a:r>
            <a:endParaRPr b="1" sz="600">
              <a:latin typeface="Arvo"/>
              <a:ea typeface="Arvo"/>
              <a:cs typeface="Arvo"/>
              <a:sym typeface="Arvo"/>
            </a:endParaRPr>
          </a:p>
        </p:txBody>
      </p:sp>
      <p:sp>
        <p:nvSpPr>
          <p:cNvPr id="10474" name="Google Shape;10474;p175"/>
          <p:cNvSpPr txBox="1"/>
          <p:nvPr/>
        </p:nvSpPr>
        <p:spPr>
          <a:xfrm>
            <a:off x="2924956" y="1335932"/>
            <a:ext cx="781500" cy="370800"/>
          </a:xfrm>
          <a:prstGeom prst="rect">
            <a:avLst/>
          </a:prstGeom>
          <a:solidFill>
            <a:srgbClr val="D9EAD3"/>
          </a:solidFill>
          <a:ln>
            <a:noFill/>
          </a:ln>
          <a:effectLst>
            <a:outerShdw blurRad="57150" rotWithShape="0" algn="bl" dir="2160000" dist="19050">
              <a:srgbClr val="000000">
                <a:alpha val="78000"/>
              </a:srgbClr>
            </a:outerShdw>
          </a:effectLst>
        </p:spPr>
        <p:txBody>
          <a:bodyPr anchorCtr="0" anchor="ctr" bIns="18000" lIns="18000" spcFirstLastPara="1" rIns="18000" wrap="square" tIns="18000">
            <a:noAutofit/>
          </a:bodyPr>
          <a:lstStyle/>
          <a:p>
            <a:pPr indent="0" lvl="0" marL="0" rtl="0" algn="ctr">
              <a:spcBef>
                <a:spcPts val="0"/>
              </a:spcBef>
              <a:spcAft>
                <a:spcPts val="0"/>
              </a:spcAft>
              <a:buNone/>
            </a:pPr>
            <a:r>
              <a:rPr b="1" lang="es-419" sz="600">
                <a:latin typeface="Arvo"/>
                <a:ea typeface="Arvo"/>
                <a:cs typeface="Arvo"/>
                <a:sym typeface="Arvo"/>
              </a:rPr>
              <a:t>¿Información relevante o core?</a:t>
            </a:r>
            <a:endParaRPr b="1" sz="600">
              <a:latin typeface="Arvo"/>
              <a:ea typeface="Arvo"/>
              <a:cs typeface="Arvo"/>
              <a:sym typeface="Arvo"/>
            </a:endParaRPr>
          </a:p>
        </p:txBody>
      </p:sp>
    </p:spTree>
  </p:cSld>
  <p:clrMapOvr>
    <a:masterClrMapping/>
  </p:clrMapOvr>
</p:sldLayout>
</file>

<file path=ppt/slideLayouts/slideLayout17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0.2 Relaciones Estructurales del Dominio">
  <p:cSld name="TITLE_3_6_2">
    <p:spTree>
      <p:nvGrpSpPr>
        <p:cNvPr id="10475" name="Shape 10475"/>
        <p:cNvGrpSpPr/>
        <p:nvPr/>
      </p:nvGrpSpPr>
      <p:grpSpPr>
        <a:xfrm>
          <a:off x="0" y="0"/>
          <a:ext cx="0" cy="0"/>
          <a:chOff x="0" y="0"/>
          <a:chExt cx="0" cy="0"/>
        </a:xfrm>
      </p:grpSpPr>
      <p:sp>
        <p:nvSpPr>
          <p:cNvPr id="10476" name="Google Shape;10476;p176"/>
          <p:cNvSpPr/>
          <p:nvPr/>
        </p:nvSpPr>
        <p:spPr>
          <a:xfrm>
            <a:off x="77688" y="358938"/>
            <a:ext cx="9935700" cy="6438000"/>
          </a:xfrm>
          <a:prstGeom prst="roundRect">
            <a:avLst>
              <a:gd fmla="val 2618" name="adj"/>
            </a:avLst>
          </a:prstGeom>
          <a:solidFill>
            <a:srgbClr val="FFFFFF"/>
          </a:solidFill>
          <a:ln cap="flat" cmpd="sng" w="38100">
            <a:solidFill>
              <a:srgbClr val="000000"/>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477" name="Google Shape;10477;p176"/>
          <p:cNvCxnSpPr/>
          <p:nvPr/>
        </p:nvCxnSpPr>
        <p:spPr>
          <a:xfrm>
            <a:off x="77688" y="772614"/>
            <a:ext cx="9935700" cy="0"/>
          </a:xfrm>
          <a:prstGeom prst="straightConnector1">
            <a:avLst/>
          </a:prstGeom>
          <a:noFill/>
          <a:ln cap="flat" cmpd="sng" w="19050">
            <a:solidFill>
              <a:srgbClr val="000000"/>
            </a:solidFill>
            <a:prstDash val="solid"/>
            <a:round/>
            <a:headEnd len="med" w="med" type="none"/>
            <a:tailEnd len="med" w="med" type="none"/>
          </a:ln>
        </p:spPr>
      </p:cxnSp>
      <p:cxnSp>
        <p:nvCxnSpPr>
          <p:cNvPr id="10478" name="Google Shape;10478;p176"/>
          <p:cNvCxnSpPr/>
          <p:nvPr/>
        </p:nvCxnSpPr>
        <p:spPr>
          <a:xfrm rot="10800000">
            <a:off x="2439038" y="368188"/>
            <a:ext cx="0" cy="402300"/>
          </a:xfrm>
          <a:prstGeom prst="straightConnector1">
            <a:avLst/>
          </a:prstGeom>
          <a:noFill/>
          <a:ln cap="flat" cmpd="sng" w="19050">
            <a:solidFill>
              <a:srgbClr val="000000"/>
            </a:solidFill>
            <a:prstDash val="solid"/>
            <a:round/>
            <a:headEnd len="med" w="med" type="none"/>
            <a:tailEnd len="med" w="med" type="none"/>
          </a:ln>
        </p:spPr>
      </p:cxnSp>
      <p:sp>
        <p:nvSpPr>
          <p:cNvPr id="10479" name="Google Shape;10479;p176"/>
          <p:cNvSpPr/>
          <p:nvPr/>
        </p:nvSpPr>
        <p:spPr>
          <a:xfrm>
            <a:off x="77688" y="349338"/>
            <a:ext cx="2361300" cy="421200"/>
          </a:xfrm>
          <a:prstGeom prst="roundRect">
            <a:avLst>
              <a:gd fmla="val 50000" name="adj"/>
            </a:avLst>
          </a:prstGeom>
          <a:solidFill>
            <a:srgbClr val="000000"/>
          </a:solidFill>
          <a:ln cap="flat" cmpd="sng" w="9525">
            <a:solidFill>
              <a:srgbClr val="000000"/>
            </a:solidFill>
            <a:prstDash val="solid"/>
            <a:round/>
            <a:headEnd len="sm" w="sm" type="none"/>
            <a:tailEnd len="sm" w="sm" type="none"/>
          </a:ln>
        </p:spPr>
        <p:txBody>
          <a:bodyPr anchorCtr="0" anchor="ctr" bIns="91425" lIns="0" spcFirstLastPara="1" rIns="0" wrap="square" tIns="91425">
            <a:noAutofit/>
          </a:bodyPr>
          <a:lstStyle/>
          <a:p>
            <a:pPr indent="0" lvl="0" marL="0" rtl="0" algn="ctr">
              <a:spcBef>
                <a:spcPts val="0"/>
              </a:spcBef>
              <a:spcAft>
                <a:spcPts val="0"/>
              </a:spcAft>
              <a:buNone/>
            </a:pPr>
            <a:r>
              <a:rPr b="1" lang="es-419" sz="1100">
                <a:solidFill>
                  <a:srgbClr val="FFFFFF"/>
                </a:solidFill>
              </a:rPr>
              <a:t>Relaciones Estructurales</a:t>
            </a:r>
            <a:endParaRPr b="1" sz="1100">
              <a:solidFill>
                <a:srgbClr val="FFFFFF"/>
              </a:solidFill>
            </a:endParaRPr>
          </a:p>
          <a:p>
            <a:pPr indent="0" lvl="0" marL="0" rtl="0" algn="ctr">
              <a:spcBef>
                <a:spcPts val="0"/>
              </a:spcBef>
              <a:spcAft>
                <a:spcPts val="0"/>
              </a:spcAft>
              <a:buNone/>
            </a:pPr>
            <a:r>
              <a:t/>
            </a:r>
            <a:endParaRPr b="1" sz="1200">
              <a:solidFill>
                <a:srgbClr val="FFFFFF"/>
              </a:solidFill>
            </a:endParaRPr>
          </a:p>
        </p:txBody>
      </p:sp>
      <p:sp>
        <p:nvSpPr>
          <p:cNvPr id="10480" name="Google Shape;10480;p176"/>
          <p:cNvSpPr/>
          <p:nvPr/>
        </p:nvSpPr>
        <p:spPr>
          <a:xfrm>
            <a:off x="83988" y="595504"/>
            <a:ext cx="190200" cy="1692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1" name="Google Shape;10481;p176"/>
          <p:cNvSpPr/>
          <p:nvPr/>
        </p:nvSpPr>
        <p:spPr>
          <a:xfrm>
            <a:off x="2350598" y="358950"/>
            <a:ext cx="88500" cy="4023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2" name="Google Shape;10482;p176"/>
          <p:cNvSpPr/>
          <p:nvPr/>
        </p:nvSpPr>
        <p:spPr>
          <a:xfrm>
            <a:off x="2277739" y="663750"/>
            <a:ext cx="88500" cy="1089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3" name="Google Shape;10483;p176"/>
          <p:cNvSpPr/>
          <p:nvPr/>
        </p:nvSpPr>
        <p:spPr>
          <a:xfrm>
            <a:off x="1195662" y="1008122"/>
            <a:ext cx="2361300" cy="383700"/>
          </a:xfrm>
          <a:prstGeom prst="roundRect">
            <a:avLst>
              <a:gd fmla="val 16667" name="adj"/>
            </a:avLst>
          </a:prstGeom>
          <a:solidFill>
            <a:srgbClr val="FFF2CC"/>
          </a:solidFill>
          <a:ln cap="flat" cmpd="sng" w="9525">
            <a:solidFill>
              <a:srgbClr val="FFF2CC"/>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36000" lIns="0" spcFirstLastPara="1" rIns="0" wrap="square" tIns="36000">
            <a:noAutofit/>
          </a:bodyPr>
          <a:lstStyle/>
          <a:p>
            <a:pPr indent="0" lvl="0" marL="0" marR="0" rtl="0" algn="ctr">
              <a:lnSpc>
                <a:spcPct val="100000"/>
              </a:lnSpc>
              <a:spcBef>
                <a:spcPts val="0"/>
              </a:spcBef>
              <a:spcAft>
                <a:spcPts val="0"/>
              </a:spcAft>
              <a:buClr>
                <a:srgbClr val="000000"/>
              </a:buClr>
              <a:buSzPts val="1100"/>
              <a:buFont typeface="Arial"/>
              <a:buNone/>
            </a:pPr>
            <a:r>
              <a:rPr b="1" lang="es-419" sz="1100">
                <a:latin typeface="Arvo"/>
                <a:ea typeface="Arvo"/>
                <a:cs typeface="Arvo"/>
                <a:sym typeface="Arvo"/>
              </a:rPr>
              <a:t>Concepto 1</a:t>
            </a:r>
            <a:endParaRPr b="1" sz="1100">
              <a:latin typeface="Arvo"/>
              <a:ea typeface="Arvo"/>
              <a:cs typeface="Arvo"/>
              <a:sym typeface="Arvo"/>
            </a:endParaRPr>
          </a:p>
          <a:p>
            <a:pPr indent="0" lvl="0" marL="0" rtl="0" algn="ctr">
              <a:spcBef>
                <a:spcPts val="300"/>
              </a:spcBef>
              <a:spcAft>
                <a:spcPts val="0"/>
              </a:spcAft>
              <a:buClr>
                <a:schemeClr val="dk1"/>
              </a:buClr>
              <a:buSzPts val="1100"/>
              <a:buFont typeface="Arial"/>
              <a:buNone/>
            </a:pPr>
            <a:r>
              <a:rPr lang="es-419" sz="600">
                <a:solidFill>
                  <a:schemeClr val="dk1"/>
                </a:solidFill>
                <a:latin typeface="Arvo"/>
                <a:ea typeface="Arvo"/>
                <a:cs typeface="Arvo"/>
                <a:sym typeface="Arvo"/>
              </a:rPr>
              <a:t>Un(a) &lt;conductor&gt;</a:t>
            </a:r>
            <a:endParaRPr b="1" sz="1100">
              <a:latin typeface="Arvo"/>
              <a:ea typeface="Arvo"/>
              <a:cs typeface="Arvo"/>
              <a:sym typeface="Arvo"/>
            </a:endParaRPr>
          </a:p>
        </p:txBody>
      </p:sp>
      <p:sp>
        <p:nvSpPr>
          <p:cNvPr id="10484" name="Google Shape;10484;p176"/>
          <p:cNvSpPr/>
          <p:nvPr/>
        </p:nvSpPr>
        <p:spPr>
          <a:xfrm>
            <a:off x="5594950" y="1007972"/>
            <a:ext cx="1650900" cy="384000"/>
          </a:xfrm>
          <a:prstGeom prst="roundRect">
            <a:avLst>
              <a:gd fmla="val 16667" name="adj"/>
            </a:avLst>
          </a:prstGeom>
          <a:solidFill>
            <a:srgbClr val="F3F3F3"/>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36000" lIns="0" spcFirstLastPara="1" rIns="0" wrap="square" tIns="36000">
            <a:noAutofit/>
          </a:bodyPr>
          <a:lstStyle/>
          <a:p>
            <a:pPr indent="0" lvl="0" marL="0" marR="0" rtl="0" algn="ctr">
              <a:lnSpc>
                <a:spcPct val="100000"/>
              </a:lnSpc>
              <a:spcBef>
                <a:spcPts val="0"/>
              </a:spcBef>
              <a:spcAft>
                <a:spcPts val="0"/>
              </a:spcAft>
              <a:buClr>
                <a:srgbClr val="000000"/>
              </a:buClr>
              <a:buSzPts val="1100"/>
              <a:buFont typeface="Arial"/>
              <a:buNone/>
            </a:pPr>
            <a:r>
              <a:rPr b="1" lang="es-419" sz="1100">
                <a:latin typeface="Arvo"/>
                <a:ea typeface="Arvo"/>
                <a:cs typeface="Arvo"/>
                <a:sym typeface="Arvo"/>
              </a:rPr>
              <a:t>Multiplicidad</a:t>
            </a:r>
            <a:endParaRPr b="1" sz="1100">
              <a:latin typeface="Arvo"/>
              <a:ea typeface="Arvo"/>
              <a:cs typeface="Arvo"/>
              <a:sym typeface="Arvo"/>
            </a:endParaRPr>
          </a:p>
          <a:p>
            <a:pPr indent="0" lvl="0" marL="0" marR="0" rtl="0" algn="ctr">
              <a:lnSpc>
                <a:spcPct val="100000"/>
              </a:lnSpc>
              <a:spcBef>
                <a:spcPts val="300"/>
              </a:spcBef>
              <a:spcAft>
                <a:spcPts val="0"/>
              </a:spcAft>
              <a:buClr>
                <a:srgbClr val="000000"/>
              </a:buClr>
              <a:buSzPts val="1100"/>
              <a:buFont typeface="Arial"/>
              <a:buNone/>
            </a:pPr>
            <a:r>
              <a:rPr lang="es-419" sz="600">
                <a:latin typeface="Arvo"/>
                <a:ea typeface="Arvo"/>
                <a:cs typeface="Arvo"/>
                <a:sym typeface="Arvo"/>
              </a:rPr>
              <a:t>[Un(a)] - [Un(a) o Varias] - [Cero o Varias]</a:t>
            </a:r>
            <a:endParaRPr sz="600">
              <a:latin typeface="Arvo"/>
              <a:ea typeface="Arvo"/>
              <a:cs typeface="Arvo"/>
              <a:sym typeface="Arvo"/>
            </a:endParaRPr>
          </a:p>
        </p:txBody>
      </p:sp>
      <p:sp>
        <p:nvSpPr>
          <p:cNvPr id="10485" name="Google Shape;10485;p176"/>
          <p:cNvSpPr/>
          <p:nvPr/>
        </p:nvSpPr>
        <p:spPr>
          <a:xfrm>
            <a:off x="3659414" y="1008122"/>
            <a:ext cx="1841700" cy="383700"/>
          </a:xfrm>
          <a:prstGeom prst="roundRect">
            <a:avLst>
              <a:gd fmla="val 16667" name="adj"/>
            </a:avLst>
          </a:prstGeom>
          <a:solidFill>
            <a:srgbClr val="F3F3F3"/>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36000" lIns="0" spcFirstLastPara="1" rIns="0" wrap="square" tIns="36000">
            <a:noAutofit/>
          </a:bodyPr>
          <a:lstStyle/>
          <a:p>
            <a:pPr indent="0" lvl="0" marL="0" marR="0" rtl="0" algn="ctr">
              <a:lnSpc>
                <a:spcPct val="100000"/>
              </a:lnSpc>
              <a:spcBef>
                <a:spcPts val="0"/>
              </a:spcBef>
              <a:spcAft>
                <a:spcPts val="0"/>
              </a:spcAft>
              <a:buClr>
                <a:srgbClr val="000000"/>
              </a:buClr>
              <a:buSzPts val="1100"/>
              <a:buFont typeface="Arial"/>
              <a:buNone/>
            </a:pPr>
            <a:r>
              <a:rPr b="1" lang="es-419" sz="1100">
                <a:latin typeface="Arvo"/>
                <a:ea typeface="Arvo"/>
                <a:cs typeface="Arvo"/>
                <a:sym typeface="Arvo"/>
              </a:rPr>
              <a:t>Texto de la relación</a:t>
            </a:r>
            <a:endParaRPr b="1" sz="1100">
              <a:latin typeface="Arvo"/>
              <a:ea typeface="Arvo"/>
              <a:cs typeface="Arvo"/>
              <a:sym typeface="Arvo"/>
            </a:endParaRPr>
          </a:p>
          <a:p>
            <a:pPr indent="0" lvl="0" marL="0" rtl="0" algn="ctr">
              <a:spcBef>
                <a:spcPts val="300"/>
              </a:spcBef>
              <a:spcAft>
                <a:spcPts val="0"/>
              </a:spcAft>
              <a:buClr>
                <a:schemeClr val="dk1"/>
              </a:buClr>
              <a:buSzPts val="1100"/>
              <a:buFont typeface="Arial"/>
              <a:buNone/>
            </a:pPr>
            <a:r>
              <a:rPr lang="es-419" sz="600">
                <a:solidFill>
                  <a:schemeClr val="dk1"/>
                </a:solidFill>
                <a:latin typeface="Arvo"/>
                <a:ea typeface="Arvo"/>
                <a:cs typeface="Arvo"/>
                <a:sym typeface="Arvo"/>
              </a:rPr>
              <a:t>&lt;conduce&gt;</a:t>
            </a:r>
            <a:endParaRPr b="1" sz="1100">
              <a:latin typeface="Arvo"/>
              <a:ea typeface="Arvo"/>
              <a:cs typeface="Arvo"/>
              <a:sym typeface="Arvo"/>
            </a:endParaRPr>
          </a:p>
        </p:txBody>
      </p:sp>
      <p:sp>
        <p:nvSpPr>
          <p:cNvPr id="10486" name="Google Shape;10486;p176"/>
          <p:cNvSpPr/>
          <p:nvPr/>
        </p:nvSpPr>
        <p:spPr>
          <a:xfrm>
            <a:off x="7339674" y="1007972"/>
            <a:ext cx="2361600" cy="384000"/>
          </a:xfrm>
          <a:prstGeom prst="roundRect">
            <a:avLst>
              <a:gd fmla="val 16667" name="adj"/>
            </a:avLst>
          </a:prstGeom>
          <a:solidFill>
            <a:srgbClr val="FFF2CC"/>
          </a:solidFill>
          <a:ln cap="flat" cmpd="sng" w="9525">
            <a:solidFill>
              <a:srgbClr val="FFF2CC"/>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36000" lIns="0" spcFirstLastPara="1" rIns="0" wrap="square" tIns="36000">
            <a:noAutofit/>
          </a:bodyPr>
          <a:lstStyle/>
          <a:p>
            <a:pPr indent="0" lvl="0" marL="0" marR="0" rtl="0" algn="ctr">
              <a:lnSpc>
                <a:spcPct val="100000"/>
              </a:lnSpc>
              <a:spcBef>
                <a:spcPts val="0"/>
              </a:spcBef>
              <a:spcAft>
                <a:spcPts val="0"/>
              </a:spcAft>
              <a:buClr>
                <a:srgbClr val="000000"/>
              </a:buClr>
              <a:buSzPts val="1100"/>
              <a:buFont typeface="Arial"/>
              <a:buNone/>
            </a:pPr>
            <a:r>
              <a:rPr b="1" lang="es-419" sz="1100">
                <a:latin typeface="Arvo"/>
                <a:ea typeface="Arvo"/>
                <a:cs typeface="Arvo"/>
                <a:sym typeface="Arvo"/>
              </a:rPr>
              <a:t>Concepto 2</a:t>
            </a:r>
            <a:endParaRPr b="1" sz="1100">
              <a:latin typeface="Arvo"/>
              <a:ea typeface="Arvo"/>
              <a:cs typeface="Arvo"/>
              <a:sym typeface="Arvo"/>
            </a:endParaRPr>
          </a:p>
          <a:p>
            <a:pPr indent="0" lvl="0" marL="0" rtl="0" algn="ctr">
              <a:spcBef>
                <a:spcPts val="300"/>
              </a:spcBef>
              <a:spcAft>
                <a:spcPts val="0"/>
              </a:spcAft>
              <a:buClr>
                <a:schemeClr val="dk1"/>
              </a:buClr>
              <a:buSzPts val="1100"/>
              <a:buFont typeface="Arial"/>
              <a:buNone/>
            </a:pPr>
            <a:r>
              <a:rPr lang="es-419" sz="600">
                <a:solidFill>
                  <a:schemeClr val="dk1"/>
                </a:solidFill>
                <a:latin typeface="Arvo"/>
                <a:ea typeface="Arvo"/>
                <a:cs typeface="Arvo"/>
                <a:sym typeface="Arvo"/>
              </a:rPr>
              <a:t>&lt;busetas&gt;</a:t>
            </a:r>
            <a:endParaRPr b="1" sz="1100">
              <a:latin typeface="Arvo"/>
              <a:ea typeface="Arvo"/>
              <a:cs typeface="Arvo"/>
              <a:sym typeface="Arvo"/>
            </a:endParaRPr>
          </a:p>
        </p:txBody>
      </p:sp>
      <p:sp>
        <p:nvSpPr>
          <p:cNvPr id="10487" name="Google Shape;10487;p176"/>
          <p:cNvSpPr/>
          <p:nvPr/>
        </p:nvSpPr>
        <p:spPr>
          <a:xfrm>
            <a:off x="378600" y="1533949"/>
            <a:ext cx="9322800" cy="266400"/>
          </a:xfrm>
          <a:prstGeom prst="roundRect">
            <a:avLst>
              <a:gd fmla="val 12113" name="adj"/>
            </a:avLst>
          </a:prstGeom>
          <a:solidFill>
            <a:srgbClr val="FFFFFF"/>
          </a:solidFill>
          <a:ln cap="flat" cmpd="sng" w="9525">
            <a:solidFill>
              <a:srgbClr val="EFEFEF"/>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6000" spcFirstLastPara="1" rIns="0" wrap="square" tIns="0">
            <a:noAutofit/>
          </a:bodyPr>
          <a:lstStyle/>
          <a:p>
            <a:pPr indent="0" lvl="0" marL="0" rtl="0" algn="l">
              <a:lnSpc>
                <a:spcPct val="120000"/>
              </a:lnSpc>
              <a:spcBef>
                <a:spcPts val="0"/>
              </a:spcBef>
              <a:spcAft>
                <a:spcPts val="0"/>
              </a:spcAft>
              <a:buClr>
                <a:schemeClr val="dk1"/>
              </a:buClr>
              <a:buSzPts val="1100"/>
              <a:buFont typeface="Arial"/>
              <a:buNone/>
            </a:pPr>
            <a:r>
              <a:rPr b="1" lang="es-419" sz="800">
                <a:solidFill>
                  <a:schemeClr val="dk1"/>
                </a:solidFill>
                <a:latin typeface="Arvo"/>
                <a:ea typeface="Arvo"/>
                <a:cs typeface="Arvo"/>
                <a:sym typeface="Arvo"/>
              </a:rPr>
              <a:t>          Un(a)</a:t>
            </a:r>
            <a:endParaRPr b="1" sz="800">
              <a:latin typeface="Arvo"/>
              <a:ea typeface="Arvo"/>
              <a:cs typeface="Arvo"/>
              <a:sym typeface="Arvo"/>
            </a:endParaRPr>
          </a:p>
        </p:txBody>
      </p:sp>
      <p:sp>
        <p:nvSpPr>
          <p:cNvPr id="10488" name="Google Shape;10488;p176"/>
          <p:cNvSpPr txBox="1"/>
          <p:nvPr>
            <p:ph idx="1" type="subTitle"/>
          </p:nvPr>
        </p:nvSpPr>
        <p:spPr>
          <a:xfrm>
            <a:off x="1195650" y="1537620"/>
            <a:ext cx="2361300" cy="2658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cxnSp>
        <p:nvCxnSpPr>
          <p:cNvPr id="10489" name="Google Shape;10489;p176"/>
          <p:cNvCxnSpPr/>
          <p:nvPr/>
        </p:nvCxnSpPr>
        <p:spPr>
          <a:xfrm flipH="1">
            <a:off x="3614691" y="1542000"/>
            <a:ext cx="600" cy="258300"/>
          </a:xfrm>
          <a:prstGeom prst="straightConnector1">
            <a:avLst/>
          </a:prstGeom>
          <a:noFill/>
          <a:ln cap="flat" cmpd="sng" w="28575">
            <a:solidFill>
              <a:srgbClr val="D9D9D9"/>
            </a:solidFill>
            <a:prstDash val="solid"/>
            <a:round/>
            <a:headEnd len="sm" w="sm" type="none"/>
            <a:tailEnd len="sm" w="sm" type="none"/>
          </a:ln>
        </p:spPr>
      </p:cxnSp>
      <p:sp>
        <p:nvSpPr>
          <p:cNvPr id="10490" name="Google Shape;10490;p176"/>
          <p:cNvSpPr txBox="1"/>
          <p:nvPr>
            <p:ph idx="2" type="subTitle"/>
          </p:nvPr>
        </p:nvSpPr>
        <p:spPr>
          <a:xfrm>
            <a:off x="7340100" y="1537624"/>
            <a:ext cx="2361300" cy="2664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sp>
        <p:nvSpPr>
          <p:cNvPr id="10491" name="Google Shape;10491;p176"/>
          <p:cNvSpPr txBox="1"/>
          <p:nvPr>
            <p:ph idx="3" type="subTitle"/>
          </p:nvPr>
        </p:nvSpPr>
        <p:spPr>
          <a:xfrm>
            <a:off x="3673650" y="1537620"/>
            <a:ext cx="1827600" cy="2658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sp>
        <p:nvSpPr>
          <p:cNvPr id="10492" name="Google Shape;10492;p176"/>
          <p:cNvSpPr txBox="1"/>
          <p:nvPr>
            <p:ph idx="4" type="subTitle"/>
          </p:nvPr>
        </p:nvSpPr>
        <p:spPr>
          <a:xfrm>
            <a:off x="5631975" y="1537625"/>
            <a:ext cx="1584600" cy="2664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cxnSp>
        <p:nvCxnSpPr>
          <p:cNvPr id="10493" name="Google Shape;10493;p176"/>
          <p:cNvCxnSpPr/>
          <p:nvPr/>
        </p:nvCxnSpPr>
        <p:spPr>
          <a:xfrm flipH="1">
            <a:off x="5566304" y="1538000"/>
            <a:ext cx="600" cy="258300"/>
          </a:xfrm>
          <a:prstGeom prst="straightConnector1">
            <a:avLst/>
          </a:prstGeom>
          <a:noFill/>
          <a:ln cap="flat" cmpd="sng" w="28575">
            <a:solidFill>
              <a:srgbClr val="D9D9D9"/>
            </a:solidFill>
            <a:prstDash val="solid"/>
            <a:round/>
            <a:headEnd len="sm" w="sm" type="none"/>
            <a:tailEnd len="sm" w="sm" type="none"/>
          </a:ln>
        </p:spPr>
      </p:cxnSp>
      <p:cxnSp>
        <p:nvCxnSpPr>
          <p:cNvPr id="10494" name="Google Shape;10494;p176"/>
          <p:cNvCxnSpPr/>
          <p:nvPr/>
        </p:nvCxnSpPr>
        <p:spPr>
          <a:xfrm flipH="1">
            <a:off x="7292829" y="1537625"/>
            <a:ext cx="600" cy="258300"/>
          </a:xfrm>
          <a:prstGeom prst="straightConnector1">
            <a:avLst/>
          </a:prstGeom>
          <a:noFill/>
          <a:ln cap="flat" cmpd="sng" w="28575">
            <a:solidFill>
              <a:srgbClr val="D9D9D9"/>
            </a:solidFill>
            <a:prstDash val="solid"/>
            <a:round/>
            <a:headEnd len="sm" w="sm" type="none"/>
            <a:tailEnd len="sm" w="sm" type="none"/>
          </a:ln>
        </p:spPr>
      </p:cxnSp>
      <p:cxnSp>
        <p:nvCxnSpPr>
          <p:cNvPr id="10495" name="Google Shape;10495;p176"/>
          <p:cNvCxnSpPr/>
          <p:nvPr/>
        </p:nvCxnSpPr>
        <p:spPr>
          <a:xfrm flipH="1">
            <a:off x="1137291" y="1537625"/>
            <a:ext cx="600" cy="258300"/>
          </a:xfrm>
          <a:prstGeom prst="straightConnector1">
            <a:avLst/>
          </a:prstGeom>
          <a:noFill/>
          <a:ln cap="flat" cmpd="sng" w="28575">
            <a:solidFill>
              <a:srgbClr val="D9D9D9"/>
            </a:solidFill>
            <a:prstDash val="solid"/>
            <a:round/>
            <a:headEnd len="sm" w="sm" type="none"/>
            <a:tailEnd len="sm" w="sm" type="none"/>
          </a:ln>
        </p:spPr>
      </p:cxnSp>
      <p:sp>
        <p:nvSpPr>
          <p:cNvPr id="10496" name="Google Shape;10496;p176"/>
          <p:cNvSpPr/>
          <p:nvPr/>
        </p:nvSpPr>
        <p:spPr>
          <a:xfrm>
            <a:off x="378600" y="1838911"/>
            <a:ext cx="9322800" cy="266400"/>
          </a:xfrm>
          <a:prstGeom prst="roundRect">
            <a:avLst>
              <a:gd fmla="val 12113" name="adj"/>
            </a:avLst>
          </a:prstGeom>
          <a:solidFill>
            <a:srgbClr val="FFFFFF"/>
          </a:solidFill>
          <a:ln cap="flat" cmpd="sng" w="9525">
            <a:solidFill>
              <a:srgbClr val="EFEFEF"/>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6000" spcFirstLastPara="1" rIns="0" wrap="square" tIns="0">
            <a:noAutofit/>
          </a:bodyPr>
          <a:lstStyle/>
          <a:p>
            <a:pPr indent="0" lvl="0" marL="0" rtl="0" algn="l">
              <a:lnSpc>
                <a:spcPct val="120000"/>
              </a:lnSpc>
              <a:spcBef>
                <a:spcPts val="0"/>
              </a:spcBef>
              <a:spcAft>
                <a:spcPts val="0"/>
              </a:spcAft>
              <a:buClr>
                <a:schemeClr val="dk1"/>
              </a:buClr>
              <a:buSzPts val="1100"/>
              <a:buFont typeface="Arial"/>
              <a:buNone/>
            </a:pPr>
            <a:r>
              <a:rPr b="1" lang="es-419" sz="800">
                <a:solidFill>
                  <a:schemeClr val="dk1"/>
                </a:solidFill>
                <a:latin typeface="Arvo"/>
                <a:ea typeface="Arvo"/>
                <a:cs typeface="Arvo"/>
                <a:sym typeface="Arvo"/>
              </a:rPr>
              <a:t>          Un(a)</a:t>
            </a:r>
            <a:endParaRPr b="1" sz="800">
              <a:latin typeface="Arvo"/>
              <a:ea typeface="Arvo"/>
              <a:cs typeface="Arvo"/>
              <a:sym typeface="Arvo"/>
            </a:endParaRPr>
          </a:p>
        </p:txBody>
      </p:sp>
      <p:sp>
        <p:nvSpPr>
          <p:cNvPr id="10497" name="Google Shape;10497;p176"/>
          <p:cNvSpPr txBox="1"/>
          <p:nvPr>
            <p:ph idx="5" type="subTitle"/>
          </p:nvPr>
        </p:nvSpPr>
        <p:spPr>
          <a:xfrm>
            <a:off x="1195650" y="1842582"/>
            <a:ext cx="2361300" cy="2658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cxnSp>
        <p:nvCxnSpPr>
          <p:cNvPr id="10498" name="Google Shape;10498;p176"/>
          <p:cNvCxnSpPr/>
          <p:nvPr/>
        </p:nvCxnSpPr>
        <p:spPr>
          <a:xfrm flipH="1">
            <a:off x="3614691" y="1846962"/>
            <a:ext cx="600" cy="258300"/>
          </a:xfrm>
          <a:prstGeom prst="straightConnector1">
            <a:avLst/>
          </a:prstGeom>
          <a:noFill/>
          <a:ln cap="flat" cmpd="sng" w="28575">
            <a:solidFill>
              <a:srgbClr val="D9D9D9"/>
            </a:solidFill>
            <a:prstDash val="solid"/>
            <a:round/>
            <a:headEnd len="sm" w="sm" type="none"/>
            <a:tailEnd len="sm" w="sm" type="none"/>
          </a:ln>
        </p:spPr>
      </p:cxnSp>
      <p:sp>
        <p:nvSpPr>
          <p:cNvPr id="10499" name="Google Shape;10499;p176"/>
          <p:cNvSpPr txBox="1"/>
          <p:nvPr>
            <p:ph idx="6" type="subTitle"/>
          </p:nvPr>
        </p:nvSpPr>
        <p:spPr>
          <a:xfrm>
            <a:off x="7340100" y="1842586"/>
            <a:ext cx="2361300" cy="2664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sp>
        <p:nvSpPr>
          <p:cNvPr id="10500" name="Google Shape;10500;p176"/>
          <p:cNvSpPr txBox="1"/>
          <p:nvPr>
            <p:ph idx="7" type="subTitle"/>
          </p:nvPr>
        </p:nvSpPr>
        <p:spPr>
          <a:xfrm>
            <a:off x="3673650" y="1842583"/>
            <a:ext cx="1827600" cy="2658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sp>
        <p:nvSpPr>
          <p:cNvPr id="10501" name="Google Shape;10501;p176"/>
          <p:cNvSpPr txBox="1"/>
          <p:nvPr>
            <p:ph idx="8" type="subTitle"/>
          </p:nvPr>
        </p:nvSpPr>
        <p:spPr>
          <a:xfrm>
            <a:off x="5631975" y="1842588"/>
            <a:ext cx="1584600" cy="2664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cxnSp>
        <p:nvCxnSpPr>
          <p:cNvPr id="10502" name="Google Shape;10502;p176"/>
          <p:cNvCxnSpPr/>
          <p:nvPr/>
        </p:nvCxnSpPr>
        <p:spPr>
          <a:xfrm flipH="1">
            <a:off x="5566304" y="1842962"/>
            <a:ext cx="600" cy="258300"/>
          </a:xfrm>
          <a:prstGeom prst="straightConnector1">
            <a:avLst/>
          </a:prstGeom>
          <a:noFill/>
          <a:ln cap="flat" cmpd="sng" w="28575">
            <a:solidFill>
              <a:srgbClr val="D9D9D9"/>
            </a:solidFill>
            <a:prstDash val="solid"/>
            <a:round/>
            <a:headEnd len="sm" w="sm" type="none"/>
            <a:tailEnd len="sm" w="sm" type="none"/>
          </a:ln>
        </p:spPr>
      </p:cxnSp>
      <p:cxnSp>
        <p:nvCxnSpPr>
          <p:cNvPr id="10503" name="Google Shape;10503;p176"/>
          <p:cNvCxnSpPr/>
          <p:nvPr/>
        </p:nvCxnSpPr>
        <p:spPr>
          <a:xfrm flipH="1">
            <a:off x="7292829" y="1842587"/>
            <a:ext cx="600" cy="258300"/>
          </a:xfrm>
          <a:prstGeom prst="straightConnector1">
            <a:avLst/>
          </a:prstGeom>
          <a:noFill/>
          <a:ln cap="flat" cmpd="sng" w="28575">
            <a:solidFill>
              <a:srgbClr val="D9D9D9"/>
            </a:solidFill>
            <a:prstDash val="solid"/>
            <a:round/>
            <a:headEnd len="sm" w="sm" type="none"/>
            <a:tailEnd len="sm" w="sm" type="none"/>
          </a:ln>
        </p:spPr>
      </p:cxnSp>
      <p:cxnSp>
        <p:nvCxnSpPr>
          <p:cNvPr id="10504" name="Google Shape;10504;p176"/>
          <p:cNvCxnSpPr/>
          <p:nvPr/>
        </p:nvCxnSpPr>
        <p:spPr>
          <a:xfrm flipH="1">
            <a:off x="1137291" y="1842587"/>
            <a:ext cx="600" cy="258300"/>
          </a:xfrm>
          <a:prstGeom prst="straightConnector1">
            <a:avLst/>
          </a:prstGeom>
          <a:noFill/>
          <a:ln cap="flat" cmpd="sng" w="28575">
            <a:solidFill>
              <a:srgbClr val="D9D9D9"/>
            </a:solidFill>
            <a:prstDash val="solid"/>
            <a:round/>
            <a:headEnd len="sm" w="sm" type="none"/>
            <a:tailEnd len="sm" w="sm" type="none"/>
          </a:ln>
        </p:spPr>
      </p:cxnSp>
      <p:sp>
        <p:nvSpPr>
          <p:cNvPr id="10505" name="Google Shape;10505;p176"/>
          <p:cNvSpPr/>
          <p:nvPr/>
        </p:nvSpPr>
        <p:spPr>
          <a:xfrm>
            <a:off x="379388" y="2125324"/>
            <a:ext cx="9322800" cy="266400"/>
          </a:xfrm>
          <a:prstGeom prst="roundRect">
            <a:avLst>
              <a:gd fmla="val 12113" name="adj"/>
            </a:avLst>
          </a:prstGeom>
          <a:solidFill>
            <a:srgbClr val="FFFFFF"/>
          </a:solidFill>
          <a:ln cap="flat" cmpd="sng" w="9525">
            <a:solidFill>
              <a:srgbClr val="EFEFEF"/>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6000" spcFirstLastPara="1" rIns="0" wrap="square" tIns="0">
            <a:noAutofit/>
          </a:bodyPr>
          <a:lstStyle/>
          <a:p>
            <a:pPr indent="0" lvl="0" marL="0" rtl="0" algn="l">
              <a:lnSpc>
                <a:spcPct val="120000"/>
              </a:lnSpc>
              <a:spcBef>
                <a:spcPts val="0"/>
              </a:spcBef>
              <a:spcAft>
                <a:spcPts val="0"/>
              </a:spcAft>
              <a:buClr>
                <a:schemeClr val="dk1"/>
              </a:buClr>
              <a:buSzPts val="1100"/>
              <a:buFont typeface="Arial"/>
              <a:buNone/>
            </a:pPr>
            <a:r>
              <a:rPr b="1" lang="es-419" sz="800">
                <a:solidFill>
                  <a:schemeClr val="dk1"/>
                </a:solidFill>
                <a:latin typeface="Arvo"/>
                <a:ea typeface="Arvo"/>
                <a:cs typeface="Arvo"/>
                <a:sym typeface="Arvo"/>
              </a:rPr>
              <a:t>          Un(a)</a:t>
            </a:r>
            <a:endParaRPr b="1" sz="800">
              <a:latin typeface="Arvo"/>
              <a:ea typeface="Arvo"/>
              <a:cs typeface="Arvo"/>
              <a:sym typeface="Arvo"/>
            </a:endParaRPr>
          </a:p>
        </p:txBody>
      </p:sp>
      <p:sp>
        <p:nvSpPr>
          <p:cNvPr id="10506" name="Google Shape;10506;p176"/>
          <p:cNvSpPr txBox="1"/>
          <p:nvPr>
            <p:ph idx="9" type="subTitle"/>
          </p:nvPr>
        </p:nvSpPr>
        <p:spPr>
          <a:xfrm>
            <a:off x="1196438" y="2128995"/>
            <a:ext cx="2361300" cy="2658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cxnSp>
        <p:nvCxnSpPr>
          <p:cNvPr id="10507" name="Google Shape;10507;p176"/>
          <p:cNvCxnSpPr/>
          <p:nvPr/>
        </p:nvCxnSpPr>
        <p:spPr>
          <a:xfrm flipH="1">
            <a:off x="3615479" y="2133375"/>
            <a:ext cx="600" cy="258300"/>
          </a:xfrm>
          <a:prstGeom prst="straightConnector1">
            <a:avLst/>
          </a:prstGeom>
          <a:noFill/>
          <a:ln cap="flat" cmpd="sng" w="28575">
            <a:solidFill>
              <a:srgbClr val="D9D9D9"/>
            </a:solidFill>
            <a:prstDash val="solid"/>
            <a:round/>
            <a:headEnd len="sm" w="sm" type="none"/>
            <a:tailEnd len="sm" w="sm" type="none"/>
          </a:ln>
        </p:spPr>
      </p:cxnSp>
      <p:sp>
        <p:nvSpPr>
          <p:cNvPr id="10508" name="Google Shape;10508;p176"/>
          <p:cNvSpPr txBox="1"/>
          <p:nvPr>
            <p:ph idx="13" type="subTitle"/>
          </p:nvPr>
        </p:nvSpPr>
        <p:spPr>
          <a:xfrm>
            <a:off x="7340888" y="2128999"/>
            <a:ext cx="2361300" cy="2664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sp>
        <p:nvSpPr>
          <p:cNvPr id="10509" name="Google Shape;10509;p176"/>
          <p:cNvSpPr txBox="1"/>
          <p:nvPr>
            <p:ph idx="14" type="subTitle"/>
          </p:nvPr>
        </p:nvSpPr>
        <p:spPr>
          <a:xfrm>
            <a:off x="3674438" y="2128995"/>
            <a:ext cx="1827600" cy="2658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sp>
        <p:nvSpPr>
          <p:cNvPr id="10510" name="Google Shape;10510;p176"/>
          <p:cNvSpPr txBox="1"/>
          <p:nvPr>
            <p:ph idx="15" type="subTitle"/>
          </p:nvPr>
        </p:nvSpPr>
        <p:spPr>
          <a:xfrm>
            <a:off x="5632763" y="2129000"/>
            <a:ext cx="1584600" cy="2664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cxnSp>
        <p:nvCxnSpPr>
          <p:cNvPr id="10511" name="Google Shape;10511;p176"/>
          <p:cNvCxnSpPr/>
          <p:nvPr/>
        </p:nvCxnSpPr>
        <p:spPr>
          <a:xfrm flipH="1">
            <a:off x="5567091" y="2129375"/>
            <a:ext cx="600" cy="258300"/>
          </a:xfrm>
          <a:prstGeom prst="straightConnector1">
            <a:avLst/>
          </a:prstGeom>
          <a:noFill/>
          <a:ln cap="flat" cmpd="sng" w="28575">
            <a:solidFill>
              <a:srgbClr val="D9D9D9"/>
            </a:solidFill>
            <a:prstDash val="solid"/>
            <a:round/>
            <a:headEnd len="sm" w="sm" type="none"/>
            <a:tailEnd len="sm" w="sm" type="none"/>
          </a:ln>
        </p:spPr>
      </p:cxnSp>
      <p:cxnSp>
        <p:nvCxnSpPr>
          <p:cNvPr id="10512" name="Google Shape;10512;p176"/>
          <p:cNvCxnSpPr/>
          <p:nvPr/>
        </p:nvCxnSpPr>
        <p:spPr>
          <a:xfrm flipH="1">
            <a:off x="7293616" y="2129000"/>
            <a:ext cx="600" cy="258300"/>
          </a:xfrm>
          <a:prstGeom prst="straightConnector1">
            <a:avLst/>
          </a:prstGeom>
          <a:noFill/>
          <a:ln cap="flat" cmpd="sng" w="28575">
            <a:solidFill>
              <a:srgbClr val="D9D9D9"/>
            </a:solidFill>
            <a:prstDash val="solid"/>
            <a:round/>
            <a:headEnd len="sm" w="sm" type="none"/>
            <a:tailEnd len="sm" w="sm" type="none"/>
          </a:ln>
        </p:spPr>
      </p:cxnSp>
      <p:cxnSp>
        <p:nvCxnSpPr>
          <p:cNvPr id="10513" name="Google Shape;10513;p176"/>
          <p:cNvCxnSpPr/>
          <p:nvPr/>
        </p:nvCxnSpPr>
        <p:spPr>
          <a:xfrm flipH="1">
            <a:off x="1138079" y="2129000"/>
            <a:ext cx="600" cy="258300"/>
          </a:xfrm>
          <a:prstGeom prst="straightConnector1">
            <a:avLst/>
          </a:prstGeom>
          <a:noFill/>
          <a:ln cap="flat" cmpd="sng" w="28575">
            <a:solidFill>
              <a:srgbClr val="D9D9D9"/>
            </a:solidFill>
            <a:prstDash val="solid"/>
            <a:round/>
            <a:headEnd len="sm" w="sm" type="none"/>
            <a:tailEnd len="sm" w="sm" type="none"/>
          </a:ln>
        </p:spPr>
      </p:cxnSp>
      <p:sp>
        <p:nvSpPr>
          <p:cNvPr id="10514" name="Google Shape;10514;p176"/>
          <p:cNvSpPr/>
          <p:nvPr/>
        </p:nvSpPr>
        <p:spPr>
          <a:xfrm>
            <a:off x="379388" y="2430286"/>
            <a:ext cx="9322800" cy="266400"/>
          </a:xfrm>
          <a:prstGeom prst="roundRect">
            <a:avLst>
              <a:gd fmla="val 12113" name="adj"/>
            </a:avLst>
          </a:prstGeom>
          <a:solidFill>
            <a:srgbClr val="FFFFFF"/>
          </a:solidFill>
          <a:ln cap="flat" cmpd="sng" w="9525">
            <a:solidFill>
              <a:srgbClr val="EFEFEF"/>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6000" spcFirstLastPara="1" rIns="0" wrap="square" tIns="0">
            <a:noAutofit/>
          </a:bodyPr>
          <a:lstStyle/>
          <a:p>
            <a:pPr indent="0" lvl="0" marL="0" rtl="0" algn="l">
              <a:lnSpc>
                <a:spcPct val="120000"/>
              </a:lnSpc>
              <a:spcBef>
                <a:spcPts val="0"/>
              </a:spcBef>
              <a:spcAft>
                <a:spcPts val="0"/>
              </a:spcAft>
              <a:buClr>
                <a:schemeClr val="dk1"/>
              </a:buClr>
              <a:buSzPts val="1100"/>
              <a:buFont typeface="Arial"/>
              <a:buNone/>
            </a:pPr>
            <a:r>
              <a:rPr b="1" lang="es-419" sz="800">
                <a:solidFill>
                  <a:schemeClr val="dk1"/>
                </a:solidFill>
                <a:latin typeface="Arvo"/>
                <a:ea typeface="Arvo"/>
                <a:cs typeface="Arvo"/>
                <a:sym typeface="Arvo"/>
              </a:rPr>
              <a:t>          Un(a)</a:t>
            </a:r>
            <a:endParaRPr b="1" sz="800">
              <a:latin typeface="Arvo"/>
              <a:ea typeface="Arvo"/>
              <a:cs typeface="Arvo"/>
              <a:sym typeface="Arvo"/>
            </a:endParaRPr>
          </a:p>
        </p:txBody>
      </p:sp>
      <p:sp>
        <p:nvSpPr>
          <p:cNvPr id="10515" name="Google Shape;10515;p176"/>
          <p:cNvSpPr txBox="1"/>
          <p:nvPr>
            <p:ph idx="16" type="subTitle"/>
          </p:nvPr>
        </p:nvSpPr>
        <p:spPr>
          <a:xfrm>
            <a:off x="1196438" y="2433957"/>
            <a:ext cx="2361300" cy="2658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cxnSp>
        <p:nvCxnSpPr>
          <p:cNvPr id="10516" name="Google Shape;10516;p176"/>
          <p:cNvCxnSpPr/>
          <p:nvPr/>
        </p:nvCxnSpPr>
        <p:spPr>
          <a:xfrm flipH="1">
            <a:off x="3615479" y="2438337"/>
            <a:ext cx="600" cy="258300"/>
          </a:xfrm>
          <a:prstGeom prst="straightConnector1">
            <a:avLst/>
          </a:prstGeom>
          <a:noFill/>
          <a:ln cap="flat" cmpd="sng" w="28575">
            <a:solidFill>
              <a:srgbClr val="D9D9D9"/>
            </a:solidFill>
            <a:prstDash val="solid"/>
            <a:round/>
            <a:headEnd len="sm" w="sm" type="none"/>
            <a:tailEnd len="sm" w="sm" type="none"/>
          </a:ln>
        </p:spPr>
      </p:cxnSp>
      <p:sp>
        <p:nvSpPr>
          <p:cNvPr id="10517" name="Google Shape;10517;p176"/>
          <p:cNvSpPr txBox="1"/>
          <p:nvPr>
            <p:ph idx="17" type="subTitle"/>
          </p:nvPr>
        </p:nvSpPr>
        <p:spPr>
          <a:xfrm>
            <a:off x="7340888" y="2433961"/>
            <a:ext cx="2361300" cy="2664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sp>
        <p:nvSpPr>
          <p:cNvPr id="10518" name="Google Shape;10518;p176"/>
          <p:cNvSpPr txBox="1"/>
          <p:nvPr>
            <p:ph idx="18" type="subTitle"/>
          </p:nvPr>
        </p:nvSpPr>
        <p:spPr>
          <a:xfrm>
            <a:off x="3674438" y="2433958"/>
            <a:ext cx="1827600" cy="2658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sp>
        <p:nvSpPr>
          <p:cNvPr id="10519" name="Google Shape;10519;p176"/>
          <p:cNvSpPr txBox="1"/>
          <p:nvPr>
            <p:ph idx="19" type="subTitle"/>
          </p:nvPr>
        </p:nvSpPr>
        <p:spPr>
          <a:xfrm>
            <a:off x="5632763" y="2433963"/>
            <a:ext cx="1584600" cy="2664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cxnSp>
        <p:nvCxnSpPr>
          <p:cNvPr id="10520" name="Google Shape;10520;p176"/>
          <p:cNvCxnSpPr/>
          <p:nvPr/>
        </p:nvCxnSpPr>
        <p:spPr>
          <a:xfrm flipH="1">
            <a:off x="5567091" y="2434337"/>
            <a:ext cx="600" cy="258300"/>
          </a:xfrm>
          <a:prstGeom prst="straightConnector1">
            <a:avLst/>
          </a:prstGeom>
          <a:noFill/>
          <a:ln cap="flat" cmpd="sng" w="28575">
            <a:solidFill>
              <a:srgbClr val="D9D9D9"/>
            </a:solidFill>
            <a:prstDash val="solid"/>
            <a:round/>
            <a:headEnd len="sm" w="sm" type="none"/>
            <a:tailEnd len="sm" w="sm" type="none"/>
          </a:ln>
        </p:spPr>
      </p:cxnSp>
      <p:cxnSp>
        <p:nvCxnSpPr>
          <p:cNvPr id="10521" name="Google Shape;10521;p176"/>
          <p:cNvCxnSpPr/>
          <p:nvPr/>
        </p:nvCxnSpPr>
        <p:spPr>
          <a:xfrm flipH="1">
            <a:off x="7293616" y="2433962"/>
            <a:ext cx="600" cy="258300"/>
          </a:xfrm>
          <a:prstGeom prst="straightConnector1">
            <a:avLst/>
          </a:prstGeom>
          <a:noFill/>
          <a:ln cap="flat" cmpd="sng" w="28575">
            <a:solidFill>
              <a:srgbClr val="D9D9D9"/>
            </a:solidFill>
            <a:prstDash val="solid"/>
            <a:round/>
            <a:headEnd len="sm" w="sm" type="none"/>
            <a:tailEnd len="sm" w="sm" type="none"/>
          </a:ln>
        </p:spPr>
      </p:cxnSp>
      <p:cxnSp>
        <p:nvCxnSpPr>
          <p:cNvPr id="10522" name="Google Shape;10522;p176"/>
          <p:cNvCxnSpPr/>
          <p:nvPr/>
        </p:nvCxnSpPr>
        <p:spPr>
          <a:xfrm flipH="1">
            <a:off x="1138079" y="2433962"/>
            <a:ext cx="600" cy="258300"/>
          </a:xfrm>
          <a:prstGeom prst="straightConnector1">
            <a:avLst/>
          </a:prstGeom>
          <a:noFill/>
          <a:ln cap="flat" cmpd="sng" w="28575">
            <a:solidFill>
              <a:srgbClr val="D9D9D9"/>
            </a:solidFill>
            <a:prstDash val="solid"/>
            <a:round/>
            <a:headEnd len="sm" w="sm" type="none"/>
            <a:tailEnd len="sm" w="sm" type="none"/>
          </a:ln>
        </p:spPr>
      </p:cxnSp>
      <p:sp>
        <p:nvSpPr>
          <p:cNvPr id="10523" name="Google Shape;10523;p176"/>
          <p:cNvSpPr/>
          <p:nvPr/>
        </p:nvSpPr>
        <p:spPr>
          <a:xfrm>
            <a:off x="378600" y="2727911"/>
            <a:ext cx="9322800" cy="266400"/>
          </a:xfrm>
          <a:prstGeom prst="roundRect">
            <a:avLst>
              <a:gd fmla="val 12113" name="adj"/>
            </a:avLst>
          </a:prstGeom>
          <a:solidFill>
            <a:srgbClr val="FFFFFF"/>
          </a:solidFill>
          <a:ln cap="flat" cmpd="sng" w="9525">
            <a:solidFill>
              <a:srgbClr val="EFEFEF"/>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6000" spcFirstLastPara="1" rIns="0" wrap="square" tIns="0">
            <a:noAutofit/>
          </a:bodyPr>
          <a:lstStyle/>
          <a:p>
            <a:pPr indent="0" lvl="0" marL="0" rtl="0" algn="l">
              <a:lnSpc>
                <a:spcPct val="120000"/>
              </a:lnSpc>
              <a:spcBef>
                <a:spcPts val="0"/>
              </a:spcBef>
              <a:spcAft>
                <a:spcPts val="0"/>
              </a:spcAft>
              <a:buClr>
                <a:schemeClr val="dk1"/>
              </a:buClr>
              <a:buSzPts val="1100"/>
              <a:buFont typeface="Arial"/>
              <a:buNone/>
            </a:pPr>
            <a:r>
              <a:rPr b="1" lang="es-419" sz="800">
                <a:solidFill>
                  <a:schemeClr val="dk1"/>
                </a:solidFill>
                <a:latin typeface="Arvo"/>
                <a:ea typeface="Arvo"/>
                <a:cs typeface="Arvo"/>
                <a:sym typeface="Arvo"/>
              </a:rPr>
              <a:t>          Un(a)</a:t>
            </a:r>
            <a:endParaRPr b="1" sz="800">
              <a:latin typeface="Arvo"/>
              <a:ea typeface="Arvo"/>
              <a:cs typeface="Arvo"/>
              <a:sym typeface="Arvo"/>
            </a:endParaRPr>
          </a:p>
        </p:txBody>
      </p:sp>
      <p:sp>
        <p:nvSpPr>
          <p:cNvPr id="10524" name="Google Shape;10524;p176"/>
          <p:cNvSpPr txBox="1"/>
          <p:nvPr>
            <p:ph idx="20" type="subTitle"/>
          </p:nvPr>
        </p:nvSpPr>
        <p:spPr>
          <a:xfrm>
            <a:off x="1195650" y="2731582"/>
            <a:ext cx="2361300" cy="2658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cxnSp>
        <p:nvCxnSpPr>
          <p:cNvPr id="10525" name="Google Shape;10525;p176"/>
          <p:cNvCxnSpPr/>
          <p:nvPr/>
        </p:nvCxnSpPr>
        <p:spPr>
          <a:xfrm flipH="1">
            <a:off x="3614691" y="2735962"/>
            <a:ext cx="600" cy="258300"/>
          </a:xfrm>
          <a:prstGeom prst="straightConnector1">
            <a:avLst/>
          </a:prstGeom>
          <a:noFill/>
          <a:ln cap="flat" cmpd="sng" w="28575">
            <a:solidFill>
              <a:srgbClr val="D9D9D9"/>
            </a:solidFill>
            <a:prstDash val="solid"/>
            <a:round/>
            <a:headEnd len="sm" w="sm" type="none"/>
            <a:tailEnd len="sm" w="sm" type="none"/>
          </a:ln>
        </p:spPr>
      </p:cxnSp>
      <p:sp>
        <p:nvSpPr>
          <p:cNvPr id="10526" name="Google Shape;10526;p176"/>
          <p:cNvSpPr txBox="1"/>
          <p:nvPr>
            <p:ph idx="21" type="subTitle"/>
          </p:nvPr>
        </p:nvSpPr>
        <p:spPr>
          <a:xfrm>
            <a:off x="7340100" y="2731586"/>
            <a:ext cx="2361300" cy="2664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sp>
        <p:nvSpPr>
          <p:cNvPr id="10527" name="Google Shape;10527;p176"/>
          <p:cNvSpPr txBox="1"/>
          <p:nvPr>
            <p:ph idx="22" type="subTitle"/>
          </p:nvPr>
        </p:nvSpPr>
        <p:spPr>
          <a:xfrm>
            <a:off x="3673650" y="2731583"/>
            <a:ext cx="1827600" cy="2658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sp>
        <p:nvSpPr>
          <p:cNvPr id="10528" name="Google Shape;10528;p176"/>
          <p:cNvSpPr txBox="1"/>
          <p:nvPr>
            <p:ph idx="23" type="subTitle"/>
          </p:nvPr>
        </p:nvSpPr>
        <p:spPr>
          <a:xfrm>
            <a:off x="5631975" y="2731588"/>
            <a:ext cx="1584600" cy="2664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cxnSp>
        <p:nvCxnSpPr>
          <p:cNvPr id="10529" name="Google Shape;10529;p176"/>
          <p:cNvCxnSpPr/>
          <p:nvPr/>
        </p:nvCxnSpPr>
        <p:spPr>
          <a:xfrm flipH="1">
            <a:off x="5566304" y="2731962"/>
            <a:ext cx="600" cy="258300"/>
          </a:xfrm>
          <a:prstGeom prst="straightConnector1">
            <a:avLst/>
          </a:prstGeom>
          <a:noFill/>
          <a:ln cap="flat" cmpd="sng" w="28575">
            <a:solidFill>
              <a:srgbClr val="D9D9D9"/>
            </a:solidFill>
            <a:prstDash val="solid"/>
            <a:round/>
            <a:headEnd len="sm" w="sm" type="none"/>
            <a:tailEnd len="sm" w="sm" type="none"/>
          </a:ln>
        </p:spPr>
      </p:cxnSp>
      <p:cxnSp>
        <p:nvCxnSpPr>
          <p:cNvPr id="10530" name="Google Shape;10530;p176"/>
          <p:cNvCxnSpPr/>
          <p:nvPr/>
        </p:nvCxnSpPr>
        <p:spPr>
          <a:xfrm flipH="1">
            <a:off x="7292829" y="2731587"/>
            <a:ext cx="600" cy="258300"/>
          </a:xfrm>
          <a:prstGeom prst="straightConnector1">
            <a:avLst/>
          </a:prstGeom>
          <a:noFill/>
          <a:ln cap="flat" cmpd="sng" w="28575">
            <a:solidFill>
              <a:srgbClr val="D9D9D9"/>
            </a:solidFill>
            <a:prstDash val="solid"/>
            <a:round/>
            <a:headEnd len="sm" w="sm" type="none"/>
            <a:tailEnd len="sm" w="sm" type="none"/>
          </a:ln>
        </p:spPr>
      </p:cxnSp>
      <p:cxnSp>
        <p:nvCxnSpPr>
          <p:cNvPr id="10531" name="Google Shape;10531;p176"/>
          <p:cNvCxnSpPr/>
          <p:nvPr/>
        </p:nvCxnSpPr>
        <p:spPr>
          <a:xfrm flipH="1">
            <a:off x="1137291" y="2731587"/>
            <a:ext cx="600" cy="258300"/>
          </a:xfrm>
          <a:prstGeom prst="straightConnector1">
            <a:avLst/>
          </a:prstGeom>
          <a:noFill/>
          <a:ln cap="flat" cmpd="sng" w="28575">
            <a:solidFill>
              <a:srgbClr val="D9D9D9"/>
            </a:solidFill>
            <a:prstDash val="solid"/>
            <a:round/>
            <a:headEnd len="sm" w="sm" type="none"/>
            <a:tailEnd len="sm" w="sm" type="none"/>
          </a:ln>
        </p:spPr>
      </p:cxnSp>
      <p:sp>
        <p:nvSpPr>
          <p:cNvPr id="10532" name="Google Shape;10532;p176"/>
          <p:cNvSpPr/>
          <p:nvPr/>
        </p:nvSpPr>
        <p:spPr>
          <a:xfrm>
            <a:off x="378600" y="3032874"/>
            <a:ext cx="9322800" cy="266400"/>
          </a:xfrm>
          <a:prstGeom prst="roundRect">
            <a:avLst>
              <a:gd fmla="val 12113" name="adj"/>
            </a:avLst>
          </a:prstGeom>
          <a:solidFill>
            <a:srgbClr val="FFFFFF"/>
          </a:solidFill>
          <a:ln cap="flat" cmpd="sng" w="9525">
            <a:solidFill>
              <a:srgbClr val="EFEFEF"/>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6000" spcFirstLastPara="1" rIns="0" wrap="square" tIns="0">
            <a:noAutofit/>
          </a:bodyPr>
          <a:lstStyle/>
          <a:p>
            <a:pPr indent="0" lvl="0" marL="0" rtl="0" algn="l">
              <a:lnSpc>
                <a:spcPct val="120000"/>
              </a:lnSpc>
              <a:spcBef>
                <a:spcPts val="0"/>
              </a:spcBef>
              <a:spcAft>
                <a:spcPts val="0"/>
              </a:spcAft>
              <a:buClr>
                <a:schemeClr val="dk1"/>
              </a:buClr>
              <a:buSzPts val="1100"/>
              <a:buFont typeface="Arial"/>
              <a:buNone/>
            </a:pPr>
            <a:r>
              <a:rPr b="1" lang="es-419" sz="800">
                <a:solidFill>
                  <a:schemeClr val="dk1"/>
                </a:solidFill>
                <a:latin typeface="Arvo"/>
                <a:ea typeface="Arvo"/>
                <a:cs typeface="Arvo"/>
                <a:sym typeface="Arvo"/>
              </a:rPr>
              <a:t>          Un(a)</a:t>
            </a:r>
            <a:endParaRPr b="1" sz="800">
              <a:latin typeface="Arvo"/>
              <a:ea typeface="Arvo"/>
              <a:cs typeface="Arvo"/>
              <a:sym typeface="Arvo"/>
            </a:endParaRPr>
          </a:p>
        </p:txBody>
      </p:sp>
      <p:sp>
        <p:nvSpPr>
          <p:cNvPr id="10533" name="Google Shape;10533;p176"/>
          <p:cNvSpPr txBox="1"/>
          <p:nvPr>
            <p:ph idx="24" type="subTitle"/>
          </p:nvPr>
        </p:nvSpPr>
        <p:spPr>
          <a:xfrm>
            <a:off x="1195650" y="3036545"/>
            <a:ext cx="2361300" cy="2658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cxnSp>
        <p:nvCxnSpPr>
          <p:cNvPr id="10534" name="Google Shape;10534;p176"/>
          <p:cNvCxnSpPr/>
          <p:nvPr/>
        </p:nvCxnSpPr>
        <p:spPr>
          <a:xfrm flipH="1">
            <a:off x="3614691" y="3040925"/>
            <a:ext cx="600" cy="258300"/>
          </a:xfrm>
          <a:prstGeom prst="straightConnector1">
            <a:avLst/>
          </a:prstGeom>
          <a:noFill/>
          <a:ln cap="flat" cmpd="sng" w="28575">
            <a:solidFill>
              <a:srgbClr val="D9D9D9"/>
            </a:solidFill>
            <a:prstDash val="solid"/>
            <a:round/>
            <a:headEnd len="sm" w="sm" type="none"/>
            <a:tailEnd len="sm" w="sm" type="none"/>
          </a:ln>
        </p:spPr>
      </p:cxnSp>
      <p:sp>
        <p:nvSpPr>
          <p:cNvPr id="10535" name="Google Shape;10535;p176"/>
          <p:cNvSpPr txBox="1"/>
          <p:nvPr>
            <p:ph idx="25" type="subTitle"/>
          </p:nvPr>
        </p:nvSpPr>
        <p:spPr>
          <a:xfrm>
            <a:off x="7340100" y="3036549"/>
            <a:ext cx="2361300" cy="2664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sp>
        <p:nvSpPr>
          <p:cNvPr id="10536" name="Google Shape;10536;p176"/>
          <p:cNvSpPr txBox="1"/>
          <p:nvPr>
            <p:ph idx="26" type="subTitle"/>
          </p:nvPr>
        </p:nvSpPr>
        <p:spPr>
          <a:xfrm>
            <a:off x="3673650" y="3036545"/>
            <a:ext cx="1827600" cy="2658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sp>
        <p:nvSpPr>
          <p:cNvPr id="10537" name="Google Shape;10537;p176"/>
          <p:cNvSpPr txBox="1"/>
          <p:nvPr>
            <p:ph idx="27" type="subTitle"/>
          </p:nvPr>
        </p:nvSpPr>
        <p:spPr>
          <a:xfrm>
            <a:off x="5631975" y="3036550"/>
            <a:ext cx="1584600" cy="2664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cxnSp>
        <p:nvCxnSpPr>
          <p:cNvPr id="10538" name="Google Shape;10538;p176"/>
          <p:cNvCxnSpPr/>
          <p:nvPr/>
        </p:nvCxnSpPr>
        <p:spPr>
          <a:xfrm flipH="1">
            <a:off x="5566304" y="3036925"/>
            <a:ext cx="600" cy="258300"/>
          </a:xfrm>
          <a:prstGeom prst="straightConnector1">
            <a:avLst/>
          </a:prstGeom>
          <a:noFill/>
          <a:ln cap="flat" cmpd="sng" w="28575">
            <a:solidFill>
              <a:srgbClr val="D9D9D9"/>
            </a:solidFill>
            <a:prstDash val="solid"/>
            <a:round/>
            <a:headEnd len="sm" w="sm" type="none"/>
            <a:tailEnd len="sm" w="sm" type="none"/>
          </a:ln>
        </p:spPr>
      </p:cxnSp>
      <p:cxnSp>
        <p:nvCxnSpPr>
          <p:cNvPr id="10539" name="Google Shape;10539;p176"/>
          <p:cNvCxnSpPr/>
          <p:nvPr/>
        </p:nvCxnSpPr>
        <p:spPr>
          <a:xfrm flipH="1">
            <a:off x="7292829" y="3036550"/>
            <a:ext cx="600" cy="258300"/>
          </a:xfrm>
          <a:prstGeom prst="straightConnector1">
            <a:avLst/>
          </a:prstGeom>
          <a:noFill/>
          <a:ln cap="flat" cmpd="sng" w="28575">
            <a:solidFill>
              <a:srgbClr val="D9D9D9"/>
            </a:solidFill>
            <a:prstDash val="solid"/>
            <a:round/>
            <a:headEnd len="sm" w="sm" type="none"/>
            <a:tailEnd len="sm" w="sm" type="none"/>
          </a:ln>
        </p:spPr>
      </p:cxnSp>
      <p:cxnSp>
        <p:nvCxnSpPr>
          <p:cNvPr id="10540" name="Google Shape;10540;p176"/>
          <p:cNvCxnSpPr/>
          <p:nvPr/>
        </p:nvCxnSpPr>
        <p:spPr>
          <a:xfrm flipH="1">
            <a:off x="1137291" y="3036550"/>
            <a:ext cx="600" cy="258300"/>
          </a:xfrm>
          <a:prstGeom prst="straightConnector1">
            <a:avLst/>
          </a:prstGeom>
          <a:noFill/>
          <a:ln cap="flat" cmpd="sng" w="28575">
            <a:solidFill>
              <a:srgbClr val="D9D9D9"/>
            </a:solidFill>
            <a:prstDash val="solid"/>
            <a:round/>
            <a:headEnd len="sm" w="sm" type="none"/>
            <a:tailEnd len="sm" w="sm" type="none"/>
          </a:ln>
        </p:spPr>
      </p:cxnSp>
      <p:sp>
        <p:nvSpPr>
          <p:cNvPr id="10541" name="Google Shape;10541;p176"/>
          <p:cNvSpPr/>
          <p:nvPr/>
        </p:nvSpPr>
        <p:spPr>
          <a:xfrm>
            <a:off x="378600" y="3332511"/>
            <a:ext cx="9322800" cy="266400"/>
          </a:xfrm>
          <a:prstGeom prst="roundRect">
            <a:avLst>
              <a:gd fmla="val 12113" name="adj"/>
            </a:avLst>
          </a:prstGeom>
          <a:solidFill>
            <a:srgbClr val="FFFFFF"/>
          </a:solidFill>
          <a:ln cap="flat" cmpd="sng" w="9525">
            <a:solidFill>
              <a:srgbClr val="EFEFEF"/>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6000" spcFirstLastPara="1" rIns="0" wrap="square" tIns="0">
            <a:noAutofit/>
          </a:bodyPr>
          <a:lstStyle/>
          <a:p>
            <a:pPr indent="0" lvl="0" marL="0" rtl="0" algn="l">
              <a:lnSpc>
                <a:spcPct val="120000"/>
              </a:lnSpc>
              <a:spcBef>
                <a:spcPts val="0"/>
              </a:spcBef>
              <a:spcAft>
                <a:spcPts val="0"/>
              </a:spcAft>
              <a:buClr>
                <a:schemeClr val="dk1"/>
              </a:buClr>
              <a:buSzPts val="1100"/>
              <a:buFont typeface="Arial"/>
              <a:buNone/>
            </a:pPr>
            <a:r>
              <a:rPr b="1" lang="es-419" sz="800">
                <a:solidFill>
                  <a:schemeClr val="dk1"/>
                </a:solidFill>
                <a:latin typeface="Arvo"/>
                <a:ea typeface="Arvo"/>
                <a:cs typeface="Arvo"/>
                <a:sym typeface="Arvo"/>
              </a:rPr>
              <a:t>          Un(a)</a:t>
            </a:r>
            <a:endParaRPr b="1" sz="800">
              <a:latin typeface="Arvo"/>
              <a:ea typeface="Arvo"/>
              <a:cs typeface="Arvo"/>
              <a:sym typeface="Arvo"/>
            </a:endParaRPr>
          </a:p>
        </p:txBody>
      </p:sp>
      <p:sp>
        <p:nvSpPr>
          <p:cNvPr id="10542" name="Google Shape;10542;p176"/>
          <p:cNvSpPr txBox="1"/>
          <p:nvPr>
            <p:ph idx="28" type="subTitle"/>
          </p:nvPr>
        </p:nvSpPr>
        <p:spPr>
          <a:xfrm>
            <a:off x="1195650" y="3336182"/>
            <a:ext cx="2361300" cy="2658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cxnSp>
        <p:nvCxnSpPr>
          <p:cNvPr id="10543" name="Google Shape;10543;p176"/>
          <p:cNvCxnSpPr/>
          <p:nvPr/>
        </p:nvCxnSpPr>
        <p:spPr>
          <a:xfrm flipH="1">
            <a:off x="3614691" y="3340562"/>
            <a:ext cx="600" cy="258300"/>
          </a:xfrm>
          <a:prstGeom prst="straightConnector1">
            <a:avLst/>
          </a:prstGeom>
          <a:noFill/>
          <a:ln cap="flat" cmpd="sng" w="28575">
            <a:solidFill>
              <a:srgbClr val="D9D9D9"/>
            </a:solidFill>
            <a:prstDash val="solid"/>
            <a:round/>
            <a:headEnd len="sm" w="sm" type="none"/>
            <a:tailEnd len="sm" w="sm" type="none"/>
          </a:ln>
        </p:spPr>
      </p:cxnSp>
      <p:sp>
        <p:nvSpPr>
          <p:cNvPr id="10544" name="Google Shape;10544;p176"/>
          <p:cNvSpPr txBox="1"/>
          <p:nvPr>
            <p:ph idx="29" type="subTitle"/>
          </p:nvPr>
        </p:nvSpPr>
        <p:spPr>
          <a:xfrm>
            <a:off x="7340100" y="3336186"/>
            <a:ext cx="2361300" cy="2664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sp>
        <p:nvSpPr>
          <p:cNvPr id="10545" name="Google Shape;10545;p176"/>
          <p:cNvSpPr txBox="1"/>
          <p:nvPr>
            <p:ph idx="30" type="subTitle"/>
          </p:nvPr>
        </p:nvSpPr>
        <p:spPr>
          <a:xfrm>
            <a:off x="3673650" y="3336183"/>
            <a:ext cx="1827600" cy="2658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sp>
        <p:nvSpPr>
          <p:cNvPr id="10546" name="Google Shape;10546;p176"/>
          <p:cNvSpPr txBox="1"/>
          <p:nvPr>
            <p:ph idx="31" type="subTitle"/>
          </p:nvPr>
        </p:nvSpPr>
        <p:spPr>
          <a:xfrm>
            <a:off x="5631975" y="3336188"/>
            <a:ext cx="1584600" cy="2664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cxnSp>
        <p:nvCxnSpPr>
          <p:cNvPr id="10547" name="Google Shape;10547;p176"/>
          <p:cNvCxnSpPr/>
          <p:nvPr/>
        </p:nvCxnSpPr>
        <p:spPr>
          <a:xfrm flipH="1">
            <a:off x="5566304" y="3336562"/>
            <a:ext cx="600" cy="258300"/>
          </a:xfrm>
          <a:prstGeom prst="straightConnector1">
            <a:avLst/>
          </a:prstGeom>
          <a:noFill/>
          <a:ln cap="flat" cmpd="sng" w="28575">
            <a:solidFill>
              <a:srgbClr val="D9D9D9"/>
            </a:solidFill>
            <a:prstDash val="solid"/>
            <a:round/>
            <a:headEnd len="sm" w="sm" type="none"/>
            <a:tailEnd len="sm" w="sm" type="none"/>
          </a:ln>
        </p:spPr>
      </p:cxnSp>
      <p:cxnSp>
        <p:nvCxnSpPr>
          <p:cNvPr id="10548" name="Google Shape;10548;p176"/>
          <p:cNvCxnSpPr/>
          <p:nvPr/>
        </p:nvCxnSpPr>
        <p:spPr>
          <a:xfrm flipH="1">
            <a:off x="7292829" y="3336187"/>
            <a:ext cx="600" cy="258300"/>
          </a:xfrm>
          <a:prstGeom prst="straightConnector1">
            <a:avLst/>
          </a:prstGeom>
          <a:noFill/>
          <a:ln cap="flat" cmpd="sng" w="28575">
            <a:solidFill>
              <a:srgbClr val="D9D9D9"/>
            </a:solidFill>
            <a:prstDash val="solid"/>
            <a:round/>
            <a:headEnd len="sm" w="sm" type="none"/>
            <a:tailEnd len="sm" w="sm" type="none"/>
          </a:ln>
        </p:spPr>
      </p:cxnSp>
      <p:cxnSp>
        <p:nvCxnSpPr>
          <p:cNvPr id="10549" name="Google Shape;10549;p176"/>
          <p:cNvCxnSpPr/>
          <p:nvPr/>
        </p:nvCxnSpPr>
        <p:spPr>
          <a:xfrm flipH="1">
            <a:off x="1137291" y="3336187"/>
            <a:ext cx="600" cy="258300"/>
          </a:xfrm>
          <a:prstGeom prst="straightConnector1">
            <a:avLst/>
          </a:prstGeom>
          <a:noFill/>
          <a:ln cap="flat" cmpd="sng" w="28575">
            <a:solidFill>
              <a:srgbClr val="D9D9D9"/>
            </a:solidFill>
            <a:prstDash val="solid"/>
            <a:round/>
            <a:headEnd len="sm" w="sm" type="none"/>
            <a:tailEnd len="sm" w="sm" type="none"/>
          </a:ln>
        </p:spPr>
      </p:cxnSp>
      <p:sp>
        <p:nvSpPr>
          <p:cNvPr id="10550" name="Google Shape;10550;p176"/>
          <p:cNvSpPr/>
          <p:nvPr/>
        </p:nvSpPr>
        <p:spPr>
          <a:xfrm>
            <a:off x="378600" y="3637474"/>
            <a:ext cx="9322800" cy="266400"/>
          </a:xfrm>
          <a:prstGeom prst="roundRect">
            <a:avLst>
              <a:gd fmla="val 12113" name="adj"/>
            </a:avLst>
          </a:prstGeom>
          <a:solidFill>
            <a:srgbClr val="FFFFFF"/>
          </a:solidFill>
          <a:ln cap="flat" cmpd="sng" w="9525">
            <a:solidFill>
              <a:srgbClr val="EFEFEF"/>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6000" spcFirstLastPara="1" rIns="0" wrap="square" tIns="0">
            <a:noAutofit/>
          </a:bodyPr>
          <a:lstStyle/>
          <a:p>
            <a:pPr indent="0" lvl="0" marL="0" rtl="0" algn="l">
              <a:lnSpc>
                <a:spcPct val="120000"/>
              </a:lnSpc>
              <a:spcBef>
                <a:spcPts val="0"/>
              </a:spcBef>
              <a:spcAft>
                <a:spcPts val="0"/>
              </a:spcAft>
              <a:buClr>
                <a:schemeClr val="dk1"/>
              </a:buClr>
              <a:buSzPts val="1100"/>
              <a:buFont typeface="Arial"/>
              <a:buNone/>
            </a:pPr>
            <a:r>
              <a:rPr b="1" lang="es-419" sz="800">
                <a:solidFill>
                  <a:schemeClr val="dk1"/>
                </a:solidFill>
                <a:latin typeface="Arvo"/>
                <a:ea typeface="Arvo"/>
                <a:cs typeface="Arvo"/>
                <a:sym typeface="Arvo"/>
              </a:rPr>
              <a:t>          Un(a)</a:t>
            </a:r>
            <a:endParaRPr b="1" sz="800">
              <a:latin typeface="Arvo"/>
              <a:ea typeface="Arvo"/>
              <a:cs typeface="Arvo"/>
              <a:sym typeface="Arvo"/>
            </a:endParaRPr>
          </a:p>
        </p:txBody>
      </p:sp>
      <p:sp>
        <p:nvSpPr>
          <p:cNvPr id="10551" name="Google Shape;10551;p176"/>
          <p:cNvSpPr txBox="1"/>
          <p:nvPr>
            <p:ph idx="32" type="subTitle"/>
          </p:nvPr>
        </p:nvSpPr>
        <p:spPr>
          <a:xfrm>
            <a:off x="1195650" y="3641145"/>
            <a:ext cx="2361300" cy="2658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cxnSp>
        <p:nvCxnSpPr>
          <p:cNvPr id="10552" name="Google Shape;10552;p176"/>
          <p:cNvCxnSpPr/>
          <p:nvPr/>
        </p:nvCxnSpPr>
        <p:spPr>
          <a:xfrm flipH="1">
            <a:off x="3614691" y="3645525"/>
            <a:ext cx="600" cy="258300"/>
          </a:xfrm>
          <a:prstGeom prst="straightConnector1">
            <a:avLst/>
          </a:prstGeom>
          <a:noFill/>
          <a:ln cap="flat" cmpd="sng" w="28575">
            <a:solidFill>
              <a:srgbClr val="D9D9D9"/>
            </a:solidFill>
            <a:prstDash val="solid"/>
            <a:round/>
            <a:headEnd len="sm" w="sm" type="none"/>
            <a:tailEnd len="sm" w="sm" type="none"/>
          </a:ln>
        </p:spPr>
      </p:cxnSp>
      <p:sp>
        <p:nvSpPr>
          <p:cNvPr id="10553" name="Google Shape;10553;p176"/>
          <p:cNvSpPr txBox="1"/>
          <p:nvPr>
            <p:ph idx="33" type="subTitle"/>
          </p:nvPr>
        </p:nvSpPr>
        <p:spPr>
          <a:xfrm>
            <a:off x="7340100" y="3641149"/>
            <a:ext cx="2361300" cy="2664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sp>
        <p:nvSpPr>
          <p:cNvPr id="10554" name="Google Shape;10554;p176"/>
          <p:cNvSpPr txBox="1"/>
          <p:nvPr>
            <p:ph idx="34" type="subTitle"/>
          </p:nvPr>
        </p:nvSpPr>
        <p:spPr>
          <a:xfrm>
            <a:off x="3673650" y="3641145"/>
            <a:ext cx="1827600" cy="2658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sp>
        <p:nvSpPr>
          <p:cNvPr id="10555" name="Google Shape;10555;p176"/>
          <p:cNvSpPr txBox="1"/>
          <p:nvPr>
            <p:ph idx="35" type="subTitle"/>
          </p:nvPr>
        </p:nvSpPr>
        <p:spPr>
          <a:xfrm>
            <a:off x="5631975" y="3641150"/>
            <a:ext cx="1584600" cy="2664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cxnSp>
        <p:nvCxnSpPr>
          <p:cNvPr id="10556" name="Google Shape;10556;p176"/>
          <p:cNvCxnSpPr/>
          <p:nvPr/>
        </p:nvCxnSpPr>
        <p:spPr>
          <a:xfrm flipH="1">
            <a:off x="5566304" y="3641525"/>
            <a:ext cx="600" cy="258300"/>
          </a:xfrm>
          <a:prstGeom prst="straightConnector1">
            <a:avLst/>
          </a:prstGeom>
          <a:noFill/>
          <a:ln cap="flat" cmpd="sng" w="28575">
            <a:solidFill>
              <a:srgbClr val="D9D9D9"/>
            </a:solidFill>
            <a:prstDash val="solid"/>
            <a:round/>
            <a:headEnd len="sm" w="sm" type="none"/>
            <a:tailEnd len="sm" w="sm" type="none"/>
          </a:ln>
        </p:spPr>
      </p:cxnSp>
      <p:cxnSp>
        <p:nvCxnSpPr>
          <p:cNvPr id="10557" name="Google Shape;10557;p176"/>
          <p:cNvCxnSpPr/>
          <p:nvPr/>
        </p:nvCxnSpPr>
        <p:spPr>
          <a:xfrm flipH="1">
            <a:off x="7292829" y="3641150"/>
            <a:ext cx="600" cy="258300"/>
          </a:xfrm>
          <a:prstGeom prst="straightConnector1">
            <a:avLst/>
          </a:prstGeom>
          <a:noFill/>
          <a:ln cap="flat" cmpd="sng" w="28575">
            <a:solidFill>
              <a:srgbClr val="D9D9D9"/>
            </a:solidFill>
            <a:prstDash val="solid"/>
            <a:round/>
            <a:headEnd len="sm" w="sm" type="none"/>
            <a:tailEnd len="sm" w="sm" type="none"/>
          </a:ln>
        </p:spPr>
      </p:cxnSp>
      <p:cxnSp>
        <p:nvCxnSpPr>
          <p:cNvPr id="10558" name="Google Shape;10558;p176"/>
          <p:cNvCxnSpPr/>
          <p:nvPr/>
        </p:nvCxnSpPr>
        <p:spPr>
          <a:xfrm flipH="1">
            <a:off x="1137291" y="3641150"/>
            <a:ext cx="600" cy="258300"/>
          </a:xfrm>
          <a:prstGeom prst="straightConnector1">
            <a:avLst/>
          </a:prstGeom>
          <a:noFill/>
          <a:ln cap="flat" cmpd="sng" w="28575">
            <a:solidFill>
              <a:srgbClr val="D9D9D9"/>
            </a:solidFill>
            <a:prstDash val="solid"/>
            <a:round/>
            <a:headEnd len="sm" w="sm" type="none"/>
            <a:tailEnd len="sm" w="sm" type="none"/>
          </a:ln>
        </p:spPr>
      </p:cxnSp>
      <p:sp>
        <p:nvSpPr>
          <p:cNvPr id="10559" name="Google Shape;10559;p176"/>
          <p:cNvSpPr/>
          <p:nvPr/>
        </p:nvSpPr>
        <p:spPr>
          <a:xfrm>
            <a:off x="379263" y="3936611"/>
            <a:ext cx="9322800" cy="266400"/>
          </a:xfrm>
          <a:prstGeom prst="roundRect">
            <a:avLst>
              <a:gd fmla="val 12113" name="adj"/>
            </a:avLst>
          </a:prstGeom>
          <a:solidFill>
            <a:srgbClr val="FFFFFF"/>
          </a:solidFill>
          <a:ln cap="flat" cmpd="sng" w="9525">
            <a:solidFill>
              <a:srgbClr val="EFEFEF"/>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6000" spcFirstLastPara="1" rIns="0" wrap="square" tIns="0">
            <a:noAutofit/>
          </a:bodyPr>
          <a:lstStyle/>
          <a:p>
            <a:pPr indent="0" lvl="0" marL="0" rtl="0" algn="l">
              <a:lnSpc>
                <a:spcPct val="120000"/>
              </a:lnSpc>
              <a:spcBef>
                <a:spcPts val="0"/>
              </a:spcBef>
              <a:spcAft>
                <a:spcPts val="0"/>
              </a:spcAft>
              <a:buClr>
                <a:schemeClr val="dk1"/>
              </a:buClr>
              <a:buSzPts val="1100"/>
              <a:buFont typeface="Arial"/>
              <a:buNone/>
            </a:pPr>
            <a:r>
              <a:rPr b="1" lang="es-419" sz="800">
                <a:solidFill>
                  <a:schemeClr val="dk1"/>
                </a:solidFill>
                <a:latin typeface="Arvo"/>
                <a:ea typeface="Arvo"/>
                <a:cs typeface="Arvo"/>
                <a:sym typeface="Arvo"/>
              </a:rPr>
              <a:t>          Un(a)</a:t>
            </a:r>
            <a:endParaRPr b="1" sz="800">
              <a:latin typeface="Arvo"/>
              <a:ea typeface="Arvo"/>
              <a:cs typeface="Arvo"/>
              <a:sym typeface="Arvo"/>
            </a:endParaRPr>
          </a:p>
        </p:txBody>
      </p:sp>
      <p:sp>
        <p:nvSpPr>
          <p:cNvPr id="10560" name="Google Shape;10560;p176"/>
          <p:cNvSpPr txBox="1"/>
          <p:nvPr>
            <p:ph idx="36" type="subTitle"/>
          </p:nvPr>
        </p:nvSpPr>
        <p:spPr>
          <a:xfrm>
            <a:off x="1196313" y="3940282"/>
            <a:ext cx="2361300" cy="2658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cxnSp>
        <p:nvCxnSpPr>
          <p:cNvPr id="10561" name="Google Shape;10561;p176"/>
          <p:cNvCxnSpPr/>
          <p:nvPr/>
        </p:nvCxnSpPr>
        <p:spPr>
          <a:xfrm flipH="1">
            <a:off x="3615354" y="3944662"/>
            <a:ext cx="600" cy="258300"/>
          </a:xfrm>
          <a:prstGeom prst="straightConnector1">
            <a:avLst/>
          </a:prstGeom>
          <a:noFill/>
          <a:ln cap="flat" cmpd="sng" w="28575">
            <a:solidFill>
              <a:srgbClr val="D9D9D9"/>
            </a:solidFill>
            <a:prstDash val="solid"/>
            <a:round/>
            <a:headEnd len="sm" w="sm" type="none"/>
            <a:tailEnd len="sm" w="sm" type="none"/>
          </a:ln>
        </p:spPr>
      </p:cxnSp>
      <p:sp>
        <p:nvSpPr>
          <p:cNvPr id="10562" name="Google Shape;10562;p176"/>
          <p:cNvSpPr txBox="1"/>
          <p:nvPr>
            <p:ph idx="37" type="subTitle"/>
          </p:nvPr>
        </p:nvSpPr>
        <p:spPr>
          <a:xfrm>
            <a:off x="7340763" y="3940286"/>
            <a:ext cx="2361300" cy="2664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sp>
        <p:nvSpPr>
          <p:cNvPr id="10563" name="Google Shape;10563;p176"/>
          <p:cNvSpPr txBox="1"/>
          <p:nvPr>
            <p:ph idx="38" type="subTitle"/>
          </p:nvPr>
        </p:nvSpPr>
        <p:spPr>
          <a:xfrm>
            <a:off x="3674313" y="3940283"/>
            <a:ext cx="1827600" cy="2658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sp>
        <p:nvSpPr>
          <p:cNvPr id="10564" name="Google Shape;10564;p176"/>
          <p:cNvSpPr txBox="1"/>
          <p:nvPr>
            <p:ph idx="39" type="subTitle"/>
          </p:nvPr>
        </p:nvSpPr>
        <p:spPr>
          <a:xfrm>
            <a:off x="5632638" y="3940288"/>
            <a:ext cx="1584600" cy="2664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cxnSp>
        <p:nvCxnSpPr>
          <p:cNvPr id="10565" name="Google Shape;10565;p176"/>
          <p:cNvCxnSpPr/>
          <p:nvPr/>
        </p:nvCxnSpPr>
        <p:spPr>
          <a:xfrm flipH="1">
            <a:off x="5566966" y="3940662"/>
            <a:ext cx="600" cy="258300"/>
          </a:xfrm>
          <a:prstGeom prst="straightConnector1">
            <a:avLst/>
          </a:prstGeom>
          <a:noFill/>
          <a:ln cap="flat" cmpd="sng" w="28575">
            <a:solidFill>
              <a:srgbClr val="D9D9D9"/>
            </a:solidFill>
            <a:prstDash val="solid"/>
            <a:round/>
            <a:headEnd len="sm" w="sm" type="none"/>
            <a:tailEnd len="sm" w="sm" type="none"/>
          </a:ln>
        </p:spPr>
      </p:cxnSp>
      <p:cxnSp>
        <p:nvCxnSpPr>
          <p:cNvPr id="10566" name="Google Shape;10566;p176"/>
          <p:cNvCxnSpPr/>
          <p:nvPr/>
        </p:nvCxnSpPr>
        <p:spPr>
          <a:xfrm flipH="1">
            <a:off x="7293491" y="3940287"/>
            <a:ext cx="600" cy="258300"/>
          </a:xfrm>
          <a:prstGeom prst="straightConnector1">
            <a:avLst/>
          </a:prstGeom>
          <a:noFill/>
          <a:ln cap="flat" cmpd="sng" w="28575">
            <a:solidFill>
              <a:srgbClr val="D9D9D9"/>
            </a:solidFill>
            <a:prstDash val="solid"/>
            <a:round/>
            <a:headEnd len="sm" w="sm" type="none"/>
            <a:tailEnd len="sm" w="sm" type="none"/>
          </a:ln>
        </p:spPr>
      </p:cxnSp>
      <p:cxnSp>
        <p:nvCxnSpPr>
          <p:cNvPr id="10567" name="Google Shape;10567;p176"/>
          <p:cNvCxnSpPr/>
          <p:nvPr/>
        </p:nvCxnSpPr>
        <p:spPr>
          <a:xfrm flipH="1">
            <a:off x="1137954" y="3940287"/>
            <a:ext cx="600" cy="258300"/>
          </a:xfrm>
          <a:prstGeom prst="straightConnector1">
            <a:avLst/>
          </a:prstGeom>
          <a:noFill/>
          <a:ln cap="flat" cmpd="sng" w="28575">
            <a:solidFill>
              <a:srgbClr val="D9D9D9"/>
            </a:solidFill>
            <a:prstDash val="solid"/>
            <a:round/>
            <a:headEnd len="sm" w="sm" type="none"/>
            <a:tailEnd len="sm" w="sm" type="none"/>
          </a:ln>
        </p:spPr>
      </p:cxnSp>
      <p:sp>
        <p:nvSpPr>
          <p:cNvPr id="10568" name="Google Shape;10568;p176"/>
          <p:cNvSpPr/>
          <p:nvPr/>
        </p:nvSpPr>
        <p:spPr>
          <a:xfrm>
            <a:off x="379263" y="4241574"/>
            <a:ext cx="9322800" cy="266400"/>
          </a:xfrm>
          <a:prstGeom prst="roundRect">
            <a:avLst>
              <a:gd fmla="val 12113" name="adj"/>
            </a:avLst>
          </a:prstGeom>
          <a:solidFill>
            <a:srgbClr val="FFFFFF"/>
          </a:solidFill>
          <a:ln cap="flat" cmpd="sng" w="9525">
            <a:solidFill>
              <a:srgbClr val="EFEFEF"/>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6000" spcFirstLastPara="1" rIns="0" wrap="square" tIns="0">
            <a:noAutofit/>
          </a:bodyPr>
          <a:lstStyle/>
          <a:p>
            <a:pPr indent="0" lvl="0" marL="0" rtl="0" algn="l">
              <a:lnSpc>
                <a:spcPct val="120000"/>
              </a:lnSpc>
              <a:spcBef>
                <a:spcPts val="0"/>
              </a:spcBef>
              <a:spcAft>
                <a:spcPts val="0"/>
              </a:spcAft>
              <a:buClr>
                <a:schemeClr val="dk1"/>
              </a:buClr>
              <a:buSzPts val="1100"/>
              <a:buFont typeface="Arial"/>
              <a:buNone/>
            </a:pPr>
            <a:r>
              <a:rPr b="1" lang="es-419" sz="800">
                <a:solidFill>
                  <a:schemeClr val="dk1"/>
                </a:solidFill>
                <a:latin typeface="Arvo"/>
                <a:ea typeface="Arvo"/>
                <a:cs typeface="Arvo"/>
                <a:sym typeface="Arvo"/>
              </a:rPr>
              <a:t>          Un(a)</a:t>
            </a:r>
            <a:endParaRPr b="1" sz="800">
              <a:latin typeface="Arvo"/>
              <a:ea typeface="Arvo"/>
              <a:cs typeface="Arvo"/>
              <a:sym typeface="Arvo"/>
            </a:endParaRPr>
          </a:p>
        </p:txBody>
      </p:sp>
      <p:sp>
        <p:nvSpPr>
          <p:cNvPr id="10569" name="Google Shape;10569;p176"/>
          <p:cNvSpPr txBox="1"/>
          <p:nvPr>
            <p:ph idx="40" type="subTitle"/>
          </p:nvPr>
        </p:nvSpPr>
        <p:spPr>
          <a:xfrm>
            <a:off x="1196313" y="4245245"/>
            <a:ext cx="2361300" cy="2658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cxnSp>
        <p:nvCxnSpPr>
          <p:cNvPr id="10570" name="Google Shape;10570;p176"/>
          <p:cNvCxnSpPr/>
          <p:nvPr/>
        </p:nvCxnSpPr>
        <p:spPr>
          <a:xfrm flipH="1">
            <a:off x="3615354" y="4249625"/>
            <a:ext cx="600" cy="258300"/>
          </a:xfrm>
          <a:prstGeom prst="straightConnector1">
            <a:avLst/>
          </a:prstGeom>
          <a:noFill/>
          <a:ln cap="flat" cmpd="sng" w="28575">
            <a:solidFill>
              <a:srgbClr val="D9D9D9"/>
            </a:solidFill>
            <a:prstDash val="solid"/>
            <a:round/>
            <a:headEnd len="sm" w="sm" type="none"/>
            <a:tailEnd len="sm" w="sm" type="none"/>
          </a:ln>
        </p:spPr>
      </p:cxnSp>
      <p:sp>
        <p:nvSpPr>
          <p:cNvPr id="10571" name="Google Shape;10571;p176"/>
          <p:cNvSpPr txBox="1"/>
          <p:nvPr>
            <p:ph idx="41" type="subTitle"/>
          </p:nvPr>
        </p:nvSpPr>
        <p:spPr>
          <a:xfrm>
            <a:off x="7340763" y="4245249"/>
            <a:ext cx="2361300" cy="2664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sp>
        <p:nvSpPr>
          <p:cNvPr id="10572" name="Google Shape;10572;p176"/>
          <p:cNvSpPr txBox="1"/>
          <p:nvPr>
            <p:ph idx="42" type="subTitle"/>
          </p:nvPr>
        </p:nvSpPr>
        <p:spPr>
          <a:xfrm>
            <a:off x="3674313" y="4245245"/>
            <a:ext cx="1827600" cy="2658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sp>
        <p:nvSpPr>
          <p:cNvPr id="10573" name="Google Shape;10573;p176"/>
          <p:cNvSpPr txBox="1"/>
          <p:nvPr>
            <p:ph idx="43" type="subTitle"/>
          </p:nvPr>
        </p:nvSpPr>
        <p:spPr>
          <a:xfrm>
            <a:off x="5632638" y="4245250"/>
            <a:ext cx="1584600" cy="2664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cxnSp>
        <p:nvCxnSpPr>
          <p:cNvPr id="10574" name="Google Shape;10574;p176"/>
          <p:cNvCxnSpPr/>
          <p:nvPr/>
        </p:nvCxnSpPr>
        <p:spPr>
          <a:xfrm flipH="1">
            <a:off x="5566966" y="4245625"/>
            <a:ext cx="600" cy="258300"/>
          </a:xfrm>
          <a:prstGeom prst="straightConnector1">
            <a:avLst/>
          </a:prstGeom>
          <a:noFill/>
          <a:ln cap="flat" cmpd="sng" w="28575">
            <a:solidFill>
              <a:srgbClr val="D9D9D9"/>
            </a:solidFill>
            <a:prstDash val="solid"/>
            <a:round/>
            <a:headEnd len="sm" w="sm" type="none"/>
            <a:tailEnd len="sm" w="sm" type="none"/>
          </a:ln>
        </p:spPr>
      </p:cxnSp>
      <p:cxnSp>
        <p:nvCxnSpPr>
          <p:cNvPr id="10575" name="Google Shape;10575;p176"/>
          <p:cNvCxnSpPr/>
          <p:nvPr/>
        </p:nvCxnSpPr>
        <p:spPr>
          <a:xfrm flipH="1">
            <a:off x="7293491" y="4245250"/>
            <a:ext cx="600" cy="258300"/>
          </a:xfrm>
          <a:prstGeom prst="straightConnector1">
            <a:avLst/>
          </a:prstGeom>
          <a:noFill/>
          <a:ln cap="flat" cmpd="sng" w="28575">
            <a:solidFill>
              <a:srgbClr val="D9D9D9"/>
            </a:solidFill>
            <a:prstDash val="solid"/>
            <a:round/>
            <a:headEnd len="sm" w="sm" type="none"/>
            <a:tailEnd len="sm" w="sm" type="none"/>
          </a:ln>
        </p:spPr>
      </p:cxnSp>
      <p:cxnSp>
        <p:nvCxnSpPr>
          <p:cNvPr id="10576" name="Google Shape;10576;p176"/>
          <p:cNvCxnSpPr/>
          <p:nvPr/>
        </p:nvCxnSpPr>
        <p:spPr>
          <a:xfrm flipH="1">
            <a:off x="1137954" y="4245250"/>
            <a:ext cx="600" cy="258300"/>
          </a:xfrm>
          <a:prstGeom prst="straightConnector1">
            <a:avLst/>
          </a:prstGeom>
          <a:noFill/>
          <a:ln cap="flat" cmpd="sng" w="28575">
            <a:solidFill>
              <a:srgbClr val="D9D9D9"/>
            </a:solidFill>
            <a:prstDash val="solid"/>
            <a:round/>
            <a:headEnd len="sm" w="sm" type="none"/>
            <a:tailEnd len="sm" w="sm" type="none"/>
          </a:ln>
        </p:spPr>
      </p:cxnSp>
      <p:sp>
        <p:nvSpPr>
          <p:cNvPr id="10577" name="Google Shape;10577;p176"/>
          <p:cNvSpPr/>
          <p:nvPr/>
        </p:nvSpPr>
        <p:spPr>
          <a:xfrm>
            <a:off x="379388" y="4535949"/>
            <a:ext cx="9322800" cy="266400"/>
          </a:xfrm>
          <a:prstGeom prst="roundRect">
            <a:avLst>
              <a:gd fmla="val 12113" name="adj"/>
            </a:avLst>
          </a:prstGeom>
          <a:solidFill>
            <a:srgbClr val="FFFFFF"/>
          </a:solidFill>
          <a:ln cap="flat" cmpd="sng" w="9525">
            <a:solidFill>
              <a:srgbClr val="EFEFEF"/>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6000" spcFirstLastPara="1" rIns="0" wrap="square" tIns="0">
            <a:noAutofit/>
          </a:bodyPr>
          <a:lstStyle/>
          <a:p>
            <a:pPr indent="0" lvl="0" marL="0" rtl="0" algn="l">
              <a:lnSpc>
                <a:spcPct val="120000"/>
              </a:lnSpc>
              <a:spcBef>
                <a:spcPts val="0"/>
              </a:spcBef>
              <a:spcAft>
                <a:spcPts val="0"/>
              </a:spcAft>
              <a:buClr>
                <a:schemeClr val="dk1"/>
              </a:buClr>
              <a:buSzPts val="1100"/>
              <a:buFont typeface="Arial"/>
              <a:buNone/>
            </a:pPr>
            <a:r>
              <a:rPr b="1" lang="es-419" sz="800">
                <a:solidFill>
                  <a:schemeClr val="dk1"/>
                </a:solidFill>
                <a:latin typeface="Arvo"/>
                <a:ea typeface="Arvo"/>
                <a:cs typeface="Arvo"/>
                <a:sym typeface="Arvo"/>
              </a:rPr>
              <a:t>          Un(a)</a:t>
            </a:r>
            <a:endParaRPr b="1" sz="800">
              <a:latin typeface="Arvo"/>
              <a:ea typeface="Arvo"/>
              <a:cs typeface="Arvo"/>
              <a:sym typeface="Arvo"/>
            </a:endParaRPr>
          </a:p>
        </p:txBody>
      </p:sp>
      <p:sp>
        <p:nvSpPr>
          <p:cNvPr id="10578" name="Google Shape;10578;p176"/>
          <p:cNvSpPr txBox="1"/>
          <p:nvPr>
            <p:ph idx="44" type="subTitle"/>
          </p:nvPr>
        </p:nvSpPr>
        <p:spPr>
          <a:xfrm>
            <a:off x="1196438" y="4539620"/>
            <a:ext cx="2361300" cy="2658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cxnSp>
        <p:nvCxnSpPr>
          <p:cNvPr id="10579" name="Google Shape;10579;p176"/>
          <p:cNvCxnSpPr/>
          <p:nvPr/>
        </p:nvCxnSpPr>
        <p:spPr>
          <a:xfrm flipH="1">
            <a:off x="3615479" y="4544000"/>
            <a:ext cx="600" cy="258300"/>
          </a:xfrm>
          <a:prstGeom prst="straightConnector1">
            <a:avLst/>
          </a:prstGeom>
          <a:noFill/>
          <a:ln cap="flat" cmpd="sng" w="28575">
            <a:solidFill>
              <a:srgbClr val="D9D9D9"/>
            </a:solidFill>
            <a:prstDash val="solid"/>
            <a:round/>
            <a:headEnd len="sm" w="sm" type="none"/>
            <a:tailEnd len="sm" w="sm" type="none"/>
          </a:ln>
        </p:spPr>
      </p:cxnSp>
      <p:sp>
        <p:nvSpPr>
          <p:cNvPr id="10580" name="Google Shape;10580;p176"/>
          <p:cNvSpPr txBox="1"/>
          <p:nvPr>
            <p:ph idx="45" type="subTitle"/>
          </p:nvPr>
        </p:nvSpPr>
        <p:spPr>
          <a:xfrm>
            <a:off x="7340888" y="4539624"/>
            <a:ext cx="2361300" cy="2664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sp>
        <p:nvSpPr>
          <p:cNvPr id="10581" name="Google Shape;10581;p176"/>
          <p:cNvSpPr txBox="1"/>
          <p:nvPr>
            <p:ph idx="46" type="subTitle"/>
          </p:nvPr>
        </p:nvSpPr>
        <p:spPr>
          <a:xfrm>
            <a:off x="3674438" y="4539620"/>
            <a:ext cx="1827600" cy="2658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sp>
        <p:nvSpPr>
          <p:cNvPr id="10582" name="Google Shape;10582;p176"/>
          <p:cNvSpPr txBox="1"/>
          <p:nvPr>
            <p:ph idx="47" type="subTitle"/>
          </p:nvPr>
        </p:nvSpPr>
        <p:spPr>
          <a:xfrm>
            <a:off x="5632763" y="4539625"/>
            <a:ext cx="1584600" cy="2664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cxnSp>
        <p:nvCxnSpPr>
          <p:cNvPr id="10583" name="Google Shape;10583;p176"/>
          <p:cNvCxnSpPr/>
          <p:nvPr/>
        </p:nvCxnSpPr>
        <p:spPr>
          <a:xfrm flipH="1">
            <a:off x="5567091" y="4540000"/>
            <a:ext cx="600" cy="258300"/>
          </a:xfrm>
          <a:prstGeom prst="straightConnector1">
            <a:avLst/>
          </a:prstGeom>
          <a:noFill/>
          <a:ln cap="flat" cmpd="sng" w="28575">
            <a:solidFill>
              <a:srgbClr val="D9D9D9"/>
            </a:solidFill>
            <a:prstDash val="solid"/>
            <a:round/>
            <a:headEnd len="sm" w="sm" type="none"/>
            <a:tailEnd len="sm" w="sm" type="none"/>
          </a:ln>
        </p:spPr>
      </p:cxnSp>
      <p:cxnSp>
        <p:nvCxnSpPr>
          <p:cNvPr id="10584" name="Google Shape;10584;p176"/>
          <p:cNvCxnSpPr/>
          <p:nvPr/>
        </p:nvCxnSpPr>
        <p:spPr>
          <a:xfrm flipH="1">
            <a:off x="7293616" y="4539625"/>
            <a:ext cx="600" cy="258300"/>
          </a:xfrm>
          <a:prstGeom prst="straightConnector1">
            <a:avLst/>
          </a:prstGeom>
          <a:noFill/>
          <a:ln cap="flat" cmpd="sng" w="28575">
            <a:solidFill>
              <a:srgbClr val="D9D9D9"/>
            </a:solidFill>
            <a:prstDash val="solid"/>
            <a:round/>
            <a:headEnd len="sm" w="sm" type="none"/>
            <a:tailEnd len="sm" w="sm" type="none"/>
          </a:ln>
        </p:spPr>
      </p:cxnSp>
      <p:cxnSp>
        <p:nvCxnSpPr>
          <p:cNvPr id="10585" name="Google Shape;10585;p176"/>
          <p:cNvCxnSpPr/>
          <p:nvPr/>
        </p:nvCxnSpPr>
        <p:spPr>
          <a:xfrm flipH="1">
            <a:off x="1138079" y="4539625"/>
            <a:ext cx="600" cy="258300"/>
          </a:xfrm>
          <a:prstGeom prst="straightConnector1">
            <a:avLst/>
          </a:prstGeom>
          <a:noFill/>
          <a:ln cap="flat" cmpd="sng" w="28575">
            <a:solidFill>
              <a:srgbClr val="D9D9D9"/>
            </a:solidFill>
            <a:prstDash val="solid"/>
            <a:round/>
            <a:headEnd len="sm" w="sm" type="none"/>
            <a:tailEnd len="sm" w="sm" type="none"/>
          </a:ln>
        </p:spPr>
      </p:cxnSp>
      <p:sp>
        <p:nvSpPr>
          <p:cNvPr id="10586" name="Google Shape;10586;p176"/>
          <p:cNvSpPr/>
          <p:nvPr/>
        </p:nvSpPr>
        <p:spPr>
          <a:xfrm>
            <a:off x="379388" y="4840911"/>
            <a:ext cx="9322800" cy="266400"/>
          </a:xfrm>
          <a:prstGeom prst="roundRect">
            <a:avLst>
              <a:gd fmla="val 12113" name="adj"/>
            </a:avLst>
          </a:prstGeom>
          <a:solidFill>
            <a:srgbClr val="FFFFFF"/>
          </a:solidFill>
          <a:ln cap="flat" cmpd="sng" w="9525">
            <a:solidFill>
              <a:srgbClr val="EFEFEF"/>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6000" spcFirstLastPara="1" rIns="0" wrap="square" tIns="0">
            <a:noAutofit/>
          </a:bodyPr>
          <a:lstStyle/>
          <a:p>
            <a:pPr indent="0" lvl="0" marL="0" rtl="0" algn="l">
              <a:lnSpc>
                <a:spcPct val="120000"/>
              </a:lnSpc>
              <a:spcBef>
                <a:spcPts val="0"/>
              </a:spcBef>
              <a:spcAft>
                <a:spcPts val="0"/>
              </a:spcAft>
              <a:buClr>
                <a:schemeClr val="dk1"/>
              </a:buClr>
              <a:buSzPts val="1100"/>
              <a:buFont typeface="Arial"/>
              <a:buNone/>
            </a:pPr>
            <a:r>
              <a:rPr b="1" lang="es-419" sz="800">
                <a:solidFill>
                  <a:schemeClr val="dk1"/>
                </a:solidFill>
                <a:latin typeface="Arvo"/>
                <a:ea typeface="Arvo"/>
                <a:cs typeface="Arvo"/>
                <a:sym typeface="Arvo"/>
              </a:rPr>
              <a:t>          Un(a)</a:t>
            </a:r>
            <a:endParaRPr b="1" sz="800">
              <a:latin typeface="Arvo"/>
              <a:ea typeface="Arvo"/>
              <a:cs typeface="Arvo"/>
              <a:sym typeface="Arvo"/>
            </a:endParaRPr>
          </a:p>
        </p:txBody>
      </p:sp>
      <p:sp>
        <p:nvSpPr>
          <p:cNvPr id="10587" name="Google Shape;10587;p176"/>
          <p:cNvSpPr txBox="1"/>
          <p:nvPr>
            <p:ph idx="48" type="subTitle"/>
          </p:nvPr>
        </p:nvSpPr>
        <p:spPr>
          <a:xfrm>
            <a:off x="1196438" y="4844582"/>
            <a:ext cx="2361300" cy="2658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cxnSp>
        <p:nvCxnSpPr>
          <p:cNvPr id="10588" name="Google Shape;10588;p176"/>
          <p:cNvCxnSpPr/>
          <p:nvPr/>
        </p:nvCxnSpPr>
        <p:spPr>
          <a:xfrm flipH="1">
            <a:off x="3615479" y="4848962"/>
            <a:ext cx="600" cy="258300"/>
          </a:xfrm>
          <a:prstGeom prst="straightConnector1">
            <a:avLst/>
          </a:prstGeom>
          <a:noFill/>
          <a:ln cap="flat" cmpd="sng" w="28575">
            <a:solidFill>
              <a:srgbClr val="D9D9D9"/>
            </a:solidFill>
            <a:prstDash val="solid"/>
            <a:round/>
            <a:headEnd len="sm" w="sm" type="none"/>
            <a:tailEnd len="sm" w="sm" type="none"/>
          </a:ln>
        </p:spPr>
      </p:cxnSp>
      <p:sp>
        <p:nvSpPr>
          <p:cNvPr id="10589" name="Google Shape;10589;p176"/>
          <p:cNvSpPr txBox="1"/>
          <p:nvPr>
            <p:ph idx="49" type="subTitle"/>
          </p:nvPr>
        </p:nvSpPr>
        <p:spPr>
          <a:xfrm>
            <a:off x="7340888" y="4844586"/>
            <a:ext cx="2361300" cy="2664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sp>
        <p:nvSpPr>
          <p:cNvPr id="10590" name="Google Shape;10590;p176"/>
          <p:cNvSpPr txBox="1"/>
          <p:nvPr>
            <p:ph idx="50" type="subTitle"/>
          </p:nvPr>
        </p:nvSpPr>
        <p:spPr>
          <a:xfrm>
            <a:off x="3674438" y="4844583"/>
            <a:ext cx="1827600" cy="2658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sp>
        <p:nvSpPr>
          <p:cNvPr id="10591" name="Google Shape;10591;p176"/>
          <p:cNvSpPr txBox="1"/>
          <p:nvPr>
            <p:ph idx="51" type="subTitle"/>
          </p:nvPr>
        </p:nvSpPr>
        <p:spPr>
          <a:xfrm>
            <a:off x="5632763" y="4844588"/>
            <a:ext cx="1584600" cy="2664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cxnSp>
        <p:nvCxnSpPr>
          <p:cNvPr id="10592" name="Google Shape;10592;p176"/>
          <p:cNvCxnSpPr/>
          <p:nvPr/>
        </p:nvCxnSpPr>
        <p:spPr>
          <a:xfrm flipH="1">
            <a:off x="5567091" y="4844962"/>
            <a:ext cx="600" cy="258300"/>
          </a:xfrm>
          <a:prstGeom prst="straightConnector1">
            <a:avLst/>
          </a:prstGeom>
          <a:noFill/>
          <a:ln cap="flat" cmpd="sng" w="28575">
            <a:solidFill>
              <a:srgbClr val="D9D9D9"/>
            </a:solidFill>
            <a:prstDash val="solid"/>
            <a:round/>
            <a:headEnd len="sm" w="sm" type="none"/>
            <a:tailEnd len="sm" w="sm" type="none"/>
          </a:ln>
        </p:spPr>
      </p:cxnSp>
      <p:cxnSp>
        <p:nvCxnSpPr>
          <p:cNvPr id="10593" name="Google Shape;10593;p176"/>
          <p:cNvCxnSpPr/>
          <p:nvPr/>
        </p:nvCxnSpPr>
        <p:spPr>
          <a:xfrm flipH="1">
            <a:off x="7293616" y="4844587"/>
            <a:ext cx="600" cy="258300"/>
          </a:xfrm>
          <a:prstGeom prst="straightConnector1">
            <a:avLst/>
          </a:prstGeom>
          <a:noFill/>
          <a:ln cap="flat" cmpd="sng" w="28575">
            <a:solidFill>
              <a:srgbClr val="D9D9D9"/>
            </a:solidFill>
            <a:prstDash val="solid"/>
            <a:round/>
            <a:headEnd len="sm" w="sm" type="none"/>
            <a:tailEnd len="sm" w="sm" type="none"/>
          </a:ln>
        </p:spPr>
      </p:cxnSp>
      <p:cxnSp>
        <p:nvCxnSpPr>
          <p:cNvPr id="10594" name="Google Shape;10594;p176"/>
          <p:cNvCxnSpPr/>
          <p:nvPr/>
        </p:nvCxnSpPr>
        <p:spPr>
          <a:xfrm flipH="1">
            <a:off x="1138079" y="4844587"/>
            <a:ext cx="600" cy="258300"/>
          </a:xfrm>
          <a:prstGeom prst="straightConnector1">
            <a:avLst/>
          </a:prstGeom>
          <a:noFill/>
          <a:ln cap="flat" cmpd="sng" w="28575">
            <a:solidFill>
              <a:srgbClr val="D9D9D9"/>
            </a:solidFill>
            <a:prstDash val="solid"/>
            <a:round/>
            <a:headEnd len="sm" w="sm" type="none"/>
            <a:tailEnd len="sm" w="sm" type="none"/>
          </a:ln>
        </p:spPr>
      </p:cxnSp>
      <p:sp>
        <p:nvSpPr>
          <p:cNvPr id="10595" name="Google Shape;10595;p176"/>
          <p:cNvSpPr/>
          <p:nvPr/>
        </p:nvSpPr>
        <p:spPr>
          <a:xfrm>
            <a:off x="379388" y="5135286"/>
            <a:ext cx="9322800" cy="266400"/>
          </a:xfrm>
          <a:prstGeom prst="roundRect">
            <a:avLst>
              <a:gd fmla="val 12113" name="adj"/>
            </a:avLst>
          </a:prstGeom>
          <a:solidFill>
            <a:srgbClr val="FFFFFF"/>
          </a:solidFill>
          <a:ln cap="flat" cmpd="sng" w="9525">
            <a:solidFill>
              <a:srgbClr val="EFEFEF"/>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6000" spcFirstLastPara="1" rIns="0" wrap="square" tIns="0">
            <a:noAutofit/>
          </a:bodyPr>
          <a:lstStyle/>
          <a:p>
            <a:pPr indent="0" lvl="0" marL="0" rtl="0" algn="l">
              <a:lnSpc>
                <a:spcPct val="120000"/>
              </a:lnSpc>
              <a:spcBef>
                <a:spcPts val="0"/>
              </a:spcBef>
              <a:spcAft>
                <a:spcPts val="0"/>
              </a:spcAft>
              <a:buClr>
                <a:schemeClr val="dk1"/>
              </a:buClr>
              <a:buSzPts val="1100"/>
              <a:buFont typeface="Arial"/>
              <a:buNone/>
            </a:pPr>
            <a:r>
              <a:rPr b="1" lang="es-419" sz="800">
                <a:solidFill>
                  <a:schemeClr val="dk1"/>
                </a:solidFill>
                <a:latin typeface="Arvo"/>
                <a:ea typeface="Arvo"/>
                <a:cs typeface="Arvo"/>
                <a:sym typeface="Arvo"/>
              </a:rPr>
              <a:t>          Un(a)</a:t>
            </a:r>
            <a:endParaRPr b="1" sz="800">
              <a:latin typeface="Arvo"/>
              <a:ea typeface="Arvo"/>
              <a:cs typeface="Arvo"/>
              <a:sym typeface="Arvo"/>
            </a:endParaRPr>
          </a:p>
        </p:txBody>
      </p:sp>
      <p:sp>
        <p:nvSpPr>
          <p:cNvPr id="10596" name="Google Shape;10596;p176"/>
          <p:cNvSpPr txBox="1"/>
          <p:nvPr>
            <p:ph idx="52" type="subTitle"/>
          </p:nvPr>
        </p:nvSpPr>
        <p:spPr>
          <a:xfrm>
            <a:off x="1196438" y="5138957"/>
            <a:ext cx="2361300" cy="2658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cxnSp>
        <p:nvCxnSpPr>
          <p:cNvPr id="10597" name="Google Shape;10597;p176"/>
          <p:cNvCxnSpPr/>
          <p:nvPr/>
        </p:nvCxnSpPr>
        <p:spPr>
          <a:xfrm flipH="1">
            <a:off x="3615479" y="5143337"/>
            <a:ext cx="600" cy="258300"/>
          </a:xfrm>
          <a:prstGeom prst="straightConnector1">
            <a:avLst/>
          </a:prstGeom>
          <a:noFill/>
          <a:ln cap="flat" cmpd="sng" w="28575">
            <a:solidFill>
              <a:srgbClr val="D9D9D9"/>
            </a:solidFill>
            <a:prstDash val="solid"/>
            <a:round/>
            <a:headEnd len="sm" w="sm" type="none"/>
            <a:tailEnd len="sm" w="sm" type="none"/>
          </a:ln>
        </p:spPr>
      </p:cxnSp>
      <p:sp>
        <p:nvSpPr>
          <p:cNvPr id="10598" name="Google Shape;10598;p176"/>
          <p:cNvSpPr txBox="1"/>
          <p:nvPr>
            <p:ph idx="53" type="subTitle"/>
          </p:nvPr>
        </p:nvSpPr>
        <p:spPr>
          <a:xfrm>
            <a:off x="7340888" y="5138961"/>
            <a:ext cx="2361300" cy="2664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sp>
        <p:nvSpPr>
          <p:cNvPr id="10599" name="Google Shape;10599;p176"/>
          <p:cNvSpPr txBox="1"/>
          <p:nvPr>
            <p:ph idx="54" type="subTitle"/>
          </p:nvPr>
        </p:nvSpPr>
        <p:spPr>
          <a:xfrm>
            <a:off x="3674438" y="5138958"/>
            <a:ext cx="1827600" cy="2658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sp>
        <p:nvSpPr>
          <p:cNvPr id="10600" name="Google Shape;10600;p176"/>
          <p:cNvSpPr txBox="1"/>
          <p:nvPr>
            <p:ph idx="55" type="subTitle"/>
          </p:nvPr>
        </p:nvSpPr>
        <p:spPr>
          <a:xfrm>
            <a:off x="5632763" y="5138963"/>
            <a:ext cx="1584600" cy="2664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cxnSp>
        <p:nvCxnSpPr>
          <p:cNvPr id="10601" name="Google Shape;10601;p176"/>
          <p:cNvCxnSpPr/>
          <p:nvPr/>
        </p:nvCxnSpPr>
        <p:spPr>
          <a:xfrm flipH="1">
            <a:off x="5567091" y="5139337"/>
            <a:ext cx="600" cy="258300"/>
          </a:xfrm>
          <a:prstGeom prst="straightConnector1">
            <a:avLst/>
          </a:prstGeom>
          <a:noFill/>
          <a:ln cap="flat" cmpd="sng" w="28575">
            <a:solidFill>
              <a:srgbClr val="D9D9D9"/>
            </a:solidFill>
            <a:prstDash val="solid"/>
            <a:round/>
            <a:headEnd len="sm" w="sm" type="none"/>
            <a:tailEnd len="sm" w="sm" type="none"/>
          </a:ln>
        </p:spPr>
      </p:cxnSp>
      <p:cxnSp>
        <p:nvCxnSpPr>
          <p:cNvPr id="10602" name="Google Shape;10602;p176"/>
          <p:cNvCxnSpPr/>
          <p:nvPr/>
        </p:nvCxnSpPr>
        <p:spPr>
          <a:xfrm flipH="1">
            <a:off x="7293616" y="5138962"/>
            <a:ext cx="600" cy="258300"/>
          </a:xfrm>
          <a:prstGeom prst="straightConnector1">
            <a:avLst/>
          </a:prstGeom>
          <a:noFill/>
          <a:ln cap="flat" cmpd="sng" w="28575">
            <a:solidFill>
              <a:srgbClr val="D9D9D9"/>
            </a:solidFill>
            <a:prstDash val="solid"/>
            <a:round/>
            <a:headEnd len="sm" w="sm" type="none"/>
            <a:tailEnd len="sm" w="sm" type="none"/>
          </a:ln>
        </p:spPr>
      </p:cxnSp>
      <p:cxnSp>
        <p:nvCxnSpPr>
          <p:cNvPr id="10603" name="Google Shape;10603;p176"/>
          <p:cNvCxnSpPr/>
          <p:nvPr/>
        </p:nvCxnSpPr>
        <p:spPr>
          <a:xfrm flipH="1">
            <a:off x="1138079" y="5138962"/>
            <a:ext cx="600" cy="258300"/>
          </a:xfrm>
          <a:prstGeom prst="straightConnector1">
            <a:avLst/>
          </a:prstGeom>
          <a:noFill/>
          <a:ln cap="flat" cmpd="sng" w="28575">
            <a:solidFill>
              <a:srgbClr val="D9D9D9"/>
            </a:solidFill>
            <a:prstDash val="solid"/>
            <a:round/>
            <a:headEnd len="sm" w="sm" type="none"/>
            <a:tailEnd len="sm" w="sm" type="none"/>
          </a:ln>
        </p:spPr>
      </p:cxnSp>
      <p:sp>
        <p:nvSpPr>
          <p:cNvPr id="10604" name="Google Shape;10604;p176"/>
          <p:cNvSpPr/>
          <p:nvPr/>
        </p:nvSpPr>
        <p:spPr>
          <a:xfrm>
            <a:off x="379388" y="5440249"/>
            <a:ext cx="9322800" cy="266400"/>
          </a:xfrm>
          <a:prstGeom prst="roundRect">
            <a:avLst>
              <a:gd fmla="val 12113" name="adj"/>
            </a:avLst>
          </a:prstGeom>
          <a:solidFill>
            <a:srgbClr val="FFFFFF"/>
          </a:solidFill>
          <a:ln cap="flat" cmpd="sng" w="9525">
            <a:solidFill>
              <a:srgbClr val="EFEFEF"/>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6000" spcFirstLastPara="1" rIns="0" wrap="square" tIns="0">
            <a:noAutofit/>
          </a:bodyPr>
          <a:lstStyle/>
          <a:p>
            <a:pPr indent="0" lvl="0" marL="0" rtl="0" algn="l">
              <a:lnSpc>
                <a:spcPct val="120000"/>
              </a:lnSpc>
              <a:spcBef>
                <a:spcPts val="0"/>
              </a:spcBef>
              <a:spcAft>
                <a:spcPts val="0"/>
              </a:spcAft>
              <a:buClr>
                <a:schemeClr val="dk1"/>
              </a:buClr>
              <a:buSzPts val="1100"/>
              <a:buFont typeface="Arial"/>
              <a:buNone/>
            </a:pPr>
            <a:r>
              <a:rPr b="1" lang="es-419" sz="800">
                <a:solidFill>
                  <a:schemeClr val="dk1"/>
                </a:solidFill>
                <a:latin typeface="Arvo"/>
                <a:ea typeface="Arvo"/>
                <a:cs typeface="Arvo"/>
                <a:sym typeface="Arvo"/>
              </a:rPr>
              <a:t>          Un(a)</a:t>
            </a:r>
            <a:endParaRPr b="1" sz="800">
              <a:latin typeface="Arvo"/>
              <a:ea typeface="Arvo"/>
              <a:cs typeface="Arvo"/>
              <a:sym typeface="Arvo"/>
            </a:endParaRPr>
          </a:p>
        </p:txBody>
      </p:sp>
      <p:sp>
        <p:nvSpPr>
          <p:cNvPr id="10605" name="Google Shape;10605;p176"/>
          <p:cNvSpPr txBox="1"/>
          <p:nvPr>
            <p:ph idx="56" type="subTitle"/>
          </p:nvPr>
        </p:nvSpPr>
        <p:spPr>
          <a:xfrm>
            <a:off x="1196438" y="5443920"/>
            <a:ext cx="2361300" cy="2658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cxnSp>
        <p:nvCxnSpPr>
          <p:cNvPr id="10606" name="Google Shape;10606;p176"/>
          <p:cNvCxnSpPr/>
          <p:nvPr/>
        </p:nvCxnSpPr>
        <p:spPr>
          <a:xfrm flipH="1">
            <a:off x="3615479" y="5448300"/>
            <a:ext cx="600" cy="258300"/>
          </a:xfrm>
          <a:prstGeom prst="straightConnector1">
            <a:avLst/>
          </a:prstGeom>
          <a:noFill/>
          <a:ln cap="flat" cmpd="sng" w="28575">
            <a:solidFill>
              <a:srgbClr val="D9D9D9"/>
            </a:solidFill>
            <a:prstDash val="solid"/>
            <a:round/>
            <a:headEnd len="sm" w="sm" type="none"/>
            <a:tailEnd len="sm" w="sm" type="none"/>
          </a:ln>
        </p:spPr>
      </p:cxnSp>
      <p:sp>
        <p:nvSpPr>
          <p:cNvPr id="10607" name="Google Shape;10607;p176"/>
          <p:cNvSpPr txBox="1"/>
          <p:nvPr>
            <p:ph idx="57" type="subTitle"/>
          </p:nvPr>
        </p:nvSpPr>
        <p:spPr>
          <a:xfrm>
            <a:off x="7340888" y="5443924"/>
            <a:ext cx="2361300" cy="2664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sp>
        <p:nvSpPr>
          <p:cNvPr id="10608" name="Google Shape;10608;p176"/>
          <p:cNvSpPr txBox="1"/>
          <p:nvPr>
            <p:ph idx="58" type="subTitle"/>
          </p:nvPr>
        </p:nvSpPr>
        <p:spPr>
          <a:xfrm>
            <a:off x="3674438" y="5443920"/>
            <a:ext cx="1827600" cy="2658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sp>
        <p:nvSpPr>
          <p:cNvPr id="10609" name="Google Shape;10609;p176"/>
          <p:cNvSpPr txBox="1"/>
          <p:nvPr>
            <p:ph idx="59" type="subTitle"/>
          </p:nvPr>
        </p:nvSpPr>
        <p:spPr>
          <a:xfrm>
            <a:off x="5632763" y="5443925"/>
            <a:ext cx="1584600" cy="2664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cxnSp>
        <p:nvCxnSpPr>
          <p:cNvPr id="10610" name="Google Shape;10610;p176"/>
          <p:cNvCxnSpPr/>
          <p:nvPr/>
        </p:nvCxnSpPr>
        <p:spPr>
          <a:xfrm flipH="1">
            <a:off x="5567091" y="5444300"/>
            <a:ext cx="600" cy="258300"/>
          </a:xfrm>
          <a:prstGeom prst="straightConnector1">
            <a:avLst/>
          </a:prstGeom>
          <a:noFill/>
          <a:ln cap="flat" cmpd="sng" w="28575">
            <a:solidFill>
              <a:srgbClr val="D9D9D9"/>
            </a:solidFill>
            <a:prstDash val="solid"/>
            <a:round/>
            <a:headEnd len="sm" w="sm" type="none"/>
            <a:tailEnd len="sm" w="sm" type="none"/>
          </a:ln>
        </p:spPr>
      </p:cxnSp>
      <p:cxnSp>
        <p:nvCxnSpPr>
          <p:cNvPr id="10611" name="Google Shape;10611;p176"/>
          <p:cNvCxnSpPr/>
          <p:nvPr/>
        </p:nvCxnSpPr>
        <p:spPr>
          <a:xfrm flipH="1">
            <a:off x="7293616" y="5443925"/>
            <a:ext cx="600" cy="258300"/>
          </a:xfrm>
          <a:prstGeom prst="straightConnector1">
            <a:avLst/>
          </a:prstGeom>
          <a:noFill/>
          <a:ln cap="flat" cmpd="sng" w="28575">
            <a:solidFill>
              <a:srgbClr val="D9D9D9"/>
            </a:solidFill>
            <a:prstDash val="solid"/>
            <a:round/>
            <a:headEnd len="sm" w="sm" type="none"/>
            <a:tailEnd len="sm" w="sm" type="none"/>
          </a:ln>
        </p:spPr>
      </p:cxnSp>
      <p:cxnSp>
        <p:nvCxnSpPr>
          <p:cNvPr id="10612" name="Google Shape;10612;p176"/>
          <p:cNvCxnSpPr/>
          <p:nvPr/>
        </p:nvCxnSpPr>
        <p:spPr>
          <a:xfrm flipH="1">
            <a:off x="1138079" y="5443925"/>
            <a:ext cx="600" cy="258300"/>
          </a:xfrm>
          <a:prstGeom prst="straightConnector1">
            <a:avLst/>
          </a:prstGeom>
          <a:noFill/>
          <a:ln cap="flat" cmpd="sng" w="28575">
            <a:solidFill>
              <a:srgbClr val="D9D9D9"/>
            </a:solidFill>
            <a:prstDash val="solid"/>
            <a:round/>
            <a:headEnd len="sm" w="sm" type="none"/>
            <a:tailEnd len="sm" w="sm" type="none"/>
          </a:ln>
        </p:spPr>
      </p:cxnSp>
      <p:sp>
        <p:nvSpPr>
          <p:cNvPr id="10613" name="Google Shape;10613;p176"/>
          <p:cNvSpPr/>
          <p:nvPr/>
        </p:nvSpPr>
        <p:spPr>
          <a:xfrm>
            <a:off x="379388" y="5745211"/>
            <a:ext cx="9322800" cy="266400"/>
          </a:xfrm>
          <a:prstGeom prst="roundRect">
            <a:avLst>
              <a:gd fmla="val 12113" name="adj"/>
            </a:avLst>
          </a:prstGeom>
          <a:solidFill>
            <a:srgbClr val="FFFFFF"/>
          </a:solidFill>
          <a:ln cap="flat" cmpd="sng" w="9525">
            <a:solidFill>
              <a:srgbClr val="EFEFEF"/>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6000" spcFirstLastPara="1" rIns="0" wrap="square" tIns="0">
            <a:noAutofit/>
          </a:bodyPr>
          <a:lstStyle/>
          <a:p>
            <a:pPr indent="0" lvl="0" marL="0" rtl="0" algn="l">
              <a:lnSpc>
                <a:spcPct val="120000"/>
              </a:lnSpc>
              <a:spcBef>
                <a:spcPts val="0"/>
              </a:spcBef>
              <a:spcAft>
                <a:spcPts val="0"/>
              </a:spcAft>
              <a:buClr>
                <a:schemeClr val="dk1"/>
              </a:buClr>
              <a:buSzPts val="1100"/>
              <a:buFont typeface="Arial"/>
              <a:buNone/>
            </a:pPr>
            <a:r>
              <a:rPr b="1" lang="es-419" sz="800">
                <a:solidFill>
                  <a:schemeClr val="dk1"/>
                </a:solidFill>
                <a:latin typeface="Arvo"/>
                <a:ea typeface="Arvo"/>
                <a:cs typeface="Arvo"/>
                <a:sym typeface="Arvo"/>
              </a:rPr>
              <a:t>          Un(a)</a:t>
            </a:r>
            <a:endParaRPr b="1" sz="800">
              <a:latin typeface="Arvo"/>
              <a:ea typeface="Arvo"/>
              <a:cs typeface="Arvo"/>
              <a:sym typeface="Arvo"/>
            </a:endParaRPr>
          </a:p>
        </p:txBody>
      </p:sp>
      <p:sp>
        <p:nvSpPr>
          <p:cNvPr id="10614" name="Google Shape;10614;p176"/>
          <p:cNvSpPr txBox="1"/>
          <p:nvPr>
            <p:ph idx="60" type="subTitle"/>
          </p:nvPr>
        </p:nvSpPr>
        <p:spPr>
          <a:xfrm>
            <a:off x="1196438" y="5748882"/>
            <a:ext cx="2361300" cy="2658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cxnSp>
        <p:nvCxnSpPr>
          <p:cNvPr id="10615" name="Google Shape;10615;p176"/>
          <p:cNvCxnSpPr/>
          <p:nvPr/>
        </p:nvCxnSpPr>
        <p:spPr>
          <a:xfrm flipH="1">
            <a:off x="3615479" y="5753262"/>
            <a:ext cx="600" cy="258300"/>
          </a:xfrm>
          <a:prstGeom prst="straightConnector1">
            <a:avLst/>
          </a:prstGeom>
          <a:noFill/>
          <a:ln cap="flat" cmpd="sng" w="28575">
            <a:solidFill>
              <a:srgbClr val="D9D9D9"/>
            </a:solidFill>
            <a:prstDash val="solid"/>
            <a:round/>
            <a:headEnd len="sm" w="sm" type="none"/>
            <a:tailEnd len="sm" w="sm" type="none"/>
          </a:ln>
        </p:spPr>
      </p:cxnSp>
      <p:sp>
        <p:nvSpPr>
          <p:cNvPr id="10616" name="Google Shape;10616;p176"/>
          <p:cNvSpPr txBox="1"/>
          <p:nvPr>
            <p:ph idx="61" type="subTitle"/>
          </p:nvPr>
        </p:nvSpPr>
        <p:spPr>
          <a:xfrm>
            <a:off x="7340888" y="5748886"/>
            <a:ext cx="2361300" cy="2664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sp>
        <p:nvSpPr>
          <p:cNvPr id="10617" name="Google Shape;10617;p176"/>
          <p:cNvSpPr txBox="1"/>
          <p:nvPr>
            <p:ph idx="62" type="subTitle"/>
          </p:nvPr>
        </p:nvSpPr>
        <p:spPr>
          <a:xfrm>
            <a:off x="3674438" y="5748883"/>
            <a:ext cx="1827600" cy="2658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sp>
        <p:nvSpPr>
          <p:cNvPr id="10618" name="Google Shape;10618;p176"/>
          <p:cNvSpPr txBox="1"/>
          <p:nvPr>
            <p:ph idx="63" type="subTitle"/>
          </p:nvPr>
        </p:nvSpPr>
        <p:spPr>
          <a:xfrm>
            <a:off x="5632763" y="5748888"/>
            <a:ext cx="1584600" cy="2664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cxnSp>
        <p:nvCxnSpPr>
          <p:cNvPr id="10619" name="Google Shape;10619;p176"/>
          <p:cNvCxnSpPr/>
          <p:nvPr/>
        </p:nvCxnSpPr>
        <p:spPr>
          <a:xfrm flipH="1">
            <a:off x="5567091" y="5749262"/>
            <a:ext cx="600" cy="258300"/>
          </a:xfrm>
          <a:prstGeom prst="straightConnector1">
            <a:avLst/>
          </a:prstGeom>
          <a:noFill/>
          <a:ln cap="flat" cmpd="sng" w="28575">
            <a:solidFill>
              <a:srgbClr val="D9D9D9"/>
            </a:solidFill>
            <a:prstDash val="solid"/>
            <a:round/>
            <a:headEnd len="sm" w="sm" type="none"/>
            <a:tailEnd len="sm" w="sm" type="none"/>
          </a:ln>
        </p:spPr>
      </p:cxnSp>
      <p:cxnSp>
        <p:nvCxnSpPr>
          <p:cNvPr id="10620" name="Google Shape;10620;p176"/>
          <p:cNvCxnSpPr/>
          <p:nvPr/>
        </p:nvCxnSpPr>
        <p:spPr>
          <a:xfrm flipH="1">
            <a:off x="7293616" y="5748887"/>
            <a:ext cx="600" cy="258300"/>
          </a:xfrm>
          <a:prstGeom prst="straightConnector1">
            <a:avLst/>
          </a:prstGeom>
          <a:noFill/>
          <a:ln cap="flat" cmpd="sng" w="28575">
            <a:solidFill>
              <a:srgbClr val="D9D9D9"/>
            </a:solidFill>
            <a:prstDash val="solid"/>
            <a:round/>
            <a:headEnd len="sm" w="sm" type="none"/>
            <a:tailEnd len="sm" w="sm" type="none"/>
          </a:ln>
        </p:spPr>
      </p:cxnSp>
      <p:cxnSp>
        <p:nvCxnSpPr>
          <p:cNvPr id="10621" name="Google Shape;10621;p176"/>
          <p:cNvCxnSpPr/>
          <p:nvPr/>
        </p:nvCxnSpPr>
        <p:spPr>
          <a:xfrm flipH="1">
            <a:off x="1138079" y="5748887"/>
            <a:ext cx="600" cy="258300"/>
          </a:xfrm>
          <a:prstGeom prst="straightConnector1">
            <a:avLst/>
          </a:prstGeom>
          <a:noFill/>
          <a:ln cap="flat" cmpd="sng" w="28575">
            <a:solidFill>
              <a:srgbClr val="D9D9D9"/>
            </a:solidFill>
            <a:prstDash val="solid"/>
            <a:round/>
            <a:headEnd len="sm" w="sm" type="none"/>
            <a:tailEnd len="sm" w="sm" type="none"/>
          </a:ln>
        </p:spPr>
      </p:cxnSp>
      <p:sp>
        <p:nvSpPr>
          <p:cNvPr id="10622" name="Google Shape;10622;p176"/>
          <p:cNvSpPr/>
          <p:nvPr/>
        </p:nvSpPr>
        <p:spPr>
          <a:xfrm>
            <a:off x="379388" y="6050174"/>
            <a:ext cx="9322800" cy="266400"/>
          </a:xfrm>
          <a:prstGeom prst="roundRect">
            <a:avLst>
              <a:gd fmla="val 12113" name="adj"/>
            </a:avLst>
          </a:prstGeom>
          <a:solidFill>
            <a:srgbClr val="FFFFFF"/>
          </a:solidFill>
          <a:ln cap="flat" cmpd="sng" w="9525">
            <a:solidFill>
              <a:srgbClr val="EFEFEF"/>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6000" spcFirstLastPara="1" rIns="0" wrap="square" tIns="0">
            <a:noAutofit/>
          </a:bodyPr>
          <a:lstStyle/>
          <a:p>
            <a:pPr indent="0" lvl="0" marL="0" rtl="0" algn="l">
              <a:lnSpc>
                <a:spcPct val="120000"/>
              </a:lnSpc>
              <a:spcBef>
                <a:spcPts val="0"/>
              </a:spcBef>
              <a:spcAft>
                <a:spcPts val="0"/>
              </a:spcAft>
              <a:buClr>
                <a:schemeClr val="dk1"/>
              </a:buClr>
              <a:buSzPts val="1100"/>
              <a:buFont typeface="Arial"/>
              <a:buNone/>
            </a:pPr>
            <a:r>
              <a:rPr b="1" lang="es-419" sz="800">
                <a:solidFill>
                  <a:schemeClr val="dk1"/>
                </a:solidFill>
                <a:latin typeface="Arvo"/>
                <a:ea typeface="Arvo"/>
                <a:cs typeface="Arvo"/>
                <a:sym typeface="Arvo"/>
              </a:rPr>
              <a:t>          Un(a)</a:t>
            </a:r>
            <a:endParaRPr b="1" sz="800">
              <a:latin typeface="Arvo"/>
              <a:ea typeface="Arvo"/>
              <a:cs typeface="Arvo"/>
              <a:sym typeface="Arvo"/>
            </a:endParaRPr>
          </a:p>
        </p:txBody>
      </p:sp>
      <p:sp>
        <p:nvSpPr>
          <p:cNvPr id="10623" name="Google Shape;10623;p176"/>
          <p:cNvSpPr txBox="1"/>
          <p:nvPr>
            <p:ph idx="64" type="subTitle"/>
          </p:nvPr>
        </p:nvSpPr>
        <p:spPr>
          <a:xfrm>
            <a:off x="1196438" y="6053845"/>
            <a:ext cx="2361300" cy="2658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cxnSp>
        <p:nvCxnSpPr>
          <p:cNvPr id="10624" name="Google Shape;10624;p176"/>
          <p:cNvCxnSpPr/>
          <p:nvPr/>
        </p:nvCxnSpPr>
        <p:spPr>
          <a:xfrm flipH="1">
            <a:off x="3615479" y="6058225"/>
            <a:ext cx="600" cy="258300"/>
          </a:xfrm>
          <a:prstGeom prst="straightConnector1">
            <a:avLst/>
          </a:prstGeom>
          <a:noFill/>
          <a:ln cap="flat" cmpd="sng" w="28575">
            <a:solidFill>
              <a:srgbClr val="D9D9D9"/>
            </a:solidFill>
            <a:prstDash val="solid"/>
            <a:round/>
            <a:headEnd len="sm" w="sm" type="none"/>
            <a:tailEnd len="sm" w="sm" type="none"/>
          </a:ln>
        </p:spPr>
      </p:cxnSp>
      <p:sp>
        <p:nvSpPr>
          <p:cNvPr id="10625" name="Google Shape;10625;p176"/>
          <p:cNvSpPr txBox="1"/>
          <p:nvPr>
            <p:ph idx="65" type="subTitle"/>
          </p:nvPr>
        </p:nvSpPr>
        <p:spPr>
          <a:xfrm>
            <a:off x="7340888" y="6053849"/>
            <a:ext cx="2361300" cy="2664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sp>
        <p:nvSpPr>
          <p:cNvPr id="10626" name="Google Shape;10626;p176"/>
          <p:cNvSpPr txBox="1"/>
          <p:nvPr>
            <p:ph idx="66" type="subTitle"/>
          </p:nvPr>
        </p:nvSpPr>
        <p:spPr>
          <a:xfrm>
            <a:off x="3674438" y="6053845"/>
            <a:ext cx="1827600" cy="2658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sp>
        <p:nvSpPr>
          <p:cNvPr id="10627" name="Google Shape;10627;p176"/>
          <p:cNvSpPr txBox="1"/>
          <p:nvPr>
            <p:ph idx="67" type="subTitle"/>
          </p:nvPr>
        </p:nvSpPr>
        <p:spPr>
          <a:xfrm>
            <a:off x="5632763" y="6053850"/>
            <a:ext cx="1584600" cy="2664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cxnSp>
        <p:nvCxnSpPr>
          <p:cNvPr id="10628" name="Google Shape;10628;p176"/>
          <p:cNvCxnSpPr/>
          <p:nvPr/>
        </p:nvCxnSpPr>
        <p:spPr>
          <a:xfrm flipH="1">
            <a:off x="5567091" y="6054225"/>
            <a:ext cx="600" cy="258300"/>
          </a:xfrm>
          <a:prstGeom prst="straightConnector1">
            <a:avLst/>
          </a:prstGeom>
          <a:noFill/>
          <a:ln cap="flat" cmpd="sng" w="28575">
            <a:solidFill>
              <a:srgbClr val="D9D9D9"/>
            </a:solidFill>
            <a:prstDash val="solid"/>
            <a:round/>
            <a:headEnd len="sm" w="sm" type="none"/>
            <a:tailEnd len="sm" w="sm" type="none"/>
          </a:ln>
        </p:spPr>
      </p:cxnSp>
      <p:cxnSp>
        <p:nvCxnSpPr>
          <p:cNvPr id="10629" name="Google Shape;10629;p176"/>
          <p:cNvCxnSpPr/>
          <p:nvPr/>
        </p:nvCxnSpPr>
        <p:spPr>
          <a:xfrm flipH="1">
            <a:off x="7293616" y="6053850"/>
            <a:ext cx="600" cy="258300"/>
          </a:xfrm>
          <a:prstGeom prst="straightConnector1">
            <a:avLst/>
          </a:prstGeom>
          <a:noFill/>
          <a:ln cap="flat" cmpd="sng" w="28575">
            <a:solidFill>
              <a:srgbClr val="D9D9D9"/>
            </a:solidFill>
            <a:prstDash val="solid"/>
            <a:round/>
            <a:headEnd len="sm" w="sm" type="none"/>
            <a:tailEnd len="sm" w="sm" type="none"/>
          </a:ln>
        </p:spPr>
      </p:cxnSp>
      <p:cxnSp>
        <p:nvCxnSpPr>
          <p:cNvPr id="10630" name="Google Shape;10630;p176"/>
          <p:cNvCxnSpPr/>
          <p:nvPr/>
        </p:nvCxnSpPr>
        <p:spPr>
          <a:xfrm flipH="1">
            <a:off x="1138079" y="6053850"/>
            <a:ext cx="600" cy="258300"/>
          </a:xfrm>
          <a:prstGeom prst="straightConnector1">
            <a:avLst/>
          </a:prstGeom>
          <a:noFill/>
          <a:ln cap="flat" cmpd="sng" w="28575">
            <a:solidFill>
              <a:srgbClr val="D9D9D9"/>
            </a:solidFill>
            <a:prstDash val="solid"/>
            <a:round/>
            <a:headEnd len="sm" w="sm" type="none"/>
            <a:tailEnd len="sm" w="sm" type="none"/>
          </a:ln>
        </p:spPr>
      </p:cxnSp>
      <p:sp>
        <p:nvSpPr>
          <p:cNvPr id="10631" name="Google Shape;10631;p176"/>
          <p:cNvSpPr/>
          <p:nvPr/>
        </p:nvSpPr>
        <p:spPr>
          <a:xfrm>
            <a:off x="378575" y="6354074"/>
            <a:ext cx="9322800" cy="266400"/>
          </a:xfrm>
          <a:prstGeom prst="roundRect">
            <a:avLst>
              <a:gd fmla="val 12113" name="adj"/>
            </a:avLst>
          </a:prstGeom>
          <a:solidFill>
            <a:srgbClr val="FFFFFF"/>
          </a:solidFill>
          <a:ln cap="flat" cmpd="sng" w="9525">
            <a:solidFill>
              <a:srgbClr val="EFEFEF"/>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6000" spcFirstLastPara="1" rIns="0" wrap="square" tIns="0">
            <a:noAutofit/>
          </a:bodyPr>
          <a:lstStyle/>
          <a:p>
            <a:pPr indent="0" lvl="0" marL="0" rtl="0" algn="l">
              <a:lnSpc>
                <a:spcPct val="120000"/>
              </a:lnSpc>
              <a:spcBef>
                <a:spcPts val="0"/>
              </a:spcBef>
              <a:spcAft>
                <a:spcPts val="0"/>
              </a:spcAft>
              <a:buClr>
                <a:schemeClr val="dk1"/>
              </a:buClr>
              <a:buSzPts val="1100"/>
              <a:buFont typeface="Arial"/>
              <a:buNone/>
            </a:pPr>
            <a:r>
              <a:rPr b="1" lang="es-419" sz="800">
                <a:solidFill>
                  <a:schemeClr val="dk1"/>
                </a:solidFill>
                <a:latin typeface="Arvo"/>
                <a:ea typeface="Arvo"/>
                <a:cs typeface="Arvo"/>
                <a:sym typeface="Arvo"/>
              </a:rPr>
              <a:t>          Un(a)</a:t>
            </a:r>
            <a:endParaRPr b="1" sz="800">
              <a:latin typeface="Arvo"/>
              <a:ea typeface="Arvo"/>
              <a:cs typeface="Arvo"/>
              <a:sym typeface="Arvo"/>
            </a:endParaRPr>
          </a:p>
        </p:txBody>
      </p:sp>
      <p:sp>
        <p:nvSpPr>
          <p:cNvPr id="10632" name="Google Shape;10632;p176"/>
          <p:cNvSpPr txBox="1"/>
          <p:nvPr>
            <p:ph idx="68" type="subTitle"/>
          </p:nvPr>
        </p:nvSpPr>
        <p:spPr>
          <a:xfrm>
            <a:off x="1195625" y="6357745"/>
            <a:ext cx="2361300" cy="2658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cxnSp>
        <p:nvCxnSpPr>
          <p:cNvPr id="10633" name="Google Shape;10633;p176"/>
          <p:cNvCxnSpPr/>
          <p:nvPr/>
        </p:nvCxnSpPr>
        <p:spPr>
          <a:xfrm flipH="1">
            <a:off x="3614666" y="6362125"/>
            <a:ext cx="600" cy="258300"/>
          </a:xfrm>
          <a:prstGeom prst="straightConnector1">
            <a:avLst/>
          </a:prstGeom>
          <a:noFill/>
          <a:ln cap="flat" cmpd="sng" w="28575">
            <a:solidFill>
              <a:srgbClr val="D9D9D9"/>
            </a:solidFill>
            <a:prstDash val="solid"/>
            <a:round/>
            <a:headEnd len="sm" w="sm" type="none"/>
            <a:tailEnd len="sm" w="sm" type="none"/>
          </a:ln>
        </p:spPr>
      </p:cxnSp>
      <p:sp>
        <p:nvSpPr>
          <p:cNvPr id="10634" name="Google Shape;10634;p176"/>
          <p:cNvSpPr txBox="1"/>
          <p:nvPr>
            <p:ph idx="69" type="subTitle"/>
          </p:nvPr>
        </p:nvSpPr>
        <p:spPr>
          <a:xfrm>
            <a:off x="7340075" y="6357749"/>
            <a:ext cx="2361300" cy="2664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sp>
        <p:nvSpPr>
          <p:cNvPr id="10635" name="Google Shape;10635;p176"/>
          <p:cNvSpPr txBox="1"/>
          <p:nvPr>
            <p:ph idx="70" type="subTitle"/>
          </p:nvPr>
        </p:nvSpPr>
        <p:spPr>
          <a:xfrm>
            <a:off x="3673625" y="6357745"/>
            <a:ext cx="1827600" cy="2658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sp>
        <p:nvSpPr>
          <p:cNvPr id="10636" name="Google Shape;10636;p176"/>
          <p:cNvSpPr txBox="1"/>
          <p:nvPr>
            <p:ph idx="71" type="subTitle"/>
          </p:nvPr>
        </p:nvSpPr>
        <p:spPr>
          <a:xfrm>
            <a:off x="5631950" y="6357750"/>
            <a:ext cx="1584600" cy="2664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cxnSp>
        <p:nvCxnSpPr>
          <p:cNvPr id="10637" name="Google Shape;10637;p176"/>
          <p:cNvCxnSpPr/>
          <p:nvPr/>
        </p:nvCxnSpPr>
        <p:spPr>
          <a:xfrm flipH="1">
            <a:off x="5566279" y="6358125"/>
            <a:ext cx="600" cy="258300"/>
          </a:xfrm>
          <a:prstGeom prst="straightConnector1">
            <a:avLst/>
          </a:prstGeom>
          <a:noFill/>
          <a:ln cap="flat" cmpd="sng" w="28575">
            <a:solidFill>
              <a:srgbClr val="D9D9D9"/>
            </a:solidFill>
            <a:prstDash val="solid"/>
            <a:round/>
            <a:headEnd len="sm" w="sm" type="none"/>
            <a:tailEnd len="sm" w="sm" type="none"/>
          </a:ln>
        </p:spPr>
      </p:cxnSp>
      <p:cxnSp>
        <p:nvCxnSpPr>
          <p:cNvPr id="10638" name="Google Shape;10638;p176"/>
          <p:cNvCxnSpPr/>
          <p:nvPr/>
        </p:nvCxnSpPr>
        <p:spPr>
          <a:xfrm flipH="1">
            <a:off x="7292804" y="6357750"/>
            <a:ext cx="600" cy="258300"/>
          </a:xfrm>
          <a:prstGeom prst="straightConnector1">
            <a:avLst/>
          </a:prstGeom>
          <a:noFill/>
          <a:ln cap="flat" cmpd="sng" w="28575">
            <a:solidFill>
              <a:srgbClr val="D9D9D9"/>
            </a:solidFill>
            <a:prstDash val="solid"/>
            <a:round/>
            <a:headEnd len="sm" w="sm" type="none"/>
            <a:tailEnd len="sm" w="sm" type="none"/>
          </a:ln>
        </p:spPr>
      </p:cxnSp>
      <p:cxnSp>
        <p:nvCxnSpPr>
          <p:cNvPr id="10639" name="Google Shape;10639;p176"/>
          <p:cNvCxnSpPr/>
          <p:nvPr/>
        </p:nvCxnSpPr>
        <p:spPr>
          <a:xfrm flipH="1">
            <a:off x="1137266" y="6357750"/>
            <a:ext cx="600" cy="258300"/>
          </a:xfrm>
          <a:prstGeom prst="straightConnector1">
            <a:avLst/>
          </a:prstGeom>
          <a:noFill/>
          <a:ln cap="flat" cmpd="sng" w="28575">
            <a:solidFill>
              <a:srgbClr val="D9D9D9"/>
            </a:solidFill>
            <a:prstDash val="solid"/>
            <a:round/>
            <a:headEnd len="sm" w="sm" type="none"/>
            <a:tailEnd len="sm" w="sm" type="none"/>
          </a:ln>
        </p:spPr>
      </p:cxnSp>
      <p:sp>
        <p:nvSpPr>
          <p:cNvPr id="10640" name="Google Shape;10640;p176"/>
          <p:cNvSpPr txBox="1"/>
          <p:nvPr/>
        </p:nvSpPr>
        <p:spPr>
          <a:xfrm>
            <a:off x="2524025" y="387675"/>
            <a:ext cx="15012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Unid. Organizacional:</a:t>
            </a:r>
            <a:endParaRPr b="1" sz="1100"/>
          </a:p>
        </p:txBody>
      </p:sp>
      <p:sp>
        <p:nvSpPr>
          <p:cNvPr id="10641" name="Google Shape;10641;p176"/>
          <p:cNvSpPr txBox="1"/>
          <p:nvPr/>
        </p:nvSpPr>
        <p:spPr>
          <a:xfrm>
            <a:off x="2524020" y="579550"/>
            <a:ext cx="6846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Alcance:</a:t>
            </a:r>
            <a:endParaRPr b="1" sz="1100"/>
          </a:p>
        </p:txBody>
      </p:sp>
      <p:sp>
        <p:nvSpPr>
          <p:cNvPr id="10642" name="Google Shape;10642;p176"/>
          <p:cNvSpPr txBox="1"/>
          <p:nvPr>
            <p:ph type="title"/>
          </p:nvPr>
        </p:nvSpPr>
        <p:spPr>
          <a:xfrm flipH="1">
            <a:off x="4025374" y="387675"/>
            <a:ext cx="5863200" cy="1692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000"/>
              <a:buNone/>
              <a:defRPr sz="1000">
                <a:solidFill>
                  <a:srgbClr val="000000"/>
                </a:solidFill>
              </a:defRPr>
            </a:lvl1pPr>
            <a:lvl2pPr lvl="1">
              <a:spcBef>
                <a:spcPts val="0"/>
              </a:spcBef>
              <a:spcAft>
                <a:spcPts val="0"/>
              </a:spcAft>
              <a:buClr>
                <a:srgbClr val="000000"/>
              </a:buClr>
              <a:buSzPts val="1000"/>
              <a:buNone/>
              <a:defRPr sz="1000">
                <a:solidFill>
                  <a:srgbClr val="000000"/>
                </a:solidFill>
              </a:defRPr>
            </a:lvl2pPr>
            <a:lvl3pPr lvl="2">
              <a:spcBef>
                <a:spcPts val="0"/>
              </a:spcBef>
              <a:spcAft>
                <a:spcPts val="0"/>
              </a:spcAft>
              <a:buClr>
                <a:srgbClr val="000000"/>
              </a:buClr>
              <a:buSzPts val="1000"/>
              <a:buNone/>
              <a:defRPr sz="1000">
                <a:solidFill>
                  <a:srgbClr val="000000"/>
                </a:solidFill>
              </a:defRPr>
            </a:lvl3pPr>
            <a:lvl4pPr lvl="3">
              <a:spcBef>
                <a:spcPts val="0"/>
              </a:spcBef>
              <a:spcAft>
                <a:spcPts val="0"/>
              </a:spcAft>
              <a:buClr>
                <a:srgbClr val="000000"/>
              </a:buClr>
              <a:buSzPts val="1000"/>
              <a:buNone/>
              <a:defRPr sz="1000">
                <a:solidFill>
                  <a:srgbClr val="000000"/>
                </a:solidFill>
              </a:defRPr>
            </a:lvl4pPr>
            <a:lvl5pPr lvl="4">
              <a:spcBef>
                <a:spcPts val="0"/>
              </a:spcBef>
              <a:spcAft>
                <a:spcPts val="0"/>
              </a:spcAft>
              <a:buClr>
                <a:srgbClr val="000000"/>
              </a:buClr>
              <a:buSzPts val="1000"/>
              <a:buNone/>
              <a:defRPr sz="1000">
                <a:solidFill>
                  <a:srgbClr val="000000"/>
                </a:solidFill>
              </a:defRPr>
            </a:lvl5pPr>
            <a:lvl6pPr lvl="5">
              <a:spcBef>
                <a:spcPts val="0"/>
              </a:spcBef>
              <a:spcAft>
                <a:spcPts val="0"/>
              </a:spcAft>
              <a:buClr>
                <a:srgbClr val="000000"/>
              </a:buClr>
              <a:buSzPts val="1000"/>
              <a:buNone/>
              <a:defRPr sz="1000">
                <a:solidFill>
                  <a:srgbClr val="000000"/>
                </a:solidFill>
              </a:defRPr>
            </a:lvl6pPr>
            <a:lvl7pPr lvl="6">
              <a:spcBef>
                <a:spcPts val="0"/>
              </a:spcBef>
              <a:spcAft>
                <a:spcPts val="0"/>
              </a:spcAft>
              <a:buClr>
                <a:srgbClr val="000000"/>
              </a:buClr>
              <a:buSzPts val="1000"/>
              <a:buNone/>
              <a:defRPr sz="1000">
                <a:solidFill>
                  <a:srgbClr val="000000"/>
                </a:solidFill>
              </a:defRPr>
            </a:lvl7pPr>
            <a:lvl8pPr lvl="7">
              <a:spcBef>
                <a:spcPts val="0"/>
              </a:spcBef>
              <a:spcAft>
                <a:spcPts val="0"/>
              </a:spcAft>
              <a:buClr>
                <a:srgbClr val="000000"/>
              </a:buClr>
              <a:buSzPts val="1000"/>
              <a:buNone/>
              <a:defRPr sz="1000">
                <a:solidFill>
                  <a:srgbClr val="000000"/>
                </a:solidFill>
              </a:defRPr>
            </a:lvl8pPr>
            <a:lvl9pPr lvl="8">
              <a:spcBef>
                <a:spcPts val="0"/>
              </a:spcBef>
              <a:spcAft>
                <a:spcPts val="0"/>
              </a:spcAft>
              <a:buClr>
                <a:srgbClr val="000000"/>
              </a:buClr>
              <a:buSzPts val="1000"/>
              <a:buNone/>
              <a:defRPr sz="1000">
                <a:solidFill>
                  <a:srgbClr val="000000"/>
                </a:solidFill>
              </a:defRPr>
            </a:lvl9pPr>
          </a:lstStyle>
          <a:p/>
        </p:txBody>
      </p:sp>
      <p:sp>
        <p:nvSpPr>
          <p:cNvPr id="10643" name="Google Shape;10643;p176"/>
          <p:cNvSpPr txBox="1"/>
          <p:nvPr>
            <p:ph idx="72" type="title"/>
          </p:nvPr>
        </p:nvSpPr>
        <p:spPr>
          <a:xfrm flipH="1">
            <a:off x="3208773" y="579550"/>
            <a:ext cx="6679800" cy="1692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000"/>
              <a:buNone/>
              <a:defRPr sz="1000">
                <a:solidFill>
                  <a:srgbClr val="000000"/>
                </a:solidFill>
              </a:defRPr>
            </a:lvl1pPr>
            <a:lvl2pPr lvl="1">
              <a:spcBef>
                <a:spcPts val="0"/>
              </a:spcBef>
              <a:spcAft>
                <a:spcPts val="0"/>
              </a:spcAft>
              <a:buClr>
                <a:srgbClr val="000000"/>
              </a:buClr>
              <a:buSzPts val="1000"/>
              <a:buNone/>
              <a:defRPr sz="1000">
                <a:solidFill>
                  <a:srgbClr val="000000"/>
                </a:solidFill>
              </a:defRPr>
            </a:lvl2pPr>
            <a:lvl3pPr lvl="2">
              <a:spcBef>
                <a:spcPts val="0"/>
              </a:spcBef>
              <a:spcAft>
                <a:spcPts val="0"/>
              </a:spcAft>
              <a:buClr>
                <a:srgbClr val="000000"/>
              </a:buClr>
              <a:buSzPts val="1000"/>
              <a:buNone/>
              <a:defRPr sz="1000">
                <a:solidFill>
                  <a:srgbClr val="000000"/>
                </a:solidFill>
              </a:defRPr>
            </a:lvl3pPr>
            <a:lvl4pPr lvl="3">
              <a:spcBef>
                <a:spcPts val="0"/>
              </a:spcBef>
              <a:spcAft>
                <a:spcPts val="0"/>
              </a:spcAft>
              <a:buClr>
                <a:srgbClr val="000000"/>
              </a:buClr>
              <a:buSzPts val="1000"/>
              <a:buNone/>
              <a:defRPr sz="1000">
                <a:solidFill>
                  <a:srgbClr val="000000"/>
                </a:solidFill>
              </a:defRPr>
            </a:lvl4pPr>
            <a:lvl5pPr lvl="4">
              <a:spcBef>
                <a:spcPts val="0"/>
              </a:spcBef>
              <a:spcAft>
                <a:spcPts val="0"/>
              </a:spcAft>
              <a:buClr>
                <a:srgbClr val="000000"/>
              </a:buClr>
              <a:buSzPts val="1000"/>
              <a:buNone/>
              <a:defRPr sz="1000">
                <a:solidFill>
                  <a:srgbClr val="000000"/>
                </a:solidFill>
              </a:defRPr>
            </a:lvl5pPr>
            <a:lvl6pPr lvl="5">
              <a:spcBef>
                <a:spcPts val="0"/>
              </a:spcBef>
              <a:spcAft>
                <a:spcPts val="0"/>
              </a:spcAft>
              <a:buClr>
                <a:srgbClr val="000000"/>
              </a:buClr>
              <a:buSzPts val="1000"/>
              <a:buNone/>
              <a:defRPr sz="1000">
                <a:solidFill>
                  <a:srgbClr val="000000"/>
                </a:solidFill>
              </a:defRPr>
            </a:lvl6pPr>
            <a:lvl7pPr lvl="6">
              <a:spcBef>
                <a:spcPts val="0"/>
              </a:spcBef>
              <a:spcAft>
                <a:spcPts val="0"/>
              </a:spcAft>
              <a:buClr>
                <a:srgbClr val="000000"/>
              </a:buClr>
              <a:buSzPts val="1000"/>
              <a:buNone/>
              <a:defRPr sz="1000">
                <a:solidFill>
                  <a:srgbClr val="000000"/>
                </a:solidFill>
              </a:defRPr>
            </a:lvl7pPr>
            <a:lvl8pPr lvl="7">
              <a:spcBef>
                <a:spcPts val="0"/>
              </a:spcBef>
              <a:spcAft>
                <a:spcPts val="0"/>
              </a:spcAft>
              <a:buClr>
                <a:srgbClr val="000000"/>
              </a:buClr>
              <a:buSzPts val="1000"/>
              <a:buNone/>
              <a:defRPr sz="1000">
                <a:solidFill>
                  <a:srgbClr val="000000"/>
                </a:solidFill>
              </a:defRPr>
            </a:lvl8pPr>
            <a:lvl9pPr lvl="8">
              <a:spcBef>
                <a:spcPts val="0"/>
              </a:spcBef>
              <a:spcAft>
                <a:spcPts val="0"/>
              </a:spcAft>
              <a:buClr>
                <a:srgbClr val="000000"/>
              </a:buClr>
              <a:buSzPts val="1000"/>
              <a:buNone/>
              <a:defRPr sz="1000">
                <a:solidFill>
                  <a:srgbClr val="000000"/>
                </a:solidFill>
              </a:defRPr>
            </a:lvl9pPr>
          </a:lstStyle>
          <a:p/>
        </p:txBody>
      </p:sp>
      <p:sp>
        <p:nvSpPr>
          <p:cNvPr id="10644" name="Google Shape;10644;p176"/>
          <p:cNvSpPr txBox="1"/>
          <p:nvPr>
            <p:ph idx="73" type="body"/>
          </p:nvPr>
        </p:nvSpPr>
        <p:spPr>
          <a:xfrm>
            <a:off x="641150" y="612125"/>
            <a:ext cx="1770300" cy="160500"/>
          </a:xfrm>
          <a:prstGeom prst="rect">
            <a:avLst/>
          </a:prstGeom>
          <a:noFill/>
          <a:ln>
            <a:noFill/>
          </a:ln>
        </p:spPr>
        <p:txBody>
          <a:bodyPr anchorCtr="0" anchor="t" bIns="0" lIns="0" spcFirstLastPara="1" rIns="0" wrap="square" tIns="0">
            <a:noAutofit/>
          </a:bodyPr>
          <a:lstStyle>
            <a:lvl1pPr indent="-292100" lvl="0" marL="457200" algn="ctr">
              <a:spcBef>
                <a:spcPts val="0"/>
              </a:spcBef>
              <a:spcAft>
                <a:spcPts val="0"/>
              </a:spcAft>
              <a:buClr>
                <a:srgbClr val="FFFFFF"/>
              </a:buClr>
              <a:buSzPts val="1000"/>
              <a:buChar char="●"/>
              <a:defRPr sz="1000">
                <a:solidFill>
                  <a:srgbClr val="FFFFFF"/>
                </a:solidFill>
              </a:defRPr>
            </a:lvl1pPr>
            <a:lvl2pPr indent="-292100" lvl="1" marL="914400" algn="ctr">
              <a:spcBef>
                <a:spcPts val="0"/>
              </a:spcBef>
              <a:spcAft>
                <a:spcPts val="0"/>
              </a:spcAft>
              <a:buClr>
                <a:srgbClr val="FFFFFF"/>
              </a:buClr>
              <a:buSzPts val="1000"/>
              <a:buChar char="○"/>
              <a:defRPr sz="1000">
                <a:solidFill>
                  <a:srgbClr val="FFFFFF"/>
                </a:solidFill>
              </a:defRPr>
            </a:lvl2pPr>
            <a:lvl3pPr indent="-292100" lvl="2" marL="1371600" algn="ctr">
              <a:spcBef>
                <a:spcPts val="0"/>
              </a:spcBef>
              <a:spcAft>
                <a:spcPts val="0"/>
              </a:spcAft>
              <a:buClr>
                <a:srgbClr val="FFFFFF"/>
              </a:buClr>
              <a:buSzPts val="1000"/>
              <a:buChar char="■"/>
              <a:defRPr sz="1000">
                <a:solidFill>
                  <a:srgbClr val="FFFFFF"/>
                </a:solidFill>
              </a:defRPr>
            </a:lvl3pPr>
            <a:lvl4pPr indent="-292100" lvl="3" marL="1828800" algn="ctr">
              <a:spcBef>
                <a:spcPts val="0"/>
              </a:spcBef>
              <a:spcAft>
                <a:spcPts val="0"/>
              </a:spcAft>
              <a:buClr>
                <a:srgbClr val="FFFFFF"/>
              </a:buClr>
              <a:buSzPts val="1000"/>
              <a:buChar char="●"/>
              <a:defRPr sz="1000">
                <a:solidFill>
                  <a:srgbClr val="FFFFFF"/>
                </a:solidFill>
              </a:defRPr>
            </a:lvl4pPr>
            <a:lvl5pPr indent="-292100" lvl="4" marL="2286000" algn="ctr">
              <a:spcBef>
                <a:spcPts val="0"/>
              </a:spcBef>
              <a:spcAft>
                <a:spcPts val="0"/>
              </a:spcAft>
              <a:buClr>
                <a:srgbClr val="FFFFFF"/>
              </a:buClr>
              <a:buSzPts val="1000"/>
              <a:buChar char="○"/>
              <a:defRPr sz="1000">
                <a:solidFill>
                  <a:srgbClr val="FFFFFF"/>
                </a:solidFill>
              </a:defRPr>
            </a:lvl5pPr>
            <a:lvl6pPr indent="-292100" lvl="5" marL="2743200" algn="ctr">
              <a:spcBef>
                <a:spcPts val="0"/>
              </a:spcBef>
              <a:spcAft>
                <a:spcPts val="0"/>
              </a:spcAft>
              <a:buClr>
                <a:srgbClr val="FFFFFF"/>
              </a:buClr>
              <a:buSzPts val="1000"/>
              <a:buChar char="■"/>
              <a:defRPr sz="1000">
                <a:solidFill>
                  <a:srgbClr val="FFFFFF"/>
                </a:solidFill>
              </a:defRPr>
            </a:lvl6pPr>
            <a:lvl7pPr indent="-292100" lvl="6" marL="3200400" algn="ctr">
              <a:spcBef>
                <a:spcPts val="0"/>
              </a:spcBef>
              <a:spcAft>
                <a:spcPts val="0"/>
              </a:spcAft>
              <a:buClr>
                <a:srgbClr val="FFFFFF"/>
              </a:buClr>
              <a:buSzPts val="1000"/>
              <a:buChar char="●"/>
              <a:defRPr sz="1000">
                <a:solidFill>
                  <a:srgbClr val="FFFFFF"/>
                </a:solidFill>
              </a:defRPr>
            </a:lvl7pPr>
            <a:lvl8pPr indent="-292100" lvl="7" marL="3657600" algn="ctr">
              <a:spcBef>
                <a:spcPts val="0"/>
              </a:spcBef>
              <a:spcAft>
                <a:spcPts val="0"/>
              </a:spcAft>
              <a:buClr>
                <a:srgbClr val="FFFFFF"/>
              </a:buClr>
              <a:buSzPts val="1000"/>
              <a:buChar char="○"/>
              <a:defRPr sz="1000">
                <a:solidFill>
                  <a:srgbClr val="FFFFFF"/>
                </a:solidFill>
              </a:defRPr>
            </a:lvl8pPr>
            <a:lvl9pPr indent="-292100" lvl="8" marL="4114800" algn="ctr">
              <a:spcBef>
                <a:spcPts val="0"/>
              </a:spcBef>
              <a:spcAft>
                <a:spcPts val="0"/>
              </a:spcAft>
              <a:buClr>
                <a:srgbClr val="FFFFFF"/>
              </a:buClr>
              <a:buSzPts val="1000"/>
              <a:buChar char="■"/>
              <a:defRPr sz="1000">
                <a:solidFill>
                  <a:srgbClr val="FFFFFF"/>
                </a:solidFill>
              </a:defRPr>
            </a:lvl9pPr>
          </a:lstStyle>
          <a:p/>
        </p:txBody>
      </p:sp>
      <p:sp>
        <p:nvSpPr>
          <p:cNvPr id="10645" name="Google Shape;10645;p176"/>
          <p:cNvSpPr txBox="1"/>
          <p:nvPr/>
        </p:nvSpPr>
        <p:spPr>
          <a:xfrm>
            <a:off x="84825" y="598125"/>
            <a:ext cx="595500" cy="205800"/>
          </a:xfrm>
          <a:prstGeom prst="rect">
            <a:avLst/>
          </a:prstGeom>
          <a:noFill/>
          <a:ln>
            <a:noFill/>
          </a:ln>
        </p:spPr>
        <p:txBody>
          <a:bodyPr anchorCtr="0" anchor="t" bIns="18000" lIns="18000" spcFirstLastPara="1" rIns="18000" wrap="square" tIns="18000">
            <a:spAutoFit/>
          </a:bodyPr>
          <a:lstStyle/>
          <a:p>
            <a:pPr indent="0" lvl="0" marL="0" rtl="0" algn="l">
              <a:spcBef>
                <a:spcPts val="0"/>
              </a:spcBef>
              <a:spcAft>
                <a:spcPts val="0"/>
              </a:spcAft>
              <a:buNone/>
            </a:pPr>
            <a:r>
              <a:rPr lang="es-419" sz="1100">
                <a:solidFill>
                  <a:srgbClr val="FFFFFF"/>
                </a:solidFill>
              </a:rPr>
              <a:t>Nombre:</a:t>
            </a:r>
            <a:endParaRPr sz="1100">
              <a:solidFill>
                <a:srgbClr val="FFFFFF"/>
              </a:solidFill>
            </a:endParaRPr>
          </a:p>
        </p:txBody>
      </p:sp>
    </p:spTree>
  </p:cSld>
  <p:clrMapOvr>
    <a:masterClrMapping/>
  </p:clrMapOvr>
</p:sldLayout>
</file>

<file path=ppt/slideLayouts/slideLayout17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0.3 Regla de Negocio">
  <p:cSld name="TITLE_3_6_1_2">
    <p:spTree>
      <p:nvGrpSpPr>
        <p:cNvPr id="10646" name="Shape 10646"/>
        <p:cNvGrpSpPr/>
        <p:nvPr/>
      </p:nvGrpSpPr>
      <p:grpSpPr>
        <a:xfrm>
          <a:off x="0" y="0"/>
          <a:ext cx="0" cy="0"/>
          <a:chOff x="0" y="0"/>
          <a:chExt cx="0" cy="0"/>
        </a:xfrm>
      </p:grpSpPr>
      <p:sp>
        <p:nvSpPr>
          <p:cNvPr id="10647" name="Google Shape;10647;p177"/>
          <p:cNvSpPr/>
          <p:nvPr/>
        </p:nvSpPr>
        <p:spPr>
          <a:xfrm>
            <a:off x="77688" y="358938"/>
            <a:ext cx="9935700" cy="6438000"/>
          </a:xfrm>
          <a:prstGeom prst="roundRect">
            <a:avLst>
              <a:gd fmla="val 2618" name="adj"/>
            </a:avLst>
          </a:prstGeom>
          <a:solidFill>
            <a:srgbClr val="FFFFFF"/>
          </a:solidFill>
          <a:ln cap="flat" cmpd="sng" w="38100">
            <a:solidFill>
              <a:srgbClr val="000000"/>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648" name="Google Shape;10648;p177"/>
          <p:cNvCxnSpPr/>
          <p:nvPr/>
        </p:nvCxnSpPr>
        <p:spPr>
          <a:xfrm>
            <a:off x="77688" y="772614"/>
            <a:ext cx="9935700" cy="0"/>
          </a:xfrm>
          <a:prstGeom prst="straightConnector1">
            <a:avLst/>
          </a:prstGeom>
          <a:noFill/>
          <a:ln cap="flat" cmpd="sng" w="19050">
            <a:solidFill>
              <a:srgbClr val="000000"/>
            </a:solidFill>
            <a:prstDash val="solid"/>
            <a:round/>
            <a:headEnd len="med" w="med" type="none"/>
            <a:tailEnd len="med" w="med" type="none"/>
          </a:ln>
        </p:spPr>
      </p:cxnSp>
      <p:cxnSp>
        <p:nvCxnSpPr>
          <p:cNvPr id="10649" name="Google Shape;10649;p177"/>
          <p:cNvCxnSpPr/>
          <p:nvPr/>
        </p:nvCxnSpPr>
        <p:spPr>
          <a:xfrm rot="10800000">
            <a:off x="2439038" y="368188"/>
            <a:ext cx="0" cy="402300"/>
          </a:xfrm>
          <a:prstGeom prst="straightConnector1">
            <a:avLst/>
          </a:prstGeom>
          <a:noFill/>
          <a:ln cap="flat" cmpd="sng" w="19050">
            <a:solidFill>
              <a:srgbClr val="000000"/>
            </a:solidFill>
            <a:prstDash val="solid"/>
            <a:round/>
            <a:headEnd len="med" w="med" type="none"/>
            <a:tailEnd len="med" w="med" type="none"/>
          </a:ln>
        </p:spPr>
      </p:cxnSp>
      <p:sp>
        <p:nvSpPr>
          <p:cNvPr id="10650" name="Google Shape;10650;p177"/>
          <p:cNvSpPr txBox="1"/>
          <p:nvPr>
            <p:ph type="title"/>
          </p:nvPr>
        </p:nvSpPr>
        <p:spPr>
          <a:xfrm flipH="1">
            <a:off x="4228300" y="437575"/>
            <a:ext cx="5577600" cy="2658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200"/>
              <a:buNone/>
              <a:defRPr sz="1200">
                <a:solidFill>
                  <a:srgbClr val="000000"/>
                </a:solidFill>
              </a:defRPr>
            </a:lvl1pPr>
            <a:lvl2pPr lvl="1">
              <a:spcBef>
                <a:spcPts val="0"/>
              </a:spcBef>
              <a:spcAft>
                <a:spcPts val="0"/>
              </a:spcAft>
              <a:buClr>
                <a:srgbClr val="000000"/>
              </a:buClr>
              <a:buSzPts val="1100"/>
              <a:buNone/>
              <a:defRPr sz="1100">
                <a:solidFill>
                  <a:srgbClr val="000000"/>
                </a:solidFill>
              </a:defRPr>
            </a:lvl2pPr>
            <a:lvl3pPr lvl="2">
              <a:spcBef>
                <a:spcPts val="0"/>
              </a:spcBef>
              <a:spcAft>
                <a:spcPts val="0"/>
              </a:spcAft>
              <a:buClr>
                <a:srgbClr val="000000"/>
              </a:buClr>
              <a:buSzPts val="1100"/>
              <a:buNone/>
              <a:defRPr sz="1100">
                <a:solidFill>
                  <a:srgbClr val="000000"/>
                </a:solidFill>
              </a:defRPr>
            </a:lvl3pPr>
            <a:lvl4pPr lvl="3">
              <a:spcBef>
                <a:spcPts val="0"/>
              </a:spcBef>
              <a:spcAft>
                <a:spcPts val="0"/>
              </a:spcAft>
              <a:buClr>
                <a:srgbClr val="000000"/>
              </a:buClr>
              <a:buSzPts val="1100"/>
              <a:buNone/>
              <a:defRPr sz="1100">
                <a:solidFill>
                  <a:srgbClr val="000000"/>
                </a:solidFill>
              </a:defRPr>
            </a:lvl4pPr>
            <a:lvl5pPr lvl="4">
              <a:spcBef>
                <a:spcPts val="0"/>
              </a:spcBef>
              <a:spcAft>
                <a:spcPts val="0"/>
              </a:spcAft>
              <a:buClr>
                <a:srgbClr val="000000"/>
              </a:buClr>
              <a:buSzPts val="1100"/>
              <a:buNone/>
              <a:defRPr sz="1100">
                <a:solidFill>
                  <a:srgbClr val="000000"/>
                </a:solidFill>
              </a:defRPr>
            </a:lvl5pPr>
            <a:lvl6pPr lvl="5">
              <a:spcBef>
                <a:spcPts val="0"/>
              </a:spcBef>
              <a:spcAft>
                <a:spcPts val="0"/>
              </a:spcAft>
              <a:buClr>
                <a:srgbClr val="000000"/>
              </a:buClr>
              <a:buSzPts val="1100"/>
              <a:buNone/>
              <a:defRPr sz="1100">
                <a:solidFill>
                  <a:srgbClr val="000000"/>
                </a:solidFill>
              </a:defRPr>
            </a:lvl6pPr>
            <a:lvl7pPr lvl="6">
              <a:spcBef>
                <a:spcPts val="0"/>
              </a:spcBef>
              <a:spcAft>
                <a:spcPts val="0"/>
              </a:spcAft>
              <a:buClr>
                <a:srgbClr val="000000"/>
              </a:buClr>
              <a:buSzPts val="1100"/>
              <a:buNone/>
              <a:defRPr sz="1100">
                <a:solidFill>
                  <a:srgbClr val="000000"/>
                </a:solidFill>
              </a:defRPr>
            </a:lvl7pPr>
            <a:lvl8pPr lvl="7">
              <a:spcBef>
                <a:spcPts val="0"/>
              </a:spcBef>
              <a:spcAft>
                <a:spcPts val="0"/>
              </a:spcAft>
              <a:buClr>
                <a:srgbClr val="000000"/>
              </a:buClr>
              <a:buSzPts val="1100"/>
              <a:buNone/>
              <a:defRPr sz="1100">
                <a:solidFill>
                  <a:srgbClr val="000000"/>
                </a:solidFill>
              </a:defRPr>
            </a:lvl8pPr>
            <a:lvl9pPr lvl="8">
              <a:spcBef>
                <a:spcPts val="0"/>
              </a:spcBef>
              <a:spcAft>
                <a:spcPts val="0"/>
              </a:spcAft>
              <a:buClr>
                <a:srgbClr val="000000"/>
              </a:buClr>
              <a:buSzPts val="1100"/>
              <a:buNone/>
              <a:defRPr sz="1100">
                <a:solidFill>
                  <a:srgbClr val="000000"/>
                </a:solidFill>
              </a:defRPr>
            </a:lvl9pPr>
          </a:lstStyle>
          <a:p/>
        </p:txBody>
      </p:sp>
      <p:sp>
        <p:nvSpPr>
          <p:cNvPr id="10651" name="Google Shape;10651;p177"/>
          <p:cNvSpPr txBox="1"/>
          <p:nvPr/>
        </p:nvSpPr>
        <p:spPr>
          <a:xfrm>
            <a:off x="2513450" y="437275"/>
            <a:ext cx="1641000" cy="2664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b="1" lang="es-419" sz="1100"/>
              <a:t>Procesos involucrados en la regla:</a:t>
            </a:r>
            <a:endParaRPr b="1" sz="1100"/>
          </a:p>
        </p:txBody>
      </p:sp>
      <p:sp>
        <p:nvSpPr>
          <p:cNvPr id="10652" name="Google Shape;10652;p177"/>
          <p:cNvSpPr/>
          <p:nvPr/>
        </p:nvSpPr>
        <p:spPr>
          <a:xfrm>
            <a:off x="77688" y="349338"/>
            <a:ext cx="2361300" cy="421200"/>
          </a:xfrm>
          <a:prstGeom prst="roundRect">
            <a:avLst>
              <a:gd fmla="val 50000" name="adj"/>
            </a:avLst>
          </a:prstGeom>
          <a:solidFill>
            <a:srgbClr val="000000"/>
          </a:solidFill>
          <a:ln cap="flat" cmpd="sng" w="9525">
            <a:solidFill>
              <a:srgbClr val="000000"/>
            </a:solidFill>
            <a:prstDash val="solid"/>
            <a:round/>
            <a:headEnd len="sm" w="sm" type="none"/>
            <a:tailEnd len="sm" w="sm" type="none"/>
          </a:ln>
        </p:spPr>
        <p:txBody>
          <a:bodyPr anchorCtr="0" anchor="ctr" bIns="91425" lIns="0" spcFirstLastPara="1" rIns="0" wrap="square" tIns="91425">
            <a:noAutofit/>
          </a:bodyPr>
          <a:lstStyle/>
          <a:p>
            <a:pPr indent="0" lvl="0" marL="0" rtl="0" algn="ctr">
              <a:spcBef>
                <a:spcPts val="0"/>
              </a:spcBef>
              <a:spcAft>
                <a:spcPts val="0"/>
              </a:spcAft>
              <a:buNone/>
            </a:pPr>
            <a:r>
              <a:rPr b="1" lang="es-419" sz="1100">
                <a:solidFill>
                  <a:srgbClr val="FFFFFF"/>
                </a:solidFill>
              </a:rPr>
              <a:t>Regla de Negocio</a:t>
            </a:r>
            <a:endParaRPr b="1" sz="1100">
              <a:solidFill>
                <a:srgbClr val="FFFFFF"/>
              </a:solidFill>
            </a:endParaRPr>
          </a:p>
          <a:p>
            <a:pPr indent="0" lvl="0" marL="0" rtl="0" algn="ctr">
              <a:spcBef>
                <a:spcPts val="0"/>
              </a:spcBef>
              <a:spcAft>
                <a:spcPts val="0"/>
              </a:spcAft>
              <a:buNone/>
            </a:pPr>
            <a:r>
              <a:t/>
            </a:r>
            <a:endParaRPr b="1" sz="1200">
              <a:solidFill>
                <a:srgbClr val="FFFFFF"/>
              </a:solidFill>
            </a:endParaRPr>
          </a:p>
        </p:txBody>
      </p:sp>
      <p:sp>
        <p:nvSpPr>
          <p:cNvPr id="10653" name="Google Shape;10653;p177"/>
          <p:cNvSpPr/>
          <p:nvPr/>
        </p:nvSpPr>
        <p:spPr>
          <a:xfrm>
            <a:off x="83988" y="595504"/>
            <a:ext cx="190200" cy="1692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4" name="Google Shape;10654;p177"/>
          <p:cNvSpPr/>
          <p:nvPr/>
        </p:nvSpPr>
        <p:spPr>
          <a:xfrm>
            <a:off x="2350598" y="358950"/>
            <a:ext cx="88500" cy="4023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5" name="Google Shape;10655;p177"/>
          <p:cNvSpPr/>
          <p:nvPr/>
        </p:nvSpPr>
        <p:spPr>
          <a:xfrm>
            <a:off x="2277739" y="663750"/>
            <a:ext cx="88500" cy="1089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6" name="Google Shape;10656;p177"/>
          <p:cNvSpPr/>
          <p:nvPr/>
        </p:nvSpPr>
        <p:spPr>
          <a:xfrm>
            <a:off x="1635175" y="2219875"/>
            <a:ext cx="8206800" cy="1399500"/>
          </a:xfrm>
          <a:prstGeom prst="roundRect">
            <a:avLst>
              <a:gd fmla="val 3700"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7" name="Google Shape;10657;p177"/>
          <p:cNvSpPr txBox="1"/>
          <p:nvPr/>
        </p:nvSpPr>
        <p:spPr>
          <a:xfrm>
            <a:off x="121082" y="2118354"/>
            <a:ext cx="1514100" cy="1328100"/>
          </a:xfrm>
          <a:prstGeom prst="rect">
            <a:avLst/>
          </a:prstGeom>
          <a:noFill/>
          <a:ln>
            <a:noFill/>
          </a:ln>
        </p:spPr>
        <p:txBody>
          <a:bodyPr anchorCtr="0" anchor="t" bIns="91425" lIns="91425" spcFirstLastPara="1" rIns="91425" wrap="square" tIns="91425">
            <a:noAutofit/>
          </a:bodyPr>
          <a:lstStyle/>
          <a:p>
            <a:pPr indent="0" lvl="0" marL="45720" rtl="0" algn="r">
              <a:spcBef>
                <a:spcPts val="0"/>
              </a:spcBef>
              <a:spcAft>
                <a:spcPts val="0"/>
              </a:spcAft>
              <a:buNone/>
            </a:pPr>
            <a:r>
              <a:rPr b="1" lang="es-419" sz="1000">
                <a:solidFill>
                  <a:srgbClr val="202124"/>
                </a:solidFill>
                <a:latin typeface="Arvo"/>
                <a:ea typeface="Arvo"/>
                <a:cs typeface="Arvo"/>
                <a:sym typeface="Arvo"/>
              </a:rPr>
              <a:t>El problema que resuelve: </a:t>
            </a:r>
            <a:endParaRPr b="1" sz="1000">
              <a:solidFill>
                <a:srgbClr val="202124"/>
              </a:solidFill>
              <a:latin typeface="Arvo"/>
              <a:ea typeface="Arvo"/>
              <a:cs typeface="Arvo"/>
              <a:sym typeface="Arvo"/>
            </a:endParaRPr>
          </a:p>
          <a:p>
            <a:pPr indent="0" lvl="0" marL="45720" rtl="0" algn="r">
              <a:spcBef>
                <a:spcPts val="0"/>
              </a:spcBef>
              <a:spcAft>
                <a:spcPts val="0"/>
              </a:spcAft>
              <a:buNone/>
            </a:pPr>
            <a:r>
              <a:rPr b="1" lang="es-419" sz="1000">
                <a:solidFill>
                  <a:schemeClr val="dk1"/>
                </a:solidFill>
                <a:latin typeface="Arvo"/>
                <a:ea typeface="Arvo"/>
                <a:cs typeface="Arvo"/>
                <a:sym typeface="Arvo"/>
              </a:rPr>
              <a:t>  </a:t>
            </a:r>
            <a:r>
              <a:rPr i="1" lang="es-419" sz="600">
                <a:solidFill>
                  <a:schemeClr val="dk1"/>
                </a:solidFill>
                <a:latin typeface="Arvo"/>
                <a:ea typeface="Arvo"/>
                <a:cs typeface="Arvo"/>
                <a:sym typeface="Arvo"/>
              </a:rPr>
              <a:t>&lt;e</a:t>
            </a:r>
            <a:r>
              <a:rPr b="1" i="1" lang="es-419" sz="600">
                <a:solidFill>
                  <a:schemeClr val="dk1"/>
                </a:solidFill>
                <a:latin typeface="Arvo"/>
                <a:ea typeface="Arvo"/>
                <a:cs typeface="Arvo"/>
                <a:sym typeface="Arvo"/>
              </a:rPr>
              <a:t>j: </a:t>
            </a:r>
            <a:r>
              <a:rPr i="1" lang="es-419" sz="600">
                <a:solidFill>
                  <a:schemeClr val="dk1"/>
                </a:solidFill>
                <a:latin typeface="Arvo"/>
                <a:ea typeface="Arvo"/>
                <a:cs typeface="Arvo"/>
                <a:sym typeface="Arvo"/>
              </a:rPr>
              <a:t>Un registro escolar debe ser concedido solamente a estudiantes que no estén registrados en la actualidad para este periodo activo. Un estudiante podría registrarse en un solo colegio (para no quedarse sin cupo) mientras busca un colegio que ofrezca mejores condiciones para él&gt;</a:t>
            </a:r>
            <a:endParaRPr i="1" sz="600">
              <a:solidFill>
                <a:schemeClr val="hlink"/>
              </a:solidFill>
              <a:latin typeface="Arvo"/>
              <a:ea typeface="Arvo"/>
              <a:cs typeface="Arvo"/>
              <a:sym typeface="Arvo"/>
            </a:endParaRPr>
          </a:p>
        </p:txBody>
      </p:sp>
      <p:sp>
        <p:nvSpPr>
          <p:cNvPr id="10658" name="Google Shape;10658;p177"/>
          <p:cNvSpPr/>
          <p:nvPr/>
        </p:nvSpPr>
        <p:spPr>
          <a:xfrm>
            <a:off x="1635685" y="3831247"/>
            <a:ext cx="1838700" cy="646500"/>
          </a:xfrm>
          <a:prstGeom prst="roundRect">
            <a:avLst>
              <a:gd fmla="val 6541"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9" name="Google Shape;10659;p177"/>
          <p:cNvSpPr txBox="1"/>
          <p:nvPr/>
        </p:nvSpPr>
        <p:spPr>
          <a:xfrm>
            <a:off x="121075" y="3831250"/>
            <a:ext cx="1454400" cy="6465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0"/>
              </a:spcAft>
              <a:buNone/>
            </a:pPr>
            <a:r>
              <a:rPr b="1" lang="es-419" sz="1000">
                <a:solidFill>
                  <a:schemeClr val="dk1"/>
                </a:solidFill>
                <a:latin typeface="Arvo"/>
                <a:ea typeface="Arvo"/>
                <a:cs typeface="Arvo"/>
                <a:sym typeface="Arvo"/>
              </a:rPr>
              <a:t>Entidad a proteger con la regla:</a:t>
            </a:r>
            <a:endParaRPr b="1" sz="1000">
              <a:solidFill>
                <a:schemeClr val="dk1"/>
              </a:solidFill>
              <a:latin typeface="Arvo"/>
              <a:ea typeface="Arvo"/>
              <a:cs typeface="Arvo"/>
              <a:sym typeface="Arvo"/>
            </a:endParaRPr>
          </a:p>
          <a:p>
            <a:pPr indent="0" lvl="0" marL="0" rtl="0" algn="r">
              <a:lnSpc>
                <a:spcPct val="115000"/>
              </a:lnSpc>
              <a:spcBef>
                <a:spcPts val="0"/>
              </a:spcBef>
              <a:spcAft>
                <a:spcPts val="0"/>
              </a:spcAft>
              <a:buNone/>
            </a:pPr>
            <a:r>
              <a:rPr i="1" lang="es-419" sz="600">
                <a:solidFill>
                  <a:schemeClr val="dk1"/>
                </a:solidFill>
                <a:latin typeface="Arvo"/>
                <a:ea typeface="Arvo"/>
                <a:cs typeface="Arvo"/>
                <a:sym typeface="Arvo"/>
              </a:rPr>
              <a:t>&lt;ej:Registro estudiantil&gt;</a:t>
            </a:r>
            <a:endParaRPr i="1" sz="600">
              <a:solidFill>
                <a:schemeClr val="hlink"/>
              </a:solidFill>
              <a:latin typeface="Arvo"/>
              <a:ea typeface="Arvo"/>
              <a:cs typeface="Arvo"/>
              <a:sym typeface="Arvo"/>
            </a:endParaRPr>
          </a:p>
        </p:txBody>
      </p:sp>
      <p:sp>
        <p:nvSpPr>
          <p:cNvPr id="10660" name="Google Shape;10660;p177"/>
          <p:cNvSpPr/>
          <p:nvPr/>
        </p:nvSpPr>
        <p:spPr>
          <a:xfrm>
            <a:off x="1621925" y="1416400"/>
            <a:ext cx="8206800" cy="711600"/>
          </a:xfrm>
          <a:prstGeom prst="roundRect">
            <a:avLst>
              <a:gd fmla="val 11434"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1" name="Google Shape;10661;p177"/>
          <p:cNvSpPr txBox="1"/>
          <p:nvPr/>
        </p:nvSpPr>
        <p:spPr>
          <a:xfrm>
            <a:off x="6722450" y="3831250"/>
            <a:ext cx="1223100" cy="780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0"/>
              </a:spcAft>
              <a:buNone/>
            </a:pPr>
            <a:r>
              <a:rPr b="1" lang="es-419" sz="1000">
                <a:solidFill>
                  <a:schemeClr val="dk1"/>
                </a:solidFill>
                <a:latin typeface="Arvo"/>
                <a:ea typeface="Arvo"/>
                <a:cs typeface="Arvo"/>
                <a:sym typeface="Arvo"/>
              </a:rPr>
              <a:t>Estado Final de la Entidad si se aprueba la regla:</a:t>
            </a:r>
            <a:endParaRPr b="1" sz="1000">
              <a:solidFill>
                <a:schemeClr val="dk1"/>
              </a:solidFill>
              <a:latin typeface="Arvo"/>
              <a:ea typeface="Arvo"/>
              <a:cs typeface="Arvo"/>
              <a:sym typeface="Arvo"/>
            </a:endParaRPr>
          </a:p>
          <a:p>
            <a:pPr indent="0" lvl="0" marL="0" rtl="0" algn="r">
              <a:lnSpc>
                <a:spcPct val="115000"/>
              </a:lnSpc>
              <a:spcBef>
                <a:spcPts val="0"/>
              </a:spcBef>
              <a:spcAft>
                <a:spcPts val="0"/>
              </a:spcAft>
              <a:buNone/>
            </a:pPr>
            <a:r>
              <a:rPr i="1" lang="es-419" sz="600">
                <a:solidFill>
                  <a:schemeClr val="dk1"/>
                </a:solidFill>
                <a:latin typeface="Arvo"/>
                <a:ea typeface="Arvo"/>
                <a:cs typeface="Arvo"/>
                <a:sym typeface="Arvo"/>
              </a:rPr>
              <a:t>&lt;ej: aprobado&gt;</a:t>
            </a:r>
            <a:endParaRPr i="1" sz="1000">
              <a:solidFill>
                <a:schemeClr val="dk1"/>
              </a:solidFill>
              <a:latin typeface="Arvo"/>
              <a:ea typeface="Arvo"/>
              <a:cs typeface="Arvo"/>
              <a:sym typeface="Arvo"/>
            </a:endParaRPr>
          </a:p>
          <a:p>
            <a:pPr indent="0" lvl="0" marL="45720" rtl="0" algn="r">
              <a:spcBef>
                <a:spcPts val="0"/>
              </a:spcBef>
              <a:spcAft>
                <a:spcPts val="600"/>
              </a:spcAft>
              <a:buNone/>
            </a:pPr>
            <a:r>
              <a:t/>
            </a:r>
            <a:endParaRPr b="1" sz="1200">
              <a:solidFill>
                <a:schemeClr val="dk1"/>
              </a:solidFill>
              <a:latin typeface="Arvo"/>
              <a:ea typeface="Arvo"/>
              <a:cs typeface="Arvo"/>
              <a:sym typeface="Arvo"/>
            </a:endParaRPr>
          </a:p>
        </p:txBody>
      </p:sp>
      <p:sp>
        <p:nvSpPr>
          <p:cNvPr id="10662" name="Google Shape;10662;p177"/>
          <p:cNvSpPr/>
          <p:nvPr/>
        </p:nvSpPr>
        <p:spPr>
          <a:xfrm>
            <a:off x="4734976" y="3831247"/>
            <a:ext cx="1838700" cy="646500"/>
          </a:xfrm>
          <a:prstGeom prst="roundRect">
            <a:avLst>
              <a:gd fmla="val 6541"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3" name="Google Shape;10663;p177"/>
          <p:cNvSpPr/>
          <p:nvPr/>
        </p:nvSpPr>
        <p:spPr>
          <a:xfrm>
            <a:off x="7989981" y="3831265"/>
            <a:ext cx="1851900" cy="646500"/>
          </a:xfrm>
          <a:prstGeom prst="roundRect">
            <a:avLst>
              <a:gd fmla="val 6541"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4" name="Google Shape;10664;p177"/>
          <p:cNvSpPr txBox="1"/>
          <p:nvPr/>
        </p:nvSpPr>
        <p:spPr>
          <a:xfrm>
            <a:off x="3534832" y="3831240"/>
            <a:ext cx="1163700" cy="645000"/>
          </a:xfrm>
          <a:prstGeom prst="rect">
            <a:avLst/>
          </a:prstGeom>
          <a:noFill/>
          <a:ln>
            <a:noFill/>
          </a:ln>
        </p:spPr>
        <p:txBody>
          <a:bodyPr anchorCtr="0" anchor="t" bIns="0" lIns="0" spcFirstLastPara="1" rIns="0" wrap="square" tIns="0">
            <a:spAutoFit/>
          </a:bodyPr>
          <a:lstStyle/>
          <a:p>
            <a:pPr indent="0" lvl="0" marL="0" rtl="0" algn="r">
              <a:lnSpc>
                <a:spcPct val="115000"/>
              </a:lnSpc>
              <a:spcBef>
                <a:spcPts val="0"/>
              </a:spcBef>
              <a:spcAft>
                <a:spcPts val="0"/>
              </a:spcAft>
              <a:buNone/>
            </a:pPr>
            <a:r>
              <a:rPr b="1" lang="es-419" sz="1000">
                <a:solidFill>
                  <a:schemeClr val="dk1"/>
                </a:solidFill>
                <a:latin typeface="Arvo"/>
                <a:ea typeface="Arvo"/>
                <a:cs typeface="Arvo"/>
                <a:sym typeface="Arvo"/>
              </a:rPr>
              <a:t>Estado Inicial de la Entidad:</a:t>
            </a:r>
            <a:endParaRPr b="1" sz="1000">
              <a:solidFill>
                <a:schemeClr val="dk1"/>
              </a:solidFill>
              <a:latin typeface="Arvo"/>
              <a:ea typeface="Arvo"/>
              <a:cs typeface="Arvo"/>
              <a:sym typeface="Arvo"/>
            </a:endParaRPr>
          </a:p>
          <a:p>
            <a:pPr indent="0" lvl="0" marL="0" rtl="0" algn="r">
              <a:lnSpc>
                <a:spcPct val="115000"/>
              </a:lnSpc>
              <a:spcBef>
                <a:spcPts val="0"/>
              </a:spcBef>
              <a:spcAft>
                <a:spcPts val="0"/>
              </a:spcAft>
              <a:buNone/>
            </a:pPr>
            <a:r>
              <a:rPr i="1" lang="es-419" sz="600">
                <a:solidFill>
                  <a:schemeClr val="dk1"/>
                </a:solidFill>
                <a:latin typeface="Arvo"/>
                <a:ea typeface="Arvo"/>
                <a:cs typeface="Arvo"/>
                <a:sym typeface="Arvo"/>
              </a:rPr>
              <a:t>&lt;ej: no aprobado&gt;</a:t>
            </a:r>
            <a:endParaRPr i="1" sz="1000">
              <a:solidFill>
                <a:schemeClr val="dk1"/>
              </a:solidFill>
              <a:latin typeface="Arvo"/>
              <a:ea typeface="Arvo"/>
              <a:cs typeface="Arvo"/>
              <a:sym typeface="Arvo"/>
            </a:endParaRPr>
          </a:p>
          <a:p>
            <a:pPr indent="0" lvl="0" marL="45720" rtl="0" algn="r">
              <a:spcBef>
                <a:spcPts val="0"/>
              </a:spcBef>
              <a:spcAft>
                <a:spcPts val="600"/>
              </a:spcAft>
              <a:buNone/>
            </a:pPr>
            <a:r>
              <a:t/>
            </a:r>
            <a:endParaRPr b="1" sz="1200">
              <a:solidFill>
                <a:schemeClr val="dk1"/>
              </a:solidFill>
              <a:latin typeface="Arvo"/>
              <a:ea typeface="Arvo"/>
              <a:cs typeface="Arvo"/>
              <a:sym typeface="Arvo"/>
            </a:endParaRPr>
          </a:p>
        </p:txBody>
      </p:sp>
      <p:sp>
        <p:nvSpPr>
          <p:cNvPr id="10665" name="Google Shape;10665;p177"/>
          <p:cNvSpPr txBox="1"/>
          <p:nvPr>
            <p:ph idx="1" type="subTitle"/>
          </p:nvPr>
        </p:nvSpPr>
        <p:spPr>
          <a:xfrm>
            <a:off x="1635275" y="2227250"/>
            <a:ext cx="8206800" cy="1399500"/>
          </a:xfrm>
          <a:prstGeom prst="rect">
            <a:avLst/>
          </a:prstGeom>
          <a:noFill/>
          <a:ln>
            <a:noFill/>
          </a:ln>
        </p:spPr>
        <p:txBody>
          <a:bodyPr anchorCtr="0" anchor="t" bIns="36000" lIns="36000" spcFirstLastPara="1" rIns="36000" wrap="square" tIns="36000">
            <a:noAutofit/>
          </a:bodyPr>
          <a:lstStyle>
            <a:lvl1pPr lvl="0">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10666" name="Google Shape;10666;p177"/>
          <p:cNvSpPr txBox="1"/>
          <p:nvPr>
            <p:ph idx="2" type="subTitle"/>
          </p:nvPr>
        </p:nvSpPr>
        <p:spPr>
          <a:xfrm>
            <a:off x="1648125" y="3855575"/>
            <a:ext cx="1831200" cy="646500"/>
          </a:xfrm>
          <a:prstGeom prst="rect">
            <a:avLst/>
          </a:prstGeom>
          <a:noFill/>
          <a:ln>
            <a:noFill/>
          </a:ln>
        </p:spPr>
        <p:txBody>
          <a:bodyPr anchorCtr="0" anchor="t" bIns="36000" lIns="36000" spcFirstLastPara="1" rIns="36000" wrap="square" tIns="36000">
            <a:noAutofit/>
          </a:bodyPr>
          <a:lstStyle>
            <a:lvl1pPr lvl="0">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100000"/>
              </a:lnSpc>
              <a:spcBef>
                <a:spcPts val="0"/>
              </a:spcBef>
              <a:spcAft>
                <a:spcPts val="0"/>
              </a:spcAft>
              <a:buClr>
                <a:srgbClr val="000000"/>
              </a:buClr>
              <a:buSzPts val="800"/>
              <a:buNone/>
              <a:defRPr sz="800">
                <a:solidFill>
                  <a:srgbClr val="000000"/>
                </a:solidFill>
              </a:defRPr>
            </a:lvl2pPr>
            <a:lvl3pPr lvl="2">
              <a:lnSpc>
                <a:spcPct val="100000"/>
              </a:lnSpc>
              <a:spcBef>
                <a:spcPts val="0"/>
              </a:spcBef>
              <a:spcAft>
                <a:spcPts val="0"/>
              </a:spcAft>
              <a:buClr>
                <a:srgbClr val="000000"/>
              </a:buClr>
              <a:buSzPts val="800"/>
              <a:buNone/>
              <a:defRPr sz="800">
                <a:solidFill>
                  <a:srgbClr val="000000"/>
                </a:solidFill>
              </a:defRPr>
            </a:lvl3pPr>
            <a:lvl4pPr lvl="3">
              <a:lnSpc>
                <a:spcPct val="100000"/>
              </a:lnSpc>
              <a:spcBef>
                <a:spcPts val="0"/>
              </a:spcBef>
              <a:spcAft>
                <a:spcPts val="0"/>
              </a:spcAft>
              <a:buClr>
                <a:srgbClr val="000000"/>
              </a:buClr>
              <a:buSzPts val="800"/>
              <a:buNone/>
              <a:defRPr sz="800">
                <a:solidFill>
                  <a:srgbClr val="000000"/>
                </a:solidFill>
              </a:defRPr>
            </a:lvl4pPr>
            <a:lvl5pPr lvl="4">
              <a:lnSpc>
                <a:spcPct val="100000"/>
              </a:lnSpc>
              <a:spcBef>
                <a:spcPts val="0"/>
              </a:spcBef>
              <a:spcAft>
                <a:spcPts val="0"/>
              </a:spcAft>
              <a:buClr>
                <a:srgbClr val="000000"/>
              </a:buClr>
              <a:buSzPts val="800"/>
              <a:buNone/>
              <a:defRPr sz="800">
                <a:solidFill>
                  <a:srgbClr val="000000"/>
                </a:solidFill>
              </a:defRPr>
            </a:lvl5pPr>
            <a:lvl6pPr lvl="5">
              <a:lnSpc>
                <a:spcPct val="100000"/>
              </a:lnSpc>
              <a:spcBef>
                <a:spcPts val="0"/>
              </a:spcBef>
              <a:spcAft>
                <a:spcPts val="0"/>
              </a:spcAft>
              <a:buClr>
                <a:srgbClr val="000000"/>
              </a:buClr>
              <a:buSzPts val="800"/>
              <a:buNone/>
              <a:defRPr sz="800">
                <a:solidFill>
                  <a:srgbClr val="000000"/>
                </a:solidFill>
              </a:defRPr>
            </a:lvl6pPr>
            <a:lvl7pPr lvl="6">
              <a:lnSpc>
                <a:spcPct val="100000"/>
              </a:lnSpc>
              <a:spcBef>
                <a:spcPts val="0"/>
              </a:spcBef>
              <a:spcAft>
                <a:spcPts val="0"/>
              </a:spcAft>
              <a:buClr>
                <a:srgbClr val="000000"/>
              </a:buClr>
              <a:buSzPts val="800"/>
              <a:buNone/>
              <a:defRPr sz="800">
                <a:solidFill>
                  <a:srgbClr val="000000"/>
                </a:solidFill>
              </a:defRPr>
            </a:lvl7pPr>
            <a:lvl8pPr lvl="7">
              <a:lnSpc>
                <a:spcPct val="100000"/>
              </a:lnSpc>
              <a:spcBef>
                <a:spcPts val="0"/>
              </a:spcBef>
              <a:spcAft>
                <a:spcPts val="0"/>
              </a:spcAft>
              <a:buClr>
                <a:srgbClr val="000000"/>
              </a:buClr>
              <a:buSzPts val="800"/>
              <a:buNone/>
              <a:defRPr sz="800">
                <a:solidFill>
                  <a:srgbClr val="000000"/>
                </a:solidFill>
              </a:defRPr>
            </a:lvl8pPr>
            <a:lvl9pPr lvl="8">
              <a:lnSpc>
                <a:spcPct val="100000"/>
              </a:lnSpc>
              <a:spcBef>
                <a:spcPts val="0"/>
              </a:spcBef>
              <a:spcAft>
                <a:spcPts val="0"/>
              </a:spcAft>
              <a:buClr>
                <a:srgbClr val="000000"/>
              </a:buClr>
              <a:buSzPts val="800"/>
              <a:buNone/>
              <a:defRPr sz="800">
                <a:solidFill>
                  <a:srgbClr val="000000"/>
                </a:solidFill>
              </a:defRPr>
            </a:lvl9pPr>
          </a:lstStyle>
          <a:p/>
        </p:txBody>
      </p:sp>
      <p:sp>
        <p:nvSpPr>
          <p:cNvPr id="10667" name="Google Shape;10667;p177"/>
          <p:cNvSpPr/>
          <p:nvPr/>
        </p:nvSpPr>
        <p:spPr>
          <a:xfrm>
            <a:off x="286150" y="4766163"/>
            <a:ext cx="1311300" cy="607500"/>
          </a:xfrm>
          <a:prstGeom prst="roundRect">
            <a:avLst>
              <a:gd fmla="val 9450" name="adj"/>
            </a:avLst>
          </a:prstGeom>
          <a:noFill/>
          <a:ln>
            <a:noFill/>
          </a:ln>
        </p:spPr>
        <p:txBody>
          <a:bodyPr anchorCtr="0" anchor="t" bIns="0" lIns="36000" spcFirstLastPara="1" rIns="0" wrap="square" tIns="0">
            <a:noAutofit/>
          </a:bodyPr>
          <a:lstStyle/>
          <a:p>
            <a:pPr indent="0" lvl="0" marL="0" rtl="0" algn="r">
              <a:lnSpc>
                <a:spcPct val="115000"/>
              </a:lnSpc>
              <a:spcBef>
                <a:spcPts val="0"/>
              </a:spcBef>
              <a:spcAft>
                <a:spcPts val="0"/>
              </a:spcAft>
              <a:buClr>
                <a:schemeClr val="dk1"/>
              </a:buClr>
              <a:buSzPts val="1100"/>
              <a:buFont typeface="Arial"/>
              <a:buNone/>
            </a:pPr>
            <a:r>
              <a:rPr b="1" lang="es-419" sz="1000">
                <a:solidFill>
                  <a:schemeClr val="dk1"/>
                </a:solidFill>
                <a:latin typeface="Arvo"/>
                <a:ea typeface="Arvo"/>
                <a:cs typeface="Arvo"/>
                <a:sym typeface="Arvo"/>
              </a:rPr>
              <a:t>Entidades Participantes:</a:t>
            </a:r>
            <a:endParaRPr sz="1000"/>
          </a:p>
        </p:txBody>
      </p:sp>
      <p:grpSp>
        <p:nvGrpSpPr>
          <p:cNvPr id="10668" name="Google Shape;10668;p177"/>
          <p:cNvGrpSpPr/>
          <p:nvPr/>
        </p:nvGrpSpPr>
        <p:grpSpPr>
          <a:xfrm>
            <a:off x="1670204" y="4672426"/>
            <a:ext cx="3238409" cy="893400"/>
            <a:chOff x="2627447" y="1670375"/>
            <a:chExt cx="3587073" cy="893400"/>
          </a:xfrm>
        </p:grpSpPr>
        <p:sp>
          <p:nvSpPr>
            <p:cNvPr id="10669" name="Google Shape;10669;p177"/>
            <p:cNvSpPr/>
            <p:nvPr/>
          </p:nvSpPr>
          <p:spPr>
            <a:xfrm>
              <a:off x="2627447" y="1670375"/>
              <a:ext cx="1782000" cy="893400"/>
            </a:xfrm>
            <a:prstGeom prst="rect">
              <a:avLst/>
            </a:prstGeom>
            <a:solidFill>
              <a:srgbClr val="FFF2CC"/>
            </a:solidFill>
            <a:ln cap="flat" cmpd="sng" w="9525">
              <a:solidFill>
                <a:srgbClr val="D9EA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0" name="Google Shape;10670;p177"/>
            <p:cNvSpPr/>
            <p:nvPr/>
          </p:nvSpPr>
          <p:spPr>
            <a:xfrm>
              <a:off x="4450520" y="1670375"/>
              <a:ext cx="1764000" cy="893400"/>
            </a:xfrm>
            <a:prstGeom prst="rect">
              <a:avLst/>
            </a:prstGeom>
            <a:solidFill>
              <a:srgbClr val="FFF2CC"/>
            </a:solidFill>
            <a:ln cap="flat" cmpd="sng" w="9525">
              <a:solidFill>
                <a:srgbClr val="F4CCC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cxnSp>
        <p:nvCxnSpPr>
          <p:cNvPr id="10671" name="Google Shape;10671;p177"/>
          <p:cNvCxnSpPr/>
          <p:nvPr/>
        </p:nvCxnSpPr>
        <p:spPr>
          <a:xfrm>
            <a:off x="6548821" y="4666600"/>
            <a:ext cx="0" cy="899700"/>
          </a:xfrm>
          <a:prstGeom prst="straightConnector1">
            <a:avLst/>
          </a:prstGeom>
          <a:noFill/>
          <a:ln cap="flat" cmpd="sng" w="28575">
            <a:solidFill>
              <a:srgbClr val="D9D9D9"/>
            </a:solidFill>
            <a:prstDash val="solid"/>
            <a:round/>
            <a:headEnd len="sm" w="sm" type="none"/>
            <a:tailEnd len="sm" w="sm" type="none"/>
          </a:ln>
        </p:spPr>
      </p:cxnSp>
      <p:grpSp>
        <p:nvGrpSpPr>
          <p:cNvPr id="10672" name="Google Shape;10672;p177"/>
          <p:cNvGrpSpPr/>
          <p:nvPr/>
        </p:nvGrpSpPr>
        <p:grpSpPr>
          <a:xfrm>
            <a:off x="4949628" y="4672426"/>
            <a:ext cx="3238409" cy="893400"/>
            <a:chOff x="2627447" y="1670375"/>
            <a:chExt cx="3587073" cy="893400"/>
          </a:xfrm>
        </p:grpSpPr>
        <p:sp>
          <p:nvSpPr>
            <p:cNvPr id="10673" name="Google Shape;10673;p177"/>
            <p:cNvSpPr/>
            <p:nvPr/>
          </p:nvSpPr>
          <p:spPr>
            <a:xfrm>
              <a:off x="2627447" y="1670375"/>
              <a:ext cx="1782000" cy="893400"/>
            </a:xfrm>
            <a:prstGeom prst="rect">
              <a:avLst/>
            </a:prstGeom>
            <a:solidFill>
              <a:srgbClr val="FFF2CC"/>
            </a:solidFill>
            <a:ln cap="flat" cmpd="sng" w="9525">
              <a:solidFill>
                <a:srgbClr val="D9EA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4" name="Google Shape;10674;p177"/>
            <p:cNvSpPr/>
            <p:nvPr/>
          </p:nvSpPr>
          <p:spPr>
            <a:xfrm>
              <a:off x="4450520" y="1670375"/>
              <a:ext cx="1764000" cy="893400"/>
            </a:xfrm>
            <a:prstGeom prst="rect">
              <a:avLst/>
            </a:prstGeom>
            <a:solidFill>
              <a:srgbClr val="FFF2CC"/>
            </a:solidFill>
            <a:ln cap="flat" cmpd="sng" w="9525">
              <a:solidFill>
                <a:srgbClr val="F4CCC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675" name="Google Shape;10675;p177"/>
          <p:cNvSpPr txBox="1"/>
          <p:nvPr>
            <p:ph idx="3" type="subTitle"/>
          </p:nvPr>
        </p:nvSpPr>
        <p:spPr>
          <a:xfrm>
            <a:off x="4740190" y="3829375"/>
            <a:ext cx="1831200" cy="646500"/>
          </a:xfrm>
          <a:prstGeom prst="rect">
            <a:avLst/>
          </a:prstGeom>
          <a:noFill/>
          <a:ln>
            <a:noFill/>
          </a:ln>
        </p:spPr>
        <p:txBody>
          <a:bodyPr anchorCtr="0" anchor="t" bIns="36000" lIns="36000" spcFirstLastPara="1" rIns="36000" wrap="square" tIns="36000">
            <a:noAutofit/>
          </a:bodyPr>
          <a:lstStyle>
            <a:lvl1pPr lvl="0">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100000"/>
              </a:lnSpc>
              <a:spcBef>
                <a:spcPts val="0"/>
              </a:spcBef>
              <a:spcAft>
                <a:spcPts val="0"/>
              </a:spcAft>
              <a:buClr>
                <a:srgbClr val="000000"/>
              </a:buClr>
              <a:buSzPts val="800"/>
              <a:buNone/>
              <a:defRPr sz="800">
                <a:solidFill>
                  <a:srgbClr val="000000"/>
                </a:solidFill>
              </a:defRPr>
            </a:lvl2pPr>
            <a:lvl3pPr lvl="2">
              <a:lnSpc>
                <a:spcPct val="100000"/>
              </a:lnSpc>
              <a:spcBef>
                <a:spcPts val="0"/>
              </a:spcBef>
              <a:spcAft>
                <a:spcPts val="0"/>
              </a:spcAft>
              <a:buClr>
                <a:srgbClr val="000000"/>
              </a:buClr>
              <a:buSzPts val="800"/>
              <a:buNone/>
              <a:defRPr sz="800">
                <a:solidFill>
                  <a:srgbClr val="000000"/>
                </a:solidFill>
              </a:defRPr>
            </a:lvl3pPr>
            <a:lvl4pPr lvl="3">
              <a:lnSpc>
                <a:spcPct val="100000"/>
              </a:lnSpc>
              <a:spcBef>
                <a:spcPts val="0"/>
              </a:spcBef>
              <a:spcAft>
                <a:spcPts val="0"/>
              </a:spcAft>
              <a:buClr>
                <a:srgbClr val="000000"/>
              </a:buClr>
              <a:buSzPts val="800"/>
              <a:buNone/>
              <a:defRPr sz="800">
                <a:solidFill>
                  <a:srgbClr val="000000"/>
                </a:solidFill>
              </a:defRPr>
            </a:lvl4pPr>
            <a:lvl5pPr lvl="4">
              <a:lnSpc>
                <a:spcPct val="100000"/>
              </a:lnSpc>
              <a:spcBef>
                <a:spcPts val="0"/>
              </a:spcBef>
              <a:spcAft>
                <a:spcPts val="0"/>
              </a:spcAft>
              <a:buClr>
                <a:srgbClr val="000000"/>
              </a:buClr>
              <a:buSzPts val="800"/>
              <a:buNone/>
              <a:defRPr sz="800">
                <a:solidFill>
                  <a:srgbClr val="000000"/>
                </a:solidFill>
              </a:defRPr>
            </a:lvl5pPr>
            <a:lvl6pPr lvl="5">
              <a:lnSpc>
                <a:spcPct val="100000"/>
              </a:lnSpc>
              <a:spcBef>
                <a:spcPts val="0"/>
              </a:spcBef>
              <a:spcAft>
                <a:spcPts val="0"/>
              </a:spcAft>
              <a:buClr>
                <a:srgbClr val="000000"/>
              </a:buClr>
              <a:buSzPts val="800"/>
              <a:buNone/>
              <a:defRPr sz="800">
                <a:solidFill>
                  <a:srgbClr val="000000"/>
                </a:solidFill>
              </a:defRPr>
            </a:lvl6pPr>
            <a:lvl7pPr lvl="6">
              <a:lnSpc>
                <a:spcPct val="100000"/>
              </a:lnSpc>
              <a:spcBef>
                <a:spcPts val="0"/>
              </a:spcBef>
              <a:spcAft>
                <a:spcPts val="0"/>
              </a:spcAft>
              <a:buClr>
                <a:srgbClr val="000000"/>
              </a:buClr>
              <a:buSzPts val="800"/>
              <a:buNone/>
              <a:defRPr sz="800">
                <a:solidFill>
                  <a:srgbClr val="000000"/>
                </a:solidFill>
              </a:defRPr>
            </a:lvl7pPr>
            <a:lvl8pPr lvl="7">
              <a:lnSpc>
                <a:spcPct val="100000"/>
              </a:lnSpc>
              <a:spcBef>
                <a:spcPts val="0"/>
              </a:spcBef>
              <a:spcAft>
                <a:spcPts val="0"/>
              </a:spcAft>
              <a:buClr>
                <a:srgbClr val="000000"/>
              </a:buClr>
              <a:buSzPts val="800"/>
              <a:buNone/>
              <a:defRPr sz="800">
                <a:solidFill>
                  <a:srgbClr val="000000"/>
                </a:solidFill>
              </a:defRPr>
            </a:lvl8pPr>
            <a:lvl9pPr lvl="8">
              <a:lnSpc>
                <a:spcPct val="100000"/>
              </a:lnSpc>
              <a:spcBef>
                <a:spcPts val="0"/>
              </a:spcBef>
              <a:spcAft>
                <a:spcPts val="0"/>
              </a:spcAft>
              <a:buClr>
                <a:srgbClr val="000000"/>
              </a:buClr>
              <a:buSzPts val="800"/>
              <a:buNone/>
              <a:defRPr sz="800">
                <a:solidFill>
                  <a:srgbClr val="000000"/>
                </a:solidFill>
              </a:defRPr>
            </a:lvl9pPr>
          </a:lstStyle>
          <a:p/>
        </p:txBody>
      </p:sp>
      <p:sp>
        <p:nvSpPr>
          <p:cNvPr id="10676" name="Google Shape;10676;p177"/>
          <p:cNvSpPr txBox="1"/>
          <p:nvPr>
            <p:ph idx="4" type="subTitle"/>
          </p:nvPr>
        </p:nvSpPr>
        <p:spPr>
          <a:xfrm>
            <a:off x="7998604" y="3829375"/>
            <a:ext cx="1831200" cy="646500"/>
          </a:xfrm>
          <a:prstGeom prst="rect">
            <a:avLst/>
          </a:prstGeom>
          <a:noFill/>
          <a:ln>
            <a:noFill/>
          </a:ln>
        </p:spPr>
        <p:txBody>
          <a:bodyPr anchorCtr="0" anchor="t" bIns="36000" lIns="36000" spcFirstLastPara="1" rIns="36000" wrap="square" tIns="36000">
            <a:noAutofit/>
          </a:bodyPr>
          <a:lstStyle>
            <a:lvl1pPr lvl="0">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100000"/>
              </a:lnSpc>
              <a:spcBef>
                <a:spcPts val="0"/>
              </a:spcBef>
              <a:spcAft>
                <a:spcPts val="0"/>
              </a:spcAft>
              <a:buClr>
                <a:srgbClr val="000000"/>
              </a:buClr>
              <a:buSzPts val="800"/>
              <a:buNone/>
              <a:defRPr sz="800">
                <a:solidFill>
                  <a:srgbClr val="000000"/>
                </a:solidFill>
              </a:defRPr>
            </a:lvl2pPr>
            <a:lvl3pPr lvl="2">
              <a:lnSpc>
                <a:spcPct val="100000"/>
              </a:lnSpc>
              <a:spcBef>
                <a:spcPts val="0"/>
              </a:spcBef>
              <a:spcAft>
                <a:spcPts val="0"/>
              </a:spcAft>
              <a:buClr>
                <a:srgbClr val="000000"/>
              </a:buClr>
              <a:buSzPts val="800"/>
              <a:buNone/>
              <a:defRPr sz="800">
                <a:solidFill>
                  <a:srgbClr val="000000"/>
                </a:solidFill>
              </a:defRPr>
            </a:lvl3pPr>
            <a:lvl4pPr lvl="3">
              <a:lnSpc>
                <a:spcPct val="100000"/>
              </a:lnSpc>
              <a:spcBef>
                <a:spcPts val="0"/>
              </a:spcBef>
              <a:spcAft>
                <a:spcPts val="0"/>
              </a:spcAft>
              <a:buClr>
                <a:srgbClr val="000000"/>
              </a:buClr>
              <a:buSzPts val="800"/>
              <a:buNone/>
              <a:defRPr sz="800">
                <a:solidFill>
                  <a:srgbClr val="000000"/>
                </a:solidFill>
              </a:defRPr>
            </a:lvl4pPr>
            <a:lvl5pPr lvl="4">
              <a:lnSpc>
                <a:spcPct val="100000"/>
              </a:lnSpc>
              <a:spcBef>
                <a:spcPts val="0"/>
              </a:spcBef>
              <a:spcAft>
                <a:spcPts val="0"/>
              </a:spcAft>
              <a:buClr>
                <a:srgbClr val="000000"/>
              </a:buClr>
              <a:buSzPts val="800"/>
              <a:buNone/>
              <a:defRPr sz="800">
                <a:solidFill>
                  <a:srgbClr val="000000"/>
                </a:solidFill>
              </a:defRPr>
            </a:lvl5pPr>
            <a:lvl6pPr lvl="5">
              <a:lnSpc>
                <a:spcPct val="100000"/>
              </a:lnSpc>
              <a:spcBef>
                <a:spcPts val="0"/>
              </a:spcBef>
              <a:spcAft>
                <a:spcPts val="0"/>
              </a:spcAft>
              <a:buClr>
                <a:srgbClr val="000000"/>
              </a:buClr>
              <a:buSzPts val="800"/>
              <a:buNone/>
              <a:defRPr sz="800">
                <a:solidFill>
                  <a:srgbClr val="000000"/>
                </a:solidFill>
              </a:defRPr>
            </a:lvl6pPr>
            <a:lvl7pPr lvl="6">
              <a:lnSpc>
                <a:spcPct val="100000"/>
              </a:lnSpc>
              <a:spcBef>
                <a:spcPts val="0"/>
              </a:spcBef>
              <a:spcAft>
                <a:spcPts val="0"/>
              </a:spcAft>
              <a:buClr>
                <a:srgbClr val="000000"/>
              </a:buClr>
              <a:buSzPts val="800"/>
              <a:buNone/>
              <a:defRPr sz="800">
                <a:solidFill>
                  <a:srgbClr val="000000"/>
                </a:solidFill>
              </a:defRPr>
            </a:lvl7pPr>
            <a:lvl8pPr lvl="7">
              <a:lnSpc>
                <a:spcPct val="100000"/>
              </a:lnSpc>
              <a:spcBef>
                <a:spcPts val="0"/>
              </a:spcBef>
              <a:spcAft>
                <a:spcPts val="0"/>
              </a:spcAft>
              <a:buClr>
                <a:srgbClr val="000000"/>
              </a:buClr>
              <a:buSzPts val="800"/>
              <a:buNone/>
              <a:defRPr sz="800">
                <a:solidFill>
                  <a:srgbClr val="000000"/>
                </a:solidFill>
              </a:defRPr>
            </a:lvl8pPr>
            <a:lvl9pPr lvl="8">
              <a:lnSpc>
                <a:spcPct val="100000"/>
              </a:lnSpc>
              <a:spcBef>
                <a:spcPts val="0"/>
              </a:spcBef>
              <a:spcAft>
                <a:spcPts val="0"/>
              </a:spcAft>
              <a:buClr>
                <a:srgbClr val="000000"/>
              </a:buClr>
              <a:buSzPts val="800"/>
              <a:buNone/>
              <a:defRPr sz="800">
                <a:solidFill>
                  <a:srgbClr val="000000"/>
                </a:solidFill>
              </a:defRPr>
            </a:lvl9pPr>
          </a:lstStyle>
          <a:p/>
        </p:txBody>
      </p:sp>
      <p:sp>
        <p:nvSpPr>
          <p:cNvPr id="10677" name="Google Shape;10677;p177"/>
          <p:cNvSpPr/>
          <p:nvPr/>
        </p:nvSpPr>
        <p:spPr>
          <a:xfrm>
            <a:off x="1669750" y="4680019"/>
            <a:ext cx="1608900" cy="287400"/>
          </a:xfrm>
          <a:prstGeom prst="rect">
            <a:avLst/>
          </a:prstGeom>
          <a:solidFill>
            <a:srgbClr val="FFF2CC"/>
          </a:solidFill>
          <a:ln cap="flat" cmpd="sng" w="9525">
            <a:solidFill>
              <a:srgbClr val="D9EAD3"/>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s-419" sz="1000">
                <a:solidFill>
                  <a:srgbClr val="666666"/>
                </a:solidFill>
                <a:latin typeface="Arvo"/>
                <a:ea typeface="Arvo"/>
                <a:cs typeface="Arvo"/>
                <a:sym typeface="Arvo"/>
              </a:rPr>
              <a:t>Entidad 1 </a:t>
            </a:r>
            <a:r>
              <a:rPr i="1" lang="es-419" sz="600">
                <a:solidFill>
                  <a:schemeClr val="dk1"/>
                </a:solidFill>
                <a:latin typeface="Arvo"/>
                <a:ea typeface="Arvo"/>
                <a:cs typeface="Arvo"/>
                <a:sym typeface="Arvo"/>
              </a:rPr>
              <a:t>&lt;ej: Estudiante&gt;</a:t>
            </a:r>
            <a:endParaRPr b="1" sz="1000">
              <a:solidFill>
                <a:srgbClr val="666666"/>
              </a:solidFill>
              <a:latin typeface="Arvo"/>
              <a:ea typeface="Arvo"/>
              <a:cs typeface="Arvo"/>
              <a:sym typeface="Arvo"/>
            </a:endParaRPr>
          </a:p>
        </p:txBody>
      </p:sp>
      <p:sp>
        <p:nvSpPr>
          <p:cNvPr id="10678" name="Google Shape;10678;p177"/>
          <p:cNvSpPr/>
          <p:nvPr/>
        </p:nvSpPr>
        <p:spPr>
          <a:xfrm>
            <a:off x="4944270" y="4680020"/>
            <a:ext cx="1608900" cy="287400"/>
          </a:xfrm>
          <a:prstGeom prst="rect">
            <a:avLst/>
          </a:prstGeom>
          <a:solidFill>
            <a:srgbClr val="FFF2CC"/>
          </a:solidFill>
          <a:ln cap="flat" cmpd="sng" w="9525">
            <a:solidFill>
              <a:srgbClr val="D9EAD3"/>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s-419" sz="1000">
                <a:solidFill>
                  <a:srgbClr val="666666"/>
                </a:solidFill>
                <a:latin typeface="Arvo"/>
                <a:ea typeface="Arvo"/>
                <a:cs typeface="Arvo"/>
                <a:sym typeface="Arvo"/>
              </a:rPr>
              <a:t>Entidad 3 </a:t>
            </a:r>
            <a:r>
              <a:rPr i="1" lang="es-419" sz="600">
                <a:solidFill>
                  <a:schemeClr val="dk1"/>
                </a:solidFill>
                <a:latin typeface="Arvo"/>
                <a:ea typeface="Arvo"/>
                <a:cs typeface="Arvo"/>
                <a:sym typeface="Arvo"/>
              </a:rPr>
              <a:t>&lt;ej: Curso&gt;</a:t>
            </a:r>
            <a:endParaRPr b="1" sz="1000">
              <a:solidFill>
                <a:srgbClr val="666666"/>
              </a:solidFill>
              <a:latin typeface="Arvo"/>
              <a:ea typeface="Arvo"/>
              <a:cs typeface="Arvo"/>
              <a:sym typeface="Arvo"/>
            </a:endParaRPr>
          </a:p>
        </p:txBody>
      </p:sp>
      <p:sp>
        <p:nvSpPr>
          <p:cNvPr id="10679" name="Google Shape;10679;p177"/>
          <p:cNvSpPr/>
          <p:nvPr/>
        </p:nvSpPr>
        <p:spPr>
          <a:xfrm>
            <a:off x="6590435" y="4672420"/>
            <a:ext cx="1597800" cy="294900"/>
          </a:xfrm>
          <a:prstGeom prst="rect">
            <a:avLst/>
          </a:prstGeom>
          <a:solidFill>
            <a:srgbClr val="FFF2CC"/>
          </a:solidFill>
          <a:ln cap="flat" cmpd="sng" w="9525">
            <a:solidFill>
              <a:srgbClr val="D9EAD3"/>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s-419" sz="1000">
                <a:solidFill>
                  <a:srgbClr val="666666"/>
                </a:solidFill>
                <a:latin typeface="Arvo"/>
                <a:ea typeface="Arvo"/>
                <a:cs typeface="Arvo"/>
                <a:sym typeface="Arvo"/>
              </a:rPr>
              <a:t>Entidad 4 </a:t>
            </a:r>
            <a:r>
              <a:rPr i="1" lang="es-419" sz="600">
                <a:solidFill>
                  <a:schemeClr val="dk1"/>
                </a:solidFill>
                <a:latin typeface="Arvo"/>
                <a:ea typeface="Arvo"/>
                <a:cs typeface="Arvo"/>
                <a:sym typeface="Arvo"/>
              </a:rPr>
              <a:t>&lt;ej: Periodo&gt;</a:t>
            </a:r>
            <a:endParaRPr b="1" sz="1000">
              <a:solidFill>
                <a:srgbClr val="666666"/>
              </a:solidFill>
              <a:latin typeface="Arvo"/>
              <a:ea typeface="Arvo"/>
              <a:cs typeface="Arvo"/>
              <a:sym typeface="Arvo"/>
            </a:endParaRPr>
          </a:p>
        </p:txBody>
      </p:sp>
      <p:grpSp>
        <p:nvGrpSpPr>
          <p:cNvPr id="10680" name="Google Shape;10680;p177"/>
          <p:cNvGrpSpPr/>
          <p:nvPr/>
        </p:nvGrpSpPr>
        <p:grpSpPr>
          <a:xfrm>
            <a:off x="1670204" y="5595956"/>
            <a:ext cx="3238409" cy="893400"/>
            <a:chOff x="2627447" y="1670375"/>
            <a:chExt cx="3587073" cy="893400"/>
          </a:xfrm>
        </p:grpSpPr>
        <p:sp>
          <p:nvSpPr>
            <p:cNvPr id="10681" name="Google Shape;10681;p177"/>
            <p:cNvSpPr/>
            <p:nvPr/>
          </p:nvSpPr>
          <p:spPr>
            <a:xfrm>
              <a:off x="2627447" y="1670375"/>
              <a:ext cx="1782000" cy="893400"/>
            </a:xfrm>
            <a:prstGeom prst="rect">
              <a:avLst/>
            </a:prstGeom>
            <a:solidFill>
              <a:srgbClr val="F4CCCC"/>
            </a:solidFill>
            <a:ln cap="flat" cmpd="sng" w="9525">
              <a:solidFill>
                <a:srgbClr val="D9EA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2" name="Google Shape;10682;p177"/>
            <p:cNvSpPr/>
            <p:nvPr/>
          </p:nvSpPr>
          <p:spPr>
            <a:xfrm>
              <a:off x="4450520" y="1670375"/>
              <a:ext cx="1764000" cy="893400"/>
            </a:xfrm>
            <a:prstGeom prst="rect">
              <a:avLst/>
            </a:prstGeom>
            <a:solidFill>
              <a:srgbClr val="F4CCCC"/>
            </a:solidFill>
            <a:ln cap="flat" cmpd="sng" w="9525">
              <a:solidFill>
                <a:srgbClr val="F4CCC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cxnSp>
        <p:nvCxnSpPr>
          <p:cNvPr id="10683" name="Google Shape;10683;p177"/>
          <p:cNvCxnSpPr/>
          <p:nvPr/>
        </p:nvCxnSpPr>
        <p:spPr>
          <a:xfrm>
            <a:off x="6548821" y="5590130"/>
            <a:ext cx="0" cy="899700"/>
          </a:xfrm>
          <a:prstGeom prst="straightConnector1">
            <a:avLst/>
          </a:prstGeom>
          <a:noFill/>
          <a:ln cap="flat" cmpd="sng" w="28575">
            <a:solidFill>
              <a:srgbClr val="D9D9D9"/>
            </a:solidFill>
            <a:prstDash val="solid"/>
            <a:round/>
            <a:headEnd len="sm" w="sm" type="none"/>
            <a:tailEnd len="sm" w="sm" type="none"/>
          </a:ln>
        </p:spPr>
      </p:cxnSp>
      <p:grpSp>
        <p:nvGrpSpPr>
          <p:cNvPr id="10684" name="Google Shape;10684;p177"/>
          <p:cNvGrpSpPr/>
          <p:nvPr/>
        </p:nvGrpSpPr>
        <p:grpSpPr>
          <a:xfrm>
            <a:off x="4949628" y="5595956"/>
            <a:ext cx="3238409" cy="893400"/>
            <a:chOff x="2627447" y="1670375"/>
            <a:chExt cx="3587073" cy="893400"/>
          </a:xfrm>
        </p:grpSpPr>
        <p:sp>
          <p:nvSpPr>
            <p:cNvPr id="10685" name="Google Shape;10685;p177"/>
            <p:cNvSpPr/>
            <p:nvPr/>
          </p:nvSpPr>
          <p:spPr>
            <a:xfrm>
              <a:off x="2627447" y="1670375"/>
              <a:ext cx="1782000" cy="893400"/>
            </a:xfrm>
            <a:prstGeom prst="rect">
              <a:avLst/>
            </a:prstGeom>
            <a:solidFill>
              <a:srgbClr val="F4CCCC"/>
            </a:solidFill>
            <a:ln cap="flat" cmpd="sng" w="9525">
              <a:solidFill>
                <a:srgbClr val="D9EA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6" name="Google Shape;10686;p177"/>
            <p:cNvSpPr/>
            <p:nvPr/>
          </p:nvSpPr>
          <p:spPr>
            <a:xfrm>
              <a:off x="4450520" y="1670375"/>
              <a:ext cx="1764000" cy="893400"/>
            </a:xfrm>
            <a:prstGeom prst="rect">
              <a:avLst/>
            </a:prstGeom>
            <a:solidFill>
              <a:srgbClr val="F4CCCC"/>
            </a:solidFill>
            <a:ln cap="flat" cmpd="sng" w="9525">
              <a:solidFill>
                <a:srgbClr val="F4CCC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687" name="Google Shape;10687;p177"/>
          <p:cNvSpPr/>
          <p:nvPr/>
        </p:nvSpPr>
        <p:spPr>
          <a:xfrm>
            <a:off x="1671578" y="5596051"/>
            <a:ext cx="1608900" cy="294900"/>
          </a:xfrm>
          <a:prstGeom prst="rect">
            <a:avLst/>
          </a:prstGeom>
          <a:solidFill>
            <a:srgbClr val="F4CCCC"/>
          </a:solidFill>
          <a:ln cap="flat" cmpd="sng" w="9525">
            <a:solidFill>
              <a:srgbClr val="D9EAD3"/>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s-419" sz="1000">
                <a:solidFill>
                  <a:srgbClr val="666666"/>
                </a:solidFill>
                <a:latin typeface="Arvo"/>
                <a:ea typeface="Arvo"/>
                <a:cs typeface="Arvo"/>
                <a:sym typeface="Arvo"/>
              </a:rPr>
              <a:t>Estado 1 </a:t>
            </a:r>
            <a:r>
              <a:rPr i="1" lang="es-419" sz="600">
                <a:solidFill>
                  <a:schemeClr val="dk1"/>
                </a:solidFill>
                <a:latin typeface="Arvo"/>
                <a:ea typeface="Arvo"/>
                <a:cs typeface="Arvo"/>
                <a:sym typeface="Arvo"/>
              </a:rPr>
              <a:t>&lt;ej:  Activo y no registrado&gt;</a:t>
            </a:r>
            <a:endParaRPr b="1" sz="1000">
              <a:solidFill>
                <a:srgbClr val="666666"/>
              </a:solidFill>
              <a:latin typeface="Arvo"/>
              <a:ea typeface="Arvo"/>
              <a:cs typeface="Arvo"/>
              <a:sym typeface="Arvo"/>
            </a:endParaRPr>
          </a:p>
        </p:txBody>
      </p:sp>
      <p:sp>
        <p:nvSpPr>
          <p:cNvPr id="10688" name="Google Shape;10688;p177"/>
          <p:cNvSpPr/>
          <p:nvPr/>
        </p:nvSpPr>
        <p:spPr>
          <a:xfrm>
            <a:off x="3313635" y="5596051"/>
            <a:ext cx="1597800" cy="294900"/>
          </a:xfrm>
          <a:prstGeom prst="rect">
            <a:avLst/>
          </a:prstGeom>
          <a:solidFill>
            <a:srgbClr val="F4CCCC"/>
          </a:solidFill>
          <a:ln cap="flat" cmpd="sng" w="9525">
            <a:solidFill>
              <a:srgbClr val="D9EAD3"/>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s-419" sz="1000">
                <a:solidFill>
                  <a:srgbClr val="666666"/>
                </a:solidFill>
                <a:latin typeface="Arvo"/>
                <a:ea typeface="Arvo"/>
                <a:cs typeface="Arvo"/>
                <a:sym typeface="Arvo"/>
              </a:rPr>
              <a:t>Estado 2 </a:t>
            </a:r>
            <a:r>
              <a:rPr i="1" lang="es-419" sz="600">
                <a:solidFill>
                  <a:schemeClr val="dk1"/>
                </a:solidFill>
                <a:latin typeface="Arvo"/>
                <a:ea typeface="Arvo"/>
                <a:cs typeface="Arvo"/>
                <a:sym typeface="Arvo"/>
              </a:rPr>
              <a:t>&lt;ej: en Funcionamiento&gt;</a:t>
            </a:r>
            <a:endParaRPr b="1" sz="1000">
              <a:solidFill>
                <a:srgbClr val="666666"/>
              </a:solidFill>
              <a:latin typeface="Arvo"/>
              <a:ea typeface="Arvo"/>
              <a:cs typeface="Arvo"/>
              <a:sym typeface="Arvo"/>
            </a:endParaRPr>
          </a:p>
        </p:txBody>
      </p:sp>
      <p:sp>
        <p:nvSpPr>
          <p:cNvPr id="10689" name="Google Shape;10689;p177"/>
          <p:cNvSpPr/>
          <p:nvPr/>
        </p:nvSpPr>
        <p:spPr>
          <a:xfrm>
            <a:off x="4951479" y="5603550"/>
            <a:ext cx="1608900" cy="287400"/>
          </a:xfrm>
          <a:prstGeom prst="rect">
            <a:avLst/>
          </a:prstGeom>
          <a:solidFill>
            <a:srgbClr val="F4CCCC"/>
          </a:solidFill>
          <a:ln cap="flat" cmpd="sng" w="9525">
            <a:solidFill>
              <a:srgbClr val="D9EAD3"/>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s-419" sz="1000">
                <a:solidFill>
                  <a:srgbClr val="666666"/>
                </a:solidFill>
                <a:latin typeface="Arvo"/>
                <a:ea typeface="Arvo"/>
                <a:cs typeface="Arvo"/>
                <a:sym typeface="Arvo"/>
              </a:rPr>
              <a:t>Estado 3 </a:t>
            </a:r>
            <a:r>
              <a:rPr i="1" lang="es-419" sz="600">
                <a:solidFill>
                  <a:schemeClr val="dk1"/>
                </a:solidFill>
                <a:latin typeface="Arvo"/>
                <a:ea typeface="Arvo"/>
                <a:cs typeface="Arvo"/>
                <a:sym typeface="Arvo"/>
              </a:rPr>
              <a:t>&lt;ej: Con Cupo&gt;</a:t>
            </a:r>
            <a:endParaRPr b="1" sz="1000">
              <a:solidFill>
                <a:srgbClr val="666666"/>
              </a:solidFill>
              <a:latin typeface="Arvo"/>
              <a:ea typeface="Arvo"/>
              <a:cs typeface="Arvo"/>
              <a:sym typeface="Arvo"/>
            </a:endParaRPr>
          </a:p>
        </p:txBody>
      </p:sp>
      <p:sp>
        <p:nvSpPr>
          <p:cNvPr id="10690" name="Google Shape;10690;p177"/>
          <p:cNvSpPr/>
          <p:nvPr/>
        </p:nvSpPr>
        <p:spPr>
          <a:xfrm>
            <a:off x="6593211" y="5596126"/>
            <a:ext cx="1595100" cy="294900"/>
          </a:xfrm>
          <a:prstGeom prst="rect">
            <a:avLst/>
          </a:prstGeom>
          <a:solidFill>
            <a:srgbClr val="F4CCCC"/>
          </a:solidFill>
          <a:ln cap="flat" cmpd="sng" w="9525">
            <a:solidFill>
              <a:srgbClr val="D9EAD3"/>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s-419" sz="1000">
                <a:solidFill>
                  <a:srgbClr val="666666"/>
                </a:solidFill>
                <a:latin typeface="Arvo"/>
                <a:ea typeface="Arvo"/>
                <a:cs typeface="Arvo"/>
                <a:sym typeface="Arvo"/>
              </a:rPr>
              <a:t>Estado 4 </a:t>
            </a:r>
            <a:r>
              <a:rPr i="1" lang="es-419" sz="600">
                <a:solidFill>
                  <a:schemeClr val="dk1"/>
                </a:solidFill>
                <a:latin typeface="Arvo"/>
                <a:ea typeface="Arvo"/>
                <a:cs typeface="Arvo"/>
                <a:sym typeface="Arvo"/>
              </a:rPr>
              <a:t>&lt;ej: Registrado&gt;</a:t>
            </a:r>
            <a:endParaRPr b="1" sz="1000">
              <a:solidFill>
                <a:srgbClr val="666666"/>
              </a:solidFill>
              <a:latin typeface="Arvo"/>
              <a:ea typeface="Arvo"/>
              <a:cs typeface="Arvo"/>
              <a:sym typeface="Arvo"/>
            </a:endParaRPr>
          </a:p>
        </p:txBody>
      </p:sp>
      <p:sp>
        <p:nvSpPr>
          <p:cNvPr id="10691" name="Google Shape;10691;p177"/>
          <p:cNvSpPr/>
          <p:nvPr/>
        </p:nvSpPr>
        <p:spPr>
          <a:xfrm>
            <a:off x="3313635" y="4680020"/>
            <a:ext cx="1595100" cy="287400"/>
          </a:xfrm>
          <a:prstGeom prst="rect">
            <a:avLst/>
          </a:prstGeom>
          <a:solidFill>
            <a:srgbClr val="FFF2CC"/>
          </a:solidFill>
          <a:ln cap="flat" cmpd="sng" w="9525">
            <a:solidFill>
              <a:srgbClr val="D9EAD3"/>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s-419" sz="1000">
                <a:solidFill>
                  <a:srgbClr val="666666"/>
                </a:solidFill>
                <a:latin typeface="Arvo"/>
                <a:ea typeface="Arvo"/>
                <a:cs typeface="Arvo"/>
                <a:sym typeface="Arvo"/>
              </a:rPr>
              <a:t>Entidad 2 </a:t>
            </a:r>
            <a:r>
              <a:rPr i="1" lang="es-419" sz="600">
                <a:solidFill>
                  <a:schemeClr val="dk1"/>
                </a:solidFill>
                <a:latin typeface="Arvo"/>
                <a:ea typeface="Arvo"/>
                <a:cs typeface="Arvo"/>
                <a:sym typeface="Arvo"/>
              </a:rPr>
              <a:t>&lt;ej: Colegio&gt;</a:t>
            </a:r>
            <a:endParaRPr b="1" sz="1000">
              <a:solidFill>
                <a:srgbClr val="666666"/>
              </a:solidFill>
              <a:latin typeface="Arvo"/>
              <a:ea typeface="Arvo"/>
              <a:cs typeface="Arvo"/>
              <a:sym typeface="Arvo"/>
            </a:endParaRPr>
          </a:p>
        </p:txBody>
      </p:sp>
      <p:sp>
        <p:nvSpPr>
          <p:cNvPr id="10692" name="Google Shape;10692;p177"/>
          <p:cNvSpPr txBox="1"/>
          <p:nvPr/>
        </p:nvSpPr>
        <p:spPr>
          <a:xfrm>
            <a:off x="121075" y="1356352"/>
            <a:ext cx="1514100" cy="711600"/>
          </a:xfrm>
          <a:prstGeom prst="rect">
            <a:avLst/>
          </a:prstGeom>
          <a:noFill/>
          <a:ln>
            <a:noFill/>
          </a:ln>
        </p:spPr>
        <p:txBody>
          <a:bodyPr anchorCtr="0" anchor="t" bIns="91425" lIns="91425" spcFirstLastPara="1" rIns="91425" wrap="square" tIns="91425">
            <a:noAutofit/>
          </a:bodyPr>
          <a:lstStyle/>
          <a:p>
            <a:pPr indent="0" lvl="0" marL="45720" rtl="0" algn="r">
              <a:spcBef>
                <a:spcPts val="0"/>
              </a:spcBef>
              <a:spcAft>
                <a:spcPts val="0"/>
              </a:spcAft>
              <a:buNone/>
            </a:pPr>
            <a:r>
              <a:rPr b="1" lang="es-419" sz="1000">
                <a:solidFill>
                  <a:srgbClr val="202124"/>
                </a:solidFill>
                <a:latin typeface="Arvo"/>
                <a:ea typeface="Arvo"/>
                <a:cs typeface="Arvo"/>
                <a:sym typeface="Arvo"/>
              </a:rPr>
              <a:t>Descripción de la regla: </a:t>
            </a:r>
            <a:endParaRPr b="1" sz="1000">
              <a:solidFill>
                <a:srgbClr val="202124"/>
              </a:solidFill>
              <a:latin typeface="Arvo"/>
              <a:ea typeface="Arvo"/>
              <a:cs typeface="Arvo"/>
              <a:sym typeface="Arvo"/>
            </a:endParaRPr>
          </a:p>
          <a:p>
            <a:pPr indent="0" lvl="0" marL="45720" rtl="0" algn="r">
              <a:spcBef>
                <a:spcPts val="0"/>
              </a:spcBef>
              <a:spcAft>
                <a:spcPts val="0"/>
              </a:spcAft>
              <a:buNone/>
            </a:pPr>
            <a:r>
              <a:rPr b="1" lang="es-419" sz="1000">
                <a:solidFill>
                  <a:schemeClr val="dk1"/>
                </a:solidFill>
                <a:latin typeface="Arvo"/>
                <a:ea typeface="Arvo"/>
                <a:cs typeface="Arvo"/>
                <a:sym typeface="Arvo"/>
              </a:rPr>
              <a:t>  </a:t>
            </a:r>
            <a:r>
              <a:rPr i="1" lang="es-419" sz="600">
                <a:solidFill>
                  <a:schemeClr val="dk1"/>
                </a:solidFill>
                <a:latin typeface="Arvo"/>
                <a:ea typeface="Arvo"/>
                <a:cs typeface="Arvo"/>
                <a:sym typeface="Arvo"/>
              </a:rPr>
              <a:t>&lt;e</a:t>
            </a:r>
            <a:r>
              <a:rPr b="1" i="1" lang="es-419" sz="600">
                <a:solidFill>
                  <a:schemeClr val="dk1"/>
                </a:solidFill>
                <a:latin typeface="Arvo"/>
                <a:ea typeface="Arvo"/>
                <a:cs typeface="Arvo"/>
                <a:sym typeface="Arvo"/>
              </a:rPr>
              <a:t>j: </a:t>
            </a:r>
            <a:r>
              <a:rPr i="1" lang="es-419" sz="600">
                <a:solidFill>
                  <a:schemeClr val="dk1"/>
                </a:solidFill>
                <a:latin typeface="Arvo"/>
                <a:ea typeface="Arvo"/>
                <a:cs typeface="Arvo"/>
                <a:sym typeface="Arvo"/>
              </a:rPr>
              <a:t>La regla garantiza la optimización de los recursos del estado&gt;</a:t>
            </a:r>
            <a:endParaRPr i="1" sz="600">
              <a:solidFill>
                <a:schemeClr val="hlink"/>
              </a:solidFill>
              <a:latin typeface="Arvo"/>
              <a:ea typeface="Arvo"/>
              <a:cs typeface="Arvo"/>
              <a:sym typeface="Arvo"/>
            </a:endParaRPr>
          </a:p>
        </p:txBody>
      </p:sp>
      <p:sp>
        <p:nvSpPr>
          <p:cNvPr id="10693" name="Google Shape;10693;p177"/>
          <p:cNvSpPr/>
          <p:nvPr/>
        </p:nvSpPr>
        <p:spPr>
          <a:xfrm>
            <a:off x="1621925" y="883000"/>
            <a:ext cx="8206800" cy="473400"/>
          </a:xfrm>
          <a:prstGeom prst="roundRect">
            <a:avLst>
              <a:gd fmla="val 11434"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4" name="Google Shape;10694;p177"/>
          <p:cNvSpPr txBox="1"/>
          <p:nvPr>
            <p:ph idx="5" type="subTitle"/>
          </p:nvPr>
        </p:nvSpPr>
        <p:spPr>
          <a:xfrm>
            <a:off x="1635275" y="916205"/>
            <a:ext cx="8206800" cy="402300"/>
          </a:xfrm>
          <a:prstGeom prst="rect">
            <a:avLst/>
          </a:prstGeom>
          <a:noFill/>
          <a:ln>
            <a:noFill/>
          </a:ln>
        </p:spPr>
        <p:txBody>
          <a:bodyPr anchorCtr="0" anchor="t" bIns="36000" lIns="36000" spcFirstLastPara="1" rIns="36000" wrap="square" tIns="36000">
            <a:noAutofit/>
          </a:bodyPr>
          <a:lstStyle>
            <a:lvl1pPr lvl="0">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10695" name="Google Shape;10695;p177"/>
          <p:cNvSpPr txBox="1"/>
          <p:nvPr/>
        </p:nvSpPr>
        <p:spPr>
          <a:xfrm>
            <a:off x="121075" y="822952"/>
            <a:ext cx="1514100" cy="711600"/>
          </a:xfrm>
          <a:prstGeom prst="rect">
            <a:avLst/>
          </a:prstGeom>
          <a:noFill/>
          <a:ln>
            <a:noFill/>
          </a:ln>
        </p:spPr>
        <p:txBody>
          <a:bodyPr anchorCtr="0" anchor="t" bIns="91425" lIns="91425" spcFirstLastPara="1" rIns="91425" wrap="square" tIns="91425">
            <a:noAutofit/>
          </a:bodyPr>
          <a:lstStyle/>
          <a:p>
            <a:pPr indent="0" lvl="0" marL="45720" rtl="0" algn="r">
              <a:spcBef>
                <a:spcPts val="0"/>
              </a:spcBef>
              <a:spcAft>
                <a:spcPts val="0"/>
              </a:spcAft>
              <a:buNone/>
            </a:pPr>
            <a:r>
              <a:rPr b="1" lang="es-419" sz="1000">
                <a:solidFill>
                  <a:srgbClr val="202124"/>
                </a:solidFill>
                <a:latin typeface="Arvo"/>
                <a:ea typeface="Arvo"/>
                <a:cs typeface="Arvo"/>
                <a:sym typeface="Arvo"/>
              </a:rPr>
              <a:t>Código y Nombre de la regla: </a:t>
            </a:r>
            <a:endParaRPr b="1" sz="1000">
              <a:solidFill>
                <a:srgbClr val="202124"/>
              </a:solidFill>
              <a:latin typeface="Arvo"/>
              <a:ea typeface="Arvo"/>
              <a:cs typeface="Arvo"/>
              <a:sym typeface="Arvo"/>
            </a:endParaRPr>
          </a:p>
          <a:p>
            <a:pPr indent="0" lvl="0" marL="45720" rtl="0" algn="r">
              <a:spcBef>
                <a:spcPts val="0"/>
              </a:spcBef>
              <a:spcAft>
                <a:spcPts val="0"/>
              </a:spcAft>
              <a:buNone/>
            </a:pPr>
            <a:r>
              <a:rPr b="1" lang="es-419" sz="1000">
                <a:solidFill>
                  <a:schemeClr val="dk1"/>
                </a:solidFill>
                <a:latin typeface="Arvo"/>
                <a:ea typeface="Arvo"/>
                <a:cs typeface="Arvo"/>
                <a:sym typeface="Arvo"/>
              </a:rPr>
              <a:t>  </a:t>
            </a:r>
            <a:r>
              <a:rPr i="1" lang="es-419" sz="600">
                <a:solidFill>
                  <a:schemeClr val="dk1"/>
                </a:solidFill>
                <a:latin typeface="Arvo"/>
                <a:ea typeface="Arvo"/>
                <a:cs typeface="Arvo"/>
                <a:sym typeface="Arvo"/>
              </a:rPr>
              <a:t>&lt;e</a:t>
            </a:r>
            <a:r>
              <a:rPr b="1" i="1" lang="es-419" sz="600">
                <a:solidFill>
                  <a:schemeClr val="dk1"/>
                </a:solidFill>
                <a:latin typeface="Arvo"/>
                <a:ea typeface="Arvo"/>
                <a:cs typeface="Arvo"/>
                <a:sym typeface="Arvo"/>
              </a:rPr>
              <a:t>j: </a:t>
            </a:r>
            <a:r>
              <a:rPr i="1" lang="es-419" sz="600">
                <a:solidFill>
                  <a:schemeClr val="dk1"/>
                </a:solidFill>
                <a:latin typeface="Arvo"/>
                <a:ea typeface="Arvo"/>
                <a:cs typeface="Arvo"/>
                <a:sym typeface="Arvo"/>
              </a:rPr>
              <a:t>Regla 01&gt;</a:t>
            </a:r>
            <a:endParaRPr i="1" sz="600">
              <a:solidFill>
                <a:schemeClr val="hlink"/>
              </a:solidFill>
              <a:latin typeface="Arvo"/>
              <a:ea typeface="Arvo"/>
              <a:cs typeface="Arvo"/>
              <a:sym typeface="Arvo"/>
            </a:endParaRPr>
          </a:p>
        </p:txBody>
      </p:sp>
      <p:sp>
        <p:nvSpPr>
          <p:cNvPr id="10696" name="Google Shape;10696;p177"/>
          <p:cNvSpPr txBox="1"/>
          <p:nvPr>
            <p:ph idx="6" type="subTitle"/>
          </p:nvPr>
        </p:nvSpPr>
        <p:spPr>
          <a:xfrm>
            <a:off x="1635175" y="1466748"/>
            <a:ext cx="8206800" cy="607500"/>
          </a:xfrm>
          <a:prstGeom prst="rect">
            <a:avLst/>
          </a:prstGeom>
          <a:noFill/>
          <a:ln>
            <a:noFill/>
          </a:ln>
        </p:spPr>
        <p:txBody>
          <a:bodyPr anchorCtr="0" anchor="t" bIns="36000" lIns="36000" spcFirstLastPara="1" rIns="36000" wrap="square" tIns="36000">
            <a:noAutofit/>
          </a:bodyPr>
          <a:lstStyle>
            <a:lvl1pPr lvl="0">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10697" name="Google Shape;10697;p177"/>
          <p:cNvSpPr/>
          <p:nvPr/>
        </p:nvSpPr>
        <p:spPr>
          <a:xfrm>
            <a:off x="8231895" y="4671575"/>
            <a:ext cx="1592700" cy="893400"/>
          </a:xfrm>
          <a:prstGeom prst="rect">
            <a:avLst/>
          </a:prstGeom>
          <a:solidFill>
            <a:srgbClr val="FFF2CC"/>
          </a:solidFill>
          <a:ln cap="flat" cmpd="sng" w="9525">
            <a:solidFill>
              <a:srgbClr val="F4CCC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8" name="Google Shape;10698;p177"/>
          <p:cNvSpPr/>
          <p:nvPr/>
        </p:nvSpPr>
        <p:spPr>
          <a:xfrm>
            <a:off x="8226833" y="4671570"/>
            <a:ext cx="1597800" cy="294900"/>
          </a:xfrm>
          <a:prstGeom prst="rect">
            <a:avLst/>
          </a:prstGeom>
          <a:solidFill>
            <a:srgbClr val="FFF2CC"/>
          </a:solidFill>
          <a:ln cap="flat" cmpd="sng" w="9525">
            <a:solidFill>
              <a:srgbClr val="D9EAD3"/>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s-419" sz="1000">
                <a:solidFill>
                  <a:srgbClr val="666666"/>
                </a:solidFill>
                <a:latin typeface="Arvo"/>
                <a:ea typeface="Arvo"/>
                <a:cs typeface="Arvo"/>
                <a:sym typeface="Arvo"/>
              </a:rPr>
              <a:t>Entidad 5 </a:t>
            </a:r>
            <a:r>
              <a:rPr i="1" lang="es-419" sz="600">
                <a:solidFill>
                  <a:schemeClr val="dk1"/>
                </a:solidFill>
                <a:latin typeface="Arvo"/>
                <a:ea typeface="Arvo"/>
                <a:cs typeface="Arvo"/>
                <a:sym typeface="Arvo"/>
              </a:rPr>
              <a:t>&lt;ej: Periodo&gt;</a:t>
            </a:r>
            <a:endParaRPr b="1" sz="1000">
              <a:solidFill>
                <a:srgbClr val="666666"/>
              </a:solidFill>
              <a:latin typeface="Arvo"/>
              <a:ea typeface="Arvo"/>
              <a:cs typeface="Arvo"/>
              <a:sym typeface="Arvo"/>
            </a:endParaRPr>
          </a:p>
        </p:txBody>
      </p:sp>
      <p:sp>
        <p:nvSpPr>
          <p:cNvPr id="10699" name="Google Shape;10699;p177"/>
          <p:cNvSpPr/>
          <p:nvPr/>
        </p:nvSpPr>
        <p:spPr>
          <a:xfrm>
            <a:off x="8231895" y="5595105"/>
            <a:ext cx="1592700" cy="893400"/>
          </a:xfrm>
          <a:prstGeom prst="rect">
            <a:avLst/>
          </a:prstGeom>
          <a:solidFill>
            <a:srgbClr val="F4CCCC"/>
          </a:solidFill>
          <a:ln cap="flat" cmpd="sng" w="9525">
            <a:solidFill>
              <a:srgbClr val="F4CCC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0" name="Google Shape;10700;p177"/>
          <p:cNvSpPr/>
          <p:nvPr/>
        </p:nvSpPr>
        <p:spPr>
          <a:xfrm>
            <a:off x="8229609" y="5595276"/>
            <a:ext cx="1595100" cy="294900"/>
          </a:xfrm>
          <a:prstGeom prst="rect">
            <a:avLst/>
          </a:prstGeom>
          <a:solidFill>
            <a:srgbClr val="F4CCCC"/>
          </a:solidFill>
          <a:ln cap="flat" cmpd="sng" w="9525">
            <a:solidFill>
              <a:srgbClr val="D9EAD3"/>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s-419" sz="1000">
                <a:solidFill>
                  <a:srgbClr val="666666"/>
                </a:solidFill>
                <a:latin typeface="Arvo"/>
                <a:ea typeface="Arvo"/>
                <a:cs typeface="Arvo"/>
                <a:sym typeface="Arvo"/>
              </a:rPr>
              <a:t>Estado 5 </a:t>
            </a:r>
            <a:r>
              <a:rPr i="1" lang="es-419" sz="600">
                <a:solidFill>
                  <a:schemeClr val="dk1"/>
                </a:solidFill>
                <a:latin typeface="Arvo"/>
                <a:ea typeface="Arvo"/>
                <a:cs typeface="Arvo"/>
                <a:sym typeface="Arvo"/>
              </a:rPr>
              <a:t>&lt;ej: Registrado&gt;</a:t>
            </a:r>
            <a:endParaRPr b="1" sz="1000">
              <a:solidFill>
                <a:srgbClr val="666666"/>
              </a:solidFill>
              <a:latin typeface="Arvo"/>
              <a:ea typeface="Arvo"/>
              <a:cs typeface="Arvo"/>
              <a:sym typeface="Arvo"/>
            </a:endParaRPr>
          </a:p>
        </p:txBody>
      </p:sp>
      <p:sp>
        <p:nvSpPr>
          <p:cNvPr id="10701" name="Google Shape;10701;p177"/>
          <p:cNvSpPr txBox="1"/>
          <p:nvPr>
            <p:ph idx="7" type="subTitle"/>
          </p:nvPr>
        </p:nvSpPr>
        <p:spPr>
          <a:xfrm>
            <a:off x="8258625" y="5890100"/>
            <a:ext cx="1547400" cy="572700"/>
          </a:xfrm>
          <a:prstGeom prst="rect">
            <a:avLst/>
          </a:prstGeom>
          <a:noFill/>
          <a:ln>
            <a:noFill/>
          </a:ln>
        </p:spPr>
        <p:txBody>
          <a:bodyPr anchorCtr="0" anchor="t" bIns="36000" lIns="36000" spcFirstLastPara="1" rIns="36000" wrap="square" tIns="36000">
            <a:noAutofit/>
          </a:bodyPr>
          <a:lstStyle>
            <a:lvl1pPr lvl="0">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10702" name="Google Shape;10702;p177"/>
          <p:cNvSpPr/>
          <p:nvPr/>
        </p:nvSpPr>
        <p:spPr>
          <a:xfrm>
            <a:off x="286150" y="5662100"/>
            <a:ext cx="1311300" cy="711600"/>
          </a:xfrm>
          <a:prstGeom prst="roundRect">
            <a:avLst>
              <a:gd fmla="val 9450" name="adj"/>
            </a:avLst>
          </a:prstGeom>
          <a:noFill/>
          <a:ln>
            <a:noFill/>
          </a:ln>
        </p:spPr>
        <p:txBody>
          <a:bodyPr anchorCtr="0" anchor="t" bIns="0" lIns="36000" spcFirstLastPara="1" rIns="0" wrap="square" tIns="0">
            <a:noAutofit/>
          </a:bodyPr>
          <a:lstStyle/>
          <a:p>
            <a:pPr indent="0" lvl="0" marL="0" rtl="0" algn="r">
              <a:lnSpc>
                <a:spcPct val="115000"/>
              </a:lnSpc>
              <a:spcBef>
                <a:spcPts val="0"/>
              </a:spcBef>
              <a:spcAft>
                <a:spcPts val="0"/>
              </a:spcAft>
              <a:buClr>
                <a:schemeClr val="dk1"/>
              </a:buClr>
              <a:buSzPts val="1100"/>
              <a:buFont typeface="Arial"/>
              <a:buNone/>
            </a:pPr>
            <a:r>
              <a:rPr b="1" lang="es-419" sz="1000">
                <a:solidFill>
                  <a:schemeClr val="dk1"/>
                </a:solidFill>
                <a:latin typeface="Arvo"/>
                <a:ea typeface="Arvo"/>
                <a:cs typeface="Arvo"/>
                <a:sym typeface="Arvo"/>
              </a:rPr>
              <a:t>Estado Entidades Participantes:</a:t>
            </a:r>
            <a:endParaRPr b="1" sz="1000">
              <a:solidFill>
                <a:schemeClr val="dk1"/>
              </a:solidFill>
              <a:latin typeface="Arvo"/>
              <a:ea typeface="Arvo"/>
              <a:cs typeface="Arvo"/>
              <a:sym typeface="Arvo"/>
            </a:endParaRPr>
          </a:p>
          <a:p>
            <a:pPr indent="0" lvl="0" marL="0" rtl="0" algn="r">
              <a:lnSpc>
                <a:spcPct val="115000"/>
              </a:lnSpc>
              <a:spcBef>
                <a:spcPts val="0"/>
              </a:spcBef>
              <a:spcAft>
                <a:spcPts val="0"/>
              </a:spcAft>
              <a:buClr>
                <a:schemeClr val="dk1"/>
              </a:buClr>
              <a:buSzPts val="1100"/>
              <a:buFont typeface="Arial"/>
              <a:buNone/>
            </a:pPr>
            <a:r>
              <a:rPr i="1" lang="es-419" sz="600">
                <a:solidFill>
                  <a:schemeClr val="dk1"/>
                </a:solidFill>
                <a:latin typeface="Arvo"/>
                <a:ea typeface="Arvo"/>
                <a:cs typeface="Arvo"/>
                <a:sym typeface="Arvo"/>
              </a:rPr>
              <a:t>&lt;ej:Es el estado que deben tener las entidades para que la regla se apruebe&gt;</a:t>
            </a:r>
            <a:endParaRPr b="1" sz="1000">
              <a:solidFill>
                <a:schemeClr val="dk1"/>
              </a:solidFill>
              <a:latin typeface="Arvo"/>
              <a:ea typeface="Arvo"/>
              <a:cs typeface="Arvo"/>
              <a:sym typeface="Arvo"/>
            </a:endParaRPr>
          </a:p>
        </p:txBody>
      </p:sp>
      <p:sp>
        <p:nvSpPr>
          <p:cNvPr id="10703" name="Google Shape;10703;p177"/>
          <p:cNvSpPr txBox="1"/>
          <p:nvPr>
            <p:ph idx="8" type="subTitle"/>
          </p:nvPr>
        </p:nvSpPr>
        <p:spPr>
          <a:xfrm>
            <a:off x="8250538" y="4976000"/>
            <a:ext cx="1547400" cy="572700"/>
          </a:xfrm>
          <a:prstGeom prst="rect">
            <a:avLst/>
          </a:prstGeom>
          <a:noFill/>
          <a:ln>
            <a:noFill/>
          </a:ln>
        </p:spPr>
        <p:txBody>
          <a:bodyPr anchorCtr="0" anchor="t" bIns="36000" lIns="36000" spcFirstLastPara="1" rIns="36000" wrap="square" tIns="36000">
            <a:noAutofit/>
          </a:bodyPr>
          <a:lstStyle>
            <a:lvl1pPr lvl="0">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10704" name="Google Shape;10704;p177"/>
          <p:cNvSpPr txBox="1"/>
          <p:nvPr>
            <p:ph idx="9" type="subTitle"/>
          </p:nvPr>
        </p:nvSpPr>
        <p:spPr>
          <a:xfrm>
            <a:off x="6623600" y="5890100"/>
            <a:ext cx="1547400" cy="572700"/>
          </a:xfrm>
          <a:prstGeom prst="rect">
            <a:avLst/>
          </a:prstGeom>
          <a:noFill/>
          <a:ln>
            <a:noFill/>
          </a:ln>
        </p:spPr>
        <p:txBody>
          <a:bodyPr anchorCtr="0" anchor="t" bIns="36000" lIns="36000" spcFirstLastPara="1" rIns="36000" wrap="square" tIns="36000">
            <a:noAutofit/>
          </a:bodyPr>
          <a:lstStyle>
            <a:lvl1pPr lvl="0">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10705" name="Google Shape;10705;p177"/>
          <p:cNvSpPr txBox="1"/>
          <p:nvPr>
            <p:ph idx="13" type="subTitle"/>
          </p:nvPr>
        </p:nvSpPr>
        <p:spPr>
          <a:xfrm>
            <a:off x="6615513" y="4976000"/>
            <a:ext cx="1547400" cy="572700"/>
          </a:xfrm>
          <a:prstGeom prst="rect">
            <a:avLst/>
          </a:prstGeom>
          <a:noFill/>
          <a:ln>
            <a:noFill/>
          </a:ln>
        </p:spPr>
        <p:txBody>
          <a:bodyPr anchorCtr="0" anchor="t" bIns="36000" lIns="36000" spcFirstLastPara="1" rIns="36000" wrap="square" tIns="36000">
            <a:noAutofit/>
          </a:bodyPr>
          <a:lstStyle>
            <a:lvl1pPr lvl="0">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10706" name="Google Shape;10706;p177"/>
          <p:cNvSpPr txBox="1"/>
          <p:nvPr>
            <p:ph idx="14" type="subTitle"/>
          </p:nvPr>
        </p:nvSpPr>
        <p:spPr>
          <a:xfrm>
            <a:off x="4982225" y="5899625"/>
            <a:ext cx="1547400" cy="572700"/>
          </a:xfrm>
          <a:prstGeom prst="rect">
            <a:avLst/>
          </a:prstGeom>
          <a:noFill/>
          <a:ln>
            <a:noFill/>
          </a:ln>
        </p:spPr>
        <p:txBody>
          <a:bodyPr anchorCtr="0" anchor="t" bIns="36000" lIns="36000" spcFirstLastPara="1" rIns="36000" wrap="square" tIns="36000">
            <a:noAutofit/>
          </a:bodyPr>
          <a:lstStyle>
            <a:lvl1pPr lvl="0">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10707" name="Google Shape;10707;p177"/>
          <p:cNvSpPr txBox="1"/>
          <p:nvPr>
            <p:ph idx="15" type="subTitle"/>
          </p:nvPr>
        </p:nvSpPr>
        <p:spPr>
          <a:xfrm>
            <a:off x="4974138" y="4985525"/>
            <a:ext cx="1547400" cy="572700"/>
          </a:xfrm>
          <a:prstGeom prst="rect">
            <a:avLst/>
          </a:prstGeom>
          <a:noFill/>
          <a:ln>
            <a:noFill/>
          </a:ln>
        </p:spPr>
        <p:txBody>
          <a:bodyPr anchorCtr="0" anchor="t" bIns="36000" lIns="36000" spcFirstLastPara="1" rIns="36000" wrap="square" tIns="36000">
            <a:noAutofit/>
          </a:bodyPr>
          <a:lstStyle>
            <a:lvl1pPr lvl="0">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10708" name="Google Shape;10708;p177"/>
          <p:cNvSpPr txBox="1"/>
          <p:nvPr>
            <p:ph idx="16" type="subTitle"/>
          </p:nvPr>
        </p:nvSpPr>
        <p:spPr>
          <a:xfrm>
            <a:off x="3337275" y="5899625"/>
            <a:ext cx="1547400" cy="572700"/>
          </a:xfrm>
          <a:prstGeom prst="rect">
            <a:avLst/>
          </a:prstGeom>
          <a:noFill/>
          <a:ln>
            <a:noFill/>
          </a:ln>
        </p:spPr>
        <p:txBody>
          <a:bodyPr anchorCtr="0" anchor="t" bIns="36000" lIns="36000" spcFirstLastPara="1" rIns="36000" wrap="square" tIns="36000">
            <a:noAutofit/>
          </a:bodyPr>
          <a:lstStyle>
            <a:lvl1pPr lvl="0">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10709" name="Google Shape;10709;p177"/>
          <p:cNvSpPr txBox="1"/>
          <p:nvPr>
            <p:ph idx="17" type="subTitle"/>
          </p:nvPr>
        </p:nvSpPr>
        <p:spPr>
          <a:xfrm>
            <a:off x="3329188" y="4985525"/>
            <a:ext cx="1547400" cy="572700"/>
          </a:xfrm>
          <a:prstGeom prst="rect">
            <a:avLst/>
          </a:prstGeom>
          <a:noFill/>
          <a:ln>
            <a:noFill/>
          </a:ln>
        </p:spPr>
        <p:txBody>
          <a:bodyPr anchorCtr="0" anchor="t" bIns="36000" lIns="36000" spcFirstLastPara="1" rIns="36000" wrap="square" tIns="36000">
            <a:noAutofit/>
          </a:bodyPr>
          <a:lstStyle>
            <a:lvl1pPr lvl="0">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10710" name="Google Shape;10710;p177"/>
          <p:cNvSpPr txBox="1"/>
          <p:nvPr>
            <p:ph idx="18" type="subTitle"/>
          </p:nvPr>
        </p:nvSpPr>
        <p:spPr>
          <a:xfrm>
            <a:off x="1709688" y="5899625"/>
            <a:ext cx="1547400" cy="572700"/>
          </a:xfrm>
          <a:prstGeom prst="rect">
            <a:avLst/>
          </a:prstGeom>
          <a:noFill/>
          <a:ln>
            <a:noFill/>
          </a:ln>
        </p:spPr>
        <p:txBody>
          <a:bodyPr anchorCtr="0" anchor="t" bIns="36000" lIns="36000" spcFirstLastPara="1" rIns="36000" wrap="square" tIns="36000">
            <a:noAutofit/>
          </a:bodyPr>
          <a:lstStyle>
            <a:lvl1pPr lvl="0">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10711" name="Google Shape;10711;p177"/>
          <p:cNvSpPr txBox="1"/>
          <p:nvPr>
            <p:ph idx="19" type="subTitle"/>
          </p:nvPr>
        </p:nvSpPr>
        <p:spPr>
          <a:xfrm>
            <a:off x="1701600" y="4985525"/>
            <a:ext cx="1547400" cy="572700"/>
          </a:xfrm>
          <a:prstGeom prst="rect">
            <a:avLst/>
          </a:prstGeom>
          <a:noFill/>
          <a:ln>
            <a:noFill/>
          </a:ln>
        </p:spPr>
        <p:txBody>
          <a:bodyPr anchorCtr="0" anchor="t" bIns="36000" lIns="36000" spcFirstLastPara="1" rIns="36000" wrap="square" tIns="36000">
            <a:noAutofit/>
          </a:bodyPr>
          <a:lstStyle>
            <a:lvl1pPr lvl="0">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cxnSp>
        <p:nvCxnSpPr>
          <p:cNvPr id="10712" name="Google Shape;10712;p177"/>
          <p:cNvCxnSpPr/>
          <p:nvPr/>
        </p:nvCxnSpPr>
        <p:spPr>
          <a:xfrm flipH="1">
            <a:off x="3295713" y="4675275"/>
            <a:ext cx="4200" cy="1810800"/>
          </a:xfrm>
          <a:prstGeom prst="straightConnector1">
            <a:avLst/>
          </a:prstGeom>
          <a:noFill/>
          <a:ln cap="flat" cmpd="sng" w="28575">
            <a:solidFill>
              <a:srgbClr val="B7B7B7"/>
            </a:solidFill>
            <a:prstDash val="solid"/>
            <a:round/>
            <a:headEnd len="sm" w="sm" type="none"/>
            <a:tailEnd len="sm" w="sm" type="none"/>
          </a:ln>
        </p:spPr>
      </p:cxnSp>
      <p:cxnSp>
        <p:nvCxnSpPr>
          <p:cNvPr id="10713" name="Google Shape;10713;p177"/>
          <p:cNvCxnSpPr/>
          <p:nvPr/>
        </p:nvCxnSpPr>
        <p:spPr>
          <a:xfrm flipH="1">
            <a:off x="4928413" y="4673763"/>
            <a:ext cx="4200" cy="1810800"/>
          </a:xfrm>
          <a:prstGeom prst="straightConnector1">
            <a:avLst/>
          </a:prstGeom>
          <a:noFill/>
          <a:ln cap="flat" cmpd="sng" w="28575">
            <a:solidFill>
              <a:srgbClr val="B7B7B7"/>
            </a:solidFill>
            <a:prstDash val="solid"/>
            <a:round/>
            <a:headEnd len="sm" w="sm" type="none"/>
            <a:tailEnd len="sm" w="sm" type="none"/>
          </a:ln>
        </p:spPr>
      </p:cxnSp>
      <p:cxnSp>
        <p:nvCxnSpPr>
          <p:cNvPr id="10714" name="Google Shape;10714;p177"/>
          <p:cNvCxnSpPr/>
          <p:nvPr/>
        </p:nvCxnSpPr>
        <p:spPr>
          <a:xfrm flipH="1">
            <a:off x="6574676" y="4675263"/>
            <a:ext cx="4200" cy="1810800"/>
          </a:xfrm>
          <a:prstGeom prst="straightConnector1">
            <a:avLst/>
          </a:prstGeom>
          <a:noFill/>
          <a:ln cap="flat" cmpd="sng" w="28575">
            <a:solidFill>
              <a:srgbClr val="B7B7B7"/>
            </a:solidFill>
            <a:prstDash val="solid"/>
            <a:round/>
            <a:headEnd len="sm" w="sm" type="none"/>
            <a:tailEnd len="sm" w="sm" type="none"/>
          </a:ln>
        </p:spPr>
      </p:cxnSp>
      <p:cxnSp>
        <p:nvCxnSpPr>
          <p:cNvPr id="10715" name="Google Shape;10715;p177"/>
          <p:cNvCxnSpPr/>
          <p:nvPr/>
        </p:nvCxnSpPr>
        <p:spPr>
          <a:xfrm flipH="1">
            <a:off x="8210076" y="4677525"/>
            <a:ext cx="4200" cy="1810800"/>
          </a:xfrm>
          <a:prstGeom prst="straightConnector1">
            <a:avLst/>
          </a:prstGeom>
          <a:noFill/>
          <a:ln cap="flat" cmpd="sng" w="28575">
            <a:solidFill>
              <a:srgbClr val="B7B7B7"/>
            </a:solidFill>
            <a:prstDash val="solid"/>
            <a:round/>
            <a:headEnd len="sm" w="sm" type="none"/>
            <a:tailEnd len="sm" w="sm" type="none"/>
          </a:ln>
        </p:spPr>
      </p:cxnSp>
      <p:sp>
        <p:nvSpPr>
          <p:cNvPr id="10716" name="Google Shape;10716;p177"/>
          <p:cNvSpPr txBox="1"/>
          <p:nvPr>
            <p:ph idx="20" type="body"/>
          </p:nvPr>
        </p:nvSpPr>
        <p:spPr>
          <a:xfrm>
            <a:off x="641150" y="612125"/>
            <a:ext cx="1770300" cy="160500"/>
          </a:xfrm>
          <a:prstGeom prst="rect">
            <a:avLst/>
          </a:prstGeom>
          <a:noFill/>
          <a:ln>
            <a:noFill/>
          </a:ln>
        </p:spPr>
        <p:txBody>
          <a:bodyPr anchorCtr="0" anchor="t" bIns="0" lIns="0" spcFirstLastPara="1" rIns="0" wrap="square" tIns="0">
            <a:noAutofit/>
          </a:bodyPr>
          <a:lstStyle>
            <a:lvl1pPr indent="-292100" lvl="0" marL="457200" algn="ctr">
              <a:spcBef>
                <a:spcPts val="0"/>
              </a:spcBef>
              <a:spcAft>
                <a:spcPts val="0"/>
              </a:spcAft>
              <a:buClr>
                <a:srgbClr val="FFFFFF"/>
              </a:buClr>
              <a:buSzPts val="1000"/>
              <a:buChar char="●"/>
              <a:defRPr sz="1000">
                <a:solidFill>
                  <a:srgbClr val="FFFFFF"/>
                </a:solidFill>
              </a:defRPr>
            </a:lvl1pPr>
            <a:lvl2pPr indent="-292100" lvl="1" marL="914400" algn="ctr">
              <a:spcBef>
                <a:spcPts val="0"/>
              </a:spcBef>
              <a:spcAft>
                <a:spcPts val="0"/>
              </a:spcAft>
              <a:buClr>
                <a:srgbClr val="FFFFFF"/>
              </a:buClr>
              <a:buSzPts val="1000"/>
              <a:buChar char="○"/>
              <a:defRPr sz="1000">
                <a:solidFill>
                  <a:srgbClr val="FFFFFF"/>
                </a:solidFill>
              </a:defRPr>
            </a:lvl2pPr>
            <a:lvl3pPr indent="-292100" lvl="2" marL="1371600" algn="ctr">
              <a:spcBef>
                <a:spcPts val="0"/>
              </a:spcBef>
              <a:spcAft>
                <a:spcPts val="0"/>
              </a:spcAft>
              <a:buClr>
                <a:srgbClr val="FFFFFF"/>
              </a:buClr>
              <a:buSzPts val="1000"/>
              <a:buChar char="■"/>
              <a:defRPr sz="1000">
                <a:solidFill>
                  <a:srgbClr val="FFFFFF"/>
                </a:solidFill>
              </a:defRPr>
            </a:lvl3pPr>
            <a:lvl4pPr indent="-292100" lvl="3" marL="1828800" algn="ctr">
              <a:spcBef>
                <a:spcPts val="0"/>
              </a:spcBef>
              <a:spcAft>
                <a:spcPts val="0"/>
              </a:spcAft>
              <a:buClr>
                <a:srgbClr val="FFFFFF"/>
              </a:buClr>
              <a:buSzPts val="1000"/>
              <a:buChar char="●"/>
              <a:defRPr sz="1000">
                <a:solidFill>
                  <a:srgbClr val="FFFFFF"/>
                </a:solidFill>
              </a:defRPr>
            </a:lvl4pPr>
            <a:lvl5pPr indent="-292100" lvl="4" marL="2286000" algn="ctr">
              <a:spcBef>
                <a:spcPts val="0"/>
              </a:spcBef>
              <a:spcAft>
                <a:spcPts val="0"/>
              </a:spcAft>
              <a:buClr>
                <a:srgbClr val="FFFFFF"/>
              </a:buClr>
              <a:buSzPts val="1000"/>
              <a:buChar char="○"/>
              <a:defRPr sz="1000">
                <a:solidFill>
                  <a:srgbClr val="FFFFFF"/>
                </a:solidFill>
              </a:defRPr>
            </a:lvl5pPr>
            <a:lvl6pPr indent="-292100" lvl="5" marL="2743200" algn="ctr">
              <a:spcBef>
                <a:spcPts val="0"/>
              </a:spcBef>
              <a:spcAft>
                <a:spcPts val="0"/>
              </a:spcAft>
              <a:buClr>
                <a:srgbClr val="FFFFFF"/>
              </a:buClr>
              <a:buSzPts val="1000"/>
              <a:buChar char="■"/>
              <a:defRPr sz="1000">
                <a:solidFill>
                  <a:srgbClr val="FFFFFF"/>
                </a:solidFill>
              </a:defRPr>
            </a:lvl6pPr>
            <a:lvl7pPr indent="-292100" lvl="6" marL="3200400" algn="ctr">
              <a:spcBef>
                <a:spcPts val="0"/>
              </a:spcBef>
              <a:spcAft>
                <a:spcPts val="0"/>
              </a:spcAft>
              <a:buClr>
                <a:srgbClr val="FFFFFF"/>
              </a:buClr>
              <a:buSzPts val="1000"/>
              <a:buChar char="●"/>
              <a:defRPr sz="1000">
                <a:solidFill>
                  <a:srgbClr val="FFFFFF"/>
                </a:solidFill>
              </a:defRPr>
            </a:lvl7pPr>
            <a:lvl8pPr indent="-292100" lvl="7" marL="3657600" algn="ctr">
              <a:spcBef>
                <a:spcPts val="0"/>
              </a:spcBef>
              <a:spcAft>
                <a:spcPts val="0"/>
              </a:spcAft>
              <a:buClr>
                <a:srgbClr val="FFFFFF"/>
              </a:buClr>
              <a:buSzPts val="1000"/>
              <a:buChar char="○"/>
              <a:defRPr sz="1000">
                <a:solidFill>
                  <a:srgbClr val="FFFFFF"/>
                </a:solidFill>
              </a:defRPr>
            </a:lvl8pPr>
            <a:lvl9pPr indent="-292100" lvl="8" marL="4114800" algn="ctr">
              <a:spcBef>
                <a:spcPts val="0"/>
              </a:spcBef>
              <a:spcAft>
                <a:spcPts val="0"/>
              </a:spcAft>
              <a:buClr>
                <a:srgbClr val="FFFFFF"/>
              </a:buClr>
              <a:buSzPts val="1000"/>
              <a:buChar char="■"/>
              <a:defRPr sz="1000">
                <a:solidFill>
                  <a:srgbClr val="FFFFFF"/>
                </a:solidFill>
              </a:defRPr>
            </a:lvl9pPr>
          </a:lstStyle>
          <a:p/>
        </p:txBody>
      </p:sp>
      <p:sp>
        <p:nvSpPr>
          <p:cNvPr id="10717" name="Google Shape;10717;p177"/>
          <p:cNvSpPr txBox="1"/>
          <p:nvPr/>
        </p:nvSpPr>
        <p:spPr>
          <a:xfrm>
            <a:off x="84825" y="598125"/>
            <a:ext cx="595500" cy="205800"/>
          </a:xfrm>
          <a:prstGeom prst="rect">
            <a:avLst/>
          </a:prstGeom>
          <a:noFill/>
          <a:ln>
            <a:noFill/>
          </a:ln>
        </p:spPr>
        <p:txBody>
          <a:bodyPr anchorCtr="0" anchor="t" bIns="18000" lIns="18000" spcFirstLastPara="1" rIns="18000" wrap="square" tIns="18000">
            <a:spAutoFit/>
          </a:bodyPr>
          <a:lstStyle/>
          <a:p>
            <a:pPr indent="0" lvl="0" marL="0" rtl="0" algn="l">
              <a:spcBef>
                <a:spcPts val="0"/>
              </a:spcBef>
              <a:spcAft>
                <a:spcPts val="0"/>
              </a:spcAft>
              <a:buNone/>
            </a:pPr>
            <a:r>
              <a:rPr lang="es-419" sz="1100">
                <a:solidFill>
                  <a:srgbClr val="FFFFFF"/>
                </a:solidFill>
              </a:rPr>
              <a:t>Nombre:</a:t>
            </a:r>
            <a:endParaRPr sz="1100">
              <a:solidFill>
                <a:srgbClr val="FFFFFF"/>
              </a:solidFill>
            </a:endParaRPr>
          </a:p>
        </p:txBody>
      </p:sp>
    </p:spTree>
  </p:cSld>
  <p:clrMapOvr>
    <a:masterClrMapping/>
  </p:clrMapOvr>
</p:sldLayout>
</file>

<file path=ppt/slideLayouts/slideLayout17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0.4 Estructura de Proceso">
  <p:cSld name="TITLE_3_6_1_1">
    <p:spTree>
      <p:nvGrpSpPr>
        <p:cNvPr id="10718" name="Shape 10718"/>
        <p:cNvGrpSpPr/>
        <p:nvPr/>
      </p:nvGrpSpPr>
      <p:grpSpPr>
        <a:xfrm>
          <a:off x="0" y="0"/>
          <a:ext cx="0" cy="0"/>
          <a:chOff x="0" y="0"/>
          <a:chExt cx="0" cy="0"/>
        </a:xfrm>
      </p:grpSpPr>
      <p:sp>
        <p:nvSpPr>
          <p:cNvPr id="10719" name="Google Shape;10719;p178"/>
          <p:cNvSpPr/>
          <p:nvPr/>
        </p:nvSpPr>
        <p:spPr>
          <a:xfrm>
            <a:off x="77688" y="358938"/>
            <a:ext cx="9935700" cy="6438000"/>
          </a:xfrm>
          <a:prstGeom prst="roundRect">
            <a:avLst>
              <a:gd fmla="val 2618" name="adj"/>
            </a:avLst>
          </a:prstGeom>
          <a:solidFill>
            <a:srgbClr val="FFFFFF"/>
          </a:solidFill>
          <a:ln cap="flat" cmpd="sng" w="38100">
            <a:solidFill>
              <a:srgbClr val="000000"/>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720" name="Google Shape;10720;p178"/>
          <p:cNvCxnSpPr/>
          <p:nvPr/>
        </p:nvCxnSpPr>
        <p:spPr>
          <a:xfrm>
            <a:off x="77688" y="772614"/>
            <a:ext cx="9935700" cy="0"/>
          </a:xfrm>
          <a:prstGeom prst="straightConnector1">
            <a:avLst/>
          </a:prstGeom>
          <a:noFill/>
          <a:ln cap="flat" cmpd="sng" w="19050">
            <a:solidFill>
              <a:srgbClr val="000000"/>
            </a:solidFill>
            <a:prstDash val="solid"/>
            <a:round/>
            <a:headEnd len="med" w="med" type="none"/>
            <a:tailEnd len="med" w="med" type="none"/>
          </a:ln>
        </p:spPr>
      </p:cxnSp>
      <p:cxnSp>
        <p:nvCxnSpPr>
          <p:cNvPr id="10721" name="Google Shape;10721;p178"/>
          <p:cNvCxnSpPr/>
          <p:nvPr/>
        </p:nvCxnSpPr>
        <p:spPr>
          <a:xfrm rot="10800000">
            <a:off x="2439038" y="368188"/>
            <a:ext cx="0" cy="402300"/>
          </a:xfrm>
          <a:prstGeom prst="straightConnector1">
            <a:avLst/>
          </a:prstGeom>
          <a:noFill/>
          <a:ln cap="flat" cmpd="sng" w="19050">
            <a:solidFill>
              <a:srgbClr val="000000"/>
            </a:solidFill>
            <a:prstDash val="solid"/>
            <a:round/>
            <a:headEnd len="med" w="med" type="none"/>
            <a:tailEnd len="med" w="med" type="none"/>
          </a:ln>
        </p:spPr>
      </p:cxnSp>
      <p:sp>
        <p:nvSpPr>
          <p:cNvPr id="10722" name="Google Shape;10722;p178"/>
          <p:cNvSpPr/>
          <p:nvPr/>
        </p:nvSpPr>
        <p:spPr>
          <a:xfrm>
            <a:off x="77688" y="349338"/>
            <a:ext cx="2361300" cy="421200"/>
          </a:xfrm>
          <a:prstGeom prst="roundRect">
            <a:avLst>
              <a:gd fmla="val 50000" name="adj"/>
            </a:avLst>
          </a:prstGeom>
          <a:solidFill>
            <a:srgbClr val="000000"/>
          </a:solidFill>
          <a:ln cap="flat" cmpd="sng" w="9525">
            <a:solidFill>
              <a:srgbClr val="000000"/>
            </a:solidFill>
            <a:prstDash val="solid"/>
            <a:round/>
            <a:headEnd len="sm" w="sm" type="none"/>
            <a:tailEnd len="sm" w="sm" type="none"/>
          </a:ln>
        </p:spPr>
        <p:txBody>
          <a:bodyPr anchorCtr="0" anchor="ctr" bIns="91425" lIns="0" spcFirstLastPara="1" rIns="0" wrap="square" tIns="91425">
            <a:noAutofit/>
          </a:bodyPr>
          <a:lstStyle/>
          <a:p>
            <a:pPr indent="0" lvl="0" marL="0" rtl="0" algn="ctr">
              <a:spcBef>
                <a:spcPts val="0"/>
              </a:spcBef>
              <a:spcAft>
                <a:spcPts val="0"/>
              </a:spcAft>
              <a:buNone/>
            </a:pPr>
            <a:r>
              <a:rPr b="1" lang="es-419" sz="1100">
                <a:solidFill>
                  <a:srgbClr val="FFFFFF"/>
                </a:solidFill>
              </a:rPr>
              <a:t>Estructura de Procesos</a:t>
            </a:r>
            <a:endParaRPr b="1" sz="1100">
              <a:solidFill>
                <a:srgbClr val="FFFFFF"/>
              </a:solidFill>
            </a:endParaRPr>
          </a:p>
          <a:p>
            <a:pPr indent="0" lvl="0" marL="0" rtl="0" algn="ctr">
              <a:spcBef>
                <a:spcPts val="0"/>
              </a:spcBef>
              <a:spcAft>
                <a:spcPts val="0"/>
              </a:spcAft>
              <a:buNone/>
            </a:pPr>
            <a:r>
              <a:t/>
            </a:r>
            <a:endParaRPr b="1" sz="1200">
              <a:solidFill>
                <a:srgbClr val="FFFFFF"/>
              </a:solidFill>
            </a:endParaRPr>
          </a:p>
        </p:txBody>
      </p:sp>
      <p:sp>
        <p:nvSpPr>
          <p:cNvPr id="10723" name="Google Shape;10723;p178"/>
          <p:cNvSpPr/>
          <p:nvPr/>
        </p:nvSpPr>
        <p:spPr>
          <a:xfrm>
            <a:off x="83988" y="595504"/>
            <a:ext cx="190200" cy="1692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4" name="Google Shape;10724;p178"/>
          <p:cNvSpPr/>
          <p:nvPr/>
        </p:nvSpPr>
        <p:spPr>
          <a:xfrm>
            <a:off x="2350598" y="358950"/>
            <a:ext cx="88500" cy="4023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5" name="Google Shape;10725;p178"/>
          <p:cNvSpPr/>
          <p:nvPr/>
        </p:nvSpPr>
        <p:spPr>
          <a:xfrm>
            <a:off x="2277739" y="663750"/>
            <a:ext cx="88500" cy="1089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6" name="Google Shape;10726;p178"/>
          <p:cNvSpPr txBox="1"/>
          <p:nvPr/>
        </p:nvSpPr>
        <p:spPr>
          <a:xfrm>
            <a:off x="2524025" y="387675"/>
            <a:ext cx="15012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Unid. Organizacional:</a:t>
            </a:r>
            <a:endParaRPr b="1" sz="1100"/>
          </a:p>
        </p:txBody>
      </p:sp>
      <p:sp>
        <p:nvSpPr>
          <p:cNvPr id="10727" name="Google Shape;10727;p178"/>
          <p:cNvSpPr txBox="1"/>
          <p:nvPr/>
        </p:nvSpPr>
        <p:spPr>
          <a:xfrm>
            <a:off x="2524020" y="579550"/>
            <a:ext cx="6846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Alcance:</a:t>
            </a:r>
            <a:endParaRPr b="1" sz="1100"/>
          </a:p>
        </p:txBody>
      </p:sp>
      <p:sp>
        <p:nvSpPr>
          <p:cNvPr id="10728" name="Google Shape;10728;p178"/>
          <p:cNvSpPr txBox="1"/>
          <p:nvPr>
            <p:ph type="title"/>
          </p:nvPr>
        </p:nvSpPr>
        <p:spPr>
          <a:xfrm flipH="1">
            <a:off x="4025374" y="387675"/>
            <a:ext cx="5863200" cy="1692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000"/>
              <a:buNone/>
              <a:defRPr sz="1000">
                <a:solidFill>
                  <a:srgbClr val="000000"/>
                </a:solidFill>
              </a:defRPr>
            </a:lvl1pPr>
            <a:lvl2pPr lvl="1">
              <a:spcBef>
                <a:spcPts val="0"/>
              </a:spcBef>
              <a:spcAft>
                <a:spcPts val="0"/>
              </a:spcAft>
              <a:buClr>
                <a:srgbClr val="000000"/>
              </a:buClr>
              <a:buSzPts val="1000"/>
              <a:buNone/>
              <a:defRPr sz="1000">
                <a:solidFill>
                  <a:srgbClr val="000000"/>
                </a:solidFill>
              </a:defRPr>
            </a:lvl2pPr>
            <a:lvl3pPr lvl="2">
              <a:spcBef>
                <a:spcPts val="0"/>
              </a:spcBef>
              <a:spcAft>
                <a:spcPts val="0"/>
              </a:spcAft>
              <a:buClr>
                <a:srgbClr val="000000"/>
              </a:buClr>
              <a:buSzPts val="1000"/>
              <a:buNone/>
              <a:defRPr sz="1000">
                <a:solidFill>
                  <a:srgbClr val="000000"/>
                </a:solidFill>
              </a:defRPr>
            </a:lvl3pPr>
            <a:lvl4pPr lvl="3">
              <a:spcBef>
                <a:spcPts val="0"/>
              </a:spcBef>
              <a:spcAft>
                <a:spcPts val="0"/>
              </a:spcAft>
              <a:buClr>
                <a:srgbClr val="000000"/>
              </a:buClr>
              <a:buSzPts val="1000"/>
              <a:buNone/>
              <a:defRPr sz="1000">
                <a:solidFill>
                  <a:srgbClr val="000000"/>
                </a:solidFill>
              </a:defRPr>
            </a:lvl4pPr>
            <a:lvl5pPr lvl="4">
              <a:spcBef>
                <a:spcPts val="0"/>
              </a:spcBef>
              <a:spcAft>
                <a:spcPts val="0"/>
              </a:spcAft>
              <a:buClr>
                <a:srgbClr val="000000"/>
              </a:buClr>
              <a:buSzPts val="1000"/>
              <a:buNone/>
              <a:defRPr sz="1000">
                <a:solidFill>
                  <a:srgbClr val="000000"/>
                </a:solidFill>
              </a:defRPr>
            </a:lvl5pPr>
            <a:lvl6pPr lvl="5">
              <a:spcBef>
                <a:spcPts val="0"/>
              </a:spcBef>
              <a:spcAft>
                <a:spcPts val="0"/>
              </a:spcAft>
              <a:buClr>
                <a:srgbClr val="000000"/>
              </a:buClr>
              <a:buSzPts val="1000"/>
              <a:buNone/>
              <a:defRPr sz="1000">
                <a:solidFill>
                  <a:srgbClr val="000000"/>
                </a:solidFill>
              </a:defRPr>
            </a:lvl6pPr>
            <a:lvl7pPr lvl="6">
              <a:spcBef>
                <a:spcPts val="0"/>
              </a:spcBef>
              <a:spcAft>
                <a:spcPts val="0"/>
              </a:spcAft>
              <a:buClr>
                <a:srgbClr val="000000"/>
              </a:buClr>
              <a:buSzPts val="1000"/>
              <a:buNone/>
              <a:defRPr sz="1000">
                <a:solidFill>
                  <a:srgbClr val="000000"/>
                </a:solidFill>
              </a:defRPr>
            </a:lvl7pPr>
            <a:lvl8pPr lvl="7">
              <a:spcBef>
                <a:spcPts val="0"/>
              </a:spcBef>
              <a:spcAft>
                <a:spcPts val="0"/>
              </a:spcAft>
              <a:buClr>
                <a:srgbClr val="000000"/>
              </a:buClr>
              <a:buSzPts val="1000"/>
              <a:buNone/>
              <a:defRPr sz="1000">
                <a:solidFill>
                  <a:srgbClr val="000000"/>
                </a:solidFill>
              </a:defRPr>
            </a:lvl8pPr>
            <a:lvl9pPr lvl="8">
              <a:spcBef>
                <a:spcPts val="0"/>
              </a:spcBef>
              <a:spcAft>
                <a:spcPts val="0"/>
              </a:spcAft>
              <a:buClr>
                <a:srgbClr val="000000"/>
              </a:buClr>
              <a:buSzPts val="1000"/>
              <a:buNone/>
              <a:defRPr sz="1000">
                <a:solidFill>
                  <a:srgbClr val="000000"/>
                </a:solidFill>
              </a:defRPr>
            </a:lvl9pPr>
          </a:lstStyle>
          <a:p/>
        </p:txBody>
      </p:sp>
      <p:sp>
        <p:nvSpPr>
          <p:cNvPr id="10729" name="Google Shape;10729;p178"/>
          <p:cNvSpPr txBox="1"/>
          <p:nvPr>
            <p:ph idx="2" type="title"/>
          </p:nvPr>
        </p:nvSpPr>
        <p:spPr>
          <a:xfrm flipH="1">
            <a:off x="3208773" y="579550"/>
            <a:ext cx="6679800" cy="1692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000"/>
              <a:buNone/>
              <a:defRPr sz="1000">
                <a:solidFill>
                  <a:srgbClr val="000000"/>
                </a:solidFill>
              </a:defRPr>
            </a:lvl1pPr>
            <a:lvl2pPr lvl="1">
              <a:spcBef>
                <a:spcPts val="0"/>
              </a:spcBef>
              <a:spcAft>
                <a:spcPts val="0"/>
              </a:spcAft>
              <a:buClr>
                <a:srgbClr val="000000"/>
              </a:buClr>
              <a:buSzPts val="1000"/>
              <a:buNone/>
              <a:defRPr sz="1000">
                <a:solidFill>
                  <a:srgbClr val="000000"/>
                </a:solidFill>
              </a:defRPr>
            </a:lvl2pPr>
            <a:lvl3pPr lvl="2">
              <a:spcBef>
                <a:spcPts val="0"/>
              </a:spcBef>
              <a:spcAft>
                <a:spcPts val="0"/>
              </a:spcAft>
              <a:buClr>
                <a:srgbClr val="000000"/>
              </a:buClr>
              <a:buSzPts val="1000"/>
              <a:buNone/>
              <a:defRPr sz="1000">
                <a:solidFill>
                  <a:srgbClr val="000000"/>
                </a:solidFill>
              </a:defRPr>
            </a:lvl3pPr>
            <a:lvl4pPr lvl="3">
              <a:spcBef>
                <a:spcPts val="0"/>
              </a:spcBef>
              <a:spcAft>
                <a:spcPts val="0"/>
              </a:spcAft>
              <a:buClr>
                <a:srgbClr val="000000"/>
              </a:buClr>
              <a:buSzPts val="1000"/>
              <a:buNone/>
              <a:defRPr sz="1000">
                <a:solidFill>
                  <a:srgbClr val="000000"/>
                </a:solidFill>
              </a:defRPr>
            </a:lvl4pPr>
            <a:lvl5pPr lvl="4">
              <a:spcBef>
                <a:spcPts val="0"/>
              </a:spcBef>
              <a:spcAft>
                <a:spcPts val="0"/>
              </a:spcAft>
              <a:buClr>
                <a:srgbClr val="000000"/>
              </a:buClr>
              <a:buSzPts val="1000"/>
              <a:buNone/>
              <a:defRPr sz="1000">
                <a:solidFill>
                  <a:srgbClr val="000000"/>
                </a:solidFill>
              </a:defRPr>
            </a:lvl5pPr>
            <a:lvl6pPr lvl="5">
              <a:spcBef>
                <a:spcPts val="0"/>
              </a:spcBef>
              <a:spcAft>
                <a:spcPts val="0"/>
              </a:spcAft>
              <a:buClr>
                <a:srgbClr val="000000"/>
              </a:buClr>
              <a:buSzPts val="1000"/>
              <a:buNone/>
              <a:defRPr sz="1000">
                <a:solidFill>
                  <a:srgbClr val="000000"/>
                </a:solidFill>
              </a:defRPr>
            </a:lvl6pPr>
            <a:lvl7pPr lvl="6">
              <a:spcBef>
                <a:spcPts val="0"/>
              </a:spcBef>
              <a:spcAft>
                <a:spcPts val="0"/>
              </a:spcAft>
              <a:buClr>
                <a:srgbClr val="000000"/>
              </a:buClr>
              <a:buSzPts val="1000"/>
              <a:buNone/>
              <a:defRPr sz="1000">
                <a:solidFill>
                  <a:srgbClr val="000000"/>
                </a:solidFill>
              </a:defRPr>
            </a:lvl7pPr>
            <a:lvl8pPr lvl="7">
              <a:spcBef>
                <a:spcPts val="0"/>
              </a:spcBef>
              <a:spcAft>
                <a:spcPts val="0"/>
              </a:spcAft>
              <a:buClr>
                <a:srgbClr val="000000"/>
              </a:buClr>
              <a:buSzPts val="1000"/>
              <a:buNone/>
              <a:defRPr sz="1000">
                <a:solidFill>
                  <a:srgbClr val="000000"/>
                </a:solidFill>
              </a:defRPr>
            </a:lvl8pPr>
            <a:lvl9pPr lvl="8">
              <a:spcBef>
                <a:spcPts val="0"/>
              </a:spcBef>
              <a:spcAft>
                <a:spcPts val="0"/>
              </a:spcAft>
              <a:buClr>
                <a:srgbClr val="000000"/>
              </a:buClr>
              <a:buSzPts val="1000"/>
              <a:buNone/>
              <a:defRPr sz="1000">
                <a:solidFill>
                  <a:srgbClr val="000000"/>
                </a:solidFill>
              </a:defRPr>
            </a:lvl9pPr>
          </a:lstStyle>
          <a:p/>
        </p:txBody>
      </p:sp>
      <p:sp>
        <p:nvSpPr>
          <p:cNvPr id="10730" name="Google Shape;10730;p178"/>
          <p:cNvSpPr txBox="1"/>
          <p:nvPr>
            <p:ph idx="1" type="body"/>
          </p:nvPr>
        </p:nvSpPr>
        <p:spPr>
          <a:xfrm>
            <a:off x="641150" y="612125"/>
            <a:ext cx="1770300" cy="160500"/>
          </a:xfrm>
          <a:prstGeom prst="rect">
            <a:avLst/>
          </a:prstGeom>
          <a:noFill/>
          <a:ln>
            <a:noFill/>
          </a:ln>
        </p:spPr>
        <p:txBody>
          <a:bodyPr anchorCtr="0" anchor="t" bIns="0" lIns="0" spcFirstLastPara="1" rIns="0" wrap="square" tIns="0">
            <a:noAutofit/>
          </a:bodyPr>
          <a:lstStyle>
            <a:lvl1pPr indent="-292100" lvl="0" marL="457200" algn="ctr">
              <a:spcBef>
                <a:spcPts val="0"/>
              </a:spcBef>
              <a:spcAft>
                <a:spcPts val="0"/>
              </a:spcAft>
              <a:buClr>
                <a:srgbClr val="FFFFFF"/>
              </a:buClr>
              <a:buSzPts val="1000"/>
              <a:buChar char="●"/>
              <a:defRPr sz="1000">
                <a:solidFill>
                  <a:srgbClr val="FFFFFF"/>
                </a:solidFill>
              </a:defRPr>
            </a:lvl1pPr>
            <a:lvl2pPr indent="-292100" lvl="1" marL="914400" algn="ctr">
              <a:spcBef>
                <a:spcPts val="0"/>
              </a:spcBef>
              <a:spcAft>
                <a:spcPts val="0"/>
              </a:spcAft>
              <a:buClr>
                <a:srgbClr val="FFFFFF"/>
              </a:buClr>
              <a:buSzPts val="1000"/>
              <a:buChar char="○"/>
              <a:defRPr sz="1000">
                <a:solidFill>
                  <a:srgbClr val="FFFFFF"/>
                </a:solidFill>
              </a:defRPr>
            </a:lvl2pPr>
            <a:lvl3pPr indent="-292100" lvl="2" marL="1371600" algn="ctr">
              <a:spcBef>
                <a:spcPts val="0"/>
              </a:spcBef>
              <a:spcAft>
                <a:spcPts val="0"/>
              </a:spcAft>
              <a:buClr>
                <a:srgbClr val="FFFFFF"/>
              </a:buClr>
              <a:buSzPts val="1000"/>
              <a:buChar char="■"/>
              <a:defRPr sz="1000">
                <a:solidFill>
                  <a:srgbClr val="FFFFFF"/>
                </a:solidFill>
              </a:defRPr>
            </a:lvl3pPr>
            <a:lvl4pPr indent="-292100" lvl="3" marL="1828800" algn="ctr">
              <a:spcBef>
                <a:spcPts val="0"/>
              </a:spcBef>
              <a:spcAft>
                <a:spcPts val="0"/>
              </a:spcAft>
              <a:buClr>
                <a:srgbClr val="FFFFFF"/>
              </a:buClr>
              <a:buSzPts val="1000"/>
              <a:buChar char="●"/>
              <a:defRPr sz="1000">
                <a:solidFill>
                  <a:srgbClr val="FFFFFF"/>
                </a:solidFill>
              </a:defRPr>
            </a:lvl4pPr>
            <a:lvl5pPr indent="-292100" lvl="4" marL="2286000" algn="ctr">
              <a:spcBef>
                <a:spcPts val="0"/>
              </a:spcBef>
              <a:spcAft>
                <a:spcPts val="0"/>
              </a:spcAft>
              <a:buClr>
                <a:srgbClr val="FFFFFF"/>
              </a:buClr>
              <a:buSzPts val="1000"/>
              <a:buChar char="○"/>
              <a:defRPr sz="1000">
                <a:solidFill>
                  <a:srgbClr val="FFFFFF"/>
                </a:solidFill>
              </a:defRPr>
            </a:lvl5pPr>
            <a:lvl6pPr indent="-292100" lvl="5" marL="2743200" algn="ctr">
              <a:spcBef>
                <a:spcPts val="0"/>
              </a:spcBef>
              <a:spcAft>
                <a:spcPts val="0"/>
              </a:spcAft>
              <a:buClr>
                <a:srgbClr val="FFFFFF"/>
              </a:buClr>
              <a:buSzPts val="1000"/>
              <a:buChar char="■"/>
              <a:defRPr sz="1000">
                <a:solidFill>
                  <a:srgbClr val="FFFFFF"/>
                </a:solidFill>
              </a:defRPr>
            </a:lvl6pPr>
            <a:lvl7pPr indent="-292100" lvl="6" marL="3200400" algn="ctr">
              <a:spcBef>
                <a:spcPts val="0"/>
              </a:spcBef>
              <a:spcAft>
                <a:spcPts val="0"/>
              </a:spcAft>
              <a:buClr>
                <a:srgbClr val="FFFFFF"/>
              </a:buClr>
              <a:buSzPts val="1000"/>
              <a:buChar char="●"/>
              <a:defRPr sz="1000">
                <a:solidFill>
                  <a:srgbClr val="FFFFFF"/>
                </a:solidFill>
              </a:defRPr>
            </a:lvl7pPr>
            <a:lvl8pPr indent="-292100" lvl="7" marL="3657600" algn="ctr">
              <a:spcBef>
                <a:spcPts val="0"/>
              </a:spcBef>
              <a:spcAft>
                <a:spcPts val="0"/>
              </a:spcAft>
              <a:buClr>
                <a:srgbClr val="FFFFFF"/>
              </a:buClr>
              <a:buSzPts val="1000"/>
              <a:buChar char="○"/>
              <a:defRPr sz="1000">
                <a:solidFill>
                  <a:srgbClr val="FFFFFF"/>
                </a:solidFill>
              </a:defRPr>
            </a:lvl8pPr>
            <a:lvl9pPr indent="-292100" lvl="8" marL="4114800" algn="ctr">
              <a:spcBef>
                <a:spcPts val="0"/>
              </a:spcBef>
              <a:spcAft>
                <a:spcPts val="0"/>
              </a:spcAft>
              <a:buClr>
                <a:srgbClr val="FFFFFF"/>
              </a:buClr>
              <a:buSzPts val="1000"/>
              <a:buChar char="■"/>
              <a:defRPr sz="1000">
                <a:solidFill>
                  <a:srgbClr val="FFFFFF"/>
                </a:solidFill>
              </a:defRPr>
            </a:lvl9pPr>
          </a:lstStyle>
          <a:p/>
        </p:txBody>
      </p:sp>
      <p:sp>
        <p:nvSpPr>
          <p:cNvPr id="10731" name="Google Shape;10731;p178"/>
          <p:cNvSpPr txBox="1"/>
          <p:nvPr/>
        </p:nvSpPr>
        <p:spPr>
          <a:xfrm>
            <a:off x="84825" y="598125"/>
            <a:ext cx="595500" cy="205800"/>
          </a:xfrm>
          <a:prstGeom prst="rect">
            <a:avLst/>
          </a:prstGeom>
          <a:noFill/>
          <a:ln>
            <a:noFill/>
          </a:ln>
        </p:spPr>
        <p:txBody>
          <a:bodyPr anchorCtr="0" anchor="t" bIns="18000" lIns="18000" spcFirstLastPara="1" rIns="18000" wrap="square" tIns="18000">
            <a:spAutoFit/>
          </a:bodyPr>
          <a:lstStyle/>
          <a:p>
            <a:pPr indent="0" lvl="0" marL="0" rtl="0" algn="l">
              <a:spcBef>
                <a:spcPts val="0"/>
              </a:spcBef>
              <a:spcAft>
                <a:spcPts val="0"/>
              </a:spcAft>
              <a:buNone/>
            </a:pPr>
            <a:r>
              <a:rPr lang="es-419" sz="1100">
                <a:solidFill>
                  <a:srgbClr val="FFFFFF"/>
                </a:solidFill>
              </a:rPr>
              <a:t>Nombre:</a:t>
            </a:r>
            <a:endParaRPr sz="1100">
              <a:solidFill>
                <a:srgbClr val="FFFFFF"/>
              </a:solidFill>
            </a:endParaRPr>
          </a:p>
        </p:txBody>
      </p:sp>
      <p:sp>
        <p:nvSpPr>
          <p:cNvPr id="10732" name="Google Shape;10732;p178"/>
          <p:cNvSpPr/>
          <p:nvPr/>
        </p:nvSpPr>
        <p:spPr>
          <a:xfrm>
            <a:off x="-4273050" y="-78277"/>
            <a:ext cx="3615600" cy="6902700"/>
          </a:xfrm>
          <a:prstGeom prst="roundRect">
            <a:avLst>
              <a:gd fmla="val 4230" name="adj"/>
            </a:avLst>
          </a:prstGeom>
          <a:solidFill>
            <a:srgbClr val="F3F3F3"/>
          </a:solidFill>
          <a:ln cap="flat" cmpd="sng" w="9525">
            <a:solidFill>
              <a:srgbClr val="F3F3F3"/>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t" bIns="91425" lIns="91425" spcFirstLastPara="1" rIns="91425" wrap="square" tIns="91425">
            <a:noAutofit/>
          </a:bodyPr>
          <a:lstStyle/>
          <a:p>
            <a:pPr indent="0" lvl="0" marL="0" rtl="0" algn="ctr">
              <a:spcBef>
                <a:spcPts val="0"/>
              </a:spcBef>
              <a:spcAft>
                <a:spcPts val="0"/>
              </a:spcAft>
              <a:buNone/>
            </a:pPr>
            <a:r>
              <a:rPr i="1" lang="es-419"/>
              <a:t>Paleta</a:t>
            </a:r>
            <a:endParaRPr i="1"/>
          </a:p>
        </p:txBody>
      </p:sp>
    </p:spTree>
  </p:cSld>
  <p:clrMapOvr>
    <a:masterClrMapping/>
  </p:clrMapOvr>
</p:sldLayout>
</file>

<file path=ppt/slideLayouts/slideLayout17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0.5 Situaciones Problemáticas">
  <p:cSld name="CUSTOM_4">
    <p:spTree>
      <p:nvGrpSpPr>
        <p:cNvPr id="10733" name="Shape 10733"/>
        <p:cNvGrpSpPr/>
        <p:nvPr/>
      </p:nvGrpSpPr>
      <p:grpSpPr>
        <a:xfrm>
          <a:off x="0" y="0"/>
          <a:ext cx="0" cy="0"/>
          <a:chOff x="0" y="0"/>
          <a:chExt cx="0" cy="0"/>
        </a:xfrm>
      </p:grpSpPr>
      <p:sp>
        <p:nvSpPr>
          <p:cNvPr id="10734" name="Google Shape;10734;p179"/>
          <p:cNvSpPr/>
          <p:nvPr/>
        </p:nvSpPr>
        <p:spPr>
          <a:xfrm>
            <a:off x="77688" y="358938"/>
            <a:ext cx="9935700" cy="6438000"/>
          </a:xfrm>
          <a:prstGeom prst="roundRect">
            <a:avLst>
              <a:gd fmla="val 2618" name="adj"/>
            </a:avLst>
          </a:prstGeom>
          <a:solidFill>
            <a:srgbClr val="FFFFFF"/>
          </a:solidFill>
          <a:ln cap="flat" cmpd="sng" w="38100">
            <a:solidFill>
              <a:srgbClr val="000000"/>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5" name="Google Shape;10735;p179"/>
          <p:cNvSpPr txBox="1"/>
          <p:nvPr/>
        </p:nvSpPr>
        <p:spPr>
          <a:xfrm>
            <a:off x="223709" y="849702"/>
            <a:ext cx="9669600" cy="390000"/>
          </a:xfrm>
          <a:prstGeom prst="rect">
            <a:avLst/>
          </a:prstGeom>
          <a:solidFill>
            <a:srgbClr val="EB7C35"/>
          </a:solidFill>
          <a:ln cap="flat" cmpd="sng" w="38100">
            <a:solidFill>
              <a:srgbClr val="EB7C35"/>
            </a:solidFill>
            <a:prstDash val="solid"/>
            <a:round/>
            <a:headEnd len="sm" w="sm" type="none"/>
            <a:tailEnd len="sm" w="sm" type="none"/>
          </a:ln>
          <a:effectLst>
            <a:outerShdw blurRad="63500" dir="8100000" dist="38100">
              <a:srgbClr val="000000">
                <a:alpha val="39610"/>
              </a:srgbClr>
            </a:outerShdw>
          </a:effectLst>
        </p:spPr>
        <p:txBody>
          <a:bodyPr anchorCtr="0" anchor="t" bIns="41050" lIns="82100" spcFirstLastPara="1" rIns="82100" wrap="square" tIns="41050">
            <a:noAutofit/>
          </a:bodyPr>
          <a:lstStyle/>
          <a:p>
            <a:pPr indent="0" lvl="0" marL="0" marR="0" rtl="0" algn="l">
              <a:lnSpc>
                <a:spcPct val="100000"/>
              </a:lnSpc>
              <a:spcBef>
                <a:spcPts val="0"/>
              </a:spcBef>
              <a:spcAft>
                <a:spcPts val="0"/>
              </a:spcAft>
              <a:buNone/>
            </a:pPr>
            <a:r>
              <a:t/>
            </a:r>
            <a:endParaRPr b="0" i="0" sz="1600" u="none">
              <a:solidFill>
                <a:schemeClr val="dk1"/>
              </a:solidFill>
              <a:latin typeface="Arial"/>
              <a:ea typeface="Arial"/>
              <a:cs typeface="Arial"/>
              <a:sym typeface="Arial"/>
            </a:endParaRPr>
          </a:p>
        </p:txBody>
      </p:sp>
      <p:sp>
        <p:nvSpPr>
          <p:cNvPr id="10736" name="Google Shape;10736;p179"/>
          <p:cNvSpPr txBox="1"/>
          <p:nvPr/>
        </p:nvSpPr>
        <p:spPr>
          <a:xfrm>
            <a:off x="223709" y="849702"/>
            <a:ext cx="9669600" cy="5851800"/>
          </a:xfrm>
          <a:prstGeom prst="rect">
            <a:avLst/>
          </a:prstGeom>
          <a:noFill/>
          <a:ln cap="flat" cmpd="sng" w="28575">
            <a:solidFill>
              <a:srgbClr val="EB7C35"/>
            </a:solidFill>
            <a:prstDash val="solid"/>
            <a:round/>
            <a:headEnd len="sm" w="sm" type="none"/>
            <a:tailEnd len="sm" w="sm" type="none"/>
          </a:ln>
        </p:spPr>
        <p:txBody>
          <a:bodyPr anchorCtr="0" anchor="t" bIns="41050" lIns="82100" spcFirstLastPara="1" rIns="82100" wrap="square" tIns="41050">
            <a:noAutofit/>
          </a:bodyPr>
          <a:lstStyle/>
          <a:p>
            <a:pPr indent="0" lvl="0" marL="0" marR="0" rtl="0" algn="l">
              <a:lnSpc>
                <a:spcPct val="100000"/>
              </a:lnSpc>
              <a:spcBef>
                <a:spcPts val="0"/>
              </a:spcBef>
              <a:spcAft>
                <a:spcPts val="0"/>
              </a:spcAft>
              <a:buNone/>
            </a:pPr>
            <a:r>
              <a:t/>
            </a:r>
            <a:endParaRPr b="0" i="0" sz="1600" u="none">
              <a:solidFill>
                <a:schemeClr val="dk1"/>
              </a:solidFill>
              <a:latin typeface="Arial"/>
              <a:ea typeface="Arial"/>
              <a:cs typeface="Arial"/>
              <a:sym typeface="Arial"/>
            </a:endParaRPr>
          </a:p>
        </p:txBody>
      </p:sp>
      <p:sp>
        <p:nvSpPr>
          <p:cNvPr id="10737" name="Google Shape;10737;p179"/>
          <p:cNvSpPr txBox="1"/>
          <p:nvPr/>
        </p:nvSpPr>
        <p:spPr>
          <a:xfrm>
            <a:off x="-3508600" y="843725"/>
            <a:ext cx="2892000" cy="5671200"/>
          </a:xfrm>
          <a:prstGeom prst="rect">
            <a:avLst/>
          </a:prstGeom>
          <a:solidFill>
            <a:schemeClr val="lt1"/>
          </a:solidFill>
          <a:ln cap="flat" cmpd="sng" w="28575">
            <a:solidFill>
              <a:srgbClr val="BFBFBF"/>
            </a:solidFill>
            <a:prstDash val="solid"/>
            <a:round/>
            <a:headEnd len="sm" w="sm" type="none"/>
            <a:tailEnd len="sm" w="sm" type="none"/>
          </a:ln>
        </p:spPr>
        <p:txBody>
          <a:bodyPr anchorCtr="0" anchor="t" bIns="41050" lIns="82100" spcFirstLastPara="1" rIns="82100" wrap="square" tIns="41050">
            <a:noAutofit/>
          </a:bodyPr>
          <a:lstStyle/>
          <a:p>
            <a:pPr indent="0" lvl="0" marL="0" marR="0" rtl="0" algn="l">
              <a:lnSpc>
                <a:spcPct val="100000"/>
              </a:lnSpc>
              <a:spcBef>
                <a:spcPts val="0"/>
              </a:spcBef>
              <a:spcAft>
                <a:spcPts val="0"/>
              </a:spcAft>
              <a:buNone/>
            </a:pPr>
            <a:r>
              <a:t/>
            </a:r>
            <a:endParaRPr b="0" i="0" sz="1600" u="none">
              <a:solidFill>
                <a:schemeClr val="dk1"/>
              </a:solidFill>
              <a:latin typeface="Arial"/>
              <a:ea typeface="Arial"/>
              <a:cs typeface="Arial"/>
              <a:sym typeface="Arial"/>
            </a:endParaRPr>
          </a:p>
        </p:txBody>
      </p:sp>
      <p:sp>
        <p:nvSpPr>
          <p:cNvPr id="10738" name="Google Shape;10738;p179"/>
          <p:cNvSpPr txBox="1"/>
          <p:nvPr/>
        </p:nvSpPr>
        <p:spPr>
          <a:xfrm>
            <a:off x="-3508600" y="843725"/>
            <a:ext cx="2892000" cy="408300"/>
          </a:xfrm>
          <a:prstGeom prst="rect">
            <a:avLst/>
          </a:prstGeom>
          <a:solidFill>
            <a:srgbClr val="EEEEEE"/>
          </a:solidFill>
          <a:ln cap="flat" cmpd="sng" w="19050">
            <a:solidFill>
              <a:srgbClr val="BFBFBF"/>
            </a:solidFill>
            <a:prstDash val="solid"/>
            <a:round/>
            <a:headEnd len="sm" w="sm" type="none"/>
            <a:tailEnd len="sm" w="sm" type="none"/>
          </a:ln>
        </p:spPr>
        <p:txBody>
          <a:bodyPr anchorCtr="0" anchor="t" bIns="41050" lIns="82100" spcFirstLastPara="1" rIns="82100" wrap="square" tIns="41050">
            <a:noAutofit/>
          </a:bodyPr>
          <a:lstStyle/>
          <a:p>
            <a:pPr indent="0" lvl="0" marL="0" marR="0" rtl="0" algn="ctr">
              <a:lnSpc>
                <a:spcPct val="100000"/>
              </a:lnSpc>
              <a:spcBef>
                <a:spcPts val="0"/>
              </a:spcBef>
              <a:spcAft>
                <a:spcPts val="0"/>
              </a:spcAft>
              <a:buClr>
                <a:schemeClr val="dk1"/>
              </a:buClr>
              <a:buSzPts val="1600"/>
              <a:buFont typeface="Arial"/>
              <a:buNone/>
            </a:pPr>
            <a:r>
              <a:rPr b="1" i="0" lang="es-419" sz="1600" u="none">
                <a:solidFill>
                  <a:schemeClr val="dk1"/>
                </a:solidFill>
                <a:latin typeface="Arvo"/>
                <a:ea typeface="Arvo"/>
                <a:cs typeface="Arvo"/>
                <a:sym typeface="Arvo"/>
              </a:rPr>
              <a:t>Brain Storming</a:t>
            </a:r>
            <a:endParaRPr sz="1300">
              <a:latin typeface="Arvo"/>
              <a:ea typeface="Arvo"/>
              <a:cs typeface="Arvo"/>
              <a:sym typeface="Arvo"/>
            </a:endParaRPr>
          </a:p>
        </p:txBody>
      </p:sp>
      <p:sp>
        <p:nvSpPr>
          <p:cNvPr id="10739" name="Google Shape;10739;p179"/>
          <p:cNvSpPr txBox="1"/>
          <p:nvPr/>
        </p:nvSpPr>
        <p:spPr>
          <a:xfrm>
            <a:off x="221124" y="841575"/>
            <a:ext cx="9669600" cy="408000"/>
          </a:xfrm>
          <a:prstGeom prst="rect">
            <a:avLst/>
          </a:prstGeom>
          <a:noFill/>
          <a:ln>
            <a:noFill/>
          </a:ln>
        </p:spPr>
        <p:txBody>
          <a:bodyPr anchorCtr="0" anchor="ctr" bIns="41050" lIns="82100" spcFirstLastPara="1" rIns="82100" wrap="square" tIns="41050">
            <a:noAutofit/>
          </a:bodyPr>
          <a:lstStyle/>
          <a:p>
            <a:pPr indent="0" lvl="0" marL="0" marR="0" rtl="0" algn="ctr">
              <a:lnSpc>
                <a:spcPct val="100000"/>
              </a:lnSpc>
              <a:spcBef>
                <a:spcPts val="0"/>
              </a:spcBef>
              <a:spcAft>
                <a:spcPts val="0"/>
              </a:spcAft>
              <a:buClr>
                <a:schemeClr val="lt1"/>
              </a:buClr>
              <a:buSzPts val="2200"/>
              <a:buFont typeface="Open Sans"/>
              <a:buNone/>
            </a:pPr>
            <a:r>
              <a:rPr b="1" lang="es-419">
                <a:solidFill>
                  <a:schemeClr val="lt1"/>
                </a:solidFill>
                <a:latin typeface="Arvo"/>
                <a:ea typeface="Arvo"/>
                <a:cs typeface="Arvo"/>
                <a:sym typeface="Arvo"/>
              </a:rPr>
              <a:t>Cardsorting</a:t>
            </a:r>
            <a:endParaRPr>
              <a:latin typeface="Arvo"/>
              <a:ea typeface="Arvo"/>
              <a:cs typeface="Arvo"/>
              <a:sym typeface="Arvo"/>
            </a:endParaRPr>
          </a:p>
        </p:txBody>
      </p:sp>
      <p:sp>
        <p:nvSpPr>
          <p:cNvPr id="10740" name="Google Shape;10740;p179"/>
          <p:cNvSpPr txBox="1"/>
          <p:nvPr/>
        </p:nvSpPr>
        <p:spPr>
          <a:xfrm>
            <a:off x="306397" y="1373931"/>
            <a:ext cx="4694100" cy="1689000"/>
          </a:xfrm>
          <a:prstGeom prst="rect">
            <a:avLst/>
          </a:prstGeom>
          <a:solidFill>
            <a:schemeClr val="lt1"/>
          </a:solidFill>
          <a:ln cap="flat" cmpd="sng" w="28575">
            <a:solidFill>
              <a:srgbClr val="BFBFBF"/>
            </a:solidFill>
            <a:prstDash val="solid"/>
            <a:round/>
            <a:headEnd len="sm" w="sm" type="none"/>
            <a:tailEnd len="sm" w="sm" type="none"/>
          </a:ln>
        </p:spPr>
        <p:txBody>
          <a:bodyPr anchorCtr="0" anchor="t" bIns="41050" lIns="82100" spcFirstLastPara="1" rIns="82100" wrap="square" tIns="41050">
            <a:noAutofit/>
          </a:bodyPr>
          <a:lstStyle/>
          <a:p>
            <a:pPr indent="0" lvl="0" marL="0" marR="0" rtl="0" algn="l">
              <a:lnSpc>
                <a:spcPct val="100000"/>
              </a:lnSpc>
              <a:spcBef>
                <a:spcPts val="0"/>
              </a:spcBef>
              <a:spcAft>
                <a:spcPts val="0"/>
              </a:spcAft>
              <a:buNone/>
            </a:pPr>
            <a:r>
              <a:t/>
            </a:r>
            <a:endParaRPr b="0" i="0" sz="1600" u="none">
              <a:solidFill>
                <a:schemeClr val="dk1"/>
              </a:solidFill>
              <a:latin typeface="Arial"/>
              <a:ea typeface="Arial"/>
              <a:cs typeface="Arial"/>
              <a:sym typeface="Arial"/>
            </a:endParaRPr>
          </a:p>
        </p:txBody>
      </p:sp>
      <p:sp>
        <p:nvSpPr>
          <p:cNvPr id="10741" name="Google Shape;10741;p179"/>
          <p:cNvSpPr txBox="1"/>
          <p:nvPr/>
        </p:nvSpPr>
        <p:spPr>
          <a:xfrm>
            <a:off x="306397" y="1373931"/>
            <a:ext cx="4694100" cy="282000"/>
          </a:xfrm>
          <a:prstGeom prst="rect">
            <a:avLst/>
          </a:prstGeom>
          <a:solidFill>
            <a:srgbClr val="FED86F"/>
          </a:solidFill>
          <a:ln cap="flat" cmpd="sng" w="19050">
            <a:solidFill>
              <a:srgbClr val="BFBFBF"/>
            </a:solidFill>
            <a:prstDash val="solid"/>
            <a:round/>
            <a:headEnd len="sm" w="sm" type="none"/>
            <a:tailEnd len="sm" w="sm" type="none"/>
          </a:ln>
        </p:spPr>
        <p:txBody>
          <a:bodyPr anchorCtr="0" anchor="t" bIns="41050" lIns="82100" spcFirstLastPara="1" rIns="82100" wrap="square" tIns="41050">
            <a:noAutofit/>
          </a:bodyPr>
          <a:lstStyle/>
          <a:p>
            <a:pPr indent="0" lvl="0" marL="0" marR="0" rtl="0" algn="l">
              <a:lnSpc>
                <a:spcPct val="100000"/>
              </a:lnSpc>
              <a:spcBef>
                <a:spcPts val="0"/>
              </a:spcBef>
              <a:spcAft>
                <a:spcPts val="0"/>
              </a:spcAft>
              <a:buClr>
                <a:schemeClr val="dk1"/>
              </a:buClr>
              <a:buSzPts val="1400"/>
              <a:buFont typeface="Arial"/>
              <a:buNone/>
            </a:pPr>
            <a:r>
              <a:rPr b="1" lang="es-419" sz="1200">
                <a:solidFill>
                  <a:schemeClr val="dk1"/>
                </a:solidFill>
                <a:latin typeface="Arvo"/>
                <a:ea typeface="Arvo"/>
                <a:cs typeface="Arvo"/>
                <a:sym typeface="Arvo"/>
              </a:rPr>
              <a:t>Variable Identificada </a:t>
            </a:r>
            <a:r>
              <a:rPr b="1" i="0" lang="es-419" sz="1200" u="none">
                <a:solidFill>
                  <a:schemeClr val="dk1"/>
                </a:solidFill>
                <a:latin typeface="Arvo"/>
                <a:ea typeface="Arvo"/>
                <a:cs typeface="Arvo"/>
                <a:sym typeface="Arvo"/>
              </a:rPr>
              <a:t>1: </a:t>
            </a:r>
            <a:endParaRPr sz="1200">
              <a:latin typeface="Arvo"/>
              <a:ea typeface="Arvo"/>
              <a:cs typeface="Arvo"/>
              <a:sym typeface="Arvo"/>
            </a:endParaRPr>
          </a:p>
        </p:txBody>
      </p:sp>
      <p:sp>
        <p:nvSpPr>
          <p:cNvPr id="10742" name="Google Shape;10742;p179"/>
          <p:cNvSpPr txBox="1"/>
          <p:nvPr/>
        </p:nvSpPr>
        <p:spPr>
          <a:xfrm>
            <a:off x="314150" y="3149807"/>
            <a:ext cx="4694100" cy="1691100"/>
          </a:xfrm>
          <a:prstGeom prst="rect">
            <a:avLst/>
          </a:prstGeom>
          <a:solidFill>
            <a:schemeClr val="lt1"/>
          </a:solidFill>
          <a:ln cap="flat" cmpd="sng" w="28575">
            <a:solidFill>
              <a:srgbClr val="BFBFBF"/>
            </a:solidFill>
            <a:prstDash val="solid"/>
            <a:round/>
            <a:headEnd len="sm" w="sm" type="none"/>
            <a:tailEnd len="sm" w="sm" type="none"/>
          </a:ln>
        </p:spPr>
        <p:txBody>
          <a:bodyPr anchorCtr="0" anchor="t" bIns="41050" lIns="82100" spcFirstLastPara="1" rIns="82100" wrap="square" tIns="41050">
            <a:noAutofit/>
          </a:bodyPr>
          <a:lstStyle/>
          <a:p>
            <a:pPr indent="0" lvl="0" marL="0" marR="0" rtl="0" algn="l">
              <a:lnSpc>
                <a:spcPct val="100000"/>
              </a:lnSpc>
              <a:spcBef>
                <a:spcPts val="0"/>
              </a:spcBef>
              <a:spcAft>
                <a:spcPts val="0"/>
              </a:spcAft>
              <a:buNone/>
            </a:pPr>
            <a:r>
              <a:t/>
            </a:r>
            <a:endParaRPr b="0" i="0" sz="1600" u="none">
              <a:solidFill>
                <a:schemeClr val="dk1"/>
              </a:solidFill>
              <a:latin typeface="Arial"/>
              <a:ea typeface="Arial"/>
              <a:cs typeface="Arial"/>
              <a:sym typeface="Arial"/>
            </a:endParaRPr>
          </a:p>
        </p:txBody>
      </p:sp>
      <p:sp>
        <p:nvSpPr>
          <p:cNvPr id="10743" name="Google Shape;10743;p179"/>
          <p:cNvSpPr txBox="1"/>
          <p:nvPr/>
        </p:nvSpPr>
        <p:spPr>
          <a:xfrm>
            <a:off x="314150" y="3149807"/>
            <a:ext cx="4694100" cy="282000"/>
          </a:xfrm>
          <a:prstGeom prst="rect">
            <a:avLst/>
          </a:prstGeom>
          <a:solidFill>
            <a:srgbClr val="FED86F"/>
          </a:solidFill>
          <a:ln cap="flat" cmpd="sng" w="19050">
            <a:solidFill>
              <a:srgbClr val="BFBFBF"/>
            </a:solidFill>
            <a:prstDash val="solid"/>
            <a:round/>
            <a:headEnd len="sm" w="sm" type="none"/>
            <a:tailEnd len="sm" w="sm" type="none"/>
          </a:ln>
        </p:spPr>
        <p:txBody>
          <a:bodyPr anchorCtr="0" anchor="t" bIns="41050" lIns="82100" spcFirstLastPara="1" rIns="82100" wrap="square" tIns="41050">
            <a:noAutofit/>
          </a:bodyPr>
          <a:lstStyle/>
          <a:p>
            <a:pPr indent="0" lvl="0" marL="0" marR="0" rtl="0" algn="l">
              <a:lnSpc>
                <a:spcPct val="100000"/>
              </a:lnSpc>
              <a:spcBef>
                <a:spcPts val="0"/>
              </a:spcBef>
              <a:spcAft>
                <a:spcPts val="0"/>
              </a:spcAft>
              <a:buClr>
                <a:schemeClr val="dk1"/>
              </a:buClr>
              <a:buSzPts val="1400"/>
              <a:buFont typeface="Arial"/>
              <a:buNone/>
            </a:pPr>
            <a:r>
              <a:rPr b="1" lang="es-419" sz="1200">
                <a:solidFill>
                  <a:schemeClr val="dk1"/>
                </a:solidFill>
                <a:latin typeface="Arvo"/>
                <a:ea typeface="Arvo"/>
                <a:cs typeface="Arvo"/>
                <a:sym typeface="Arvo"/>
              </a:rPr>
              <a:t>Variable Identificada </a:t>
            </a:r>
            <a:r>
              <a:rPr b="1" i="0" lang="es-419" sz="1200" u="none">
                <a:solidFill>
                  <a:schemeClr val="dk1"/>
                </a:solidFill>
                <a:latin typeface="Arvo"/>
                <a:ea typeface="Arvo"/>
                <a:cs typeface="Arvo"/>
                <a:sym typeface="Arvo"/>
              </a:rPr>
              <a:t>2: </a:t>
            </a:r>
            <a:endParaRPr sz="1200">
              <a:latin typeface="Arvo"/>
              <a:ea typeface="Arvo"/>
              <a:cs typeface="Arvo"/>
              <a:sym typeface="Arvo"/>
            </a:endParaRPr>
          </a:p>
        </p:txBody>
      </p:sp>
      <p:sp>
        <p:nvSpPr>
          <p:cNvPr id="10744" name="Google Shape;10744;p179"/>
          <p:cNvSpPr txBox="1"/>
          <p:nvPr/>
        </p:nvSpPr>
        <p:spPr>
          <a:xfrm>
            <a:off x="306397" y="4933811"/>
            <a:ext cx="4694100" cy="1689000"/>
          </a:xfrm>
          <a:prstGeom prst="rect">
            <a:avLst/>
          </a:prstGeom>
          <a:solidFill>
            <a:schemeClr val="lt1"/>
          </a:solidFill>
          <a:ln cap="flat" cmpd="sng" w="28575">
            <a:solidFill>
              <a:srgbClr val="BFBFBF"/>
            </a:solidFill>
            <a:prstDash val="solid"/>
            <a:round/>
            <a:headEnd len="sm" w="sm" type="none"/>
            <a:tailEnd len="sm" w="sm" type="none"/>
          </a:ln>
        </p:spPr>
        <p:txBody>
          <a:bodyPr anchorCtr="0" anchor="t" bIns="41050" lIns="82100" spcFirstLastPara="1" rIns="82100" wrap="square" tIns="41050">
            <a:noAutofit/>
          </a:bodyPr>
          <a:lstStyle/>
          <a:p>
            <a:pPr indent="0" lvl="0" marL="0" marR="0" rtl="0" algn="l">
              <a:lnSpc>
                <a:spcPct val="100000"/>
              </a:lnSpc>
              <a:spcBef>
                <a:spcPts val="0"/>
              </a:spcBef>
              <a:spcAft>
                <a:spcPts val="0"/>
              </a:spcAft>
              <a:buNone/>
            </a:pPr>
            <a:r>
              <a:t/>
            </a:r>
            <a:endParaRPr b="0" i="0" sz="1600" u="none">
              <a:solidFill>
                <a:schemeClr val="dk1"/>
              </a:solidFill>
              <a:latin typeface="Arial"/>
              <a:ea typeface="Arial"/>
              <a:cs typeface="Arial"/>
              <a:sym typeface="Arial"/>
            </a:endParaRPr>
          </a:p>
        </p:txBody>
      </p:sp>
      <p:sp>
        <p:nvSpPr>
          <p:cNvPr id="10745" name="Google Shape;10745;p179"/>
          <p:cNvSpPr txBox="1"/>
          <p:nvPr/>
        </p:nvSpPr>
        <p:spPr>
          <a:xfrm>
            <a:off x="306397" y="4933811"/>
            <a:ext cx="4694100" cy="282000"/>
          </a:xfrm>
          <a:prstGeom prst="rect">
            <a:avLst/>
          </a:prstGeom>
          <a:solidFill>
            <a:srgbClr val="FED86F"/>
          </a:solidFill>
          <a:ln cap="flat" cmpd="sng" w="19050">
            <a:solidFill>
              <a:srgbClr val="BFBFBF"/>
            </a:solidFill>
            <a:prstDash val="solid"/>
            <a:round/>
            <a:headEnd len="sm" w="sm" type="none"/>
            <a:tailEnd len="sm" w="sm" type="none"/>
          </a:ln>
        </p:spPr>
        <p:txBody>
          <a:bodyPr anchorCtr="0" anchor="t" bIns="41050" lIns="82100" spcFirstLastPara="1" rIns="82100" wrap="square" tIns="41050">
            <a:noAutofit/>
          </a:bodyPr>
          <a:lstStyle/>
          <a:p>
            <a:pPr indent="0" lvl="0" marL="0" marR="0" rtl="0" algn="l">
              <a:lnSpc>
                <a:spcPct val="100000"/>
              </a:lnSpc>
              <a:spcBef>
                <a:spcPts val="0"/>
              </a:spcBef>
              <a:spcAft>
                <a:spcPts val="0"/>
              </a:spcAft>
              <a:buClr>
                <a:schemeClr val="dk1"/>
              </a:buClr>
              <a:buSzPts val="1400"/>
              <a:buFont typeface="Arial"/>
              <a:buNone/>
            </a:pPr>
            <a:r>
              <a:rPr b="1" lang="es-419" sz="1200">
                <a:solidFill>
                  <a:schemeClr val="dk1"/>
                </a:solidFill>
                <a:latin typeface="Arvo"/>
                <a:ea typeface="Arvo"/>
                <a:cs typeface="Arvo"/>
                <a:sym typeface="Arvo"/>
              </a:rPr>
              <a:t>Variable Identificada </a:t>
            </a:r>
            <a:r>
              <a:rPr b="1" i="0" lang="es-419" sz="1200" u="none">
                <a:solidFill>
                  <a:schemeClr val="dk1"/>
                </a:solidFill>
                <a:latin typeface="Arvo"/>
                <a:ea typeface="Arvo"/>
                <a:cs typeface="Arvo"/>
                <a:sym typeface="Arvo"/>
              </a:rPr>
              <a:t>3: </a:t>
            </a:r>
            <a:endParaRPr sz="1200">
              <a:latin typeface="Arvo"/>
              <a:ea typeface="Arvo"/>
              <a:cs typeface="Arvo"/>
              <a:sym typeface="Arvo"/>
            </a:endParaRPr>
          </a:p>
        </p:txBody>
      </p:sp>
      <p:sp>
        <p:nvSpPr>
          <p:cNvPr id="10746" name="Google Shape;10746;p179"/>
          <p:cNvSpPr txBox="1"/>
          <p:nvPr/>
        </p:nvSpPr>
        <p:spPr>
          <a:xfrm>
            <a:off x="-3408589" y="1350965"/>
            <a:ext cx="819300" cy="736200"/>
          </a:xfrm>
          <a:prstGeom prst="rect">
            <a:avLst/>
          </a:prstGeom>
          <a:solidFill>
            <a:srgbClr val="FDEEA5"/>
          </a:solidFill>
          <a:ln cap="flat" cmpd="sng" w="9525">
            <a:solidFill>
              <a:srgbClr val="FCE46F"/>
            </a:solidFill>
            <a:prstDash val="solid"/>
            <a:round/>
            <a:headEnd len="sm" w="sm" type="none"/>
            <a:tailEnd len="sm" w="sm" type="none"/>
          </a:ln>
          <a:effectLst>
            <a:outerShdw blurRad="63500" dir="8100000" dist="38100">
              <a:srgbClr val="000000">
                <a:alpha val="39610"/>
              </a:srgbClr>
            </a:outerShdw>
          </a:effectLst>
        </p:spPr>
        <p:txBody>
          <a:bodyPr anchorCtr="0" anchor="t" bIns="41050" lIns="82100" spcFirstLastPara="1" rIns="82100" wrap="square" tIns="41050">
            <a:noAutofit/>
          </a:bodyPr>
          <a:lstStyle/>
          <a:p>
            <a:pPr indent="0" lvl="0" marL="0" marR="0" rtl="0" algn="l">
              <a:lnSpc>
                <a:spcPct val="100000"/>
              </a:lnSpc>
              <a:spcBef>
                <a:spcPts val="0"/>
              </a:spcBef>
              <a:spcAft>
                <a:spcPts val="0"/>
              </a:spcAft>
              <a:buNone/>
            </a:pPr>
            <a:r>
              <a:t/>
            </a:r>
            <a:endParaRPr b="0" i="0" sz="1600" u="none">
              <a:solidFill>
                <a:schemeClr val="dk1"/>
              </a:solidFill>
              <a:latin typeface="Arial"/>
              <a:ea typeface="Arial"/>
              <a:cs typeface="Arial"/>
              <a:sym typeface="Arial"/>
            </a:endParaRPr>
          </a:p>
        </p:txBody>
      </p:sp>
      <p:sp>
        <p:nvSpPr>
          <p:cNvPr id="10747" name="Google Shape;10747;p179"/>
          <p:cNvSpPr txBox="1"/>
          <p:nvPr/>
        </p:nvSpPr>
        <p:spPr>
          <a:xfrm>
            <a:off x="-2474754" y="1350965"/>
            <a:ext cx="821100" cy="736200"/>
          </a:xfrm>
          <a:prstGeom prst="rect">
            <a:avLst/>
          </a:prstGeom>
          <a:solidFill>
            <a:srgbClr val="FDEEA5"/>
          </a:solidFill>
          <a:ln cap="flat" cmpd="sng" w="9525">
            <a:solidFill>
              <a:srgbClr val="FCE46F"/>
            </a:solidFill>
            <a:prstDash val="solid"/>
            <a:round/>
            <a:headEnd len="sm" w="sm" type="none"/>
            <a:tailEnd len="sm" w="sm" type="none"/>
          </a:ln>
          <a:effectLst>
            <a:outerShdw blurRad="63500" dir="8100000" dist="38100">
              <a:srgbClr val="000000">
                <a:alpha val="39610"/>
              </a:srgbClr>
            </a:outerShdw>
          </a:effectLst>
        </p:spPr>
        <p:txBody>
          <a:bodyPr anchorCtr="0" anchor="t" bIns="41050" lIns="82100" spcFirstLastPara="1" rIns="82100" wrap="square" tIns="41050">
            <a:noAutofit/>
          </a:bodyPr>
          <a:lstStyle/>
          <a:p>
            <a:pPr indent="0" lvl="0" marL="0" marR="0" rtl="0" algn="l">
              <a:lnSpc>
                <a:spcPct val="100000"/>
              </a:lnSpc>
              <a:spcBef>
                <a:spcPts val="0"/>
              </a:spcBef>
              <a:spcAft>
                <a:spcPts val="0"/>
              </a:spcAft>
              <a:buNone/>
            </a:pPr>
            <a:r>
              <a:t/>
            </a:r>
            <a:endParaRPr b="0" i="0" sz="1600" u="none">
              <a:solidFill>
                <a:schemeClr val="dk1"/>
              </a:solidFill>
              <a:latin typeface="Arial"/>
              <a:ea typeface="Arial"/>
              <a:cs typeface="Arial"/>
              <a:sym typeface="Arial"/>
            </a:endParaRPr>
          </a:p>
        </p:txBody>
      </p:sp>
      <p:sp>
        <p:nvSpPr>
          <p:cNvPr id="10748" name="Google Shape;10748;p179"/>
          <p:cNvSpPr txBox="1"/>
          <p:nvPr/>
        </p:nvSpPr>
        <p:spPr>
          <a:xfrm>
            <a:off x="-1536099" y="1350965"/>
            <a:ext cx="821100" cy="736200"/>
          </a:xfrm>
          <a:prstGeom prst="rect">
            <a:avLst/>
          </a:prstGeom>
          <a:solidFill>
            <a:srgbClr val="FDEEA5"/>
          </a:solidFill>
          <a:ln cap="flat" cmpd="sng" w="9525">
            <a:solidFill>
              <a:srgbClr val="FCE46F"/>
            </a:solidFill>
            <a:prstDash val="solid"/>
            <a:round/>
            <a:headEnd len="sm" w="sm" type="none"/>
            <a:tailEnd len="sm" w="sm" type="none"/>
          </a:ln>
          <a:effectLst>
            <a:outerShdw blurRad="63500" dir="8100000" dist="38100">
              <a:srgbClr val="000000">
                <a:alpha val="39610"/>
              </a:srgbClr>
            </a:outerShdw>
          </a:effectLst>
        </p:spPr>
        <p:txBody>
          <a:bodyPr anchorCtr="0" anchor="t" bIns="41050" lIns="82100" spcFirstLastPara="1" rIns="82100" wrap="square" tIns="41050">
            <a:noAutofit/>
          </a:bodyPr>
          <a:lstStyle/>
          <a:p>
            <a:pPr indent="0" lvl="0" marL="0" marR="0" rtl="0" algn="l">
              <a:lnSpc>
                <a:spcPct val="100000"/>
              </a:lnSpc>
              <a:spcBef>
                <a:spcPts val="0"/>
              </a:spcBef>
              <a:spcAft>
                <a:spcPts val="0"/>
              </a:spcAft>
              <a:buNone/>
            </a:pPr>
            <a:r>
              <a:t/>
            </a:r>
            <a:endParaRPr b="0" i="0" sz="1600" u="none">
              <a:solidFill>
                <a:schemeClr val="dk1"/>
              </a:solidFill>
              <a:latin typeface="Arial"/>
              <a:ea typeface="Arial"/>
              <a:cs typeface="Arial"/>
              <a:sym typeface="Arial"/>
            </a:endParaRPr>
          </a:p>
        </p:txBody>
      </p:sp>
      <p:sp>
        <p:nvSpPr>
          <p:cNvPr id="10749" name="Google Shape;10749;p179"/>
          <p:cNvSpPr txBox="1"/>
          <p:nvPr/>
        </p:nvSpPr>
        <p:spPr>
          <a:xfrm>
            <a:off x="-3408589" y="2204372"/>
            <a:ext cx="819300" cy="736200"/>
          </a:xfrm>
          <a:prstGeom prst="rect">
            <a:avLst/>
          </a:prstGeom>
          <a:solidFill>
            <a:srgbClr val="FDEEA5"/>
          </a:solidFill>
          <a:ln cap="flat" cmpd="sng" w="9525">
            <a:solidFill>
              <a:srgbClr val="FCE46F"/>
            </a:solidFill>
            <a:prstDash val="solid"/>
            <a:round/>
            <a:headEnd len="sm" w="sm" type="none"/>
            <a:tailEnd len="sm" w="sm" type="none"/>
          </a:ln>
          <a:effectLst>
            <a:outerShdw blurRad="63500" dir="8100000" dist="38100">
              <a:srgbClr val="000000">
                <a:alpha val="39610"/>
              </a:srgbClr>
            </a:outerShdw>
          </a:effectLst>
        </p:spPr>
        <p:txBody>
          <a:bodyPr anchorCtr="0" anchor="t" bIns="41050" lIns="82100" spcFirstLastPara="1" rIns="82100" wrap="square" tIns="41050">
            <a:noAutofit/>
          </a:bodyPr>
          <a:lstStyle/>
          <a:p>
            <a:pPr indent="0" lvl="0" marL="0" marR="0" rtl="0" algn="l">
              <a:lnSpc>
                <a:spcPct val="100000"/>
              </a:lnSpc>
              <a:spcBef>
                <a:spcPts val="0"/>
              </a:spcBef>
              <a:spcAft>
                <a:spcPts val="0"/>
              </a:spcAft>
              <a:buNone/>
            </a:pPr>
            <a:r>
              <a:t/>
            </a:r>
            <a:endParaRPr b="0" i="0" sz="1600" u="none">
              <a:solidFill>
                <a:schemeClr val="dk1"/>
              </a:solidFill>
              <a:latin typeface="Arial"/>
              <a:ea typeface="Arial"/>
              <a:cs typeface="Arial"/>
              <a:sym typeface="Arial"/>
            </a:endParaRPr>
          </a:p>
        </p:txBody>
      </p:sp>
      <p:sp>
        <p:nvSpPr>
          <p:cNvPr id="10750" name="Google Shape;10750;p179"/>
          <p:cNvSpPr txBox="1"/>
          <p:nvPr/>
        </p:nvSpPr>
        <p:spPr>
          <a:xfrm>
            <a:off x="-2474754" y="2204372"/>
            <a:ext cx="821100" cy="736200"/>
          </a:xfrm>
          <a:prstGeom prst="rect">
            <a:avLst/>
          </a:prstGeom>
          <a:solidFill>
            <a:srgbClr val="FDEEA5"/>
          </a:solidFill>
          <a:ln cap="flat" cmpd="sng" w="9525">
            <a:solidFill>
              <a:srgbClr val="FCE46F"/>
            </a:solidFill>
            <a:prstDash val="solid"/>
            <a:round/>
            <a:headEnd len="sm" w="sm" type="none"/>
            <a:tailEnd len="sm" w="sm" type="none"/>
          </a:ln>
          <a:effectLst>
            <a:outerShdw blurRad="63500" dir="8100000" dist="38100">
              <a:srgbClr val="000000">
                <a:alpha val="39610"/>
              </a:srgbClr>
            </a:outerShdw>
          </a:effectLst>
        </p:spPr>
        <p:txBody>
          <a:bodyPr anchorCtr="0" anchor="t" bIns="41050" lIns="82100" spcFirstLastPara="1" rIns="82100" wrap="square" tIns="41050">
            <a:noAutofit/>
          </a:bodyPr>
          <a:lstStyle/>
          <a:p>
            <a:pPr indent="0" lvl="0" marL="0" marR="0" rtl="0" algn="l">
              <a:lnSpc>
                <a:spcPct val="100000"/>
              </a:lnSpc>
              <a:spcBef>
                <a:spcPts val="0"/>
              </a:spcBef>
              <a:spcAft>
                <a:spcPts val="0"/>
              </a:spcAft>
              <a:buNone/>
            </a:pPr>
            <a:r>
              <a:t/>
            </a:r>
            <a:endParaRPr b="0" i="0" sz="1600" u="none">
              <a:solidFill>
                <a:schemeClr val="dk1"/>
              </a:solidFill>
              <a:latin typeface="Arial"/>
              <a:ea typeface="Arial"/>
              <a:cs typeface="Arial"/>
              <a:sym typeface="Arial"/>
            </a:endParaRPr>
          </a:p>
        </p:txBody>
      </p:sp>
      <p:sp>
        <p:nvSpPr>
          <p:cNvPr id="10751" name="Google Shape;10751;p179"/>
          <p:cNvSpPr txBox="1"/>
          <p:nvPr/>
        </p:nvSpPr>
        <p:spPr>
          <a:xfrm>
            <a:off x="-1536099" y="2204372"/>
            <a:ext cx="821100" cy="736200"/>
          </a:xfrm>
          <a:prstGeom prst="rect">
            <a:avLst/>
          </a:prstGeom>
          <a:solidFill>
            <a:srgbClr val="FDEEA5"/>
          </a:solidFill>
          <a:ln cap="flat" cmpd="sng" w="9525">
            <a:solidFill>
              <a:srgbClr val="FCE46F"/>
            </a:solidFill>
            <a:prstDash val="solid"/>
            <a:round/>
            <a:headEnd len="sm" w="sm" type="none"/>
            <a:tailEnd len="sm" w="sm" type="none"/>
          </a:ln>
          <a:effectLst>
            <a:outerShdw blurRad="63500" dir="8100000" dist="38100">
              <a:srgbClr val="000000">
                <a:alpha val="39610"/>
              </a:srgbClr>
            </a:outerShdw>
          </a:effectLst>
        </p:spPr>
        <p:txBody>
          <a:bodyPr anchorCtr="0" anchor="t" bIns="41050" lIns="82100" spcFirstLastPara="1" rIns="82100" wrap="square" tIns="41050">
            <a:noAutofit/>
          </a:bodyPr>
          <a:lstStyle/>
          <a:p>
            <a:pPr indent="0" lvl="0" marL="0" marR="0" rtl="0" algn="l">
              <a:lnSpc>
                <a:spcPct val="100000"/>
              </a:lnSpc>
              <a:spcBef>
                <a:spcPts val="0"/>
              </a:spcBef>
              <a:spcAft>
                <a:spcPts val="0"/>
              </a:spcAft>
              <a:buNone/>
            </a:pPr>
            <a:r>
              <a:t/>
            </a:r>
            <a:endParaRPr b="0" i="0" sz="1600" u="none">
              <a:solidFill>
                <a:schemeClr val="dk1"/>
              </a:solidFill>
              <a:latin typeface="Arial"/>
              <a:ea typeface="Arial"/>
              <a:cs typeface="Arial"/>
              <a:sym typeface="Arial"/>
            </a:endParaRPr>
          </a:p>
        </p:txBody>
      </p:sp>
      <p:sp>
        <p:nvSpPr>
          <p:cNvPr id="10752" name="Google Shape;10752;p179"/>
          <p:cNvSpPr txBox="1"/>
          <p:nvPr/>
        </p:nvSpPr>
        <p:spPr>
          <a:xfrm>
            <a:off x="-3408589" y="3078973"/>
            <a:ext cx="819300" cy="736200"/>
          </a:xfrm>
          <a:prstGeom prst="rect">
            <a:avLst/>
          </a:prstGeom>
          <a:solidFill>
            <a:srgbClr val="FDEEA5"/>
          </a:solidFill>
          <a:ln cap="flat" cmpd="sng" w="9525">
            <a:solidFill>
              <a:srgbClr val="FCE46F"/>
            </a:solidFill>
            <a:prstDash val="solid"/>
            <a:round/>
            <a:headEnd len="sm" w="sm" type="none"/>
            <a:tailEnd len="sm" w="sm" type="none"/>
          </a:ln>
          <a:effectLst>
            <a:outerShdw blurRad="63500" dir="8100000" dist="38100">
              <a:srgbClr val="000000">
                <a:alpha val="39610"/>
              </a:srgbClr>
            </a:outerShdw>
          </a:effectLst>
        </p:spPr>
        <p:txBody>
          <a:bodyPr anchorCtr="0" anchor="t" bIns="41050" lIns="82100" spcFirstLastPara="1" rIns="82100" wrap="square" tIns="41050">
            <a:noAutofit/>
          </a:bodyPr>
          <a:lstStyle/>
          <a:p>
            <a:pPr indent="0" lvl="0" marL="0" marR="0" rtl="0" algn="l">
              <a:lnSpc>
                <a:spcPct val="100000"/>
              </a:lnSpc>
              <a:spcBef>
                <a:spcPts val="0"/>
              </a:spcBef>
              <a:spcAft>
                <a:spcPts val="0"/>
              </a:spcAft>
              <a:buNone/>
            </a:pPr>
            <a:r>
              <a:t/>
            </a:r>
            <a:endParaRPr b="0" i="0" sz="1600" u="none">
              <a:solidFill>
                <a:schemeClr val="dk1"/>
              </a:solidFill>
              <a:latin typeface="Arial"/>
              <a:ea typeface="Arial"/>
              <a:cs typeface="Arial"/>
              <a:sym typeface="Arial"/>
            </a:endParaRPr>
          </a:p>
        </p:txBody>
      </p:sp>
      <p:sp>
        <p:nvSpPr>
          <p:cNvPr id="10753" name="Google Shape;10753;p179"/>
          <p:cNvSpPr txBox="1"/>
          <p:nvPr/>
        </p:nvSpPr>
        <p:spPr>
          <a:xfrm>
            <a:off x="-2474754" y="3078973"/>
            <a:ext cx="821100" cy="736200"/>
          </a:xfrm>
          <a:prstGeom prst="rect">
            <a:avLst/>
          </a:prstGeom>
          <a:solidFill>
            <a:srgbClr val="FDEEA5"/>
          </a:solidFill>
          <a:ln cap="flat" cmpd="sng" w="9525">
            <a:solidFill>
              <a:srgbClr val="FCE46F"/>
            </a:solidFill>
            <a:prstDash val="solid"/>
            <a:round/>
            <a:headEnd len="sm" w="sm" type="none"/>
            <a:tailEnd len="sm" w="sm" type="none"/>
          </a:ln>
          <a:effectLst>
            <a:outerShdw blurRad="63500" dir="8100000" dist="38100">
              <a:srgbClr val="000000">
                <a:alpha val="39610"/>
              </a:srgbClr>
            </a:outerShdw>
          </a:effectLst>
        </p:spPr>
        <p:txBody>
          <a:bodyPr anchorCtr="0" anchor="t" bIns="41050" lIns="82100" spcFirstLastPara="1" rIns="82100" wrap="square" tIns="41050">
            <a:noAutofit/>
          </a:bodyPr>
          <a:lstStyle/>
          <a:p>
            <a:pPr indent="0" lvl="0" marL="0" marR="0" rtl="0" algn="l">
              <a:lnSpc>
                <a:spcPct val="100000"/>
              </a:lnSpc>
              <a:spcBef>
                <a:spcPts val="0"/>
              </a:spcBef>
              <a:spcAft>
                <a:spcPts val="0"/>
              </a:spcAft>
              <a:buNone/>
            </a:pPr>
            <a:r>
              <a:t/>
            </a:r>
            <a:endParaRPr b="0" i="0" sz="1600" u="none">
              <a:solidFill>
                <a:schemeClr val="dk1"/>
              </a:solidFill>
              <a:latin typeface="Arial"/>
              <a:ea typeface="Arial"/>
              <a:cs typeface="Arial"/>
              <a:sym typeface="Arial"/>
            </a:endParaRPr>
          </a:p>
        </p:txBody>
      </p:sp>
      <p:sp>
        <p:nvSpPr>
          <p:cNvPr id="10754" name="Google Shape;10754;p179"/>
          <p:cNvSpPr txBox="1"/>
          <p:nvPr/>
        </p:nvSpPr>
        <p:spPr>
          <a:xfrm>
            <a:off x="-1536099" y="3078973"/>
            <a:ext cx="821100" cy="736200"/>
          </a:xfrm>
          <a:prstGeom prst="rect">
            <a:avLst/>
          </a:prstGeom>
          <a:solidFill>
            <a:srgbClr val="FDEEA5"/>
          </a:solidFill>
          <a:ln cap="flat" cmpd="sng" w="9525">
            <a:solidFill>
              <a:srgbClr val="FCE46F"/>
            </a:solidFill>
            <a:prstDash val="solid"/>
            <a:round/>
            <a:headEnd len="sm" w="sm" type="none"/>
            <a:tailEnd len="sm" w="sm" type="none"/>
          </a:ln>
          <a:effectLst>
            <a:outerShdw blurRad="63500" dir="8100000" dist="38100">
              <a:srgbClr val="000000">
                <a:alpha val="39610"/>
              </a:srgbClr>
            </a:outerShdw>
          </a:effectLst>
        </p:spPr>
        <p:txBody>
          <a:bodyPr anchorCtr="0" anchor="t" bIns="41050" lIns="82100" spcFirstLastPara="1" rIns="82100" wrap="square" tIns="41050">
            <a:noAutofit/>
          </a:bodyPr>
          <a:lstStyle/>
          <a:p>
            <a:pPr indent="0" lvl="0" marL="0" marR="0" rtl="0" algn="l">
              <a:lnSpc>
                <a:spcPct val="100000"/>
              </a:lnSpc>
              <a:spcBef>
                <a:spcPts val="0"/>
              </a:spcBef>
              <a:spcAft>
                <a:spcPts val="0"/>
              </a:spcAft>
              <a:buNone/>
            </a:pPr>
            <a:r>
              <a:t/>
            </a:r>
            <a:endParaRPr b="0" i="0" sz="1600" u="none">
              <a:solidFill>
                <a:schemeClr val="dk1"/>
              </a:solidFill>
              <a:latin typeface="Arial"/>
              <a:ea typeface="Arial"/>
              <a:cs typeface="Arial"/>
              <a:sym typeface="Arial"/>
            </a:endParaRPr>
          </a:p>
        </p:txBody>
      </p:sp>
      <p:sp>
        <p:nvSpPr>
          <p:cNvPr id="10755" name="Google Shape;10755;p179"/>
          <p:cNvSpPr txBox="1"/>
          <p:nvPr/>
        </p:nvSpPr>
        <p:spPr>
          <a:xfrm>
            <a:off x="-3408589" y="3930967"/>
            <a:ext cx="819300" cy="736200"/>
          </a:xfrm>
          <a:prstGeom prst="rect">
            <a:avLst/>
          </a:prstGeom>
          <a:solidFill>
            <a:srgbClr val="FDEEA5"/>
          </a:solidFill>
          <a:ln cap="flat" cmpd="sng" w="9525">
            <a:solidFill>
              <a:srgbClr val="FCE46F"/>
            </a:solidFill>
            <a:prstDash val="solid"/>
            <a:round/>
            <a:headEnd len="sm" w="sm" type="none"/>
            <a:tailEnd len="sm" w="sm" type="none"/>
          </a:ln>
          <a:effectLst>
            <a:outerShdw blurRad="63500" dir="8100000" dist="38100">
              <a:srgbClr val="000000">
                <a:alpha val="39610"/>
              </a:srgbClr>
            </a:outerShdw>
          </a:effectLst>
        </p:spPr>
        <p:txBody>
          <a:bodyPr anchorCtr="0" anchor="t" bIns="41050" lIns="82100" spcFirstLastPara="1" rIns="82100" wrap="square" tIns="41050">
            <a:noAutofit/>
          </a:bodyPr>
          <a:lstStyle/>
          <a:p>
            <a:pPr indent="0" lvl="0" marL="0" marR="0" rtl="0" algn="l">
              <a:lnSpc>
                <a:spcPct val="100000"/>
              </a:lnSpc>
              <a:spcBef>
                <a:spcPts val="0"/>
              </a:spcBef>
              <a:spcAft>
                <a:spcPts val="0"/>
              </a:spcAft>
              <a:buNone/>
            </a:pPr>
            <a:r>
              <a:t/>
            </a:r>
            <a:endParaRPr b="0" i="0" sz="1600" u="none">
              <a:solidFill>
                <a:schemeClr val="dk1"/>
              </a:solidFill>
              <a:latin typeface="Arial"/>
              <a:ea typeface="Arial"/>
              <a:cs typeface="Arial"/>
              <a:sym typeface="Arial"/>
            </a:endParaRPr>
          </a:p>
        </p:txBody>
      </p:sp>
      <p:sp>
        <p:nvSpPr>
          <p:cNvPr id="10756" name="Google Shape;10756;p179"/>
          <p:cNvSpPr txBox="1"/>
          <p:nvPr/>
        </p:nvSpPr>
        <p:spPr>
          <a:xfrm>
            <a:off x="-2474754" y="3930967"/>
            <a:ext cx="821100" cy="736200"/>
          </a:xfrm>
          <a:prstGeom prst="rect">
            <a:avLst/>
          </a:prstGeom>
          <a:solidFill>
            <a:srgbClr val="FDEEA5"/>
          </a:solidFill>
          <a:ln cap="flat" cmpd="sng" w="9525">
            <a:solidFill>
              <a:srgbClr val="FCE46F"/>
            </a:solidFill>
            <a:prstDash val="solid"/>
            <a:round/>
            <a:headEnd len="sm" w="sm" type="none"/>
            <a:tailEnd len="sm" w="sm" type="none"/>
          </a:ln>
          <a:effectLst>
            <a:outerShdw blurRad="63500" dir="8100000" dist="38100">
              <a:srgbClr val="000000">
                <a:alpha val="39610"/>
              </a:srgbClr>
            </a:outerShdw>
          </a:effectLst>
        </p:spPr>
        <p:txBody>
          <a:bodyPr anchorCtr="0" anchor="t" bIns="41050" lIns="82100" spcFirstLastPara="1" rIns="82100" wrap="square" tIns="41050">
            <a:noAutofit/>
          </a:bodyPr>
          <a:lstStyle/>
          <a:p>
            <a:pPr indent="0" lvl="0" marL="0" marR="0" rtl="0" algn="l">
              <a:lnSpc>
                <a:spcPct val="100000"/>
              </a:lnSpc>
              <a:spcBef>
                <a:spcPts val="0"/>
              </a:spcBef>
              <a:spcAft>
                <a:spcPts val="0"/>
              </a:spcAft>
              <a:buNone/>
            </a:pPr>
            <a:r>
              <a:t/>
            </a:r>
            <a:endParaRPr b="0" i="0" sz="1600" u="none">
              <a:solidFill>
                <a:schemeClr val="dk1"/>
              </a:solidFill>
              <a:latin typeface="Arial"/>
              <a:ea typeface="Arial"/>
              <a:cs typeface="Arial"/>
              <a:sym typeface="Arial"/>
            </a:endParaRPr>
          </a:p>
        </p:txBody>
      </p:sp>
      <p:sp>
        <p:nvSpPr>
          <p:cNvPr id="10757" name="Google Shape;10757;p179"/>
          <p:cNvSpPr txBox="1"/>
          <p:nvPr/>
        </p:nvSpPr>
        <p:spPr>
          <a:xfrm>
            <a:off x="-1536099" y="3930967"/>
            <a:ext cx="821100" cy="736200"/>
          </a:xfrm>
          <a:prstGeom prst="rect">
            <a:avLst/>
          </a:prstGeom>
          <a:solidFill>
            <a:srgbClr val="FDEEA5"/>
          </a:solidFill>
          <a:ln cap="flat" cmpd="sng" w="9525">
            <a:solidFill>
              <a:srgbClr val="FCE46F"/>
            </a:solidFill>
            <a:prstDash val="solid"/>
            <a:round/>
            <a:headEnd len="sm" w="sm" type="none"/>
            <a:tailEnd len="sm" w="sm" type="none"/>
          </a:ln>
          <a:effectLst>
            <a:outerShdw blurRad="63500" dir="8100000" dist="38100">
              <a:srgbClr val="000000">
                <a:alpha val="39610"/>
              </a:srgbClr>
            </a:outerShdw>
          </a:effectLst>
        </p:spPr>
        <p:txBody>
          <a:bodyPr anchorCtr="0" anchor="t" bIns="41050" lIns="82100" spcFirstLastPara="1" rIns="82100" wrap="square" tIns="41050">
            <a:noAutofit/>
          </a:bodyPr>
          <a:lstStyle/>
          <a:p>
            <a:pPr indent="0" lvl="0" marL="0" marR="0" rtl="0" algn="l">
              <a:lnSpc>
                <a:spcPct val="100000"/>
              </a:lnSpc>
              <a:spcBef>
                <a:spcPts val="0"/>
              </a:spcBef>
              <a:spcAft>
                <a:spcPts val="0"/>
              </a:spcAft>
              <a:buNone/>
            </a:pPr>
            <a:r>
              <a:t/>
            </a:r>
            <a:endParaRPr b="0" i="0" sz="1600" u="none">
              <a:solidFill>
                <a:schemeClr val="dk1"/>
              </a:solidFill>
              <a:latin typeface="Arial"/>
              <a:ea typeface="Arial"/>
              <a:cs typeface="Arial"/>
              <a:sym typeface="Arial"/>
            </a:endParaRPr>
          </a:p>
        </p:txBody>
      </p:sp>
      <p:sp>
        <p:nvSpPr>
          <p:cNvPr id="10758" name="Google Shape;10758;p179"/>
          <p:cNvSpPr txBox="1"/>
          <p:nvPr/>
        </p:nvSpPr>
        <p:spPr>
          <a:xfrm>
            <a:off x="-3408589" y="4787200"/>
            <a:ext cx="819300" cy="736200"/>
          </a:xfrm>
          <a:prstGeom prst="rect">
            <a:avLst/>
          </a:prstGeom>
          <a:solidFill>
            <a:srgbClr val="FDEEA5"/>
          </a:solidFill>
          <a:ln cap="flat" cmpd="sng" w="9525">
            <a:solidFill>
              <a:srgbClr val="FCE46F"/>
            </a:solidFill>
            <a:prstDash val="solid"/>
            <a:round/>
            <a:headEnd len="sm" w="sm" type="none"/>
            <a:tailEnd len="sm" w="sm" type="none"/>
          </a:ln>
          <a:effectLst>
            <a:outerShdw blurRad="63500" dir="8100000" dist="38100">
              <a:srgbClr val="000000">
                <a:alpha val="39610"/>
              </a:srgbClr>
            </a:outerShdw>
          </a:effectLst>
        </p:spPr>
        <p:txBody>
          <a:bodyPr anchorCtr="0" anchor="t" bIns="41050" lIns="82100" spcFirstLastPara="1" rIns="82100" wrap="square" tIns="41050">
            <a:noAutofit/>
          </a:bodyPr>
          <a:lstStyle/>
          <a:p>
            <a:pPr indent="0" lvl="0" marL="0" marR="0" rtl="0" algn="l">
              <a:lnSpc>
                <a:spcPct val="100000"/>
              </a:lnSpc>
              <a:spcBef>
                <a:spcPts val="0"/>
              </a:spcBef>
              <a:spcAft>
                <a:spcPts val="0"/>
              </a:spcAft>
              <a:buNone/>
            </a:pPr>
            <a:r>
              <a:t/>
            </a:r>
            <a:endParaRPr b="0" i="0" sz="1600" u="none">
              <a:solidFill>
                <a:schemeClr val="dk1"/>
              </a:solidFill>
              <a:latin typeface="Arial"/>
              <a:ea typeface="Arial"/>
              <a:cs typeface="Arial"/>
              <a:sym typeface="Arial"/>
            </a:endParaRPr>
          </a:p>
        </p:txBody>
      </p:sp>
      <p:sp>
        <p:nvSpPr>
          <p:cNvPr id="10759" name="Google Shape;10759;p179"/>
          <p:cNvSpPr txBox="1"/>
          <p:nvPr/>
        </p:nvSpPr>
        <p:spPr>
          <a:xfrm>
            <a:off x="-2474754" y="4787200"/>
            <a:ext cx="821100" cy="736200"/>
          </a:xfrm>
          <a:prstGeom prst="rect">
            <a:avLst/>
          </a:prstGeom>
          <a:solidFill>
            <a:srgbClr val="FDEEA5"/>
          </a:solidFill>
          <a:ln cap="flat" cmpd="sng" w="9525">
            <a:solidFill>
              <a:srgbClr val="FCE46F"/>
            </a:solidFill>
            <a:prstDash val="solid"/>
            <a:round/>
            <a:headEnd len="sm" w="sm" type="none"/>
            <a:tailEnd len="sm" w="sm" type="none"/>
          </a:ln>
          <a:effectLst>
            <a:outerShdw blurRad="63500" dir="8100000" dist="38100">
              <a:srgbClr val="000000">
                <a:alpha val="39610"/>
              </a:srgbClr>
            </a:outerShdw>
          </a:effectLst>
        </p:spPr>
        <p:txBody>
          <a:bodyPr anchorCtr="0" anchor="t" bIns="41050" lIns="82100" spcFirstLastPara="1" rIns="82100" wrap="square" tIns="41050">
            <a:noAutofit/>
          </a:bodyPr>
          <a:lstStyle/>
          <a:p>
            <a:pPr indent="0" lvl="0" marL="0" marR="0" rtl="0" algn="l">
              <a:lnSpc>
                <a:spcPct val="100000"/>
              </a:lnSpc>
              <a:spcBef>
                <a:spcPts val="0"/>
              </a:spcBef>
              <a:spcAft>
                <a:spcPts val="0"/>
              </a:spcAft>
              <a:buNone/>
            </a:pPr>
            <a:r>
              <a:t/>
            </a:r>
            <a:endParaRPr b="0" i="0" sz="1600" u="none">
              <a:solidFill>
                <a:schemeClr val="dk1"/>
              </a:solidFill>
              <a:latin typeface="Arial"/>
              <a:ea typeface="Arial"/>
              <a:cs typeface="Arial"/>
              <a:sym typeface="Arial"/>
            </a:endParaRPr>
          </a:p>
        </p:txBody>
      </p:sp>
      <p:sp>
        <p:nvSpPr>
          <p:cNvPr id="10760" name="Google Shape;10760;p179"/>
          <p:cNvSpPr txBox="1"/>
          <p:nvPr/>
        </p:nvSpPr>
        <p:spPr>
          <a:xfrm>
            <a:off x="-1536099" y="4787200"/>
            <a:ext cx="821100" cy="736200"/>
          </a:xfrm>
          <a:prstGeom prst="rect">
            <a:avLst/>
          </a:prstGeom>
          <a:solidFill>
            <a:srgbClr val="FDEEA5"/>
          </a:solidFill>
          <a:ln cap="flat" cmpd="sng" w="9525">
            <a:solidFill>
              <a:srgbClr val="FCE46F"/>
            </a:solidFill>
            <a:prstDash val="solid"/>
            <a:round/>
            <a:headEnd len="sm" w="sm" type="none"/>
            <a:tailEnd len="sm" w="sm" type="none"/>
          </a:ln>
          <a:effectLst>
            <a:outerShdw blurRad="63500" dir="8100000" dist="38100">
              <a:srgbClr val="000000">
                <a:alpha val="39610"/>
              </a:srgbClr>
            </a:outerShdw>
          </a:effectLst>
        </p:spPr>
        <p:txBody>
          <a:bodyPr anchorCtr="0" anchor="t" bIns="41050" lIns="82100" spcFirstLastPara="1" rIns="82100" wrap="square" tIns="41050">
            <a:noAutofit/>
          </a:bodyPr>
          <a:lstStyle/>
          <a:p>
            <a:pPr indent="0" lvl="0" marL="0" marR="0" rtl="0" algn="l">
              <a:lnSpc>
                <a:spcPct val="100000"/>
              </a:lnSpc>
              <a:spcBef>
                <a:spcPts val="0"/>
              </a:spcBef>
              <a:spcAft>
                <a:spcPts val="0"/>
              </a:spcAft>
              <a:buNone/>
            </a:pPr>
            <a:r>
              <a:t/>
            </a:r>
            <a:endParaRPr b="0" i="0" sz="1600" u="none">
              <a:solidFill>
                <a:schemeClr val="dk1"/>
              </a:solidFill>
              <a:latin typeface="Arial"/>
              <a:ea typeface="Arial"/>
              <a:cs typeface="Arial"/>
              <a:sym typeface="Arial"/>
            </a:endParaRPr>
          </a:p>
        </p:txBody>
      </p:sp>
      <p:sp>
        <p:nvSpPr>
          <p:cNvPr id="10761" name="Google Shape;10761;p179"/>
          <p:cNvSpPr txBox="1"/>
          <p:nvPr/>
        </p:nvSpPr>
        <p:spPr>
          <a:xfrm>
            <a:off x="-3408589" y="5640607"/>
            <a:ext cx="819300" cy="736200"/>
          </a:xfrm>
          <a:prstGeom prst="rect">
            <a:avLst/>
          </a:prstGeom>
          <a:solidFill>
            <a:srgbClr val="FDEEA5"/>
          </a:solidFill>
          <a:ln cap="flat" cmpd="sng" w="9525">
            <a:solidFill>
              <a:srgbClr val="FCE46F"/>
            </a:solidFill>
            <a:prstDash val="solid"/>
            <a:round/>
            <a:headEnd len="sm" w="sm" type="none"/>
            <a:tailEnd len="sm" w="sm" type="none"/>
          </a:ln>
          <a:effectLst>
            <a:outerShdw blurRad="63500" dir="8100000" dist="38100">
              <a:srgbClr val="000000">
                <a:alpha val="39610"/>
              </a:srgbClr>
            </a:outerShdw>
          </a:effectLst>
        </p:spPr>
        <p:txBody>
          <a:bodyPr anchorCtr="0" anchor="t" bIns="41050" lIns="82100" spcFirstLastPara="1" rIns="82100" wrap="square" tIns="41050">
            <a:noAutofit/>
          </a:bodyPr>
          <a:lstStyle/>
          <a:p>
            <a:pPr indent="0" lvl="0" marL="0" marR="0" rtl="0" algn="l">
              <a:lnSpc>
                <a:spcPct val="100000"/>
              </a:lnSpc>
              <a:spcBef>
                <a:spcPts val="0"/>
              </a:spcBef>
              <a:spcAft>
                <a:spcPts val="0"/>
              </a:spcAft>
              <a:buNone/>
            </a:pPr>
            <a:r>
              <a:t/>
            </a:r>
            <a:endParaRPr b="0" i="0" sz="1600" u="none">
              <a:solidFill>
                <a:schemeClr val="dk1"/>
              </a:solidFill>
              <a:latin typeface="Arial"/>
              <a:ea typeface="Arial"/>
              <a:cs typeface="Arial"/>
              <a:sym typeface="Arial"/>
            </a:endParaRPr>
          </a:p>
        </p:txBody>
      </p:sp>
      <p:sp>
        <p:nvSpPr>
          <p:cNvPr id="10762" name="Google Shape;10762;p179"/>
          <p:cNvSpPr txBox="1"/>
          <p:nvPr/>
        </p:nvSpPr>
        <p:spPr>
          <a:xfrm>
            <a:off x="-2474754" y="5640607"/>
            <a:ext cx="821100" cy="736200"/>
          </a:xfrm>
          <a:prstGeom prst="rect">
            <a:avLst/>
          </a:prstGeom>
          <a:solidFill>
            <a:srgbClr val="FDEEA5"/>
          </a:solidFill>
          <a:ln cap="flat" cmpd="sng" w="9525">
            <a:solidFill>
              <a:srgbClr val="FCE46F"/>
            </a:solidFill>
            <a:prstDash val="solid"/>
            <a:round/>
            <a:headEnd len="sm" w="sm" type="none"/>
            <a:tailEnd len="sm" w="sm" type="none"/>
          </a:ln>
          <a:effectLst>
            <a:outerShdw blurRad="63500" dir="8100000" dist="38100">
              <a:srgbClr val="000000">
                <a:alpha val="39610"/>
              </a:srgbClr>
            </a:outerShdw>
          </a:effectLst>
        </p:spPr>
        <p:txBody>
          <a:bodyPr anchorCtr="0" anchor="t" bIns="41050" lIns="82100" spcFirstLastPara="1" rIns="82100" wrap="square" tIns="41050">
            <a:noAutofit/>
          </a:bodyPr>
          <a:lstStyle/>
          <a:p>
            <a:pPr indent="0" lvl="0" marL="0" marR="0" rtl="0" algn="l">
              <a:lnSpc>
                <a:spcPct val="100000"/>
              </a:lnSpc>
              <a:spcBef>
                <a:spcPts val="0"/>
              </a:spcBef>
              <a:spcAft>
                <a:spcPts val="0"/>
              </a:spcAft>
              <a:buNone/>
            </a:pPr>
            <a:r>
              <a:t/>
            </a:r>
            <a:endParaRPr b="0" i="0" sz="1600" u="none">
              <a:solidFill>
                <a:schemeClr val="dk1"/>
              </a:solidFill>
              <a:latin typeface="Arial"/>
              <a:ea typeface="Arial"/>
              <a:cs typeface="Arial"/>
              <a:sym typeface="Arial"/>
            </a:endParaRPr>
          </a:p>
        </p:txBody>
      </p:sp>
      <p:sp>
        <p:nvSpPr>
          <p:cNvPr id="10763" name="Google Shape;10763;p179"/>
          <p:cNvSpPr txBox="1"/>
          <p:nvPr/>
        </p:nvSpPr>
        <p:spPr>
          <a:xfrm>
            <a:off x="-1536099" y="5640607"/>
            <a:ext cx="821100" cy="736200"/>
          </a:xfrm>
          <a:prstGeom prst="rect">
            <a:avLst/>
          </a:prstGeom>
          <a:solidFill>
            <a:srgbClr val="FDEEA5"/>
          </a:solidFill>
          <a:ln cap="flat" cmpd="sng" w="9525">
            <a:solidFill>
              <a:srgbClr val="FCE46F"/>
            </a:solidFill>
            <a:prstDash val="solid"/>
            <a:round/>
            <a:headEnd len="sm" w="sm" type="none"/>
            <a:tailEnd len="sm" w="sm" type="none"/>
          </a:ln>
          <a:effectLst>
            <a:outerShdw blurRad="63500" dir="8100000" dist="38100">
              <a:srgbClr val="000000">
                <a:alpha val="39610"/>
              </a:srgbClr>
            </a:outerShdw>
          </a:effectLst>
        </p:spPr>
        <p:txBody>
          <a:bodyPr anchorCtr="0" anchor="t" bIns="41050" lIns="82100" spcFirstLastPara="1" rIns="82100" wrap="square" tIns="41050">
            <a:noAutofit/>
          </a:bodyPr>
          <a:lstStyle/>
          <a:p>
            <a:pPr indent="0" lvl="0" marL="0" marR="0" rtl="0" algn="l">
              <a:lnSpc>
                <a:spcPct val="100000"/>
              </a:lnSpc>
              <a:spcBef>
                <a:spcPts val="0"/>
              </a:spcBef>
              <a:spcAft>
                <a:spcPts val="0"/>
              </a:spcAft>
              <a:buNone/>
            </a:pPr>
            <a:r>
              <a:t/>
            </a:r>
            <a:endParaRPr b="0" i="0" sz="1600" u="none">
              <a:solidFill>
                <a:schemeClr val="dk1"/>
              </a:solidFill>
              <a:latin typeface="Arial"/>
              <a:ea typeface="Arial"/>
              <a:cs typeface="Arial"/>
              <a:sym typeface="Arial"/>
            </a:endParaRPr>
          </a:p>
        </p:txBody>
      </p:sp>
      <p:sp>
        <p:nvSpPr>
          <p:cNvPr id="10764" name="Google Shape;10764;p179"/>
          <p:cNvSpPr txBox="1"/>
          <p:nvPr/>
        </p:nvSpPr>
        <p:spPr>
          <a:xfrm>
            <a:off x="430431" y="1754573"/>
            <a:ext cx="1364700" cy="1207200"/>
          </a:xfrm>
          <a:prstGeom prst="rect">
            <a:avLst/>
          </a:prstGeom>
          <a:solidFill>
            <a:srgbClr val="FDEEA5"/>
          </a:solidFill>
          <a:ln cap="flat" cmpd="sng" w="9525">
            <a:solidFill>
              <a:srgbClr val="FCE46F"/>
            </a:solidFill>
            <a:prstDash val="solid"/>
            <a:round/>
            <a:headEnd len="sm" w="sm" type="none"/>
            <a:tailEnd len="sm" w="sm" type="none"/>
          </a:ln>
          <a:effectLst>
            <a:outerShdw blurRad="63500" dir="8100000" dist="38100">
              <a:srgbClr val="000000">
                <a:alpha val="39610"/>
              </a:srgbClr>
            </a:outerShdw>
          </a:effectLst>
        </p:spPr>
        <p:txBody>
          <a:bodyPr anchorCtr="0" anchor="t" bIns="41050" lIns="82100" spcFirstLastPara="1" rIns="82100" wrap="square" tIns="41050">
            <a:noAutofit/>
          </a:bodyPr>
          <a:lstStyle/>
          <a:p>
            <a:pPr indent="0" lvl="0" marL="0" marR="0" rtl="0" algn="l">
              <a:lnSpc>
                <a:spcPct val="100000"/>
              </a:lnSpc>
              <a:spcBef>
                <a:spcPts val="0"/>
              </a:spcBef>
              <a:spcAft>
                <a:spcPts val="0"/>
              </a:spcAft>
              <a:buNone/>
            </a:pPr>
            <a:r>
              <a:t/>
            </a:r>
            <a:endParaRPr b="0" i="0" sz="1600" u="none">
              <a:solidFill>
                <a:schemeClr val="dk1"/>
              </a:solidFill>
              <a:latin typeface="Arial"/>
              <a:ea typeface="Arial"/>
              <a:cs typeface="Arial"/>
              <a:sym typeface="Arial"/>
            </a:endParaRPr>
          </a:p>
        </p:txBody>
      </p:sp>
      <p:sp>
        <p:nvSpPr>
          <p:cNvPr id="10765" name="Google Shape;10765;p179"/>
          <p:cNvSpPr txBox="1"/>
          <p:nvPr/>
        </p:nvSpPr>
        <p:spPr>
          <a:xfrm>
            <a:off x="1984719" y="1750509"/>
            <a:ext cx="1364700" cy="1208100"/>
          </a:xfrm>
          <a:prstGeom prst="rect">
            <a:avLst/>
          </a:prstGeom>
          <a:solidFill>
            <a:srgbClr val="FDEEA5"/>
          </a:solidFill>
          <a:ln cap="flat" cmpd="sng" w="9525">
            <a:solidFill>
              <a:srgbClr val="FCE46F"/>
            </a:solidFill>
            <a:prstDash val="solid"/>
            <a:round/>
            <a:headEnd len="sm" w="sm" type="none"/>
            <a:tailEnd len="sm" w="sm" type="none"/>
          </a:ln>
          <a:effectLst>
            <a:outerShdw blurRad="63500" dir="8100000" dist="38100">
              <a:srgbClr val="000000">
                <a:alpha val="39610"/>
              </a:srgbClr>
            </a:outerShdw>
          </a:effectLst>
        </p:spPr>
        <p:txBody>
          <a:bodyPr anchorCtr="0" anchor="t" bIns="41050" lIns="82100" spcFirstLastPara="1" rIns="82100" wrap="square" tIns="41050">
            <a:noAutofit/>
          </a:bodyPr>
          <a:lstStyle/>
          <a:p>
            <a:pPr indent="0" lvl="0" marL="0" marR="0" rtl="0" algn="l">
              <a:lnSpc>
                <a:spcPct val="100000"/>
              </a:lnSpc>
              <a:spcBef>
                <a:spcPts val="0"/>
              </a:spcBef>
              <a:spcAft>
                <a:spcPts val="0"/>
              </a:spcAft>
              <a:buNone/>
            </a:pPr>
            <a:r>
              <a:t/>
            </a:r>
            <a:endParaRPr b="0" i="0" sz="1600" u="none">
              <a:solidFill>
                <a:schemeClr val="dk1"/>
              </a:solidFill>
              <a:latin typeface="Arial"/>
              <a:ea typeface="Arial"/>
              <a:cs typeface="Arial"/>
              <a:sym typeface="Arial"/>
            </a:endParaRPr>
          </a:p>
        </p:txBody>
      </p:sp>
      <p:sp>
        <p:nvSpPr>
          <p:cNvPr id="10766" name="Google Shape;10766;p179"/>
          <p:cNvSpPr txBox="1"/>
          <p:nvPr/>
        </p:nvSpPr>
        <p:spPr>
          <a:xfrm>
            <a:off x="3522212" y="1750509"/>
            <a:ext cx="1364700" cy="1208100"/>
          </a:xfrm>
          <a:prstGeom prst="rect">
            <a:avLst/>
          </a:prstGeom>
          <a:solidFill>
            <a:srgbClr val="FDEEA5"/>
          </a:solidFill>
          <a:ln cap="flat" cmpd="sng" w="9525">
            <a:solidFill>
              <a:srgbClr val="FCE46F"/>
            </a:solidFill>
            <a:prstDash val="solid"/>
            <a:round/>
            <a:headEnd len="sm" w="sm" type="none"/>
            <a:tailEnd len="sm" w="sm" type="none"/>
          </a:ln>
          <a:effectLst>
            <a:outerShdw blurRad="63500" dir="8100000" dist="38100">
              <a:srgbClr val="000000">
                <a:alpha val="39610"/>
              </a:srgbClr>
            </a:outerShdw>
          </a:effectLst>
        </p:spPr>
        <p:txBody>
          <a:bodyPr anchorCtr="0" anchor="t" bIns="41050" lIns="82100" spcFirstLastPara="1" rIns="82100" wrap="square" tIns="41050">
            <a:noAutofit/>
          </a:bodyPr>
          <a:lstStyle/>
          <a:p>
            <a:pPr indent="0" lvl="0" marL="0" marR="0" rtl="0" algn="l">
              <a:lnSpc>
                <a:spcPct val="100000"/>
              </a:lnSpc>
              <a:spcBef>
                <a:spcPts val="0"/>
              </a:spcBef>
              <a:spcAft>
                <a:spcPts val="0"/>
              </a:spcAft>
              <a:buNone/>
            </a:pPr>
            <a:r>
              <a:t/>
            </a:r>
            <a:endParaRPr b="0" i="0" sz="1600" u="none">
              <a:solidFill>
                <a:schemeClr val="dk1"/>
              </a:solidFill>
              <a:latin typeface="Arial"/>
              <a:ea typeface="Arial"/>
              <a:cs typeface="Arial"/>
              <a:sym typeface="Arial"/>
            </a:endParaRPr>
          </a:p>
        </p:txBody>
      </p:sp>
      <p:sp>
        <p:nvSpPr>
          <p:cNvPr id="10767" name="Google Shape;10767;p179"/>
          <p:cNvSpPr txBox="1"/>
          <p:nvPr/>
        </p:nvSpPr>
        <p:spPr>
          <a:xfrm>
            <a:off x="439474" y="3520967"/>
            <a:ext cx="1364700" cy="1208100"/>
          </a:xfrm>
          <a:prstGeom prst="rect">
            <a:avLst/>
          </a:prstGeom>
          <a:solidFill>
            <a:srgbClr val="FDEEA5"/>
          </a:solidFill>
          <a:ln cap="flat" cmpd="sng" w="9525">
            <a:solidFill>
              <a:srgbClr val="FCE46F"/>
            </a:solidFill>
            <a:prstDash val="solid"/>
            <a:round/>
            <a:headEnd len="sm" w="sm" type="none"/>
            <a:tailEnd len="sm" w="sm" type="none"/>
          </a:ln>
          <a:effectLst>
            <a:outerShdw blurRad="63500" dir="8100000" dist="38100">
              <a:srgbClr val="000000">
                <a:alpha val="39610"/>
              </a:srgbClr>
            </a:outerShdw>
          </a:effectLst>
        </p:spPr>
        <p:txBody>
          <a:bodyPr anchorCtr="0" anchor="t" bIns="41050" lIns="82100" spcFirstLastPara="1" rIns="82100" wrap="square" tIns="41050">
            <a:noAutofit/>
          </a:bodyPr>
          <a:lstStyle/>
          <a:p>
            <a:pPr indent="0" lvl="0" marL="0" marR="0" rtl="0" algn="l">
              <a:lnSpc>
                <a:spcPct val="100000"/>
              </a:lnSpc>
              <a:spcBef>
                <a:spcPts val="0"/>
              </a:spcBef>
              <a:spcAft>
                <a:spcPts val="0"/>
              </a:spcAft>
              <a:buNone/>
            </a:pPr>
            <a:r>
              <a:t/>
            </a:r>
            <a:endParaRPr b="0" i="0" sz="1600" u="none">
              <a:solidFill>
                <a:schemeClr val="dk1"/>
              </a:solidFill>
              <a:latin typeface="Arial"/>
              <a:ea typeface="Arial"/>
              <a:cs typeface="Arial"/>
              <a:sym typeface="Arial"/>
            </a:endParaRPr>
          </a:p>
        </p:txBody>
      </p:sp>
      <p:sp>
        <p:nvSpPr>
          <p:cNvPr id="10768" name="Google Shape;10768;p179"/>
          <p:cNvSpPr txBox="1"/>
          <p:nvPr/>
        </p:nvSpPr>
        <p:spPr>
          <a:xfrm>
            <a:off x="1992471" y="3518258"/>
            <a:ext cx="1364700" cy="1207200"/>
          </a:xfrm>
          <a:prstGeom prst="rect">
            <a:avLst/>
          </a:prstGeom>
          <a:solidFill>
            <a:srgbClr val="FDEEA5"/>
          </a:solidFill>
          <a:ln cap="flat" cmpd="sng" w="9525">
            <a:solidFill>
              <a:srgbClr val="FCE46F"/>
            </a:solidFill>
            <a:prstDash val="solid"/>
            <a:round/>
            <a:headEnd len="sm" w="sm" type="none"/>
            <a:tailEnd len="sm" w="sm" type="none"/>
          </a:ln>
          <a:effectLst>
            <a:outerShdw blurRad="63500" dir="8100000" dist="38100">
              <a:srgbClr val="000000">
                <a:alpha val="39610"/>
              </a:srgbClr>
            </a:outerShdw>
          </a:effectLst>
        </p:spPr>
        <p:txBody>
          <a:bodyPr anchorCtr="0" anchor="t" bIns="41050" lIns="82100" spcFirstLastPara="1" rIns="82100" wrap="square" tIns="41050">
            <a:noAutofit/>
          </a:bodyPr>
          <a:lstStyle/>
          <a:p>
            <a:pPr indent="0" lvl="0" marL="0" marR="0" rtl="0" algn="l">
              <a:lnSpc>
                <a:spcPct val="100000"/>
              </a:lnSpc>
              <a:spcBef>
                <a:spcPts val="0"/>
              </a:spcBef>
              <a:spcAft>
                <a:spcPts val="0"/>
              </a:spcAft>
              <a:buNone/>
            </a:pPr>
            <a:r>
              <a:t/>
            </a:r>
            <a:endParaRPr b="0" i="0" sz="1600" u="none">
              <a:solidFill>
                <a:schemeClr val="dk1"/>
              </a:solidFill>
              <a:latin typeface="Arial"/>
              <a:ea typeface="Arial"/>
              <a:cs typeface="Arial"/>
              <a:sym typeface="Arial"/>
            </a:endParaRPr>
          </a:p>
        </p:txBody>
      </p:sp>
      <p:sp>
        <p:nvSpPr>
          <p:cNvPr id="10769" name="Google Shape;10769;p179"/>
          <p:cNvSpPr txBox="1"/>
          <p:nvPr/>
        </p:nvSpPr>
        <p:spPr>
          <a:xfrm>
            <a:off x="3531256" y="3518258"/>
            <a:ext cx="1364700" cy="1207200"/>
          </a:xfrm>
          <a:prstGeom prst="rect">
            <a:avLst/>
          </a:prstGeom>
          <a:solidFill>
            <a:srgbClr val="FDEEA5"/>
          </a:solidFill>
          <a:ln cap="flat" cmpd="sng" w="9525">
            <a:solidFill>
              <a:srgbClr val="FCE46F"/>
            </a:solidFill>
            <a:prstDash val="solid"/>
            <a:round/>
            <a:headEnd len="sm" w="sm" type="none"/>
            <a:tailEnd len="sm" w="sm" type="none"/>
          </a:ln>
          <a:effectLst>
            <a:outerShdw blurRad="63500" dir="8100000" dist="38100">
              <a:srgbClr val="000000">
                <a:alpha val="39610"/>
              </a:srgbClr>
            </a:outerShdw>
          </a:effectLst>
        </p:spPr>
        <p:txBody>
          <a:bodyPr anchorCtr="0" anchor="t" bIns="41050" lIns="82100" spcFirstLastPara="1" rIns="82100" wrap="square" tIns="41050">
            <a:noAutofit/>
          </a:bodyPr>
          <a:lstStyle/>
          <a:p>
            <a:pPr indent="0" lvl="0" marL="0" marR="0" rtl="0" algn="l">
              <a:lnSpc>
                <a:spcPct val="100000"/>
              </a:lnSpc>
              <a:spcBef>
                <a:spcPts val="0"/>
              </a:spcBef>
              <a:spcAft>
                <a:spcPts val="0"/>
              </a:spcAft>
              <a:buNone/>
            </a:pPr>
            <a:r>
              <a:t/>
            </a:r>
            <a:endParaRPr b="0" i="0" sz="1600" u="none">
              <a:solidFill>
                <a:schemeClr val="dk1"/>
              </a:solidFill>
              <a:latin typeface="Arial"/>
              <a:ea typeface="Arial"/>
              <a:cs typeface="Arial"/>
              <a:sym typeface="Arial"/>
            </a:endParaRPr>
          </a:p>
        </p:txBody>
      </p:sp>
      <p:sp>
        <p:nvSpPr>
          <p:cNvPr id="10770" name="Google Shape;10770;p179"/>
          <p:cNvSpPr txBox="1"/>
          <p:nvPr/>
        </p:nvSpPr>
        <p:spPr>
          <a:xfrm>
            <a:off x="430431" y="5311744"/>
            <a:ext cx="1364700" cy="1207200"/>
          </a:xfrm>
          <a:prstGeom prst="rect">
            <a:avLst/>
          </a:prstGeom>
          <a:solidFill>
            <a:srgbClr val="FDEEA5"/>
          </a:solidFill>
          <a:ln cap="flat" cmpd="sng" w="9525">
            <a:solidFill>
              <a:srgbClr val="FCE46F"/>
            </a:solidFill>
            <a:prstDash val="solid"/>
            <a:round/>
            <a:headEnd len="sm" w="sm" type="none"/>
            <a:tailEnd len="sm" w="sm" type="none"/>
          </a:ln>
          <a:effectLst>
            <a:outerShdw blurRad="63500" dir="8100000" dist="38100">
              <a:srgbClr val="000000">
                <a:alpha val="39610"/>
              </a:srgbClr>
            </a:outerShdw>
          </a:effectLst>
        </p:spPr>
        <p:txBody>
          <a:bodyPr anchorCtr="0" anchor="t" bIns="41050" lIns="82100" spcFirstLastPara="1" rIns="82100" wrap="square" tIns="41050">
            <a:noAutofit/>
          </a:bodyPr>
          <a:lstStyle/>
          <a:p>
            <a:pPr indent="0" lvl="0" marL="0" marR="0" rtl="0" algn="l">
              <a:lnSpc>
                <a:spcPct val="100000"/>
              </a:lnSpc>
              <a:spcBef>
                <a:spcPts val="0"/>
              </a:spcBef>
              <a:spcAft>
                <a:spcPts val="0"/>
              </a:spcAft>
              <a:buNone/>
            </a:pPr>
            <a:r>
              <a:t/>
            </a:r>
            <a:endParaRPr b="0" i="0" sz="1600" u="none">
              <a:solidFill>
                <a:schemeClr val="dk1"/>
              </a:solidFill>
              <a:latin typeface="Arial"/>
              <a:ea typeface="Arial"/>
              <a:cs typeface="Arial"/>
              <a:sym typeface="Arial"/>
            </a:endParaRPr>
          </a:p>
        </p:txBody>
      </p:sp>
      <p:sp>
        <p:nvSpPr>
          <p:cNvPr id="10771" name="Google Shape;10771;p179"/>
          <p:cNvSpPr txBox="1"/>
          <p:nvPr/>
        </p:nvSpPr>
        <p:spPr>
          <a:xfrm>
            <a:off x="1984719" y="5307680"/>
            <a:ext cx="1364700" cy="1207200"/>
          </a:xfrm>
          <a:prstGeom prst="rect">
            <a:avLst/>
          </a:prstGeom>
          <a:solidFill>
            <a:srgbClr val="FDEEA5"/>
          </a:solidFill>
          <a:ln cap="flat" cmpd="sng" w="9525">
            <a:solidFill>
              <a:srgbClr val="FCE46F"/>
            </a:solidFill>
            <a:prstDash val="solid"/>
            <a:round/>
            <a:headEnd len="sm" w="sm" type="none"/>
            <a:tailEnd len="sm" w="sm" type="none"/>
          </a:ln>
          <a:effectLst>
            <a:outerShdw blurRad="63500" dir="8100000" dist="38100">
              <a:srgbClr val="000000">
                <a:alpha val="39610"/>
              </a:srgbClr>
            </a:outerShdw>
          </a:effectLst>
        </p:spPr>
        <p:txBody>
          <a:bodyPr anchorCtr="0" anchor="t" bIns="41050" lIns="82100" spcFirstLastPara="1" rIns="82100" wrap="square" tIns="41050">
            <a:noAutofit/>
          </a:bodyPr>
          <a:lstStyle/>
          <a:p>
            <a:pPr indent="0" lvl="0" marL="0" marR="0" rtl="0" algn="l">
              <a:lnSpc>
                <a:spcPct val="100000"/>
              </a:lnSpc>
              <a:spcBef>
                <a:spcPts val="0"/>
              </a:spcBef>
              <a:spcAft>
                <a:spcPts val="0"/>
              </a:spcAft>
              <a:buNone/>
            </a:pPr>
            <a:r>
              <a:t/>
            </a:r>
            <a:endParaRPr b="0" i="0" sz="1600" u="none">
              <a:solidFill>
                <a:schemeClr val="dk1"/>
              </a:solidFill>
              <a:latin typeface="Arial"/>
              <a:ea typeface="Arial"/>
              <a:cs typeface="Arial"/>
              <a:sym typeface="Arial"/>
            </a:endParaRPr>
          </a:p>
        </p:txBody>
      </p:sp>
      <p:sp>
        <p:nvSpPr>
          <p:cNvPr id="10772" name="Google Shape;10772;p179"/>
          <p:cNvSpPr txBox="1"/>
          <p:nvPr/>
        </p:nvSpPr>
        <p:spPr>
          <a:xfrm>
            <a:off x="3522212" y="5307680"/>
            <a:ext cx="1364700" cy="1207200"/>
          </a:xfrm>
          <a:prstGeom prst="rect">
            <a:avLst/>
          </a:prstGeom>
          <a:solidFill>
            <a:srgbClr val="FDEEA5"/>
          </a:solidFill>
          <a:ln cap="flat" cmpd="sng" w="9525">
            <a:solidFill>
              <a:srgbClr val="FCE46F"/>
            </a:solidFill>
            <a:prstDash val="solid"/>
            <a:round/>
            <a:headEnd len="sm" w="sm" type="none"/>
            <a:tailEnd len="sm" w="sm" type="none"/>
          </a:ln>
          <a:effectLst>
            <a:outerShdw blurRad="63500" dir="8100000" dist="38100">
              <a:srgbClr val="000000">
                <a:alpha val="39610"/>
              </a:srgbClr>
            </a:outerShdw>
          </a:effectLst>
        </p:spPr>
        <p:txBody>
          <a:bodyPr anchorCtr="0" anchor="t" bIns="41050" lIns="82100" spcFirstLastPara="1" rIns="82100" wrap="square" tIns="41050">
            <a:noAutofit/>
          </a:bodyPr>
          <a:lstStyle/>
          <a:p>
            <a:pPr indent="0" lvl="0" marL="0" marR="0" rtl="0" algn="l">
              <a:lnSpc>
                <a:spcPct val="100000"/>
              </a:lnSpc>
              <a:spcBef>
                <a:spcPts val="0"/>
              </a:spcBef>
              <a:spcAft>
                <a:spcPts val="0"/>
              </a:spcAft>
              <a:buNone/>
            </a:pPr>
            <a:r>
              <a:t/>
            </a:r>
            <a:endParaRPr b="0" i="0" sz="1600" u="none">
              <a:solidFill>
                <a:schemeClr val="dk1"/>
              </a:solidFill>
              <a:latin typeface="Arial"/>
              <a:ea typeface="Arial"/>
              <a:cs typeface="Arial"/>
              <a:sym typeface="Arial"/>
            </a:endParaRPr>
          </a:p>
        </p:txBody>
      </p:sp>
      <p:grpSp>
        <p:nvGrpSpPr>
          <p:cNvPr id="10773" name="Google Shape;10773;p179"/>
          <p:cNvGrpSpPr/>
          <p:nvPr/>
        </p:nvGrpSpPr>
        <p:grpSpPr>
          <a:xfrm>
            <a:off x="5134631" y="1373921"/>
            <a:ext cx="4686912" cy="5248958"/>
            <a:chOff x="111125" y="561600"/>
            <a:chExt cx="5760000" cy="6192000"/>
          </a:xfrm>
        </p:grpSpPr>
        <p:sp>
          <p:nvSpPr>
            <p:cNvPr id="10774" name="Google Shape;10774;p179"/>
            <p:cNvSpPr txBox="1"/>
            <p:nvPr/>
          </p:nvSpPr>
          <p:spPr>
            <a:xfrm>
              <a:off x="111125" y="561600"/>
              <a:ext cx="5760000" cy="6192000"/>
            </a:xfrm>
            <a:prstGeom prst="rect">
              <a:avLst/>
            </a:prstGeom>
            <a:solidFill>
              <a:schemeClr val="lt1"/>
            </a:solidFill>
            <a:ln cap="flat" cmpd="sng" w="38100">
              <a:solidFill>
                <a:srgbClr val="0DC3C3"/>
              </a:solidFill>
              <a:prstDash val="solid"/>
              <a:round/>
              <a:headEnd len="sm" w="sm" type="none"/>
              <a:tailEnd len="sm" w="sm" type="none"/>
            </a:ln>
            <a:effectLst>
              <a:outerShdw blurRad="63500" dir="10800000" dist="38100">
                <a:srgbClr val="000000">
                  <a:alpha val="39610"/>
                </a:srgbClr>
              </a:outerShdw>
            </a:effectLst>
          </p:spPr>
          <p:txBody>
            <a:bodyPr anchorCtr="0" anchor="t" bIns="41050" lIns="82100" spcFirstLastPara="1" rIns="82100" wrap="square" tIns="41050">
              <a:noAutofit/>
            </a:bodyPr>
            <a:lstStyle/>
            <a:p>
              <a:pPr indent="0" lvl="0" marL="0" marR="0" rtl="0" algn="l">
                <a:lnSpc>
                  <a:spcPct val="100000"/>
                </a:lnSpc>
                <a:spcBef>
                  <a:spcPts val="0"/>
                </a:spcBef>
                <a:spcAft>
                  <a:spcPts val="0"/>
                </a:spcAft>
                <a:buNone/>
              </a:pPr>
              <a:r>
                <a:t/>
              </a:r>
              <a:endParaRPr b="0" i="0" sz="1600" u="none">
                <a:solidFill>
                  <a:schemeClr val="dk1"/>
                </a:solidFill>
                <a:latin typeface="Arial"/>
                <a:ea typeface="Arial"/>
                <a:cs typeface="Arial"/>
                <a:sym typeface="Arial"/>
              </a:endParaRPr>
            </a:p>
          </p:txBody>
        </p:sp>
        <p:sp>
          <p:nvSpPr>
            <p:cNvPr id="10775" name="Google Shape;10775;p179"/>
            <p:cNvSpPr txBox="1"/>
            <p:nvPr/>
          </p:nvSpPr>
          <p:spPr>
            <a:xfrm>
              <a:off x="111125" y="561600"/>
              <a:ext cx="5760000" cy="353100"/>
            </a:xfrm>
            <a:prstGeom prst="rect">
              <a:avLst/>
            </a:prstGeom>
            <a:solidFill>
              <a:srgbClr val="0DC3C3"/>
            </a:solidFill>
            <a:ln>
              <a:noFill/>
            </a:ln>
          </p:spPr>
          <p:txBody>
            <a:bodyPr anchorCtr="0" anchor="t" bIns="41050" lIns="82100" spcFirstLastPara="1" rIns="82100" wrap="square" tIns="41050">
              <a:noAutofit/>
            </a:bodyPr>
            <a:lstStyle/>
            <a:p>
              <a:pPr indent="0" lvl="0" marL="0" marR="0" rtl="0" algn="l">
                <a:lnSpc>
                  <a:spcPct val="100000"/>
                </a:lnSpc>
                <a:spcBef>
                  <a:spcPts val="0"/>
                </a:spcBef>
                <a:spcAft>
                  <a:spcPts val="0"/>
                </a:spcAft>
                <a:buNone/>
              </a:pPr>
              <a:r>
                <a:t/>
              </a:r>
              <a:endParaRPr b="0" i="0" sz="1600" u="none">
                <a:solidFill>
                  <a:schemeClr val="dk1"/>
                </a:solidFill>
                <a:latin typeface="Arial"/>
                <a:ea typeface="Arial"/>
                <a:cs typeface="Arial"/>
                <a:sym typeface="Arial"/>
              </a:endParaRPr>
            </a:p>
          </p:txBody>
        </p:sp>
      </p:grpSp>
      <p:sp>
        <p:nvSpPr>
          <p:cNvPr id="10776" name="Google Shape;10776;p179"/>
          <p:cNvSpPr txBox="1"/>
          <p:nvPr/>
        </p:nvSpPr>
        <p:spPr>
          <a:xfrm>
            <a:off x="5126889" y="1326520"/>
            <a:ext cx="4694700" cy="340800"/>
          </a:xfrm>
          <a:prstGeom prst="rect">
            <a:avLst/>
          </a:prstGeom>
          <a:noFill/>
          <a:ln>
            <a:noFill/>
          </a:ln>
        </p:spPr>
        <p:txBody>
          <a:bodyPr anchorCtr="0" anchor="ctr" bIns="41050" lIns="82100" spcFirstLastPara="1" rIns="82100" wrap="square" tIns="41050">
            <a:noAutofit/>
          </a:bodyPr>
          <a:lstStyle/>
          <a:p>
            <a:pPr indent="0" lvl="0" marL="0" marR="0" rtl="0" algn="ctr">
              <a:lnSpc>
                <a:spcPct val="100000"/>
              </a:lnSpc>
              <a:spcBef>
                <a:spcPts val="0"/>
              </a:spcBef>
              <a:spcAft>
                <a:spcPts val="0"/>
              </a:spcAft>
              <a:buClr>
                <a:schemeClr val="lt1"/>
              </a:buClr>
              <a:buSzPts val="1800"/>
              <a:buFont typeface="Arial"/>
              <a:buNone/>
            </a:pPr>
            <a:r>
              <a:rPr b="1" lang="es-419" sz="1200">
                <a:solidFill>
                  <a:schemeClr val="lt1"/>
                </a:solidFill>
                <a:latin typeface="Arvo"/>
                <a:ea typeface="Arvo"/>
                <a:cs typeface="Arvo"/>
                <a:sym typeface="Arvo"/>
              </a:rPr>
              <a:t>Situaciones Problemáticas</a:t>
            </a:r>
            <a:endParaRPr sz="1200">
              <a:latin typeface="Arvo"/>
              <a:ea typeface="Arvo"/>
              <a:cs typeface="Arvo"/>
              <a:sym typeface="Arvo"/>
            </a:endParaRPr>
          </a:p>
        </p:txBody>
      </p:sp>
      <p:sp>
        <p:nvSpPr>
          <p:cNvPr id="10777" name="Google Shape;10777;p179"/>
          <p:cNvSpPr txBox="1"/>
          <p:nvPr/>
        </p:nvSpPr>
        <p:spPr>
          <a:xfrm>
            <a:off x="5278055" y="1886981"/>
            <a:ext cx="4446900" cy="1414200"/>
          </a:xfrm>
          <a:prstGeom prst="rect">
            <a:avLst/>
          </a:prstGeom>
          <a:solidFill>
            <a:srgbClr val="FED86F"/>
          </a:solidFill>
          <a:ln cap="flat" cmpd="sng" w="9525">
            <a:solidFill>
              <a:srgbClr val="FCE46F"/>
            </a:solidFill>
            <a:prstDash val="solid"/>
            <a:round/>
            <a:headEnd len="sm" w="sm" type="none"/>
            <a:tailEnd len="sm" w="sm" type="none"/>
          </a:ln>
          <a:effectLst>
            <a:outerShdw blurRad="63500" dir="8100000" dist="38100">
              <a:srgbClr val="000000">
                <a:alpha val="39610"/>
              </a:srgbClr>
            </a:outerShdw>
          </a:effectLst>
        </p:spPr>
        <p:txBody>
          <a:bodyPr anchorCtr="0" anchor="t" bIns="41050" lIns="82100" spcFirstLastPara="1" rIns="82100" wrap="square" tIns="41050">
            <a:noAutofit/>
          </a:bodyPr>
          <a:lstStyle/>
          <a:p>
            <a:pPr indent="0" lvl="0" marL="0" marR="0" rtl="0" algn="l">
              <a:lnSpc>
                <a:spcPct val="100000"/>
              </a:lnSpc>
              <a:spcBef>
                <a:spcPts val="0"/>
              </a:spcBef>
              <a:spcAft>
                <a:spcPts val="0"/>
              </a:spcAft>
              <a:buClr>
                <a:schemeClr val="dk1"/>
              </a:buClr>
              <a:buSzPts val="1300"/>
              <a:buFont typeface="Arial"/>
              <a:buNone/>
            </a:pPr>
            <a:r>
              <a:rPr b="1" lang="es-419" sz="1200">
                <a:solidFill>
                  <a:schemeClr val="dk1"/>
                </a:solidFill>
                <a:latin typeface="Arvo"/>
                <a:ea typeface="Arvo"/>
                <a:cs typeface="Arvo"/>
                <a:sym typeface="Arvo"/>
              </a:rPr>
              <a:t>Situación Problemática </a:t>
            </a:r>
            <a:r>
              <a:rPr b="1" i="0" lang="es-419" sz="1200" u="none">
                <a:solidFill>
                  <a:schemeClr val="dk1"/>
                </a:solidFill>
                <a:latin typeface="Arvo"/>
                <a:ea typeface="Arvo"/>
                <a:cs typeface="Arvo"/>
                <a:sym typeface="Arvo"/>
              </a:rPr>
              <a:t>1:</a:t>
            </a:r>
            <a:endParaRPr b="1" i="0" sz="1200" u="none">
              <a:solidFill>
                <a:schemeClr val="dk1"/>
              </a:solidFill>
              <a:latin typeface="Arvo"/>
              <a:ea typeface="Arvo"/>
              <a:cs typeface="Arvo"/>
              <a:sym typeface="Arvo"/>
            </a:endParaRPr>
          </a:p>
          <a:p>
            <a:pPr indent="0" lvl="0" marL="0" marR="0" rtl="0" algn="l">
              <a:lnSpc>
                <a:spcPct val="100000"/>
              </a:lnSpc>
              <a:spcBef>
                <a:spcPts val="0"/>
              </a:spcBef>
              <a:spcAft>
                <a:spcPts val="0"/>
              </a:spcAft>
              <a:buClr>
                <a:schemeClr val="dk1"/>
              </a:buClr>
              <a:buSzPts val="1300"/>
              <a:buFont typeface="Arial"/>
              <a:buNone/>
            </a:pPr>
            <a:r>
              <a:t/>
            </a:r>
            <a:endParaRPr b="1" sz="1300">
              <a:solidFill>
                <a:schemeClr val="dk1"/>
              </a:solidFill>
            </a:endParaRPr>
          </a:p>
          <a:p>
            <a:pPr indent="0" lvl="0" marL="0" marR="0" rtl="0" algn="l">
              <a:lnSpc>
                <a:spcPct val="100000"/>
              </a:lnSpc>
              <a:spcBef>
                <a:spcPts val="0"/>
              </a:spcBef>
              <a:spcAft>
                <a:spcPts val="0"/>
              </a:spcAft>
              <a:buClr>
                <a:schemeClr val="dk1"/>
              </a:buClr>
              <a:buSzPts val="1300"/>
              <a:buFont typeface="Arial"/>
              <a:buNone/>
            </a:pPr>
            <a:r>
              <a:t/>
            </a:r>
            <a:endParaRPr b="1" sz="1800">
              <a:solidFill>
                <a:schemeClr val="dk1"/>
              </a:solidFill>
            </a:endParaRPr>
          </a:p>
          <a:p>
            <a:pPr indent="0" lvl="0" marL="0" rtl="0" algn="l">
              <a:spcBef>
                <a:spcPts val="0"/>
              </a:spcBef>
              <a:spcAft>
                <a:spcPts val="0"/>
              </a:spcAft>
              <a:buClr>
                <a:schemeClr val="dk1"/>
              </a:buClr>
              <a:buSzPts val="1300"/>
              <a:buFont typeface="Arial"/>
              <a:buNone/>
            </a:pPr>
            <a:r>
              <a:rPr b="1" lang="es-419" sz="1200">
                <a:solidFill>
                  <a:schemeClr val="dk1"/>
                </a:solidFill>
                <a:latin typeface="Arvo"/>
                <a:ea typeface="Arvo"/>
                <a:cs typeface="Arvo"/>
                <a:sym typeface="Arvo"/>
              </a:rPr>
              <a:t>Situaciones Deseada 1: </a:t>
            </a:r>
            <a:endParaRPr b="1" sz="1200">
              <a:solidFill>
                <a:schemeClr val="dk1"/>
              </a:solidFill>
              <a:latin typeface="Arvo"/>
              <a:ea typeface="Arvo"/>
              <a:cs typeface="Arvo"/>
              <a:sym typeface="Arvo"/>
            </a:endParaRPr>
          </a:p>
        </p:txBody>
      </p:sp>
      <p:sp>
        <p:nvSpPr>
          <p:cNvPr id="10778" name="Google Shape;10778;p179"/>
          <p:cNvSpPr txBox="1"/>
          <p:nvPr/>
        </p:nvSpPr>
        <p:spPr>
          <a:xfrm>
            <a:off x="5278055" y="3436639"/>
            <a:ext cx="4446900" cy="1413000"/>
          </a:xfrm>
          <a:prstGeom prst="rect">
            <a:avLst/>
          </a:prstGeom>
          <a:solidFill>
            <a:srgbClr val="FED86F"/>
          </a:solidFill>
          <a:ln cap="flat" cmpd="sng" w="9525">
            <a:solidFill>
              <a:srgbClr val="FCE46F"/>
            </a:solidFill>
            <a:prstDash val="solid"/>
            <a:round/>
            <a:headEnd len="sm" w="sm" type="none"/>
            <a:tailEnd len="sm" w="sm" type="none"/>
          </a:ln>
          <a:effectLst>
            <a:outerShdw blurRad="63500" dir="8100000" dist="38100">
              <a:srgbClr val="000000">
                <a:alpha val="39610"/>
              </a:srgbClr>
            </a:outerShdw>
          </a:effectLst>
        </p:spPr>
        <p:txBody>
          <a:bodyPr anchorCtr="0" anchor="t" bIns="41050" lIns="82100" spcFirstLastPara="1" rIns="82100" wrap="square" tIns="41050">
            <a:noAutofit/>
          </a:bodyPr>
          <a:lstStyle/>
          <a:p>
            <a:pPr indent="0" lvl="0" marL="0" marR="0" rtl="0" algn="l">
              <a:lnSpc>
                <a:spcPct val="100000"/>
              </a:lnSpc>
              <a:spcBef>
                <a:spcPts val="0"/>
              </a:spcBef>
              <a:spcAft>
                <a:spcPts val="0"/>
              </a:spcAft>
              <a:buClr>
                <a:schemeClr val="dk1"/>
              </a:buClr>
              <a:buSzPts val="1300"/>
              <a:buFont typeface="Arial"/>
              <a:buNone/>
            </a:pPr>
            <a:r>
              <a:rPr b="1" lang="es-419" sz="1200">
                <a:solidFill>
                  <a:schemeClr val="dk1"/>
                </a:solidFill>
                <a:latin typeface="Arvo"/>
                <a:ea typeface="Arvo"/>
                <a:cs typeface="Arvo"/>
                <a:sym typeface="Arvo"/>
              </a:rPr>
              <a:t>Situación Problemática </a:t>
            </a:r>
            <a:r>
              <a:rPr b="1" i="0" lang="es-419" sz="1200" u="none">
                <a:solidFill>
                  <a:schemeClr val="dk1"/>
                </a:solidFill>
                <a:latin typeface="Arvo"/>
                <a:ea typeface="Arvo"/>
                <a:cs typeface="Arvo"/>
                <a:sym typeface="Arvo"/>
              </a:rPr>
              <a:t>2:</a:t>
            </a:r>
            <a:endParaRPr b="1" i="0" sz="1200" u="none">
              <a:solidFill>
                <a:schemeClr val="dk1"/>
              </a:solidFill>
              <a:latin typeface="Arvo"/>
              <a:ea typeface="Arvo"/>
              <a:cs typeface="Arvo"/>
              <a:sym typeface="Arvo"/>
            </a:endParaRPr>
          </a:p>
          <a:p>
            <a:pPr indent="0" lvl="0" marL="0" marR="0" rtl="0" algn="l">
              <a:lnSpc>
                <a:spcPct val="100000"/>
              </a:lnSpc>
              <a:spcBef>
                <a:spcPts val="0"/>
              </a:spcBef>
              <a:spcAft>
                <a:spcPts val="0"/>
              </a:spcAft>
              <a:buClr>
                <a:schemeClr val="dk1"/>
              </a:buClr>
              <a:buSzPts val="1300"/>
              <a:buFont typeface="Arial"/>
              <a:buNone/>
            </a:pPr>
            <a:r>
              <a:t/>
            </a:r>
            <a:endParaRPr b="1" sz="1300">
              <a:solidFill>
                <a:schemeClr val="dk1"/>
              </a:solidFill>
            </a:endParaRPr>
          </a:p>
          <a:p>
            <a:pPr indent="0" lvl="0" marL="0" marR="0" rtl="0" algn="l">
              <a:lnSpc>
                <a:spcPct val="100000"/>
              </a:lnSpc>
              <a:spcBef>
                <a:spcPts val="0"/>
              </a:spcBef>
              <a:spcAft>
                <a:spcPts val="0"/>
              </a:spcAft>
              <a:buClr>
                <a:schemeClr val="dk1"/>
              </a:buClr>
              <a:buSzPts val="1300"/>
              <a:buFont typeface="Arial"/>
              <a:buNone/>
            </a:pPr>
            <a:r>
              <a:t/>
            </a:r>
            <a:endParaRPr b="1" sz="1300">
              <a:solidFill>
                <a:schemeClr val="dk1"/>
              </a:solidFill>
            </a:endParaRPr>
          </a:p>
          <a:p>
            <a:pPr indent="0" lvl="0" marL="0" rtl="0" algn="l">
              <a:spcBef>
                <a:spcPts val="0"/>
              </a:spcBef>
              <a:spcAft>
                <a:spcPts val="0"/>
              </a:spcAft>
              <a:buClr>
                <a:schemeClr val="dk1"/>
              </a:buClr>
              <a:buSzPts val="1300"/>
              <a:buFont typeface="Arial"/>
              <a:buNone/>
            </a:pPr>
            <a:r>
              <a:rPr b="1" lang="es-419" sz="1300">
                <a:solidFill>
                  <a:schemeClr val="dk1"/>
                </a:solidFill>
              </a:rPr>
              <a:t>Situaciones Deseada 2: </a:t>
            </a:r>
            <a:endParaRPr b="1" sz="1300">
              <a:solidFill>
                <a:schemeClr val="dk1"/>
              </a:solidFill>
            </a:endParaRPr>
          </a:p>
        </p:txBody>
      </p:sp>
      <p:sp>
        <p:nvSpPr>
          <p:cNvPr id="10779" name="Google Shape;10779;p179"/>
          <p:cNvSpPr txBox="1"/>
          <p:nvPr/>
        </p:nvSpPr>
        <p:spPr>
          <a:xfrm>
            <a:off x="5278055" y="4990361"/>
            <a:ext cx="4446900" cy="1414200"/>
          </a:xfrm>
          <a:prstGeom prst="rect">
            <a:avLst/>
          </a:prstGeom>
          <a:solidFill>
            <a:srgbClr val="FED86F"/>
          </a:solidFill>
          <a:ln cap="flat" cmpd="sng" w="9525">
            <a:solidFill>
              <a:srgbClr val="FCE46F"/>
            </a:solidFill>
            <a:prstDash val="solid"/>
            <a:round/>
            <a:headEnd len="sm" w="sm" type="none"/>
            <a:tailEnd len="sm" w="sm" type="none"/>
          </a:ln>
          <a:effectLst>
            <a:outerShdw blurRad="63500" dir="8100000" dist="38100">
              <a:srgbClr val="000000">
                <a:alpha val="39610"/>
              </a:srgbClr>
            </a:outerShdw>
          </a:effectLst>
        </p:spPr>
        <p:txBody>
          <a:bodyPr anchorCtr="0" anchor="t" bIns="41050" lIns="82100" spcFirstLastPara="1" rIns="82100" wrap="square" tIns="41050">
            <a:noAutofit/>
          </a:bodyPr>
          <a:lstStyle/>
          <a:p>
            <a:pPr indent="0" lvl="0" marL="0" marR="0" rtl="0" algn="l">
              <a:lnSpc>
                <a:spcPct val="100000"/>
              </a:lnSpc>
              <a:spcBef>
                <a:spcPts val="0"/>
              </a:spcBef>
              <a:spcAft>
                <a:spcPts val="0"/>
              </a:spcAft>
              <a:buClr>
                <a:schemeClr val="dk1"/>
              </a:buClr>
              <a:buSzPts val="1300"/>
              <a:buFont typeface="Arial"/>
              <a:buNone/>
            </a:pPr>
            <a:r>
              <a:rPr b="1" lang="es-419" sz="1200">
                <a:solidFill>
                  <a:schemeClr val="dk1"/>
                </a:solidFill>
                <a:latin typeface="Arvo"/>
                <a:ea typeface="Arvo"/>
                <a:cs typeface="Arvo"/>
                <a:sym typeface="Arvo"/>
              </a:rPr>
              <a:t>Situación Problemática </a:t>
            </a:r>
            <a:r>
              <a:rPr b="1" i="0" lang="es-419" sz="1200" u="none">
                <a:solidFill>
                  <a:schemeClr val="dk1"/>
                </a:solidFill>
                <a:latin typeface="Arvo"/>
                <a:ea typeface="Arvo"/>
                <a:cs typeface="Arvo"/>
                <a:sym typeface="Arvo"/>
              </a:rPr>
              <a:t>3:</a:t>
            </a:r>
            <a:endParaRPr b="1" i="0" sz="1200" u="none">
              <a:solidFill>
                <a:schemeClr val="dk1"/>
              </a:solidFill>
              <a:latin typeface="Arvo"/>
              <a:ea typeface="Arvo"/>
              <a:cs typeface="Arvo"/>
              <a:sym typeface="Arvo"/>
            </a:endParaRPr>
          </a:p>
          <a:p>
            <a:pPr indent="0" lvl="0" marL="0" marR="0" rtl="0" algn="l">
              <a:lnSpc>
                <a:spcPct val="100000"/>
              </a:lnSpc>
              <a:spcBef>
                <a:spcPts val="0"/>
              </a:spcBef>
              <a:spcAft>
                <a:spcPts val="0"/>
              </a:spcAft>
              <a:buClr>
                <a:schemeClr val="dk1"/>
              </a:buClr>
              <a:buSzPts val="1300"/>
              <a:buFont typeface="Arial"/>
              <a:buNone/>
            </a:pPr>
            <a:r>
              <a:t/>
            </a:r>
            <a:endParaRPr b="1" sz="1300">
              <a:solidFill>
                <a:schemeClr val="dk1"/>
              </a:solidFill>
            </a:endParaRPr>
          </a:p>
          <a:p>
            <a:pPr indent="0" lvl="0" marL="0" marR="0" rtl="0" algn="l">
              <a:lnSpc>
                <a:spcPct val="100000"/>
              </a:lnSpc>
              <a:spcBef>
                <a:spcPts val="0"/>
              </a:spcBef>
              <a:spcAft>
                <a:spcPts val="0"/>
              </a:spcAft>
              <a:buClr>
                <a:schemeClr val="dk1"/>
              </a:buClr>
              <a:buSzPts val="1300"/>
              <a:buFont typeface="Arial"/>
              <a:buNone/>
            </a:pPr>
            <a:r>
              <a:t/>
            </a:r>
            <a:endParaRPr b="1" sz="1300">
              <a:solidFill>
                <a:schemeClr val="dk1"/>
              </a:solidFill>
            </a:endParaRPr>
          </a:p>
          <a:p>
            <a:pPr indent="0" lvl="0" marL="0" rtl="0" algn="l">
              <a:spcBef>
                <a:spcPts val="0"/>
              </a:spcBef>
              <a:spcAft>
                <a:spcPts val="0"/>
              </a:spcAft>
              <a:buClr>
                <a:schemeClr val="dk1"/>
              </a:buClr>
              <a:buSzPts val="1300"/>
              <a:buFont typeface="Arial"/>
              <a:buNone/>
            </a:pPr>
            <a:r>
              <a:rPr b="1" lang="es-419" sz="1200">
                <a:solidFill>
                  <a:schemeClr val="dk1"/>
                </a:solidFill>
                <a:latin typeface="Arvo"/>
                <a:ea typeface="Arvo"/>
                <a:cs typeface="Arvo"/>
                <a:sym typeface="Arvo"/>
              </a:rPr>
              <a:t>Situaciones Deseada 3: </a:t>
            </a:r>
            <a:endParaRPr b="1" sz="1200">
              <a:solidFill>
                <a:schemeClr val="dk1"/>
              </a:solidFill>
              <a:latin typeface="Arvo"/>
              <a:ea typeface="Arvo"/>
              <a:cs typeface="Arvo"/>
              <a:sym typeface="Arvo"/>
            </a:endParaRPr>
          </a:p>
        </p:txBody>
      </p:sp>
      <p:cxnSp>
        <p:nvCxnSpPr>
          <p:cNvPr id="10780" name="Google Shape;10780;p179"/>
          <p:cNvCxnSpPr/>
          <p:nvPr/>
        </p:nvCxnSpPr>
        <p:spPr>
          <a:xfrm>
            <a:off x="77688" y="772614"/>
            <a:ext cx="9935700" cy="0"/>
          </a:xfrm>
          <a:prstGeom prst="straightConnector1">
            <a:avLst/>
          </a:prstGeom>
          <a:noFill/>
          <a:ln cap="flat" cmpd="sng" w="19050">
            <a:solidFill>
              <a:srgbClr val="000000"/>
            </a:solidFill>
            <a:prstDash val="solid"/>
            <a:round/>
            <a:headEnd len="med" w="med" type="none"/>
            <a:tailEnd len="med" w="med" type="none"/>
          </a:ln>
        </p:spPr>
      </p:cxnSp>
      <p:cxnSp>
        <p:nvCxnSpPr>
          <p:cNvPr id="10781" name="Google Shape;10781;p179"/>
          <p:cNvCxnSpPr/>
          <p:nvPr/>
        </p:nvCxnSpPr>
        <p:spPr>
          <a:xfrm rot="10800000">
            <a:off x="2439038" y="368188"/>
            <a:ext cx="0" cy="402300"/>
          </a:xfrm>
          <a:prstGeom prst="straightConnector1">
            <a:avLst/>
          </a:prstGeom>
          <a:noFill/>
          <a:ln cap="flat" cmpd="sng" w="19050">
            <a:solidFill>
              <a:srgbClr val="000000"/>
            </a:solidFill>
            <a:prstDash val="solid"/>
            <a:round/>
            <a:headEnd len="med" w="med" type="none"/>
            <a:tailEnd len="med" w="med" type="none"/>
          </a:ln>
        </p:spPr>
      </p:cxnSp>
      <p:sp>
        <p:nvSpPr>
          <p:cNvPr id="10782" name="Google Shape;10782;p179"/>
          <p:cNvSpPr/>
          <p:nvPr/>
        </p:nvSpPr>
        <p:spPr>
          <a:xfrm>
            <a:off x="77688" y="349338"/>
            <a:ext cx="2361300" cy="421200"/>
          </a:xfrm>
          <a:prstGeom prst="roundRect">
            <a:avLst>
              <a:gd fmla="val 50000" name="adj"/>
            </a:avLst>
          </a:prstGeom>
          <a:solidFill>
            <a:srgbClr val="000000"/>
          </a:solidFill>
          <a:ln cap="flat" cmpd="sng" w="9525">
            <a:solidFill>
              <a:srgbClr val="000000"/>
            </a:solidFill>
            <a:prstDash val="solid"/>
            <a:round/>
            <a:headEnd len="sm" w="sm" type="none"/>
            <a:tailEnd len="sm" w="sm" type="none"/>
          </a:ln>
        </p:spPr>
        <p:txBody>
          <a:bodyPr anchorCtr="0" anchor="t" bIns="54000" lIns="0" spcFirstLastPara="1" rIns="0" wrap="square" tIns="18000">
            <a:noAutofit/>
          </a:bodyPr>
          <a:lstStyle/>
          <a:p>
            <a:pPr indent="0" lvl="0" marL="0" rtl="0" algn="ctr">
              <a:spcBef>
                <a:spcPts val="0"/>
              </a:spcBef>
              <a:spcAft>
                <a:spcPts val="0"/>
              </a:spcAft>
              <a:buNone/>
            </a:pPr>
            <a:r>
              <a:rPr b="1" lang="es-419" sz="1100">
                <a:solidFill>
                  <a:srgbClr val="FFFFFF"/>
                </a:solidFill>
              </a:rPr>
              <a:t>Situaciones Problemáticas</a:t>
            </a:r>
            <a:endParaRPr b="1" sz="1200">
              <a:solidFill>
                <a:srgbClr val="FFFFFF"/>
              </a:solidFill>
            </a:endParaRPr>
          </a:p>
        </p:txBody>
      </p:sp>
      <p:sp>
        <p:nvSpPr>
          <p:cNvPr id="10783" name="Google Shape;10783;p179"/>
          <p:cNvSpPr/>
          <p:nvPr/>
        </p:nvSpPr>
        <p:spPr>
          <a:xfrm>
            <a:off x="83988" y="595504"/>
            <a:ext cx="190200" cy="1692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4" name="Google Shape;10784;p179"/>
          <p:cNvSpPr/>
          <p:nvPr/>
        </p:nvSpPr>
        <p:spPr>
          <a:xfrm>
            <a:off x="2350598" y="358950"/>
            <a:ext cx="88500" cy="4023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5" name="Google Shape;10785;p179"/>
          <p:cNvSpPr/>
          <p:nvPr/>
        </p:nvSpPr>
        <p:spPr>
          <a:xfrm>
            <a:off x="2277739" y="663750"/>
            <a:ext cx="88500" cy="1089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6" name="Google Shape;10786;p179"/>
          <p:cNvSpPr txBox="1"/>
          <p:nvPr>
            <p:ph idx="1" type="subTitle"/>
          </p:nvPr>
        </p:nvSpPr>
        <p:spPr>
          <a:xfrm>
            <a:off x="482600" y="1820725"/>
            <a:ext cx="1251900" cy="1091700"/>
          </a:xfrm>
          <a:prstGeom prst="rect">
            <a:avLst/>
          </a:prstGeom>
          <a:noFill/>
          <a:ln>
            <a:noFill/>
          </a:ln>
        </p:spPr>
        <p:txBody>
          <a:bodyPr anchorCtr="0" anchor="ctr" bIns="18000" lIns="18000" spcFirstLastPara="1" rIns="18000" wrap="square" tIns="18000">
            <a:noAutofit/>
          </a:bodyPr>
          <a:lstStyle>
            <a:lvl1pPr lvl="0" algn="ctr">
              <a:spcBef>
                <a:spcPts val="0"/>
              </a:spcBef>
              <a:spcAft>
                <a:spcPts val="0"/>
              </a:spcAft>
              <a:buSzPts val="900"/>
              <a:buNone/>
              <a:defRPr sz="900"/>
            </a:lvl1pPr>
            <a:lvl2pPr lvl="1" algn="ctr">
              <a:spcBef>
                <a:spcPts val="200"/>
              </a:spcBef>
              <a:spcAft>
                <a:spcPts val="0"/>
              </a:spcAft>
              <a:buSzPts val="1400"/>
              <a:buNone/>
              <a:defRPr/>
            </a:lvl2pPr>
            <a:lvl3pPr lvl="2" algn="ctr">
              <a:spcBef>
                <a:spcPts val="0"/>
              </a:spcBef>
              <a:spcAft>
                <a:spcPts val="0"/>
              </a:spcAft>
              <a:buSzPts val="1400"/>
              <a:buNone/>
              <a:defRPr/>
            </a:lvl3pPr>
            <a:lvl4pPr lvl="3" algn="ctr">
              <a:spcBef>
                <a:spcPts val="0"/>
              </a:spcBef>
              <a:spcAft>
                <a:spcPts val="0"/>
              </a:spcAft>
              <a:buSzPts val="1400"/>
              <a:buNone/>
              <a:defRPr/>
            </a:lvl4pPr>
            <a:lvl5pPr lvl="4" algn="ctr">
              <a:spcBef>
                <a:spcPts val="0"/>
              </a:spcBef>
              <a:spcAft>
                <a:spcPts val="0"/>
              </a:spcAft>
              <a:buSzPts val="1400"/>
              <a:buNone/>
              <a:defRPr/>
            </a:lvl5pPr>
            <a:lvl6pPr lvl="5" algn="ctr">
              <a:spcBef>
                <a:spcPts val="0"/>
              </a:spcBef>
              <a:spcAft>
                <a:spcPts val="0"/>
              </a:spcAft>
              <a:buSzPts val="1400"/>
              <a:buNone/>
              <a:defRPr/>
            </a:lvl6pPr>
            <a:lvl7pPr lvl="6" algn="ctr">
              <a:spcBef>
                <a:spcPts val="0"/>
              </a:spcBef>
              <a:spcAft>
                <a:spcPts val="0"/>
              </a:spcAft>
              <a:buSzPts val="1400"/>
              <a:buNone/>
              <a:defRPr/>
            </a:lvl7pPr>
            <a:lvl8pPr lvl="7" algn="ctr">
              <a:spcBef>
                <a:spcPts val="0"/>
              </a:spcBef>
              <a:spcAft>
                <a:spcPts val="0"/>
              </a:spcAft>
              <a:buSzPts val="1400"/>
              <a:buNone/>
              <a:defRPr/>
            </a:lvl8pPr>
            <a:lvl9pPr lvl="8" algn="ctr">
              <a:spcBef>
                <a:spcPts val="0"/>
              </a:spcBef>
              <a:spcAft>
                <a:spcPts val="0"/>
              </a:spcAft>
              <a:buSzPts val="1400"/>
              <a:buNone/>
              <a:defRPr/>
            </a:lvl9pPr>
          </a:lstStyle>
          <a:p/>
        </p:txBody>
      </p:sp>
      <p:sp>
        <p:nvSpPr>
          <p:cNvPr id="10787" name="Google Shape;10787;p179"/>
          <p:cNvSpPr txBox="1"/>
          <p:nvPr>
            <p:ph idx="2" type="subTitle"/>
          </p:nvPr>
        </p:nvSpPr>
        <p:spPr>
          <a:xfrm>
            <a:off x="2026369" y="1820725"/>
            <a:ext cx="1251900" cy="1091700"/>
          </a:xfrm>
          <a:prstGeom prst="rect">
            <a:avLst/>
          </a:prstGeom>
          <a:noFill/>
          <a:ln>
            <a:noFill/>
          </a:ln>
        </p:spPr>
        <p:txBody>
          <a:bodyPr anchorCtr="0" anchor="ctr" bIns="18000" lIns="18000" spcFirstLastPara="1" rIns="18000" wrap="square" tIns="18000">
            <a:noAutofit/>
          </a:bodyPr>
          <a:lstStyle>
            <a:lvl1pPr lvl="0" algn="ctr">
              <a:spcBef>
                <a:spcPts val="0"/>
              </a:spcBef>
              <a:spcAft>
                <a:spcPts val="0"/>
              </a:spcAft>
              <a:buSzPts val="900"/>
              <a:buNone/>
              <a:defRPr sz="900"/>
            </a:lvl1pPr>
            <a:lvl2pPr lvl="1" algn="ctr">
              <a:spcBef>
                <a:spcPts val="200"/>
              </a:spcBef>
              <a:spcAft>
                <a:spcPts val="0"/>
              </a:spcAft>
              <a:buSzPts val="1400"/>
              <a:buNone/>
              <a:defRPr/>
            </a:lvl2pPr>
            <a:lvl3pPr lvl="2" algn="ctr">
              <a:spcBef>
                <a:spcPts val="0"/>
              </a:spcBef>
              <a:spcAft>
                <a:spcPts val="0"/>
              </a:spcAft>
              <a:buSzPts val="1400"/>
              <a:buNone/>
              <a:defRPr/>
            </a:lvl3pPr>
            <a:lvl4pPr lvl="3" algn="ctr">
              <a:spcBef>
                <a:spcPts val="0"/>
              </a:spcBef>
              <a:spcAft>
                <a:spcPts val="0"/>
              </a:spcAft>
              <a:buSzPts val="1400"/>
              <a:buNone/>
              <a:defRPr/>
            </a:lvl4pPr>
            <a:lvl5pPr lvl="4" algn="ctr">
              <a:spcBef>
                <a:spcPts val="0"/>
              </a:spcBef>
              <a:spcAft>
                <a:spcPts val="0"/>
              </a:spcAft>
              <a:buSzPts val="1400"/>
              <a:buNone/>
              <a:defRPr/>
            </a:lvl5pPr>
            <a:lvl6pPr lvl="5" algn="ctr">
              <a:spcBef>
                <a:spcPts val="0"/>
              </a:spcBef>
              <a:spcAft>
                <a:spcPts val="0"/>
              </a:spcAft>
              <a:buSzPts val="1400"/>
              <a:buNone/>
              <a:defRPr/>
            </a:lvl6pPr>
            <a:lvl7pPr lvl="6" algn="ctr">
              <a:spcBef>
                <a:spcPts val="0"/>
              </a:spcBef>
              <a:spcAft>
                <a:spcPts val="0"/>
              </a:spcAft>
              <a:buSzPts val="1400"/>
              <a:buNone/>
              <a:defRPr/>
            </a:lvl7pPr>
            <a:lvl8pPr lvl="7" algn="ctr">
              <a:spcBef>
                <a:spcPts val="0"/>
              </a:spcBef>
              <a:spcAft>
                <a:spcPts val="0"/>
              </a:spcAft>
              <a:buSzPts val="1400"/>
              <a:buNone/>
              <a:defRPr/>
            </a:lvl8pPr>
            <a:lvl9pPr lvl="8" algn="ctr">
              <a:spcBef>
                <a:spcPts val="0"/>
              </a:spcBef>
              <a:spcAft>
                <a:spcPts val="0"/>
              </a:spcAft>
              <a:buSzPts val="1400"/>
              <a:buNone/>
              <a:defRPr/>
            </a:lvl9pPr>
          </a:lstStyle>
          <a:p/>
        </p:txBody>
      </p:sp>
      <p:sp>
        <p:nvSpPr>
          <p:cNvPr id="10788" name="Google Shape;10788;p179"/>
          <p:cNvSpPr txBox="1"/>
          <p:nvPr>
            <p:ph idx="3" type="subTitle"/>
          </p:nvPr>
        </p:nvSpPr>
        <p:spPr>
          <a:xfrm>
            <a:off x="3570138" y="1820725"/>
            <a:ext cx="1251900" cy="1091700"/>
          </a:xfrm>
          <a:prstGeom prst="rect">
            <a:avLst/>
          </a:prstGeom>
          <a:noFill/>
          <a:ln>
            <a:noFill/>
          </a:ln>
        </p:spPr>
        <p:txBody>
          <a:bodyPr anchorCtr="0" anchor="ctr" bIns="18000" lIns="18000" spcFirstLastPara="1" rIns="18000" wrap="square" tIns="18000">
            <a:noAutofit/>
          </a:bodyPr>
          <a:lstStyle>
            <a:lvl1pPr lvl="0" algn="ctr">
              <a:spcBef>
                <a:spcPts val="0"/>
              </a:spcBef>
              <a:spcAft>
                <a:spcPts val="0"/>
              </a:spcAft>
              <a:buSzPts val="900"/>
              <a:buNone/>
              <a:defRPr sz="900"/>
            </a:lvl1pPr>
            <a:lvl2pPr lvl="1" algn="ctr">
              <a:spcBef>
                <a:spcPts val="200"/>
              </a:spcBef>
              <a:spcAft>
                <a:spcPts val="0"/>
              </a:spcAft>
              <a:buSzPts val="1400"/>
              <a:buNone/>
              <a:defRPr/>
            </a:lvl2pPr>
            <a:lvl3pPr lvl="2" algn="ctr">
              <a:spcBef>
                <a:spcPts val="0"/>
              </a:spcBef>
              <a:spcAft>
                <a:spcPts val="0"/>
              </a:spcAft>
              <a:buSzPts val="1400"/>
              <a:buNone/>
              <a:defRPr/>
            </a:lvl3pPr>
            <a:lvl4pPr lvl="3" algn="ctr">
              <a:spcBef>
                <a:spcPts val="0"/>
              </a:spcBef>
              <a:spcAft>
                <a:spcPts val="0"/>
              </a:spcAft>
              <a:buSzPts val="1400"/>
              <a:buNone/>
              <a:defRPr/>
            </a:lvl4pPr>
            <a:lvl5pPr lvl="4" algn="ctr">
              <a:spcBef>
                <a:spcPts val="0"/>
              </a:spcBef>
              <a:spcAft>
                <a:spcPts val="0"/>
              </a:spcAft>
              <a:buSzPts val="1400"/>
              <a:buNone/>
              <a:defRPr/>
            </a:lvl5pPr>
            <a:lvl6pPr lvl="5" algn="ctr">
              <a:spcBef>
                <a:spcPts val="0"/>
              </a:spcBef>
              <a:spcAft>
                <a:spcPts val="0"/>
              </a:spcAft>
              <a:buSzPts val="1400"/>
              <a:buNone/>
              <a:defRPr/>
            </a:lvl6pPr>
            <a:lvl7pPr lvl="6" algn="ctr">
              <a:spcBef>
                <a:spcPts val="0"/>
              </a:spcBef>
              <a:spcAft>
                <a:spcPts val="0"/>
              </a:spcAft>
              <a:buSzPts val="1400"/>
              <a:buNone/>
              <a:defRPr/>
            </a:lvl7pPr>
            <a:lvl8pPr lvl="7" algn="ctr">
              <a:spcBef>
                <a:spcPts val="0"/>
              </a:spcBef>
              <a:spcAft>
                <a:spcPts val="0"/>
              </a:spcAft>
              <a:buSzPts val="1400"/>
              <a:buNone/>
              <a:defRPr/>
            </a:lvl8pPr>
            <a:lvl9pPr lvl="8" algn="ctr">
              <a:spcBef>
                <a:spcPts val="0"/>
              </a:spcBef>
              <a:spcAft>
                <a:spcPts val="0"/>
              </a:spcAft>
              <a:buSzPts val="1400"/>
              <a:buNone/>
              <a:defRPr/>
            </a:lvl9pPr>
          </a:lstStyle>
          <a:p/>
        </p:txBody>
      </p:sp>
      <p:sp>
        <p:nvSpPr>
          <p:cNvPr id="10789" name="Google Shape;10789;p179"/>
          <p:cNvSpPr txBox="1"/>
          <p:nvPr>
            <p:ph idx="4" type="subTitle"/>
          </p:nvPr>
        </p:nvSpPr>
        <p:spPr>
          <a:xfrm>
            <a:off x="482600" y="3573325"/>
            <a:ext cx="1251900" cy="1091700"/>
          </a:xfrm>
          <a:prstGeom prst="rect">
            <a:avLst/>
          </a:prstGeom>
          <a:noFill/>
          <a:ln>
            <a:noFill/>
          </a:ln>
        </p:spPr>
        <p:txBody>
          <a:bodyPr anchorCtr="0" anchor="ctr" bIns="18000" lIns="18000" spcFirstLastPara="1" rIns="18000" wrap="square" tIns="18000">
            <a:noAutofit/>
          </a:bodyPr>
          <a:lstStyle>
            <a:lvl1pPr lvl="0" algn="ctr">
              <a:spcBef>
                <a:spcPts val="0"/>
              </a:spcBef>
              <a:spcAft>
                <a:spcPts val="0"/>
              </a:spcAft>
              <a:buSzPts val="900"/>
              <a:buNone/>
              <a:defRPr sz="900"/>
            </a:lvl1pPr>
            <a:lvl2pPr lvl="1" algn="ctr">
              <a:spcBef>
                <a:spcPts val="200"/>
              </a:spcBef>
              <a:spcAft>
                <a:spcPts val="0"/>
              </a:spcAft>
              <a:buSzPts val="1400"/>
              <a:buNone/>
              <a:defRPr/>
            </a:lvl2pPr>
            <a:lvl3pPr lvl="2" algn="ctr">
              <a:spcBef>
                <a:spcPts val="0"/>
              </a:spcBef>
              <a:spcAft>
                <a:spcPts val="0"/>
              </a:spcAft>
              <a:buSzPts val="1400"/>
              <a:buNone/>
              <a:defRPr/>
            </a:lvl3pPr>
            <a:lvl4pPr lvl="3" algn="ctr">
              <a:spcBef>
                <a:spcPts val="0"/>
              </a:spcBef>
              <a:spcAft>
                <a:spcPts val="0"/>
              </a:spcAft>
              <a:buSzPts val="1400"/>
              <a:buNone/>
              <a:defRPr/>
            </a:lvl4pPr>
            <a:lvl5pPr lvl="4" algn="ctr">
              <a:spcBef>
                <a:spcPts val="0"/>
              </a:spcBef>
              <a:spcAft>
                <a:spcPts val="0"/>
              </a:spcAft>
              <a:buSzPts val="1400"/>
              <a:buNone/>
              <a:defRPr/>
            </a:lvl5pPr>
            <a:lvl6pPr lvl="5" algn="ctr">
              <a:spcBef>
                <a:spcPts val="0"/>
              </a:spcBef>
              <a:spcAft>
                <a:spcPts val="0"/>
              </a:spcAft>
              <a:buSzPts val="1400"/>
              <a:buNone/>
              <a:defRPr/>
            </a:lvl6pPr>
            <a:lvl7pPr lvl="6" algn="ctr">
              <a:spcBef>
                <a:spcPts val="0"/>
              </a:spcBef>
              <a:spcAft>
                <a:spcPts val="0"/>
              </a:spcAft>
              <a:buSzPts val="1400"/>
              <a:buNone/>
              <a:defRPr/>
            </a:lvl7pPr>
            <a:lvl8pPr lvl="7" algn="ctr">
              <a:spcBef>
                <a:spcPts val="0"/>
              </a:spcBef>
              <a:spcAft>
                <a:spcPts val="0"/>
              </a:spcAft>
              <a:buSzPts val="1400"/>
              <a:buNone/>
              <a:defRPr/>
            </a:lvl8pPr>
            <a:lvl9pPr lvl="8" algn="ctr">
              <a:spcBef>
                <a:spcPts val="0"/>
              </a:spcBef>
              <a:spcAft>
                <a:spcPts val="0"/>
              </a:spcAft>
              <a:buSzPts val="1400"/>
              <a:buNone/>
              <a:defRPr/>
            </a:lvl9pPr>
          </a:lstStyle>
          <a:p/>
        </p:txBody>
      </p:sp>
      <p:sp>
        <p:nvSpPr>
          <p:cNvPr id="10790" name="Google Shape;10790;p179"/>
          <p:cNvSpPr txBox="1"/>
          <p:nvPr>
            <p:ph idx="5" type="subTitle"/>
          </p:nvPr>
        </p:nvSpPr>
        <p:spPr>
          <a:xfrm>
            <a:off x="2026369" y="3573325"/>
            <a:ext cx="1251900" cy="1091700"/>
          </a:xfrm>
          <a:prstGeom prst="rect">
            <a:avLst/>
          </a:prstGeom>
          <a:noFill/>
          <a:ln>
            <a:noFill/>
          </a:ln>
        </p:spPr>
        <p:txBody>
          <a:bodyPr anchorCtr="0" anchor="ctr" bIns="18000" lIns="18000" spcFirstLastPara="1" rIns="18000" wrap="square" tIns="18000">
            <a:noAutofit/>
          </a:bodyPr>
          <a:lstStyle>
            <a:lvl1pPr lvl="0" algn="ctr">
              <a:spcBef>
                <a:spcPts val="0"/>
              </a:spcBef>
              <a:spcAft>
                <a:spcPts val="0"/>
              </a:spcAft>
              <a:buSzPts val="900"/>
              <a:buNone/>
              <a:defRPr sz="900"/>
            </a:lvl1pPr>
            <a:lvl2pPr lvl="1" algn="ctr">
              <a:spcBef>
                <a:spcPts val="200"/>
              </a:spcBef>
              <a:spcAft>
                <a:spcPts val="0"/>
              </a:spcAft>
              <a:buSzPts val="1400"/>
              <a:buNone/>
              <a:defRPr/>
            </a:lvl2pPr>
            <a:lvl3pPr lvl="2" algn="ctr">
              <a:spcBef>
                <a:spcPts val="0"/>
              </a:spcBef>
              <a:spcAft>
                <a:spcPts val="0"/>
              </a:spcAft>
              <a:buSzPts val="1400"/>
              <a:buNone/>
              <a:defRPr/>
            </a:lvl3pPr>
            <a:lvl4pPr lvl="3" algn="ctr">
              <a:spcBef>
                <a:spcPts val="0"/>
              </a:spcBef>
              <a:spcAft>
                <a:spcPts val="0"/>
              </a:spcAft>
              <a:buSzPts val="1400"/>
              <a:buNone/>
              <a:defRPr/>
            </a:lvl4pPr>
            <a:lvl5pPr lvl="4" algn="ctr">
              <a:spcBef>
                <a:spcPts val="0"/>
              </a:spcBef>
              <a:spcAft>
                <a:spcPts val="0"/>
              </a:spcAft>
              <a:buSzPts val="1400"/>
              <a:buNone/>
              <a:defRPr/>
            </a:lvl5pPr>
            <a:lvl6pPr lvl="5" algn="ctr">
              <a:spcBef>
                <a:spcPts val="0"/>
              </a:spcBef>
              <a:spcAft>
                <a:spcPts val="0"/>
              </a:spcAft>
              <a:buSzPts val="1400"/>
              <a:buNone/>
              <a:defRPr/>
            </a:lvl6pPr>
            <a:lvl7pPr lvl="6" algn="ctr">
              <a:spcBef>
                <a:spcPts val="0"/>
              </a:spcBef>
              <a:spcAft>
                <a:spcPts val="0"/>
              </a:spcAft>
              <a:buSzPts val="1400"/>
              <a:buNone/>
              <a:defRPr/>
            </a:lvl7pPr>
            <a:lvl8pPr lvl="7" algn="ctr">
              <a:spcBef>
                <a:spcPts val="0"/>
              </a:spcBef>
              <a:spcAft>
                <a:spcPts val="0"/>
              </a:spcAft>
              <a:buSzPts val="1400"/>
              <a:buNone/>
              <a:defRPr/>
            </a:lvl8pPr>
            <a:lvl9pPr lvl="8" algn="ctr">
              <a:spcBef>
                <a:spcPts val="0"/>
              </a:spcBef>
              <a:spcAft>
                <a:spcPts val="0"/>
              </a:spcAft>
              <a:buSzPts val="1400"/>
              <a:buNone/>
              <a:defRPr/>
            </a:lvl9pPr>
          </a:lstStyle>
          <a:p/>
        </p:txBody>
      </p:sp>
      <p:sp>
        <p:nvSpPr>
          <p:cNvPr id="10791" name="Google Shape;10791;p179"/>
          <p:cNvSpPr txBox="1"/>
          <p:nvPr>
            <p:ph idx="6" type="subTitle"/>
          </p:nvPr>
        </p:nvSpPr>
        <p:spPr>
          <a:xfrm>
            <a:off x="3570138" y="3573325"/>
            <a:ext cx="1251900" cy="1091700"/>
          </a:xfrm>
          <a:prstGeom prst="rect">
            <a:avLst/>
          </a:prstGeom>
          <a:noFill/>
          <a:ln>
            <a:noFill/>
          </a:ln>
        </p:spPr>
        <p:txBody>
          <a:bodyPr anchorCtr="0" anchor="ctr" bIns="18000" lIns="18000" spcFirstLastPara="1" rIns="18000" wrap="square" tIns="18000">
            <a:noAutofit/>
          </a:bodyPr>
          <a:lstStyle>
            <a:lvl1pPr lvl="0" algn="ctr">
              <a:spcBef>
                <a:spcPts val="0"/>
              </a:spcBef>
              <a:spcAft>
                <a:spcPts val="0"/>
              </a:spcAft>
              <a:buSzPts val="900"/>
              <a:buNone/>
              <a:defRPr sz="900"/>
            </a:lvl1pPr>
            <a:lvl2pPr lvl="1" algn="ctr">
              <a:spcBef>
                <a:spcPts val="200"/>
              </a:spcBef>
              <a:spcAft>
                <a:spcPts val="0"/>
              </a:spcAft>
              <a:buSzPts val="1400"/>
              <a:buNone/>
              <a:defRPr/>
            </a:lvl2pPr>
            <a:lvl3pPr lvl="2" algn="ctr">
              <a:spcBef>
                <a:spcPts val="0"/>
              </a:spcBef>
              <a:spcAft>
                <a:spcPts val="0"/>
              </a:spcAft>
              <a:buSzPts val="1400"/>
              <a:buNone/>
              <a:defRPr/>
            </a:lvl3pPr>
            <a:lvl4pPr lvl="3" algn="ctr">
              <a:spcBef>
                <a:spcPts val="0"/>
              </a:spcBef>
              <a:spcAft>
                <a:spcPts val="0"/>
              </a:spcAft>
              <a:buSzPts val="1400"/>
              <a:buNone/>
              <a:defRPr/>
            </a:lvl4pPr>
            <a:lvl5pPr lvl="4" algn="ctr">
              <a:spcBef>
                <a:spcPts val="0"/>
              </a:spcBef>
              <a:spcAft>
                <a:spcPts val="0"/>
              </a:spcAft>
              <a:buSzPts val="1400"/>
              <a:buNone/>
              <a:defRPr/>
            </a:lvl5pPr>
            <a:lvl6pPr lvl="5" algn="ctr">
              <a:spcBef>
                <a:spcPts val="0"/>
              </a:spcBef>
              <a:spcAft>
                <a:spcPts val="0"/>
              </a:spcAft>
              <a:buSzPts val="1400"/>
              <a:buNone/>
              <a:defRPr/>
            </a:lvl6pPr>
            <a:lvl7pPr lvl="6" algn="ctr">
              <a:spcBef>
                <a:spcPts val="0"/>
              </a:spcBef>
              <a:spcAft>
                <a:spcPts val="0"/>
              </a:spcAft>
              <a:buSzPts val="1400"/>
              <a:buNone/>
              <a:defRPr/>
            </a:lvl7pPr>
            <a:lvl8pPr lvl="7" algn="ctr">
              <a:spcBef>
                <a:spcPts val="0"/>
              </a:spcBef>
              <a:spcAft>
                <a:spcPts val="0"/>
              </a:spcAft>
              <a:buSzPts val="1400"/>
              <a:buNone/>
              <a:defRPr/>
            </a:lvl8pPr>
            <a:lvl9pPr lvl="8" algn="ctr">
              <a:spcBef>
                <a:spcPts val="0"/>
              </a:spcBef>
              <a:spcAft>
                <a:spcPts val="0"/>
              </a:spcAft>
              <a:buSzPts val="1400"/>
              <a:buNone/>
              <a:defRPr/>
            </a:lvl9pPr>
          </a:lstStyle>
          <a:p/>
        </p:txBody>
      </p:sp>
      <p:sp>
        <p:nvSpPr>
          <p:cNvPr id="10792" name="Google Shape;10792;p179"/>
          <p:cNvSpPr txBox="1"/>
          <p:nvPr>
            <p:ph idx="7" type="subTitle"/>
          </p:nvPr>
        </p:nvSpPr>
        <p:spPr>
          <a:xfrm>
            <a:off x="482600" y="5382356"/>
            <a:ext cx="1251900" cy="1091700"/>
          </a:xfrm>
          <a:prstGeom prst="rect">
            <a:avLst/>
          </a:prstGeom>
          <a:noFill/>
          <a:ln>
            <a:noFill/>
          </a:ln>
        </p:spPr>
        <p:txBody>
          <a:bodyPr anchorCtr="0" anchor="ctr" bIns="18000" lIns="18000" spcFirstLastPara="1" rIns="18000" wrap="square" tIns="18000">
            <a:noAutofit/>
          </a:bodyPr>
          <a:lstStyle>
            <a:lvl1pPr lvl="0" algn="ctr">
              <a:spcBef>
                <a:spcPts val="0"/>
              </a:spcBef>
              <a:spcAft>
                <a:spcPts val="0"/>
              </a:spcAft>
              <a:buSzPts val="900"/>
              <a:buNone/>
              <a:defRPr sz="900"/>
            </a:lvl1pPr>
            <a:lvl2pPr lvl="1" algn="ctr">
              <a:spcBef>
                <a:spcPts val="200"/>
              </a:spcBef>
              <a:spcAft>
                <a:spcPts val="0"/>
              </a:spcAft>
              <a:buSzPts val="1400"/>
              <a:buNone/>
              <a:defRPr/>
            </a:lvl2pPr>
            <a:lvl3pPr lvl="2" algn="ctr">
              <a:spcBef>
                <a:spcPts val="0"/>
              </a:spcBef>
              <a:spcAft>
                <a:spcPts val="0"/>
              </a:spcAft>
              <a:buSzPts val="1400"/>
              <a:buNone/>
              <a:defRPr/>
            </a:lvl3pPr>
            <a:lvl4pPr lvl="3" algn="ctr">
              <a:spcBef>
                <a:spcPts val="0"/>
              </a:spcBef>
              <a:spcAft>
                <a:spcPts val="0"/>
              </a:spcAft>
              <a:buSzPts val="1400"/>
              <a:buNone/>
              <a:defRPr/>
            </a:lvl4pPr>
            <a:lvl5pPr lvl="4" algn="ctr">
              <a:spcBef>
                <a:spcPts val="0"/>
              </a:spcBef>
              <a:spcAft>
                <a:spcPts val="0"/>
              </a:spcAft>
              <a:buSzPts val="1400"/>
              <a:buNone/>
              <a:defRPr/>
            </a:lvl5pPr>
            <a:lvl6pPr lvl="5" algn="ctr">
              <a:spcBef>
                <a:spcPts val="0"/>
              </a:spcBef>
              <a:spcAft>
                <a:spcPts val="0"/>
              </a:spcAft>
              <a:buSzPts val="1400"/>
              <a:buNone/>
              <a:defRPr/>
            </a:lvl6pPr>
            <a:lvl7pPr lvl="6" algn="ctr">
              <a:spcBef>
                <a:spcPts val="0"/>
              </a:spcBef>
              <a:spcAft>
                <a:spcPts val="0"/>
              </a:spcAft>
              <a:buSzPts val="1400"/>
              <a:buNone/>
              <a:defRPr/>
            </a:lvl7pPr>
            <a:lvl8pPr lvl="7" algn="ctr">
              <a:spcBef>
                <a:spcPts val="0"/>
              </a:spcBef>
              <a:spcAft>
                <a:spcPts val="0"/>
              </a:spcAft>
              <a:buSzPts val="1400"/>
              <a:buNone/>
              <a:defRPr/>
            </a:lvl8pPr>
            <a:lvl9pPr lvl="8" algn="ctr">
              <a:spcBef>
                <a:spcPts val="0"/>
              </a:spcBef>
              <a:spcAft>
                <a:spcPts val="0"/>
              </a:spcAft>
              <a:buSzPts val="1400"/>
              <a:buNone/>
              <a:defRPr/>
            </a:lvl9pPr>
          </a:lstStyle>
          <a:p/>
        </p:txBody>
      </p:sp>
      <p:sp>
        <p:nvSpPr>
          <p:cNvPr id="10793" name="Google Shape;10793;p179"/>
          <p:cNvSpPr txBox="1"/>
          <p:nvPr>
            <p:ph idx="8" type="subTitle"/>
          </p:nvPr>
        </p:nvSpPr>
        <p:spPr>
          <a:xfrm>
            <a:off x="2026369" y="5382356"/>
            <a:ext cx="1251900" cy="1091700"/>
          </a:xfrm>
          <a:prstGeom prst="rect">
            <a:avLst/>
          </a:prstGeom>
          <a:noFill/>
          <a:ln>
            <a:noFill/>
          </a:ln>
        </p:spPr>
        <p:txBody>
          <a:bodyPr anchorCtr="0" anchor="ctr" bIns="18000" lIns="18000" spcFirstLastPara="1" rIns="18000" wrap="square" tIns="18000">
            <a:noAutofit/>
          </a:bodyPr>
          <a:lstStyle>
            <a:lvl1pPr lvl="0" algn="ctr">
              <a:spcBef>
                <a:spcPts val="0"/>
              </a:spcBef>
              <a:spcAft>
                <a:spcPts val="0"/>
              </a:spcAft>
              <a:buSzPts val="900"/>
              <a:buNone/>
              <a:defRPr sz="900"/>
            </a:lvl1pPr>
            <a:lvl2pPr lvl="1" algn="ctr">
              <a:spcBef>
                <a:spcPts val="200"/>
              </a:spcBef>
              <a:spcAft>
                <a:spcPts val="0"/>
              </a:spcAft>
              <a:buSzPts val="1400"/>
              <a:buNone/>
              <a:defRPr/>
            </a:lvl2pPr>
            <a:lvl3pPr lvl="2" algn="ctr">
              <a:spcBef>
                <a:spcPts val="0"/>
              </a:spcBef>
              <a:spcAft>
                <a:spcPts val="0"/>
              </a:spcAft>
              <a:buSzPts val="1400"/>
              <a:buNone/>
              <a:defRPr/>
            </a:lvl3pPr>
            <a:lvl4pPr lvl="3" algn="ctr">
              <a:spcBef>
                <a:spcPts val="0"/>
              </a:spcBef>
              <a:spcAft>
                <a:spcPts val="0"/>
              </a:spcAft>
              <a:buSzPts val="1400"/>
              <a:buNone/>
              <a:defRPr/>
            </a:lvl4pPr>
            <a:lvl5pPr lvl="4" algn="ctr">
              <a:spcBef>
                <a:spcPts val="0"/>
              </a:spcBef>
              <a:spcAft>
                <a:spcPts val="0"/>
              </a:spcAft>
              <a:buSzPts val="1400"/>
              <a:buNone/>
              <a:defRPr/>
            </a:lvl5pPr>
            <a:lvl6pPr lvl="5" algn="ctr">
              <a:spcBef>
                <a:spcPts val="0"/>
              </a:spcBef>
              <a:spcAft>
                <a:spcPts val="0"/>
              </a:spcAft>
              <a:buSzPts val="1400"/>
              <a:buNone/>
              <a:defRPr/>
            </a:lvl6pPr>
            <a:lvl7pPr lvl="6" algn="ctr">
              <a:spcBef>
                <a:spcPts val="0"/>
              </a:spcBef>
              <a:spcAft>
                <a:spcPts val="0"/>
              </a:spcAft>
              <a:buSzPts val="1400"/>
              <a:buNone/>
              <a:defRPr/>
            </a:lvl7pPr>
            <a:lvl8pPr lvl="7" algn="ctr">
              <a:spcBef>
                <a:spcPts val="0"/>
              </a:spcBef>
              <a:spcAft>
                <a:spcPts val="0"/>
              </a:spcAft>
              <a:buSzPts val="1400"/>
              <a:buNone/>
              <a:defRPr/>
            </a:lvl8pPr>
            <a:lvl9pPr lvl="8" algn="ctr">
              <a:spcBef>
                <a:spcPts val="0"/>
              </a:spcBef>
              <a:spcAft>
                <a:spcPts val="0"/>
              </a:spcAft>
              <a:buSzPts val="1400"/>
              <a:buNone/>
              <a:defRPr/>
            </a:lvl9pPr>
          </a:lstStyle>
          <a:p/>
        </p:txBody>
      </p:sp>
      <p:sp>
        <p:nvSpPr>
          <p:cNvPr id="10794" name="Google Shape;10794;p179"/>
          <p:cNvSpPr txBox="1"/>
          <p:nvPr>
            <p:ph idx="9" type="subTitle"/>
          </p:nvPr>
        </p:nvSpPr>
        <p:spPr>
          <a:xfrm>
            <a:off x="3570138" y="5382356"/>
            <a:ext cx="1251900" cy="1091700"/>
          </a:xfrm>
          <a:prstGeom prst="rect">
            <a:avLst/>
          </a:prstGeom>
          <a:noFill/>
          <a:ln>
            <a:noFill/>
          </a:ln>
        </p:spPr>
        <p:txBody>
          <a:bodyPr anchorCtr="0" anchor="ctr" bIns="18000" lIns="18000" spcFirstLastPara="1" rIns="18000" wrap="square" tIns="18000">
            <a:noAutofit/>
          </a:bodyPr>
          <a:lstStyle>
            <a:lvl1pPr lvl="0" algn="ctr">
              <a:spcBef>
                <a:spcPts val="0"/>
              </a:spcBef>
              <a:spcAft>
                <a:spcPts val="0"/>
              </a:spcAft>
              <a:buSzPts val="900"/>
              <a:buNone/>
              <a:defRPr sz="900"/>
            </a:lvl1pPr>
            <a:lvl2pPr lvl="1" algn="ctr">
              <a:spcBef>
                <a:spcPts val="200"/>
              </a:spcBef>
              <a:spcAft>
                <a:spcPts val="0"/>
              </a:spcAft>
              <a:buSzPts val="1400"/>
              <a:buNone/>
              <a:defRPr/>
            </a:lvl2pPr>
            <a:lvl3pPr lvl="2" algn="ctr">
              <a:spcBef>
                <a:spcPts val="0"/>
              </a:spcBef>
              <a:spcAft>
                <a:spcPts val="0"/>
              </a:spcAft>
              <a:buSzPts val="1400"/>
              <a:buNone/>
              <a:defRPr/>
            </a:lvl3pPr>
            <a:lvl4pPr lvl="3" algn="ctr">
              <a:spcBef>
                <a:spcPts val="0"/>
              </a:spcBef>
              <a:spcAft>
                <a:spcPts val="0"/>
              </a:spcAft>
              <a:buSzPts val="1400"/>
              <a:buNone/>
              <a:defRPr/>
            </a:lvl4pPr>
            <a:lvl5pPr lvl="4" algn="ctr">
              <a:spcBef>
                <a:spcPts val="0"/>
              </a:spcBef>
              <a:spcAft>
                <a:spcPts val="0"/>
              </a:spcAft>
              <a:buSzPts val="1400"/>
              <a:buNone/>
              <a:defRPr/>
            </a:lvl5pPr>
            <a:lvl6pPr lvl="5" algn="ctr">
              <a:spcBef>
                <a:spcPts val="0"/>
              </a:spcBef>
              <a:spcAft>
                <a:spcPts val="0"/>
              </a:spcAft>
              <a:buSzPts val="1400"/>
              <a:buNone/>
              <a:defRPr/>
            </a:lvl6pPr>
            <a:lvl7pPr lvl="6" algn="ctr">
              <a:spcBef>
                <a:spcPts val="0"/>
              </a:spcBef>
              <a:spcAft>
                <a:spcPts val="0"/>
              </a:spcAft>
              <a:buSzPts val="1400"/>
              <a:buNone/>
              <a:defRPr/>
            </a:lvl7pPr>
            <a:lvl8pPr lvl="7" algn="ctr">
              <a:spcBef>
                <a:spcPts val="0"/>
              </a:spcBef>
              <a:spcAft>
                <a:spcPts val="0"/>
              </a:spcAft>
              <a:buSzPts val="1400"/>
              <a:buNone/>
              <a:defRPr/>
            </a:lvl8pPr>
            <a:lvl9pPr lvl="8" algn="ctr">
              <a:spcBef>
                <a:spcPts val="0"/>
              </a:spcBef>
              <a:spcAft>
                <a:spcPts val="0"/>
              </a:spcAft>
              <a:buSzPts val="1400"/>
              <a:buNone/>
              <a:defRPr/>
            </a:lvl9pPr>
          </a:lstStyle>
          <a:p/>
        </p:txBody>
      </p:sp>
      <p:sp>
        <p:nvSpPr>
          <p:cNvPr id="10795" name="Google Shape;10795;p179"/>
          <p:cNvSpPr txBox="1"/>
          <p:nvPr>
            <p:ph idx="13" type="subTitle"/>
          </p:nvPr>
        </p:nvSpPr>
        <p:spPr>
          <a:xfrm>
            <a:off x="5337575" y="2135025"/>
            <a:ext cx="4319400" cy="390000"/>
          </a:xfrm>
          <a:prstGeom prst="rect">
            <a:avLst/>
          </a:prstGeom>
          <a:noFill/>
          <a:ln>
            <a:noFill/>
          </a:ln>
        </p:spPr>
        <p:txBody>
          <a:bodyPr anchorCtr="0" anchor="ctr" bIns="18000" lIns="18000" spcFirstLastPara="1" rIns="18000" wrap="square" tIns="18000">
            <a:noAutofit/>
          </a:bodyPr>
          <a:lstStyle>
            <a:lvl1pPr lvl="0" algn="ctr">
              <a:spcBef>
                <a:spcPts val="0"/>
              </a:spcBef>
              <a:spcAft>
                <a:spcPts val="0"/>
              </a:spcAft>
              <a:buSzPts val="900"/>
              <a:buFont typeface="Arvo"/>
              <a:buNone/>
              <a:defRPr sz="900">
                <a:latin typeface="Arvo"/>
                <a:ea typeface="Arvo"/>
                <a:cs typeface="Arvo"/>
                <a:sym typeface="Arvo"/>
              </a:defRPr>
            </a:lvl1pPr>
            <a:lvl2pPr lvl="1" algn="ctr">
              <a:spcBef>
                <a:spcPts val="200"/>
              </a:spcBef>
              <a:spcAft>
                <a:spcPts val="0"/>
              </a:spcAft>
              <a:buSzPts val="1400"/>
              <a:buNone/>
              <a:defRPr/>
            </a:lvl2pPr>
            <a:lvl3pPr lvl="2" algn="ctr">
              <a:spcBef>
                <a:spcPts val="0"/>
              </a:spcBef>
              <a:spcAft>
                <a:spcPts val="0"/>
              </a:spcAft>
              <a:buSzPts val="1400"/>
              <a:buNone/>
              <a:defRPr/>
            </a:lvl3pPr>
            <a:lvl4pPr lvl="3" algn="ctr">
              <a:spcBef>
                <a:spcPts val="0"/>
              </a:spcBef>
              <a:spcAft>
                <a:spcPts val="0"/>
              </a:spcAft>
              <a:buSzPts val="1400"/>
              <a:buNone/>
              <a:defRPr/>
            </a:lvl4pPr>
            <a:lvl5pPr lvl="4" algn="ctr">
              <a:spcBef>
                <a:spcPts val="0"/>
              </a:spcBef>
              <a:spcAft>
                <a:spcPts val="0"/>
              </a:spcAft>
              <a:buSzPts val="1400"/>
              <a:buNone/>
              <a:defRPr/>
            </a:lvl5pPr>
            <a:lvl6pPr lvl="5" algn="ctr">
              <a:spcBef>
                <a:spcPts val="0"/>
              </a:spcBef>
              <a:spcAft>
                <a:spcPts val="0"/>
              </a:spcAft>
              <a:buSzPts val="1400"/>
              <a:buNone/>
              <a:defRPr/>
            </a:lvl6pPr>
            <a:lvl7pPr lvl="6" algn="ctr">
              <a:spcBef>
                <a:spcPts val="0"/>
              </a:spcBef>
              <a:spcAft>
                <a:spcPts val="0"/>
              </a:spcAft>
              <a:buSzPts val="1400"/>
              <a:buNone/>
              <a:defRPr/>
            </a:lvl7pPr>
            <a:lvl8pPr lvl="7" algn="ctr">
              <a:spcBef>
                <a:spcPts val="0"/>
              </a:spcBef>
              <a:spcAft>
                <a:spcPts val="0"/>
              </a:spcAft>
              <a:buSzPts val="1400"/>
              <a:buNone/>
              <a:defRPr/>
            </a:lvl8pPr>
            <a:lvl9pPr lvl="8" algn="ctr">
              <a:spcBef>
                <a:spcPts val="0"/>
              </a:spcBef>
              <a:spcAft>
                <a:spcPts val="0"/>
              </a:spcAft>
              <a:buSzPts val="1400"/>
              <a:buNone/>
              <a:defRPr/>
            </a:lvl9pPr>
          </a:lstStyle>
          <a:p/>
        </p:txBody>
      </p:sp>
      <p:sp>
        <p:nvSpPr>
          <p:cNvPr id="10796" name="Google Shape;10796;p179"/>
          <p:cNvSpPr txBox="1"/>
          <p:nvPr>
            <p:ph idx="14" type="subTitle"/>
          </p:nvPr>
        </p:nvSpPr>
        <p:spPr>
          <a:xfrm>
            <a:off x="5337575" y="3678794"/>
            <a:ext cx="4319400" cy="390000"/>
          </a:xfrm>
          <a:prstGeom prst="rect">
            <a:avLst/>
          </a:prstGeom>
          <a:noFill/>
          <a:ln>
            <a:noFill/>
          </a:ln>
        </p:spPr>
        <p:txBody>
          <a:bodyPr anchorCtr="0" anchor="ctr" bIns="18000" lIns="18000" spcFirstLastPara="1" rIns="18000" wrap="square" tIns="18000">
            <a:noAutofit/>
          </a:bodyPr>
          <a:lstStyle>
            <a:lvl1pPr lvl="0" algn="ctr">
              <a:spcBef>
                <a:spcPts val="0"/>
              </a:spcBef>
              <a:spcAft>
                <a:spcPts val="0"/>
              </a:spcAft>
              <a:buSzPts val="900"/>
              <a:buFont typeface="Arvo"/>
              <a:buNone/>
              <a:defRPr sz="900">
                <a:latin typeface="Arvo"/>
                <a:ea typeface="Arvo"/>
                <a:cs typeface="Arvo"/>
                <a:sym typeface="Arvo"/>
              </a:defRPr>
            </a:lvl1pPr>
            <a:lvl2pPr lvl="1" algn="ctr">
              <a:spcBef>
                <a:spcPts val="200"/>
              </a:spcBef>
              <a:spcAft>
                <a:spcPts val="0"/>
              </a:spcAft>
              <a:buSzPts val="1400"/>
              <a:buFont typeface="Arvo"/>
              <a:buNone/>
              <a:defRPr>
                <a:latin typeface="Arvo"/>
                <a:ea typeface="Arvo"/>
                <a:cs typeface="Arvo"/>
                <a:sym typeface="Arvo"/>
              </a:defRPr>
            </a:lvl2pPr>
            <a:lvl3pPr lvl="2" algn="ctr">
              <a:spcBef>
                <a:spcPts val="0"/>
              </a:spcBef>
              <a:spcAft>
                <a:spcPts val="0"/>
              </a:spcAft>
              <a:buSzPts val="1400"/>
              <a:buFont typeface="Arvo"/>
              <a:buNone/>
              <a:defRPr>
                <a:latin typeface="Arvo"/>
                <a:ea typeface="Arvo"/>
                <a:cs typeface="Arvo"/>
                <a:sym typeface="Arvo"/>
              </a:defRPr>
            </a:lvl3pPr>
            <a:lvl4pPr lvl="3" algn="ctr">
              <a:spcBef>
                <a:spcPts val="0"/>
              </a:spcBef>
              <a:spcAft>
                <a:spcPts val="0"/>
              </a:spcAft>
              <a:buSzPts val="1400"/>
              <a:buFont typeface="Arvo"/>
              <a:buNone/>
              <a:defRPr>
                <a:latin typeface="Arvo"/>
                <a:ea typeface="Arvo"/>
                <a:cs typeface="Arvo"/>
                <a:sym typeface="Arvo"/>
              </a:defRPr>
            </a:lvl4pPr>
            <a:lvl5pPr lvl="4" algn="ctr">
              <a:spcBef>
                <a:spcPts val="0"/>
              </a:spcBef>
              <a:spcAft>
                <a:spcPts val="0"/>
              </a:spcAft>
              <a:buSzPts val="1400"/>
              <a:buFont typeface="Arvo"/>
              <a:buNone/>
              <a:defRPr>
                <a:latin typeface="Arvo"/>
                <a:ea typeface="Arvo"/>
                <a:cs typeface="Arvo"/>
                <a:sym typeface="Arvo"/>
              </a:defRPr>
            </a:lvl5pPr>
            <a:lvl6pPr lvl="5" algn="ctr">
              <a:spcBef>
                <a:spcPts val="0"/>
              </a:spcBef>
              <a:spcAft>
                <a:spcPts val="0"/>
              </a:spcAft>
              <a:buSzPts val="1400"/>
              <a:buFont typeface="Arvo"/>
              <a:buNone/>
              <a:defRPr>
                <a:latin typeface="Arvo"/>
                <a:ea typeface="Arvo"/>
                <a:cs typeface="Arvo"/>
                <a:sym typeface="Arvo"/>
              </a:defRPr>
            </a:lvl6pPr>
            <a:lvl7pPr lvl="6" algn="ctr">
              <a:spcBef>
                <a:spcPts val="0"/>
              </a:spcBef>
              <a:spcAft>
                <a:spcPts val="0"/>
              </a:spcAft>
              <a:buSzPts val="1400"/>
              <a:buFont typeface="Arvo"/>
              <a:buNone/>
              <a:defRPr>
                <a:latin typeface="Arvo"/>
                <a:ea typeface="Arvo"/>
                <a:cs typeface="Arvo"/>
                <a:sym typeface="Arvo"/>
              </a:defRPr>
            </a:lvl7pPr>
            <a:lvl8pPr lvl="7" algn="ctr">
              <a:spcBef>
                <a:spcPts val="0"/>
              </a:spcBef>
              <a:spcAft>
                <a:spcPts val="0"/>
              </a:spcAft>
              <a:buSzPts val="1400"/>
              <a:buFont typeface="Arvo"/>
              <a:buNone/>
              <a:defRPr>
                <a:latin typeface="Arvo"/>
                <a:ea typeface="Arvo"/>
                <a:cs typeface="Arvo"/>
                <a:sym typeface="Arvo"/>
              </a:defRPr>
            </a:lvl8pPr>
            <a:lvl9pPr lvl="8" algn="ctr">
              <a:spcBef>
                <a:spcPts val="0"/>
              </a:spcBef>
              <a:spcAft>
                <a:spcPts val="0"/>
              </a:spcAft>
              <a:buSzPts val="1400"/>
              <a:buFont typeface="Arvo"/>
              <a:buNone/>
              <a:defRPr>
                <a:latin typeface="Arvo"/>
                <a:ea typeface="Arvo"/>
                <a:cs typeface="Arvo"/>
                <a:sym typeface="Arvo"/>
              </a:defRPr>
            </a:lvl9pPr>
          </a:lstStyle>
          <a:p/>
        </p:txBody>
      </p:sp>
      <p:sp>
        <p:nvSpPr>
          <p:cNvPr id="10797" name="Google Shape;10797;p179"/>
          <p:cNvSpPr txBox="1"/>
          <p:nvPr>
            <p:ph idx="15" type="subTitle"/>
          </p:nvPr>
        </p:nvSpPr>
        <p:spPr>
          <a:xfrm>
            <a:off x="5337575" y="5242331"/>
            <a:ext cx="4319400" cy="390000"/>
          </a:xfrm>
          <a:prstGeom prst="rect">
            <a:avLst/>
          </a:prstGeom>
          <a:noFill/>
          <a:ln>
            <a:noFill/>
          </a:ln>
        </p:spPr>
        <p:txBody>
          <a:bodyPr anchorCtr="0" anchor="ctr" bIns="18000" lIns="18000" spcFirstLastPara="1" rIns="18000" wrap="square" tIns="18000">
            <a:noAutofit/>
          </a:bodyPr>
          <a:lstStyle>
            <a:lvl1pPr lvl="0" algn="ctr">
              <a:spcBef>
                <a:spcPts val="0"/>
              </a:spcBef>
              <a:spcAft>
                <a:spcPts val="0"/>
              </a:spcAft>
              <a:buSzPts val="900"/>
              <a:buFont typeface="Arvo"/>
              <a:buNone/>
              <a:defRPr sz="900">
                <a:latin typeface="Arvo"/>
                <a:ea typeface="Arvo"/>
                <a:cs typeface="Arvo"/>
                <a:sym typeface="Arvo"/>
              </a:defRPr>
            </a:lvl1pPr>
            <a:lvl2pPr lvl="1" algn="ctr">
              <a:spcBef>
                <a:spcPts val="200"/>
              </a:spcBef>
              <a:spcAft>
                <a:spcPts val="0"/>
              </a:spcAft>
              <a:buSzPts val="1400"/>
              <a:buNone/>
              <a:defRPr/>
            </a:lvl2pPr>
            <a:lvl3pPr lvl="2" algn="ctr">
              <a:spcBef>
                <a:spcPts val="0"/>
              </a:spcBef>
              <a:spcAft>
                <a:spcPts val="0"/>
              </a:spcAft>
              <a:buSzPts val="1400"/>
              <a:buNone/>
              <a:defRPr/>
            </a:lvl3pPr>
            <a:lvl4pPr lvl="3" algn="ctr">
              <a:spcBef>
                <a:spcPts val="0"/>
              </a:spcBef>
              <a:spcAft>
                <a:spcPts val="0"/>
              </a:spcAft>
              <a:buSzPts val="1400"/>
              <a:buNone/>
              <a:defRPr/>
            </a:lvl4pPr>
            <a:lvl5pPr lvl="4" algn="ctr">
              <a:spcBef>
                <a:spcPts val="0"/>
              </a:spcBef>
              <a:spcAft>
                <a:spcPts val="0"/>
              </a:spcAft>
              <a:buSzPts val="1400"/>
              <a:buNone/>
              <a:defRPr/>
            </a:lvl5pPr>
            <a:lvl6pPr lvl="5" algn="ctr">
              <a:spcBef>
                <a:spcPts val="0"/>
              </a:spcBef>
              <a:spcAft>
                <a:spcPts val="0"/>
              </a:spcAft>
              <a:buSzPts val="1400"/>
              <a:buNone/>
              <a:defRPr/>
            </a:lvl6pPr>
            <a:lvl7pPr lvl="6" algn="ctr">
              <a:spcBef>
                <a:spcPts val="0"/>
              </a:spcBef>
              <a:spcAft>
                <a:spcPts val="0"/>
              </a:spcAft>
              <a:buSzPts val="1400"/>
              <a:buNone/>
              <a:defRPr/>
            </a:lvl7pPr>
            <a:lvl8pPr lvl="7" algn="ctr">
              <a:spcBef>
                <a:spcPts val="0"/>
              </a:spcBef>
              <a:spcAft>
                <a:spcPts val="0"/>
              </a:spcAft>
              <a:buSzPts val="1400"/>
              <a:buNone/>
              <a:defRPr/>
            </a:lvl8pPr>
            <a:lvl9pPr lvl="8" algn="ctr">
              <a:spcBef>
                <a:spcPts val="0"/>
              </a:spcBef>
              <a:spcAft>
                <a:spcPts val="0"/>
              </a:spcAft>
              <a:buSzPts val="1400"/>
              <a:buNone/>
              <a:defRPr/>
            </a:lvl9pPr>
          </a:lstStyle>
          <a:p/>
        </p:txBody>
      </p:sp>
      <p:sp>
        <p:nvSpPr>
          <p:cNvPr id="10798" name="Google Shape;10798;p179"/>
          <p:cNvSpPr txBox="1"/>
          <p:nvPr>
            <p:ph idx="16" type="subTitle"/>
          </p:nvPr>
        </p:nvSpPr>
        <p:spPr>
          <a:xfrm>
            <a:off x="-3411750" y="1350875"/>
            <a:ext cx="821100" cy="736200"/>
          </a:xfrm>
          <a:prstGeom prst="rect">
            <a:avLst/>
          </a:prstGeom>
          <a:noFill/>
          <a:ln>
            <a:noFill/>
          </a:ln>
        </p:spPr>
        <p:txBody>
          <a:bodyPr anchorCtr="0" anchor="ctr" bIns="36000" lIns="36000" spcFirstLastPara="1" rIns="36000" wrap="square" tIns="36000">
            <a:noAutofit/>
          </a:bodyPr>
          <a:lstStyle>
            <a:lvl1pPr lvl="0" algn="ctr">
              <a:spcBef>
                <a:spcPts val="0"/>
              </a:spcBef>
              <a:spcAft>
                <a:spcPts val="0"/>
              </a:spcAft>
              <a:buSzPts val="800"/>
              <a:buFont typeface="Arvo"/>
              <a:buNone/>
              <a:defRPr sz="800">
                <a:latin typeface="Arvo"/>
                <a:ea typeface="Arvo"/>
                <a:cs typeface="Arvo"/>
                <a:sym typeface="Arvo"/>
              </a:defRPr>
            </a:lvl1pPr>
            <a:lvl2pPr lvl="1" algn="ctr">
              <a:spcBef>
                <a:spcPts val="200"/>
              </a:spcBef>
              <a:spcAft>
                <a:spcPts val="0"/>
              </a:spcAft>
              <a:buSzPts val="800"/>
              <a:buFont typeface="Arvo"/>
              <a:buNone/>
              <a:defRPr sz="800">
                <a:latin typeface="Arvo"/>
                <a:ea typeface="Arvo"/>
                <a:cs typeface="Arvo"/>
                <a:sym typeface="Arvo"/>
              </a:defRPr>
            </a:lvl2pPr>
            <a:lvl3pPr lvl="2" algn="ctr">
              <a:spcBef>
                <a:spcPts val="0"/>
              </a:spcBef>
              <a:spcAft>
                <a:spcPts val="0"/>
              </a:spcAft>
              <a:buSzPts val="800"/>
              <a:buFont typeface="Arvo"/>
              <a:buNone/>
              <a:defRPr sz="800">
                <a:latin typeface="Arvo"/>
                <a:ea typeface="Arvo"/>
                <a:cs typeface="Arvo"/>
                <a:sym typeface="Arvo"/>
              </a:defRPr>
            </a:lvl3pPr>
            <a:lvl4pPr lvl="3" algn="ctr">
              <a:spcBef>
                <a:spcPts val="0"/>
              </a:spcBef>
              <a:spcAft>
                <a:spcPts val="0"/>
              </a:spcAft>
              <a:buSzPts val="800"/>
              <a:buFont typeface="Arvo"/>
              <a:buNone/>
              <a:defRPr sz="800">
                <a:latin typeface="Arvo"/>
                <a:ea typeface="Arvo"/>
                <a:cs typeface="Arvo"/>
                <a:sym typeface="Arvo"/>
              </a:defRPr>
            </a:lvl4pPr>
            <a:lvl5pPr lvl="4" algn="ctr">
              <a:spcBef>
                <a:spcPts val="0"/>
              </a:spcBef>
              <a:spcAft>
                <a:spcPts val="0"/>
              </a:spcAft>
              <a:buSzPts val="800"/>
              <a:buFont typeface="Arvo"/>
              <a:buNone/>
              <a:defRPr sz="800">
                <a:latin typeface="Arvo"/>
                <a:ea typeface="Arvo"/>
                <a:cs typeface="Arvo"/>
                <a:sym typeface="Arvo"/>
              </a:defRPr>
            </a:lvl5pPr>
            <a:lvl6pPr lvl="5" algn="ctr">
              <a:spcBef>
                <a:spcPts val="0"/>
              </a:spcBef>
              <a:spcAft>
                <a:spcPts val="0"/>
              </a:spcAft>
              <a:buSzPts val="800"/>
              <a:buFont typeface="Arvo"/>
              <a:buNone/>
              <a:defRPr sz="800">
                <a:latin typeface="Arvo"/>
                <a:ea typeface="Arvo"/>
                <a:cs typeface="Arvo"/>
                <a:sym typeface="Arvo"/>
              </a:defRPr>
            </a:lvl6pPr>
            <a:lvl7pPr lvl="6" algn="ctr">
              <a:spcBef>
                <a:spcPts val="0"/>
              </a:spcBef>
              <a:spcAft>
                <a:spcPts val="0"/>
              </a:spcAft>
              <a:buSzPts val="800"/>
              <a:buFont typeface="Arvo"/>
              <a:buNone/>
              <a:defRPr sz="800">
                <a:latin typeface="Arvo"/>
                <a:ea typeface="Arvo"/>
                <a:cs typeface="Arvo"/>
                <a:sym typeface="Arvo"/>
              </a:defRPr>
            </a:lvl7pPr>
            <a:lvl8pPr lvl="7" algn="ctr">
              <a:spcBef>
                <a:spcPts val="0"/>
              </a:spcBef>
              <a:spcAft>
                <a:spcPts val="0"/>
              </a:spcAft>
              <a:buSzPts val="800"/>
              <a:buFont typeface="Arvo"/>
              <a:buNone/>
              <a:defRPr sz="800">
                <a:latin typeface="Arvo"/>
                <a:ea typeface="Arvo"/>
                <a:cs typeface="Arvo"/>
                <a:sym typeface="Arvo"/>
              </a:defRPr>
            </a:lvl8pPr>
            <a:lvl9pPr lvl="8" algn="ctr">
              <a:spcBef>
                <a:spcPts val="0"/>
              </a:spcBef>
              <a:spcAft>
                <a:spcPts val="0"/>
              </a:spcAft>
              <a:buSzPts val="800"/>
              <a:buFont typeface="Arvo"/>
              <a:buNone/>
              <a:defRPr sz="800">
                <a:latin typeface="Arvo"/>
                <a:ea typeface="Arvo"/>
                <a:cs typeface="Arvo"/>
                <a:sym typeface="Arvo"/>
              </a:defRPr>
            </a:lvl9pPr>
          </a:lstStyle>
          <a:p/>
        </p:txBody>
      </p:sp>
      <p:sp>
        <p:nvSpPr>
          <p:cNvPr id="10799" name="Google Shape;10799;p179"/>
          <p:cNvSpPr txBox="1"/>
          <p:nvPr>
            <p:ph idx="17" type="subTitle"/>
          </p:nvPr>
        </p:nvSpPr>
        <p:spPr>
          <a:xfrm>
            <a:off x="-2475750" y="1350875"/>
            <a:ext cx="821100" cy="736200"/>
          </a:xfrm>
          <a:prstGeom prst="rect">
            <a:avLst/>
          </a:prstGeom>
          <a:noFill/>
          <a:ln>
            <a:noFill/>
          </a:ln>
        </p:spPr>
        <p:txBody>
          <a:bodyPr anchorCtr="0" anchor="ctr" bIns="36000" lIns="36000" spcFirstLastPara="1" rIns="36000" wrap="square" tIns="36000">
            <a:noAutofit/>
          </a:bodyPr>
          <a:lstStyle>
            <a:lvl1pPr lvl="0" algn="ctr">
              <a:spcBef>
                <a:spcPts val="0"/>
              </a:spcBef>
              <a:spcAft>
                <a:spcPts val="0"/>
              </a:spcAft>
              <a:buSzPts val="800"/>
              <a:buFont typeface="Arvo"/>
              <a:buNone/>
              <a:defRPr sz="800">
                <a:latin typeface="Arvo"/>
                <a:ea typeface="Arvo"/>
                <a:cs typeface="Arvo"/>
                <a:sym typeface="Arvo"/>
              </a:defRPr>
            </a:lvl1pPr>
            <a:lvl2pPr lvl="1" algn="ctr">
              <a:spcBef>
                <a:spcPts val="200"/>
              </a:spcBef>
              <a:spcAft>
                <a:spcPts val="0"/>
              </a:spcAft>
              <a:buSzPts val="800"/>
              <a:buFont typeface="Arvo"/>
              <a:buNone/>
              <a:defRPr sz="800">
                <a:latin typeface="Arvo"/>
                <a:ea typeface="Arvo"/>
                <a:cs typeface="Arvo"/>
                <a:sym typeface="Arvo"/>
              </a:defRPr>
            </a:lvl2pPr>
            <a:lvl3pPr lvl="2" algn="ctr">
              <a:spcBef>
                <a:spcPts val="0"/>
              </a:spcBef>
              <a:spcAft>
                <a:spcPts val="0"/>
              </a:spcAft>
              <a:buSzPts val="800"/>
              <a:buFont typeface="Arvo"/>
              <a:buNone/>
              <a:defRPr sz="800">
                <a:latin typeface="Arvo"/>
                <a:ea typeface="Arvo"/>
                <a:cs typeface="Arvo"/>
                <a:sym typeface="Arvo"/>
              </a:defRPr>
            </a:lvl3pPr>
            <a:lvl4pPr lvl="3" algn="ctr">
              <a:spcBef>
                <a:spcPts val="0"/>
              </a:spcBef>
              <a:spcAft>
                <a:spcPts val="0"/>
              </a:spcAft>
              <a:buSzPts val="800"/>
              <a:buFont typeface="Arvo"/>
              <a:buNone/>
              <a:defRPr sz="800">
                <a:latin typeface="Arvo"/>
                <a:ea typeface="Arvo"/>
                <a:cs typeface="Arvo"/>
                <a:sym typeface="Arvo"/>
              </a:defRPr>
            </a:lvl4pPr>
            <a:lvl5pPr lvl="4" algn="ctr">
              <a:spcBef>
                <a:spcPts val="0"/>
              </a:spcBef>
              <a:spcAft>
                <a:spcPts val="0"/>
              </a:spcAft>
              <a:buSzPts val="800"/>
              <a:buFont typeface="Arvo"/>
              <a:buNone/>
              <a:defRPr sz="800">
                <a:latin typeface="Arvo"/>
                <a:ea typeface="Arvo"/>
                <a:cs typeface="Arvo"/>
                <a:sym typeface="Arvo"/>
              </a:defRPr>
            </a:lvl5pPr>
            <a:lvl6pPr lvl="5" algn="ctr">
              <a:spcBef>
                <a:spcPts val="0"/>
              </a:spcBef>
              <a:spcAft>
                <a:spcPts val="0"/>
              </a:spcAft>
              <a:buSzPts val="800"/>
              <a:buFont typeface="Arvo"/>
              <a:buNone/>
              <a:defRPr sz="800">
                <a:latin typeface="Arvo"/>
                <a:ea typeface="Arvo"/>
                <a:cs typeface="Arvo"/>
                <a:sym typeface="Arvo"/>
              </a:defRPr>
            </a:lvl6pPr>
            <a:lvl7pPr lvl="6" algn="ctr">
              <a:spcBef>
                <a:spcPts val="0"/>
              </a:spcBef>
              <a:spcAft>
                <a:spcPts val="0"/>
              </a:spcAft>
              <a:buSzPts val="800"/>
              <a:buFont typeface="Arvo"/>
              <a:buNone/>
              <a:defRPr sz="800">
                <a:latin typeface="Arvo"/>
                <a:ea typeface="Arvo"/>
                <a:cs typeface="Arvo"/>
                <a:sym typeface="Arvo"/>
              </a:defRPr>
            </a:lvl7pPr>
            <a:lvl8pPr lvl="7" algn="ctr">
              <a:spcBef>
                <a:spcPts val="0"/>
              </a:spcBef>
              <a:spcAft>
                <a:spcPts val="0"/>
              </a:spcAft>
              <a:buSzPts val="800"/>
              <a:buFont typeface="Arvo"/>
              <a:buNone/>
              <a:defRPr sz="800">
                <a:latin typeface="Arvo"/>
                <a:ea typeface="Arvo"/>
                <a:cs typeface="Arvo"/>
                <a:sym typeface="Arvo"/>
              </a:defRPr>
            </a:lvl8pPr>
            <a:lvl9pPr lvl="8" algn="ctr">
              <a:spcBef>
                <a:spcPts val="0"/>
              </a:spcBef>
              <a:spcAft>
                <a:spcPts val="0"/>
              </a:spcAft>
              <a:buSzPts val="800"/>
              <a:buFont typeface="Arvo"/>
              <a:buNone/>
              <a:defRPr sz="800">
                <a:latin typeface="Arvo"/>
                <a:ea typeface="Arvo"/>
                <a:cs typeface="Arvo"/>
                <a:sym typeface="Arvo"/>
              </a:defRPr>
            </a:lvl9pPr>
          </a:lstStyle>
          <a:p/>
        </p:txBody>
      </p:sp>
      <p:sp>
        <p:nvSpPr>
          <p:cNvPr id="10800" name="Google Shape;10800;p179"/>
          <p:cNvSpPr txBox="1"/>
          <p:nvPr>
            <p:ph idx="18" type="subTitle"/>
          </p:nvPr>
        </p:nvSpPr>
        <p:spPr>
          <a:xfrm>
            <a:off x="-1536150" y="1350975"/>
            <a:ext cx="821100" cy="736200"/>
          </a:xfrm>
          <a:prstGeom prst="rect">
            <a:avLst/>
          </a:prstGeom>
          <a:noFill/>
          <a:ln>
            <a:noFill/>
          </a:ln>
        </p:spPr>
        <p:txBody>
          <a:bodyPr anchorCtr="0" anchor="ctr" bIns="36000" lIns="36000" spcFirstLastPara="1" rIns="36000" wrap="square" tIns="36000">
            <a:noAutofit/>
          </a:bodyPr>
          <a:lstStyle>
            <a:lvl1pPr lvl="0" algn="ctr">
              <a:spcBef>
                <a:spcPts val="0"/>
              </a:spcBef>
              <a:spcAft>
                <a:spcPts val="0"/>
              </a:spcAft>
              <a:buSzPts val="800"/>
              <a:buFont typeface="Arvo"/>
              <a:buNone/>
              <a:defRPr sz="800">
                <a:latin typeface="Arvo"/>
                <a:ea typeface="Arvo"/>
                <a:cs typeface="Arvo"/>
                <a:sym typeface="Arvo"/>
              </a:defRPr>
            </a:lvl1pPr>
            <a:lvl2pPr lvl="1" algn="ctr">
              <a:spcBef>
                <a:spcPts val="200"/>
              </a:spcBef>
              <a:spcAft>
                <a:spcPts val="0"/>
              </a:spcAft>
              <a:buSzPts val="800"/>
              <a:buFont typeface="Arvo"/>
              <a:buNone/>
              <a:defRPr sz="800">
                <a:latin typeface="Arvo"/>
                <a:ea typeface="Arvo"/>
                <a:cs typeface="Arvo"/>
                <a:sym typeface="Arvo"/>
              </a:defRPr>
            </a:lvl2pPr>
            <a:lvl3pPr lvl="2" algn="ctr">
              <a:spcBef>
                <a:spcPts val="0"/>
              </a:spcBef>
              <a:spcAft>
                <a:spcPts val="0"/>
              </a:spcAft>
              <a:buSzPts val="800"/>
              <a:buFont typeface="Arvo"/>
              <a:buNone/>
              <a:defRPr sz="800">
                <a:latin typeface="Arvo"/>
                <a:ea typeface="Arvo"/>
                <a:cs typeface="Arvo"/>
                <a:sym typeface="Arvo"/>
              </a:defRPr>
            </a:lvl3pPr>
            <a:lvl4pPr lvl="3" algn="ctr">
              <a:spcBef>
                <a:spcPts val="0"/>
              </a:spcBef>
              <a:spcAft>
                <a:spcPts val="0"/>
              </a:spcAft>
              <a:buSzPts val="800"/>
              <a:buFont typeface="Arvo"/>
              <a:buNone/>
              <a:defRPr sz="800">
                <a:latin typeface="Arvo"/>
                <a:ea typeface="Arvo"/>
                <a:cs typeface="Arvo"/>
                <a:sym typeface="Arvo"/>
              </a:defRPr>
            </a:lvl4pPr>
            <a:lvl5pPr lvl="4" algn="ctr">
              <a:spcBef>
                <a:spcPts val="0"/>
              </a:spcBef>
              <a:spcAft>
                <a:spcPts val="0"/>
              </a:spcAft>
              <a:buSzPts val="800"/>
              <a:buFont typeface="Arvo"/>
              <a:buNone/>
              <a:defRPr sz="800">
                <a:latin typeface="Arvo"/>
                <a:ea typeface="Arvo"/>
                <a:cs typeface="Arvo"/>
                <a:sym typeface="Arvo"/>
              </a:defRPr>
            </a:lvl5pPr>
            <a:lvl6pPr lvl="5" algn="ctr">
              <a:spcBef>
                <a:spcPts val="0"/>
              </a:spcBef>
              <a:spcAft>
                <a:spcPts val="0"/>
              </a:spcAft>
              <a:buSzPts val="800"/>
              <a:buFont typeface="Arvo"/>
              <a:buNone/>
              <a:defRPr sz="800">
                <a:latin typeface="Arvo"/>
                <a:ea typeface="Arvo"/>
                <a:cs typeface="Arvo"/>
                <a:sym typeface="Arvo"/>
              </a:defRPr>
            </a:lvl6pPr>
            <a:lvl7pPr lvl="6" algn="ctr">
              <a:spcBef>
                <a:spcPts val="0"/>
              </a:spcBef>
              <a:spcAft>
                <a:spcPts val="0"/>
              </a:spcAft>
              <a:buSzPts val="800"/>
              <a:buFont typeface="Arvo"/>
              <a:buNone/>
              <a:defRPr sz="800">
                <a:latin typeface="Arvo"/>
                <a:ea typeface="Arvo"/>
                <a:cs typeface="Arvo"/>
                <a:sym typeface="Arvo"/>
              </a:defRPr>
            </a:lvl7pPr>
            <a:lvl8pPr lvl="7" algn="ctr">
              <a:spcBef>
                <a:spcPts val="0"/>
              </a:spcBef>
              <a:spcAft>
                <a:spcPts val="0"/>
              </a:spcAft>
              <a:buSzPts val="800"/>
              <a:buFont typeface="Arvo"/>
              <a:buNone/>
              <a:defRPr sz="800">
                <a:latin typeface="Arvo"/>
                <a:ea typeface="Arvo"/>
                <a:cs typeface="Arvo"/>
                <a:sym typeface="Arvo"/>
              </a:defRPr>
            </a:lvl8pPr>
            <a:lvl9pPr lvl="8" algn="ctr">
              <a:spcBef>
                <a:spcPts val="0"/>
              </a:spcBef>
              <a:spcAft>
                <a:spcPts val="0"/>
              </a:spcAft>
              <a:buSzPts val="800"/>
              <a:buFont typeface="Arvo"/>
              <a:buNone/>
              <a:defRPr sz="800">
                <a:latin typeface="Arvo"/>
                <a:ea typeface="Arvo"/>
                <a:cs typeface="Arvo"/>
                <a:sym typeface="Arvo"/>
              </a:defRPr>
            </a:lvl9pPr>
          </a:lstStyle>
          <a:p/>
        </p:txBody>
      </p:sp>
      <p:sp>
        <p:nvSpPr>
          <p:cNvPr id="10801" name="Google Shape;10801;p179"/>
          <p:cNvSpPr txBox="1"/>
          <p:nvPr>
            <p:ph idx="19" type="subTitle"/>
          </p:nvPr>
        </p:nvSpPr>
        <p:spPr>
          <a:xfrm>
            <a:off x="-3411750" y="2204525"/>
            <a:ext cx="821100" cy="736200"/>
          </a:xfrm>
          <a:prstGeom prst="rect">
            <a:avLst/>
          </a:prstGeom>
          <a:noFill/>
          <a:ln>
            <a:noFill/>
          </a:ln>
        </p:spPr>
        <p:txBody>
          <a:bodyPr anchorCtr="0" anchor="ctr" bIns="36000" lIns="36000" spcFirstLastPara="1" rIns="36000" wrap="square" tIns="36000">
            <a:noAutofit/>
          </a:bodyPr>
          <a:lstStyle>
            <a:lvl1pPr lvl="0" algn="ctr">
              <a:spcBef>
                <a:spcPts val="0"/>
              </a:spcBef>
              <a:spcAft>
                <a:spcPts val="0"/>
              </a:spcAft>
              <a:buSzPts val="800"/>
              <a:buFont typeface="Arvo"/>
              <a:buNone/>
              <a:defRPr sz="800">
                <a:latin typeface="Arvo"/>
                <a:ea typeface="Arvo"/>
                <a:cs typeface="Arvo"/>
                <a:sym typeface="Arvo"/>
              </a:defRPr>
            </a:lvl1pPr>
            <a:lvl2pPr lvl="1" algn="ctr">
              <a:spcBef>
                <a:spcPts val="200"/>
              </a:spcBef>
              <a:spcAft>
                <a:spcPts val="0"/>
              </a:spcAft>
              <a:buSzPts val="800"/>
              <a:buFont typeface="Arvo"/>
              <a:buNone/>
              <a:defRPr sz="800">
                <a:latin typeface="Arvo"/>
                <a:ea typeface="Arvo"/>
                <a:cs typeface="Arvo"/>
                <a:sym typeface="Arvo"/>
              </a:defRPr>
            </a:lvl2pPr>
            <a:lvl3pPr lvl="2" algn="ctr">
              <a:spcBef>
                <a:spcPts val="0"/>
              </a:spcBef>
              <a:spcAft>
                <a:spcPts val="0"/>
              </a:spcAft>
              <a:buSzPts val="800"/>
              <a:buFont typeface="Arvo"/>
              <a:buNone/>
              <a:defRPr sz="800">
                <a:latin typeface="Arvo"/>
                <a:ea typeface="Arvo"/>
                <a:cs typeface="Arvo"/>
                <a:sym typeface="Arvo"/>
              </a:defRPr>
            </a:lvl3pPr>
            <a:lvl4pPr lvl="3" algn="ctr">
              <a:spcBef>
                <a:spcPts val="0"/>
              </a:spcBef>
              <a:spcAft>
                <a:spcPts val="0"/>
              </a:spcAft>
              <a:buSzPts val="800"/>
              <a:buFont typeface="Arvo"/>
              <a:buNone/>
              <a:defRPr sz="800">
                <a:latin typeface="Arvo"/>
                <a:ea typeface="Arvo"/>
                <a:cs typeface="Arvo"/>
                <a:sym typeface="Arvo"/>
              </a:defRPr>
            </a:lvl4pPr>
            <a:lvl5pPr lvl="4" algn="ctr">
              <a:spcBef>
                <a:spcPts val="0"/>
              </a:spcBef>
              <a:spcAft>
                <a:spcPts val="0"/>
              </a:spcAft>
              <a:buSzPts val="800"/>
              <a:buFont typeface="Arvo"/>
              <a:buNone/>
              <a:defRPr sz="800">
                <a:latin typeface="Arvo"/>
                <a:ea typeface="Arvo"/>
                <a:cs typeface="Arvo"/>
                <a:sym typeface="Arvo"/>
              </a:defRPr>
            </a:lvl5pPr>
            <a:lvl6pPr lvl="5" algn="ctr">
              <a:spcBef>
                <a:spcPts val="0"/>
              </a:spcBef>
              <a:spcAft>
                <a:spcPts val="0"/>
              </a:spcAft>
              <a:buSzPts val="800"/>
              <a:buFont typeface="Arvo"/>
              <a:buNone/>
              <a:defRPr sz="800">
                <a:latin typeface="Arvo"/>
                <a:ea typeface="Arvo"/>
                <a:cs typeface="Arvo"/>
                <a:sym typeface="Arvo"/>
              </a:defRPr>
            </a:lvl6pPr>
            <a:lvl7pPr lvl="6" algn="ctr">
              <a:spcBef>
                <a:spcPts val="0"/>
              </a:spcBef>
              <a:spcAft>
                <a:spcPts val="0"/>
              </a:spcAft>
              <a:buSzPts val="800"/>
              <a:buFont typeface="Arvo"/>
              <a:buNone/>
              <a:defRPr sz="800">
                <a:latin typeface="Arvo"/>
                <a:ea typeface="Arvo"/>
                <a:cs typeface="Arvo"/>
                <a:sym typeface="Arvo"/>
              </a:defRPr>
            </a:lvl7pPr>
            <a:lvl8pPr lvl="7" algn="ctr">
              <a:spcBef>
                <a:spcPts val="0"/>
              </a:spcBef>
              <a:spcAft>
                <a:spcPts val="0"/>
              </a:spcAft>
              <a:buSzPts val="800"/>
              <a:buFont typeface="Arvo"/>
              <a:buNone/>
              <a:defRPr sz="800">
                <a:latin typeface="Arvo"/>
                <a:ea typeface="Arvo"/>
                <a:cs typeface="Arvo"/>
                <a:sym typeface="Arvo"/>
              </a:defRPr>
            </a:lvl8pPr>
            <a:lvl9pPr lvl="8" algn="ctr">
              <a:spcBef>
                <a:spcPts val="0"/>
              </a:spcBef>
              <a:spcAft>
                <a:spcPts val="0"/>
              </a:spcAft>
              <a:buSzPts val="800"/>
              <a:buFont typeface="Arvo"/>
              <a:buNone/>
              <a:defRPr sz="800">
                <a:latin typeface="Arvo"/>
                <a:ea typeface="Arvo"/>
                <a:cs typeface="Arvo"/>
                <a:sym typeface="Arvo"/>
              </a:defRPr>
            </a:lvl9pPr>
          </a:lstStyle>
          <a:p/>
        </p:txBody>
      </p:sp>
      <p:sp>
        <p:nvSpPr>
          <p:cNvPr id="10802" name="Google Shape;10802;p179"/>
          <p:cNvSpPr txBox="1"/>
          <p:nvPr>
            <p:ph idx="20" type="subTitle"/>
          </p:nvPr>
        </p:nvSpPr>
        <p:spPr>
          <a:xfrm>
            <a:off x="-2475750" y="2204525"/>
            <a:ext cx="821100" cy="736200"/>
          </a:xfrm>
          <a:prstGeom prst="rect">
            <a:avLst/>
          </a:prstGeom>
          <a:noFill/>
          <a:ln>
            <a:noFill/>
          </a:ln>
        </p:spPr>
        <p:txBody>
          <a:bodyPr anchorCtr="0" anchor="ctr" bIns="36000" lIns="36000" spcFirstLastPara="1" rIns="36000" wrap="square" tIns="36000">
            <a:noAutofit/>
          </a:bodyPr>
          <a:lstStyle>
            <a:lvl1pPr lvl="0" algn="ctr">
              <a:spcBef>
                <a:spcPts val="0"/>
              </a:spcBef>
              <a:spcAft>
                <a:spcPts val="0"/>
              </a:spcAft>
              <a:buSzPts val="800"/>
              <a:buFont typeface="Arvo"/>
              <a:buNone/>
              <a:defRPr sz="800">
                <a:latin typeface="Arvo"/>
                <a:ea typeface="Arvo"/>
                <a:cs typeface="Arvo"/>
                <a:sym typeface="Arvo"/>
              </a:defRPr>
            </a:lvl1pPr>
            <a:lvl2pPr lvl="1" algn="ctr">
              <a:spcBef>
                <a:spcPts val="200"/>
              </a:spcBef>
              <a:spcAft>
                <a:spcPts val="0"/>
              </a:spcAft>
              <a:buSzPts val="800"/>
              <a:buFont typeface="Arvo"/>
              <a:buNone/>
              <a:defRPr sz="800">
                <a:latin typeface="Arvo"/>
                <a:ea typeface="Arvo"/>
                <a:cs typeface="Arvo"/>
                <a:sym typeface="Arvo"/>
              </a:defRPr>
            </a:lvl2pPr>
            <a:lvl3pPr lvl="2" algn="ctr">
              <a:spcBef>
                <a:spcPts val="0"/>
              </a:spcBef>
              <a:spcAft>
                <a:spcPts val="0"/>
              </a:spcAft>
              <a:buSzPts val="800"/>
              <a:buFont typeface="Arvo"/>
              <a:buNone/>
              <a:defRPr sz="800">
                <a:latin typeface="Arvo"/>
                <a:ea typeface="Arvo"/>
                <a:cs typeface="Arvo"/>
                <a:sym typeface="Arvo"/>
              </a:defRPr>
            </a:lvl3pPr>
            <a:lvl4pPr lvl="3" algn="ctr">
              <a:spcBef>
                <a:spcPts val="0"/>
              </a:spcBef>
              <a:spcAft>
                <a:spcPts val="0"/>
              </a:spcAft>
              <a:buSzPts val="800"/>
              <a:buFont typeface="Arvo"/>
              <a:buNone/>
              <a:defRPr sz="800">
                <a:latin typeface="Arvo"/>
                <a:ea typeface="Arvo"/>
                <a:cs typeface="Arvo"/>
                <a:sym typeface="Arvo"/>
              </a:defRPr>
            </a:lvl4pPr>
            <a:lvl5pPr lvl="4" algn="ctr">
              <a:spcBef>
                <a:spcPts val="0"/>
              </a:spcBef>
              <a:spcAft>
                <a:spcPts val="0"/>
              </a:spcAft>
              <a:buSzPts val="800"/>
              <a:buFont typeface="Arvo"/>
              <a:buNone/>
              <a:defRPr sz="800">
                <a:latin typeface="Arvo"/>
                <a:ea typeface="Arvo"/>
                <a:cs typeface="Arvo"/>
                <a:sym typeface="Arvo"/>
              </a:defRPr>
            </a:lvl5pPr>
            <a:lvl6pPr lvl="5" algn="ctr">
              <a:spcBef>
                <a:spcPts val="0"/>
              </a:spcBef>
              <a:spcAft>
                <a:spcPts val="0"/>
              </a:spcAft>
              <a:buSzPts val="800"/>
              <a:buFont typeface="Arvo"/>
              <a:buNone/>
              <a:defRPr sz="800">
                <a:latin typeface="Arvo"/>
                <a:ea typeface="Arvo"/>
                <a:cs typeface="Arvo"/>
                <a:sym typeface="Arvo"/>
              </a:defRPr>
            </a:lvl6pPr>
            <a:lvl7pPr lvl="6" algn="ctr">
              <a:spcBef>
                <a:spcPts val="0"/>
              </a:spcBef>
              <a:spcAft>
                <a:spcPts val="0"/>
              </a:spcAft>
              <a:buSzPts val="800"/>
              <a:buFont typeface="Arvo"/>
              <a:buNone/>
              <a:defRPr sz="800">
                <a:latin typeface="Arvo"/>
                <a:ea typeface="Arvo"/>
                <a:cs typeface="Arvo"/>
                <a:sym typeface="Arvo"/>
              </a:defRPr>
            </a:lvl7pPr>
            <a:lvl8pPr lvl="7" algn="ctr">
              <a:spcBef>
                <a:spcPts val="0"/>
              </a:spcBef>
              <a:spcAft>
                <a:spcPts val="0"/>
              </a:spcAft>
              <a:buSzPts val="800"/>
              <a:buFont typeface="Arvo"/>
              <a:buNone/>
              <a:defRPr sz="800">
                <a:latin typeface="Arvo"/>
                <a:ea typeface="Arvo"/>
                <a:cs typeface="Arvo"/>
                <a:sym typeface="Arvo"/>
              </a:defRPr>
            </a:lvl8pPr>
            <a:lvl9pPr lvl="8" algn="ctr">
              <a:spcBef>
                <a:spcPts val="0"/>
              </a:spcBef>
              <a:spcAft>
                <a:spcPts val="0"/>
              </a:spcAft>
              <a:buSzPts val="800"/>
              <a:buFont typeface="Arvo"/>
              <a:buNone/>
              <a:defRPr sz="800">
                <a:latin typeface="Arvo"/>
                <a:ea typeface="Arvo"/>
                <a:cs typeface="Arvo"/>
                <a:sym typeface="Arvo"/>
              </a:defRPr>
            </a:lvl9pPr>
          </a:lstStyle>
          <a:p/>
        </p:txBody>
      </p:sp>
      <p:sp>
        <p:nvSpPr>
          <p:cNvPr id="10803" name="Google Shape;10803;p179"/>
          <p:cNvSpPr txBox="1"/>
          <p:nvPr>
            <p:ph idx="21" type="subTitle"/>
          </p:nvPr>
        </p:nvSpPr>
        <p:spPr>
          <a:xfrm>
            <a:off x="-1536150" y="2204375"/>
            <a:ext cx="821100" cy="736200"/>
          </a:xfrm>
          <a:prstGeom prst="rect">
            <a:avLst/>
          </a:prstGeom>
          <a:noFill/>
          <a:ln>
            <a:noFill/>
          </a:ln>
        </p:spPr>
        <p:txBody>
          <a:bodyPr anchorCtr="0" anchor="ctr" bIns="36000" lIns="36000" spcFirstLastPara="1" rIns="36000" wrap="square" tIns="36000">
            <a:noAutofit/>
          </a:bodyPr>
          <a:lstStyle>
            <a:lvl1pPr lvl="0" algn="ctr">
              <a:spcBef>
                <a:spcPts val="0"/>
              </a:spcBef>
              <a:spcAft>
                <a:spcPts val="0"/>
              </a:spcAft>
              <a:buSzPts val="800"/>
              <a:buFont typeface="Arvo"/>
              <a:buNone/>
              <a:defRPr sz="800">
                <a:latin typeface="Arvo"/>
                <a:ea typeface="Arvo"/>
                <a:cs typeface="Arvo"/>
                <a:sym typeface="Arvo"/>
              </a:defRPr>
            </a:lvl1pPr>
            <a:lvl2pPr lvl="1" algn="ctr">
              <a:spcBef>
                <a:spcPts val="200"/>
              </a:spcBef>
              <a:spcAft>
                <a:spcPts val="0"/>
              </a:spcAft>
              <a:buSzPts val="800"/>
              <a:buFont typeface="Arvo"/>
              <a:buNone/>
              <a:defRPr sz="800">
                <a:latin typeface="Arvo"/>
                <a:ea typeface="Arvo"/>
                <a:cs typeface="Arvo"/>
                <a:sym typeface="Arvo"/>
              </a:defRPr>
            </a:lvl2pPr>
            <a:lvl3pPr lvl="2" algn="ctr">
              <a:spcBef>
                <a:spcPts val="0"/>
              </a:spcBef>
              <a:spcAft>
                <a:spcPts val="0"/>
              </a:spcAft>
              <a:buSzPts val="800"/>
              <a:buFont typeface="Arvo"/>
              <a:buNone/>
              <a:defRPr sz="800">
                <a:latin typeface="Arvo"/>
                <a:ea typeface="Arvo"/>
                <a:cs typeface="Arvo"/>
                <a:sym typeface="Arvo"/>
              </a:defRPr>
            </a:lvl3pPr>
            <a:lvl4pPr lvl="3" algn="ctr">
              <a:spcBef>
                <a:spcPts val="0"/>
              </a:spcBef>
              <a:spcAft>
                <a:spcPts val="0"/>
              </a:spcAft>
              <a:buSzPts val="800"/>
              <a:buFont typeface="Arvo"/>
              <a:buNone/>
              <a:defRPr sz="800">
                <a:latin typeface="Arvo"/>
                <a:ea typeface="Arvo"/>
                <a:cs typeface="Arvo"/>
                <a:sym typeface="Arvo"/>
              </a:defRPr>
            </a:lvl4pPr>
            <a:lvl5pPr lvl="4" algn="ctr">
              <a:spcBef>
                <a:spcPts val="0"/>
              </a:spcBef>
              <a:spcAft>
                <a:spcPts val="0"/>
              </a:spcAft>
              <a:buSzPts val="800"/>
              <a:buFont typeface="Arvo"/>
              <a:buNone/>
              <a:defRPr sz="800">
                <a:latin typeface="Arvo"/>
                <a:ea typeface="Arvo"/>
                <a:cs typeface="Arvo"/>
                <a:sym typeface="Arvo"/>
              </a:defRPr>
            </a:lvl5pPr>
            <a:lvl6pPr lvl="5" algn="ctr">
              <a:spcBef>
                <a:spcPts val="0"/>
              </a:spcBef>
              <a:spcAft>
                <a:spcPts val="0"/>
              </a:spcAft>
              <a:buSzPts val="800"/>
              <a:buFont typeface="Arvo"/>
              <a:buNone/>
              <a:defRPr sz="800">
                <a:latin typeface="Arvo"/>
                <a:ea typeface="Arvo"/>
                <a:cs typeface="Arvo"/>
                <a:sym typeface="Arvo"/>
              </a:defRPr>
            </a:lvl6pPr>
            <a:lvl7pPr lvl="6" algn="ctr">
              <a:spcBef>
                <a:spcPts val="0"/>
              </a:spcBef>
              <a:spcAft>
                <a:spcPts val="0"/>
              </a:spcAft>
              <a:buSzPts val="800"/>
              <a:buFont typeface="Arvo"/>
              <a:buNone/>
              <a:defRPr sz="800">
                <a:latin typeface="Arvo"/>
                <a:ea typeface="Arvo"/>
                <a:cs typeface="Arvo"/>
                <a:sym typeface="Arvo"/>
              </a:defRPr>
            </a:lvl7pPr>
            <a:lvl8pPr lvl="7" algn="ctr">
              <a:spcBef>
                <a:spcPts val="0"/>
              </a:spcBef>
              <a:spcAft>
                <a:spcPts val="0"/>
              </a:spcAft>
              <a:buSzPts val="800"/>
              <a:buFont typeface="Arvo"/>
              <a:buNone/>
              <a:defRPr sz="800">
                <a:latin typeface="Arvo"/>
                <a:ea typeface="Arvo"/>
                <a:cs typeface="Arvo"/>
                <a:sym typeface="Arvo"/>
              </a:defRPr>
            </a:lvl8pPr>
            <a:lvl9pPr lvl="8" algn="ctr">
              <a:spcBef>
                <a:spcPts val="0"/>
              </a:spcBef>
              <a:spcAft>
                <a:spcPts val="0"/>
              </a:spcAft>
              <a:buSzPts val="800"/>
              <a:buFont typeface="Arvo"/>
              <a:buNone/>
              <a:defRPr sz="800">
                <a:latin typeface="Arvo"/>
                <a:ea typeface="Arvo"/>
                <a:cs typeface="Arvo"/>
                <a:sym typeface="Arvo"/>
              </a:defRPr>
            </a:lvl9pPr>
          </a:lstStyle>
          <a:p/>
        </p:txBody>
      </p:sp>
      <p:sp>
        <p:nvSpPr>
          <p:cNvPr id="10804" name="Google Shape;10804;p179"/>
          <p:cNvSpPr txBox="1"/>
          <p:nvPr>
            <p:ph idx="22" type="subTitle"/>
          </p:nvPr>
        </p:nvSpPr>
        <p:spPr>
          <a:xfrm>
            <a:off x="-3411750" y="3078975"/>
            <a:ext cx="821100" cy="736200"/>
          </a:xfrm>
          <a:prstGeom prst="rect">
            <a:avLst/>
          </a:prstGeom>
          <a:noFill/>
          <a:ln>
            <a:noFill/>
          </a:ln>
        </p:spPr>
        <p:txBody>
          <a:bodyPr anchorCtr="0" anchor="ctr" bIns="36000" lIns="36000" spcFirstLastPara="1" rIns="36000" wrap="square" tIns="36000">
            <a:noAutofit/>
          </a:bodyPr>
          <a:lstStyle>
            <a:lvl1pPr lvl="0" algn="ctr">
              <a:spcBef>
                <a:spcPts val="0"/>
              </a:spcBef>
              <a:spcAft>
                <a:spcPts val="0"/>
              </a:spcAft>
              <a:buSzPts val="800"/>
              <a:buFont typeface="Arvo"/>
              <a:buNone/>
              <a:defRPr sz="800">
                <a:latin typeface="Arvo"/>
                <a:ea typeface="Arvo"/>
                <a:cs typeface="Arvo"/>
                <a:sym typeface="Arvo"/>
              </a:defRPr>
            </a:lvl1pPr>
            <a:lvl2pPr lvl="1" algn="ctr">
              <a:spcBef>
                <a:spcPts val="200"/>
              </a:spcBef>
              <a:spcAft>
                <a:spcPts val="0"/>
              </a:spcAft>
              <a:buSzPts val="800"/>
              <a:buFont typeface="Arvo"/>
              <a:buNone/>
              <a:defRPr sz="800">
                <a:latin typeface="Arvo"/>
                <a:ea typeface="Arvo"/>
                <a:cs typeface="Arvo"/>
                <a:sym typeface="Arvo"/>
              </a:defRPr>
            </a:lvl2pPr>
            <a:lvl3pPr lvl="2" algn="ctr">
              <a:spcBef>
                <a:spcPts val="0"/>
              </a:spcBef>
              <a:spcAft>
                <a:spcPts val="0"/>
              </a:spcAft>
              <a:buSzPts val="800"/>
              <a:buFont typeface="Arvo"/>
              <a:buNone/>
              <a:defRPr sz="800">
                <a:latin typeface="Arvo"/>
                <a:ea typeface="Arvo"/>
                <a:cs typeface="Arvo"/>
                <a:sym typeface="Arvo"/>
              </a:defRPr>
            </a:lvl3pPr>
            <a:lvl4pPr lvl="3" algn="ctr">
              <a:spcBef>
                <a:spcPts val="0"/>
              </a:spcBef>
              <a:spcAft>
                <a:spcPts val="0"/>
              </a:spcAft>
              <a:buSzPts val="800"/>
              <a:buFont typeface="Arvo"/>
              <a:buNone/>
              <a:defRPr sz="800">
                <a:latin typeface="Arvo"/>
                <a:ea typeface="Arvo"/>
                <a:cs typeface="Arvo"/>
                <a:sym typeface="Arvo"/>
              </a:defRPr>
            </a:lvl4pPr>
            <a:lvl5pPr lvl="4" algn="ctr">
              <a:spcBef>
                <a:spcPts val="0"/>
              </a:spcBef>
              <a:spcAft>
                <a:spcPts val="0"/>
              </a:spcAft>
              <a:buSzPts val="800"/>
              <a:buFont typeface="Arvo"/>
              <a:buNone/>
              <a:defRPr sz="800">
                <a:latin typeface="Arvo"/>
                <a:ea typeface="Arvo"/>
                <a:cs typeface="Arvo"/>
                <a:sym typeface="Arvo"/>
              </a:defRPr>
            </a:lvl5pPr>
            <a:lvl6pPr lvl="5" algn="ctr">
              <a:spcBef>
                <a:spcPts val="0"/>
              </a:spcBef>
              <a:spcAft>
                <a:spcPts val="0"/>
              </a:spcAft>
              <a:buSzPts val="800"/>
              <a:buFont typeface="Arvo"/>
              <a:buNone/>
              <a:defRPr sz="800">
                <a:latin typeface="Arvo"/>
                <a:ea typeface="Arvo"/>
                <a:cs typeface="Arvo"/>
                <a:sym typeface="Arvo"/>
              </a:defRPr>
            </a:lvl6pPr>
            <a:lvl7pPr lvl="6" algn="ctr">
              <a:spcBef>
                <a:spcPts val="0"/>
              </a:spcBef>
              <a:spcAft>
                <a:spcPts val="0"/>
              </a:spcAft>
              <a:buSzPts val="800"/>
              <a:buFont typeface="Arvo"/>
              <a:buNone/>
              <a:defRPr sz="800">
                <a:latin typeface="Arvo"/>
                <a:ea typeface="Arvo"/>
                <a:cs typeface="Arvo"/>
                <a:sym typeface="Arvo"/>
              </a:defRPr>
            </a:lvl7pPr>
            <a:lvl8pPr lvl="7" algn="ctr">
              <a:spcBef>
                <a:spcPts val="0"/>
              </a:spcBef>
              <a:spcAft>
                <a:spcPts val="0"/>
              </a:spcAft>
              <a:buSzPts val="800"/>
              <a:buFont typeface="Arvo"/>
              <a:buNone/>
              <a:defRPr sz="800">
                <a:latin typeface="Arvo"/>
                <a:ea typeface="Arvo"/>
                <a:cs typeface="Arvo"/>
                <a:sym typeface="Arvo"/>
              </a:defRPr>
            </a:lvl8pPr>
            <a:lvl9pPr lvl="8" algn="ctr">
              <a:spcBef>
                <a:spcPts val="0"/>
              </a:spcBef>
              <a:spcAft>
                <a:spcPts val="0"/>
              </a:spcAft>
              <a:buSzPts val="800"/>
              <a:buFont typeface="Arvo"/>
              <a:buNone/>
              <a:defRPr sz="800">
                <a:latin typeface="Arvo"/>
                <a:ea typeface="Arvo"/>
                <a:cs typeface="Arvo"/>
                <a:sym typeface="Arvo"/>
              </a:defRPr>
            </a:lvl9pPr>
          </a:lstStyle>
          <a:p/>
        </p:txBody>
      </p:sp>
      <p:sp>
        <p:nvSpPr>
          <p:cNvPr id="10805" name="Google Shape;10805;p179"/>
          <p:cNvSpPr txBox="1"/>
          <p:nvPr>
            <p:ph idx="23" type="subTitle"/>
          </p:nvPr>
        </p:nvSpPr>
        <p:spPr>
          <a:xfrm>
            <a:off x="-2475750" y="3078975"/>
            <a:ext cx="821100" cy="736200"/>
          </a:xfrm>
          <a:prstGeom prst="rect">
            <a:avLst/>
          </a:prstGeom>
          <a:noFill/>
          <a:ln>
            <a:noFill/>
          </a:ln>
        </p:spPr>
        <p:txBody>
          <a:bodyPr anchorCtr="0" anchor="ctr" bIns="36000" lIns="36000" spcFirstLastPara="1" rIns="36000" wrap="square" tIns="36000">
            <a:noAutofit/>
          </a:bodyPr>
          <a:lstStyle>
            <a:lvl1pPr lvl="0" algn="ctr">
              <a:spcBef>
                <a:spcPts val="0"/>
              </a:spcBef>
              <a:spcAft>
                <a:spcPts val="0"/>
              </a:spcAft>
              <a:buSzPts val="800"/>
              <a:buFont typeface="Arvo"/>
              <a:buNone/>
              <a:defRPr sz="800">
                <a:latin typeface="Arvo"/>
                <a:ea typeface="Arvo"/>
                <a:cs typeface="Arvo"/>
                <a:sym typeface="Arvo"/>
              </a:defRPr>
            </a:lvl1pPr>
            <a:lvl2pPr lvl="1" algn="ctr">
              <a:spcBef>
                <a:spcPts val="200"/>
              </a:spcBef>
              <a:spcAft>
                <a:spcPts val="0"/>
              </a:spcAft>
              <a:buSzPts val="800"/>
              <a:buFont typeface="Arvo"/>
              <a:buNone/>
              <a:defRPr sz="800">
                <a:latin typeface="Arvo"/>
                <a:ea typeface="Arvo"/>
                <a:cs typeface="Arvo"/>
                <a:sym typeface="Arvo"/>
              </a:defRPr>
            </a:lvl2pPr>
            <a:lvl3pPr lvl="2" algn="ctr">
              <a:spcBef>
                <a:spcPts val="0"/>
              </a:spcBef>
              <a:spcAft>
                <a:spcPts val="0"/>
              </a:spcAft>
              <a:buSzPts val="800"/>
              <a:buFont typeface="Arvo"/>
              <a:buNone/>
              <a:defRPr sz="800">
                <a:latin typeface="Arvo"/>
                <a:ea typeface="Arvo"/>
                <a:cs typeface="Arvo"/>
                <a:sym typeface="Arvo"/>
              </a:defRPr>
            </a:lvl3pPr>
            <a:lvl4pPr lvl="3" algn="ctr">
              <a:spcBef>
                <a:spcPts val="0"/>
              </a:spcBef>
              <a:spcAft>
                <a:spcPts val="0"/>
              </a:spcAft>
              <a:buSzPts val="800"/>
              <a:buFont typeface="Arvo"/>
              <a:buNone/>
              <a:defRPr sz="800">
                <a:latin typeface="Arvo"/>
                <a:ea typeface="Arvo"/>
                <a:cs typeface="Arvo"/>
                <a:sym typeface="Arvo"/>
              </a:defRPr>
            </a:lvl4pPr>
            <a:lvl5pPr lvl="4" algn="ctr">
              <a:spcBef>
                <a:spcPts val="0"/>
              </a:spcBef>
              <a:spcAft>
                <a:spcPts val="0"/>
              </a:spcAft>
              <a:buSzPts val="800"/>
              <a:buFont typeface="Arvo"/>
              <a:buNone/>
              <a:defRPr sz="800">
                <a:latin typeface="Arvo"/>
                <a:ea typeface="Arvo"/>
                <a:cs typeface="Arvo"/>
                <a:sym typeface="Arvo"/>
              </a:defRPr>
            </a:lvl5pPr>
            <a:lvl6pPr lvl="5" algn="ctr">
              <a:spcBef>
                <a:spcPts val="0"/>
              </a:spcBef>
              <a:spcAft>
                <a:spcPts val="0"/>
              </a:spcAft>
              <a:buSzPts val="800"/>
              <a:buFont typeface="Arvo"/>
              <a:buNone/>
              <a:defRPr sz="800">
                <a:latin typeface="Arvo"/>
                <a:ea typeface="Arvo"/>
                <a:cs typeface="Arvo"/>
                <a:sym typeface="Arvo"/>
              </a:defRPr>
            </a:lvl6pPr>
            <a:lvl7pPr lvl="6" algn="ctr">
              <a:spcBef>
                <a:spcPts val="0"/>
              </a:spcBef>
              <a:spcAft>
                <a:spcPts val="0"/>
              </a:spcAft>
              <a:buSzPts val="800"/>
              <a:buFont typeface="Arvo"/>
              <a:buNone/>
              <a:defRPr sz="800">
                <a:latin typeface="Arvo"/>
                <a:ea typeface="Arvo"/>
                <a:cs typeface="Arvo"/>
                <a:sym typeface="Arvo"/>
              </a:defRPr>
            </a:lvl7pPr>
            <a:lvl8pPr lvl="7" algn="ctr">
              <a:spcBef>
                <a:spcPts val="0"/>
              </a:spcBef>
              <a:spcAft>
                <a:spcPts val="0"/>
              </a:spcAft>
              <a:buSzPts val="800"/>
              <a:buFont typeface="Arvo"/>
              <a:buNone/>
              <a:defRPr sz="800">
                <a:latin typeface="Arvo"/>
                <a:ea typeface="Arvo"/>
                <a:cs typeface="Arvo"/>
                <a:sym typeface="Arvo"/>
              </a:defRPr>
            </a:lvl8pPr>
            <a:lvl9pPr lvl="8" algn="ctr">
              <a:spcBef>
                <a:spcPts val="0"/>
              </a:spcBef>
              <a:spcAft>
                <a:spcPts val="0"/>
              </a:spcAft>
              <a:buSzPts val="800"/>
              <a:buFont typeface="Arvo"/>
              <a:buNone/>
              <a:defRPr sz="800">
                <a:latin typeface="Arvo"/>
                <a:ea typeface="Arvo"/>
                <a:cs typeface="Arvo"/>
                <a:sym typeface="Arvo"/>
              </a:defRPr>
            </a:lvl9pPr>
          </a:lstStyle>
          <a:p/>
        </p:txBody>
      </p:sp>
      <p:sp>
        <p:nvSpPr>
          <p:cNvPr id="10806" name="Google Shape;10806;p179"/>
          <p:cNvSpPr txBox="1"/>
          <p:nvPr>
            <p:ph idx="24" type="subTitle"/>
          </p:nvPr>
        </p:nvSpPr>
        <p:spPr>
          <a:xfrm>
            <a:off x="-1536150" y="3078975"/>
            <a:ext cx="821100" cy="736200"/>
          </a:xfrm>
          <a:prstGeom prst="rect">
            <a:avLst/>
          </a:prstGeom>
          <a:noFill/>
          <a:ln>
            <a:noFill/>
          </a:ln>
        </p:spPr>
        <p:txBody>
          <a:bodyPr anchorCtr="0" anchor="ctr" bIns="36000" lIns="36000" spcFirstLastPara="1" rIns="36000" wrap="square" tIns="36000">
            <a:noAutofit/>
          </a:bodyPr>
          <a:lstStyle>
            <a:lvl1pPr lvl="0" algn="ctr">
              <a:spcBef>
                <a:spcPts val="0"/>
              </a:spcBef>
              <a:spcAft>
                <a:spcPts val="0"/>
              </a:spcAft>
              <a:buSzPts val="800"/>
              <a:buFont typeface="Arvo"/>
              <a:buNone/>
              <a:defRPr sz="800">
                <a:latin typeface="Arvo"/>
                <a:ea typeface="Arvo"/>
                <a:cs typeface="Arvo"/>
                <a:sym typeface="Arvo"/>
              </a:defRPr>
            </a:lvl1pPr>
            <a:lvl2pPr lvl="1" algn="ctr">
              <a:spcBef>
                <a:spcPts val="200"/>
              </a:spcBef>
              <a:spcAft>
                <a:spcPts val="0"/>
              </a:spcAft>
              <a:buSzPts val="800"/>
              <a:buFont typeface="Arvo"/>
              <a:buNone/>
              <a:defRPr sz="800">
                <a:latin typeface="Arvo"/>
                <a:ea typeface="Arvo"/>
                <a:cs typeface="Arvo"/>
                <a:sym typeface="Arvo"/>
              </a:defRPr>
            </a:lvl2pPr>
            <a:lvl3pPr lvl="2" algn="ctr">
              <a:spcBef>
                <a:spcPts val="0"/>
              </a:spcBef>
              <a:spcAft>
                <a:spcPts val="0"/>
              </a:spcAft>
              <a:buSzPts val="800"/>
              <a:buFont typeface="Arvo"/>
              <a:buNone/>
              <a:defRPr sz="800">
                <a:latin typeface="Arvo"/>
                <a:ea typeface="Arvo"/>
                <a:cs typeface="Arvo"/>
                <a:sym typeface="Arvo"/>
              </a:defRPr>
            </a:lvl3pPr>
            <a:lvl4pPr lvl="3" algn="ctr">
              <a:spcBef>
                <a:spcPts val="0"/>
              </a:spcBef>
              <a:spcAft>
                <a:spcPts val="0"/>
              </a:spcAft>
              <a:buSzPts val="800"/>
              <a:buFont typeface="Arvo"/>
              <a:buNone/>
              <a:defRPr sz="800">
                <a:latin typeface="Arvo"/>
                <a:ea typeface="Arvo"/>
                <a:cs typeface="Arvo"/>
                <a:sym typeface="Arvo"/>
              </a:defRPr>
            </a:lvl4pPr>
            <a:lvl5pPr lvl="4" algn="ctr">
              <a:spcBef>
                <a:spcPts val="0"/>
              </a:spcBef>
              <a:spcAft>
                <a:spcPts val="0"/>
              </a:spcAft>
              <a:buSzPts val="800"/>
              <a:buFont typeface="Arvo"/>
              <a:buNone/>
              <a:defRPr sz="800">
                <a:latin typeface="Arvo"/>
                <a:ea typeface="Arvo"/>
                <a:cs typeface="Arvo"/>
                <a:sym typeface="Arvo"/>
              </a:defRPr>
            </a:lvl5pPr>
            <a:lvl6pPr lvl="5" algn="ctr">
              <a:spcBef>
                <a:spcPts val="0"/>
              </a:spcBef>
              <a:spcAft>
                <a:spcPts val="0"/>
              </a:spcAft>
              <a:buSzPts val="800"/>
              <a:buFont typeface="Arvo"/>
              <a:buNone/>
              <a:defRPr sz="800">
                <a:latin typeface="Arvo"/>
                <a:ea typeface="Arvo"/>
                <a:cs typeface="Arvo"/>
                <a:sym typeface="Arvo"/>
              </a:defRPr>
            </a:lvl6pPr>
            <a:lvl7pPr lvl="6" algn="ctr">
              <a:spcBef>
                <a:spcPts val="0"/>
              </a:spcBef>
              <a:spcAft>
                <a:spcPts val="0"/>
              </a:spcAft>
              <a:buSzPts val="800"/>
              <a:buFont typeface="Arvo"/>
              <a:buNone/>
              <a:defRPr sz="800">
                <a:latin typeface="Arvo"/>
                <a:ea typeface="Arvo"/>
                <a:cs typeface="Arvo"/>
                <a:sym typeface="Arvo"/>
              </a:defRPr>
            </a:lvl7pPr>
            <a:lvl8pPr lvl="7" algn="ctr">
              <a:spcBef>
                <a:spcPts val="0"/>
              </a:spcBef>
              <a:spcAft>
                <a:spcPts val="0"/>
              </a:spcAft>
              <a:buSzPts val="800"/>
              <a:buFont typeface="Arvo"/>
              <a:buNone/>
              <a:defRPr sz="800">
                <a:latin typeface="Arvo"/>
                <a:ea typeface="Arvo"/>
                <a:cs typeface="Arvo"/>
                <a:sym typeface="Arvo"/>
              </a:defRPr>
            </a:lvl8pPr>
            <a:lvl9pPr lvl="8" algn="ctr">
              <a:spcBef>
                <a:spcPts val="0"/>
              </a:spcBef>
              <a:spcAft>
                <a:spcPts val="0"/>
              </a:spcAft>
              <a:buSzPts val="800"/>
              <a:buFont typeface="Arvo"/>
              <a:buNone/>
              <a:defRPr sz="800">
                <a:latin typeface="Arvo"/>
                <a:ea typeface="Arvo"/>
                <a:cs typeface="Arvo"/>
                <a:sym typeface="Arvo"/>
              </a:defRPr>
            </a:lvl9pPr>
          </a:lstStyle>
          <a:p/>
        </p:txBody>
      </p:sp>
      <p:sp>
        <p:nvSpPr>
          <p:cNvPr id="10807" name="Google Shape;10807;p179"/>
          <p:cNvSpPr txBox="1"/>
          <p:nvPr>
            <p:ph idx="25" type="subTitle"/>
          </p:nvPr>
        </p:nvSpPr>
        <p:spPr>
          <a:xfrm>
            <a:off x="-3411750" y="3934675"/>
            <a:ext cx="819300" cy="736200"/>
          </a:xfrm>
          <a:prstGeom prst="rect">
            <a:avLst/>
          </a:prstGeom>
          <a:noFill/>
          <a:ln>
            <a:noFill/>
          </a:ln>
        </p:spPr>
        <p:txBody>
          <a:bodyPr anchorCtr="0" anchor="ctr" bIns="36000" lIns="36000" spcFirstLastPara="1" rIns="36000" wrap="square" tIns="36000">
            <a:noAutofit/>
          </a:bodyPr>
          <a:lstStyle>
            <a:lvl1pPr lvl="0" algn="ctr">
              <a:spcBef>
                <a:spcPts val="0"/>
              </a:spcBef>
              <a:spcAft>
                <a:spcPts val="0"/>
              </a:spcAft>
              <a:buSzPts val="800"/>
              <a:buFont typeface="Arvo"/>
              <a:buNone/>
              <a:defRPr sz="800">
                <a:latin typeface="Arvo"/>
                <a:ea typeface="Arvo"/>
                <a:cs typeface="Arvo"/>
                <a:sym typeface="Arvo"/>
              </a:defRPr>
            </a:lvl1pPr>
            <a:lvl2pPr lvl="1" algn="ctr">
              <a:spcBef>
                <a:spcPts val="200"/>
              </a:spcBef>
              <a:spcAft>
                <a:spcPts val="0"/>
              </a:spcAft>
              <a:buSzPts val="800"/>
              <a:buFont typeface="Arvo"/>
              <a:buNone/>
              <a:defRPr sz="800">
                <a:latin typeface="Arvo"/>
                <a:ea typeface="Arvo"/>
                <a:cs typeface="Arvo"/>
                <a:sym typeface="Arvo"/>
              </a:defRPr>
            </a:lvl2pPr>
            <a:lvl3pPr lvl="2" algn="ctr">
              <a:spcBef>
                <a:spcPts val="0"/>
              </a:spcBef>
              <a:spcAft>
                <a:spcPts val="0"/>
              </a:spcAft>
              <a:buSzPts val="800"/>
              <a:buFont typeface="Arvo"/>
              <a:buNone/>
              <a:defRPr sz="800">
                <a:latin typeface="Arvo"/>
                <a:ea typeface="Arvo"/>
                <a:cs typeface="Arvo"/>
                <a:sym typeface="Arvo"/>
              </a:defRPr>
            </a:lvl3pPr>
            <a:lvl4pPr lvl="3" algn="ctr">
              <a:spcBef>
                <a:spcPts val="0"/>
              </a:spcBef>
              <a:spcAft>
                <a:spcPts val="0"/>
              </a:spcAft>
              <a:buSzPts val="800"/>
              <a:buFont typeface="Arvo"/>
              <a:buNone/>
              <a:defRPr sz="800">
                <a:latin typeface="Arvo"/>
                <a:ea typeface="Arvo"/>
                <a:cs typeface="Arvo"/>
                <a:sym typeface="Arvo"/>
              </a:defRPr>
            </a:lvl4pPr>
            <a:lvl5pPr lvl="4" algn="ctr">
              <a:spcBef>
                <a:spcPts val="0"/>
              </a:spcBef>
              <a:spcAft>
                <a:spcPts val="0"/>
              </a:spcAft>
              <a:buSzPts val="800"/>
              <a:buFont typeface="Arvo"/>
              <a:buNone/>
              <a:defRPr sz="800">
                <a:latin typeface="Arvo"/>
                <a:ea typeface="Arvo"/>
                <a:cs typeface="Arvo"/>
                <a:sym typeface="Arvo"/>
              </a:defRPr>
            </a:lvl5pPr>
            <a:lvl6pPr lvl="5" algn="ctr">
              <a:spcBef>
                <a:spcPts val="0"/>
              </a:spcBef>
              <a:spcAft>
                <a:spcPts val="0"/>
              </a:spcAft>
              <a:buSzPts val="800"/>
              <a:buFont typeface="Arvo"/>
              <a:buNone/>
              <a:defRPr sz="800">
                <a:latin typeface="Arvo"/>
                <a:ea typeface="Arvo"/>
                <a:cs typeface="Arvo"/>
                <a:sym typeface="Arvo"/>
              </a:defRPr>
            </a:lvl6pPr>
            <a:lvl7pPr lvl="6" algn="ctr">
              <a:spcBef>
                <a:spcPts val="0"/>
              </a:spcBef>
              <a:spcAft>
                <a:spcPts val="0"/>
              </a:spcAft>
              <a:buSzPts val="800"/>
              <a:buFont typeface="Arvo"/>
              <a:buNone/>
              <a:defRPr sz="800">
                <a:latin typeface="Arvo"/>
                <a:ea typeface="Arvo"/>
                <a:cs typeface="Arvo"/>
                <a:sym typeface="Arvo"/>
              </a:defRPr>
            </a:lvl7pPr>
            <a:lvl8pPr lvl="7" algn="ctr">
              <a:spcBef>
                <a:spcPts val="0"/>
              </a:spcBef>
              <a:spcAft>
                <a:spcPts val="0"/>
              </a:spcAft>
              <a:buSzPts val="800"/>
              <a:buFont typeface="Arvo"/>
              <a:buNone/>
              <a:defRPr sz="800">
                <a:latin typeface="Arvo"/>
                <a:ea typeface="Arvo"/>
                <a:cs typeface="Arvo"/>
                <a:sym typeface="Arvo"/>
              </a:defRPr>
            </a:lvl8pPr>
            <a:lvl9pPr lvl="8" algn="ctr">
              <a:spcBef>
                <a:spcPts val="0"/>
              </a:spcBef>
              <a:spcAft>
                <a:spcPts val="0"/>
              </a:spcAft>
              <a:buSzPts val="800"/>
              <a:buFont typeface="Arvo"/>
              <a:buNone/>
              <a:defRPr sz="800">
                <a:latin typeface="Arvo"/>
                <a:ea typeface="Arvo"/>
                <a:cs typeface="Arvo"/>
                <a:sym typeface="Arvo"/>
              </a:defRPr>
            </a:lvl9pPr>
          </a:lstStyle>
          <a:p/>
        </p:txBody>
      </p:sp>
      <p:sp>
        <p:nvSpPr>
          <p:cNvPr id="10808" name="Google Shape;10808;p179"/>
          <p:cNvSpPr txBox="1"/>
          <p:nvPr>
            <p:ph idx="26" type="subTitle"/>
          </p:nvPr>
        </p:nvSpPr>
        <p:spPr>
          <a:xfrm>
            <a:off x="-2475750" y="3934675"/>
            <a:ext cx="819300" cy="736200"/>
          </a:xfrm>
          <a:prstGeom prst="rect">
            <a:avLst/>
          </a:prstGeom>
          <a:noFill/>
          <a:ln>
            <a:noFill/>
          </a:ln>
        </p:spPr>
        <p:txBody>
          <a:bodyPr anchorCtr="0" anchor="ctr" bIns="36000" lIns="36000" spcFirstLastPara="1" rIns="36000" wrap="square" tIns="36000">
            <a:noAutofit/>
          </a:bodyPr>
          <a:lstStyle>
            <a:lvl1pPr lvl="0" algn="ctr">
              <a:spcBef>
                <a:spcPts val="0"/>
              </a:spcBef>
              <a:spcAft>
                <a:spcPts val="0"/>
              </a:spcAft>
              <a:buSzPts val="800"/>
              <a:buFont typeface="Arvo"/>
              <a:buNone/>
              <a:defRPr sz="800">
                <a:latin typeface="Arvo"/>
                <a:ea typeface="Arvo"/>
                <a:cs typeface="Arvo"/>
                <a:sym typeface="Arvo"/>
              </a:defRPr>
            </a:lvl1pPr>
            <a:lvl2pPr lvl="1" algn="ctr">
              <a:spcBef>
                <a:spcPts val="200"/>
              </a:spcBef>
              <a:spcAft>
                <a:spcPts val="0"/>
              </a:spcAft>
              <a:buSzPts val="800"/>
              <a:buFont typeface="Arvo"/>
              <a:buNone/>
              <a:defRPr sz="800">
                <a:latin typeface="Arvo"/>
                <a:ea typeface="Arvo"/>
                <a:cs typeface="Arvo"/>
                <a:sym typeface="Arvo"/>
              </a:defRPr>
            </a:lvl2pPr>
            <a:lvl3pPr lvl="2" algn="ctr">
              <a:spcBef>
                <a:spcPts val="0"/>
              </a:spcBef>
              <a:spcAft>
                <a:spcPts val="0"/>
              </a:spcAft>
              <a:buSzPts val="800"/>
              <a:buFont typeface="Arvo"/>
              <a:buNone/>
              <a:defRPr sz="800">
                <a:latin typeface="Arvo"/>
                <a:ea typeface="Arvo"/>
                <a:cs typeface="Arvo"/>
                <a:sym typeface="Arvo"/>
              </a:defRPr>
            </a:lvl3pPr>
            <a:lvl4pPr lvl="3" algn="ctr">
              <a:spcBef>
                <a:spcPts val="0"/>
              </a:spcBef>
              <a:spcAft>
                <a:spcPts val="0"/>
              </a:spcAft>
              <a:buSzPts val="800"/>
              <a:buFont typeface="Arvo"/>
              <a:buNone/>
              <a:defRPr sz="800">
                <a:latin typeface="Arvo"/>
                <a:ea typeface="Arvo"/>
                <a:cs typeface="Arvo"/>
                <a:sym typeface="Arvo"/>
              </a:defRPr>
            </a:lvl4pPr>
            <a:lvl5pPr lvl="4" algn="ctr">
              <a:spcBef>
                <a:spcPts val="0"/>
              </a:spcBef>
              <a:spcAft>
                <a:spcPts val="0"/>
              </a:spcAft>
              <a:buSzPts val="800"/>
              <a:buFont typeface="Arvo"/>
              <a:buNone/>
              <a:defRPr sz="800">
                <a:latin typeface="Arvo"/>
                <a:ea typeface="Arvo"/>
                <a:cs typeface="Arvo"/>
                <a:sym typeface="Arvo"/>
              </a:defRPr>
            </a:lvl5pPr>
            <a:lvl6pPr lvl="5" algn="ctr">
              <a:spcBef>
                <a:spcPts val="0"/>
              </a:spcBef>
              <a:spcAft>
                <a:spcPts val="0"/>
              </a:spcAft>
              <a:buSzPts val="800"/>
              <a:buFont typeface="Arvo"/>
              <a:buNone/>
              <a:defRPr sz="800">
                <a:latin typeface="Arvo"/>
                <a:ea typeface="Arvo"/>
                <a:cs typeface="Arvo"/>
                <a:sym typeface="Arvo"/>
              </a:defRPr>
            </a:lvl6pPr>
            <a:lvl7pPr lvl="6" algn="ctr">
              <a:spcBef>
                <a:spcPts val="0"/>
              </a:spcBef>
              <a:spcAft>
                <a:spcPts val="0"/>
              </a:spcAft>
              <a:buSzPts val="800"/>
              <a:buFont typeface="Arvo"/>
              <a:buNone/>
              <a:defRPr sz="800">
                <a:latin typeface="Arvo"/>
                <a:ea typeface="Arvo"/>
                <a:cs typeface="Arvo"/>
                <a:sym typeface="Arvo"/>
              </a:defRPr>
            </a:lvl7pPr>
            <a:lvl8pPr lvl="7" algn="ctr">
              <a:spcBef>
                <a:spcPts val="0"/>
              </a:spcBef>
              <a:spcAft>
                <a:spcPts val="0"/>
              </a:spcAft>
              <a:buSzPts val="800"/>
              <a:buFont typeface="Arvo"/>
              <a:buNone/>
              <a:defRPr sz="800">
                <a:latin typeface="Arvo"/>
                <a:ea typeface="Arvo"/>
                <a:cs typeface="Arvo"/>
                <a:sym typeface="Arvo"/>
              </a:defRPr>
            </a:lvl8pPr>
            <a:lvl9pPr lvl="8" algn="ctr">
              <a:spcBef>
                <a:spcPts val="0"/>
              </a:spcBef>
              <a:spcAft>
                <a:spcPts val="0"/>
              </a:spcAft>
              <a:buSzPts val="800"/>
              <a:buFont typeface="Arvo"/>
              <a:buNone/>
              <a:defRPr sz="800">
                <a:latin typeface="Arvo"/>
                <a:ea typeface="Arvo"/>
                <a:cs typeface="Arvo"/>
                <a:sym typeface="Arvo"/>
              </a:defRPr>
            </a:lvl9pPr>
          </a:lstStyle>
          <a:p/>
        </p:txBody>
      </p:sp>
      <p:sp>
        <p:nvSpPr>
          <p:cNvPr id="10809" name="Google Shape;10809;p179"/>
          <p:cNvSpPr txBox="1"/>
          <p:nvPr>
            <p:ph idx="27" type="subTitle"/>
          </p:nvPr>
        </p:nvSpPr>
        <p:spPr>
          <a:xfrm>
            <a:off x="-1536150" y="3930975"/>
            <a:ext cx="821100" cy="736200"/>
          </a:xfrm>
          <a:prstGeom prst="rect">
            <a:avLst/>
          </a:prstGeom>
          <a:noFill/>
          <a:ln>
            <a:noFill/>
          </a:ln>
        </p:spPr>
        <p:txBody>
          <a:bodyPr anchorCtr="0" anchor="ctr" bIns="36000" lIns="36000" spcFirstLastPara="1" rIns="36000" wrap="square" tIns="36000">
            <a:noAutofit/>
          </a:bodyPr>
          <a:lstStyle>
            <a:lvl1pPr lvl="0" algn="ctr">
              <a:spcBef>
                <a:spcPts val="0"/>
              </a:spcBef>
              <a:spcAft>
                <a:spcPts val="0"/>
              </a:spcAft>
              <a:buSzPts val="800"/>
              <a:buFont typeface="Arvo"/>
              <a:buNone/>
              <a:defRPr sz="800">
                <a:latin typeface="Arvo"/>
                <a:ea typeface="Arvo"/>
                <a:cs typeface="Arvo"/>
                <a:sym typeface="Arvo"/>
              </a:defRPr>
            </a:lvl1pPr>
            <a:lvl2pPr lvl="1" algn="ctr">
              <a:spcBef>
                <a:spcPts val="200"/>
              </a:spcBef>
              <a:spcAft>
                <a:spcPts val="0"/>
              </a:spcAft>
              <a:buSzPts val="800"/>
              <a:buFont typeface="Arvo"/>
              <a:buNone/>
              <a:defRPr sz="800">
                <a:latin typeface="Arvo"/>
                <a:ea typeface="Arvo"/>
                <a:cs typeface="Arvo"/>
                <a:sym typeface="Arvo"/>
              </a:defRPr>
            </a:lvl2pPr>
            <a:lvl3pPr lvl="2" algn="ctr">
              <a:spcBef>
                <a:spcPts val="0"/>
              </a:spcBef>
              <a:spcAft>
                <a:spcPts val="0"/>
              </a:spcAft>
              <a:buSzPts val="800"/>
              <a:buFont typeface="Arvo"/>
              <a:buNone/>
              <a:defRPr sz="800">
                <a:latin typeface="Arvo"/>
                <a:ea typeface="Arvo"/>
                <a:cs typeface="Arvo"/>
                <a:sym typeface="Arvo"/>
              </a:defRPr>
            </a:lvl3pPr>
            <a:lvl4pPr lvl="3" algn="ctr">
              <a:spcBef>
                <a:spcPts val="0"/>
              </a:spcBef>
              <a:spcAft>
                <a:spcPts val="0"/>
              </a:spcAft>
              <a:buSzPts val="800"/>
              <a:buFont typeface="Arvo"/>
              <a:buNone/>
              <a:defRPr sz="800">
                <a:latin typeface="Arvo"/>
                <a:ea typeface="Arvo"/>
                <a:cs typeface="Arvo"/>
                <a:sym typeface="Arvo"/>
              </a:defRPr>
            </a:lvl4pPr>
            <a:lvl5pPr lvl="4" algn="ctr">
              <a:spcBef>
                <a:spcPts val="0"/>
              </a:spcBef>
              <a:spcAft>
                <a:spcPts val="0"/>
              </a:spcAft>
              <a:buSzPts val="800"/>
              <a:buFont typeface="Arvo"/>
              <a:buNone/>
              <a:defRPr sz="800">
                <a:latin typeface="Arvo"/>
                <a:ea typeface="Arvo"/>
                <a:cs typeface="Arvo"/>
                <a:sym typeface="Arvo"/>
              </a:defRPr>
            </a:lvl5pPr>
            <a:lvl6pPr lvl="5" algn="ctr">
              <a:spcBef>
                <a:spcPts val="0"/>
              </a:spcBef>
              <a:spcAft>
                <a:spcPts val="0"/>
              </a:spcAft>
              <a:buSzPts val="800"/>
              <a:buFont typeface="Arvo"/>
              <a:buNone/>
              <a:defRPr sz="800">
                <a:latin typeface="Arvo"/>
                <a:ea typeface="Arvo"/>
                <a:cs typeface="Arvo"/>
                <a:sym typeface="Arvo"/>
              </a:defRPr>
            </a:lvl6pPr>
            <a:lvl7pPr lvl="6" algn="ctr">
              <a:spcBef>
                <a:spcPts val="0"/>
              </a:spcBef>
              <a:spcAft>
                <a:spcPts val="0"/>
              </a:spcAft>
              <a:buSzPts val="800"/>
              <a:buFont typeface="Arvo"/>
              <a:buNone/>
              <a:defRPr sz="800">
                <a:latin typeface="Arvo"/>
                <a:ea typeface="Arvo"/>
                <a:cs typeface="Arvo"/>
                <a:sym typeface="Arvo"/>
              </a:defRPr>
            </a:lvl7pPr>
            <a:lvl8pPr lvl="7" algn="ctr">
              <a:spcBef>
                <a:spcPts val="0"/>
              </a:spcBef>
              <a:spcAft>
                <a:spcPts val="0"/>
              </a:spcAft>
              <a:buSzPts val="800"/>
              <a:buFont typeface="Arvo"/>
              <a:buNone/>
              <a:defRPr sz="800">
                <a:latin typeface="Arvo"/>
                <a:ea typeface="Arvo"/>
                <a:cs typeface="Arvo"/>
                <a:sym typeface="Arvo"/>
              </a:defRPr>
            </a:lvl8pPr>
            <a:lvl9pPr lvl="8" algn="ctr">
              <a:spcBef>
                <a:spcPts val="0"/>
              </a:spcBef>
              <a:spcAft>
                <a:spcPts val="0"/>
              </a:spcAft>
              <a:buSzPts val="800"/>
              <a:buFont typeface="Arvo"/>
              <a:buNone/>
              <a:defRPr sz="800">
                <a:latin typeface="Arvo"/>
                <a:ea typeface="Arvo"/>
                <a:cs typeface="Arvo"/>
                <a:sym typeface="Arvo"/>
              </a:defRPr>
            </a:lvl9pPr>
          </a:lstStyle>
          <a:p/>
        </p:txBody>
      </p:sp>
      <p:sp>
        <p:nvSpPr>
          <p:cNvPr id="10810" name="Google Shape;10810;p179"/>
          <p:cNvSpPr txBox="1"/>
          <p:nvPr>
            <p:ph idx="28" type="subTitle"/>
          </p:nvPr>
        </p:nvSpPr>
        <p:spPr>
          <a:xfrm>
            <a:off x="-3401850" y="4787200"/>
            <a:ext cx="819300" cy="736200"/>
          </a:xfrm>
          <a:prstGeom prst="rect">
            <a:avLst/>
          </a:prstGeom>
          <a:noFill/>
          <a:ln>
            <a:noFill/>
          </a:ln>
        </p:spPr>
        <p:txBody>
          <a:bodyPr anchorCtr="0" anchor="ctr" bIns="36000" lIns="36000" spcFirstLastPara="1" rIns="36000" wrap="square" tIns="36000">
            <a:noAutofit/>
          </a:bodyPr>
          <a:lstStyle>
            <a:lvl1pPr lvl="0" algn="ctr">
              <a:spcBef>
                <a:spcPts val="0"/>
              </a:spcBef>
              <a:spcAft>
                <a:spcPts val="0"/>
              </a:spcAft>
              <a:buSzPts val="800"/>
              <a:buFont typeface="Arvo"/>
              <a:buNone/>
              <a:defRPr sz="800">
                <a:latin typeface="Arvo"/>
                <a:ea typeface="Arvo"/>
                <a:cs typeface="Arvo"/>
                <a:sym typeface="Arvo"/>
              </a:defRPr>
            </a:lvl1pPr>
            <a:lvl2pPr lvl="1" algn="ctr">
              <a:spcBef>
                <a:spcPts val="200"/>
              </a:spcBef>
              <a:spcAft>
                <a:spcPts val="0"/>
              </a:spcAft>
              <a:buSzPts val="800"/>
              <a:buFont typeface="Arvo"/>
              <a:buNone/>
              <a:defRPr sz="800">
                <a:latin typeface="Arvo"/>
                <a:ea typeface="Arvo"/>
                <a:cs typeface="Arvo"/>
                <a:sym typeface="Arvo"/>
              </a:defRPr>
            </a:lvl2pPr>
            <a:lvl3pPr lvl="2" algn="ctr">
              <a:spcBef>
                <a:spcPts val="0"/>
              </a:spcBef>
              <a:spcAft>
                <a:spcPts val="0"/>
              </a:spcAft>
              <a:buSzPts val="800"/>
              <a:buFont typeface="Arvo"/>
              <a:buNone/>
              <a:defRPr sz="800">
                <a:latin typeface="Arvo"/>
                <a:ea typeface="Arvo"/>
                <a:cs typeface="Arvo"/>
                <a:sym typeface="Arvo"/>
              </a:defRPr>
            </a:lvl3pPr>
            <a:lvl4pPr lvl="3" algn="ctr">
              <a:spcBef>
                <a:spcPts val="0"/>
              </a:spcBef>
              <a:spcAft>
                <a:spcPts val="0"/>
              </a:spcAft>
              <a:buSzPts val="800"/>
              <a:buFont typeface="Arvo"/>
              <a:buNone/>
              <a:defRPr sz="800">
                <a:latin typeface="Arvo"/>
                <a:ea typeface="Arvo"/>
                <a:cs typeface="Arvo"/>
                <a:sym typeface="Arvo"/>
              </a:defRPr>
            </a:lvl4pPr>
            <a:lvl5pPr lvl="4" algn="ctr">
              <a:spcBef>
                <a:spcPts val="0"/>
              </a:spcBef>
              <a:spcAft>
                <a:spcPts val="0"/>
              </a:spcAft>
              <a:buSzPts val="800"/>
              <a:buFont typeface="Arvo"/>
              <a:buNone/>
              <a:defRPr sz="800">
                <a:latin typeface="Arvo"/>
                <a:ea typeface="Arvo"/>
                <a:cs typeface="Arvo"/>
                <a:sym typeface="Arvo"/>
              </a:defRPr>
            </a:lvl5pPr>
            <a:lvl6pPr lvl="5" algn="ctr">
              <a:spcBef>
                <a:spcPts val="0"/>
              </a:spcBef>
              <a:spcAft>
                <a:spcPts val="0"/>
              </a:spcAft>
              <a:buSzPts val="800"/>
              <a:buFont typeface="Arvo"/>
              <a:buNone/>
              <a:defRPr sz="800">
                <a:latin typeface="Arvo"/>
                <a:ea typeface="Arvo"/>
                <a:cs typeface="Arvo"/>
                <a:sym typeface="Arvo"/>
              </a:defRPr>
            </a:lvl6pPr>
            <a:lvl7pPr lvl="6" algn="ctr">
              <a:spcBef>
                <a:spcPts val="0"/>
              </a:spcBef>
              <a:spcAft>
                <a:spcPts val="0"/>
              </a:spcAft>
              <a:buSzPts val="800"/>
              <a:buFont typeface="Arvo"/>
              <a:buNone/>
              <a:defRPr sz="800">
                <a:latin typeface="Arvo"/>
                <a:ea typeface="Arvo"/>
                <a:cs typeface="Arvo"/>
                <a:sym typeface="Arvo"/>
              </a:defRPr>
            </a:lvl7pPr>
            <a:lvl8pPr lvl="7" algn="ctr">
              <a:spcBef>
                <a:spcPts val="0"/>
              </a:spcBef>
              <a:spcAft>
                <a:spcPts val="0"/>
              </a:spcAft>
              <a:buSzPts val="800"/>
              <a:buFont typeface="Arvo"/>
              <a:buNone/>
              <a:defRPr sz="800">
                <a:latin typeface="Arvo"/>
                <a:ea typeface="Arvo"/>
                <a:cs typeface="Arvo"/>
                <a:sym typeface="Arvo"/>
              </a:defRPr>
            </a:lvl8pPr>
            <a:lvl9pPr lvl="8" algn="ctr">
              <a:spcBef>
                <a:spcPts val="0"/>
              </a:spcBef>
              <a:spcAft>
                <a:spcPts val="0"/>
              </a:spcAft>
              <a:buSzPts val="800"/>
              <a:buFont typeface="Arvo"/>
              <a:buNone/>
              <a:defRPr sz="800">
                <a:latin typeface="Arvo"/>
                <a:ea typeface="Arvo"/>
                <a:cs typeface="Arvo"/>
                <a:sym typeface="Arvo"/>
              </a:defRPr>
            </a:lvl9pPr>
          </a:lstStyle>
          <a:p/>
        </p:txBody>
      </p:sp>
      <p:sp>
        <p:nvSpPr>
          <p:cNvPr id="10811" name="Google Shape;10811;p179"/>
          <p:cNvSpPr txBox="1"/>
          <p:nvPr>
            <p:ph idx="29" type="subTitle"/>
          </p:nvPr>
        </p:nvSpPr>
        <p:spPr>
          <a:xfrm>
            <a:off x="-2475750" y="4787200"/>
            <a:ext cx="829200" cy="736200"/>
          </a:xfrm>
          <a:prstGeom prst="rect">
            <a:avLst/>
          </a:prstGeom>
          <a:noFill/>
          <a:ln>
            <a:noFill/>
          </a:ln>
        </p:spPr>
        <p:txBody>
          <a:bodyPr anchorCtr="0" anchor="ctr" bIns="36000" lIns="36000" spcFirstLastPara="1" rIns="36000" wrap="square" tIns="36000">
            <a:noAutofit/>
          </a:bodyPr>
          <a:lstStyle>
            <a:lvl1pPr lvl="0" algn="ctr">
              <a:spcBef>
                <a:spcPts val="0"/>
              </a:spcBef>
              <a:spcAft>
                <a:spcPts val="0"/>
              </a:spcAft>
              <a:buSzPts val="800"/>
              <a:buFont typeface="Arvo"/>
              <a:buNone/>
              <a:defRPr sz="800">
                <a:latin typeface="Arvo"/>
                <a:ea typeface="Arvo"/>
                <a:cs typeface="Arvo"/>
                <a:sym typeface="Arvo"/>
              </a:defRPr>
            </a:lvl1pPr>
            <a:lvl2pPr lvl="1" algn="ctr">
              <a:spcBef>
                <a:spcPts val="200"/>
              </a:spcBef>
              <a:spcAft>
                <a:spcPts val="0"/>
              </a:spcAft>
              <a:buSzPts val="800"/>
              <a:buFont typeface="Arvo"/>
              <a:buNone/>
              <a:defRPr sz="800">
                <a:latin typeface="Arvo"/>
                <a:ea typeface="Arvo"/>
                <a:cs typeface="Arvo"/>
                <a:sym typeface="Arvo"/>
              </a:defRPr>
            </a:lvl2pPr>
            <a:lvl3pPr lvl="2" algn="ctr">
              <a:spcBef>
                <a:spcPts val="0"/>
              </a:spcBef>
              <a:spcAft>
                <a:spcPts val="0"/>
              </a:spcAft>
              <a:buSzPts val="800"/>
              <a:buFont typeface="Arvo"/>
              <a:buNone/>
              <a:defRPr sz="800">
                <a:latin typeface="Arvo"/>
                <a:ea typeface="Arvo"/>
                <a:cs typeface="Arvo"/>
                <a:sym typeface="Arvo"/>
              </a:defRPr>
            </a:lvl3pPr>
            <a:lvl4pPr lvl="3" algn="ctr">
              <a:spcBef>
                <a:spcPts val="0"/>
              </a:spcBef>
              <a:spcAft>
                <a:spcPts val="0"/>
              </a:spcAft>
              <a:buSzPts val="800"/>
              <a:buFont typeface="Arvo"/>
              <a:buNone/>
              <a:defRPr sz="800">
                <a:latin typeface="Arvo"/>
                <a:ea typeface="Arvo"/>
                <a:cs typeface="Arvo"/>
                <a:sym typeface="Arvo"/>
              </a:defRPr>
            </a:lvl4pPr>
            <a:lvl5pPr lvl="4" algn="ctr">
              <a:spcBef>
                <a:spcPts val="0"/>
              </a:spcBef>
              <a:spcAft>
                <a:spcPts val="0"/>
              </a:spcAft>
              <a:buSzPts val="800"/>
              <a:buFont typeface="Arvo"/>
              <a:buNone/>
              <a:defRPr sz="800">
                <a:latin typeface="Arvo"/>
                <a:ea typeface="Arvo"/>
                <a:cs typeface="Arvo"/>
                <a:sym typeface="Arvo"/>
              </a:defRPr>
            </a:lvl5pPr>
            <a:lvl6pPr lvl="5" algn="ctr">
              <a:spcBef>
                <a:spcPts val="0"/>
              </a:spcBef>
              <a:spcAft>
                <a:spcPts val="0"/>
              </a:spcAft>
              <a:buSzPts val="800"/>
              <a:buFont typeface="Arvo"/>
              <a:buNone/>
              <a:defRPr sz="800">
                <a:latin typeface="Arvo"/>
                <a:ea typeface="Arvo"/>
                <a:cs typeface="Arvo"/>
                <a:sym typeface="Arvo"/>
              </a:defRPr>
            </a:lvl6pPr>
            <a:lvl7pPr lvl="6" algn="ctr">
              <a:spcBef>
                <a:spcPts val="0"/>
              </a:spcBef>
              <a:spcAft>
                <a:spcPts val="0"/>
              </a:spcAft>
              <a:buSzPts val="800"/>
              <a:buFont typeface="Arvo"/>
              <a:buNone/>
              <a:defRPr sz="800">
                <a:latin typeface="Arvo"/>
                <a:ea typeface="Arvo"/>
                <a:cs typeface="Arvo"/>
                <a:sym typeface="Arvo"/>
              </a:defRPr>
            </a:lvl7pPr>
            <a:lvl8pPr lvl="7" algn="ctr">
              <a:spcBef>
                <a:spcPts val="0"/>
              </a:spcBef>
              <a:spcAft>
                <a:spcPts val="0"/>
              </a:spcAft>
              <a:buSzPts val="800"/>
              <a:buFont typeface="Arvo"/>
              <a:buNone/>
              <a:defRPr sz="800">
                <a:latin typeface="Arvo"/>
                <a:ea typeface="Arvo"/>
                <a:cs typeface="Arvo"/>
                <a:sym typeface="Arvo"/>
              </a:defRPr>
            </a:lvl8pPr>
            <a:lvl9pPr lvl="8" algn="ctr">
              <a:spcBef>
                <a:spcPts val="0"/>
              </a:spcBef>
              <a:spcAft>
                <a:spcPts val="0"/>
              </a:spcAft>
              <a:buSzPts val="800"/>
              <a:buFont typeface="Arvo"/>
              <a:buNone/>
              <a:defRPr sz="800">
                <a:latin typeface="Arvo"/>
                <a:ea typeface="Arvo"/>
                <a:cs typeface="Arvo"/>
                <a:sym typeface="Arvo"/>
              </a:defRPr>
            </a:lvl9pPr>
          </a:lstStyle>
          <a:p/>
        </p:txBody>
      </p:sp>
      <p:sp>
        <p:nvSpPr>
          <p:cNvPr id="10812" name="Google Shape;10812;p179"/>
          <p:cNvSpPr txBox="1"/>
          <p:nvPr>
            <p:ph idx="30" type="subTitle"/>
          </p:nvPr>
        </p:nvSpPr>
        <p:spPr>
          <a:xfrm>
            <a:off x="-1536150" y="4787200"/>
            <a:ext cx="819300" cy="736200"/>
          </a:xfrm>
          <a:prstGeom prst="rect">
            <a:avLst/>
          </a:prstGeom>
          <a:noFill/>
          <a:ln>
            <a:noFill/>
          </a:ln>
        </p:spPr>
        <p:txBody>
          <a:bodyPr anchorCtr="0" anchor="ctr" bIns="36000" lIns="36000" spcFirstLastPara="1" rIns="36000" wrap="square" tIns="36000">
            <a:noAutofit/>
          </a:bodyPr>
          <a:lstStyle>
            <a:lvl1pPr lvl="0" algn="ctr">
              <a:spcBef>
                <a:spcPts val="0"/>
              </a:spcBef>
              <a:spcAft>
                <a:spcPts val="0"/>
              </a:spcAft>
              <a:buSzPts val="800"/>
              <a:buFont typeface="Arvo"/>
              <a:buNone/>
              <a:defRPr sz="800">
                <a:latin typeface="Arvo"/>
                <a:ea typeface="Arvo"/>
                <a:cs typeface="Arvo"/>
                <a:sym typeface="Arvo"/>
              </a:defRPr>
            </a:lvl1pPr>
            <a:lvl2pPr lvl="1" algn="ctr">
              <a:spcBef>
                <a:spcPts val="200"/>
              </a:spcBef>
              <a:spcAft>
                <a:spcPts val="0"/>
              </a:spcAft>
              <a:buSzPts val="800"/>
              <a:buFont typeface="Arvo"/>
              <a:buNone/>
              <a:defRPr sz="800">
                <a:latin typeface="Arvo"/>
                <a:ea typeface="Arvo"/>
                <a:cs typeface="Arvo"/>
                <a:sym typeface="Arvo"/>
              </a:defRPr>
            </a:lvl2pPr>
            <a:lvl3pPr lvl="2" algn="ctr">
              <a:spcBef>
                <a:spcPts val="0"/>
              </a:spcBef>
              <a:spcAft>
                <a:spcPts val="0"/>
              </a:spcAft>
              <a:buSzPts val="800"/>
              <a:buFont typeface="Arvo"/>
              <a:buNone/>
              <a:defRPr sz="800">
                <a:latin typeface="Arvo"/>
                <a:ea typeface="Arvo"/>
                <a:cs typeface="Arvo"/>
                <a:sym typeface="Arvo"/>
              </a:defRPr>
            </a:lvl3pPr>
            <a:lvl4pPr lvl="3" algn="ctr">
              <a:spcBef>
                <a:spcPts val="0"/>
              </a:spcBef>
              <a:spcAft>
                <a:spcPts val="0"/>
              </a:spcAft>
              <a:buSzPts val="800"/>
              <a:buFont typeface="Arvo"/>
              <a:buNone/>
              <a:defRPr sz="800">
                <a:latin typeface="Arvo"/>
                <a:ea typeface="Arvo"/>
                <a:cs typeface="Arvo"/>
                <a:sym typeface="Arvo"/>
              </a:defRPr>
            </a:lvl4pPr>
            <a:lvl5pPr lvl="4" algn="ctr">
              <a:spcBef>
                <a:spcPts val="0"/>
              </a:spcBef>
              <a:spcAft>
                <a:spcPts val="0"/>
              </a:spcAft>
              <a:buSzPts val="800"/>
              <a:buFont typeface="Arvo"/>
              <a:buNone/>
              <a:defRPr sz="800">
                <a:latin typeface="Arvo"/>
                <a:ea typeface="Arvo"/>
                <a:cs typeface="Arvo"/>
                <a:sym typeface="Arvo"/>
              </a:defRPr>
            </a:lvl5pPr>
            <a:lvl6pPr lvl="5" algn="ctr">
              <a:spcBef>
                <a:spcPts val="0"/>
              </a:spcBef>
              <a:spcAft>
                <a:spcPts val="0"/>
              </a:spcAft>
              <a:buSzPts val="800"/>
              <a:buFont typeface="Arvo"/>
              <a:buNone/>
              <a:defRPr sz="800">
                <a:latin typeface="Arvo"/>
                <a:ea typeface="Arvo"/>
                <a:cs typeface="Arvo"/>
                <a:sym typeface="Arvo"/>
              </a:defRPr>
            </a:lvl6pPr>
            <a:lvl7pPr lvl="6" algn="ctr">
              <a:spcBef>
                <a:spcPts val="0"/>
              </a:spcBef>
              <a:spcAft>
                <a:spcPts val="0"/>
              </a:spcAft>
              <a:buSzPts val="800"/>
              <a:buFont typeface="Arvo"/>
              <a:buNone/>
              <a:defRPr sz="800">
                <a:latin typeface="Arvo"/>
                <a:ea typeface="Arvo"/>
                <a:cs typeface="Arvo"/>
                <a:sym typeface="Arvo"/>
              </a:defRPr>
            </a:lvl7pPr>
            <a:lvl8pPr lvl="7" algn="ctr">
              <a:spcBef>
                <a:spcPts val="0"/>
              </a:spcBef>
              <a:spcAft>
                <a:spcPts val="0"/>
              </a:spcAft>
              <a:buSzPts val="800"/>
              <a:buFont typeface="Arvo"/>
              <a:buNone/>
              <a:defRPr sz="800">
                <a:latin typeface="Arvo"/>
                <a:ea typeface="Arvo"/>
                <a:cs typeface="Arvo"/>
                <a:sym typeface="Arvo"/>
              </a:defRPr>
            </a:lvl8pPr>
            <a:lvl9pPr lvl="8" algn="ctr">
              <a:spcBef>
                <a:spcPts val="0"/>
              </a:spcBef>
              <a:spcAft>
                <a:spcPts val="0"/>
              </a:spcAft>
              <a:buSzPts val="800"/>
              <a:buFont typeface="Arvo"/>
              <a:buNone/>
              <a:defRPr sz="800">
                <a:latin typeface="Arvo"/>
                <a:ea typeface="Arvo"/>
                <a:cs typeface="Arvo"/>
                <a:sym typeface="Arvo"/>
              </a:defRPr>
            </a:lvl9pPr>
          </a:lstStyle>
          <a:p/>
        </p:txBody>
      </p:sp>
      <p:sp>
        <p:nvSpPr>
          <p:cNvPr id="10813" name="Google Shape;10813;p179"/>
          <p:cNvSpPr txBox="1"/>
          <p:nvPr>
            <p:ph idx="31" type="subTitle"/>
          </p:nvPr>
        </p:nvSpPr>
        <p:spPr>
          <a:xfrm>
            <a:off x="-3411750" y="5640725"/>
            <a:ext cx="829200" cy="736200"/>
          </a:xfrm>
          <a:prstGeom prst="rect">
            <a:avLst/>
          </a:prstGeom>
          <a:noFill/>
          <a:ln>
            <a:noFill/>
          </a:ln>
        </p:spPr>
        <p:txBody>
          <a:bodyPr anchorCtr="0" anchor="ctr" bIns="36000" lIns="36000" spcFirstLastPara="1" rIns="36000" wrap="square" tIns="36000">
            <a:noAutofit/>
          </a:bodyPr>
          <a:lstStyle>
            <a:lvl1pPr lvl="0" algn="ctr">
              <a:spcBef>
                <a:spcPts val="0"/>
              </a:spcBef>
              <a:spcAft>
                <a:spcPts val="0"/>
              </a:spcAft>
              <a:buSzPts val="800"/>
              <a:buFont typeface="Arvo"/>
              <a:buNone/>
              <a:defRPr sz="800">
                <a:latin typeface="Arvo"/>
                <a:ea typeface="Arvo"/>
                <a:cs typeface="Arvo"/>
                <a:sym typeface="Arvo"/>
              </a:defRPr>
            </a:lvl1pPr>
            <a:lvl2pPr lvl="1" algn="ctr">
              <a:spcBef>
                <a:spcPts val="200"/>
              </a:spcBef>
              <a:spcAft>
                <a:spcPts val="0"/>
              </a:spcAft>
              <a:buSzPts val="800"/>
              <a:buFont typeface="Arvo"/>
              <a:buNone/>
              <a:defRPr sz="800">
                <a:latin typeface="Arvo"/>
                <a:ea typeface="Arvo"/>
                <a:cs typeface="Arvo"/>
                <a:sym typeface="Arvo"/>
              </a:defRPr>
            </a:lvl2pPr>
            <a:lvl3pPr lvl="2" algn="ctr">
              <a:spcBef>
                <a:spcPts val="0"/>
              </a:spcBef>
              <a:spcAft>
                <a:spcPts val="0"/>
              </a:spcAft>
              <a:buSzPts val="800"/>
              <a:buFont typeface="Arvo"/>
              <a:buNone/>
              <a:defRPr sz="800">
                <a:latin typeface="Arvo"/>
                <a:ea typeface="Arvo"/>
                <a:cs typeface="Arvo"/>
                <a:sym typeface="Arvo"/>
              </a:defRPr>
            </a:lvl3pPr>
            <a:lvl4pPr lvl="3" algn="ctr">
              <a:spcBef>
                <a:spcPts val="0"/>
              </a:spcBef>
              <a:spcAft>
                <a:spcPts val="0"/>
              </a:spcAft>
              <a:buSzPts val="800"/>
              <a:buFont typeface="Arvo"/>
              <a:buNone/>
              <a:defRPr sz="800">
                <a:latin typeface="Arvo"/>
                <a:ea typeface="Arvo"/>
                <a:cs typeface="Arvo"/>
                <a:sym typeface="Arvo"/>
              </a:defRPr>
            </a:lvl4pPr>
            <a:lvl5pPr lvl="4" algn="ctr">
              <a:spcBef>
                <a:spcPts val="0"/>
              </a:spcBef>
              <a:spcAft>
                <a:spcPts val="0"/>
              </a:spcAft>
              <a:buSzPts val="800"/>
              <a:buFont typeface="Arvo"/>
              <a:buNone/>
              <a:defRPr sz="800">
                <a:latin typeface="Arvo"/>
                <a:ea typeface="Arvo"/>
                <a:cs typeface="Arvo"/>
                <a:sym typeface="Arvo"/>
              </a:defRPr>
            </a:lvl5pPr>
            <a:lvl6pPr lvl="5" algn="ctr">
              <a:spcBef>
                <a:spcPts val="0"/>
              </a:spcBef>
              <a:spcAft>
                <a:spcPts val="0"/>
              </a:spcAft>
              <a:buSzPts val="800"/>
              <a:buFont typeface="Arvo"/>
              <a:buNone/>
              <a:defRPr sz="800">
                <a:latin typeface="Arvo"/>
                <a:ea typeface="Arvo"/>
                <a:cs typeface="Arvo"/>
                <a:sym typeface="Arvo"/>
              </a:defRPr>
            </a:lvl6pPr>
            <a:lvl7pPr lvl="6" algn="ctr">
              <a:spcBef>
                <a:spcPts val="0"/>
              </a:spcBef>
              <a:spcAft>
                <a:spcPts val="0"/>
              </a:spcAft>
              <a:buSzPts val="800"/>
              <a:buFont typeface="Arvo"/>
              <a:buNone/>
              <a:defRPr sz="800">
                <a:latin typeface="Arvo"/>
                <a:ea typeface="Arvo"/>
                <a:cs typeface="Arvo"/>
                <a:sym typeface="Arvo"/>
              </a:defRPr>
            </a:lvl7pPr>
            <a:lvl8pPr lvl="7" algn="ctr">
              <a:spcBef>
                <a:spcPts val="0"/>
              </a:spcBef>
              <a:spcAft>
                <a:spcPts val="0"/>
              </a:spcAft>
              <a:buSzPts val="800"/>
              <a:buFont typeface="Arvo"/>
              <a:buNone/>
              <a:defRPr sz="800">
                <a:latin typeface="Arvo"/>
                <a:ea typeface="Arvo"/>
                <a:cs typeface="Arvo"/>
                <a:sym typeface="Arvo"/>
              </a:defRPr>
            </a:lvl8pPr>
            <a:lvl9pPr lvl="8" algn="ctr">
              <a:spcBef>
                <a:spcPts val="0"/>
              </a:spcBef>
              <a:spcAft>
                <a:spcPts val="0"/>
              </a:spcAft>
              <a:buSzPts val="800"/>
              <a:buFont typeface="Arvo"/>
              <a:buNone/>
              <a:defRPr sz="800">
                <a:latin typeface="Arvo"/>
                <a:ea typeface="Arvo"/>
                <a:cs typeface="Arvo"/>
                <a:sym typeface="Arvo"/>
              </a:defRPr>
            </a:lvl9pPr>
          </a:lstStyle>
          <a:p/>
        </p:txBody>
      </p:sp>
      <p:sp>
        <p:nvSpPr>
          <p:cNvPr id="10814" name="Google Shape;10814;p179"/>
          <p:cNvSpPr txBox="1"/>
          <p:nvPr>
            <p:ph idx="32" type="subTitle"/>
          </p:nvPr>
        </p:nvSpPr>
        <p:spPr>
          <a:xfrm>
            <a:off x="-2477575" y="5640725"/>
            <a:ext cx="819300" cy="736200"/>
          </a:xfrm>
          <a:prstGeom prst="rect">
            <a:avLst/>
          </a:prstGeom>
          <a:noFill/>
          <a:ln>
            <a:noFill/>
          </a:ln>
        </p:spPr>
        <p:txBody>
          <a:bodyPr anchorCtr="0" anchor="ctr" bIns="36000" lIns="36000" spcFirstLastPara="1" rIns="36000" wrap="square" tIns="36000">
            <a:noAutofit/>
          </a:bodyPr>
          <a:lstStyle>
            <a:lvl1pPr lvl="0" algn="ctr">
              <a:spcBef>
                <a:spcPts val="0"/>
              </a:spcBef>
              <a:spcAft>
                <a:spcPts val="0"/>
              </a:spcAft>
              <a:buSzPts val="800"/>
              <a:buFont typeface="Arvo"/>
              <a:buNone/>
              <a:defRPr sz="800">
                <a:latin typeface="Arvo"/>
                <a:ea typeface="Arvo"/>
                <a:cs typeface="Arvo"/>
                <a:sym typeface="Arvo"/>
              </a:defRPr>
            </a:lvl1pPr>
            <a:lvl2pPr lvl="1" algn="ctr">
              <a:spcBef>
                <a:spcPts val="200"/>
              </a:spcBef>
              <a:spcAft>
                <a:spcPts val="0"/>
              </a:spcAft>
              <a:buSzPts val="800"/>
              <a:buFont typeface="Arvo"/>
              <a:buNone/>
              <a:defRPr sz="800">
                <a:latin typeface="Arvo"/>
                <a:ea typeface="Arvo"/>
                <a:cs typeface="Arvo"/>
                <a:sym typeface="Arvo"/>
              </a:defRPr>
            </a:lvl2pPr>
            <a:lvl3pPr lvl="2" algn="ctr">
              <a:spcBef>
                <a:spcPts val="0"/>
              </a:spcBef>
              <a:spcAft>
                <a:spcPts val="0"/>
              </a:spcAft>
              <a:buSzPts val="800"/>
              <a:buFont typeface="Arvo"/>
              <a:buNone/>
              <a:defRPr sz="800">
                <a:latin typeface="Arvo"/>
                <a:ea typeface="Arvo"/>
                <a:cs typeface="Arvo"/>
                <a:sym typeface="Arvo"/>
              </a:defRPr>
            </a:lvl3pPr>
            <a:lvl4pPr lvl="3" algn="ctr">
              <a:spcBef>
                <a:spcPts val="0"/>
              </a:spcBef>
              <a:spcAft>
                <a:spcPts val="0"/>
              </a:spcAft>
              <a:buSzPts val="800"/>
              <a:buFont typeface="Arvo"/>
              <a:buNone/>
              <a:defRPr sz="800">
                <a:latin typeface="Arvo"/>
                <a:ea typeface="Arvo"/>
                <a:cs typeface="Arvo"/>
                <a:sym typeface="Arvo"/>
              </a:defRPr>
            </a:lvl4pPr>
            <a:lvl5pPr lvl="4" algn="ctr">
              <a:spcBef>
                <a:spcPts val="0"/>
              </a:spcBef>
              <a:spcAft>
                <a:spcPts val="0"/>
              </a:spcAft>
              <a:buSzPts val="800"/>
              <a:buFont typeface="Arvo"/>
              <a:buNone/>
              <a:defRPr sz="800">
                <a:latin typeface="Arvo"/>
                <a:ea typeface="Arvo"/>
                <a:cs typeface="Arvo"/>
                <a:sym typeface="Arvo"/>
              </a:defRPr>
            </a:lvl5pPr>
            <a:lvl6pPr lvl="5" algn="ctr">
              <a:spcBef>
                <a:spcPts val="0"/>
              </a:spcBef>
              <a:spcAft>
                <a:spcPts val="0"/>
              </a:spcAft>
              <a:buSzPts val="800"/>
              <a:buFont typeface="Arvo"/>
              <a:buNone/>
              <a:defRPr sz="800">
                <a:latin typeface="Arvo"/>
                <a:ea typeface="Arvo"/>
                <a:cs typeface="Arvo"/>
                <a:sym typeface="Arvo"/>
              </a:defRPr>
            </a:lvl6pPr>
            <a:lvl7pPr lvl="6" algn="ctr">
              <a:spcBef>
                <a:spcPts val="0"/>
              </a:spcBef>
              <a:spcAft>
                <a:spcPts val="0"/>
              </a:spcAft>
              <a:buSzPts val="800"/>
              <a:buFont typeface="Arvo"/>
              <a:buNone/>
              <a:defRPr sz="800">
                <a:latin typeface="Arvo"/>
                <a:ea typeface="Arvo"/>
                <a:cs typeface="Arvo"/>
                <a:sym typeface="Arvo"/>
              </a:defRPr>
            </a:lvl7pPr>
            <a:lvl8pPr lvl="7" algn="ctr">
              <a:spcBef>
                <a:spcPts val="0"/>
              </a:spcBef>
              <a:spcAft>
                <a:spcPts val="0"/>
              </a:spcAft>
              <a:buSzPts val="800"/>
              <a:buFont typeface="Arvo"/>
              <a:buNone/>
              <a:defRPr sz="800">
                <a:latin typeface="Arvo"/>
                <a:ea typeface="Arvo"/>
                <a:cs typeface="Arvo"/>
                <a:sym typeface="Arvo"/>
              </a:defRPr>
            </a:lvl8pPr>
            <a:lvl9pPr lvl="8" algn="ctr">
              <a:spcBef>
                <a:spcPts val="0"/>
              </a:spcBef>
              <a:spcAft>
                <a:spcPts val="0"/>
              </a:spcAft>
              <a:buSzPts val="800"/>
              <a:buFont typeface="Arvo"/>
              <a:buNone/>
              <a:defRPr sz="800">
                <a:latin typeface="Arvo"/>
                <a:ea typeface="Arvo"/>
                <a:cs typeface="Arvo"/>
                <a:sym typeface="Arvo"/>
              </a:defRPr>
            </a:lvl9pPr>
          </a:lstStyle>
          <a:p/>
        </p:txBody>
      </p:sp>
      <p:sp>
        <p:nvSpPr>
          <p:cNvPr id="10815" name="Google Shape;10815;p179"/>
          <p:cNvSpPr txBox="1"/>
          <p:nvPr>
            <p:ph idx="33" type="subTitle"/>
          </p:nvPr>
        </p:nvSpPr>
        <p:spPr>
          <a:xfrm>
            <a:off x="-1541575" y="5640600"/>
            <a:ext cx="829200" cy="736200"/>
          </a:xfrm>
          <a:prstGeom prst="rect">
            <a:avLst/>
          </a:prstGeom>
          <a:noFill/>
          <a:ln>
            <a:noFill/>
          </a:ln>
        </p:spPr>
        <p:txBody>
          <a:bodyPr anchorCtr="0" anchor="ctr" bIns="36000" lIns="36000" spcFirstLastPara="1" rIns="36000" wrap="square" tIns="36000">
            <a:noAutofit/>
          </a:bodyPr>
          <a:lstStyle>
            <a:lvl1pPr lvl="0" algn="ctr">
              <a:spcBef>
                <a:spcPts val="0"/>
              </a:spcBef>
              <a:spcAft>
                <a:spcPts val="0"/>
              </a:spcAft>
              <a:buSzPts val="800"/>
              <a:buFont typeface="Arvo"/>
              <a:buNone/>
              <a:defRPr sz="800">
                <a:latin typeface="Arvo"/>
                <a:ea typeface="Arvo"/>
                <a:cs typeface="Arvo"/>
                <a:sym typeface="Arvo"/>
              </a:defRPr>
            </a:lvl1pPr>
            <a:lvl2pPr lvl="1" algn="ctr">
              <a:spcBef>
                <a:spcPts val="200"/>
              </a:spcBef>
              <a:spcAft>
                <a:spcPts val="0"/>
              </a:spcAft>
              <a:buSzPts val="800"/>
              <a:buFont typeface="Arvo"/>
              <a:buNone/>
              <a:defRPr sz="800">
                <a:latin typeface="Arvo"/>
                <a:ea typeface="Arvo"/>
                <a:cs typeface="Arvo"/>
                <a:sym typeface="Arvo"/>
              </a:defRPr>
            </a:lvl2pPr>
            <a:lvl3pPr lvl="2" algn="ctr">
              <a:spcBef>
                <a:spcPts val="0"/>
              </a:spcBef>
              <a:spcAft>
                <a:spcPts val="0"/>
              </a:spcAft>
              <a:buSzPts val="800"/>
              <a:buFont typeface="Arvo"/>
              <a:buNone/>
              <a:defRPr sz="800">
                <a:latin typeface="Arvo"/>
                <a:ea typeface="Arvo"/>
                <a:cs typeface="Arvo"/>
                <a:sym typeface="Arvo"/>
              </a:defRPr>
            </a:lvl3pPr>
            <a:lvl4pPr lvl="3" algn="ctr">
              <a:spcBef>
                <a:spcPts val="0"/>
              </a:spcBef>
              <a:spcAft>
                <a:spcPts val="0"/>
              </a:spcAft>
              <a:buSzPts val="800"/>
              <a:buFont typeface="Arvo"/>
              <a:buNone/>
              <a:defRPr sz="800">
                <a:latin typeface="Arvo"/>
                <a:ea typeface="Arvo"/>
                <a:cs typeface="Arvo"/>
                <a:sym typeface="Arvo"/>
              </a:defRPr>
            </a:lvl4pPr>
            <a:lvl5pPr lvl="4" algn="ctr">
              <a:spcBef>
                <a:spcPts val="0"/>
              </a:spcBef>
              <a:spcAft>
                <a:spcPts val="0"/>
              </a:spcAft>
              <a:buSzPts val="800"/>
              <a:buFont typeface="Arvo"/>
              <a:buNone/>
              <a:defRPr sz="800">
                <a:latin typeface="Arvo"/>
                <a:ea typeface="Arvo"/>
                <a:cs typeface="Arvo"/>
                <a:sym typeface="Arvo"/>
              </a:defRPr>
            </a:lvl5pPr>
            <a:lvl6pPr lvl="5" algn="ctr">
              <a:spcBef>
                <a:spcPts val="0"/>
              </a:spcBef>
              <a:spcAft>
                <a:spcPts val="0"/>
              </a:spcAft>
              <a:buSzPts val="800"/>
              <a:buFont typeface="Arvo"/>
              <a:buNone/>
              <a:defRPr sz="800">
                <a:latin typeface="Arvo"/>
                <a:ea typeface="Arvo"/>
                <a:cs typeface="Arvo"/>
                <a:sym typeface="Arvo"/>
              </a:defRPr>
            </a:lvl6pPr>
            <a:lvl7pPr lvl="6" algn="ctr">
              <a:spcBef>
                <a:spcPts val="0"/>
              </a:spcBef>
              <a:spcAft>
                <a:spcPts val="0"/>
              </a:spcAft>
              <a:buSzPts val="800"/>
              <a:buFont typeface="Arvo"/>
              <a:buNone/>
              <a:defRPr sz="800">
                <a:latin typeface="Arvo"/>
                <a:ea typeface="Arvo"/>
                <a:cs typeface="Arvo"/>
                <a:sym typeface="Arvo"/>
              </a:defRPr>
            </a:lvl7pPr>
            <a:lvl8pPr lvl="7" algn="ctr">
              <a:spcBef>
                <a:spcPts val="0"/>
              </a:spcBef>
              <a:spcAft>
                <a:spcPts val="0"/>
              </a:spcAft>
              <a:buSzPts val="800"/>
              <a:buFont typeface="Arvo"/>
              <a:buNone/>
              <a:defRPr sz="800">
                <a:latin typeface="Arvo"/>
                <a:ea typeface="Arvo"/>
                <a:cs typeface="Arvo"/>
                <a:sym typeface="Arvo"/>
              </a:defRPr>
            </a:lvl8pPr>
            <a:lvl9pPr lvl="8" algn="ctr">
              <a:spcBef>
                <a:spcPts val="0"/>
              </a:spcBef>
              <a:spcAft>
                <a:spcPts val="0"/>
              </a:spcAft>
              <a:buSzPts val="800"/>
              <a:buFont typeface="Arvo"/>
              <a:buNone/>
              <a:defRPr sz="800">
                <a:latin typeface="Arvo"/>
                <a:ea typeface="Arvo"/>
                <a:cs typeface="Arvo"/>
                <a:sym typeface="Arvo"/>
              </a:defRPr>
            </a:lvl9pPr>
          </a:lstStyle>
          <a:p/>
        </p:txBody>
      </p:sp>
      <p:sp>
        <p:nvSpPr>
          <p:cNvPr id="10816" name="Google Shape;10816;p179"/>
          <p:cNvSpPr txBox="1"/>
          <p:nvPr>
            <p:ph idx="34" type="subTitle"/>
          </p:nvPr>
        </p:nvSpPr>
        <p:spPr>
          <a:xfrm>
            <a:off x="5337575" y="4331637"/>
            <a:ext cx="4319400" cy="390000"/>
          </a:xfrm>
          <a:prstGeom prst="rect">
            <a:avLst/>
          </a:prstGeom>
          <a:noFill/>
          <a:ln>
            <a:noFill/>
          </a:ln>
        </p:spPr>
        <p:txBody>
          <a:bodyPr anchorCtr="0" anchor="ctr" bIns="18000" lIns="18000" spcFirstLastPara="1" rIns="18000" wrap="square" tIns="18000">
            <a:noAutofit/>
          </a:bodyPr>
          <a:lstStyle>
            <a:lvl1pPr lvl="0" algn="ctr">
              <a:spcBef>
                <a:spcPts val="0"/>
              </a:spcBef>
              <a:spcAft>
                <a:spcPts val="0"/>
              </a:spcAft>
              <a:buSzPts val="900"/>
              <a:buFont typeface="Arvo"/>
              <a:buNone/>
              <a:defRPr sz="900">
                <a:latin typeface="Arvo"/>
                <a:ea typeface="Arvo"/>
                <a:cs typeface="Arvo"/>
                <a:sym typeface="Arvo"/>
              </a:defRPr>
            </a:lvl1pPr>
            <a:lvl2pPr lvl="1" algn="ctr">
              <a:spcBef>
                <a:spcPts val="200"/>
              </a:spcBef>
              <a:spcAft>
                <a:spcPts val="0"/>
              </a:spcAft>
              <a:buSzPts val="1400"/>
              <a:buNone/>
              <a:defRPr/>
            </a:lvl2pPr>
            <a:lvl3pPr lvl="2" algn="ctr">
              <a:spcBef>
                <a:spcPts val="0"/>
              </a:spcBef>
              <a:spcAft>
                <a:spcPts val="0"/>
              </a:spcAft>
              <a:buSzPts val="1400"/>
              <a:buNone/>
              <a:defRPr/>
            </a:lvl3pPr>
            <a:lvl4pPr lvl="3" algn="ctr">
              <a:spcBef>
                <a:spcPts val="0"/>
              </a:spcBef>
              <a:spcAft>
                <a:spcPts val="0"/>
              </a:spcAft>
              <a:buSzPts val="1400"/>
              <a:buNone/>
              <a:defRPr/>
            </a:lvl4pPr>
            <a:lvl5pPr lvl="4" algn="ctr">
              <a:spcBef>
                <a:spcPts val="0"/>
              </a:spcBef>
              <a:spcAft>
                <a:spcPts val="0"/>
              </a:spcAft>
              <a:buSzPts val="1400"/>
              <a:buNone/>
              <a:defRPr/>
            </a:lvl5pPr>
            <a:lvl6pPr lvl="5" algn="ctr">
              <a:spcBef>
                <a:spcPts val="0"/>
              </a:spcBef>
              <a:spcAft>
                <a:spcPts val="0"/>
              </a:spcAft>
              <a:buSzPts val="1400"/>
              <a:buNone/>
              <a:defRPr/>
            </a:lvl6pPr>
            <a:lvl7pPr lvl="6" algn="ctr">
              <a:spcBef>
                <a:spcPts val="0"/>
              </a:spcBef>
              <a:spcAft>
                <a:spcPts val="0"/>
              </a:spcAft>
              <a:buSzPts val="1400"/>
              <a:buNone/>
              <a:defRPr/>
            </a:lvl7pPr>
            <a:lvl8pPr lvl="7" algn="ctr">
              <a:spcBef>
                <a:spcPts val="0"/>
              </a:spcBef>
              <a:spcAft>
                <a:spcPts val="0"/>
              </a:spcAft>
              <a:buSzPts val="1400"/>
              <a:buNone/>
              <a:defRPr/>
            </a:lvl8pPr>
            <a:lvl9pPr lvl="8" algn="ctr">
              <a:spcBef>
                <a:spcPts val="0"/>
              </a:spcBef>
              <a:spcAft>
                <a:spcPts val="0"/>
              </a:spcAft>
              <a:buSzPts val="1400"/>
              <a:buNone/>
              <a:defRPr/>
            </a:lvl9pPr>
          </a:lstStyle>
          <a:p/>
        </p:txBody>
      </p:sp>
      <p:sp>
        <p:nvSpPr>
          <p:cNvPr id="10817" name="Google Shape;10817;p179"/>
          <p:cNvSpPr txBox="1"/>
          <p:nvPr>
            <p:ph idx="35" type="subTitle"/>
          </p:nvPr>
        </p:nvSpPr>
        <p:spPr>
          <a:xfrm>
            <a:off x="5337575" y="5888594"/>
            <a:ext cx="4319400" cy="390000"/>
          </a:xfrm>
          <a:prstGeom prst="rect">
            <a:avLst/>
          </a:prstGeom>
          <a:noFill/>
          <a:ln>
            <a:noFill/>
          </a:ln>
        </p:spPr>
        <p:txBody>
          <a:bodyPr anchorCtr="0" anchor="ctr" bIns="18000" lIns="18000" spcFirstLastPara="1" rIns="18000" wrap="square" tIns="18000">
            <a:noAutofit/>
          </a:bodyPr>
          <a:lstStyle>
            <a:lvl1pPr lvl="0" algn="ctr">
              <a:spcBef>
                <a:spcPts val="0"/>
              </a:spcBef>
              <a:spcAft>
                <a:spcPts val="0"/>
              </a:spcAft>
              <a:buSzPts val="900"/>
              <a:buFont typeface="Arvo"/>
              <a:buNone/>
              <a:defRPr sz="900">
                <a:latin typeface="Arvo"/>
                <a:ea typeface="Arvo"/>
                <a:cs typeface="Arvo"/>
                <a:sym typeface="Arvo"/>
              </a:defRPr>
            </a:lvl1pPr>
            <a:lvl2pPr lvl="1" algn="ctr">
              <a:spcBef>
                <a:spcPts val="200"/>
              </a:spcBef>
              <a:spcAft>
                <a:spcPts val="0"/>
              </a:spcAft>
              <a:buSzPts val="1400"/>
              <a:buFont typeface="Arvo"/>
              <a:buNone/>
              <a:defRPr>
                <a:latin typeface="Arvo"/>
                <a:ea typeface="Arvo"/>
                <a:cs typeface="Arvo"/>
                <a:sym typeface="Arvo"/>
              </a:defRPr>
            </a:lvl2pPr>
            <a:lvl3pPr lvl="2" algn="ctr">
              <a:spcBef>
                <a:spcPts val="0"/>
              </a:spcBef>
              <a:spcAft>
                <a:spcPts val="0"/>
              </a:spcAft>
              <a:buSzPts val="1400"/>
              <a:buFont typeface="Arvo"/>
              <a:buNone/>
              <a:defRPr>
                <a:latin typeface="Arvo"/>
                <a:ea typeface="Arvo"/>
                <a:cs typeface="Arvo"/>
                <a:sym typeface="Arvo"/>
              </a:defRPr>
            </a:lvl3pPr>
            <a:lvl4pPr lvl="3" algn="ctr">
              <a:spcBef>
                <a:spcPts val="0"/>
              </a:spcBef>
              <a:spcAft>
                <a:spcPts val="0"/>
              </a:spcAft>
              <a:buSzPts val="1400"/>
              <a:buFont typeface="Arvo"/>
              <a:buNone/>
              <a:defRPr>
                <a:latin typeface="Arvo"/>
                <a:ea typeface="Arvo"/>
                <a:cs typeface="Arvo"/>
                <a:sym typeface="Arvo"/>
              </a:defRPr>
            </a:lvl4pPr>
            <a:lvl5pPr lvl="4" algn="ctr">
              <a:spcBef>
                <a:spcPts val="0"/>
              </a:spcBef>
              <a:spcAft>
                <a:spcPts val="0"/>
              </a:spcAft>
              <a:buSzPts val="1400"/>
              <a:buFont typeface="Arvo"/>
              <a:buNone/>
              <a:defRPr>
                <a:latin typeface="Arvo"/>
                <a:ea typeface="Arvo"/>
                <a:cs typeface="Arvo"/>
                <a:sym typeface="Arvo"/>
              </a:defRPr>
            </a:lvl5pPr>
            <a:lvl6pPr lvl="5" algn="ctr">
              <a:spcBef>
                <a:spcPts val="0"/>
              </a:spcBef>
              <a:spcAft>
                <a:spcPts val="0"/>
              </a:spcAft>
              <a:buSzPts val="1400"/>
              <a:buFont typeface="Arvo"/>
              <a:buNone/>
              <a:defRPr>
                <a:latin typeface="Arvo"/>
                <a:ea typeface="Arvo"/>
                <a:cs typeface="Arvo"/>
                <a:sym typeface="Arvo"/>
              </a:defRPr>
            </a:lvl6pPr>
            <a:lvl7pPr lvl="6" algn="ctr">
              <a:spcBef>
                <a:spcPts val="0"/>
              </a:spcBef>
              <a:spcAft>
                <a:spcPts val="0"/>
              </a:spcAft>
              <a:buSzPts val="1400"/>
              <a:buFont typeface="Arvo"/>
              <a:buNone/>
              <a:defRPr>
                <a:latin typeface="Arvo"/>
                <a:ea typeface="Arvo"/>
                <a:cs typeface="Arvo"/>
                <a:sym typeface="Arvo"/>
              </a:defRPr>
            </a:lvl7pPr>
            <a:lvl8pPr lvl="7" algn="ctr">
              <a:spcBef>
                <a:spcPts val="0"/>
              </a:spcBef>
              <a:spcAft>
                <a:spcPts val="0"/>
              </a:spcAft>
              <a:buSzPts val="1400"/>
              <a:buFont typeface="Arvo"/>
              <a:buNone/>
              <a:defRPr>
                <a:latin typeface="Arvo"/>
                <a:ea typeface="Arvo"/>
                <a:cs typeface="Arvo"/>
                <a:sym typeface="Arvo"/>
              </a:defRPr>
            </a:lvl8pPr>
            <a:lvl9pPr lvl="8" algn="ctr">
              <a:spcBef>
                <a:spcPts val="0"/>
              </a:spcBef>
              <a:spcAft>
                <a:spcPts val="0"/>
              </a:spcAft>
              <a:buSzPts val="1400"/>
              <a:buFont typeface="Arvo"/>
              <a:buNone/>
              <a:defRPr>
                <a:latin typeface="Arvo"/>
                <a:ea typeface="Arvo"/>
                <a:cs typeface="Arvo"/>
                <a:sym typeface="Arvo"/>
              </a:defRPr>
            </a:lvl9pPr>
          </a:lstStyle>
          <a:p/>
        </p:txBody>
      </p:sp>
      <p:sp>
        <p:nvSpPr>
          <p:cNvPr id="10818" name="Google Shape;10818;p179"/>
          <p:cNvSpPr txBox="1"/>
          <p:nvPr>
            <p:ph idx="36" type="subTitle"/>
          </p:nvPr>
        </p:nvSpPr>
        <p:spPr>
          <a:xfrm>
            <a:off x="5337575" y="2820825"/>
            <a:ext cx="4319400" cy="390000"/>
          </a:xfrm>
          <a:prstGeom prst="rect">
            <a:avLst/>
          </a:prstGeom>
          <a:noFill/>
          <a:ln>
            <a:noFill/>
          </a:ln>
        </p:spPr>
        <p:txBody>
          <a:bodyPr anchorCtr="0" anchor="ctr" bIns="18000" lIns="18000" spcFirstLastPara="1" rIns="18000" wrap="square" tIns="18000">
            <a:noAutofit/>
          </a:bodyPr>
          <a:lstStyle>
            <a:lvl1pPr lvl="0" algn="ctr">
              <a:spcBef>
                <a:spcPts val="0"/>
              </a:spcBef>
              <a:spcAft>
                <a:spcPts val="0"/>
              </a:spcAft>
              <a:buSzPts val="900"/>
              <a:buFont typeface="Arvo"/>
              <a:buNone/>
              <a:defRPr sz="900">
                <a:latin typeface="Arvo"/>
                <a:ea typeface="Arvo"/>
                <a:cs typeface="Arvo"/>
                <a:sym typeface="Arvo"/>
              </a:defRPr>
            </a:lvl1pPr>
            <a:lvl2pPr lvl="1" algn="ctr">
              <a:spcBef>
                <a:spcPts val="200"/>
              </a:spcBef>
              <a:spcAft>
                <a:spcPts val="0"/>
              </a:spcAft>
              <a:buSzPts val="1400"/>
              <a:buNone/>
              <a:defRPr/>
            </a:lvl2pPr>
            <a:lvl3pPr lvl="2" algn="ctr">
              <a:spcBef>
                <a:spcPts val="0"/>
              </a:spcBef>
              <a:spcAft>
                <a:spcPts val="0"/>
              </a:spcAft>
              <a:buSzPts val="1400"/>
              <a:buNone/>
              <a:defRPr/>
            </a:lvl3pPr>
            <a:lvl4pPr lvl="3" algn="ctr">
              <a:spcBef>
                <a:spcPts val="0"/>
              </a:spcBef>
              <a:spcAft>
                <a:spcPts val="0"/>
              </a:spcAft>
              <a:buSzPts val="1400"/>
              <a:buNone/>
              <a:defRPr/>
            </a:lvl4pPr>
            <a:lvl5pPr lvl="4" algn="ctr">
              <a:spcBef>
                <a:spcPts val="0"/>
              </a:spcBef>
              <a:spcAft>
                <a:spcPts val="0"/>
              </a:spcAft>
              <a:buSzPts val="1400"/>
              <a:buNone/>
              <a:defRPr/>
            </a:lvl5pPr>
            <a:lvl6pPr lvl="5" algn="ctr">
              <a:spcBef>
                <a:spcPts val="0"/>
              </a:spcBef>
              <a:spcAft>
                <a:spcPts val="0"/>
              </a:spcAft>
              <a:buSzPts val="1400"/>
              <a:buNone/>
              <a:defRPr/>
            </a:lvl6pPr>
            <a:lvl7pPr lvl="6" algn="ctr">
              <a:spcBef>
                <a:spcPts val="0"/>
              </a:spcBef>
              <a:spcAft>
                <a:spcPts val="0"/>
              </a:spcAft>
              <a:buSzPts val="1400"/>
              <a:buNone/>
              <a:defRPr/>
            </a:lvl7pPr>
            <a:lvl8pPr lvl="7" algn="ctr">
              <a:spcBef>
                <a:spcPts val="0"/>
              </a:spcBef>
              <a:spcAft>
                <a:spcPts val="0"/>
              </a:spcAft>
              <a:buSzPts val="1400"/>
              <a:buNone/>
              <a:defRPr/>
            </a:lvl8pPr>
            <a:lvl9pPr lvl="8" algn="ctr">
              <a:spcBef>
                <a:spcPts val="0"/>
              </a:spcBef>
              <a:spcAft>
                <a:spcPts val="0"/>
              </a:spcAft>
              <a:buSzPts val="1400"/>
              <a:buNone/>
              <a:defRPr/>
            </a:lvl9pPr>
          </a:lstStyle>
          <a:p/>
        </p:txBody>
      </p:sp>
      <p:sp>
        <p:nvSpPr>
          <p:cNvPr id="10819" name="Google Shape;10819;p179"/>
          <p:cNvSpPr txBox="1"/>
          <p:nvPr/>
        </p:nvSpPr>
        <p:spPr>
          <a:xfrm>
            <a:off x="2524025" y="387675"/>
            <a:ext cx="15012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Unid. Organizacional:</a:t>
            </a:r>
            <a:endParaRPr b="1" sz="1100"/>
          </a:p>
        </p:txBody>
      </p:sp>
      <p:sp>
        <p:nvSpPr>
          <p:cNvPr id="10820" name="Google Shape;10820;p179"/>
          <p:cNvSpPr txBox="1"/>
          <p:nvPr/>
        </p:nvSpPr>
        <p:spPr>
          <a:xfrm>
            <a:off x="2524020" y="579550"/>
            <a:ext cx="6846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Alcance:</a:t>
            </a:r>
            <a:endParaRPr b="1" sz="1100"/>
          </a:p>
        </p:txBody>
      </p:sp>
      <p:sp>
        <p:nvSpPr>
          <p:cNvPr id="10821" name="Google Shape;10821;p179"/>
          <p:cNvSpPr txBox="1"/>
          <p:nvPr>
            <p:ph type="title"/>
          </p:nvPr>
        </p:nvSpPr>
        <p:spPr>
          <a:xfrm flipH="1">
            <a:off x="4025374" y="387675"/>
            <a:ext cx="5863200" cy="1692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000"/>
              <a:buNone/>
              <a:defRPr sz="1000">
                <a:solidFill>
                  <a:srgbClr val="000000"/>
                </a:solidFill>
              </a:defRPr>
            </a:lvl1pPr>
            <a:lvl2pPr lvl="1">
              <a:spcBef>
                <a:spcPts val="0"/>
              </a:spcBef>
              <a:spcAft>
                <a:spcPts val="0"/>
              </a:spcAft>
              <a:buClr>
                <a:srgbClr val="000000"/>
              </a:buClr>
              <a:buSzPts val="1000"/>
              <a:buNone/>
              <a:defRPr sz="1000">
                <a:solidFill>
                  <a:srgbClr val="000000"/>
                </a:solidFill>
              </a:defRPr>
            </a:lvl2pPr>
            <a:lvl3pPr lvl="2">
              <a:spcBef>
                <a:spcPts val="0"/>
              </a:spcBef>
              <a:spcAft>
                <a:spcPts val="0"/>
              </a:spcAft>
              <a:buClr>
                <a:srgbClr val="000000"/>
              </a:buClr>
              <a:buSzPts val="1000"/>
              <a:buNone/>
              <a:defRPr sz="1000">
                <a:solidFill>
                  <a:srgbClr val="000000"/>
                </a:solidFill>
              </a:defRPr>
            </a:lvl3pPr>
            <a:lvl4pPr lvl="3">
              <a:spcBef>
                <a:spcPts val="0"/>
              </a:spcBef>
              <a:spcAft>
                <a:spcPts val="0"/>
              </a:spcAft>
              <a:buClr>
                <a:srgbClr val="000000"/>
              </a:buClr>
              <a:buSzPts val="1000"/>
              <a:buNone/>
              <a:defRPr sz="1000">
                <a:solidFill>
                  <a:srgbClr val="000000"/>
                </a:solidFill>
              </a:defRPr>
            </a:lvl4pPr>
            <a:lvl5pPr lvl="4">
              <a:spcBef>
                <a:spcPts val="0"/>
              </a:spcBef>
              <a:spcAft>
                <a:spcPts val="0"/>
              </a:spcAft>
              <a:buClr>
                <a:srgbClr val="000000"/>
              </a:buClr>
              <a:buSzPts val="1000"/>
              <a:buNone/>
              <a:defRPr sz="1000">
                <a:solidFill>
                  <a:srgbClr val="000000"/>
                </a:solidFill>
              </a:defRPr>
            </a:lvl5pPr>
            <a:lvl6pPr lvl="5">
              <a:spcBef>
                <a:spcPts val="0"/>
              </a:spcBef>
              <a:spcAft>
                <a:spcPts val="0"/>
              </a:spcAft>
              <a:buClr>
                <a:srgbClr val="000000"/>
              </a:buClr>
              <a:buSzPts val="1000"/>
              <a:buNone/>
              <a:defRPr sz="1000">
                <a:solidFill>
                  <a:srgbClr val="000000"/>
                </a:solidFill>
              </a:defRPr>
            </a:lvl6pPr>
            <a:lvl7pPr lvl="6">
              <a:spcBef>
                <a:spcPts val="0"/>
              </a:spcBef>
              <a:spcAft>
                <a:spcPts val="0"/>
              </a:spcAft>
              <a:buClr>
                <a:srgbClr val="000000"/>
              </a:buClr>
              <a:buSzPts val="1000"/>
              <a:buNone/>
              <a:defRPr sz="1000">
                <a:solidFill>
                  <a:srgbClr val="000000"/>
                </a:solidFill>
              </a:defRPr>
            </a:lvl7pPr>
            <a:lvl8pPr lvl="7">
              <a:spcBef>
                <a:spcPts val="0"/>
              </a:spcBef>
              <a:spcAft>
                <a:spcPts val="0"/>
              </a:spcAft>
              <a:buClr>
                <a:srgbClr val="000000"/>
              </a:buClr>
              <a:buSzPts val="1000"/>
              <a:buNone/>
              <a:defRPr sz="1000">
                <a:solidFill>
                  <a:srgbClr val="000000"/>
                </a:solidFill>
              </a:defRPr>
            </a:lvl8pPr>
            <a:lvl9pPr lvl="8">
              <a:spcBef>
                <a:spcPts val="0"/>
              </a:spcBef>
              <a:spcAft>
                <a:spcPts val="0"/>
              </a:spcAft>
              <a:buClr>
                <a:srgbClr val="000000"/>
              </a:buClr>
              <a:buSzPts val="1000"/>
              <a:buNone/>
              <a:defRPr sz="1000">
                <a:solidFill>
                  <a:srgbClr val="000000"/>
                </a:solidFill>
              </a:defRPr>
            </a:lvl9pPr>
          </a:lstStyle>
          <a:p/>
        </p:txBody>
      </p:sp>
      <p:sp>
        <p:nvSpPr>
          <p:cNvPr id="10822" name="Google Shape;10822;p179"/>
          <p:cNvSpPr txBox="1"/>
          <p:nvPr>
            <p:ph idx="37" type="title"/>
          </p:nvPr>
        </p:nvSpPr>
        <p:spPr>
          <a:xfrm flipH="1">
            <a:off x="3208773" y="579550"/>
            <a:ext cx="6679800" cy="1692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000"/>
              <a:buNone/>
              <a:defRPr sz="1000">
                <a:solidFill>
                  <a:srgbClr val="000000"/>
                </a:solidFill>
              </a:defRPr>
            </a:lvl1pPr>
            <a:lvl2pPr lvl="1">
              <a:spcBef>
                <a:spcPts val="0"/>
              </a:spcBef>
              <a:spcAft>
                <a:spcPts val="0"/>
              </a:spcAft>
              <a:buClr>
                <a:srgbClr val="000000"/>
              </a:buClr>
              <a:buSzPts val="1000"/>
              <a:buNone/>
              <a:defRPr sz="1000">
                <a:solidFill>
                  <a:srgbClr val="000000"/>
                </a:solidFill>
              </a:defRPr>
            </a:lvl2pPr>
            <a:lvl3pPr lvl="2">
              <a:spcBef>
                <a:spcPts val="0"/>
              </a:spcBef>
              <a:spcAft>
                <a:spcPts val="0"/>
              </a:spcAft>
              <a:buClr>
                <a:srgbClr val="000000"/>
              </a:buClr>
              <a:buSzPts val="1000"/>
              <a:buNone/>
              <a:defRPr sz="1000">
                <a:solidFill>
                  <a:srgbClr val="000000"/>
                </a:solidFill>
              </a:defRPr>
            </a:lvl3pPr>
            <a:lvl4pPr lvl="3">
              <a:spcBef>
                <a:spcPts val="0"/>
              </a:spcBef>
              <a:spcAft>
                <a:spcPts val="0"/>
              </a:spcAft>
              <a:buClr>
                <a:srgbClr val="000000"/>
              </a:buClr>
              <a:buSzPts val="1000"/>
              <a:buNone/>
              <a:defRPr sz="1000">
                <a:solidFill>
                  <a:srgbClr val="000000"/>
                </a:solidFill>
              </a:defRPr>
            </a:lvl4pPr>
            <a:lvl5pPr lvl="4">
              <a:spcBef>
                <a:spcPts val="0"/>
              </a:spcBef>
              <a:spcAft>
                <a:spcPts val="0"/>
              </a:spcAft>
              <a:buClr>
                <a:srgbClr val="000000"/>
              </a:buClr>
              <a:buSzPts val="1000"/>
              <a:buNone/>
              <a:defRPr sz="1000">
                <a:solidFill>
                  <a:srgbClr val="000000"/>
                </a:solidFill>
              </a:defRPr>
            </a:lvl5pPr>
            <a:lvl6pPr lvl="5">
              <a:spcBef>
                <a:spcPts val="0"/>
              </a:spcBef>
              <a:spcAft>
                <a:spcPts val="0"/>
              </a:spcAft>
              <a:buClr>
                <a:srgbClr val="000000"/>
              </a:buClr>
              <a:buSzPts val="1000"/>
              <a:buNone/>
              <a:defRPr sz="1000">
                <a:solidFill>
                  <a:srgbClr val="000000"/>
                </a:solidFill>
              </a:defRPr>
            </a:lvl6pPr>
            <a:lvl7pPr lvl="6">
              <a:spcBef>
                <a:spcPts val="0"/>
              </a:spcBef>
              <a:spcAft>
                <a:spcPts val="0"/>
              </a:spcAft>
              <a:buClr>
                <a:srgbClr val="000000"/>
              </a:buClr>
              <a:buSzPts val="1000"/>
              <a:buNone/>
              <a:defRPr sz="1000">
                <a:solidFill>
                  <a:srgbClr val="000000"/>
                </a:solidFill>
              </a:defRPr>
            </a:lvl7pPr>
            <a:lvl8pPr lvl="7">
              <a:spcBef>
                <a:spcPts val="0"/>
              </a:spcBef>
              <a:spcAft>
                <a:spcPts val="0"/>
              </a:spcAft>
              <a:buClr>
                <a:srgbClr val="000000"/>
              </a:buClr>
              <a:buSzPts val="1000"/>
              <a:buNone/>
              <a:defRPr sz="1000">
                <a:solidFill>
                  <a:srgbClr val="000000"/>
                </a:solidFill>
              </a:defRPr>
            </a:lvl8pPr>
            <a:lvl9pPr lvl="8">
              <a:spcBef>
                <a:spcPts val="0"/>
              </a:spcBef>
              <a:spcAft>
                <a:spcPts val="0"/>
              </a:spcAft>
              <a:buClr>
                <a:srgbClr val="000000"/>
              </a:buClr>
              <a:buSzPts val="1000"/>
              <a:buNone/>
              <a:defRPr sz="1000">
                <a:solidFill>
                  <a:srgbClr val="000000"/>
                </a:solidFill>
              </a:defRPr>
            </a:lvl9pPr>
          </a:lstStyle>
          <a:p/>
        </p:txBody>
      </p:sp>
      <p:sp>
        <p:nvSpPr>
          <p:cNvPr id="10823" name="Google Shape;10823;p179"/>
          <p:cNvSpPr txBox="1"/>
          <p:nvPr>
            <p:ph idx="38" type="body"/>
          </p:nvPr>
        </p:nvSpPr>
        <p:spPr>
          <a:xfrm>
            <a:off x="641150" y="612125"/>
            <a:ext cx="1770300" cy="160500"/>
          </a:xfrm>
          <a:prstGeom prst="rect">
            <a:avLst/>
          </a:prstGeom>
          <a:noFill/>
          <a:ln>
            <a:noFill/>
          </a:ln>
        </p:spPr>
        <p:txBody>
          <a:bodyPr anchorCtr="0" anchor="t" bIns="0" lIns="0" spcFirstLastPara="1" rIns="0" wrap="square" tIns="0">
            <a:noAutofit/>
          </a:bodyPr>
          <a:lstStyle>
            <a:lvl1pPr indent="-292100" lvl="0" marL="457200" algn="ctr">
              <a:spcBef>
                <a:spcPts val="0"/>
              </a:spcBef>
              <a:spcAft>
                <a:spcPts val="0"/>
              </a:spcAft>
              <a:buClr>
                <a:srgbClr val="FFFFFF"/>
              </a:buClr>
              <a:buSzPts val="1000"/>
              <a:buChar char="●"/>
              <a:defRPr sz="1000">
                <a:solidFill>
                  <a:srgbClr val="FFFFFF"/>
                </a:solidFill>
              </a:defRPr>
            </a:lvl1pPr>
            <a:lvl2pPr indent="-292100" lvl="1" marL="914400" algn="ctr">
              <a:spcBef>
                <a:spcPts val="0"/>
              </a:spcBef>
              <a:spcAft>
                <a:spcPts val="0"/>
              </a:spcAft>
              <a:buClr>
                <a:srgbClr val="FFFFFF"/>
              </a:buClr>
              <a:buSzPts val="1000"/>
              <a:buChar char="○"/>
              <a:defRPr sz="1000">
                <a:solidFill>
                  <a:srgbClr val="FFFFFF"/>
                </a:solidFill>
              </a:defRPr>
            </a:lvl2pPr>
            <a:lvl3pPr indent="-292100" lvl="2" marL="1371600" algn="ctr">
              <a:spcBef>
                <a:spcPts val="0"/>
              </a:spcBef>
              <a:spcAft>
                <a:spcPts val="0"/>
              </a:spcAft>
              <a:buClr>
                <a:srgbClr val="FFFFFF"/>
              </a:buClr>
              <a:buSzPts val="1000"/>
              <a:buChar char="■"/>
              <a:defRPr sz="1000">
                <a:solidFill>
                  <a:srgbClr val="FFFFFF"/>
                </a:solidFill>
              </a:defRPr>
            </a:lvl3pPr>
            <a:lvl4pPr indent="-292100" lvl="3" marL="1828800" algn="ctr">
              <a:spcBef>
                <a:spcPts val="0"/>
              </a:spcBef>
              <a:spcAft>
                <a:spcPts val="0"/>
              </a:spcAft>
              <a:buClr>
                <a:srgbClr val="FFFFFF"/>
              </a:buClr>
              <a:buSzPts val="1000"/>
              <a:buChar char="●"/>
              <a:defRPr sz="1000">
                <a:solidFill>
                  <a:srgbClr val="FFFFFF"/>
                </a:solidFill>
              </a:defRPr>
            </a:lvl4pPr>
            <a:lvl5pPr indent="-292100" lvl="4" marL="2286000" algn="ctr">
              <a:spcBef>
                <a:spcPts val="0"/>
              </a:spcBef>
              <a:spcAft>
                <a:spcPts val="0"/>
              </a:spcAft>
              <a:buClr>
                <a:srgbClr val="FFFFFF"/>
              </a:buClr>
              <a:buSzPts val="1000"/>
              <a:buChar char="○"/>
              <a:defRPr sz="1000">
                <a:solidFill>
                  <a:srgbClr val="FFFFFF"/>
                </a:solidFill>
              </a:defRPr>
            </a:lvl5pPr>
            <a:lvl6pPr indent="-292100" lvl="5" marL="2743200" algn="ctr">
              <a:spcBef>
                <a:spcPts val="0"/>
              </a:spcBef>
              <a:spcAft>
                <a:spcPts val="0"/>
              </a:spcAft>
              <a:buClr>
                <a:srgbClr val="FFFFFF"/>
              </a:buClr>
              <a:buSzPts val="1000"/>
              <a:buChar char="■"/>
              <a:defRPr sz="1000">
                <a:solidFill>
                  <a:srgbClr val="FFFFFF"/>
                </a:solidFill>
              </a:defRPr>
            </a:lvl6pPr>
            <a:lvl7pPr indent="-292100" lvl="6" marL="3200400" algn="ctr">
              <a:spcBef>
                <a:spcPts val="0"/>
              </a:spcBef>
              <a:spcAft>
                <a:spcPts val="0"/>
              </a:spcAft>
              <a:buClr>
                <a:srgbClr val="FFFFFF"/>
              </a:buClr>
              <a:buSzPts val="1000"/>
              <a:buChar char="●"/>
              <a:defRPr sz="1000">
                <a:solidFill>
                  <a:srgbClr val="FFFFFF"/>
                </a:solidFill>
              </a:defRPr>
            </a:lvl7pPr>
            <a:lvl8pPr indent="-292100" lvl="7" marL="3657600" algn="ctr">
              <a:spcBef>
                <a:spcPts val="0"/>
              </a:spcBef>
              <a:spcAft>
                <a:spcPts val="0"/>
              </a:spcAft>
              <a:buClr>
                <a:srgbClr val="FFFFFF"/>
              </a:buClr>
              <a:buSzPts val="1000"/>
              <a:buChar char="○"/>
              <a:defRPr sz="1000">
                <a:solidFill>
                  <a:srgbClr val="FFFFFF"/>
                </a:solidFill>
              </a:defRPr>
            </a:lvl8pPr>
            <a:lvl9pPr indent="-292100" lvl="8" marL="4114800" algn="ctr">
              <a:spcBef>
                <a:spcPts val="0"/>
              </a:spcBef>
              <a:spcAft>
                <a:spcPts val="0"/>
              </a:spcAft>
              <a:buClr>
                <a:srgbClr val="FFFFFF"/>
              </a:buClr>
              <a:buSzPts val="1000"/>
              <a:buChar char="■"/>
              <a:defRPr sz="1000">
                <a:solidFill>
                  <a:srgbClr val="FFFFFF"/>
                </a:solidFill>
              </a:defRPr>
            </a:lvl9pPr>
          </a:lstStyle>
          <a:p/>
        </p:txBody>
      </p:sp>
      <p:sp>
        <p:nvSpPr>
          <p:cNvPr id="10824" name="Google Shape;10824;p179"/>
          <p:cNvSpPr txBox="1"/>
          <p:nvPr/>
        </p:nvSpPr>
        <p:spPr>
          <a:xfrm>
            <a:off x="84825" y="598125"/>
            <a:ext cx="595500" cy="205800"/>
          </a:xfrm>
          <a:prstGeom prst="rect">
            <a:avLst/>
          </a:prstGeom>
          <a:noFill/>
          <a:ln>
            <a:noFill/>
          </a:ln>
        </p:spPr>
        <p:txBody>
          <a:bodyPr anchorCtr="0" anchor="t" bIns="18000" lIns="18000" spcFirstLastPara="1" rIns="18000" wrap="square" tIns="18000">
            <a:spAutoFit/>
          </a:bodyPr>
          <a:lstStyle/>
          <a:p>
            <a:pPr indent="0" lvl="0" marL="0" rtl="0" algn="l">
              <a:spcBef>
                <a:spcPts val="0"/>
              </a:spcBef>
              <a:spcAft>
                <a:spcPts val="0"/>
              </a:spcAft>
              <a:buNone/>
            </a:pPr>
            <a:r>
              <a:rPr lang="es-419" sz="1100">
                <a:solidFill>
                  <a:srgbClr val="FFFFFF"/>
                </a:solidFill>
              </a:rPr>
              <a:t>Nombre:</a:t>
            </a:r>
            <a:endParaRPr sz="1100">
              <a:solidFill>
                <a:srgbClr val="FFFFFF"/>
              </a:solidFill>
            </a:endParaRPr>
          </a:p>
        </p:txBody>
      </p:sp>
    </p:spTree>
  </p:cSld>
  <p:clrMapOvr>
    <a:masterClrMapping/>
  </p:clrMapOvr>
</p:sldLayout>
</file>

<file path=ppt/slideLayouts/slideLayout17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4 Problemas a Resolver">
  <p:cSld name="TITLE_3_6_1_1_1_1">
    <p:spTree>
      <p:nvGrpSpPr>
        <p:cNvPr id="10825" name="Shape 10825"/>
        <p:cNvGrpSpPr/>
        <p:nvPr/>
      </p:nvGrpSpPr>
      <p:grpSpPr>
        <a:xfrm>
          <a:off x="0" y="0"/>
          <a:ext cx="0" cy="0"/>
          <a:chOff x="0" y="0"/>
          <a:chExt cx="0" cy="0"/>
        </a:xfrm>
      </p:grpSpPr>
      <p:sp>
        <p:nvSpPr>
          <p:cNvPr id="10826" name="Google Shape;10826;p180"/>
          <p:cNvSpPr/>
          <p:nvPr/>
        </p:nvSpPr>
        <p:spPr>
          <a:xfrm>
            <a:off x="97888" y="377012"/>
            <a:ext cx="9893400" cy="296700"/>
          </a:xfrm>
          <a:prstGeom prst="roundRect">
            <a:avLst>
              <a:gd fmla="val 22902" name="adj"/>
            </a:avLst>
          </a:prstGeom>
          <a:solidFill>
            <a:srgbClr val="F3F3F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10827" name="Google Shape;10827;p180"/>
          <p:cNvSpPr/>
          <p:nvPr/>
        </p:nvSpPr>
        <p:spPr>
          <a:xfrm>
            <a:off x="77688" y="358938"/>
            <a:ext cx="9935700" cy="6438000"/>
          </a:xfrm>
          <a:prstGeom prst="roundRect">
            <a:avLst>
              <a:gd fmla="val 2618" name="adj"/>
            </a:avLst>
          </a:prstGeom>
          <a:solidFill>
            <a:srgbClr val="FFFFFF"/>
          </a:solidFill>
          <a:ln cap="flat" cmpd="sng" w="38100">
            <a:solidFill>
              <a:srgbClr val="000000"/>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828" name="Google Shape;10828;p180"/>
          <p:cNvCxnSpPr/>
          <p:nvPr/>
        </p:nvCxnSpPr>
        <p:spPr>
          <a:xfrm>
            <a:off x="77688" y="772614"/>
            <a:ext cx="9935700" cy="0"/>
          </a:xfrm>
          <a:prstGeom prst="straightConnector1">
            <a:avLst/>
          </a:prstGeom>
          <a:noFill/>
          <a:ln cap="flat" cmpd="sng" w="19050">
            <a:solidFill>
              <a:srgbClr val="000000"/>
            </a:solidFill>
            <a:prstDash val="solid"/>
            <a:round/>
            <a:headEnd len="med" w="med" type="none"/>
            <a:tailEnd len="med" w="med" type="none"/>
          </a:ln>
        </p:spPr>
      </p:cxnSp>
      <p:cxnSp>
        <p:nvCxnSpPr>
          <p:cNvPr id="10829" name="Google Shape;10829;p180"/>
          <p:cNvCxnSpPr/>
          <p:nvPr/>
        </p:nvCxnSpPr>
        <p:spPr>
          <a:xfrm rot="10800000">
            <a:off x="2439038" y="368188"/>
            <a:ext cx="0" cy="402300"/>
          </a:xfrm>
          <a:prstGeom prst="straightConnector1">
            <a:avLst/>
          </a:prstGeom>
          <a:noFill/>
          <a:ln cap="flat" cmpd="sng" w="19050">
            <a:solidFill>
              <a:srgbClr val="000000"/>
            </a:solidFill>
            <a:prstDash val="solid"/>
            <a:round/>
            <a:headEnd len="med" w="med" type="none"/>
            <a:tailEnd len="med" w="med" type="none"/>
          </a:ln>
        </p:spPr>
      </p:cxnSp>
      <p:sp>
        <p:nvSpPr>
          <p:cNvPr id="10830" name="Google Shape;10830;p180"/>
          <p:cNvSpPr/>
          <p:nvPr/>
        </p:nvSpPr>
        <p:spPr>
          <a:xfrm>
            <a:off x="77688" y="349338"/>
            <a:ext cx="2361300" cy="421200"/>
          </a:xfrm>
          <a:prstGeom prst="roundRect">
            <a:avLst>
              <a:gd fmla="val 50000" name="adj"/>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s-419" sz="1200">
                <a:solidFill>
                  <a:srgbClr val="FFFFFF"/>
                </a:solidFill>
              </a:rPr>
              <a:t>Problemas a Resolver</a:t>
            </a:r>
            <a:endParaRPr b="1" sz="1200">
              <a:solidFill>
                <a:srgbClr val="FFFFFF"/>
              </a:solidFill>
            </a:endParaRPr>
          </a:p>
          <a:p>
            <a:pPr indent="0" lvl="0" marL="0" rtl="0" algn="ctr">
              <a:spcBef>
                <a:spcPts val="0"/>
              </a:spcBef>
              <a:spcAft>
                <a:spcPts val="0"/>
              </a:spcAft>
              <a:buNone/>
            </a:pPr>
            <a:r>
              <a:t/>
            </a:r>
            <a:endParaRPr b="1" sz="1200">
              <a:solidFill>
                <a:srgbClr val="FFFFFF"/>
              </a:solidFill>
            </a:endParaRPr>
          </a:p>
        </p:txBody>
      </p:sp>
      <p:sp>
        <p:nvSpPr>
          <p:cNvPr id="10831" name="Google Shape;10831;p180"/>
          <p:cNvSpPr/>
          <p:nvPr/>
        </p:nvSpPr>
        <p:spPr>
          <a:xfrm>
            <a:off x="83988" y="595504"/>
            <a:ext cx="190200" cy="1692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2" name="Google Shape;10832;p180"/>
          <p:cNvSpPr/>
          <p:nvPr/>
        </p:nvSpPr>
        <p:spPr>
          <a:xfrm>
            <a:off x="2292338" y="358938"/>
            <a:ext cx="146700" cy="4023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33" name="Google Shape;10833;p180"/>
          <p:cNvGrpSpPr/>
          <p:nvPr/>
        </p:nvGrpSpPr>
        <p:grpSpPr>
          <a:xfrm>
            <a:off x="276364" y="879032"/>
            <a:ext cx="9529364" cy="605153"/>
            <a:chOff x="276364" y="879032"/>
            <a:chExt cx="9529364" cy="605153"/>
          </a:xfrm>
        </p:grpSpPr>
        <p:sp>
          <p:nvSpPr>
            <p:cNvPr id="10834" name="Google Shape;10834;p180"/>
            <p:cNvSpPr/>
            <p:nvPr/>
          </p:nvSpPr>
          <p:spPr>
            <a:xfrm>
              <a:off x="2657880" y="879032"/>
              <a:ext cx="3546300" cy="266400"/>
            </a:xfrm>
            <a:prstGeom prst="roundRect">
              <a:avLst>
                <a:gd fmla="val 16667" name="adj"/>
              </a:avLst>
            </a:prstGeom>
            <a:solidFill>
              <a:srgbClr val="F9CB9C"/>
            </a:solidFill>
            <a:ln>
              <a:noFill/>
            </a:ln>
            <a:effectLst>
              <a:outerShdw blurRad="57150" rotWithShape="0" algn="bl" dir="5400000" dist="19050">
                <a:srgbClr val="000000">
                  <a:alpha val="49800"/>
                </a:srgbClr>
              </a:outerShdw>
            </a:effectLst>
          </p:spPr>
          <p:txBody>
            <a:bodyPr anchorCtr="0" anchor="ctr" bIns="36000" lIns="0" spcFirstLastPara="1" rIns="0" wrap="square" tIns="36000">
              <a:noAutofit/>
            </a:bodyPr>
            <a:lstStyle/>
            <a:p>
              <a:pPr indent="0" lvl="0" marL="0" marR="0" rtl="0" algn="ctr">
                <a:lnSpc>
                  <a:spcPct val="100000"/>
                </a:lnSpc>
                <a:spcBef>
                  <a:spcPts val="0"/>
                </a:spcBef>
                <a:spcAft>
                  <a:spcPts val="0"/>
                </a:spcAft>
                <a:buClr>
                  <a:srgbClr val="000000"/>
                </a:buClr>
                <a:buSzPts val="1100"/>
                <a:buFont typeface="Arial"/>
                <a:buNone/>
              </a:pPr>
              <a:r>
                <a:rPr b="1" lang="es-419" sz="1200">
                  <a:latin typeface="Arvo"/>
                  <a:ea typeface="Arvo"/>
                  <a:cs typeface="Arvo"/>
                  <a:sym typeface="Arvo"/>
                </a:rPr>
                <a:t>Situación</a:t>
              </a:r>
              <a:endParaRPr b="1" i="0" sz="1200" u="none" cap="none" strike="noStrike">
                <a:solidFill>
                  <a:srgbClr val="000000"/>
                </a:solidFill>
                <a:latin typeface="Arvo"/>
                <a:ea typeface="Arvo"/>
                <a:cs typeface="Arvo"/>
                <a:sym typeface="Arvo"/>
              </a:endParaRPr>
            </a:p>
          </p:txBody>
        </p:sp>
        <p:sp>
          <p:nvSpPr>
            <p:cNvPr id="10835" name="Google Shape;10835;p180"/>
            <p:cNvSpPr/>
            <p:nvPr/>
          </p:nvSpPr>
          <p:spPr>
            <a:xfrm>
              <a:off x="2657914" y="1209498"/>
              <a:ext cx="1731600" cy="265800"/>
            </a:xfrm>
            <a:prstGeom prst="roundRect">
              <a:avLst>
                <a:gd fmla="val 16667" name="adj"/>
              </a:avLst>
            </a:prstGeom>
            <a:solidFill>
              <a:srgbClr val="D9EAD3"/>
            </a:solidFill>
            <a:ln>
              <a:noFill/>
            </a:ln>
            <a:effectLst>
              <a:outerShdw blurRad="57150" rotWithShape="0" algn="bl" dir="5400000" dist="19050">
                <a:srgbClr val="000000">
                  <a:alpha val="49800"/>
                </a:srgbClr>
              </a:outerShdw>
            </a:effectLst>
          </p:spPr>
          <p:txBody>
            <a:bodyPr anchorCtr="0" anchor="ctr" bIns="36000" lIns="0" spcFirstLastPara="1" rIns="0" wrap="square" tIns="36000">
              <a:noAutofit/>
            </a:bodyPr>
            <a:lstStyle/>
            <a:p>
              <a:pPr indent="0" lvl="0" marL="0" marR="0" rtl="0" algn="ctr">
                <a:lnSpc>
                  <a:spcPct val="100000"/>
                </a:lnSpc>
                <a:spcBef>
                  <a:spcPts val="0"/>
                </a:spcBef>
                <a:spcAft>
                  <a:spcPts val="0"/>
                </a:spcAft>
                <a:buClr>
                  <a:srgbClr val="000000"/>
                </a:buClr>
                <a:buSzPts val="1100"/>
                <a:buFont typeface="Arial"/>
                <a:buNone/>
              </a:pPr>
              <a:r>
                <a:rPr b="1" lang="es-419" sz="1200">
                  <a:latin typeface="Arvo"/>
                  <a:ea typeface="Arvo"/>
                  <a:cs typeface="Arvo"/>
                  <a:sym typeface="Arvo"/>
                </a:rPr>
                <a:t>Aceptable</a:t>
              </a:r>
              <a:endParaRPr b="1" i="0" sz="1200" u="none" cap="none" strike="noStrike">
                <a:solidFill>
                  <a:srgbClr val="000000"/>
                </a:solidFill>
                <a:latin typeface="Arvo"/>
                <a:ea typeface="Arvo"/>
                <a:cs typeface="Arvo"/>
                <a:sym typeface="Arvo"/>
              </a:endParaRPr>
            </a:p>
          </p:txBody>
        </p:sp>
        <p:sp>
          <p:nvSpPr>
            <p:cNvPr id="10836" name="Google Shape;10836;p180"/>
            <p:cNvSpPr/>
            <p:nvPr/>
          </p:nvSpPr>
          <p:spPr>
            <a:xfrm>
              <a:off x="6273346" y="887785"/>
              <a:ext cx="1731600" cy="596400"/>
            </a:xfrm>
            <a:prstGeom prst="roundRect">
              <a:avLst>
                <a:gd fmla="val 16667" name="adj"/>
              </a:avLst>
            </a:prstGeom>
            <a:solidFill>
              <a:srgbClr val="EAD1DC"/>
            </a:solidFill>
            <a:ln>
              <a:noFill/>
            </a:ln>
            <a:effectLst>
              <a:outerShdw blurRad="57150" rotWithShape="0" algn="bl" dir="5400000" dist="19050">
                <a:srgbClr val="000000">
                  <a:alpha val="49800"/>
                </a:srgbClr>
              </a:outerShdw>
            </a:effectLst>
          </p:spPr>
          <p:txBody>
            <a:bodyPr anchorCtr="0" anchor="ctr" bIns="36000" lIns="0" spcFirstLastPara="1" rIns="0" wrap="square" tIns="36000">
              <a:noAutofit/>
            </a:bodyPr>
            <a:lstStyle/>
            <a:p>
              <a:pPr indent="0" lvl="0" marL="0" marR="0" rtl="0" algn="ctr">
                <a:lnSpc>
                  <a:spcPct val="100000"/>
                </a:lnSpc>
                <a:spcBef>
                  <a:spcPts val="0"/>
                </a:spcBef>
                <a:spcAft>
                  <a:spcPts val="0"/>
                </a:spcAft>
                <a:buClr>
                  <a:srgbClr val="000000"/>
                </a:buClr>
                <a:buSzPts val="1100"/>
                <a:buFont typeface="Arial"/>
                <a:buNone/>
              </a:pPr>
              <a:r>
                <a:rPr b="1" lang="es-419" sz="1200">
                  <a:latin typeface="Arvo"/>
                  <a:ea typeface="Arvo"/>
                  <a:cs typeface="Arvo"/>
                  <a:sym typeface="Arvo"/>
                </a:rPr>
                <a:t>Problema</a:t>
              </a:r>
              <a:endParaRPr b="1" i="0" sz="1200" u="none" cap="none" strike="noStrike">
                <a:solidFill>
                  <a:srgbClr val="000000"/>
                </a:solidFill>
                <a:latin typeface="Arvo"/>
                <a:ea typeface="Arvo"/>
                <a:cs typeface="Arvo"/>
                <a:sym typeface="Arvo"/>
              </a:endParaRPr>
            </a:p>
          </p:txBody>
        </p:sp>
        <p:sp>
          <p:nvSpPr>
            <p:cNvPr id="10837" name="Google Shape;10837;p180"/>
            <p:cNvSpPr/>
            <p:nvPr/>
          </p:nvSpPr>
          <p:spPr>
            <a:xfrm>
              <a:off x="4472538" y="1209498"/>
              <a:ext cx="1731600" cy="265800"/>
            </a:xfrm>
            <a:prstGeom prst="roundRect">
              <a:avLst>
                <a:gd fmla="val 16667" name="adj"/>
              </a:avLst>
            </a:prstGeom>
            <a:solidFill>
              <a:srgbClr val="F4CCCC"/>
            </a:solidFill>
            <a:ln>
              <a:noFill/>
            </a:ln>
            <a:effectLst>
              <a:outerShdw blurRad="57150" rotWithShape="0" algn="bl" dir="5400000" dist="19050">
                <a:srgbClr val="000000">
                  <a:alpha val="49800"/>
                </a:srgbClr>
              </a:outerShdw>
            </a:effectLst>
          </p:spPr>
          <p:txBody>
            <a:bodyPr anchorCtr="0" anchor="ctr" bIns="36000" lIns="0" spcFirstLastPara="1" rIns="0" wrap="square" tIns="36000">
              <a:noAutofit/>
            </a:bodyPr>
            <a:lstStyle/>
            <a:p>
              <a:pPr indent="0" lvl="0" marL="0" marR="0" rtl="0" algn="ctr">
                <a:lnSpc>
                  <a:spcPct val="100000"/>
                </a:lnSpc>
                <a:spcBef>
                  <a:spcPts val="0"/>
                </a:spcBef>
                <a:spcAft>
                  <a:spcPts val="0"/>
                </a:spcAft>
                <a:buClr>
                  <a:srgbClr val="000000"/>
                </a:buClr>
                <a:buSzPts val="1100"/>
                <a:buFont typeface="Arial"/>
                <a:buNone/>
              </a:pPr>
              <a:r>
                <a:rPr b="1" lang="es-419" sz="1200">
                  <a:latin typeface="Arvo"/>
                  <a:ea typeface="Arvo"/>
                  <a:cs typeface="Arvo"/>
                  <a:sym typeface="Arvo"/>
                </a:rPr>
                <a:t>Actual</a:t>
              </a:r>
              <a:endParaRPr b="1" i="0" sz="1200" u="none" cap="none" strike="noStrike">
                <a:solidFill>
                  <a:srgbClr val="000000"/>
                </a:solidFill>
                <a:latin typeface="Arvo"/>
                <a:ea typeface="Arvo"/>
                <a:cs typeface="Arvo"/>
                <a:sym typeface="Arvo"/>
              </a:endParaRPr>
            </a:p>
          </p:txBody>
        </p:sp>
        <p:sp>
          <p:nvSpPr>
            <p:cNvPr id="10838" name="Google Shape;10838;p180"/>
            <p:cNvSpPr/>
            <p:nvPr/>
          </p:nvSpPr>
          <p:spPr>
            <a:xfrm>
              <a:off x="843586" y="887785"/>
              <a:ext cx="1731300" cy="596400"/>
            </a:xfrm>
            <a:prstGeom prst="roundRect">
              <a:avLst>
                <a:gd fmla="val 16667" name="adj"/>
              </a:avLst>
            </a:prstGeom>
            <a:solidFill>
              <a:srgbClr val="FFF2CC"/>
            </a:solidFill>
            <a:ln>
              <a:noFill/>
            </a:ln>
            <a:effectLst>
              <a:outerShdw blurRad="57150" rotWithShape="0" algn="bl" dir="5400000" dist="19050">
                <a:srgbClr val="000000">
                  <a:alpha val="49800"/>
                </a:srgbClr>
              </a:outerShdw>
            </a:effectLst>
          </p:spPr>
          <p:txBody>
            <a:bodyPr anchorCtr="0" anchor="ctr" bIns="36000" lIns="0" spcFirstLastPara="1" rIns="0" wrap="square" tIns="36000">
              <a:noAutofit/>
            </a:bodyPr>
            <a:lstStyle/>
            <a:p>
              <a:pPr indent="0" lvl="0" marL="0" marR="0" rtl="0" algn="ctr">
                <a:lnSpc>
                  <a:spcPct val="100000"/>
                </a:lnSpc>
                <a:spcBef>
                  <a:spcPts val="0"/>
                </a:spcBef>
                <a:spcAft>
                  <a:spcPts val="0"/>
                </a:spcAft>
                <a:buClr>
                  <a:srgbClr val="000000"/>
                </a:buClr>
                <a:buSzPts val="1100"/>
                <a:buFont typeface="Arial"/>
                <a:buNone/>
              </a:pPr>
              <a:r>
                <a:rPr b="1" lang="es-419" sz="1200">
                  <a:latin typeface="Arvo"/>
                  <a:ea typeface="Arvo"/>
                  <a:cs typeface="Arvo"/>
                  <a:sym typeface="Arvo"/>
                </a:rPr>
                <a:t>Causa</a:t>
              </a:r>
              <a:endParaRPr b="1" sz="1200">
                <a:latin typeface="Arvo"/>
                <a:ea typeface="Arvo"/>
                <a:cs typeface="Arvo"/>
                <a:sym typeface="Arvo"/>
              </a:endParaRPr>
            </a:p>
          </p:txBody>
        </p:sp>
        <p:sp>
          <p:nvSpPr>
            <p:cNvPr id="10839" name="Google Shape;10839;p180"/>
            <p:cNvSpPr/>
            <p:nvPr/>
          </p:nvSpPr>
          <p:spPr>
            <a:xfrm>
              <a:off x="276364" y="887785"/>
              <a:ext cx="484200" cy="596400"/>
            </a:xfrm>
            <a:prstGeom prst="roundRect">
              <a:avLst>
                <a:gd fmla="val 16667" name="adj"/>
              </a:avLst>
            </a:prstGeom>
            <a:solidFill>
              <a:srgbClr val="F3F3F3"/>
            </a:solidFill>
            <a:ln>
              <a:noFill/>
            </a:ln>
            <a:effectLst>
              <a:outerShdw blurRad="57150" rotWithShape="0" algn="bl" dir="5400000" dist="19050">
                <a:srgbClr val="000000">
                  <a:alpha val="49800"/>
                </a:srgbClr>
              </a:outerShdw>
            </a:effectLst>
          </p:spPr>
          <p:txBody>
            <a:bodyPr anchorCtr="0" anchor="ctr" bIns="36000" lIns="0" spcFirstLastPara="1" rIns="0" wrap="square" tIns="36000">
              <a:noAutofit/>
            </a:bodyPr>
            <a:lstStyle/>
            <a:p>
              <a:pPr indent="0" lvl="0" marL="0" marR="0" rtl="0" algn="ctr">
                <a:lnSpc>
                  <a:spcPct val="100000"/>
                </a:lnSpc>
                <a:spcBef>
                  <a:spcPts val="0"/>
                </a:spcBef>
                <a:spcAft>
                  <a:spcPts val="0"/>
                </a:spcAft>
                <a:buClr>
                  <a:srgbClr val="000000"/>
                </a:buClr>
                <a:buSzPts val="1100"/>
                <a:buFont typeface="Arial"/>
                <a:buNone/>
              </a:pPr>
              <a:r>
                <a:rPr b="1" lang="es-419" sz="1200">
                  <a:latin typeface="Arvo"/>
                  <a:ea typeface="Arvo"/>
                  <a:cs typeface="Arvo"/>
                  <a:sym typeface="Arvo"/>
                </a:rPr>
                <a:t>#</a:t>
              </a:r>
              <a:endParaRPr b="1" i="0" sz="1200" u="none" cap="none" strike="noStrike">
                <a:solidFill>
                  <a:srgbClr val="000000"/>
                </a:solidFill>
                <a:latin typeface="Arvo"/>
                <a:ea typeface="Arvo"/>
                <a:cs typeface="Arvo"/>
                <a:sym typeface="Arvo"/>
              </a:endParaRPr>
            </a:p>
          </p:txBody>
        </p:sp>
        <p:sp>
          <p:nvSpPr>
            <p:cNvPr id="10840" name="Google Shape;10840;p180"/>
            <p:cNvSpPr/>
            <p:nvPr/>
          </p:nvSpPr>
          <p:spPr>
            <a:xfrm>
              <a:off x="8074128" y="887785"/>
              <a:ext cx="1731600" cy="596400"/>
            </a:xfrm>
            <a:prstGeom prst="roundRect">
              <a:avLst>
                <a:gd fmla="val 16667" name="adj"/>
              </a:avLst>
            </a:prstGeom>
            <a:solidFill>
              <a:srgbClr val="CFE2F3"/>
            </a:solidFill>
            <a:ln>
              <a:noFill/>
            </a:ln>
            <a:effectLst>
              <a:outerShdw blurRad="57150" rotWithShape="0" algn="bl" dir="5400000" dist="19050">
                <a:srgbClr val="000000">
                  <a:alpha val="49800"/>
                </a:srgbClr>
              </a:outerShdw>
            </a:effectLst>
          </p:spPr>
          <p:txBody>
            <a:bodyPr anchorCtr="0" anchor="ctr" bIns="36000" lIns="0" spcFirstLastPara="1" rIns="0" wrap="square" tIns="36000">
              <a:noAutofit/>
            </a:bodyPr>
            <a:lstStyle/>
            <a:p>
              <a:pPr indent="0" lvl="0" marL="0" marR="0" rtl="0" algn="ctr">
                <a:lnSpc>
                  <a:spcPct val="100000"/>
                </a:lnSpc>
                <a:spcBef>
                  <a:spcPts val="0"/>
                </a:spcBef>
                <a:spcAft>
                  <a:spcPts val="0"/>
                </a:spcAft>
                <a:buClr>
                  <a:srgbClr val="000000"/>
                </a:buClr>
                <a:buSzPts val="1100"/>
                <a:buFont typeface="Arial"/>
                <a:buNone/>
              </a:pPr>
              <a:r>
                <a:rPr b="1" lang="es-419" sz="1200">
                  <a:latin typeface="Arvo"/>
                  <a:ea typeface="Arvo"/>
                  <a:cs typeface="Arvo"/>
                  <a:sym typeface="Arvo"/>
                </a:rPr>
                <a:t>Efecto</a:t>
              </a:r>
              <a:endParaRPr b="1" sz="1200">
                <a:latin typeface="Arvo"/>
                <a:ea typeface="Arvo"/>
                <a:cs typeface="Arvo"/>
                <a:sym typeface="Arvo"/>
              </a:endParaRPr>
            </a:p>
          </p:txBody>
        </p:sp>
      </p:grpSp>
      <p:grpSp>
        <p:nvGrpSpPr>
          <p:cNvPr id="10841" name="Google Shape;10841;p180"/>
          <p:cNvGrpSpPr/>
          <p:nvPr/>
        </p:nvGrpSpPr>
        <p:grpSpPr>
          <a:xfrm>
            <a:off x="274200" y="1581909"/>
            <a:ext cx="9531600" cy="561583"/>
            <a:chOff x="274200" y="1663702"/>
            <a:chExt cx="9531600" cy="900550"/>
          </a:xfrm>
        </p:grpSpPr>
        <p:sp>
          <p:nvSpPr>
            <p:cNvPr id="10842" name="Google Shape;10842;p180"/>
            <p:cNvSpPr/>
            <p:nvPr/>
          </p:nvSpPr>
          <p:spPr>
            <a:xfrm>
              <a:off x="274200" y="1663702"/>
              <a:ext cx="9531600" cy="9000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600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t/>
              </a:r>
              <a:endParaRPr b="1" i="0" sz="1800" u="none" cap="none" strike="noStrike">
                <a:solidFill>
                  <a:srgbClr val="000000"/>
                </a:solidFill>
                <a:latin typeface="Roboto"/>
                <a:ea typeface="Roboto"/>
                <a:cs typeface="Roboto"/>
                <a:sym typeface="Roboto"/>
              </a:endParaRPr>
            </a:p>
          </p:txBody>
        </p:sp>
        <p:cxnSp>
          <p:nvCxnSpPr>
            <p:cNvPr id="10843" name="Google Shape;10843;p180"/>
            <p:cNvCxnSpPr/>
            <p:nvPr/>
          </p:nvCxnSpPr>
          <p:spPr>
            <a:xfrm>
              <a:off x="805925" y="1664552"/>
              <a:ext cx="0" cy="899700"/>
            </a:xfrm>
            <a:prstGeom prst="straightConnector1">
              <a:avLst/>
            </a:prstGeom>
            <a:noFill/>
            <a:ln cap="flat" cmpd="sng" w="28575">
              <a:solidFill>
                <a:srgbClr val="D9D9D9"/>
              </a:solidFill>
              <a:prstDash val="solid"/>
              <a:round/>
              <a:headEnd len="sm" w="sm" type="none"/>
              <a:tailEnd len="sm" w="sm" type="none"/>
            </a:ln>
          </p:spPr>
        </p:cxnSp>
        <p:cxnSp>
          <p:nvCxnSpPr>
            <p:cNvPr id="10844" name="Google Shape;10844;p180"/>
            <p:cNvCxnSpPr/>
            <p:nvPr/>
          </p:nvCxnSpPr>
          <p:spPr>
            <a:xfrm>
              <a:off x="2607089" y="1664552"/>
              <a:ext cx="0" cy="899700"/>
            </a:xfrm>
            <a:prstGeom prst="straightConnector1">
              <a:avLst/>
            </a:prstGeom>
            <a:noFill/>
            <a:ln cap="flat" cmpd="sng" w="28575">
              <a:solidFill>
                <a:srgbClr val="D9D9D9"/>
              </a:solidFill>
              <a:prstDash val="solid"/>
              <a:round/>
              <a:headEnd len="sm" w="sm" type="none"/>
              <a:tailEnd len="sm" w="sm" type="none"/>
            </a:ln>
          </p:spPr>
        </p:cxnSp>
        <p:cxnSp>
          <p:nvCxnSpPr>
            <p:cNvPr id="10845" name="Google Shape;10845;p180"/>
            <p:cNvCxnSpPr/>
            <p:nvPr/>
          </p:nvCxnSpPr>
          <p:spPr>
            <a:xfrm>
              <a:off x="4429180" y="1664552"/>
              <a:ext cx="0" cy="899700"/>
            </a:xfrm>
            <a:prstGeom prst="straightConnector1">
              <a:avLst/>
            </a:prstGeom>
            <a:noFill/>
            <a:ln cap="flat" cmpd="sng" w="28575">
              <a:solidFill>
                <a:srgbClr val="B7B7B7"/>
              </a:solidFill>
              <a:prstDash val="solid"/>
              <a:round/>
              <a:headEnd len="sm" w="sm" type="none"/>
              <a:tailEnd len="sm" w="sm" type="none"/>
            </a:ln>
          </p:spPr>
        </p:cxnSp>
        <p:cxnSp>
          <p:nvCxnSpPr>
            <p:cNvPr id="10846" name="Google Shape;10846;p180"/>
            <p:cNvCxnSpPr/>
            <p:nvPr/>
          </p:nvCxnSpPr>
          <p:spPr>
            <a:xfrm>
              <a:off x="6237052" y="1664552"/>
              <a:ext cx="0" cy="899700"/>
            </a:xfrm>
            <a:prstGeom prst="straightConnector1">
              <a:avLst/>
            </a:prstGeom>
            <a:noFill/>
            <a:ln cap="flat" cmpd="sng" w="28575">
              <a:solidFill>
                <a:srgbClr val="D9D9D9"/>
              </a:solidFill>
              <a:prstDash val="solid"/>
              <a:round/>
              <a:headEnd len="sm" w="sm" type="none"/>
              <a:tailEnd len="sm" w="sm" type="none"/>
            </a:ln>
          </p:spPr>
        </p:cxnSp>
        <p:cxnSp>
          <p:nvCxnSpPr>
            <p:cNvPr id="10847" name="Google Shape;10847;p180"/>
            <p:cNvCxnSpPr/>
            <p:nvPr/>
          </p:nvCxnSpPr>
          <p:spPr>
            <a:xfrm>
              <a:off x="8031107" y="1664552"/>
              <a:ext cx="0" cy="899700"/>
            </a:xfrm>
            <a:prstGeom prst="straightConnector1">
              <a:avLst/>
            </a:prstGeom>
            <a:noFill/>
            <a:ln cap="flat" cmpd="sng" w="28575">
              <a:solidFill>
                <a:srgbClr val="D9D9D9"/>
              </a:solidFill>
              <a:prstDash val="solid"/>
              <a:round/>
              <a:headEnd len="sm" w="sm" type="none"/>
              <a:tailEnd len="sm" w="sm" type="none"/>
            </a:ln>
          </p:spPr>
        </p:cxnSp>
        <p:sp>
          <p:nvSpPr>
            <p:cNvPr id="10848" name="Google Shape;10848;p180"/>
            <p:cNvSpPr/>
            <p:nvPr/>
          </p:nvSpPr>
          <p:spPr>
            <a:xfrm>
              <a:off x="2627447" y="1670375"/>
              <a:ext cx="1782000" cy="893400"/>
            </a:xfrm>
            <a:prstGeom prst="rect">
              <a:avLst/>
            </a:prstGeom>
            <a:solidFill>
              <a:srgbClr val="D9EAD3"/>
            </a:solidFill>
            <a:ln cap="flat" cmpd="sng" w="9525">
              <a:solidFill>
                <a:srgbClr val="D9EA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9" name="Google Shape;10849;p180"/>
            <p:cNvSpPr/>
            <p:nvPr/>
          </p:nvSpPr>
          <p:spPr>
            <a:xfrm>
              <a:off x="4450520" y="1670375"/>
              <a:ext cx="1764000" cy="893400"/>
            </a:xfrm>
            <a:prstGeom prst="rect">
              <a:avLst/>
            </a:prstGeom>
            <a:solidFill>
              <a:srgbClr val="F4CCCC"/>
            </a:solidFill>
            <a:ln cap="flat" cmpd="sng" w="9525">
              <a:solidFill>
                <a:srgbClr val="F4CCC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50" name="Google Shape;10850;p180"/>
          <p:cNvGrpSpPr/>
          <p:nvPr/>
        </p:nvGrpSpPr>
        <p:grpSpPr>
          <a:xfrm>
            <a:off x="274200" y="2878041"/>
            <a:ext cx="9531600" cy="561583"/>
            <a:chOff x="274200" y="1663702"/>
            <a:chExt cx="9531600" cy="900550"/>
          </a:xfrm>
        </p:grpSpPr>
        <p:sp>
          <p:nvSpPr>
            <p:cNvPr id="10851" name="Google Shape;10851;p180"/>
            <p:cNvSpPr/>
            <p:nvPr/>
          </p:nvSpPr>
          <p:spPr>
            <a:xfrm>
              <a:off x="274200" y="1663702"/>
              <a:ext cx="9531600" cy="9000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600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t/>
              </a:r>
              <a:endParaRPr b="1" i="0" sz="1800" u="none" cap="none" strike="noStrike">
                <a:solidFill>
                  <a:srgbClr val="000000"/>
                </a:solidFill>
                <a:latin typeface="Roboto"/>
                <a:ea typeface="Roboto"/>
                <a:cs typeface="Roboto"/>
                <a:sym typeface="Roboto"/>
              </a:endParaRPr>
            </a:p>
          </p:txBody>
        </p:sp>
        <p:cxnSp>
          <p:nvCxnSpPr>
            <p:cNvPr id="10852" name="Google Shape;10852;p180"/>
            <p:cNvCxnSpPr/>
            <p:nvPr/>
          </p:nvCxnSpPr>
          <p:spPr>
            <a:xfrm>
              <a:off x="805925" y="1664552"/>
              <a:ext cx="0" cy="899700"/>
            </a:xfrm>
            <a:prstGeom prst="straightConnector1">
              <a:avLst/>
            </a:prstGeom>
            <a:noFill/>
            <a:ln cap="flat" cmpd="sng" w="28575">
              <a:solidFill>
                <a:srgbClr val="D9D9D9"/>
              </a:solidFill>
              <a:prstDash val="solid"/>
              <a:round/>
              <a:headEnd len="sm" w="sm" type="none"/>
              <a:tailEnd len="sm" w="sm" type="none"/>
            </a:ln>
          </p:spPr>
        </p:cxnSp>
        <p:cxnSp>
          <p:nvCxnSpPr>
            <p:cNvPr id="10853" name="Google Shape;10853;p180"/>
            <p:cNvCxnSpPr/>
            <p:nvPr/>
          </p:nvCxnSpPr>
          <p:spPr>
            <a:xfrm>
              <a:off x="2607089" y="1664552"/>
              <a:ext cx="0" cy="899700"/>
            </a:xfrm>
            <a:prstGeom prst="straightConnector1">
              <a:avLst/>
            </a:prstGeom>
            <a:noFill/>
            <a:ln cap="flat" cmpd="sng" w="28575">
              <a:solidFill>
                <a:srgbClr val="D9D9D9"/>
              </a:solidFill>
              <a:prstDash val="solid"/>
              <a:round/>
              <a:headEnd len="sm" w="sm" type="none"/>
              <a:tailEnd len="sm" w="sm" type="none"/>
            </a:ln>
          </p:spPr>
        </p:cxnSp>
        <p:cxnSp>
          <p:nvCxnSpPr>
            <p:cNvPr id="10854" name="Google Shape;10854;p180"/>
            <p:cNvCxnSpPr/>
            <p:nvPr/>
          </p:nvCxnSpPr>
          <p:spPr>
            <a:xfrm>
              <a:off x="4429180" y="1664552"/>
              <a:ext cx="0" cy="899700"/>
            </a:xfrm>
            <a:prstGeom prst="straightConnector1">
              <a:avLst/>
            </a:prstGeom>
            <a:noFill/>
            <a:ln cap="flat" cmpd="sng" w="28575">
              <a:solidFill>
                <a:srgbClr val="B7B7B7"/>
              </a:solidFill>
              <a:prstDash val="solid"/>
              <a:round/>
              <a:headEnd len="sm" w="sm" type="none"/>
              <a:tailEnd len="sm" w="sm" type="none"/>
            </a:ln>
          </p:spPr>
        </p:cxnSp>
        <p:cxnSp>
          <p:nvCxnSpPr>
            <p:cNvPr id="10855" name="Google Shape;10855;p180"/>
            <p:cNvCxnSpPr/>
            <p:nvPr/>
          </p:nvCxnSpPr>
          <p:spPr>
            <a:xfrm>
              <a:off x="6237052" y="1664552"/>
              <a:ext cx="0" cy="899700"/>
            </a:xfrm>
            <a:prstGeom prst="straightConnector1">
              <a:avLst/>
            </a:prstGeom>
            <a:noFill/>
            <a:ln cap="flat" cmpd="sng" w="28575">
              <a:solidFill>
                <a:srgbClr val="D9D9D9"/>
              </a:solidFill>
              <a:prstDash val="solid"/>
              <a:round/>
              <a:headEnd len="sm" w="sm" type="none"/>
              <a:tailEnd len="sm" w="sm" type="none"/>
            </a:ln>
          </p:spPr>
        </p:cxnSp>
        <p:cxnSp>
          <p:nvCxnSpPr>
            <p:cNvPr id="10856" name="Google Shape;10856;p180"/>
            <p:cNvCxnSpPr/>
            <p:nvPr/>
          </p:nvCxnSpPr>
          <p:spPr>
            <a:xfrm>
              <a:off x="8031107" y="1664552"/>
              <a:ext cx="0" cy="899700"/>
            </a:xfrm>
            <a:prstGeom prst="straightConnector1">
              <a:avLst/>
            </a:prstGeom>
            <a:noFill/>
            <a:ln cap="flat" cmpd="sng" w="28575">
              <a:solidFill>
                <a:srgbClr val="D9D9D9"/>
              </a:solidFill>
              <a:prstDash val="solid"/>
              <a:round/>
              <a:headEnd len="sm" w="sm" type="none"/>
              <a:tailEnd len="sm" w="sm" type="none"/>
            </a:ln>
          </p:spPr>
        </p:cxnSp>
        <p:sp>
          <p:nvSpPr>
            <p:cNvPr id="10857" name="Google Shape;10857;p180"/>
            <p:cNvSpPr/>
            <p:nvPr/>
          </p:nvSpPr>
          <p:spPr>
            <a:xfrm>
              <a:off x="2627447" y="1670375"/>
              <a:ext cx="1782000" cy="893400"/>
            </a:xfrm>
            <a:prstGeom prst="rect">
              <a:avLst/>
            </a:prstGeom>
            <a:solidFill>
              <a:srgbClr val="D9EAD3"/>
            </a:solidFill>
            <a:ln cap="flat" cmpd="sng" w="9525">
              <a:solidFill>
                <a:srgbClr val="D9EA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8" name="Google Shape;10858;p180"/>
            <p:cNvSpPr/>
            <p:nvPr/>
          </p:nvSpPr>
          <p:spPr>
            <a:xfrm>
              <a:off x="4450520" y="1670375"/>
              <a:ext cx="1764000" cy="893400"/>
            </a:xfrm>
            <a:prstGeom prst="rect">
              <a:avLst/>
            </a:prstGeom>
            <a:solidFill>
              <a:srgbClr val="F4CCCC"/>
            </a:solidFill>
            <a:ln cap="flat" cmpd="sng" w="9525">
              <a:solidFill>
                <a:srgbClr val="F4CCC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59" name="Google Shape;10859;p180"/>
          <p:cNvGrpSpPr/>
          <p:nvPr/>
        </p:nvGrpSpPr>
        <p:grpSpPr>
          <a:xfrm>
            <a:off x="274200" y="3526110"/>
            <a:ext cx="9531600" cy="561583"/>
            <a:chOff x="274200" y="1663702"/>
            <a:chExt cx="9531600" cy="900550"/>
          </a:xfrm>
        </p:grpSpPr>
        <p:sp>
          <p:nvSpPr>
            <p:cNvPr id="10860" name="Google Shape;10860;p180"/>
            <p:cNvSpPr/>
            <p:nvPr/>
          </p:nvSpPr>
          <p:spPr>
            <a:xfrm>
              <a:off x="274200" y="1663702"/>
              <a:ext cx="9531600" cy="9000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600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t/>
              </a:r>
              <a:endParaRPr b="1" i="0" sz="1800" u="none" cap="none" strike="noStrike">
                <a:solidFill>
                  <a:srgbClr val="000000"/>
                </a:solidFill>
                <a:latin typeface="Roboto"/>
                <a:ea typeface="Roboto"/>
                <a:cs typeface="Roboto"/>
                <a:sym typeface="Roboto"/>
              </a:endParaRPr>
            </a:p>
          </p:txBody>
        </p:sp>
        <p:cxnSp>
          <p:nvCxnSpPr>
            <p:cNvPr id="10861" name="Google Shape;10861;p180"/>
            <p:cNvCxnSpPr/>
            <p:nvPr/>
          </p:nvCxnSpPr>
          <p:spPr>
            <a:xfrm>
              <a:off x="805925" y="1664552"/>
              <a:ext cx="0" cy="899700"/>
            </a:xfrm>
            <a:prstGeom prst="straightConnector1">
              <a:avLst/>
            </a:prstGeom>
            <a:noFill/>
            <a:ln cap="flat" cmpd="sng" w="28575">
              <a:solidFill>
                <a:srgbClr val="D9D9D9"/>
              </a:solidFill>
              <a:prstDash val="solid"/>
              <a:round/>
              <a:headEnd len="sm" w="sm" type="none"/>
              <a:tailEnd len="sm" w="sm" type="none"/>
            </a:ln>
          </p:spPr>
        </p:cxnSp>
        <p:cxnSp>
          <p:nvCxnSpPr>
            <p:cNvPr id="10862" name="Google Shape;10862;p180"/>
            <p:cNvCxnSpPr/>
            <p:nvPr/>
          </p:nvCxnSpPr>
          <p:spPr>
            <a:xfrm>
              <a:off x="2607089" y="1664552"/>
              <a:ext cx="0" cy="899700"/>
            </a:xfrm>
            <a:prstGeom prst="straightConnector1">
              <a:avLst/>
            </a:prstGeom>
            <a:noFill/>
            <a:ln cap="flat" cmpd="sng" w="28575">
              <a:solidFill>
                <a:srgbClr val="D9D9D9"/>
              </a:solidFill>
              <a:prstDash val="solid"/>
              <a:round/>
              <a:headEnd len="sm" w="sm" type="none"/>
              <a:tailEnd len="sm" w="sm" type="none"/>
            </a:ln>
          </p:spPr>
        </p:cxnSp>
        <p:cxnSp>
          <p:nvCxnSpPr>
            <p:cNvPr id="10863" name="Google Shape;10863;p180"/>
            <p:cNvCxnSpPr/>
            <p:nvPr/>
          </p:nvCxnSpPr>
          <p:spPr>
            <a:xfrm>
              <a:off x="4429180" y="1664552"/>
              <a:ext cx="0" cy="899700"/>
            </a:xfrm>
            <a:prstGeom prst="straightConnector1">
              <a:avLst/>
            </a:prstGeom>
            <a:noFill/>
            <a:ln cap="flat" cmpd="sng" w="28575">
              <a:solidFill>
                <a:srgbClr val="B7B7B7"/>
              </a:solidFill>
              <a:prstDash val="solid"/>
              <a:round/>
              <a:headEnd len="sm" w="sm" type="none"/>
              <a:tailEnd len="sm" w="sm" type="none"/>
            </a:ln>
          </p:spPr>
        </p:cxnSp>
        <p:cxnSp>
          <p:nvCxnSpPr>
            <p:cNvPr id="10864" name="Google Shape;10864;p180"/>
            <p:cNvCxnSpPr/>
            <p:nvPr/>
          </p:nvCxnSpPr>
          <p:spPr>
            <a:xfrm>
              <a:off x="6237052" y="1664552"/>
              <a:ext cx="0" cy="899700"/>
            </a:xfrm>
            <a:prstGeom prst="straightConnector1">
              <a:avLst/>
            </a:prstGeom>
            <a:noFill/>
            <a:ln cap="flat" cmpd="sng" w="28575">
              <a:solidFill>
                <a:srgbClr val="D9D9D9"/>
              </a:solidFill>
              <a:prstDash val="solid"/>
              <a:round/>
              <a:headEnd len="sm" w="sm" type="none"/>
              <a:tailEnd len="sm" w="sm" type="none"/>
            </a:ln>
          </p:spPr>
        </p:cxnSp>
        <p:cxnSp>
          <p:nvCxnSpPr>
            <p:cNvPr id="10865" name="Google Shape;10865;p180"/>
            <p:cNvCxnSpPr/>
            <p:nvPr/>
          </p:nvCxnSpPr>
          <p:spPr>
            <a:xfrm>
              <a:off x="8031107" y="1664552"/>
              <a:ext cx="0" cy="899700"/>
            </a:xfrm>
            <a:prstGeom prst="straightConnector1">
              <a:avLst/>
            </a:prstGeom>
            <a:noFill/>
            <a:ln cap="flat" cmpd="sng" w="28575">
              <a:solidFill>
                <a:srgbClr val="D9D9D9"/>
              </a:solidFill>
              <a:prstDash val="solid"/>
              <a:round/>
              <a:headEnd len="sm" w="sm" type="none"/>
              <a:tailEnd len="sm" w="sm" type="none"/>
            </a:ln>
          </p:spPr>
        </p:cxnSp>
        <p:sp>
          <p:nvSpPr>
            <p:cNvPr id="10866" name="Google Shape;10866;p180"/>
            <p:cNvSpPr/>
            <p:nvPr/>
          </p:nvSpPr>
          <p:spPr>
            <a:xfrm>
              <a:off x="2627447" y="1670375"/>
              <a:ext cx="1782000" cy="893400"/>
            </a:xfrm>
            <a:prstGeom prst="rect">
              <a:avLst/>
            </a:prstGeom>
            <a:solidFill>
              <a:srgbClr val="D9EAD3"/>
            </a:solidFill>
            <a:ln cap="flat" cmpd="sng" w="9525">
              <a:solidFill>
                <a:srgbClr val="D9EA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7" name="Google Shape;10867;p180"/>
            <p:cNvSpPr/>
            <p:nvPr/>
          </p:nvSpPr>
          <p:spPr>
            <a:xfrm>
              <a:off x="4450520" y="1670375"/>
              <a:ext cx="1764000" cy="893400"/>
            </a:xfrm>
            <a:prstGeom prst="rect">
              <a:avLst/>
            </a:prstGeom>
            <a:solidFill>
              <a:srgbClr val="F4CCCC"/>
            </a:solidFill>
            <a:ln cap="flat" cmpd="sng" w="9525">
              <a:solidFill>
                <a:srgbClr val="F4CCC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68" name="Google Shape;10868;p180"/>
          <p:cNvGrpSpPr/>
          <p:nvPr/>
        </p:nvGrpSpPr>
        <p:grpSpPr>
          <a:xfrm>
            <a:off x="274200" y="4174179"/>
            <a:ext cx="9531600" cy="561583"/>
            <a:chOff x="274200" y="1663702"/>
            <a:chExt cx="9531600" cy="900550"/>
          </a:xfrm>
        </p:grpSpPr>
        <p:sp>
          <p:nvSpPr>
            <p:cNvPr id="10869" name="Google Shape;10869;p180"/>
            <p:cNvSpPr/>
            <p:nvPr/>
          </p:nvSpPr>
          <p:spPr>
            <a:xfrm>
              <a:off x="274200" y="1663702"/>
              <a:ext cx="9531600" cy="9000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600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t/>
              </a:r>
              <a:endParaRPr b="1" i="0" sz="1800" u="none" cap="none" strike="noStrike">
                <a:solidFill>
                  <a:srgbClr val="000000"/>
                </a:solidFill>
                <a:latin typeface="Roboto"/>
                <a:ea typeface="Roboto"/>
                <a:cs typeface="Roboto"/>
                <a:sym typeface="Roboto"/>
              </a:endParaRPr>
            </a:p>
          </p:txBody>
        </p:sp>
        <p:cxnSp>
          <p:nvCxnSpPr>
            <p:cNvPr id="10870" name="Google Shape;10870;p180"/>
            <p:cNvCxnSpPr/>
            <p:nvPr/>
          </p:nvCxnSpPr>
          <p:spPr>
            <a:xfrm>
              <a:off x="805925" y="1664552"/>
              <a:ext cx="0" cy="899700"/>
            </a:xfrm>
            <a:prstGeom prst="straightConnector1">
              <a:avLst/>
            </a:prstGeom>
            <a:noFill/>
            <a:ln cap="flat" cmpd="sng" w="28575">
              <a:solidFill>
                <a:srgbClr val="D9D9D9"/>
              </a:solidFill>
              <a:prstDash val="solid"/>
              <a:round/>
              <a:headEnd len="sm" w="sm" type="none"/>
              <a:tailEnd len="sm" w="sm" type="none"/>
            </a:ln>
          </p:spPr>
        </p:cxnSp>
        <p:cxnSp>
          <p:nvCxnSpPr>
            <p:cNvPr id="10871" name="Google Shape;10871;p180"/>
            <p:cNvCxnSpPr/>
            <p:nvPr/>
          </p:nvCxnSpPr>
          <p:spPr>
            <a:xfrm>
              <a:off x="2607089" y="1664552"/>
              <a:ext cx="0" cy="899700"/>
            </a:xfrm>
            <a:prstGeom prst="straightConnector1">
              <a:avLst/>
            </a:prstGeom>
            <a:noFill/>
            <a:ln cap="flat" cmpd="sng" w="28575">
              <a:solidFill>
                <a:srgbClr val="D9D9D9"/>
              </a:solidFill>
              <a:prstDash val="solid"/>
              <a:round/>
              <a:headEnd len="sm" w="sm" type="none"/>
              <a:tailEnd len="sm" w="sm" type="none"/>
            </a:ln>
          </p:spPr>
        </p:cxnSp>
        <p:cxnSp>
          <p:nvCxnSpPr>
            <p:cNvPr id="10872" name="Google Shape;10872;p180"/>
            <p:cNvCxnSpPr/>
            <p:nvPr/>
          </p:nvCxnSpPr>
          <p:spPr>
            <a:xfrm>
              <a:off x="4429180" y="1664552"/>
              <a:ext cx="0" cy="899700"/>
            </a:xfrm>
            <a:prstGeom prst="straightConnector1">
              <a:avLst/>
            </a:prstGeom>
            <a:noFill/>
            <a:ln cap="flat" cmpd="sng" w="28575">
              <a:solidFill>
                <a:srgbClr val="B7B7B7"/>
              </a:solidFill>
              <a:prstDash val="solid"/>
              <a:round/>
              <a:headEnd len="sm" w="sm" type="none"/>
              <a:tailEnd len="sm" w="sm" type="none"/>
            </a:ln>
          </p:spPr>
        </p:cxnSp>
        <p:cxnSp>
          <p:nvCxnSpPr>
            <p:cNvPr id="10873" name="Google Shape;10873;p180"/>
            <p:cNvCxnSpPr/>
            <p:nvPr/>
          </p:nvCxnSpPr>
          <p:spPr>
            <a:xfrm>
              <a:off x="6237052" y="1664552"/>
              <a:ext cx="0" cy="899700"/>
            </a:xfrm>
            <a:prstGeom prst="straightConnector1">
              <a:avLst/>
            </a:prstGeom>
            <a:noFill/>
            <a:ln cap="flat" cmpd="sng" w="28575">
              <a:solidFill>
                <a:srgbClr val="D9D9D9"/>
              </a:solidFill>
              <a:prstDash val="solid"/>
              <a:round/>
              <a:headEnd len="sm" w="sm" type="none"/>
              <a:tailEnd len="sm" w="sm" type="none"/>
            </a:ln>
          </p:spPr>
        </p:cxnSp>
        <p:cxnSp>
          <p:nvCxnSpPr>
            <p:cNvPr id="10874" name="Google Shape;10874;p180"/>
            <p:cNvCxnSpPr/>
            <p:nvPr/>
          </p:nvCxnSpPr>
          <p:spPr>
            <a:xfrm>
              <a:off x="8031107" y="1664552"/>
              <a:ext cx="0" cy="899700"/>
            </a:xfrm>
            <a:prstGeom prst="straightConnector1">
              <a:avLst/>
            </a:prstGeom>
            <a:noFill/>
            <a:ln cap="flat" cmpd="sng" w="28575">
              <a:solidFill>
                <a:srgbClr val="D9D9D9"/>
              </a:solidFill>
              <a:prstDash val="solid"/>
              <a:round/>
              <a:headEnd len="sm" w="sm" type="none"/>
              <a:tailEnd len="sm" w="sm" type="none"/>
            </a:ln>
          </p:spPr>
        </p:cxnSp>
        <p:sp>
          <p:nvSpPr>
            <p:cNvPr id="10875" name="Google Shape;10875;p180"/>
            <p:cNvSpPr/>
            <p:nvPr/>
          </p:nvSpPr>
          <p:spPr>
            <a:xfrm>
              <a:off x="2627447" y="1670375"/>
              <a:ext cx="1782000" cy="893400"/>
            </a:xfrm>
            <a:prstGeom prst="rect">
              <a:avLst/>
            </a:prstGeom>
            <a:solidFill>
              <a:srgbClr val="D9EAD3"/>
            </a:solidFill>
            <a:ln cap="flat" cmpd="sng" w="9525">
              <a:solidFill>
                <a:srgbClr val="D9EA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6" name="Google Shape;10876;p180"/>
            <p:cNvSpPr/>
            <p:nvPr/>
          </p:nvSpPr>
          <p:spPr>
            <a:xfrm>
              <a:off x="4450520" y="1670375"/>
              <a:ext cx="1764000" cy="893400"/>
            </a:xfrm>
            <a:prstGeom prst="rect">
              <a:avLst/>
            </a:prstGeom>
            <a:solidFill>
              <a:srgbClr val="F4CCCC"/>
            </a:solidFill>
            <a:ln cap="flat" cmpd="sng" w="9525">
              <a:solidFill>
                <a:srgbClr val="F4CCC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877" name="Google Shape;10877;p180"/>
          <p:cNvSpPr txBox="1"/>
          <p:nvPr>
            <p:ph idx="1" type="subTitle"/>
          </p:nvPr>
        </p:nvSpPr>
        <p:spPr>
          <a:xfrm>
            <a:off x="832100" y="1581903"/>
            <a:ext cx="1750500" cy="5616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10878" name="Google Shape;10878;p180"/>
          <p:cNvSpPr txBox="1"/>
          <p:nvPr>
            <p:ph idx="2" type="subTitle"/>
          </p:nvPr>
        </p:nvSpPr>
        <p:spPr>
          <a:xfrm>
            <a:off x="2631411" y="1581903"/>
            <a:ext cx="1771500" cy="5616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10879" name="Google Shape;10879;p180"/>
          <p:cNvSpPr txBox="1"/>
          <p:nvPr>
            <p:ph idx="3" type="subTitle"/>
          </p:nvPr>
        </p:nvSpPr>
        <p:spPr>
          <a:xfrm>
            <a:off x="4460203" y="1581903"/>
            <a:ext cx="1750500" cy="5616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10880" name="Google Shape;10880;p180"/>
          <p:cNvSpPr txBox="1"/>
          <p:nvPr>
            <p:ph idx="4" type="subTitle"/>
          </p:nvPr>
        </p:nvSpPr>
        <p:spPr>
          <a:xfrm>
            <a:off x="6269339" y="1581903"/>
            <a:ext cx="1731300" cy="5616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10881" name="Google Shape;10881;p180"/>
          <p:cNvSpPr txBox="1"/>
          <p:nvPr>
            <p:ph idx="5" type="subTitle"/>
          </p:nvPr>
        </p:nvSpPr>
        <p:spPr>
          <a:xfrm>
            <a:off x="8053914" y="1581903"/>
            <a:ext cx="1731300" cy="5616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grpSp>
        <p:nvGrpSpPr>
          <p:cNvPr id="10882" name="Google Shape;10882;p180"/>
          <p:cNvGrpSpPr/>
          <p:nvPr/>
        </p:nvGrpSpPr>
        <p:grpSpPr>
          <a:xfrm>
            <a:off x="274200" y="2229971"/>
            <a:ext cx="9531600" cy="561583"/>
            <a:chOff x="274200" y="1663702"/>
            <a:chExt cx="9531600" cy="900550"/>
          </a:xfrm>
        </p:grpSpPr>
        <p:sp>
          <p:nvSpPr>
            <p:cNvPr id="10883" name="Google Shape;10883;p180"/>
            <p:cNvSpPr/>
            <p:nvPr/>
          </p:nvSpPr>
          <p:spPr>
            <a:xfrm>
              <a:off x="274200" y="1663702"/>
              <a:ext cx="9531600" cy="9000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600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t/>
              </a:r>
              <a:endParaRPr b="1" i="0" sz="1800" u="none" cap="none" strike="noStrike">
                <a:solidFill>
                  <a:srgbClr val="000000"/>
                </a:solidFill>
                <a:latin typeface="Roboto"/>
                <a:ea typeface="Roboto"/>
                <a:cs typeface="Roboto"/>
                <a:sym typeface="Roboto"/>
              </a:endParaRPr>
            </a:p>
          </p:txBody>
        </p:sp>
        <p:cxnSp>
          <p:nvCxnSpPr>
            <p:cNvPr id="10884" name="Google Shape;10884;p180"/>
            <p:cNvCxnSpPr/>
            <p:nvPr/>
          </p:nvCxnSpPr>
          <p:spPr>
            <a:xfrm>
              <a:off x="805925" y="1664552"/>
              <a:ext cx="0" cy="899700"/>
            </a:xfrm>
            <a:prstGeom prst="straightConnector1">
              <a:avLst/>
            </a:prstGeom>
            <a:noFill/>
            <a:ln cap="flat" cmpd="sng" w="28575">
              <a:solidFill>
                <a:srgbClr val="D9D9D9"/>
              </a:solidFill>
              <a:prstDash val="solid"/>
              <a:round/>
              <a:headEnd len="sm" w="sm" type="none"/>
              <a:tailEnd len="sm" w="sm" type="none"/>
            </a:ln>
          </p:spPr>
        </p:cxnSp>
        <p:cxnSp>
          <p:nvCxnSpPr>
            <p:cNvPr id="10885" name="Google Shape;10885;p180"/>
            <p:cNvCxnSpPr/>
            <p:nvPr/>
          </p:nvCxnSpPr>
          <p:spPr>
            <a:xfrm>
              <a:off x="2607089" y="1664552"/>
              <a:ext cx="0" cy="899700"/>
            </a:xfrm>
            <a:prstGeom prst="straightConnector1">
              <a:avLst/>
            </a:prstGeom>
            <a:noFill/>
            <a:ln cap="flat" cmpd="sng" w="28575">
              <a:solidFill>
                <a:srgbClr val="D9D9D9"/>
              </a:solidFill>
              <a:prstDash val="solid"/>
              <a:round/>
              <a:headEnd len="sm" w="sm" type="none"/>
              <a:tailEnd len="sm" w="sm" type="none"/>
            </a:ln>
          </p:spPr>
        </p:cxnSp>
        <p:cxnSp>
          <p:nvCxnSpPr>
            <p:cNvPr id="10886" name="Google Shape;10886;p180"/>
            <p:cNvCxnSpPr/>
            <p:nvPr/>
          </p:nvCxnSpPr>
          <p:spPr>
            <a:xfrm>
              <a:off x="4429180" y="1664552"/>
              <a:ext cx="0" cy="899700"/>
            </a:xfrm>
            <a:prstGeom prst="straightConnector1">
              <a:avLst/>
            </a:prstGeom>
            <a:noFill/>
            <a:ln cap="flat" cmpd="sng" w="28575">
              <a:solidFill>
                <a:srgbClr val="B7B7B7"/>
              </a:solidFill>
              <a:prstDash val="solid"/>
              <a:round/>
              <a:headEnd len="sm" w="sm" type="none"/>
              <a:tailEnd len="sm" w="sm" type="none"/>
            </a:ln>
          </p:spPr>
        </p:cxnSp>
        <p:cxnSp>
          <p:nvCxnSpPr>
            <p:cNvPr id="10887" name="Google Shape;10887;p180"/>
            <p:cNvCxnSpPr/>
            <p:nvPr/>
          </p:nvCxnSpPr>
          <p:spPr>
            <a:xfrm>
              <a:off x="6237052" y="1664552"/>
              <a:ext cx="0" cy="899700"/>
            </a:xfrm>
            <a:prstGeom prst="straightConnector1">
              <a:avLst/>
            </a:prstGeom>
            <a:noFill/>
            <a:ln cap="flat" cmpd="sng" w="28575">
              <a:solidFill>
                <a:srgbClr val="D9D9D9"/>
              </a:solidFill>
              <a:prstDash val="solid"/>
              <a:round/>
              <a:headEnd len="sm" w="sm" type="none"/>
              <a:tailEnd len="sm" w="sm" type="none"/>
            </a:ln>
          </p:spPr>
        </p:cxnSp>
        <p:cxnSp>
          <p:nvCxnSpPr>
            <p:cNvPr id="10888" name="Google Shape;10888;p180"/>
            <p:cNvCxnSpPr/>
            <p:nvPr/>
          </p:nvCxnSpPr>
          <p:spPr>
            <a:xfrm>
              <a:off x="8031107" y="1664552"/>
              <a:ext cx="0" cy="899700"/>
            </a:xfrm>
            <a:prstGeom prst="straightConnector1">
              <a:avLst/>
            </a:prstGeom>
            <a:noFill/>
            <a:ln cap="flat" cmpd="sng" w="28575">
              <a:solidFill>
                <a:srgbClr val="D9D9D9"/>
              </a:solidFill>
              <a:prstDash val="solid"/>
              <a:round/>
              <a:headEnd len="sm" w="sm" type="none"/>
              <a:tailEnd len="sm" w="sm" type="none"/>
            </a:ln>
          </p:spPr>
        </p:cxnSp>
        <p:sp>
          <p:nvSpPr>
            <p:cNvPr id="10889" name="Google Shape;10889;p180"/>
            <p:cNvSpPr/>
            <p:nvPr/>
          </p:nvSpPr>
          <p:spPr>
            <a:xfrm>
              <a:off x="2627447" y="1670375"/>
              <a:ext cx="1782000" cy="893400"/>
            </a:xfrm>
            <a:prstGeom prst="rect">
              <a:avLst/>
            </a:prstGeom>
            <a:solidFill>
              <a:srgbClr val="D9EAD3"/>
            </a:solidFill>
            <a:ln cap="flat" cmpd="sng" w="9525">
              <a:solidFill>
                <a:srgbClr val="D9EA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0" name="Google Shape;10890;p180"/>
            <p:cNvSpPr/>
            <p:nvPr/>
          </p:nvSpPr>
          <p:spPr>
            <a:xfrm>
              <a:off x="4450520" y="1670375"/>
              <a:ext cx="1764000" cy="893400"/>
            </a:xfrm>
            <a:prstGeom prst="rect">
              <a:avLst/>
            </a:prstGeom>
            <a:solidFill>
              <a:srgbClr val="F4CCCC"/>
            </a:solidFill>
            <a:ln cap="flat" cmpd="sng" w="9525">
              <a:solidFill>
                <a:srgbClr val="F4CCC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891" name="Google Shape;10891;p180"/>
          <p:cNvSpPr txBox="1"/>
          <p:nvPr/>
        </p:nvSpPr>
        <p:spPr>
          <a:xfrm>
            <a:off x="277302" y="1581966"/>
            <a:ext cx="509100" cy="5616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s-419">
                <a:latin typeface="Arvo"/>
                <a:ea typeface="Arvo"/>
                <a:cs typeface="Arvo"/>
                <a:sym typeface="Arvo"/>
              </a:rPr>
              <a:t>1</a:t>
            </a:r>
            <a:endParaRPr b="1">
              <a:latin typeface="Arvo"/>
              <a:ea typeface="Arvo"/>
              <a:cs typeface="Arvo"/>
              <a:sym typeface="Arvo"/>
            </a:endParaRPr>
          </a:p>
        </p:txBody>
      </p:sp>
      <p:sp>
        <p:nvSpPr>
          <p:cNvPr id="10892" name="Google Shape;10892;p180"/>
          <p:cNvSpPr txBox="1"/>
          <p:nvPr>
            <p:ph idx="6" type="subTitle"/>
          </p:nvPr>
        </p:nvSpPr>
        <p:spPr>
          <a:xfrm>
            <a:off x="832100" y="2878393"/>
            <a:ext cx="1750500" cy="5616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10893" name="Google Shape;10893;p180"/>
          <p:cNvSpPr txBox="1"/>
          <p:nvPr>
            <p:ph idx="7" type="subTitle"/>
          </p:nvPr>
        </p:nvSpPr>
        <p:spPr>
          <a:xfrm>
            <a:off x="2631411" y="2878393"/>
            <a:ext cx="1771500" cy="5616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10894" name="Google Shape;10894;p180"/>
          <p:cNvSpPr txBox="1"/>
          <p:nvPr>
            <p:ph idx="8" type="subTitle"/>
          </p:nvPr>
        </p:nvSpPr>
        <p:spPr>
          <a:xfrm>
            <a:off x="4460203" y="2878393"/>
            <a:ext cx="1750500" cy="5616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10895" name="Google Shape;10895;p180"/>
          <p:cNvSpPr txBox="1"/>
          <p:nvPr>
            <p:ph idx="9" type="subTitle"/>
          </p:nvPr>
        </p:nvSpPr>
        <p:spPr>
          <a:xfrm>
            <a:off x="6269339" y="2878393"/>
            <a:ext cx="1731300" cy="5616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10896" name="Google Shape;10896;p180"/>
          <p:cNvSpPr txBox="1"/>
          <p:nvPr>
            <p:ph idx="13" type="subTitle"/>
          </p:nvPr>
        </p:nvSpPr>
        <p:spPr>
          <a:xfrm>
            <a:off x="8053914" y="2878393"/>
            <a:ext cx="1731300" cy="5616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10897" name="Google Shape;10897;p180"/>
          <p:cNvSpPr txBox="1"/>
          <p:nvPr/>
        </p:nvSpPr>
        <p:spPr>
          <a:xfrm>
            <a:off x="277302" y="2878456"/>
            <a:ext cx="509100" cy="5616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s-419">
                <a:latin typeface="Arvo"/>
                <a:ea typeface="Arvo"/>
                <a:cs typeface="Arvo"/>
                <a:sym typeface="Arvo"/>
              </a:rPr>
              <a:t>3</a:t>
            </a:r>
            <a:endParaRPr b="1">
              <a:latin typeface="Arvo"/>
              <a:ea typeface="Arvo"/>
              <a:cs typeface="Arvo"/>
              <a:sym typeface="Arvo"/>
            </a:endParaRPr>
          </a:p>
        </p:txBody>
      </p:sp>
      <p:sp>
        <p:nvSpPr>
          <p:cNvPr id="10898" name="Google Shape;10898;p180"/>
          <p:cNvSpPr txBox="1"/>
          <p:nvPr>
            <p:ph idx="14" type="subTitle"/>
          </p:nvPr>
        </p:nvSpPr>
        <p:spPr>
          <a:xfrm>
            <a:off x="832100" y="3528393"/>
            <a:ext cx="1750500" cy="5616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10899" name="Google Shape;10899;p180"/>
          <p:cNvSpPr txBox="1"/>
          <p:nvPr>
            <p:ph idx="15" type="subTitle"/>
          </p:nvPr>
        </p:nvSpPr>
        <p:spPr>
          <a:xfrm>
            <a:off x="2631411" y="3528393"/>
            <a:ext cx="1771500" cy="5616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10900" name="Google Shape;10900;p180"/>
          <p:cNvSpPr txBox="1"/>
          <p:nvPr>
            <p:ph idx="16" type="subTitle"/>
          </p:nvPr>
        </p:nvSpPr>
        <p:spPr>
          <a:xfrm>
            <a:off x="832100" y="2230907"/>
            <a:ext cx="1750500" cy="5616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10901" name="Google Shape;10901;p180"/>
          <p:cNvSpPr txBox="1"/>
          <p:nvPr>
            <p:ph idx="17" type="subTitle"/>
          </p:nvPr>
        </p:nvSpPr>
        <p:spPr>
          <a:xfrm>
            <a:off x="2631411" y="2230907"/>
            <a:ext cx="1771500" cy="5616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10902" name="Google Shape;10902;p180"/>
          <p:cNvSpPr txBox="1"/>
          <p:nvPr>
            <p:ph idx="18" type="subTitle"/>
          </p:nvPr>
        </p:nvSpPr>
        <p:spPr>
          <a:xfrm>
            <a:off x="4460203" y="2230907"/>
            <a:ext cx="1750500" cy="5616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10903" name="Google Shape;10903;p180"/>
          <p:cNvSpPr txBox="1"/>
          <p:nvPr>
            <p:ph idx="19" type="subTitle"/>
          </p:nvPr>
        </p:nvSpPr>
        <p:spPr>
          <a:xfrm>
            <a:off x="6269339" y="2230907"/>
            <a:ext cx="1731300" cy="5616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10904" name="Google Shape;10904;p180"/>
          <p:cNvSpPr txBox="1"/>
          <p:nvPr>
            <p:ph idx="20" type="subTitle"/>
          </p:nvPr>
        </p:nvSpPr>
        <p:spPr>
          <a:xfrm>
            <a:off x="8053914" y="2230907"/>
            <a:ext cx="1731300" cy="5616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10905" name="Google Shape;10905;p180"/>
          <p:cNvSpPr txBox="1"/>
          <p:nvPr/>
        </p:nvSpPr>
        <p:spPr>
          <a:xfrm>
            <a:off x="277302" y="2230969"/>
            <a:ext cx="509100" cy="5616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s-419">
                <a:latin typeface="Arvo"/>
                <a:ea typeface="Arvo"/>
                <a:cs typeface="Arvo"/>
                <a:sym typeface="Arvo"/>
              </a:rPr>
              <a:t>2</a:t>
            </a:r>
            <a:endParaRPr b="1">
              <a:latin typeface="Arvo"/>
              <a:ea typeface="Arvo"/>
              <a:cs typeface="Arvo"/>
              <a:sym typeface="Arvo"/>
            </a:endParaRPr>
          </a:p>
        </p:txBody>
      </p:sp>
      <p:sp>
        <p:nvSpPr>
          <p:cNvPr id="10906" name="Google Shape;10906;p180"/>
          <p:cNvSpPr txBox="1"/>
          <p:nvPr>
            <p:ph idx="21" type="subTitle"/>
          </p:nvPr>
        </p:nvSpPr>
        <p:spPr>
          <a:xfrm>
            <a:off x="4460203" y="3528393"/>
            <a:ext cx="1750500" cy="5616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10907" name="Google Shape;10907;p180"/>
          <p:cNvSpPr txBox="1"/>
          <p:nvPr>
            <p:ph idx="22" type="subTitle"/>
          </p:nvPr>
        </p:nvSpPr>
        <p:spPr>
          <a:xfrm>
            <a:off x="6269339" y="3528393"/>
            <a:ext cx="1731300" cy="5616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10908" name="Google Shape;10908;p180"/>
          <p:cNvSpPr txBox="1"/>
          <p:nvPr>
            <p:ph idx="23" type="subTitle"/>
          </p:nvPr>
        </p:nvSpPr>
        <p:spPr>
          <a:xfrm>
            <a:off x="8053914" y="3528393"/>
            <a:ext cx="1731300" cy="5616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10909" name="Google Shape;10909;p180"/>
          <p:cNvSpPr txBox="1"/>
          <p:nvPr/>
        </p:nvSpPr>
        <p:spPr>
          <a:xfrm>
            <a:off x="277302" y="3528456"/>
            <a:ext cx="509100" cy="5616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s-419">
                <a:latin typeface="Arvo"/>
                <a:ea typeface="Arvo"/>
                <a:cs typeface="Arvo"/>
                <a:sym typeface="Arvo"/>
              </a:rPr>
              <a:t>4</a:t>
            </a:r>
            <a:endParaRPr b="1">
              <a:latin typeface="Arvo"/>
              <a:ea typeface="Arvo"/>
              <a:cs typeface="Arvo"/>
              <a:sym typeface="Arvo"/>
            </a:endParaRPr>
          </a:p>
        </p:txBody>
      </p:sp>
      <p:sp>
        <p:nvSpPr>
          <p:cNvPr id="10910" name="Google Shape;10910;p180"/>
          <p:cNvSpPr txBox="1"/>
          <p:nvPr>
            <p:ph idx="24" type="subTitle"/>
          </p:nvPr>
        </p:nvSpPr>
        <p:spPr>
          <a:xfrm>
            <a:off x="832100" y="4174052"/>
            <a:ext cx="1750500" cy="5616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10911" name="Google Shape;10911;p180"/>
          <p:cNvSpPr txBox="1"/>
          <p:nvPr>
            <p:ph idx="25" type="subTitle"/>
          </p:nvPr>
        </p:nvSpPr>
        <p:spPr>
          <a:xfrm>
            <a:off x="2631411" y="4174052"/>
            <a:ext cx="1771500" cy="5616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10912" name="Google Shape;10912;p180"/>
          <p:cNvSpPr txBox="1"/>
          <p:nvPr>
            <p:ph idx="26" type="subTitle"/>
          </p:nvPr>
        </p:nvSpPr>
        <p:spPr>
          <a:xfrm>
            <a:off x="4460203" y="4174052"/>
            <a:ext cx="1750500" cy="5616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10913" name="Google Shape;10913;p180"/>
          <p:cNvSpPr txBox="1"/>
          <p:nvPr>
            <p:ph idx="27" type="subTitle"/>
          </p:nvPr>
        </p:nvSpPr>
        <p:spPr>
          <a:xfrm>
            <a:off x="6269339" y="4174052"/>
            <a:ext cx="1731300" cy="5616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10914" name="Google Shape;10914;p180"/>
          <p:cNvSpPr txBox="1"/>
          <p:nvPr>
            <p:ph idx="28" type="subTitle"/>
          </p:nvPr>
        </p:nvSpPr>
        <p:spPr>
          <a:xfrm>
            <a:off x="8053914" y="4174052"/>
            <a:ext cx="1731300" cy="5616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10915" name="Google Shape;10915;p180"/>
          <p:cNvSpPr txBox="1"/>
          <p:nvPr/>
        </p:nvSpPr>
        <p:spPr>
          <a:xfrm>
            <a:off x="277302" y="4174114"/>
            <a:ext cx="509100" cy="5616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s-419">
                <a:latin typeface="Arvo"/>
                <a:ea typeface="Arvo"/>
                <a:cs typeface="Arvo"/>
                <a:sym typeface="Arvo"/>
              </a:rPr>
              <a:t>5</a:t>
            </a:r>
            <a:endParaRPr b="1">
              <a:latin typeface="Arvo"/>
              <a:ea typeface="Arvo"/>
              <a:cs typeface="Arvo"/>
              <a:sym typeface="Arvo"/>
            </a:endParaRPr>
          </a:p>
        </p:txBody>
      </p:sp>
      <p:grpSp>
        <p:nvGrpSpPr>
          <p:cNvPr id="10916" name="Google Shape;10916;p180"/>
          <p:cNvGrpSpPr/>
          <p:nvPr/>
        </p:nvGrpSpPr>
        <p:grpSpPr>
          <a:xfrm>
            <a:off x="274200" y="4826044"/>
            <a:ext cx="9531600" cy="561583"/>
            <a:chOff x="274200" y="1663702"/>
            <a:chExt cx="9531600" cy="900550"/>
          </a:xfrm>
        </p:grpSpPr>
        <p:sp>
          <p:nvSpPr>
            <p:cNvPr id="10917" name="Google Shape;10917;p180"/>
            <p:cNvSpPr/>
            <p:nvPr/>
          </p:nvSpPr>
          <p:spPr>
            <a:xfrm>
              <a:off x="274200" y="1663702"/>
              <a:ext cx="9531600" cy="9000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600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t/>
              </a:r>
              <a:endParaRPr b="1" i="0" sz="1800" u="none" cap="none" strike="noStrike">
                <a:solidFill>
                  <a:srgbClr val="000000"/>
                </a:solidFill>
                <a:latin typeface="Roboto"/>
                <a:ea typeface="Roboto"/>
                <a:cs typeface="Roboto"/>
                <a:sym typeface="Roboto"/>
              </a:endParaRPr>
            </a:p>
          </p:txBody>
        </p:sp>
        <p:cxnSp>
          <p:nvCxnSpPr>
            <p:cNvPr id="10918" name="Google Shape;10918;p180"/>
            <p:cNvCxnSpPr/>
            <p:nvPr/>
          </p:nvCxnSpPr>
          <p:spPr>
            <a:xfrm>
              <a:off x="805925" y="1664552"/>
              <a:ext cx="0" cy="899700"/>
            </a:xfrm>
            <a:prstGeom prst="straightConnector1">
              <a:avLst/>
            </a:prstGeom>
            <a:noFill/>
            <a:ln cap="flat" cmpd="sng" w="28575">
              <a:solidFill>
                <a:srgbClr val="D9D9D9"/>
              </a:solidFill>
              <a:prstDash val="solid"/>
              <a:round/>
              <a:headEnd len="sm" w="sm" type="none"/>
              <a:tailEnd len="sm" w="sm" type="none"/>
            </a:ln>
          </p:spPr>
        </p:cxnSp>
        <p:cxnSp>
          <p:nvCxnSpPr>
            <p:cNvPr id="10919" name="Google Shape;10919;p180"/>
            <p:cNvCxnSpPr/>
            <p:nvPr/>
          </p:nvCxnSpPr>
          <p:spPr>
            <a:xfrm>
              <a:off x="2607089" y="1664552"/>
              <a:ext cx="0" cy="899700"/>
            </a:xfrm>
            <a:prstGeom prst="straightConnector1">
              <a:avLst/>
            </a:prstGeom>
            <a:noFill/>
            <a:ln cap="flat" cmpd="sng" w="28575">
              <a:solidFill>
                <a:srgbClr val="D9D9D9"/>
              </a:solidFill>
              <a:prstDash val="solid"/>
              <a:round/>
              <a:headEnd len="sm" w="sm" type="none"/>
              <a:tailEnd len="sm" w="sm" type="none"/>
            </a:ln>
          </p:spPr>
        </p:cxnSp>
        <p:cxnSp>
          <p:nvCxnSpPr>
            <p:cNvPr id="10920" name="Google Shape;10920;p180"/>
            <p:cNvCxnSpPr/>
            <p:nvPr/>
          </p:nvCxnSpPr>
          <p:spPr>
            <a:xfrm>
              <a:off x="4429180" y="1664552"/>
              <a:ext cx="0" cy="899700"/>
            </a:xfrm>
            <a:prstGeom prst="straightConnector1">
              <a:avLst/>
            </a:prstGeom>
            <a:noFill/>
            <a:ln cap="flat" cmpd="sng" w="28575">
              <a:solidFill>
                <a:srgbClr val="B7B7B7"/>
              </a:solidFill>
              <a:prstDash val="solid"/>
              <a:round/>
              <a:headEnd len="sm" w="sm" type="none"/>
              <a:tailEnd len="sm" w="sm" type="none"/>
            </a:ln>
          </p:spPr>
        </p:cxnSp>
        <p:cxnSp>
          <p:nvCxnSpPr>
            <p:cNvPr id="10921" name="Google Shape;10921;p180"/>
            <p:cNvCxnSpPr/>
            <p:nvPr/>
          </p:nvCxnSpPr>
          <p:spPr>
            <a:xfrm>
              <a:off x="6237052" y="1664552"/>
              <a:ext cx="0" cy="899700"/>
            </a:xfrm>
            <a:prstGeom prst="straightConnector1">
              <a:avLst/>
            </a:prstGeom>
            <a:noFill/>
            <a:ln cap="flat" cmpd="sng" w="28575">
              <a:solidFill>
                <a:srgbClr val="D9D9D9"/>
              </a:solidFill>
              <a:prstDash val="solid"/>
              <a:round/>
              <a:headEnd len="sm" w="sm" type="none"/>
              <a:tailEnd len="sm" w="sm" type="none"/>
            </a:ln>
          </p:spPr>
        </p:cxnSp>
        <p:cxnSp>
          <p:nvCxnSpPr>
            <p:cNvPr id="10922" name="Google Shape;10922;p180"/>
            <p:cNvCxnSpPr/>
            <p:nvPr/>
          </p:nvCxnSpPr>
          <p:spPr>
            <a:xfrm>
              <a:off x="8031107" y="1664552"/>
              <a:ext cx="0" cy="899700"/>
            </a:xfrm>
            <a:prstGeom prst="straightConnector1">
              <a:avLst/>
            </a:prstGeom>
            <a:noFill/>
            <a:ln cap="flat" cmpd="sng" w="28575">
              <a:solidFill>
                <a:srgbClr val="D9D9D9"/>
              </a:solidFill>
              <a:prstDash val="solid"/>
              <a:round/>
              <a:headEnd len="sm" w="sm" type="none"/>
              <a:tailEnd len="sm" w="sm" type="none"/>
            </a:ln>
          </p:spPr>
        </p:cxnSp>
        <p:sp>
          <p:nvSpPr>
            <p:cNvPr id="10923" name="Google Shape;10923;p180"/>
            <p:cNvSpPr/>
            <p:nvPr/>
          </p:nvSpPr>
          <p:spPr>
            <a:xfrm>
              <a:off x="2627447" y="1670375"/>
              <a:ext cx="1782000" cy="893400"/>
            </a:xfrm>
            <a:prstGeom prst="rect">
              <a:avLst/>
            </a:prstGeom>
            <a:solidFill>
              <a:srgbClr val="D9EAD3"/>
            </a:solidFill>
            <a:ln cap="flat" cmpd="sng" w="9525">
              <a:solidFill>
                <a:srgbClr val="D9EA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4" name="Google Shape;10924;p180"/>
            <p:cNvSpPr/>
            <p:nvPr/>
          </p:nvSpPr>
          <p:spPr>
            <a:xfrm>
              <a:off x="4450520" y="1670375"/>
              <a:ext cx="1764000" cy="893400"/>
            </a:xfrm>
            <a:prstGeom prst="rect">
              <a:avLst/>
            </a:prstGeom>
            <a:solidFill>
              <a:srgbClr val="F4CCCC"/>
            </a:solidFill>
            <a:ln cap="flat" cmpd="sng" w="9525">
              <a:solidFill>
                <a:srgbClr val="F4CCC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25" name="Google Shape;10925;p180"/>
          <p:cNvGrpSpPr/>
          <p:nvPr/>
        </p:nvGrpSpPr>
        <p:grpSpPr>
          <a:xfrm>
            <a:off x="274200" y="5474113"/>
            <a:ext cx="9531600" cy="561583"/>
            <a:chOff x="274200" y="1663702"/>
            <a:chExt cx="9531600" cy="900550"/>
          </a:xfrm>
        </p:grpSpPr>
        <p:sp>
          <p:nvSpPr>
            <p:cNvPr id="10926" name="Google Shape;10926;p180"/>
            <p:cNvSpPr/>
            <p:nvPr/>
          </p:nvSpPr>
          <p:spPr>
            <a:xfrm>
              <a:off x="274200" y="1663702"/>
              <a:ext cx="9531600" cy="9000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600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t/>
              </a:r>
              <a:endParaRPr b="1" i="0" sz="1800" u="none" cap="none" strike="noStrike">
                <a:solidFill>
                  <a:srgbClr val="000000"/>
                </a:solidFill>
                <a:latin typeface="Roboto"/>
                <a:ea typeface="Roboto"/>
                <a:cs typeface="Roboto"/>
                <a:sym typeface="Roboto"/>
              </a:endParaRPr>
            </a:p>
          </p:txBody>
        </p:sp>
        <p:cxnSp>
          <p:nvCxnSpPr>
            <p:cNvPr id="10927" name="Google Shape;10927;p180"/>
            <p:cNvCxnSpPr/>
            <p:nvPr/>
          </p:nvCxnSpPr>
          <p:spPr>
            <a:xfrm>
              <a:off x="805925" y="1664552"/>
              <a:ext cx="0" cy="899700"/>
            </a:xfrm>
            <a:prstGeom prst="straightConnector1">
              <a:avLst/>
            </a:prstGeom>
            <a:noFill/>
            <a:ln cap="flat" cmpd="sng" w="28575">
              <a:solidFill>
                <a:srgbClr val="D9D9D9"/>
              </a:solidFill>
              <a:prstDash val="solid"/>
              <a:round/>
              <a:headEnd len="sm" w="sm" type="none"/>
              <a:tailEnd len="sm" w="sm" type="none"/>
            </a:ln>
          </p:spPr>
        </p:cxnSp>
        <p:cxnSp>
          <p:nvCxnSpPr>
            <p:cNvPr id="10928" name="Google Shape;10928;p180"/>
            <p:cNvCxnSpPr/>
            <p:nvPr/>
          </p:nvCxnSpPr>
          <p:spPr>
            <a:xfrm>
              <a:off x="2607089" y="1664552"/>
              <a:ext cx="0" cy="899700"/>
            </a:xfrm>
            <a:prstGeom prst="straightConnector1">
              <a:avLst/>
            </a:prstGeom>
            <a:noFill/>
            <a:ln cap="flat" cmpd="sng" w="28575">
              <a:solidFill>
                <a:srgbClr val="D9D9D9"/>
              </a:solidFill>
              <a:prstDash val="solid"/>
              <a:round/>
              <a:headEnd len="sm" w="sm" type="none"/>
              <a:tailEnd len="sm" w="sm" type="none"/>
            </a:ln>
          </p:spPr>
        </p:cxnSp>
        <p:cxnSp>
          <p:nvCxnSpPr>
            <p:cNvPr id="10929" name="Google Shape;10929;p180"/>
            <p:cNvCxnSpPr/>
            <p:nvPr/>
          </p:nvCxnSpPr>
          <p:spPr>
            <a:xfrm>
              <a:off x="4429180" y="1664552"/>
              <a:ext cx="0" cy="899700"/>
            </a:xfrm>
            <a:prstGeom prst="straightConnector1">
              <a:avLst/>
            </a:prstGeom>
            <a:noFill/>
            <a:ln cap="flat" cmpd="sng" w="28575">
              <a:solidFill>
                <a:srgbClr val="B7B7B7"/>
              </a:solidFill>
              <a:prstDash val="solid"/>
              <a:round/>
              <a:headEnd len="sm" w="sm" type="none"/>
              <a:tailEnd len="sm" w="sm" type="none"/>
            </a:ln>
          </p:spPr>
        </p:cxnSp>
        <p:cxnSp>
          <p:nvCxnSpPr>
            <p:cNvPr id="10930" name="Google Shape;10930;p180"/>
            <p:cNvCxnSpPr/>
            <p:nvPr/>
          </p:nvCxnSpPr>
          <p:spPr>
            <a:xfrm>
              <a:off x="6237052" y="1664552"/>
              <a:ext cx="0" cy="899700"/>
            </a:xfrm>
            <a:prstGeom prst="straightConnector1">
              <a:avLst/>
            </a:prstGeom>
            <a:noFill/>
            <a:ln cap="flat" cmpd="sng" w="28575">
              <a:solidFill>
                <a:srgbClr val="D9D9D9"/>
              </a:solidFill>
              <a:prstDash val="solid"/>
              <a:round/>
              <a:headEnd len="sm" w="sm" type="none"/>
              <a:tailEnd len="sm" w="sm" type="none"/>
            </a:ln>
          </p:spPr>
        </p:cxnSp>
        <p:cxnSp>
          <p:nvCxnSpPr>
            <p:cNvPr id="10931" name="Google Shape;10931;p180"/>
            <p:cNvCxnSpPr/>
            <p:nvPr/>
          </p:nvCxnSpPr>
          <p:spPr>
            <a:xfrm>
              <a:off x="8031107" y="1664552"/>
              <a:ext cx="0" cy="899700"/>
            </a:xfrm>
            <a:prstGeom prst="straightConnector1">
              <a:avLst/>
            </a:prstGeom>
            <a:noFill/>
            <a:ln cap="flat" cmpd="sng" w="28575">
              <a:solidFill>
                <a:srgbClr val="D9D9D9"/>
              </a:solidFill>
              <a:prstDash val="solid"/>
              <a:round/>
              <a:headEnd len="sm" w="sm" type="none"/>
              <a:tailEnd len="sm" w="sm" type="none"/>
            </a:ln>
          </p:spPr>
        </p:cxnSp>
        <p:sp>
          <p:nvSpPr>
            <p:cNvPr id="10932" name="Google Shape;10932;p180"/>
            <p:cNvSpPr/>
            <p:nvPr/>
          </p:nvSpPr>
          <p:spPr>
            <a:xfrm>
              <a:off x="2627447" y="1670375"/>
              <a:ext cx="1782000" cy="893400"/>
            </a:xfrm>
            <a:prstGeom prst="rect">
              <a:avLst/>
            </a:prstGeom>
            <a:solidFill>
              <a:srgbClr val="D9EAD3"/>
            </a:solidFill>
            <a:ln cap="flat" cmpd="sng" w="9525">
              <a:solidFill>
                <a:srgbClr val="D9EA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3" name="Google Shape;10933;p180"/>
            <p:cNvSpPr/>
            <p:nvPr/>
          </p:nvSpPr>
          <p:spPr>
            <a:xfrm>
              <a:off x="4450520" y="1670375"/>
              <a:ext cx="1764000" cy="893400"/>
            </a:xfrm>
            <a:prstGeom prst="rect">
              <a:avLst/>
            </a:prstGeom>
            <a:solidFill>
              <a:srgbClr val="F4CCCC"/>
            </a:solidFill>
            <a:ln cap="flat" cmpd="sng" w="9525">
              <a:solidFill>
                <a:srgbClr val="F4CCC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34" name="Google Shape;10934;p180"/>
          <p:cNvGrpSpPr/>
          <p:nvPr/>
        </p:nvGrpSpPr>
        <p:grpSpPr>
          <a:xfrm>
            <a:off x="274200" y="6122182"/>
            <a:ext cx="9531600" cy="561583"/>
            <a:chOff x="274200" y="1663702"/>
            <a:chExt cx="9531600" cy="900550"/>
          </a:xfrm>
        </p:grpSpPr>
        <p:sp>
          <p:nvSpPr>
            <p:cNvPr id="10935" name="Google Shape;10935;p180"/>
            <p:cNvSpPr/>
            <p:nvPr/>
          </p:nvSpPr>
          <p:spPr>
            <a:xfrm>
              <a:off x="274200" y="1663702"/>
              <a:ext cx="9531600" cy="9000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600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t/>
              </a:r>
              <a:endParaRPr b="1" i="0" sz="1800" u="none" cap="none" strike="noStrike">
                <a:solidFill>
                  <a:srgbClr val="000000"/>
                </a:solidFill>
                <a:latin typeface="Roboto"/>
                <a:ea typeface="Roboto"/>
                <a:cs typeface="Roboto"/>
                <a:sym typeface="Roboto"/>
              </a:endParaRPr>
            </a:p>
          </p:txBody>
        </p:sp>
        <p:cxnSp>
          <p:nvCxnSpPr>
            <p:cNvPr id="10936" name="Google Shape;10936;p180"/>
            <p:cNvCxnSpPr/>
            <p:nvPr/>
          </p:nvCxnSpPr>
          <p:spPr>
            <a:xfrm>
              <a:off x="805925" y="1664552"/>
              <a:ext cx="0" cy="899700"/>
            </a:xfrm>
            <a:prstGeom prst="straightConnector1">
              <a:avLst/>
            </a:prstGeom>
            <a:noFill/>
            <a:ln cap="flat" cmpd="sng" w="28575">
              <a:solidFill>
                <a:srgbClr val="D9D9D9"/>
              </a:solidFill>
              <a:prstDash val="solid"/>
              <a:round/>
              <a:headEnd len="sm" w="sm" type="none"/>
              <a:tailEnd len="sm" w="sm" type="none"/>
            </a:ln>
          </p:spPr>
        </p:cxnSp>
        <p:cxnSp>
          <p:nvCxnSpPr>
            <p:cNvPr id="10937" name="Google Shape;10937;p180"/>
            <p:cNvCxnSpPr/>
            <p:nvPr/>
          </p:nvCxnSpPr>
          <p:spPr>
            <a:xfrm>
              <a:off x="2607089" y="1664552"/>
              <a:ext cx="0" cy="899700"/>
            </a:xfrm>
            <a:prstGeom prst="straightConnector1">
              <a:avLst/>
            </a:prstGeom>
            <a:noFill/>
            <a:ln cap="flat" cmpd="sng" w="28575">
              <a:solidFill>
                <a:srgbClr val="D9D9D9"/>
              </a:solidFill>
              <a:prstDash val="solid"/>
              <a:round/>
              <a:headEnd len="sm" w="sm" type="none"/>
              <a:tailEnd len="sm" w="sm" type="none"/>
            </a:ln>
          </p:spPr>
        </p:cxnSp>
        <p:cxnSp>
          <p:nvCxnSpPr>
            <p:cNvPr id="10938" name="Google Shape;10938;p180"/>
            <p:cNvCxnSpPr/>
            <p:nvPr/>
          </p:nvCxnSpPr>
          <p:spPr>
            <a:xfrm>
              <a:off x="4429180" y="1664552"/>
              <a:ext cx="0" cy="899700"/>
            </a:xfrm>
            <a:prstGeom prst="straightConnector1">
              <a:avLst/>
            </a:prstGeom>
            <a:noFill/>
            <a:ln cap="flat" cmpd="sng" w="28575">
              <a:solidFill>
                <a:srgbClr val="B7B7B7"/>
              </a:solidFill>
              <a:prstDash val="solid"/>
              <a:round/>
              <a:headEnd len="sm" w="sm" type="none"/>
              <a:tailEnd len="sm" w="sm" type="none"/>
            </a:ln>
          </p:spPr>
        </p:cxnSp>
        <p:cxnSp>
          <p:nvCxnSpPr>
            <p:cNvPr id="10939" name="Google Shape;10939;p180"/>
            <p:cNvCxnSpPr/>
            <p:nvPr/>
          </p:nvCxnSpPr>
          <p:spPr>
            <a:xfrm>
              <a:off x="6237052" y="1664552"/>
              <a:ext cx="0" cy="899700"/>
            </a:xfrm>
            <a:prstGeom prst="straightConnector1">
              <a:avLst/>
            </a:prstGeom>
            <a:noFill/>
            <a:ln cap="flat" cmpd="sng" w="28575">
              <a:solidFill>
                <a:srgbClr val="D9D9D9"/>
              </a:solidFill>
              <a:prstDash val="solid"/>
              <a:round/>
              <a:headEnd len="sm" w="sm" type="none"/>
              <a:tailEnd len="sm" w="sm" type="none"/>
            </a:ln>
          </p:spPr>
        </p:cxnSp>
        <p:cxnSp>
          <p:nvCxnSpPr>
            <p:cNvPr id="10940" name="Google Shape;10940;p180"/>
            <p:cNvCxnSpPr/>
            <p:nvPr/>
          </p:nvCxnSpPr>
          <p:spPr>
            <a:xfrm>
              <a:off x="8031107" y="1664552"/>
              <a:ext cx="0" cy="899700"/>
            </a:xfrm>
            <a:prstGeom prst="straightConnector1">
              <a:avLst/>
            </a:prstGeom>
            <a:noFill/>
            <a:ln cap="flat" cmpd="sng" w="28575">
              <a:solidFill>
                <a:srgbClr val="D9D9D9"/>
              </a:solidFill>
              <a:prstDash val="solid"/>
              <a:round/>
              <a:headEnd len="sm" w="sm" type="none"/>
              <a:tailEnd len="sm" w="sm" type="none"/>
            </a:ln>
          </p:spPr>
        </p:cxnSp>
        <p:sp>
          <p:nvSpPr>
            <p:cNvPr id="10941" name="Google Shape;10941;p180"/>
            <p:cNvSpPr/>
            <p:nvPr/>
          </p:nvSpPr>
          <p:spPr>
            <a:xfrm>
              <a:off x="2627447" y="1670375"/>
              <a:ext cx="1782000" cy="893400"/>
            </a:xfrm>
            <a:prstGeom prst="rect">
              <a:avLst/>
            </a:prstGeom>
            <a:solidFill>
              <a:srgbClr val="D9EAD3"/>
            </a:solidFill>
            <a:ln cap="flat" cmpd="sng" w="9525">
              <a:solidFill>
                <a:srgbClr val="D9EA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2" name="Google Shape;10942;p180"/>
            <p:cNvSpPr/>
            <p:nvPr/>
          </p:nvSpPr>
          <p:spPr>
            <a:xfrm>
              <a:off x="4450520" y="1670375"/>
              <a:ext cx="1764000" cy="893400"/>
            </a:xfrm>
            <a:prstGeom prst="rect">
              <a:avLst/>
            </a:prstGeom>
            <a:solidFill>
              <a:srgbClr val="F4CCCC"/>
            </a:solidFill>
            <a:ln cap="flat" cmpd="sng" w="9525">
              <a:solidFill>
                <a:srgbClr val="F4CCC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943" name="Google Shape;10943;p180"/>
          <p:cNvSpPr txBox="1"/>
          <p:nvPr>
            <p:ph idx="29" type="subTitle"/>
          </p:nvPr>
        </p:nvSpPr>
        <p:spPr>
          <a:xfrm>
            <a:off x="832100" y="4826396"/>
            <a:ext cx="1750500" cy="5616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10944" name="Google Shape;10944;p180"/>
          <p:cNvSpPr txBox="1"/>
          <p:nvPr>
            <p:ph idx="30" type="subTitle"/>
          </p:nvPr>
        </p:nvSpPr>
        <p:spPr>
          <a:xfrm>
            <a:off x="2631411" y="4826396"/>
            <a:ext cx="1771500" cy="5616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10945" name="Google Shape;10945;p180"/>
          <p:cNvSpPr txBox="1"/>
          <p:nvPr>
            <p:ph idx="31" type="subTitle"/>
          </p:nvPr>
        </p:nvSpPr>
        <p:spPr>
          <a:xfrm>
            <a:off x="4460203" y="4826396"/>
            <a:ext cx="1750500" cy="5616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10946" name="Google Shape;10946;p180"/>
          <p:cNvSpPr txBox="1"/>
          <p:nvPr>
            <p:ph idx="32" type="subTitle"/>
          </p:nvPr>
        </p:nvSpPr>
        <p:spPr>
          <a:xfrm>
            <a:off x="6269339" y="4826396"/>
            <a:ext cx="1731300" cy="5616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10947" name="Google Shape;10947;p180"/>
          <p:cNvSpPr txBox="1"/>
          <p:nvPr>
            <p:ph idx="33" type="subTitle"/>
          </p:nvPr>
        </p:nvSpPr>
        <p:spPr>
          <a:xfrm>
            <a:off x="8053914" y="4826396"/>
            <a:ext cx="1731300" cy="5616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10948" name="Google Shape;10948;p180"/>
          <p:cNvSpPr txBox="1"/>
          <p:nvPr/>
        </p:nvSpPr>
        <p:spPr>
          <a:xfrm>
            <a:off x="277302" y="4826459"/>
            <a:ext cx="509100" cy="5616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s-419">
                <a:latin typeface="Arvo"/>
                <a:ea typeface="Arvo"/>
                <a:cs typeface="Arvo"/>
                <a:sym typeface="Arvo"/>
              </a:rPr>
              <a:t>6</a:t>
            </a:r>
            <a:endParaRPr b="1">
              <a:latin typeface="Arvo"/>
              <a:ea typeface="Arvo"/>
              <a:cs typeface="Arvo"/>
              <a:sym typeface="Arvo"/>
            </a:endParaRPr>
          </a:p>
        </p:txBody>
      </p:sp>
      <p:sp>
        <p:nvSpPr>
          <p:cNvPr id="10949" name="Google Shape;10949;p180"/>
          <p:cNvSpPr txBox="1"/>
          <p:nvPr>
            <p:ph idx="34" type="subTitle"/>
          </p:nvPr>
        </p:nvSpPr>
        <p:spPr>
          <a:xfrm>
            <a:off x="832100" y="5476396"/>
            <a:ext cx="1750500" cy="5616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10950" name="Google Shape;10950;p180"/>
          <p:cNvSpPr txBox="1"/>
          <p:nvPr>
            <p:ph idx="35" type="subTitle"/>
          </p:nvPr>
        </p:nvSpPr>
        <p:spPr>
          <a:xfrm>
            <a:off x="2631411" y="5476396"/>
            <a:ext cx="1771500" cy="5616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10951" name="Google Shape;10951;p180"/>
          <p:cNvSpPr txBox="1"/>
          <p:nvPr>
            <p:ph idx="36" type="subTitle"/>
          </p:nvPr>
        </p:nvSpPr>
        <p:spPr>
          <a:xfrm>
            <a:off x="4460203" y="5476396"/>
            <a:ext cx="1750500" cy="5616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10952" name="Google Shape;10952;p180"/>
          <p:cNvSpPr txBox="1"/>
          <p:nvPr>
            <p:ph idx="37" type="subTitle"/>
          </p:nvPr>
        </p:nvSpPr>
        <p:spPr>
          <a:xfrm>
            <a:off x="6269339" y="5476396"/>
            <a:ext cx="1731300" cy="5616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10953" name="Google Shape;10953;p180"/>
          <p:cNvSpPr txBox="1"/>
          <p:nvPr>
            <p:ph idx="38" type="subTitle"/>
          </p:nvPr>
        </p:nvSpPr>
        <p:spPr>
          <a:xfrm>
            <a:off x="8053914" y="5476396"/>
            <a:ext cx="1731300" cy="5616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10954" name="Google Shape;10954;p180"/>
          <p:cNvSpPr txBox="1"/>
          <p:nvPr/>
        </p:nvSpPr>
        <p:spPr>
          <a:xfrm>
            <a:off x="277302" y="5476459"/>
            <a:ext cx="509100" cy="5616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s-419">
                <a:latin typeface="Arvo"/>
                <a:ea typeface="Arvo"/>
                <a:cs typeface="Arvo"/>
                <a:sym typeface="Arvo"/>
              </a:rPr>
              <a:t>7</a:t>
            </a:r>
            <a:endParaRPr b="1">
              <a:latin typeface="Arvo"/>
              <a:ea typeface="Arvo"/>
              <a:cs typeface="Arvo"/>
              <a:sym typeface="Arvo"/>
            </a:endParaRPr>
          </a:p>
        </p:txBody>
      </p:sp>
      <p:sp>
        <p:nvSpPr>
          <p:cNvPr id="10955" name="Google Shape;10955;p180"/>
          <p:cNvSpPr txBox="1"/>
          <p:nvPr>
            <p:ph idx="39" type="subTitle"/>
          </p:nvPr>
        </p:nvSpPr>
        <p:spPr>
          <a:xfrm>
            <a:off x="832100" y="6122055"/>
            <a:ext cx="1750500" cy="5616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10956" name="Google Shape;10956;p180"/>
          <p:cNvSpPr txBox="1"/>
          <p:nvPr>
            <p:ph idx="40" type="subTitle"/>
          </p:nvPr>
        </p:nvSpPr>
        <p:spPr>
          <a:xfrm>
            <a:off x="2631411" y="6122055"/>
            <a:ext cx="1771500" cy="5616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10957" name="Google Shape;10957;p180"/>
          <p:cNvSpPr txBox="1"/>
          <p:nvPr>
            <p:ph idx="41" type="subTitle"/>
          </p:nvPr>
        </p:nvSpPr>
        <p:spPr>
          <a:xfrm>
            <a:off x="4460203" y="6122055"/>
            <a:ext cx="1750500" cy="5616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10958" name="Google Shape;10958;p180"/>
          <p:cNvSpPr txBox="1"/>
          <p:nvPr>
            <p:ph idx="42" type="subTitle"/>
          </p:nvPr>
        </p:nvSpPr>
        <p:spPr>
          <a:xfrm>
            <a:off x="6269339" y="6122055"/>
            <a:ext cx="1731300" cy="5616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10959" name="Google Shape;10959;p180"/>
          <p:cNvSpPr txBox="1"/>
          <p:nvPr>
            <p:ph idx="43" type="subTitle"/>
          </p:nvPr>
        </p:nvSpPr>
        <p:spPr>
          <a:xfrm>
            <a:off x="8053914" y="6122055"/>
            <a:ext cx="1731300" cy="5616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10960" name="Google Shape;10960;p180"/>
          <p:cNvSpPr txBox="1"/>
          <p:nvPr/>
        </p:nvSpPr>
        <p:spPr>
          <a:xfrm>
            <a:off x="277302" y="6122117"/>
            <a:ext cx="509100" cy="5616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s-419">
                <a:latin typeface="Arvo"/>
                <a:ea typeface="Arvo"/>
                <a:cs typeface="Arvo"/>
                <a:sym typeface="Arvo"/>
              </a:rPr>
              <a:t>8</a:t>
            </a:r>
            <a:endParaRPr b="1">
              <a:latin typeface="Arvo"/>
              <a:ea typeface="Arvo"/>
              <a:cs typeface="Arvo"/>
              <a:sym typeface="Arvo"/>
            </a:endParaRPr>
          </a:p>
        </p:txBody>
      </p:sp>
      <p:sp>
        <p:nvSpPr>
          <p:cNvPr id="10961" name="Google Shape;10961;p180"/>
          <p:cNvSpPr txBox="1"/>
          <p:nvPr/>
        </p:nvSpPr>
        <p:spPr>
          <a:xfrm>
            <a:off x="2524025" y="387675"/>
            <a:ext cx="15012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Unid. Organizacional:</a:t>
            </a:r>
            <a:endParaRPr b="1" sz="1100"/>
          </a:p>
        </p:txBody>
      </p:sp>
      <p:sp>
        <p:nvSpPr>
          <p:cNvPr id="10962" name="Google Shape;10962;p180"/>
          <p:cNvSpPr txBox="1"/>
          <p:nvPr/>
        </p:nvSpPr>
        <p:spPr>
          <a:xfrm>
            <a:off x="2524020" y="579550"/>
            <a:ext cx="6846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Alcance:</a:t>
            </a:r>
            <a:endParaRPr b="1" sz="1100"/>
          </a:p>
        </p:txBody>
      </p:sp>
      <p:sp>
        <p:nvSpPr>
          <p:cNvPr id="10963" name="Google Shape;10963;p180"/>
          <p:cNvSpPr txBox="1"/>
          <p:nvPr>
            <p:ph type="title"/>
          </p:nvPr>
        </p:nvSpPr>
        <p:spPr>
          <a:xfrm flipH="1">
            <a:off x="4025374" y="387675"/>
            <a:ext cx="5863200" cy="1692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000"/>
              <a:buNone/>
              <a:defRPr sz="1000">
                <a:solidFill>
                  <a:srgbClr val="000000"/>
                </a:solidFill>
              </a:defRPr>
            </a:lvl1pPr>
            <a:lvl2pPr lvl="1">
              <a:spcBef>
                <a:spcPts val="0"/>
              </a:spcBef>
              <a:spcAft>
                <a:spcPts val="0"/>
              </a:spcAft>
              <a:buClr>
                <a:srgbClr val="000000"/>
              </a:buClr>
              <a:buSzPts val="1000"/>
              <a:buNone/>
              <a:defRPr sz="1000">
                <a:solidFill>
                  <a:srgbClr val="000000"/>
                </a:solidFill>
              </a:defRPr>
            </a:lvl2pPr>
            <a:lvl3pPr lvl="2">
              <a:spcBef>
                <a:spcPts val="0"/>
              </a:spcBef>
              <a:spcAft>
                <a:spcPts val="0"/>
              </a:spcAft>
              <a:buClr>
                <a:srgbClr val="000000"/>
              </a:buClr>
              <a:buSzPts val="1000"/>
              <a:buNone/>
              <a:defRPr sz="1000">
                <a:solidFill>
                  <a:srgbClr val="000000"/>
                </a:solidFill>
              </a:defRPr>
            </a:lvl3pPr>
            <a:lvl4pPr lvl="3">
              <a:spcBef>
                <a:spcPts val="0"/>
              </a:spcBef>
              <a:spcAft>
                <a:spcPts val="0"/>
              </a:spcAft>
              <a:buClr>
                <a:srgbClr val="000000"/>
              </a:buClr>
              <a:buSzPts val="1000"/>
              <a:buNone/>
              <a:defRPr sz="1000">
                <a:solidFill>
                  <a:srgbClr val="000000"/>
                </a:solidFill>
              </a:defRPr>
            </a:lvl4pPr>
            <a:lvl5pPr lvl="4">
              <a:spcBef>
                <a:spcPts val="0"/>
              </a:spcBef>
              <a:spcAft>
                <a:spcPts val="0"/>
              </a:spcAft>
              <a:buClr>
                <a:srgbClr val="000000"/>
              </a:buClr>
              <a:buSzPts val="1000"/>
              <a:buNone/>
              <a:defRPr sz="1000">
                <a:solidFill>
                  <a:srgbClr val="000000"/>
                </a:solidFill>
              </a:defRPr>
            </a:lvl5pPr>
            <a:lvl6pPr lvl="5">
              <a:spcBef>
                <a:spcPts val="0"/>
              </a:spcBef>
              <a:spcAft>
                <a:spcPts val="0"/>
              </a:spcAft>
              <a:buClr>
                <a:srgbClr val="000000"/>
              </a:buClr>
              <a:buSzPts val="1000"/>
              <a:buNone/>
              <a:defRPr sz="1000">
                <a:solidFill>
                  <a:srgbClr val="000000"/>
                </a:solidFill>
              </a:defRPr>
            </a:lvl6pPr>
            <a:lvl7pPr lvl="6">
              <a:spcBef>
                <a:spcPts val="0"/>
              </a:spcBef>
              <a:spcAft>
                <a:spcPts val="0"/>
              </a:spcAft>
              <a:buClr>
                <a:srgbClr val="000000"/>
              </a:buClr>
              <a:buSzPts val="1000"/>
              <a:buNone/>
              <a:defRPr sz="1000">
                <a:solidFill>
                  <a:srgbClr val="000000"/>
                </a:solidFill>
              </a:defRPr>
            </a:lvl7pPr>
            <a:lvl8pPr lvl="7">
              <a:spcBef>
                <a:spcPts val="0"/>
              </a:spcBef>
              <a:spcAft>
                <a:spcPts val="0"/>
              </a:spcAft>
              <a:buClr>
                <a:srgbClr val="000000"/>
              </a:buClr>
              <a:buSzPts val="1000"/>
              <a:buNone/>
              <a:defRPr sz="1000">
                <a:solidFill>
                  <a:srgbClr val="000000"/>
                </a:solidFill>
              </a:defRPr>
            </a:lvl8pPr>
            <a:lvl9pPr lvl="8">
              <a:spcBef>
                <a:spcPts val="0"/>
              </a:spcBef>
              <a:spcAft>
                <a:spcPts val="0"/>
              </a:spcAft>
              <a:buClr>
                <a:srgbClr val="000000"/>
              </a:buClr>
              <a:buSzPts val="1000"/>
              <a:buNone/>
              <a:defRPr sz="1000">
                <a:solidFill>
                  <a:srgbClr val="000000"/>
                </a:solidFill>
              </a:defRPr>
            </a:lvl9pPr>
          </a:lstStyle>
          <a:p/>
        </p:txBody>
      </p:sp>
      <p:sp>
        <p:nvSpPr>
          <p:cNvPr id="10964" name="Google Shape;10964;p180"/>
          <p:cNvSpPr txBox="1"/>
          <p:nvPr>
            <p:ph idx="44" type="title"/>
          </p:nvPr>
        </p:nvSpPr>
        <p:spPr>
          <a:xfrm flipH="1">
            <a:off x="3208773" y="579550"/>
            <a:ext cx="6679800" cy="1692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000"/>
              <a:buNone/>
              <a:defRPr sz="1000">
                <a:solidFill>
                  <a:srgbClr val="000000"/>
                </a:solidFill>
              </a:defRPr>
            </a:lvl1pPr>
            <a:lvl2pPr lvl="1">
              <a:spcBef>
                <a:spcPts val="0"/>
              </a:spcBef>
              <a:spcAft>
                <a:spcPts val="0"/>
              </a:spcAft>
              <a:buClr>
                <a:srgbClr val="000000"/>
              </a:buClr>
              <a:buSzPts val="1000"/>
              <a:buNone/>
              <a:defRPr sz="1000">
                <a:solidFill>
                  <a:srgbClr val="000000"/>
                </a:solidFill>
              </a:defRPr>
            </a:lvl2pPr>
            <a:lvl3pPr lvl="2">
              <a:spcBef>
                <a:spcPts val="0"/>
              </a:spcBef>
              <a:spcAft>
                <a:spcPts val="0"/>
              </a:spcAft>
              <a:buClr>
                <a:srgbClr val="000000"/>
              </a:buClr>
              <a:buSzPts val="1000"/>
              <a:buNone/>
              <a:defRPr sz="1000">
                <a:solidFill>
                  <a:srgbClr val="000000"/>
                </a:solidFill>
              </a:defRPr>
            </a:lvl3pPr>
            <a:lvl4pPr lvl="3">
              <a:spcBef>
                <a:spcPts val="0"/>
              </a:spcBef>
              <a:spcAft>
                <a:spcPts val="0"/>
              </a:spcAft>
              <a:buClr>
                <a:srgbClr val="000000"/>
              </a:buClr>
              <a:buSzPts val="1000"/>
              <a:buNone/>
              <a:defRPr sz="1000">
                <a:solidFill>
                  <a:srgbClr val="000000"/>
                </a:solidFill>
              </a:defRPr>
            </a:lvl4pPr>
            <a:lvl5pPr lvl="4">
              <a:spcBef>
                <a:spcPts val="0"/>
              </a:spcBef>
              <a:spcAft>
                <a:spcPts val="0"/>
              </a:spcAft>
              <a:buClr>
                <a:srgbClr val="000000"/>
              </a:buClr>
              <a:buSzPts val="1000"/>
              <a:buNone/>
              <a:defRPr sz="1000">
                <a:solidFill>
                  <a:srgbClr val="000000"/>
                </a:solidFill>
              </a:defRPr>
            </a:lvl5pPr>
            <a:lvl6pPr lvl="5">
              <a:spcBef>
                <a:spcPts val="0"/>
              </a:spcBef>
              <a:spcAft>
                <a:spcPts val="0"/>
              </a:spcAft>
              <a:buClr>
                <a:srgbClr val="000000"/>
              </a:buClr>
              <a:buSzPts val="1000"/>
              <a:buNone/>
              <a:defRPr sz="1000">
                <a:solidFill>
                  <a:srgbClr val="000000"/>
                </a:solidFill>
              </a:defRPr>
            </a:lvl6pPr>
            <a:lvl7pPr lvl="6">
              <a:spcBef>
                <a:spcPts val="0"/>
              </a:spcBef>
              <a:spcAft>
                <a:spcPts val="0"/>
              </a:spcAft>
              <a:buClr>
                <a:srgbClr val="000000"/>
              </a:buClr>
              <a:buSzPts val="1000"/>
              <a:buNone/>
              <a:defRPr sz="1000">
                <a:solidFill>
                  <a:srgbClr val="000000"/>
                </a:solidFill>
              </a:defRPr>
            </a:lvl7pPr>
            <a:lvl8pPr lvl="7">
              <a:spcBef>
                <a:spcPts val="0"/>
              </a:spcBef>
              <a:spcAft>
                <a:spcPts val="0"/>
              </a:spcAft>
              <a:buClr>
                <a:srgbClr val="000000"/>
              </a:buClr>
              <a:buSzPts val="1000"/>
              <a:buNone/>
              <a:defRPr sz="1000">
                <a:solidFill>
                  <a:srgbClr val="000000"/>
                </a:solidFill>
              </a:defRPr>
            </a:lvl8pPr>
            <a:lvl9pPr lvl="8">
              <a:spcBef>
                <a:spcPts val="0"/>
              </a:spcBef>
              <a:spcAft>
                <a:spcPts val="0"/>
              </a:spcAft>
              <a:buClr>
                <a:srgbClr val="000000"/>
              </a:buClr>
              <a:buSzPts val="1000"/>
              <a:buNone/>
              <a:defRPr sz="1000">
                <a:solidFill>
                  <a:srgbClr val="000000"/>
                </a:solidFill>
              </a:defRPr>
            </a:lvl9pPr>
          </a:lstStyle>
          <a:p/>
        </p:txBody>
      </p:sp>
      <p:sp>
        <p:nvSpPr>
          <p:cNvPr id="10965" name="Google Shape;10965;p180"/>
          <p:cNvSpPr txBox="1"/>
          <p:nvPr>
            <p:ph idx="45" type="body"/>
          </p:nvPr>
        </p:nvSpPr>
        <p:spPr>
          <a:xfrm>
            <a:off x="641150" y="612125"/>
            <a:ext cx="1770300" cy="160500"/>
          </a:xfrm>
          <a:prstGeom prst="rect">
            <a:avLst/>
          </a:prstGeom>
          <a:noFill/>
          <a:ln>
            <a:noFill/>
          </a:ln>
        </p:spPr>
        <p:txBody>
          <a:bodyPr anchorCtr="0" anchor="t" bIns="0" lIns="0" spcFirstLastPara="1" rIns="0" wrap="square" tIns="0">
            <a:noAutofit/>
          </a:bodyPr>
          <a:lstStyle>
            <a:lvl1pPr indent="-292100" lvl="0" marL="457200" algn="ctr">
              <a:spcBef>
                <a:spcPts val="0"/>
              </a:spcBef>
              <a:spcAft>
                <a:spcPts val="0"/>
              </a:spcAft>
              <a:buClr>
                <a:srgbClr val="FFFFFF"/>
              </a:buClr>
              <a:buSzPts val="1000"/>
              <a:buChar char="●"/>
              <a:defRPr sz="1000">
                <a:solidFill>
                  <a:srgbClr val="FFFFFF"/>
                </a:solidFill>
              </a:defRPr>
            </a:lvl1pPr>
            <a:lvl2pPr indent="-292100" lvl="1" marL="914400" algn="ctr">
              <a:spcBef>
                <a:spcPts val="0"/>
              </a:spcBef>
              <a:spcAft>
                <a:spcPts val="0"/>
              </a:spcAft>
              <a:buClr>
                <a:srgbClr val="FFFFFF"/>
              </a:buClr>
              <a:buSzPts val="1000"/>
              <a:buChar char="○"/>
              <a:defRPr sz="1000">
                <a:solidFill>
                  <a:srgbClr val="FFFFFF"/>
                </a:solidFill>
              </a:defRPr>
            </a:lvl2pPr>
            <a:lvl3pPr indent="-292100" lvl="2" marL="1371600" algn="ctr">
              <a:spcBef>
                <a:spcPts val="0"/>
              </a:spcBef>
              <a:spcAft>
                <a:spcPts val="0"/>
              </a:spcAft>
              <a:buClr>
                <a:srgbClr val="FFFFFF"/>
              </a:buClr>
              <a:buSzPts val="1000"/>
              <a:buChar char="■"/>
              <a:defRPr sz="1000">
                <a:solidFill>
                  <a:srgbClr val="FFFFFF"/>
                </a:solidFill>
              </a:defRPr>
            </a:lvl3pPr>
            <a:lvl4pPr indent="-292100" lvl="3" marL="1828800" algn="ctr">
              <a:spcBef>
                <a:spcPts val="0"/>
              </a:spcBef>
              <a:spcAft>
                <a:spcPts val="0"/>
              </a:spcAft>
              <a:buClr>
                <a:srgbClr val="FFFFFF"/>
              </a:buClr>
              <a:buSzPts val="1000"/>
              <a:buChar char="●"/>
              <a:defRPr sz="1000">
                <a:solidFill>
                  <a:srgbClr val="FFFFFF"/>
                </a:solidFill>
              </a:defRPr>
            </a:lvl4pPr>
            <a:lvl5pPr indent="-292100" lvl="4" marL="2286000" algn="ctr">
              <a:spcBef>
                <a:spcPts val="0"/>
              </a:spcBef>
              <a:spcAft>
                <a:spcPts val="0"/>
              </a:spcAft>
              <a:buClr>
                <a:srgbClr val="FFFFFF"/>
              </a:buClr>
              <a:buSzPts val="1000"/>
              <a:buChar char="○"/>
              <a:defRPr sz="1000">
                <a:solidFill>
                  <a:srgbClr val="FFFFFF"/>
                </a:solidFill>
              </a:defRPr>
            </a:lvl5pPr>
            <a:lvl6pPr indent="-292100" lvl="5" marL="2743200" algn="ctr">
              <a:spcBef>
                <a:spcPts val="0"/>
              </a:spcBef>
              <a:spcAft>
                <a:spcPts val="0"/>
              </a:spcAft>
              <a:buClr>
                <a:srgbClr val="FFFFFF"/>
              </a:buClr>
              <a:buSzPts val="1000"/>
              <a:buChar char="■"/>
              <a:defRPr sz="1000">
                <a:solidFill>
                  <a:srgbClr val="FFFFFF"/>
                </a:solidFill>
              </a:defRPr>
            </a:lvl6pPr>
            <a:lvl7pPr indent="-292100" lvl="6" marL="3200400" algn="ctr">
              <a:spcBef>
                <a:spcPts val="0"/>
              </a:spcBef>
              <a:spcAft>
                <a:spcPts val="0"/>
              </a:spcAft>
              <a:buClr>
                <a:srgbClr val="FFFFFF"/>
              </a:buClr>
              <a:buSzPts val="1000"/>
              <a:buChar char="●"/>
              <a:defRPr sz="1000">
                <a:solidFill>
                  <a:srgbClr val="FFFFFF"/>
                </a:solidFill>
              </a:defRPr>
            </a:lvl7pPr>
            <a:lvl8pPr indent="-292100" lvl="7" marL="3657600" algn="ctr">
              <a:spcBef>
                <a:spcPts val="0"/>
              </a:spcBef>
              <a:spcAft>
                <a:spcPts val="0"/>
              </a:spcAft>
              <a:buClr>
                <a:srgbClr val="FFFFFF"/>
              </a:buClr>
              <a:buSzPts val="1000"/>
              <a:buChar char="○"/>
              <a:defRPr sz="1000">
                <a:solidFill>
                  <a:srgbClr val="FFFFFF"/>
                </a:solidFill>
              </a:defRPr>
            </a:lvl8pPr>
            <a:lvl9pPr indent="-292100" lvl="8" marL="4114800" algn="ctr">
              <a:spcBef>
                <a:spcPts val="0"/>
              </a:spcBef>
              <a:spcAft>
                <a:spcPts val="0"/>
              </a:spcAft>
              <a:buClr>
                <a:srgbClr val="FFFFFF"/>
              </a:buClr>
              <a:buSzPts val="1000"/>
              <a:buChar char="■"/>
              <a:defRPr sz="1000">
                <a:solidFill>
                  <a:srgbClr val="FFFFFF"/>
                </a:solidFill>
              </a:defRPr>
            </a:lvl9pPr>
          </a:lstStyle>
          <a:p/>
        </p:txBody>
      </p:sp>
      <p:sp>
        <p:nvSpPr>
          <p:cNvPr id="10966" name="Google Shape;10966;p180"/>
          <p:cNvSpPr txBox="1"/>
          <p:nvPr/>
        </p:nvSpPr>
        <p:spPr>
          <a:xfrm>
            <a:off x="84825" y="598125"/>
            <a:ext cx="595500" cy="205800"/>
          </a:xfrm>
          <a:prstGeom prst="rect">
            <a:avLst/>
          </a:prstGeom>
          <a:noFill/>
          <a:ln>
            <a:noFill/>
          </a:ln>
        </p:spPr>
        <p:txBody>
          <a:bodyPr anchorCtr="0" anchor="t" bIns="18000" lIns="18000" spcFirstLastPara="1" rIns="18000" wrap="square" tIns="18000">
            <a:spAutoFit/>
          </a:bodyPr>
          <a:lstStyle/>
          <a:p>
            <a:pPr indent="0" lvl="0" marL="0" rtl="0" algn="l">
              <a:spcBef>
                <a:spcPts val="0"/>
              </a:spcBef>
              <a:spcAft>
                <a:spcPts val="0"/>
              </a:spcAft>
              <a:buNone/>
            </a:pPr>
            <a:r>
              <a:rPr lang="es-419" sz="1100">
                <a:solidFill>
                  <a:srgbClr val="FFFFFF"/>
                </a:solidFill>
              </a:rPr>
              <a:t>Nombre:</a:t>
            </a:r>
            <a:endParaRPr sz="1100">
              <a:solidFill>
                <a:srgbClr val="FFFFFF"/>
              </a:solidFill>
            </a:endParaRPr>
          </a:p>
        </p:txBody>
      </p:sp>
    </p:spTree>
  </p:cSld>
  <p:clrMapOvr>
    <a:masterClrMapping/>
  </p:clrMapOvr>
</p:sldLayout>
</file>

<file path=ppt/slideLayouts/slideLayout17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0.6 Recorrido del Cliente">
  <p:cSld name="TITLE_3_6_1_1_1_1_1">
    <p:spTree>
      <p:nvGrpSpPr>
        <p:cNvPr id="10967" name="Shape 10967"/>
        <p:cNvGrpSpPr/>
        <p:nvPr/>
      </p:nvGrpSpPr>
      <p:grpSpPr>
        <a:xfrm>
          <a:off x="0" y="0"/>
          <a:ext cx="0" cy="0"/>
          <a:chOff x="0" y="0"/>
          <a:chExt cx="0" cy="0"/>
        </a:xfrm>
      </p:grpSpPr>
      <p:sp>
        <p:nvSpPr>
          <p:cNvPr id="10968" name="Google Shape;10968;p181"/>
          <p:cNvSpPr/>
          <p:nvPr/>
        </p:nvSpPr>
        <p:spPr>
          <a:xfrm>
            <a:off x="97888" y="377012"/>
            <a:ext cx="9893400" cy="296700"/>
          </a:xfrm>
          <a:prstGeom prst="roundRect">
            <a:avLst>
              <a:gd fmla="val 22902" name="adj"/>
            </a:avLst>
          </a:prstGeom>
          <a:solidFill>
            <a:srgbClr val="F3F3F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10969" name="Google Shape;10969;p181"/>
          <p:cNvSpPr/>
          <p:nvPr/>
        </p:nvSpPr>
        <p:spPr>
          <a:xfrm>
            <a:off x="77688" y="358938"/>
            <a:ext cx="9935700" cy="6438000"/>
          </a:xfrm>
          <a:prstGeom prst="roundRect">
            <a:avLst>
              <a:gd fmla="val 2618" name="adj"/>
            </a:avLst>
          </a:prstGeom>
          <a:solidFill>
            <a:srgbClr val="FFFFFF"/>
          </a:solidFill>
          <a:ln cap="flat" cmpd="sng" w="38100">
            <a:solidFill>
              <a:srgbClr val="000000"/>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970" name="Google Shape;10970;p181"/>
          <p:cNvCxnSpPr/>
          <p:nvPr/>
        </p:nvCxnSpPr>
        <p:spPr>
          <a:xfrm>
            <a:off x="77688" y="772614"/>
            <a:ext cx="9935700" cy="0"/>
          </a:xfrm>
          <a:prstGeom prst="straightConnector1">
            <a:avLst/>
          </a:prstGeom>
          <a:noFill/>
          <a:ln cap="flat" cmpd="sng" w="19050">
            <a:solidFill>
              <a:srgbClr val="000000"/>
            </a:solidFill>
            <a:prstDash val="solid"/>
            <a:round/>
            <a:headEnd len="med" w="med" type="none"/>
            <a:tailEnd len="med" w="med" type="none"/>
          </a:ln>
        </p:spPr>
      </p:cxnSp>
      <p:cxnSp>
        <p:nvCxnSpPr>
          <p:cNvPr id="10971" name="Google Shape;10971;p181"/>
          <p:cNvCxnSpPr/>
          <p:nvPr/>
        </p:nvCxnSpPr>
        <p:spPr>
          <a:xfrm rot="10800000">
            <a:off x="2439038" y="368188"/>
            <a:ext cx="0" cy="402300"/>
          </a:xfrm>
          <a:prstGeom prst="straightConnector1">
            <a:avLst/>
          </a:prstGeom>
          <a:noFill/>
          <a:ln cap="flat" cmpd="sng" w="19050">
            <a:solidFill>
              <a:srgbClr val="000000"/>
            </a:solidFill>
            <a:prstDash val="solid"/>
            <a:round/>
            <a:headEnd len="med" w="med" type="none"/>
            <a:tailEnd len="med" w="med" type="none"/>
          </a:ln>
        </p:spPr>
      </p:cxnSp>
      <p:sp>
        <p:nvSpPr>
          <p:cNvPr id="10972" name="Google Shape;10972;p181"/>
          <p:cNvSpPr txBox="1"/>
          <p:nvPr>
            <p:ph type="title"/>
          </p:nvPr>
        </p:nvSpPr>
        <p:spPr>
          <a:xfrm flipH="1">
            <a:off x="3219174" y="437575"/>
            <a:ext cx="1731300" cy="2658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200"/>
              <a:buNone/>
              <a:defRPr sz="1200">
                <a:solidFill>
                  <a:srgbClr val="000000"/>
                </a:solidFill>
              </a:defRPr>
            </a:lvl1pPr>
            <a:lvl2pPr lvl="1">
              <a:spcBef>
                <a:spcPts val="0"/>
              </a:spcBef>
              <a:spcAft>
                <a:spcPts val="0"/>
              </a:spcAft>
              <a:buClr>
                <a:srgbClr val="000000"/>
              </a:buClr>
              <a:buSzPts val="1100"/>
              <a:buNone/>
              <a:defRPr sz="1100">
                <a:solidFill>
                  <a:srgbClr val="000000"/>
                </a:solidFill>
              </a:defRPr>
            </a:lvl2pPr>
            <a:lvl3pPr lvl="2">
              <a:spcBef>
                <a:spcPts val="0"/>
              </a:spcBef>
              <a:spcAft>
                <a:spcPts val="0"/>
              </a:spcAft>
              <a:buClr>
                <a:srgbClr val="000000"/>
              </a:buClr>
              <a:buSzPts val="1100"/>
              <a:buNone/>
              <a:defRPr sz="1100">
                <a:solidFill>
                  <a:srgbClr val="000000"/>
                </a:solidFill>
              </a:defRPr>
            </a:lvl3pPr>
            <a:lvl4pPr lvl="3">
              <a:spcBef>
                <a:spcPts val="0"/>
              </a:spcBef>
              <a:spcAft>
                <a:spcPts val="0"/>
              </a:spcAft>
              <a:buClr>
                <a:srgbClr val="000000"/>
              </a:buClr>
              <a:buSzPts val="1100"/>
              <a:buNone/>
              <a:defRPr sz="1100">
                <a:solidFill>
                  <a:srgbClr val="000000"/>
                </a:solidFill>
              </a:defRPr>
            </a:lvl4pPr>
            <a:lvl5pPr lvl="4">
              <a:spcBef>
                <a:spcPts val="0"/>
              </a:spcBef>
              <a:spcAft>
                <a:spcPts val="0"/>
              </a:spcAft>
              <a:buClr>
                <a:srgbClr val="000000"/>
              </a:buClr>
              <a:buSzPts val="1100"/>
              <a:buNone/>
              <a:defRPr sz="1100">
                <a:solidFill>
                  <a:srgbClr val="000000"/>
                </a:solidFill>
              </a:defRPr>
            </a:lvl5pPr>
            <a:lvl6pPr lvl="5">
              <a:spcBef>
                <a:spcPts val="0"/>
              </a:spcBef>
              <a:spcAft>
                <a:spcPts val="0"/>
              </a:spcAft>
              <a:buClr>
                <a:srgbClr val="000000"/>
              </a:buClr>
              <a:buSzPts val="1100"/>
              <a:buNone/>
              <a:defRPr sz="1100">
                <a:solidFill>
                  <a:srgbClr val="000000"/>
                </a:solidFill>
              </a:defRPr>
            </a:lvl6pPr>
            <a:lvl7pPr lvl="6">
              <a:spcBef>
                <a:spcPts val="0"/>
              </a:spcBef>
              <a:spcAft>
                <a:spcPts val="0"/>
              </a:spcAft>
              <a:buClr>
                <a:srgbClr val="000000"/>
              </a:buClr>
              <a:buSzPts val="1100"/>
              <a:buNone/>
              <a:defRPr sz="1100">
                <a:solidFill>
                  <a:srgbClr val="000000"/>
                </a:solidFill>
              </a:defRPr>
            </a:lvl7pPr>
            <a:lvl8pPr lvl="7">
              <a:spcBef>
                <a:spcPts val="0"/>
              </a:spcBef>
              <a:spcAft>
                <a:spcPts val="0"/>
              </a:spcAft>
              <a:buClr>
                <a:srgbClr val="000000"/>
              </a:buClr>
              <a:buSzPts val="1100"/>
              <a:buNone/>
              <a:defRPr sz="1100">
                <a:solidFill>
                  <a:srgbClr val="000000"/>
                </a:solidFill>
              </a:defRPr>
            </a:lvl8pPr>
            <a:lvl9pPr lvl="8">
              <a:spcBef>
                <a:spcPts val="0"/>
              </a:spcBef>
              <a:spcAft>
                <a:spcPts val="0"/>
              </a:spcAft>
              <a:buClr>
                <a:srgbClr val="000000"/>
              </a:buClr>
              <a:buSzPts val="1100"/>
              <a:buNone/>
              <a:defRPr sz="1100">
                <a:solidFill>
                  <a:srgbClr val="000000"/>
                </a:solidFill>
              </a:defRPr>
            </a:lvl9pPr>
          </a:lstStyle>
          <a:p/>
        </p:txBody>
      </p:sp>
      <p:sp>
        <p:nvSpPr>
          <p:cNvPr id="10973" name="Google Shape;10973;p181"/>
          <p:cNvSpPr txBox="1"/>
          <p:nvPr/>
        </p:nvSpPr>
        <p:spPr>
          <a:xfrm>
            <a:off x="2513487" y="437267"/>
            <a:ext cx="679500" cy="2664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b="1" lang="es-419" sz="1100"/>
              <a:t>Proceso o Servicio:</a:t>
            </a:r>
            <a:endParaRPr b="1" sz="1100"/>
          </a:p>
        </p:txBody>
      </p:sp>
      <p:cxnSp>
        <p:nvCxnSpPr>
          <p:cNvPr id="10974" name="Google Shape;10974;p181"/>
          <p:cNvCxnSpPr/>
          <p:nvPr/>
        </p:nvCxnSpPr>
        <p:spPr>
          <a:xfrm rot="10800000">
            <a:off x="5070754" y="368188"/>
            <a:ext cx="0" cy="402300"/>
          </a:xfrm>
          <a:prstGeom prst="straightConnector1">
            <a:avLst/>
          </a:prstGeom>
          <a:noFill/>
          <a:ln cap="flat" cmpd="sng" w="19050">
            <a:solidFill>
              <a:srgbClr val="000000"/>
            </a:solidFill>
            <a:prstDash val="solid"/>
            <a:round/>
            <a:headEnd len="med" w="med" type="none"/>
            <a:tailEnd len="med" w="med" type="none"/>
          </a:ln>
        </p:spPr>
      </p:cxnSp>
      <p:sp>
        <p:nvSpPr>
          <p:cNvPr id="10975" name="Google Shape;10975;p181"/>
          <p:cNvSpPr txBox="1"/>
          <p:nvPr/>
        </p:nvSpPr>
        <p:spPr>
          <a:xfrm>
            <a:off x="5191013" y="387663"/>
            <a:ext cx="13026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Finalidad empresa:</a:t>
            </a:r>
            <a:endParaRPr b="1" sz="1100"/>
          </a:p>
        </p:txBody>
      </p:sp>
      <p:sp>
        <p:nvSpPr>
          <p:cNvPr id="10976" name="Google Shape;10976;p181"/>
          <p:cNvSpPr txBox="1"/>
          <p:nvPr/>
        </p:nvSpPr>
        <p:spPr>
          <a:xfrm>
            <a:off x="5191013" y="579538"/>
            <a:ext cx="11637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Finalidad cliente:</a:t>
            </a:r>
            <a:endParaRPr b="1" sz="1100"/>
          </a:p>
        </p:txBody>
      </p:sp>
      <p:sp>
        <p:nvSpPr>
          <p:cNvPr id="10977" name="Google Shape;10977;p181"/>
          <p:cNvSpPr/>
          <p:nvPr/>
        </p:nvSpPr>
        <p:spPr>
          <a:xfrm>
            <a:off x="77688" y="349338"/>
            <a:ext cx="2361300" cy="421200"/>
          </a:xfrm>
          <a:prstGeom prst="roundRect">
            <a:avLst>
              <a:gd fmla="val 50000" name="adj"/>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s-419" sz="1200">
                <a:solidFill>
                  <a:srgbClr val="FFFFFF"/>
                </a:solidFill>
              </a:rPr>
              <a:t>Recorrido del Cliente</a:t>
            </a:r>
            <a:endParaRPr b="1" sz="1200">
              <a:solidFill>
                <a:srgbClr val="FFFFFF"/>
              </a:solidFill>
            </a:endParaRPr>
          </a:p>
          <a:p>
            <a:pPr indent="0" lvl="0" marL="0" rtl="0" algn="ctr">
              <a:spcBef>
                <a:spcPts val="0"/>
              </a:spcBef>
              <a:spcAft>
                <a:spcPts val="0"/>
              </a:spcAft>
              <a:buNone/>
            </a:pPr>
            <a:r>
              <a:t/>
            </a:r>
            <a:endParaRPr b="1" sz="1200">
              <a:solidFill>
                <a:srgbClr val="FFFFFF"/>
              </a:solidFill>
            </a:endParaRPr>
          </a:p>
        </p:txBody>
      </p:sp>
      <p:sp>
        <p:nvSpPr>
          <p:cNvPr id="10978" name="Google Shape;10978;p181"/>
          <p:cNvSpPr/>
          <p:nvPr/>
        </p:nvSpPr>
        <p:spPr>
          <a:xfrm>
            <a:off x="83988" y="595504"/>
            <a:ext cx="190200" cy="1692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9" name="Google Shape;10979;p181"/>
          <p:cNvSpPr/>
          <p:nvPr/>
        </p:nvSpPr>
        <p:spPr>
          <a:xfrm>
            <a:off x="2292338" y="358938"/>
            <a:ext cx="146700" cy="4023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0" name="Google Shape;10980;p181"/>
          <p:cNvSpPr txBox="1"/>
          <p:nvPr>
            <p:ph idx="2" type="title"/>
          </p:nvPr>
        </p:nvSpPr>
        <p:spPr>
          <a:xfrm flipH="1">
            <a:off x="6546263" y="387663"/>
            <a:ext cx="3350100" cy="1692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000"/>
              <a:buNone/>
              <a:defRPr sz="1000">
                <a:solidFill>
                  <a:srgbClr val="000000"/>
                </a:solidFill>
              </a:defRPr>
            </a:lvl1pPr>
            <a:lvl2pPr lvl="1">
              <a:spcBef>
                <a:spcPts val="0"/>
              </a:spcBef>
              <a:spcAft>
                <a:spcPts val="0"/>
              </a:spcAft>
              <a:buClr>
                <a:srgbClr val="000000"/>
              </a:buClr>
              <a:buSzPts val="1000"/>
              <a:buNone/>
              <a:defRPr sz="1000">
                <a:solidFill>
                  <a:srgbClr val="000000"/>
                </a:solidFill>
              </a:defRPr>
            </a:lvl2pPr>
            <a:lvl3pPr lvl="2">
              <a:spcBef>
                <a:spcPts val="0"/>
              </a:spcBef>
              <a:spcAft>
                <a:spcPts val="0"/>
              </a:spcAft>
              <a:buClr>
                <a:srgbClr val="000000"/>
              </a:buClr>
              <a:buSzPts val="1000"/>
              <a:buNone/>
              <a:defRPr sz="1000">
                <a:solidFill>
                  <a:srgbClr val="000000"/>
                </a:solidFill>
              </a:defRPr>
            </a:lvl3pPr>
            <a:lvl4pPr lvl="3">
              <a:spcBef>
                <a:spcPts val="0"/>
              </a:spcBef>
              <a:spcAft>
                <a:spcPts val="0"/>
              </a:spcAft>
              <a:buClr>
                <a:srgbClr val="000000"/>
              </a:buClr>
              <a:buSzPts val="1000"/>
              <a:buNone/>
              <a:defRPr sz="1000">
                <a:solidFill>
                  <a:srgbClr val="000000"/>
                </a:solidFill>
              </a:defRPr>
            </a:lvl4pPr>
            <a:lvl5pPr lvl="4">
              <a:spcBef>
                <a:spcPts val="0"/>
              </a:spcBef>
              <a:spcAft>
                <a:spcPts val="0"/>
              </a:spcAft>
              <a:buClr>
                <a:srgbClr val="000000"/>
              </a:buClr>
              <a:buSzPts val="1000"/>
              <a:buNone/>
              <a:defRPr sz="1000">
                <a:solidFill>
                  <a:srgbClr val="000000"/>
                </a:solidFill>
              </a:defRPr>
            </a:lvl5pPr>
            <a:lvl6pPr lvl="5">
              <a:spcBef>
                <a:spcPts val="0"/>
              </a:spcBef>
              <a:spcAft>
                <a:spcPts val="0"/>
              </a:spcAft>
              <a:buClr>
                <a:srgbClr val="000000"/>
              </a:buClr>
              <a:buSzPts val="1000"/>
              <a:buNone/>
              <a:defRPr sz="1000">
                <a:solidFill>
                  <a:srgbClr val="000000"/>
                </a:solidFill>
              </a:defRPr>
            </a:lvl6pPr>
            <a:lvl7pPr lvl="6">
              <a:spcBef>
                <a:spcPts val="0"/>
              </a:spcBef>
              <a:spcAft>
                <a:spcPts val="0"/>
              </a:spcAft>
              <a:buClr>
                <a:srgbClr val="000000"/>
              </a:buClr>
              <a:buSzPts val="1000"/>
              <a:buNone/>
              <a:defRPr sz="1000">
                <a:solidFill>
                  <a:srgbClr val="000000"/>
                </a:solidFill>
              </a:defRPr>
            </a:lvl7pPr>
            <a:lvl8pPr lvl="7">
              <a:spcBef>
                <a:spcPts val="0"/>
              </a:spcBef>
              <a:spcAft>
                <a:spcPts val="0"/>
              </a:spcAft>
              <a:buClr>
                <a:srgbClr val="000000"/>
              </a:buClr>
              <a:buSzPts val="1000"/>
              <a:buNone/>
              <a:defRPr sz="1000">
                <a:solidFill>
                  <a:srgbClr val="000000"/>
                </a:solidFill>
              </a:defRPr>
            </a:lvl8pPr>
            <a:lvl9pPr lvl="8">
              <a:spcBef>
                <a:spcPts val="0"/>
              </a:spcBef>
              <a:spcAft>
                <a:spcPts val="0"/>
              </a:spcAft>
              <a:buClr>
                <a:srgbClr val="000000"/>
              </a:buClr>
              <a:buSzPts val="1000"/>
              <a:buNone/>
              <a:defRPr sz="1000">
                <a:solidFill>
                  <a:srgbClr val="000000"/>
                </a:solidFill>
              </a:defRPr>
            </a:lvl9pPr>
          </a:lstStyle>
          <a:p/>
        </p:txBody>
      </p:sp>
      <p:sp>
        <p:nvSpPr>
          <p:cNvPr id="10981" name="Google Shape;10981;p181"/>
          <p:cNvSpPr txBox="1"/>
          <p:nvPr>
            <p:ph idx="3" type="title"/>
          </p:nvPr>
        </p:nvSpPr>
        <p:spPr>
          <a:xfrm flipH="1">
            <a:off x="6546263" y="579538"/>
            <a:ext cx="3350100" cy="1692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000"/>
              <a:buNone/>
              <a:defRPr sz="1000">
                <a:solidFill>
                  <a:srgbClr val="000000"/>
                </a:solidFill>
              </a:defRPr>
            </a:lvl1pPr>
            <a:lvl2pPr lvl="1">
              <a:spcBef>
                <a:spcPts val="0"/>
              </a:spcBef>
              <a:spcAft>
                <a:spcPts val="0"/>
              </a:spcAft>
              <a:buClr>
                <a:srgbClr val="000000"/>
              </a:buClr>
              <a:buSzPts val="1000"/>
              <a:buNone/>
              <a:defRPr sz="1000">
                <a:solidFill>
                  <a:srgbClr val="000000"/>
                </a:solidFill>
              </a:defRPr>
            </a:lvl2pPr>
            <a:lvl3pPr lvl="2">
              <a:spcBef>
                <a:spcPts val="0"/>
              </a:spcBef>
              <a:spcAft>
                <a:spcPts val="0"/>
              </a:spcAft>
              <a:buClr>
                <a:srgbClr val="000000"/>
              </a:buClr>
              <a:buSzPts val="1000"/>
              <a:buNone/>
              <a:defRPr sz="1000">
                <a:solidFill>
                  <a:srgbClr val="000000"/>
                </a:solidFill>
              </a:defRPr>
            </a:lvl3pPr>
            <a:lvl4pPr lvl="3">
              <a:spcBef>
                <a:spcPts val="0"/>
              </a:spcBef>
              <a:spcAft>
                <a:spcPts val="0"/>
              </a:spcAft>
              <a:buClr>
                <a:srgbClr val="000000"/>
              </a:buClr>
              <a:buSzPts val="1000"/>
              <a:buNone/>
              <a:defRPr sz="1000">
                <a:solidFill>
                  <a:srgbClr val="000000"/>
                </a:solidFill>
              </a:defRPr>
            </a:lvl4pPr>
            <a:lvl5pPr lvl="4">
              <a:spcBef>
                <a:spcPts val="0"/>
              </a:spcBef>
              <a:spcAft>
                <a:spcPts val="0"/>
              </a:spcAft>
              <a:buClr>
                <a:srgbClr val="000000"/>
              </a:buClr>
              <a:buSzPts val="1000"/>
              <a:buNone/>
              <a:defRPr sz="1000">
                <a:solidFill>
                  <a:srgbClr val="000000"/>
                </a:solidFill>
              </a:defRPr>
            </a:lvl5pPr>
            <a:lvl6pPr lvl="5">
              <a:spcBef>
                <a:spcPts val="0"/>
              </a:spcBef>
              <a:spcAft>
                <a:spcPts val="0"/>
              </a:spcAft>
              <a:buClr>
                <a:srgbClr val="000000"/>
              </a:buClr>
              <a:buSzPts val="1000"/>
              <a:buNone/>
              <a:defRPr sz="1000">
                <a:solidFill>
                  <a:srgbClr val="000000"/>
                </a:solidFill>
              </a:defRPr>
            </a:lvl6pPr>
            <a:lvl7pPr lvl="6">
              <a:spcBef>
                <a:spcPts val="0"/>
              </a:spcBef>
              <a:spcAft>
                <a:spcPts val="0"/>
              </a:spcAft>
              <a:buClr>
                <a:srgbClr val="000000"/>
              </a:buClr>
              <a:buSzPts val="1000"/>
              <a:buNone/>
              <a:defRPr sz="1000">
                <a:solidFill>
                  <a:srgbClr val="000000"/>
                </a:solidFill>
              </a:defRPr>
            </a:lvl7pPr>
            <a:lvl8pPr lvl="7">
              <a:spcBef>
                <a:spcPts val="0"/>
              </a:spcBef>
              <a:spcAft>
                <a:spcPts val="0"/>
              </a:spcAft>
              <a:buClr>
                <a:srgbClr val="000000"/>
              </a:buClr>
              <a:buSzPts val="1000"/>
              <a:buNone/>
              <a:defRPr sz="1000">
                <a:solidFill>
                  <a:srgbClr val="000000"/>
                </a:solidFill>
              </a:defRPr>
            </a:lvl8pPr>
            <a:lvl9pPr lvl="8">
              <a:spcBef>
                <a:spcPts val="0"/>
              </a:spcBef>
              <a:spcAft>
                <a:spcPts val="0"/>
              </a:spcAft>
              <a:buClr>
                <a:srgbClr val="000000"/>
              </a:buClr>
              <a:buSzPts val="1000"/>
              <a:buNone/>
              <a:defRPr sz="1000">
                <a:solidFill>
                  <a:srgbClr val="000000"/>
                </a:solidFill>
              </a:defRPr>
            </a:lvl9pPr>
          </a:lstStyle>
          <a:p/>
        </p:txBody>
      </p:sp>
      <p:sp>
        <p:nvSpPr>
          <p:cNvPr id="10982" name="Google Shape;10982;p181"/>
          <p:cNvSpPr/>
          <p:nvPr/>
        </p:nvSpPr>
        <p:spPr>
          <a:xfrm>
            <a:off x="215766" y="5842775"/>
            <a:ext cx="9664500" cy="726900"/>
          </a:xfrm>
          <a:prstGeom prst="roundRect">
            <a:avLst>
              <a:gd fmla="val 14745" name="adj"/>
            </a:avLst>
          </a:prstGeom>
          <a:solidFill>
            <a:srgbClr val="F3F3F3"/>
          </a:solidFill>
          <a:ln cap="flat" cmpd="sng" w="9525">
            <a:solidFill>
              <a:srgbClr val="666666"/>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i="1" lang="es-419">
                <a:solidFill>
                  <a:srgbClr val="CCCCCC"/>
                </a:solidFill>
              </a:rPr>
              <a:t>Terceros         -         Terceros         -         Terceros         -         Terceros         -         Terceros</a:t>
            </a:r>
            <a:endParaRPr b="1" i="1">
              <a:solidFill>
                <a:srgbClr val="CCCCCC"/>
              </a:solidFill>
            </a:endParaRPr>
          </a:p>
        </p:txBody>
      </p:sp>
      <p:grpSp>
        <p:nvGrpSpPr>
          <p:cNvPr id="10983" name="Google Shape;10983;p181"/>
          <p:cNvGrpSpPr/>
          <p:nvPr/>
        </p:nvGrpSpPr>
        <p:grpSpPr>
          <a:xfrm>
            <a:off x="216411" y="1423705"/>
            <a:ext cx="9665547" cy="91376"/>
            <a:chOff x="184725" y="1341225"/>
            <a:chExt cx="9688800" cy="108600"/>
          </a:xfrm>
        </p:grpSpPr>
        <p:sp>
          <p:nvSpPr>
            <p:cNvPr id="10984" name="Google Shape;10984;p181"/>
            <p:cNvSpPr txBox="1"/>
            <p:nvPr/>
          </p:nvSpPr>
          <p:spPr>
            <a:xfrm>
              <a:off x="184725" y="1341225"/>
              <a:ext cx="9688800" cy="108600"/>
            </a:xfrm>
            <a:prstGeom prst="rect">
              <a:avLst/>
            </a:prstGeom>
            <a:solidFill>
              <a:srgbClr val="CCCCCC"/>
            </a:solidFill>
            <a:ln cap="flat" cmpd="sng" w="9525">
              <a:solidFill>
                <a:srgbClr val="B7B7B7"/>
              </a:solidFill>
              <a:prstDash val="solid"/>
              <a:round/>
              <a:headEnd len="sm" w="sm" type="none"/>
              <a:tailEnd len="sm" w="sm" type="none"/>
            </a:ln>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cxnSp>
          <p:nvCxnSpPr>
            <p:cNvPr id="10985" name="Google Shape;10985;p181"/>
            <p:cNvCxnSpPr>
              <a:stCxn id="10984" idx="1"/>
              <a:endCxn id="10984" idx="3"/>
            </p:cNvCxnSpPr>
            <p:nvPr/>
          </p:nvCxnSpPr>
          <p:spPr>
            <a:xfrm>
              <a:off x="184725" y="1395525"/>
              <a:ext cx="9688800" cy="0"/>
            </a:xfrm>
            <a:prstGeom prst="straightConnector1">
              <a:avLst/>
            </a:prstGeom>
            <a:noFill/>
            <a:ln cap="flat" cmpd="sng" w="9525">
              <a:solidFill>
                <a:srgbClr val="424242"/>
              </a:solidFill>
              <a:prstDash val="dash"/>
              <a:round/>
              <a:headEnd len="med" w="med" type="none"/>
              <a:tailEnd len="med" w="med" type="none"/>
            </a:ln>
          </p:spPr>
        </p:cxnSp>
        <p:cxnSp>
          <p:nvCxnSpPr>
            <p:cNvPr id="10986" name="Google Shape;10986;p181"/>
            <p:cNvCxnSpPr/>
            <p:nvPr/>
          </p:nvCxnSpPr>
          <p:spPr>
            <a:xfrm>
              <a:off x="609706" y="1396148"/>
              <a:ext cx="303300" cy="600"/>
            </a:xfrm>
            <a:prstGeom prst="straightConnector1">
              <a:avLst/>
            </a:prstGeom>
            <a:noFill/>
            <a:ln cap="flat" cmpd="sng" w="28575">
              <a:solidFill>
                <a:srgbClr val="999999"/>
              </a:solidFill>
              <a:prstDash val="solid"/>
              <a:round/>
              <a:headEnd len="med" w="med" type="none"/>
              <a:tailEnd len="med" w="med" type="stealth"/>
            </a:ln>
          </p:spPr>
        </p:cxnSp>
        <p:cxnSp>
          <p:nvCxnSpPr>
            <p:cNvPr id="10987" name="Google Shape;10987;p181"/>
            <p:cNvCxnSpPr/>
            <p:nvPr/>
          </p:nvCxnSpPr>
          <p:spPr>
            <a:xfrm>
              <a:off x="1371600" y="1394979"/>
              <a:ext cx="303300" cy="600"/>
            </a:xfrm>
            <a:prstGeom prst="straightConnector1">
              <a:avLst/>
            </a:prstGeom>
            <a:noFill/>
            <a:ln cap="flat" cmpd="sng" w="28575">
              <a:solidFill>
                <a:srgbClr val="999999"/>
              </a:solidFill>
              <a:prstDash val="solid"/>
              <a:round/>
              <a:headEnd len="med" w="med" type="none"/>
              <a:tailEnd len="med" w="med" type="stealth"/>
            </a:ln>
          </p:spPr>
        </p:cxnSp>
        <p:cxnSp>
          <p:nvCxnSpPr>
            <p:cNvPr id="10988" name="Google Shape;10988;p181"/>
            <p:cNvCxnSpPr/>
            <p:nvPr/>
          </p:nvCxnSpPr>
          <p:spPr>
            <a:xfrm>
              <a:off x="2224624" y="1396148"/>
              <a:ext cx="303300" cy="600"/>
            </a:xfrm>
            <a:prstGeom prst="straightConnector1">
              <a:avLst/>
            </a:prstGeom>
            <a:noFill/>
            <a:ln cap="flat" cmpd="sng" w="28575">
              <a:solidFill>
                <a:srgbClr val="999999"/>
              </a:solidFill>
              <a:prstDash val="solid"/>
              <a:round/>
              <a:headEnd len="med" w="med" type="none"/>
              <a:tailEnd len="med" w="med" type="stealth"/>
            </a:ln>
          </p:spPr>
        </p:cxnSp>
        <p:cxnSp>
          <p:nvCxnSpPr>
            <p:cNvPr id="10989" name="Google Shape;10989;p181"/>
            <p:cNvCxnSpPr/>
            <p:nvPr/>
          </p:nvCxnSpPr>
          <p:spPr>
            <a:xfrm>
              <a:off x="2986518" y="1394979"/>
              <a:ext cx="303300" cy="600"/>
            </a:xfrm>
            <a:prstGeom prst="straightConnector1">
              <a:avLst/>
            </a:prstGeom>
            <a:noFill/>
            <a:ln cap="flat" cmpd="sng" w="28575">
              <a:solidFill>
                <a:srgbClr val="999999"/>
              </a:solidFill>
              <a:prstDash val="solid"/>
              <a:round/>
              <a:headEnd len="med" w="med" type="none"/>
              <a:tailEnd len="med" w="med" type="stealth"/>
            </a:ln>
          </p:spPr>
        </p:cxnSp>
        <p:cxnSp>
          <p:nvCxnSpPr>
            <p:cNvPr id="10990" name="Google Shape;10990;p181"/>
            <p:cNvCxnSpPr/>
            <p:nvPr/>
          </p:nvCxnSpPr>
          <p:spPr>
            <a:xfrm>
              <a:off x="3758233" y="1396148"/>
              <a:ext cx="303300" cy="600"/>
            </a:xfrm>
            <a:prstGeom prst="straightConnector1">
              <a:avLst/>
            </a:prstGeom>
            <a:noFill/>
            <a:ln cap="flat" cmpd="sng" w="28575">
              <a:solidFill>
                <a:srgbClr val="999999"/>
              </a:solidFill>
              <a:prstDash val="solid"/>
              <a:round/>
              <a:headEnd len="med" w="med" type="none"/>
              <a:tailEnd len="med" w="med" type="stealth"/>
            </a:ln>
          </p:spPr>
        </p:cxnSp>
        <p:cxnSp>
          <p:nvCxnSpPr>
            <p:cNvPr id="10991" name="Google Shape;10991;p181"/>
            <p:cNvCxnSpPr/>
            <p:nvPr/>
          </p:nvCxnSpPr>
          <p:spPr>
            <a:xfrm>
              <a:off x="4520126" y="1394979"/>
              <a:ext cx="303300" cy="600"/>
            </a:xfrm>
            <a:prstGeom prst="straightConnector1">
              <a:avLst/>
            </a:prstGeom>
            <a:noFill/>
            <a:ln cap="flat" cmpd="sng" w="28575">
              <a:solidFill>
                <a:srgbClr val="999999"/>
              </a:solidFill>
              <a:prstDash val="solid"/>
              <a:round/>
              <a:headEnd len="med" w="med" type="none"/>
              <a:tailEnd len="med" w="med" type="stealth"/>
            </a:ln>
          </p:spPr>
        </p:cxnSp>
        <p:cxnSp>
          <p:nvCxnSpPr>
            <p:cNvPr id="10992" name="Google Shape;10992;p181"/>
            <p:cNvCxnSpPr/>
            <p:nvPr/>
          </p:nvCxnSpPr>
          <p:spPr>
            <a:xfrm>
              <a:off x="5373150" y="1396148"/>
              <a:ext cx="303300" cy="600"/>
            </a:xfrm>
            <a:prstGeom prst="straightConnector1">
              <a:avLst/>
            </a:prstGeom>
            <a:noFill/>
            <a:ln cap="flat" cmpd="sng" w="28575">
              <a:solidFill>
                <a:srgbClr val="999999"/>
              </a:solidFill>
              <a:prstDash val="solid"/>
              <a:round/>
              <a:headEnd len="med" w="med" type="none"/>
              <a:tailEnd len="med" w="med" type="stealth"/>
            </a:ln>
          </p:spPr>
        </p:cxnSp>
        <p:cxnSp>
          <p:nvCxnSpPr>
            <p:cNvPr id="10993" name="Google Shape;10993;p181"/>
            <p:cNvCxnSpPr/>
            <p:nvPr/>
          </p:nvCxnSpPr>
          <p:spPr>
            <a:xfrm>
              <a:off x="6135044" y="1394979"/>
              <a:ext cx="303300" cy="600"/>
            </a:xfrm>
            <a:prstGeom prst="straightConnector1">
              <a:avLst/>
            </a:prstGeom>
            <a:noFill/>
            <a:ln cap="flat" cmpd="sng" w="28575">
              <a:solidFill>
                <a:srgbClr val="999999"/>
              </a:solidFill>
              <a:prstDash val="solid"/>
              <a:round/>
              <a:headEnd len="med" w="med" type="none"/>
              <a:tailEnd len="med" w="med" type="stealth"/>
            </a:ln>
          </p:spPr>
        </p:cxnSp>
        <p:cxnSp>
          <p:nvCxnSpPr>
            <p:cNvPr id="10994" name="Google Shape;10994;p181"/>
            <p:cNvCxnSpPr/>
            <p:nvPr/>
          </p:nvCxnSpPr>
          <p:spPr>
            <a:xfrm>
              <a:off x="6934094" y="1394979"/>
              <a:ext cx="303300" cy="600"/>
            </a:xfrm>
            <a:prstGeom prst="straightConnector1">
              <a:avLst/>
            </a:prstGeom>
            <a:noFill/>
            <a:ln cap="flat" cmpd="sng" w="28575">
              <a:solidFill>
                <a:srgbClr val="999999"/>
              </a:solidFill>
              <a:prstDash val="solid"/>
              <a:round/>
              <a:headEnd len="med" w="med" type="none"/>
              <a:tailEnd len="med" w="med" type="stealth"/>
            </a:ln>
          </p:spPr>
        </p:cxnSp>
        <p:cxnSp>
          <p:nvCxnSpPr>
            <p:cNvPr id="10995" name="Google Shape;10995;p181"/>
            <p:cNvCxnSpPr/>
            <p:nvPr/>
          </p:nvCxnSpPr>
          <p:spPr>
            <a:xfrm>
              <a:off x="7705809" y="1396148"/>
              <a:ext cx="303300" cy="600"/>
            </a:xfrm>
            <a:prstGeom prst="straightConnector1">
              <a:avLst/>
            </a:prstGeom>
            <a:noFill/>
            <a:ln cap="flat" cmpd="sng" w="28575">
              <a:solidFill>
                <a:srgbClr val="999999"/>
              </a:solidFill>
              <a:prstDash val="solid"/>
              <a:round/>
              <a:headEnd len="med" w="med" type="none"/>
              <a:tailEnd len="med" w="med" type="stealth"/>
            </a:ln>
          </p:spPr>
        </p:cxnSp>
        <p:cxnSp>
          <p:nvCxnSpPr>
            <p:cNvPr id="10996" name="Google Shape;10996;p181"/>
            <p:cNvCxnSpPr/>
            <p:nvPr/>
          </p:nvCxnSpPr>
          <p:spPr>
            <a:xfrm>
              <a:off x="8467703" y="1394979"/>
              <a:ext cx="303300" cy="600"/>
            </a:xfrm>
            <a:prstGeom prst="straightConnector1">
              <a:avLst/>
            </a:prstGeom>
            <a:noFill/>
            <a:ln cap="flat" cmpd="sng" w="28575">
              <a:solidFill>
                <a:srgbClr val="999999"/>
              </a:solidFill>
              <a:prstDash val="solid"/>
              <a:round/>
              <a:headEnd len="med" w="med" type="none"/>
              <a:tailEnd len="med" w="med" type="stealth"/>
            </a:ln>
          </p:spPr>
        </p:cxnSp>
        <p:cxnSp>
          <p:nvCxnSpPr>
            <p:cNvPr id="10997" name="Google Shape;10997;p181"/>
            <p:cNvCxnSpPr/>
            <p:nvPr/>
          </p:nvCxnSpPr>
          <p:spPr>
            <a:xfrm>
              <a:off x="9320727" y="1396148"/>
              <a:ext cx="303300" cy="600"/>
            </a:xfrm>
            <a:prstGeom prst="straightConnector1">
              <a:avLst/>
            </a:prstGeom>
            <a:noFill/>
            <a:ln cap="flat" cmpd="sng" w="28575">
              <a:solidFill>
                <a:srgbClr val="999999"/>
              </a:solidFill>
              <a:prstDash val="solid"/>
              <a:round/>
              <a:headEnd len="med" w="med" type="none"/>
              <a:tailEnd len="med" w="med" type="stealth"/>
            </a:ln>
          </p:spPr>
        </p:cxnSp>
      </p:grpSp>
      <p:sp>
        <p:nvSpPr>
          <p:cNvPr id="10998" name="Google Shape;10998;p181"/>
          <p:cNvSpPr txBox="1"/>
          <p:nvPr>
            <p:ph idx="1" type="body"/>
          </p:nvPr>
        </p:nvSpPr>
        <p:spPr>
          <a:xfrm>
            <a:off x="641150" y="612125"/>
            <a:ext cx="1770300" cy="160500"/>
          </a:xfrm>
          <a:prstGeom prst="rect">
            <a:avLst/>
          </a:prstGeom>
          <a:noFill/>
          <a:ln>
            <a:noFill/>
          </a:ln>
        </p:spPr>
        <p:txBody>
          <a:bodyPr anchorCtr="0" anchor="t" bIns="0" lIns="0" spcFirstLastPara="1" rIns="0" wrap="square" tIns="0">
            <a:noAutofit/>
          </a:bodyPr>
          <a:lstStyle>
            <a:lvl1pPr indent="-292100" lvl="0" marL="457200" algn="ctr">
              <a:spcBef>
                <a:spcPts val="0"/>
              </a:spcBef>
              <a:spcAft>
                <a:spcPts val="0"/>
              </a:spcAft>
              <a:buClr>
                <a:srgbClr val="FFFFFF"/>
              </a:buClr>
              <a:buSzPts val="1000"/>
              <a:buChar char="●"/>
              <a:defRPr sz="1000">
                <a:solidFill>
                  <a:srgbClr val="FFFFFF"/>
                </a:solidFill>
              </a:defRPr>
            </a:lvl1pPr>
            <a:lvl2pPr indent="-292100" lvl="1" marL="914400" algn="ctr">
              <a:spcBef>
                <a:spcPts val="0"/>
              </a:spcBef>
              <a:spcAft>
                <a:spcPts val="0"/>
              </a:spcAft>
              <a:buClr>
                <a:srgbClr val="FFFFFF"/>
              </a:buClr>
              <a:buSzPts val="1000"/>
              <a:buChar char="○"/>
              <a:defRPr sz="1000">
                <a:solidFill>
                  <a:srgbClr val="FFFFFF"/>
                </a:solidFill>
              </a:defRPr>
            </a:lvl2pPr>
            <a:lvl3pPr indent="-292100" lvl="2" marL="1371600" algn="ctr">
              <a:spcBef>
                <a:spcPts val="0"/>
              </a:spcBef>
              <a:spcAft>
                <a:spcPts val="0"/>
              </a:spcAft>
              <a:buClr>
                <a:srgbClr val="FFFFFF"/>
              </a:buClr>
              <a:buSzPts val="1000"/>
              <a:buChar char="■"/>
              <a:defRPr sz="1000">
                <a:solidFill>
                  <a:srgbClr val="FFFFFF"/>
                </a:solidFill>
              </a:defRPr>
            </a:lvl3pPr>
            <a:lvl4pPr indent="-292100" lvl="3" marL="1828800" algn="ctr">
              <a:spcBef>
                <a:spcPts val="0"/>
              </a:spcBef>
              <a:spcAft>
                <a:spcPts val="0"/>
              </a:spcAft>
              <a:buClr>
                <a:srgbClr val="FFFFFF"/>
              </a:buClr>
              <a:buSzPts val="1000"/>
              <a:buChar char="●"/>
              <a:defRPr sz="1000">
                <a:solidFill>
                  <a:srgbClr val="FFFFFF"/>
                </a:solidFill>
              </a:defRPr>
            </a:lvl4pPr>
            <a:lvl5pPr indent="-292100" lvl="4" marL="2286000" algn="ctr">
              <a:spcBef>
                <a:spcPts val="0"/>
              </a:spcBef>
              <a:spcAft>
                <a:spcPts val="0"/>
              </a:spcAft>
              <a:buClr>
                <a:srgbClr val="FFFFFF"/>
              </a:buClr>
              <a:buSzPts val="1000"/>
              <a:buChar char="○"/>
              <a:defRPr sz="1000">
                <a:solidFill>
                  <a:srgbClr val="FFFFFF"/>
                </a:solidFill>
              </a:defRPr>
            </a:lvl5pPr>
            <a:lvl6pPr indent="-292100" lvl="5" marL="2743200" algn="ctr">
              <a:spcBef>
                <a:spcPts val="0"/>
              </a:spcBef>
              <a:spcAft>
                <a:spcPts val="0"/>
              </a:spcAft>
              <a:buClr>
                <a:srgbClr val="FFFFFF"/>
              </a:buClr>
              <a:buSzPts val="1000"/>
              <a:buChar char="■"/>
              <a:defRPr sz="1000">
                <a:solidFill>
                  <a:srgbClr val="FFFFFF"/>
                </a:solidFill>
              </a:defRPr>
            </a:lvl6pPr>
            <a:lvl7pPr indent="-292100" lvl="6" marL="3200400" algn="ctr">
              <a:spcBef>
                <a:spcPts val="0"/>
              </a:spcBef>
              <a:spcAft>
                <a:spcPts val="0"/>
              </a:spcAft>
              <a:buClr>
                <a:srgbClr val="FFFFFF"/>
              </a:buClr>
              <a:buSzPts val="1000"/>
              <a:buChar char="●"/>
              <a:defRPr sz="1000">
                <a:solidFill>
                  <a:srgbClr val="FFFFFF"/>
                </a:solidFill>
              </a:defRPr>
            </a:lvl7pPr>
            <a:lvl8pPr indent="-292100" lvl="7" marL="3657600" algn="ctr">
              <a:spcBef>
                <a:spcPts val="0"/>
              </a:spcBef>
              <a:spcAft>
                <a:spcPts val="0"/>
              </a:spcAft>
              <a:buClr>
                <a:srgbClr val="FFFFFF"/>
              </a:buClr>
              <a:buSzPts val="1000"/>
              <a:buChar char="○"/>
              <a:defRPr sz="1000">
                <a:solidFill>
                  <a:srgbClr val="FFFFFF"/>
                </a:solidFill>
              </a:defRPr>
            </a:lvl8pPr>
            <a:lvl9pPr indent="-292100" lvl="8" marL="4114800" algn="ctr">
              <a:spcBef>
                <a:spcPts val="0"/>
              </a:spcBef>
              <a:spcAft>
                <a:spcPts val="0"/>
              </a:spcAft>
              <a:buClr>
                <a:srgbClr val="FFFFFF"/>
              </a:buClr>
              <a:buSzPts val="1000"/>
              <a:buChar char="■"/>
              <a:defRPr sz="1000">
                <a:solidFill>
                  <a:srgbClr val="FFFFFF"/>
                </a:solidFill>
              </a:defRPr>
            </a:lvl9pPr>
          </a:lstStyle>
          <a:p/>
        </p:txBody>
      </p:sp>
      <p:sp>
        <p:nvSpPr>
          <p:cNvPr id="10999" name="Google Shape;10999;p181"/>
          <p:cNvSpPr txBox="1"/>
          <p:nvPr/>
        </p:nvSpPr>
        <p:spPr>
          <a:xfrm>
            <a:off x="84825" y="598125"/>
            <a:ext cx="595500" cy="205800"/>
          </a:xfrm>
          <a:prstGeom prst="rect">
            <a:avLst/>
          </a:prstGeom>
          <a:noFill/>
          <a:ln>
            <a:noFill/>
          </a:ln>
        </p:spPr>
        <p:txBody>
          <a:bodyPr anchorCtr="0" anchor="t" bIns="18000" lIns="18000" spcFirstLastPara="1" rIns="18000" wrap="square" tIns="18000">
            <a:spAutoFit/>
          </a:bodyPr>
          <a:lstStyle/>
          <a:p>
            <a:pPr indent="0" lvl="0" marL="0" rtl="0" algn="l">
              <a:spcBef>
                <a:spcPts val="0"/>
              </a:spcBef>
              <a:spcAft>
                <a:spcPts val="0"/>
              </a:spcAft>
              <a:buNone/>
            </a:pPr>
            <a:r>
              <a:rPr lang="es-419" sz="1100">
                <a:solidFill>
                  <a:srgbClr val="FFFFFF"/>
                </a:solidFill>
              </a:rPr>
              <a:t>Nombre:</a:t>
            </a:r>
            <a:endParaRPr sz="1100">
              <a:solidFill>
                <a:srgbClr val="FFFFFF"/>
              </a:solidFill>
            </a:endParaRPr>
          </a:p>
        </p:txBody>
      </p:sp>
      <p:sp>
        <p:nvSpPr>
          <p:cNvPr id="11000" name="Google Shape;11000;p181"/>
          <p:cNvSpPr/>
          <p:nvPr/>
        </p:nvSpPr>
        <p:spPr>
          <a:xfrm>
            <a:off x="-4273050" y="-78277"/>
            <a:ext cx="3615600" cy="6902700"/>
          </a:xfrm>
          <a:prstGeom prst="roundRect">
            <a:avLst>
              <a:gd fmla="val 4230" name="adj"/>
            </a:avLst>
          </a:prstGeom>
          <a:solidFill>
            <a:srgbClr val="F3F3F3"/>
          </a:solidFill>
          <a:ln cap="flat" cmpd="sng" w="9525">
            <a:solidFill>
              <a:srgbClr val="F3F3F3"/>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t" bIns="91425" lIns="91425" spcFirstLastPara="1" rIns="91425" wrap="square" tIns="91425">
            <a:noAutofit/>
          </a:bodyPr>
          <a:lstStyle/>
          <a:p>
            <a:pPr indent="0" lvl="0" marL="0" rtl="0" algn="ctr">
              <a:spcBef>
                <a:spcPts val="0"/>
              </a:spcBef>
              <a:spcAft>
                <a:spcPts val="0"/>
              </a:spcAft>
              <a:buNone/>
            </a:pPr>
            <a:r>
              <a:rPr i="1" lang="es-419"/>
              <a:t>Paleta</a:t>
            </a:r>
            <a:endParaRPr i="1"/>
          </a:p>
        </p:txBody>
      </p:sp>
    </p:spTree>
  </p:cSld>
  <p:clrMapOvr>
    <a:masterClrMapping/>
  </p:clrMapOvr>
</p:sldLayout>
</file>

<file path=ppt/slideLayouts/slideLayout17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0.7 Escenarios Vividos">
  <p:cSld name="TITLE_3_6_1_1_1_1_1_1">
    <p:spTree>
      <p:nvGrpSpPr>
        <p:cNvPr id="11001" name="Shape 11001"/>
        <p:cNvGrpSpPr/>
        <p:nvPr/>
      </p:nvGrpSpPr>
      <p:grpSpPr>
        <a:xfrm>
          <a:off x="0" y="0"/>
          <a:ext cx="0" cy="0"/>
          <a:chOff x="0" y="0"/>
          <a:chExt cx="0" cy="0"/>
        </a:xfrm>
      </p:grpSpPr>
      <p:sp>
        <p:nvSpPr>
          <p:cNvPr id="11002" name="Google Shape;11002;p182"/>
          <p:cNvSpPr/>
          <p:nvPr/>
        </p:nvSpPr>
        <p:spPr>
          <a:xfrm>
            <a:off x="97888" y="377012"/>
            <a:ext cx="9893400" cy="296700"/>
          </a:xfrm>
          <a:prstGeom prst="roundRect">
            <a:avLst>
              <a:gd fmla="val 22902" name="adj"/>
            </a:avLst>
          </a:prstGeom>
          <a:solidFill>
            <a:srgbClr val="F3F3F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11003" name="Google Shape;11003;p182"/>
          <p:cNvSpPr/>
          <p:nvPr/>
        </p:nvSpPr>
        <p:spPr>
          <a:xfrm>
            <a:off x="77688" y="358938"/>
            <a:ext cx="9935700" cy="6438000"/>
          </a:xfrm>
          <a:prstGeom prst="roundRect">
            <a:avLst>
              <a:gd fmla="val 2618" name="adj"/>
            </a:avLst>
          </a:prstGeom>
          <a:solidFill>
            <a:srgbClr val="FFFFFF"/>
          </a:solidFill>
          <a:ln cap="flat" cmpd="sng" w="38100">
            <a:solidFill>
              <a:srgbClr val="000000"/>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004" name="Google Shape;11004;p182"/>
          <p:cNvCxnSpPr/>
          <p:nvPr/>
        </p:nvCxnSpPr>
        <p:spPr>
          <a:xfrm>
            <a:off x="77688" y="772614"/>
            <a:ext cx="9935700" cy="0"/>
          </a:xfrm>
          <a:prstGeom prst="straightConnector1">
            <a:avLst/>
          </a:prstGeom>
          <a:noFill/>
          <a:ln cap="flat" cmpd="sng" w="19050">
            <a:solidFill>
              <a:srgbClr val="000000"/>
            </a:solidFill>
            <a:prstDash val="solid"/>
            <a:round/>
            <a:headEnd len="med" w="med" type="none"/>
            <a:tailEnd len="med" w="med" type="none"/>
          </a:ln>
        </p:spPr>
      </p:cxnSp>
      <p:cxnSp>
        <p:nvCxnSpPr>
          <p:cNvPr id="11005" name="Google Shape;11005;p182"/>
          <p:cNvCxnSpPr/>
          <p:nvPr/>
        </p:nvCxnSpPr>
        <p:spPr>
          <a:xfrm rot="10800000">
            <a:off x="2439038" y="368188"/>
            <a:ext cx="0" cy="402300"/>
          </a:xfrm>
          <a:prstGeom prst="straightConnector1">
            <a:avLst/>
          </a:prstGeom>
          <a:noFill/>
          <a:ln cap="flat" cmpd="sng" w="19050">
            <a:solidFill>
              <a:srgbClr val="000000"/>
            </a:solidFill>
            <a:prstDash val="solid"/>
            <a:round/>
            <a:headEnd len="med" w="med" type="none"/>
            <a:tailEnd len="med" w="med" type="none"/>
          </a:ln>
        </p:spPr>
      </p:cxnSp>
      <p:sp>
        <p:nvSpPr>
          <p:cNvPr id="11006" name="Google Shape;11006;p182"/>
          <p:cNvSpPr txBox="1"/>
          <p:nvPr>
            <p:ph type="title"/>
          </p:nvPr>
        </p:nvSpPr>
        <p:spPr>
          <a:xfrm flipH="1">
            <a:off x="3219174" y="437575"/>
            <a:ext cx="1731300" cy="2658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200"/>
              <a:buNone/>
              <a:defRPr sz="1200">
                <a:solidFill>
                  <a:srgbClr val="000000"/>
                </a:solidFill>
              </a:defRPr>
            </a:lvl1pPr>
            <a:lvl2pPr lvl="1">
              <a:spcBef>
                <a:spcPts val="0"/>
              </a:spcBef>
              <a:spcAft>
                <a:spcPts val="0"/>
              </a:spcAft>
              <a:buClr>
                <a:srgbClr val="000000"/>
              </a:buClr>
              <a:buSzPts val="1100"/>
              <a:buNone/>
              <a:defRPr sz="1100">
                <a:solidFill>
                  <a:srgbClr val="000000"/>
                </a:solidFill>
              </a:defRPr>
            </a:lvl2pPr>
            <a:lvl3pPr lvl="2">
              <a:spcBef>
                <a:spcPts val="0"/>
              </a:spcBef>
              <a:spcAft>
                <a:spcPts val="0"/>
              </a:spcAft>
              <a:buClr>
                <a:srgbClr val="000000"/>
              </a:buClr>
              <a:buSzPts val="1100"/>
              <a:buNone/>
              <a:defRPr sz="1100">
                <a:solidFill>
                  <a:srgbClr val="000000"/>
                </a:solidFill>
              </a:defRPr>
            </a:lvl3pPr>
            <a:lvl4pPr lvl="3">
              <a:spcBef>
                <a:spcPts val="0"/>
              </a:spcBef>
              <a:spcAft>
                <a:spcPts val="0"/>
              </a:spcAft>
              <a:buClr>
                <a:srgbClr val="000000"/>
              </a:buClr>
              <a:buSzPts val="1100"/>
              <a:buNone/>
              <a:defRPr sz="1100">
                <a:solidFill>
                  <a:srgbClr val="000000"/>
                </a:solidFill>
              </a:defRPr>
            </a:lvl4pPr>
            <a:lvl5pPr lvl="4">
              <a:spcBef>
                <a:spcPts val="0"/>
              </a:spcBef>
              <a:spcAft>
                <a:spcPts val="0"/>
              </a:spcAft>
              <a:buClr>
                <a:srgbClr val="000000"/>
              </a:buClr>
              <a:buSzPts val="1100"/>
              <a:buNone/>
              <a:defRPr sz="1100">
                <a:solidFill>
                  <a:srgbClr val="000000"/>
                </a:solidFill>
              </a:defRPr>
            </a:lvl5pPr>
            <a:lvl6pPr lvl="5">
              <a:spcBef>
                <a:spcPts val="0"/>
              </a:spcBef>
              <a:spcAft>
                <a:spcPts val="0"/>
              </a:spcAft>
              <a:buClr>
                <a:srgbClr val="000000"/>
              </a:buClr>
              <a:buSzPts val="1100"/>
              <a:buNone/>
              <a:defRPr sz="1100">
                <a:solidFill>
                  <a:srgbClr val="000000"/>
                </a:solidFill>
              </a:defRPr>
            </a:lvl6pPr>
            <a:lvl7pPr lvl="6">
              <a:spcBef>
                <a:spcPts val="0"/>
              </a:spcBef>
              <a:spcAft>
                <a:spcPts val="0"/>
              </a:spcAft>
              <a:buClr>
                <a:srgbClr val="000000"/>
              </a:buClr>
              <a:buSzPts val="1100"/>
              <a:buNone/>
              <a:defRPr sz="1100">
                <a:solidFill>
                  <a:srgbClr val="000000"/>
                </a:solidFill>
              </a:defRPr>
            </a:lvl7pPr>
            <a:lvl8pPr lvl="7">
              <a:spcBef>
                <a:spcPts val="0"/>
              </a:spcBef>
              <a:spcAft>
                <a:spcPts val="0"/>
              </a:spcAft>
              <a:buClr>
                <a:srgbClr val="000000"/>
              </a:buClr>
              <a:buSzPts val="1100"/>
              <a:buNone/>
              <a:defRPr sz="1100">
                <a:solidFill>
                  <a:srgbClr val="000000"/>
                </a:solidFill>
              </a:defRPr>
            </a:lvl8pPr>
            <a:lvl9pPr lvl="8">
              <a:spcBef>
                <a:spcPts val="0"/>
              </a:spcBef>
              <a:spcAft>
                <a:spcPts val="0"/>
              </a:spcAft>
              <a:buClr>
                <a:srgbClr val="000000"/>
              </a:buClr>
              <a:buSzPts val="1100"/>
              <a:buNone/>
              <a:defRPr sz="1100">
                <a:solidFill>
                  <a:srgbClr val="000000"/>
                </a:solidFill>
              </a:defRPr>
            </a:lvl9pPr>
          </a:lstStyle>
          <a:p/>
        </p:txBody>
      </p:sp>
      <p:sp>
        <p:nvSpPr>
          <p:cNvPr id="11007" name="Google Shape;11007;p182"/>
          <p:cNvSpPr txBox="1"/>
          <p:nvPr/>
        </p:nvSpPr>
        <p:spPr>
          <a:xfrm>
            <a:off x="2513487" y="437267"/>
            <a:ext cx="679500" cy="2664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b="1" lang="es-419" sz="1100"/>
              <a:t>Proceso o servicio:</a:t>
            </a:r>
            <a:endParaRPr b="1" sz="1100"/>
          </a:p>
        </p:txBody>
      </p:sp>
      <p:cxnSp>
        <p:nvCxnSpPr>
          <p:cNvPr id="11008" name="Google Shape;11008;p182"/>
          <p:cNvCxnSpPr/>
          <p:nvPr/>
        </p:nvCxnSpPr>
        <p:spPr>
          <a:xfrm rot="10800000">
            <a:off x="5070754" y="368188"/>
            <a:ext cx="0" cy="402300"/>
          </a:xfrm>
          <a:prstGeom prst="straightConnector1">
            <a:avLst/>
          </a:prstGeom>
          <a:noFill/>
          <a:ln cap="flat" cmpd="sng" w="19050">
            <a:solidFill>
              <a:srgbClr val="000000"/>
            </a:solidFill>
            <a:prstDash val="solid"/>
            <a:round/>
            <a:headEnd len="med" w="med" type="none"/>
            <a:tailEnd len="med" w="med" type="none"/>
          </a:ln>
        </p:spPr>
      </p:cxnSp>
      <p:sp>
        <p:nvSpPr>
          <p:cNvPr id="11009" name="Google Shape;11009;p182"/>
          <p:cNvSpPr txBox="1"/>
          <p:nvPr/>
        </p:nvSpPr>
        <p:spPr>
          <a:xfrm>
            <a:off x="5191013" y="387663"/>
            <a:ext cx="13026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Finalidad empresa:</a:t>
            </a:r>
            <a:endParaRPr b="1" sz="1100"/>
          </a:p>
        </p:txBody>
      </p:sp>
      <p:sp>
        <p:nvSpPr>
          <p:cNvPr id="11010" name="Google Shape;11010;p182"/>
          <p:cNvSpPr txBox="1"/>
          <p:nvPr/>
        </p:nvSpPr>
        <p:spPr>
          <a:xfrm>
            <a:off x="5191013" y="579538"/>
            <a:ext cx="11637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Finalidad cliente:</a:t>
            </a:r>
            <a:endParaRPr b="1" sz="1100"/>
          </a:p>
        </p:txBody>
      </p:sp>
      <p:sp>
        <p:nvSpPr>
          <p:cNvPr id="11011" name="Google Shape;11011;p182"/>
          <p:cNvSpPr/>
          <p:nvPr/>
        </p:nvSpPr>
        <p:spPr>
          <a:xfrm>
            <a:off x="77688" y="349338"/>
            <a:ext cx="2361300" cy="421200"/>
          </a:xfrm>
          <a:prstGeom prst="roundRect">
            <a:avLst>
              <a:gd fmla="val 50000" name="adj"/>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s-419" sz="1200">
                <a:solidFill>
                  <a:srgbClr val="FFFFFF"/>
                </a:solidFill>
              </a:rPr>
              <a:t>Escenario Vivido</a:t>
            </a:r>
            <a:endParaRPr b="1" sz="1200">
              <a:solidFill>
                <a:srgbClr val="FFFFFF"/>
              </a:solidFill>
            </a:endParaRPr>
          </a:p>
          <a:p>
            <a:pPr indent="0" lvl="0" marL="0" rtl="0" algn="ctr">
              <a:spcBef>
                <a:spcPts val="0"/>
              </a:spcBef>
              <a:spcAft>
                <a:spcPts val="0"/>
              </a:spcAft>
              <a:buNone/>
            </a:pPr>
            <a:r>
              <a:t/>
            </a:r>
            <a:endParaRPr b="1" sz="1200">
              <a:solidFill>
                <a:srgbClr val="FFFFFF"/>
              </a:solidFill>
            </a:endParaRPr>
          </a:p>
        </p:txBody>
      </p:sp>
      <p:sp>
        <p:nvSpPr>
          <p:cNvPr id="11012" name="Google Shape;11012;p182"/>
          <p:cNvSpPr/>
          <p:nvPr/>
        </p:nvSpPr>
        <p:spPr>
          <a:xfrm>
            <a:off x="83988" y="595504"/>
            <a:ext cx="190200" cy="1692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3" name="Google Shape;11013;p182"/>
          <p:cNvSpPr/>
          <p:nvPr/>
        </p:nvSpPr>
        <p:spPr>
          <a:xfrm>
            <a:off x="2292338" y="358938"/>
            <a:ext cx="146700" cy="4023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4" name="Google Shape;11014;p182"/>
          <p:cNvSpPr txBox="1"/>
          <p:nvPr>
            <p:ph idx="2" type="title"/>
          </p:nvPr>
        </p:nvSpPr>
        <p:spPr>
          <a:xfrm flipH="1">
            <a:off x="6546263" y="387663"/>
            <a:ext cx="3350100" cy="1692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000"/>
              <a:buNone/>
              <a:defRPr sz="1000">
                <a:solidFill>
                  <a:srgbClr val="000000"/>
                </a:solidFill>
              </a:defRPr>
            </a:lvl1pPr>
            <a:lvl2pPr lvl="1">
              <a:spcBef>
                <a:spcPts val="0"/>
              </a:spcBef>
              <a:spcAft>
                <a:spcPts val="0"/>
              </a:spcAft>
              <a:buClr>
                <a:srgbClr val="000000"/>
              </a:buClr>
              <a:buSzPts val="1000"/>
              <a:buNone/>
              <a:defRPr sz="1000">
                <a:solidFill>
                  <a:srgbClr val="000000"/>
                </a:solidFill>
              </a:defRPr>
            </a:lvl2pPr>
            <a:lvl3pPr lvl="2">
              <a:spcBef>
                <a:spcPts val="0"/>
              </a:spcBef>
              <a:spcAft>
                <a:spcPts val="0"/>
              </a:spcAft>
              <a:buClr>
                <a:srgbClr val="000000"/>
              </a:buClr>
              <a:buSzPts val="1000"/>
              <a:buNone/>
              <a:defRPr sz="1000">
                <a:solidFill>
                  <a:srgbClr val="000000"/>
                </a:solidFill>
              </a:defRPr>
            </a:lvl3pPr>
            <a:lvl4pPr lvl="3">
              <a:spcBef>
                <a:spcPts val="0"/>
              </a:spcBef>
              <a:spcAft>
                <a:spcPts val="0"/>
              </a:spcAft>
              <a:buClr>
                <a:srgbClr val="000000"/>
              </a:buClr>
              <a:buSzPts val="1000"/>
              <a:buNone/>
              <a:defRPr sz="1000">
                <a:solidFill>
                  <a:srgbClr val="000000"/>
                </a:solidFill>
              </a:defRPr>
            </a:lvl4pPr>
            <a:lvl5pPr lvl="4">
              <a:spcBef>
                <a:spcPts val="0"/>
              </a:spcBef>
              <a:spcAft>
                <a:spcPts val="0"/>
              </a:spcAft>
              <a:buClr>
                <a:srgbClr val="000000"/>
              </a:buClr>
              <a:buSzPts val="1000"/>
              <a:buNone/>
              <a:defRPr sz="1000">
                <a:solidFill>
                  <a:srgbClr val="000000"/>
                </a:solidFill>
              </a:defRPr>
            </a:lvl5pPr>
            <a:lvl6pPr lvl="5">
              <a:spcBef>
                <a:spcPts val="0"/>
              </a:spcBef>
              <a:spcAft>
                <a:spcPts val="0"/>
              </a:spcAft>
              <a:buClr>
                <a:srgbClr val="000000"/>
              </a:buClr>
              <a:buSzPts val="1000"/>
              <a:buNone/>
              <a:defRPr sz="1000">
                <a:solidFill>
                  <a:srgbClr val="000000"/>
                </a:solidFill>
              </a:defRPr>
            </a:lvl6pPr>
            <a:lvl7pPr lvl="6">
              <a:spcBef>
                <a:spcPts val="0"/>
              </a:spcBef>
              <a:spcAft>
                <a:spcPts val="0"/>
              </a:spcAft>
              <a:buClr>
                <a:srgbClr val="000000"/>
              </a:buClr>
              <a:buSzPts val="1000"/>
              <a:buNone/>
              <a:defRPr sz="1000">
                <a:solidFill>
                  <a:srgbClr val="000000"/>
                </a:solidFill>
              </a:defRPr>
            </a:lvl7pPr>
            <a:lvl8pPr lvl="7">
              <a:spcBef>
                <a:spcPts val="0"/>
              </a:spcBef>
              <a:spcAft>
                <a:spcPts val="0"/>
              </a:spcAft>
              <a:buClr>
                <a:srgbClr val="000000"/>
              </a:buClr>
              <a:buSzPts val="1000"/>
              <a:buNone/>
              <a:defRPr sz="1000">
                <a:solidFill>
                  <a:srgbClr val="000000"/>
                </a:solidFill>
              </a:defRPr>
            </a:lvl8pPr>
            <a:lvl9pPr lvl="8">
              <a:spcBef>
                <a:spcPts val="0"/>
              </a:spcBef>
              <a:spcAft>
                <a:spcPts val="0"/>
              </a:spcAft>
              <a:buClr>
                <a:srgbClr val="000000"/>
              </a:buClr>
              <a:buSzPts val="1000"/>
              <a:buNone/>
              <a:defRPr sz="1000">
                <a:solidFill>
                  <a:srgbClr val="000000"/>
                </a:solidFill>
              </a:defRPr>
            </a:lvl9pPr>
          </a:lstStyle>
          <a:p/>
        </p:txBody>
      </p:sp>
      <p:sp>
        <p:nvSpPr>
          <p:cNvPr id="11015" name="Google Shape;11015;p182"/>
          <p:cNvSpPr txBox="1"/>
          <p:nvPr>
            <p:ph idx="3" type="title"/>
          </p:nvPr>
        </p:nvSpPr>
        <p:spPr>
          <a:xfrm flipH="1">
            <a:off x="6546263" y="579538"/>
            <a:ext cx="3350100" cy="1692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000"/>
              <a:buNone/>
              <a:defRPr sz="1000">
                <a:solidFill>
                  <a:srgbClr val="000000"/>
                </a:solidFill>
              </a:defRPr>
            </a:lvl1pPr>
            <a:lvl2pPr lvl="1">
              <a:spcBef>
                <a:spcPts val="0"/>
              </a:spcBef>
              <a:spcAft>
                <a:spcPts val="0"/>
              </a:spcAft>
              <a:buClr>
                <a:srgbClr val="000000"/>
              </a:buClr>
              <a:buSzPts val="1000"/>
              <a:buNone/>
              <a:defRPr sz="1000">
                <a:solidFill>
                  <a:srgbClr val="000000"/>
                </a:solidFill>
              </a:defRPr>
            </a:lvl2pPr>
            <a:lvl3pPr lvl="2">
              <a:spcBef>
                <a:spcPts val="0"/>
              </a:spcBef>
              <a:spcAft>
                <a:spcPts val="0"/>
              </a:spcAft>
              <a:buClr>
                <a:srgbClr val="000000"/>
              </a:buClr>
              <a:buSzPts val="1000"/>
              <a:buNone/>
              <a:defRPr sz="1000">
                <a:solidFill>
                  <a:srgbClr val="000000"/>
                </a:solidFill>
              </a:defRPr>
            </a:lvl3pPr>
            <a:lvl4pPr lvl="3">
              <a:spcBef>
                <a:spcPts val="0"/>
              </a:spcBef>
              <a:spcAft>
                <a:spcPts val="0"/>
              </a:spcAft>
              <a:buClr>
                <a:srgbClr val="000000"/>
              </a:buClr>
              <a:buSzPts val="1000"/>
              <a:buNone/>
              <a:defRPr sz="1000">
                <a:solidFill>
                  <a:srgbClr val="000000"/>
                </a:solidFill>
              </a:defRPr>
            </a:lvl4pPr>
            <a:lvl5pPr lvl="4">
              <a:spcBef>
                <a:spcPts val="0"/>
              </a:spcBef>
              <a:spcAft>
                <a:spcPts val="0"/>
              </a:spcAft>
              <a:buClr>
                <a:srgbClr val="000000"/>
              </a:buClr>
              <a:buSzPts val="1000"/>
              <a:buNone/>
              <a:defRPr sz="1000">
                <a:solidFill>
                  <a:srgbClr val="000000"/>
                </a:solidFill>
              </a:defRPr>
            </a:lvl5pPr>
            <a:lvl6pPr lvl="5">
              <a:spcBef>
                <a:spcPts val="0"/>
              </a:spcBef>
              <a:spcAft>
                <a:spcPts val="0"/>
              </a:spcAft>
              <a:buClr>
                <a:srgbClr val="000000"/>
              </a:buClr>
              <a:buSzPts val="1000"/>
              <a:buNone/>
              <a:defRPr sz="1000">
                <a:solidFill>
                  <a:srgbClr val="000000"/>
                </a:solidFill>
              </a:defRPr>
            </a:lvl6pPr>
            <a:lvl7pPr lvl="6">
              <a:spcBef>
                <a:spcPts val="0"/>
              </a:spcBef>
              <a:spcAft>
                <a:spcPts val="0"/>
              </a:spcAft>
              <a:buClr>
                <a:srgbClr val="000000"/>
              </a:buClr>
              <a:buSzPts val="1000"/>
              <a:buNone/>
              <a:defRPr sz="1000">
                <a:solidFill>
                  <a:srgbClr val="000000"/>
                </a:solidFill>
              </a:defRPr>
            </a:lvl7pPr>
            <a:lvl8pPr lvl="7">
              <a:spcBef>
                <a:spcPts val="0"/>
              </a:spcBef>
              <a:spcAft>
                <a:spcPts val="0"/>
              </a:spcAft>
              <a:buClr>
                <a:srgbClr val="000000"/>
              </a:buClr>
              <a:buSzPts val="1000"/>
              <a:buNone/>
              <a:defRPr sz="1000">
                <a:solidFill>
                  <a:srgbClr val="000000"/>
                </a:solidFill>
              </a:defRPr>
            </a:lvl8pPr>
            <a:lvl9pPr lvl="8">
              <a:spcBef>
                <a:spcPts val="0"/>
              </a:spcBef>
              <a:spcAft>
                <a:spcPts val="0"/>
              </a:spcAft>
              <a:buClr>
                <a:srgbClr val="000000"/>
              </a:buClr>
              <a:buSzPts val="1000"/>
              <a:buNone/>
              <a:defRPr sz="1000">
                <a:solidFill>
                  <a:srgbClr val="000000"/>
                </a:solidFill>
              </a:defRPr>
            </a:lvl9pPr>
          </a:lstStyle>
          <a:p/>
        </p:txBody>
      </p:sp>
      <p:grpSp>
        <p:nvGrpSpPr>
          <p:cNvPr id="11016" name="Google Shape;11016;p182"/>
          <p:cNvGrpSpPr/>
          <p:nvPr/>
        </p:nvGrpSpPr>
        <p:grpSpPr>
          <a:xfrm>
            <a:off x="187550" y="875833"/>
            <a:ext cx="4396608" cy="5774659"/>
            <a:chOff x="111125" y="561600"/>
            <a:chExt cx="5760000" cy="6192000"/>
          </a:xfrm>
        </p:grpSpPr>
        <p:sp>
          <p:nvSpPr>
            <p:cNvPr id="11017" name="Google Shape;11017;p182"/>
            <p:cNvSpPr txBox="1"/>
            <p:nvPr/>
          </p:nvSpPr>
          <p:spPr>
            <a:xfrm>
              <a:off x="111125" y="561600"/>
              <a:ext cx="5760000" cy="6192000"/>
            </a:xfrm>
            <a:prstGeom prst="rect">
              <a:avLst/>
            </a:prstGeom>
            <a:solidFill>
              <a:srgbClr val="FFFFFF"/>
            </a:solidFill>
            <a:ln cap="flat" cmpd="sng" w="38100">
              <a:solidFill>
                <a:srgbClr val="0DC3C3"/>
              </a:solidFill>
              <a:prstDash val="solid"/>
              <a:round/>
              <a:headEnd len="sm" w="sm" type="none"/>
              <a:tailEnd len="sm" w="sm" type="none"/>
            </a:ln>
            <a:effectLst>
              <a:outerShdw blurRad="63500" dir="10800000" dist="38100">
                <a:srgbClr val="000000">
                  <a:alpha val="39220"/>
                </a:srgbClr>
              </a:outerShdw>
            </a:effectLst>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Arial"/>
                <a:ea typeface="Arial"/>
                <a:cs typeface="Arial"/>
                <a:sym typeface="Arial"/>
              </a:endParaRPr>
            </a:p>
          </p:txBody>
        </p:sp>
        <p:sp>
          <p:nvSpPr>
            <p:cNvPr id="11018" name="Google Shape;11018;p182"/>
            <p:cNvSpPr txBox="1"/>
            <p:nvPr/>
          </p:nvSpPr>
          <p:spPr>
            <a:xfrm>
              <a:off x="111125" y="561600"/>
              <a:ext cx="5760000" cy="352500"/>
            </a:xfrm>
            <a:prstGeom prst="rect">
              <a:avLst/>
            </a:prstGeom>
            <a:solidFill>
              <a:srgbClr val="0DC3C3"/>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FFFFFF"/>
                </a:buClr>
                <a:buSzPts val="1800"/>
                <a:buFont typeface="Arial"/>
                <a:buNone/>
              </a:pPr>
              <a:r>
                <a:rPr b="1" lang="es-419" sz="1300">
                  <a:solidFill>
                    <a:srgbClr val="FFFFFF"/>
                  </a:solidFill>
                  <a:latin typeface="Arvo"/>
                  <a:ea typeface="Arvo"/>
                  <a:cs typeface="Arvo"/>
                  <a:sym typeface="Arvo"/>
                </a:rPr>
                <a:t>Escenario</a:t>
              </a:r>
              <a:endParaRPr i="0" sz="1300" u="none" cap="none" strike="noStrike">
                <a:solidFill>
                  <a:srgbClr val="000000"/>
                </a:solidFill>
                <a:latin typeface="Arvo"/>
                <a:ea typeface="Arvo"/>
                <a:cs typeface="Arvo"/>
                <a:sym typeface="Arvo"/>
              </a:endParaRPr>
            </a:p>
          </p:txBody>
        </p:sp>
      </p:grpSp>
      <p:grpSp>
        <p:nvGrpSpPr>
          <p:cNvPr id="11019" name="Google Shape;11019;p182"/>
          <p:cNvGrpSpPr/>
          <p:nvPr/>
        </p:nvGrpSpPr>
        <p:grpSpPr>
          <a:xfrm>
            <a:off x="4728159" y="875834"/>
            <a:ext cx="5135352" cy="5774659"/>
            <a:chOff x="6025601" y="561600"/>
            <a:chExt cx="5773302" cy="6192000"/>
          </a:xfrm>
        </p:grpSpPr>
        <p:sp>
          <p:nvSpPr>
            <p:cNvPr id="11020" name="Google Shape;11020;p182"/>
            <p:cNvSpPr txBox="1"/>
            <p:nvPr/>
          </p:nvSpPr>
          <p:spPr>
            <a:xfrm>
              <a:off x="6025601" y="561600"/>
              <a:ext cx="5760600" cy="6192000"/>
            </a:xfrm>
            <a:prstGeom prst="rect">
              <a:avLst/>
            </a:prstGeom>
            <a:solidFill>
              <a:srgbClr val="FFFFFF"/>
            </a:solidFill>
            <a:ln cap="flat" cmpd="sng" w="38100">
              <a:solidFill>
                <a:srgbClr val="96479C"/>
              </a:solidFill>
              <a:prstDash val="solid"/>
              <a:round/>
              <a:headEnd len="sm" w="sm" type="none"/>
              <a:tailEnd len="sm" w="sm" type="none"/>
            </a:ln>
            <a:effectLst>
              <a:outerShdw blurRad="63500" dir="10800000" dist="38100">
                <a:srgbClr val="000000">
                  <a:alpha val="39220"/>
                </a:srgbClr>
              </a:outerShdw>
            </a:effectLst>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Arial"/>
                <a:ea typeface="Arial"/>
                <a:cs typeface="Arial"/>
                <a:sym typeface="Arial"/>
              </a:endParaRPr>
            </a:p>
          </p:txBody>
        </p:sp>
        <p:sp>
          <p:nvSpPr>
            <p:cNvPr id="11021" name="Google Shape;11021;p182"/>
            <p:cNvSpPr txBox="1"/>
            <p:nvPr/>
          </p:nvSpPr>
          <p:spPr>
            <a:xfrm>
              <a:off x="6038303" y="561600"/>
              <a:ext cx="5760600" cy="352500"/>
            </a:xfrm>
            <a:prstGeom prst="rect">
              <a:avLst/>
            </a:prstGeom>
            <a:solidFill>
              <a:srgbClr val="96479C"/>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FFFFFF"/>
                </a:buClr>
                <a:buSzPts val="1800"/>
                <a:buFont typeface="Arial"/>
                <a:buNone/>
              </a:pPr>
              <a:r>
                <a:rPr b="1" lang="es-419" sz="1200">
                  <a:solidFill>
                    <a:srgbClr val="FFFFFF"/>
                  </a:solidFill>
                  <a:latin typeface="Arvo"/>
                  <a:ea typeface="Arvo"/>
                  <a:cs typeface="Arvo"/>
                  <a:sym typeface="Arvo"/>
                </a:rPr>
                <a:t>Sistema de Información</a:t>
              </a:r>
              <a:endParaRPr i="0" sz="1200" u="none" cap="none" strike="noStrike">
                <a:solidFill>
                  <a:srgbClr val="000000"/>
                </a:solidFill>
                <a:latin typeface="Arvo"/>
                <a:ea typeface="Arvo"/>
                <a:cs typeface="Arvo"/>
                <a:sym typeface="Arvo"/>
              </a:endParaRPr>
            </a:p>
          </p:txBody>
        </p:sp>
      </p:grpSp>
      <p:grpSp>
        <p:nvGrpSpPr>
          <p:cNvPr id="11022" name="Google Shape;11022;p182"/>
          <p:cNvGrpSpPr/>
          <p:nvPr/>
        </p:nvGrpSpPr>
        <p:grpSpPr>
          <a:xfrm>
            <a:off x="4862100" y="1326042"/>
            <a:ext cx="2365102" cy="1823291"/>
            <a:chOff x="4977080" y="1509325"/>
            <a:chExt cx="2028911" cy="1321800"/>
          </a:xfrm>
        </p:grpSpPr>
        <p:sp>
          <p:nvSpPr>
            <p:cNvPr id="11023" name="Google Shape;11023;p182"/>
            <p:cNvSpPr txBox="1"/>
            <p:nvPr/>
          </p:nvSpPr>
          <p:spPr>
            <a:xfrm>
              <a:off x="4977092" y="1509325"/>
              <a:ext cx="2028900" cy="1321800"/>
            </a:xfrm>
            <a:prstGeom prst="rect">
              <a:avLst/>
            </a:prstGeom>
            <a:solidFill>
              <a:srgbClr val="FFFFFF"/>
            </a:solidFill>
            <a:ln cap="flat" cmpd="sng" w="38100">
              <a:solidFill>
                <a:srgbClr val="BFBFBF"/>
              </a:solidFill>
              <a:prstDash val="solid"/>
              <a:round/>
              <a:headEnd len="sm" w="sm" type="none"/>
              <a:tailEnd len="sm" w="sm" type="none"/>
            </a:ln>
            <a:effectLst>
              <a:outerShdw blurRad="63500" dir="2700000" dist="38100">
                <a:srgbClr val="000000">
                  <a:alpha val="39220"/>
                </a:srgbClr>
              </a:outerShdw>
            </a:effectLst>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Arial"/>
                <a:ea typeface="Arial"/>
                <a:cs typeface="Arial"/>
                <a:sym typeface="Arial"/>
              </a:endParaRPr>
            </a:p>
          </p:txBody>
        </p:sp>
        <p:sp>
          <p:nvSpPr>
            <p:cNvPr id="11024" name="Google Shape;11024;p182"/>
            <p:cNvSpPr txBox="1"/>
            <p:nvPr/>
          </p:nvSpPr>
          <p:spPr>
            <a:xfrm>
              <a:off x="4977080" y="1520404"/>
              <a:ext cx="2028900" cy="192600"/>
            </a:xfrm>
            <a:prstGeom prst="rect">
              <a:avLst/>
            </a:prstGeom>
            <a:solidFill>
              <a:srgbClr val="BFBFBF"/>
            </a:solidFill>
            <a:ln>
              <a:noFill/>
            </a:ln>
          </p:spPr>
          <p:txBody>
            <a:bodyPr anchorCtr="0" anchor="ctr" bIns="0" lIns="0" spcFirstLastPara="1" rIns="0" wrap="square" tIns="0">
              <a:noAutofit/>
            </a:bodyPr>
            <a:lstStyle/>
            <a:p>
              <a:pPr indent="0" lvl="0" marL="0" marR="0" rtl="0" algn="ctr">
                <a:lnSpc>
                  <a:spcPct val="100000"/>
                </a:lnSpc>
                <a:spcBef>
                  <a:spcPts val="0"/>
                </a:spcBef>
                <a:spcAft>
                  <a:spcPts val="0"/>
                </a:spcAft>
                <a:buClr>
                  <a:srgbClr val="000000"/>
                </a:buClr>
                <a:buSzPts val="1800"/>
                <a:buFont typeface="Arial"/>
                <a:buNone/>
              </a:pPr>
              <a:r>
                <a:rPr b="1" i="0" lang="es-419" sz="1000" u="none" cap="none" strike="noStrike">
                  <a:solidFill>
                    <a:srgbClr val="000000"/>
                  </a:solidFill>
                  <a:latin typeface="Arvo"/>
                  <a:ea typeface="Arvo"/>
                  <a:cs typeface="Arvo"/>
                  <a:sym typeface="Arvo"/>
                </a:rPr>
                <a:t>Formularios - P</a:t>
              </a:r>
              <a:r>
                <a:rPr b="1" lang="es-419" sz="1000">
                  <a:latin typeface="Arvo"/>
                  <a:ea typeface="Arvo"/>
                  <a:cs typeface="Arvo"/>
                  <a:sym typeface="Arvo"/>
                </a:rPr>
                <a:t>rocesos</a:t>
              </a:r>
              <a:endParaRPr i="0" sz="1000" u="none" cap="none" strike="noStrike">
                <a:solidFill>
                  <a:srgbClr val="000000"/>
                </a:solidFill>
                <a:latin typeface="Arvo"/>
                <a:ea typeface="Arvo"/>
                <a:cs typeface="Arvo"/>
                <a:sym typeface="Arvo"/>
              </a:endParaRPr>
            </a:p>
          </p:txBody>
        </p:sp>
      </p:grpSp>
      <p:grpSp>
        <p:nvGrpSpPr>
          <p:cNvPr id="11025" name="Google Shape;11025;p182"/>
          <p:cNvGrpSpPr/>
          <p:nvPr/>
        </p:nvGrpSpPr>
        <p:grpSpPr>
          <a:xfrm>
            <a:off x="4862112" y="3288193"/>
            <a:ext cx="2365090" cy="1583535"/>
            <a:chOff x="4977091" y="2931792"/>
            <a:chExt cx="2028901" cy="1147988"/>
          </a:xfrm>
        </p:grpSpPr>
        <p:sp>
          <p:nvSpPr>
            <p:cNvPr id="11026" name="Google Shape;11026;p182"/>
            <p:cNvSpPr txBox="1"/>
            <p:nvPr/>
          </p:nvSpPr>
          <p:spPr>
            <a:xfrm>
              <a:off x="4977092" y="2944881"/>
              <a:ext cx="2028900" cy="1134900"/>
            </a:xfrm>
            <a:prstGeom prst="rect">
              <a:avLst/>
            </a:prstGeom>
            <a:solidFill>
              <a:srgbClr val="FFFFFF"/>
            </a:solidFill>
            <a:ln cap="flat" cmpd="sng" w="38100">
              <a:solidFill>
                <a:srgbClr val="D9D9D9"/>
              </a:solidFill>
              <a:prstDash val="solid"/>
              <a:round/>
              <a:headEnd len="sm" w="sm" type="none"/>
              <a:tailEnd len="sm" w="sm" type="none"/>
            </a:ln>
            <a:effectLst>
              <a:outerShdw blurRad="63500" dir="2700000" dist="38100">
                <a:srgbClr val="000000">
                  <a:alpha val="39220"/>
                </a:srgbClr>
              </a:outerShdw>
            </a:effectLst>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Arial"/>
                <a:ea typeface="Arial"/>
                <a:cs typeface="Arial"/>
                <a:sym typeface="Arial"/>
              </a:endParaRPr>
            </a:p>
          </p:txBody>
        </p:sp>
        <p:sp>
          <p:nvSpPr>
            <p:cNvPr id="11027" name="Google Shape;11027;p182"/>
            <p:cNvSpPr txBox="1"/>
            <p:nvPr/>
          </p:nvSpPr>
          <p:spPr>
            <a:xfrm>
              <a:off x="4977091" y="2931792"/>
              <a:ext cx="2028900" cy="208500"/>
            </a:xfrm>
            <a:prstGeom prst="rect">
              <a:avLst/>
            </a:prstGeom>
            <a:solidFill>
              <a:srgbClr val="F2F2F2"/>
            </a:solidFill>
            <a:ln cap="flat" cmpd="sng" w="9525">
              <a:solidFill>
                <a:srgbClr val="D9D9D9"/>
              </a:solidFill>
              <a:prstDash val="solid"/>
              <a:miter lim="800000"/>
              <a:headEnd len="sm" w="sm" type="none"/>
              <a:tailEnd len="sm" w="sm" type="none"/>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rPr b="1" lang="es-419" sz="1000">
                  <a:latin typeface="Arvo"/>
                  <a:ea typeface="Arvo"/>
                  <a:cs typeface="Arvo"/>
                  <a:sym typeface="Arvo"/>
                </a:rPr>
                <a:t>Formulario </a:t>
              </a:r>
              <a:r>
                <a:rPr b="1" i="0" lang="es-419" sz="1000" u="none" cap="none" strike="noStrike">
                  <a:solidFill>
                    <a:srgbClr val="000000"/>
                  </a:solidFill>
                  <a:latin typeface="Arvo"/>
                  <a:ea typeface="Arvo"/>
                  <a:cs typeface="Arvo"/>
                  <a:sym typeface="Arvo"/>
                </a:rPr>
                <a:t>- </a:t>
              </a:r>
              <a:r>
                <a:rPr b="1" lang="es-419" sz="1000">
                  <a:latin typeface="Arvo"/>
                  <a:ea typeface="Arvo"/>
                  <a:cs typeface="Arvo"/>
                  <a:sym typeface="Arvo"/>
                </a:rPr>
                <a:t>Soporte</a:t>
              </a:r>
              <a:endParaRPr i="0" sz="1000" u="none" cap="none" strike="noStrike">
                <a:solidFill>
                  <a:srgbClr val="000000"/>
                </a:solidFill>
                <a:latin typeface="Arvo"/>
                <a:ea typeface="Arvo"/>
                <a:cs typeface="Arvo"/>
                <a:sym typeface="Arvo"/>
              </a:endParaRPr>
            </a:p>
          </p:txBody>
        </p:sp>
      </p:grpSp>
      <p:grpSp>
        <p:nvGrpSpPr>
          <p:cNvPr id="11028" name="Google Shape;11028;p182"/>
          <p:cNvGrpSpPr/>
          <p:nvPr/>
        </p:nvGrpSpPr>
        <p:grpSpPr>
          <a:xfrm>
            <a:off x="4862466" y="5042037"/>
            <a:ext cx="2365089" cy="1466001"/>
            <a:chOff x="4977394" y="4203246"/>
            <a:chExt cx="2028900" cy="1062781"/>
          </a:xfrm>
        </p:grpSpPr>
        <p:sp>
          <p:nvSpPr>
            <p:cNvPr id="11029" name="Google Shape;11029;p182"/>
            <p:cNvSpPr txBox="1"/>
            <p:nvPr/>
          </p:nvSpPr>
          <p:spPr>
            <a:xfrm>
              <a:off x="4977394" y="4216328"/>
              <a:ext cx="2028900" cy="1049700"/>
            </a:xfrm>
            <a:prstGeom prst="rect">
              <a:avLst/>
            </a:prstGeom>
            <a:solidFill>
              <a:srgbClr val="FFFFFF"/>
            </a:solidFill>
            <a:ln cap="flat" cmpd="sng" w="38100">
              <a:solidFill>
                <a:srgbClr val="72BFC5"/>
              </a:solidFill>
              <a:prstDash val="solid"/>
              <a:round/>
              <a:headEnd len="sm" w="sm" type="none"/>
              <a:tailEnd len="sm" w="sm" type="none"/>
            </a:ln>
            <a:effectLst>
              <a:outerShdw blurRad="63500" dir="2700000" dist="38100">
                <a:srgbClr val="000000">
                  <a:alpha val="39220"/>
                </a:srgbClr>
              </a:outerShdw>
            </a:effectLst>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Arial"/>
                <a:ea typeface="Arial"/>
                <a:cs typeface="Arial"/>
                <a:sym typeface="Arial"/>
              </a:endParaRPr>
            </a:p>
          </p:txBody>
        </p:sp>
        <p:sp>
          <p:nvSpPr>
            <p:cNvPr id="11030" name="Google Shape;11030;p182"/>
            <p:cNvSpPr txBox="1"/>
            <p:nvPr/>
          </p:nvSpPr>
          <p:spPr>
            <a:xfrm>
              <a:off x="4977394" y="4203246"/>
              <a:ext cx="2028900" cy="182100"/>
            </a:xfrm>
            <a:prstGeom prst="rect">
              <a:avLst/>
            </a:prstGeom>
            <a:solidFill>
              <a:srgbClr val="72BFC5"/>
            </a:solidFill>
            <a:ln cap="flat" cmpd="sng" w="38100">
              <a:solidFill>
                <a:srgbClr val="72BFC5"/>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rPr b="1" i="0" lang="es-419" sz="1000" u="none" cap="none" strike="noStrike">
                  <a:solidFill>
                    <a:srgbClr val="000000"/>
                  </a:solidFill>
                  <a:latin typeface="Arvo"/>
                  <a:ea typeface="Arvo"/>
                  <a:cs typeface="Arvo"/>
                  <a:sym typeface="Arvo"/>
                </a:rPr>
                <a:t>Formularios - D</a:t>
              </a:r>
              <a:r>
                <a:rPr b="1" lang="es-419" sz="1000">
                  <a:latin typeface="Arvo"/>
                  <a:ea typeface="Arvo"/>
                  <a:cs typeface="Arvo"/>
                  <a:sym typeface="Arvo"/>
                </a:rPr>
                <a:t>ialogo</a:t>
              </a:r>
              <a:endParaRPr i="0" sz="1000" u="none" cap="none" strike="noStrike">
                <a:solidFill>
                  <a:srgbClr val="000000"/>
                </a:solidFill>
                <a:latin typeface="Arvo"/>
                <a:ea typeface="Arvo"/>
                <a:cs typeface="Arvo"/>
                <a:sym typeface="Arvo"/>
              </a:endParaRPr>
            </a:p>
          </p:txBody>
        </p:sp>
      </p:grpSp>
      <p:grpSp>
        <p:nvGrpSpPr>
          <p:cNvPr id="11031" name="Google Shape;11031;p182"/>
          <p:cNvGrpSpPr/>
          <p:nvPr/>
        </p:nvGrpSpPr>
        <p:grpSpPr>
          <a:xfrm>
            <a:off x="7414088" y="1326038"/>
            <a:ext cx="2297245" cy="1823436"/>
            <a:chOff x="7166313" y="1509322"/>
            <a:chExt cx="1970700" cy="1321905"/>
          </a:xfrm>
        </p:grpSpPr>
        <p:sp>
          <p:nvSpPr>
            <p:cNvPr id="11032" name="Google Shape;11032;p182"/>
            <p:cNvSpPr txBox="1"/>
            <p:nvPr/>
          </p:nvSpPr>
          <p:spPr>
            <a:xfrm>
              <a:off x="7166313" y="1510328"/>
              <a:ext cx="1970700" cy="1320900"/>
            </a:xfrm>
            <a:prstGeom prst="rect">
              <a:avLst/>
            </a:prstGeom>
            <a:solidFill>
              <a:srgbClr val="FFFFFF"/>
            </a:solidFill>
            <a:ln cap="flat" cmpd="sng" w="38100">
              <a:solidFill>
                <a:srgbClr val="D9D9D9"/>
              </a:solidFill>
              <a:prstDash val="solid"/>
              <a:round/>
              <a:headEnd len="sm" w="sm" type="none"/>
              <a:tailEnd len="sm" w="sm" type="none"/>
            </a:ln>
            <a:effectLst>
              <a:outerShdw blurRad="63500" dir="2700000" dist="38100">
                <a:srgbClr val="000000">
                  <a:alpha val="39220"/>
                </a:srgbClr>
              </a:outerShdw>
            </a:effectLst>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Arial"/>
                <a:ea typeface="Arial"/>
                <a:cs typeface="Arial"/>
                <a:sym typeface="Arial"/>
              </a:endParaRPr>
            </a:p>
          </p:txBody>
        </p:sp>
        <p:sp>
          <p:nvSpPr>
            <p:cNvPr id="11033" name="Google Shape;11033;p182"/>
            <p:cNvSpPr txBox="1"/>
            <p:nvPr/>
          </p:nvSpPr>
          <p:spPr>
            <a:xfrm>
              <a:off x="7166313" y="1509322"/>
              <a:ext cx="1970700" cy="181800"/>
            </a:xfrm>
            <a:prstGeom prst="rect">
              <a:avLst/>
            </a:prstGeom>
            <a:solidFill>
              <a:srgbClr val="F2F2F2"/>
            </a:solidFill>
            <a:ln cap="flat" cmpd="sng" w="38100">
              <a:solidFill>
                <a:srgbClr val="D9D9D9"/>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rPr b="1" lang="es-419" sz="1000">
                  <a:latin typeface="Arvo"/>
                  <a:ea typeface="Arvo"/>
                  <a:cs typeface="Arvo"/>
                  <a:sym typeface="Arvo"/>
                </a:rPr>
                <a:t>Entidades </a:t>
              </a:r>
              <a:r>
                <a:rPr b="1" i="0" lang="es-419" sz="1000" u="none" cap="none" strike="noStrike">
                  <a:solidFill>
                    <a:srgbClr val="000000"/>
                  </a:solidFill>
                  <a:latin typeface="Arvo"/>
                  <a:ea typeface="Arvo"/>
                  <a:cs typeface="Arvo"/>
                  <a:sym typeface="Arvo"/>
                </a:rPr>
                <a:t>- </a:t>
              </a:r>
              <a:r>
                <a:rPr b="1" lang="es-419" sz="1000">
                  <a:latin typeface="Arvo"/>
                  <a:ea typeface="Arvo"/>
                  <a:cs typeface="Arvo"/>
                  <a:sym typeface="Arvo"/>
                </a:rPr>
                <a:t>Dominio</a:t>
              </a:r>
              <a:endParaRPr b="1" i="0" sz="1000" u="none" cap="none" strike="noStrike">
                <a:solidFill>
                  <a:srgbClr val="000000"/>
                </a:solidFill>
                <a:latin typeface="Arvo"/>
                <a:ea typeface="Arvo"/>
                <a:cs typeface="Arvo"/>
                <a:sym typeface="Arvo"/>
              </a:endParaRPr>
            </a:p>
          </p:txBody>
        </p:sp>
      </p:grpSp>
      <p:grpSp>
        <p:nvGrpSpPr>
          <p:cNvPr id="11034" name="Google Shape;11034;p182"/>
          <p:cNvGrpSpPr/>
          <p:nvPr/>
        </p:nvGrpSpPr>
        <p:grpSpPr>
          <a:xfrm>
            <a:off x="7413883" y="3312381"/>
            <a:ext cx="2297249" cy="3195411"/>
            <a:chOff x="7166309" y="2980271"/>
            <a:chExt cx="1970704" cy="2285701"/>
          </a:xfrm>
        </p:grpSpPr>
        <p:sp>
          <p:nvSpPr>
            <p:cNvPr id="11035" name="Google Shape;11035;p182"/>
            <p:cNvSpPr txBox="1"/>
            <p:nvPr/>
          </p:nvSpPr>
          <p:spPr>
            <a:xfrm>
              <a:off x="7166313" y="2980272"/>
              <a:ext cx="1970700" cy="2285700"/>
            </a:xfrm>
            <a:prstGeom prst="rect">
              <a:avLst/>
            </a:prstGeom>
            <a:solidFill>
              <a:srgbClr val="FFFFFF"/>
            </a:solidFill>
            <a:ln cap="flat" cmpd="sng" w="38100">
              <a:solidFill>
                <a:srgbClr val="C00000"/>
              </a:solidFill>
              <a:prstDash val="solid"/>
              <a:round/>
              <a:headEnd len="sm" w="sm" type="none"/>
              <a:tailEnd len="sm" w="sm" type="none"/>
            </a:ln>
            <a:effectLst>
              <a:outerShdw blurRad="63500" dir="2700000" dist="38100">
                <a:srgbClr val="000000">
                  <a:alpha val="39220"/>
                </a:srgbClr>
              </a:outerShdw>
            </a:effectLst>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Arial"/>
                <a:ea typeface="Arial"/>
                <a:cs typeface="Arial"/>
                <a:sym typeface="Arial"/>
              </a:endParaRPr>
            </a:p>
          </p:txBody>
        </p:sp>
        <p:sp>
          <p:nvSpPr>
            <p:cNvPr id="11036" name="Google Shape;11036;p182"/>
            <p:cNvSpPr txBox="1"/>
            <p:nvPr/>
          </p:nvSpPr>
          <p:spPr>
            <a:xfrm>
              <a:off x="7166309" y="2980271"/>
              <a:ext cx="1970700" cy="171300"/>
            </a:xfrm>
            <a:prstGeom prst="rect">
              <a:avLst/>
            </a:prstGeom>
            <a:solidFill>
              <a:srgbClr val="C00000"/>
            </a:solidFill>
            <a:ln cap="flat" cmpd="sng" w="38100">
              <a:solidFill>
                <a:srgbClr val="C00000"/>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FFFFFF"/>
                </a:buClr>
                <a:buSzPts val="1800"/>
                <a:buFont typeface="Arial"/>
                <a:buNone/>
              </a:pPr>
              <a:r>
                <a:rPr b="1" lang="es-419" sz="1000">
                  <a:solidFill>
                    <a:srgbClr val="FFFFFF"/>
                  </a:solidFill>
                  <a:latin typeface="Arvo"/>
                  <a:ea typeface="Arvo"/>
                  <a:cs typeface="Arvo"/>
                  <a:sym typeface="Arvo"/>
                </a:rPr>
                <a:t>Comunicación</a:t>
              </a:r>
              <a:endParaRPr i="0" sz="1000" u="none" cap="none" strike="noStrike">
                <a:solidFill>
                  <a:srgbClr val="000000"/>
                </a:solidFill>
                <a:latin typeface="Arvo"/>
                <a:ea typeface="Arvo"/>
                <a:cs typeface="Arvo"/>
                <a:sym typeface="Arvo"/>
              </a:endParaRPr>
            </a:p>
          </p:txBody>
        </p:sp>
      </p:grpSp>
      <p:sp>
        <p:nvSpPr>
          <p:cNvPr id="11037" name="Google Shape;11037;p182"/>
          <p:cNvSpPr txBox="1"/>
          <p:nvPr>
            <p:ph idx="1" type="body"/>
          </p:nvPr>
        </p:nvSpPr>
        <p:spPr>
          <a:xfrm>
            <a:off x="641150" y="612125"/>
            <a:ext cx="1770300" cy="160500"/>
          </a:xfrm>
          <a:prstGeom prst="rect">
            <a:avLst/>
          </a:prstGeom>
          <a:noFill/>
          <a:ln>
            <a:noFill/>
          </a:ln>
        </p:spPr>
        <p:txBody>
          <a:bodyPr anchorCtr="0" anchor="t" bIns="0" lIns="0" spcFirstLastPara="1" rIns="0" wrap="square" tIns="0">
            <a:noAutofit/>
          </a:bodyPr>
          <a:lstStyle>
            <a:lvl1pPr indent="-292100" lvl="0" marL="457200" algn="ctr">
              <a:spcBef>
                <a:spcPts val="0"/>
              </a:spcBef>
              <a:spcAft>
                <a:spcPts val="0"/>
              </a:spcAft>
              <a:buClr>
                <a:srgbClr val="FFFFFF"/>
              </a:buClr>
              <a:buSzPts val="1000"/>
              <a:buChar char="●"/>
              <a:defRPr sz="1000">
                <a:solidFill>
                  <a:srgbClr val="FFFFFF"/>
                </a:solidFill>
              </a:defRPr>
            </a:lvl1pPr>
            <a:lvl2pPr indent="-292100" lvl="1" marL="914400" algn="ctr">
              <a:spcBef>
                <a:spcPts val="0"/>
              </a:spcBef>
              <a:spcAft>
                <a:spcPts val="0"/>
              </a:spcAft>
              <a:buClr>
                <a:srgbClr val="FFFFFF"/>
              </a:buClr>
              <a:buSzPts val="1000"/>
              <a:buChar char="○"/>
              <a:defRPr sz="1000">
                <a:solidFill>
                  <a:srgbClr val="FFFFFF"/>
                </a:solidFill>
              </a:defRPr>
            </a:lvl2pPr>
            <a:lvl3pPr indent="-292100" lvl="2" marL="1371600" algn="ctr">
              <a:spcBef>
                <a:spcPts val="0"/>
              </a:spcBef>
              <a:spcAft>
                <a:spcPts val="0"/>
              </a:spcAft>
              <a:buClr>
                <a:srgbClr val="FFFFFF"/>
              </a:buClr>
              <a:buSzPts val="1000"/>
              <a:buChar char="■"/>
              <a:defRPr sz="1000">
                <a:solidFill>
                  <a:srgbClr val="FFFFFF"/>
                </a:solidFill>
              </a:defRPr>
            </a:lvl3pPr>
            <a:lvl4pPr indent="-292100" lvl="3" marL="1828800" algn="ctr">
              <a:spcBef>
                <a:spcPts val="0"/>
              </a:spcBef>
              <a:spcAft>
                <a:spcPts val="0"/>
              </a:spcAft>
              <a:buClr>
                <a:srgbClr val="FFFFFF"/>
              </a:buClr>
              <a:buSzPts val="1000"/>
              <a:buChar char="●"/>
              <a:defRPr sz="1000">
                <a:solidFill>
                  <a:srgbClr val="FFFFFF"/>
                </a:solidFill>
              </a:defRPr>
            </a:lvl4pPr>
            <a:lvl5pPr indent="-292100" lvl="4" marL="2286000" algn="ctr">
              <a:spcBef>
                <a:spcPts val="0"/>
              </a:spcBef>
              <a:spcAft>
                <a:spcPts val="0"/>
              </a:spcAft>
              <a:buClr>
                <a:srgbClr val="FFFFFF"/>
              </a:buClr>
              <a:buSzPts val="1000"/>
              <a:buChar char="○"/>
              <a:defRPr sz="1000">
                <a:solidFill>
                  <a:srgbClr val="FFFFFF"/>
                </a:solidFill>
              </a:defRPr>
            </a:lvl5pPr>
            <a:lvl6pPr indent="-292100" lvl="5" marL="2743200" algn="ctr">
              <a:spcBef>
                <a:spcPts val="0"/>
              </a:spcBef>
              <a:spcAft>
                <a:spcPts val="0"/>
              </a:spcAft>
              <a:buClr>
                <a:srgbClr val="FFFFFF"/>
              </a:buClr>
              <a:buSzPts val="1000"/>
              <a:buChar char="■"/>
              <a:defRPr sz="1000">
                <a:solidFill>
                  <a:srgbClr val="FFFFFF"/>
                </a:solidFill>
              </a:defRPr>
            </a:lvl6pPr>
            <a:lvl7pPr indent="-292100" lvl="6" marL="3200400" algn="ctr">
              <a:spcBef>
                <a:spcPts val="0"/>
              </a:spcBef>
              <a:spcAft>
                <a:spcPts val="0"/>
              </a:spcAft>
              <a:buClr>
                <a:srgbClr val="FFFFFF"/>
              </a:buClr>
              <a:buSzPts val="1000"/>
              <a:buChar char="●"/>
              <a:defRPr sz="1000">
                <a:solidFill>
                  <a:srgbClr val="FFFFFF"/>
                </a:solidFill>
              </a:defRPr>
            </a:lvl7pPr>
            <a:lvl8pPr indent="-292100" lvl="7" marL="3657600" algn="ctr">
              <a:spcBef>
                <a:spcPts val="0"/>
              </a:spcBef>
              <a:spcAft>
                <a:spcPts val="0"/>
              </a:spcAft>
              <a:buClr>
                <a:srgbClr val="FFFFFF"/>
              </a:buClr>
              <a:buSzPts val="1000"/>
              <a:buChar char="○"/>
              <a:defRPr sz="1000">
                <a:solidFill>
                  <a:srgbClr val="FFFFFF"/>
                </a:solidFill>
              </a:defRPr>
            </a:lvl8pPr>
            <a:lvl9pPr indent="-292100" lvl="8" marL="4114800" algn="ctr">
              <a:spcBef>
                <a:spcPts val="0"/>
              </a:spcBef>
              <a:spcAft>
                <a:spcPts val="0"/>
              </a:spcAft>
              <a:buClr>
                <a:srgbClr val="FFFFFF"/>
              </a:buClr>
              <a:buSzPts val="1000"/>
              <a:buChar char="■"/>
              <a:defRPr sz="1000">
                <a:solidFill>
                  <a:srgbClr val="FFFFFF"/>
                </a:solidFill>
              </a:defRPr>
            </a:lvl9pPr>
          </a:lstStyle>
          <a:p/>
        </p:txBody>
      </p:sp>
      <p:sp>
        <p:nvSpPr>
          <p:cNvPr id="11038" name="Google Shape;11038;p182"/>
          <p:cNvSpPr txBox="1"/>
          <p:nvPr/>
        </p:nvSpPr>
        <p:spPr>
          <a:xfrm>
            <a:off x="84825" y="598125"/>
            <a:ext cx="595500" cy="205800"/>
          </a:xfrm>
          <a:prstGeom prst="rect">
            <a:avLst/>
          </a:prstGeom>
          <a:noFill/>
          <a:ln>
            <a:noFill/>
          </a:ln>
        </p:spPr>
        <p:txBody>
          <a:bodyPr anchorCtr="0" anchor="t" bIns="18000" lIns="18000" spcFirstLastPara="1" rIns="18000" wrap="square" tIns="18000">
            <a:spAutoFit/>
          </a:bodyPr>
          <a:lstStyle/>
          <a:p>
            <a:pPr indent="0" lvl="0" marL="0" rtl="0" algn="l">
              <a:spcBef>
                <a:spcPts val="0"/>
              </a:spcBef>
              <a:spcAft>
                <a:spcPts val="0"/>
              </a:spcAft>
              <a:buNone/>
            </a:pPr>
            <a:r>
              <a:rPr lang="es-419" sz="1100">
                <a:solidFill>
                  <a:srgbClr val="FFFFFF"/>
                </a:solidFill>
              </a:rPr>
              <a:t>Nombre:</a:t>
            </a:r>
            <a:endParaRPr sz="1100">
              <a:solidFill>
                <a:srgbClr val="FFFFFF"/>
              </a:solidFill>
            </a:endParaRPr>
          </a:p>
        </p:txBody>
      </p:sp>
      <p:sp>
        <p:nvSpPr>
          <p:cNvPr id="11039" name="Google Shape;11039;p182"/>
          <p:cNvSpPr txBox="1"/>
          <p:nvPr/>
        </p:nvSpPr>
        <p:spPr>
          <a:xfrm>
            <a:off x="-5257800" y="838200"/>
            <a:ext cx="4648200" cy="6248400"/>
          </a:xfrm>
          <a:prstGeom prst="rect">
            <a:avLst/>
          </a:prstGeom>
          <a:solidFill>
            <a:srgbClr val="FFFFFF"/>
          </a:solidFill>
          <a:ln cap="flat" cmpd="sng" w="9525">
            <a:solidFill>
              <a:srgbClr val="00B0F0"/>
            </a:solidFill>
            <a:prstDash val="solid"/>
            <a:round/>
            <a:headEnd len="sm" w="sm" type="none"/>
            <a:tailEnd len="sm" w="sm" type="none"/>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A6A6A6"/>
              </a:buClr>
              <a:buSzPts val="1700"/>
              <a:buFont typeface="Tahoma"/>
              <a:buNone/>
            </a:pPr>
            <a:r>
              <a:rPr b="1" i="0" lang="es-419" sz="1700" u="none">
                <a:solidFill>
                  <a:srgbClr val="A6A6A6"/>
                </a:solidFill>
                <a:latin typeface="Tahoma"/>
                <a:ea typeface="Tahoma"/>
                <a:cs typeface="Tahoma"/>
                <a:sym typeface="Tahoma"/>
              </a:rPr>
              <a:t>                                                           Fichas</a:t>
            </a:r>
            <a:endParaRPr/>
          </a:p>
          <a:p>
            <a:pPr indent="0" lvl="0" marL="0" marR="0" rtl="0" algn="r">
              <a:lnSpc>
                <a:spcPct val="100000"/>
              </a:lnSpc>
              <a:spcBef>
                <a:spcPts val="0"/>
              </a:spcBef>
              <a:spcAft>
                <a:spcPts val="0"/>
              </a:spcAft>
              <a:buClr>
                <a:srgbClr val="A6A6A6"/>
              </a:buClr>
              <a:buSzPts val="1700"/>
              <a:buFont typeface="Tahoma"/>
              <a:buNone/>
            </a:pPr>
            <a:r>
              <a:rPr b="1" i="0" lang="es-419" sz="1700" u="none">
                <a:solidFill>
                  <a:srgbClr val="A6A6A6"/>
                </a:solidFill>
                <a:latin typeface="Tahoma"/>
                <a:ea typeface="Tahoma"/>
                <a:cs typeface="Tahoma"/>
                <a:sym typeface="Tahoma"/>
              </a:rPr>
              <a:t>Worker</a:t>
            </a:r>
            <a:endParaRPr/>
          </a:p>
        </p:txBody>
      </p:sp>
      <p:sp>
        <p:nvSpPr>
          <p:cNvPr id="11040" name="Google Shape;11040;p182"/>
          <p:cNvSpPr txBox="1"/>
          <p:nvPr/>
        </p:nvSpPr>
        <p:spPr>
          <a:xfrm>
            <a:off x="10283825" y="838200"/>
            <a:ext cx="4319700" cy="6248400"/>
          </a:xfrm>
          <a:prstGeom prst="rect">
            <a:avLst/>
          </a:prstGeom>
          <a:solidFill>
            <a:srgbClr val="FFFFFF"/>
          </a:solidFill>
          <a:ln cap="flat" cmpd="sng" w="9525">
            <a:solidFill>
              <a:srgbClr val="00B0F0"/>
            </a:solidFill>
            <a:prstDash val="solid"/>
            <a:round/>
            <a:headEnd len="sm" w="sm" type="none"/>
            <a:tailEnd len="sm" w="sm" type="none"/>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A6A6A6"/>
              </a:buClr>
              <a:buSzPts val="1800"/>
              <a:buFont typeface="Tahoma"/>
              <a:buNone/>
            </a:pPr>
            <a:r>
              <a:rPr b="1" i="0" lang="es-419" sz="1800" u="none">
                <a:solidFill>
                  <a:srgbClr val="A6A6A6"/>
                </a:solidFill>
                <a:latin typeface="Tahoma"/>
                <a:ea typeface="Tahoma"/>
                <a:cs typeface="Tahoma"/>
                <a:sym typeface="Tahoma"/>
              </a:rPr>
              <a:t>  </a:t>
            </a:r>
            <a:r>
              <a:rPr b="1" i="0" lang="es-419" sz="1700" u="none">
                <a:solidFill>
                  <a:srgbClr val="A6A6A6"/>
                </a:solidFill>
                <a:latin typeface="Tahoma"/>
                <a:ea typeface="Tahoma"/>
                <a:cs typeface="Tahoma"/>
                <a:sym typeface="Tahoma"/>
              </a:rPr>
              <a:t>Fichas</a:t>
            </a:r>
            <a:endParaRPr/>
          </a:p>
          <a:p>
            <a:pPr indent="0" lvl="0" marL="0" marR="0" rtl="0" algn="l">
              <a:lnSpc>
                <a:spcPct val="100000"/>
              </a:lnSpc>
              <a:spcBef>
                <a:spcPts val="0"/>
              </a:spcBef>
              <a:spcAft>
                <a:spcPts val="0"/>
              </a:spcAft>
              <a:buClr>
                <a:srgbClr val="A6A6A6"/>
              </a:buClr>
              <a:buSzPts val="1700"/>
              <a:buFont typeface="Tahoma"/>
              <a:buNone/>
            </a:pPr>
            <a:r>
              <a:rPr b="1" i="0" lang="es-419" sz="1700" u="none">
                <a:solidFill>
                  <a:srgbClr val="A6A6A6"/>
                </a:solidFill>
                <a:latin typeface="Tahoma"/>
                <a:ea typeface="Tahoma"/>
                <a:cs typeface="Tahoma"/>
                <a:sym typeface="Tahoma"/>
              </a:rPr>
              <a:t>Usuarios</a:t>
            </a:r>
            <a:endParaRPr/>
          </a:p>
        </p:txBody>
      </p:sp>
      <p:sp>
        <p:nvSpPr>
          <p:cNvPr id="11041" name="Google Shape;11041;p182"/>
          <p:cNvSpPr txBox="1"/>
          <p:nvPr/>
        </p:nvSpPr>
        <p:spPr>
          <a:xfrm>
            <a:off x="-5257800" y="7199312"/>
            <a:ext cx="7924800" cy="811200"/>
          </a:xfrm>
          <a:prstGeom prst="rect">
            <a:avLst/>
          </a:prstGeom>
          <a:solidFill>
            <a:srgbClr val="FFFFFF"/>
          </a:solidFill>
          <a:ln cap="flat" cmpd="sng" w="9525">
            <a:solidFill>
              <a:srgbClr val="00B0F0"/>
            </a:solidFill>
            <a:prstDash val="solid"/>
            <a:round/>
            <a:headEnd len="sm" w="sm" type="none"/>
            <a:tailEnd len="sm" w="sm" type="none"/>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A6A6A6"/>
              </a:buClr>
              <a:buSzPts val="1700"/>
              <a:buFont typeface="Tahoma"/>
              <a:buNone/>
            </a:pPr>
            <a:r>
              <a:rPr b="1" i="0" lang="es-419" sz="1700" u="none">
                <a:solidFill>
                  <a:srgbClr val="A6A6A6"/>
                </a:solidFill>
                <a:latin typeface="Tahoma"/>
                <a:ea typeface="Tahoma"/>
                <a:cs typeface="Tahoma"/>
                <a:sym typeface="Tahoma"/>
              </a:rPr>
              <a:t>Elementos</a:t>
            </a:r>
            <a:endParaRPr/>
          </a:p>
        </p:txBody>
      </p:sp>
      <p:sp>
        <p:nvSpPr>
          <p:cNvPr id="11042" name="Google Shape;11042;p182"/>
          <p:cNvSpPr txBox="1"/>
          <p:nvPr/>
        </p:nvSpPr>
        <p:spPr>
          <a:xfrm>
            <a:off x="2820976" y="7199300"/>
            <a:ext cx="11782500" cy="811200"/>
          </a:xfrm>
          <a:prstGeom prst="rect">
            <a:avLst/>
          </a:prstGeom>
          <a:solidFill>
            <a:srgbClr val="FFFFFF"/>
          </a:solidFill>
          <a:ln cap="flat" cmpd="sng" w="9525">
            <a:solidFill>
              <a:srgbClr val="00B0F0"/>
            </a:solidFill>
            <a:prstDash val="solid"/>
            <a:round/>
            <a:headEnd len="sm" w="sm" type="none"/>
            <a:tailEnd len="sm" w="sm" type="none"/>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A6A6A6"/>
              </a:buClr>
              <a:buSzPts val="1700"/>
              <a:buFont typeface="Tahoma"/>
              <a:buNone/>
            </a:pPr>
            <a:r>
              <a:rPr b="1" i="0" lang="es-419" sz="1700" u="none">
                <a:solidFill>
                  <a:srgbClr val="A6A6A6"/>
                </a:solidFill>
                <a:latin typeface="Tahoma"/>
                <a:ea typeface="Tahoma"/>
                <a:cs typeface="Tahoma"/>
                <a:sym typeface="Tahoma"/>
              </a:rPr>
              <a:t>Comunicación</a:t>
            </a:r>
            <a:endParaRPr/>
          </a:p>
        </p:txBody>
      </p:sp>
    </p:spTree>
  </p:cSld>
  <p:clrMapOvr>
    <a:masterClrMapping/>
  </p:clrMapOvr>
</p:sldLayout>
</file>

<file path=ppt/slideLayouts/slideLayout17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1 Problema y Posicionamiento">
  <p:cSld name="TITLE_3_6_1_1_1_1_1_1_1_2_1">
    <p:spTree>
      <p:nvGrpSpPr>
        <p:cNvPr id="11043" name="Shape 11043"/>
        <p:cNvGrpSpPr/>
        <p:nvPr/>
      </p:nvGrpSpPr>
      <p:grpSpPr>
        <a:xfrm>
          <a:off x="0" y="0"/>
          <a:ext cx="0" cy="0"/>
          <a:chOff x="0" y="0"/>
          <a:chExt cx="0" cy="0"/>
        </a:xfrm>
      </p:grpSpPr>
      <p:sp>
        <p:nvSpPr>
          <p:cNvPr id="11044" name="Google Shape;11044;p183"/>
          <p:cNvSpPr/>
          <p:nvPr/>
        </p:nvSpPr>
        <p:spPr>
          <a:xfrm>
            <a:off x="77688" y="358938"/>
            <a:ext cx="9935700" cy="6438000"/>
          </a:xfrm>
          <a:prstGeom prst="roundRect">
            <a:avLst>
              <a:gd fmla="val 2618" name="adj"/>
            </a:avLst>
          </a:prstGeom>
          <a:solidFill>
            <a:srgbClr val="FFFFFF"/>
          </a:solidFill>
          <a:ln cap="flat" cmpd="sng" w="38100">
            <a:solidFill>
              <a:srgbClr val="000000"/>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045" name="Google Shape;11045;p183"/>
          <p:cNvCxnSpPr/>
          <p:nvPr/>
        </p:nvCxnSpPr>
        <p:spPr>
          <a:xfrm>
            <a:off x="77688" y="772614"/>
            <a:ext cx="9935700" cy="0"/>
          </a:xfrm>
          <a:prstGeom prst="straightConnector1">
            <a:avLst/>
          </a:prstGeom>
          <a:noFill/>
          <a:ln cap="flat" cmpd="sng" w="19050">
            <a:solidFill>
              <a:srgbClr val="000000"/>
            </a:solidFill>
            <a:prstDash val="solid"/>
            <a:round/>
            <a:headEnd len="med" w="med" type="none"/>
            <a:tailEnd len="med" w="med" type="none"/>
          </a:ln>
        </p:spPr>
      </p:cxnSp>
      <p:cxnSp>
        <p:nvCxnSpPr>
          <p:cNvPr id="11046" name="Google Shape;11046;p183"/>
          <p:cNvCxnSpPr/>
          <p:nvPr/>
        </p:nvCxnSpPr>
        <p:spPr>
          <a:xfrm rot="10800000">
            <a:off x="2439038" y="368188"/>
            <a:ext cx="0" cy="402300"/>
          </a:xfrm>
          <a:prstGeom prst="straightConnector1">
            <a:avLst/>
          </a:prstGeom>
          <a:noFill/>
          <a:ln cap="flat" cmpd="sng" w="19050">
            <a:solidFill>
              <a:srgbClr val="000000"/>
            </a:solidFill>
            <a:prstDash val="solid"/>
            <a:round/>
            <a:headEnd len="med" w="med" type="none"/>
            <a:tailEnd len="med" w="med" type="none"/>
          </a:ln>
        </p:spPr>
      </p:cxnSp>
      <p:sp>
        <p:nvSpPr>
          <p:cNvPr id="11047" name="Google Shape;11047;p183"/>
          <p:cNvSpPr/>
          <p:nvPr/>
        </p:nvSpPr>
        <p:spPr>
          <a:xfrm>
            <a:off x="77688" y="349338"/>
            <a:ext cx="2361300" cy="421200"/>
          </a:xfrm>
          <a:prstGeom prst="roundRect">
            <a:avLst>
              <a:gd fmla="val 50000" name="adj"/>
            </a:avLst>
          </a:prstGeom>
          <a:solidFill>
            <a:srgbClr val="000000"/>
          </a:solidFill>
          <a:ln cap="flat" cmpd="sng" w="9525">
            <a:solidFill>
              <a:srgbClr val="000000"/>
            </a:solidFill>
            <a:prstDash val="solid"/>
            <a:round/>
            <a:headEnd len="sm" w="sm" type="none"/>
            <a:tailEnd len="sm" w="sm" type="none"/>
          </a:ln>
        </p:spPr>
        <p:txBody>
          <a:bodyPr anchorCtr="0" anchor="ctr" bIns="91425" lIns="0" spcFirstLastPara="1" rIns="0" wrap="square" tIns="91425">
            <a:noAutofit/>
          </a:bodyPr>
          <a:lstStyle/>
          <a:p>
            <a:pPr indent="0" lvl="0" marL="0" rtl="0" algn="ctr">
              <a:spcBef>
                <a:spcPts val="0"/>
              </a:spcBef>
              <a:spcAft>
                <a:spcPts val="0"/>
              </a:spcAft>
              <a:buNone/>
            </a:pPr>
            <a:r>
              <a:rPr b="1" lang="es-419" sz="1100">
                <a:solidFill>
                  <a:srgbClr val="FFFFFF"/>
                </a:solidFill>
              </a:rPr>
              <a:t>Problema y Posicionamiento</a:t>
            </a:r>
            <a:endParaRPr b="1" sz="1100">
              <a:solidFill>
                <a:srgbClr val="FFFFFF"/>
              </a:solidFill>
            </a:endParaRPr>
          </a:p>
          <a:p>
            <a:pPr indent="0" lvl="0" marL="0" rtl="0" algn="ctr">
              <a:spcBef>
                <a:spcPts val="0"/>
              </a:spcBef>
              <a:spcAft>
                <a:spcPts val="0"/>
              </a:spcAft>
              <a:buNone/>
            </a:pPr>
            <a:r>
              <a:t/>
            </a:r>
            <a:endParaRPr b="1" sz="1200">
              <a:solidFill>
                <a:srgbClr val="FFFFFF"/>
              </a:solidFill>
            </a:endParaRPr>
          </a:p>
        </p:txBody>
      </p:sp>
      <p:sp>
        <p:nvSpPr>
          <p:cNvPr id="11048" name="Google Shape;11048;p183"/>
          <p:cNvSpPr/>
          <p:nvPr/>
        </p:nvSpPr>
        <p:spPr>
          <a:xfrm>
            <a:off x="83988" y="595504"/>
            <a:ext cx="190200" cy="1692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9" name="Google Shape;11049;p183"/>
          <p:cNvSpPr/>
          <p:nvPr/>
        </p:nvSpPr>
        <p:spPr>
          <a:xfrm>
            <a:off x="2350598" y="358950"/>
            <a:ext cx="88500" cy="4023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0" name="Google Shape;11050;p183"/>
          <p:cNvSpPr/>
          <p:nvPr/>
        </p:nvSpPr>
        <p:spPr>
          <a:xfrm>
            <a:off x="2277739" y="663750"/>
            <a:ext cx="88500" cy="1089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1" name="Google Shape;11051;p183"/>
          <p:cNvSpPr txBox="1"/>
          <p:nvPr/>
        </p:nvSpPr>
        <p:spPr>
          <a:xfrm>
            <a:off x="391660" y="3997709"/>
            <a:ext cx="1594500" cy="246300"/>
          </a:xfrm>
          <a:prstGeom prst="rect">
            <a:avLst/>
          </a:prstGeom>
          <a:noFill/>
          <a:ln>
            <a:noFill/>
          </a:ln>
        </p:spPr>
        <p:txBody>
          <a:bodyPr anchorCtr="0" anchor="t" bIns="0" lIns="0" spcFirstLastPara="1" rIns="72000" wrap="square" tIns="0">
            <a:spAutoFit/>
          </a:bodyPr>
          <a:lstStyle/>
          <a:p>
            <a:pPr indent="0" lvl="0" marL="45720" rtl="0" algn="r">
              <a:spcBef>
                <a:spcPts val="0"/>
              </a:spcBef>
              <a:spcAft>
                <a:spcPts val="0"/>
              </a:spcAft>
              <a:buNone/>
            </a:pPr>
            <a:r>
              <a:rPr b="1" lang="es-419" sz="1000">
                <a:solidFill>
                  <a:srgbClr val="202124"/>
                </a:solidFill>
                <a:latin typeface="Arvo"/>
                <a:ea typeface="Arvo"/>
                <a:cs typeface="Arvo"/>
                <a:sym typeface="Arvo"/>
              </a:rPr>
              <a:t>Para:</a:t>
            </a:r>
            <a:r>
              <a:rPr b="1" lang="es-419" sz="1000">
                <a:solidFill>
                  <a:schemeClr val="dk1"/>
                </a:solidFill>
                <a:latin typeface="Arvo"/>
                <a:ea typeface="Arvo"/>
                <a:cs typeface="Arvo"/>
                <a:sym typeface="Arvo"/>
              </a:rPr>
              <a:t> </a:t>
            </a:r>
            <a:endParaRPr b="1" sz="1000">
              <a:solidFill>
                <a:schemeClr val="dk1"/>
              </a:solidFill>
              <a:latin typeface="Arvo"/>
              <a:ea typeface="Arvo"/>
              <a:cs typeface="Arvo"/>
              <a:sym typeface="Arvo"/>
            </a:endParaRPr>
          </a:p>
          <a:p>
            <a:pPr indent="0" lvl="0" marL="45720" rtl="0" algn="r">
              <a:spcBef>
                <a:spcPts val="0"/>
              </a:spcBef>
              <a:spcAft>
                <a:spcPts val="0"/>
              </a:spcAft>
              <a:buNone/>
            </a:pPr>
            <a:r>
              <a:rPr i="1" lang="es-419" sz="600">
                <a:solidFill>
                  <a:schemeClr val="dk1"/>
                </a:solidFill>
                <a:latin typeface="Arvo"/>
                <a:ea typeface="Arvo"/>
                <a:cs typeface="Arvo"/>
                <a:sym typeface="Arvo"/>
              </a:rPr>
              <a:t>&lt;[Cliente objetivo]&gt;</a:t>
            </a:r>
            <a:endParaRPr sz="600">
              <a:solidFill>
                <a:schemeClr val="hlink"/>
              </a:solidFill>
              <a:highlight>
                <a:srgbClr val="FFFF00"/>
              </a:highlight>
              <a:latin typeface="Arvo"/>
              <a:ea typeface="Arvo"/>
              <a:cs typeface="Arvo"/>
              <a:sym typeface="Arvo"/>
            </a:endParaRPr>
          </a:p>
        </p:txBody>
      </p:sp>
      <p:sp>
        <p:nvSpPr>
          <p:cNvPr id="11052" name="Google Shape;11052;p183"/>
          <p:cNvSpPr txBox="1"/>
          <p:nvPr/>
        </p:nvSpPr>
        <p:spPr>
          <a:xfrm>
            <a:off x="256507" y="4394654"/>
            <a:ext cx="1731300" cy="369300"/>
          </a:xfrm>
          <a:prstGeom prst="rect">
            <a:avLst/>
          </a:prstGeom>
          <a:noFill/>
          <a:ln>
            <a:noFill/>
          </a:ln>
        </p:spPr>
        <p:txBody>
          <a:bodyPr anchorCtr="0" anchor="t" bIns="0" lIns="0" spcFirstLastPara="1" rIns="72000" wrap="square" tIns="0">
            <a:spAutoFit/>
          </a:bodyPr>
          <a:lstStyle/>
          <a:p>
            <a:pPr indent="0" lvl="0" marL="45720" rtl="0" algn="r">
              <a:spcBef>
                <a:spcPts val="0"/>
              </a:spcBef>
              <a:spcAft>
                <a:spcPts val="0"/>
              </a:spcAft>
              <a:buNone/>
            </a:pPr>
            <a:r>
              <a:rPr b="1" lang="es-419" sz="1000">
                <a:solidFill>
                  <a:schemeClr val="dk1"/>
                </a:solidFill>
                <a:latin typeface="Arvo"/>
                <a:ea typeface="Arvo"/>
                <a:cs typeface="Arvo"/>
                <a:sym typeface="Arvo"/>
              </a:rPr>
              <a:t>Quién:                         </a:t>
            </a:r>
            <a:r>
              <a:rPr b="1" lang="es-419" sz="1200">
                <a:solidFill>
                  <a:schemeClr val="dk1"/>
                </a:solidFill>
                <a:latin typeface="Arvo"/>
                <a:ea typeface="Arvo"/>
                <a:cs typeface="Arvo"/>
                <a:sym typeface="Arvo"/>
              </a:rPr>
              <a:t> </a:t>
            </a:r>
            <a:r>
              <a:rPr i="1" lang="es-419" sz="600">
                <a:solidFill>
                  <a:schemeClr val="dk1"/>
                </a:solidFill>
                <a:latin typeface="Arvo"/>
                <a:ea typeface="Arvo"/>
                <a:cs typeface="Arvo"/>
                <a:sym typeface="Arvo"/>
              </a:rPr>
              <a:t>&lt;[Declaración de la necesidad u oportunidad]&gt;</a:t>
            </a:r>
            <a:endParaRPr sz="600">
              <a:solidFill>
                <a:schemeClr val="hlink"/>
              </a:solidFill>
              <a:highlight>
                <a:srgbClr val="FFFF00"/>
              </a:highlight>
              <a:latin typeface="Arvo"/>
              <a:ea typeface="Arvo"/>
              <a:cs typeface="Arvo"/>
              <a:sym typeface="Arvo"/>
            </a:endParaRPr>
          </a:p>
        </p:txBody>
      </p:sp>
      <p:sp>
        <p:nvSpPr>
          <p:cNvPr id="11053" name="Google Shape;11053;p183"/>
          <p:cNvSpPr txBox="1"/>
          <p:nvPr/>
        </p:nvSpPr>
        <p:spPr>
          <a:xfrm>
            <a:off x="403322" y="4858127"/>
            <a:ext cx="1594500" cy="277200"/>
          </a:xfrm>
          <a:prstGeom prst="rect">
            <a:avLst/>
          </a:prstGeom>
          <a:noFill/>
          <a:ln>
            <a:noFill/>
          </a:ln>
        </p:spPr>
        <p:txBody>
          <a:bodyPr anchorCtr="0" anchor="t" bIns="0" lIns="0" spcFirstLastPara="1" rIns="72000" wrap="square" tIns="0">
            <a:spAutoFit/>
          </a:bodyPr>
          <a:lstStyle/>
          <a:p>
            <a:pPr indent="0" lvl="0" marL="45720" rtl="0" algn="r">
              <a:spcBef>
                <a:spcPts val="0"/>
              </a:spcBef>
              <a:spcAft>
                <a:spcPts val="0"/>
              </a:spcAft>
              <a:buNone/>
            </a:pPr>
            <a:r>
              <a:rPr b="1" lang="es-419" sz="1000">
                <a:solidFill>
                  <a:schemeClr val="dk1"/>
                </a:solidFill>
                <a:latin typeface="Arvo"/>
                <a:ea typeface="Arvo"/>
                <a:cs typeface="Arvo"/>
                <a:sym typeface="Arvo"/>
              </a:rPr>
              <a:t>El </a:t>
            </a:r>
            <a:r>
              <a:rPr b="1" lang="es-419" sz="900">
                <a:solidFill>
                  <a:schemeClr val="dk1"/>
                </a:solidFill>
                <a:latin typeface="Arvo"/>
                <a:ea typeface="Arvo"/>
                <a:cs typeface="Arvo"/>
                <a:sym typeface="Arvo"/>
              </a:rPr>
              <a:t>(nombre comercial)</a:t>
            </a:r>
            <a:r>
              <a:rPr b="1" lang="es-419" sz="1000">
                <a:solidFill>
                  <a:schemeClr val="dk1"/>
                </a:solidFill>
                <a:latin typeface="Arvo"/>
                <a:ea typeface="Arvo"/>
                <a:cs typeface="Arvo"/>
                <a:sym typeface="Arvo"/>
              </a:rPr>
              <a:t>: </a:t>
            </a:r>
            <a:r>
              <a:rPr b="1" lang="es-419" sz="1200">
                <a:solidFill>
                  <a:schemeClr val="dk1"/>
                </a:solidFill>
                <a:latin typeface="Arvo"/>
                <a:ea typeface="Arvo"/>
                <a:cs typeface="Arvo"/>
                <a:sym typeface="Arvo"/>
              </a:rPr>
              <a:t> </a:t>
            </a:r>
            <a:r>
              <a:rPr i="1" lang="es-419" sz="600">
                <a:solidFill>
                  <a:schemeClr val="dk1"/>
                </a:solidFill>
                <a:latin typeface="Arvo"/>
                <a:ea typeface="Arvo"/>
                <a:cs typeface="Arvo"/>
                <a:sym typeface="Arvo"/>
              </a:rPr>
              <a:t>&lt;es una [categoría empresarial]&gt;</a:t>
            </a:r>
            <a:endParaRPr sz="600">
              <a:solidFill>
                <a:schemeClr val="hlink"/>
              </a:solidFill>
              <a:highlight>
                <a:srgbClr val="FFFF00"/>
              </a:highlight>
              <a:latin typeface="Arvo"/>
              <a:ea typeface="Arvo"/>
              <a:cs typeface="Arvo"/>
              <a:sym typeface="Arvo"/>
            </a:endParaRPr>
          </a:p>
        </p:txBody>
      </p:sp>
      <p:sp>
        <p:nvSpPr>
          <p:cNvPr id="11054" name="Google Shape;11054;p183"/>
          <p:cNvSpPr txBox="1"/>
          <p:nvPr/>
        </p:nvSpPr>
        <p:spPr>
          <a:xfrm>
            <a:off x="51719" y="5352392"/>
            <a:ext cx="1941000" cy="338700"/>
          </a:xfrm>
          <a:prstGeom prst="rect">
            <a:avLst/>
          </a:prstGeom>
          <a:noFill/>
          <a:ln>
            <a:noFill/>
          </a:ln>
        </p:spPr>
        <p:txBody>
          <a:bodyPr anchorCtr="0" anchor="t" bIns="0" lIns="0" spcFirstLastPara="1" rIns="72000" wrap="square" tIns="0">
            <a:spAutoFit/>
          </a:bodyPr>
          <a:lstStyle/>
          <a:p>
            <a:pPr indent="0" lvl="0" marL="45720" rtl="0" algn="r">
              <a:spcBef>
                <a:spcPts val="0"/>
              </a:spcBef>
              <a:spcAft>
                <a:spcPts val="0"/>
              </a:spcAft>
              <a:buNone/>
            </a:pPr>
            <a:r>
              <a:rPr b="1" lang="es-419" sz="1000">
                <a:solidFill>
                  <a:schemeClr val="dk1"/>
                </a:solidFill>
                <a:latin typeface="Arvo"/>
                <a:ea typeface="Arvo"/>
                <a:cs typeface="Arvo"/>
                <a:sym typeface="Arvo"/>
              </a:rPr>
              <a:t>Que:</a:t>
            </a:r>
            <a:endParaRPr b="1" sz="1000">
              <a:solidFill>
                <a:schemeClr val="dk1"/>
              </a:solidFill>
              <a:latin typeface="Arvo"/>
              <a:ea typeface="Arvo"/>
              <a:cs typeface="Arvo"/>
              <a:sym typeface="Arvo"/>
            </a:endParaRPr>
          </a:p>
          <a:p>
            <a:pPr indent="0" lvl="0" marL="45720" rtl="0" algn="r">
              <a:spcBef>
                <a:spcPts val="0"/>
              </a:spcBef>
              <a:spcAft>
                <a:spcPts val="0"/>
              </a:spcAft>
              <a:buNone/>
            </a:pPr>
            <a:r>
              <a:rPr i="1" lang="es-419" sz="600">
                <a:solidFill>
                  <a:schemeClr val="dk1"/>
                </a:solidFill>
                <a:latin typeface="Arvo"/>
                <a:ea typeface="Arvo"/>
                <a:cs typeface="Arvo"/>
                <a:sym typeface="Arvo"/>
              </a:rPr>
              <a:t>&lt;[</a:t>
            </a:r>
            <a:r>
              <a:rPr i="1" lang="es-419" sz="600">
                <a:solidFill>
                  <a:srgbClr val="202124"/>
                </a:solidFill>
                <a:latin typeface="Arvo"/>
                <a:ea typeface="Arvo"/>
                <a:cs typeface="Arvo"/>
                <a:sym typeface="Arvo"/>
              </a:rPr>
              <a:t>declaración de beneficio clave; es decir, cuál es la razón de peso para hacer negocios con]</a:t>
            </a:r>
            <a:r>
              <a:rPr i="1" lang="es-419" sz="600">
                <a:solidFill>
                  <a:schemeClr val="dk1"/>
                </a:solidFill>
                <a:latin typeface="Arvo"/>
                <a:ea typeface="Arvo"/>
                <a:cs typeface="Arvo"/>
                <a:sym typeface="Arvo"/>
              </a:rPr>
              <a:t>&gt;</a:t>
            </a:r>
            <a:endParaRPr sz="600">
              <a:solidFill>
                <a:schemeClr val="hlink"/>
              </a:solidFill>
              <a:highlight>
                <a:srgbClr val="FFFF00"/>
              </a:highlight>
              <a:latin typeface="Arvo"/>
              <a:ea typeface="Arvo"/>
              <a:cs typeface="Arvo"/>
              <a:sym typeface="Arvo"/>
            </a:endParaRPr>
          </a:p>
        </p:txBody>
      </p:sp>
      <p:sp>
        <p:nvSpPr>
          <p:cNvPr id="11055" name="Google Shape;11055;p183"/>
          <p:cNvSpPr txBox="1"/>
          <p:nvPr/>
        </p:nvSpPr>
        <p:spPr>
          <a:xfrm>
            <a:off x="355697" y="6305248"/>
            <a:ext cx="1670700" cy="338700"/>
          </a:xfrm>
          <a:prstGeom prst="rect">
            <a:avLst/>
          </a:prstGeom>
          <a:noFill/>
          <a:ln>
            <a:noFill/>
          </a:ln>
        </p:spPr>
        <p:txBody>
          <a:bodyPr anchorCtr="0" anchor="t" bIns="0" lIns="0" spcFirstLastPara="1" rIns="72000" wrap="square" tIns="0">
            <a:spAutoFit/>
          </a:bodyPr>
          <a:lstStyle/>
          <a:p>
            <a:pPr indent="0" lvl="0" marL="45720" rtl="0" algn="r">
              <a:spcBef>
                <a:spcPts val="0"/>
              </a:spcBef>
              <a:spcAft>
                <a:spcPts val="0"/>
              </a:spcAft>
              <a:buNone/>
            </a:pPr>
            <a:r>
              <a:rPr b="1" lang="es-419" sz="1000">
                <a:solidFill>
                  <a:schemeClr val="dk1"/>
                </a:solidFill>
                <a:latin typeface="Arvo"/>
                <a:ea typeface="Arvo"/>
                <a:cs typeface="Arvo"/>
                <a:sym typeface="Arvo"/>
              </a:rPr>
              <a:t>Este negocio:</a:t>
            </a:r>
            <a:endParaRPr b="1" sz="1000">
              <a:solidFill>
                <a:schemeClr val="dk1"/>
              </a:solidFill>
              <a:latin typeface="Arvo"/>
              <a:ea typeface="Arvo"/>
              <a:cs typeface="Arvo"/>
              <a:sym typeface="Arvo"/>
            </a:endParaRPr>
          </a:p>
          <a:p>
            <a:pPr indent="0" lvl="0" marL="45720" rtl="0" algn="r">
              <a:spcBef>
                <a:spcPts val="0"/>
              </a:spcBef>
              <a:spcAft>
                <a:spcPts val="0"/>
              </a:spcAft>
              <a:buNone/>
            </a:pPr>
            <a:r>
              <a:rPr i="1" lang="es-419" sz="600">
                <a:solidFill>
                  <a:schemeClr val="dk1"/>
                </a:solidFill>
                <a:latin typeface="Arvo"/>
                <a:ea typeface="Arvo"/>
                <a:cs typeface="Arvo"/>
                <a:sym typeface="Arvo"/>
              </a:rPr>
              <a:t>&lt;</a:t>
            </a:r>
            <a:r>
              <a:rPr i="1" lang="es-419" sz="600">
                <a:solidFill>
                  <a:srgbClr val="202124"/>
                </a:solidFill>
                <a:latin typeface="Arvo"/>
                <a:ea typeface="Arvo"/>
                <a:cs typeface="Arvo"/>
                <a:sym typeface="Arvo"/>
              </a:rPr>
              <a:t>[declaración de diferenciación primaria]</a:t>
            </a:r>
            <a:r>
              <a:rPr i="1" lang="es-419" sz="600">
                <a:solidFill>
                  <a:schemeClr val="dk1"/>
                </a:solidFill>
                <a:latin typeface="Arvo"/>
                <a:ea typeface="Arvo"/>
                <a:cs typeface="Arvo"/>
                <a:sym typeface="Arvo"/>
              </a:rPr>
              <a:t>&gt;</a:t>
            </a:r>
            <a:endParaRPr sz="600">
              <a:solidFill>
                <a:schemeClr val="hlink"/>
              </a:solidFill>
              <a:highlight>
                <a:srgbClr val="FFFF00"/>
              </a:highlight>
              <a:latin typeface="Arvo"/>
              <a:ea typeface="Arvo"/>
              <a:cs typeface="Arvo"/>
              <a:sym typeface="Arvo"/>
            </a:endParaRPr>
          </a:p>
        </p:txBody>
      </p:sp>
      <p:sp>
        <p:nvSpPr>
          <p:cNvPr id="11056" name="Google Shape;11056;p183"/>
          <p:cNvSpPr txBox="1"/>
          <p:nvPr/>
        </p:nvSpPr>
        <p:spPr>
          <a:xfrm>
            <a:off x="317597" y="5834060"/>
            <a:ext cx="1670700" cy="246300"/>
          </a:xfrm>
          <a:prstGeom prst="rect">
            <a:avLst/>
          </a:prstGeom>
          <a:noFill/>
          <a:ln>
            <a:noFill/>
          </a:ln>
        </p:spPr>
        <p:txBody>
          <a:bodyPr anchorCtr="0" anchor="t" bIns="0" lIns="0" spcFirstLastPara="1" rIns="72000" wrap="square" tIns="0">
            <a:spAutoFit/>
          </a:bodyPr>
          <a:lstStyle/>
          <a:p>
            <a:pPr indent="0" lvl="0" marL="45720" rtl="0" algn="r">
              <a:spcBef>
                <a:spcPts val="0"/>
              </a:spcBef>
              <a:spcAft>
                <a:spcPts val="0"/>
              </a:spcAft>
              <a:buNone/>
            </a:pPr>
            <a:r>
              <a:rPr b="1" lang="es-419" sz="1000">
                <a:solidFill>
                  <a:schemeClr val="dk1"/>
                </a:solidFill>
                <a:latin typeface="Arvo"/>
                <a:ea typeface="Arvo"/>
                <a:cs typeface="Arvo"/>
                <a:sym typeface="Arvo"/>
              </a:rPr>
              <a:t>A diferencia de:</a:t>
            </a:r>
            <a:endParaRPr b="1" sz="1000">
              <a:solidFill>
                <a:schemeClr val="dk1"/>
              </a:solidFill>
              <a:latin typeface="Arvo"/>
              <a:ea typeface="Arvo"/>
              <a:cs typeface="Arvo"/>
              <a:sym typeface="Arvo"/>
            </a:endParaRPr>
          </a:p>
          <a:p>
            <a:pPr indent="0" lvl="0" marL="45720" rtl="0" algn="r">
              <a:spcBef>
                <a:spcPts val="0"/>
              </a:spcBef>
              <a:spcAft>
                <a:spcPts val="0"/>
              </a:spcAft>
              <a:buNone/>
            </a:pPr>
            <a:r>
              <a:rPr i="1" lang="es-419" sz="600">
                <a:solidFill>
                  <a:schemeClr val="dk1"/>
                </a:solidFill>
                <a:latin typeface="Arvo"/>
                <a:ea typeface="Arvo"/>
                <a:cs typeface="Arvo"/>
                <a:sym typeface="Arvo"/>
              </a:rPr>
              <a:t>&lt;</a:t>
            </a:r>
            <a:r>
              <a:rPr i="1" lang="es-419" sz="600">
                <a:solidFill>
                  <a:srgbClr val="202124"/>
                </a:solidFill>
                <a:latin typeface="Arvo"/>
                <a:ea typeface="Arvo"/>
                <a:cs typeface="Arvo"/>
                <a:sym typeface="Arvo"/>
              </a:rPr>
              <a:t>[alternativa competitiva primaria]</a:t>
            </a:r>
            <a:r>
              <a:rPr i="1" lang="es-419" sz="600">
                <a:solidFill>
                  <a:schemeClr val="dk1"/>
                </a:solidFill>
                <a:latin typeface="Arvo"/>
                <a:ea typeface="Arvo"/>
                <a:cs typeface="Arvo"/>
                <a:sym typeface="Arvo"/>
              </a:rPr>
              <a:t>&gt;</a:t>
            </a:r>
            <a:endParaRPr sz="600">
              <a:solidFill>
                <a:schemeClr val="hlink"/>
              </a:solidFill>
              <a:highlight>
                <a:srgbClr val="FFFF00"/>
              </a:highlight>
              <a:latin typeface="Arvo"/>
              <a:ea typeface="Arvo"/>
              <a:cs typeface="Arvo"/>
              <a:sym typeface="Arvo"/>
            </a:endParaRPr>
          </a:p>
        </p:txBody>
      </p:sp>
      <p:sp>
        <p:nvSpPr>
          <p:cNvPr id="11057" name="Google Shape;11057;p183"/>
          <p:cNvSpPr/>
          <p:nvPr/>
        </p:nvSpPr>
        <p:spPr>
          <a:xfrm>
            <a:off x="1984125" y="3952697"/>
            <a:ext cx="7778400" cy="421200"/>
          </a:xfrm>
          <a:prstGeom prst="roundRect">
            <a:avLst>
              <a:gd fmla="val 6541"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058" name="Google Shape;11058;p183"/>
          <p:cNvCxnSpPr/>
          <p:nvPr/>
        </p:nvCxnSpPr>
        <p:spPr>
          <a:xfrm rot="10800000">
            <a:off x="328664" y="3302470"/>
            <a:ext cx="9430500" cy="600"/>
          </a:xfrm>
          <a:prstGeom prst="straightConnector1">
            <a:avLst/>
          </a:prstGeom>
          <a:noFill/>
          <a:ln cap="flat" cmpd="sng" w="19050">
            <a:solidFill>
              <a:srgbClr val="B7B7B7"/>
            </a:solidFill>
            <a:prstDash val="solid"/>
            <a:round/>
            <a:headEnd len="med" w="med" type="none"/>
            <a:tailEnd len="med" w="med" type="none"/>
          </a:ln>
        </p:spPr>
      </p:cxnSp>
      <p:sp>
        <p:nvSpPr>
          <p:cNvPr id="11059" name="Google Shape;11059;p183"/>
          <p:cNvSpPr/>
          <p:nvPr/>
        </p:nvSpPr>
        <p:spPr>
          <a:xfrm>
            <a:off x="422600" y="871377"/>
            <a:ext cx="9310800" cy="383700"/>
          </a:xfrm>
          <a:prstGeom prst="roundRect">
            <a:avLst>
              <a:gd fmla="val 16667" name="adj"/>
            </a:avLst>
          </a:prstGeom>
          <a:solidFill>
            <a:srgbClr val="D9D9D9"/>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36000" lIns="0" spcFirstLastPara="1" rIns="0" wrap="square" tIns="36000">
            <a:noAutofit/>
          </a:bodyPr>
          <a:lstStyle/>
          <a:p>
            <a:pPr indent="0" lvl="0" marL="0" marR="0" rtl="0" algn="ctr">
              <a:lnSpc>
                <a:spcPct val="100000"/>
              </a:lnSpc>
              <a:spcBef>
                <a:spcPts val="0"/>
              </a:spcBef>
              <a:spcAft>
                <a:spcPts val="0"/>
              </a:spcAft>
              <a:buClr>
                <a:srgbClr val="000000"/>
              </a:buClr>
              <a:buSzPts val="1100"/>
              <a:buFont typeface="Arial"/>
              <a:buNone/>
            </a:pPr>
            <a:r>
              <a:rPr b="1" lang="es-419" sz="1100">
                <a:latin typeface="Arvo"/>
                <a:ea typeface="Arvo"/>
                <a:cs typeface="Arvo"/>
                <a:sym typeface="Arvo"/>
              </a:rPr>
              <a:t>Definición del problema</a:t>
            </a:r>
            <a:endParaRPr b="1" i="0" sz="1100" u="none" cap="none" strike="noStrike">
              <a:solidFill>
                <a:srgbClr val="000000"/>
              </a:solidFill>
              <a:latin typeface="Arvo"/>
              <a:ea typeface="Arvo"/>
              <a:cs typeface="Arvo"/>
              <a:sym typeface="Arvo"/>
            </a:endParaRPr>
          </a:p>
        </p:txBody>
      </p:sp>
      <p:sp>
        <p:nvSpPr>
          <p:cNvPr id="11060" name="Google Shape;11060;p183"/>
          <p:cNvSpPr/>
          <p:nvPr/>
        </p:nvSpPr>
        <p:spPr>
          <a:xfrm>
            <a:off x="415350" y="3468366"/>
            <a:ext cx="9310800" cy="383700"/>
          </a:xfrm>
          <a:prstGeom prst="roundRect">
            <a:avLst>
              <a:gd fmla="val 16667" name="adj"/>
            </a:avLst>
          </a:prstGeom>
          <a:solidFill>
            <a:srgbClr val="D9D9D9"/>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36000" lIns="0" spcFirstLastPara="1" rIns="0" wrap="square" tIns="36000">
            <a:noAutofit/>
          </a:bodyPr>
          <a:lstStyle/>
          <a:p>
            <a:pPr indent="0" lvl="0" marL="0" marR="0" rtl="0" algn="ctr">
              <a:lnSpc>
                <a:spcPct val="100000"/>
              </a:lnSpc>
              <a:spcBef>
                <a:spcPts val="0"/>
              </a:spcBef>
              <a:spcAft>
                <a:spcPts val="0"/>
              </a:spcAft>
              <a:buClr>
                <a:srgbClr val="000000"/>
              </a:buClr>
              <a:buSzPts val="1100"/>
              <a:buFont typeface="Arial"/>
              <a:buNone/>
            </a:pPr>
            <a:r>
              <a:rPr b="1" lang="es-419" sz="1100">
                <a:latin typeface="Arvo"/>
                <a:ea typeface="Arvo"/>
                <a:cs typeface="Arvo"/>
                <a:sym typeface="Arvo"/>
              </a:rPr>
              <a:t>Declaración de la posición del negocio</a:t>
            </a:r>
            <a:endParaRPr b="1" i="0" sz="1100" u="none" cap="none" strike="noStrike">
              <a:solidFill>
                <a:srgbClr val="000000"/>
              </a:solidFill>
              <a:latin typeface="Arvo"/>
              <a:ea typeface="Arvo"/>
              <a:cs typeface="Arvo"/>
              <a:sym typeface="Arvo"/>
            </a:endParaRPr>
          </a:p>
        </p:txBody>
      </p:sp>
      <p:sp>
        <p:nvSpPr>
          <p:cNvPr id="11061" name="Google Shape;11061;p183"/>
          <p:cNvSpPr/>
          <p:nvPr/>
        </p:nvSpPr>
        <p:spPr>
          <a:xfrm>
            <a:off x="1984125" y="4419495"/>
            <a:ext cx="7778400" cy="421200"/>
          </a:xfrm>
          <a:prstGeom prst="roundRect">
            <a:avLst>
              <a:gd fmla="val 6541"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2" name="Google Shape;11062;p183"/>
          <p:cNvSpPr/>
          <p:nvPr/>
        </p:nvSpPr>
        <p:spPr>
          <a:xfrm>
            <a:off x="1984125" y="4886293"/>
            <a:ext cx="7778400" cy="421200"/>
          </a:xfrm>
          <a:prstGeom prst="roundRect">
            <a:avLst>
              <a:gd fmla="val 6541"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3" name="Google Shape;11063;p183"/>
          <p:cNvSpPr/>
          <p:nvPr/>
        </p:nvSpPr>
        <p:spPr>
          <a:xfrm>
            <a:off x="1984125" y="5353091"/>
            <a:ext cx="7778400" cy="421200"/>
          </a:xfrm>
          <a:prstGeom prst="roundRect">
            <a:avLst>
              <a:gd fmla="val 6541"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4" name="Google Shape;11064;p183"/>
          <p:cNvSpPr/>
          <p:nvPr/>
        </p:nvSpPr>
        <p:spPr>
          <a:xfrm>
            <a:off x="1984125" y="5819888"/>
            <a:ext cx="7778400" cy="421200"/>
          </a:xfrm>
          <a:prstGeom prst="roundRect">
            <a:avLst>
              <a:gd fmla="val 6541"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5" name="Google Shape;11065;p183"/>
          <p:cNvSpPr/>
          <p:nvPr/>
        </p:nvSpPr>
        <p:spPr>
          <a:xfrm>
            <a:off x="1984125" y="6286688"/>
            <a:ext cx="7778400" cy="421200"/>
          </a:xfrm>
          <a:prstGeom prst="roundRect">
            <a:avLst>
              <a:gd fmla="val 6541"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6" name="Google Shape;11066;p183"/>
          <p:cNvSpPr txBox="1"/>
          <p:nvPr>
            <p:ph idx="1" type="subTitle"/>
          </p:nvPr>
        </p:nvSpPr>
        <p:spPr>
          <a:xfrm>
            <a:off x="2001800" y="6305600"/>
            <a:ext cx="7742400" cy="383700"/>
          </a:xfrm>
          <a:prstGeom prst="rect">
            <a:avLst/>
          </a:prstGeom>
          <a:noFill/>
          <a:ln>
            <a:noFill/>
          </a:ln>
        </p:spPr>
        <p:txBody>
          <a:bodyPr anchorCtr="0" anchor="ctr" bIns="36000" lIns="36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11067" name="Google Shape;11067;p183"/>
          <p:cNvSpPr/>
          <p:nvPr/>
        </p:nvSpPr>
        <p:spPr>
          <a:xfrm>
            <a:off x="2001800" y="2762941"/>
            <a:ext cx="7778400" cy="421200"/>
          </a:xfrm>
          <a:prstGeom prst="roundRect">
            <a:avLst>
              <a:gd fmla="val 6541"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8" name="Google Shape;11068;p183"/>
          <p:cNvSpPr/>
          <p:nvPr/>
        </p:nvSpPr>
        <p:spPr>
          <a:xfrm>
            <a:off x="2001800" y="2300754"/>
            <a:ext cx="7778400" cy="421200"/>
          </a:xfrm>
          <a:prstGeom prst="roundRect">
            <a:avLst>
              <a:gd fmla="val 6541"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9" name="Google Shape;11069;p183"/>
          <p:cNvSpPr/>
          <p:nvPr/>
        </p:nvSpPr>
        <p:spPr>
          <a:xfrm>
            <a:off x="2001800" y="1839291"/>
            <a:ext cx="7778400" cy="421200"/>
          </a:xfrm>
          <a:prstGeom prst="roundRect">
            <a:avLst>
              <a:gd fmla="val 6541"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0" name="Google Shape;11070;p183"/>
          <p:cNvSpPr/>
          <p:nvPr/>
        </p:nvSpPr>
        <p:spPr>
          <a:xfrm>
            <a:off x="2001800" y="1371049"/>
            <a:ext cx="7778400" cy="421200"/>
          </a:xfrm>
          <a:prstGeom prst="roundRect">
            <a:avLst>
              <a:gd fmla="val 6541"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1" name="Google Shape;11071;p183"/>
          <p:cNvSpPr txBox="1"/>
          <p:nvPr/>
        </p:nvSpPr>
        <p:spPr>
          <a:xfrm>
            <a:off x="229201" y="1371050"/>
            <a:ext cx="1814100" cy="246300"/>
          </a:xfrm>
          <a:prstGeom prst="rect">
            <a:avLst/>
          </a:prstGeom>
          <a:noFill/>
          <a:ln>
            <a:noFill/>
          </a:ln>
        </p:spPr>
        <p:txBody>
          <a:bodyPr anchorCtr="0" anchor="t" bIns="0" lIns="0" spcFirstLastPara="1" rIns="72000" wrap="square" tIns="0">
            <a:spAutoFit/>
          </a:bodyPr>
          <a:lstStyle/>
          <a:p>
            <a:pPr indent="0" lvl="0" marL="45720" rtl="0" algn="r">
              <a:spcBef>
                <a:spcPts val="0"/>
              </a:spcBef>
              <a:spcAft>
                <a:spcPts val="0"/>
              </a:spcAft>
              <a:buNone/>
            </a:pPr>
            <a:r>
              <a:rPr b="1" lang="es-419" sz="1000">
                <a:solidFill>
                  <a:srgbClr val="202124"/>
                </a:solidFill>
                <a:latin typeface="Arvo"/>
                <a:ea typeface="Arvo"/>
                <a:cs typeface="Arvo"/>
                <a:sym typeface="Arvo"/>
              </a:rPr>
              <a:t>El problema de:</a:t>
            </a:r>
            <a:endParaRPr b="1" sz="1000">
              <a:solidFill>
                <a:schemeClr val="dk1"/>
              </a:solidFill>
              <a:latin typeface="Arvo"/>
              <a:ea typeface="Arvo"/>
              <a:cs typeface="Arvo"/>
              <a:sym typeface="Arvo"/>
            </a:endParaRPr>
          </a:p>
          <a:p>
            <a:pPr indent="0" lvl="0" marL="45720" rtl="0" algn="r">
              <a:spcBef>
                <a:spcPts val="0"/>
              </a:spcBef>
              <a:spcAft>
                <a:spcPts val="0"/>
              </a:spcAft>
              <a:buNone/>
            </a:pPr>
            <a:r>
              <a:rPr i="1" lang="es-419" sz="600">
                <a:solidFill>
                  <a:schemeClr val="dk1"/>
                </a:solidFill>
                <a:latin typeface="Arvo"/>
                <a:ea typeface="Arvo"/>
                <a:cs typeface="Arvo"/>
                <a:sym typeface="Arvo"/>
              </a:rPr>
              <a:t>&lt;[Describe el problema]&gt;</a:t>
            </a:r>
            <a:endParaRPr sz="600">
              <a:solidFill>
                <a:schemeClr val="hlink"/>
              </a:solidFill>
              <a:highlight>
                <a:srgbClr val="FFFF00"/>
              </a:highlight>
              <a:latin typeface="Arvo"/>
              <a:ea typeface="Arvo"/>
              <a:cs typeface="Arvo"/>
              <a:sym typeface="Arvo"/>
            </a:endParaRPr>
          </a:p>
        </p:txBody>
      </p:sp>
      <p:sp>
        <p:nvSpPr>
          <p:cNvPr id="11072" name="Google Shape;11072;p183"/>
          <p:cNvSpPr txBox="1"/>
          <p:nvPr/>
        </p:nvSpPr>
        <p:spPr>
          <a:xfrm>
            <a:off x="412846" y="1839296"/>
            <a:ext cx="1594500" cy="338700"/>
          </a:xfrm>
          <a:prstGeom prst="rect">
            <a:avLst/>
          </a:prstGeom>
          <a:noFill/>
          <a:ln>
            <a:noFill/>
          </a:ln>
        </p:spPr>
        <p:txBody>
          <a:bodyPr anchorCtr="0" anchor="t" bIns="0" lIns="0" spcFirstLastPara="1" rIns="72000" wrap="square" tIns="0">
            <a:spAutoFit/>
          </a:bodyPr>
          <a:lstStyle/>
          <a:p>
            <a:pPr indent="0" lvl="0" marL="45720" rtl="0" algn="r">
              <a:spcBef>
                <a:spcPts val="0"/>
              </a:spcBef>
              <a:spcAft>
                <a:spcPts val="0"/>
              </a:spcAft>
              <a:buNone/>
            </a:pPr>
            <a:r>
              <a:rPr b="1" lang="es-419" sz="1000">
                <a:solidFill>
                  <a:schemeClr val="dk1"/>
                </a:solidFill>
                <a:latin typeface="Arvo"/>
                <a:ea typeface="Arvo"/>
                <a:cs typeface="Arvo"/>
                <a:sym typeface="Arvo"/>
              </a:rPr>
              <a:t>Afecta:</a:t>
            </a:r>
            <a:endParaRPr b="1" sz="1000">
              <a:solidFill>
                <a:schemeClr val="dk1"/>
              </a:solidFill>
              <a:latin typeface="Arvo"/>
              <a:ea typeface="Arvo"/>
              <a:cs typeface="Arvo"/>
              <a:sym typeface="Arvo"/>
            </a:endParaRPr>
          </a:p>
          <a:p>
            <a:pPr indent="0" lvl="0" marL="45720" rtl="0" algn="r">
              <a:spcBef>
                <a:spcPts val="0"/>
              </a:spcBef>
              <a:spcAft>
                <a:spcPts val="0"/>
              </a:spcAft>
              <a:buNone/>
            </a:pPr>
            <a:r>
              <a:rPr i="1" lang="es-419" sz="600">
                <a:solidFill>
                  <a:schemeClr val="dk1"/>
                </a:solidFill>
                <a:latin typeface="Arvo"/>
                <a:ea typeface="Arvo"/>
                <a:cs typeface="Arvo"/>
                <a:sym typeface="Arvo"/>
              </a:rPr>
              <a:t>&lt;[quiénes son las partes interesadas afectadas por el problema]&gt;</a:t>
            </a:r>
            <a:endParaRPr sz="600">
              <a:solidFill>
                <a:schemeClr val="hlink"/>
              </a:solidFill>
              <a:highlight>
                <a:srgbClr val="FFFF00"/>
              </a:highlight>
              <a:latin typeface="Arvo"/>
              <a:ea typeface="Arvo"/>
              <a:cs typeface="Arvo"/>
              <a:sym typeface="Arvo"/>
            </a:endParaRPr>
          </a:p>
        </p:txBody>
      </p:sp>
      <p:sp>
        <p:nvSpPr>
          <p:cNvPr id="11073" name="Google Shape;11073;p183"/>
          <p:cNvSpPr txBox="1"/>
          <p:nvPr/>
        </p:nvSpPr>
        <p:spPr>
          <a:xfrm>
            <a:off x="229200" y="2321300"/>
            <a:ext cx="1786200" cy="277200"/>
          </a:xfrm>
          <a:prstGeom prst="rect">
            <a:avLst/>
          </a:prstGeom>
          <a:noFill/>
          <a:ln>
            <a:noFill/>
          </a:ln>
        </p:spPr>
        <p:txBody>
          <a:bodyPr anchorCtr="0" anchor="t" bIns="0" lIns="0" spcFirstLastPara="1" rIns="72000" wrap="square" tIns="0">
            <a:spAutoFit/>
          </a:bodyPr>
          <a:lstStyle/>
          <a:p>
            <a:pPr indent="0" lvl="0" marL="45720" rtl="0" algn="r">
              <a:spcBef>
                <a:spcPts val="0"/>
              </a:spcBef>
              <a:spcAft>
                <a:spcPts val="0"/>
              </a:spcAft>
              <a:buNone/>
            </a:pPr>
            <a:r>
              <a:rPr b="1" lang="es-419" sz="1000">
                <a:solidFill>
                  <a:schemeClr val="dk1"/>
                </a:solidFill>
                <a:latin typeface="Arvo"/>
                <a:ea typeface="Arvo"/>
                <a:cs typeface="Arvo"/>
                <a:sym typeface="Arvo"/>
              </a:rPr>
              <a:t>Cuyo impacto es:             </a:t>
            </a:r>
            <a:r>
              <a:rPr b="1" lang="es-419" sz="1200">
                <a:solidFill>
                  <a:schemeClr val="dk1"/>
                </a:solidFill>
                <a:latin typeface="Arvo"/>
                <a:ea typeface="Arvo"/>
                <a:cs typeface="Arvo"/>
                <a:sym typeface="Arvo"/>
              </a:rPr>
              <a:t> </a:t>
            </a:r>
            <a:r>
              <a:rPr i="1" lang="es-419" sz="600">
                <a:solidFill>
                  <a:schemeClr val="dk1"/>
                </a:solidFill>
                <a:latin typeface="Arvo"/>
                <a:ea typeface="Arvo"/>
                <a:cs typeface="Arvo"/>
                <a:sym typeface="Arvo"/>
              </a:rPr>
              <a:t>&lt;[cuál es el impacto del problema]&gt;</a:t>
            </a:r>
            <a:endParaRPr sz="600">
              <a:solidFill>
                <a:schemeClr val="hlink"/>
              </a:solidFill>
              <a:highlight>
                <a:srgbClr val="FFFF00"/>
              </a:highlight>
              <a:latin typeface="Arvo"/>
              <a:ea typeface="Arvo"/>
              <a:cs typeface="Arvo"/>
              <a:sym typeface="Arvo"/>
            </a:endParaRPr>
          </a:p>
        </p:txBody>
      </p:sp>
      <p:sp>
        <p:nvSpPr>
          <p:cNvPr id="11074" name="Google Shape;11074;p183"/>
          <p:cNvSpPr txBox="1"/>
          <p:nvPr/>
        </p:nvSpPr>
        <p:spPr>
          <a:xfrm>
            <a:off x="108875" y="2765850"/>
            <a:ext cx="1889400" cy="369300"/>
          </a:xfrm>
          <a:prstGeom prst="rect">
            <a:avLst/>
          </a:prstGeom>
          <a:noFill/>
          <a:ln>
            <a:noFill/>
          </a:ln>
        </p:spPr>
        <p:txBody>
          <a:bodyPr anchorCtr="0" anchor="t" bIns="0" lIns="0" spcFirstLastPara="1" rIns="72000" wrap="square" tIns="0">
            <a:spAutoFit/>
          </a:bodyPr>
          <a:lstStyle/>
          <a:p>
            <a:pPr indent="0" lvl="0" marL="45720" rtl="0" algn="r">
              <a:spcBef>
                <a:spcPts val="0"/>
              </a:spcBef>
              <a:spcAft>
                <a:spcPts val="0"/>
              </a:spcAft>
              <a:buNone/>
            </a:pPr>
            <a:r>
              <a:rPr b="1" lang="es-419" sz="1000">
                <a:solidFill>
                  <a:schemeClr val="dk1"/>
                </a:solidFill>
                <a:latin typeface="Arvo"/>
                <a:ea typeface="Arvo"/>
                <a:cs typeface="Arvo"/>
                <a:sym typeface="Arvo"/>
              </a:rPr>
              <a:t>Una solución exitosa sería:                          </a:t>
            </a:r>
            <a:r>
              <a:rPr b="1" lang="es-419" sz="1200">
                <a:solidFill>
                  <a:schemeClr val="dk1"/>
                </a:solidFill>
                <a:latin typeface="Arvo"/>
                <a:ea typeface="Arvo"/>
                <a:cs typeface="Arvo"/>
                <a:sym typeface="Arvo"/>
              </a:rPr>
              <a:t> </a:t>
            </a:r>
            <a:r>
              <a:rPr i="1" lang="es-419" sz="600">
                <a:solidFill>
                  <a:schemeClr val="dk1"/>
                </a:solidFill>
                <a:latin typeface="Arvo"/>
                <a:ea typeface="Arvo"/>
                <a:cs typeface="Arvo"/>
                <a:sym typeface="Arvo"/>
              </a:rPr>
              <a:t>&lt;[enumere algunos beneficios clave de una solución exitosa]&gt;</a:t>
            </a:r>
            <a:endParaRPr sz="600">
              <a:solidFill>
                <a:schemeClr val="hlink"/>
              </a:solidFill>
              <a:highlight>
                <a:srgbClr val="FFFF00"/>
              </a:highlight>
              <a:latin typeface="Arvo"/>
              <a:ea typeface="Arvo"/>
              <a:cs typeface="Arvo"/>
              <a:sym typeface="Arvo"/>
            </a:endParaRPr>
          </a:p>
        </p:txBody>
      </p:sp>
      <p:sp>
        <p:nvSpPr>
          <p:cNvPr id="11075" name="Google Shape;11075;p183"/>
          <p:cNvSpPr txBox="1"/>
          <p:nvPr>
            <p:ph idx="2" type="subTitle"/>
          </p:nvPr>
        </p:nvSpPr>
        <p:spPr>
          <a:xfrm>
            <a:off x="2019800" y="5838650"/>
            <a:ext cx="7742400" cy="383700"/>
          </a:xfrm>
          <a:prstGeom prst="rect">
            <a:avLst/>
          </a:prstGeom>
          <a:noFill/>
          <a:ln>
            <a:noFill/>
          </a:ln>
        </p:spPr>
        <p:txBody>
          <a:bodyPr anchorCtr="0" anchor="ctr" bIns="36000" lIns="36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11076" name="Google Shape;11076;p183"/>
          <p:cNvSpPr txBox="1"/>
          <p:nvPr>
            <p:ph idx="3" type="subTitle"/>
          </p:nvPr>
        </p:nvSpPr>
        <p:spPr>
          <a:xfrm>
            <a:off x="2002125" y="5371850"/>
            <a:ext cx="7742400" cy="383700"/>
          </a:xfrm>
          <a:prstGeom prst="rect">
            <a:avLst/>
          </a:prstGeom>
          <a:noFill/>
          <a:ln>
            <a:noFill/>
          </a:ln>
        </p:spPr>
        <p:txBody>
          <a:bodyPr anchorCtr="0" anchor="ctr" bIns="36000" lIns="36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11077" name="Google Shape;11077;p183"/>
          <p:cNvSpPr txBox="1"/>
          <p:nvPr>
            <p:ph idx="4" type="subTitle"/>
          </p:nvPr>
        </p:nvSpPr>
        <p:spPr>
          <a:xfrm>
            <a:off x="2002125" y="4905050"/>
            <a:ext cx="7742400" cy="383700"/>
          </a:xfrm>
          <a:prstGeom prst="rect">
            <a:avLst/>
          </a:prstGeom>
          <a:noFill/>
          <a:ln>
            <a:noFill/>
          </a:ln>
        </p:spPr>
        <p:txBody>
          <a:bodyPr anchorCtr="0" anchor="ctr" bIns="36000" lIns="36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11078" name="Google Shape;11078;p183"/>
          <p:cNvSpPr txBox="1"/>
          <p:nvPr>
            <p:ph idx="5" type="subTitle"/>
          </p:nvPr>
        </p:nvSpPr>
        <p:spPr>
          <a:xfrm>
            <a:off x="2001800" y="4424163"/>
            <a:ext cx="7742400" cy="383700"/>
          </a:xfrm>
          <a:prstGeom prst="rect">
            <a:avLst/>
          </a:prstGeom>
          <a:noFill/>
          <a:ln>
            <a:noFill/>
          </a:ln>
        </p:spPr>
        <p:txBody>
          <a:bodyPr anchorCtr="0" anchor="ctr" bIns="36000" lIns="36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11079" name="Google Shape;11079;p183"/>
          <p:cNvSpPr txBox="1"/>
          <p:nvPr>
            <p:ph idx="6" type="subTitle"/>
          </p:nvPr>
        </p:nvSpPr>
        <p:spPr>
          <a:xfrm>
            <a:off x="2001800" y="3946275"/>
            <a:ext cx="7742400" cy="383700"/>
          </a:xfrm>
          <a:prstGeom prst="rect">
            <a:avLst/>
          </a:prstGeom>
          <a:noFill/>
          <a:ln>
            <a:noFill/>
          </a:ln>
        </p:spPr>
        <p:txBody>
          <a:bodyPr anchorCtr="0" anchor="ctr" bIns="36000" lIns="36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11080" name="Google Shape;11080;p183"/>
          <p:cNvSpPr txBox="1"/>
          <p:nvPr>
            <p:ph idx="7" type="subTitle"/>
          </p:nvPr>
        </p:nvSpPr>
        <p:spPr>
          <a:xfrm>
            <a:off x="2019800" y="2763138"/>
            <a:ext cx="7742400" cy="383700"/>
          </a:xfrm>
          <a:prstGeom prst="rect">
            <a:avLst/>
          </a:prstGeom>
          <a:noFill/>
          <a:ln>
            <a:noFill/>
          </a:ln>
        </p:spPr>
        <p:txBody>
          <a:bodyPr anchorCtr="0" anchor="ctr" bIns="36000" lIns="36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11081" name="Google Shape;11081;p183"/>
          <p:cNvSpPr txBox="1"/>
          <p:nvPr>
            <p:ph idx="8" type="subTitle"/>
          </p:nvPr>
        </p:nvSpPr>
        <p:spPr>
          <a:xfrm>
            <a:off x="2019800" y="2319863"/>
            <a:ext cx="7742400" cy="383700"/>
          </a:xfrm>
          <a:prstGeom prst="rect">
            <a:avLst/>
          </a:prstGeom>
          <a:noFill/>
          <a:ln>
            <a:noFill/>
          </a:ln>
        </p:spPr>
        <p:txBody>
          <a:bodyPr anchorCtr="0" anchor="ctr" bIns="36000" lIns="36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11082" name="Google Shape;11082;p183"/>
          <p:cNvSpPr txBox="1"/>
          <p:nvPr>
            <p:ph idx="9" type="subTitle"/>
          </p:nvPr>
        </p:nvSpPr>
        <p:spPr>
          <a:xfrm>
            <a:off x="2019800" y="1854638"/>
            <a:ext cx="7742400" cy="383700"/>
          </a:xfrm>
          <a:prstGeom prst="rect">
            <a:avLst/>
          </a:prstGeom>
          <a:noFill/>
          <a:ln>
            <a:noFill/>
          </a:ln>
        </p:spPr>
        <p:txBody>
          <a:bodyPr anchorCtr="0" anchor="ctr" bIns="36000" lIns="36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11083" name="Google Shape;11083;p183"/>
          <p:cNvSpPr txBox="1"/>
          <p:nvPr>
            <p:ph idx="13" type="subTitle"/>
          </p:nvPr>
        </p:nvSpPr>
        <p:spPr>
          <a:xfrm>
            <a:off x="2019800" y="1422763"/>
            <a:ext cx="7742400" cy="383700"/>
          </a:xfrm>
          <a:prstGeom prst="rect">
            <a:avLst/>
          </a:prstGeom>
          <a:noFill/>
          <a:ln>
            <a:noFill/>
          </a:ln>
        </p:spPr>
        <p:txBody>
          <a:bodyPr anchorCtr="0" anchor="ctr" bIns="36000" lIns="36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11084" name="Google Shape;11084;p183"/>
          <p:cNvSpPr txBox="1"/>
          <p:nvPr/>
        </p:nvSpPr>
        <p:spPr>
          <a:xfrm>
            <a:off x="2524025" y="387675"/>
            <a:ext cx="15012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Unid. Organizacional:</a:t>
            </a:r>
            <a:endParaRPr b="1" sz="1100"/>
          </a:p>
        </p:txBody>
      </p:sp>
      <p:sp>
        <p:nvSpPr>
          <p:cNvPr id="11085" name="Google Shape;11085;p183"/>
          <p:cNvSpPr txBox="1"/>
          <p:nvPr/>
        </p:nvSpPr>
        <p:spPr>
          <a:xfrm>
            <a:off x="2524020" y="579550"/>
            <a:ext cx="6846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Alcance:</a:t>
            </a:r>
            <a:endParaRPr b="1" sz="1100"/>
          </a:p>
        </p:txBody>
      </p:sp>
      <p:sp>
        <p:nvSpPr>
          <p:cNvPr id="11086" name="Google Shape;11086;p183"/>
          <p:cNvSpPr txBox="1"/>
          <p:nvPr>
            <p:ph type="title"/>
          </p:nvPr>
        </p:nvSpPr>
        <p:spPr>
          <a:xfrm flipH="1">
            <a:off x="4025374" y="387675"/>
            <a:ext cx="5863200" cy="1692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000"/>
              <a:buNone/>
              <a:defRPr sz="1000">
                <a:solidFill>
                  <a:srgbClr val="000000"/>
                </a:solidFill>
              </a:defRPr>
            </a:lvl1pPr>
            <a:lvl2pPr lvl="1">
              <a:spcBef>
                <a:spcPts val="0"/>
              </a:spcBef>
              <a:spcAft>
                <a:spcPts val="0"/>
              </a:spcAft>
              <a:buClr>
                <a:srgbClr val="000000"/>
              </a:buClr>
              <a:buSzPts val="1000"/>
              <a:buNone/>
              <a:defRPr sz="1000">
                <a:solidFill>
                  <a:srgbClr val="000000"/>
                </a:solidFill>
              </a:defRPr>
            </a:lvl2pPr>
            <a:lvl3pPr lvl="2">
              <a:spcBef>
                <a:spcPts val="0"/>
              </a:spcBef>
              <a:spcAft>
                <a:spcPts val="0"/>
              </a:spcAft>
              <a:buClr>
                <a:srgbClr val="000000"/>
              </a:buClr>
              <a:buSzPts val="1000"/>
              <a:buNone/>
              <a:defRPr sz="1000">
                <a:solidFill>
                  <a:srgbClr val="000000"/>
                </a:solidFill>
              </a:defRPr>
            </a:lvl3pPr>
            <a:lvl4pPr lvl="3">
              <a:spcBef>
                <a:spcPts val="0"/>
              </a:spcBef>
              <a:spcAft>
                <a:spcPts val="0"/>
              </a:spcAft>
              <a:buClr>
                <a:srgbClr val="000000"/>
              </a:buClr>
              <a:buSzPts val="1000"/>
              <a:buNone/>
              <a:defRPr sz="1000">
                <a:solidFill>
                  <a:srgbClr val="000000"/>
                </a:solidFill>
              </a:defRPr>
            </a:lvl4pPr>
            <a:lvl5pPr lvl="4">
              <a:spcBef>
                <a:spcPts val="0"/>
              </a:spcBef>
              <a:spcAft>
                <a:spcPts val="0"/>
              </a:spcAft>
              <a:buClr>
                <a:srgbClr val="000000"/>
              </a:buClr>
              <a:buSzPts val="1000"/>
              <a:buNone/>
              <a:defRPr sz="1000">
                <a:solidFill>
                  <a:srgbClr val="000000"/>
                </a:solidFill>
              </a:defRPr>
            </a:lvl5pPr>
            <a:lvl6pPr lvl="5">
              <a:spcBef>
                <a:spcPts val="0"/>
              </a:spcBef>
              <a:spcAft>
                <a:spcPts val="0"/>
              </a:spcAft>
              <a:buClr>
                <a:srgbClr val="000000"/>
              </a:buClr>
              <a:buSzPts val="1000"/>
              <a:buNone/>
              <a:defRPr sz="1000">
                <a:solidFill>
                  <a:srgbClr val="000000"/>
                </a:solidFill>
              </a:defRPr>
            </a:lvl6pPr>
            <a:lvl7pPr lvl="6">
              <a:spcBef>
                <a:spcPts val="0"/>
              </a:spcBef>
              <a:spcAft>
                <a:spcPts val="0"/>
              </a:spcAft>
              <a:buClr>
                <a:srgbClr val="000000"/>
              </a:buClr>
              <a:buSzPts val="1000"/>
              <a:buNone/>
              <a:defRPr sz="1000">
                <a:solidFill>
                  <a:srgbClr val="000000"/>
                </a:solidFill>
              </a:defRPr>
            </a:lvl7pPr>
            <a:lvl8pPr lvl="7">
              <a:spcBef>
                <a:spcPts val="0"/>
              </a:spcBef>
              <a:spcAft>
                <a:spcPts val="0"/>
              </a:spcAft>
              <a:buClr>
                <a:srgbClr val="000000"/>
              </a:buClr>
              <a:buSzPts val="1000"/>
              <a:buNone/>
              <a:defRPr sz="1000">
                <a:solidFill>
                  <a:srgbClr val="000000"/>
                </a:solidFill>
              </a:defRPr>
            </a:lvl8pPr>
            <a:lvl9pPr lvl="8">
              <a:spcBef>
                <a:spcPts val="0"/>
              </a:spcBef>
              <a:spcAft>
                <a:spcPts val="0"/>
              </a:spcAft>
              <a:buClr>
                <a:srgbClr val="000000"/>
              </a:buClr>
              <a:buSzPts val="1000"/>
              <a:buNone/>
              <a:defRPr sz="1000">
                <a:solidFill>
                  <a:srgbClr val="000000"/>
                </a:solidFill>
              </a:defRPr>
            </a:lvl9pPr>
          </a:lstStyle>
          <a:p/>
        </p:txBody>
      </p:sp>
      <p:sp>
        <p:nvSpPr>
          <p:cNvPr id="11087" name="Google Shape;11087;p183"/>
          <p:cNvSpPr txBox="1"/>
          <p:nvPr>
            <p:ph idx="14" type="title"/>
          </p:nvPr>
        </p:nvSpPr>
        <p:spPr>
          <a:xfrm flipH="1">
            <a:off x="3208773" y="579550"/>
            <a:ext cx="6679800" cy="1692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000"/>
              <a:buNone/>
              <a:defRPr sz="1000">
                <a:solidFill>
                  <a:srgbClr val="000000"/>
                </a:solidFill>
              </a:defRPr>
            </a:lvl1pPr>
            <a:lvl2pPr lvl="1">
              <a:spcBef>
                <a:spcPts val="0"/>
              </a:spcBef>
              <a:spcAft>
                <a:spcPts val="0"/>
              </a:spcAft>
              <a:buClr>
                <a:srgbClr val="000000"/>
              </a:buClr>
              <a:buSzPts val="1000"/>
              <a:buNone/>
              <a:defRPr sz="1000">
                <a:solidFill>
                  <a:srgbClr val="000000"/>
                </a:solidFill>
              </a:defRPr>
            </a:lvl2pPr>
            <a:lvl3pPr lvl="2">
              <a:spcBef>
                <a:spcPts val="0"/>
              </a:spcBef>
              <a:spcAft>
                <a:spcPts val="0"/>
              </a:spcAft>
              <a:buClr>
                <a:srgbClr val="000000"/>
              </a:buClr>
              <a:buSzPts val="1000"/>
              <a:buNone/>
              <a:defRPr sz="1000">
                <a:solidFill>
                  <a:srgbClr val="000000"/>
                </a:solidFill>
              </a:defRPr>
            </a:lvl3pPr>
            <a:lvl4pPr lvl="3">
              <a:spcBef>
                <a:spcPts val="0"/>
              </a:spcBef>
              <a:spcAft>
                <a:spcPts val="0"/>
              </a:spcAft>
              <a:buClr>
                <a:srgbClr val="000000"/>
              </a:buClr>
              <a:buSzPts val="1000"/>
              <a:buNone/>
              <a:defRPr sz="1000">
                <a:solidFill>
                  <a:srgbClr val="000000"/>
                </a:solidFill>
              </a:defRPr>
            </a:lvl4pPr>
            <a:lvl5pPr lvl="4">
              <a:spcBef>
                <a:spcPts val="0"/>
              </a:spcBef>
              <a:spcAft>
                <a:spcPts val="0"/>
              </a:spcAft>
              <a:buClr>
                <a:srgbClr val="000000"/>
              </a:buClr>
              <a:buSzPts val="1000"/>
              <a:buNone/>
              <a:defRPr sz="1000">
                <a:solidFill>
                  <a:srgbClr val="000000"/>
                </a:solidFill>
              </a:defRPr>
            </a:lvl5pPr>
            <a:lvl6pPr lvl="5">
              <a:spcBef>
                <a:spcPts val="0"/>
              </a:spcBef>
              <a:spcAft>
                <a:spcPts val="0"/>
              </a:spcAft>
              <a:buClr>
                <a:srgbClr val="000000"/>
              </a:buClr>
              <a:buSzPts val="1000"/>
              <a:buNone/>
              <a:defRPr sz="1000">
                <a:solidFill>
                  <a:srgbClr val="000000"/>
                </a:solidFill>
              </a:defRPr>
            </a:lvl6pPr>
            <a:lvl7pPr lvl="6">
              <a:spcBef>
                <a:spcPts val="0"/>
              </a:spcBef>
              <a:spcAft>
                <a:spcPts val="0"/>
              </a:spcAft>
              <a:buClr>
                <a:srgbClr val="000000"/>
              </a:buClr>
              <a:buSzPts val="1000"/>
              <a:buNone/>
              <a:defRPr sz="1000">
                <a:solidFill>
                  <a:srgbClr val="000000"/>
                </a:solidFill>
              </a:defRPr>
            </a:lvl7pPr>
            <a:lvl8pPr lvl="7">
              <a:spcBef>
                <a:spcPts val="0"/>
              </a:spcBef>
              <a:spcAft>
                <a:spcPts val="0"/>
              </a:spcAft>
              <a:buClr>
                <a:srgbClr val="000000"/>
              </a:buClr>
              <a:buSzPts val="1000"/>
              <a:buNone/>
              <a:defRPr sz="1000">
                <a:solidFill>
                  <a:srgbClr val="000000"/>
                </a:solidFill>
              </a:defRPr>
            </a:lvl8pPr>
            <a:lvl9pPr lvl="8">
              <a:spcBef>
                <a:spcPts val="0"/>
              </a:spcBef>
              <a:spcAft>
                <a:spcPts val="0"/>
              </a:spcAft>
              <a:buClr>
                <a:srgbClr val="000000"/>
              </a:buClr>
              <a:buSzPts val="1000"/>
              <a:buNone/>
              <a:defRPr sz="1000">
                <a:solidFill>
                  <a:srgbClr val="000000"/>
                </a:solidFill>
              </a:defRPr>
            </a:lvl9pPr>
          </a:lstStyle>
          <a:p/>
        </p:txBody>
      </p:sp>
      <p:sp>
        <p:nvSpPr>
          <p:cNvPr id="11088" name="Google Shape;11088;p183"/>
          <p:cNvSpPr txBox="1"/>
          <p:nvPr>
            <p:ph idx="15" type="body"/>
          </p:nvPr>
        </p:nvSpPr>
        <p:spPr>
          <a:xfrm>
            <a:off x="641150" y="612125"/>
            <a:ext cx="1770300" cy="160500"/>
          </a:xfrm>
          <a:prstGeom prst="rect">
            <a:avLst/>
          </a:prstGeom>
          <a:noFill/>
          <a:ln>
            <a:noFill/>
          </a:ln>
        </p:spPr>
        <p:txBody>
          <a:bodyPr anchorCtr="0" anchor="t" bIns="0" lIns="0" spcFirstLastPara="1" rIns="0" wrap="square" tIns="0">
            <a:noAutofit/>
          </a:bodyPr>
          <a:lstStyle>
            <a:lvl1pPr indent="-292100" lvl="0" marL="457200" algn="ctr">
              <a:spcBef>
                <a:spcPts val="0"/>
              </a:spcBef>
              <a:spcAft>
                <a:spcPts val="0"/>
              </a:spcAft>
              <a:buClr>
                <a:srgbClr val="FFFFFF"/>
              </a:buClr>
              <a:buSzPts val="1000"/>
              <a:buChar char="●"/>
              <a:defRPr sz="1000">
                <a:solidFill>
                  <a:srgbClr val="FFFFFF"/>
                </a:solidFill>
              </a:defRPr>
            </a:lvl1pPr>
            <a:lvl2pPr indent="-292100" lvl="1" marL="914400" algn="ctr">
              <a:spcBef>
                <a:spcPts val="0"/>
              </a:spcBef>
              <a:spcAft>
                <a:spcPts val="0"/>
              </a:spcAft>
              <a:buClr>
                <a:srgbClr val="FFFFFF"/>
              </a:buClr>
              <a:buSzPts val="1000"/>
              <a:buChar char="○"/>
              <a:defRPr sz="1000">
                <a:solidFill>
                  <a:srgbClr val="FFFFFF"/>
                </a:solidFill>
              </a:defRPr>
            </a:lvl2pPr>
            <a:lvl3pPr indent="-292100" lvl="2" marL="1371600" algn="ctr">
              <a:spcBef>
                <a:spcPts val="0"/>
              </a:spcBef>
              <a:spcAft>
                <a:spcPts val="0"/>
              </a:spcAft>
              <a:buClr>
                <a:srgbClr val="FFFFFF"/>
              </a:buClr>
              <a:buSzPts val="1000"/>
              <a:buChar char="■"/>
              <a:defRPr sz="1000">
                <a:solidFill>
                  <a:srgbClr val="FFFFFF"/>
                </a:solidFill>
              </a:defRPr>
            </a:lvl3pPr>
            <a:lvl4pPr indent="-292100" lvl="3" marL="1828800" algn="ctr">
              <a:spcBef>
                <a:spcPts val="0"/>
              </a:spcBef>
              <a:spcAft>
                <a:spcPts val="0"/>
              </a:spcAft>
              <a:buClr>
                <a:srgbClr val="FFFFFF"/>
              </a:buClr>
              <a:buSzPts val="1000"/>
              <a:buChar char="●"/>
              <a:defRPr sz="1000">
                <a:solidFill>
                  <a:srgbClr val="FFFFFF"/>
                </a:solidFill>
              </a:defRPr>
            </a:lvl4pPr>
            <a:lvl5pPr indent="-292100" lvl="4" marL="2286000" algn="ctr">
              <a:spcBef>
                <a:spcPts val="0"/>
              </a:spcBef>
              <a:spcAft>
                <a:spcPts val="0"/>
              </a:spcAft>
              <a:buClr>
                <a:srgbClr val="FFFFFF"/>
              </a:buClr>
              <a:buSzPts val="1000"/>
              <a:buChar char="○"/>
              <a:defRPr sz="1000">
                <a:solidFill>
                  <a:srgbClr val="FFFFFF"/>
                </a:solidFill>
              </a:defRPr>
            </a:lvl5pPr>
            <a:lvl6pPr indent="-292100" lvl="5" marL="2743200" algn="ctr">
              <a:spcBef>
                <a:spcPts val="0"/>
              </a:spcBef>
              <a:spcAft>
                <a:spcPts val="0"/>
              </a:spcAft>
              <a:buClr>
                <a:srgbClr val="FFFFFF"/>
              </a:buClr>
              <a:buSzPts val="1000"/>
              <a:buChar char="■"/>
              <a:defRPr sz="1000">
                <a:solidFill>
                  <a:srgbClr val="FFFFFF"/>
                </a:solidFill>
              </a:defRPr>
            </a:lvl6pPr>
            <a:lvl7pPr indent="-292100" lvl="6" marL="3200400" algn="ctr">
              <a:spcBef>
                <a:spcPts val="0"/>
              </a:spcBef>
              <a:spcAft>
                <a:spcPts val="0"/>
              </a:spcAft>
              <a:buClr>
                <a:srgbClr val="FFFFFF"/>
              </a:buClr>
              <a:buSzPts val="1000"/>
              <a:buChar char="●"/>
              <a:defRPr sz="1000">
                <a:solidFill>
                  <a:srgbClr val="FFFFFF"/>
                </a:solidFill>
              </a:defRPr>
            </a:lvl7pPr>
            <a:lvl8pPr indent="-292100" lvl="7" marL="3657600" algn="ctr">
              <a:spcBef>
                <a:spcPts val="0"/>
              </a:spcBef>
              <a:spcAft>
                <a:spcPts val="0"/>
              </a:spcAft>
              <a:buClr>
                <a:srgbClr val="FFFFFF"/>
              </a:buClr>
              <a:buSzPts val="1000"/>
              <a:buChar char="○"/>
              <a:defRPr sz="1000">
                <a:solidFill>
                  <a:srgbClr val="FFFFFF"/>
                </a:solidFill>
              </a:defRPr>
            </a:lvl8pPr>
            <a:lvl9pPr indent="-292100" lvl="8" marL="4114800" algn="ctr">
              <a:spcBef>
                <a:spcPts val="0"/>
              </a:spcBef>
              <a:spcAft>
                <a:spcPts val="0"/>
              </a:spcAft>
              <a:buClr>
                <a:srgbClr val="FFFFFF"/>
              </a:buClr>
              <a:buSzPts val="1000"/>
              <a:buChar char="■"/>
              <a:defRPr sz="1000">
                <a:solidFill>
                  <a:srgbClr val="FFFFFF"/>
                </a:solidFill>
              </a:defRPr>
            </a:lvl9pPr>
          </a:lstStyle>
          <a:p/>
        </p:txBody>
      </p:sp>
      <p:sp>
        <p:nvSpPr>
          <p:cNvPr id="11089" name="Google Shape;11089;p183"/>
          <p:cNvSpPr txBox="1"/>
          <p:nvPr/>
        </p:nvSpPr>
        <p:spPr>
          <a:xfrm>
            <a:off x="84825" y="598125"/>
            <a:ext cx="595500" cy="205800"/>
          </a:xfrm>
          <a:prstGeom prst="rect">
            <a:avLst/>
          </a:prstGeom>
          <a:noFill/>
          <a:ln>
            <a:noFill/>
          </a:ln>
        </p:spPr>
        <p:txBody>
          <a:bodyPr anchorCtr="0" anchor="t" bIns="18000" lIns="18000" spcFirstLastPara="1" rIns="18000" wrap="square" tIns="18000">
            <a:spAutoFit/>
          </a:bodyPr>
          <a:lstStyle/>
          <a:p>
            <a:pPr indent="0" lvl="0" marL="0" rtl="0" algn="l">
              <a:spcBef>
                <a:spcPts val="0"/>
              </a:spcBef>
              <a:spcAft>
                <a:spcPts val="0"/>
              </a:spcAft>
              <a:buNone/>
            </a:pPr>
            <a:r>
              <a:rPr lang="es-419" sz="1100">
                <a:solidFill>
                  <a:srgbClr val="FFFFFF"/>
                </a:solidFill>
              </a:rPr>
              <a:t>Nombre:</a:t>
            </a:r>
            <a:endParaRPr sz="1100">
              <a:solidFill>
                <a:srgbClr val="FFFFFF"/>
              </a:solidFill>
            </a:endParaRPr>
          </a:p>
        </p:txBody>
      </p:sp>
    </p:spTree>
  </p:cSld>
  <p:clrMapOvr>
    <a:masterClrMapping/>
  </p:clrMapOvr>
</p:sldLayout>
</file>

<file path=ppt/slideLayouts/slideLayout17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2 Perfil Stakeholders">
  <p:cSld name="TITLE_3_6_1_1_1_1_1_1_1_1">
    <p:spTree>
      <p:nvGrpSpPr>
        <p:cNvPr id="11090" name="Shape 11090"/>
        <p:cNvGrpSpPr/>
        <p:nvPr/>
      </p:nvGrpSpPr>
      <p:grpSpPr>
        <a:xfrm>
          <a:off x="0" y="0"/>
          <a:ext cx="0" cy="0"/>
          <a:chOff x="0" y="0"/>
          <a:chExt cx="0" cy="0"/>
        </a:xfrm>
      </p:grpSpPr>
      <p:sp>
        <p:nvSpPr>
          <p:cNvPr id="11091" name="Google Shape;11091;p184"/>
          <p:cNvSpPr/>
          <p:nvPr/>
        </p:nvSpPr>
        <p:spPr>
          <a:xfrm>
            <a:off x="97888" y="377012"/>
            <a:ext cx="9893400" cy="296700"/>
          </a:xfrm>
          <a:prstGeom prst="roundRect">
            <a:avLst>
              <a:gd fmla="val 22902" name="adj"/>
            </a:avLst>
          </a:prstGeom>
          <a:solidFill>
            <a:srgbClr val="F3F3F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11092" name="Google Shape;11092;p184"/>
          <p:cNvSpPr/>
          <p:nvPr/>
        </p:nvSpPr>
        <p:spPr>
          <a:xfrm>
            <a:off x="77688" y="358938"/>
            <a:ext cx="9935700" cy="6438000"/>
          </a:xfrm>
          <a:prstGeom prst="roundRect">
            <a:avLst>
              <a:gd fmla="val 2618" name="adj"/>
            </a:avLst>
          </a:prstGeom>
          <a:solidFill>
            <a:srgbClr val="FFFFFF"/>
          </a:solidFill>
          <a:ln cap="flat" cmpd="sng" w="38100">
            <a:solidFill>
              <a:srgbClr val="000000"/>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093" name="Google Shape;11093;p184"/>
          <p:cNvCxnSpPr/>
          <p:nvPr/>
        </p:nvCxnSpPr>
        <p:spPr>
          <a:xfrm>
            <a:off x="77688" y="772614"/>
            <a:ext cx="9935700" cy="0"/>
          </a:xfrm>
          <a:prstGeom prst="straightConnector1">
            <a:avLst/>
          </a:prstGeom>
          <a:noFill/>
          <a:ln cap="flat" cmpd="sng" w="19050">
            <a:solidFill>
              <a:srgbClr val="000000"/>
            </a:solidFill>
            <a:prstDash val="solid"/>
            <a:round/>
            <a:headEnd len="med" w="med" type="none"/>
            <a:tailEnd len="med" w="med" type="none"/>
          </a:ln>
        </p:spPr>
      </p:cxnSp>
      <p:cxnSp>
        <p:nvCxnSpPr>
          <p:cNvPr id="11094" name="Google Shape;11094;p184"/>
          <p:cNvCxnSpPr/>
          <p:nvPr/>
        </p:nvCxnSpPr>
        <p:spPr>
          <a:xfrm rot="10800000">
            <a:off x="2439038" y="368188"/>
            <a:ext cx="0" cy="402300"/>
          </a:xfrm>
          <a:prstGeom prst="straightConnector1">
            <a:avLst/>
          </a:prstGeom>
          <a:noFill/>
          <a:ln cap="flat" cmpd="sng" w="19050">
            <a:solidFill>
              <a:srgbClr val="000000"/>
            </a:solidFill>
            <a:prstDash val="solid"/>
            <a:round/>
            <a:headEnd len="med" w="med" type="none"/>
            <a:tailEnd len="med" w="med" type="none"/>
          </a:ln>
        </p:spPr>
      </p:cxnSp>
      <p:sp>
        <p:nvSpPr>
          <p:cNvPr id="11095" name="Google Shape;11095;p184"/>
          <p:cNvSpPr/>
          <p:nvPr/>
        </p:nvSpPr>
        <p:spPr>
          <a:xfrm>
            <a:off x="77688" y="349338"/>
            <a:ext cx="2361300" cy="421200"/>
          </a:xfrm>
          <a:prstGeom prst="roundRect">
            <a:avLst>
              <a:gd fmla="val 50000" name="adj"/>
            </a:avLst>
          </a:prstGeom>
          <a:solidFill>
            <a:srgbClr val="000000"/>
          </a:solidFill>
          <a:ln cap="flat" cmpd="sng" w="9525">
            <a:solidFill>
              <a:srgbClr val="000000"/>
            </a:solidFill>
            <a:prstDash val="solid"/>
            <a:round/>
            <a:headEnd len="sm" w="sm" type="none"/>
            <a:tailEnd len="sm" w="sm" type="none"/>
          </a:ln>
        </p:spPr>
        <p:txBody>
          <a:bodyPr anchorCtr="0" anchor="ctr" bIns="91425" lIns="0" spcFirstLastPara="1" rIns="0" wrap="square" tIns="91425">
            <a:noAutofit/>
          </a:bodyPr>
          <a:lstStyle/>
          <a:p>
            <a:pPr indent="0" lvl="0" marL="0" rtl="0" algn="ctr">
              <a:spcBef>
                <a:spcPts val="0"/>
              </a:spcBef>
              <a:spcAft>
                <a:spcPts val="0"/>
              </a:spcAft>
              <a:buNone/>
            </a:pPr>
            <a:r>
              <a:rPr b="1" lang="es-419" sz="1100">
                <a:solidFill>
                  <a:srgbClr val="FFFFFF"/>
                </a:solidFill>
              </a:rPr>
              <a:t>Perfil Stakeholders</a:t>
            </a:r>
            <a:endParaRPr b="1" sz="1100">
              <a:solidFill>
                <a:srgbClr val="FFFFFF"/>
              </a:solidFill>
            </a:endParaRPr>
          </a:p>
          <a:p>
            <a:pPr indent="0" lvl="0" marL="0" rtl="0" algn="ctr">
              <a:spcBef>
                <a:spcPts val="0"/>
              </a:spcBef>
              <a:spcAft>
                <a:spcPts val="0"/>
              </a:spcAft>
              <a:buNone/>
            </a:pPr>
            <a:r>
              <a:t/>
            </a:r>
            <a:endParaRPr b="1" sz="1200">
              <a:solidFill>
                <a:srgbClr val="FFFFFF"/>
              </a:solidFill>
            </a:endParaRPr>
          </a:p>
        </p:txBody>
      </p:sp>
      <p:sp>
        <p:nvSpPr>
          <p:cNvPr id="11096" name="Google Shape;11096;p184"/>
          <p:cNvSpPr/>
          <p:nvPr/>
        </p:nvSpPr>
        <p:spPr>
          <a:xfrm>
            <a:off x="83988" y="595504"/>
            <a:ext cx="190200" cy="1692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7" name="Google Shape;11097;p184"/>
          <p:cNvSpPr/>
          <p:nvPr/>
        </p:nvSpPr>
        <p:spPr>
          <a:xfrm>
            <a:off x="2350598" y="358950"/>
            <a:ext cx="88500" cy="4023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8" name="Google Shape;11098;p184"/>
          <p:cNvSpPr/>
          <p:nvPr/>
        </p:nvSpPr>
        <p:spPr>
          <a:xfrm>
            <a:off x="2277739" y="663750"/>
            <a:ext cx="88500" cy="1089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9" name="Google Shape;11099;p184"/>
          <p:cNvSpPr/>
          <p:nvPr/>
        </p:nvSpPr>
        <p:spPr>
          <a:xfrm>
            <a:off x="3477925" y="1091465"/>
            <a:ext cx="6172500" cy="554100"/>
          </a:xfrm>
          <a:prstGeom prst="roundRect">
            <a:avLst>
              <a:gd fmla="val 6541"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0" name="Google Shape;11100;p184"/>
          <p:cNvSpPr txBox="1"/>
          <p:nvPr/>
        </p:nvSpPr>
        <p:spPr>
          <a:xfrm>
            <a:off x="454807" y="1057862"/>
            <a:ext cx="3000000" cy="540000"/>
          </a:xfrm>
          <a:prstGeom prst="rect">
            <a:avLst/>
          </a:prstGeom>
          <a:noFill/>
          <a:ln>
            <a:noFill/>
          </a:ln>
        </p:spPr>
        <p:txBody>
          <a:bodyPr anchorCtr="0" anchor="t" bIns="54000" lIns="54000" spcFirstLastPara="1" rIns="54000" wrap="square" tIns="54000">
            <a:spAutoFit/>
          </a:bodyPr>
          <a:lstStyle/>
          <a:p>
            <a:pPr indent="0" lvl="0" marL="0" rtl="0" algn="r">
              <a:spcBef>
                <a:spcPts val="0"/>
              </a:spcBef>
              <a:spcAft>
                <a:spcPts val="0"/>
              </a:spcAft>
              <a:buNone/>
            </a:pPr>
            <a:r>
              <a:rPr b="1" lang="es-419" sz="1000">
                <a:solidFill>
                  <a:schemeClr val="dk1"/>
                </a:solidFill>
                <a:latin typeface="Arvo"/>
                <a:ea typeface="Arvo"/>
                <a:cs typeface="Arvo"/>
                <a:sym typeface="Arvo"/>
              </a:rPr>
              <a:t>Representante </a:t>
            </a:r>
            <a:endParaRPr b="1" sz="1000">
              <a:solidFill>
                <a:schemeClr val="dk1"/>
              </a:solidFill>
              <a:latin typeface="Arvo"/>
              <a:ea typeface="Arvo"/>
              <a:cs typeface="Arvo"/>
              <a:sym typeface="Arvo"/>
            </a:endParaRPr>
          </a:p>
          <a:p>
            <a:pPr indent="0" lvl="0" marL="0" rtl="0" algn="r">
              <a:spcBef>
                <a:spcPts val="0"/>
              </a:spcBef>
              <a:spcAft>
                <a:spcPts val="0"/>
              </a:spcAft>
              <a:buNone/>
            </a:pPr>
            <a:r>
              <a:rPr i="1" lang="es-419" sz="600">
                <a:solidFill>
                  <a:schemeClr val="dk1"/>
                </a:solidFill>
                <a:latin typeface="Arvo"/>
                <a:ea typeface="Arvo"/>
                <a:cs typeface="Arvo"/>
                <a:sym typeface="Arvo"/>
              </a:rPr>
              <a:t>&lt;[Quién es el representante de las partes interesadas del proyecto?  (Esto es opcional, si está documentado en otro lugar.) Lo que queremos aquí son nombres.]&gt;</a:t>
            </a:r>
            <a:endParaRPr i="1" sz="600">
              <a:solidFill>
                <a:schemeClr val="dk1"/>
              </a:solidFill>
              <a:latin typeface="Arvo"/>
              <a:ea typeface="Arvo"/>
              <a:cs typeface="Arvo"/>
              <a:sym typeface="Arvo"/>
            </a:endParaRPr>
          </a:p>
        </p:txBody>
      </p:sp>
      <p:sp>
        <p:nvSpPr>
          <p:cNvPr id="11101" name="Google Shape;11101;p184"/>
          <p:cNvSpPr txBox="1"/>
          <p:nvPr/>
        </p:nvSpPr>
        <p:spPr>
          <a:xfrm>
            <a:off x="480000" y="1771845"/>
            <a:ext cx="3000000" cy="431100"/>
          </a:xfrm>
          <a:prstGeom prst="rect">
            <a:avLst/>
          </a:prstGeom>
          <a:noFill/>
          <a:ln>
            <a:noFill/>
          </a:ln>
        </p:spPr>
        <p:txBody>
          <a:bodyPr anchorCtr="0" anchor="t" bIns="91425" lIns="91425" spcFirstLastPara="1" rIns="91425" wrap="square" tIns="91425">
            <a:spAutoFit/>
          </a:bodyPr>
          <a:lstStyle/>
          <a:p>
            <a:pPr indent="0" lvl="0" marL="0" rtl="0" algn="r">
              <a:spcBef>
                <a:spcPts val="0"/>
              </a:spcBef>
              <a:spcAft>
                <a:spcPts val="0"/>
              </a:spcAft>
              <a:buNone/>
            </a:pPr>
            <a:r>
              <a:rPr b="1" lang="es-419" sz="1000">
                <a:solidFill>
                  <a:schemeClr val="dk1"/>
                </a:solidFill>
                <a:latin typeface="Arvo"/>
                <a:ea typeface="Arvo"/>
                <a:cs typeface="Arvo"/>
                <a:sym typeface="Arvo"/>
              </a:rPr>
              <a:t>Descripción</a:t>
            </a:r>
            <a:endParaRPr b="1" sz="1000">
              <a:solidFill>
                <a:schemeClr val="dk1"/>
              </a:solidFill>
              <a:latin typeface="Roboto"/>
              <a:ea typeface="Roboto"/>
              <a:cs typeface="Roboto"/>
              <a:sym typeface="Roboto"/>
            </a:endParaRPr>
          </a:p>
          <a:p>
            <a:pPr indent="0" lvl="0" marL="0" rtl="0" algn="r">
              <a:spcBef>
                <a:spcPts val="0"/>
              </a:spcBef>
              <a:spcAft>
                <a:spcPts val="0"/>
              </a:spcAft>
              <a:buNone/>
            </a:pPr>
            <a:r>
              <a:rPr i="1" lang="es-419" sz="600">
                <a:solidFill>
                  <a:schemeClr val="dk1"/>
                </a:solidFill>
                <a:latin typeface="Arvo"/>
                <a:ea typeface="Arvo"/>
                <a:cs typeface="Arvo"/>
                <a:sym typeface="Arvo"/>
              </a:rPr>
              <a:t>&lt;[Breve descripción del tipo de actor.]&gt;</a:t>
            </a:r>
            <a:endParaRPr i="1"/>
          </a:p>
        </p:txBody>
      </p:sp>
      <p:sp>
        <p:nvSpPr>
          <p:cNvPr id="11102" name="Google Shape;11102;p184"/>
          <p:cNvSpPr txBox="1"/>
          <p:nvPr/>
        </p:nvSpPr>
        <p:spPr>
          <a:xfrm>
            <a:off x="480000" y="2432750"/>
            <a:ext cx="3000000" cy="431100"/>
          </a:xfrm>
          <a:prstGeom prst="rect">
            <a:avLst/>
          </a:prstGeom>
          <a:noFill/>
          <a:ln>
            <a:noFill/>
          </a:ln>
        </p:spPr>
        <p:txBody>
          <a:bodyPr anchorCtr="0" anchor="t" bIns="91425" lIns="91425" spcFirstLastPara="1" rIns="91425" wrap="square" tIns="91425">
            <a:spAutoFit/>
          </a:bodyPr>
          <a:lstStyle/>
          <a:p>
            <a:pPr indent="0" lvl="0" marL="0" rtl="0" algn="r">
              <a:spcBef>
                <a:spcPts val="0"/>
              </a:spcBef>
              <a:spcAft>
                <a:spcPts val="0"/>
              </a:spcAft>
              <a:buNone/>
            </a:pPr>
            <a:r>
              <a:rPr b="1" lang="es-419" sz="1000">
                <a:solidFill>
                  <a:schemeClr val="dk1"/>
                </a:solidFill>
                <a:latin typeface="Arvo"/>
                <a:ea typeface="Arvo"/>
                <a:cs typeface="Arvo"/>
                <a:sym typeface="Arvo"/>
              </a:rPr>
              <a:t>Tipo</a:t>
            </a:r>
            <a:endParaRPr b="1" sz="1000">
              <a:solidFill>
                <a:schemeClr val="dk1"/>
              </a:solidFill>
              <a:latin typeface="Arvo"/>
              <a:ea typeface="Arvo"/>
              <a:cs typeface="Arvo"/>
              <a:sym typeface="Arvo"/>
            </a:endParaRPr>
          </a:p>
          <a:p>
            <a:pPr indent="0" lvl="0" marL="0" rtl="0" algn="r">
              <a:spcBef>
                <a:spcPts val="0"/>
              </a:spcBef>
              <a:spcAft>
                <a:spcPts val="0"/>
              </a:spcAft>
              <a:buNone/>
            </a:pPr>
            <a:r>
              <a:rPr i="1" lang="es-419" sz="600">
                <a:solidFill>
                  <a:schemeClr val="dk1"/>
                </a:solidFill>
                <a:latin typeface="Arvo"/>
                <a:ea typeface="Arvo"/>
                <a:cs typeface="Arvo"/>
                <a:sym typeface="Arvo"/>
              </a:rPr>
              <a:t>&lt;[Califique la experiencia y los antecedentes de las partes interesadas]&gt;</a:t>
            </a:r>
            <a:endParaRPr i="1"/>
          </a:p>
        </p:txBody>
      </p:sp>
      <p:sp>
        <p:nvSpPr>
          <p:cNvPr id="11103" name="Google Shape;11103;p184"/>
          <p:cNvSpPr txBox="1"/>
          <p:nvPr/>
        </p:nvSpPr>
        <p:spPr>
          <a:xfrm>
            <a:off x="480000" y="3063356"/>
            <a:ext cx="3000000" cy="615600"/>
          </a:xfrm>
          <a:prstGeom prst="rect">
            <a:avLst/>
          </a:prstGeom>
          <a:noFill/>
          <a:ln>
            <a:noFill/>
          </a:ln>
        </p:spPr>
        <p:txBody>
          <a:bodyPr anchorCtr="0" anchor="t" bIns="91425" lIns="91425" spcFirstLastPara="1" rIns="91425" wrap="square" tIns="91425">
            <a:spAutoFit/>
          </a:bodyPr>
          <a:lstStyle/>
          <a:p>
            <a:pPr indent="0" lvl="0" marL="0" rtl="0" algn="r">
              <a:spcBef>
                <a:spcPts val="0"/>
              </a:spcBef>
              <a:spcAft>
                <a:spcPts val="0"/>
              </a:spcAft>
              <a:buNone/>
            </a:pPr>
            <a:r>
              <a:rPr b="1" lang="es-419" sz="1000">
                <a:solidFill>
                  <a:schemeClr val="dk1"/>
                </a:solidFill>
                <a:latin typeface="Arvo"/>
                <a:ea typeface="Arvo"/>
                <a:cs typeface="Arvo"/>
                <a:sym typeface="Arvo"/>
              </a:rPr>
              <a:t>Responsabilidades </a:t>
            </a:r>
            <a:endParaRPr b="1" sz="1000">
              <a:solidFill>
                <a:schemeClr val="dk1"/>
              </a:solidFill>
              <a:latin typeface="Arvo"/>
              <a:ea typeface="Arvo"/>
              <a:cs typeface="Arvo"/>
              <a:sym typeface="Arvo"/>
            </a:endParaRPr>
          </a:p>
          <a:p>
            <a:pPr indent="0" lvl="0" marL="0" rtl="0" algn="r">
              <a:spcBef>
                <a:spcPts val="0"/>
              </a:spcBef>
              <a:spcAft>
                <a:spcPts val="0"/>
              </a:spcAft>
              <a:buNone/>
            </a:pPr>
            <a:r>
              <a:rPr i="1" lang="es-419" sz="600">
                <a:solidFill>
                  <a:schemeClr val="dk1"/>
                </a:solidFill>
                <a:latin typeface="Arvo"/>
                <a:ea typeface="Arvo"/>
                <a:cs typeface="Arvo"/>
                <a:sym typeface="Arvo"/>
              </a:rPr>
              <a:t>&lt;[Enumere las responsabilidades clave de la parte interesada con respecto a los cambios que se están realizando, es decir, su interes como parte interesada .]&gt;</a:t>
            </a:r>
            <a:endParaRPr i="1"/>
          </a:p>
        </p:txBody>
      </p:sp>
      <p:sp>
        <p:nvSpPr>
          <p:cNvPr id="11104" name="Google Shape;11104;p184"/>
          <p:cNvSpPr txBox="1"/>
          <p:nvPr/>
        </p:nvSpPr>
        <p:spPr>
          <a:xfrm>
            <a:off x="480000" y="3771590"/>
            <a:ext cx="3000000" cy="431100"/>
          </a:xfrm>
          <a:prstGeom prst="rect">
            <a:avLst/>
          </a:prstGeom>
          <a:noFill/>
          <a:ln>
            <a:noFill/>
          </a:ln>
        </p:spPr>
        <p:txBody>
          <a:bodyPr anchorCtr="0" anchor="t" bIns="91425" lIns="91425" spcFirstLastPara="1" rIns="91425" wrap="square" tIns="91425">
            <a:spAutoFit/>
          </a:bodyPr>
          <a:lstStyle/>
          <a:p>
            <a:pPr indent="0" lvl="0" marL="0" rtl="0" algn="r">
              <a:spcBef>
                <a:spcPts val="0"/>
              </a:spcBef>
              <a:spcAft>
                <a:spcPts val="0"/>
              </a:spcAft>
              <a:buNone/>
            </a:pPr>
            <a:r>
              <a:rPr b="1" lang="es-419" sz="1000">
                <a:solidFill>
                  <a:schemeClr val="dk1"/>
                </a:solidFill>
                <a:latin typeface="Arvo"/>
                <a:ea typeface="Arvo"/>
                <a:cs typeface="Arvo"/>
                <a:sym typeface="Arvo"/>
              </a:rPr>
              <a:t>Criterios de Éxito</a:t>
            </a:r>
            <a:endParaRPr b="1" sz="1000">
              <a:solidFill>
                <a:schemeClr val="dk1"/>
              </a:solidFill>
              <a:latin typeface="Arvo"/>
              <a:ea typeface="Arvo"/>
              <a:cs typeface="Arvo"/>
              <a:sym typeface="Arvo"/>
            </a:endParaRPr>
          </a:p>
          <a:p>
            <a:pPr indent="0" lvl="0" marL="0" rtl="0" algn="r">
              <a:spcBef>
                <a:spcPts val="0"/>
              </a:spcBef>
              <a:spcAft>
                <a:spcPts val="0"/>
              </a:spcAft>
              <a:buNone/>
            </a:pPr>
            <a:r>
              <a:rPr i="1" lang="es-419" sz="600">
                <a:solidFill>
                  <a:schemeClr val="dk1"/>
                </a:solidFill>
                <a:latin typeface="Arvo"/>
                <a:ea typeface="Arvo"/>
                <a:cs typeface="Arvo"/>
                <a:sym typeface="Arvo"/>
              </a:rPr>
              <a:t>&lt;[¿Cómo define el actor el éxito?¿Cómo se recompensa el interesado?]&gt;</a:t>
            </a:r>
            <a:endParaRPr i="1"/>
          </a:p>
        </p:txBody>
      </p:sp>
      <p:sp>
        <p:nvSpPr>
          <p:cNvPr id="11105" name="Google Shape;11105;p184"/>
          <p:cNvSpPr txBox="1"/>
          <p:nvPr/>
        </p:nvSpPr>
        <p:spPr>
          <a:xfrm>
            <a:off x="480000" y="4432197"/>
            <a:ext cx="3000000" cy="615600"/>
          </a:xfrm>
          <a:prstGeom prst="rect">
            <a:avLst/>
          </a:prstGeom>
          <a:noFill/>
          <a:ln>
            <a:noFill/>
          </a:ln>
        </p:spPr>
        <p:txBody>
          <a:bodyPr anchorCtr="0" anchor="t" bIns="91425" lIns="91425" spcFirstLastPara="1" rIns="91425" wrap="square" tIns="91425">
            <a:spAutoFit/>
          </a:bodyPr>
          <a:lstStyle/>
          <a:p>
            <a:pPr indent="0" lvl="0" marL="0" rtl="0" algn="r">
              <a:spcBef>
                <a:spcPts val="0"/>
              </a:spcBef>
              <a:spcAft>
                <a:spcPts val="0"/>
              </a:spcAft>
              <a:buNone/>
            </a:pPr>
            <a:r>
              <a:rPr b="1" lang="es-419" sz="1000">
                <a:solidFill>
                  <a:schemeClr val="dk1"/>
                </a:solidFill>
                <a:latin typeface="Arvo"/>
                <a:ea typeface="Arvo"/>
                <a:cs typeface="Arvo"/>
                <a:sym typeface="Arvo"/>
              </a:rPr>
              <a:t>Intervención</a:t>
            </a:r>
            <a:endParaRPr b="1" sz="1000">
              <a:solidFill>
                <a:schemeClr val="dk1"/>
              </a:solidFill>
              <a:latin typeface="Arvo"/>
              <a:ea typeface="Arvo"/>
              <a:cs typeface="Arvo"/>
              <a:sym typeface="Arvo"/>
            </a:endParaRPr>
          </a:p>
          <a:p>
            <a:pPr indent="0" lvl="0" marL="0" rtl="0" algn="r">
              <a:spcBef>
                <a:spcPts val="0"/>
              </a:spcBef>
              <a:spcAft>
                <a:spcPts val="0"/>
              </a:spcAft>
              <a:buNone/>
            </a:pPr>
            <a:r>
              <a:rPr i="1" lang="es-419" sz="600">
                <a:solidFill>
                  <a:schemeClr val="dk1"/>
                </a:solidFill>
                <a:latin typeface="Arvo"/>
                <a:ea typeface="Arvo"/>
                <a:cs typeface="Arvo"/>
                <a:sym typeface="Arvo"/>
              </a:rPr>
              <a:t> &lt;[</a:t>
            </a:r>
            <a:r>
              <a:rPr i="1" lang="es-419" sz="600">
                <a:solidFill>
                  <a:srgbClr val="202124"/>
                </a:solidFill>
                <a:latin typeface="Arvo"/>
                <a:ea typeface="Arvo"/>
                <a:cs typeface="Arvo"/>
                <a:sym typeface="Arvo"/>
              </a:rPr>
              <a:t>¿Cómo participa la parte interesada en el proyecto? Relacionarse, cuando sea posible, con los roles de Rational Unified Process, es decir, Revisor de modelos de casos de uso empresarial, etc.</a:t>
            </a:r>
            <a:r>
              <a:rPr i="1" lang="es-419" sz="600">
                <a:solidFill>
                  <a:schemeClr val="dk1"/>
                </a:solidFill>
                <a:latin typeface="Arvo"/>
                <a:ea typeface="Arvo"/>
                <a:cs typeface="Arvo"/>
                <a:sym typeface="Arvo"/>
              </a:rPr>
              <a:t>]&gt;</a:t>
            </a:r>
            <a:endParaRPr i="1"/>
          </a:p>
        </p:txBody>
      </p:sp>
      <p:sp>
        <p:nvSpPr>
          <p:cNvPr id="11106" name="Google Shape;11106;p184"/>
          <p:cNvSpPr txBox="1"/>
          <p:nvPr/>
        </p:nvSpPr>
        <p:spPr>
          <a:xfrm>
            <a:off x="480000" y="5105400"/>
            <a:ext cx="3000000" cy="646500"/>
          </a:xfrm>
          <a:prstGeom prst="rect">
            <a:avLst/>
          </a:prstGeom>
          <a:noFill/>
          <a:ln>
            <a:noFill/>
          </a:ln>
        </p:spPr>
        <p:txBody>
          <a:bodyPr anchorCtr="0" anchor="t" bIns="91425" lIns="91425" spcFirstLastPara="1" rIns="91425" wrap="square" tIns="91425">
            <a:spAutoFit/>
          </a:bodyPr>
          <a:lstStyle/>
          <a:p>
            <a:pPr indent="0" lvl="0" marL="0" rtl="0" algn="r">
              <a:spcBef>
                <a:spcPts val="0"/>
              </a:spcBef>
              <a:spcAft>
                <a:spcPts val="0"/>
              </a:spcAft>
              <a:buNone/>
            </a:pPr>
            <a:r>
              <a:rPr b="1" lang="es-419" sz="1000">
                <a:solidFill>
                  <a:schemeClr val="dk1"/>
                </a:solidFill>
                <a:latin typeface="Arvo"/>
                <a:ea typeface="Arvo"/>
                <a:cs typeface="Arvo"/>
                <a:sym typeface="Arvo"/>
              </a:rPr>
              <a:t>Entregables </a:t>
            </a:r>
            <a:r>
              <a:rPr b="1" lang="es-419" sz="1200">
                <a:solidFill>
                  <a:schemeClr val="dk1"/>
                </a:solidFill>
                <a:latin typeface="Arvo"/>
                <a:ea typeface="Arvo"/>
                <a:cs typeface="Arvo"/>
                <a:sym typeface="Arvo"/>
              </a:rPr>
              <a:t>                                                         </a:t>
            </a:r>
            <a:r>
              <a:rPr i="1" lang="es-419" sz="1200">
                <a:solidFill>
                  <a:schemeClr val="dk1"/>
                </a:solidFill>
                <a:latin typeface="Arvo"/>
                <a:ea typeface="Arvo"/>
                <a:cs typeface="Arvo"/>
                <a:sym typeface="Arvo"/>
              </a:rPr>
              <a:t> </a:t>
            </a:r>
            <a:r>
              <a:rPr i="1" lang="es-419" sz="600">
                <a:solidFill>
                  <a:schemeClr val="dk1"/>
                </a:solidFill>
                <a:latin typeface="Arvo"/>
                <a:ea typeface="Arvo"/>
                <a:cs typeface="Arvo"/>
                <a:sym typeface="Arvo"/>
              </a:rPr>
              <a:t>&lt;[</a:t>
            </a:r>
            <a:r>
              <a:rPr i="1" lang="es-419" sz="600">
                <a:solidFill>
                  <a:srgbClr val="202124"/>
                </a:solidFill>
                <a:latin typeface="Arvo"/>
                <a:ea typeface="Arvo"/>
                <a:cs typeface="Arvo"/>
                <a:sym typeface="Arvo"/>
              </a:rPr>
              <a:t>¿Hay entregables adicionales requeridos por las partes interesadas? Estos podrían ser entregables del proyecto o resultados del sistema en desarrollo.</a:t>
            </a:r>
            <a:r>
              <a:rPr i="1" lang="es-419" sz="600">
                <a:solidFill>
                  <a:schemeClr val="dk1"/>
                </a:solidFill>
                <a:latin typeface="Arvo"/>
                <a:ea typeface="Arvo"/>
                <a:cs typeface="Arvo"/>
                <a:sym typeface="Arvo"/>
              </a:rPr>
              <a:t>]&gt;</a:t>
            </a:r>
            <a:endParaRPr i="1"/>
          </a:p>
        </p:txBody>
      </p:sp>
      <p:sp>
        <p:nvSpPr>
          <p:cNvPr id="11107" name="Google Shape;11107;p184"/>
          <p:cNvSpPr txBox="1"/>
          <p:nvPr/>
        </p:nvSpPr>
        <p:spPr>
          <a:xfrm>
            <a:off x="480000" y="5863213"/>
            <a:ext cx="3000000" cy="523200"/>
          </a:xfrm>
          <a:prstGeom prst="rect">
            <a:avLst/>
          </a:prstGeom>
          <a:noFill/>
          <a:ln>
            <a:noFill/>
          </a:ln>
        </p:spPr>
        <p:txBody>
          <a:bodyPr anchorCtr="0" anchor="t" bIns="91425" lIns="91425" spcFirstLastPara="1" rIns="91425" wrap="square" tIns="91425">
            <a:spAutoFit/>
          </a:bodyPr>
          <a:lstStyle/>
          <a:p>
            <a:pPr indent="0" lvl="0" marL="0" rtl="0" algn="r">
              <a:spcBef>
                <a:spcPts val="0"/>
              </a:spcBef>
              <a:spcAft>
                <a:spcPts val="0"/>
              </a:spcAft>
              <a:buNone/>
            </a:pPr>
            <a:r>
              <a:rPr b="1" lang="es-419" sz="1000">
                <a:solidFill>
                  <a:schemeClr val="dk1"/>
                </a:solidFill>
                <a:latin typeface="Arvo"/>
                <a:ea typeface="Arvo"/>
                <a:cs typeface="Arvo"/>
                <a:sym typeface="Arvo"/>
              </a:rPr>
              <a:t>Comentarios y problemas</a:t>
            </a:r>
            <a:endParaRPr b="1" sz="1000">
              <a:solidFill>
                <a:schemeClr val="dk1"/>
              </a:solidFill>
              <a:latin typeface="Roboto"/>
              <a:ea typeface="Roboto"/>
              <a:cs typeface="Roboto"/>
              <a:sym typeface="Roboto"/>
            </a:endParaRPr>
          </a:p>
          <a:p>
            <a:pPr indent="0" lvl="0" marL="0" rtl="0" algn="r">
              <a:spcBef>
                <a:spcPts val="0"/>
              </a:spcBef>
              <a:spcAft>
                <a:spcPts val="0"/>
              </a:spcAft>
              <a:buNone/>
            </a:pPr>
            <a:r>
              <a:rPr i="1" lang="es-419" sz="600">
                <a:solidFill>
                  <a:schemeClr val="dk1"/>
                </a:solidFill>
                <a:latin typeface="Arvo"/>
                <a:ea typeface="Arvo"/>
                <a:cs typeface="Arvo"/>
                <a:sym typeface="Arvo"/>
              </a:rPr>
              <a:t>&lt;[</a:t>
            </a:r>
            <a:r>
              <a:rPr i="1" lang="es-419" sz="600">
                <a:solidFill>
                  <a:srgbClr val="202124"/>
                </a:solidFill>
                <a:latin typeface="Arvo"/>
                <a:ea typeface="Arvo"/>
                <a:cs typeface="Arvo"/>
                <a:sym typeface="Arvo"/>
              </a:rPr>
              <a:t>Los problemas que interfieren con el éxito y cualquier otra información relevante van aquí.</a:t>
            </a:r>
            <a:r>
              <a:rPr lang="es-419" sz="600">
                <a:solidFill>
                  <a:schemeClr val="dk1"/>
                </a:solidFill>
                <a:latin typeface="Arvo"/>
                <a:ea typeface="Arvo"/>
                <a:cs typeface="Arvo"/>
                <a:sym typeface="Arvo"/>
              </a:rPr>
              <a:t>.]&gt;</a:t>
            </a:r>
            <a:endParaRPr>
              <a:solidFill>
                <a:schemeClr val="dk1"/>
              </a:solidFill>
            </a:endParaRPr>
          </a:p>
        </p:txBody>
      </p:sp>
      <p:sp>
        <p:nvSpPr>
          <p:cNvPr id="11108" name="Google Shape;11108;p184"/>
          <p:cNvSpPr/>
          <p:nvPr/>
        </p:nvSpPr>
        <p:spPr>
          <a:xfrm>
            <a:off x="3477925" y="1797374"/>
            <a:ext cx="6172500" cy="554100"/>
          </a:xfrm>
          <a:prstGeom prst="roundRect">
            <a:avLst>
              <a:gd fmla="val 6541"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9" name="Google Shape;11109;p184"/>
          <p:cNvSpPr/>
          <p:nvPr/>
        </p:nvSpPr>
        <p:spPr>
          <a:xfrm>
            <a:off x="3477925" y="2478950"/>
            <a:ext cx="6172500" cy="461700"/>
          </a:xfrm>
          <a:prstGeom prst="roundRect">
            <a:avLst>
              <a:gd fmla="val 6541"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0" name="Google Shape;11110;p184"/>
          <p:cNvSpPr/>
          <p:nvPr/>
        </p:nvSpPr>
        <p:spPr>
          <a:xfrm>
            <a:off x="3477925" y="3075952"/>
            <a:ext cx="6172500" cy="554100"/>
          </a:xfrm>
          <a:prstGeom prst="roundRect">
            <a:avLst>
              <a:gd fmla="val 6541"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1" name="Google Shape;11111;p184"/>
          <p:cNvSpPr/>
          <p:nvPr/>
        </p:nvSpPr>
        <p:spPr>
          <a:xfrm>
            <a:off x="3477925" y="3780000"/>
            <a:ext cx="6172500" cy="554100"/>
          </a:xfrm>
          <a:prstGeom prst="roundRect">
            <a:avLst>
              <a:gd fmla="val 6541"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2" name="Google Shape;11112;p184"/>
          <p:cNvSpPr/>
          <p:nvPr/>
        </p:nvSpPr>
        <p:spPr>
          <a:xfrm>
            <a:off x="3477925" y="4486807"/>
            <a:ext cx="6172500" cy="554100"/>
          </a:xfrm>
          <a:prstGeom prst="roundRect">
            <a:avLst>
              <a:gd fmla="val 6541"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3" name="Google Shape;11113;p184"/>
          <p:cNvSpPr/>
          <p:nvPr/>
        </p:nvSpPr>
        <p:spPr>
          <a:xfrm>
            <a:off x="3477925" y="5197800"/>
            <a:ext cx="6172500" cy="554100"/>
          </a:xfrm>
          <a:prstGeom prst="roundRect">
            <a:avLst>
              <a:gd fmla="val 6541"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4" name="Google Shape;11114;p184"/>
          <p:cNvSpPr/>
          <p:nvPr/>
        </p:nvSpPr>
        <p:spPr>
          <a:xfrm>
            <a:off x="3477925" y="5913600"/>
            <a:ext cx="6172500" cy="554100"/>
          </a:xfrm>
          <a:prstGeom prst="roundRect">
            <a:avLst>
              <a:gd fmla="val 6541"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5" name="Google Shape;11115;p184"/>
          <p:cNvSpPr txBox="1"/>
          <p:nvPr>
            <p:ph idx="1" type="subTitle"/>
          </p:nvPr>
        </p:nvSpPr>
        <p:spPr>
          <a:xfrm>
            <a:off x="3470925" y="1085668"/>
            <a:ext cx="6172500" cy="570900"/>
          </a:xfrm>
          <a:prstGeom prst="rect">
            <a:avLst/>
          </a:prstGeom>
          <a:noFill/>
          <a:ln>
            <a:noFill/>
          </a:ln>
        </p:spPr>
        <p:txBody>
          <a:bodyPr anchorCtr="0" anchor="ctr" bIns="36000" lIns="36000" spcFirstLastPara="1" rIns="36000" wrap="square" tIns="36000">
            <a:noAutofit/>
          </a:bodyPr>
          <a:lstStyle>
            <a:lvl1pPr lvl="0">
              <a:lnSpc>
                <a:spcPct val="90000"/>
              </a:lnSpc>
              <a:spcBef>
                <a:spcPts val="0"/>
              </a:spcBef>
              <a:spcAft>
                <a:spcPts val="0"/>
              </a:spcAft>
              <a:buClr>
                <a:srgbClr val="000000"/>
              </a:buClr>
              <a:buSzPts val="1000"/>
              <a:buFont typeface="Arvo"/>
              <a:buNone/>
              <a:defRPr sz="10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1000"/>
              <a:buNone/>
              <a:defRPr sz="1000">
                <a:solidFill>
                  <a:srgbClr val="000000"/>
                </a:solidFill>
              </a:defRPr>
            </a:lvl2pPr>
            <a:lvl3pPr lvl="2">
              <a:lnSpc>
                <a:spcPct val="90000"/>
              </a:lnSpc>
              <a:spcBef>
                <a:spcPts val="0"/>
              </a:spcBef>
              <a:spcAft>
                <a:spcPts val="0"/>
              </a:spcAft>
              <a:buClr>
                <a:srgbClr val="000000"/>
              </a:buClr>
              <a:buSzPts val="1000"/>
              <a:buNone/>
              <a:defRPr sz="1000">
                <a:solidFill>
                  <a:srgbClr val="000000"/>
                </a:solidFill>
              </a:defRPr>
            </a:lvl3pPr>
            <a:lvl4pPr lvl="3">
              <a:lnSpc>
                <a:spcPct val="90000"/>
              </a:lnSpc>
              <a:spcBef>
                <a:spcPts val="0"/>
              </a:spcBef>
              <a:spcAft>
                <a:spcPts val="0"/>
              </a:spcAft>
              <a:buClr>
                <a:srgbClr val="000000"/>
              </a:buClr>
              <a:buSzPts val="1000"/>
              <a:buNone/>
              <a:defRPr sz="1000">
                <a:solidFill>
                  <a:srgbClr val="000000"/>
                </a:solidFill>
              </a:defRPr>
            </a:lvl4pPr>
            <a:lvl5pPr lvl="4">
              <a:lnSpc>
                <a:spcPct val="90000"/>
              </a:lnSpc>
              <a:spcBef>
                <a:spcPts val="0"/>
              </a:spcBef>
              <a:spcAft>
                <a:spcPts val="0"/>
              </a:spcAft>
              <a:buClr>
                <a:srgbClr val="000000"/>
              </a:buClr>
              <a:buSzPts val="1000"/>
              <a:buNone/>
              <a:defRPr sz="1000">
                <a:solidFill>
                  <a:srgbClr val="000000"/>
                </a:solidFill>
              </a:defRPr>
            </a:lvl5pPr>
            <a:lvl6pPr lvl="5">
              <a:lnSpc>
                <a:spcPct val="90000"/>
              </a:lnSpc>
              <a:spcBef>
                <a:spcPts val="0"/>
              </a:spcBef>
              <a:spcAft>
                <a:spcPts val="0"/>
              </a:spcAft>
              <a:buClr>
                <a:srgbClr val="000000"/>
              </a:buClr>
              <a:buSzPts val="1000"/>
              <a:buNone/>
              <a:defRPr sz="1000">
                <a:solidFill>
                  <a:srgbClr val="000000"/>
                </a:solidFill>
              </a:defRPr>
            </a:lvl6pPr>
            <a:lvl7pPr lvl="6">
              <a:lnSpc>
                <a:spcPct val="90000"/>
              </a:lnSpc>
              <a:spcBef>
                <a:spcPts val="0"/>
              </a:spcBef>
              <a:spcAft>
                <a:spcPts val="0"/>
              </a:spcAft>
              <a:buClr>
                <a:srgbClr val="000000"/>
              </a:buClr>
              <a:buSzPts val="1000"/>
              <a:buNone/>
              <a:defRPr sz="1000">
                <a:solidFill>
                  <a:srgbClr val="000000"/>
                </a:solidFill>
              </a:defRPr>
            </a:lvl7pPr>
            <a:lvl8pPr lvl="7">
              <a:lnSpc>
                <a:spcPct val="90000"/>
              </a:lnSpc>
              <a:spcBef>
                <a:spcPts val="0"/>
              </a:spcBef>
              <a:spcAft>
                <a:spcPts val="0"/>
              </a:spcAft>
              <a:buClr>
                <a:srgbClr val="000000"/>
              </a:buClr>
              <a:buSzPts val="1000"/>
              <a:buNone/>
              <a:defRPr sz="1000">
                <a:solidFill>
                  <a:srgbClr val="000000"/>
                </a:solidFill>
              </a:defRPr>
            </a:lvl8pPr>
            <a:lvl9pPr lvl="8">
              <a:lnSpc>
                <a:spcPct val="90000"/>
              </a:lnSpc>
              <a:spcBef>
                <a:spcPts val="0"/>
              </a:spcBef>
              <a:spcAft>
                <a:spcPts val="0"/>
              </a:spcAft>
              <a:buClr>
                <a:srgbClr val="000000"/>
              </a:buClr>
              <a:buSzPts val="1000"/>
              <a:buNone/>
              <a:defRPr sz="1000">
                <a:solidFill>
                  <a:srgbClr val="000000"/>
                </a:solidFill>
              </a:defRPr>
            </a:lvl9pPr>
          </a:lstStyle>
          <a:p/>
        </p:txBody>
      </p:sp>
      <p:sp>
        <p:nvSpPr>
          <p:cNvPr id="11116" name="Google Shape;11116;p184"/>
          <p:cNvSpPr txBox="1"/>
          <p:nvPr>
            <p:ph idx="2" type="subTitle"/>
          </p:nvPr>
        </p:nvSpPr>
        <p:spPr>
          <a:xfrm>
            <a:off x="3470925" y="1790790"/>
            <a:ext cx="6172500" cy="570900"/>
          </a:xfrm>
          <a:prstGeom prst="rect">
            <a:avLst/>
          </a:prstGeom>
          <a:noFill/>
          <a:ln>
            <a:noFill/>
          </a:ln>
        </p:spPr>
        <p:txBody>
          <a:bodyPr anchorCtr="0" anchor="ctr" bIns="36000" lIns="36000" spcFirstLastPara="1" rIns="36000" wrap="square" tIns="36000">
            <a:noAutofit/>
          </a:bodyPr>
          <a:lstStyle>
            <a:lvl1pPr lvl="0">
              <a:lnSpc>
                <a:spcPct val="90000"/>
              </a:lnSpc>
              <a:spcBef>
                <a:spcPts val="0"/>
              </a:spcBef>
              <a:spcAft>
                <a:spcPts val="0"/>
              </a:spcAft>
              <a:buClr>
                <a:srgbClr val="000000"/>
              </a:buClr>
              <a:buSzPts val="1000"/>
              <a:buFont typeface="Arvo"/>
              <a:buNone/>
              <a:defRPr sz="10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1000"/>
              <a:buNone/>
              <a:defRPr sz="1000">
                <a:solidFill>
                  <a:srgbClr val="000000"/>
                </a:solidFill>
              </a:defRPr>
            </a:lvl2pPr>
            <a:lvl3pPr lvl="2">
              <a:lnSpc>
                <a:spcPct val="90000"/>
              </a:lnSpc>
              <a:spcBef>
                <a:spcPts val="0"/>
              </a:spcBef>
              <a:spcAft>
                <a:spcPts val="0"/>
              </a:spcAft>
              <a:buClr>
                <a:srgbClr val="000000"/>
              </a:buClr>
              <a:buSzPts val="1000"/>
              <a:buNone/>
              <a:defRPr sz="1000">
                <a:solidFill>
                  <a:srgbClr val="000000"/>
                </a:solidFill>
              </a:defRPr>
            </a:lvl3pPr>
            <a:lvl4pPr lvl="3">
              <a:lnSpc>
                <a:spcPct val="90000"/>
              </a:lnSpc>
              <a:spcBef>
                <a:spcPts val="0"/>
              </a:spcBef>
              <a:spcAft>
                <a:spcPts val="0"/>
              </a:spcAft>
              <a:buClr>
                <a:srgbClr val="000000"/>
              </a:buClr>
              <a:buSzPts val="1000"/>
              <a:buNone/>
              <a:defRPr sz="1000">
                <a:solidFill>
                  <a:srgbClr val="000000"/>
                </a:solidFill>
              </a:defRPr>
            </a:lvl4pPr>
            <a:lvl5pPr lvl="4">
              <a:lnSpc>
                <a:spcPct val="90000"/>
              </a:lnSpc>
              <a:spcBef>
                <a:spcPts val="0"/>
              </a:spcBef>
              <a:spcAft>
                <a:spcPts val="0"/>
              </a:spcAft>
              <a:buClr>
                <a:srgbClr val="000000"/>
              </a:buClr>
              <a:buSzPts val="1000"/>
              <a:buNone/>
              <a:defRPr sz="1000">
                <a:solidFill>
                  <a:srgbClr val="000000"/>
                </a:solidFill>
              </a:defRPr>
            </a:lvl5pPr>
            <a:lvl6pPr lvl="5">
              <a:lnSpc>
                <a:spcPct val="90000"/>
              </a:lnSpc>
              <a:spcBef>
                <a:spcPts val="0"/>
              </a:spcBef>
              <a:spcAft>
                <a:spcPts val="0"/>
              </a:spcAft>
              <a:buClr>
                <a:srgbClr val="000000"/>
              </a:buClr>
              <a:buSzPts val="1000"/>
              <a:buNone/>
              <a:defRPr sz="1000">
                <a:solidFill>
                  <a:srgbClr val="000000"/>
                </a:solidFill>
              </a:defRPr>
            </a:lvl6pPr>
            <a:lvl7pPr lvl="6">
              <a:lnSpc>
                <a:spcPct val="90000"/>
              </a:lnSpc>
              <a:spcBef>
                <a:spcPts val="0"/>
              </a:spcBef>
              <a:spcAft>
                <a:spcPts val="0"/>
              </a:spcAft>
              <a:buClr>
                <a:srgbClr val="000000"/>
              </a:buClr>
              <a:buSzPts val="1000"/>
              <a:buNone/>
              <a:defRPr sz="1000">
                <a:solidFill>
                  <a:srgbClr val="000000"/>
                </a:solidFill>
              </a:defRPr>
            </a:lvl7pPr>
            <a:lvl8pPr lvl="7">
              <a:lnSpc>
                <a:spcPct val="90000"/>
              </a:lnSpc>
              <a:spcBef>
                <a:spcPts val="0"/>
              </a:spcBef>
              <a:spcAft>
                <a:spcPts val="0"/>
              </a:spcAft>
              <a:buClr>
                <a:srgbClr val="000000"/>
              </a:buClr>
              <a:buSzPts val="1000"/>
              <a:buNone/>
              <a:defRPr sz="1000">
                <a:solidFill>
                  <a:srgbClr val="000000"/>
                </a:solidFill>
              </a:defRPr>
            </a:lvl8pPr>
            <a:lvl9pPr lvl="8">
              <a:lnSpc>
                <a:spcPct val="90000"/>
              </a:lnSpc>
              <a:spcBef>
                <a:spcPts val="0"/>
              </a:spcBef>
              <a:spcAft>
                <a:spcPts val="0"/>
              </a:spcAft>
              <a:buClr>
                <a:srgbClr val="000000"/>
              </a:buClr>
              <a:buSzPts val="1000"/>
              <a:buNone/>
              <a:defRPr sz="1000">
                <a:solidFill>
                  <a:srgbClr val="000000"/>
                </a:solidFill>
              </a:defRPr>
            </a:lvl9pPr>
          </a:lstStyle>
          <a:p/>
        </p:txBody>
      </p:sp>
      <p:sp>
        <p:nvSpPr>
          <p:cNvPr id="11117" name="Google Shape;11117;p184"/>
          <p:cNvSpPr txBox="1"/>
          <p:nvPr>
            <p:ph idx="3" type="subTitle"/>
          </p:nvPr>
        </p:nvSpPr>
        <p:spPr>
          <a:xfrm>
            <a:off x="3470925" y="2476595"/>
            <a:ext cx="6172500" cy="461700"/>
          </a:xfrm>
          <a:prstGeom prst="rect">
            <a:avLst/>
          </a:prstGeom>
          <a:noFill/>
          <a:ln>
            <a:noFill/>
          </a:ln>
        </p:spPr>
        <p:txBody>
          <a:bodyPr anchorCtr="0" anchor="ctr" bIns="36000" lIns="36000" spcFirstLastPara="1" rIns="36000" wrap="square" tIns="36000">
            <a:noAutofit/>
          </a:bodyPr>
          <a:lstStyle>
            <a:lvl1pPr lvl="0">
              <a:lnSpc>
                <a:spcPct val="90000"/>
              </a:lnSpc>
              <a:spcBef>
                <a:spcPts val="0"/>
              </a:spcBef>
              <a:spcAft>
                <a:spcPts val="0"/>
              </a:spcAft>
              <a:buClr>
                <a:srgbClr val="000000"/>
              </a:buClr>
              <a:buSzPts val="1000"/>
              <a:buFont typeface="Arvo"/>
              <a:buNone/>
              <a:defRPr sz="10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1000"/>
              <a:buNone/>
              <a:defRPr sz="1000">
                <a:solidFill>
                  <a:srgbClr val="000000"/>
                </a:solidFill>
              </a:defRPr>
            </a:lvl2pPr>
            <a:lvl3pPr lvl="2">
              <a:lnSpc>
                <a:spcPct val="90000"/>
              </a:lnSpc>
              <a:spcBef>
                <a:spcPts val="0"/>
              </a:spcBef>
              <a:spcAft>
                <a:spcPts val="0"/>
              </a:spcAft>
              <a:buClr>
                <a:srgbClr val="000000"/>
              </a:buClr>
              <a:buSzPts val="1000"/>
              <a:buNone/>
              <a:defRPr sz="1000">
                <a:solidFill>
                  <a:srgbClr val="000000"/>
                </a:solidFill>
              </a:defRPr>
            </a:lvl3pPr>
            <a:lvl4pPr lvl="3">
              <a:lnSpc>
                <a:spcPct val="90000"/>
              </a:lnSpc>
              <a:spcBef>
                <a:spcPts val="0"/>
              </a:spcBef>
              <a:spcAft>
                <a:spcPts val="0"/>
              </a:spcAft>
              <a:buClr>
                <a:srgbClr val="000000"/>
              </a:buClr>
              <a:buSzPts val="1000"/>
              <a:buNone/>
              <a:defRPr sz="1000">
                <a:solidFill>
                  <a:srgbClr val="000000"/>
                </a:solidFill>
              </a:defRPr>
            </a:lvl4pPr>
            <a:lvl5pPr lvl="4">
              <a:lnSpc>
                <a:spcPct val="90000"/>
              </a:lnSpc>
              <a:spcBef>
                <a:spcPts val="0"/>
              </a:spcBef>
              <a:spcAft>
                <a:spcPts val="0"/>
              </a:spcAft>
              <a:buClr>
                <a:srgbClr val="000000"/>
              </a:buClr>
              <a:buSzPts val="1000"/>
              <a:buNone/>
              <a:defRPr sz="1000">
                <a:solidFill>
                  <a:srgbClr val="000000"/>
                </a:solidFill>
              </a:defRPr>
            </a:lvl5pPr>
            <a:lvl6pPr lvl="5">
              <a:lnSpc>
                <a:spcPct val="90000"/>
              </a:lnSpc>
              <a:spcBef>
                <a:spcPts val="0"/>
              </a:spcBef>
              <a:spcAft>
                <a:spcPts val="0"/>
              </a:spcAft>
              <a:buClr>
                <a:srgbClr val="000000"/>
              </a:buClr>
              <a:buSzPts val="1000"/>
              <a:buNone/>
              <a:defRPr sz="1000">
                <a:solidFill>
                  <a:srgbClr val="000000"/>
                </a:solidFill>
              </a:defRPr>
            </a:lvl6pPr>
            <a:lvl7pPr lvl="6">
              <a:lnSpc>
                <a:spcPct val="90000"/>
              </a:lnSpc>
              <a:spcBef>
                <a:spcPts val="0"/>
              </a:spcBef>
              <a:spcAft>
                <a:spcPts val="0"/>
              </a:spcAft>
              <a:buClr>
                <a:srgbClr val="000000"/>
              </a:buClr>
              <a:buSzPts val="1000"/>
              <a:buNone/>
              <a:defRPr sz="1000">
                <a:solidFill>
                  <a:srgbClr val="000000"/>
                </a:solidFill>
              </a:defRPr>
            </a:lvl7pPr>
            <a:lvl8pPr lvl="7">
              <a:lnSpc>
                <a:spcPct val="90000"/>
              </a:lnSpc>
              <a:spcBef>
                <a:spcPts val="0"/>
              </a:spcBef>
              <a:spcAft>
                <a:spcPts val="0"/>
              </a:spcAft>
              <a:buClr>
                <a:srgbClr val="000000"/>
              </a:buClr>
              <a:buSzPts val="1000"/>
              <a:buNone/>
              <a:defRPr sz="1000">
                <a:solidFill>
                  <a:srgbClr val="000000"/>
                </a:solidFill>
              </a:defRPr>
            </a:lvl8pPr>
            <a:lvl9pPr lvl="8">
              <a:lnSpc>
                <a:spcPct val="90000"/>
              </a:lnSpc>
              <a:spcBef>
                <a:spcPts val="0"/>
              </a:spcBef>
              <a:spcAft>
                <a:spcPts val="0"/>
              </a:spcAft>
              <a:buClr>
                <a:srgbClr val="000000"/>
              </a:buClr>
              <a:buSzPts val="1000"/>
              <a:buNone/>
              <a:defRPr sz="1000">
                <a:solidFill>
                  <a:srgbClr val="000000"/>
                </a:solidFill>
              </a:defRPr>
            </a:lvl9pPr>
          </a:lstStyle>
          <a:p/>
        </p:txBody>
      </p:sp>
      <p:sp>
        <p:nvSpPr>
          <p:cNvPr id="11118" name="Google Shape;11118;p184"/>
          <p:cNvSpPr txBox="1"/>
          <p:nvPr>
            <p:ph idx="4" type="subTitle"/>
          </p:nvPr>
        </p:nvSpPr>
        <p:spPr>
          <a:xfrm>
            <a:off x="3470925" y="3073604"/>
            <a:ext cx="6172500" cy="570900"/>
          </a:xfrm>
          <a:prstGeom prst="rect">
            <a:avLst/>
          </a:prstGeom>
          <a:noFill/>
          <a:ln>
            <a:noFill/>
          </a:ln>
        </p:spPr>
        <p:txBody>
          <a:bodyPr anchorCtr="0" anchor="ctr" bIns="36000" lIns="36000" spcFirstLastPara="1" rIns="36000" wrap="square" tIns="36000">
            <a:noAutofit/>
          </a:bodyPr>
          <a:lstStyle>
            <a:lvl1pPr lvl="0">
              <a:lnSpc>
                <a:spcPct val="90000"/>
              </a:lnSpc>
              <a:spcBef>
                <a:spcPts val="0"/>
              </a:spcBef>
              <a:spcAft>
                <a:spcPts val="0"/>
              </a:spcAft>
              <a:buClr>
                <a:srgbClr val="000000"/>
              </a:buClr>
              <a:buSzPts val="1000"/>
              <a:buFont typeface="Arvo"/>
              <a:buNone/>
              <a:defRPr sz="10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1000"/>
              <a:buNone/>
              <a:defRPr sz="1000">
                <a:solidFill>
                  <a:srgbClr val="000000"/>
                </a:solidFill>
              </a:defRPr>
            </a:lvl2pPr>
            <a:lvl3pPr lvl="2">
              <a:lnSpc>
                <a:spcPct val="90000"/>
              </a:lnSpc>
              <a:spcBef>
                <a:spcPts val="0"/>
              </a:spcBef>
              <a:spcAft>
                <a:spcPts val="0"/>
              </a:spcAft>
              <a:buClr>
                <a:srgbClr val="000000"/>
              </a:buClr>
              <a:buSzPts val="1000"/>
              <a:buNone/>
              <a:defRPr sz="1000">
                <a:solidFill>
                  <a:srgbClr val="000000"/>
                </a:solidFill>
              </a:defRPr>
            </a:lvl3pPr>
            <a:lvl4pPr lvl="3">
              <a:lnSpc>
                <a:spcPct val="90000"/>
              </a:lnSpc>
              <a:spcBef>
                <a:spcPts val="0"/>
              </a:spcBef>
              <a:spcAft>
                <a:spcPts val="0"/>
              </a:spcAft>
              <a:buClr>
                <a:srgbClr val="000000"/>
              </a:buClr>
              <a:buSzPts val="1000"/>
              <a:buNone/>
              <a:defRPr sz="1000">
                <a:solidFill>
                  <a:srgbClr val="000000"/>
                </a:solidFill>
              </a:defRPr>
            </a:lvl4pPr>
            <a:lvl5pPr lvl="4">
              <a:lnSpc>
                <a:spcPct val="90000"/>
              </a:lnSpc>
              <a:spcBef>
                <a:spcPts val="0"/>
              </a:spcBef>
              <a:spcAft>
                <a:spcPts val="0"/>
              </a:spcAft>
              <a:buClr>
                <a:srgbClr val="000000"/>
              </a:buClr>
              <a:buSzPts val="1000"/>
              <a:buNone/>
              <a:defRPr sz="1000">
                <a:solidFill>
                  <a:srgbClr val="000000"/>
                </a:solidFill>
              </a:defRPr>
            </a:lvl5pPr>
            <a:lvl6pPr lvl="5">
              <a:lnSpc>
                <a:spcPct val="90000"/>
              </a:lnSpc>
              <a:spcBef>
                <a:spcPts val="0"/>
              </a:spcBef>
              <a:spcAft>
                <a:spcPts val="0"/>
              </a:spcAft>
              <a:buClr>
                <a:srgbClr val="000000"/>
              </a:buClr>
              <a:buSzPts val="1000"/>
              <a:buNone/>
              <a:defRPr sz="1000">
                <a:solidFill>
                  <a:srgbClr val="000000"/>
                </a:solidFill>
              </a:defRPr>
            </a:lvl6pPr>
            <a:lvl7pPr lvl="6">
              <a:lnSpc>
                <a:spcPct val="90000"/>
              </a:lnSpc>
              <a:spcBef>
                <a:spcPts val="0"/>
              </a:spcBef>
              <a:spcAft>
                <a:spcPts val="0"/>
              </a:spcAft>
              <a:buClr>
                <a:srgbClr val="000000"/>
              </a:buClr>
              <a:buSzPts val="1000"/>
              <a:buNone/>
              <a:defRPr sz="1000">
                <a:solidFill>
                  <a:srgbClr val="000000"/>
                </a:solidFill>
              </a:defRPr>
            </a:lvl7pPr>
            <a:lvl8pPr lvl="7">
              <a:lnSpc>
                <a:spcPct val="90000"/>
              </a:lnSpc>
              <a:spcBef>
                <a:spcPts val="0"/>
              </a:spcBef>
              <a:spcAft>
                <a:spcPts val="0"/>
              </a:spcAft>
              <a:buClr>
                <a:srgbClr val="000000"/>
              </a:buClr>
              <a:buSzPts val="1000"/>
              <a:buNone/>
              <a:defRPr sz="1000">
                <a:solidFill>
                  <a:srgbClr val="000000"/>
                </a:solidFill>
              </a:defRPr>
            </a:lvl8pPr>
            <a:lvl9pPr lvl="8">
              <a:lnSpc>
                <a:spcPct val="90000"/>
              </a:lnSpc>
              <a:spcBef>
                <a:spcPts val="0"/>
              </a:spcBef>
              <a:spcAft>
                <a:spcPts val="0"/>
              </a:spcAft>
              <a:buClr>
                <a:srgbClr val="000000"/>
              </a:buClr>
              <a:buSzPts val="1000"/>
              <a:buNone/>
              <a:defRPr sz="1000">
                <a:solidFill>
                  <a:srgbClr val="000000"/>
                </a:solidFill>
              </a:defRPr>
            </a:lvl9pPr>
          </a:lstStyle>
          <a:p/>
        </p:txBody>
      </p:sp>
      <p:sp>
        <p:nvSpPr>
          <p:cNvPr id="11119" name="Google Shape;11119;p184"/>
          <p:cNvSpPr txBox="1"/>
          <p:nvPr>
            <p:ph idx="5" type="subTitle"/>
          </p:nvPr>
        </p:nvSpPr>
        <p:spPr>
          <a:xfrm>
            <a:off x="3470925" y="3772001"/>
            <a:ext cx="6172500" cy="570900"/>
          </a:xfrm>
          <a:prstGeom prst="rect">
            <a:avLst/>
          </a:prstGeom>
          <a:noFill/>
          <a:ln>
            <a:noFill/>
          </a:ln>
        </p:spPr>
        <p:txBody>
          <a:bodyPr anchorCtr="0" anchor="ctr" bIns="36000" lIns="36000" spcFirstLastPara="1" rIns="36000" wrap="square" tIns="36000">
            <a:noAutofit/>
          </a:bodyPr>
          <a:lstStyle>
            <a:lvl1pPr lvl="0">
              <a:lnSpc>
                <a:spcPct val="90000"/>
              </a:lnSpc>
              <a:spcBef>
                <a:spcPts val="0"/>
              </a:spcBef>
              <a:spcAft>
                <a:spcPts val="0"/>
              </a:spcAft>
              <a:buClr>
                <a:srgbClr val="000000"/>
              </a:buClr>
              <a:buSzPts val="1000"/>
              <a:buFont typeface="Arvo"/>
              <a:buNone/>
              <a:defRPr sz="10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1000"/>
              <a:buNone/>
              <a:defRPr sz="1000">
                <a:solidFill>
                  <a:srgbClr val="000000"/>
                </a:solidFill>
              </a:defRPr>
            </a:lvl2pPr>
            <a:lvl3pPr lvl="2">
              <a:lnSpc>
                <a:spcPct val="90000"/>
              </a:lnSpc>
              <a:spcBef>
                <a:spcPts val="0"/>
              </a:spcBef>
              <a:spcAft>
                <a:spcPts val="0"/>
              </a:spcAft>
              <a:buClr>
                <a:srgbClr val="000000"/>
              </a:buClr>
              <a:buSzPts val="1000"/>
              <a:buNone/>
              <a:defRPr sz="1000">
                <a:solidFill>
                  <a:srgbClr val="000000"/>
                </a:solidFill>
              </a:defRPr>
            </a:lvl3pPr>
            <a:lvl4pPr lvl="3">
              <a:lnSpc>
                <a:spcPct val="90000"/>
              </a:lnSpc>
              <a:spcBef>
                <a:spcPts val="0"/>
              </a:spcBef>
              <a:spcAft>
                <a:spcPts val="0"/>
              </a:spcAft>
              <a:buClr>
                <a:srgbClr val="000000"/>
              </a:buClr>
              <a:buSzPts val="1000"/>
              <a:buNone/>
              <a:defRPr sz="1000">
                <a:solidFill>
                  <a:srgbClr val="000000"/>
                </a:solidFill>
              </a:defRPr>
            </a:lvl4pPr>
            <a:lvl5pPr lvl="4">
              <a:lnSpc>
                <a:spcPct val="90000"/>
              </a:lnSpc>
              <a:spcBef>
                <a:spcPts val="0"/>
              </a:spcBef>
              <a:spcAft>
                <a:spcPts val="0"/>
              </a:spcAft>
              <a:buClr>
                <a:srgbClr val="000000"/>
              </a:buClr>
              <a:buSzPts val="1000"/>
              <a:buNone/>
              <a:defRPr sz="1000">
                <a:solidFill>
                  <a:srgbClr val="000000"/>
                </a:solidFill>
              </a:defRPr>
            </a:lvl5pPr>
            <a:lvl6pPr lvl="5">
              <a:lnSpc>
                <a:spcPct val="90000"/>
              </a:lnSpc>
              <a:spcBef>
                <a:spcPts val="0"/>
              </a:spcBef>
              <a:spcAft>
                <a:spcPts val="0"/>
              </a:spcAft>
              <a:buClr>
                <a:srgbClr val="000000"/>
              </a:buClr>
              <a:buSzPts val="1000"/>
              <a:buNone/>
              <a:defRPr sz="1000">
                <a:solidFill>
                  <a:srgbClr val="000000"/>
                </a:solidFill>
              </a:defRPr>
            </a:lvl6pPr>
            <a:lvl7pPr lvl="6">
              <a:lnSpc>
                <a:spcPct val="90000"/>
              </a:lnSpc>
              <a:spcBef>
                <a:spcPts val="0"/>
              </a:spcBef>
              <a:spcAft>
                <a:spcPts val="0"/>
              </a:spcAft>
              <a:buClr>
                <a:srgbClr val="000000"/>
              </a:buClr>
              <a:buSzPts val="1000"/>
              <a:buNone/>
              <a:defRPr sz="1000">
                <a:solidFill>
                  <a:srgbClr val="000000"/>
                </a:solidFill>
              </a:defRPr>
            </a:lvl7pPr>
            <a:lvl8pPr lvl="7">
              <a:lnSpc>
                <a:spcPct val="90000"/>
              </a:lnSpc>
              <a:spcBef>
                <a:spcPts val="0"/>
              </a:spcBef>
              <a:spcAft>
                <a:spcPts val="0"/>
              </a:spcAft>
              <a:buClr>
                <a:srgbClr val="000000"/>
              </a:buClr>
              <a:buSzPts val="1000"/>
              <a:buNone/>
              <a:defRPr sz="1000">
                <a:solidFill>
                  <a:srgbClr val="000000"/>
                </a:solidFill>
              </a:defRPr>
            </a:lvl8pPr>
            <a:lvl9pPr lvl="8">
              <a:lnSpc>
                <a:spcPct val="90000"/>
              </a:lnSpc>
              <a:spcBef>
                <a:spcPts val="0"/>
              </a:spcBef>
              <a:spcAft>
                <a:spcPts val="0"/>
              </a:spcAft>
              <a:buClr>
                <a:srgbClr val="000000"/>
              </a:buClr>
              <a:buSzPts val="1000"/>
              <a:buNone/>
              <a:defRPr sz="1000">
                <a:solidFill>
                  <a:srgbClr val="000000"/>
                </a:solidFill>
              </a:defRPr>
            </a:lvl9pPr>
          </a:lstStyle>
          <a:p/>
        </p:txBody>
      </p:sp>
      <p:sp>
        <p:nvSpPr>
          <p:cNvPr id="11120" name="Google Shape;11120;p184"/>
          <p:cNvSpPr txBox="1"/>
          <p:nvPr>
            <p:ph idx="6" type="subTitle"/>
          </p:nvPr>
        </p:nvSpPr>
        <p:spPr>
          <a:xfrm>
            <a:off x="3470925" y="4470397"/>
            <a:ext cx="6172500" cy="570900"/>
          </a:xfrm>
          <a:prstGeom prst="rect">
            <a:avLst/>
          </a:prstGeom>
          <a:noFill/>
          <a:ln>
            <a:noFill/>
          </a:ln>
        </p:spPr>
        <p:txBody>
          <a:bodyPr anchorCtr="0" anchor="ctr" bIns="36000" lIns="36000" spcFirstLastPara="1" rIns="36000" wrap="square" tIns="36000">
            <a:noAutofit/>
          </a:bodyPr>
          <a:lstStyle>
            <a:lvl1pPr lvl="0">
              <a:lnSpc>
                <a:spcPct val="90000"/>
              </a:lnSpc>
              <a:spcBef>
                <a:spcPts val="0"/>
              </a:spcBef>
              <a:spcAft>
                <a:spcPts val="0"/>
              </a:spcAft>
              <a:buClr>
                <a:srgbClr val="000000"/>
              </a:buClr>
              <a:buSzPts val="1000"/>
              <a:buFont typeface="Arvo"/>
              <a:buNone/>
              <a:defRPr sz="10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1000"/>
              <a:buNone/>
              <a:defRPr sz="1000">
                <a:solidFill>
                  <a:srgbClr val="000000"/>
                </a:solidFill>
              </a:defRPr>
            </a:lvl2pPr>
            <a:lvl3pPr lvl="2">
              <a:lnSpc>
                <a:spcPct val="90000"/>
              </a:lnSpc>
              <a:spcBef>
                <a:spcPts val="0"/>
              </a:spcBef>
              <a:spcAft>
                <a:spcPts val="0"/>
              </a:spcAft>
              <a:buClr>
                <a:srgbClr val="000000"/>
              </a:buClr>
              <a:buSzPts val="1000"/>
              <a:buNone/>
              <a:defRPr sz="1000">
                <a:solidFill>
                  <a:srgbClr val="000000"/>
                </a:solidFill>
              </a:defRPr>
            </a:lvl3pPr>
            <a:lvl4pPr lvl="3">
              <a:lnSpc>
                <a:spcPct val="90000"/>
              </a:lnSpc>
              <a:spcBef>
                <a:spcPts val="0"/>
              </a:spcBef>
              <a:spcAft>
                <a:spcPts val="0"/>
              </a:spcAft>
              <a:buClr>
                <a:srgbClr val="000000"/>
              </a:buClr>
              <a:buSzPts val="1000"/>
              <a:buNone/>
              <a:defRPr sz="1000">
                <a:solidFill>
                  <a:srgbClr val="000000"/>
                </a:solidFill>
              </a:defRPr>
            </a:lvl4pPr>
            <a:lvl5pPr lvl="4">
              <a:lnSpc>
                <a:spcPct val="90000"/>
              </a:lnSpc>
              <a:spcBef>
                <a:spcPts val="0"/>
              </a:spcBef>
              <a:spcAft>
                <a:spcPts val="0"/>
              </a:spcAft>
              <a:buClr>
                <a:srgbClr val="000000"/>
              </a:buClr>
              <a:buSzPts val="1000"/>
              <a:buNone/>
              <a:defRPr sz="1000">
                <a:solidFill>
                  <a:srgbClr val="000000"/>
                </a:solidFill>
              </a:defRPr>
            </a:lvl5pPr>
            <a:lvl6pPr lvl="5">
              <a:lnSpc>
                <a:spcPct val="90000"/>
              </a:lnSpc>
              <a:spcBef>
                <a:spcPts val="0"/>
              </a:spcBef>
              <a:spcAft>
                <a:spcPts val="0"/>
              </a:spcAft>
              <a:buClr>
                <a:srgbClr val="000000"/>
              </a:buClr>
              <a:buSzPts val="1000"/>
              <a:buNone/>
              <a:defRPr sz="1000">
                <a:solidFill>
                  <a:srgbClr val="000000"/>
                </a:solidFill>
              </a:defRPr>
            </a:lvl6pPr>
            <a:lvl7pPr lvl="6">
              <a:lnSpc>
                <a:spcPct val="90000"/>
              </a:lnSpc>
              <a:spcBef>
                <a:spcPts val="0"/>
              </a:spcBef>
              <a:spcAft>
                <a:spcPts val="0"/>
              </a:spcAft>
              <a:buClr>
                <a:srgbClr val="000000"/>
              </a:buClr>
              <a:buSzPts val="1000"/>
              <a:buNone/>
              <a:defRPr sz="1000">
                <a:solidFill>
                  <a:srgbClr val="000000"/>
                </a:solidFill>
              </a:defRPr>
            </a:lvl7pPr>
            <a:lvl8pPr lvl="7">
              <a:lnSpc>
                <a:spcPct val="90000"/>
              </a:lnSpc>
              <a:spcBef>
                <a:spcPts val="0"/>
              </a:spcBef>
              <a:spcAft>
                <a:spcPts val="0"/>
              </a:spcAft>
              <a:buClr>
                <a:srgbClr val="000000"/>
              </a:buClr>
              <a:buSzPts val="1000"/>
              <a:buNone/>
              <a:defRPr sz="1000">
                <a:solidFill>
                  <a:srgbClr val="000000"/>
                </a:solidFill>
              </a:defRPr>
            </a:lvl8pPr>
            <a:lvl9pPr lvl="8">
              <a:lnSpc>
                <a:spcPct val="90000"/>
              </a:lnSpc>
              <a:spcBef>
                <a:spcPts val="0"/>
              </a:spcBef>
              <a:spcAft>
                <a:spcPts val="0"/>
              </a:spcAft>
              <a:buClr>
                <a:srgbClr val="000000"/>
              </a:buClr>
              <a:buSzPts val="1000"/>
              <a:buNone/>
              <a:defRPr sz="1000">
                <a:solidFill>
                  <a:srgbClr val="000000"/>
                </a:solidFill>
              </a:defRPr>
            </a:lvl9pPr>
          </a:lstStyle>
          <a:p/>
        </p:txBody>
      </p:sp>
      <p:sp>
        <p:nvSpPr>
          <p:cNvPr id="11121" name="Google Shape;11121;p184"/>
          <p:cNvSpPr txBox="1"/>
          <p:nvPr>
            <p:ph idx="7" type="subTitle"/>
          </p:nvPr>
        </p:nvSpPr>
        <p:spPr>
          <a:xfrm>
            <a:off x="3470925" y="5194607"/>
            <a:ext cx="6172500" cy="570900"/>
          </a:xfrm>
          <a:prstGeom prst="rect">
            <a:avLst/>
          </a:prstGeom>
          <a:noFill/>
          <a:ln>
            <a:noFill/>
          </a:ln>
        </p:spPr>
        <p:txBody>
          <a:bodyPr anchorCtr="0" anchor="ctr" bIns="36000" lIns="36000" spcFirstLastPara="1" rIns="36000" wrap="square" tIns="36000">
            <a:noAutofit/>
          </a:bodyPr>
          <a:lstStyle>
            <a:lvl1pPr lvl="0">
              <a:lnSpc>
                <a:spcPct val="90000"/>
              </a:lnSpc>
              <a:spcBef>
                <a:spcPts val="0"/>
              </a:spcBef>
              <a:spcAft>
                <a:spcPts val="0"/>
              </a:spcAft>
              <a:buClr>
                <a:srgbClr val="000000"/>
              </a:buClr>
              <a:buSzPts val="1000"/>
              <a:buFont typeface="Arvo"/>
              <a:buNone/>
              <a:defRPr sz="10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1000"/>
              <a:buNone/>
              <a:defRPr sz="1000">
                <a:solidFill>
                  <a:srgbClr val="000000"/>
                </a:solidFill>
              </a:defRPr>
            </a:lvl2pPr>
            <a:lvl3pPr lvl="2">
              <a:lnSpc>
                <a:spcPct val="90000"/>
              </a:lnSpc>
              <a:spcBef>
                <a:spcPts val="0"/>
              </a:spcBef>
              <a:spcAft>
                <a:spcPts val="0"/>
              </a:spcAft>
              <a:buClr>
                <a:srgbClr val="000000"/>
              </a:buClr>
              <a:buSzPts val="1000"/>
              <a:buNone/>
              <a:defRPr sz="1000">
                <a:solidFill>
                  <a:srgbClr val="000000"/>
                </a:solidFill>
              </a:defRPr>
            </a:lvl3pPr>
            <a:lvl4pPr lvl="3">
              <a:lnSpc>
                <a:spcPct val="90000"/>
              </a:lnSpc>
              <a:spcBef>
                <a:spcPts val="0"/>
              </a:spcBef>
              <a:spcAft>
                <a:spcPts val="0"/>
              </a:spcAft>
              <a:buClr>
                <a:srgbClr val="000000"/>
              </a:buClr>
              <a:buSzPts val="1000"/>
              <a:buNone/>
              <a:defRPr sz="1000">
                <a:solidFill>
                  <a:srgbClr val="000000"/>
                </a:solidFill>
              </a:defRPr>
            </a:lvl4pPr>
            <a:lvl5pPr lvl="4">
              <a:lnSpc>
                <a:spcPct val="90000"/>
              </a:lnSpc>
              <a:spcBef>
                <a:spcPts val="0"/>
              </a:spcBef>
              <a:spcAft>
                <a:spcPts val="0"/>
              </a:spcAft>
              <a:buClr>
                <a:srgbClr val="000000"/>
              </a:buClr>
              <a:buSzPts val="1000"/>
              <a:buNone/>
              <a:defRPr sz="1000">
                <a:solidFill>
                  <a:srgbClr val="000000"/>
                </a:solidFill>
              </a:defRPr>
            </a:lvl5pPr>
            <a:lvl6pPr lvl="5">
              <a:lnSpc>
                <a:spcPct val="90000"/>
              </a:lnSpc>
              <a:spcBef>
                <a:spcPts val="0"/>
              </a:spcBef>
              <a:spcAft>
                <a:spcPts val="0"/>
              </a:spcAft>
              <a:buClr>
                <a:srgbClr val="000000"/>
              </a:buClr>
              <a:buSzPts val="1000"/>
              <a:buNone/>
              <a:defRPr sz="1000">
                <a:solidFill>
                  <a:srgbClr val="000000"/>
                </a:solidFill>
              </a:defRPr>
            </a:lvl6pPr>
            <a:lvl7pPr lvl="6">
              <a:lnSpc>
                <a:spcPct val="90000"/>
              </a:lnSpc>
              <a:spcBef>
                <a:spcPts val="0"/>
              </a:spcBef>
              <a:spcAft>
                <a:spcPts val="0"/>
              </a:spcAft>
              <a:buClr>
                <a:srgbClr val="000000"/>
              </a:buClr>
              <a:buSzPts val="1000"/>
              <a:buNone/>
              <a:defRPr sz="1000">
                <a:solidFill>
                  <a:srgbClr val="000000"/>
                </a:solidFill>
              </a:defRPr>
            </a:lvl7pPr>
            <a:lvl8pPr lvl="7">
              <a:lnSpc>
                <a:spcPct val="90000"/>
              </a:lnSpc>
              <a:spcBef>
                <a:spcPts val="0"/>
              </a:spcBef>
              <a:spcAft>
                <a:spcPts val="0"/>
              </a:spcAft>
              <a:buClr>
                <a:srgbClr val="000000"/>
              </a:buClr>
              <a:buSzPts val="1000"/>
              <a:buNone/>
              <a:defRPr sz="1000">
                <a:solidFill>
                  <a:srgbClr val="000000"/>
                </a:solidFill>
              </a:defRPr>
            </a:lvl8pPr>
            <a:lvl9pPr lvl="8">
              <a:lnSpc>
                <a:spcPct val="90000"/>
              </a:lnSpc>
              <a:spcBef>
                <a:spcPts val="0"/>
              </a:spcBef>
              <a:spcAft>
                <a:spcPts val="0"/>
              </a:spcAft>
              <a:buClr>
                <a:srgbClr val="000000"/>
              </a:buClr>
              <a:buSzPts val="1000"/>
              <a:buNone/>
              <a:defRPr sz="1000">
                <a:solidFill>
                  <a:srgbClr val="000000"/>
                </a:solidFill>
              </a:defRPr>
            </a:lvl9pPr>
          </a:lstStyle>
          <a:p/>
        </p:txBody>
      </p:sp>
      <p:sp>
        <p:nvSpPr>
          <p:cNvPr id="11122" name="Google Shape;11122;p184"/>
          <p:cNvSpPr txBox="1"/>
          <p:nvPr>
            <p:ph idx="8" type="subTitle"/>
          </p:nvPr>
        </p:nvSpPr>
        <p:spPr>
          <a:xfrm>
            <a:off x="3470925" y="5905600"/>
            <a:ext cx="6172500" cy="570900"/>
          </a:xfrm>
          <a:prstGeom prst="rect">
            <a:avLst/>
          </a:prstGeom>
          <a:noFill/>
          <a:ln>
            <a:noFill/>
          </a:ln>
        </p:spPr>
        <p:txBody>
          <a:bodyPr anchorCtr="0" anchor="ctr" bIns="36000" lIns="36000" spcFirstLastPara="1" rIns="36000" wrap="square" tIns="36000">
            <a:noAutofit/>
          </a:bodyPr>
          <a:lstStyle>
            <a:lvl1pPr lvl="0">
              <a:lnSpc>
                <a:spcPct val="90000"/>
              </a:lnSpc>
              <a:spcBef>
                <a:spcPts val="0"/>
              </a:spcBef>
              <a:spcAft>
                <a:spcPts val="0"/>
              </a:spcAft>
              <a:buClr>
                <a:srgbClr val="000000"/>
              </a:buClr>
              <a:buSzPts val="1000"/>
              <a:buFont typeface="Arvo"/>
              <a:buNone/>
              <a:defRPr sz="10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1000"/>
              <a:buNone/>
              <a:defRPr sz="1000">
                <a:solidFill>
                  <a:srgbClr val="000000"/>
                </a:solidFill>
              </a:defRPr>
            </a:lvl2pPr>
            <a:lvl3pPr lvl="2">
              <a:lnSpc>
                <a:spcPct val="90000"/>
              </a:lnSpc>
              <a:spcBef>
                <a:spcPts val="0"/>
              </a:spcBef>
              <a:spcAft>
                <a:spcPts val="0"/>
              </a:spcAft>
              <a:buClr>
                <a:srgbClr val="000000"/>
              </a:buClr>
              <a:buSzPts val="1000"/>
              <a:buNone/>
              <a:defRPr sz="1000">
                <a:solidFill>
                  <a:srgbClr val="000000"/>
                </a:solidFill>
              </a:defRPr>
            </a:lvl3pPr>
            <a:lvl4pPr lvl="3">
              <a:lnSpc>
                <a:spcPct val="90000"/>
              </a:lnSpc>
              <a:spcBef>
                <a:spcPts val="0"/>
              </a:spcBef>
              <a:spcAft>
                <a:spcPts val="0"/>
              </a:spcAft>
              <a:buClr>
                <a:srgbClr val="000000"/>
              </a:buClr>
              <a:buSzPts val="1000"/>
              <a:buNone/>
              <a:defRPr sz="1000">
                <a:solidFill>
                  <a:srgbClr val="000000"/>
                </a:solidFill>
              </a:defRPr>
            </a:lvl4pPr>
            <a:lvl5pPr lvl="4">
              <a:lnSpc>
                <a:spcPct val="90000"/>
              </a:lnSpc>
              <a:spcBef>
                <a:spcPts val="0"/>
              </a:spcBef>
              <a:spcAft>
                <a:spcPts val="0"/>
              </a:spcAft>
              <a:buClr>
                <a:srgbClr val="000000"/>
              </a:buClr>
              <a:buSzPts val="1000"/>
              <a:buNone/>
              <a:defRPr sz="1000">
                <a:solidFill>
                  <a:srgbClr val="000000"/>
                </a:solidFill>
              </a:defRPr>
            </a:lvl5pPr>
            <a:lvl6pPr lvl="5">
              <a:lnSpc>
                <a:spcPct val="90000"/>
              </a:lnSpc>
              <a:spcBef>
                <a:spcPts val="0"/>
              </a:spcBef>
              <a:spcAft>
                <a:spcPts val="0"/>
              </a:spcAft>
              <a:buClr>
                <a:srgbClr val="000000"/>
              </a:buClr>
              <a:buSzPts val="1000"/>
              <a:buNone/>
              <a:defRPr sz="1000">
                <a:solidFill>
                  <a:srgbClr val="000000"/>
                </a:solidFill>
              </a:defRPr>
            </a:lvl6pPr>
            <a:lvl7pPr lvl="6">
              <a:lnSpc>
                <a:spcPct val="90000"/>
              </a:lnSpc>
              <a:spcBef>
                <a:spcPts val="0"/>
              </a:spcBef>
              <a:spcAft>
                <a:spcPts val="0"/>
              </a:spcAft>
              <a:buClr>
                <a:srgbClr val="000000"/>
              </a:buClr>
              <a:buSzPts val="1000"/>
              <a:buNone/>
              <a:defRPr sz="1000">
                <a:solidFill>
                  <a:srgbClr val="000000"/>
                </a:solidFill>
              </a:defRPr>
            </a:lvl7pPr>
            <a:lvl8pPr lvl="7">
              <a:lnSpc>
                <a:spcPct val="90000"/>
              </a:lnSpc>
              <a:spcBef>
                <a:spcPts val="0"/>
              </a:spcBef>
              <a:spcAft>
                <a:spcPts val="0"/>
              </a:spcAft>
              <a:buClr>
                <a:srgbClr val="000000"/>
              </a:buClr>
              <a:buSzPts val="1000"/>
              <a:buNone/>
              <a:defRPr sz="1000">
                <a:solidFill>
                  <a:srgbClr val="000000"/>
                </a:solidFill>
              </a:defRPr>
            </a:lvl8pPr>
            <a:lvl9pPr lvl="8">
              <a:lnSpc>
                <a:spcPct val="90000"/>
              </a:lnSpc>
              <a:spcBef>
                <a:spcPts val="0"/>
              </a:spcBef>
              <a:spcAft>
                <a:spcPts val="0"/>
              </a:spcAft>
              <a:buClr>
                <a:srgbClr val="000000"/>
              </a:buClr>
              <a:buSzPts val="1000"/>
              <a:buNone/>
              <a:defRPr sz="1000">
                <a:solidFill>
                  <a:srgbClr val="000000"/>
                </a:solidFill>
              </a:defRPr>
            </a:lvl9pPr>
          </a:lstStyle>
          <a:p/>
        </p:txBody>
      </p:sp>
      <p:sp>
        <p:nvSpPr>
          <p:cNvPr id="11123" name="Google Shape;11123;p184"/>
          <p:cNvSpPr txBox="1"/>
          <p:nvPr/>
        </p:nvSpPr>
        <p:spPr>
          <a:xfrm>
            <a:off x="2524025" y="387675"/>
            <a:ext cx="15012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Unid. Organizacional:</a:t>
            </a:r>
            <a:endParaRPr b="1" sz="1100"/>
          </a:p>
        </p:txBody>
      </p:sp>
      <p:sp>
        <p:nvSpPr>
          <p:cNvPr id="11124" name="Google Shape;11124;p184"/>
          <p:cNvSpPr txBox="1"/>
          <p:nvPr/>
        </p:nvSpPr>
        <p:spPr>
          <a:xfrm>
            <a:off x="2524020" y="579550"/>
            <a:ext cx="6846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Alcance:</a:t>
            </a:r>
            <a:endParaRPr b="1" sz="1100"/>
          </a:p>
        </p:txBody>
      </p:sp>
      <p:sp>
        <p:nvSpPr>
          <p:cNvPr id="11125" name="Google Shape;11125;p184"/>
          <p:cNvSpPr txBox="1"/>
          <p:nvPr>
            <p:ph type="title"/>
          </p:nvPr>
        </p:nvSpPr>
        <p:spPr>
          <a:xfrm flipH="1">
            <a:off x="4025374" y="387675"/>
            <a:ext cx="5863200" cy="1692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000"/>
              <a:buNone/>
              <a:defRPr sz="1000">
                <a:solidFill>
                  <a:srgbClr val="000000"/>
                </a:solidFill>
              </a:defRPr>
            </a:lvl1pPr>
            <a:lvl2pPr lvl="1">
              <a:spcBef>
                <a:spcPts val="0"/>
              </a:spcBef>
              <a:spcAft>
                <a:spcPts val="0"/>
              </a:spcAft>
              <a:buClr>
                <a:srgbClr val="000000"/>
              </a:buClr>
              <a:buSzPts val="1000"/>
              <a:buNone/>
              <a:defRPr sz="1000">
                <a:solidFill>
                  <a:srgbClr val="000000"/>
                </a:solidFill>
              </a:defRPr>
            </a:lvl2pPr>
            <a:lvl3pPr lvl="2">
              <a:spcBef>
                <a:spcPts val="0"/>
              </a:spcBef>
              <a:spcAft>
                <a:spcPts val="0"/>
              </a:spcAft>
              <a:buClr>
                <a:srgbClr val="000000"/>
              </a:buClr>
              <a:buSzPts val="1000"/>
              <a:buNone/>
              <a:defRPr sz="1000">
                <a:solidFill>
                  <a:srgbClr val="000000"/>
                </a:solidFill>
              </a:defRPr>
            </a:lvl3pPr>
            <a:lvl4pPr lvl="3">
              <a:spcBef>
                <a:spcPts val="0"/>
              </a:spcBef>
              <a:spcAft>
                <a:spcPts val="0"/>
              </a:spcAft>
              <a:buClr>
                <a:srgbClr val="000000"/>
              </a:buClr>
              <a:buSzPts val="1000"/>
              <a:buNone/>
              <a:defRPr sz="1000">
                <a:solidFill>
                  <a:srgbClr val="000000"/>
                </a:solidFill>
              </a:defRPr>
            </a:lvl4pPr>
            <a:lvl5pPr lvl="4">
              <a:spcBef>
                <a:spcPts val="0"/>
              </a:spcBef>
              <a:spcAft>
                <a:spcPts val="0"/>
              </a:spcAft>
              <a:buClr>
                <a:srgbClr val="000000"/>
              </a:buClr>
              <a:buSzPts val="1000"/>
              <a:buNone/>
              <a:defRPr sz="1000">
                <a:solidFill>
                  <a:srgbClr val="000000"/>
                </a:solidFill>
              </a:defRPr>
            </a:lvl5pPr>
            <a:lvl6pPr lvl="5">
              <a:spcBef>
                <a:spcPts val="0"/>
              </a:spcBef>
              <a:spcAft>
                <a:spcPts val="0"/>
              </a:spcAft>
              <a:buClr>
                <a:srgbClr val="000000"/>
              </a:buClr>
              <a:buSzPts val="1000"/>
              <a:buNone/>
              <a:defRPr sz="1000">
                <a:solidFill>
                  <a:srgbClr val="000000"/>
                </a:solidFill>
              </a:defRPr>
            </a:lvl6pPr>
            <a:lvl7pPr lvl="6">
              <a:spcBef>
                <a:spcPts val="0"/>
              </a:spcBef>
              <a:spcAft>
                <a:spcPts val="0"/>
              </a:spcAft>
              <a:buClr>
                <a:srgbClr val="000000"/>
              </a:buClr>
              <a:buSzPts val="1000"/>
              <a:buNone/>
              <a:defRPr sz="1000">
                <a:solidFill>
                  <a:srgbClr val="000000"/>
                </a:solidFill>
              </a:defRPr>
            </a:lvl7pPr>
            <a:lvl8pPr lvl="7">
              <a:spcBef>
                <a:spcPts val="0"/>
              </a:spcBef>
              <a:spcAft>
                <a:spcPts val="0"/>
              </a:spcAft>
              <a:buClr>
                <a:srgbClr val="000000"/>
              </a:buClr>
              <a:buSzPts val="1000"/>
              <a:buNone/>
              <a:defRPr sz="1000">
                <a:solidFill>
                  <a:srgbClr val="000000"/>
                </a:solidFill>
              </a:defRPr>
            </a:lvl8pPr>
            <a:lvl9pPr lvl="8">
              <a:spcBef>
                <a:spcPts val="0"/>
              </a:spcBef>
              <a:spcAft>
                <a:spcPts val="0"/>
              </a:spcAft>
              <a:buClr>
                <a:srgbClr val="000000"/>
              </a:buClr>
              <a:buSzPts val="1000"/>
              <a:buNone/>
              <a:defRPr sz="1000">
                <a:solidFill>
                  <a:srgbClr val="000000"/>
                </a:solidFill>
              </a:defRPr>
            </a:lvl9pPr>
          </a:lstStyle>
          <a:p/>
        </p:txBody>
      </p:sp>
      <p:sp>
        <p:nvSpPr>
          <p:cNvPr id="11126" name="Google Shape;11126;p184"/>
          <p:cNvSpPr txBox="1"/>
          <p:nvPr>
            <p:ph idx="9" type="title"/>
          </p:nvPr>
        </p:nvSpPr>
        <p:spPr>
          <a:xfrm flipH="1">
            <a:off x="3208773" y="579550"/>
            <a:ext cx="6679800" cy="1692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000"/>
              <a:buNone/>
              <a:defRPr sz="1000">
                <a:solidFill>
                  <a:srgbClr val="000000"/>
                </a:solidFill>
              </a:defRPr>
            </a:lvl1pPr>
            <a:lvl2pPr lvl="1">
              <a:spcBef>
                <a:spcPts val="0"/>
              </a:spcBef>
              <a:spcAft>
                <a:spcPts val="0"/>
              </a:spcAft>
              <a:buClr>
                <a:srgbClr val="000000"/>
              </a:buClr>
              <a:buSzPts val="1000"/>
              <a:buNone/>
              <a:defRPr sz="1000">
                <a:solidFill>
                  <a:srgbClr val="000000"/>
                </a:solidFill>
              </a:defRPr>
            </a:lvl2pPr>
            <a:lvl3pPr lvl="2">
              <a:spcBef>
                <a:spcPts val="0"/>
              </a:spcBef>
              <a:spcAft>
                <a:spcPts val="0"/>
              </a:spcAft>
              <a:buClr>
                <a:srgbClr val="000000"/>
              </a:buClr>
              <a:buSzPts val="1000"/>
              <a:buNone/>
              <a:defRPr sz="1000">
                <a:solidFill>
                  <a:srgbClr val="000000"/>
                </a:solidFill>
              </a:defRPr>
            </a:lvl3pPr>
            <a:lvl4pPr lvl="3">
              <a:spcBef>
                <a:spcPts val="0"/>
              </a:spcBef>
              <a:spcAft>
                <a:spcPts val="0"/>
              </a:spcAft>
              <a:buClr>
                <a:srgbClr val="000000"/>
              </a:buClr>
              <a:buSzPts val="1000"/>
              <a:buNone/>
              <a:defRPr sz="1000">
                <a:solidFill>
                  <a:srgbClr val="000000"/>
                </a:solidFill>
              </a:defRPr>
            </a:lvl4pPr>
            <a:lvl5pPr lvl="4">
              <a:spcBef>
                <a:spcPts val="0"/>
              </a:spcBef>
              <a:spcAft>
                <a:spcPts val="0"/>
              </a:spcAft>
              <a:buClr>
                <a:srgbClr val="000000"/>
              </a:buClr>
              <a:buSzPts val="1000"/>
              <a:buNone/>
              <a:defRPr sz="1000">
                <a:solidFill>
                  <a:srgbClr val="000000"/>
                </a:solidFill>
              </a:defRPr>
            </a:lvl5pPr>
            <a:lvl6pPr lvl="5">
              <a:spcBef>
                <a:spcPts val="0"/>
              </a:spcBef>
              <a:spcAft>
                <a:spcPts val="0"/>
              </a:spcAft>
              <a:buClr>
                <a:srgbClr val="000000"/>
              </a:buClr>
              <a:buSzPts val="1000"/>
              <a:buNone/>
              <a:defRPr sz="1000">
                <a:solidFill>
                  <a:srgbClr val="000000"/>
                </a:solidFill>
              </a:defRPr>
            </a:lvl6pPr>
            <a:lvl7pPr lvl="6">
              <a:spcBef>
                <a:spcPts val="0"/>
              </a:spcBef>
              <a:spcAft>
                <a:spcPts val="0"/>
              </a:spcAft>
              <a:buClr>
                <a:srgbClr val="000000"/>
              </a:buClr>
              <a:buSzPts val="1000"/>
              <a:buNone/>
              <a:defRPr sz="1000">
                <a:solidFill>
                  <a:srgbClr val="000000"/>
                </a:solidFill>
              </a:defRPr>
            </a:lvl7pPr>
            <a:lvl8pPr lvl="7">
              <a:spcBef>
                <a:spcPts val="0"/>
              </a:spcBef>
              <a:spcAft>
                <a:spcPts val="0"/>
              </a:spcAft>
              <a:buClr>
                <a:srgbClr val="000000"/>
              </a:buClr>
              <a:buSzPts val="1000"/>
              <a:buNone/>
              <a:defRPr sz="1000">
                <a:solidFill>
                  <a:srgbClr val="000000"/>
                </a:solidFill>
              </a:defRPr>
            </a:lvl8pPr>
            <a:lvl9pPr lvl="8">
              <a:spcBef>
                <a:spcPts val="0"/>
              </a:spcBef>
              <a:spcAft>
                <a:spcPts val="0"/>
              </a:spcAft>
              <a:buClr>
                <a:srgbClr val="000000"/>
              </a:buClr>
              <a:buSzPts val="1000"/>
              <a:buNone/>
              <a:defRPr sz="1000">
                <a:solidFill>
                  <a:srgbClr val="000000"/>
                </a:solidFill>
              </a:defRPr>
            </a:lvl9pPr>
          </a:lstStyle>
          <a:p/>
        </p:txBody>
      </p:sp>
      <p:sp>
        <p:nvSpPr>
          <p:cNvPr id="11127" name="Google Shape;11127;p184"/>
          <p:cNvSpPr txBox="1"/>
          <p:nvPr>
            <p:ph idx="13" type="body"/>
          </p:nvPr>
        </p:nvSpPr>
        <p:spPr>
          <a:xfrm>
            <a:off x="641150" y="612125"/>
            <a:ext cx="1770300" cy="160500"/>
          </a:xfrm>
          <a:prstGeom prst="rect">
            <a:avLst/>
          </a:prstGeom>
          <a:noFill/>
          <a:ln>
            <a:noFill/>
          </a:ln>
        </p:spPr>
        <p:txBody>
          <a:bodyPr anchorCtr="0" anchor="t" bIns="0" lIns="0" spcFirstLastPara="1" rIns="0" wrap="square" tIns="0">
            <a:noAutofit/>
          </a:bodyPr>
          <a:lstStyle>
            <a:lvl1pPr indent="-292100" lvl="0" marL="457200" algn="ctr">
              <a:spcBef>
                <a:spcPts val="0"/>
              </a:spcBef>
              <a:spcAft>
                <a:spcPts val="0"/>
              </a:spcAft>
              <a:buClr>
                <a:srgbClr val="FFFFFF"/>
              </a:buClr>
              <a:buSzPts val="1000"/>
              <a:buChar char="●"/>
              <a:defRPr sz="1000">
                <a:solidFill>
                  <a:srgbClr val="FFFFFF"/>
                </a:solidFill>
              </a:defRPr>
            </a:lvl1pPr>
            <a:lvl2pPr indent="-292100" lvl="1" marL="914400" algn="ctr">
              <a:spcBef>
                <a:spcPts val="0"/>
              </a:spcBef>
              <a:spcAft>
                <a:spcPts val="0"/>
              </a:spcAft>
              <a:buClr>
                <a:srgbClr val="FFFFFF"/>
              </a:buClr>
              <a:buSzPts val="1000"/>
              <a:buChar char="○"/>
              <a:defRPr sz="1000">
                <a:solidFill>
                  <a:srgbClr val="FFFFFF"/>
                </a:solidFill>
              </a:defRPr>
            </a:lvl2pPr>
            <a:lvl3pPr indent="-292100" lvl="2" marL="1371600" algn="ctr">
              <a:spcBef>
                <a:spcPts val="0"/>
              </a:spcBef>
              <a:spcAft>
                <a:spcPts val="0"/>
              </a:spcAft>
              <a:buClr>
                <a:srgbClr val="FFFFFF"/>
              </a:buClr>
              <a:buSzPts val="1000"/>
              <a:buChar char="■"/>
              <a:defRPr sz="1000">
                <a:solidFill>
                  <a:srgbClr val="FFFFFF"/>
                </a:solidFill>
              </a:defRPr>
            </a:lvl3pPr>
            <a:lvl4pPr indent="-292100" lvl="3" marL="1828800" algn="ctr">
              <a:spcBef>
                <a:spcPts val="0"/>
              </a:spcBef>
              <a:spcAft>
                <a:spcPts val="0"/>
              </a:spcAft>
              <a:buClr>
                <a:srgbClr val="FFFFFF"/>
              </a:buClr>
              <a:buSzPts val="1000"/>
              <a:buChar char="●"/>
              <a:defRPr sz="1000">
                <a:solidFill>
                  <a:srgbClr val="FFFFFF"/>
                </a:solidFill>
              </a:defRPr>
            </a:lvl4pPr>
            <a:lvl5pPr indent="-292100" lvl="4" marL="2286000" algn="ctr">
              <a:spcBef>
                <a:spcPts val="0"/>
              </a:spcBef>
              <a:spcAft>
                <a:spcPts val="0"/>
              </a:spcAft>
              <a:buClr>
                <a:srgbClr val="FFFFFF"/>
              </a:buClr>
              <a:buSzPts val="1000"/>
              <a:buChar char="○"/>
              <a:defRPr sz="1000">
                <a:solidFill>
                  <a:srgbClr val="FFFFFF"/>
                </a:solidFill>
              </a:defRPr>
            </a:lvl5pPr>
            <a:lvl6pPr indent="-292100" lvl="5" marL="2743200" algn="ctr">
              <a:spcBef>
                <a:spcPts val="0"/>
              </a:spcBef>
              <a:spcAft>
                <a:spcPts val="0"/>
              </a:spcAft>
              <a:buClr>
                <a:srgbClr val="FFFFFF"/>
              </a:buClr>
              <a:buSzPts val="1000"/>
              <a:buChar char="■"/>
              <a:defRPr sz="1000">
                <a:solidFill>
                  <a:srgbClr val="FFFFFF"/>
                </a:solidFill>
              </a:defRPr>
            </a:lvl6pPr>
            <a:lvl7pPr indent="-292100" lvl="6" marL="3200400" algn="ctr">
              <a:spcBef>
                <a:spcPts val="0"/>
              </a:spcBef>
              <a:spcAft>
                <a:spcPts val="0"/>
              </a:spcAft>
              <a:buClr>
                <a:srgbClr val="FFFFFF"/>
              </a:buClr>
              <a:buSzPts val="1000"/>
              <a:buChar char="●"/>
              <a:defRPr sz="1000">
                <a:solidFill>
                  <a:srgbClr val="FFFFFF"/>
                </a:solidFill>
              </a:defRPr>
            </a:lvl7pPr>
            <a:lvl8pPr indent="-292100" lvl="7" marL="3657600" algn="ctr">
              <a:spcBef>
                <a:spcPts val="0"/>
              </a:spcBef>
              <a:spcAft>
                <a:spcPts val="0"/>
              </a:spcAft>
              <a:buClr>
                <a:srgbClr val="FFFFFF"/>
              </a:buClr>
              <a:buSzPts val="1000"/>
              <a:buChar char="○"/>
              <a:defRPr sz="1000">
                <a:solidFill>
                  <a:srgbClr val="FFFFFF"/>
                </a:solidFill>
              </a:defRPr>
            </a:lvl8pPr>
            <a:lvl9pPr indent="-292100" lvl="8" marL="4114800" algn="ctr">
              <a:spcBef>
                <a:spcPts val="0"/>
              </a:spcBef>
              <a:spcAft>
                <a:spcPts val="0"/>
              </a:spcAft>
              <a:buClr>
                <a:srgbClr val="FFFFFF"/>
              </a:buClr>
              <a:buSzPts val="1000"/>
              <a:buChar char="■"/>
              <a:defRPr sz="1000">
                <a:solidFill>
                  <a:srgbClr val="FFFFFF"/>
                </a:solidFill>
              </a:defRPr>
            </a:lvl9pPr>
          </a:lstStyle>
          <a:p/>
        </p:txBody>
      </p:sp>
      <p:sp>
        <p:nvSpPr>
          <p:cNvPr id="11128" name="Google Shape;11128;p184"/>
          <p:cNvSpPr txBox="1"/>
          <p:nvPr/>
        </p:nvSpPr>
        <p:spPr>
          <a:xfrm>
            <a:off x="84825" y="598125"/>
            <a:ext cx="595500" cy="205800"/>
          </a:xfrm>
          <a:prstGeom prst="rect">
            <a:avLst/>
          </a:prstGeom>
          <a:noFill/>
          <a:ln>
            <a:noFill/>
          </a:ln>
        </p:spPr>
        <p:txBody>
          <a:bodyPr anchorCtr="0" anchor="t" bIns="18000" lIns="18000" spcFirstLastPara="1" rIns="18000" wrap="square" tIns="18000">
            <a:spAutoFit/>
          </a:bodyPr>
          <a:lstStyle/>
          <a:p>
            <a:pPr indent="0" lvl="0" marL="0" rtl="0" algn="l">
              <a:spcBef>
                <a:spcPts val="0"/>
              </a:spcBef>
              <a:spcAft>
                <a:spcPts val="0"/>
              </a:spcAft>
              <a:buNone/>
            </a:pPr>
            <a:r>
              <a:rPr lang="es-419" sz="1100">
                <a:solidFill>
                  <a:srgbClr val="FFFFFF"/>
                </a:solidFill>
              </a:rPr>
              <a:t>Nombre:</a:t>
            </a:r>
            <a:endParaRPr sz="1100">
              <a:solidFill>
                <a:srgbClr val="FFFFFF"/>
              </a:solidFill>
            </a:endParaRPr>
          </a:p>
        </p:txBody>
      </p:sp>
    </p:spTree>
  </p:cSld>
  <p:clrMapOvr>
    <a:masterClrMapping/>
  </p:clrMapOvr>
</p:sldLayout>
</file>

<file path=ppt/slideLayouts/slideLayout18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3 Perfil Cliente">
  <p:cSld name="TITLE_3_6_1_1_1_1_1_1_1_1_1">
    <p:spTree>
      <p:nvGrpSpPr>
        <p:cNvPr id="11129" name="Shape 11129"/>
        <p:cNvGrpSpPr/>
        <p:nvPr/>
      </p:nvGrpSpPr>
      <p:grpSpPr>
        <a:xfrm>
          <a:off x="0" y="0"/>
          <a:ext cx="0" cy="0"/>
          <a:chOff x="0" y="0"/>
          <a:chExt cx="0" cy="0"/>
        </a:xfrm>
      </p:grpSpPr>
      <p:sp>
        <p:nvSpPr>
          <p:cNvPr id="11130" name="Google Shape;11130;p185"/>
          <p:cNvSpPr/>
          <p:nvPr/>
        </p:nvSpPr>
        <p:spPr>
          <a:xfrm>
            <a:off x="97888" y="377012"/>
            <a:ext cx="9893400" cy="296700"/>
          </a:xfrm>
          <a:prstGeom prst="roundRect">
            <a:avLst>
              <a:gd fmla="val 22902" name="adj"/>
            </a:avLst>
          </a:prstGeom>
          <a:solidFill>
            <a:srgbClr val="F3F3F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11131" name="Google Shape;11131;p185"/>
          <p:cNvSpPr/>
          <p:nvPr/>
        </p:nvSpPr>
        <p:spPr>
          <a:xfrm>
            <a:off x="77688" y="358938"/>
            <a:ext cx="9935700" cy="6438000"/>
          </a:xfrm>
          <a:prstGeom prst="roundRect">
            <a:avLst>
              <a:gd fmla="val 2618" name="adj"/>
            </a:avLst>
          </a:prstGeom>
          <a:solidFill>
            <a:srgbClr val="FFFFFF"/>
          </a:solidFill>
          <a:ln cap="flat" cmpd="sng" w="38100">
            <a:solidFill>
              <a:srgbClr val="000000"/>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132" name="Google Shape;11132;p185"/>
          <p:cNvCxnSpPr/>
          <p:nvPr/>
        </p:nvCxnSpPr>
        <p:spPr>
          <a:xfrm>
            <a:off x="77688" y="772614"/>
            <a:ext cx="9935700" cy="0"/>
          </a:xfrm>
          <a:prstGeom prst="straightConnector1">
            <a:avLst/>
          </a:prstGeom>
          <a:noFill/>
          <a:ln cap="flat" cmpd="sng" w="19050">
            <a:solidFill>
              <a:srgbClr val="000000"/>
            </a:solidFill>
            <a:prstDash val="solid"/>
            <a:round/>
            <a:headEnd len="med" w="med" type="none"/>
            <a:tailEnd len="med" w="med" type="none"/>
          </a:ln>
        </p:spPr>
      </p:cxnSp>
      <p:cxnSp>
        <p:nvCxnSpPr>
          <p:cNvPr id="11133" name="Google Shape;11133;p185"/>
          <p:cNvCxnSpPr/>
          <p:nvPr/>
        </p:nvCxnSpPr>
        <p:spPr>
          <a:xfrm rot="10800000">
            <a:off x="2439038" y="368188"/>
            <a:ext cx="0" cy="402300"/>
          </a:xfrm>
          <a:prstGeom prst="straightConnector1">
            <a:avLst/>
          </a:prstGeom>
          <a:noFill/>
          <a:ln cap="flat" cmpd="sng" w="19050">
            <a:solidFill>
              <a:srgbClr val="000000"/>
            </a:solidFill>
            <a:prstDash val="solid"/>
            <a:round/>
            <a:headEnd len="med" w="med" type="none"/>
            <a:tailEnd len="med" w="med" type="none"/>
          </a:ln>
        </p:spPr>
      </p:cxnSp>
      <p:sp>
        <p:nvSpPr>
          <p:cNvPr id="11134" name="Google Shape;11134;p185"/>
          <p:cNvSpPr/>
          <p:nvPr/>
        </p:nvSpPr>
        <p:spPr>
          <a:xfrm>
            <a:off x="77688" y="349338"/>
            <a:ext cx="2361300" cy="421200"/>
          </a:xfrm>
          <a:prstGeom prst="roundRect">
            <a:avLst>
              <a:gd fmla="val 50000" name="adj"/>
            </a:avLst>
          </a:prstGeom>
          <a:solidFill>
            <a:srgbClr val="000000"/>
          </a:solidFill>
          <a:ln cap="flat" cmpd="sng" w="9525">
            <a:solidFill>
              <a:srgbClr val="000000"/>
            </a:solidFill>
            <a:prstDash val="solid"/>
            <a:round/>
            <a:headEnd len="sm" w="sm" type="none"/>
            <a:tailEnd len="sm" w="sm" type="none"/>
          </a:ln>
        </p:spPr>
        <p:txBody>
          <a:bodyPr anchorCtr="0" anchor="ctr" bIns="91425" lIns="0" spcFirstLastPara="1" rIns="0" wrap="square" tIns="91425">
            <a:noAutofit/>
          </a:bodyPr>
          <a:lstStyle/>
          <a:p>
            <a:pPr indent="0" lvl="0" marL="0" rtl="0" algn="ctr">
              <a:spcBef>
                <a:spcPts val="0"/>
              </a:spcBef>
              <a:spcAft>
                <a:spcPts val="0"/>
              </a:spcAft>
              <a:buNone/>
            </a:pPr>
            <a:r>
              <a:rPr b="1" lang="es-419" sz="1100">
                <a:solidFill>
                  <a:srgbClr val="FFFFFF"/>
                </a:solidFill>
              </a:rPr>
              <a:t>Perfil Cliente</a:t>
            </a:r>
            <a:endParaRPr b="1" sz="1100">
              <a:solidFill>
                <a:srgbClr val="FFFFFF"/>
              </a:solidFill>
            </a:endParaRPr>
          </a:p>
          <a:p>
            <a:pPr indent="0" lvl="0" marL="0" rtl="0" algn="ctr">
              <a:spcBef>
                <a:spcPts val="0"/>
              </a:spcBef>
              <a:spcAft>
                <a:spcPts val="0"/>
              </a:spcAft>
              <a:buNone/>
            </a:pPr>
            <a:r>
              <a:t/>
            </a:r>
            <a:endParaRPr b="1" sz="1200">
              <a:solidFill>
                <a:srgbClr val="FFFFFF"/>
              </a:solidFill>
            </a:endParaRPr>
          </a:p>
        </p:txBody>
      </p:sp>
      <p:sp>
        <p:nvSpPr>
          <p:cNvPr id="11135" name="Google Shape;11135;p185"/>
          <p:cNvSpPr/>
          <p:nvPr/>
        </p:nvSpPr>
        <p:spPr>
          <a:xfrm>
            <a:off x="83988" y="595504"/>
            <a:ext cx="190200" cy="1692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6" name="Google Shape;11136;p185"/>
          <p:cNvSpPr/>
          <p:nvPr/>
        </p:nvSpPr>
        <p:spPr>
          <a:xfrm>
            <a:off x="2350598" y="358950"/>
            <a:ext cx="88500" cy="4023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7" name="Google Shape;11137;p185"/>
          <p:cNvSpPr/>
          <p:nvPr/>
        </p:nvSpPr>
        <p:spPr>
          <a:xfrm>
            <a:off x="2277739" y="663750"/>
            <a:ext cx="88500" cy="1089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8" name="Google Shape;11138;p185"/>
          <p:cNvSpPr/>
          <p:nvPr/>
        </p:nvSpPr>
        <p:spPr>
          <a:xfrm>
            <a:off x="3477925" y="1396265"/>
            <a:ext cx="6172500" cy="554100"/>
          </a:xfrm>
          <a:prstGeom prst="roundRect">
            <a:avLst>
              <a:gd fmla="val 6541"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9" name="Google Shape;11139;p185"/>
          <p:cNvSpPr txBox="1"/>
          <p:nvPr/>
        </p:nvSpPr>
        <p:spPr>
          <a:xfrm>
            <a:off x="454807" y="1362662"/>
            <a:ext cx="3000000" cy="540000"/>
          </a:xfrm>
          <a:prstGeom prst="rect">
            <a:avLst/>
          </a:prstGeom>
          <a:noFill/>
          <a:ln>
            <a:noFill/>
          </a:ln>
        </p:spPr>
        <p:txBody>
          <a:bodyPr anchorCtr="0" anchor="t" bIns="54000" lIns="54000" spcFirstLastPara="1" rIns="54000" wrap="square" tIns="54000">
            <a:spAutoFit/>
          </a:bodyPr>
          <a:lstStyle/>
          <a:p>
            <a:pPr indent="0" lvl="0" marL="0" rtl="0" algn="r">
              <a:spcBef>
                <a:spcPts val="0"/>
              </a:spcBef>
              <a:spcAft>
                <a:spcPts val="0"/>
              </a:spcAft>
              <a:buNone/>
            </a:pPr>
            <a:r>
              <a:rPr b="1" lang="es-419" sz="1000">
                <a:solidFill>
                  <a:schemeClr val="dk1"/>
                </a:solidFill>
                <a:latin typeface="Arvo"/>
                <a:ea typeface="Arvo"/>
                <a:cs typeface="Arvo"/>
                <a:sym typeface="Arvo"/>
              </a:rPr>
              <a:t>Representante </a:t>
            </a:r>
            <a:endParaRPr b="1" sz="1000">
              <a:solidFill>
                <a:schemeClr val="dk1"/>
              </a:solidFill>
              <a:latin typeface="Arvo"/>
              <a:ea typeface="Arvo"/>
              <a:cs typeface="Arvo"/>
              <a:sym typeface="Arvo"/>
            </a:endParaRPr>
          </a:p>
          <a:p>
            <a:pPr indent="0" lvl="0" marL="0" rtl="0" algn="r">
              <a:spcBef>
                <a:spcPts val="0"/>
              </a:spcBef>
              <a:spcAft>
                <a:spcPts val="0"/>
              </a:spcAft>
              <a:buNone/>
            </a:pPr>
            <a:r>
              <a:rPr i="1" lang="es-419" sz="600">
                <a:solidFill>
                  <a:schemeClr val="dk1"/>
                </a:solidFill>
                <a:latin typeface="Arvo"/>
                <a:ea typeface="Arvo"/>
                <a:cs typeface="Arvo"/>
                <a:sym typeface="Arvo"/>
              </a:rPr>
              <a:t>&lt;[Quién es el representante de las partes interesadas del proyecto?  (Esto es opcional, si está documentado en otro lugar.) Lo que queremos aquí son nombres.]&gt;</a:t>
            </a:r>
            <a:endParaRPr i="1" sz="600">
              <a:solidFill>
                <a:schemeClr val="dk1"/>
              </a:solidFill>
              <a:latin typeface="Arvo"/>
              <a:ea typeface="Arvo"/>
              <a:cs typeface="Arvo"/>
              <a:sym typeface="Arvo"/>
            </a:endParaRPr>
          </a:p>
        </p:txBody>
      </p:sp>
      <p:sp>
        <p:nvSpPr>
          <p:cNvPr id="11140" name="Google Shape;11140;p185"/>
          <p:cNvSpPr txBox="1"/>
          <p:nvPr/>
        </p:nvSpPr>
        <p:spPr>
          <a:xfrm>
            <a:off x="480000" y="2076645"/>
            <a:ext cx="3000000" cy="431100"/>
          </a:xfrm>
          <a:prstGeom prst="rect">
            <a:avLst/>
          </a:prstGeom>
          <a:noFill/>
          <a:ln>
            <a:noFill/>
          </a:ln>
        </p:spPr>
        <p:txBody>
          <a:bodyPr anchorCtr="0" anchor="t" bIns="91425" lIns="91425" spcFirstLastPara="1" rIns="91425" wrap="square" tIns="91425">
            <a:spAutoFit/>
          </a:bodyPr>
          <a:lstStyle/>
          <a:p>
            <a:pPr indent="0" lvl="0" marL="0" rtl="0" algn="r">
              <a:spcBef>
                <a:spcPts val="0"/>
              </a:spcBef>
              <a:spcAft>
                <a:spcPts val="0"/>
              </a:spcAft>
              <a:buNone/>
            </a:pPr>
            <a:r>
              <a:rPr b="1" lang="es-419" sz="1000">
                <a:solidFill>
                  <a:schemeClr val="dk1"/>
                </a:solidFill>
                <a:latin typeface="Arvo"/>
                <a:ea typeface="Arvo"/>
                <a:cs typeface="Arvo"/>
                <a:sym typeface="Arvo"/>
              </a:rPr>
              <a:t>Descripción</a:t>
            </a:r>
            <a:endParaRPr b="1" sz="1000">
              <a:solidFill>
                <a:schemeClr val="dk1"/>
              </a:solidFill>
              <a:latin typeface="Roboto"/>
              <a:ea typeface="Roboto"/>
              <a:cs typeface="Roboto"/>
              <a:sym typeface="Roboto"/>
            </a:endParaRPr>
          </a:p>
          <a:p>
            <a:pPr indent="0" lvl="0" marL="0" rtl="0" algn="r">
              <a:spcBef>
                <a:spcPts val="0"/>
              </a:spcBef>
              <a:spcAft>
                <a:spcPts val="0"/>
              </a:spcAft>
              <a:buNone/>
            </a:pPr>
            <a:r>
              <a:rPr i="1" lang="es-419" sz="600">
                <a:solidFill>
                  <a:schemeClr val="dk1"/>
                </a:solidFill>
                <a:latin typeface="Arvo"/>
                <a:ea typeface="Arvo"/>
                <a:cs typeface="Arvo"/>
                <a:sym typeface="Arvo"/>
              </a:rPr>
              <a:t>&lt;[Breve descripción del tipo de actor.]&gt;</a:t>
            </a:r>
            <a:endParaRPr i="1"/>
          </a:p>
        </p:txBody>
      </p:sp>
      <p:sp>
        <p:nvSpPr>
          <p:cNvPr id="11141" name="Google Shape;11141;p185"/>
          <p:cNvSpPr txBox="1"/>
          <p:nvPr/>
        </p:nvSpPr>
        <p:spPr>
          <a:xfrm>
            <a:off x="480000" y="2737550"/>
            <a:ext cx="3000000" cy="431100"/>
          </a:xfrm>
          <a:prstGeom prst="rect">
            <a:avLst/>
          </a:prstGeom>
          <a:noFill/>
          <a:ln>
            <a:noFill/>
          </a:ln>
        </p:spPr>
        <p:txBody>
          <a:bodyPr anchorCtr="0" anchor="t" bIns="91425" lIns="91425" spcFirstLastPara="1" rIns="91425" wrap="square" tIns="91425">
            <a:spAutoFit/>
          </a:bodyPr>
          <a:lstStyle/>
          <a:p>
            <a:pPr indent="0" lvl="0" marL="0" rtl="0" algn="r">
              <a:spcBef>
                <a:spcPts val="0"/>
              </a:spcBef>
              <a:spcAft>
                <a:spcPts val="0"/>
              </a:spcAft>
              <a:buNone/>
            </a:pPr>
            <a:r>
              <a:rPr b="1" lang="es-419" sz="1000">
                <a:solidFill>
                  <a:schemeClr val="dk1"/>
                </a:solidFill>
                <a:latin typeface="Arvo"/>
                <a:ea typeface="Arvo"/>
                <a:cs typeface="Arvo"/>
                <a:sym typeface="Arvo"/>
              </a:rPr>
              <a:t>Tipo</a:t>
            </a:r>
            <a:endParaRPr b="1" sz="1000">
              <a:solidFill>
                <a:schemeClr val="dk1"/>
              </a:solidFill>
              <a:latin typeface="Arvo"/>
              <a:ea typeface="Arvo"/>
              <a:cs typeface="Arvo"/>
              <a:sym typeface="Arvo"/>
            </a:endParaRPr>
          </a:p>
          <a:p>
            <a:pPr indent="0" lvl="0" marL="0" rtl="0" algn="r">
              <a:spcBef>
                <a:spcPts val="0"/>
              </a:spcBef>
              <a:spcAft>
                <a:spcPts val="0"/>
              </a:spcAft>
              <a:buNone/>
            </a:pPr>
            <a:r>
              <a:rPr i="1" lang="es-419" sz="600">
                <a:solidFill>
                  <a:schemeClr val="dk1"/>
                </a:solidFill>
                <a:latin typeface="Arvo"/>
                <a:ea typeface="Arvo"/>
                <a:cs typeface="Arvo"/>
                <a:sym typeface="Arvo"/>
              </a:rPr>
              <a:t>&lt;[Califique la experiencia y los antecedentes de las partes interesadas]&gt;</a:t>
            </a:r>
            <a:endParaRPr i="1"/>
          </a:p>
        </p:txBody>
      </p:sp>
      <p:sp>
        <p:nvSpPr>
          <p:cNvPr id="11142" name="Google Shape;11142;p185"/>
          <p:cNvSpPr txBox="1"/>
          <p:nvPr/>
        </p:nvSpPr>
        <p:spPr>
          <a:xfrm>
            <a:off x="480000" y="3352800"/>
            <a:ext cx="3000000" cy="431100"/>
          </a:xfrm>
          <a:prstGeom prst="rect">
            <a:avLst/>
          </a:prstGeom>
          <a:noFill/>
          <a:ln>
            <a:noFill/>
          </a:ln>
        </p:spPr>
        <p:txBody>
          <a:bodyPr anchorCtr="0" anchor="t" bIns="91425" lIns="91425" spcFirstLastPara="1" rIns="91425" wrap="square" tIns="91425">
            <a:spAutoFit/>
          </a:bodyPr>
          <a:lstStyle/>
          <a:p>
            <a:pPr indent="0" lvl="0" marL="0" rtl="0" algn="r">
              <a:spcBef>
                <a:spcPts val="0"/>
              </a:spcBef>
              <a:spcAft>
                <a:spcPts val="0"/>
              </a:spcAft>
              <a:buNone/>
            </a:pPr>
            <a:r>
              <a:rPr b="1" lang="es-419" sz="1000">
                <a:solidFill>
                  <a:schemeClr val="dk1"/>
                </a:solidFill>
                <a:latin typeface="Arvo"/>
                <a:ea typeface="Arvo"/>
                <a:cs typeface="Arvo"/>
                <a:sym typeface="Arvo"/>
              </a:rPr>
              <a:t>Criterios de Éxito</a:t>
            </a:r>
            <a:endParaRPr b="1" sz="1000">
              <a:solidFill>
                <a:schemeClr val="dk1"/>
              </a:solidFill>
              <a:latin typeface="Arvo"/>
              <a:ea typeface="Arvo"/>
              <a:cs typeface="Arvo"/>
              <a:sym typeface="Arvo"/>
            </a:endParaRPr>
          </a:p>
          <a:p>
            <a:pPr indent="0" lvl="0" marL="0" rtl="0" algn="r">
              <a:spcBef>
                <a:spcPts val="0"/>
              </a:spcBef>
              <a:spcAft>
                <a:spcPts val="0"/>
              </a:spcAft>
              <a:buNone/>
            </a:pPr>
            <a:r>
              <a:rPr i="1" lang="es-419" sz="600">
                <a:solidFill>
                  <a:schemeClr val="dk1"/>
                </a:solidFill>
                <a:latin typeface="Arvo"/>
                <a:ea typeface="Arvo"/>
                <a:cs typeface="Arvo"/>
                <a:sym typeface="Arvo"/>
              </a:rPr>
              <a:t>&lt;[¿Cómo define el el actor el éxito?¿Cómo se recompensa el interesado?]&gt;</a:t>
            </a:r>
            <a:endParaRPr i="1"/>
          </a:p>
        </p:txBody>
      </p:sp>
      <p:sp>
        <p:nvSpPr>
          <p:cNvPr id="11143" name="Google Shape;11143;p185"/>
          <p:cNvSpPr txBox="1"/>
          <p:nvPr/>
        </p:nvSpPr>
        <p:spPr>
          <a:xfrm>
            <a:off x="480000" y="4013407"/>
            <a:ext cx="3000000" cy="615600"/>
          </a:xfrm>
          <a:prstGeom prst="rect">
            <a:avLst/>
          </a:prstGeom>
          <a:noFill/>
          <a:ln>
            <a:noFill/>
          </a:ln>
        </p:spPr>
        <p:txBody>
          <a:bodyPr anchorCtr="0" anchor="t" bIns="91425" lIns="91425" spcFirstLastPara="1" rIns="91425" wrap="square" tIns="91425">
            <a:spAutoFit/>
          </a:bodyPr>
          <a:lstStyle/>
          <a:p>
            <a:pPr indent="0" lvl="0" marL="0" rtl="0" algn="r">
              <a:spcBef>
                <a:spcPts val="0"/>
              </a:spcBef>
              <a:spcAft>
                <a:spcPts val="0"/>
              </a:spcAft>
              <a:buNone/>
            </a:pPr>
            <a:r>
              <a:rPr b="1" lang="es-419" sz="1000">
                <a:solidFill>
                  <a:schemeClr val="dk1"/>
                </a:solidFill>
                <a:latin typeface="Arvo"/>
                <a:ea typeface="Arvo"/>
                <a:cs typeface="Arvo"/>
                <a:sym typeface="Arvo"/>
              </a:rPr>
              <a:t>Intervención</a:t>
            </a:r>
            <a:endParaRPr b="1" sz="1000">
              <a:solidFill>
                <a:schemeClr val="dk1"/>
              </a:solidFill>
              <a:latin typeface="Arvo"/>
              <a:ea typeface="Arvo"/>
              <a:cs typeface="Arvo"/>
              <a:sym typeface="Arvo"/>
            </a:endParaRPr>
          </a:p>
          <a:p>
            <a:pPr indent="0" lvl="0" marL="0" rtl="0" algn="r">
              <a:spcBef>
                <a:spcPts val="0"/>
              </a:spcBef>
              <a:spcAft>
                <a:spcPts val="0"/>
              </a:spcAft>
              <a:buNone/>
            </a:pPr>
            <a:r>
              <a:rPr i="1" lang="es-419" sz="600">
                <a:solidFill>
                  <a:schemeClr val="dk1"/>
                </a:solidFill>
                <a:latin typeface="Arvo"/>
                <a:ea typeface="Arvo"/>
                <a:cs typeface="Arvo"/>
                <a:sym typeface="Arvo"/>
              </a:rPr>
              <a:t> &lt;[</a:t>
            </a:r>
            <a:r>
              <a:rPr i="1" lang="es-419" sz="600">
                <a:solidFill>
                  <a:srgbClr val="202124"/>
                </a:solidFill>
                <a:latin typeface="Arvo"/>
                <a:ea typeface="Arvo"/>
                <a:cs typeface="Arvo"/>
                <a:sym typeface="Arvo"/>
              </a:rPr>
              <a:t>¿Cómo participa la parte interesada en el proyecto? Relacionarse, cuando sea posible, con los roles de Rational Unified Process, es decir, Revisor de modelos de casos de uso empresarial, etc.</a:t>
            </a:r>
            <a:r>
              <a:rPr i="1" lang="es-419" sz="600">
                <a:solidFill>
                  <a:schemeClr val="dk1"/>
                </a:solidFill>
                <a:latin typeface="Arvo"/>
                <a:ea typeface="Arvo"/>
                <a:cs typeface="Arvo"/>
                <a:sym typeface="Arvo"/>
              </a:rPr>
              <a:t>]&gt;</a:t>
            </a:r>
            <a:endParaRPr i="1"/>
          </a:p>
        </p:txBody>
      </p:sp>
      <p:sp>
        <p:nvSpPr>
          <p:cNvPr id="11144" name="Google Shape;11144;p185"/>
          <p:cNvSpPr txBox="1"/>
          <p:nvPr/>
        </p:nvSpPr>
        <p:spPr>
          <a:xfrm>
            <a:off x="480000" y="4686610"/>
            <a:ext cx="3000000" cy="646500"/>
          </a:xfrm>
          <a:prstGeom prst="rect">
            <a:avLst/>
          </a:prstGeom>
          <a:noFill/>
          <a:ln>
            <a:noFill/>
          </a:ln>
        </p:spPr>
        <p:txBody>
          <a:bodyPr anchorCtr="0" anchor="t" bIns="91425" lIns="91425" spcFirstLastPara="1" rIns="91425" wrap="square" tIns="91425">
            <a:spAutoFit/>
          </a:bodyPr>
          <a:lstStyle/>
          <a:p>
            <a:pPr indent="0" lvl="0" marL="0" rtl="0" algn="r">
              <a:spcBef>
                <a:spcPts val="0"/>
              </a:spcBef>
              <a:spcAft>
                <a:spcPts val="0"/>
              </a:spcAft>
              <a:buNone/>
            </a:pPr>
            <a:r>
              <a:rPr b="1" lang="es-419" sz="1000">
                <a:solidFill>
                  <a:schemeClr val="dk1"/>
                </a:solidFill>
                <a:latin typeface="Arvo"/>
                <a:ea typeface="Arvo"/>
                <a:cs typeface="Arvo"/>
                <a:sym typeface="Arvo"/>
              </a:rPr>
              <a:t>Entregables </a:t>
            </a:r>
            <a:r>
              <a:rPr b="1" lang="es-419" sz="1200">
                <a:solidFill>
                  <a:schemeClr val="dk1"/>
                </a:solidFill>
                <a:latin typeface="Arvo"/>
                <a:ea typeface="Arvo"/>
                <a:cs typeface="Arvo"/>
                <a:sym typeface="Arvo"/>
              </a:rPr>
              <a:t>                                                         </a:t>
            </a:r>
            <a:r>
              <a:rPr i="1" lang="es-419" sz="1200">
                <a:solidFill>
                  <a:schemeClr val="dk1"/>
                </a:solidFill>
                <a:latin typeface="Arvo"/>
                <a:ea typeface="Arvo"/>
                <a:cs typeface="Arvo"/>
                <a:sym typeface="Arvo"/>
              </a:rPr>
              <a:t> </a:t>
            </a:r>
            <a:r>
              <a:rPr i="1" lang="es-419" sz="600">
                <a:solidFill>
                  <a:schemeClr val="dk1"/>
                </a:solidFill>
                <a:latin typeface="Arvo"/>
                <a:ea typeface="Arvo"/>
                <a:cs typeface="Arvo"/>
                <a:sym typeface="Arvo"/>
              </a:rPr>
              <a:t>&lt;[</a:t>
            </a:r>
            <a:r>
              <a:rPr i="1" lang="es-419" sz="600">
                <a:solidFill>
                  <a:srgbClr val="202124"/>
                </a:solidFill>
                <a:latin typeface="Arvo"/>
                <a:ea typeface="Arvo"/>
                <a:cs typeface="Arvo"/>
                <a:sym typeface="Arvo"/>
              </a:rPr>
              <a:t>¿Hay entregables adicionales requeridos por las partes interesadas? Estos podrían ser entregables del proyecto o resultados del sistema en desarrollo.</a:t>
            </a:r>
            <a:r>
              <a:rPr i="1" lang="es-419" sz="600">
                <a:solidFill>
                  <a:schemeClr val="dk1"/>
                </a:solidFill>
                <a:latin typeface="Arvo"/>
                <a:ea typeface="Arvo"/>
                <a:cs typeface="Arvo"/>
                <a:sym typeface="Arvo"/>
              </a:rPr>
              <a:t>]&gt;</a:t>
            </a:r>
            <a:endParaRPr i="1"/>
          </a:p>
        </p:txBody>
      </p:sp>
      <p:sp>
        <p:nvSpPr>
          <p:cNvPr id="11145" name="Google Shape;11145;p185"/>
          <p:cNvSpPr txBox="1"/>
          <p:nvPr/>
        </p:nvSpPr>
        <p:spPr>
          <a:xfrm>
            <a:off x="480000" y="5444423"/>
            <a:ext cx="3000000" cy="523200"/>
          </a:xfrm>
          <a:prstGeom prst="rect">
            <a:avLst/>
          </a:prstGeom>
          <a:noFill/>
          <a:ln>
            <a:noFill/>
          </a:ln>
        </p:spPr>
        <p:txBody>
          <a:bodyPr anchorCtr="0" anchor="t" bIns="91425" lIns="91425" spcFirstLastPara="1" rIns="91425" wrap="square" tIns="91425">
            <a:spAutoFit/>
          </a:bodyPr>
          <a:lstStyle/>
          <a:p>
            <a:pPr indent="0" lvl="0" marL="0" rtl="0" algn="r">
              <a:spcBef>
                <a:spcPts val="0"/>
              </a:spcBef>
              <a:spcAft>
                <a:spcPts val="0"/>
              </a:spcAft>
              <a:buNone/>
            </a:pPr>
            <a:r>
              <a:rPr b="1" lang="es-419" sz="1000">
                <a:solidFill>
                  <a:schemeClr val="dk1"/>
                </a:solidFill>
                <a:latin typeface="Arvo"/>
                <a:ea typeface="Arvo"/>
                <a:cs typeface="Arvo"/>
                <a:sym typeface="Arvo"/>
              </a:rPr>
              <a:t>Comentarios y problemas</a:t>
            </a:r>
            <a:endParaRPr b="1" sz="1000">
              <a:solidFill>
                <a:schemeClr val="dk1"/>
              </a:solidFill>
              <a:latin typeface="Roboto"/>
              <a:ea typeface="Roboto"/>
              <a:cs typeface="Roboto"/>
              <a:sym typeface="Roboto"/>
            </a:endParaRPr>
          </a:p>
          <a:p>
            <a:pPr indent="0" lvl="0" marL="0" rtl="0" algn="r">
              <a:spcBef>
                <a:spcPts val="0"/>
              </a:spcBef>
              <a:spcAft>
                <a:spcPts val="0"/>
              </a:spcAft>
              <a:buNone/>
            </a:pPr>
            <a:r>
              <a:rPr i="1" lang="es-419" sz="600">
                <a:solidFill>
                  <a:schemeClr val="dk1"/>
                </a:solidFill>
                <a:latin typeface="Arvo"/>
                <a:ea typeface="Arvo"/>
                <a:cs typeface="Arvo"/>
                <a:sym typeface="Arvo"/>
              </a:rPr>
              <a:t>&lt;[</a:t>
            </a:r>
            <a:r>
              <a:rPr i="1" lang="es-419" sz="600">
                <a:solidFill>
                  <a:srgbClr val="202124"/>
                </a:solidFill>
                <a:latin typeface="Arvo"/>
                <a:ea typeface="Arvo"/>
                <a:cs typeface="Arvo"/>
                <a:sym typeface="Arvo"/>
              </a:rPr>
              <a:t>Los problemas que interfieren con el éxito y cualquier otra información relevante van aquí.</a:t>
            </a:r>
            <a:r>
              <a:rPr lang="es-419" sz="600">
                <a:solidFill>
                  <a:schemeClr val="dk1"/>
                </a:solidFill>
                <a:latin typeface="Arvo"/>
                <a:ea typeface="Arvo"/>
                <a:cs typeface="Arvo"/>
                <a:sym typeface="Arvo"/>
              </a:rPr>
              <a:t>.]&gt;</a:t>
            </a:r>
            <a:endParaRPr>
              <a:solidFill>
                <a:schemeClr val="dk1"/>
              </a:solidFill>
            </a:endParaRPr>
          </a:p>
        </p:txBody>
      </p:sp>
      <p:sp>
        <p:nvSpPr>
          <p:cNvPr id="11146" name="Google Shape;11146;p185"/>
          <p:cNvSpPr/>
          <p:nvPr/>
        </p:nvSpPr>
        <p:spPr>
          <a:xfrm>
            <a:off x="3477925" y="2102174"/>
            <a:ext cx="6172500" cy="554100"/>
          </a:xfrm>
          <a:prstGeom prst="roundRect">
            <a:avLst>
              <a:gd fmla="val 6541"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7" name="Google Shape;11147;p185"/>
          <p:cNvSpPr/>
          <p:nvPr/>
        </p:nvSpPr>
        <p:spPr>
          <a:xfrm>
            <a:off x="3477925" y="2783750"/>
            <a:ext cx="6172500" cy="461700"/>
          </a:xfrm>
          <a:prstGeom prst="roundRect">
            <a:avLst>
              <a:gd fmla="val 6541"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8" name="Google Shape;11148;p185"/>
          <p:cNvSpPr/>
          <p:nvPr/>
        </p:nvSpPr>
        <p:spPr>
          <a:xfrm>
            <a:off x="3477925" y="3361210"/>
            <a:ext cx="6172500" cy="554100"/>
          </a:xfrm>
          <a:prstGeom prst="roundRect">
            <a:avLst>
              <a:gd fmla="val 6541"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9" name="Google Shape;11149;p185"/>
          <p:cNvSpPr/>
          <p:nvPr/>
        </p:nvSpPr>
        <p:spPr>
          <a:xfrm>
            <a:off x="3477925" y="4068017"/>
            <a:ext cx="6172500" cy="554100"/>
          </a:xfrm>
          <a:prstGeom prst="roundRect">
            <a:avLst>
              <a:gd fmla="val 6541"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0" name="Google Shape;11150;p185"/>
          <p:cNvSpPr/>
          <p:nvPr/>
        </p:nvSpPr>
        <p:spPr>
          <a:xfrm>
            <a:off x="3477925" y="4779010"/>
            <a:ext cx="6172500" cy="554100"/>
          </a:xfrm>
          <a:prstGeom prst="roundRect">
            <a:avLst>
              <a:gd fmla="val 6541"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1" name="Google Shape;11151;p185"/>
          <p:cNvSpPr/>
          <p:nvPr/>
        </p:nvSpPr>
        <p:spPr>
          <a:xfrm>
            <a:off x="3477925" y="5494810"/>
            <a:ext cx="6172500" cy="554100"/>
          </a:xfrm>
          <a:prstGeom prst="roundRect">
            <a:avLst>
              <a:gd fmla="val 6541"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2" name="Google Shape;11152;p185"/>
          <p:cNvSpPr txBox="1"/>
          <p:nvPr>
            <p:ph idx="1" type="subTitle"/>
          </p:nvPr>
        </p:nvSpPr>
        <p:spPr>
          <a:xfrm>
            <a:off x="3470925" y="1390468"/>
            <a:ext cx="6172500" cy="570900"/>
          </a:xfrm>
          <a:prstGeom prst="rect">
            <a:avLst/>
          </a:prstGeom>
          <a:noFill/>
          <a:ln>
            <a:noFill/>
          </a:ln>
        </p:spPr>
        <p:txBody>
          <a:bodyPr anchorCtr="0" anchor="ctr" bIns="36000" lIns="36000" spcFirstLastPara="1" rIns="36000" wrap="square" tIns="36000">
            <a:noAutofit/>
          </a:bodyPr>
          <a:lstStyle>
            <a:lvl1pPr lvl="0">
              <a:lnSpc>
                <a:spcPct val="90000"/>
              </a:lnSpc>
              <a:spcBef>
                <a:spcPts val="0"/>
              </a:spcBef>
              <a:spcAft>
                <a:spcPts val="0"/>
              </a:spcAft>
              <a:buClr>
                <a:srgbClr val="000000"/>
              </a:buClr>
              <a:buSzPts val="1000"/>
              <a:buFont typeface="Arvo"/>
              <a:buNone/>
              <a:defRPr sz="10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1000"/>
              <a:buNone/>
              <a:defRPr sz="1000">
                <a:solidFill>
                  <a:srgbClr val="000000"/>
                </a:solidFill>
              </a:defRPr>
            </a:lvl2pPr>
            <a:lvl3pPr lvl="2">
              <a:lnSpc>
                <a:spcPct val="90000"/>
              </a:lnSpc>
              <a:spcBef>
                <a:spcPts val="0"/>
              </a:spcBef>
              <a:spcAft>
                <a:spcPts val="0"/>
              </a:spcAft>
              <a:buClr>
                <a:srgbClr val="000000"/>
              </a:buClr>
              <a:buSzPts val="1000"/>
              <a:buNone/>
              <a:defRPr sz="1000">
                <a:solidFill>
                  <a:srgbClr val="000000"/>
                </a:solidFill>
              </a:defRPr>
            </a:lvl3pPr>
            <a:lvl4pPr lvl="3">
              <a:lnSpc>
                <a:spcPct val="90000"/>
              </a:lnSpc>
              <a:spcBef>
                <a:spcPts val="0"/>
              </a:spcBef>
              <a:spcAft>
                <a:spcPts val="0"/>
              </a:spcAft>
              <a:buClr>
                <a:srgbClr val="000000"/>
              </a:buClr>
              <a:buSzPts val="1000"/>
              <a:buNone/>
              <a:defRPr sz="1000">
                <a:solidFill>
                  <a:srgbClr val="000000"/>
                </a:solidFill>
              </a:defRPr>
            </a:lvl4pPr>
            <a:lvl5pPr lvl="4">
              <a:lnSpc>
                <a:spcPct val="90000"/>
              </a:lnSpc>
              <a:spcBef>
                <a:spcPts val="0"/>
              </a:spcBef>
              <a:spcAft>
                <a:spcPts val="0"/>
              </a:spcAft>
              <a:buClr>
                <a:srgbClr val="000000"/>
              </a:buClr>
              <a:buSzPts val="1000"/>
              <a:buNone/>
              <a:defRPr sz="1000">
                <a:solidFill>
                  <a:srgbClr val="000000"/>
                </a:solidFill>
              </a:defRPr>
            </a:lvl5pPr>
            <a:lvl6pPr lvl="5">
              <a:lnSpc>
                <a:spcPct val="90000"/>
              </a:lnSpc>
              <a:spcBef>
                <a:spcPts val="0"/>
              </a:spcBef>
              <a:spcAft>
                <a:spcPts val="0"/>
              </a:spcAft>
              <a:buClr>
                <a:srgbClr val="000000"/>
              </a:buClr>
              <a:buSzPts val="1000"/>
              <a:buNone/>
              <a:defRPr sz="1000">
                <a:solidFill>
                  <a:srgbClr val="000000"/>
                </a:solidFill>
              </a:defRPr>
            </a:lvl6pPr>
            <a:lvl7pPr lvl="6">
              <a:lnSpc>
                <a:spcPct val="90000"/>
              </a:lnSpc>
              <a:spcBef>
                <a:spcPts val="0"/>
              </a:spcBef>
              <a:spcAft>
                <a:spcPts val="0"/>
              </a:spcAft>
              <a:buClr>
                <a:srgbClr val="000000"/>
              </a:buClr>
              <a:buSzPts val="1000"/>
              <a:buNone/>
              <a:defRPr sz="1000">
                <a:solidFill>
                  <a:srgbClr val="000000"/>
                </a:solidFill>
              </a:defRPr>
            </a:lvl7pPr>
            <a:lvl8pPr lvl="7">
              <a:lnSpc>
                <a:spcPct val="90000"/>
              </a:lnSpc>
              <a:spcBef>
                <a:spcPts val="0"/>
              </a:spcBef>
              <a:spcAft>
                <a:spcPts val="0"/>
              </a:spcAft>
              <a:buClr>
                <a:srgbClr val="000000"/>
              </a:buClr>
              <a:buSzPts val="1000"/>
              <a:buNone/>
              <a:defRPr sz="1000">
                <a:solidFill>
                  <a:srgbClr val="000000"/>
                </a:solidFill>
              </a:defRPr>
            </a:lvl8pPr>
            <a:lvl9pPr lvl="8">
              <a:lnSpc>
                <a:spcPct val="90000"/>
              </a:lnSpc>
              <a:spcBef>
                <a:spcPts val="0"/>
              </a:spcBef>
              <a:spcAft>
                <a:spcPts val="0"/>
              </a:spcAft>
              <a:buClr>
                <a:srgbClr val="000000"/>
              </a:buClr>
              <a:buSzPts val="1000"/>
              <a:buNone/>
              <a:defRPr sz="1000">
                <a:solidFill>
                  <a:srgbClr val="000000"/>
                </a:solidFill>
              </a:defRPr>
            </a:lvl9pPr>
          </a:lstStyle>
          <a:p/>
        </p:txBody>
      </p:sp>
      <p:sp>
        <p:nvSpPr>
          <p:cNvPr id="11153" name="Google Shape;11153;p185"/>
          <p:cNvSpPr txBox="1"/>
          <p:nvPr>
            <p:ph idx="2" type="subTitle"/>
          </p:nvPr>
        </p:nvSpPr>
        <p:spPr>
          <a:xfrm>
            <a:off x="3470925" y="2095590"/>
            <a:ext cx="6172500" cy="570900"/>
          </a:xfrm>
          <a:prstGeom prst="rect">
            <a:avLst/>
          </a:prstGeom>
          <a:noFill/>
          <a:ln>
            <a:noFill/>
          </a:ln>
        </p:spPr>
        <p:txBody>
          <a:bodyPr anchorCtr="0" anchor="ctr" bIns="36000" lIns="36000" spcFirstLastPara="1" rIns="36000" wrap="square" tIns="36000">
            <a:noAutofit/>
          </a:bodyPr>
          <a:lstStyle>
            <a:lvl1pPr lvl="0">
              <a:lnSpc>
                <a:spcPct val="90000"/>
              </a:lnSpc>
              <a:spcBef>
                <a:spcPts val="0"/>
              </a:spcBef>
              <a:spcAft>
                <a:spcPts val="0"/>
              </a:spcAft>
              <a:buClr>
                <a:srgbClr val="000000"/>
              </a:buClr>
              <a:buSzPts val="1000"/>
              <a:buFont typeface="Arvo"/>
              <a:buNone/>
              <a:defRPr sz="10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1000"/>
              <a:buNone/>
              <a:defRPr sz="1000">
                <a:solidFill>
                  <a:srgbClr val="000000"/>
                </a:solidFill>
              </a:defRPr>
            </a:lvl2pPr>
            <a:lvl3pPr lvl="2">
              <a:lnSpc>
                <a:spcPct val="90000"/>
              </a:lnSpc>
              <a:spcBef>
                <a:spcPts val="0"/>
              </a:spcBef>
              <a:spcAft>
                <a:spcPts val="0"/>
              </a:spcAft>
              <a:buClr>
                <a:srgbClr val="000000"/>
              </a:buClr>
              <a:buSzPts val="1000"/>
              <a:buNone/>
              <a:defRPr sz="1000">
                <a:solidFill>
                  <a:srgbClr val="000000"/>
                </a:solidFill>
              </a:defRPr>
            </a:lvl3pPr>
            <a:lvl4pPr lvl="3">
              <a:lnSpc>
                <a:spcPct val="90000"/>
              </a:lnSpc>
              <a:spcBef>
                <a:spcPts val="0"/>
              </a:spcBef>
              <a:spcAft>
                <a:spcPts val="0"/>
              </a:spcAft>
              <a:buClr>
                <a:srgbClr val="000000"/>
              </a:buClr>
              <a:buSzPts val="1000"/>
              <a:buNone/>
              <a:defRPr sz="1000">
                <a:solidFill>
                  <a:srgbClr val="000000"/>
                </a:solidFill>
              </a:defRPr>
            </a:lvl4pPr>
            <a:lvl5pPr lvl="4">
              <a:lnSpc>
                <a:spcPct val="90000"/>
              </a:lnSpc>
              <a:spcBef>
                <a:spcPts val="0"/>
              </a:spcBef>
              <a:spcAft>
                <a:spcPts val="0"/>
              </a:spcAft>
              <a:buClr>
                <a:srgbClr val="000000"/>
              </a:buClr>
              <a:buSzPts val="1000"/>
              <a:buNone/>
              <a:defRPr sz="1000">
                <a:solidFill>
                  <a:srgbClr val="000000"/>
                </a:solidFill>
              </a:defRPr>
            </a:lvl5pPr>
            <a:lvl6pPr lvl="5">
              <a:lnSpc>
                <a:spcPct val="90000"/>
              </a:lnSpc>
              <a:spcBef>
                <a:spcPts val="0"/>
              </a:spcBef>
              <a:spcAft>
                <a:spcPts val="0"/>
              </a:spcAft>
              <a:buClr>
                <a:srgbClr val="000000"/>
              </a:buClr>
              <a:buSzPts val="1000"/>
              <a:buNone/>
              <a:defRPr sz="1000">
                <a:solidFill>
                  <a:srgbClr val="000000"/>
                </a:solidFill>
              </a:defRPr>
            </a:lvl6pPr>
            <a:lvl7pPr lvl="6">
              <a:lnSpc>
                <a:spcPct val="90000"/>
              </a:lnSpc>
              <a:spcBef>
                <a:spcPts val="0"/>
              </a:spcBef>
              <a:spcAft>
                <a:spcPts val="0"/>
              </a:spcAft>
              <a:buClr>
                <a:srgbClr val="000000"/>
              </a:buClr>
              <a:buSzPts val="1000"/>
              <a:buNone/>
              <a:defRPr sz="1000">
                <a:solidFill>
                  <a:srgbClr val="000000"/>
                </a:solidFill>
              </a:defRPr>
            </a:lvl7pPr>
            <a:lvl8pPr lvl="7">
              <a:lnSpc>
                <a:spcPct val="90000"/>
              </a:lnSpc>
              <a:spcBef>
                <a:spcPts val="0"/>
              </a:spcBef>
              <a:spcAft>
                <a:spcPts val="0"/>
              </a:spcAft>
              <a:buClr>
                <a:srgbClr val="000000"/>
              </a:buClr>
              <a:buSzPts val="1000"/>
              <a:buNone/>
              <a:defRPr sz="1000">
                <a:solidFill>
                  <a:srgbClr val="000000"/>
                </a:solidFill>
              </a:defRPr>
            </a:lvl8pPr>
            <a:lvl9pPr lvl="8">
              <a:lnSpc>
                <a:spcPct val="90000"/>
              </a:lnSpc>
              <a:spcBef>
                <a:spcPts val="0"/>
              </a:spcBef>
              <a:spcAft>
                <a:spcPts val="0"/>
              </a:spcAft>
              <a:buClr>
                <a:srgbClr val="000000"/>
              </a:buClr>
              <a:buSzPts val="1000"/>
              <a:buNone/>
              <a:defRPr sz="1000">
                <a:solidFill>
                  <a:srgbClr val="000000"/>
                </a:solidFill>
              </a:defRPr>
            </a:lvl9pPr>
          </a:lstStyle>
          <a:p/>
        </p:txBody>
      </p:sp>
      <p:sp>
        <p:nvSpPr>
          <p:cNvPr id="11154" name="Google Shape;11154;p185"/>
          <p:cNvSpPr txBox="1"/>
          <p:nvPr>
            <p:ph idx="3" type="subTitle"/>
          </p:nvPr>
        </p:nvSpPr>
        <p:spPr>
          <a:xfrm>
            <a:off x="3470925" y="2781395"/>
            <a:ext cx="6172500" cy="461700"/>
          </a:xfrm>
          <a:prstGeom prst="rect">
            <a:avLst/>
          </a:prstGeom>
          <a:noFill/>
          <a:ln>
            <a:noFill/>
          </a:ln>
        </p:spPr>
        <p:txBody>
          <a:bodyPr anchorCtr="0" anchor="ctr" bIns="36000" lIns="36000" spcFirstLastPara="1" rIns="36000" wrap="square" tIns="36000">
            <a:noAutofit/>
          </a:bodyPr>
          <a:lstStyle>
            <a:lvl1pPr lvl="0">
              <a:lnSpc>
                <a:spcPct val="90000"/>
              </a:lnSpc>
              <a:spcBef>
                <a:spcPts val="0"/>
              </a:spcBef>
              <a:spcAft>
                <a:spcPts val="0"/>
              </a:spcAft>
              <a:buClr>
                <a:srgbClr val="000000"/>
              </a:buClr>
              <a:buSzPts val="1000"/>
              <a:buFont typeface="Arvo"/>
              <a:buNone/>
              <a:defRPr sz="10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1000"/>
              <a:buNone/>
              <a:defRPr sz="1000">
                <a:solidFill>
                  <a:srgbClr val="000000"/>
                </a:solidFill>
              </a:defRPr>
            </a:lvl2pPr>
            <a:lvl3pPr lvl="2">
              <a:lnSpc>
                <a:spcPct val="90000"/>
              </a:lnSpc>
              <a:spcBef>
                <a:spcPts val="0"/>
              </a:spcBef>
              <a:spcAft>
                <a:spcPts val="0"/>
              </a:spcAft>
              <a:buClr>
                <a:srgbClr val="000000"/>
              </a:buClr>
              <a:buSzPts val="1000"/>
              <a:buNone/>
              <a:defRPr sz="1000">
                <a:solidFill>
                  <a:srgbClr val="000000"/>
                </a:solidFill>
              </a:defRPr>
            </a:lvl3pPr>
            <a:lvl4pPr lvl="3">
              <a:lnSpc>
                <a:spcPct val="90000"/>
              </a:lnSpc>
              <a:spcBef>
                <a:spcPts val="0"/>
              </a:spcBef>
              <a:spcAft>
                <a:spcPts val="0"/>
              </a:spcAft>
              <a:buClr>
                <a:srgbClr val="000000"/>
              </a:buClr>
              <a:buSzPts val="1000"/>
              <a:buNone/>
              <a:defRPr sz="1000">
                <a:solidFill>
                  <a:srgbClr val="000000"/>
                </a:solidFill>
              </a:defRPr>
            </a:lvl4pPr>
            <a:lvl5pPr lvl="4">
              <a:lnSpc>
                <a:spcPct val="90000"/>
              </a:lnSpc>
              <a:spcBef>
                <a:spcPts val="0"/>
              </a:spcBef>
              <a:spcAft>
                <a:spcPts val="0"/>
              </a:spcAft>
              <a:buClr>
                <a:srgbClr val="000000"/>
              </a:buClr>
              <a:buSzPts val="1000"/>
              <a:buNone/>
              <a:defRPr sz="1000">
                <a:solidFill>
                  <a:srgbClr val="000000"/>
                </a:solidFill>
              </a:defRPr>
            </a:lvl5pPr>
            <a:lvl6pPr lvl="5">
              <a:lnSpc>
                <a:spcPct val="90000"/>
              </a:lnSpc>
              <a:spcBef>
                <a:spcPts val="0"/>
              </a:spcBef>
              <a:spcAft>
                <a:spcPts val="0"/>
              </a:spcAft>
              <a:buClr>
                <a:srgbClr val="000000"/>
              </a:buClr>
              <a:buSzPts val="1000"/>
              <a:buNone/>
              <a:defRPr sz="1000">
                <a:solidFill>
                  <a:srgbClr val="000000"/>
                </a:solidFill>
              </a:defRPr>
            </a:lvl6pPr>
            <a:lvl7pPr lvl="6">
              <a:lnSpc>
                <a:spcPct val="90000"/>
              </a:lnSpc>
              <a:spcBef>
                <a:spcPts val="0"/>
              </a:spcBef>
              <a:spcAft>
                <a:spcPts val="0"/>
              </a:spcAft>
              <a:buClr>
                <a:srgbClr val="000000"/>
              </a:buClr>
              <a:buSzPts val="1000"/>
              <a:buNone/>
              <a:defRPr sz="1000">
                <a:solidFill>
                  <a:srgbClr val="000000"/>
                </a:solidFill>
              </a:defRPr>
            </a:lvl7pPr>
            <a:lvl8pPr lvl="7">
              <a:lnSpc>
                <a:spcPct val="90000"/>
              </a:lnSpc>
              <a:spcBef>
                <a:spcPts val="0"/>
              </a:spcBef>
              <a:spcAft>
                <a:spcPts val="0"/>
              </a:spcAft>
              <a:buClr>
                <a:srgbClr val="000000"/>
              </a:buClr>
              <a:buSzPts val="1000"/>
              <a:buNone/>
              <a:defRPr sz="1000">
                <a:solidFill>
                  <a:srgbClr val="000000"/>
                </a:solidFill>
              </a:defRPr>
            </a:lvl8pPr>
            <a:lvl9pPr lvl="8">
              <a:lnSpc>
                <a:spcPct val="90000"/>
              </a:lnSpc>
              <a:spcBef>
                <a:spcPts val="0"/>
              </a:spcBef>
              <a:spcAft>
                <a:spcPts val="0"/>
              </a:spcAft>
              <a:buClr>
                <a:srgbClr val="000000"/>
              </a:buClr>
              <a:buSzPts val="1000"/>
              <a:buNone/>
              <a:defRPr sz="1000">
                <a:solidFill>
                  <a:srgbClr val="000000"/>
                </a:solidFill>
              </a:defRPr>
            </a:lvl9pPr>
          </a:lstStyle>
          <a:p/>
        </p:txBody>
      </p:sp>
      <p:sp>
        <p:nvSpPr>
          <p:cNvPr id="11155" name="Google Shape;11155;p185"/>
          <p:cNvSpPr txBox="1"/>
          <p:nvPr>
            <p:ph idx="4" type="subTitle"/>
          </p:nvPr>
        </p:nvSpPr>
        <p:spPr>
          <a:xfrm>
            <a:off x="3470925" y="3353211"/>
            <a:ext cx="6172500" cy="570900"/>
          </a:xfrm>
          <a:prstGeom prst="rect">
            <a:avLst/>
          </a:prstGeom>
          <a:noFill/>
          <a:ln>
            <a:noFill/>
          </a:ln>
        </p:spPr>
        <p:txBody>
          <a:bodyPr anchorCtr="0" anchor="ctr" bIns="36000" lIns="36000" spcFirstLastPara="1" rIns="36000" wrap="square" tIns="36000">
            <a:noAutofit/>
          </a:bodyPr>
          <a:lstStyle>
            <a:lvl1pPr lvl="0">
              <a:lnSpc>
                <a:spcPct val="90000"/>
              </a:lnSpc>
              <a:spcBef>
                <a:spcPts val="0"/>
              </a:spcBef>
              <a:spcAft>
                <a:spcPts val="0"/>
              </a:spcAft>
              <a:buClr>
                <a:srgbClr val="000000"/>
              </a:buClr>
              <a:buSzPts val="1000"/>
              <a:buFont typeface="Arvo"/>
              <a:buNone/>
              <a:defRPr sz="10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1000"/>
              <a:buNone/>
              <a:defRPr sz="1000">
                <a:solidFill>
                  <a:srgbClr val="000000"/>
                </a:solidFill>
              </a:defRPr>
            </a:lvl2pPr>
            <a:lvl3pPr lvl="2">
              <a:lnSpc>
                <a:spcPct val="90000"/>
              </a:lnSpc>
              <a:spcBef>
                <a:spcPts val="0"/>
              </a:spcBef>
              <a:spcAft>
                <a:spcPts val="0"/>
              </a:spcAft>
              <a:buClr>
                <a:srgbClr val="000000"/>
              </a:buClr>
              <a:buSzPts val="1000"/>
              <a:buNone/>
              <a:defRPr sz="1000">
                <a:solidFill>
                  <a:srgbClr val="000000"/>
                </a:solidFill>
              </a:defRPr>
            </a:lvl3pPr>
            <a:lvl4pPr lvl="3">
              <a:lnSpc>
                <a:spcPct val="90000"/>
              </a:lnSpc>
              <a:spcBef>
                <a:spcPts val="0"/>
              </a:spcBef>
              <a:spcAft>
                <a:spcPts val="0"/>
              </a:spcAft>
              <a:buClr>
                <a:srgbClr val="000000"/>
              </a:buClr>
              <a:buSzPts val="1000"/>
              <a:buNone/>
              <a:defRPr sz="1000">
                <a:solidFill>
                  <a:srgbClr val="000000"/>
                </a:solidFill>
              </a:defRPr>
            </a:lvl4pPr>
            <a:lvl5pPr lvl="4">
              <a:lnSpc>
                <a:spcPct val="90000"/>
              </a:lnSpc>
              <a:spcBef>
                <a:spcPts val="0"/>
              </a:spcBef>
              <a:spcAft>
                <a:spcPts val="0"/>
              </a:spcAft>
              <a:buClr>
                <a:srgbClr val="000000"/>
              </a:buClr>
              <a:buSzPts val="1000"/>
              <a:buNone/>
              <a:defRPr sz="1000">
                <a:solidFill>
                  <a:srgbClr val="000000"/>
                </a:solidFill>
              </a:defRPr>
            </a:lvl5pPr>
            <a:lvl6pPr lvl="5">
              <a:lnSpc>
                <a:spcPct val="90000"/>
              </a:lnSpc>
              <a:spcBef>
                <a:spcPts val="0"/>
              </a:spcBef>
              <a:spcAft>
                <a:spcPts val="0"/>
              </a:spcAft>
              <a:buClr>
                <a:srgbClr val="000000"/>
              </a:buClr>
              <a:buSzPts val="1000"/>
              <a:buNone/>
              <a:defRPr sz="1000">
                <a:solidFill>
                  <a:srgbClr val="000000"/>
                </a:solidFill>
              </a:defRPr>
            </a:lvl6pPr>
            <a:lvl7pPr lvl="6">
              <a:lnSpc>
                <a:spcPct val="90000"/>
              </a:lnSpc>
              <a:spcBef>
                <a:spcPts val="0"/>
              </a:spcBef>
              <a:spcAft>
                <a:spcPts val="0"/>
              </a:spcAft>
              <a:buClr>
                <a:srgbClr val="000000"/>
              </a:buClr>
              <a:buSzPts val="1000"/>
              <a:buNone/>
              <a:defRPr sz="1000">
                <a:solidFill>
                  <a:srgbClr val="000000"/>
                </a:solidFill>
              </a:defRPr>
            </a:lvl7pPr>
            <a:lvl8pPr lvl="7">
              <a:lnSpc>
                <a:spcPct val="90000"/>
              </a:lnSpc>
              <a:spcBef>
                <a:spcPts val="0"/>
              </a:spcBef>
              <a:spcAft>
                <a:spcPts val="0"/>
              </a:spcAft>
              <a:buClr>
                <a:srgbClr val="000000"/>
              </a:buClr>
              <a:buSzPts val="1000"/>
              <a:buNone/>
              <a:defRPr sz="1000">
                <a:solidFill>
                  <a:srgbClr val="000000"/>
                </a:solidFill>
              </a:defRPr>
            </a:lvl8pPr>
            <a:lvl9pPr lvl="8">
              <a:lnSpc>
                <a:spcPct val="90000"/>
              </a:lnSpc>
              <a:spcBef>
                <a:spcPts val="0"/>
              </a:spcBef>
              <a:spcAft>
                <a:spcPts val="0"/>
              </a:spcAft>
              <a:buClr>
                <a:srgbClr val="000000"/>
              </a:buClr>
              <a:buSzPts val="1000"/>
              <a:buNone/>
              <a:defRPr sz="1000">
                <a:solidFill>
                  <a:srgbClr val="000000"/>
                </a:solidFill>
              </a:defRPr>
            </a:lvl9pPr>
          </a:lstStyle>
          <a:p/>
        </p:txBody>
      </p:sp>
      <p:sp>
        <p:nvSpPr>
          <p:cNvPr id="11156" name="Google Shape;11156;p185"/>
          <p:cNvSpPr txBox="1"/>
          <p:nvPr>
            <p:ph idx="5" type="subTitle"/>
          </p:nvPr>
        </p:nvSpPr>
        <p:spPr>
          <a:xfrm>
            <a:off x="3470925" y="4051607"/>
            <a:ext cx="6172500" cy="570900"/>
          </a:xfrm>
          <a:prstGeom prst="rect">
            <a:avLst/>
          </a:prstGeom>
          <a:noFill/>
          <a:ln>
            <a:noFill/>
          </a:ln>
        </p:spPr>
        <p:txBody>
          <a:bodyPr anchorCtr="0" anchor="ctr" bIns="36000" lIns="36000" spcFirstLastPara="1" rIns="36000" wrap="square" tIns="36000">
            <a:noAutofit/>
          </a:bodyPr>
          <a:lstStyle>
            <a:lvl1pPr lvl="0">
              <a:lnSpc>
                <a:spcPct val="90000"/>
              </a:lnSpc>
              <a:spcBef>
                <a:spcPts val="0"/>
              </a:spcBef>
              <a:spcAft>
                <a:spcPts val="0"/>
              </a:spcAft>
              <a:buClr>
                <a:srgbClr val="000000"/>
              </a:buClr>
              <a:buSzPts val="1000"/>
              <a:buFont typeface="Arvo"/>
              <a:buNone/>
              <a:defRPr sz="10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1000"/>
              <a:buNone/>
              <a:defRPr sz="1000">
                <a:solidFill>
                  <a:srgbClr val="000000"/>
                </a:solidFill>
              </a:defRPr>
            </a:lvl2pPr>
            <a:lvl3pPr lvl="2">
              <a:lnSpc>
                <a:spcPct val="90000"/>
              </a:lnSpc>
              <a:spcBef>
                <a:spcPts val="0"/>
              </a:spcBef>
              <a:spcAft>
                <a:spcPts val="0"/>
              </a:spcAft>
              <a:buClr>
                <a:srgbClr val="000000"/>
              </a:buClr>
              <a:buSzPts val="1000"/>
              <a:buNone/>
              <a:defRPr sz="1000">
                <a:solidFill>
                  <a:srgbClr val="000000"/>
                </a:solidFill>
              </a:defRPr>
            </a:lvl3pPr>
            <a:lvl4pPr lvl="3">
              <a:lnSpc>
                <a:spcPct val="90000"/>
              </a:lnSpc>
              <a:spcBef>
                <a:spcPts val="0"/>
              </a:spcBef>
              <a:spcAft>
                <a:spcPts val="0"/>
              </a:spcAft>
              <a:buClr>
                <a:srgbClr val="000000"/>
              </a:buClr>
              <a:buSzPts val="1000"/>
              <a:buNone/>
              <a:defRPr sz="1000">
                <a:solidFill>
                  <a:srgbClr val="000000"/>
                </a:solidFill>
              </a:defRPr>
            </a:lvl4pPr>
            <a:lvl5pPr lvl="4">
              <a:lnSpc>
                <a:spcPct val="90000"/>
              </a:lnSpc>
              <a:spcBef>
                <a:spcPts val="0"/>
              </a:spcBef>
              <a:spcAft>
                <a:spcPts val="0"/>
              </a:spcAft>
              <a:buClr>
                <a:srgbClr val="000000"/>
              </a:buClr>
              <a:buSzPts val="1000"/>
              <a:buNone/>
              <a:defRPr sz="1000">
                <a:solidFill>
                  <a:srgbClr val="000000"/>
                </a:solidFill>
              </a:defRPr>
            </a:lvl5pPr>
            <a:lvl6pPr lvl="5">
              <a:lnSpc>
                <a:spcPct val="90000"/>
              </a:lnSpc>
              <a:spcBef>
                <a:spcPts val="0"/>
              </a:spcBef>
              <a:spcAft>
                <a:spcPts val="0"/>
              </a:spcAft>
              <a:buClr>
                <a:srgbClr val="000000"/>
              </a:buClr>
              <a:buSzPts val="1000"/>
              <a:buNone/>
              <a:defRPr sz="1000">
                <a:solidFill>
                  <a:srgbClr val="000000"/>
                </a:solidFill>
              </a:defRPr>
            </a:lvl6pPr>
            <a:lvl7pPr lvl="6">
              <a:lnSpc>
                <a:spcPct val="90000"/>
              </a:lnSpc>
              <a:spcBef>
                <a:spcPts val="0"/>
              </a:spcBef>
              <a:spcAft>
                <a:spcPts val="0"/>
              </a:spcAft>
              <a:buClr>
                <a:srgbClr val="000000"/>
              </a:buClr>
              <a:buSzPts val="1000"/>
              <a:buNone/>
              <a:defRPr sz="1000">
                <a:solidFill>
                  <a:srgbClr val="000000"/>
                </a:solidFill>
              </a:defRPr>
            </a:lvl7pPr>
            <a:lvl8pPr lvl="7">
              <a:lnSpc>
                <a:spcPct val="90000"/>
              </a:lnSpc>
              <a:spcBef>
                <a:spcPts val="0"/>
              </a:spcBef>
              <a:spcAft>
                <a:spcPts val="0"/>
              </a:spcAft>
              <a:buClr>
                <a:srgbClr val="000000"/>
              </a:buClr>
              <a:buSzPts val="1000"/>
              <a:buNone/>
              <a:defRPr sz="1000">
                <a:solidFill>
                  <a:srgbClr val="000000"/>
                </a:solidFill>
              </a:defRPr>
            </a:lvl8pPr>
            <a:lvl9pPr lvl="8">
              <a:lnSpc>
                <a:spcPct val="90000"/>
              </a:lnSpc>
              <a:spcBef>
                <a:spcPts val="0"/>
              </a:spcBef>
              <a:spcAft>
                <a:spcPts val="0"/>
              </a:spcAft>
              <a:buClr>
                <a:srgbClr val="000000"/>
              </a:buClr>
              <a:buSzPts val="1000"/>
              <a:buNone/>
              <a:defRPr sz="1000">
                <a:solidFill>
                  <a:srgbClr val="000000"/>
                </a:solidFill>
              </a:defRPr>
            </a:lvl9pPr>
          </a:lstStyle>
          <a:p/>
        </p:txBody>
      </p:sp>
      <p:sp>
        <p:nvSpPr>
          <p:cNvPr id="11157" name="Google Shape;11157;p185"/>
          <p:cNvSpPr txBox="1"/>
          <p:nvPr>
            <p:ph idx="6" type="subTitle"/>
          </p:nvPr>
        </p:nvSpPr>
        <p:spPr>
          <a:xfrm>
            <a:off x="3470925" y="4775817"/>
            <a:ext cx="6172500" cy="570900"/>
          </a:xfrm>
          <a:prstGeom prst="rect">
            <a:avLst/>
          </a:prstGeom>
          <a:noFill/>
          <a:ln>
            <a:noFill/>
          </a:ln>
        </p:spPr>
        <p:txBody>
          <a:bodyPr anchorCtr="0" anchor="ctr" bIns="36000" lIns="36000" spcFirstLastPara="1" rIns="36000" wrap="square" tIns="36000">
            <a:noAutofit/>
          </a:bodyPr>
          <a:lstStyle>
            <a:lvl1pPr lvl="0">
              <a:lnSpc>
                <a:spcPct val="90000"/>
              </a:lnSpc>
              <a:spcBef>
                <a:spcPts val="0"/>
              </a:spcBef>
              <a:spcAft>
                <a:spcPts val="0"/>
              </a:spcAft>
              <a:buClr>
                <a:srgbClr val="000000"/>
              </a:buClr>
              <a:buSzPts val="1000"/>
              <a:buFont typeface="Arvo"/>
              <a:buNone/>
              <a:defRPr sz="10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1000"/>
              <a:buNone/>
              <a:defRPr sz="1000">
                <a:solidFill>
                  <a:srgbClr val="000000"/>
                </a:solidFill>
              </a:defRPr>
            </a:lvl2pPr>
            <a:lvl3pPr lvl="2">
              <a:lnSpc>
                <a:spcPct val="90000"/>
              </a:lnSpc>
              <a:spcBef>
                <a:spcPts val="0"/>
              </a:spcBef>
              <a:spcAft>
                <a:spcPts val="0"/>
              </a:spcAft>
              <a:buClr>
                <a:srgbClr val="000000"/>
              </a:buClr>
              <a:buSzPts val="1000"/>
              <a:buNone/>
              <a:defRPr sz="1000">
                <a:solidFill>
                  <a:srgbClr val="000000"/>
                </a:solidFill>
              </a:defRPr>
            </a:lvl3pPr>
            <a:lvl4pPr lvl="3">
              <a:lnSpc>
                <a:spcPct val="90000"/>
              </a:lnSpc>
              <a:spcBef>
                <a:spcPts val="0"/>
              </a:spcBef>
              <a:spcAft>
                <a:spcPts val="0"/>
              </a:spcAft>
              <a:buClr>
                <a:srgbClr val="000000"/>
              </a:buClr>
              <a:buSzPts val="1000"/>
              <a:buNone/>
              <a:defRPr sz="1000">
                <a:solidFill>
                  <a:srgbClr val="000000"/>
                </a:solidFill>
              </a:defRPr>
            </a:lvl4pPr>
            <a:lvl5pPr lvl="4">
              <a:lnSpc>
                <a:spcPct val="90000"/>
              </a:lnSpc>
              <a:spcBef>
                <a:spcPts val="0"/>
              </a:spcBef>
              <a:spcAft>
                <a:spcPts val="0"/>
              </a:spcAft>
              <a:buClr>
                <a:srgbClr val="000000"/>
              </a:buClr>
              <a:buSzPts val="1000"/>
              <a:buNone/>
              <a:defRPr sz="1000">
                <a:solidFill>
                  <a:srgbClr val="000000"/>
                </a:solidFill>
              </a:defRPr>
            </a:lvl5pPr>
            <a:lvl6pPr lvl="5">
              <a:lnSpc>
                <a:spcPct val="90000"/>
              </a:lnSpc>
              <a:spcBef>
                <a:spcPts val="0"/>
              </a:spcBef>
              <a:spcAft>
                <a:spcPts val="0"/>
              </a:spcAft>
              <a:buClr>
                <a:srgbClr val="000000"/>
              </a:buClr>
              <a:buSzPts val="1000"/>
              <a:buNone/>
              <a:defRPr sz="1000">
                <a:solidFill>
                  <a:srgbClr val="000000"/>
                </a:solidFill>
              </a:defRPr>
            </a:lvl6pPr>
            <a:lvl7pPr lvl="6">
              <a:lnSpc>
                <a:spcPct val="90000"/>
              </a:lnSpc>
              <a:spcBef>
                <a:spcPts val="0"/>
              </a:spcBef>
              <a:spcAft>
                <a:spcPts val="0"/>
              </a:spcAft>
              <a:buClr>
                <a:srgbClr val="000000"/>
              </a:buClr>
              <a:buSzPts val="1000"/>
              <a:buNone/>
              <a:defRPr sz="1000">
                <a:solidFill>
                  <a:srgbClr val="000000"/>
                </a:solidFill>
              </a:defRPr>
            </a:lvl7pPr>
            <a:lvl8pPr lvl="7">
              <a:lnSpc>
                <a:spcPct val="90000"/>
              </a:lnSpc>
              <a:spcBef>
                <a:spcPts val="0"/>
              </a:spcBef>
              <a:spcAft>
                <a:spcPts val="0"/>
              </a:spcAft>
              <a:buClr>
                <a:srgbClr val="000000"/>
              </a:buClr>
              <a:buSzPts val="1000"/>
              <a:buNone/>
              <a:defRPr sz="1000">
                <a:solidFill>
                  <a:srgbClr val="000000"/>
                </a:solidFill>
              </a:defRPr>
            </a:lvl8pPr>
            <a:lvl9pPr lvl="8">
              <a:lnSpc>
                <a:spcPct val="90000"/>
              </a:lnSpc>
              <a:spcBef>
                <a:spcPts val="0"/>
              </a:spcBef>
              <a:spcAft>
                <a:spcPts val="0"/>
              </a:spcAft>
              <a:buClr>
                <a:srgbClr val="000000"/>
              </a:buClr>
              <a:buSzPts val="1000"/>
              <a:buNone/>
              <a:defRPr sz="1000">
                <a:solidFill>
                  <a:srgbClr val="000000"/>
                </a:solidFill>
              </a:defRPr>
            </a:lvl9pPr>
          </a:lstStyle>
          <a:p/>
        </p:txBody>
      </p:sp>
      <p:sp>
        <p:nvSpPr>
          <p:cNvPr id="11158" name="Google Shape;11158;p185"/>
          <p:cNvSpPr txBox="1"/>
          <p:nvPr>
            <p:ph idx="7" type="subTitle"/>
          </p:nvPr>
        </p:nvSpPr>
        <p:spPr>
          <a:xfrm>
            <a:off x="3470925" y="5486810"/>
            <a:ext cx="6172500" cy="570900"/>
          </a:xfrm>
          <a:prstGeom prst="rect">
            <a:avLst/>
          </a:prstGeom>
          <a:noFill/>
          <a:ln>
            <a:noFill/>
          </a:ln>
        </p:spPr>
        <p:txBody>
          <a:bodyPr anchorCtr="0" anchor="ctr" bIns="36000" lIns="36000" spcFirstLastPara="1" rIns="36000" wrap="square" tIns="36000">
            <a:noAutofit/>
          </a:bodyPr>
          <a:lstStyle>
            <a:lvl1pPr lvl="0">
              <a:lnSpc>
                <a:spcPct val="90000"/>
              </a:lnSpc>
              <a:spcBef>
                <a:spcPts val="0"/>
              </a:spcBef>
              <a:spcAft>
                <a:spcPts val="0"/>
              </a:spcAft>
              <a:buClr>
                <a:srgbClr val="000000"/>
              </a:buClr>
              <a:buSzPts val="1000"/>
              <a:buFont typeface="Arvo"/>
              <a:buNone/>
              <a:defRPr sz="10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1000"/>
              <a:buNone/>
              <a:defRPr sz="1000">
                <a:solidFill>
                  <a:srgbClr val="000000"/>
                </a:solidFill>
              </a:defRPr>
            </a:lvl2pPr>
            <a:lvl3pPr lvl="2">
              <a:lnSpc>
                <a:spcPct val="90000"/>
              </a:lnSpc>
              <a:spcBef>
                <a:spcPts val="0"/>
              </a:spcBef>
              <a:spcAft>
                <a:spcPts val="0"/>
              </a:spcAft>
              <a:buClr>
                <a:srgbClr val="000000"/>
              </a:buClr>
              <a:buSzPts val="1000"/>
              <a:buNone/>
              <a:defRPr sz="1000">
                <a:solidFill>
                  <a:srgbClr val="000000"/>
                </a:solidFill>
              </a:defRPr>
            </a:lvl3pPr>
            <a:lvl4pPr lvl="3">
              <a:lnSpc>
                <a:spcPct val="90000"/>
              </a:lnSpc>
              <a:spcBef>
                <a:spcPts val="0"/>
              </a:spcBef>
              <a:spcAft>
                <a:spcPts val="0"/>
              </a:spcAft>
              <a:buClr>
                <a:srgbClr val="000000"/>
              </a:buClr>
              <a:buSzPts val="1000"/>
              <a:buNone/>
              <a:defRPr sz="1000">
                <a:solidFill>
                  <a:srgbClr val="000000"/>
                </a:solidFill>
              </a:defRPr>
            </a:lvl4pPr>
            <a:lvl5pPr lvl="4">
              <a:lnSpc>
                <a:spcPct val="90000"/>
              </a:lnSpc>
              <a:spcBef>
                <a:spcPts val="0"/>
              </a:spcBef>
              <a:spcAft>
                <a:spcPts val="0"/>
              </a:spcAft>
              <a:buClr>
                <a:srgbClr val="000000"/>
              </a:buClr>
              <a:buSzPts val="1000"/>
              <a:buNone/>
              <a:defRPr sz="1000">
                <a:solidFill>
                  <a:srgbClr val="000000"/>
                </a:solidFill>
              </a:defRPr>
            </a:lvl5pPr>
            <a:lvl6pPr lvl="5">
              <a:lnSpc>
                <a:spcPct val="90000"/>
              </a:lnSpc>
              <a:spcBef>
                <a:spcPts val="0"/>
              </a:spcBef>
              <a:spcAft>
                <a:spcPts val="0"/>
              </a:spcAft>
              <a:buClr>
                <a:srgbClr val="000000"/>
              </a:buClr>
              <a:buSzPts val="1000"/>
              <a:buNone/>
              <a:defRPr sz="1000">
                <a:solidFill>
                  <a:srgbClr val="000000"/>
                </a:solidFill>
              </a:defRPr>
            </a:lvl6pPr>
            <a:lvl7pPr lvl="6">
              <a:lnSpc>
                <a:spcPct val="90000"/>
              </a:lnSpc>
              <a:spcBef>
                <a:spcPts val="0"/>
              </a:spcBef>
              <a:spcAft>
                <a:spcPts val="0"/>
              </a:spcAft>
              <a:buClr>
                <a:srgbClr val="000000"/>
              </a:buClr>
              <a:buSzPts val="1000"/>
              <a:buNone/>
              <a:defRPr sz="1000">
                <a:solidFill>
                  <a:srgbClr val="000000"/>
                </a:solidFill>
              </a:defRPr>
            </a:lvl7pPr>
            <a:lvl8pPr lvl="7">
              <a:lnSpc>
                <a:spcPct val="90000"/>
              </a:lnSpc>
              <a:spcBef>
                <a:spcPts val="0"/>
              </a:spcBef>
              <a:spcAft>
                <a:spcPts val="0"/>
              </a:spcAft>
              <a:buClr>
                <a:srgbClr val="000000"/>
              </a:buClr>
              <a:buSzPts val="1000"/>
              <a:buNone/>
              <a:defRPr sz="1000">
                <a:solidFill>
                  <a:srgbClr val="000000"/>
                </a:solidFill>
              </a:defRPr>
            </a:lvl8pPr>
            <a:lvl9pPr lvl="8">
              <a:lnSpc>
                <a:spcPct val="90000"/>
              </a:lnSpc>
              <a:spcBef>
                <a:spcPts val="0"/>
              </a:spcBef>
              <a:spcAft>
                <a:spcPts val="0"/>
              </a:spcAft>
              <a:buClr>
                <a:srgbClr val="000000"/>
              </a:buClr>
              <a:buSzPts val="1000"/>
              <a:buNone/>
              <a:defRPr sz="1000">
                <a:solidFill>
                  <a:srgbClr val="000000"/>
                </a:solidFill>
              </a:defRPr>
            </a:lvl9pPr>
          </a:lstStyle>
          <a:p/>
        </p:txBody>
      </p:sp>
      <p:sp>
        <p:nvSpPr>
          <p:cNvPr id="11159" name="Google Shape;11159;p185"/>
          <p:cNvSpPr txBox="1"/>
          <p:nvPr>
            <p:ph type="title"/>
          </p:nvPr>
        </p:nvSpPr>
        <p:spPr>
          <a:xfrm flipH="1">
            <a:off x="3219178" y="437575"/>
            <a:ext cx="6540000" cy="2658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200"/>
              <a:buNone/>
              <a:defRPr sz="1200">
                <a:solidFill>
                  <a:srgbClr val="000000"/>
                </a:solidFill>
              </a:defRPr>
            </a:lvl1pPr>
            <a:lvl2pPr lvl="1">
              <a:spcBef>
                <a:spcPts val="0"/>
              </a:spcBef>
              <a:spcAft>
                <a:spcPts val="0"/>
              </a:spcAft>
              <a:buClr>
                <a:srgbClr val="000000"/>
              </a:buClr>
              <a:buSzPts val="1100"/>
              <a:buNone/>
              <a:defRPr sz="1100">
                <a:solidFill>
                  <a:srgbClr val="000000"/>
                </a:solidFill>
              </a:defRPr>
            </a:lvl2pPr>
            <a:lvl3pPr lvl="2">
              <a:spcBef>
                <a:spcPts val="0"/>
              </a:spcBef>
              <a:spcAft>
                <a:spcPts val="0"/>
              </a:spcAft>
              <a:buClr>
                <a:srgbClr val="000000"/>
              </a:buClr>
              <a:buSzPts val="1100"/>
              <a:buNone/>
              <a:defRPr sz="1100">
                <a:solidFill>
                  <a:srgbClr val="000000"/>
                </a:solidFill>
              </a:defRPr>
            </a:lvl3pPr>
            <a:lvl4pPr lvl="3">
              <a:spcBef>
                <a:spcPts val="0"/>
              </a:spcBef>
              <a:spcAft>
                <a:spcPts val="0"/>
              </a:spcAft>
              <a:buClr>
                <a:srgbClr val="000000"/>
              </a:buClr>
              <a:buSzPts val="1100"/>
              <a:buNone/>
              <a:defRPr sz="1100">
                <a:solidFill>
                  <a:srgbClr val="000000"/>
                </a:solidFill>
              </a:defRPr>
            </a:lvl4pPr>
            <a:lvl5pPr lvl="4">
              <a:spcBef>
                <a:spcPts val="0"/>
              </a:spcBef>
              <a:spcAft>
                <a:spcPts val="0"/>
              </a:spcAft>
              <a:buClr>
                <a:srgbClr val="000000"/>
              </a:buClr>
              <a:buSzPts val="1100"/>
              <a:buNone/>
              <a:defRPr sz="1100">
                <a:solidFill>
                  <a:srgbClr val="000000"/>
                </a:solidFill>
              </a:defRPr>
            </a:lvl5pPr>
            <a:lvl6pPr lvl="5">
              <a:spcBef>
                <a:spcPts val="0"/>
              </a:spcBef>
              <a:spcAft>
                <a:spcPts val="0"/>
              </a:spcAft>
              <a:buClr>
                <a:srgbClr val="000000"/>
              </a:buClr>
              <a:buSzPts val="1100"/>
              <a:buNone/>
              <a:defRPr sz="1100">
                <a:solidFill>
                  <a:srgbClr val="000000"/>
                </a:solidFill>
              </a:defRPr>
            </a:lvl6pPr>
            <a:lvl7pPr lvl="6">
              <a:spcBef>
                <a:spcPts val="0"/>
              </a:spcBef>
              <a:spcAft>
                <a:spcPts val="0"/>
              </a:spcAft>
              <a:buClr>
                <a:srgbClr val="000000"/>
              </a:buClr>
              <a:buSzPts val="1100"/>
              <a:buNone/>
              <a:defRPr sz="1100">
                <a:solidFill>
                  <a:srgbClr val="000000"/>
                </a:solidFill>
              </a:defRPr>
            </a:lvl7pPr>
            <a:lvl8pPr lvl="7">
              <a:spcBef>
                <a:spcPts val="0"/>
              </a:spcBef>
              <a:spcAft>
                <a:spcPts val="0"/>
              </a:spcAft>
              <a:buClr>
                <a:srgbClr val="000000"/>
              </a:buClr>
              <a:buSzPts val="1100"/>
              <a:buNone/>
              <a:defRPr sz="1100">
                <a:solidFill>
                  <a:srgbClr val="000000"/>
                </a:solidFill>
              </a:defRPr>
            </a:lvl8pPr>
            <a:lvl9pPr lvl="8">
              <a:spcBef>
                <a:spcPts val="0"/>
              </a:spcBef>
              <a:spcAft>
                <a:spcPts val="0"/>
              </a:spcAft>
              <a:buClr>
                <a:srgbClr val="000000"/>
              </a:buClr>
              <a:buSzPts val="1100"/>
              <a:buNone/>
              <a:defRPr sz="1100">
                <a:solidFill>
                  <a:srgbClr val="000000"/>
                </a:solidFill>
              </a:defRPr>
            </a:lvl9pPr>
          </a:lstStyle>
          <a:p/>
        </p:txBody>
      </p:sp>
      <p:sp>
        <p:nvSpPr>
          <p:cNvPr id="11160" name="Google Shape;11160;p185"/>
          <p:cNvSpPr txBox="1"/>
          <p:nvPr/>
        </p:nvSpPr>
        <p:spPr>
          <a:xfrm>
            <a:off x="2513487" y="437267"/>
            <a:ext cx="679500" cy="2664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b="1" lang="es-419" sz="1100"/>
              <a:t>Empresa:</a:t>
            </a:r>
            <a:endParaRPr b="1" sz="1100"/>
          </a:p>
        </p:txBody>
      </p:sp>
      <p:sp>
        <p:nvSpPr>
          <p:cNvPr id="11161" name="Google Shape;11161;p185"/>
          <p:cNvSpPr txBox="1"/>
          <p:nvPr>
            <p:ph idx="8" type="body"/>
          </p:nvPr>
        </p:nvSpPr>
        <p:spPr>
          <a:xfrm>
            <a:off x="641150" y="612125"/>
            <a:ext cx="1770300" cy="160500"/>
          </a:xfrm>
          <a:prstGeom prst="rect">
            <a:avLst/>
          </a:prstGeom>
          <a:noFill/>
          <a:ln>
            <a:noFill/>
          </a:ln>
        </p:spPr>
        <p:txBody>
          <a:bodyPr anchorCtr="0" anchor="t" bIns="0" lIns="0" spcFirstLastPara="1" rIns="0" wrap="square" tIns="0">
            <a:noAutofit/>
          </a:bodyPr>
          <a:lstStyle>
            <a:lvl1pPr indent="-292100" lvl="0" marL="457200" algn="ctr">
              <a:spcBef>
                <a:spcPts val="0"/>
              </a:spcBef>
              <a:spcAft>
                <a:spcPts val="0"/>
              </a:spcAft>
              <a:buClr>
                <a:srgbClr val="FFFFFF"/>
              </a:buClr>
              <a:buSzPts val="1000"/>
              <a:buChar char="●"/>
              <a:defRPr sz="1000">
                <a:solidFill>
                  <a:srgbClr val="FFFFFF"/>
                </a:solidFill>
              </a:defRPr>
            </a:lvl1pPr>
            <a:lvl2pPr indent="-292100" lvl="1" marL="914400" algn="ctr">
              <a:spcBef>
                <a:spcPts val="0"/>
              </a:spcBef>
              <a:spcAft>
                <a:spcPts val="0"/>
              </a:spcAft>
              <a:buClr>
                <a:srgbClr val="FFFFFF"/>
              </a:buClr>
              <a:buSzPts val="1000"/>
              <a:buChar char="○"/>
              <a:defRPr sz="1000">
                <a:solidFill>
                  <a:srgbClr val="FFFFFF"/>
                </a:solidFill>
              </a:defRPr>
            </a:lvl2pPr>
            <a:lvl3pPr indent="-292100" lvl="2" marL="1371600" algn="ctr">
              <a:spcBef>
                <a:spcPts val="0"/>
              </a:spcBef>
              <a:spcAft>
                <a:spcPts val="0"/>
              </a:spcAft>
              <a:buClr>
                <a:srgbClr val="FFFFFF"/>
              </a:buClr>
              <a:buSzPts val="1000"/>
              <a:buChar char="■"/>
              <a:defRPr sz="1000">
                <a:solidFill>
                  <a:srgbClr val="FFFFFF"/>
                </a:solidFill>
              </a:defRPr>
            </a:lvl3pPr>
            <a:lvl4pPr indent="-292100" lvl="3" marL="1828800" algn="ctr">
              <a:spcBef>
                <a:spcPts val="0"/>
              </a:spcBef>
              <a:spcAft>
                <a:spcPts val="0"/>
              </a:spcAft>
              <a:buClr>
                <a:srgbClr val="FFFFFF"/>
              </a:buClr>
              <a:buSzPts val="1000"/>
              <a:buChar char="●"/>
              <a:defRPr sz="1000">
                <a:solidFill>
                  <a:srgbClr val="FFFFFF"/>
                </a:solidFill>
              </a:defRPr>
            </a:lvl4pPr>
            <a:lvl5pPr indent="-292100" lvl="4" marL="2286000" algn="ctr">
              <a:spcBef>
                <a:spcPts val="0"/>
              </a:spcBef>
              <a:spcAft>
                <a:spcPts val="0"/>
              </a:spcAft>
              <a:buClr>
                <a:srgbClr val="FFFFFF"/>
              </a:buClr>
              <a:buSzPts val="1000"/>
              <a:buChar char="○"/>
              <a:defRPr sz="1000">
                <a:solidFill>
                  <a:srgbClr val="FFFFFF"/>
                </a:solidFill>
              </a:defRPr>
            </a:lvl5pPr>
            <a:lvl6pPr indent="-292100" lvl="5" marL="2743200" algn="ctr">
              <a:spcBef>
                <a:spcPts val="0"/>
              </a:spcBef>
              <a:spcAft>
                <a:spcPts val="0"/>
              </a:spcAft>
              <a:buClr>
                <a:srgbClr val="FFFFFF"/>
              </a:buClr>
              <a:buSzPts val="1000"/>
              <a:buChar char="■"/>
              <a:defRPr sz="1000">
                <a:solidFill>
                  <a:srgbClr val="FFFFFF"/>
                </a:solidFill>
              </a:defRPr>
            </a:lvl6pPr>
            <a:lvl7pPr indent="-292100" lvl="6" marL="3200400" algn="ctr">
              <a:spcBef>
                <a:spcPts val="0"/>
              </a:spcBef>
              <a:spcAft>
                <a:spcPts val="0"/>
              </a:spcAft>
              <a:buClr>
                <a:srgbClr val="FFFFFF"/>
              </a:buClr>
              <a:buSzPts val="1000"/>
              <a:buChar char="●"/>
              <a:defRPr sz="1000">
                <a:solidFill>
                  <a:srgbClr val="FFFFFF"/>
                </a:solidFill>
              </a:defRPr>
            </a:lvl7pPr>
            <a:lvl8pPr indent="-292100" lvl="7" marL="3657600" algn="ctr">
              <a:spcBef>
                <a:spcPts val="0"/>
              </a:spcBef>
              <a:spcAft>
                <a:spcPts val="0"/>
              </a:spcAft>
              <a:buClr>
                <a:srgbClr val="FFFFFF"/>
              </a:buClr>
              <a:buSzPts val="1000"/>
              <a:buChar char="○"/>
              <a:defRPr sz="1000">
                <a:solidFill>
                  <a:srgbClr val="FFFFFF"/>
                </a:solidFill>
              </a:defRPr>
            </a:lvl8pPr>
            <a:lvl9pPr indent="-292100" lvl="8" marL="4114800" algn="ctr">
              <a:spcBef>
                <a:spcPts val="0"/>
              </a:spcBef>
              <a:spcAft>
                <a:spcPts val="0"/>
              </a:spcAft>
              <a:buClr>
                <a:srgbClr val="FFFFFF"/>
              </a:buClr>
              <a:buSzPts val="1000"/>
              <a:buChar char="■"/>
              <a:defRPr sz="1000">
                <a:solidFill>
                  <a:srgbClr val="FFFFFF"/>
                </a:solidFill>
              </a:defRPr>
            </a:lvl9pPr>
          </a:lstStyle>
          <a:p/>
        </p:txBody>
      </p:sp>
      <p:sp>
        <p:nvSpPr>
          <p:cNvPr id="11162" name="Google Shape;11162;p185"/>
          <p:cNvSpPr txBox="1"/>
          <p:nvPr/>
        </p:nvSpPr>
        <p:spPr>
          <a:xfrm>
            <a:off x="84825" y="598125"/>
            <a:ext cx="595500" cy="205800"/>
          </a:xfrm>
          <a:prstGeom prst="rect">
            <a:avLst/>
          </a:prstGeom>
          <a:noFill/>
          <a:ln>
            <a:noFill/>
          </a:ln>
        </p:spPr>
        <p:txBody>
          <a:bodyPr anchorCtr="0" anchor="t" bIns="18000" lIns="18000" spcFirstLastPara="1" rIns="18000" wrap="square" tIns="18000">
            <a:spAutoFit/>
          </a:bodyPr>
          <a:lstStyle/>
          <a:p>
            <a:pPr indent="0" lvl="0" marL="0" rtl="0" algn="l">
              <a:spcBef>
                <a:spcPts val="0"/>
              </a:spcBef>
              <a:spcAft>
                <a:spcPts val="0"/>
              </a:spcAft>
              <a:buNone/>
            </a:pPr>
            <a:r>
              <a:rPr lang="es-419" sz="1100">
                <a:solidFill>
                  <a:srgbClr val="FFFFFF"/>
                </a:solidFill>
              </a:rPr>
              <a:t>Nombre:</a:t>
            </a:r>
            <a:endParaRPr sz="1100">
              <a:solidFill>
                <a:srgbClr val="FFFFFF"/>
              </a:solidFill>
            </a:endParaRPr>
          </a:p>
        </p:txBody>
      </p:sp>
    </p:spTree>
  </p:cSld>
  <p:clrMapOvr>
    <a:masterClrMapping/>
  </p:clrMapOvr>
</p:sldLayout>
</file>

<file path=ppt/slideLayouts/slideLayout18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5 Diagrama de Espina de Pescado">
  <p:cSld name="TITLE_3_6_1_1_1_1_1_1_1_1_1_1">
    <p:spTree>
      <p:nvGrpSpPr>
        <p:cNvPr id="11163" name="Shape 11163"/>
        <p:cNvGrpSpPr/>
        <p:nvPr/>
      </p:nvGrpSpPr>
      <p:grpSpPr>
        <a:xfrm>
          <a:off x="0" y="0"/>
          <a:ext cx="0" cy="0"/>
          <a:chOff x="0" y="0"/>
          <a:chExt cx="0" cy="0"/>
        </a:xfrm>
      </p:grpSpPr>
      <p:sp>
        <p:nvSpPr>
          <p:cNvPr id="11164" name="Google Shape;11164;p186"/>
          <p:cNvSpPr txBox="1"/>
          <p:nvPr/>
        </p:nvSpPr>
        <p:spPr>
          <a:xfrm>
            <a:off x="2896942" y="1046542"/>
            <a:ext cx="1069200" cy="2166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t/>
            </a:r>
            <a:endParaRPr b="1" sz="600"/>
          </a:p>
        </p:txBody>
      </p:sp>
      <p:sp>
        <p:nvSpPr>
          <p:cNvPr id="11165" name="Google Shape;11165;p186"/>
          <p:cNvSpPr txBox="1"/>
          <p:nvPr/>
        </p:nvSpPr>
        <p:spPr>
          <a:xfrm>
            <a:off x="4101686" y="1046542"/>
            <a:ext cx="1163700" cy="2166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t/>
            </a:r>
            <a:endParaRPr b="1" sz="600"/>
          </a:p>
        </p:txBody>
      </p:sp>
      <p:sp>
        <p:nvSpPr>
          <p:cNvPr id="11166" name="Google Shape;11166;p186"/>
          <p:cNvSpPr txBox="1"/>
          <p:nvPr/>
        </p:nvSpPr>
        <p:spPr>
          <a:xfrm>
            <a:off x="6603322" y="1046542"/>
            <a:ext cx="1163700" cy="2166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t/>
            </a:r>
            <a:endParaRPr b="1" sz="600"/>
          </a:p>
        </p:txBody>
      </p:sp>
      <p:sp>
        <p:nvSpPr>
          <p:cNvPr id="11167" name="Google Shape;11167;p186"/>
          <p:cNvSpPr txBox="1"/>
          <p:nvPr/>
        </p:nvSpPr>
        <p:spPr>
          <a:xfrm>
            <a:off x="5400218" y="1046542"/>
            <a:ext cx="1203000" cy="2166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t/>
            </a:r>
            <a:endParaRPr b="1" sz="600"/>
          </a:p>
        </p:txBody>
      </p:sp>
      <p:sp>
        <p:nvSpPr>
          <p:cNvPr id="11168" name="Google Shape;11168;p186"/>
          <p:cNvSpPr/>
          <p:nvPr/>
        </p:nvSpPr>
        <p:spPr>
          <a:xfrm>
            <a:off x="97888" y="377012"/>
            <a:ext cx="9893400" cy="296700"/>
          </a:xfrm>
          <a:prstGeom prst="roundRect">
            <a:avLst>
              <a:gd fmla="val 22902" name="adj"/>
            </a:avLst>
          </a:prstGeom>
          <a:solidFill>
            <a:srgbClr val="F3F3F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11169" name="Google Shape;11169;p186"/>
          <p:cNvSpPr/>
          <p:nvPr/>
        </p:nvSpPr>
        <p:spPr>
          <a:xfrm>
            <a:off x="77688" y="358938"/>
            <a:ext cx="9935700" cy="6438000"/>
          </a:xfrm>
          <a:prstGeom prst="roundRect">
            <a:avLst>
              <a:gd fmla="val 2618" name="adj"/>
            </a:avLst>
          </a:prstGeom>
          <a:solidFill>
            <a:srgbClr val="FFFFFF"/>
          </a:solidFill>
          <a:ln cap="flat" cmpd="sng" w="38100">
            <a:solidFill>
              <a:srgbClr val="000000"/>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170" name="Google Shape;11170;p186"/>
          <p:cNvCxnSpPr/>
          <p:nvPr/>
        </p:nvCxnSpPr>
        <p:spPr>
          <a:xfrm>
            <a:off x="77688" y="772614"/>
            <a:ext cx="9935700" cy="0"/>
          </a:xfrm>
          <a:prstGeom prst="straightConnector1">
            <a:avLst/>
          </a:prstGeom>
          <a:noFill/>
          <a:ln cap="flat" cmpd="sng" w="19050">
            <a:solidFill>
              <a:srgbClr val="000000"/>
            </a:solidFill>
            <a:prstDash val="solid"/>
            <a:round/>
            <a:headEnd len="med" w="med" type="none"/>
            <a:tailEnd len="med" w="med" type="none"/>
          </a:ln>
        </p:spPr>
      </p:cxnSp>
      <p:cxnSp>
        <p:nvCxnSpPr>
          <p:cNvPr id="11171" name="Google Shape;11171;p186"/>
          <p:cNvCxnSpPr/>
          <p:nvPr/>
        </p:nvCxnSpPr>
        <p:spPr>
          <a:xfrm rot="10800000">
            <a:off x="2439038" y="368188"/>
            <a:ext cx="0" cy="402300"/>
          </a:xfrm>
          <a:prstGeom prst="straightConnector1">
            <a:avLst/>
          </a:prstGeom>
          <a:noFill/>
          <a:ln cap="flat" cmpd="sng" w="19050">
            <a:solidFill>
              <a:srgbClr val="000000"/>
            </a:solidFill>
            <a:prstDash val="solid"/>
            <a:round/>
            <a:headEnd len="med" w="med" type="none"/>
            <a:tailEnd len="med" w="med" type="none"/>
          </a:ln>
        </p:spPr>
      </p:cxnSp>
      <p:sp>
        <p:nvSpPr>
          <p:cNvPr id="11172" name="Google Shape;11172;p186"/>
          <p:cNvSpPr txBox="1"/>
          <p:nvPr/>
        </p:nvSpPr>
        <p:spPr>
          <a:xfrm>
            <a:off x="2896947" y="1353252"/>
            <a:ext cx="1069200" cy="2043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t/>
            </a:r>
            <a:endParaRPr b="1" sz="600"/>
          </a:p>
        </p:txBody>
      </p:sp>
      <p:sp>
        <p:nvSpPr>
          <p:cNvPr id="11173" name="Google Shape;11173;p186"/>
          <p:cNvSpPr txBox="1"/>
          <p:nvPr/>
        </p:nvSpPr>
        <p:spPr>
          <a:xfrm>
            <a:off x="4101689" y="1353252"/>
            <a:ext cx="1163700" cy="2043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t/>
            </a:r>
            <a:endParaRPr b="1" sz="600"/>
          </a:p>
        </p:txBody>
      </p:sp>
      <p:sp>
        <p:nvSpPr>
          <p:cNvPr id="11174" name="Google Shape;11174;p186"/>
          <p:cNvSpPr txBox="1"/>
          <p:nvPr/>
        </p:nvSpPr>
        <p:spPr>
          <a:xfrm>
            <a:off x="6603320" y="1353252"/>
            <a:ext cx="1163700" cy="2043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t/>
            </a:r>
            <a:endParaRPr b="1" sz="600"/>
          </a:p>
        </p:txBody>
      </p:sp>
      <p:sp>
        <p:nvSpPr>
          <p:cNvPr id="11175" name="Google Shape;11175;p186"/>
          <p:cNvSpPr txBox="1"/>
          <p:nvPr/>
        </p:nvSpPr>
        <p:spPr>
          <a:xfrm>
            <a:off x="7901849" y="1353252"/>
            <a:ext cx="1163700" cy="2043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t/>
            </a:r>
            <a:endParaRPr b="1" sz="600"/>
          </a:p>
        </p:txBody>
      </p:sp>
      <p:sp>
        <p:nvSpPr>
          <p:cNvPr id="11176" name="Google Shape;11176;p186"/>
          <p:cNvSpPr txBox="1"/>
          <p:nvPr/>
        </p:nvSpPr>
        <p:spPr>
          <a:xfrm>
            <a:off x="5400218" y="1353252"/>
            <a:ext cx="1203000" cy="2043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t/>
            </a:r>
            <a:endParaRPr b="1" sz="600"/>
          </a:p>
        </p:txBody>
      </p:sp>
      <p:sp>
        <p:nvSpPr>
          <p:cNvPr id="11177" name="Google Shape;11177;p186"/>
          <p:cNvSpPr/>
          <p:nvPr/>
        </p:nvSpPr>
        <p:spPr>
          <a:xfrm>
            <a:off x="77688" y="349338"/>
            <a:ext cx="2361300" cy="421200"/>
          </a:xfrm>
          <a:prstGeom prst="roundRect">
            <a:avLst>
              <a:gd fmla="val 50000" name="adj"/>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s-419" sz="1200">
                <a:solidFill>
                  <a:srgbClr val="FFFFFF"/>
                </a:solidFill>
              </a:rPr>
              <a:t>Espina de Pescado</a:t>
            </a:r>
            <a:endParaRPr b="1" sz="1200">
              <a:solidFill>
                <a:srgbClr val="FFFFFF"/>
              </a:solidFill>
            </a:endParaRPr>
          </a:p>
          <a:p>
            <a:pPr indent="0" lvl="0" marL="0" rtl="0" algn="ctr">
              <a:spcBef>
                <a:spcPts val="0"/>
              </a:spcBef>
              <a:spcAft>
                <a:spcPts val="0"/>
              </a:spcAft>
              <a:buNone/>
            </a:pPr>
            <a:r>
              <a:t/>
            </a:r>
            <a:endParaRPr b="1" sz="1200">
              <a:solidFill>
                <a:srgbClr val="FFFFFF"/>
              </a:solidFill>
            </a:endParaRPr>
          </a:p>
        </p:txBody>
      </p:sp>
      <p:sp>
        <p:nvSpPr>
          <p:cNvPr id="11178" name="Google Shape;11178;p186"/>
          <p:cNvSpPr/>
          <p:nvPr/>
        </p:nvSpPr>
        <p:spPr>
          <a:xfrm>
            <a:off x="83988" y="595504"/>
            <a:ext cx="190200" cy="1692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9" name="Google Shape;11179;p186"/>
          <p:cNvSpPr/>
          <p:nvPr/>
        </p:nvSpPr>
        <p:spPr>
          <a:xfrm>
            <a:off x="2292338" y="358938"/>
            <a:ext cx="146700" cy="4023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180" name="Google Shape;11180;p186"/>
          <p:cNvCxnSpPr>
            <a:endCxn id="11181" idx="1"/>
          </p:cNvCxnSpPr>
          <p:nvPr/>
        </p:nvCxnSpPr>
        <p:spPr>
          <a:xfrm>
            <a:off x="1829160" y="3778194"/>
            <a:ext cx="6424800" cy="0"/>
          </a:xfrm>
          <a:prstGeom prst="straightConnector1">
            <a:avLst/>
          </a:prstGeom>
          <a:noFill/>
          <a:ln cap="flat" cmpd="sng" w="28575">
            <a:solidFill>
              <a:srgbClr val="B7B7B7"/>
            </a:solidFill>
            <a:prstDash val="solid"/>
            <a:round/>
            <a:headEnd len="med" w="med" type="none"/>
            <a:tailEnd len="med" w="med" type="none"/>
          </a:ln>
        </p:spPr>
      </p:cxnSp>
      <p:grpSp>
        <p:nvGrpSpPr>
          <p:cNvPr id="11182" name="Google Shape;11182;p186"/>
          <p:cNvGrpSpPr/>
          <p:nvPr/>
        </p:nvGrpSpPr>
        <p:grpSpPr>
          <a:xfrm>
            <a:off x="8253955" y="2617263"/>
            <a:ext cx="1403566" cy="2008514"/>
            <a:chOff x="6640325" y="1397829"/>
            <a:chExt cx="1202404" cy="1616250"/>
          </a:xfrm>
        </p:grpSpPr>
        <p:sp>
          <p:nvSpPr>
            <p:cNvPr id="11181" name="Google Shape;11181;p186"/>
            <p:cNvSpPr/>
            <p:nvPr/>
          </p:nvSpPr>
          <p:spPr>
            <a:xfrm>
              <a:off x="6640329" y="1649979"/>
              <a:ext cx="1202400" cy="1364100"/>
            </a:xfrm>
            <a:prstGeom prst="rect">
              <a:avLst/>
            </a:prstGeom>
            <a:noFill/>
            <a:ln cap="flat" cmpd="sng" w="28575">
              <a:solidFill>
                <a:srgbClr val="B7B7B7"/>
              </a:solidFill>
              <a:prstDash val="dash"/>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3" name="Google Shape;11183;p186"/>
            <p:cNvSpPr txBox="1"/>
            <p:nvPr/>
          </p:nvSpPr>
          <p:spPr>
            <a:xfrm>
              <a:off x="6640325" y="1397829"/>
              <a:ext cx="1202400" cy="2325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b="1" lang="es-419" sz="1200">
                  <a:latin typeface="Arvo"/>
                  <a:ea typeface="Arvo"/>
                  <a:cs typeface="Arvo"/>
                  <a:sym typeface="Arvo"/>
                </a:rPr>
                <a:t>Efecto</a:t>
              </a:r>
              <a:endParaRPr b="1" sz="1200">
                <a:latin typeface="Arvo"/>
                <a:ea typeface="Arvo"/>
                <a:cs typeface="Arvo"/>
                <a:sym typeface="Arvo"/>
              </a:endParaRPr>
            </a:p>
          </p:txBody>
        </p:sp>
      </p:grpSp>
      <p:sp>
        <p:nvSpPr>
          <p:cNvPr id="11184" name="Google Shape;11184;p186"/>
          <p:cNvSpPr txBox="1"/>
          <p:nvPr/>
        </p:nvSpPr>
        <p:spPr>
          <a:xfrm>
            <a:off x="422488" y="991034"/>
            <a:ext cx="7130100" cy="2847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b="1" lang="es-419" sz="1200">
                <a:latin typeface="Arvo"/>
                <a:ea typeface="Arvo"/>
                <a:cs typeface="Arvo"/>
                <a:sym typeface="Arvo"/>
              </a:rPr>
              <a:t>Causas</a:t>
            </a:r>
            <a:endParaRPr b="1" sz="1200">
              <a:latin typeface="Arvo"/>
              <a:ea typeface="Arvo"/>
              <a:cs typeface="Arvo"/>
              <a:sym typeface="Arvo"/>
            </a:endParaRPr>
          </a:p>
        </p:txBody>
      </p:sp>
      <p:cxnSp>
        <p:nvCxnSpPr>
          <p:cNvPr id="11185" name="Google Shape;11185;p186"/>
          <p:cNvCxnSpPr>
            <a:stCxn id="11186" idx="2"/>
          </p:cNvCxnSpPr>
          <p:nvPr/>
        </p:nvCxnSpPr>
        <p:spPr>
          <a:xfrm>
            <a:off x="1200538" y="2294495"/>
            <a:ext cx="634800" cy="1479000"/>
          </a:xfrm>
          <a:prstGeom prst="straightConnector1">
            <a:avLst/>
          </a:prstGeom>
          <a:noFill/>
          <a:ln cap="flat" cmpd="sng" w="28575">
            <a:solidFill>
              <a:srgbClr val="B7B7B7"/>
            </a:solidFill>
            <a:prstDash val="solid"/>
            <a:round/>
            <a:headEnd len="med" w="med" type="none"/>
            <a:tailEnd len="med" w="med" type="none"/>
          </a:ln>
        </p:spPr>
      </p:cxnSp>
      <p:cxnSp>
        <p:nvCxnSpPr>
          <p:cNvPr id="11187" name="Google Shape;11187;p186"/>
          <p:cNvCxnSpPr>
            <a:stCxn id="11188" idx="0"/>
          </p:cNvCxnSpPr>
          <p:nvPr/>
        </p:nvCxnSpPr>
        <p:spPr>
          <a:xfrm flipH="1" rot="10800000">
            <a:off x="1200538" y="3780121"/>
            <a:ext cx="638400" cy="1486500"/>
          </a:xfrm>
          <a:prstGeom prst="straightConnector1">
            <a:avLst/>
          </a:prstGeom>
          <a:noFill/>
          <a:ln cap="flat" cmpd="sng" w="28575">
            <a:solidFill>
              <a:srgbClr val="B7B7B7"/>
            </a:solidFill>
            <a:prstDash val="solid"/>
            <a:round/>
            <a:headEnd len="med" w="med" type="none"/>
            <a:tailEnd len="med" w="med" type="none"/>
          </a:ln>
        </p:spPr>
      </p:cxnSp>
      <p:cxnSp>
        <p:nvCxnSpPr>
          <p:cNvPr id="11189" name="Google Shape;11189;p186"/>
          <p:cNvCxnSpPr>
            <a:stCxn id="11190" idx="2"/>
          </p:cNvCxnSpPr>
          <p:nvPr/>
        </p:nvCxnSpPr>
        <p:spPr>
          <a:xfrm>
            <a:off x="3058506" y="2294495"/>
            <a:ext cx="545100" cy="1483500"/>
          </a:xfrm>
          <a:prstGeom prst="straightConnector1">
            <a:avLst/>
          </a:prstGeom>
          <a:noFill/>
          <a:ln cap="flat" cmpd="sng" w="28575">
            <a:solidFill>
              <a:srgbClr val="B7B7B7"/>
            </a:solidFill>
            <a:prstDash val="solid"/>
            <a:round/>
            <a:headEnd len="med" w="med" type="none"/>
            <a:tailEnd len="med" w="med" type="none"/>
          </a:ln>
        </p:spPr>
      </p:cxnSp>
      <p:cxnSp>
        <p:nvCxnSpPr>
          <p:cNvPr id="11191" name="Google Shape;11191;p186"/>
          <p:cNvCxnSpPr>
            <a:stCxn id="11192" idx="0"/>
          </p:cNvCxnSpPr>
          <p:nvPr/>
        </p:nvCxnSpPr>
        <p:spPr>
          <a:xfrm flipH="1" rot="10800000">
            <a:off x="3058506" y="3778021"/>
            <a:ext cx="545100" cy="1488600"/>
          </a:xfrm>
          <a:prstGeom prst="straightConnector1">
            <a:avLst/>
          </a:prstGeom>
          <a:noFill/>
          <a:ln cap="flat" cmpd="sng" w="28575">
            <a:solidFill>
              <a:srgbClr val="B7B7B7"/>
            </a:solidFill>
            <a:prstDash val="solid"/>
            <a:round/>
            <a:headEnd len="med" w="med" type="none"/>
            <a:tailEnd len="med" w="med" type="none"/>
          </a:ln>
        </p:spPr>
      </p:cxnSp>
      <p:cxnSp>
        <p:nvCxnSpPr>
          <p:cNvPr id="11193" name="Google Shape;11193;p186"/>
          <p:cNvCxnSpPr>
            <a:stCxn id="11194" idx="2"/>
          </p:cNvCxnSpPr>
          <p:nvPr/>
        </p:nvCxnSpPr>
        <p:spPr>
          <a:xfrm>
            <a:off x="4916493" y="2294495"/>
            <a:ext cx="545700" cy="1492500"/>
          </a:xfrm>
          <a:prstGeom prst="straightConnector1">
            <a:avLst/>
          </a:prstGeom>
          <a:noFill/>
          <a:ln cap="flat" cmpd="sng" w="28575">
            <a:solidFill>
              <a:srgbClr val="B7B7B7"/>
            </a:solidFill>
            <a:prstDash val="solid"/>
            <a:round/>
            <a:headEnd len="med" w="med" type="none"/>
            <a:tailEnd len="med" w="med" type="none"/>
          </a:ln>
        </p:spPr>
      </p:cxnSp>
      <p:cxnSp>
        <p:nvCxnSpPr>
          <p:cNvPr id="11195" name="Google Shape;11195;p186"/>
          <p:cNvCxnSpPr>
            <a:stCxn id="11196" idx="0"/>
          </p:cNvCxnSpPr>
          <p:nvPr/>
        </p:nvCxnSpPr>
        <p:spPr>
          <a:xfrm flipH="1" rot="10800000">
            <a:off x="4916493" y="3773521"/>
            <a:ext cx="536700" cy="1493100"/>
          </a:xfrm>
          <a:prstGeom prst="straightConnector1">
            <a:avLst/>
          </a:prstGeom>
          <a:noFill/>
          <a:ln cap="flat" cmpd="sng" w="28575">
            <a:solidFill>
              <a:srgbClr val="B7B7B7"/>
            </a:solidFill>
            <a:prstDash val="solid"/>
            <a:round/>
            <a:headEnd len="med" w="med" type="none"/>
            <a:tailEnd len="med" w="med" type="none"/>
          </a:ln>
        </p:spPr>
      </p:cxnSp>
      <p:cxnSp>
        <p:nvCxnSpPr>
          <p:cNvPr id="11197" name="Google Shape;11197;p186"/>
          <p:cNvCxnSpPr>
            <a:stCxn id="11198" idx="2"/>
          </p:cNvCxnSpPr>
          <p:nvPr/>
        </p:nvCxnSpPr>
        <p:spPr>
          <a:xfrm>
            <a:off x="6774468" y="2294495"/>
            <a:ext cx="542100" cy="1488000"/>
          </a:xfrm>
          <a:prstGeom prst="straightConnector1">
            <a:avLst/>
          </a:prstGeom>
          <a:noFill/>
          <a:ln cap="flat" cmpd="sng" w="28575">
            <a:solidFill>
              <a:srgbClr val="B7B7B7"/>
            </a:solidFill>
            <a:prstDash val="solid"/>
            <a:round/>
            <a:headEnd len="med" w="med" type="none"/>
            <a:tailEnd len="med" w="med" type="none"/>
          </a:ln>
        </p:spPr>
      </p:cxnSp>
      <p:cxnSp>
        <p:nvCxnSpPr>
          <p:cNvPr id="11199" name="Google Shape;11199;p186"/>
          <p:cNvCxnSpPr>
            <a:stCxn id="11200" idx="0"/>
          </p:cNvCxnSpPr>
          <p:nvPr/>
        </p:nvCxnSpPr>
        <p:spPr>
          <a:xfrm flipH="1" rot="10800000">
            <a:off x="6774468" y="3778021"/>
            <a:ext cx="537600" cy="1488600"/>
          </a:xfrm>
          <a:prstGeom prst="straightConnector1">
            <a:avLst/>
          </a:prstGeom>
          <a:noFill/>
          <a:ln cap="flat" cmpd="sng" w="28575">
            <a:solidFill>
              <a:srgbClr val="B7B7B7"/>
            </a:solidFill>
            <a:prstDash val="solid"/>
            <a:round/>
            <a:headEnd len="med" w="med" type="none"/>
            <a:tailEnd len="med" w="med" type="none"/>
          </a:ln>
        </p:spPr>
      </p:cxnSp>
      <p:sp>
        <p:nvSpPr>
          <p:cNvPr id="11186" name="Google Shape;11186;p186"/>
          <p:cNvSpPr/>
          <p:nvPr/>
        </p:nvSpPr>
        <p:spPr>
          <a:xfrm>
            <a:off x="422488" y="1344695"/>
            <a:ext cx="1556100" cy="949800"/>
          </a:xfrm>
          <a:prstGeom prst="roundRect">
            <a:avLst>
              <a:gd fmla="val 16667" name="adj"/>
            </a:avLst>
          </a:prstGeom>
          <a:solidFill>
            <a:srgbClr val="F3F3F3"/>
          </a:solidFill>
          <a:ln cap="flat" cmpd="sng" w="19050">
            <a:solidFill>
              <a:srgbClr val="CCCCCC"/>
            </a:solidFill>
            <a:prstDash val="dash"/>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0" name="Google Shape;11190;p186"/>
          <p:cNvSpPr/>
          <p:nvPr/>
        </p:nvSpPr>
        <p:spPr>
          <a:xfrm>
            <a:off x="2280456" y="1344695"/>
            <a:ext cx="1556100" cy="949800"/>
          </a:xfrm>
          <a:prstGeom prst="roundRect">
            <a:avLst>
              <a:gd fmla="val 16667" name="adj"/>
            </a:avLst>
          </a:prstGeom>
          <a:solidFill>
            <a:srgbClr val="F3F3F3"/>
          </a:solidFill>
          <a:ln cap="flat" cmpd="sng" w="19050">
            <a:solidFill>
              <a:srgbClr val="CCCCCC"/>
            </a:solidFill>
            <a:prstDash val="dash"/>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4" name="Google Shape;11194;p186"/>
          <p:cNvSpPr/>
          <p:nvPr/>
        </p:nvSpPr>
        <p:spPr>
          <a:xfrm>
            <a:off x="4138443" y="1344695"/>
            <a:ext cx="1556100" cy="949800"/>
          </a:xfrm>
          <a:prstGeom prst="roundRect">
            <a:avLst>
              <a:gd fmla="val 16667" name="adj"/>
            </a:avLst>
          </a:prstGeom>
          <a:solidFill>
            <a:srgbClr val="F3F3F3"/>
          </a:solidFill>
          <a:ln cap="flat" cmpd="sng" w="19050">
            <a:solidFill>
              <a:srgbClr val="CCCCCC"/>
            </a:solidFill>
            <a:prstDash val="dash"/>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8" name="Google Shape;11198;p186"/>
          <p:cNvSpPr/>
          <p:nvPr/>
        </p:nvSpPr>
        <p:spPr>
          <a:xfrm>
            <a:off x="5996418" y="1344695"/>
            <a:ext cx="1556100" cy="949800"/>
          </a:xfrm>
          <a:prstGeom prst="roundRect">
            <a:avLst>
              <a:gd fmla="val 16667" name="adj"/>
            </a:avLst>
          </a:prstGeom>
          <a:solidFill>
            <a:srgbClr val="F3F3F3"/>
          </a:solidFill>
          <a:ln cap="flat" cmpd="sng" w="19050">
            <a:solidFill>
              <a:srgbClr val="CCCCCC"/>
            </a:solidFill>
            <a:prstDash val="dash"/>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8" name="Google Shape;11188;p186"/>
          <p:cNvSpPr/>
          <p:nvPr/>
        </p:nvSpPr>
        <p:spPr>
          <a:xfrm>
            <a:off x="422488" y="5266621"/>
            <a:ext cx="1556100" cy="949800"/>
          </a:xfrm>
          <a:prstGeom prst="roundRect">
            <a:avLst>
              <a:gd fmla="val 16667" name="adj"/>
            </a:avLst>
          </a:prstGeom>
          <a:solidFill>
            <a:srgbClr val="F3F3F3"/>
          </a:solidFill>
          <a:ln cap="flat" cmpd="sng" w="19050">
            <a:solidFill>
              <a:srgbClr val="CCCCCC"/>
            </a:solidFill>
            <a:prstDash val="dash"/>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2" name="Google Shape;11192;p186"/>
          <p:cNvSpPr/>
          <p:nvPr/>
        </p:nvSpPr>
        <p:spPr>
          <a:xfrm>
            <a:off x="2280456" y="5266621"/>
            <a:ext cx="1556100" cy="949800"/>
          </a:xfrm>
          <a:prstGeom prst="roundRect">
            <a:avLst>
              <a:gd fmla="val 16667" name="adj"/>
            </a:avLst>
          </a:prstGeom>
          <a:solidFill>
            <a:srgbClr val="F3F3F3"/>
          </a:solidFill>
          <a:ln cap="flat" cmpd="sng" w="19050">
            <a:solidFill>
              <a:srgbClr val="CCCCCC"/>
            </a:solidFill>
            <a:prstDash val="dash"/>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6" name="Google Shape;11196;p186"/>
          <p:cNvSpPr/>
          <p:nvPr/>
        </p:nvSpPr>
        <p:spPr>
          <a:xfrm>
            <a:off x="4138443" y="5266621"/>
            <a:ext cx="1556100" cy="949800"/>
          </a:xfrm>
          <a:prstGeom prst="roundRect">
            <a:avLst>
              <a:gd fmla="val 16667" name="adj"/>
            </a:avLst>
          </a:prstGeom>
          <a:solidFill>
            <a:srgbClr val="F3F3F3"/>
          </a:solidFill>
          <a:ln cap="flat" cmpd="sng" w="19050">
            <a:solidFill>
              <a:srgbClr val="CCCCCC"/>
            </a:solidFill>
            <a:prstDash val="dash"/>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0" name="Google Shape;11200;p186"/>
          <p:cNvSpPr/>
          <p:nvPr/>
        </p:nvSpPr>
        <p:spPr>
          <a:xfrm>
            <a:off x="5996418" y="5266621"/>
            <a:ext cx="1556100" cy="949800"/>
          </a:xfrm>
          <a:prstGeom prst="roundRect">
            <a:avLst>
              <a:gd fmla="val 16667" name="adj"/>
            </a:avLst>
          </a:prstGeom>
          <a:solidFill>
            <a:srgbClr val="F3F3F3"/>
          </a:solidFill>
          <a:ln cap="flat" cmpd="sng" w="19050">
            <a:solidFill>
              <a:srgbClr val="CCCCCC"/>
            </a:solidFill>
            <a:prstDash val="dash"/>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1" name="Google Shape;11201;p186"/>
          <p:cNvSpPr txBox="1"/>
          <p:nvPr/>
        </p:nvSpPr>
        <p:spPr>
          <a:xfrm>
            <a:off x="422488" y="6222945"/>
            <a:ext cx="7130100" cy="2847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b="1" lang="es-419" sz="1200">
                <a:latin typeface="Arvo"/>
                <a:ea typeface="Arvo"/>
                <a:cs typeface="Arvo"/>
                <a:sym typeface="Arvo"/>
              </a:rPr>
              <a:t>Causas</a:t>
            </a:r>
            <a:endParaRPr b="1" sz="1200">
              <a:latin typeface="Arvo"/>
              <a:ea typeface="Arvo"/>
              <a:cs typeface="Arvo"/>
              <a:sym typeface="Arvo"/>
            </a:endParaRPr>
          </a:p>
        </p:txBody>
      </p:sp>
      <p:sp>
        <p:nvSpPr>
          <p:cNvPr id="11202" name="Google Shape;11202;p186"/>
          <p:cNvSpPr txBox="1"/>
          <p:nvPr>
            <p:ph idx="1" type="subTitle"/>
          </p:nvPr>
        </p:nvSpPr>
        <p:spPr>
          <a:xfrm>
            <a:off x="422525" y="1344634"/>
            <a:ext cx="1556100" cy="949800"/>
          </a:xfrm>
          <a:prstGeom prst="rect">
            <a:avLst/>
          </a:prstGeom>
          <a:noFill/>
          <a:ln>
            <a:noFill/>
          </a:ln>
        </p:spPr>
        <p:txBody>
          <a:bodyPr anchorCtr="0" anchor="ctr" bIns="72000" lIns="72000" spcFirstLastPara="1" rIns="72000" wrap="square" tIns="72000">
            <a:noAutofit/>
          </a:bodyPr>
          <a:lstStyle>
            <a:lvl1pPr lvl="0">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spcBef>
                <a:spcPts val="0"/>
              </a:spcBef>
              <a:spcAft>
                <a:spcPts val="0"/>
              </a:spcAft>
              <a:buSzPts val="800"/>
              <a:buFont typeface="Arvo"/>
              <a:buNone/>
              <a:defRPr sz="800">
                <a:latin typeface="Arvo"/>
                <a:ea typeface="Arvo"/>
                <a:cs typeface="Arvo"/>
                <a:sym typeface="Arvo"/>
              </a:defRPr>
            </a:lvl2pPr>
            <a:lvl3pPr lvl="2">
              <a:spcBef>
                <a:spcPts val="0"/>
              </a:spcBef>
              <a:spcAft>
                <a:spcPts val="0"/>
              </a:spcAft>
              <a:buSzPts val="800"/>
              <a:buFont typeface="Arvo"/>
              <a:buNone/>
              <a:defRPr sz="800">
                <a:latin typeface="Arvo"/>
                <a:ea typeface="Arvo"/>
                <a:cs typeface="Arvo"/>
                <a:sym typeface="Arvo"/>
              </a:defRPr>
            </a:lvl3pPr>
            <a:lvl4pPr lvl="3">
              <a:spcBef>
                <a:spcPts val="0"/>
              </a:spcBef>
              <a:spcAft>
                <a:spcPts val="0"/>
              </a:spcAft>
              <a:buSzPts val="800"/>
              <a:buFont typeface="Arvo"/>
              <a:buNone/>
              <a:defRPr sz="800">
                <a:latin typeface="Arvo"/>
                <a:ea typeface="Arvo"/>
                <a:cs typeface="Arvo"/>
                <a:sym typeface="Arvo"/>
              </a:defRPr>
            </a:lvl4pPr>
            <a:lvl5pPr lvl="4">
              <a:spcBef>
                <a:spcPts val="0"/>
              </a:spcBef>
              <a:spcAft>
                <a:spcPts val="0"/>
              </a:spcAft>
              <a:buSzPts val="800"/>
              <a:buFont typeface="Arvo"/>
              <a:buNone/>
              <a:defRPr sz="800">
                <a:latin typeface="Arvo"/>
                <a:ea typeface="Arvo"/>
                <a:cs typeface="Arvo"/>
                <a:sym typeface="Arvo"/>
              </a:defRPr>
            </a:lvl5pPr>
            <a:lvl6pPr lvl="5">
              <a:spcBef>
                <a:spcPts val="0"/>
              </a:spcBef>
              <a:spcAft>
                <a:spcPts val="0"/>
              </a:spcAft>
              <a:buSzPts val="800"/>
              <a:buFont typeface="Arvo"/>
              <a:buNone/>
              <a:defRPr sz="800">
                <a:latin typeface="Arvo"/>
                <a:ea typeface="Arvo"/>
                <a:cs typeface="Arvo"/>
                <a:sym typeface="Arvo"/>
              </a:defRPr>
            </a:lvl6pPr>
            <a:lvl7pPr lvl="6">
              <a:spcBef>
                <a:spcPts val="0"/>
              </a:spcBef>
              <a:spcAft>
                <a:spcPts val="0"/>
              </a:spcAft>
              <a:buSzPts val="800"/>
              <a:buFont typeface="Arvo"/>
              <a:buNone/>
              <a:defRPr sz="800">
                <a:latin typeface="Arvo"/>
                <a:ea typeface="Arvo"/>
                <a:cs typeface="Arvo"/>
                <a:sym typeface="Arvo"/>
              </a:defRPr>
            </a:lvl7pPr>
            <a:lvl8pPr lvl="7">
              <a:spcBef>
                <a:spcPts val="0"/>
              </a:spcBef>
              <a:spcAft>
                <a:spcPts val="0"/>
              </a:spcAft>
              <a:buSzPts val="800"/>
              <a:buFont typeface="Arvo"/>
              <a:buNone/>
              <a:defRPr sz="800">
                <a:latin typeface="Arvo"/>
                <a:ea typeface="Arvo"/>
                <a:cs typeface="Arvo"/>
                <a:sym typeface="Arvo"/>
              </a:defRPr>
            </a:lvl8pPr>
            <a:lvl9pPr lvl="8">
              <a:spcBef>
                <a:spcPts val="0"/>
              </a:spcBef>
              <a:spcAft>
                <a:spcPts val="0"/>
              </a:spcAft>
              <a:buSzPts val="800"/>
              <a:buFont typeface="Arvo"/>
              <a:buNone/>
              <a:defRPr sz="800">
                <a:latin typeface="Arvo"/>
                <a:ea typeface="Arvo"/>
                <a:cs typeface="Arvo"/>
                <a:sym typeface="Arvo"/>
              </a:defRPr>
            </a:lvl9pPr>
          </a:lstStyle>
          <a:p/>
        </p:txBody>
      </p:sp>
      <p:sp>
        <p:nvSpPr>
          <p:cNvPr id="11203" name="Google Shape;11203;p186"/>
          <p:cNvSpPr txBox="1"/>
          <p:nvPr>
            <p:ph idx="2" type="subTitle"/>
          </p:nvPr>
        </p:nvSpPr>
        <p:spPr>
          <a:xfrm>
            <a:off x="2282415" y="1344634"/>
            <a:ext cx="1556100" cy="949800"/>
          </a:xfrm>
          <a:prstGeom prst="rect">
            <a:avLst/>
          </a:prstGeom>
          <a:noFill/>
          <a:ln>
            <a:noFill/>
          </a:ln>
        </p:spPr>
        <p:txBody>
          <a:bodyPr anchorCtr="0" anchor="ctr" bIns="72000" lIns="72000" spcFirstLastPara="1" rIns="72000" wrap="square" tIns="72000">
            <a:noAutofit/>
          </a:bodyPr>
          <a:lstStyle>
            <a:lvl1pPr lvl="0">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spcBef>
                <a:spcPts val="0"/>
              </a:spcBef>
              <a:spcAft>
                <a:spcPts val="0"/>
              </a:spcAft>
              <a:buSzPts val="800"/>
              <a:buFont typeface="Arvo"/>
              <a:buNone/>
              <a:defRPr sz="800">
                <a:latin typeface="Arvo"/>
                <a:ea typeface="Arvo"/>
                <a:cs typeface="Arvo"/>
                <a:sym typeface="Arvo"/>
              </a:defRPr>
            </a:lvl2pPr>
            <a:lvl3pPr lvl="2">
              <a:spcBef>
                <a:spcPts val="0"/>
              </a:spcBef>
              <a:spcAft>
                <a:spcPts val="0"/>
              </a:spcAft>
              <a:buSzPts val="800"/>
              <a:buFont typeface="Arvo"/>
              <a:buNone/>
              <a:defRPr sz="800">
                <a:latin typeface="Arvo"/>
                <a:ea typeface="Arvo"/>
                <a:cs typeface="Arvo"/>
                <a:sym typeface="Arvo"/>
              </a:defRPr>
            </a:lvl3pPr>
            <a:lvl4pPr lvl="3">
              <a:spcBef>
                <a:spcPts val="0"/>
              </a:spcBef>
              <a:spcAft>
                <a:spcPts val="0"/>
              </a:spcAft>
              <a:buSzPts val="800"/>
              <a:buFont typeface="Arvo"/>
              <a:buNone/>
              <a:defRPr sz="800">
                <a:latin typeface="Arvo"/>
                <a:ea typeface="Arvo"/>
                <a:cs typeface="Arvo"/>
                <a:sym typeface="Arvo"/>
              </a:defRPr>
            </a:lvl4pPr>
            <a:lvl5pPr lvl="4">
              <a:spcBef>
                <a:spcPts val="0"/>
              </a:spcBef>
              <a:spcAft>
                <a:spcPts val="0"/>
              </a:spcAft>
              <a:buSzPts val="800"/>
              <a:buFont typeface="Arvo"/>
              <a:buNone/>
              <a:defRPr sz="800">
                <a:latin typeface="Arvo"/>
                <a:ea typeface="Arvo"/>
                <a:cs typeface="Arvo"/>
                <a:sym typeface="Arvo"/>
              </a:defRPr>
            </a:lvl5pPr>
            <a:lvl6pPr lvl="5">
              <a:spcBef>
                <a:spcPts val="0"/>
              </a:spcBef>
              <a:spcAft>
                <a:spcPts val="0"/>
              </a:spcAft>
              <a:buSzPts val="800"/>
              <a:buFont typeface="Arvo"/>
              <a:buNone/>
              <a:defRPr sz="800">
                <a:latin typeface="Arvo"/>
                <a:ea typeface="Arvo"/>
                <a:cs typeface="Arvo"/>
                <a:sym typeface="Arvo"/>
              </a:defRPr>
            </a:lvl6pPr>
            <a:lvl7pPr lvl="6">
              <a:spcBef>
                <a:spcPts val="0"/>
              </a:spcBef>
              <a:spcAft>
                <a:spcPts val="0"/>
              </a:spcAft>
              <a:buSzPts val="800"/>
              <a:buFont typeface="Arvo"/>
              <a:buNone/>
              <a:defRPr sz="800">
                <a:latin typeface="Arvo"/>
                <a:ea typeface="Arvo"/>
                <a:cs typeface="Arvo"/>
                <a:sym typeface="Arvo"/>
              </a:defRPr>
            </a:lvl7pPr>
            <a:lvl8pPr lvl="7">
              <a:spcBef>
                <a:spcPts val="0"/>
              </a:spcBef>
              <a:spcAft>
                <a:spcPts val="0"/>
              </a:spcAft>
              <a:buSzPts val="800"/>
              <a:buFont typeface="Arvo"/>
              <a:buNone/>
              <a:defRPr sz="800">
                <a:latin typeface="Arvo"/>
                <a:ea typeface="Arvo"/>
                <a:cs typeface="Arvo"/>
                <a:sym typeface="Arvo"/>
              </a:defRPr>
            </a:lvl8pPr>
            <a:lvl9pPr lvl="8">
              <a:spcBef>
                <a:spcPts val="0"/>
              </a:spcBef>
              <a:spcAft>
                <a:spcPts val="0"/>
              </a:spcAft>
              <a:buSzPts val="800"/>
              <a:buFont typeface="Arvo"/>
              <a:buNone/>
              <a:defRPr sz="800">
                <a:latin typeface="Arvo"/>
                <a:ea typeface="Arvo"/>
                <a:cs typeface="Arvo"/>
                <a:sym typeface="Arvo"/>
              </a:defRPr>
            </a:lvl9pPr>
          </a:lstStyle>
          <a:p/>
        </p:txBody>
      </p:sp>
      <p:sp>
        <p:nvSpPr>
          <p:cNvPr id="11204" name="Google Shape;11204;p186"/>
          <p:cNvSpPr txBox="1"/>
          <p:nvPr>
            <p:ph idx="3" type="subTitle"/>
          </p:nvPr>
        </p:nvSpPr>
        <p:spPr>
          <a:xfrm>
            <a:off x="4138559" y="1344634"/>
            <a:ext cx="1556100" cy="949800"/>
          </a:xfrm>
          <a:prstGeom prst="rect">
            <a:avLst/>
          </a:prstGeom>
          <a:noFill/>
          <a:ln>
            <a:noFill/>
          </a:ln>
        </p:spPr>
        <p:txBody>
          <a:bodyPr anchorCtr="0" anchor="ctr" bIns="72000" lIns="72000" spcFirstLastPara="1" rIns="72000" wrap="square" tIns="72000">
            <a:noAutofit/>
          </a:bodyPr>
          <a:lstStyle>
            <a:lvl1pPr lvl="0">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spcBef>
                <a:spcPts val="0"/>
              </a:spcBef>
              <a:spcAft>
                <a:spcPts val="0"/>
              </a:spcAft>
              <a:buSzPts val="800"/>
              <a:buFont typeface="Arvo"/>
              <a:buNone/>
              <a:defRPr sz="800">
                <a:latin typeface="Arvo"/>
                <a:ea typeface="Arvo"/>
                <a:cs typeface="Arvo"/>
                <a:sym typeface="Arvo"/>
              </a:defRPr>
            </a:lvl2pPr>
            <a:lvl3pPr lvl="2">
              <a:spcBef>
                <a:spcPts val="0"/>
              </a:spcBef>
              <a:spcAft>
                <a:spcPts val="0"/>
              </a:spcAft>
              <a:buSzPts val="800"/>
              <a:buFont typeface="Arvo"/>
              <a:buNone/>
              <a:defRPr sz="800">
                <a:latin typeface="Arvo"/>
                <a:ea typeface="Arvo"/>
                <a:cs typeface="Arvo"/>
                <a:sym typeface="Arvo"/>
              </a:defRPr>
            </a:lvl3pPr>
            <a:lvl4pPr lvl="3">
              <a:spcBef>
                <a:spcPts val="0"/>
              </a:spcBef>
              <a:spcAft>
                <a:spcPts val="0"/>
              </a:spcAft>
              <a:buSzPts val="800"/>
              <a:buFont typeface="Arvo"/>
              <a:buNone/>
              <a:defRPr sz="800">
                <a:latin typeface="Arvo"/>
                <a:ea typeface="Arvo"/>
                <a:cs typeface="Arvo"/>
                <a:sym typeface="Arvo"/>
              </a:defRPr>
            </a:lvl4pPr>
            <a:lvl5pPr lvl="4">
              <a:spcBef>
                <a:spcPts val="0"/>
              </a:spcBef>
              <a:spcAft>
                <a:spcPts val="0"/>
              </a:spcAft>
              <a:buSzPts val="800"/>
              <a:buFont typeface="Arvo"/>
              <a:buNone/>
              <a:defRPr sz="800">
                <a:latin typeface="Arvo"/>
                <a:ea typeface="Arvo"/>
                <a:cs typeface="Arvo"/>
                <a:sym typeface="Arvo"/>
              </a:defRPr>
            </a:lvl5pPr>
            <a:lvl6pPr lvl="5">
              <a:spcBef>
                <a:spcPts val="0"/>
              </a:spcBef>
              <a:spcAft>
                <a:spcPts val="0"/>
              </a:spcAft>
              <a:buSzPts val="800"/>
              <a:buFont typeface="Arvo"/>
              <a:buNone/>
              <a:defRPr sz="800">
                <a:latin typeface="Arvo"/>
                <a:ea typeface="Arvo"/>
                <a:cs typeface="Arvo"/>
                <a:sym typeface="Arvo"/>
              </a:defRPr>
            </a:lvl6pPr>
            <a:lvl7pPr lvl="6">
              <a:spcBef>
                <a:spcPts val="0"/>
              </a:spcBef>
              <a:spcAft>
                <a:spcPts val="0"/>
              </a:spcAft>
              <a:buSzPts val="800"/>
              <a:buFont typeface="Arvo"/>
              <a:buNone/>
              <a:defRPr sz="800">
                <a:latin typeface="Arvo"/>
                <a:ea typeface="Arvo"/>
                <a:cs typeface="Arvo"/>
                <a:sym typeface="Arvo"/>
              </a:defRPr>
            </a:lvl7pPr>
            <a:lvl8pPr lvl="7">
              <a:spcBef>
                <a:spcPts val="0"/>
              </a:spcBef>
              <a:spcAft>
                <a:spcPts val="0"/>
              </a:spcAft>
              <a:buSzPts val="800"/>
              <a:buFont typeface="Arvo"/>
              <a:buNone/>
              <a:defRPr sz="800">
                <a:latin typeface="Arvo"/>
                <a:ea typeface="Arvo"/>
                <a:cs typeface="Arvo"/>
                <a:sym typeface="Arvo"/>
              </a:defRPr>
            </a:lvl8pPr>
            <a:lvl9pPr lvl="8">
              <a:spcBef>
                <a:spcPts val="0"/>
              </a:spcBef>
              <a:spcAft>
                <a:spcPts val="0"/>
              </a:spcAft>
              <a:buSzPts val="800"/>
              <a:buFont typeface="Arvo"/>
              <a:buNone/>
              <a:defRPr sz="800">
                <a:latin typeface="Arvo"/>
                <a:ea typeface="Arvo"/>
                <a:cs typeface="Arvo"/>
                <a:sym typeface="Arvo"/>
              </a:defRPr>
            </a:lvl9pPr>
          </a:lstStyle>
          <a:p/>
        </p:txBody>
      </p:sp>
      <p:sp>
        <p:nvSpPr>
          <p:cNvPr id="11205" name="Google Shape;11205;p186"/>
          <p:cNvSpPr txBox="1"/>
          <p:nvPr>
            <p:ph idx="4" type="subTitle"/>
          </p:nvPr>
        </p:nvSpPr>
        <p:spPr>
          <a:xfrm>
            <a:off x="5998449" y="1344634"/>
            <a:ext cx="1556100" cy="949800"/>
          </a:xfrm>
          <a:prstGeom prst="rect">
            <a:avLst/>
          </a:prstGeom>
          <a:noFill/>
          <a:ln>
            <a:noFill/>
          </a:ln>
        </p:spPr>
        <p:txBody>
          <a:bodyPr anchorCtr="0" anchor="ctr" bIns="72000" lIns="72000" spcFirstLastPara="1" rIns="72000" wrap="square" tIns="72000">
            <a:noAutofit/>
          </a:bodyPr>
          <a:lstStyle>
            <a:lvl1pPr lvl="0">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spcBef>
                <a:spcPts val="0"/>
              </a:spcBef>
              <a:spcAft>
                <a:spcPts val="0"/>
              </a:spcAft>
              <a:buSzPts val="800"/>
              <a:buFont typeface="Arvo"/>
              <a:buNone/>
              <a:defRPr sz="800">
                <a:latin typeface="Arvo"/>
                <a:ea typeface="Arvo"/>
                <a:cs typeface="Arvo"/>
                <a:sym typeface="Arvo"/>
              </a:defRPr>
            </a:lvl2pPr>
            <a:lvl3pPr lvl="2">
              <a:spcBef>
                <a:spcPts val="0"/>
              </a:spcBef>
              <a:spcAft>
                <a:spcPts val="0"/>
              </a:spcAft>
              <a:buSzPts val="800"/>
              <a:buFont typeface="Arvo"/>
              <a:buNone/>
              <a:defRPr sz="800">
                <a:latin typeface="Arvo"/>
                <a:ea typeface="Arvo"/>
                <a:cs typeface="Arvo"/>
                <a:sym typeface="Arvo"/>
              </a:defRPr>
            </a:lvl3pPr>
            <a:lvl4pPr lvl="3">
              <a:spcBef>
                <a:spcPts val="0"/>
              </a:spcBef>
              <a:spcAft>
                <a:spcPts val="0"/>
              </a:spcAft>
              <a:buSzPts val="800"/>
              <a:buFont typeface="Arvo"/>
              <a:buNone/>
              <a:defRPr sz="800">
                <a:latin typeface="Arvo"/>
                <a:ea typeface="Arvo"/>
                <a:cs typeface="Arvo"/>
                <a:sym typeface="Arvo"/>
              </a:defRPr>
            </a:lvl4pPr>
            <a:lvl5pPr lvl="4">
              <a:spcBef>
                <a:spcPts val="0"/>
              </a:spcBef>
              <a:spcAft>
                <a:spcPts val="0"/>
              </a:spcAft>
              <a:buSzPts val="800"/>
              <a:buFont typeface="Arvo"/>
              <a:buNone/>
              <a:defRPr sz="800">
                <a:latin typeface="Arvo"/>
                <a:ea typeface="Arvo"/>
                <a:cs typeface="Arvo"/>
                <a:sym typeface="Arvo"/>
              </a:defRPr>
            </a:lvl5pPr>
            <a:lvl6pPr lvl="5">
              <a:spcBef>
                <a:spcPts val="0"/>
              </a:spcBef>
              <a:spcAft>
                <a:spcPts val="0"/>
              </a:spcAft>
              <a:buSzPts val="800"/>
              <a:buFont typeface="Arvo"/>
              <a:buNone/>
              <a:defRPr sz="800">
                <a:latin typeface="Arvo"/>
                <a:ea typeface="Arvo"/>
                <a:cs typeface="Arvo"/>
                <a:sym typeface="Arvo"/>
              </a:defRPr>
            </a:lvl6pPr>
            <a:lvl7pPr lvl="6">
              <a:spcBef>
                <a:spcPts val="0"/>
              </a:spcBef>
              <a:spcAft>
                <a:spcPts val="0"/>
              </a:spcAft>
              <a:buSzPts val="800"/>
              <a:buFont typeface="Arvo"/>
              <a:buNone/>
              <a:defRPr sz="800">
                <a:latin typeface="Arvo"/>
                <a:ea typeface="Arvo"/>
                <a:cs typeface="Arvo"/>
                <a:sym typeface="Arvo"/>
              </a:defRPr>
            </a:lvl7pPr>
            <a:lvl8pPr lvl="7">
              <a:spcBef>
                <a:spcPts val="0"/>
              </a:spcBef>
              <a:spcAft>
                <a:spcPts val="0"/>
              </a:spcAft>
              <a:buSzPts val="800"/>
              <a:buFont typeface="Arvo"/>
              <a:buNone/>
              <a:defRPr sz="800">
                <a:latin typeface="Arvo"/>
                <a:ea typeface="Arvo"/>
                <a:cs typeface="Arvo"/>
                <a:sym typeface="Arvo"/>
              </a:defRPr>
            </a:lvl8pPr>
            <a:lvl9pPr lvl="8">
              <a:spcBef>
                <a:spcPts val="0"/>
              </a:spcBef>
              <a:spcAft>
                <a:spcPts val="0"/>
              </a:spcAft>
              <a:buSzPts val="800"/>
              <a:buFont typeface="Arvo"/>
              <a:buNone/>
              <a:defRPr sz="800">
                <a:latin typeface="Arvo"/>
                <a:ea typeface="Arvo"/>
                <a:cs typeface="Arvo"/>
                <a:sym typeface="Arvo"/>
              </a:defRPr>
            </a:lvl9pPr>
          </a:lstStyle>
          <a:p/>
        </p:txBody>
      </p:sp>
      <p:sp>
        <p:nvSpPr>
          <p:cNvPr id="11206" name="Google Shape;11206;p186"/>
          <p:cNvSpPr txBox="1"/>
          <p:nvPr>
            <p:ph idx="5" type="subTitle"/>
          </p:nvPr>
        </p:nvSpPr>
        <p:spPr>
          <a:xfrm>
            <a:off x="422525" y="5266845"/>
            <a:ext cx="1556100" cy="949800"/>
          </a:xfrm>
          <a:prstGeom prst="rect">
            <a:avLst/>
          </a:prstGeom>
          <a:noFill/>
          <a:ln>
            <a:noFill/>
          </a:ln>
        </p:spPr>
        <p:txBody>
          <a:bodyPr anchorCtr="0" anchor="ctr" bIns="72000" lIns="72000" spcFirstLastPara="1" rIns="72000" wrap="square" tIns="72000">
            <a:noAutofit/>
          </a:bodyPr>
          <a:lstStyle>
            <a:lvl1pPr lvl="0">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spcBef>
                <a:spcPts val="0"/>
              </a:spcBef>
              <a:spcAft>
                <a:spcPts val="0"/>
              </a:spcAft>
              <a:buSzPts val="800"/>
              <a:buFont typeface="Arvo"/>
              <a:buNone/>
              <a:defRPr sz="800">
                <a:latin typeface="Arvo"/>
                <a:ea typeface="Arvo"/>
                <a:cs typeface="Arvo"/>
                <a:sym typeface="Arvo"/>
              </a:defRPr>
            </a:lvl2pPr>
            <a:lvl3pPr lvl="2">
              <a:spcBef>
                <a:spcPts val="0"/>
              </a:spcBef>
              <a:spcAft>
                <a:spcPts val="0"/>
              </a:spcAft>
              <a:buSzPts val="800"/>
              <a:buFont typeface="Arvo"/>
              <a:buNone/>
              <a:defRPr sz="800">
                <a:latin typeface="Arvo"/>
                <a:ea typeface="Arvo"/>
                <a:cs typeface="Arvo"/>
                <a:sym typeface="Arvo"/>
              </a:defRPr>
            </a:lvl3pPr>
            <a:lvl4pPr lvl="3">
              <a:spcBef>
                <a:spcPts val="0"/>
              </a:spcBef>
              <a:spcAft>
                <a:spcPts val="0"/>
              </a:spcAft>
              <a:buSzPts val="800"/>
              <a:buFont typeface="Arvo"/>
              <a:buNone/>
              <a:defRPr sz="800">
                <a:latin typeface="Arvo"/>
                <a:ea typeface="Arvo"/>
                <a:cs typeface="Arvo"/>
                <a:sym typeface="Arvo"/>
              </a:defRPr>
            </a:lvl4pPr>
            <a:lvl5pPr lvl="4">
              <a:spcBef>
                <a:spcPts val="0"/>
              </a:spcBef>
              <a:spcAft>
                <a:spcPts val="0"/>
              </a:spcAft>
              <a:buSzPts val="800"/>
              <a:buFont typeface="Arvo"/>
              <a:buNone/>
              <a:defRPr sz="800">
                <a:latin typeface="Arvo"/>
                <a:ea typeface="Arvo"/>
                <a:cs typeface="Arvo"/>
                <a:sym typeface="Arvo"/>
              </a:defRPr>
            </a:lvl5pPr>
            <a:lvl6pPr lvl="5">
              <a:spcBef>
                <a:spcPts val="0"/>
              </a:spcBef>
              <a:spcAft>
                <a:spcPts val="0"/>
              </a:spcAft>
              <a:buSzPts val="800"/>
              <a:buFont typeface="Arvo"/>
              <a:buNone/>
              <a:defRPr sz="800">
                <a:latin typeface="Arvo"/>
                <a:ea typeface="Arvo"/>
                <a:cs typeface="Arvo"/>
                <a:sym typeface="Arvo"/>
              </a:defRPr>
            </a:lvl6pPr>
            <a:lvl7pPr lvl="6">
              <a:spcBef>
                <a:spcPts val="0"/>
              </a:spcBef>
              <a:spcAft>
                <a:spcPts val="0"/>
              </a:spcAft>
              <a:buSzPts val="800"/>
              <a:buFont typeface="Arvo"/>
              <a:buNone/>
              <a:defRPr sz="800">
                <a:latin typeface="Arvo"/>
                <a:ea typeface="Arvo"/>
                <a:cs typeface="Arvo"/>
                <a:sym typeface="Arvo"/>
              </a:defRPr>
            </a:lvl7pPr>
            <a:lvl8pPr lvl="7">
              <a:spcBef>
                <a:spcPts val="0"/>
              </a:spcBef>
              <a:spcAft>
                <a:spcPts val="0"/>
              </a:spcAft>
              <a:buSzPts val="800"/>
              <a:buFont typeface="Arvo"/>
              <a:buNone/>
              <a:defRPr sz="800">
                <a:latin typeface="Arvo"/>
                <a:ea typeface="Arvo"/>
                <a:cs typeface="Arvo"/>
                <a:sym typeface="Arvo"/>
              </a:defRPr>
            </a:lvl8pPr>
            <a:lvl9pPr lvl="8">
              <a:spcBef>
                <a:spcPts val="0"/>
              </a:spcBef>
              <a:spcAft>
                <a:spcPts val="0"/>
              </a:spcAft>
              <a:buSzPts val="800"/>
              <a:buFont typeface="Arvo"/>
              <a:buNone/>
              <a:defRPr sz="800">
                <a:latin typeface="Arvo"/>
                <a:ea typeface="Arvo"/>
                <a:cs typeface="Arvo"/>
                <a:sym typeface="Arvo"/>
              </a:defRPr>
            </a:lvl9pPr>
          </a:lstStyle>
          <a:p/>
        </p:txBody>
      </p:sp>
      <p:sp>
        <p:nvSpPr>
          <p:cNvPr id="11207" name="Google Shape;11207;p186"/>
          <p:cNvSpPr txBox="1"/>
          <p:nvPr>
            <p:ph idx="6" type="subTitle"/>
          </p:nvPr>
        </p:nvSpPr>
        <p:spPr>
          <a:xfrm>
            <a:off x="2282415" y="5266845"/>
            <a:ext cx="1556100" cy="949800"/>
          </a:xfrm>
          <a:prstGeom prst="rect">
            <a:avLst/>
          </a:prstGeom>
          <a:noFill/>
          <a:ln>
            <a:noFill/>
          </a:ln>
        </p:spPr>
        <p:txBody>
          <a:bodyPr anchorCtr="0" anchor="ctr" bIns="72000" lIns="72000" spcFirstLastPara="1" rIns="72000" wrap="square" tIns="72000">
            <a:noAutofit/>
          </a:bodyPr>
          <a:lstStyle>
            <a:lvl1pPr lvl="0">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spcBef>
                <a:spcPts val="0"/>
              </a:spcBef>
              <a:spcAft>
                <a:spcPts val="0"/>
              </a:spcAft>
              <a:buSzPts val="800"/>
              <a:buFont typeface="Arvo"/>
              <a:buNone/>
              <a:defRPr sz="800">
                <a:latin typeface="Arvo"/>
                <a:ea typeface="Arvo"/>
                <a:cs typeface="Arvo"/>
                <a:sym typeface="Arvo"/>
              </a:defRPr>
            </a:lvl2pPr>
            <a:lvl3pPr lvl="2">
              <a:spcBef>
                <a:spcPts val="0"/>
              </a:spcBef>
              <a:spcAft>
                <a:spcPts val="0"/>
              </a:spcAft>
              <a:buSzPts val="800"/>
              <a:buFont typeface="Arvo"/>
              <a:buNone/>
              <a:defRPr sz="800">
                <a:latin typeface="Arvo"/>
                <a:ea typeface="Arvo"/>
                <a:cs typeface="Arvo"/>
                <a:sym typeface="Arvo"/>
              </a:defRPr>
            </a:lvl3pPr>
            <a:lvl4pPr lvl="3">
              <a:spcBef>
                <a:spcPts val="0"/>
              </a:spcBef>
              <a:spcAft>
                <a:spcPts val="0"/>
              </a:spcAft>
              <a:buSzPts val="800"/>
              <a:buFont typeface="Arvo"/>
              <a:buNone/>
              <a:defRPr sz="800">
                <a:latin typeface="Arvo"/>
                <a:ea typeface="Arvo"/>
                <a:cs typeface="Arvo"/>
                <a:sym typeface="Arvo"/>
              </a:defRPr>
            </a:lvl4pPr>
            <a:lvl5pPr lvl="4">
              <a:spcBef>
                <a:spcPts val="0"/>
              </a:spcBef>
              <a:spcAft>
                <a:spcPts val="0"/>
              </a:spcAft>
              <a:buSzPts val="800"/>
              <a:buFont typeface="Arvo"/>
              <a:buNone/>
              <a:defRPr sz="800">
                <a:latin typeface="Arvo"/>
                <a:ea typeface="Arvo"/>
                <a:cs typeface="Arvo"/>
                <a:sym typeface="Arvo"/>
              </a:defRPr>
            </a:lvl5pPr>
            <a:lvl6pPr lvl="5">
              <a:spcBef>
                <a:spcPts val="0"/>
              </a:spcBef>
              <a:spcAft>
                <a:spcPts val="0"/>
              </a:spcAft>
              <a:buSzPts val="800"/>
              <a:buFont typeface="Arvo"/>
              <a:buNone/>
              <a:defRPr sz="800">
                <a:latin typeface="Arvo"/>
                <a:ea typeface="Arvo"/>
                <a:cs typeface="Arvo"/>
                <a:sym typeface="Arvo"/>
              </a:defRPr>
            </a:lvl6pPr>
            <a:lvl7pPr lvl="6">
              <a:spcBef>
                <a:spcPts val="0"/>
              </a:spcBef>
              <a:spcAft>
                <a:spcPts val="0"/>
              </a:spcAft>
              <a:buSzPts val="800"/>
              <a:buFont typeface="Arvo"/>
              <a:buNone/>
              <a:defRPr sz="800">
                <a:latin typeface="Arvo"/>
                <a:ea typeface="Arvo"/>
                <a:cs typeface="Arvo"/>
                <a:sym typeface="Arvo"/>
              </a:defRPr>
            </a:lvl7pPr>
            <a:lvl8pPr lvl="7">
              <a:spcBef>
                <a:spcPts val="0"/>
              </a:spcBef>
              <a:spcAft>
                <a:spcPts val="0"/>
              </a:spcAft>
              <a:buSzPts val="800"/>
              <a:buFont typeface="Arvo"/>
              <a:buNone/>
              <a:defRPr sz="800">
                <a:latin typeface="Arvo"/>
                <a:ea typeface="Arvo"/>
                <a:cs typeface="Arvo"/>
                <a:sym typeface="Arvo"/>
              </a:defRPr>
            </a:lvl8pPr>
            <a:lvl9pPr lvl="8">
              <a:spcBef>
                <a:spcPts val="0"/>
              </a:spcBef>
              <a:spcAft>
                <a:spcPts val="0"/>
              </a:spcAft>
              <a:buSzPts val="800"/>
              <a:buFont typeface="Arvo"/>
              <a:buNone/>
              <a:defRPr sz="800">
                <a:latin typeface="Arvo"/>
                <a:ea typeface="Arvo"/>
                <a:cs typeface="Arvo"/>
                <a:sym typeface="Arvo"/>
              </a:defRPr>
            </a:lvl9pPr>
          </a:lstStyle>
          <a:p/>
        </p:txBody>
      </p:sp>
      <p:sp>
        <p:nvSpPr>
          <p:cNvPr id="11208" name="Google Shape;11208;p186"/>
          <p:cNvSpPr txBox="1"/>
          <p:nvPr>
            <p:ph idx="7" type="subTitle"/>
          </p:nvPr>
        </p:nvSpPr>
        <p:spPr>
          <a:xfrm>
            <a:off x="4138559" y="5266845"/>
            <a:ext cx="1556100" cy="949800"/>
          </a:xfrm>
          <a:prstGeom prst="rect">
            <a:avLst/>
          </a:prstGeom>
          <a:noFill/>
          <a:ln>
            <a:noFill/>
          </a:ln>
        </p:spPr>
        <p:txBody>
          <a:bodyPr anchorCtr="0" anchor="ctr" bIns="72000" lIns="72000" spcFirstLastPara="1" rIns="72000" wrap="square" tIns="72000">
            <a:noAutofit/>
          </a:bodyPr>
          <a:lstStyle>
            <a:lvl1pPr lvl="0">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spcBef>
                <a:spcPts val="0"/>
              </a:spcBef>
              <a:spcAft>
                <a:spcPts val="0"/>
              </a:spcAft>
              <a:buSzPts val="800"/>
              <a:buFont typeface="Arvo"/>
              <a:buNone/>
              <a:defRPr sz="800">
                <a:latin typeface="Arvo"/>
                <a:ea typeface="Arvo"/>
                <a:cs typeface="Arvo"/>
                <a:sym typeface="Arvo"/>
              </a:defRPr>
            </a:lvl2pPr>
            <a:lvl3pPr lvl="2">
              <a:spcBef>
                <a:spcPts val="0"/>
              </a:spcBef>
              <a:spcAft>
                <a:spcPts val="0"/>
              </a:spcAft>
              <a:buSzPts val="800"/>
              <a:buFont typeface="Arvo"/>
              <a:buNone/>
              <a:defRPr sz="800">
                <a:latin typeface="Arvo"/>
                <a:ea typeface="Arvo"/>
                <a:cs typeface="Arvo"/>
                <a:sym typeface="Arvo"/>
              </a:defRPr>
            </a:lvl3pPr>
            <a:lvl4pPr lvl="3">
              <a:spcBef>
                <a:spcPts val="0"/>
              </a:spcBef>
              <a:spcAft>
                <a:spcPts val="0"/>
              </a:spcAft>
              <a:buSzPts val="800"/>
              <a:buFont typeface="Arvo"/>
              <a:buNone/>
              <a:defRPr sz="800">
                <a:latin typeface="Arvo"/>
                <a:ea typeface="Arvo"/>
                <a:cs typeface="Arvo"/>
                <a:sym typeface="Arvo"/>
              </a:defRPr>
            </a:lvl4pPr>
            <a:lvl5pPr lvl="4">
              <a:spcBef>
                <a:spcPts val="0"/>
              </a:spcBef>
              <a:spcAft>
                <a:spcPts val="0"/>
              </a:spcAft>
              <a:buSzPts val="800"/>
              <a:buFont typeface="Arvo"/>
              <a:buNone/>
              <a:defRPr sz="800">
                <a:latin typeface="Arvo"/>
                <a:ea typeface="Arvo"/>
                <a:cs typeface="Arvo"/>
                <a:sym typeface="Arvo"/>
              </a:defRPr>
            </a:lvl5pPr>
            <a:lvl6pPr lvl="5">
              <a:spcBef>
                <a:spcPts val="0"/>
              </a:spcBef>
              <a:spcAft>
                <a:spcPts val="0"/>
              </a:spcAft>
              <a:buSzPts val="800"/>
              <a:buFont typeface="Arvo"/>
              <a:buNone/>
              <a:defRPr sz="800">
                <a:latin typeface="Arvo"/>
                <a:ea typeface="Arvo"/>
                <a:cs typeface="Arvo"/>
                <a:sym typeface="Arvo"/>
              </a:defRPr>
            </a:lvl6pPr>
            <a:lvl7pPr lvl="6">
              <a:spcBef>
                <a:spcPts val="0"/>
              </a:spcBef>
              <a:spcAft>
                <a:spcPts val="0"/>
              </a:spcAft>
              <a:buSzPts val="800"/>
              <a:buFont typeface="Arvo"/>
              <a:buNone/>
              <a:defRPr sz="800">
                <a:latin typeface="Arvo"/>
                <a:ea typeface="Arvo"/>
                <a:cs typeface="Arvo"/>
                <a:sym typeface="Arvo"/>
              </a:defRPr>
            </a:lvl7pPr>
            <a:lvl8pPr lvl="7">
              <a:spcBef>
                <a:spcPts val="0"/>
              </a:spcBef>
              <a:spcAft>
                <a:spcPts val="0"/>
              </a:spcAft>
              <a:buSzPts val="800"/>
              <a:buFont typeface="Arvo"/>
              <a:buNone/>
              <a:defRPr sz="800">
                <a:latin typeface="Arvo"/>
                <a:ea typeface="Arvo"/>
                <a:cs typeface="Arvo"/>
                <a:sym typeface="Arvo"/>
              </a:defRPr>
            </a:lvl8pPr>
            <a:lvl9pPr lvl="8">
              <a:spcBef>
                <a:spcPts val="0"/>
              </a:spcBef>
              <a:spcAft>
                <a:spcPts val="0"/>
              </a:spcAft>
              <a:buSzPts val="800"/>
              <a:buFont typeface="Arvo"/>
              <a:buNone/>
              <a:defRPr sz="800">
                <a:latin typeface="Arvo"/>
                <a:ea typeface="Arvo"/>
                <a:cs typeface="Arvo"/>
                <a:sym typeface="Arvo"/>
              </a:defRPr>
            </a:lvl9pPr>
          </a:lstStyle>
          <a:p/>
        </p:txBody>
      </p:sp>
      <p:sp>
        <p:nvSpPr>
          <p:cNvPr id="11209" name="Google Shape;11209;p186"/>
          <p:cNvSpPr txBox="1"/>
          <p:nvPr>
            <p:ph idx="8" type="subTitle"/>
          </p:nvPr>
        </p:nvSpPr>
        <p:spPr>
          <a:xfrm>
            <a:off x="5998449" y="5266845"/>
            <a:ext cx="1556100" cy="949800"/>
          </a:xfrm>
          <a:prstGeom prst="rect">
            <a:avLst/>
          </a:prstGeom>
          <a:noFill/>
          <a:ln>
            <a:noFill/>
          </a:ln>
        </p:spPr>
        <p:txBody>
          <a:bodyPr anchorCtr="0" anchor="ctr" bIns="72000" lIns="72000" spcFirstLastPara="1" rIns="72000" wrap="square" tIns="72000">
            <a:noAutofit/>
          </a:bodyPr>
          <a:lstStyle>
            <a:lvl1pPr lvl="0">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spcBef>
                <a:spcPts val="0"/>
              </a:spcBef>
              <a:spcAft>
                <a:spcPts val="0"/>
              </a:spcAft>
              <a:buSzPts val="800"/>
              <a:buFont typeface="Arvo"/>
              <a:buNone/>
              <a:defRPr sz="800">
                <a:latin typeface="Arvo"/>
                <a:ea typeface="Arvo"/>
                <a:cs typeface="Arvo"/>
                <a:sym typeface="Arvo"/>
              </a:defRPr>
            </a:lvl2pPr>
            <a:lvl3pPr lvl="2">
              <a:spcBef>
                <a:spcPts val="0"/>
              </a:spcBef>
              <a:spcAft>
                <a:spcPts val="0"/>
              </a:spcAft>
              <a:buSzPts val="800"/>
              <a:buFont typeface="Arvo"/>
              <a:buNone/>
              <a:defRPr sz="800">
                <a:latin typeface="Arvo"/>
                <a:ea typeface="Arvo"/>
                <a:cs typeface="Arvo"/>
                <a:sym typeface="Arvo"/>
              </a:defRPr>
            </a:lvl3pPr>
            <a:lvl4pPr lvl="3">
              <a:spcBef>
                <a:spcPts val="0"/>
              </a:spcBef>
              <a:spcAft>
                <a:spcPts val="0"/>
              </a:spcAft>
              <a:buSzPts val="800"/>
              <a:buFont typeface="Arvo"/>
              <a:buNone/>
              <a:defRPr sz="800">
                <a:latin typeface="Arvo"/>
                <a:ea typeface="Arvo"/>
                <a:cs typeface="Arvo"/>
                <a:sym typeface="Arvo"/>
              </a:defRPr>
            </a:lvl4pPr>
            <a:lvl5pPr lvl="4">
              <a:spcBef>
                <a:spcPts val="0"/>
              </a:spcBef>
              <a:spcAft>
                <a:spcPts val="0"/>
              </a:spcAft>
              <a:buSzPts val="800"/>
              <a:buFont typeface="Arvo"/>
              <a:buNone/>
              <a:defRPr sz="800">
                <a:latin typeface="Arvo"/>
                <a:ea typeface="Arvo"/>
                <a:cs typeface="Arvo"/>
                <a:sym typeface="Arvo"/>
              </a:defRPr>
            </a:lvl5pPr>
            <a:lvl6pPr lvl="5">
              <a:spcBef>
                <a:spcPts val="0"/>
              </a:spcBef>
              <a:spcAft>
                <a:spcPts val="0"/>
              </a:spcAft>
              <a:buSzPts val="800"/>
              <a:buFont typeface="Arvo"/>
              <a:buNone/>
              <a:defRPr sz="800">
                <a:latin typeface="Arvo"/>
                <a:ea typeface="Arvo"/>
                <a:cs typeface="Arvo"/>
                <a:sym typeface="Arvo"/>
              </a:defRPr>
            </a:lvl6pPr>
            <a:lvl7pPr lvl="6">
              <a:spcBef>
                <a:spcPts val="0"/>
              </a:spcBef>
              <a:spcAft>
                <a:spcPts val="0"/>
              </a:spcAft>
              <a:buSzPts val="800"/>
              <a:buFont typeface="Arvo"/>
              <a:buNone/>
              <a:defRPr sz="800">
                <a:latin typeface="Arvo"/>
                <a:ea typeface="Arvo"/>
                <a:cs typeface="Arvo"/>
                <a:sym typeface="Arvo"/>
              </a:defRPr>
            </a:lvl7pPr>
            <a:lvl8pPr lvl="7">
              <a:spcBef>
                <a:spcPts val="0"/>
              </a:spcBef>
              <a:spcAft>
                <a:spcPts val="0"/>
              </a:spcAft>
              <a:buSzPts val="800"/>
              <a:buFont typeface="Arvo"/>
              <a:buNone/>
              <a:defRPr sz="800">
                <a:latin typeface="Arvo"/>
                <a:ea typeface="Arvo"/>
                <a:cs typeface="Arvo"/>
                <a:sym typeface="Arvo"/>
              </a:defRPr>
            </a:lvl8pPr>
            <a:lvl9pPr lvl="8">
              <a:spcBef>
                <a:spcPts val="0"/>
              </a:spcBef>
              <a:spcAft>
                <a:spcPts val="0"/>
              </a:spcAft>
              <a:buSzPts val="800"/>
              <a:buFont typeface="Arvo"/>
              <a:buNone/>
              <a:defRPr sz="800">
                <a:latin typeface="Arvo"/>
                <a:ea typeface="Arvo"/>
                <a:cs typeface="Arvo"/>
                <a:sym typeface="Arvo"/>
              </a:defRPr>
            </a:lvl9pPr>
          </a:lstStyle>
          <a:p/>
        </p:txBody>
      </p:sp>
      <p:sp>
        <p:nvSpPr>
          <p:cNvPr id="11210" name="Google Shape;11210;p186"/>
          <p:cNvSpPr txBox="1"/>
          <p:nvPr>
            <p:ph idx="9" type="subTitle"/>
          </p:nvPr>
        </p:nvSpPr>
        <p:spPr>
          <a:xfrm>
            <a:off x="8253950" y="2929759"/>
            <a:ext cx="1403700" cy="1696200"/>
          </a:xfrm>
          <a:prstGeom prst="rect">
            <a:avLst/>
          </a:prstGeom>
          <a:noFill/>
          <a:ln>
            <a:noFill/>
          </a:ln>
        </p:spPr>
        <p:txBody>
          <a:bodyPr anchorCtr="0" anchor="ctr" bIns="72000" lIns="72000" spcFirstLastPara="1" rIns="72000" wrap="square" tIns="72000">
            <a:noAutofit/>
          </a:bodyPr>
          <a:lstStyle>
            <a:lvl1pPr lvl="0">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spcBef>
                <a:spcPts val="0"/>
              </a:spcBef>
              <a:spcAft>
                <a:spcPts val="0"/>
              </a:spcAft>
              <a:buSzPts val="800"/>
              <a:buFont typeface="Arvo"/>
              <a:buNone/>
              <a:defRPr sz="800">
                <a:latin typeface="Arvo"/>
                <a:ea typeface="Arvo"/>
                <a:cs typeface="Arvo"/>
                <a:sym typeface="Arvo"/>
              </a:defRPr>
            </a:lvl2pPr>
            <a:lvl3pPr lvl="2">
              <a:spcBef>
                <a:spcPts val="0"/>
              </a:spcBef>
              <a:spcAft>
                <a:spcPts val="0"/>
              </a:spcAft>
              <a:buSzPts val="800"/>
              <a:buFont typeface="Arvo"/>
              <a:buNone/>
              <a:defRPr sz="800">
                <a:latin typeface="Arvo"/>
                <a:ea typeface="Arvo"/>
                <a:cs typeface="Arvo"/>
                <a:sym typeface="Arvo"/>
              </a:defRPr>
            </a:lvl3pPr>
            <a:lvl4pPr lvl="3">
              <a:spcBef>
                <a:spcPts val="0"/>
              </a:spcBef>
              <a:spcAft>
                <a:spcPts val="0"/>
              </a:spcAft>
              <a:buSzPts val="800"/>
              <a:buFont typeface="Arvo"/>
              <a:buNone/>
              <a:defRPr sz="800">
                <a:latin typeface="Arvo"/>
                <a:ea typeface="Arvo"/>
                <a:cs typeface="Arvo"/>
                <a:sym typeface="Arvo"/>
              </a:defRPr>
            </a:lvl4pPr>
            <a:lvl5pPr lvl="4">
              <a:spcBef>
                <a:spcPts val="0"/>
              </a:spcBef>
              <a:spcAft>
                <a:spcPts val="0"/>
              </a:spcAft>
              <a:buSzPts val="800"/>
              <a:buFont typeface="Arvo"/>
              <a:buNone/>
              <a:defRPr sz="800">
                <a:latin typeface="Arvo"/>
                <a:ea typeface="Arvo"/>
                <a:cs typeface="Arvo"/>
                <a:sym typeface="Arvo"/>
              </a:defRPr>
            </a:lvl5pPr>
            <a:lvl6pPr lvl="5">
              <a:spcBef>
                <a:spcPts val="0"/>
              </a:spcBef>
              <a:spcAft>
                <a:spcPts val="0"/>
              </a:spcAft>
              <a:buSzPts val="800"/>
              <a:buFont typeface="Arvo"/>
              <a:buNone/>
              <a:defRPr sz="800">
                <a:latin typeface="Arvo"/>
                <a:ea typeface="Arvo"/>
                <a:cs typeface="Arvo"/>
                <a:sym typeface="Arvo"/>
              </a:defRPr>
            </a:lvl6pPr>
            <a:lvl7pPr lvl="6">
              <a:spcBef>
                <a:spcPts val="0"/>
              </a:spcBef>
              <a:spcAft>
                <a:spcPts val="0"/>
              </a:spcAft>
              <a:buSzPts val="800"/>
              <a:buFont typeface="Arvo"/>
              <a:buNone/>
              <a:defRPr sz="800">
                <a:latin typeface="Arvo"/>
                <a:ea typeface="Arvo"/>
                <a:cs typeface="Arvo"/>
                <a:sym typeface="Arvo"/>
              </a:defRPr>
            </a:lvl7pPr>
            <a:lvl8pPr lvl="7">
              <a:spcBef>
                <a:spcPts val="0"/>
              </a:spcBef>
              <a:spcAft>
                <a:spcPts val="0"/>
              </a:spcAft>
              <a:buSzPts val="800"/>
              <a:buFont typeface="Arvo"/>
              <a:buNone/>
              <a:defRPr sz="800">
                <a:latin typeface="Arvo"/>
                <a:ea typeface="Arvo"/>
                <a:cs typeface="Arvo"/>
                <a:sym typeface="Arvo"/>
              </a:defRPr>
            </a:lvl8pPr>
            <a:lvl9pPr lvl="8">
              <a:spcBef>
                <a:spcPts val="0"/>
              </a:spcBef>
              <a:spcAft>
                <a:spcPts val="0"/>
              </a:spcAft>
              <a:buSzPts val="800"/>
              <a:buFont typeface="Arvo"/>
              <a:buNone/>
              <a:defRPr sz="800">
                <a:latin typeface="Arvo"/>
                <a:ea typeface="Arvo"/>
                <a:cs typeface="Arvo"/>
                <a:sym typeface="Arvo"/>
              </a:defRPr>
            </a:lvl9pPr>
          </a:lstStyle>
          <a:p/>
        </p:txBody>
      </p:sp>
      <p:sp>
        <p:nvSpPr>
          <p:cNvPr id="11211" name="Google Shape;11211;p186"/>
          <p:cNvSpPr txBox="1"/>
          <p:nvPr/>
        </p:nvSpPr>
        <p:spPr>
          <a:xfrm>
            <a:off x="2524025" y="387675"/>
            <a:ext cx="15012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Unid. Organizacional:</a:t>
            </a:r>
            <a:endParaRPr b="1" sz="1100"/>
          </a:p>
        </p:txBody>
      </p:sp>
      <p:sp>
        <p:nvSpPr>
          <p:cNvPr id="11212" name="Google Shape;11212;p186"/>
          <p:cNvSpPr txBox="1"/>
          <p:nvPr/>
        </p:nvSpPr>
        <p:spPr>
          <a:xfrm>
            <a:off x="2524020" y="579550"/>
            <a:ext cx="6846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Alcance:</a:t>
            </a:r>
            <a:endParaRPr b="1" sz="1100"/>
          </a:p>
        </p:txBody>
      </p:sp>
      <p:sp>
        <p:nvSpPr>
          <p:cNvPr id="11213" name="Google Shape;11213;p186"/>
          <p:cNvSpPr txBox="1"/>
          <p:nvPr>
            <p:ph type="title"/>
          </p:nvPr>
        </p:nvSpPr>
        <p:spPr>
          <a:xfrm flipH="1">
            <a:off x="4025374" y="387675"/>
            <a:ext cx="5863200" cy="1692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000"/>
              <a:buNone/>
              <a:defRPr sz="1000">
                <a:solidFill>
                  <a:srgbClr val="000000"/>
                </a:solidFill>
              </a:defRPr>
            </a:lvl1pPr>
            <a:lvl2pPr lvl="1">
              <a:spcBef>
                <a:spcPts val="0"/>
              </a:spcBef>
              <a:spcAft>
                <a:spcPts val="0"/>
              </a:spcAft>
              <a:buClr>
                <a:srgbClr val="000000"/>
              </a:buClr>
              <a:buSzPts val="1000"/>
              <a:buNone/>
              <a:defRPr sz="1000">
                <a:solidFill>
                  <a:srgbClr val="000000"/>
                </a:solidFill>
              </a:defRPr>
            </a:lvl2pPr>
            <a:lvl3pPr lvl="2">
              <a:spcBef>
                <a:spcPts val="0"/>
              </a:spcBef>
              <a:spcAft>
                <a:spcPts val="0"/>
              </a:spcAft>
              <a:buClr>
                <a:srgbClr val="000000"/>
              </a:buClr>
              <a:buSzPts val="1000"/>
              <a:buNone/>
              <a:defRPr sz="1000">
                <a:solidFill>
                  <a:srgbClr val="000000"/>
                </a:solidFill>
              </a:defRPr>
            </a:lvl3pPr>
            <a:lvl4pPr lvl="3">
              <a:spcBef>
                <a:spcPts val="0"/>
              </a:spcBef>
              <a:spcAft>
                <a:spcPts val="0"/>
              </a:spcAft>
              <a:buClr>
                <a:srgbClr val="000000"/>
              </a:buClr>
              <a:buSzPts val="1000"/>
              <a:buNone/>
              <a:defRPr sz="1000">
                <a:solidFill>
                  <a:srgbClr val="000000"/>
                </a:solidFill>
              </a:defRPr>
            </a:lvl4pPr>
            <a:lvl5pPr lvl="4">
              <a:spcBef>
                <a:spcPts val="0"/>
              </a:spcBef>
              <a:spcAft>
                <a:spcPts val="0"/>
              </a:spcAft>
              <a:buClr>
                <a:srgbClr val="000000"/>
              </a:buClr>
              <a:buSzPts val="1000"/>
              <a:buNone/>
              <a:defRPr sz="1000">
                <a:solidFill>
                  <a:srgbClr val="000000"/>
                </a:solidFill>
              </a:defRPr>
            </a:lvl5pPr>
            <a:lvl6pPr lvl="5">
              <a:spcBef>
                <a:spcPts val="0"/>
              </a:spcBef>
              <a:spcAft>
                <a:spcPts val="0"/>
              </a:spcAft>
              <a:buClr>
                <a:srgbClr val="000000"/>
              </a:buClr>
              <a:buSzPts val="1000"/>
              <a:buNone/>
              <a:defRPr sz="1000">
                <a:solidFill>
                  <a:srgbClr val="000000"/>
                </a:solidFill>
              </a:defRPr>
            </a:lvl6pPr>
            <a:lvl7pPr lvl="6">
              <a:spcBef>
                <a:spcPts val="0"/>
              </a:spcBef>
              <a:spcAft>
                <a:spcPts val="0"/>
              </a:spcAft>
              <a:buClr>
                <a:srgbClr val="000000"/>
              </a:buClr>
              <a:buSzPts val="1000"/>
              <a:buNone/>
              <a:defRPr sz="1000">
                <a:solidFill>
                  <a:srgbClr val="000000"/>
                </a:solidFill>
              </a:defRPr>
            </a:lvl7pPr>
            <a:lvl8pPr lvl="7">
              <a:spcBef>
                <a:spcPts val="0"/>
              </a:spcBef>
              <a:spcAft>
                <a:spcPts val="0"/>
              </a:spcAft>
              <a:buClr>
                <a:srgbClr val="000000"/>
              </a:buClr>
              <a:buSzPts val="1000"/>
              <a:buNone/>
              <a:defRPr sz="1000">
                <a:solidFill>
                  <a:srgbClr val="000000"/>
                </a:solidFill>
              </a:defRPr>
            </a:lvl8pPr>
            <a:lvl9pPr lvl="8">
              <a:spcBef>
                <a:spcPts val="0"/>
              </a:spcBef>
              <a:spcAft>
                <a:spcPts val="0"/>
              </a:spcAft>
              <a:buClr>
                <a:srgbClr val="000000"/>
              </a:buClr>
              <a:buSzPts val="1000"/>
              <a:buNone/>
              <a:defRPr sz="1000">
                <a:solidFill>
                  <a:srgbClr val="000000"/>
                </a:solidFill>
              </a:defRPr>
            </a:lvl9pPr>
          </a:lstStyle>
          <a:p/>
        </p:txBody>
      </p:sp>
      <p:sp>
        <p:nvSpPr>
          <p:cNvPr id="11214" name="Google Shape;11214;p186"/>
          <p:cNvSpPr txBox="1"/>
          <p:nvPr>
            <p:ph idx="13" type="title"/>
          </p:nvPr>
        </p:nvSpPr>
        <p:spPr>
          <a:xfrm flipH="1">
            <a:off x="3208773" y="579550"/>
            <a:ext cx="6679800" cy="1692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000"/>
              <a:buNone/>
              <a:defRPr sz="1000">
                <a:solidFill>
                  <a:srgbClr val="000000"/>
                </a:solidFill>
              </a:defRPr>
            </a:lvl1pPr>
            <a:lvl2pPr lvl="1">
              <a:spcBef>
                <a:spcPts val="0"/>
              </a:spcBef>
              <a:spcAft>
                <a:spcPts val="0"/>
              </a:spcAft>
              <a:buClr>
                <a:srgbClr val="000000"/>
              </a:buClr>
              <a:buSzPts val="1000"/>
              <a:buNone/>
              <a:defRPr sz="1000">
                <a:solidFill>
                  <a:srgbClr val="000000"/>
                </a:solidFill>
              </a:defRPr>
            </a:lvl2pPr>
            <a:lvl3pPr lvl="2">
              <a:spcBef>
                <a:spcPts val="0"/>
              </a:spcBef>
              <a:spcAft>
                <a:spcPts val="0"/>
              </a:spcAft>
              <a:buClr>
                <a:srgbClr val="000000"/>
              </a:buClr>
              <a:buSzPts val="1000"/>
              <a:buNone/>
              <a:defRPr sz="1000">
                <a:solidFill>
                  <a:srgbClr val="000000"/>
                </a:solidFill>
              </a:defRPr>
            </a:lvl3pPr>
            <a:lvl4pPr lvl="3">
              <a:spcBef>
                <a:spcPts val="0"/>
              </a:spcBef>
              <a:spcAft>
                <a:spcPts val="0"/>
              </a:spcAft>
              <a:buClr>
                <a:srgbClr val="000000"/>
              </a:buClr>
              <a:buSzPts val="1000"/>
              <a:buNone/>
              <a:defRPr sz="1000">
                <a:solidFill>
                  <a:srgbClr val="000000"/>
                </a:solidFill>
              </a:defRPr>
            </a:lvl4pPr>
            <a:lvl5pPr lvl="4">
              <a:spcBef>
                <a:spcPts val="0"/>
              </a:spcBef>
              <a:spcAft>
                <a:spcPts val="0"/>
              </a:spcAft>
              <a:buClr>
                <a:srgbClr val="000000"/>
              </a:buClr>
              <a:buSzPts val="1000"/>
              <a:buNone/>
              <a:defRPr sz="1000">
                <a:solidFill>
                  <a:srgbClr val="000000"/>
                </a:solidFill>
              </a:defRPr>
            </a:lvl5pPr>
            <a:lvl6pPr lvl="5">
              <a:spcBef>
                <a:spcPts val="0"/>
              </a:spcBef>
              <a:spcAft>
                <a:spcPts val="0"/>
              </a:spcAft>
              <a:buClr>
                <a:srgbClr val="000000"/>
              </a:buClr>
              <a:buSzPts val="1000"/>
              <a:buNone/>
              <a:defRPr sz="1000">
                <a:solidFill>
                  <a:srgbClr val="000000"/>
                </a:solidFill>
              </a:defRPr>
            </a:lvl6pPr>
            <a:lvl7pPr lvl="6">
              <a:spcBef>
                <a:spcPts val="0"/>
              </a:spcBef>
              <a:spcAft>
                <a:spcPts val="0"/>
              </a:spcAft>
              <a:buClr>
                <a:srgbClr val="000000"/>
              </a:buClr>
              <a:buSzPts val="1000"/>
              <a:buNone/>
              <a:defRPr sz="1000">
                <a:solidFill>
                  <a:srgbClr val="000000"/>
                </a:solidFill>
              </a:defRPr>
            </a:lvl7pPr>
            <a:lvl8pPr lvl="7">
              <a:spcBef>
                <a:spcPts val="0"/>
              </a:spcBef>
              <a:spcAft>
                <a:spcPts val="0"/>
              </a:spcAft>
              <a:buClr>
                <a:srgbClr val="000000"/>
              </a:buClr>
              <a:buSzPts val="1000"/>
              <a:buNone/>
              <a:defRPr sz="1000">
                <a:solidFill>
                  <a:srgbClr val="000000"/>
                </a:solidFill>
              </a:defRPr>
            </a:lvl8pPr>
            <a:lvl9pPr lvl="8">
              <a:spcBef>
                <a:spcPts val="0"/>
              </a:spcBef>
              <a:spcAft>
                <a:spcPts val="0"/>
              </a:spcAft>
              <a:buClr>
                <a:srgbClr val="000000"/>
              </a:buClr>
              <a:buSzPts val="1000"/>
              <a:buNone/>
              <a:defRPr sz="1000">
                <a:solidFill>
                  <a:srgbClr val="000000"/>
                </a:solidFill>
              </a:defRPr>
            </a:lvl9pPr>
          </a:lstStyle>
          <a:p/>
        </p:txBody>
      </p:sp>
      <p:sp>
        <p:nvSpPr>
          <p:cNvPr id="11215" name="Google Shape;11215;p186"/>
          <p:cNvSpPr txBox="1"/>
          <p:nvPr>
            <p:ph idx="14" type="body"/>
          </p:nvPr>
        </p:nvSpPr>
        <p:spPr>
          <a:xfrm>
            <a:off x="641150" y="612125"/>
            <a:ext cx="1770300" cy="160500"/>
          </a:xfrm>
          <a:prstGeom prst="rect">
            <a:avLst/>
          </a:prstGeom>
          <a:noFill/>
          <a:ln>
            <a:noFill/>
          </a:ln>
        </p:spPr>
        <p:txBody>
          <a:bodyPr anchorCtr="0" anchor="t" bIns="0" lIns="0" spcFirstLastPara="1" rIns="0" wrap="square" tIns="0">
            <a:noAutofit/>
          </a:bodyPr>
          <a:lstStyle>
            <a:lvl1pPr indent="-292100" lvl="0" marL="457200" algn="ctr">
              <a:spcBef>
                <a:spcPts val="0"/>
              </a:spcBef>
              <a:spcAft>
                <a:spcPts val="0"/>
              </a:spcAft>
              <a:buClr>
                <a:srgbClr val="FFFFFF"/>
              </a:buClr>
              <a:buSzPts val="1000"/>
              <a:buChar char="●"/>
              <a:defRPr sz="1000">
                <a:solidFill>
                  <a:srgbClr val="FFFFFF"/>
                </a:solidFill>
              </a:defRPr>
            </a:lvl1pPr>
            <a:lvl2pPr indent="-292100" lvl="1" marL="914400" algn="ctr">
              <a:spcBef>
                <a:spcPts val="0"/>
              </a:spcBef>
              <a:spcAft>
                <a:spcPts val="0"/>
              </a:spcAft>
              <a:buClr>
                <a:srgbClr val="FFFFFF"/>
              </a:buClr>
              <a:buSzPts val="1000"/>
              <a:buChar char="○"/>
              <a:defRPr sz="1000">
                <a:solidFill>
                  <a:srgbClr val="FFFFFF"/>
                </a:solidFill>
              </a:defRPr>
            </a:lvl2pPr>
            <a:lvl3pPr indent="-292100" lvl="2" marL="1371600" algn="ctr">
              <a:spcBef>
                <a:spcPts val="0"/>
              </a:spcBef>
              <a:spcAft>
                <a:spcPts val="0"/>
              </a:spcAft>
              <a:buClr>
                <a:srgbClr val="FFFFFF"/>
              </a:buClr>
              <a:buSzPts val="1000"/>
              <a:buChar char="■"/>
              <a:defRPr sz="1000">
                <a:solidFill>
                  <a:srgbClr val="FFFFFF"/>
                </a:solidFill>
              </a:defRPr>
            </a:lvl3pPr>
            <a:lvl4pPr indent="-292100" lvl="3" marL="1828800" algn="ctr">
              <a:spcBef>
                <a:spcPts val="0"/>
              </a:spcBef>
              <a:spcAft>
                <a:spcPts val="0"/>
              </a:spcAft>
              <a:buClr>
                <a:srgbClr val="FFFFFF"/>
              </a:buClr>
              <a:buSzPts val="1000"/>
              <a:buChar char="●"/>
              <a:defRPr sz="1000">
                <a:solidFill>
                  <a:srgbClr val="FFFFFF"/>
                </a:solidFill>
              </a:defRPr>
            </a:lvl4pPr>
            <a:lvl5pPr indent="-292100" lvl="4" marL="2286000" algn="ctr">
              <a:spcBef>
                <a:spcPts val="0"/>
              </a:spcBef>
              <a:spcAft>
                <a:spcPts val="0"/>
              </a:spcAft>
              <a:buClr>
                <a:srgbClr val="FFFFFF"/>
              </a:buClr>
              <a:buSzPts val="1000"/>
              <a:buChar char="○"/>
              <a:defRPr sz="1000">
                <a:solidFill>
                  <a:srgbClr val="FFFFFF"/>
                </a:solidFill>
              </a:defRPr>
            </a:lvl5pPr>
            <a:lvl6pPr indent="-292100" lvl="5" marL="2743200" algn="ctr">
              <a:spcBef>
                <a:spcPts val="0"/>
              </a:spcBef>
              <a:spcAft>
                <a:spcPts val="0"/>
              </a:spcAft>
              <a:buClr>
                <a:srgbClr val="FFFFFF"/>
              </a:buClr>
              <a:buSzPts val="1000"/>
              <a:buChar char="■"/>
              <a:defRPr sz="1000">
                <a:solidFill>
                  <a:srgbClr val="FFFFFF"/>
                </a:solidFill>
              </a:defRPr>
            </a:lvl6pPr>
            <a:lvl7pPr indent="-292100" lvl="6" marL="3200400" algn="ctr">
              <a:spcBef>
                <a:spcPts val="0"/>
              </a:spcBef>
              <a:spcAft>
                <a:spcPts val="0"/>
              </a:spcAft>
              <a:buClr>
                <a:srgbClr val="FFFFFF"/>
              </a:buClr>
              <a:buSzPts val="1000"/>
              <a:buChar char="●"/>
              <a:defRPr sz="1000">
                <a:solidFill>
                  <a:srgbClr val="FFFFFF"/>
                </a:solidFill>
              </a:defRPr>
            </a:lvl7pPr>
            <a:lvl8pPr indent="-292100" lvl="7" marL="3657600" algn="ctr">
              <a:spcBef>
                <a:spcPts val="0"/>
              </a:spcBef>
              <a:spcAft>
                <a:spcPts val="0"/>
              </a:spcAft>
              <a:buClr>
                <a:srgbClr val="FFFFFF"/>
              </a:buClr>
              <a:buSzPts val="1000"/>
              <a:buChar char="○"/>
              <a:defRPr sz="1000">
                <a:solidFill>
                  <a:srgbClr val="FFFFFF"/>
                </a:solidFill>
              </a:defRPr>
            </a:lvl8pPr>
            <a:lvl9pPr indent="-292100" lvl="8" marL="4114800" algn="ctr">
              <a:spcBef>
                <a:spcPts val="0"/>
              </a:spcBef>
              <a:spcAft>
                <a:spcPts val="0"/>
              </a:spcAft>
              <a:buClr>
                <a:srgbClr val="FFFFFF"/>
              </a:buClr>
              <a:buSzPts val="1000"/>
              <a:buChar char="■"/>
              <a:defRPr sz="1000">
                <a:solidFill>
                  <a:srgbClr val="FFFFFF"/>
                </a:solidFill>
              </a:defRPr>
            </a:lvl9pPr>
          </a:lstStyle>
          <a:p/>
        </p:txBody>
      </p:sp>
      <p:sp>
        <p:nvSpPr>
          <p:cNvPr id="11216" name="Google Shape;11216;p186"/>
          <p:cNvSpPr txBox="1"/>
          <p:nvPr/>
        </p:nvSpPr>
        <p:spPr>
          <a:xfrm>
            <a:off x="84825" y="598125"/>
            <a:ext cx="595500" cy="205800"/>
          </a:xfrm>
          <a:prstGeom prst="rect">
            <a:avLst/>
          </a:prstGeom>
          <a:noFill/>
          <a:ln>
            <a:noFill/>
          </a:ln>
        </p:spPr>
        <p:txBody>
          <a:bodyPr anchorCtr="0" anchor="t" bIns="18000" lIns="18000" spcFirstLastPara="1" rIns="18000" wrap="square" tIns="18000">
            <a:spAutoFit/>
          </a:bodyPr>
          <a:lstStyle/>
          <a:p>
            <a:pPr indent="0" lvl="0" marL="0" rtl="0" algn="l">
              <a:spcBef>
                <a:spcPts val="0"/>
              </a:spcBef>
              <a:spcAft>
                <a:spcPts val="0"/>
              </a:spcAft>
              <a:buNone/>
            </a:pPr>
            <a:r>
              <a:rPr lang="es-419" sz="1100">
                <a:solidFill>
                  <a:srgbClr val="FFFFFF"/>
                </a:solidFill>
              </a:rPr>
              <a:t>Nombre:</a:t>
            </a:r>
            <a:endParaRPr sz="1100">
              <a:solidFill>
                <a:srgbClr val="FFFFFF"/>
              </a:solidFill>
            </a:endParaRPr>
          </a:p>
        </p:txBody>
      </p:sp>
    </p:spTree>
  </p:cSld>
  <p:clrMapOvr>
    <a:masterClrMapping/>
  </p:clrMapOvr>
</p:sldLayout>
</file>

<file path=ppt/slideLayouts/slideLayout18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6 Diagrama de Pareto">
  <p:cSld name="TITLE_3_6_1_1_1_1_1_1_1_1_1_1_1">
    <p:spTree>
      <p:nvGrpSpPr>
        <p:cNvPr id="11217" name="Shape 11217"/>
        <p:cNvGrpSpPr/>
        <p:nvPr/>
      </p:nvGrpSpPr>
      <p:grpSpPr>
        <a:xfrm>
          <a:off x="0" y="0"/>
          <a:ext cx="0" cy="0"/>
          <a:chOff x="0" y="0"/>
          <a:chExt cx="0" cy="0"/>
        </a:xfrm>
      </p:grpSpPr>
      <p:sp>
        <p:nvSpPr>
          <p:cNvPr id="11218" name="Google Shape;11218;p187"/>
          <p:cNvSpPr/>
          <p:nvPr/>
        </p:nvSpPr>
        <p:spPr>
          <a:xfrm>
            <a:off x="97888" y="377012"/>
            <a:ext cx="9893400" cy="296700"/>
          </a:xfrm>
          <a:prstGeom prst="roundRect">
            <a:avLst>
              <a:gd fmla="val 22902" name="adj"/>
            </a:avLst>
          </a:prstGeom>
          <a:solidFill>
            <a:srgbClr val="F3F3F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11219" name="Google Shape;11219;p187"/>
          <p:cNvSpPr/>
          <p:nvPr/>
        </p:nvSpPr>
        <p:spPr>
          <a:xfrm>
            <a:off x="77688" y="358938"/>
            <a:ext cx="9935700" cy="6438000"/>
          </a:xfrm>
          <a:prstGeom prst="roundRect">
            <a:avLst>
              <a:gd fmla="val 2618" name="adj"/>
            </a:avLst>
          </a:prstGeom>
          <a:solidFill>
            <a:srgbClr val="FFFFFF"/>
          </a:solidFill>
          <a:ln cap="flat" cmpd="sng" w="38100">
            <a:solidFill>
              <a:srgbClr val="000000"/>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220" name="Google Shape;11220;p187"/>
          <p:cNvCxnSpPr/>
          <p:nvPr/>
        </p:nvCxnSpPr>
        <p:spPr>
          <a:xfrm>
            <a:off x="77688" y="772614"/>
            <a:ext cx="9935700" cy="0"/>
          </a:xfrm>
          <a:prstGeom prst="straightConnector1">
            <a:avLst/>
          </a:prstGeom>
          <a:noFill/>
          <a:ln cap="flat" cmpd="sng" w="19050">
            <a:solidFill>
              <a:srgbClr val="000000"/>
            </a:solidFill>
            <a:prstDash val="solid"/>
            <a:round/>
            <a:headEnd len="med" w="med" type="none"/>
            <a:tailEnd len="med" w="med" type="none"/>
          </a:ln>
        </p:spPr>
      </p:cxnSp>
      <p:cxnSp>
        <p:nvCxnSpPr>
          <p:cNvPr id="11221" name="Google Shape;11221;p187"/>
          <p:cNvCxnSpPr/>
          <p:nvPr/>
        </p:nvCxnSpPr>
        <p:spPr>
          <a:xfrm rot="10800000">
            <a:off x="2439038" y="368188"/>
            <a:ext cx="0" cy="402300"/>
          </a:xfrm>
          <a:prstGeom prst="straightConnector1">
            <a:avLst/>
          </a:prstGeom>
          <a:noFill/>
          <a:ln cap="flat" cmpd="sng" w="19050">
            <a:solidFill>
              <a:srgbClr val="000000"/>
            </a:solidFill>
            <a:prstDash val="solid"/>
            <a:round/>
            <a:headEnd len="med" w="med" type="none"/>
            <a:tailEnd len="med" w="med" type="none"/>
          </a:ln>
        </p:spPr>
      </p:cxnSp>
      <p:sp>
        <p:nvSpPr>
          <p:cNvPr id="11222" name="Google Shape;11222;p187"/>
          <p:cNvSpPr/>
          <p:nvPr/>
        </p:nvSpPr>
        <p:spPr>
          <a:xfrm>
            <a:off x="77688" y="349338"/>
            <a:ext cx="2361300" cy="421200"/>
          </a:xfrm>
          <a:prstGeom prst="roundRect">
            <a:avLst>
              <a:gd fmla="val 50000" name="adj"/>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s-419" sz="1200">
                <a:solidFill>
                  <a:srgbClr val="FFFFFF"/>
                </a:solidFill>
              </a:rPr>
              <a:t>Diagrama de Pareto</a:t>
            </a:r>
            <a:endParaRPr b="1" sz="1200">
              <a:solidFill>
                <a:srgbClr val="FFFFFF"/>
              </a:solidFill>
            </a:endParaRPr>
          </a:p>
          <a:p>
            <a:pPr indent="0" lvl="0" marL="0" rtl="0" algn="ctr">
              <a:spcBef>
                <a:spcPts val="0"/>
              </a:spcBef>
              <a:spcAft>
                <a:spcPts val="0"/>
              </a:spcAft>
              <a:buNone/>
            </a:pPr>
            <a:r>
              <a:t/>
            </a:r>
            <a:endParaRPr b="1" sz="1200">
              <a:solidFill>
                <a:srgbClr val="FFFFFF"/>
              </a:solidFill>
            </a:endParaRPr>
          </a:p>
        </p:txBody>
      </p:sp>
      <p:sp>
        <p:nvSpPr>
          <p:cNvPr id="11223" name="Google Shape;11223;p187"/>
          <p:cNvSpPr/>
          <p:nvPr/>
        </p:nvSpPr>
        <p:spPr>
          <a:xfrm>
            <a:off x="83988" y="595504"/>
            <a:ext cx="190200" cy="1692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4" name="Google Shape;11224;p187"/>
          <p:cNvSpPr/>
          <p:nvPr/>
        </p:nvSpPr>
        <p:spPr>
          <a:xfrm>
            <a:off x="2292338" y="358938"/>
            <a:ext cx="146700" cy="4023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5" name="Google Shape;11225;p187"/>
          <p:cNvSpPr txBox="1"/>
          <p:nvPr/>
        </p:nvSpPr>
        <p:spPr>
          <a:xfrm>
            <a:off x="2524025" y="387675"/>
            <a:ext cx="15012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Unid. Organizacional:</a:t>
            </a:r>
            <a:endParaRPr b="1" sz="1100"/>
          </a:p>
        </p:txBody>
      </p:sp>
      <p:sp>
        <p:nvSpPr>
          <p:cNvPr id="11226" name="Google Shape;11226;p187"/>
          <p:cNvSpPr txBox="1"/>
          <p:nvPr/>
        </p:nvSpPr>
        <p:spPr>
          <a:xfrm>
            <a:off x="2524020" y="579550"/>
            <a:ext cx="6846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Alcance:</a:t>
            </a:r>
            <a:endParaRPr b="1" sz="1100"/>
          </a:p>
        </p:txBody>
      </p:sp>
      <p:sp>
        <p:nvSpPr>
          <p:cNvPr id="11227" name="Google Shape;11227;p187"/>
          <p:cNvSpPr txBox="1"/>
          <p:nvPr>
            <p:ph type="title"/>
          </p:nvPr>
        </p:nvSpPr>
        <p:spPr>
          <a:xfrm flipH="1">
            <a:off x="4025374" y="387675"/>
            <a:ext cx="5863200" cy="1692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000"/>
              <a:buNone/>
              <a:defRPr sz="1000">
                <a:solidFill>
                  <a:srgbClr val="000000"/>
                </a:solidFill>
              </a:defRPr>
            </a:lvl1pPr>
            <a:lvl2pPr lvl="1">
              <a:spcBef>
                <a:spcPts val="0"/>
              </a:spcBef>
              <a:spcAft>
                <a:spcPts val="0"/>
              </a:spcAft>
              <a:buClr>
                <a:srgbClr val="000000"/>
              </a:buClr>
              <a:buSzPts val="1000"/>
              <a:buNone/>
              <a:defRPr sz="1000">
                <a:solidFill>
                  <a:srgbClr val="000000"/>
                </a:solidFill>
              </a:defRPr>
            </a:lvl2pPr>
            <a:lvl3pPr lvl="2">
              <a:spcBef>
                <a:spcPts val="0"/>
              </a:spcBef>
              <a:spcAft>
                <a:spcPts val="0"/>
              </a:spcAft>
              <a:buClr>
                <a:srgbClr val="000000"/>
              </a:buClr>
              <a:buSzPts val="1000"/>
              <a:buNone/>
              <a:defRPr sz="1000">
                <a:solidFill>
                  <a:srgbClr val="000000"/>
                </a:solidFill>
              </a:defRPr>
            </a:lvl3pPr>
            <a:lvl4pPr lvl="3">
              <a:spcBef>
                <a:spcPts val="0"/>
              </a:spcBef>
              <a:spcAft>
                <a:spcPts val="0"/>
              </a:spcAft>
              <a:buClr>
                <a:srgbClr val="000000"/>
              </a:buClr>
              <a:buSzPts val="1000"/>
              <a:buNone/>
              <a:defRPr sz="1000">
                <a:solidFill>
                  <a:srgbClr val="000000"/>
                </a:solidFill>
              </a:defRPr>
            </a:lvl4pPr>
            <a:lvl5pPr lvl="4">
              <a:spcBef>
                <a:spcPts val="0"/>
              </a:spcBef>
              <a:spcAft>
                <a:spcPts val="0"/>
              </a:spcAft>
              <a:buClr>
                <a:srgbClr val="000000"/>
              </a:buClr>
              <a:buSzPts val="1000"/>
              <a:buNone/>
              <a:defRPr sz="1000">
                <a:solidFill>
                  <a:srgbClr val="000000"/>
                </a:solidFill>
              </a:defRPr>
            </a:lvl5pPr>
            <a:lvl6pPr lvl="5">
              <a:spcBef>
                <a:spcPts val="0"/>
              </a:spcBef>
              <a:spcAft>
                <a:spcPts val="0"/>
              </a:spcAft>
              <a:buClr>
                <a:srgbClr val="000000"/>
              </a:buClr>
              <a:buSzPts val="1000"/>
              <a:buNone/>
              <a:defRPr sz="1000">
                <a:solidFill>
                  <a:srgbClr val="000000"/>
                </a:solidFill>
              </a:defRPr>
            </a:lvl6pPr>
            <a:lvl7pPr lvl="6">
              <a:spcBef>
                <a:spcPts val="0"/>
              </a:spcBef>
              <a:spcAft>
                <a:spcPts val="0"/>
              </a:spcAft>
              <a:buClr>
                <a:srgbClr val="000000"/>
              </a:buClr>
              <a:buSzPts val="1000"/>
              <a:buNone/>
              <a:defRPr sz="1000">
                <a:solidFill>
                  <a:srgbClr val="000000"/>
                </a:solidFill>
              </a:defRPr>
            </a:lvl7pPr>
            <a:lvl8pPr lvl="7">
              <a:spcBef>
                <a:spcPts val="0"/>
              </a:spcBef>
              <a:spcAft>
                <a:spcPts val="0"/>
              </a:spcAft>
              <a:buClr>
                <a:srgbClr val="000000"/>
              </a:buClr>
              <a:buSzPts val="1000"/>
              <a:buNone/>
              <a:defRPr sz="1000">
                <a:solidFill>
                  <a:srgbClr val="000000"/>
                </a:solidFill>
              </a:defRPr>
            </a:lvl8pPr>
            <a:lvl9pPr lvl="8">
              <a:spcBef>
                <a:spcPts val="0"/>
              </a:spcBef>
              <a:spcAft>
                <a:spcPts val="0"/>
              </a:spcAft>
              <a:buClr>
                <a:srgbClr val="000000"/>
              </a:buClr>
              <a:buSzPts val="1000"/>
              <a:buNone/>
              <a:defRPr sz="1000">
                <a:solidFill>
                  <a:srgbClr val="000000"/>
                </a:solidFill>
              </a:defRPr>
            </a:lvl9pPr>
          </a:lstStyle>
          <a:p/>
        </p:txBody>
      </p:sp>
      <p:sp>
        <p:nvSpPr>
          <p:cNvPr id="11228" name="Google Shape;11228;p187"/>
          <p:cNvSpPr txBox="1"/>
          <p:nvPr>
            <p:ph idx="2" type="title"/>
          </p:nvPr>
        </p:nvSpPr>
        <p:spPr>
          <a:xfrm flipH="1">
            <a:off x="3208773" y="579550"/>
            <a:ext cx="6679800" cy="1692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000"/>
              <a:buNone/>
              <a:defRPr sz="1000">
                <a:solidFill>
                  <a:srgbClr val="000000"/>
                </a:solidFill>
              </a:defRPr>
            </a:lvl1pPr>
            <a:lvl2pPr lvl="1">
              <a:spcBef>
                <a:spcPts val="0"/>
              </a:spcBef>
              <a:spcAft>
                <a:spcPts val="0"/>
              </a:spcAft>
              <a:buClr>
                <a:srgbClr val="000000"/>
              </a:buClr>
              <a:buSzPts val="1000"/>
              <a:buNone/>
              <a:defRPr sz="1000">
                <a:solidFill>
                  <a:srgbClr val="000000"/>
                </a:solidFill>
              </a:defRPr>
            </a:lvl2pPr>
            <a:lvl3pPr lvl="2">
              <a:spcBef>
                <a:spcPts val="0"/>
              </a:spcBef>
              <a:spcAft>
                <a:spcPts val="0"/>
              </a:spcAft>
              <a:buClr>
                <a:srgbClr val="000000"/>
              </a:buClr>
              <a:buSzPts val="1000"/>
              <a:buNone/>
              <a:defRPr sz="1000">
                <a:solidFill>
                  <a:srgbClr val="000000"/>
                </a:solidFill>
              </a:defRPr>
            </a:lvl3pPr>
            <a:lvl4pPr lvl="3">
              <a:spcBef>
                <a:spcPts val="0"/>
              </a:spcBef>
              <a:spcAft>
                <a:spcPts val="0"/>
              </a:spcAft>
              <a:buClr>
                <a:srgbClr val="000000"/>
              </a:buClr>
              <a:buSzPts val="1000"/>
              <a:buNone/>
              <a:defRPr sz="1000">
                <a:solidFill>
                  <a:srgbClr val="000000"/>
                </a:solidFill>
              </a:defRPr>
            </a:lvl4pPr>
            <a:lvl5pPr lvl="4">
              <a:spcBef>
                <a:spcPts val="0"/>
              </a:spcBef>
              <a:spcAft>
                <a:spcPts val="0"/>
              </a:spcAft>
              <a:buClr>
                <a:srgbClr val="000000"/>
              </a:buClr>
              <a:buSzPts val="1000"/>
              <a:buNone/>
              <a:defRPr sz="1000">
                <a:solidFill>
                  <a:srgbClr val="000000"/>
                </a:solidFill>
              </a:defRPr>
            </a:lvl5pPr>
            <a:lvl6pPr lvl="5">
              <a:spcBef>
                <a:spcPts val="0"/>
              </a:spcBef>
              <a:spcAft>
                <a:spcPts val="0"/>
              </a:spcAft>
              <a:buClr>
                <a:srgbClr val="000000"/>
              </a:buClr>
              <a:buSzPts val="1000"/>
              <a:buNone/>
              <a:defRPr sz="1000">
                <a:solidFill>
                  <a:srgbClr val="000000"/>
                </a:solidFill>
              </a:defRPr>
            </a:lvl6pPr>
            <a:lvl7pPr lvl="6">
              <a:spcBef>
                <a:spcPts val="0"/>
              </a:spcBef>
              <a:spcAft>
                <a:spcPts val="0"/>
              </a:spcAft>
              <a:buClr>
                <a:srgbClr val="000000"/>
              </a:buClr>
              <a:buSzPts val="1000"/>
              <a:buNone/>
              <a:defRPr sz="1000">
                <a:solidFill>
                  <a:srgbClr val="000000"/>
                </a:solidFill>
              </a:defRPr>
            </a:lvl7pPr>
            <a:lvl8pPr lvl="7">
              <a:spcBef>
                <a:spcPts val="0"/>
              </a:spcBef>
              <a:spcAft>
                <a:spcPts val="0"/>
              </a:spcAft>
              <a:buClr>
                <a:srgbClr val="000000"/>
              </a:buClr>
              <a:buSzPts val="1000"/>
              <a:buNone/>
              <a:defRPr sz="1000">
                <a:solidFill>
                  <a:srgbClr val="000000"/>
                </a:solidFill>
              </a:defRPr>
            </a:lvl8pPr>
            <a:lvl9pPr lvl="8">
              <a:spcBef>
                <a:spcPts val="0"/>
              </a:spcBef>
              <a:spcAft>
                <a:spcPts val="0"/>
              </a:spcAft>
              <a:buClr>
                <a:srgbClr val="000000"/>
              </a:buClr>
              <a:buSzPts val="1000"/>
              <a:buNone/>
              <a:defRPr sz="1000">
                <a:solidFill>
                  <a:srgbClr val="000000"/>
                </a:solidFill>
              </a:defRPr>
            </a:lvl9pPr>
          </a:lstStyle>
          <a:p/>
        </p:txBody>
      </p:sp>
      <p:sp>
        <p:nvSpPr>
          <p:cNvPr id="11229" name="Google Shape;11229;p187"/>
          <p:cNvSpPr txBox="1"/>
          <p:nvPr>
            <p:ph idx="1" type="body"/>
          </p:nvPr>
        </p:nvSpPr>
        <p:spPr>
          <a:xfrm>
            <a:off x="641150" y="612125"/>
            <a:ext cx="1770300" cy="160500"/>
          </a:xfrm>
          <a:prstGeom prst="rect">
            <a:avLst/>
          </a:prstGeom>
          <a:noFill/>
          <a:ln>
            <a:noFill/>
          </a:ln>
        </p:spPr>
        <p:txBody>
          <a:bodyPr anchorCtr="0" anchor="t" bIns="0" lIns="0" spcFirstLastPara="1" rIns="0" wrap="square" tIns="0">
            <a:noAutofit/>
          </a:bodyPr>
          <a:lstStyle>
            <a:lvl1pPr indent="-292100" lvl="0" marL="457200" algn="ctr">
              <a:spcBef>
                <a:spcPts val="0"/>
              </a:spcBef>
              <a:spcAft>
                <a:spcPts val="0"/>
              </a:spcAft>
              <a:buClr>
                <a:srgbClr val="FFFFFF"/>
              </a:buClr>
              <a:buSzPts val="1000"/>
              <a:buChar char="●"/>
              <a:defRPr sz="1000">
                <a:solidFill>
                  <a:srgbClr val="FFFFFF"/>
                </a:solidFill>
              </a:defRPr>
            </a:lvl1pPr>
            <a:lvl2pPr indent="-292100" lvl="1" marL="914400" algn="ctr">
              <a:spcBef>
                <a:spcPts val="0"/>
              </a:spcBef>
              <a:spcAft>
                <a:spcPts val="0"/>
              </a:spcAft>
              <a:buClr>
                <a:srgbClr val="FFFFFF"/>
              </a:buClr>
              <a:buSzPts val="1000"/>
              <a:buChar char="○"/>
              <a:defRPr sz="1000">
                <a:solidFill>
                  <a:srgbClr val="FFFFFF"/>
                </a:solidFill>
              </a:defRPr>
            </a:lvl2pPr>
            <a:lvl3pPr indent="-292100" lvl="2" marL="1371600" algn="ctr">
              <a:spcBef>
                <a:spcPts val="0"/>
              </a:spcBef>
              <a:spcAft>
                <a:spcPts val="0"/>
              </a:spcAft>
              <a:buClr>
                <a:srgbClr val="FFFFFF"/>
              </a:buClr>
              <a:buSzPts val="1000"/>
              <a:buChar char="■"/>
              <a:defRPr sz="1000">
                <a:solidFill>
                  <a:srgbClr val="FFFFFF"/>
                </a:solidFill>
              </a:defRPr>
            </a:lvl3pPr>
            <a:lvl4pPr indent="-292100" lvl="3" marL="1828800" algn="ctr">
              <a:spcBef>
                <a:spcPts val="0"/>
              </a:spcBef>
              <a:spcAft>
                <a:spcPts val="0"/>
              </a:spcAft>
              <a:buClr>
                <a:srgbClr val="FFFFFF"/>
              </a:buClr>
              <a:buSzPts val="1000"/>
              <a:buChar char="●"/>
              <a:defRPr sz="1000">
                <a:solidFill>
                  <a:srgbClr val="FFFFFF"/>
                </a:solidFill>
              </a:defRPr>
            </a:lvl4pPr>
            <a:lvl5pPr indent="-292100" lvl="4" marL="2286000" algn="ctr">
              <a:spcBef>
                <a:spcPts val="0"/>
              </a:spcBef>
              <a:spcAft>
                <a:spcPts val="0"/>
              </a:spcAft>
              <a:buClr>
                <a:srgbClr val="FFFFFF"/>
              </a:buClr>
              <a:buSzPts val="1000"/>
              <a:buChar char="○"/>
              <a:defRPr sz="1000">
                <a:solidFill>
                  <a:srgbClr val="FFFFFF"/>
                </a:solidFill>
              </a:defRPr>
            </a:lvl5pPr>
            <a:lvl6pPr indent="-292100" lvl="5" marL="2743200" algn="ctr">
              <a:spcBef>
                <a:spcPts val="0"/>
              </a:spcBef>
              <a:spcAft>
                <a:spcPts val="0"/>
              </a:spcAft>
              <a:buClr>
                <a:srgbClr val="FFFFFF"/>
              </a:buClr>
              <a:buSzPts val="1000"/>
              <a:buChar char="■"/>
              <a:defRPr sz="1000">
                <a:solidFill>
                  <a:srgbClr val="FFFFFF"/>
                </a:solidFill>
              </a:defRPr>
            </a:lvl6pPr>
            <a:lvl7pPr indent="-292100" lvl="6" marL="3200400" algn="ctr">
              <a:spcBef>
                <a:spcPts val="0"/>
              </a:spcBef>
              <a:spcAft>
                <a:spcPts val="0"/>
              </a:spcAft>
              <a:buClr>
                <a:srgbClr val="FFFFFF"/>
              </a:buClr>
              <a:buSzPts val="1000"/>
              <a:buChar char="●"/>
              <a:defRPr sz="1000">
                <a:solidFill>
                  <a:srgbClr val="FFFFFF"/>
                </a:solidFill>
              </a:defRPr>
            </a:lvl7pPr>
            <a:lvl8pPr indent="-292100" lvl="7" marL="3657600" algn="ctr">
              <a:spcBef>
                <a:spcPts val="0"/>
              </a:spcBef>
              <a:spcAft>
                <a:spcPts val="0"/>
              </a:spcAft>
              <a:buClr>
                <a:srgbClr val="FFFFFF"/>
              </a:buClr>
              <a:buSzPts val="1000"/>
              <a:buChar char="○"/>
              <a:defRPr sz="1000">
                <a:solidFill>
                  <a:srgbClr val="FFFFFF"/>
                </a:solidFill>
              </a:defRPr>
            </a:lvl8pPr>
            <a:lvl9pPr indent="-292100" lvl="8" marL="4114800" algn="ctr">
              <a:spcBef>
                <a:spcPts val="0"/>
              </a:spcBef>
              <a:spcAft>
                <a:spcPts val="0"/>
              </a:spcAft>
              <a:buClr>
                <a:srgbClr val="FFFFFF"/>
              </a:buClr>
              <a:buSzPts val="1000"/>
              <a:buChar char="■"/>
              <a:defRPr sz="1000">
                <a:solidFill>
                  <a:srgbClr val="FFFFFF"/>
                </a:solidFill>
              </a:defRPr>
            </a:lvl9pPr>
          </a:lstStyle>
          <a:p/>
        </p:txBody>
      </p:sp>
      <p:sp>
        <p:nvSpPr>
          <p:cNvPr id="11230" name="Google Shape;11230;p187"/>
          <p:cNvSpPr txBox="1"/>
          <p:nvPr/>
        </p:nvSpPr>
        <p:spPr>
          <a:xfrm>
            <a:off x="84825" y="598125"/>
            <a:ext cx="595500" cy="205800"/>
          </a:xfrm>
          <a:prstGeom prst="rect">
            <a:avLst/>
          </a:prstGeom>
          <a:noFill/>
          <a:ln>
            <a:noFill/>
          </a:ln>
        </p:spPr>
        <p:txBody>
          <a:bodyPr anchorCtr="0" anchor="t" bIns="18000" lIns="18000" spcFirstLastPara="1" rIns="18000" wrap="square" tIns="18000">
            <a:spAutoFit/>
          </a:bodyPr>
          <a:lstStyle/>
          <a:p>
            <a:pPr indent="0" lvl="0" marL="0" rtl="0" algn="l">
              <a:spcBef>
                <a:spcPts val="0"/>
              </a:spcBef>
              <a:spcAft>
                <a:spcPts val="0"/>
              </a:spcAft>
              <a:buNone/>
            </a:pPr>
            <a:r>
              <a:rPr lang="es-419" sz="1100">
                <a:solidFill>
                  <a:srgbClr val="FFFFFF"/>
                </a:solidFill>
              </a:rPr>
              <a:t>Nombre:</a:t>
            </a:r>
            <a:endParaRPr sz="1100">
              <a:solidFill>
                <a:srgbClr val="FFFFFF"/>
              </a:solidFill>
            </a:endParaRPr>
          </a:p>
        </p:txBody>
      </p:sp>
    </p:spTree>
  </p:cSld>
  <p:clrMapOvr>
    <a:masterClrMapping/>
  </p:clrMapOvr>
</p:sldLayout>
</file>

<file path=ppt/slideLayouts/slideLayout18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2. Formulario en Papel">
  <p:cSld name="TITLE_3_6_1_1_1_1_1_1_1_1_1_1_1_1">
    <p:spTree>
      <p:nvGrpSpPr>
        <p:cNvPr id="11231" name="Shape 11231"/>
        <p:cNvGrpSpPr/>
        <p:nvPr/>
      </p:nvGrpSpPr>
      <p:grpSpPr>
        <a:xfrm>
          <a:off x="0" y="0"/>
          <a:ext cx="0" cy="0"/>
          <a:chOff x="0" y="0"/>
          <a:chExt cx="0" cy="0"/>
        </a:xfrm>
      </p:grpSpPr>
      <p:sp>
        <p:nvSpPr>
          <p:cNvPr id="11232" name="Google Shape;11232;p188"/>
          <p:cNvSpPr/>
          <p:nvPr/>
        </p:nvSpPr>
        <p:spPr>
          <a:xfrm>
            <a:off x="97888" y="377012"/>
            <a:ext cx="9893400" cy="296700"/>
          </a:xfrm>
          <a:prstGeom prst="roundRect">
            <a:avLst>
              <a:gd fmla="val 22902" name="adj"/>
            </a:avLst>
          </a:prstGeom>
          <a:solidFill>
            <a:srgbClr val="F3F3F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11233" name="Google Shape;11233;p188"/>
          <p:cNvSpPr/>
          <p:nvPr/>
        </p:nvSpPr>
        <p:spPr>
          <a:xfrm>
            <a:off x="77688" y="358938"/>
            <a:ext cx="9935700" cy="6438000"/>
          </a:xfrm>
          <a:prstGeom prst="roundRect">
            <a:avLst>
              <a:gd fmla="val 2618" name="adj"/>
            </a:avLst>
          </a:prstGeom>
          <a:solidFill>
            <a:srgbClr val="FFFFFF"/>
          </a:solidFill>
          <a:ln cap="flat" cmpd="sng" w="38100">
            <a:solidFill>
              <a:srgbClr val="000000"/>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234" name="Google Shape;11234;p188"/>
          <p:cNvCxnSpPr/>
          <p:nvPr/>
        </p:nvCxnSpPr>
        <p:spPr>
          <a:xfrm>
            <a:off x="77688" y="772614"/>
            <a:ext cx="9935700" cy="0"/>
          </a:xfrm>
          <a:prstGeom prst="straightConnector1">
            <a:avLst/>
          </a:prstGeom>
          <a:noFill/>
          <a:ln cap="flat" cmpd="sng" w="19050">
            <a:solidFill>
              <a:srgbClr val="000000"/>
            </a:solidFill>
            <a:prstDash val="solid"/>
            <a:round/>
            <a:headEnd len="med" w="med" type="none"/>
            <a:tailEnd len="med" w="med" type="none"/>
          </a:ln>
        </p:spPr>
      </p:cxnSp>
      <p:cxnSp>
        <p:nvCxnSpPr>
          <p:cNvPr id="11235" name="Google Shape;11235;p188"/>
          <p:cNvCxnSpPr/>
          <p:nvPr/>
        </p:nvCxnSpPr>
        <p:spPr>
          <a:xfrm rot="10800000">
            <a:off x="2439038" y="368188"/>
            <a:ext cx="0" cy="402300"/>
          </a:xfrm>
          <a:prstGeom prst="straightConnector1">
            <a:avLst/>
          </a:prstGeom>
          <a:noFill/>
          <a:ln cap="flat" cmpd="sng" w="19050">
            <a:solidFill>
              <a:srgbClr val="000000"/>
            </a:solidFill>
            <a:prstDash val="solid"/>
            <a:round/>
            <a:headEnd len="med" w="med" type="none"/>
            <a:tailEnd len="med" w="med" type="none"/>
          </a:ln>
        </p:spPr>
      </p:cxnSp>
      <p:sp>
        <p:nvSpPr>
          <p:cNvPr id="11236" name="Google Shape;11236;p188"/>
          <p:cNvSpPr txBox="1"/>
          <p:nvPr>
            <p:ph type="title"/>
          </p:nvPr>
        </p:nvSpPr>
        <p:spPr>
          <a:xfrm flipH="1">
            <a:off x="4817550" y="437575"/>
            <a:ext cx="5055600" cy="2658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200"/>
              <a:buNone/>
              <a:defRPr sz="1200">
                <a:solidFill>
                  <a:srgbClr val="000000"/>
                </a:solidFill>
              </a:defRPr>
            </a:lvl1pPr>
            <a:lvl2pPr lvl="1">
              <a:spcBef>
                <a:spcPts val="0"/>
              </a:spcBef>
              <a:spcAft>
                <a:spcPts val="0"/>
              </a:spcAft>
              <a:buClr>
                <a:srgbClr val="000000"/>
              </a:buClr>
              <a:buSzPts val="1100"/>
              <a:buNone/>
              <a:defRPr sz="1100">
                <a:solidFill>
                  <a:srgbClr val="000000"/>
                </a:solidFill>
              </a:defRPr>
            </a:lvl2pPr>
            <a:lvl3pPr lvl="2">
              <a:spcBef>
                <a:spcPts val="0"/>
              </a:spcBef>
              <a:spcAft>
                <a:spcPts val="0"/>
              </a:spcAft>
              <a:buClr>
                <a:srgbClr val="000000"/>
              </a:buClr>
              <a:buSzPts val="1100"/>
              <a:buNone/>
              <a:defRPr sz="1100">
                <a:solidFill>
                  <a:srgbClr val="000000"/>
                </a:solidFill>
              </a:defRPr>
            </a:lvl3pPr>
            <a:lvl4pPr lvl="3">
              <a:spcBef>
                <a:spcPts val="0"/>
              </a:spcBef>
              <a:spcAft>
                <a:spcPts val="0"/>
              </a:spcAft>
              <a:buClr>
                <a:srgbClr val="000000"/>
              </a:buClr>
              <a:buSzPts val="1100"/>
              <a:buNone/>
              <a:defRPr sz="1100">
                <a:solidFill>
                  <a:srgbClr val="000000"/>
                </a:solidFill>
              </a:defRPr>
            </a:lvl4pPr>
            <a:lvl5pPr lvl="4">
              <a:spcBef>
                <a:spcPts val="0"/>
              </a:spcBef>
              <a:spcAft>
                <a:spcPts val="0"/>
              </a:spcAft>
              <a:buClr>
                <a:srgbClr val="000000"/>
              </a:buClr>
              <a:buSzPts val="1100"/>
              <a:buNone/>
              <a:defRPr sz="1100">
                <a:solidFill>
                  <a:srgbClr val="000000"/>
                </a:solidFill>
              </a:defRPr>
            </a:lvl5pPr>
            <a:lvl6pPr lvl="5">
              <a:spcBef>
                <a:spcPts val="0"/>
              </a:spcBef>
              <a:spcAft>
                <a:spcPts val="0"/>
              </a:spcAft>
              <a:buClr>
                <a:srgbClr val="000000"/>
              </a:buClr>
              <a:buSzPts val="1100"/>
              <a:buNone/>
              <a:defRPr sz="1100">
                <a:solidFill>
                  <a:srgbClr val="000000"/>
                </a:solidFill>
              </a:defRPr>
            </a:lvl6pPr>
            <a:lvl7pPr lvl="6">
              <a:spcBef>
                <a:spcPts val="0"/>
              </a:spcBef>
              <a:spcAft>
                <a:spcPts val="0"/>
              </a:spcAft>
              <a:buClr>
                <a:srgbClr val="000000"/>
              </a:buClr>
              <a:buSzPts val="1100"/>
              <a:buNone/>
              <a:defRPr sz="1100">
                <a:solidFill>
                  <a:srgbClr val="000000"/>
                </a:solidFill>
              </a:defRPr>
            </a:lvl7pPr>
            <a:lvl8pPr lvl="7">
              <a:spcBef>
                <a:spcPts val="0"/>
              </a:spcBef>
              <a:spcAft>
                <a:spcPts val="0"/>
              </a:spcAft>
              <a:buClr>
                <a:srgbClr val="000000"/>
              </a:buClr>
              <a:buSzPts val="1100"/>
              <a:buNone/>
              <a:defRPr sz="1100">
                <a:solidFill>
                  <a:srgbClr val="000000"/>
                </a:solidFill>
              </a:defRPr>
            </a:lvl8pPr>
            <a:lvl9pPr lvl="8">
              <a:spcBef>
                <a:spcPts val="0"/>
              </a:spcBef>
              <a:spcAft>
                <a:spcPts val="0"/>
              </a:spcAft>
              <a:buClr>
                <a:srgbClr val="000000"/>
              </a:buClr>
              <a:buSzPts val="1100"/>
              <a:buNone/>
              <a:defRPr sz="1100">
                <a:solidFill>
                  <a:srgbClr val="000000"/>
                </a:solidFill>
              </a:defRPr>
            </a:lvl9pPr>
          </a:lstStyle>
          <a:p/>
        </p:txBody>
      </p:sp>
      <p:sp>
        <p:nvSpPr>
          <p:cNvPr id="11237" name="Google Shape;11237;p188"/>
          <p:cNvSpPr txBox="1"/>
          <p:nvPr/>
        </p:nvSpPr>
        <p:spPr>
          <a:xfrm>
            <a:off x="2513449" y="437275"/>
            <a:ext cx="2304000" cy="2664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b="1" lang="es-419" sz="1100"/>
              <a:t>Nombre del proceso relacionado:</a:t>
            </a:r>
            <a:endParaRPr b="1" sz="1100"/>
          </a:p>
        </p:txBody>
      </p:sp>
      <p:sp>
        <p:nvSpPr>
          <p:cNvPr id="11238" name="Google Shape;11238;p188"/>
          <p:cNvSpPr/>
          <p:nvPr/>
        </p:nvSpPr>
        <p:spPr>
          <a:xfrm>
            <a:off x="77688" y="349338"/>
            <a:ext cx="2361300" cy="421200"/>
          </a:xfrm>
          <a:prstGeom prst="roundRect">
            <a:avLst>
              <a:gd fmla="val 50000" name="adj"/>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s-419" sz="1200">
                <a:solidFill>
                  <a:srgbClr val="FFFFFF"/>
                </a:solidFill>
              </a:rPr>
              <a:t>Formularios en Papel</a:t>
            </a:r>
            <a:endParaRPr b="1" sz="1200">
              <a:solidFill>
                <a:srgbClr val="FFFFFF"/>
              </a:solidFill>
            </a:endParaRPr>
          </a:p>
          <a:p>
            <a:pPr indent="0" lvl="0" marL="0" rtl="0" algn="ctr">
              <a:spcBef>
                <a:spcPts val="0"/>
              </a:spcBef>
              <a:spcAft>
                <a:spcPts val="0"/>
              </a:spcAft>
              <a:buNone/>
            </a:pPr>
            <a:r>
              <a:t/>
            </a:r>
            <a:endParaRPr b="1" sz="1200">
              <a:solidFill>
                <a:srgbClr val="FFFFFF"/>
              </a:solidFill>
            </a:endParaRPr>
          </a:p>
        </p:txBody>
      </p:sp>
      <p:sp>
        <p:nvSpPr>
          <p:cNvPr id="11239" name="Google Shape;11239;p188"/>
          <p:cNvSpPr/>
          <p:nvPr/>
        </p:nvSpPr>
        <p:spPr>
          <a:xfrm>
            <a:off x="83988" y="595504"/>
            <a:ext cx="190200" cy="1692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0" name="Google Shape;11240;p188"/>
          <p:cNvSpPr/>
          <p:nvPr/>
        </p:nvSpPr>
        <p:spPr>
          <a:xfrm>
            <a:off x="2292338" y="358938"/>
            <a:ext cx="146700" cy="4023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1" name="Google Shape;11241;p188"/>
          <p:cNvSpPr/>
          <p:nvPr/>
        </p:nvSpPr>
        <p:spPr>
          <a:xfrm>
            <a:off x="206861" y="899179"/>
            <a:ext cx="2304000" cy="3843000"/>
          </a:xfrm>
          <a:prstGeom prst="roundRect">
            <a:avLst>
              <a:gd fmla="val 4586" name="adj"/>
            </a:avLst>
          </a:prstGeom>
          <a:solidFill>
            <a:srgbClr val="FFFFFF"/>
          </a:solidFill>
          <a:ln cap="flat" cmpd="sng" w="9525">
            <a:solidFill>
              <a:srgbClr val="B7B7B7"/>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t" bIns="36000" lIns="0" spcFirstLastPara="1" rIns="0" wrap="square" tIns="54000">
            <a:noAutofit/>
          </a:bodyPr>
          <a:lstStyle/>
          <a:p>
            <a:pPr indent="0" lvl="0" marL="0" marR="0" rtl="0" algn="ctr">
              <a:lnSpc>
                <a:spcPct val="100000"/>
              </a:lnSpc>
              <a:spcBef>
                <a:spcPts val="0"/>
              </a:spcBef>
              <a:spcAft>
                <a:spcPts val="0"/>
              </a:spcAft>
              <a:buClr>
                <a:srgbClr val="000000"/>
              </a:buClr>
              <a:buSzPts val="1100"/>
              <a:buFont typeface="Arial"/>
              <a:buNone/>
            </a:pPr>
            <a:r>
              <a:rPr b="1" i="1" lang="es-419" sz="1100">
                <a:latin typeface="Arvo"/>
                <a:ea typeface="Arvo"/>
                <a:cs typeface="Arvo"/>
                <a:sym typeface="Arvo"/>
              </a:rPr>
              <a:t>Formulario Core</a:t>
            </a:r>
            <a:endParaRPr b="1" i="1" sz="1100">
              <a:latin typeface="Arvo"/>
              <a:ea typeface="Arvo"/>
              <a:cs typeface="Arvo"/>
              <a:sym typeface="Arvo"/>
            </a:endParaRPr>
          </a:p>
        </p:txBody>
      </p:sp>
      <p:sp>
        <p:nvSpPr>
          <p:cNvPr id="11242" name="Google Shape;11242;p188"/>
          <p:cNvSpPr/>
          <p:nvPr/>
        </p:nvSpPr>
        <p:spPr>
          <a:xfrm>
            <a:off x="2660949" y="899179"/>
            <a:ext cx="2304000" cy="3843000"/>
          </a:xfrm>
          <a:prstGeom prst="roundRect">
            <a:avLst>
              <a:gd fmla="val 4586" name="adj"/>
            </a:avLst>
          </a:prstGeom>
          <a:solidFill>
            <a:srgbClr val="FFFFFF"/>
          </a:solidFill>
          <a:ln cap="flat" cmpd="sng" w="9525">
            <a:solidFill>
              <a:srgbClr val="B7B7B7"/>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t" bIns="36000" lIns="0" spcFirstLastPara="1" rIns="0" wrap="square" tIns="54000">
            <a:noAutofit/>
          </a:bodyPr>
          <a:lstStyle/>
          <a:p>
            <a:pPr indent="0" lvl="0" marL="0" marR="0" rtl="0" algn="ctr">
              <a:lnSpc>
                <a:spcPct val="100000"/>
              </a:lnSpc>
              <a:spcBef>
                <a:spcPts val="0"/>
              </a:spcBef>
              <a:spcAft>
                <a:spcPts val="0"/>
              </a:spcAft>
              <a:buClr>
                <a:srgbClr val="000000"/>
              </a:buClr>
              <a:buSzPts val="1100"/>
              <a:buFont typeface="Arial"/>
              <a:buNone/>
            </a:pPr>
            <a:r>
              <a:rPr b="1" i="1" lang="es-419" sz="1100">
                <a:latin typeface="Arvo"/>
                <a:ea typeface="Arvo"/>
                <a:cs typeface="Arvo"/>
                <a:sym typeface="Arvo"/>
              </a:rPr>
              <a:t>Formulario Core</a:t>
            </a:r>
            <a:endParaRPr b="1" i="1" sz="1100">
              <a:latin typeface="Arvo"/>
              <a:ea typeface="Arvo"/>
              <a:cs typeface="Arvo"/>
              <a:sym typeface="Arvo"/>
            </a:endParaRPr>
          </a:p>
        </p:txBody>
      </p:sp>
      <p:sp>
        <p:nvSpPr>
          <p:cNvPr id="11243" name="Google Shape;11243;p188"/>
          <p:cNvSpPr/>
          <p:nvPr/>
        </p:nvSpPr>
        <p:spPr>
          <a:xfrm>
            <a:off x="5115049" y="899179"/>
            <a:ext cx="2304000" cy="3843000"/>
          </a:xfrm>
          <a:prstGeom prst="roundRect">
            <a:avLst>
              <a:gd fmla="val 4586" name="adj"/>
            </a:avLst>
          </a:prstGeom>
          <a:solidFill>
            <a:srgbClr val="F4CCCC"/>
          </a:solidFill>
          <a:ln cap="flat" cmpd="sng" w="9525">
            <a:solidFill>
              <a:srgbClr val="B7B7B7"/>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t" bIns="36000" lIns="0" spcFirstLastPara="1" rIns="0" wrap="square" tIns="54000">
            <a:noAutofit/>
          </a:bodyPr>
          <a:lstStyle/>
          <a:p>
            <a:pPr indent="0" lvl="0" marL="0" marR="0" rtl="0" algn="ctr">
              <a:lnSpc>
                <a:spcPct val="100000"/>
              </a:lnSpc>
              <a:spcBef>
                <a:spcPts val="0"/>
              </a:spcBef>
              <a:spcAft>
                <a:spcPts val="0"/>
              </a:spcAft>
              <a:buClr>
                <a:srgbClr val="000000"/>
              </a:buClr>
              <a:buSzPts val="1100"/>
              <a:buFont typeface="Arial"/>
              <a:buNone/>
            </a:pPr>
            <a:r>
              <a:rPr b="1" i="1" lang="es-419" sz="1100">
                <a:latin typeface="Arvo"/>
                <a:ea typeface="Arvo"/>
                <a:cs typeface="Arvo"/>
                <a:sym typeface="Arvo"/>
              </a:rPr>
              <a:t>Formulario Soporte</a:t>
            </a:r>
            <a:endParaRPr b="1" i="1" sz="1100">
              <a:latin typeface="Arvo"/>
              <a:ea typeface="Arvo"/>
              <a:cs typeface="Arvo"/>
              <a:sym typeface="Arvo"/>
            </a:endParaRPr>
          </a:p>
        </p:txBody>
      </p:sp>
      <p:sp>
        <p:nvSpPr>
          <p:cNvPr id="11244" name="Google Shape;11244;p188"/>
          <p:cNvSpPr/>
          <p:nvPr/>
        </p:nvSpPr>
        <p:spPr>
          <a:xfrm>
            <a:off x="7569149" y="899179"/>
            <a:ext cx="2304000" cy="3843000"/>
          </a:xfrm>
          <a:prstGeom prst="roundRect">
            <a:avLst>
              <a:gd fmla="val 4586" name="adj"/>
            </a:avLst>
          </a:prstGeom>
          <a:solidFill>
            <a:srgbClr val="C9DAF8"/>
          </a:solidFill>
          <a:ln cap="flat" cmpd="sng" w="9525">
            <a:solidFill>
              <a:srgbClr val="B7B7B7"/>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t" bIns="36000" lIns="0" spcFirstLastPara="1" rIns="0" wrap="square" tIns="54000">
            <a:noAutofit/>
          </a:bodyPr>
          <a:lstStyle/>
          <a:p>
            <a:pPr indent="0" lvl="0" marL="0" marR="0" rtl="0" algn="ctr">
              <a:lnSpc>
                <a:spcPct val="100000"/>
              </a:lnSpc>
              <a:spcBef>
                <a:spcPts val="0"/>
              </a:spcBef>
              <a:spcAft>
                <a:spcPts val="0"/>
              </a:spcAft>
              <a:buClr>
                <a:srgbClr val="000000"/>
              </a:buClr>
              <a:buSzPts val="1100"/>
              <a:buFont typeface="Arial"/>
              <a:buNone/>
            </a:pPr>
            <a:r>
              <a:rPr b="1" i="1" lang="es-419" sz="1100">
                <a:latin typeface="Arvo"/>
                <a:ea typeface="Arvo"/>
                <a:cs typeface="Arvo"/>
                <a:sym typeface="Arvo"/>
              </a:rPr>
              <a:t>Formulario Diálogo </a:t>
            </a:r>
            <a:endParaRPr b="1" i="1" sz="1100">
              <a:latin typeface="Arvo"/>
              <a:ea typeface="Arvo"/>
              <a:cs typeface="Arvo"/>
              <a:sym typeface="Arvo"/>
            </a:endParaRPr>
          </a:p>
        </p:txBody>
      </p:sp>
      <p:grpSp>
        <p:nvGrpSpPr>
          <p:cNvPr id="11245" name="Google Shape;11245;p188"/>
          <p:cNvGrpSpPr/>
          <p:nvPr/>
        </p:nvGrpSpPr>
        <p:grpSpPr>
          <a:xfrm>
            <a:off x="206850" y="4870200"/>
            <a:ext cx="2304000" cy="1774800"/>
            <a:chOff x="206850" y="4871675"/>
            <a:chExt cx="2304000" cy="1774800"/>
          </a:xfrm>
        </p:grpSpPr>
        <p:sp>
          <p:nvSpPr>
            <p:cNvPr id="11246" name="Google Shape;11246;p188"/>
            <p:cNvSpPr/>
            <p:nvPr/>
          </p:nvSpPr>
          <p:spPr>
            <a:xfrm>
              <a:off x="206850" y="4871675"/>
              <a:ext cx="2304000" cy="1774800"/>
            </a:xfrm>
            <a:prstGeom prst="roundRect">
              <a:avLst>
                <a:gd fmla="val 4586" name="adj"/>
              </a:avLst>
            </a:prstGeom>
            <a:solidFill>
              <a:srgbClr val="FFFFFF"/>
            </a:solidFill>
            <a:ln cap="flat" cmpd="sng" w="9525">
              <a:solidFill>
                <a:srgbClr val="B7B7B7"/>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t" bIns="36000" lIns="0" spcFirstLastPara="1" rIns="0" wrap="square" tIns="93600">
              <a:noAutofit/>
            </a:bodyPr>
            <a:lstStyle/>
            <a:p>
              <a:pPr indent="0" lvl="0" marL="0" marR="0" rtl="0" algn="ctr">
                <a:lnSpc>
                  <a:spcPct val="100000"/>
                </a:lnSpc>
                <a:spcBef>
                  <a:spcPts val="0"/>
                </a:spcBef>
                <a:spcAft>
                  <a:spcPts val="0"/>
                </a:spcAft>
                <a:buClr>
                  <a:srgbClr val="000000"/>
                </a:buClr>
                <a:buSzPts val="1100"/>
                <a:buFont typeface="Arial"/>
                <a:buNone/>
              </a:pPr>
              <a:r>
                <a:rPr b="1" i="1" lang="es-419" sz="1100">
                  <a:latin typeface="Arvo"/>
                  <a:ea typeface="Arvo"/>
                  <a:cs typeface="Arvo"/>
                  <a:sym typeface="Arvo"/>
                </a:rPr>
                <a:t>Verificación de usuario </a:t>
              </a:r>
              <a:endParaRPr b="1" i="1" sz="1100">
                <a:latin typeface="Arvo"/>
                <a:ea typeface="Arvo"/>
                <a:cs typeface="Arvo"/>
                <a:sym typeface="Arvo"/>
              </a:endParaRPr>
            </a:p>
          </p:txBody>
        </p:sp>
        <p:cxnSp>
          <p:nvCxnSpPr>
            <p:cNvPr id="11247" name="Google Shape;11247;p188"/>
            <p:cNvCxnSpPr/>
            <p:nvPr/>
          </p:nvCxnSpPr>
          <p:spPr>
            <a:xfrm>
              <a:off x="323200" y="5263211"/>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11248" name="Google Shape;11248;p188"/>
            <p:cNvCxnSpPr/>
            <p:nvPr/>
          </p:nvCxnSpPr>
          <p:spPr>
            <a:xfrm>
              <a:off x="328111" y="5268080"/>
              <a:ext cx="205800" cy="0"/>
            </a:xfrm>
            <a:prstGeom prst="straightConnector1">
              <a:avLst/>
            </a:prstGeom>
            <a:noFill/>
            <a:ln cap="flat" cmpd="sng" w="9525">
              <a:solidFill>
                <a:srgbClr val="B7B7B7"/>
              </a:solidFill>
              <a:prstDash val="solid"/>
              <a:round/>
              <a:headEnd len="med" w="med" type="none"/>
              <a:tailEnd len="med" w="med" type="none"/>
            </a:ln>
          </p:spPr>
        </p:cxnSp>
        <p:cxnSp>
          <p:nvCxnSpPr>
            <p:cNvPr id="11249" name="Google Shape;11249;p188"/>
            <p:cNvCxnSpPr/>
            <p:nvPr/>
          </p:nvCxnSpPr>
          <p:spPr>
            <a:xfrm>
              <a:off x="2393699" y="5263211"/>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11250" name="Google Shape;11250;p188"/>
            <p:cNvCxnSpPr/>
            <p:nvPr/>
          </p:nvCxnSpPr>
          <p:spPr>
            <a:xfrm>
              <a:off x="2182733" y="5268080"/>
              <a:ext cx="205800" cy="0"/>
            </a:xfrm>
            <a:prstGeom prst="straightConnector1">
              <a:avLst/>
            </a:prstGeom>
            <a:noFill/>
            <a:ln cap="flat" cmpd="sng" w="9525">
              <a:solidFill>
                <a:srgbClr val="B7B7B7"/>
              </a:solidFill>
              <a:prstDash val="solid"/>
              <a:round/>
              <a:headEnd len="med" w="med" type="none"/>
              <a:tailEnd len="med" w="med" type="none"/>
            </a:ln>
          </p:spPr>
        </p:cxnSp>
        <p:cxnSp>
          <p:nvCxnSpPr>
            <p:cNvPr id="11251" name="Google Shape;11251;p188"/>
            <p:cNvCxnSpPr/>
            <p:nvPr/>
          </p:nvCxnSpPr>
          <p:spPr>
            <a:xfrm>
              <a:off x="323200" y="6277115"/>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11252" name="Google Shape;11252;p188"/>
            <p:cNvCxnSpPr/>
            <p:nvPr/>
          </p:nvCxnSpPr>
          <p:spPr>
            <a:xfrm>
              <a:off x="328111" y="6482688"/>
              <a:ext cx="205800" cy="0"/>
            </a:xfrm>
            <a:prstGeom prst="straightConnector1">
              <a:avLst/>
            </a:prstGeom>
            <a:noFill/>
            <a:ln cap="flat" cmpd="sng" w="9525">
              <a:solidFill>
                <a:srgbClr val="B7B7B7"/>
              </a:solidFill>
              <a:prstDash val="solid"/>
              <a:round/>
              <a:headEnd len="med" w="med" type="none"/>
              <a:tailEnd len="med" w="med" type="none"/>
            </a:ln>
          </p:spPr>
        </p:cxnSp>
        <p:cxnSp>
          <p:nvCxnSpPr>
            <p:cNvPr id="11253" name="Google Shape;11253;p188"/>
            <p:cNvCxnSpPr/>
            <p:nvPr/>
          </p:nvCxnSpPr>
          <p:spPr>
            <a:xfrm>
              <a:off x="2393699" y="6277115"/>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11254" name="Google Shape;11254;p188"/>
            <p:cNvCxnSpPr/>
            <p:nvPr/>
          </p:nvCxnSpPr>
          <p:spPr>
            <a:xfrm>
              <a:off x="2183105" y="6482688"/>
              <a:ext cx="205800" cy="0"/>
            </a:xfrm>
            <a:prstGeom prst="straightConnector1">
              <a:avLst/>
            </a:prstGeom>
            <a:noFill/>
            <a:ln cap="flat" cmpd="sng" w="9525">
              <a:solidFill>
                <a:srgbClr val="B7B7B7"/>
              </a:solidFill>
              <a:prstDash val="solid"/>
              <a:round/>
              <a:headEnd len="med" w="med" type="none"/>
              <a:tailEnd len="med" w="med" type="none"/>
            </a:ln>
          </p:spPr>
        </p:cxnSp>
      </p:grpSp>
      <p:grpSp>
        <p:nvGrpSpPr>
          <p:cNvPr id="11255" name="Google Shape;11255;p188"/>
          <p:cNvGrpSpPr/>
          <p:nvPr/>
        </p:nvGrpSpPr>
        <p:grpSpPr>
          <a:xfrm>
            <a:off x="2660950" y="4870200"/>
            <a:ext cx="2304000" cy="1774800"/>
            <a:chOff x="206850" y="4871675"/>
            <a:chExt cx="2304000" cy="1774800"/>
          </a:xfrm>
        </p:grpSpPr>
        <p:sp>
          <p:nvSpPr>
            <p:cNvPr id="11256" name="Google Shape;11256;p188"/>
            <p:cNvSpPr/>
            <p:nvPr/>
          </p:nvSpPr>
          <p:spPr>
            <a:xfrm>
              <a:off x="206850" y="4871675"/>
              <a:ext cx="2304000" cy="1774800"/>
            </a:xfrm>
            <a:prstGeom prst="roundRect">
              <a:avLst>
                <a:gd fmla="val 4586" name="adj"/>
              </a:avLst>
            </a:prstGeom>
            <a:solidFill>
              <a:srgbClr val="FFFFFF"/>
            </a:solidFill>
            <a:ln cap="flat" cmpd="sng" w="9525">
              <a:solidFill>
                <a:srgbClr val="B7B7B7"/>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t" bIns="36000" lIns="0" spcFirstLastPara="1" rIns="0" wrap="square" tIns="93600">
              <a:noAutofit/>
            </a:bodyPr>
            <a:lstStyle/>
            <a:p>
              <a:pPr indent="0" lvl="0" marL="0" marR="0" rtl="0" algn="ctr">
                <a:lnSpc>
                  <a:spcPct val="100000"/>
                </a:lnSpc>
                <a:spcBef>
                  <a:spcPts val="0"/>
                </a:spcBef>
                <a:spcAft>
                  <a:spcPts val="0"/>
                </a:spcAft>
                <a:buClr>
                  <a:srgbClr val="000000"/>
                </a:buClr>
                <a:buSzPts val="1100"/>
                <a:buFont typeface="Arial"/>
                <a:buNone/>
              </a:pPr>
              <a:r>
                <a:rPr b="1" i="1" lang="es-419" sz="1100">
                  <a:latin typeface="Arvo"/>
                  <a:ea typeface="Arvo"/>
                  <a:cs typeface="Arvo"/>
                  <a:sym typeface="Arvo"/>
                </a:rPr>
                <a:t>Verificación de usuario </a:t>
              </a:r>
              <a:endParaRPr b="1" i="1" sz="1100">
                <a:latin typeface="Arvo"/>
                <a:ea typeface="Arvo"/>
                <a:cs typeface="Arvo"/>
                <a:sym typeface="Arvo"/>
              </a:endParaRPr>
            </a:p>
          </p:txBody>
        </p:sp>
        <p:cxnSp>
          <p:nvCxnSpPr>
            <p:cNvPr id="11257" name="Google Shape;11257;p188"/>
            <p:cNvCxnSpPr/>
            <p:nvPr/>
          </p:nvCxnSpPr>
          <p:spPr>
            <a:xfrm>
              <a:off x="323200" y="5263211"/>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11258" name="Google Shape;11258;p188"/>
            <p:cNvCxnSpPr/>
            <p:nvPr/>
          </p:nvCxnSpPr>
          <p:spPr>
            <a:xfrm>
              <a:off x="328111" y="5268080"/>
              <a:ext cx="205800" cy="0"/>
            </a:xfrm>
            <a:prstGeom prst="straightConnector1">
              <a:avLst/>
            </a:prstGeom>
            <a:noFill/>
            <a:ln cap="flat" cmpd="sng" w="9525">
              <a:solidFill>
                <a:srgbClr val="B7B7B7"/>
              </a:solidFill>
              <a:prstDash val="solid"/>
              <a:round/>
              <a:headEnd len="med" w="med" type="none"/>
              <a:tailEnd len="med" w="med" type="none"/>
            </a:ln>
          </p:spPr>
        </p:cxnSp>
        <p:cxnSp>
          <p:nvCxnSpPr>
            <p:cNvPr id="11259" name="Google Shape;11259;p188"/>
            <p:cNvCxnSpPr/>
            <p:nvPr/>
          </p:nvCxnSpPr>
          <p:spPr>
            <a:xfrm>
              <a:off x="2393699" y="5263211"/>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11260" name="Google Shape;11260;p188"/>
            <p:cNvCxnSpPr/>
            <p:nvPr/>
          </p:nvCxnSpPr>
          <p:spPr>
            <a:xfrm>
              <a:off x="2182733" y="5268080"/>
              <a:ext cx="205800" cy="0"/>
            </a:xfrm>
            <a:prstGeom prst="straightConnector1">
              <a:avLst/>
            </a:prstGeom>
            <a:noFill/>
            <a:ln cap="flat" cmpd="sng" w="9525">
              <a:solidFill>
                <a:srgbClr val="B7B7B7"/>
              </a:solidFill>
              <a:prstDash val="solid"/>
              <a:round/>
              <a:headEnd len="med" w="med" type="none"/>
              <a:tailEnd len="med" w="med" type="none"/>
            </a:ln>
          </p:spPr>
        </p:cxnSp>
        <p:cxnSp>
          <p:nvCxnSpPr>
            <p:cNvPr id="11261" name="Google Shape;11261;p188"/>
            <p:cNvCxnSpPr/>
            <p:nvPr/>
          </p:nvCxnSpPr>
          <p:spPr>
            <a:xfrm>
              <a:off x="323200" y="6277115"/>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11262" name="Google Shape;11262;p188"/>
            <p:cNvCxnSpPr/>
            <p:nvPr/>
          </p:nvCxnSpPr>
          <p:spPr>
            <a:xfrm>
              <a:off x="328111" y="6482688"/>
              <a:ext cx="205800" cy="0"/>
            </a:xfrm>
            <a:prstGeom prst="straightConnector1">
              <a:avLst/>
            </a:prstGeom>
            <a:noFill/>
            <a:ln cap="flat" cmpd="sng" w="9525">
              <a:solidFill>
                <a:srgbClr val="B7B7B7"/>
              </a:solidFill>
              <a:prstDash val="solid"/>
              <a:round/>
              <a:headEnd len="med" w="med" type="none"/>
              <a:tailEnd len="med" w="med" type="none"/>
            </a:ln>
          </p:spPr>
        </p:cxnSp>
        <p:cxnSp>
          <p:nvCxnSpPr>
            <p:cNvPr id="11263" name="Google Shape;11263;p188"/>
            <p:cNvCxnSpPr/>
            <p:nvPr/>
          </p:nvCxnSpPr>
          <p:spPr>
            <a:xfrm>
              <a:off x="2393699" y="6277115"/>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11264" name="Google Shape;11264;p188"/>
            <p:cNvCxnSpPr/>
            <p:nvPr/>
          </p:nvCxnSpPr>
          <p:spPr>
            <a:xfrm>
              <a:off x="2183105" y="6482688"/>
              <a:ext cx="205800" cy="0"/>
            </a:xfrm>
            <a:prstGeom prst="straightConnector1">
              <a:avLst/>
            </a:prstGeom>
            <a:noFill/>
            <a:ln cap="flat" cmpd="sng" w="9525">
              <a:solidFill>
                <a:srgbClr val="B7B7B7"/>
              </a:solidFill>
              <a:prstDash val="solid"/>
              <a:round/>
              <a:headEnd len="med" w="med" type="none"/>
              <a:tailEnd len="med" w="med" type="none"/>
            </a:ln>
          </p:spPr>
        </p:cxnSp>
      </p:grpSp>
      <p:grpSp>
        <p:nvGrpSpPr>
          <p:cNvPr id="11265" name="Google Shape;11265;p188"/>
          <p:cNvGrpSpPr/>
          <p:nvPr/>
        </p:nvGrpSpPr>
        <p:grpSpPr>
          <a:xfrm>
            <a:off x="5115050" y="4870200"/>
            <a:ext cx="2304000" cy="1774800"/>
            <a:chOff x="5115050" y="4870200"/>
            <a:chExt cx="2304000" cy="1774800"/>
          </a:xfrm>
        </p:grpSpPr>
        <p:sp>
          <p:nvSpPr>
            <p:cNvPr id="11266" name="Google Shape;11266;p188"/>
            <p:cNvSpPr/>
            <p:nvPr/>
          </p:nvSpPr>
          <p:spPr>
            <a:xfrm>
              <a:off x="5115050" y="4870200"/>
              <a:ext cx="2304000" cy="1774800"/>
            </a:xfrm>
            <a:prstGeom prst="roundRect">
              <a:avLst>
                <a:gd fmla="val 4586" name="adj"/>
              </a:avLst>
            </a:prstGeom>
            <a:solidFill>
              <a:srgbClr val="F4CCCC"/>
            </a:solidFill>
            <a:ln cap="flat" cmpd="sng" w="9525">
              <a:solidFill>
                <a:srgbClr val="B7B7B7"/>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t" bIns="36000" lIns="0" spcFirstLastPara="1" rIns="0" wrap="square" tIns="93600">
              <a:noAutofit/>
            </a:bodyPr>
            <a:lstStyle/>
            <a:p>
              <a:pPr indent="0" lvl="0" marL="0" marR="0" rtl="0" algn="ctr">
                <a:lnSpc>
                  <a:spcPct val="100000"/>
                </a:lnSpc>
                <a:spcBef>
                  <a:spcPts val="0"/>
                </a:spcBef>
                <a:spcAft>
                  <a:spcPts val="0"/>
                </a:spcAft>
                <a:buClr>
                  <a:srgbClr val="000000"/>
                </a:buClr>
                <a:buSzPts val="1100"/>
                <a:buFont typeface="Arial"/>
                <a:buNone/>
              </a:pPr>
              <a:r>
                <a:rPr b="1" i="1" lang="es-419" sz="1100">
                  <a:latin typeface="Arvo"/>
                  <a:ea typeface="Arvo"/>
                  <a:cs typeface="Arvo"/>
                  <a:sym typeface="Arvo"/>
                </a:rPr>
                <a:t>Verificación de usuario </a:t>
              </a:r>
              <a:endParaRPr b="1" i="1" sz="1100">
                <a:latin typeface="Arvo"/>
                <a:ea typeface="Arvo"/>
                <a:cs typeface="Arvo"/>
                <a:sym typeface="Arvo"/>
              </a:endParaRPr>
            </a:p>
          </p:txBody>
        </p:sp>
        <p:cxnSp>
          <p:nvCxnSpPr>
            <p:cNvPr id="11267" name="Google Shape;11267;p188"/>
            <p:cNvCxnSpPr/>
            <p:nvPr/>
          </p:nvCxnSpPr>
          <p:spPr>
            <a:xfrm>
              <a:off x="5231400" y="5261736"/>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11268" name="Google Shape;11268;p188"/>
            <p:cNvCxnSpPr/>
            <p:nvPr/>
          </p:nvCxnSpPr>
          <p:spPr>
            <a:xfrm>
              <a:off x="5231400" y="6275640"/>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11269" name="Google Shape;11269;p188"/>
            <p:cNvCxnSpPr/>
            <p:nvPr/>
          </p:nvCxnSpPr>
          <p:spPr>
            <a:xfrm>
              <a:off x="5236311" y="5266605"/>
              <a:ext cx="205800" cy="0"/>
            </a:xfrm>
            <a:prstGeom prst="straightConnector1">
              <a:avLst/>
            </a:prstGeom>
            <a:noFill/>
            <a:ln cap="flat" cmpd="sng" w="9525">
              <a:solidFill>
                <a:srgbClr val="B7B7B7"/>
              </a:solidFill>
              <a:prstDash val="solid"/>
              <a:round/>
              <a:headEnd len="med" w="med" type="none"/>
              <a:tailEnd len="med" w="med" type="none"/>
            </a:ln>
          </p:spPr>
        </p:cxnSp>
        <p:cxnSp>
          <p:nvCxnSpPr>
            <p:cNvPr id="11270" name="Google Shape;11270;p188"/>
            <p:cNvCxnSpPr/>
            <p:nvPr/>
          </p:nvCxnSpPr>
          <p:spPr>
            <a:xfrm>
              <a:off x="7301899" y="5261736"/>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11271" name="Google Shape;11271;p188"/>
            <p:cNvCxnSpPr/>
            <p:nvPr/>
          </p:nvCxnSpPr>
          <p:spPr>
            <a:xfrm>
              <a:off x="7090933" y="5266605"/>
              <a:ext cx="205800" cy="0"/>
            </a:xfrm>
            <a:prstGeom prst="straightConnector1">
              <a:avLst/>
            </a:prstGeom>
            <a:noFill/>
            <a:ln cap="flat" cmpd="sng" w="9525">
              <a:solidFill>
                <a:srgbClr val="B7B7B7"/>
              </a:solidFill>
              <a:prstDash val="solid"/>
              <a:round/>
              <a:headEnd len="med" w="med" type="none"/>
              <a:tailEnd len="med" w="med" type="none"/>
            </a:ln>
          </p:spPr>
        </p:cxnSp>
        <p:cxnSp>
          <p:nvCxnSpPr>
            <p:cNvPr id="11272" name="Google Shape;11272;p188"/>
            <p:cNvCxnSpPr/>
            <p:nvPr/>
          </p:nvCxnSpPr>
          <p:spPr>
            <a:xfrm>
              <a:off x="5236311" y="6481213"/>
              <a:ext cx="205800" cy="0"/>
            </a:xfrm>
            <a:prstGeom prst="straightConnector1">
              <a:avLst/>
            </a:prstGeom>
            <a:noFill/>
            <a:ln cap="flat" cmpd="sng" w="9525">
              <a:solidFill>
                <a:srgbClr val="B7B7B7"/>
              </a:solidFill>
              <a:prstDash val="solid"/>
              <a:round/>
              <a:headEnd len="med" w="med" type="none"/>
              <a:tailEnd len="med" w="med" type="none"/>
            </a:ln>
          </p:spPr>
        </p:cxnSp>
        <p:cxnSp>
          <p:nvCxnSpPr>
            <p:cNvPr id="11273" name="Google Shape;11273;p188"/>
            <p:cNvCxnSpPr/>
            <p:nvPr/>
          </p:nvCxnSpPr>
          <p:spPr>
            <a:xfrm>
              <a:off x="7301899" y="6275640"/>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11274" name="Google Shape;11274;p188"/>
            <p:cNvCxnSpPr/>
            <p:nvPr/>
          </p:nvCxnSpPr>
          <p:spPr>
            <a:xfrm>
              <a:off x="7091305" y="6481213"/>
              <a:ext cx="205800" cy="0"/>
            </a:xfrm>
            <a:prstGeom prst="straightConnector1">
              <a:avLst/>
            </a:prstGeom>
            <a:noFill/>
            <a:ln cap="flat" cmpd="sng" w="9525">
              <a:solidFill>
                <a:srgbClr val="B7B7B7"/>
              </a:solidFill>
              <a:prstDash val="solid"/>
              <a:round/>
              <a:headEnd len="med" w="med" type="none"/>
              <a:tailEnd len="med" w="med" type="none"/>
            </a:ln>
          </p:spPr>
        </p:cxnSp>
      </p:grpSp>
      <p:grpSp>
        <p:nvGrpSpPr>
          <p:cNvPr id="11275" name="Google Shape;11275;p188"/>
          <p:cNvGrpSpPr/>
          <p:nvPr/>
        </p:nvGrpSpPr>
        <p:grpSpPr>
          <a:xfrm>
            <a:off x="7569150" y="4870200"/>
            <a:ext cx="2304000" cy="1774800"/>
            <a:chOff x="7569150" y="4870200"/>
            <a:chExt cx="2304000" cy="1774800"/>
          </a:xfrm>
        </p:grpSpPr>
        <p:sp>
          <p:nvSpPr>
            <p:cNvPr id="11276" name="Google Shape;11276;p188"/>
            <p:cNvSpPr/>
            <p:nvPr/>
          </p:nvSpPr>
          <p:spPr>
            <a:xfrm>
              <a:off x="7569150" y="4870200"/>
              <a:ext cx="2304000" cy="1774800"/>
            </a:xfrm>
            <a:prstGeom prst="roundRect">
              <a:avLst>
                <a:gd fmla="val 4586" name="adj"/>
              </a:avLst>
            </a:prstGeom>
            <a:solidFill>
              <a:srgbClr val="C9DAF8"/>
            </a:solidFill>
            <a:ln cap="flat" cmpd="sng" w="9525">
              <a:solidFill>
                <a:srgbClr val="B7B7B7"/>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t" bIns="36000" lIns="0" spcFirstLastPara="1" rIns="0" wrap="square" tIns="93600">
              <a:noAutofit/>
            </a:bodyPr>
            <a:lstStyle/>
            <a:p>
              <a:pPr indent="0" lvl="0" marL="0" marR="0" rtl="0" algn="ctr">
                <a:lnSpc>
                  <a:spcPct val="100000"/>
                </a:lnSpc>
                <a:spcBef>
                  <a:spcPts val="0"/>
                </a:spcBef>
                <a:spcAft>
                  <a:spcPts val="0"/>
                </a:spcAft>
                <a:buClr>
                  <a:srgbClr val="000000"/>
                </a:buClr>
                <a:buSzPts val="1100"/>
                <a:buFont typeface="Arial"/>
                <a:buNone/>
              </a:pPr>
              <a:r>
                <a:rPr b="1" i="1" lang="es-419" sz="1100">
                  <a:latin typeface="Arvo"/>
                  <a:ea typeface="Arvo"/>
                  <a:cs typeface="Arvo"/>
                  <a:sym typeface="Arvo"/>
                </a:rPr>
                <a:t>Verificación de usuario </a:t>
              </a:r>
              <a:endParaRPr b="1" i="1" sz="1100">
                <a:latin typeface="Arvo"/>
                <a:ea typeface="Arvo"/>
                <a:cs typeface="Arvo"/>
                <a:sym typeface="Arvo"/>
              </a:endParaRPr>
            </a:p>
          </p:txBody>
        </p:sp>
        <p:cxnSp>
          <p:nvCxnSpPr>
            <p:cNvPr id="11277" name="Google Shape;11277;p188"/>
            <p:cNvCxnSpPr/>
            <p:nvPr/>
          </p:nvCxnSpPr>
          <p:spPr>
            <a:xfrm>
              <a:off x="7685500" y="5261736"/>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11278" name="Google Shape;11278;p188"/>
            <p:cNvCxnSpPr/>
            <p:nvPr/>
          </p:nvCxnSpPr>
          <p:spPr>
            <a:xfrm>
              <a:off x="7690411" y="5266605"/>
              <a:ext cx="205800" cy="0"/>
            </a:xfrm>
            <a:prstGeom prst="straightConnector1">
              <a:avLst/>
            </a:prstGeom>
            <a:noFill/>
            <a:ln cap="flat" cmpd="sng" w="9525">
              <a:solidFill>
                <a:srgbClr val="B7B7B7"/>
              </a:solidFill>
              <a:prstDash val="solid"/>
              <a:round/>
              <a:headEnd len="med" w="med" type="none"/>
              <a:tailEnd len="med" w="med" type="none"/>
            </a:ln>
          </p:spPr>
        </p:cxnSp>
        <p:cxnSp>
          <p:nvCxnSpPr>
            <p:cNvPr id="11279" name="Google Shape;11279;p188"/>
            <p:cNvCxnSpPr/>
            <p:nvPr/>
          </p:nvCxnSpPr>
          <p:spPr>
            <a:xfrm>
              <a:off x="9755999" y="5261736"/>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11280" name="Google Shape;11280;p188"/>
            <p:cNvCxnSpPr/>
            <p:nvPr/>
          </p:nvCxnSpPr>
          <p:spPr>
            <a:xfrm>
              <a:off x="9545033" y="5266605"/>
              <a:ext cx="205800" cy="0"/>
            </a:xfrm>
            <a:prstGeom prst="straightConnector1">
              <a:avLst/>
            </a:prstGeom>
            <a:noFill/>
            <a:ln cap="flat" cmpd="sng" w="9525">
              <a:solidFill>
                <a:srgbClr val="B7B7B7"/>
              </a:solidFill>
              <a:prstDash val="solid"/>
              <a:round/>
              <a:headEnd len="med" w="med" type="none"/>
              <a:tailEnd len="med" w="med" type="none"/>
            </a:ln>
          </p:spPr>
        </p:cxnSp>
        <p:cxnSp>
          <p:nvCxnSpPr>
            <p:cNvPr id="11281" name="Google Shape;11281;p188"/>
            <p:cNvCxnSpPr/>
            <p:nvPr/>
          </p:nvCxnSpPr>
          <p:spPr>
            <a:xfrm>
              <a:off x="7685500" y="6275640"/>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11282" name="Google Shape;11282;p188"/>
            <p:cNvCxnSpPr/>
            <p:nvPr/>
          </p:nvCxnSpPr>
          <p:spPr>
            <a:xfrm>
              <a:off x="7690411" y="6481213"/>
              <a:ext cx="205800" cy="0"/>
            </a:xfrm>
            <a:prstGeom prst="straightConnector1">
              <a:avLst/>
            </a:prstGeom>
            <a:noFill/>
            <a:ln cap="flat" cmpd="sng" w="9525">
              <a:solidFill>
                <a:srgbClr val="B7B7B7"/>
              </a:solidFill>
              <a:prstDash val="solid"/>
              <a:round/>
              <a:headEnd len="med" w="med" type="none"/>
              <a:tailEnd len="med" w="med" type="none"/>
            </a:ln>
          </p:spPr>
        </p:cxnSp>
        <p:cxnSp>
          <p:nvCxnSpPr>
            <p:cNvPr id="11283" name="Google Shape;11283;p188"/>
            <p:cNvCxnSpPr/>
            <p:nvPr/>
          </p:nvCxnSpPr>
          <p:spPr>
            <a:xfrm>
              <a:off x="9755999" y="6275640"/>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11284" name="Google Shape;11284;p188"/>
            <p:cNvCxnSpPr/>
            <p:nvPr/>
          </p:nvCxnSpPr>
          <p:spPr>
            <a:xfrm>
              <a:off x="9545405" y="6481213"/>
              <a:ext cx="205800" cy="0"/>
            </a:xfrm>
            <a:prstGeom prst="straightConnector1">
              <a:avLst/>
            </a:prstGeom>
            <a:noFill/>
            <a:ln cap="flat" cmpd="sng" w="9525">
              <a:solidFill>
                <a:srgbClr val="B7B7B7"/>
              </a:solidFill>
              <a:prstDash val="solid"/>
              <a:round/>
              <a:headEnd len="med" w="med" type="none"/>
              <a:tailEnd len="med" w="med" type="none"/>
            </a:ln>
          </p:spPr>
        </p:cxnSp>
      </p:grpSp>
      <p:cxnSp>
        <p:nvCxnSpPr>
          <p:cNvPr id="11285" name="Google Shape;11285;p188"/>
          <p:cNvCxnSpPr/>
          <p:nvPr/>
        </p:nvCxnSpPr>
        <p:spPr>
          <a:xfrm>
            <a:off x="323600" y="1236086"/>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11286" name="Google Shape;11286;p188"/>
          <p:cNvCxnSpPr/>
          <p:nvPr/>
        </p:nvCxnSpPr>
        <p:spPr>
          <a:xfrm>
            <a:off x="328511" y="1240955"/>
            <a:ext cx="205800" cy="0"/>
          </a:xfrm>
          <a:prstGeom prst="straightConnector1">
            <a:avLst/>
          </a:prstGeom>
          <a:noFill/>
          <a:ln cap="flat" cmpd="sng" w="9525">
            <a:solidFill>
              <a:srgbClr val="B7B7B7"/>
            </a:solidFill>
            <a:prstDash val="solid"/>
            <a:round/>
            <a:headEnd len="med" w="med" type="none"/>
            <a:tailEnd len="med" w="med" type="none"/>
          </a:ln>
        </p:spPr>
      </p:cxnSp>
      <p:cxnSp>
        <p:nvCxnSpPr>
          <p:cNvPr id="11287" name="Google Shape;11287;p188"/>
          <p:cNvCxnSpPr/>
          <p:nvPr/>
        </p:nvCxnSpPr>
        <p:spPr>
          <a:xfrm>
            <a:off x="2394099" y="1236086"/>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11288" name="Google Shape;11288;p188"/>
          <p:cNvCxnSpPr/>
          <p:nvPr/>
        </p:nvCxnSpPr>
        <p:spPr>
          <a:xfrm>
            <a:off x="2183133" y="1240955"/>
            <a:ext cx="205800" cy="0"/>
          </a:xfrm>
          <a:prstGeom prst="straightConnector1">
            <a:avLst/>
          </a:prstGeom>
          <a:noFill/>
          <a:ln cap="flat" cmpd="sng" w="9525">
            <a:solidFill>
              <a:srgbClr val="B7B7B7"/>
            </a:solidFill>
            <a:prstDash val="solid"/>
            <a:round/>
            <a:headEnd len="med" w="med" type="none"/>
            <a:tailEnd len="med" w="med" type="none"/>
          </a:ln>
        </p:spPr>
      </p:cxnSp>
      <p:cxnSp>
        <p:nvCxnSpPr>
          <p:cNvPr id="11289" name="Google Shape;11289;p188"/>
          <p:cNvCxnSpPr/>
          <p:nvPr/>
        </p:nvCxnSpPr>
        <p:spPr>
          <a:xfrm>
            <a:off x="323600" y="4459790"/>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11290" name="Google Shape;11290;p188"/>
          <p:cNvCxnSpPr/>
          <p:nvPr/>
        </p:nvCxnSpPr>
        <p:spPr>
          <a:xfrm>
            <a:off x="328511" y="4665363"/>
            <a:ext cx="205800" cy="0"/>
          </a:xfrm>
          <a:prstGeom prst="straightConnector1">
            <a:avLst/>
          </a:prstGeom>
          <a:noFill/>
          <a:ln cap="flat" cmpd="sng" w="9525">
            <a:solidFill>
              <a:srgbClr val="B7B7B7"/>
            </a:solidFill>
            <a:prstDash val="solid"/>
            <a:round/>
            <a:headEnd len="med" w="med" type="none"/>
            <a:tailEnd len="med" w="med" type="none"/>
          </a:ln>
        </p:spPr>
      </p:cxnSp>
      <p:cxnSp>
        <p:nvCxnSpPr>
          <p:cNvPr id="11291" name="Google Shape;11291;p188"/>
          <p:cNvCxnSpPr/>
          <p:nvPr/>
        </p:nvCxnSpPr>
        <p:spPr>
          <a:xfrm>
            <a:off x="2394099" y="4459790"/>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11292" name="Google Shape;11292;p188"/>
          <p:cNvCxnSpPr/>
          <p:nvPr/>
        </p:nvCxnSpPr>
        <p:spPr>
          <a:xfrm>
            <a:off x="2183505" y="4665363"/>
            <a:ext cx="205800" cy="0"/>
          </a:xfrm>
          <a:prstGeom prst="straightConnector1">
            <a:avLst/>
          </a:prstGeom>
          <a:noFill/>
          <a:ln cap="flat" cmpd="sng" w="9525">
            <a:solidFill>
              <a:srgbClr val="B7B7B7"/>
            </a:solidFill>
            <a:prstDash val="solid"/>
            <a:round/>
            <a:headEnd len="med" w="med" type="none"/>
            <a:tailEnd len="med" w="med" type="none"/>
          </a:ln>
        </p:spPr>
      </p:cxnSp>
      <p:cxnSp>
        <p:nvCxnSpPr>
          <p:cNvPr id="11293" name="Google Shape;11293;p188"/>
          <p:cNvCxnSpPr/>
          <p:nvPr/>
        </p:nvCxnSpPr>
        <p:spPr>
          <a:xfrm>
            <a:off x="2762000" y="1236086"/>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11294" name="Google Shape;11294;p188"/>
          <p:cNvCxnSpPr/>
          <p:nvPr/>
        </p:nvCxnSpPr>
        <p:spPr>
          <a:xfrm>
            <a:off x="2766911" y="1240955"/>
            <a:ext cx="205800" cy="0"/>
          </a:xfrm>
          <a:prstGeom prst="straightConnector1">
            <a:avLst/>
          </a:prstGeom>
          <a:noFill/>
          <a:ln cap="flat" cmpd="sng" w="9525">
            <a:solidFill>
              <a:srgbClr val="B7B7B7"/>
            </a:solidFill>
            <a:prstDash val="solid"/>
            <a:round/>
            <a:headEnd len="med" w="med" type="none"/>
            <a:tailEnd len="med" w="med" type="none"/>
          </a:ln>
        </p:spPr>
      </p:cxnSp>
      <p:cxnSp>
        <p:nvCxnSpPr>
          <p:cNvPr id="11295" name="Google Shape;11295;p188"/>
          <p:cNvCxnSpPr/>
          <p:nvPr/>
        </p:nvCxnSpPr>
        <p:spPr>
          <a:xfrm>
            <a:off x="4832499" y="1236086"/>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11296" name="Google Shape;11296;p188"/>
          <p:cNvCxnSpPr/>
          <p:nvPr/>
        </p:nvCxnSpPr>
        <p:spPr>
          <a:xfrm>
            <a:off x="4621533" y="1240955"/>
            <a:ext cx="205800" cy="0"/>
          </a:xfrm>
          <a:prstGeom prst="straightConnector1">
            <a:avLst/>
          </a:prstGeom>
          <a:noFill/>
          <a:ln cap="flat" cmpd="sng" w="9525">
            <a:solidFill>
              <a:srgbClr val="B7B7B7"/>
            </a:solidFill>
            <a:prstDash val="solid"/>
            <a:round/>
            <a:headEnd len="med" w="med" type="none"/>
            <a:tailEnd len="med" w="med" type="none"/>
          </a:ln>
        </p:spPr>
      </p:cxnSp>
      <p:cxnSp>
        <p:nvCxnSpPr>
          <p:cNvPr id="11297" name="Google Shape;11297;p188"/>
          <p:cNvCxnSpPr/>
          <p:nvPr/>
        </p:nvCxnSpPr>
        <p:spPr>
          <a:xfrm>
            <a:off x="2762000" y="4459790"/>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11298" name="Google Shape;11298;p188"/>
          <p:cNvCxnSpPr/>
          <p:nvPr/>
        </p:nvCxnSpPr>
        <p:spPr>
          <a:xfrm>
            <a:off x="2766911" y="4665363"/>
            <a:ext cx="205800" cy="0"/>
          </a:xfrm>
          <a:prstGeom prst="straightConnector1">
            <a:avLst/>
          </a:prstGeom>
          <a:noFill/>
          <a:ln cap="flat" cmpd="sng" w="9525">
            <a:solidFill>
              <a:srgbClr val="B7B7B7"/>
            </a:solidFill>
            <a:prstDash val="solid"/>
            <a:round/>
            <a:headEnd len="med" w="med" type="none"/>
            <a:tailEnd len="med" w="med" type="none"/>
          </a:ln>
        </p:spPr>
      </p:cxnSp>
      <p:cxnSp>
        <p:nvCxnSpPr>
          <p:cNvPr id="11299" name="Google Shape;11299;p188"/>
          <p:cNvCxnSpPr/>
          <p:nvPr/>
        </p:nvCxnSpPr>
        <p:spPr>
          <a:xfrm>
            <a:off x="4832499" y="4459790"/>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11300" name="Google Shape;11300;p188"/>
          <p:cNvCxnSpPr/>
          <p:nvPr/>
        </p:nvCxnSpPr>
        <p:spPr>
          <a:xfrm>
            <a:off x="4621905" y="4665363"/>
            <a:ext cx="205800" cy="0"/>
          </a:xfrm>
          <a:prstGeom prst="straightConnector1">
            <a:avLst/>
          </a:prstGeom>
          <a:noFill/>
          <a:ln cap="flat" cmpd="sng" w="9525">
            <a:solidFill>
              <a:srgbClr val="B7B7B7"/>
            </a:solidFill>
            <a:prstDash val="solid"/>
            <a:round/>
            <a:headEnd len="med" w="med" type="none"/>
            <a:tailEnd len="med" w="med" type="none"/>
          </a:ln>
        </p:spPr>
      </p:cxnSp>
      <p:cxnSp>
        <p:nvCxnSpPr>
          <p:cNvPr id="11301" name="Google Shape;11301;p188"/>
          <p:cNvCxnSpPr/>
          <p:nvPr/>
        </p:nvCxnSpPr>
        <p:spPr>
          <a:xfrm>
            <a:off x="5240071" y="1236086"/>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11302" name="Google Shape;11302;p188"/>
          <p:cNvCxnSpPr/>
          <p:nvPr/>
        </p:nvCxnSpPr>
        <p:spPr>
          <a:xfrm>
            <a:off x="5244982" y="1240955"/>
            <a:ext cx="205800" cy="0"/>
          </a:xfrm>
          <a:prstGeom prst="straightConnector1">
            <a:avLst/>
          </a:prstGeom>
          <a:noFill/>
          <a:ln cap="flat" cmpd="sng" w="9525">
            <a:solidFill>
              <a:srgbClr val="B7B7B7"/>
            </a:solidFill>
            <a:prstDash val="solid"/>
            <a:round/>
            <a:headEnd len="med" w="med" type="none"/>
            <a:tailEnd len="med" w="med" type="none"/>
          </a:ln>
        </p:spPr>
      </p:cxnSp>
      <p:cxnSp>
        <p:nvCxnSpPr>
          <p:cNvPr id="11303" name="Google Shape;11303;p188"/>
          <p:cNvCxnSpPr/>
          <p:nvPr/>
        </p:nvCxnSpPr>
        <p:spPr>
          <a:xfrm>
            <a:off x="7310570" y="1236086"/>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11304" name="Google Shape;11304;p188"/>
          <p:cNvCxnSpPr/>
          <p:nvPr/>
        </p:nvCxnSpPr>
        <p:spPr>
          <a:xfrm>
            <a:off x="7099604" y="1240955"/>
            <a:ext cx="205800" cy="0"/>
          </a:xfrm>
          <a:prstGeom prst="straightConnector1">
            <a:avLst/>
          </a:prstGeom>
          <a:noFill/>
          <a:ln cap="flat" cmpd="sng" w="9525">
            <a:solidFill>
              <a:srgbClr val="B7B7B7"/>
            </a:solidFill>
            <a:prstDash val="solid"/>
            <a:round/>
            <a:headEnd len="med" w="med" type="none"/>
            <a:tailEnd len="med" w="med" type="none"/>
          </a:ln>
        </p:spPr>
      </p:cxnSp>
      <p:cxnSp>
        <p:nvCxnSpPr>
          <p:cNvPr id="11305" name="Google Shape;11305;p188"/>
          <p:cNvCxnSpPr/>
          <p:nvPr/>
        </p:nvCxnSpPr>
        <p:spPr>
          <a:xfrm>
            <a:off x="5240071" y="4459790"/>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11306" name="Google Shape;11306;p188"/>
          <p:cNvCxnSpPr/>
          <p:nvPr/>
        </p:nvCxnSpPr>
        <p:spPr>
          <a:xfrm>
            <a:off x="5244982" y="4665363"/>
            <a:ext cx="205800" cy="0"/>
          </a:xfrm>
          <a:prstGeom prst="straightConnector1">
            <a:avLst/>
          </a:prstGeom>
          <a:noFill/>
          <a:ln cap="flat" cmpd="sng" w="9525">
            <a:solidFill>
              <a:srgbClr val="B7B7B7"/>
            </a:solidFill>
            <a:prstDash val="solid"/>
            <a:round/>
            <a:headEnd len="med" w="med" type="none"/>
            <a:tailEnd len="med" w="med" type="none"/>
          </a:ln>
        </p:spPr>
      </p:cxnSp>
      <p:cxnSp>
        <p:nvCxnSpPr>
          <p:cNvPr id="11307" name="Google Shape;11307;p188"/>
          <p:cNvCxnSpPr/>
          <p:nvPr/>
        </p:nvCxnSpPr>
        <p:spPr>
          <a:xfrm>
            <a:off x="7310570" y="4459790"/>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11308" name="Google Shape;11308;p188"/>
          <p:cNvCxnSpPr/>
          <p:nvPr/>
        </p:nvCxnSpPr>
        <p:spPr>
          <a:xfrm>
            <a:off x="7099976" y="4665363"/>
            <a:ext cx="205800" cy="0"/>
          </a:xfrm>
          <a:prstGeom prst="straightConnector1">
            <a:avLst/>
          </a:prstGeom>
          <a:noFill/>
          <a:ln cap="flat" cmpd="sng" w="9525">
            <a:solidFill>
              <a:srgbClr val="B7B7B7"/>
            </a:solidFill>
            <a:prstDash val="solid"/>
            <a:round/>
            <a:headEnd len="med" w="med" type="none"/>
            <a:tailEnd len="med" w="med" type="none"/>
          </a:ln>
        </p:spPr>
      </p:cxnSp>
      <p:cxnSp>
        <p:nvCxnSpPr>
          <p:cNvPr id="11309" name="Google Shape;11309;p188"/>
          <p:cNvCxnSpPr/>
          <p:nvPr/>
        </p:nvCxnSpPr>
        <p:spPr>
          <a:xfrm>
            <a:off x="7705868" y="1236086"/>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11310" name="Google Shape;11310;p188"/>
          <p:cNvCxnSpPr/>
          <p:nvPr/>
        </p:nvCxnSpPr>
        <p:spPr>
          <a:xfrm>
            <a:off x="7710779" y="1240955"/>
            <a:ext cx="205800" cy="0"/>
          </a:xfrm>
          <a:prstGeom prst="straightConnector1">
            <a:avLst/>
          </a:prstGeom>
          <a:noFill/>
          <a:ln cap="flat" cmpd="sng" w="9525">
            <a:solidFill>
              <a:srgbClr val="B7B7B7"/>
            </a:solidFill>
            <a:prstDash val="solid"/>
            <a:round/>
            <a:headEnd len="med" w="med" type="none"/>
            <a:tailEnd len="med" w="med" type="none"/>
          </a:ln>
        </p:spPr>
      </p:cxnSp>
      <p:cxnSp>
        <p:nvCxnSpPr>
          <p:cNvPr id="11311" name="Google Shape;11311;p188"/>
          <p:cNvCxnSpPr/>
          <p:nvPr/>
        </p:nvCxnSpPr>
        <p:spPr>
          <a:xfrm>
            <a:off x="9776367" y="1236086"/>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11312" name="Google Shape;11312;p188"/>
          <p:cNvCxnSpPr/>
          <p:nvPr/>
        </p:nvCxnSpPr>
        <p:spPr>
          <a:xfrm>
            <a:off x="9565400" y="1240955"/>
            <a:ext cx="205800" cy="0"/>
          </a:xfrm>
          <a:prstGeom prst="straightConnector1">
            <a:avLst/>
          </a:prstGeom>
          <a:noFill/>
          <a:ln cap="flat" cmpd="sng" w="9525">
            <a:solidFill>
              <a:srgbClr val="B7B7B7"/>
            </a:solidFill>
            <a:prstDash val="solid"/>
            <a:round/>
            <a:headEnd len="med" w="med" type="none"/>
            <a:tailEnd len="med" w="med" type="none"/>
          </a:ln>
        </p:spPr>
      </p:cxnSp>
      <p:cxnSp>
        <p:nvCxnSpPr>
          <p:cNvPr id="11313" name="Google Shape;11313;p188"/>
          <p:cNvCxnSpPr/>
          <p:nvPr/>
        </p:nvCxnSpPr>
        <p:spPr>
          <a:xfrm>
            <a:off x="7705868" y="4459790"/>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11314" name="Google Shape;11314;p188"/>
          <p:cNvCxnSpPr/>
          <p:nvPr/>
        </p:nvCxnSpPr>
        <p:spPr>
          <a:xfrm>
            <a:off x="7710779" y="4665363"/>
            <a:ext cx="205800" cy="0"/>
          </a:xfrm>
          <a:prstGeom prst="straightConnector1">
            <a:avLst/>
          </a:prstGeom>
          <a:noFill/>
          <a:ln cap="flat" cmpd="sng" w="9525">
            <a:solidFill>
              <a:srgbClr val="B7B7B7"/>
            </a:solidFill>
            <a:prstDash val="solid"/>
            <a:round/>
            <a:headEnd len="med" w="med" type="none"/>
            <a:tailEnd len="med" w="med" type="none"/>
          </a:ln>
        </p:spPr>
      </p:cxnSp>
      <p:cxnSp>
        <p:nvCxnSpPr>
          <p:cNvPr id="11315" name="Google Shape;11315;p188"/>
          <p:cNvCxnSpPr/>
          <p:nvPr/>
        </p:nvCxnSpPr>
        <p:spPr>
          <a:xfrm>
            <a:off x="9776367" y="4459790"/>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11316" name="Google Shape;11316;p188"/>
          <p:cNvCxnSpPr/>
          <p:nvPr/>
        </p:nvCxnSpPr>
        <p:spPr>
          <a:xfrm>
            <a:off x="9565772" y="4665363"/>
            <a:ext cx="205800" cy="0"/>
          </a:xfrm>
          <a:prstGeom prst="straightConnector1">
            <a:avLst/>
          </a:prstGeom>
          <a:noFill/>
          <a:ln cap="flat" cmpd="sng" w="9525">
            <a:solidFill>
              <a:srgbClr val="B7B7B7"/>
            </a:solidFill>
            <a:prstDash val="solid"/>
            <a:round/>
            <a:headEnd len="med" w="med" type="none"/>
            <a:tailEnd len="med" w="med" type="none"/>
          </a:ln>
        </p:spPr>
      </p:cxnSp>
      <p:sp>
        <p:nvSpPr>
          <p:cNvPr id="11317" name="Google Shape;11317;p188"/>
          <p:cNvSpPr txBox="1"/>
          <p:nvPr>
            <p:ph idx="1" type="body"/>
          </p:nvPr>
        </p:nvSpPr>
        <p:spPr>
          <a:xfrm>
            <a:off x="641150" y="612125"/>
            <a:ext cx="1770300" cy="160500"/>
          </a:xfrm>
          <a:prstGeom prst="rect">
            <a:avLst/>
          </a:prstGeom>
          <a:noFill/>
          <a:ln>
            <a:noFill/>
          </a:ln>
        </p:spPr>
        <p:txBody>
          <a:bodyPr anchorCtr="0" anchor="t" bIns="0" lIns="0" spcFirstLastPara="1" rIns="0" wrap="square" tIns="0">
            <a:noAutofit/>
          </a:bodyPr>
          <a:lstStyle>
            <a:lvl1pPr indent="-292100" lvl="0" marL="457200" algn="ctr">
              <a:spcBef>
                <a:spcPts val="0"/>
              </a:spcBef>
              <a:spcAft>
                <a:spcPts val="0"/>
              </a:spcAft>
              <a:buClr>
                <a:srgbClr val="FFFFFF"/>
              </a:buClr>
              <a:buSzPts val="1000"/>
              <a:buChar char="●"/>
              <a:defRPr sz="1000">
                <a:solidFill>
                  <a:srgbClr val="FFFFFF"/>
                </a:solidFill>
              </a:defRPr>
            </a:lvl1pPr>
            <a:lvl2pPr indent="-292100" lvl="1" marL="914400" algn="ctr">
              <a:spcBef>
                <a:spcPts val="0"/>
              </a:spcBef>
              <a:spcAft>
                <a:spcPts val="0"/>
              </a:spcAft>
              <a:buClr>
                <a:srgbClr val="FFFFFF"/>
              </a:buClr>
              <a:buSzPts val="1000"/>
              <a:buChar char="○"/>
              <a:defRPr sz="1000">
                <a:solidFill>
                  <a:srgbClr val="FFFFFF"/>
                </a:solidFill>
              </a:defRPr>
            </a:lvl2pPr>
            <a:lvl3pPr indent="-292100" lvl="2" marL="1371600" algn="ctr">
              <a:spcBef>
                <a:spcPts val="0"/>
              </a:spcBef>
              <a:spcAft>
                <a:spcPts val="0"/>
              </a:spcAft>
              <a:buClr>
                <a:srgbClr val="FFFFFF"/>
              </a:buClr>
              <a:buSzPts val="1000"/>
              <a:buChar char="■"/>
              <a:defRPr sz="1000">
                <a:solidFill>
                  <a:srgbClr val="FFFFFF"/>
                </a:solidFill>
              </a:defRPr>
            </a:lvl3pPr>
            <a:lvl4pPr indent="-292100" lvl="3" marL="1828800" algn="ctr">
              <a:spcBef>
                <a:spcPts val="0"/>
              </a:spcBef>
              <a:spcAft>
                <a:spcPts val="0"/>
              </a:spcAft>
              <a:buClr>
                <a:srgbClr val="FFFFFF"/>
              </a:buClr>
              <a:buSzPts val="1000"/>
              <a:buChar char="●"/>
              <a:defRPr sz="1000">
                <a:solidFill>
                  <a:srgbClr val="FFFFFF"/>
                </a:solidFill>
              </a:defRPr>
            </a:lvl4pPr>
            <a:lvl5pPr indent="-292100" lvl="4" marL="2286000" algn="ctr">
              <a:spcBef>
                <a:spcPts val="0"/>
              </a:spcBef>
              <a:spcAft>
                <a:spcPts val="0"/>
              </a:spcAft>
              <a:buClr>
                <a:srgbClr val="FFFFFF"/>
              </a:buClr>
              <a:buSzPts val="1000"/>
              <a:buChar char="○"/>
              <a:defRPr sz="1000">
                <a:solidFill>
                  <a:srgbClr val="FFFFFF"/>
                </a:solidFill>
              </a:defRPr>
            </a:lvl5pPr>
            <a:lvl6pPr indent="-292100" lvl="5" marL="2743200" algn="ctr">
              <a:spcBef>
                <a:spcPts val="0"/>
              </a:spcBef>
              <a:spcAft>
                <a:spcPts val="0"/>
              </a:spcAft>
              <a:buClr>
                <a:srgbClr val="FFFFFF"/>
              </a:buClr>
              <a:buSzPts val="1000"/>
              <a:buChar char="■"/>
              <a:defRPr sz="1000">
                <a:solidFill>
                  <a:srgbClr val="FFFFFF"/>
                </a:solidFill>
              </a:defRPr>
            </a:lvl6pPr>
            <a:lvl7pPr indent="-292100" lvl="6" marL="3200400" algn="ctr">
              <a:spcBef>
                <a:spcPts val="0"/>
              </a:spcBef>
              <a:spcAft>
                <a:spcPts val="0"/>
              </a:spcAft>
              <a:buClr>
                <a:srgbClr val="FFFFFF"/>
              </a:buClr>
              <a:buSzPts val="1000"/>
              <a:buChar char="●"/>
              <a:defRPr sz="1000">
                <a:solidFill>
                  <a:srgbClr val="FFFFFF"/>
                </a:solidFill>
              </a:defRPr>
            </a:lvl7pPr>
            <a:lvl8pPr indent="-292100" lvl="7" marL="3657600" algn="ctr">
              <a:spcBef>
                <a:spcPts val="0"/>
              </a:spcBef>
              <a:spcAft>
                <a:spcPts val="0"/>
              </a:spcAft>
              <a:buClr>
                <a:srgbClr val="FFFFFF"/>
              </a:buClr>
              <a:buSzPts val="1000"/>
              <a:buChar char="○"/>
              <a:defRPr sz="1000">
                <a:solidFill>
                  <a:srgbClr val="FFFFFF"/>
                </a:solidFill>
              </a:defRPr>
            </a:lvl8pPr>
            <a:lvl9pPr indent="-292100" lvl="8" marL="4114800" algn="ctr">
              <a:spcBef>
                <a:spcPts val="0"/>
              </a:spcBef>
              <a:spcAft>
                <a:spcPts val="0"/>
              </a:spcAft>
              <a:buClr>
                <a:srgbClr val="FFFFFF"/>
              </a:buClr>
              <a:buSzPts val="1000"/>
              <a:buChar char="■"/>
              <a:defRPr sz="1000">
                <a:solidFill>
                  <a:srgbClr val="FFFFFF"/>
                </a:solidFill>
              </a:defRPr>
            </a:lvl9pPr>
          </a:lstStyle>
          <a:p/>
        </p:txBody>
      </p:sp>
      <p:sp>
        <p:nvSpPr>
          <p:cNvPr id="11318" name="Google Shape;11318;p188"/>
          <p:cNvSpPr txBox="1"/>
          <p:nvPr/>
        </p:nvSpPr>
        <p:spPr>
          <a:xfrm>
            <a:off x="84825" y="598125"/>
            <a:ext cx="595500" cy="205800"/>
          </a:xfrm>
          <a:prstGeom prst="rect">
            <a:avLst/>
          </a:prstGeom>
          <a:noFill/>
          <a:ln>
            <a:noFill/>
          </a:ln>
        </p:spPr>
        <p:txBody>
          <a:bodyPr anchorCtr="0" anchor="t" bIns="18000" lIns="18000" spcFirstLastPara="1" rIns="18000" wrap="square" tIns="18000">
            <a:spAutoFit/>
          </a:bodyPr>
          <a:lstStyle/>
          <a:p>
            <a:pPr indent="0" lvl="0" marL="0" rtl="0" algn="l">
              <a:spcBef>
                <a:spcPts val="0"/>
              </a:spcBef>
              <a:spcAft>
                <a:spcPts val="0"/>
              </a:spcAft>
              <a:buNone/>
            </a:pPr>
            <a:r>
              <a:rPr lang="es-419" sz="1100">
                <a:solidFill>
                  <a:srgbClr val="FFFFFF"/>
                </a:solidFill>
              </a:rPr>
              <a:t>Nombre:</a:t>
            </a:r>
            <a:endParaRPr sz="1100">
              <a:solidFill>
                <a:srgbClr val="FFFFFF"/>
              </a:solidFill>
            </a:endParaRPr>
          </a:p>
        </p:txBody>
      </p:sp>
    </p:spTree>
  </p:cSld>
  <p:clrMapOvr>
    <a:masterClrMapping/>
  </p:clrMapOvr>
</p:sldLayout>
</file>

<file path=ppt/slideLayouts/slideLayout18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3. Diagrama de Dominio">
  <p:cSld name="TITLE_3_6_1_1_1_1_1_1_1_1_1_1_1_1_1">
    <p:spTree>
      <p:nvGrpSpPr>
        <p:cNvPr id="11319" name="Shape 11319"/>
        <p:cNvGrpSpPr/>
        <p:nvPr/>
      </p:nvGrpSpPr>
      <p:grpSpPr>
        <a:xfrm>
          <a:off x="0" y="0"/>
          <a:ext cx="0" cy="0"/>
          <a:chOff x="0" y="0"/>
          <a:chExt cx="0" cy="0"/>
        </a:xfrm>
      </p:grpSpPr>
      <p:sp>
        <p:nvSpPr>
          <p:cNvPr id="11320" name="Google Shape;11320;p189"/>
          <p:cNvSpPr/>
          <p:nvPr/>
        </p:nvSpPr>
        <p:spPr>
          <a:xfrm>
            <a:off x="97888" y="377012"/>
            <a:ext cx="9893400" cy="296700"/>
          </a:xfrm>
          <a:prstGeom prst="roundRect">
            <a:avLst>
              <a:gd fmla="val 22902" name="adj"/>
            </a:avLst>
          </a:prstGeom>
          <a:solidFill>
            <a:srgbClr val="F3F3F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11321" name="Google Shape;11321;p189"/>
          <p:cNvSpPr/>
          <p:nvPr/>
        </p:nvSpPr>
        <p:spPr>
          <a:xfrm>
            <a:off x="77688" y="358938"/>
            <a:ext cx="9935700" cy="6438000"/>
          </a:xfrm>
          <a:prstGeom prst="roundRect">
            <a:avLst>
              <a:gd fmla="val 2618" name="adj"/>
            </a:avLst>
          </a:prstGeom>
          <a:solidFill>
            <a:srgbClr val="FFFFFF"/>
          </a:solidFill>
          <a:ln cap="flat" cmpd="sng" w="38100">
            <a:solidFill>
              <a:srgbClr val="000000"/>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322" name="Google Shape;11322;p189"/>
          <p:cNvCxnSpPr/>
          <p:nvPr/>
        </p:nvCxnSpPr>
        <p:spPr>
          <a:xfrm>
            <a:off x="77688" y="772614"/>
            <a:ext cx="9935700" cy="0"/>
          </a:xfrm>
          <a:prstGeom prst="straightConnector1">
            <a:avLst/>
          </a:prstGeom>
          <a:noFill/>
          <a:ln cap="flat" cmpd="sng" w="19050">
            <a:solidFill>
              <a:srgbClr val="000000"/>
            </a:solidFill>
            <a:prstDash val="solid"/>
            <a:round/>
            <a:headEnd len="med" w="med" type="none"/>
            <a:tailEnd len="med" w="med" type="none"/>
          </a:ln>
        </p:spPr>
      </p:cxnSp>
      <p:cxnSp>
        <p:nvCxnSpPr>
          <p:cNvPr id="11323" name="Google Shape;11323;p189"/>
          <p:cNvCxnSpPr/>
          <p:nvPr/>
        </p:nvCxnSpPr>
        <p:spPr>
          <a:xfrm rot="10800000">
            <a:off x="2439038" y="368188"/>
            <a:ext cx="0" cy="402300"/>
          </a:xfrm>
          <a:prstGeom prst="straightConnector1">
            <a:avLst/>
          </a:prstGeom>
          <a:noFill/>
          <a:ln cap="flat" cmpd="sng" w="19050">
            <a:solidFill>
              <a:srgbClr val="000000"/>
            </a:solidFill>
            <a:prstDash val="solid"/>
            <a:round/>
            <a:headEnd len="med" w="med" type="none"/>
            <a:tailEnd len="med" w="med" type="none"/>
          </a:ln>
        </p:spPr>
      </p:cxnSp>
      <p:sp>
        <p:nvSpPr>
          <p:cNvPr id="11324" name="Google Shape;11324;p189"/>
          <p:cNvSpPr/>
          <p:nvPr/>
        </p:nvSpPr>
        <p:spPr>
          <a:xfrm>
            <a:off x="77688" y="349338"/>
            <a:ext cx="2361300" cy="421200"/>
          </a:xfrm>
          <a:prstGeom prst="roundRect">
            <a:avLst>
              <a:gd fmla="val 50000" name="adj"/>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s-419" sz="1200">
                <a:solidFill>
                  <a:srgbClr val="FFFFFF"/>
                </a:solidFill>
              </a:rPr>
              <a:t>Diagrama de Dominio</a:t>
            </a:r>
            <a:endParaRPr b="1" sz="1200">
              <a:solidFill>
                <a:srgbClr val="FFFFFF"/>
              </a:solidFill>
            </a:endParaRPr>
          </a:p>
          <a:p>
            <a:pPr indent="0" lvl="0" marL="0" rtl="0" algn="ctr">
              <a:spcBef>
                <a:spcPts val="0"/>
              </a:spcBef>
              <a:spcAft>
                <a:spcPts val="0"/>
              </a:spcAft>
              <a:buNone/>
            </a:pPr>
            <a:r>
              <a:t/>
            </a:r>
            <a:endParaRPr b="1" sz="1200">
              <a:solidFill>
                <a:srgbClr val="FFFFFF"/>
              </a:solidFill>
            </a:endParaRPr>
          </a:p>
        </p:txBody>
      </p:sp>
      <p:sp>
        <p:nvSpPr>
          <p:cNvPr id="11325" name="Google Shape;11325;p189"/>
          <p:cNvSpPr/>
          <p:nvPr/>
        </p:nvSpPr>
        <p:spPr>
          <a:xfrm>
            <a:off x="83988" y="595504"/>
            <a:ext cx="190200" cy="1692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6" name="Google Shape;11326;p189"/>
          <p:cNvSpPr/>
          <p:nvPr/>
        </p:nvSpPr>
        <p:spPr>
          <a:xfrm>
            <a:off x="2292338" y="358938"/>
            <a:ext cx="146700" cy="4023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7" name="Google Shape;11327;p189"/>
          <p:cNvSpPr/>
          <p:nvPr/>
        </p:nvSpPr>
        <p:spPr>
          <a:xfrm>
            <a:off x="-1396550" y="760700"/>
            <a:ext cx="748200" cy="6079200"/>
          </a:xfrm>
          <a:prstGeom prst="roundRect">
            <a:avLst>
              <a:gd fmla="val 11877" name="adj"/>
            </a:avLst>
          </a:prstGeom>
          <a:solidFill>
            <a:srgbClr val="F3F3F3"/>
          </a:solidFill>
          <a:ln cap="flat" cmpd="sng" w="9525">
            <a:solidFill>
              <a:srgbClr val="F3F3F3"/>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t" bIns="54000" lIns="72000" spcFirstLastPara="1" rIns="72000" wrap="square" tIns="54000">
            <a:noAutofit/>
          </a:bodyPr>
          <a:lstStyle/>
          <a:p>
            <a:pPr indent="0" lvl="0" marL="0" rtl="0" algn="ctr">
              <a:spcBef>
                <a:spcPts val="0"/>
              </a:spcBef>
              <a:spcAft>
                <a:spcPts val="0"/>
              </a:spcAft>
              <a:buNone/>
            </a:pPr>
            <a:r>
              <a:rPr i="1" lang="es-419"/>
              <a:t>Paleta</a:t>
            </a:r>
            <a:endParaRPr i="1"/>
          </a:p>
        </p:txBody>
      </p:sp>
      <p:sp>
        <p:nvSpPr>
          <p:cNvPr id="11328" name="Google Shape;11328;p189"/>
          <p:cNvSpPr txBox="1"/>
          <p:nvPr/>
        </p:nvSpPr>
        <p:spPr>
          <a:xfrm>
            <a:off x="2524025" y="387675"/>
            <a:ext cx="15012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Unid. Organizacional:</a:t>
            </a:r>
            <a:endParaRPr b="1" sz="1100"/>
          </a:p>
        </p:txBody>
      </p:sp>
      <p:sp>
        <p:nvSpPr>
          <p:cNvPr id="11329" name="Google Shape;11329;p189"/>
          <p:cNvSpPr txBox="1"/>
          <p:nvPr/>
        </p:nvSpPr>
        <p:spPr>
          <a:xfrm>
            <a:off x="2524020" y="579550"/>
            <a:ext cx="6846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Alcance:</a:t>
            </a:r>
            <a:endParaRPr b="1" sz="1100"/>
          </a:p>
        </p:txBody>
      </p:sp>
      <p:sp>
        <p:nvSpPr>
          <p:cNvPr id="11330" name="Google Shape;11330;p189"/>
          <p:cNvSpPr txBox="1"/>
          <p:nvPr>
            <p:ph type="title"/>
          </p:nvPr>
        </p:nvSpPr>
        <p:spPr>
          <a:xfrm flipH="1">
            <a:off x="4025374" y="387675"/>
            <a:ext cx="5863200" cy="1692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000"/>
              <a:buNone/>
              <a:defRPr sz="1000">
                <a:solidFill>
                  <a:srgbClr val="000000"/>
                </a:solidFill>
              </a:defRPr>
            </a:lvl1pPr>
            <a:lvl2pPr lvl="1">
              <a:spcBef>
                <a:spcPts val="0"/>
              </a:spcBef>
              <a:spcAft>
                <a:spcPts val="0"/>
              </a:spcAft>
              <a:buClr>
                <a:srgbClr val="000000"/>
              </a:buClr>
              <a:buSzPts val="1000"/>
              <a:buNone/>
              <a:defRPr sz="1000">
                <a:solidFill>
                  <a:srgbClr val="000000"/>
                </a:solidFill>
              </a:defRPr>
            </a:lvl2pPr>
            <a:lvl3pPr lvl="2">
              <a:spcBef>
                <a:spcPts val="0"/>
              </a:spcBef>
              <a:spcAft>
                <a:spcPts val="0"/>
              </a:spcAft>
              <a:buClr>
                <a:srgbClr val="000000"/>
              </a:buClr>
              <a:buSzPts val="1000"/>
              <a:buNone/>
              <a:defRPr sz="1000">
                <a:solidFill>
                  <a:srgbClr val="000000"/>
                </a:solidFill>
              </a:defRPr>
            </a:lvl3pPr>
            <a:lvl4pPr lvl="3">
              <a:spcBef>
                <a:spcPts val="0"/>
              </a:spcBef>
              <a:spcAft>
                <a:spcPts val="0"/>
              </a:spcAft>
              <a:buClr>
                <a:srgbClr val="000000"/>
              </a:buClr>
              <a:buSzPts val="1000"/>
              <a:buNone/>
              <a:defRPr sz="1000">
                <a:solidFill>
                  <a:srgbClr val="000000"/>
                </a:solidFill>
              </a:defRPr>
            </a:lvl4pPr>
            <a:lvl5pPr lvl="4">
              <a:spcBef>
                <a:spcPts val="0"/>
              </a:spcBef>
              <a:spcAft>
                <a:spcPts val="0"/>
              </a:spcAft>
              <a:buClr>
                <a:srgbClr val="000000"/>
              </a:buClr>
              <a:buSzPts val="1000"/>
              <a:buNone/>
              <a:defRPr sz="1000">
                <a:solidFill>
                  <a:srgbClr val="000000"/>
                </a:solidFill>
              </a:defRPr>
            </a:lvl5pPr>
            <a:lvl6pPr lvl="5">
              <a:spcBef>
                <a:spcPts val="0"/>
              </a:spcBef>
              <a:spcAft>
                <a:spcPts val="0"/>
              </a:spcAft>
              <a:buClr>
                <a:srgbClr val="000000"/>
              </a:buClr>
              <a:buSzPts val="1000"/>
              <a:buNone/>
              <a:defRPr sz="1000">
                <a:solidFill>
                  <a:srgbClr val="000000"/>
                </a:solidFill>
              </a:defRPr>
            </a:lvl6pPr>
            <a:lvl7pPr lvl="6">
              <a:spcBef>
                <a:spcPts val="0"/>
              </a:spcBef>
              <a:spcAft>
                <a:spcPts val="0"/>
              </a:spcAft>
              <a:buClr>
                <a:srgbClr val="000000"/>
              </a:buClr>
              <a:buSzPts val="1000"/>
              <a:buNone/>
              <a:defRPr sz="1000">
                <a:solidFill>
                  <a:srgbClr val="000000"/>
                </a:solidFill>
              </a:defRPr>
            </a:lvl7pPr>
            <a:lvl8pPr lvl="7">
              <a:spcBef>
                <a:spcPts val="0"/>
              </a:spcBef>
              <a:spcAft>
                <a:spcPts val="0"/>
              </a:spcAft>
              <a:buClr>
                <a:srgbClr val="000000"/>
              </a:buClr>
              <a:buSzPts val="1000"/>
              <a:buNone/>
              <a:defRPr sz="1000">
                <a:solidFill>
                  <a:srgbClr val="000000"/>
                </a:solidFill>
              </a:defRPr>
            </a:lvl8pPr>
            <a:lvl9pPr lvl="8">
              <a:spcBef>
                <a:spcPts val="0"/>
              </a:spcBef>
              <a:spcAft>
                <a:spcPts val="0"/>
              </a:spcAft>
              <a:buClr>
                <a:srgbClr val="000000"/>
              </a:buClr>
              <a:buSzPts val="1000"/>
              <a:buNone/>
              <a:defRPr sz="1000">
                <a:solidFill>
                  <a:srgbClr val="000000"/>
                </a:solidFill>
              </a:defRPr>
            </a:lvl9pPr>
          </a:lstStyle>
          <a:p/>
        </p:txBody>
      </p:sp>
      <p:sp>
        <p:nvSpPr>
          <p:cNvPr id="11331" name="Google Shape;11331;p189"/>
          <p:cNvSpPr txBox="1"/>
          <p:nvPr>
            <p:ph idx="2" type="title"/>
          </p:nvPr>
        </p:nvSpPr>
        <p:spPr>
          <a:xfrm flipH="1">
            <a:off x="3208773" y="579550"/>
            <a:ext cx="6679800" cy="1692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000"/>
              <a:buNone/>
              <a:defRPr sz="1000">
                <a:solidFill>
                  <a:srgbClr val="000000"/>
                </a:solidFill>
              </a:defRPr>
            </a:lvl1pPr>
            <a:lvl2pPr lvl="1">
              <a:spcBef>
                <a:spcPts val="0"/>
              </a:spcBef>
              <a:spcAft>
                <a:spcPts val="0"/>
              </a:spcAft>
              <a:buClr>
                <a:srgbClr val="000000"/>
              </a:buClr>
              <a:buSzPts val="1000"/>
              <a:buNone/>
              <a:defRPr sz="1000">
                <a:solidFill>
                  <a:srgbClr val="000000"/>
                </a:solidFill>
              </a:defRPr>
            </a:lvl2pPr>
            <a:lvl3pPr lvl="2">
              <a:spcBef>
                <a:spcPts val="0"/>
              </a:spcBef>
              <a:spcAft>
                <a:spcPts val="0"/>
              </a:spcAft>
              <a:buClr>
                <a:srgbClr val="000000"/>
              </a:buClr>
              <a:buSzPts val="1000"/>
              <a:buNone/>
              <a:defRPr sz="1000">
                <a:solidFill>
                  <a:srgbClr val="000000"/>
                </a:solidFill>
              </a:defRPr>
            </a:lvl3pPr>
            <a:lvl4pPr lvl="3">
              <a:spcBef>
                <a:spcPts val="0"/>
              </a:spcBef>
              <a:spcAft>
                <a:spcPts val="0"/>
              </a:spcAft>
              <a:buClr>
                <a:srgbClr val="000000"/>
              </a:buClr>
              <a:buSzPts val="1000"/>
              <a:buNone/>
              <a:defRPr sz="1000">
                <a:solidFill>
                  <a:srgbClr val="000000"/>
                </a:solidFill>
              </a:defRPr>
            </a:lvl4pPr>
            <a:lvl5pPr lvl="4">
              <a:spcBef>
                <a:spcPts val="0"/>
              </a:spcBef>
              <a:spcAft>
                <a:spcPts val="0"/>
              </a:spcAft>
              <a:buClr>
                <a:srgbClr val="000000"/>
              </a:buClr>
              <a:buSzPts val="1000"/>
              <a:buNone/>
              <a:defRPr sz="1000">
                <a:solidFill>
                  <a:srgbClr val="000000"/>
                </a:solidFill>
              </a:defRPr>
            </a:lvl5pPr>
            <a:lvl6pPr lvl="5">
              <a:spcBef>
                <a:spcPts val="0"/>
              </a:spcBef>
              <a:spcAft>
                <a:spcPts val="0"/>
              </a:spcAft>
              <a:buClr>
                <a:srgbClr val="000000"/>
              </a:buClr>
              <a:buSzPts val="1000"/>
              <a:buNone/>
              <a:defRPr sz="1000">
                <a:solidFill>
                  <a:srgbClr val="000000"/>
                </a:solidFill>
              </a:defRPr>
            </a:lvl6pPr>
            <a:lvl7pPr lvl="6">
              <a:spcBef>
                <a:spcPts val="0"/>
              </a:spcBef>
              <a:spcAft>
                <a:spcPts val="0"/>
              </a:spcAft>
              <a:buClr>
                <a:srgbClr val="000000"/>
              </a:buClr>
              <a:buSzPts val="1000"/>
              <a:buNone/>
              <a:defRPr sz="1000">
                <a:solidFill>
                  <a:srgbClr val="000000"/>
                </a:solidFill>
              </a:defRPr>
            </a:lvl7pPr>
            <a:lvl8pPr lvl="7">
              <a:spcBef>
                <a:spcPts val="0"/>
              </a:spcBef>
              <a:spcAft>
                <a:spcPts val="0"/>
              </a:spcAft>
              <a:buClr>
                <a:srgbClr val="000000"/>
              </a:buClr>
              <a:buSzPts val="1000"/>
              <a:buNone/>
              <a:defRPr sz="1000">
                <a:solidFill>
                  <a:srgbClr val="000000"/>
                </a:solidFill>
              </a:defRPr>
            </a:lvl8pPr>
            <a:lvl9pPr lvl="8">
              <a:spcBef>
                <a:spcPts val="0"/>
              </a:spcBef>
              <a:spcAft>
                <a:spcPts val="0"/>
              </a:spcAft>
              <a:buClr>
                <a:srgbClr val="000000"/>
              </a:buClr>
              <a:buSzPts val="1000"/>
              <a:buNone/>
              <a:defRPr sz="1000">
                <a:solidFill>
                  <a:srgbClr val="000000"/>
                </a:solidFill>
              </a:defRPr>
            </a:lvl9pPr>
          </a:lstStyle>
          <a:p/>
        </p:txBody>
      </p:sp>
      <p:sp>
        <p:nvSpPr>
          <p:cNvPr id="11332" name="Google Shape;11332;p189"/>
          <p:cNvSpPr txBox="1"/>
          <p:nvPr>
            <p:ph idx="1" type="body"/>
          </p:nvPr>
        </p:nvSpPr>
        <p:spPr>
          <a:xfrm>
            <a:off x="641150" y="612125"/>
            <a:ext cx="1770300" cy="160500"/>
          </a:xfrm>
          <a:prstGeom prst="rect">
            <a:avLst/>
          </a:prstGeom>
          <a:noFill/>
          <a:ln>
            <a:noFill/>
          </a:ln>
        </p:spPr>
        <p:txBody>
          <a:bodyPr anchorCtr="0" anchor="t" bIns="0" lIns="0" spcFirstLastPara="1" rIns="0" wrap="square" tIns="0">
            <a:noAutofit/>
          </a:bodyPr>
          <a:lstStyle>
            <a:lvl1pPr indent="-292100" lvl="0" marL="457200" algn="ctr">
              <a:spcBef>
                <a:spcPts val="0"/>
              </a:spcBef>
              <a:spcAft>
                <a:spcPts val="0"/>
              </a:spcAft>
              <a:buClr>
                <a:srgbClr val="FFFFFF"/>
              </a:buClr>
              <a:buSzPts val="1000"/>
              <a:buChar char="●"/>
              <a:defRPr sz="1000">
                <a:solidFill>
                  <a:srgbClr val="FFFFFF"/>
                </a:solidFill>
              </a:defRPr>
            </a:lvl1pPr>
            <a:lvl2pPr indent="-292100" lvl="1" marL="914400" algn="ctr">
              <a:spcBef>
                <a:spcPts val="0"/>
              </a:spcBef>
              <a:spcAft>
                <a:spcPts val="0"/>
              </a:spcAft>
              <a:buClr>
                <a:srgbClr val="FFFFFF"/>
              </a:buClr>
              <a:buSzPts val="1000"/>
              <a:buChar char="○"/>
              <a:defRPr sz="1000">
                <a:solidFill>
                  <a:srgbClr val="FFFFFF"/>
                </a:solidFill>
              </a:defRPr>
            </a:lvl2pPr>
            <a:lvl3pPr indent="-292100" lvl="2" marL="1371600" algn="ctr">
              <a:spcBef>
                <a:spcPts val="0"/>
              </a:spcBef>
              <a:spcAft>
                <a:spcPts val="0"/>
              </a:spcAft>
              <a:buClr>
                <a:srgbClr val="FFFFFF"/>
              </a:buClr>
              <a:buSzPts val="1000"/>
              <a:buChar char="■"/>
              <a:defRPr sz="1000">
                <a:solidFill>
                  <a:srgbClr val="FFFFFF"/>
                </a:solidFill>
              </a:defRPr>
            </a:lvl3pPr>
            <a:lvl4pPr indent="-292100" lvl="3" marL="1828800" algn="ctr">
              <a:spcBef>
                <a:spcPts val="0"/>
              </a:spcBef>
              <a:spcAft>
                <a:spcPts val="0"/>
              </a:spcAft>
              <a:buClr>
                <a:srgbClr val="FFFFFF"/>
              </a:buClr>
              <a:buSzPts val="1000"/>
              <a:buChar char="●"/>
              <a:defRPr sz="1000">
                <a:solidFill>
                  <a:srgbClr val="FFFFFF"/>
                </a:solidFill>
              </a:defRPr>
            </a:lvl4pPr>
            <a:lvl5pPr indent="-292100" lvl="4" marL="2286000" algn="ctr">
              <a:spcBef>
                <a:spcPts val="0"/>
              </a:spcBef>
              <a:spcAft>
                <a:spcPts val="0"/>
              </a:spcAft>
              <a:buClr>
                <a:srgbClr val="FFFFFF"/>
              </a:buClr>
              <a:buSzPts val="1000"/>
              <a:buChar char="○"/>
              <a:defRPr sz="1000">
                <a:solidFill>
                  <a:srgbClr val="FFFFFF"/>
                </a:solidFill>
              </a:defRPr>
            </a:lvl5pPr>
            <a:lvl6pPr indent="-292100" lvl="5" marL="2743200" algn="ctr">
              <a:spcBef>
                <a:spcPts val="0"/>
              </a:spcBef>
              <a:spcAft>
                <a:spcPts val="0"/>
              </a:spcAft>
              <a:buClr>
                <a:srgbClr val="FFFFFF"/>
              </a:buClr>
              <a:buSzPts val="1000"/>
              <a:buChar char="■"/>
              <a:defRPr sz="1000">
                <a:solidFill>
                  <a:srgbClr val="FFFFFF"/>
                </a:solidFill>
              </a:defRPr>
            </a:lvl6pPr>
            <a:lvl7pPr indent="-292100" lvl="6" marL="3200400" algn="ctr">
              <a:spcBef>
                <a:spcPts val="0"/>
              </a:spcBef>
              <a:spcAft>
                <a:spcPts val="0"/>
              </a:spcAft>
              <a:buClr>
                <a:srgbClr val="FFFFFF"/>
              </a:buClr>
              <a:buSzPts val="1000"/>
              <a:buChar char="●"/>
              <a:defRPr sz="1000">
                <a:solidFill>
                  <a:srgbClr val="FFFFFF"/>
                </a:solidFill>
              </a:defRPr>
            </a:lvl7pPr>
            <a:lvl8pPr indent="-292100" lvl="7" marL="3657600" algn="ctr">
              <a:spcBef>
                <a:spcPts val="0"/>
              </a:spcBef>
              <a:spcAft>
                <a:spcPts val="0"/>
              </a:spcAft>
              <a:buClr>
                <a:srgbClr val="FFFFFF"/>
              </a:buClr>
              <a:buSzPts val="1000"/>
              <a:buChar char="○"/>
              <a:defRPr sz="1000">
                <a:solidFill>
                  <a:srgbClr val="FFFFFF"/>
                </a:solidFill>
              </a:defRPr>
            </a:lvl8pPr>
            <a:lvl9pPr indent="-292100" lvl="8" marL="4114800" algn="ctr">
              <a:spcBef>
                <a:spcPts val="0"/>
              </a:spcBef>
              <a:spcAft>
                <a:spcPts val="0"/>
              </a:spcAft>
              <a:buClr>
                <a:srgbClr val="FFFFFF"/>
              </a:buClr>
              <a:buSzPts val="1000"/>
              <a:buChar char="■"/>
              <a:defRPr sz="1000">
                <a:solidFill>
                  <a:srgbClr val="FFFFFF"/>
                </a:solidFill>
              </a:defRPr>
            </a:lvl9pPr>
          </a:lstStyle>
          <a:p/>
        </p:txBody>
      </p:sp>
      <p:sp>
        <p:nvSpPr>
          <p:cNvPr id="11333" name="Google Shape;11333;p189"/>
          <p:cNvSpPr txBox="1"/>
          <p:nvPr/>
        </p:nvSpPr>
        <p:spPr>
          <a:xfrm>
            <a:off x="84825" y="598125"/>
            <a:ext cx="595500" cy="205800"/>
          </a:xfrm>
          <a:prstGeom prst="rect">
            <a:avLst/>
          </a:prstGeom>
          <a:noFill/>
          <a:ln>
            <a:noFill/>
          </a:ln>
        </p:spPr>
        <p:txBody>
          <a:bodyPr anchorCtr="0" anchor="t" bIns="18000" lIns="18000" spcFirstLastPara="1" rIns="18000" wrap="square" tIns="18000">
            <a:spAutoFit/>
          </a:bodyPr>
          <a:lstStyle/>
          <a:p>
            <a:pPr indent="0" lvl="0" marL="0" rtl="0" algn="l">
              <a:spcBef>
                <a:spcPts val="0"/>
              </a:spcBef>
              <a:spcAft>
                <a:spcPts val="0"/>
              </a:spcAft>
              <a:buNone/>
            </a:pPr>
            <a:r>
              <a:rPr lang="es-419" sz="1100">
                <a:solidFill>
                  <a:srgbClr val="FFFFFF"/>
                </a:solidFill>
              </a:rPr>
              <a:t>Nombre:</a:t>
            </a:r>
            <a:endParaRPr sz="1100">
              <a:solidFill>
                <a:srgbClr val="FFFFFF"/>
              </a:solidFill>
            </a:endParaRPr>
          </a:p>
        </p:txBody>
      </p:sp>
    </p:spTree>
  </p:cSld>
  <p:clrMapOvr>
    <a:masterClrMapping/>
  </p:clrMapOvr>
</p:sldLayout>
</file>

<file path=ppt/slideLayouts/slideLayout18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4.3 Diagrama de Casos de Uso de Negocio">
  <p:cSld name="TITLE_3_6_1_1_1_1_1_1_1_1_1_1_1_1_1_1">
    <p:spTree>
      <p:nvGrpSpPr>
        <p:cNvPr id="11334" name="Shape 11334"/>
        <p:cNvGrpSpPr/>
        <p:nvPr/>
      </p:nvGrpSpPr>
      <p:grpSpPr>
        <a:xfrm>
          <a:off x="0" y="0"/>
          <a:ext cx="0" cy="0"/>
          <a:chOff x="0" y="0"/>
          <a:chExt cx="0" cy="0"/>
        </a:xfrm>
      </p:grpSpPr>
      <p:sp>
        <p:nvSpPr>
          <p:cNvPr id="11335" name="Google Shape;11335;p190"/>
          <p:cNvSpPr/>
          <p:nvPr/>
        </p:nvSpPr>
        <p:spPr>
          <a:xfrm>
            <a:off x="97888" y="377012"/>
            <a:ext cx="9893400" cy="296700"/>
          </a:xfrm>
          <a:prstGeom prst="roundRect">
            <a:avLst>
              <a:gd fmla="val 22902" name="adj"/>
            </a:avLst>
          </a:prstGeom>
          <a:solidFill>
            <a:srgbClr val="F3F3F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11336" name="Google Shape;11336;p190"/>
          <p:cNvSpPr/>
          <p:nvPr/>
        </p:nvSpPr>
        <p:spPr>
          <a:xfrm>
            <a:off x="77688" y="358938"/>
            <a:ext cx="9935700" cy="6438000"/>
          </a:xfrm>
          <a:prstGeom prst="roundRect">
            <a:avLst>
              <a:gd fmla="val 2618" name="adj"/>
            </a:avLst>
          </a:prstGeom>
          <a:solidFill>
            <a:srgbClr val="FFFFFF"/>
          </a:solidFill>
          <a:ln cap="flat" cmpd="sng" w="38100">
            <a:solidFill>
              <a:srgbClr val="000000"/>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337" name="Google Shape;11337;p190"/>
          <p:cNvCxnSpPr/>
          <p:nvPr/>
        </p:nvCxnSpPr>
        <p:spPr>
          <a:xfrm>
            <a:off x="77688" y="772614"/>
            <a:ext cx="9935700" cy="0"/>
          </a:xfrm>
          <a:prstGeom prst="straightConnector1">
            <a:avLst/>
          </a:prstGeom>
          <a:noFill/>
          <a:ln cap="flat" cmpd="sng" w="19050">
            <a:solidFill>
              <a:srgbClr val="000000"/>
            </a:solidFill>
            <a:prstDash val="solid"/>
            <a:round/>
            <a:headEnd len="med" w="med" type="none"/>
            <a:tailEnd len="med" w="med" type="none"/>
          </a:ln>
        </p:spPr>
      </p:cxnSp>
      <p:cxnSp>
        <p:nvCxnSpPr>
          <p:cNvPr id="11338" name="Google Shape;11338;p190"/>
          <p:cNvCxnSpPr/>
          <p:nvPr/>
        </p:nvCxnSpPr>
        <p:spPr>
          <a:xfrm rot="10800000">
            <a:off x="2439038" y="368188"/>
            <a:ext cx="0" cy="402300"/>
          </a:xfrm>
          <a:prstGeom prst="straightConnector1">
            <a:avLst/>
          </a:prstGeom>
          <a:noFill/>
          <a:ln cap="flat" cmpd="sng" w="19050">
            <a:solidFill>
              <a:srgbClr val="000000"/>
            </a:solidFill>
            <a:prstDash val="solid"/>
            <a:round/>
            <a:headEnd len="med" w="med" type="none"/>
            <a:tailEnd len="med" w="med" type="none"/>
          </a:ln>
        </p:spPr>
      </p:cxnSp>
      <p:sp>
        <p:nvSpPr>
          <p:cNvPr id="11339" name="Google Shape;11339;p190"/>
          <p:cNvSpPr/>
          <p:nvPr/>
        </p:nvSpPr>
        <p:spPr>
          <a:xfrm>
            <a:off x="77688" y="349338"/>
            <a:ext cx="2361300" cy="421200"/>
          </a:xfrm>
          <a:prstGeom prst="roundRect">
            <a:avLst>
              <a:gd fmla="val 50000" name="adj"/>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s-419" sz="1200">
                <a:solidFill>
                  <a:srgbClr val="FFFFFF"/>
                </a:solidFill>
              </a:rPr>
              <a:t>Casos de Uso de Negocio</a:t>
            </a:r>
            <a:endParaRPr b="1" sz="1200">
              <a:solidFill>
                <a:srgbClr val="FFFFFF"/>
              </a:solidFill>
            </a:endParaRPr>
          </a:p>
          <a:p>
            <a:pPr indent="0" lvl="0" marL="0" rtl="0" algn="ctr">
              <a:spcBef>
                <a:spcPts val="0"/>
              </a:spcBef>
              <a:spcAft>
                <a:spcPts val="0"/>
              </a:spcAft>
              <a:buNone/>
            </a:pPr>
            <a:r>
              <a:t/>
            </a:r>
            <a:endParaRPr b="1" sz="1200">
              <a:solidFill>
                <a:srgbClr val="FFFFFF"/>
              </a:solidFill>
            </a:endParaRPr>
          </a:p>
        </p:txBody>
      </p:sp>
      <p:sp>
        <p:nvSpPr>
          <p:cNvPr id="11340" name="Google Shape;11340;p190"/>
          <p:cNvSpPr/>
          <p:nvPr/>
        </p:nvSpPr>
        <p:spPr>
          <a:xfrm>
            <a:off x="83988" y="595504"/>
            <a:ext cx="190200" cy="1692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1" name="Google Shape;11341;p190"/>
          <p:cNvSpPr/>
          <p:nvPr/>
        </p:nvSpPr>
        <p:spPr>
          <a:xfrm>
            <a:off x="2292338" y="358938"/>
            <a:ext cx="146700" cy="4023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2" name="Google Shape;11342;p190"/>
          <p:cNvSpPr txBox="1"/>
          <p:nvPr/>
        </p:nvSpPr>
        <p:spPr>
          <a:xfrm>
            <a:off x="2524025" y="387675"/>
            <a:ext cx="15012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Unid. Organizacional:</a:t>
            </a:r>
            <a:endParaRPr b="1" sz="1100"/>
          </a:p>
        </p:txBody>
      </p:sp>
      <p:sp>
        <p:nvSpPr>
          <p:cNvPr id="11343" name="Google Shape;11343;p190"/>
          <p:cNvSpPr txBox="1"/>
          <p:nvPr/>
        </p:nvSpPr>
        <p:spPr>
          <a:xfrm>
            <a:off x="2524020" y="579550"/>
            <a:ext cx="6846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Alcance:</a:t>
            </a:r>
            <a:endParaRPr b="1" sz="1100"/>
          </a:p>
        </p:txBody>
      </p:sp>
      <p:sp>
        <p:nvSpPr>
          <p:cNvPr id="11344" name="Google Shape;11344;p190"/>
          <p:cNvSpPr txBox="1"/>
          <p:nvPr>
            <p:ph type="title"/>
          </p:nvPr>
        </p:nvSpPr>
        <p:spPr>
          <a:xfrm flipH="1">
            <a:off x="4025374" y="387675"/>
            <a:ext cx="5863200" cy="1692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000"/>
              <a:buNone/>
              <a:defRPr sz="1000">
                <a:solidFill>
                  <a:srgbClr val="000000"/>
                </a:solidFill>
              </a:defRPr>
            </a:lvl1pPr>
            <a:lvl2pPr lvl="1">
              <a:spcBef>
                <a:spcPts val="0"/>
              </a:spcBef>
              <a:spcAft>
                <a:spcPts val="0"/>
              </a:spcAft>
              <a:buClr>
                <a:srgbClr val="000000"/>
              </a:buClr>
              <a:buSzPts val="1000"/>
              <a:buNone/>
              <a:defRPr sz="1000">
                <a:solidFill>
                  <a:srgbClr val="000000"/>
                </a:solidFill>
              </a:defRPr>
            </a:lvl2pPr>
            <a:lvl3pPr lvl="2">
              <a:spcBef>
                <a:spcPts val="0"/>
              </a:spcBef>
              <a:spcAft>
                <a:spcPts val="0"/>
              </a:spcAft>
              <a:buClr>
                <a:srgbClr val="000000"/>
              </a:buClr>
              <a:buSzPts val="1000"/>
              <a:buNone/>
              <a:defRPr sz="1000">
                <a:solidFill>
                  <a:srgbClr val="000000"/>
                </a:solidFill>
              </a:defRPr>
            </a:lvl3pPr>
            <a:lvl4pPr lvl="3">
              <a:spcBef>
                <a:spcPts val="0"/>
              </a:spcBef>
              <a:spcAft>
                <a:spcPts val="0"/>
              </a:spcAft>
              <a:buClr>
                <a:srgbClr val="000000"/>
              </a:buClr>
              <a:buSzPts val="1000"/>
              <a:buNone/>
              <a:defRPr sz="1000">
                <a:solidFill>
                  <a:srgbClr val="000000"/>
                </a:solidFill>
              </a:defRPr>
            </a:lvl4pPr>
            <a:lvl5pPr lvl="4">
              <a:spcBef>
                <a:spcPts val="0"/>
              </a:spcBef>
              <a:spcAft>
                <a:spcPts val="0"/>
              </a:spcAft>
              <a:buClr>
                <a:srgbClr val="000000"/>
              </a:buClr>
              <a:buSzPts val="1000"/>
              <a:buNone/>
              <a:defRPr sz="1000">
                <a:solidFill>
                  <a:srgbClr val="000000"/>
                </a:solidFill>
              </a:defRPr>
            </a:lvl5pPr>
            <a:lvl6pPr lvl="5">
              <a:spcBef>
                <a:spcPts val="0"/>
              </a:spcBef>
              <a:spcAft>
                <a:spcPts val="0"/>
              </a:spcAft>
              <a:buClr>
                <a:srgbClr val="000000"/>
              </a:buClr>
              <a:buSzPts val="1000"/>
              <a:buNone/>
              <a:defRPr sz="1000">
                <a:solidFill>
                  <a:srgbClr val="000000"/>
                </a:solidFill>
              </a:defRPr>
            </a:lvl6pPr>
            <a:lvl7pPr lvl="6">
              <a:spcBef>
                <a:spcPts val="0"/>
              </a:spcBef>
              <a:spcAft>
                <a:spcPts val="0"/>
              </a:spcAft>
              <a:buClr>
                <a:srgbClr val="000000"/>
              </a:buClr>
              <a:buSzPts val="1000"/>
              <a:buNone/>
              <a:defRPr sz="1000">
                <a:solidFill>
                  <a:srgbClr val="000000"/>
                </a:solidFill>
              </a:defRPr>
            </a:lvl7pPr>
            <a:lvl8pPr lvl="7">
              <a:spcBef>
                <a:spcPts val="0"/>
              </a:spcBef>
              <a:spcAft>
                <a:spcPts val="0"/>
              </a:spcAft>
              <a:buClr>
                <a:srgbClr val="000000"/>
              </a:buClr>
              <a:buSzPts val="1000"/>
              <a:buNone/>
              <a:defRPr sz="1000">
                <a:solidFill>
                  <a:srgbClr val="000000"/>
                </a:solidFill>
              </a:defRPr>
            </a:lvl8pPr>
            <a:lvl9pPr lvl="8">
              <a:spcBef>
                <a:spcPts val="0"/>
              </a:spcBef>
              <a:spcAft>
                <a:spcPts val="0"/>
              </a:spcAft>
              <a:buClr>
                <a:srgbClr val="000000"/>
              </a:buClr>
              <a:buSzPts val="1000"/>
              <a:buNone/>
              <a:defRPr sz="1000">
                <a:solidFill>
                  <a:srgbClr val="000000"/>
                </a:solidFill>
              </a:defRPr>
            </a:lvl9pPr>
          </a:lstStyle>
          <a:p/>
        </p:txBody>
      </p:sp>
      <p:sp>
        <p:nvSpPr>
          <p:cNvPr id="11345" name="Google Shape;11345;p190"/>
          <p:cNvSpPr txBox="1"/>
          <p:nvPr>
            <p:ph idx="2" type="title"/>
          </p:nvPr>
        </p:nvSpPr>
        <p:spPr>
          <a:xfrm flipH="1">
            <a:off x="3208773" y="579550"/>
            <a:ext cx="6679800" cy="1692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000"/>
              <a:buNone/>
              <a:defRPr sz="1000">
                <a:solidFill>
                  <a:srgbClr val="000000"/>
                </a:solidFill>
              </a:defRPr>
            </a:lvl1pPr>
            <a:lvl2pPr lvl="1">
              <a:spcBef>
                <a:spcPts val="0"/>
              </a:spcBef>
              <a:spcAft>
                <a:spcPts val="0"/>
              </a:spcAft>
              <a:buClr>
                <a:srgbClr val="000000"/>
              </a:buClr>
              <a:buSzPts val="1000"/>
              <a:buNone/>
              <a:defRPr sz="1000">
                <a:solidFill>
                  <a:srgbClr val="000000"/>
                </a:solidFill>
              </a:defRPr>
            </a:lvl2pPr>
            <a:lvl3pPr lvl="2">
              <a:spcBef>
                <a:spcPts val="0"/>
              </a:spcBef>
              <a:spcAft>
                <a:spcPts val="0"/>
              </a:spcAft>
              <a:buClr>
                <a:srgbClr val="000000"/>
              </a:buClr>
              <a:buSzPts val="1000"/>
              <a:buNone/>
              <a:defRPr sz="1000">
                <a:solidFill>
                  <a:srgbClr val="000000"/>
                </a:solidFill>
              </a:defRPr>
            </a:lvl3pPr>
            <a:lvl4pPr lvl="3">
              <a:spcBef>
                <a:spcPts val="0"/>
              </a:spcBef>
              <a:spcAft>
                <a:spcPts val="0"/>
              </a:spcAft>
              <a:buClr>
                <a:srgbClr val="000000"/>
              </a:buClr>
              <a:buSzPts val="1000"/>
              <a:buNone/>
              <a:defRPr sz="1000">
                <a:solidFill>
                  <a:srgbClr val="000000"/>
                </a:solidFill>
              </a:defRPr>
            </a:lvl4pPr>
            <a:lvl5pPr lvl="4">
              <a:spcBef>
                <a:spcPts val="0"/>
              </a:spcBef>
              <a:spcAft>
                <a:spcPts val="0"/>
              </a:spcAft>
              <a:buClr>
                <a:srgbClr val="000000"/>
              </a:buClr>
              <a:buSzPts val="1000"/>
              <a:buNone/>
              <a:defRPr sz="1000">
                <a:solidFill>
                  <a:srgbClr val="000000"/>
                </a:solidFill>
              </a:defRPr>
            </a:lvl5pPr>
            <a:lvl6pPr lvl="5">
              <a:spcBef>
                <a:spcPts val="0"/>
              </a:spcBef>
              <a:spcAft>
                <a:spcPts val="0"/>
              </a:spcAft>
              <a:buClr>
                <a:srgbClr val="000000"/>
              </a:buClr>
              <a:buSzPts val="1000"/>
              <a:buNone/>
              <a:defRPr sz="1000">
                <a:solidFill>
                  <a:srgbClr val="000000"/>
                </a:solidFill>
              </a:defRPr>
            </a:lvl6pPr>
            <a:lvl7pPr lvl="6">
              <a:spcBef>
                <a:spcPts val="0"/>
              </a:spcBef>
              <a:spcAft>
                <a:spcPts val="0"/>
              </a:spcAft>
              <a:buClr>
                <a:srgbClr val="000000"/>
              </a:buClr>
              <a:buSzPts val="1000"/>
              <a:buNone/>
              <a:defRPr sz="1000">
                <a:solidFill>
                  <a:srgbClr val="000000"/>
                </a:solidFill>
              </a:defRPr>
            </a:lvl7pPr>
            <a:lvl8pPr lvl="7">
              <a:spcBef>
                <a:spcPts val="0"/>
              </a:spcBef>
              <a:spcAft>
                <a:spcPts val="0"/>
              </a:spcAft>
              <a:buClr>
                <a:srgbClr val="000000"/>
              </a:buClr>
              <a:buSzPts val="1000"/>
              <a:buNone/>
              <a:defRPr sz="1000">
                <a:solidFill>
                  <a:srgbClr val="000000"/>
                </a:solidFill>
              </a:defRPr>
            </a:lvl8pPr>
            <a:lvl9pPr lvl="8">
              <a:spcBef>
                <a:spcPts val="0"/>
              </a:spcBef>
              <a:spcAft>
                <a:spcPts val="0"/>
              </a:spcAft>
              <a:buClr>
                <a:srgbClr val="000000"/>
              </a:buClr>
              <a:buSzPts val="1000"/>
              <a:buNone/>
              <a:defRPr sz="1000">
                <a:solidFill>
                  <a:srgbClr val="000000"/>
                </a:solidFill>
              </a:defRPr>
            </a:lvl9pPr>
          </a:lstStyle>
          <a:p/>
        </p:txBody>
      </p:sp>
      <p:sp>
        <p:nvSpPr>
          <p:cNvPr id="11346" name="Google Shape;11346;p190"/>
          <p:cNvSpPr txBox="1"/>
          <p:nvPr>
            <p:ph idx="1" type="body"/>
          </p:nvPr>
        </p:nvSpPr>
        <p:spPr>
          <a:xfrm>
            <a:off x="641150" y="612125"/>
            <a:ext cx="1770300" cy="160500"/>
          </a:xfrm>
          <a:prstGeom prst="rect">
            <a:avLst/>
          </a:prstGeom>
          <a:noFill/>
          <a:ln>
            <a:noFill/>
          </a:ln>
        </p:spPr>
        <p:txBody>
          <a:bodyPr anchorCtr="0" anchor="t" bIns="0" lIns="0" spcFirstLastPara="1" rIns="0" wrap="square" tIns="0">
            <a:noAutofit/>
          </a:bodyPr>
          <a:lstStyle>
            <a:lvl1pPr indent="-292100" lvl="0" marL="457200" algn="ctr">
              <a:spcBef>
                <a:spcPts val="0"/>
              </a:spcBef>
              <a:spcAft>
                <a:spcPts val="0"/>
              </a:spcAft>
              <a:buClr>
                <a:srgbClr val="FFFFFF"/>
              </a:buClr>
              <a:buSzPts val="1000"/>
              <a:buChar char="●"/>
              <a:defRPr sz="1000">
                <a:solidFill>
                  <a:srgbClr val="FFFFFF"/>
                </a:solidFill>
              </a:defRPr>
            </a:lvl1pPr>
            <a:lvl2pPr indent="-292100" lvl="1" marL="914400" algn="ctr">
              <a:spcBef>
                <a:spcPts val="0"/>
              </a:spcBef>
              <a:spcAft>
                <a:spcPts val="0"/>
              </a:spcAft>
              <a:buClr>
                <a:srgbClr val="FFFFFF"/>
              </a:buClr>
              <a:buSzPts val="1000"/>
              <a:buChar char="○"/>
              <a:defRPr sz="1000">
                <a:solidFill>
                  <a:srgbClr val="FFFFFF"/>
                </a:solidFill>
              </a:defRPr>
            </a:lvl2pPr>
            <a:lvl3pPr indent="-292100" lvl="2" marL="1371600" algn="ctr">
              <a:spcBef>
                <a:spcPts val="0"/>
              </a:spcBef>
              <a:spcAft>
                <a:spcPts val="0"/>
              </a:spcAft>
              <a:buClr>
                <a:srgbClr val="FFFFFF"/>
              </a:buClr>
              <a:buSzPts val="1000"/>
              <a:buChar char="■"/>
              <a:defRPr sz="1000">
                <a:solidFill>
                  <a:srgbClr val="FFFFFF"/>
                </a:solidFill>
              </a:defRPr>
            </a:lvl3pPr>
            <a:lvl4pPr indent="-292100" lvl="3" marL="1828800" algn="ctr">
              <a:spcBef>
                <a:spcPts val="0"/>
              </a:spcBef>
              <a:spcAft>
                <a:spcPts val="0"/>
              </a:spcAft>
              <a:buClr>
                <a:srgbClr val="FFFFFF"/>
              </a:buClr>
              <a:buSzPts val="1000"/>
              <a:buChar char="●"/>
              <a:defRPr sz="1000">
                <a:solidFill>
                  <a:srgbClr val="FFFFFF"/>
                </a:solidFill>
              </a:defRPr>
            </a:lvl4pPr>
            <a:lvl5pPr indent="-292100" lvl="4" marL="2286000" algn="ctr">
              <a:spcBef>
                <a:spcPts val="0"/>
              </a:spcBef>
              <a:spcAft>
                <a:spcPts val="0"/>
              </a:spcAft>
              <a:buClr>
                <a:srgbClr val="FFFFFF"/>
              </a:buClr>
              <a:buSzPts val="1000"/>
              <a:buChar char="○"/>
              <a:defRPr sz="1000">
                <a:solidFill>
                  <a:srgbClr val="FFFFFF"/>
                </a:solidFill>
              </a:defRPr>
            </a:lvl5pPr>
            <a:lvl6pPr indent="-292100" lvl="5" marL="2743200" algn="ctr">
              <a:spcBef>
                <a:spcPts val="0"/>
              </a:spcBef>
              <a:spcAft>
                <a:spcPts val="0"/>
              </a:spcAft>
              <a:buClr>
                <a:srgbClr val="FFFFFF"/>
              </a:buClr>
              <a:buSzPts val="1000"/>
              <a:buChar char="■"/>
              <a:defRPr sz="1000">
                <a:solidFill>
                  <a:srgbClr val="FFFFFF"/>
                </a:solidFill>
              </a:defRPr>
            </a:lvl6pPr>
            <a:lvl7pPr indent="-292100" lvl="6" marL="3200400" algn="ctr">
              <a:spcBef>
                <a:spcPts val="0"/>
              </a:spcBef>
              <a:spcAft>
                <a:spcPts val="0"/>
              </a:spcAft>
              <a:buClr>
                <a:srgbClr val="FFFFFF"/>
              </a:buClr>
              <a:buSzPts val="1000"/>
              <a:buChar char="●"/>
              <a:defRPr sz="1000">
                <a:solidFill>
                  <a:srgbClr val="FFFFFF"/>
                </a:solidFill>
              </a:defRPr>
            </a:lvl7pPr>
            <a:lvl8pPr indent="-292100" lvl="7" marL="3657600" algn="ctr">
              <a:spcBef>
                <a:spcPts val="0"/>
              </a:spcBef>
              <a:spcAft>
                <a:spcPts val="0"/>
              </a:spcAft>
              <a:buClr>
                <a:srgbClr val="FFFFFF"/>
              </a:buClr>
              <a:buSzPts val="1000"/>
              <a:buChar char="○"/>
              <a:defRPr sz="1000">
                <a:solidFill>
                  <a:srgbClr val="FFFFFF"/>
                </a:solidFill>
              </a:defRPr>
            </a:lvl8pPr>
            <a:lvl9pPr indent="-292100" lvl="8" marL="4114800" algn="ctr">
              <a:spcBef>
                <a:spcPts val="0"/>
              </a:spcBef>
              <a:spcAft>
                <a:spcPts val="0"/>
              </a:spcAft>
              <a:buClr>
                <a:srgbClr val="FFFFFF"/>
              </a:buClr>
              <a:buSzPts val="1000"/>
              <a:buChar char="■"/>
              <a:defRPr sz="1000">
                <a:solidFill>
                  <a:srgbClr val="FFFFFF"/>
                </a:solidFill>
              </a:defRPr>
            </a:lvl9pPr>
          </a:lstStyle>
          <a:p/>
        </p:txBody>
      </p:sp>
      <p:sp>
        <p:nvSpPr>
          <p:cNvPr id="11347" name="Google Shape;11347;p190"/>
          <p:cNvSpPr txBox="1"/>
          <p:nvPr/>
        </p:nvSpPr>
        <p:spPr>
          <a:xfrm>
            <a:off x="84825" y="598125"/>
            <a:ext cx="595500" cy="205800"/>
          </a:xfrm>
          <a:prstGeom prst="rect">
            <a:avLst/>
          </a:prstGeom>
          <a:noFill/>
          <a:ln>
            <a:noFill/>
          </a:ln>
        </p:spPr>
        <p:txBody>
          <a:bodyPr anchorCtr="0" anchor="t" bIns="18000" lIns="18000" spcFirstLastPara="1" rIns="18000" wrap="square" tIns="18000">
            <a:spAutoFit/>
          </a:bodyPr>
          <a:lstStyle/>
          <a:p>
            <a:pPr indent="0" lvl="0" marL="0" rtl="0" algn="l">
              <a:spcBef>
                <a:spcPts val="0"/>
              </a:spcBef>
              <a:spcAft>
                <a:spcPts val="0"/>
              </a:spcAft>
              <a:buNone/>
            </a:pPr>
            <a:r>
              <a:rPr lang="es-419" sz="1100">
                <a:solidFill>
                  <a:srgbClr val="FFFFFF"/>
                </a:solidFill>
              </a:rPr>
              <a:t>Nombre:</a:t>
            </a:r>
            <a:endParaRPr sz="1100">
              <a:solidFill>
                <a:srgbClr val="FFFFFF"/>
              </a:solidFill>
            </a:endParaRPr>
          </a:p>
        </p:txBody>
      </p:sp>
      <p:sp>
        <p:nvSpPr>
          <p:cNvPr id="11348" name="Google Shape;11348;p190"/>
          <p:cNvSpPr/>
          <p:nvPr/>
        </p:nvSpPr>
        <p:spPr>
          <a:xfrm>
            <a:off x="-1396550" y="760700"/>
            <a:ext cx="748200" cy="6079200"/>
          </a:xfrm>
          <a:prstGeom prst="roundRect">
            <a:avLst>
              <a:gd fmla="val 11877" name="adj"/>
            </a:avLst>
          </a:prstGeom>
          <a:solidFill>
            <a:srgbClr val="F3F3F3"/>
          </a:solidFill>
          <a:ln cap="flat" cmpd="sng" w="9525">
            <a:solidFill>
              <a:srgbClr val="F3F3F3"/>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t" bIns="54000" lIns="72000" spcFirstLastPara="1" rIns="72000" wrap="square" tIns="54000">
            <a:noAutofit/>
          </a:bodyPr>
          <a:lstStyle/>
          <a:p>
            <a:pPr indent="0" lvl="0" marL="0" rtl="0" algn="ctr">
              <a:spcBef>
                <a:spcPts val="0"/>
              </a:spcBef>
              <a:spcAft>
                <a:spcPts val="0"/>
              </a:spcAft>
              <a:buNone/>
            </a:pPr>
            <a:r>
              <a:rPr i="1" lang="es-419"/>
              <a:t>Paleta</a:t>
            </a:r>
            <a:endParaRPr i="1"/>
          </a:p>
        </p:txBody>
      </p:sp>
    </p:spTree>
  </p:cSld>
  <p:clrMapOvr>
    <a:masterClrMapping/>
  </p:clrMapOvr>
</p:sldLayout>
</file>

<file path=ppt/slideLayouts/slideLayout18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4.2 Definición de Proceso de Negocio">
  <p:cSld name="TITLE_3_6_1_1_1_1_1_1_1_1_1_1_1_1_1_1_1">
    <p:spTree>
      <p:nvGrpSpPr>
        <p:cNvPr id="11349" name="Shape 11349"/>
        <p:cNvGrpSpPr/>
        <p:nvPr/>
      </p:nvGrpSpPr>
      <p:grpSpPr>
        <a:xfrm>
          <a:off x="0" y="0"/>
          <a:ext cx="0" cy="0"/>
          <a:chOff x="0" y="0"/>
          <a:chExt cx="0" cy="0"/>
        </a:xfrm>
      </p:grpSpPr>
      <p:sp>
        <p:nvSpPr>
          <p:cNvPr id="11350" name="Google Shape;11350;p191"/>
          <p:cNvSpPr/>
          <p:nvPr/>
        </p:nvSpPr>
        <p:spPr>
          <a:xfrm>
            <a:off x="77688" y="358938"/>
            <a:ext cx="9935700" cy="6438000"/>
          </a:xfrm>
          <a:prstGeom prst="roundRect">
            <a:avLst>
              <a:gd fmla="val 2618" name="adj"/>
            </a:avLst>
          </a:prstGeom>
          <a:solidFill>
            <a:srgbClr val="FFFFFF"/>
          </a:solidFill>
          <a:ln cap="flat" cmpd="sng" w="38100">
            <a:solidFill>
              <a:srgbClr val="000000"/>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351" name="Google Shape;11351;p191"/>
          <p:cNvCxnSpPr/>
          <p:nvPr/>
        </p:nvCxnSpPr>
        <p:spPr>
          <a:xfrm>
            <a:off x="77688" y="772614"/>
            <a:ext cx="9935700" cy="0"/>
          </a:xfrm>
          <a:prstGeom prst="straightConnector1">
            <a:avLst/>
          </a:prstGeom>
          <a:noFill/>
          <a:ln cap="flat" cmpd="sng" w="19050">
            <a:solidFill>
              <a:srgbClr val="000000"/>
            </a:solidFill>
            <a:prstDash val="solid"/>
            <a:round/>
            <a:headEnd len="med" w="med" type="none"/>
            <a:tailEnd len="med" w="med" type="none"/>
          </a:ln>
        </p:spPr>
      </p:cxnSp>
      <p:cxnSp>
        <p:nvCxnSpPr>
          <p:cNvPr id="11352" name="Google Shape;11352;p191"/>
          <p:cNvCxnSpPr/>
          <p:nvPr/>
        </p:nvCxnSpPr>
        <p:spPr>
          <a:xfrm rot="10800000">
            <a:off x="2439038" y="368188"/>
            <a:ext cx="0" cy="402300"/>
          </a:xfrm>
          <a:prstGeom prst="straightConnector1">
            <a:avLst/>
          </a:prstGeom>
          <a:noFill/>
          <a:ln cap="flat" cmpd="sng" w="19050">
            <a:solidFill>
              <a:srgbClr val="000000"/>
            </a:solidFill>
            <a:prstDash val="solid"/>
            <a:round/>
            <a:headEnd len="med" w="med" type="none"/>
            <a:tailEnd len="med" w="med" type="none"/>
          </a:ln>
        </p:spPr>
      </p:cxnSp>
      <p:sp>
        <p:nvSpPr>
          <p:cNvPr id="11353" name="Google Shape;11353;p191"/>
          <p:cNvSpPr txBox="1"/>
          <p:nvPr>
            <p:ph type="title"/>
          </p:nvPr>
        </p:nvSpPr>
        <p:spPr>
          <a:xfrm flipH="1">
            <a:off x="3219174" y="437575"/>
            <a:ext cx="1731300" cy="2658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200"/>
              <a:buNone/>
              <a:defRPr sz="1200">
                <a:solidFill>
                  <a:srgbClr val="000000"/>
                </a:solidFill>
              </a:defRPr>
            </a:lvl1pPr>
            <a:lvl2pPr lvl="1">
              <a:spcBef>
                <a:spcPts val="0"/>
              </a:spcBef>
              <a:spcAft>
                <a:spcPts val="0"/>
              </a:spcAft>
              <a:buClr>
                <a:srgbClr val="000000"/>
              </a:buClr>
              <a:buSzPts val="1100"/>
              <a:buNone/>
              <a:defRPr sz="1100">
                <a:solidFill>
                  <a:srgbClr val="000000"/>
                </a:solidFill>
              </a:defRPr>
            </a:lvl2pPr>
            <a:lvl3pPr lvl="2">
              <a:spcBef>
                <a:spcPts val="0"/>
              </a:spcBef>
              <a:spcAft>
                <a:spcPts val="0"/>
              </a:spcAft>
              <a:buClr>
                <a:srgbClr val="000000"/>
              </a:buClr>
              <a:buSzPts val="1100"/>
              <a:buNone/>
              <a:defRPr sz="1100">
                <a:solidFill>
                  <a:srgbClr val="000000"/>
                </a:solidFill>
              </a:defRPr>
            </a:lvl3pPr>
            <a:lvl4pPr lvl="3">
              <a:spcBef>
                <a:spcPts val="0"/>
              </a:spcBef>
              <a:spcAft>
                <a:spcPts val="0"/>
              </a:spcAft>
              <a:buClr>
                <a:srgbClr val="000000"/>
              </a:buClr>
              <a:buSzPts val="1100"/>
              <a:buNone/>
              <a:defRPr sz="1100">
                <a:solidFill>
                  <a:srgbClr val="000000"/>
                </a:solidFill>
              </a:defRPr>
            </a:lvl4pPr>
            <a:lvl5pPr lvl="4">
              <a:spcBef>
                <a:spcPts val="0"/>
              </a:spcBef>
              <a:spcAft>
                <a:spcPts val="0"/>
              </a:spcAft>
              <a:buClr>
                <a:srgbClr val="000000"/>
              </a:buClr>
              <a:buSzPts val="1100"/>
              <a:buNone/>
              <a:defRPr sz="1100">
                <a:solidFill>
                  <a:srgbClr val="000000"/>
                </a:solidFill>
              </a:defRPr>
            </a:lvl5pPr>
            <a:lvl6pPr lvl="5">
              <a:spcBef>
                <a:spcPts val="0"/>
              </a:spcBef>
              <a:spcAft>
                <a:spcPts val="0"/>
              </a:spcAft>
              <a:buClr>
                <a:srgbClr val="000000"/>
              </a:buClr>
              <a:buSzPts val="1100"/>
              <a:buNone/>
              <a:defRPr sz="1100">
                <a:solidFill>
                  <a:srgbClr val="000000"/>
                </a:solidFill>
              </a:defRPr>
            </a:lvl6pPr>
            <a:lvl7pPr lvl="6">
              <a:spcBef>
                <a:spcPts val="0"/>
              </a:spcBef>
              <a:spcAft>
                <a:spcPts val="0"/>
              </a:spcAft>
              <a:buClr>
                <a:srgbClr val="000000"/>
              </a:buClr>
              <a:buSzPts val="1100"/>
              <a:buNone/>
              <a:defRPr sz="1100">
                <a:solidFill>
                  <a:srgbClr val="000000"/>
                </a:solidFill>
              </a:defRPr>
            </a:lvl7pPr>
            <a:lvl8pPr lvl="7">
              <a:spcBef>
                <a:spcPts val="0"/>
              </a:spcBef>
              <a:spcAft>
                <a:spcPts val="0"/>
              </a:spcAft>
              <a:buClr>
                <a:srgbClr val="000000"/>
              </a:buClr>
              <a:buSzPts val="1100"/>
              <a:buNone/>
              <a:defRPr sz="1100">
                <a:solidFill>
                  <a:srgbClr val="000000"/>
                </a:solidFill>
              </a:defRPr>
            </a:lvl8pPr>
            <a:lvl9pPr lvl="8">
              <a:spcBef>
                <a:spcPts val="0"/>
              </a:spcBef>
              <a:spcAft>
                <a:spcPts val="0"/>
              </a:spcAft>
              <a:buClr>
                <a:srgbClr val="000000"/>
              </a:buClr>
              <a:buSzPts val="1100"/>
              <a:buNone/>
              <a:defRPr sz="1100">
                <a:solidFill>
                  <a:srgbClr val="000000"/>
                </a:solidFill>
              </a:defRPr>
            </a:lvl9pPr>
          </a:lstStyle>
          <a:p/>
        </p:txBody>
      </p:sp>
      <p:sp>
        <p:nvSpPr>
          <p:cNvPr id="11354" name="Google Shape;11354;p191"/>
          <p:cNvSpPr txBox="1"/>
          <p:nvPr/>
        </p:nvSpPr>
        <p:spPr>
          <a:xfrm>
            <a:off x="2513487" y="437267"/>
            <a:ext cx="679500" cy="2664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b="1" lang="es-419" sz="1100"/>
              <a:t>Empresa:</a:t>
            </a:r>
            <a:endParaRPr b="1" sz="1100"/>
          </a:p>
        </p:txBody>
      </p:sp>
      <p:cxnSp>
        <p:nvCxnSpPr>
          <p:cNvPr id="11355" name="Google Shape;11355;p191"/>
          <p:cNvCxnSpPr/>
          <p:nvPr/>
        </p:nvCxnSpPr>
        <p:spPr>
          <a:xfrm rot="10800000">
            <a:off x="5070754" y="368188"/>
            <a:ext cx="0" cy="402300"/>
          </a:xfrm>
          <a:prstGeom prst="straightConnector1">
            <a:avLst/>
          </a:prstGeom>
          <a:noFill/>
          <a:ln cap="flat" cmpd="sng" w="19050">
            <a:solidFill>
              <a:srgbClr val="000000"/>
            </a:solidFill>
            <a:prstDash val="solid"/>
            <a:round/>
            <a:headEnd len="med" w="med" type="none"/>
            <a:tailEnd len="med" w="med" type="none"/>
          </a:ln>
        </p:spPr>
      </p:cxnSp>
      <p:sp>
        <p:nvSpPr>
          <p:cNvPr id="11356" name="Google Shape;11356;p191"/>
          <p:cNvSpPr txBox="1"/>
          <p:nvPr/>
        </p:nvSpPr>
        <p:spPr>
          <a:xfrm>
            <a:off x="5191013" y="387663"/>
            <a:ext cx="13026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Finalidad empresa:</a:t>
            </a:r>
            <a:endParaRPr b="1" sz="1100"/>
          </a:p>
        </p:txBody>
      </p:sp>
      <p:sp>
        <p:nvSpPr>
          <p:cNvPr id="11357" name="Google Shape;11357;p191"/>
          <p:cNvSpPr txBox="1"/>
          <p:nvPr/>
        </p:nvSpPr>
        <p:spPr>
          <a:xfrm>
            <a:off x="5191013" y="579538"/>
            <a:ext cx="11637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Finalidad cliente:</a:t>
            </a:r>
            <a:endParaRPr b="1" sz="1100"/>
          </a:p>
        </p:txBody>
      </p:sp>
      <p:sp>
        <p:nvSpPr>
          <p:cNvPr id="11358" name="Google Shape;11358;p191"/>
          <p:cNvSpPr/>
          <p:nvPr/>
        </p:nvSpPr>
        <p:spPr>
          <a:xfrm>
            <a:off x="77688" y="349338"/>
            <a:ext cx="2361300" cy="421200"/>
          </a:xfrm>
          <a:prstGeom prst="roundRect">
            <a:avLst>
              <a:gd fmla="val 50000" name="adj"/>
            </a:avLst>
          </a:prstGeom>
          <a:solidFill>
            <a:srgbClr val="000000"/>
          </a:solidFill>
          <a:ln cap="flat" cmpd="sng" w="9525">
            <a:solidFill>
              <a:srgbClr val="000000"/>
            </a:solidFill>
            <a:prstDash val="solid"/>
            <a:round/>
            <a:headEnd len="sm" w="sm" type="none"/>
            <a:tailEnd len="sm" w="sm" type="none"/>
          </a:ln>
        </p:spPr>
        <p:txBody>
          <a:bodyPr anchorCtr="0" anchor="ctr" bIns="91425" lIns="0" spcFirstLastPara="1" rIns="0" wrap="square" tIns="91425">
            <a:noAutofit/>
          </a:bodyPr>
          <a:lstStyle/>
          <a:p>
            <a:pPr indent="0" lvl="0" marL="0" rtl="0" algn="ctr">
              <a:spcBef>
                <a:spcPts val="0"/>
              </a:spcBef>
              <a:spcAft>
                <a:spcPts val="0"/>
              </a:spcAft>
              <a:buNone/>
            </a:pPr>
            <a:r>
              <a:rPr b="1" lang="es-419" sz="1100">
                <a:solidFill>
                  <a:srgbClr val="FFFFFF"/>
                </a:solidFill>
              </a:rPr>
              <a:t>Definición Proceso de Negocio</a:t>
            </a:r>
            <a:endParaRPr b="1" sz="1100">
              <a:solidFill>
                <a:srgbClr val="FFFFFF"/>
              </a:solidFill>
            </a:endParaRPr>
          </a:p>
          <a:p>
            <a:pPr indent="0" lvl="0" marL="0" rtl="0" algn="ctr">
              <a:spcBef>
                <a:spcPts val="0"/>
              </a:spcBef>
              <a:spcAft>
                <a:spcPts val="0"/>
              </a:spcAft>
              <a:buNone/>
            </a:pPr>
            <a:r>
              <a:t/>
            </a:r>
            <a:endParaRPr b="1" sz="1200">
              <a:solidFill>
                <a:srgbClr val="FFFFFF"/>
              </a:solidFill>
            </a:endParaRPr>
          </a:p>
        </p:txBody>
      </p:sp>
      <p:sp>
        <p:nvSpPr>
          <p:cNvPr id="11359" name="Google Shape;11359;p191"/>
          <p:cNvSpPr/>
          <p:nvPr/>
        </p:nvSpPr>
        <p:spPr>
          <a:xfrm>
            <a:off x="83988" y="595504"/>
            <a:ext cx="190200" cy="1692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0" name="Google Shape;11360;p191"/>
          <p:cNvSpPr/>
          <p:nvPr/>
        </p:nvSpPr>
        <p:spPr>
          <a:xfrm>
            <a:off x="2350598" y="358950"/>
            <a:ext cx="88500" cy="4023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1" name="Google Shape;11361;p191"/>
          <p:cNvSpPr txBox="1"/>
          <p:nvPr>
            <p:ph idx="2" type="title"/>
          </p:nvPr>
        </p:nvSpPr>
        <p:spPr>
          <a:xfrm flipH="1">
            <a:off x="6546263" y="387663"/>
            <a:ext cx="3350100" cy="1692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000"/>
              <a:buNone/>
              <a:defRPr sz="1000">
                <a:solidFill>
                  <a:srgbClr val="000000"/>
                </a:solidFill>
              </a:defRPr>
            </a:lvl1pPr>
            <a:lvl2pPr lvl="1">
              <a:spcBef>
                <a:spcPts val="0"/>
              </a:spcBef>
              <a:spcAft>
                <a:spcPts val="0"/>
              </a:spcAft>
              <a:buClr>
                <a:srgbClr val="000000"/>
              </a:buClr>
              <a:buSzPts val="1000"/>
              <a:buNone/>
              <a:defRPr sz="1000">
                <a:solidFill>
                  <a:srgbClr val="000000"/>
                </a:solidFill>
              </a:defRPr>
            </a:lvl2pPr>
            <a:lvl3pPr lvl="2">
              <a:spcBef>
                <a:spcPts val="0"/>
              </a:spcBef>
              <a:spcAft>
                <a:spcPts val="0"/>
              </a:spcAft>
              <a:buClr>
                <a:srgbClr val="000000"/>
              </a:buClr>
              <a:buSzPts val="1000"/>
              <a:buNone/>
              <a:defRPr sz="1000">
                <a:solidFill>
                  <a:srgbClr val="000000"/>
                </a:solidFill>
              </a:defRPr>
            </a:lvl3pPr>
            <a:lvl4pPr lvl="3">
              <a:spcBef>
                <a:spcPts val="0"/>
              </a:spcBef>
              <a:spcAft>
                <a:spcPts val="0"/>
              </a:spcAft>
              <a:buClr>
                <a:srgbClr val="000000"/>
              </a:buClr>
              <a:buSzPts val="1000"/>
              <a:buNone/>
              <a:defRPr sz="1000">
                <a:solidFill>
                  <a:srgbClr val="000000"/>
                </a:solidFill>
              </a:defRPr>
            </a:lvl4pPr>
            <a:lvl5pPr lvl="4">
              <a:spcBef>
                <a:spcPts val="0"/>
              </a:spcBef>
              <a:spcAft>
                <a:spcPts val="0"/>
              </a:spcAft>
              <a:buClr>
                <a:srgbClr val="000000"/>
              </a:buClr>
              <a:buSzPts val="1000"/>
              <a:buNone/>
              <a:defRPr sz="1000">
                <a:solidFill>
                  <a:srgbClr val="000000"/>
                </a:solidFill>
              </a:defRPr>
            </a:lvl5pPr>
            <a:lvl6pPr lvl="5">
              <a:spcBef>
                <a:spcPts val="0"/>
              </a:spcBef>
              <a:spcAft>
                <a:spcPts val="0"/>
              </a:spcAft>
              <a:buClr>
                <a:srgbClr val="000000"/>
              </a:buClr>
              <a:buSzPts val="1000"/>
              <a:buNone/>
              <a:defRPr sz="1000">
                <a:solidFill>
                  <a:srgbClr val="000000"/>
                </a:solidFill>
              </a:defRPr>
            </a:lvl6pPr>
            <a:lvl7pPr lvl="6">
              <a:spcBef>
                <a:spcPts val="0"/>
              </a:spcBef>
              <a:spcAft>
                <a:spcPts val="0"/>
              </a:spcAft>
              <a:buClr>
                <a:srgbClr val="000000"/>
              </a:buClr>
              <a:buSzPts val="1000"/>
              <a:buNone/>
              <a:defRPr sz="1000">
                <a:solidFill>
                  <a:srgbClr val="000000"/>
                </a:solidFill>
              </a:defRPr>
            </a:lvl7pPr>
            <a:lvl8pPr lvl="7">
              <a:spcBef>
                <a:spcPts val="0"/>
              </a:spcBef>
              <a:spcAft>
                <a:spcPts val="0"/>
              </a:spcAft>
              <a:buClr>
                <a:srgbClr val="000000"/>
              </a:buClr>
              <a:buSzPts val="1000"/>
              <a:buNone/>
              <a:defRPr sz="1000">
                <a:solidFill>
                  <a:srgbClr val="000000"/>
                </a:solidFill>
              </a:defRPr>
            </a:lvl8pPr>
            <a:lvl9pPr lvl="8">
              <a:spcBef>
                <a:spcPts val="0"/>
              </a:spcBef>
              <a:spcAft>
                <a:spcPts val="0"/>
              </a:spcAft>
              <a:buClr>
                <a:srgbClr val="000000"/>
              </a:buClr>
              <a:buSzPts val="1000"/>
              <a:buNone/>
              <a:defRPr sz="1000">
                <a:solidFill>
                  <a:srgbClr val="000000"/>
                </a:solidFill>
              </a:defRPr>
            </a:lvl9pPr>
          </a:lstStyle>
          <a:p/>
        </p:txBody>
      </p:sp>
      <p:sp>
        <p:nvSpPr>
          <p:cNvPr id="11362" name="Google Shape;11362;p191"/>
          <p:cNvSpPr txBox="1"/>
          <p:nvPr>
            <p:ph idx="3" type="title"/>
          </p:nvPr>
        </p:nvSpPr>
        <p:spPr>
          <a:xfrm flipH="1">
            <a:off x="6546263" y="579538"/>
            <a:ext cx="3350100" cy="1692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000"/>
              <a:buNone/>
              <a:defRPr sz="1000">
                <a:solidFill>
                  <a:srgbClr val="000000"/>
                </a:solidFill>
              </a:defRPr>
            </a:lvl1pPr>
            <a:lvl2pPr lvl="1">
              <a:spcBef>
                <a:spcPts val="0"/>
              </a:spcBef>
              <a:spcAft>
                <a:spcPts val="0"/>
              </a:spcAft>
              <a:buClr>
                <a:srgbClr val="000000"/>
              </a:buClr>
              <a:buSzPts val="1000"/>
              <a:buNone/>
              <a:defRPr sz="1000">
                <a:solidFill>
                  <a:srgbClr val="000000"/>
                </a:solidFill>
              </a:defRPr>
            </a:lvl2pPr>
            <a:lvl3pPr lvl="2">
              <a:spcBef>
                <a:spcPts val="0"/>
              </a:spcBef>
              <a:spcAft>
                <a:spcPts val="0"/>
              </a:spcAft>
              <a:buClr>
                <a:srgbClr val="000000"/>
              </a:buClr>
              <a:buSzPts val="1000"/>
              <a:buNone/>
              <a:defRPr sz="1000">
                <a:solidFill>
                  <a:srgbClr val="000000"/>
                </a:solidFill>
              </a:defRPr>
            </a:lvl3pPr>
            <a:lvl4pPr lvl="3">
              <a:spcBef>
                <a:spcPts val="0"/>
              </a:spcBef>
              <a:spcAft>
                <a:spcPts val="0"/>
              </a:spcAft>
              <a:buClr>
                <a:srgbClr val="000000"/>
              </a:buClr>
              <a:buSzPts val="1000"/>
              <a:buNone/>
              <a:defRPr sz="1000">
                <a:solidFill>
                  <a:srgbClr val="000000"/>
                </a:solidFill>
              </a:defRPr>
            </a:lvl4pPr>
            <a:lvl5pPr lvl="4">
              <a:spcBef>
                <a:spcPts val="0"/>
              </a:spcBef>
              <a:spcAft>
                <a:spcPts val="0"/>
              </a:spcAft>
              <a:buClr>
                <a:srgbClr val="000000"/>
              </a:buClr>
              <a:buSzPts val="1000"/>
              <a:buNone/>
              <a:defRPr sz="1000">
                <a:solidFill>
                  <a:srgbClr val="000000"/>
                </a:solidFill>
              </a:defRPr>
            </a:lvl5pPr>
            <a:lvl6pPr lvl="5">
              <a:spcBef>
                <a:spcPts val="0"/>
              </a:spcBef>
              <a:spcAft>
                <a:spcPts val="0"/>
              </a:spcAft>
              <a:buClr>
                <a:srgbClr val="000000"/>
              </a:buClr>
              <a:buSzPts val="1000"/>
              <a:buNone/>
              <a:defRPr sz="1000">
                <a:solidFill>
                  <a:srgbClr val="000000"/>
                </a:solidFill>
              </a:defRPr>
            </a:lvl6pPr>
            <a:lvl7pPr lvl="6">
              <a:spcBef>
                <a:spcPts val="0"/>
              </a:spcBef>
              <a:spcAft>
                <a:spcPts val="0"/>
              </a:spcAft>
              <a:buClr>
                <a:srgbClr val="000000"/>
              </a:buClr>
              <a:buSzPts val="1000"/>
              <a:buNone/>
              <a:defRPr sz="1000">
                <a:solidFill>
                  <a:srgbClr val="000000"/>
                </a:solidFill>
              </a:defRPr>
            </a:lvl7pPr>
            <a:lvl8pPr lvl="7">
              <a:spcBef>
                <a:spcPts val="0"/>
              </a:spcBef>
              <a:spcAft>
                <a:spcPts val="0"/>
              </a:spcAft>
              <a:buClr>
                <a:srgbClr val="000000"/>
              </a:buClr>
              <a:buSzPts val="1000"/>
              <a:buNone/>
              <a:defRPr sz="1000">
                <a:solidFill>
                  <a:srgbClr val="000000"/>
                </a:solidFill>
              </a:defRPr>
            </a:lvl8pPr>
            <a:lvl9pPr lvl="8">
              <a:spcBef>
                <a:spcPts val="0"/>
              </a:spcBef>
              <a:spcAft>
                <a:spcPts val="0"/>
              </a:spcAft>
              <a:buClr>
                <a:srgbClr val="000000"/>
              </a:buClr>
              <a:buSzPts val="1000"/>
              <a:buNone/>
              <a:defRPr sz="1000">
                <a:solidFill>
                  <a:srgbClr val="000000"/>
                </a:solidFill>
              </a:defRPr>
            </a:lvl9pPr>
          </a:lstStyle>
          <a:p/>
        </p:txBody>
      </p:sp>
      <p:cxnSp>
        <p:nvCxnSpPr>
          <p:cNvPr id="11363" name="Google Shape;11363;p191"/>
          <p:cNvCxnSpPr/>
          <p:nvPr/>
        </p:nvCxnSpPr>
        <p:spPr>
          <a:xfrm>
            <a:off x="5104406" y="929748"/>
            <a:ext cx="0" cy="5689200"/>
          </a:xfrm>
          <a:prstGeom prst="straightConnector1">
            <a:avLst/>
          </a:prstGeom>
          <a:noFill/>
          <a:ln cap="flat" cmpd="sng" w="19050">
            <a:solidFill>
              <a:srgbClr val="D9D9D9"/>
            </a:solidFill>
            <a:prstDash val="dash"/>
            <a:round/>
            <a:headEnd len="med" w="med" type="none"/>
            <a:tailEnd len="med" w="med" type="none"/>
          </a:ln>
        </p:spPr>
      </p:cxnSp>
      <p:sp>
        <p:nvSpPr>
          <p:cNvPr id="11364" name="Google Shape;11364;p191"/>
          <p:cNvSpPr txBox="1"/>
          <p:nvPr/>
        </p:nvSpPr>
        <p:spPr>
          <a:xfrm>
            <a:off x="5208496" y="1009497"/>
            <a:ext cx="1551300" cy="232500"/>
          </a:xfrm>
          <a:prstGeom prst="rect">
            <a:avLst/>
          </a:prstGeom>
          <a:noFill/>
          <a:ln>
            <a:noFill/>
          </a:ln>
        </p:spPr>
        <p:txBody>
          <a:bodyPr anchorCtr="0" anchor="ctr" bIns="0" lIns="0" spcFirstLastPara="1" rIns="0" wrap="square" tIns="0">
            <a:noAutofit/>
          </a:bodyPr>
          <a:lstStyle/>
          <a:p>
            <a:pPr indent="0" lvl="0" marL="0" rtl="0" algn="r">
              <a:spcBef>
                <a:spcPts val="0"/>
              </a:spcBef>
              <a:spcAft>
                <a:spcPts val="0"/>
              </a:spcAft>
              <a:buNone/>
            </a:pPr>
            <a:r>
              <a:rPr b="1" lang="es-419" sz="1000">
                <a:latin typeface="Arvo"/>
                <a:ea typeface="Arvo"/>
                <a:cs typeface="Arvo"/>
                <a:sym typeface="Arvo"/>
              </a:rPr>
              <a:t>Actores de negocio (cliente):  </a:t>
            </a:r>
            <a:r>
              <a:rPr i="1" lang="es-419" sz="600">
                <a:solidFill>
                  <a:srgbClr val="666666"/>
                </a:solidFill>
                <a:latin typeface="Arvo"/>
                <a:ea typeface="Arvo"/>
                <a:cs typeface="Arvo"/>
                <a:sym typeface="Arvo"/>
              </a:rPr>
              <a:t>&lt;ej: Paciente&gt;</a:t>
            </a:r>
            <a:endParaRPr i="1" sz="600">
              <a:solidFill>
                <a:srgbClr val="666666"/>
              </a:solidFill>
              <a:latin typeface="Arvo"/>
              <a:ea typeface="Arvo"/>
              <a:cs typeface="Arvo"/>
              <a:sym typeface="Arvo"/>
            </a:endParaRPr>
          </a:p>
        </p:txBody>
      </p:sp>
      <p:sp>
        <p:nvSpPr>
          <p:cNvPr id="11365" name="Google Shape;11365;p191"/>
          <p:cNvSpPr/>
          <p:nvPr/>
        </p:nvSpPr>
        <p:spPr>
          <a:xfrm>
            <a:off x="6834826" y="953997"/>
            <a:ext cx="3027000" cy="343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11366" name="Google Shape;11366;p191"/>
          <p:cNvSpPr txBox="1"/>
          <p:nvPr/>
        </p:nvSpPr>
        <p:spPr>
          <a:xfrm>
            <a:off x="5208496" y="1433361"/>
            <a:ext cx="1551300" cy="400200"/>
          </a:xfrm>
          <a:prstGeom prst="rect">
            <a:avLst/>
          </a:prstGeom>
          <a:noFill/>
          <a:ln>
            <a:noFill/>
          </a:ln>
        </p:spPr>
        <p:txBody>
          <a:bodyPr anchorCtr="0" anchor="ctr" bIns="0" lIns="0" spcFirstLastPara="1" rIns="0" wrap="square" tIns="0">
            <a:spAutoFit/>
          </a:bodyPr>
          <a:lstStyle/>
          <a:p>
            <a:pPr indent="0" lvl="0" marL="0" rtl="0" algn="r">
              <a:lnSpc>
                <a:spcPct val="100000"/>
              </a:lnSpc>
              <a:spcBef>
                <a:spcPts val="0"/>
              </a:spcBef>
              <a:spcAft>
                <a:spcPts val="0"/>
              </a:spcAft>
              <a:buNone/>
            </a:pPr>
            <a:r>
              <a:rPr b="1" lang="es-419" sz="1000">
                <a:latin typeface="Arvo"/>
                <a:ea typeface="Arvo"/>
                <a:cs typeface="Arvo"/>
                <a:sym typeface="Arvo"/>
              </a:rPr>
              <a:t>Actores de negocio (proveedores):  </a:t>
            </a:r>
            <a:r>
              <a:rPr i="1" lang="es-419" sz="600">
                <a:solidFill>
                  <a:srgbClr val="666666"/>
                </a:solidFill>
                <a:latin typeface="Arvo"/>
                <a:ea typeface="Arvo"/>
                <a:cs typeface="Arvo"/>
                <a:sym typeface="Arvo"/>
              </a:rPr>
              <a:t>&lt;ej: ups, </a:t>
            </a:r>
            <a:r>
              <a:rPr i="1" lang="es-419" sz="600">
                <a:solidFill>
                  <a:schemeClr val="dk1"/>
                </a:solidFill>
              </a:rPr>
              <a:t> </a:t>
            </a:r>
            <a:r>
              <a:rPr i="1" lang="es-419" sz="600">
                <a:solidFill>
                  <a:srgbClr val="666666"/>
                </a:solidFill>
                <a:latin typeface="Arvo"/>
                <a:ea typeface="Arvo"/>
                <a:cs typeface="Arvo"/>
                <a:sym typeface="Arvo"/>
              </a:rPr>
              <a:t>fedex, servientrega, etc&gt;</a:t>
            </a:r>
            <a:endParaRPr i="1" sz="600">
              <a:solidFill>
                <a:srgbClr val="666666"/>
              </a:solidFill>
              <a:latin typeface="Arvo"/>
              <a:ea typeface="Arvo"/>
              <a:cs typeface="Arvo"/>
              <a:sym typeface="Arvo"/>
            </a:endParaRPr>
          </a:p>
        </p:txBody>
      </p:sp>
      <p:sp>
        <p:nvSpPr>
          <p:cNvPr id="11367" name="Google Shape;11367;p191"/>
          <p:cNvSpPr/>
          <p:nvPr/>
        </p:nvSpPr>
        <p:spPr>
          <a:xfrm>
            <a:off x="6834826" y="1461711"/>
            <a:ext cx="3027000" cy="343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11368" name="Google Shape;11368;p191"/>
          <p:cNvSpPr txBox="1"/>
          <p:nvPr/>
        </p:nvSpPr>
        <p:spPr>
          <a:xfrm>
            <a:off x="5208496" y="2064799"/>
            <a:ext cx="1551300" cy="492600"/>
          </a:xfrm>
          <a:prstGeom prst="rect">
            <a:avLst/>
          </a:prstGeom>
          <a:noFill/>
          <a:ln>
            <a:noFill/>
          </a:ln>
        </p:spPr>
        <p:txBody>
          <a:bodyPr anchorCtr="0" anchor="ctr" bIns="0" lIns="0" spcFirstLastPara="1" rIns="0" wrap="square" tIns="0">
            <a:spAutoFit/>
          </a:bodyPr>
          <a:lstStyle/>
          <a:p>
            <a:pPr indent="0" lvl="0" marL="0" rtl="0" algn="r">
              <a:spcBef>
                <a:spcPts val="0"/>
              </a:spcBef>
              <a:spcAft>
                <a:spcPts val="0"/>
              </a:spcAft>
              <a:buNone/>
            </a:pPr>
            <a:r>
              <a:rPr b="1" lang="es-419" sz="1000">
                <a:latin typeface="Arvo"/>
                <a:ea typeface="Arvo"/>
                <a:cs typeface="Arvo"/>
                <a:sym typeface="Arvo"/>
              </a:rPr>
              <a:t>Identificación de conceptos de negocio: </a:t>
            </a:r>
            <a:endParaRPr b="1" sz="1000">
              <a:latin typeface="Arvo"/>
              <a:ea typeface="Arvo"/>
              <a:cs typeface="Arvo"/>
              <a:sym typeface="Arvo"/>
            </a:endParaRPr>
          </a:p>
          <a:p>
            <a:pPr indent="0" lvl="0" marL="0" rtl="0" algn="r">
              <a:spcBef>
                <a:spcPts val="0"/>
              </a:spcBef>
              <a:spcAft>
                <a:spcPts val="0"/>
              </a:spcAft>
              <a:buNone/>
            </a:pPr>
            <a:r>
              <a:rPr i="1" lang="es-419" sz="600">
                <a:solidFill>
                  <a:srgbClr val="666666"/>
                </a:solidFill>
                <a:latin typeface="Arvo"/>
                <a:ea typeface="Arvo"/>
                <a:cs typeface="Arvo"/>
                <a:sym typeface="Arvo"/>
              </a:rPr>
              <a:t>&lt;ej: comprador, amazon, compra, producto, pago, envío. etc&gt;</a:t>
            </a:r>
            <a:endParaRPr i="1" sz="600">
              <a:solidFill>
                <a:srgbClr val="666666"/>
              </a:solidFill>
              <a:latin typeface="Arvo"/>
              <a:ea typeface="Arvo"/>
              <a:cs typeface="Arvo"/>
              <a:sym typeface="Arvo"/>
            </a:endParaRPr>
          </a:p>
        </p:txBody>
      </p:sp>
      <p:sp>
        <p:nvSpPr>
          <p:cNvPr id="11369" name="Google Shape;11369;p191"/>
          <p:cNvSpPr/>
          <p:nvPr/>
        </p:nvSpPr>
        <p:spPr>
          <a:xfrm>
            <a:off x="6834826" y="1975699"/>
            <a:ext cx="3027000" cy="670800"/>
          </a:xfrm>
          <a:prstGeom prst="roundRect">
            <a:avLst>
              <a:gd fmla="val 10808"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11370" name="Google Shape;11370;p191"/>
          <p:cNvSpPr txBox="1"/>
          <p:nvPr/>
        </p:nvSpPr>
        <p:spPr>
          <a:xfrm>
            <a:off x="5219407" y="3121825"/>
            <a:ext cx="1562400" cy="232500"/>
          </a:xfrm>
          <a:prstGeom prst="rect">
            <a:avLst/>
          </a:prstGeom>
          <a:noFill/>
          <a:ln>
            <a:noFill/>
          </a:ln>
        </p:spPr>
        <p:txBody>
          <a:bodyPr anchorCtr="0" anchor="ctr" bIns="0" lIns="0" spcFirstLastPara="1" rIns="0" wrap="square" tIns="0">
            <a:noAutofit/>
          </a:bodyPr>
          <a:lstStyle/>
          <a:p>
            <a:pPr indent="0" lvl="0" marL="0" rtl="0" algn="r">
              <a:spcBef>
                <a:spcPts val="0"/>
              </a:spcBef>
              <a:spcAft>
                <a:spcPts val="0"/>
              </a:spcAft>
              <a:buNone/>
            </a:pPr>
            <a:r>
              <a:rPr b="1" lang="es-419" sz="1000">
                <a:latin typeface="Arvo"/>
                <a:ea typeface="Arvo"/>
                <a:cs typeface="Arvo"/>
                <a:sym typeface="Arvo"/>
              </a:rPr>
              <a:t>Meta cliente:</a:t>
            </a:r>
            <a:endParaRPr b="1" sz="1000">
              <a:latin typeface="Arvo"/>
              <a:ea typeface="Arvo"/>
              <a:cs typeface="Arvo"/>
              <a:sym typeface="Arvo"/>
            </a:endParaRPr>
          </a:p>
          <a:p>
            <a:pPr indent="0" lvl="0" marL="0" rtl="0" algn="r">
              <a:spcBef>
                <a:spcPts val="0"/>
              </a:spcBef>
              <a:spcAft>
                <a:spcPts val="0"/>
              </a:spcAft>
              <a:buClr>
                <a:schemeClr val="dk1"/>
              </a:buClr>
              <a:buSzPts val="1100"/>
              <a:buFont typeface="Arial"/>
              <a:buNone/>
            </a:pPr>
            <a:r>
              <a:rPr b="1" lang="es-419" sz="700">
                <a:solidFill>
                  <a:schemeClr val="dk1"/>
                </a:solidFill>
                <a:latin typeface="Arvo"/>
                <a:ea typeface="Arvo"/>
                <a:cs typeface="Arvo"/>
                <a:sym typeface="Arvo"/>
              </a:rPr>
              <a:t>[Meta = &lt;sustantivo&gt;&lt;adjetivo&gt;]</a:t>
            </a:r>
            <a:endParaRPr b="1" sz="1000">
              <a:latin typeface="Arvo"/>
              <a:ea typeface="Arvo"/>
              <a:cs typeface="Arvo"/>
              <a:sym typeface="Arvo"/>
            </a:endParaRPr>
          </a:p>
          <a:p>
            <a:pPr indent="0" lvl="0" marL="0" rtl="0" algn="r">
              <a:spcBef>
                <a:spcPts val="0"/>
              </a:spcBef>
              <a:spcAft>
                <a:spcPts val="0"/>
              </a:spcAft>
              <a:buNone/>
            </a:pPr>
            <a:r>
              <a:rPr b="1" i="1" lang="es-419" sz="600">
                <a:latin typeface="Arvo"/>
                <a:ea typeface="Arvo"/>
                <a:cs typeface="Arvo"/>
                <a:sym typeface="Arvo"/>
              </a:rPr>
              <a:t> </a:t>
            </a:r>
            <a:r>
              <a:rPr i="1" lang="es-419" sz="600">
                <a:solidFill>
                  <a:srgbClr val="666666"/>
                </a:solidFill>
                <a:latin typeface="Arvo"/>
                <a:ea typeface="Arvo"/>
                <a:cs typeface="Arvo"/>
                <a:sym typeface="Arvo"/>
              </a:rPr>
              <a:t>&lt;ej: Cita reservada, Recibir producto&gt;</a:t>
            </a:r>
            <a:endParaRPr i="1" sz="600">
              <a:solidFill>
                <a:srgbClr val="666666"/>
              </a:solidFill>
              <a:latin typeface="Arvo"/>
              <a:ea typeface="Arvo"/>
              <a:cs typeface="Arvo"/>
              <a:sym typeface="Arvo"/>
            </a:endParaRPr>
          </a:p>
        </p:txBody>
      </p:sp>
      <p:sp>
        <p:nvSpPr>
          <p:cNvPr id="11371" name="Google Shape;11371;p191"/>
          <p:cNvSpPr/>
          <p:nvPr/>
        </p:nvSpPr>
        <p:spPr>
          <a:xfrm>
            <a:off x="6845744" y="3066325"/>
            <a:ext cx="3027000" cy="343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11372" name="Google Shape;11372;p191"/>
          <p:cNvSpPr txBox="1"/>
          <p:nvPr/>
        </p:nvSpPr>
        <p:spPr>
          <a:xfrm>
            <a:off x="5242847" y="3569976"/>
            <a:ext cx="1562400" cy="400200"/>
          </a:xfrm>
          <a:prstGeom prst="rect">
            <a:avLst/>
          </a:prstGeom>
          <a:noFill/>
          <a:ln>
            <a:noFill/>
          </a:ln>
        </p:spPr>
        <p:txBody>
          <a:bodyPr anchorCtr="0" anchor="ctr" bIns="0" lIns="0" spcFirstLastPara="1" rIns="0" wrap="square" tIns="0">
            <a:spAutoFit/>
          </a:bodyPr>
          <a:lstStyle/>
          <a:p>
            <a:pPr indent="0" lvl="0" marL="0" rtl="0" algn="r">
              <a:lnSpc>
                <a:spcPct val="100000"/>
              </a:lnSpc>
              <a:spcBef>
                <a:spcPts val="0"/>
              </a:spcBef>
              <a:spcAft>
                <a:spcPts val="0"/>
              </a:spcAft>
              <a:buNone/>
            </a:pPr>
            <a:r>
              <a:rPr b="1" lang="es-419" sz="1000">
                <a:latin typeface="Arvo"/>
                <a:ea typeface="Arvo"/>
                <a:cs typeface="Arvo"/>
                <a:sym typeface="Arvo"/>
              </a:rPr>
              <a:t>Actividad que consigue la meta del cliente: </a:t>
            </a:r>
            <a:r>
              <a:rPr i="1" lang="es-419" sz="600">
                <a:solidFill>
                  <a:srgbClr val="666666"/>
                </a:solidFill>
                <a:latin typeface="Arvo"/>
                <a:ea typeface="Arvo"/>
                <a:cs typeface="Arvo"/>
                <a:sym typeface="Arvo"/>
              </a:rPr>
              <a:t>&lt;ej:  Recibir producto&gt;</a:t>
            </a:r>
            <a:endParaRPr i="1" sz="600">
              <a:solidFill>
                <a:srgbClr val="666666"/>
              </a:solidFill>
              <a:latin typeface="Arvo"/>
              <a:ea typeface="Arvo"/>
              <a:cs typeface="Arvo"/>
              <a:sym typeface="Arvo"/>
            </a:endParaRPr>
          </a:p>
        </p:txBody>
      </p:sp>
      <p:sp>
        <p:nvSpPr>
          <p:cNvPr id="11373" name="Google Shape;11373;p191"/>
          <p:cNvSpPr txBox="1"/>
          <p:nvPr/>
        </p:nvSpPr>
        <p:spPr>
          <a:xfrm>
            <a:off x="5242834" y="4133783"/>
            <a:ext cx="1562400" cy="405600"/>
          </a:xfrm>
          <a:prstGeom prst="rect">
            <a:avLst/>
          </a:prstGeom>
          <a:noFill/>
          <a:ln>
            <a:noFill/>
          </a:ln>
        </p:spPr>
        <p:txBody>
          <a:bodyPr anchorCtr="0" anchor="ctr" bIns="0" lIns="0" spcFirstLastPara="1" rIns="0" wrap="square" tIns="0">
            <a:spAutoFit/>
          </a:bodyPr>
          <a:lstStyle/>
          <a:p>
            <a:pPr indent="0" lvl="0" marL="0" rtl="0" algn="r">
              <a:lnSpc>
                <a:spcPct val="85000"/>
              </a:lnSpc>
              <a:spcBef>
                <a:spcPts val="0"/>
              </a:spcBef>
              <a:spcAft>
                <a:spcPts val="0"/>
              </a:spcAft>
              <a:buNone/>
            </a:pPr>
            <a:r>
              <a:rPr b="1" lang="es-419" sz="1000">
                <a:latin typeface="Arvo"/>
                <a:ea typeface="Arvo"/>
                <a:cs typeface="Arvo"/>
                <a:sym typeface="Arvo"/>
              </a:rPr>
              <a:t>Narrativa actividad de la meta:</a:t>
            </a:r>
            <a:r>
              <a:rPr lang="es-419" sz="700">
                <a:solidFill>
                  <a:srgbClr val="666666"/>
                </a:solidFill>
                <a:latin typeface="Arvo"/>
                <a:ea typeface="Arvo"/>
                <a:cs typeface="Arvo"/>
                <a:sym typeface="Arvo"/>
              </a:rPr>
              <a:t>  </a:t>
            </a:r>
            <a:r>
              <a:rPr i="1" lang="es-419" sz="600">
                <a:solidFill>
                  <a:srgbClr val="666666"/>
                </a:solidFill>
                <a:latin typeface="Arvo"/>
                <a:ea typeface="Arvo"/>
                <a:cs typeface="Arvo"/>
                <a:sym typeface="Arvo"/>
              </a:rPr>
              <a:t>&lt;El cliente recibe el producto&gt;</a:t>
            </a:r>
            <a:r>
              <a:rPr b="1" lang="es-419" sz="1100">
                <a:latin typeface="Arvo"/>
                <a:ea typeface="Arvo"/>
                <a:cs typeface="Arvo"/>
                <a:sym typeface="Arvo"/>
              </a:rPr>
              <a:t> </a:t>
            </a:r>
            <a:endParaRPr sz="800">
              <a:solidFill>
                <a:srgbClr val="666666"/>
              </a:solidFill>
              <a:latin typeface="Arvo"/>
              <a:ea typeface="Arvo"/>
              <a:cs typeface="Arvo"/>
              <a:sym typeface="Arvo"/>
            </a:endParaRPr>
          </a:p>
        </p:txBody>
      </p:sp>
      <p:sp>
        <p:nvSpPr>
          <p:cNvPr id="11374" name="Google Shape;11374;p191"/>
          <p:cNvSpPr txBox="1"/>
          <p:nvPr>
            <p:ph idx="1" type="subTitle"/>
          </p:nvPr>
        </p:nvSpPr>
        <p:spPr>
          <a:xfrm>
            <a:off x="6834526" y="954747"/>
            <a:ext cx="3027600" cy="342000"/>
          </a:xfrm>
          <a:prstGeom prst="rect">
            <a:avLst/>
          </a:prstGeom>
          <a:noFill/>
          <a:ln>
            <a:noFill/>
          </a:ln>
        </p:spPr>
        <p:txBody>
          <a:bodyPr anchorCtr="0" anchor="ctr" bIns="36000" lIns="36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11375" name="Google Shape;11375;p191"/>
          <p:cNvSpPr txBox="1"/>
          <p:nvPr>
            <p:ph idx="4" type="subTitle"/>
          </p:nvPr>
        </p:nvSpPr>
        <p:spPr>
          <a:xfrm>
            <a:off x="6834526" y="1462461"/>
            <a:ext cx="3027600" cy="342000"/>
          </a:xfrm>
          <a:prstGeom prst="rect">
            <a:avLst/>
          </a:prstGeom>
          <a:noFill/>
          <a:ln>
            <a:noFill/>
          </a:ln>
        </p:spPr>
        <p:txBody>
          <a:bodyPr anchorCtr="0" anchor="ctr" bIns="36000" lIns="36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11376" name="Google Shape;11376;p191"/>
          <p:cNvSpPr txBox="1"/>
          <p:nvPr>
            <p:ph idx="5" type="subTitle"/>
          </p:nvPr>
        </p:nvSpPr>
        <p:spPr>
          <a:xfrm>
            <a:off x="6834526" y="1980199"/>
            <a:ext cx="3027600" cy="661800"/>
          </a:xfrm>
          <a:prstGeom prst="rect">
            <a:avLst/>
          </a:prstGeom>
          <a:noFill/>
          <a:ln>
            <a:noFill/>
          </a:ln>
        </p:spPr>
        <p:txBody>
          <a:bodyPr anchorCtr="0" anchor="t" bIns="36000" lIns="36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11377" name="Google Shape;11377;p191"/>
          <p:cNvSpPr txBox="1"/>
          <p:nvPr>
            <p:ph idx="6" type="subTitle"/>
          </p:nvPr>
        </p:nvSpPr>
        <p:spPr>
          <a:xfrm>
            <a:off x="6845444" y="3067075"/>
            <a:ext cx="3027600" cy="342000"/>
          </a:xfrm>
          <a:prstGeom prst="rect">
            <a:avLst/>
          </a:prstGeom>
          <a:noFill/>
          <a:ln>
            <a:noFill/>
          </a:ln>
        </p:spPr>
        <p:txBody>
          <a:bodyPr anchorCtr="0" anchor="ctr" bIns="36000" lIns="36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11378" name="Google Shape;11378;p191"/>
          <p:cNvSpPr/>
          <p:nvPr/>
        </p:nvSpPr>
        <p:spPr>
          <a:xfrm>
            <a:off x="6845744" y="3598326"/>
            <a:ext cx="3027000" cy="343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11379" name="Google Shape;11379;p191"/>
          <p:cNvSpPr txBox="1"/>
          <p:nvPr>
            <p:ph idx="7" type="subTitle"/>
          </p:nvPr>
        </p:nvSpPr>
        <p:spPr>
          <a:xfrm>
            <a:off x="6845444" y="3599076"/>
            <a:ext cx="3027600" cy="342000"/>
          </a:xfrm>
          <a:prstGeom prst="rect">
            <a:avLst/>
          </a:prstGeom>
          <a:noFill/>
          <a:ln>
            <a:noFill/>
          </a:ln>
        </p:spPr>
        <p:txBody>
          <a:bodyPr anchorCtr="0" anchor="ctr" bIns="36000" lIns="36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11380" name="Google Shape;11380;p191"/>
          <p:cNvSpPr/>
          <p:nvPr/>
        </p:nvSpPr>
        <p:spPr>
          <a:xfrm>
            <a:off x="6845744" y="4164841"/>
            <a:ext cx="3027000" cy="343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11381" name="Google Shape;11381;p191"/>
          <p:cNvSpPr txBox="1"/>
          <p:nvPr>
            <p:ph idx="8" type="subTitle"/>
          </p:nvPr>
        </p:nvSpPr>
        <p:spPr>
          <a:xfrm>
            <a:off x="6845444" y="4165591"/>
            <a:ext cx="3027600" cy="342000"/>
          </a:xfrm>
          <a:prstGeom prst="rect">
            <a:avLst/>
          </a:prstGeom>
          <a:noFill/>
          <a:ln>
            <a:noFill/>
          </a:ln>
        </p:spPr>
        <p:txBody>
          <a:bodyPr anchorCtr="0" anchor="ctr" bIns="36000" lIns="36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11382" name="Google Shape;11382;p191"/>
          <p:cNvSpPr/>
          <p:nvPr/>
        </p:nvSpPr>
        <p:spPr>
          <a:xfrm>
            <a:off x="2277739" y="663750"/>
            <a:ext cx="88500" cy="1089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383" name="Google Shape;11383;p191"/>
          <p:cNvCxnSpPr/>
          <p:nvPr/>
        </p:nvCxnSpPr>
        <p:spPr>
          <a:xfrm rot="10800000">
            <a:off x="5256600" y="2854252"/>
            <a:ext cx="4608000" cy="0"/>
          </a:xfrm>
          <a:prstGeom prst="straightConnector1">
            <a:avLst/>
          </a:prstGeom>
          <a:noFill/>
          <a:ln cap="flat" cmpd="sng" w="19050">
            <a:solidFill>
              <a:srgbClr val="B7B7B7"/>
            </a:solidFill>
            <a:prstDash val="solid"/>
            <a:round/>
            <a:headEnd len="med" w="med" type="none"/>
            <a:tailEnd len="med" w="med" type="none"/>
          </a:ln>
        </p:spPr>
      </p:cxnSp>
      <p:cxnSp>
        <p:nvCxnSpPr>
          <p:cNvPr id="11384" name="Google Shape;11384;p191"/>
          <p:cNvCxnSpPr/>
          <p:nvPr/>
        </p:nvCxnSpPr>
        <p:spPr>
          <a:xfrm flipH="1">
            <a:off x="285421" y="5302428"/>
            <a:ext cx="4690200" cy="11700"/>
          </a:xfrm>
          <a:prstGeom prst="straightConnector1">
            <a:avLst/>
          </a:prstGeom>
          <a:noFill/>
          <a:ln cap="flat" cmpd="sng" w="19050">
            <a:solidFill>
              <a:srgbClr val="B7B7B7"/>
            </a:solidFill>
            <a:prstDash val="solid"/>
            <a:round/>
            <a:headEnd len="med" w="med" type="none"/>
            <a:tailEnd len="med" w="med" type="none"/>
          </a:ln>
        </p:spPr>
      </p:cxnSp>
      <p:cxnSp>
        <p:nvCxnSpPr>
          <p:cNvPr id="11385" name="Google Shape;11385;p191"/>
          <p:cNvCxnSpPr/>
          <p:nvPr/>
        </p:nvCxnSpPr>
        <p:spPr>
          <a:xfrm rot="10800000">
            <a:off x="5256600" y="4736459"/>
            <a:ext cx="4608000" cy="0"/>
          </a:xfrm>
          <a:prstGeom prst="straightConnector1">
            <a:avLst/>
          </a:prstGeom>
          <a:noFill/>
          <a:ln cap="flat" cmpd="sng" w="19050">
            <a:solidFill>
              <a:srgbClr val="B7B7B7"/>
            </a:solidFill>
            <a:prstDash val="solid"/>
            <a:round/>
            <a:headEnd len="med" w="med" type="none"/>
            <a:tailEnd len="med" w="med" type="none"/>
          </a:ln>
        </p:spPr>
      </p:cxnSp>
      <p:sp>
        <p:nvSpPr>
          <p:cNvPr id="11386" name="Google Shape;11386;p191"/>
          <p:cNvSpPr txBox="1"/>
          <p:nvPr/>
        </p:nvSpPr>
        <p:spPr>
          <a:xfrm>
            <a:off x="5219407" y="5008962"/>
            <a:ext cx="1562400" cy="232500"/>
          </a:xfrm>
          <a:prstGeom prst="rect">
            <a:avLst/>
          </a:prstGeom>
          <a:noFill/>
          <a:ln>
            <a:noFill/>
          </a:ln>
        </p:spPr>
        <p:txBody>
          <a:bodyPr anchorCtr="0" anchor="ctr" bIns="0" lIns="0" spcFirstLastPara="1" rIns="0" wrap="square" tIns="0">
            <a:noAutofit/>
          </a:bodyPr>
          <a:lstStyle/>
          <a:p>
            <a:pPr indent="0" lvl="0" marL="0" rtl="0" algn="r">
              <a:spcBef>
                <a:spcPts val="0"/>
              </a:spcBef>
              <a:spcAft>
                <a:spcPts val="0"/>
              </a:spcAft>
              <a:buNone/>
            </a:pPr>
            <a:r>
              <a:rPr b="1" lang="es-419" sz="1000">
                <a:latin typeface="Arvo"/>
                <a:ea typeface="Arvo"/>
                <a:cs typeface="Arvo"/>
                <a:sym typeface="Arvo"/>
              </a:rPr>
              <a:t>Meta empresa:</a:t>
            </a:r>
            <a:endParaRPr b="1" sz="1000">
              <a:latin typeface="Arvo"/>
              <a:ea typeface="Arvo"/>
              <a:cs typeface="Arvo"/>
              <a:sym typeface="Arvo"/>
            </a:endParaRPr>
          </a:p>
          <a:p>
            <a:pPr indent="0" lvl="0" marL="0" rtl="0" algn="r">
              <a:spcBef>
                <a:spcPts val="0"/>
              </a:spcBef>
              <a:spcAft>
                <a:spcPts val="0"/>
              </a:spcAft>
              <a:buNone/>
            </a:pPr>
            <a:r>
              <a:rPr b="1" lang="es-419" sz="700">
                <a:latin typeface="Arvo"/>
                <a:ea typeface="Arvo"/>
                <a:cs typeface="Arvo"/>
                <a:sym typeface="Arvo"/>
              </a:rPr>
              <a:t>[Meta = &lt;sustantivo&gt;&lt;adjetivo&gt;]</a:t>
            </a:r>
            <a:endParaRPr b="1" sz="700">
              <a:latin typeface="Arvo"/>
              <a:ea typeface="Arvo"/>
              <a:cs typeface="Arvo"/>
              <a:sym typeface="Arvo"/>
            </a:endParaRPr>
          </a:p>
          <a:p>
            <a:pPr indent="0" lvl="0" marL="0" rtl="0" algn="r">
              <a:spcBef>
                <a:spcPts val="0"/>
              </a:spcBef>
              <a:spcAft>
                <a:spcPts val="0"/>
              </a:spcAft>
              <a:buNone/>
            </a:pPr>
            <a:r>
              <a:rPr b="1" i="1" lang="es-419" sz="600">
                <a:latin typeface="Arvo"/>
                <a:ea typeface="Arvo"/>
                <a:cs typeface="Arvo"/>
                <a:sym typeface="Arvo"/>
              </a:rPr>
              <a:t> </a:t>
            </a:r>
            <a:r>
              <a:rPr i="1" lang="es-419" sz="600">
                <a:solidFill>
                  <a:srgbClr val="666666"/>
                </a:solidFill>
                <a:latin typeface="Arvo"/>
                <a:ea typeface="Arvo"/>
                <a:cs typeface="Arvo"/>
                <a:sym typeface="Arvo"/>
              </a:rPr>
              <a:t>&lt;ej: Cita reservada&gt;</a:t>
            </a:r>
            <a:endParaRPr i="1" sz="600">
              <a:solidFill>
                <a:srgbClr val="666666"/>
              </a:solidFill>
              <a:latin typeface="Arvo"/>
              <a:ea typeface="Arvo"/>
              <a:cs typeface="Arvo"/>
              <a:sym typeface="Arvo"/>
            </a:endParaRPr>
          </a:p>
        </p:txBody>
      </p:sp>
      <p:sp>
        <p:nvSpPr>
          <p:cNvPr id="11387" name="Google Shape;11387;p191"/>
          <p:cNvSpPr/>
          <p:nvPr/>
        </p:nvSpPr>
        <p:spPr>
          <a:xfrm>
            <a:off x="6845744" y="4953462"/>
            <a:ext cx="3027000" cy="343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11388" name="Google Shape;11388;p191"/>
          <p:cNvSpPr txBox="1"/>
          <p:nvPr/>
        </p:nvSpPr>
        <p:spPr>
          <a:xfrm>
            <a:off x="5242847" y="5457113"/>
            <a:ext cx="1562400" cy="400200"/>
          </a:xfrm>
          <a:prstGeom prst="rect">
            <a:avLst/>
          </a:prstGeom>
          <a:noFill/>
          <a:ln>
            <a:noFill/>
          </a:ln>
        </p:spPr>
        <p:txBody>
          <a:bodyPr anchorCtr="0" anchor="ctr" bIns="0" lIns="0" spcFirstLastPara="1" rIns="0" wrap="square" tIns="0">
            <a:spAutoFit/>
          </a:bodyPr>
          <a:lstStyle/>
          <a:p>
            <a:pPr indent="0" lvl="0" marL="0" rtl="0" algn="r">
              <a:lnSpc>
                <a:spcPct val="100000"/>
              </a:lnSpc>
              <a:spcBef>
                <a:spcPts val="0"/>
              </a:spcBef>
              <a:spcAft>
                <a:spcPts val="0"/>
              </a:spcAft>
              <a:buNone/>
            </a:pPr>
            <a:r>
              <a:rPr b="1" lang="es-419" sz="1000">
                <a:latin typeface="Arvo"/>
                <a:ea typeface="Arvo"/>
                <a:cs typeface="Arvo"/>
                <a:sym typeface="Arvo"/>
              </a:rPr>
              <a:t>Actividad que consigue la meta de la empresa: </a:t>
            </a:r>
            <a:r>
              <a:rPr i="1" lang="es-419" sz="600">
                <a:solidFill>
                  <a:srgbClr val="666666"/>
                </a:solidFill>
                <a:latin typeface="Arvo"/>
                <a:ea typeface="Arvo"/>
                <a:cs typeface="Arvo"/>
                <a:sym typeface="Arvo"/>
              </a:rPr>
              <a:t>&lt;ej:  Recibir producto&gt;</a:t>
            </a:r>
            <a:endParaRPr i="1" sz="600">
              <a:solidFill>
                <a:srgbClr val="666666"/>
              </a:solidFill>
              <a:latin typeface="Arvo"/>
              <a:ea typeface="Arvo"/>
              <a:cs typeface="Arvo"/>
              <a:sym typeface="Arvo"/>
            </a:endParaRPr>
          </a:p>
        </p:txBody>
      </p:sp>
      <p:sp>
        <p:nvSpPr>
          <p:cNvPr id="11389" name="Google Shape;11389;p191"/>
          <p:cNvSpPr txBox="1"/>
          <p:nvPr/>
        </p:nvSpPr>
        <p:spPr>
          <a:xfrm>
            <a:off x="5242834" y="6020920"/>
            <a:ext cx="1562400" cy="405600"/>
          </a:xfrm>
          <a:prstGeom prst="rect">
            <a:avLst/>
          </a:prstGeom>
          <a:noFill/>
          <a:ln>
            <a:noFill/>
          </a:ln>
        </p:spPr>
        <p:txBody>
          <a:bodyPr anchorCtr="0" anchor="ctr" bIns="0" lIns="0" spcFirstLastPara="1" rIns="0" wrap="square" tIns="0">
            <a:spAutoFit/>
          </a:bodyPr>
          <a:lstStyle/>
          <a:p>
            <a:pPr indent="0" lvl="0" marL="0" rtl="0" algn="r">
              <a:lnSpc>
                <a:spcPct val="85000"/>
              </a:lnSpc>
              <a:spcBef>
                <a:spcPts val="0"/>
              </a:spcBef>
              <a:spcAft>
                <a:spcPts val="0"/>
              </a:spcAft>
              <a:buNone/>
            </a:pPr>
            <a:r>
              <a:rPr b="1" lang="es-419" sz="1000">
                <a:latin typeface="Arvo"/>
                <a:ea typeface="Arvo"/>
                <a:cs typeface="Arvo"/>
                <a:sym typeface="Arvo"/>
              </a:rPr>
              <a:t>Narrativa actividad de la meta de la empresa:</a:t>
            </a:r>
            <a:r>
              <a:rPr lang="es-419" sz="700">
                <a:solidFill>
                  <a:srgbClr val="666666"/>
                </a:solidFill>
                <a:latin typeface="Arvo"/>
                <a:ea typeface="Arvo"/>
                <a:cs typeface="Arvo"/>
                <a:sym typeface="Arvo"/>
              </a:rPr>
              <a:t>  </a:t>
            </a:r>
            <a:r>
              <a:rPr i="1" lang="es-419" sz="600">
                <a:solidFill>
                  <a:srgbClr val="666666"/>
                </a:solidFill>
                <a:latin typeface="Arvo"/>
                <a:ea typeface="Arvo"/>
                <a:cs typeface="Arvo"/>
                <a:sym typeface="Arvo"/>
              </a:rPr>
              <a:t>&lt;El cliente realiza el pago&gt;</a:t>
            </a:r>
            <a:r>
              <a:rPr b="1" lang="es-419" sz="1100">
                <a:latin typeface="Arvo"/>
                <a:ea typeface="Arvo"/>
                <a:cs typeface="Arvo"/>
                <a:sym typeface="Arvo"/>
              </a:rPr>
              <a:t> </a:t>
            </a:r>
            <a:endParaRPr sz="800">
              <a:solidFill>
                <a:srgbClr val="666666"/>
              </a:solidFill>
              <a:latin typeface="Arvo"/>
              <a:ea typeface="Arvo"/>
              <a:cs typeface="Arvo"/>
              <a:sym typeface="Arvo"/>
            </a:endParaRPr>
          </a:p>
        </p:txBody>
      </p:sp>
      <p:sp>
        <p:nvSpPr>
          <p:cNvPr id="11390" name="Google Shape;11390;p191"/>
          <p:cNvSpPr txBox="1"/>
          <p:nvPr>
            <p:ph idx="9" type="subTitle"/>
          </p:nvPr>
        </p:nvSpPr>
        <p:spPr>
          <a:xfrm>
            <a:off x="6845444" y="4954212"/>
            <a:ext cx="3027600" cy="342000"/>
          </a:xfrm>
          <a:prstGeom prst="rect">
            <a:avLst/>
          </a:prstGeom>
          <a:noFill/>
          <a:ln>
            <a:noFill/>
          </a:ln>
        </p:spPr>
        <p:txBody>
          <a:bodyPr anchorCtr="0" anchor="ctr" bIns="36000" lIns="36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11391" name="Google Shape;11391;p191"/>
          <p:cNvSpPr/>
          <p:nvPr/>
        </p:nvSpPr>
        <p:spPr>
          <a:xfrm>
            <a:off x="6845744" y="5485463"/>
            <a:ext cx="3027000" cy="343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11392" name="Google Shape;11392;p191"/>
          <p:cNvSpPr txBox="1"/>
          <p:nvPr>
            <p:ph idx="13" type="subTitle"/>
          </p:nvPr>
        </p:nvSpPr>
        <p:spPr>
          <a:xfrm>
            <a:off x="6845444" y="5486213"/>
            <a:ext cx="3027600" cy="342000"/>
          </a:xfrm>
          <a:prstGeom prst="rect">
            <a:avLst/>
          </a:prstGeom>
          <a:noFill/>
          <a:ln>
            <a:noFill/>
          </a:ln>
        </p:spPr>
        <p:txBody>
          <a:bodyPr anchorCtr="0" anchor="ctr" bIns="36000" lIns="36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11393" name="Google Shape;11393;p191"/>
          <p:cNvSpPr/>
          <p:nvPr/>
        </p:nvSpPr>
        <p:spPr>
          <a:xfrm>
            <a:off x="6845744" y="6051970"/>
            <a:ext cx="3027000" cy="343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11394" name="Google Shape;11394;p191"/>
          <p:cNvSpPr txBox="1"/>
          <p:nvPr>
            <p:ph idx="14" type="subTitle"/>
          </p:nvPr>
        </p:nvSpPr>
        <p:spPr>
          <a:xfrm>
            <a:off x="6845444" y="6052720"/>
            <a:ext cx="3027600" cy="342000"/>
          </a:xfrm>
          <a:prstGeom prst="rect">
            <a:avLst/>
          </a:prstGeom>
          <a:noFill/>
          <a:ln>
            <a:noFill/>
          </a:ln>
        </p:spPr>
        <p:txBody>
          <a:bodyPr anchorCtr="0" anchor="ctr" bIns="36000" lIns="36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11395" name="Google Shape;11395;p191"/>
          <p:cNvSpPr txBox="1"/>
          <p:nvPr/>
        </p:nvSpPr>
        <p:spPr>
          <a:xfrm>
            <a:off x="197034" y="5534063"/>
            <a:ext cx="1679100" cy="246300"/>
          </a:xfrm>
          <a:prstGeom prst="rect">
            <a:avLst/>
          </a:prstGeom>
          <a:noFill/>
          <a:ln>
            <a:noFill/>
          </a:ln>
        </p:spPr>
        <p:txBody>
          <a:bodyPr anchorCtr="0" anchor="ctr" bIns="0" lIns="0" spcFirstLastPara="1" rIns="0" wrap="square" tIns="0">
            <a:spAutoFit/>
          </a:bodyPr>
          <a:lstStyle/>
          <a:p>
            <a:pPr indent="0" lvl="0" marL="0" rtl="0" algn="r">
              <a:lnSpc>
                <a:spcPct val="100000"/>
              </a:lnSpc>
              <a:spcBef>
                <a:spcPts val="0"/>
              </a:spcBef>
              <a:spcAft>
                <a:spcPts val="0"/>
              </a:spcAft>
              <a:buNone/>
            </a:pPr>
            <a:r>
              <a:rPr b="1" lang="es-419" sz="1000">
                <a:latin typeface="Arvo"/>
                <a:ea typeface="Arvo"/>
                <a:cs typeface="Arvo"/>
                <a:sym typeface="Arvo"/>
              </a:rPr>
              <a:t>Precondición: </a:t>
            </a:r>
            <a:endParaRPr b="1" sz="1000">
              <a:latin typeface="Arvo"/>
              <a:ea typeface="Arvo"/>
              <a:cs typeface="Arvo"/>
              <a:sym typeface="Arvo"/>
            </a:endParaRPr>
          </a:p>
          <a:p>
            <a:pPr indent="0" lvl="0" marL="0" rtl="0" algn="r">
              <a:lnSpc>
                <a:spcPct val="100000"/>
              </a:lnSpc>
              <a:spcBef>
                <a:spcPts val="0"/>
              </a:spcBef>
              <a:spcAft>
                <a:spcPts val="0"/>
              </a:spcAft>
              <a:buNone/>
            </a:pPr>
            <a:r>
              <a:rPr i="1" lang="es-419" sz="600">
                <a:solidFill>
                  <a:srgbClr val="666666"/>
                </a:solidFill>
                <a:latin typeface="Arvo"/>
                <a:ea typeface="Arvo"/>
                <a:cs typeface="Arvo"/>
                <a:sym typeface="Arvo"/>
              </a:rPr>
              <a:t>&lt;ej: El comprador debe estar registrado&gt;</a:t>
            </a:r>
            <a:endParaRPr i="1" sz="600">
              <a:solidFill>
                <a:srgbClr val="666666"/>
              </a:solidFill>
              <a:latin typeface="Arvo"/>
              <a:ea typeface="Arvo"/>
              <a:cs typeface="Arvo"/>
              <a:sym typeface="Arvo"/>
            </a:endParaRPr>
          </a:p>
        </p:txBody>
      </p:sp>
      <p:sp>
        <p:nvSpPr>
          <p:cNvPr id="11396" name="Google Shape;11396;p191"/>
          <p:cNvSpPr txBox="1"/>
          <p:nvPr/>
        </p:nvSpPr>
        <p:spPr>
          <a:xfrm>
            <a:off x="197034" y="6086320"/>
            <a:ext cx="1679100" cy="274800"/>
          </a:xfrm>
          <a:prstGeom prst="rect">
            <a:avLst/>
          </a:prstGeom>
          <a:noFill/>
          <a:ln>
            <a:noFill/>
          </a:ln>
        </p:spPr>
        <p:txBody>
          <a:bodyPr anchorCtr="0" anchor="ctr" bIns="0" lIns="0" spcFirstLastPara="1" rIns="0" wrap="square" tIns="0">
            <a:spAutoFit/>
          </a:bodyPr>
          <a:lstStyle/>
          <a:p>
            <a:pPr indent="0" lvl="0" marL="0" rtl="0" algn="r">
              <a:lnSpc>
                <a:spcPct val="85000"/>
              </a:lnSpc>
              <a:spcBef>
                <a:spcPts val="0"/>
              </a:spcBef>
              <a:spcAft>
                <a:spcPts val="0"/>
              </a:spcAft>
              <a:buNone/>
            </a:pPr>
            <a:r>
              <a:rPr b="1" lang="es-419" sz="1000">
                <a:latin typeface="Arvo"/>
                <a:ea typeface="Arvo"/>
                <a:cs typeface="Arvo"/>
                <a:sym typeface="Arvo"/>
              </a:rPr>
              <a:t>Poscondición:</a:t>
            </a:r>
            <a:endParaRPr sz="700">
              <a:solidFill>
                <a:srgbClr val="666666"/>
              </a:solidFill>
              <a:latin typeface="Arvo"/>
              <a:ea typeface="Arvo"/>
              <a:cs typeface="Arvo"/>
              <a:sym typeface="Arvo"/>
            </a:endParaRPr>
          </a:p>
          <a:p>
            <a:pPr indent="0" lvl="0" marL="0" rtl="0" algn="r">
              <a:lnSpc>
                <a:spcPct val="85000"/>
              </a:lnSpc>
              <a:spcBef>
                <a:spcPts val="0"/>
              </a:spcBef>
              <a:spcAft>
                <a:spcPts val="0"/>
              </a:spcAft>
              <a:buNone/>
            </a:pPr>
            <a:r>
              <a:rPr lang="es-419" sz="700">
                <a:solidFill>
                  <a:srgbClr val="666666"/>
                </a:solidFill>
                <a:latin typeface="Arvo"/>
                <a:ea typeface="Arvo"/>
                <a:cs typeface="Arvo"/>
                <a:sym typeface="Arvo"/>
              </a:rPr>
              <a:t> </a:t>
            </a:r>
            <a:r>
              <a:rPr i="1" lang="es-419" sz="600">
                <a:solidFill>
                  <a:srgbClr val="666666"/>
                </a:solidFill>
                <a:latin typeface="Arvo"/>
                <a:ea typeface="Arvo"/>
                <a:cs typeface="Arvo"/>
                <a:sym typeface="Arvo"/>
              </a:rPr>
              <a:t>&lt;ej: El pago debe estar realizado&gt;</a:t>
            </a:r>
            <a:r>
              <a:rPr b="1" lang="es-419" sz="1100">
                <a:latin typeface="Arvo"/>
                <a:ea typeface="Arvo"/>
                <a:cs typeface="Arvo"/>
                <a:sym typeface="Arvo"/>
              </a:rPr>
              <a:t> </a:t>
            </a:r>
            <a:endParaRPr sz="800">
              <a:solidFill>
                <a:srgbClr val="666666"/>
              </a:solidFill>
              <a:latin typeface="Arvo"/>
              <a:ea typeface="Arvo"/>
              <a:cs typeface="Arvo"/>
              <a:sym typeface="Arvo"/>
            </a:endParaRPr>
          </a:p>
        </p:txBody>
      </p:sp>
      <p:sp>
        <p:nvSpPr>
          <p:cNvPr id="11397" name="Google Shape;11397;p191"/>
          <p:cNvSpPr/>
          <p:nvPr/>
        </p:nvSpPr>
        <p:spPr>
          <a:xfrm>
            <a:off x="1940924" y="5485463"/>
            <a:ext cx="3027000" cy="343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11398" name="Google Shape;11398;p191"/>
          <p:cNvSpPr txBox="1"/>
          <p:nvPr>
            <p:ph idx="15" type="subTitle"/>
          </p:nvPr>
        </p:nvSpPr>
        <p:spPr>
          <a:xfrm>
            <a:off x="1940624" y="5486213"/>
            <a:ext cx="3027600" cy="342000"/>
          </a:xfrm>
          <a:prstGeom prst="rect">
            <a:avLst/>
          </a:prstGeom>
          <a:noFill/>
          <a:ln>
            <a:noFill/>
          </a:ln>
        </p:spPr>
        <p:txBody>
          <a:bodyPr anchorCtr="0" anchor="ctr" bIns="36000" lIns="36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11399" name="Google Shape;11399;p191"/>
          <p:cNvSpPr/>
          <p:nvPr/>
        </p:nvSpPr>
        <p:spPr>
          <a:xfrm>
            <a:off x="1940924" y="6051970"/>
            <a:ext cx="3027000" cy="343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11400" name="Google Shape;11400;p191"/>
          <p:cNvSpPr txBox="1"/>
          <p:nvPr>
            <p:ph idx="16" type="subTitle"/>
          </p:nvPr>
        </p:nvSpPr>
        <p:spPr>
          <a:xfrm>
            <a:off x="1940624" y="6052720"/>
            <a:ext cx="3027600" cy="342000"/>
          </a:xfrm>
          <a:prstGeom prst="rect">
            <a:avLst/>
          </a:prstGeom>
          <a:noFill/>
          <a:ln>
            <a:noFill/>
          </a:ln>
        </p:spPr>
        <p:txBody>
          <a:bodyPr anchorCtr="0" anchor="ctr" bIns="36000" lIns="36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11401" name="Google Shape;11401;p191"/>
          <p:cNvSpPr txBox="1"/>
          <p:nvPr/>
        </p:nvSpPr>
        <p:spPr>
          <a:xfrm>
            <a:off x="197034" y="1002597"/>
            <a:ext cx="1679100" cy="246300"/>
          </a:xfrm>
          <a:prstGeom prst="rect">
            <a:avLst/>
          </a:prstGeom>
          <a:noFill/>
          <a:ln>
            <a:noFill/>
          </a:ln>
        </p:spPr>
        <p:txBody>
          <a:bodyPr anchorCtr="0" anchor="ctr" bIns="0" lIns="0" spcFirstLastPara="1" rIns="0" wrap="square" tIns="0">
            <a:spAutoFit/>
          </a:bodyPr>
          <a:lstStyle/>
          <a:p>
            <a:pPr indent="0" lvl="0" marL="0" rtl="0" algn="r">
              <a:lnSpc>
                <a:spcPct val="100000"/>
              </a:lnSpc>
              <a:spcBef>
                <a:spcPts val="0"/>
              </a:spcBef>
              <a:spcAft>
                <a:spcPts val="0"/>
              </a:spcAft>
              <a:buNone/>
            </a:pPr>
            <a:r>
              <a:rPr b="1" lang="es-419" sz="1000">
                <a:latin typeface="Arvo"/>
                <a:ea typeface="Arvo"/>
                <a:cs typeface="Arvo"/>
                <a:sym typeface="Arvo"/>
              </a:rPr>
              <a:t>Nombre del proceso: </a:t>
            </a:r>
            <a:endParaRPr b="1" sz="1000">
              <a:latin typeface="Arvo"/>
              <a:ea typeface="Arvo"/>
              <a:cs typeface="Arvo"/>
              <a:sym typeface="Arvo"/>
            </a:endParaRPr>
          </a:p>
          <a:p>
            <a:pPr indent="0" lvl="0" marL="0" rtl="0" algn="r">
              <a:lnSpc>
                <a:spcPct val="100000"/>
              </a:lnSpc>
              <a:spcBef>
                <a:spcPts val="0"/>
              </a:spcBef>
              <a:spcAft>
                <a:spcPts val="0"/>
              </a:spcAft>
              <a:buNone/>
            </a:pPr>
            <a:r>
              <a:rPr i="1" lang="es-419" sz="600">
                <a:solidFill>
                  <a:srgbClr val="666666"/>
                </a:solidFill>
                <a:latin typeface="Arvo"/>
                <a:ea typeface="Arvo"/>
                <a:cs typeface="Arvo"/>
                <a:sym typeface="Arvo"/>
              </a:rPr>
              <a:t>&lt;ej: Reserva de citas médicas&gt;</a:t>
            </a:r>
            <a:endParaRPr i="1" sz="600">
              <a:solidFill>
                <a:srgbClr val="666666"/>
              </a:solidFill>
              <a:latin typeface="Arvo"/>
              <a:ea typeface="Arvo"/>
              <a:cs typeface="Arvo"/>
              <a:sym typeface="Arvo"/>
            </a:endParaRPr>
          </a:p>
        </p:txBody>
      </p:sp>
      <p:sp>
        <p:nvSpPr>
          <p:cNvPr id="11402" name="Google Shape;11402;p191"/>
          <p:cNvSpPr txBox="1"/>
          <p:nvPr/>
        </p:nvSpPr>
        <p:spPr>
          <a:xfrm>
            <a:off x="197034" y="1496061"/>
            <a:ext cx="1679100" cy="274800"/>
          </a:xfrm>
          <a:prstGeom prst="rect">
            <a:avLst/>
          </a:prstGeom>
          <a:noFill/>
          <a:ln>
            <a:noFill/>
          </a:ln>
        </p:spPr>
        <p:txBody>
          <a:bodyPr anchorCtr="0" anchor="ctr" bIns="0" lIns="0" spcFirstLastPara="1" rIns="0" wrap="square" tIns="0">
            <a:spAutoFit/>
          </a:bodyPr>
          <a:lstStyle/>
          <a:p>
            <a:pPr indent="0" lvl="0" marL="0" rtl="0" algn="r">
              <a:lnSpc>
                <a:spcPct val="85000"/>
              </a:lnSpc>
              <a:spcBef>
                <a:spcPts val="0"/>
              </a:spcBef>
              <a:spcAft>
                <a:spcPts val="0"/>
              </a:spcAft>
              <a:buNone/>
            </a:pPr>
            <a:r>
              <a:rPr b="1" lang="es-419" sz="1000">
                <a:latin typeface="Arvo"/>
                <a:ea typeface="Arvo"/>
                <a:cs typeface="Arvo"/>
                <a:sym typeface="Arvo"/>
              </a:rPr>
              <a:t>Narrativa:</a:t>
            </a:r>
            <a:endParaRPr sz="700">
              <a:solidFill>
                <a:srgbClr val="666666"/>
              </a:solidFill>
              <a:latin typeface="Arvo"/>
              <a:ea typeface="Arvo"/>
              <a:cs typeface="Arvo"/>
              <a:sym typeface="Arvo"/>
            </a:endParaRPr>
          </a:p>
          <a:p>
            <a:pPr indent="0" lvl="0" marL="0" rtl="0" algn="r">
              <a:lnSpc>
                <a:spcPct val="85000"/>
              </a:lnSpc>
              <a:spcBef>
                <a:spcPts val="0"/>
              </a:spcBef>
              <a:spcAft>
                <a:spcPts val="0"/>
              </a:spcAft>
              <a:buNone/>
            </a:pPr>
            <a:r>
              <a:rPr lang="es-419" sz="700">
                <a:solidFill>
                  <a:srgbClr val="666666"/>
                </a:solidFill>
                <a:latin typeface="Arvo"/>
                <a:ea typeface="Arvo"/>
                <a:cs typeface="Arvo"/>
                <a:sym typeface="Arvo"/>
              </a:rPr>
              <a:t> </a:t>
            </a:r>
            <a:r>
              <a:rPr i="1" lang="es-419" sz="600">
                <a:solidFill>
                  <a:srgbClr val="666666"/>
                </a:solidFill>
                <a:latin typeface="Arvo"/>
                <a:ea typeface="Arvo"/>
                <a:cs typeface="Arvo"/>
                <a:sym typeface="Arvo"/>
              </a:rPr>
              <a:t>&lt;ej: El paciente reserva una cita&gt;</a:t>
            </a:r>
            <a:r>
              <a:rPr b="1" lang="es-419" sz="1100">
                <a:latin typeface="Arvo"/>
                <a:ea typeface="Arvo"/>
                <a:cs typeface="Arvo"/>
                <a:sym typeface="Arvo"/>
              </a:rPr>
              <a:t> </a:t>
            </a:r>
            <a:endParaRPr sz="800">
              <a:solidFill>
                <a:srgbClr val="666666"/>
              </a:solidFill>
              <a:latin typeface="Arvo"/>
              <a:ea typeface="Arvo"/>
              <a:cs typeface="Arvo"/>
              <a:sym typeface="Arvo"/>
            </a:endParaRPr>
          </a:p>
        </p:txBody>
      </p:sp>
      <p:sp>
        <p:nvSpPr>
          <p:cNvPr id="11403" name="Google Shape;11403;p191"/>
          <p:cNvSpPr/>
          <p:nvPr/>
        </p:nvSpPr>
        <p:spPr>
          <a:xfrm>
            <a:off x="1940924" y="953997"/>
            <a:ext cx="3027000" cy="343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11404" name="Google Shape;11404;p191"/>
          <p:cNvSpPr txBox="1"/>
          <p:nvPr>
            <p:ph idx="17" type="subTitle"/>
          </p:nvPr>
        </p:nvSpPr>
        <p:spPr>
          <a:xfrm>
            <a:off x="1940624" y="954747"/>
            <a:ext cx="3027600" cy="342000"/>
          </a:xfrm>
          <a:prstGeom prst="rect">
            <a:avLst/>
          </a:prstGeom>
          <a:noFill/>
          <a:ln>
            <a:noFill/>
          </a:ln>
        </p:spPr>
        <p:txBody>
          <a:bodyPr anchorCtr="0" anchor="ctr" bIns="36000" lIns="36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11405" name="Google Shape;11405;p191"/>
          <p:cNvSpPr/>
          <p:nvPr/>
        </p:nvSpPr>
        <p:spPr>
          <a:xfrm>
            <a:off x="1940924" y="1461711"/>
            <a:ext cx="3027000" cy="343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11406" name="Google Shape;11406;p191"/>
          <p:cNvSpPr txBox="1"/>
          <p:nvPr>
            <p:ph idx="18" type="subTitle"/>
          </p:nvPr>
        </p:nvSpPr>
        <p:spPr>
          <a:xfrm>
            <a:off x="1940624" y="1462461"/>
            <a:ext cx="3027600" cy="342000"/>
          </a:xfrm>
          <a:prstGeom prst="rect">
            <a:avLst/>
          </a:prstGeom>
          <a:noFill/>
          <a:ln>
            <a:noFill/>
          </a:ln>
        </p:spPr>
        <p:txBody>
          <a:bodyPr anchorCtr="0" anchor="ctr" bIns="36000" lIns="36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11407" name="Google Shape;11407;p191"/>
          <p:cNvSpPr txBox="1"/>
          <p:nvPr/>
        </p:nvSpPr>
        <p:spPr>
          <a:xfrm>
            <a:off x="197034" y="1989729"/>
            <a:ext cx="1679100" cy="1015800"/>
          </a:xfrm>
          <a:prstGeom prst="rect">
            <a:avLst/>
          </a:prstGeom>
          <a:noFill/>
          <a:ln>
            <a:noFill/>
          </a:ln>
        </p:spPr>
        <p:txBody>
          <a:bodyPr anchorCtr="0" anchor="ctr" bIns="0" lIns="0" spcFirstLastPara="1" rIns="0" wrap="square" tIns="0">
            <a:spAutoFit/>
          </a:bodyPr>
          <a:lstStyle/>
          <a:p>
            <a:pPr indent="0" lvl="0" marL="0" rtl="0" algn="r">
              <a:lnSpc>
                <a:spcPct val="100000"/>
              </a:lnSpc>
              <a:spcBef>
                <a:spcPts val="0"/>
              </a:spcBef>
              <a:spcAft>
                <a:spcPts val="0"/>
              </a:spcAft>
              <a:buNone/>
            </a:pPr>
            <a:r>
              <a:rPr b="1" lang="es-419" sz="1000">
                <a:latin typeface="Arvo"/>
                <a:ea typeface="Arvo"/>
                <a:cs typeface="Arvo"/>
                <a:sym typeface="Arvo"/>
              </a:rPr>
              <a:t>Meta del proceso:</a:t>
            </a:r>
            <a:endParaRPr b="1" sz="1000">
              <a:latin typeface="Arvo"/>
              <a:ea typeface="Arvo"/>
              <a:cs typeface="Arvo"/>
              <a:sym typeface="Arvo"/>
            </a:endParaRPr>
          </a:p>
          <a:p>
            <a:pPr indent="0" lvl="0" marL="0" rtl="0" algn="r">
              <a:lnSpc>
                <a:spcPct val="100000"/>
              </a:lnSpc>
              <a:spcBef>
                <a:spcPts val="0"/>
              </a:spcBef>
              <a:spcAft>
                <a:spcPts val="0"/>
              </a:spcAft>
              <a:buNone/>
            </a:pPr>
            <a:r>
              <a:rPr b="1" lang="es-419" sz="700">
                <a:latin typeface="Arvo"/>
                <a:ea typeface="Arvo"/>
                <a:cs typeface="Arvo"/>
                <a:sym typeface="Arvo"/>
              </a:rPr>
              <a:t>[Meta = &lt;sustantivo&gt;&lt;adjetivo&gt;]</a:t>
            </a:r>
            <a:endParaRPr b="1" sz="700">
              <a:latin typeface="Arvo"/>
              <a:ea typeface="Arvo"/>
              <a:cs typeface="Arvo"/>
              <a:sym typeface="Arvo"/>
            </a:endParaRPr>
          </a:p>
          <a:p>
            <a:pPr indent="0" lvl="0" marL="0" rtl="0" algn="r">
              <a:lnSpc>
                <a:spcPct val="100000"/>
              </a:lnSpc>
              <a:spcBef>
                <a:spcPts val="0"/>
              </a:spcBef>
              <a:spcAft>
                <a:spcPts val="0"/>
              </a:spcAft>
              <a:buNone/>
            </a:pPr>
            <a:r>
              <a:rPr lang="es-419" sz="700">
                <a:solidFill>
                  <a:srgbClr val="666666"/>
                </a:solidFill>
                <a:latin typeface="Arvo"/>
                <a:ea typeface="Arvo"/>
                <a:cs typeface="Arvo"/>
                <a:sym typeface="Arvo"/>
              </a:rPr>
              <a:t> </a:t>
            </a:r>
            <a:r>
              <a:rPr i="1" lang="es-419" sz="600">
                <a:solidFill>
                  <a:srgbClr val="666666"/>
                </a:solidFill>
                <a:latin typeface="Arvo"/>
                <a:ea typeface="Arvo"/>
                <a:cs typeface="Arvo"/>
                <a:sym typeface="Arvo"/>
              </a:rPr>
              <a:t>&lt;ej: El ej: 1% de las devoluciones de productos. </a:t>
            </a:r>
            <a:endParaRPr i="1" sz="600">
              <a:solidFill>
                <a:srgbClr val="666666"/>
              </a:solidFill>
              <a:latin typeface="Arvo"/>
              <a:ea typeface="Arvo"/>
              <a:cs typeface="Arvo"/>
              <a:sym typeface="Arvo"/>
            </a:endParaRPr>
          </a:p>
          <a:p>
            <a:pPr indent="0" lvl="0" marL="0" rtl="0" algn="r">
              <a:lnSpc>
                <a:spcPct val="100000"/>
              </a:lnSpc>
              <a:spcBef>
                <a:spcPts val="0"/>
              </a:spcBef>
              <a:spcAft>
                <a:spcPts val="0"/>
              </a:spcAft>
              <a:buNone/>
            </a:pPr>
            <a:r>
              <a:rPr i="1" lang="es-419" sz="600">
                <a:solidFill>
                  <a:srgbClr val="666666"/>
                </a:solidFill>
                <a:latin typeface="Arvo"/>
                <a:ea typeface="Arvo"/>
                <a:cs typeface="Arvo"/>
                <a:sym typeface="Arvo"/>
              </a:rPr>
              <a:t>[nota: esta meta está relacionada con la visión del negocio. se supone que los procesos ayudan a conseguir la posición esperada del negocio la cual está determinada por las metas de la empresa.]&gt;</a:t>
            </a:r>
            <a:endParaRPr sz="800">
              <a:solidFill>
                <a:srgbClr val="666666"/>
              </a:solidFill>
              <a:latin typeface="Arvo"/>
              <a:ea typeface="Arvo"/>
              <a:cs typeface="Arvo"/>
              <a:sym typeface="Arvo"/>
            </a:endParaRPr>
          </a:p>
        </p:txBody>
      </p:sp>
      <p:sp>
        <p:nvSpPr>
          <p:cNvPr id="11408" name="Google Shape;11408;p191"/>
          <p:cNvSpPr/>
          <p:nvPr/>
        </p:nvSpPr>
        <p:spPr>
          <a:xfrm>
            <a:off x="1940924" y="1984375"/>
            <a:ext cx="3027000" cy="1015800"/>
          </a:xfrm>
          <a:prstGeom prst="roundRect">
            <a:avLst>
              <a:gd fmla="val 728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11409" name="Google Shape;11409;p191"/>
          <p:cNvSpPr txBox="1"/>
          <p:nvPr>
            <p:ph idx="19" type="subTitle"/>
          </p:nvPr>
        </p:nvSpPr>
        <p:spPr>
          <a:xfrm>
            <a:off x="1940924" y="1985125"/>
            <a:ext cx="3027000" cy="1015200"/>
          </a:xfrm>
          <a:prstGeom prst="rect">
            <a:avLst/>
          </a:prstGeom>
          <a:noFill/>
          <a:ln>
            <a:noFill/>
          </a:ln>
        </p:spPr>
        <p:txBody>
          <a:bodyPr anchorCtr="0" anchor="t" bIns="36000" lIns="36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11410" name="Google Shape;11410;p191"/>
          <p:cNvSpPr txBox="1"/>
          <p:nvPr/>
        </p:nvSpPr>
        <p:spPr>
          <a:xfrm>
            <a:off x="197034" y="3149026"/>
            <a:ext cx="1679100" cy="409500"/>
          </a:xfrm>
          <a:prstGeom prst="rect">
            <a:avLst/>
          </a:prstGeom>
          <a:noFill/>
          <a:ln>
            <a:noFill/>
          </a:ln>
        </p:spPr>
        <p:txBody>
          <a:bodyPr anchorCtr="0" anchor="ctr" bIns="0" lIns="0" spcFirstLastPara="1" rIns="0" wrap="square" tIns="0">
            <a:spAutoFit/>
          </a:bodyPr>
          <a:lstStyle/>
          <a:p>
            <a:pPr indent="0" lvl="0" marL="0" rtl="0" algn="r">
              <a:lnSpc>
                <a:spcPct val="100000"/>
              </a:lnSpc>
              <a:spcBef>
                <a:spcPts val="0"/>
              </a:spcBef>
              <a:spcAft>
                <a:spcPts val="0"/>
              </a:spcAft>
              <a:buNone/>
            </a:pPr>
            <a:r>
              <a:rPr b="1" lang="es-419" sz="1000">
                <a:latin typeface="Arvo"/>
                <a:ea typeface="Arvo"/>
                <a:cs typeface="Arvo"/>
                <a:sym typeface="Arvo"/>
              </a:rPr>
              <a:t>Procesos con los que tiene relación:</a:t>
            </a:r>
            <a:endParaRPr sz="700">
              <a:solidFill>
                <a:srgbClr val="666666"/>
              </a:solidFill>
              <a:latin typeface="Arvo"/>
              <a:ea typeface="Arvo"/>
              <a:cs typeface="Arvo"/>
              <a:sym typeface="Arvo"/>
            </a:endParaRPr>
          </a:p>
          <a:p>
            <a:pPr indent="0" lvl="0" marL="0" rtl="0" algn="r">
              <a:lnSpc>
                <a:spcPct val="60000"/>
              </a:lnSpc>
              <a:spcBef>
                <a:spcPts val="0"/>
              </a:spcBef>
              <a:spcAft>
                <a:spcPts val="0"/>
              </a:spcAft>
              <a:buNone/>
            </a:pPr>
            <a:r>
              <a:rPr i="1" lang="es-419" sz="600">
                <a:solidFill>
                  <a:srgbClr val="666666"/>
                </a:solidFill>
                <a:latin typeface="Arvo"/>
                <a:ea typeface="Arvo"/>
                <a:cs typeface="Arvo"/>
                <a:sym typeface="Arvo"/>
              </a:rPr>
              <a:t>&lt;ej: Registro de compradores&gt;</a:t>
            </a:r>
            <a:r>
              <a:rPr b="1" lang="es-419" sz="1100">
                <a:latin typeface="Arvo"/>
                <a:ea typeface="Arvo"/>
                <a:cs typeface="Arvo"/>
                <a:sym typeface="Arvo"/>
              </a:rPr>
              <a:t> </a:t>
            </a:r>
            <a:endParaRPr sz="800">
              <a:solidFill>
                <a:srgbClr val="666666"/>
              </a:solidFill>
              <a:latin typeface="Arvo"/>
              <a:ea typeface="Arvo"/>
              <a:cs typeface="Arvo"/>
              <a:sym typeface="Arvo"/>
            </a:endParaRPr>
          </a:p>
        </p:txBody>
      </p:sp>
      <p:sp>
        <p:nvSpPr>
          <p:cNvPr id="11411" name="Google Shape;11411;p191"/>
          <p:cNvSpPr/>
          <p:nvPr/>
        </p:nvSpPr>
        <p:spPr>
          <a:xfrm>
            <a:off x="1940925" y="3182024"/>
            <a:ext cx="3027000" cy="9516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11412" name="Google Shape;11412;p191"/>
          <p:cNvSpPr txBox="1"/>
          <p:nvPr>
            <p:ph idx="20" type="subTitle"/>
          </p:nvPr>
        </p:nvSpPr>
        <p:spPr>
          <a:xfrm>
            <a:off x="1910382" y="3182611"/>
            <a:ext cx="3027600" cy="892800"/>
          </a:xfrm>
          <a:prstGeom prst="rect">
            <a:avLst/>
          </a:prstGeom>
          <a:noFill/>
          <a:ln>
            <a:noFill/>
          </a:ln>
        </p:spPr>
        <p:txBody>
          <a:bodyPr anchorCtr="0" anchor="t" bIns="36000" lIns="36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11413" name="Google Shape;11413;p191"/>
          <p:cNvSpPr txBox="1"/>
          <p:nvPr/>
        </p:nvSpPr>
        <p:spPr>
          <a:xfrm>
            <a:off x="197034" y="4219105"/>
            <a:ext cx="1679100" cy="892800"/>
          </a:xfrm>
          <a:prstGeom prst="rect">
            <a:avLst/>
          </a:prstGeom>
          <a:noFill/>
          <a:ln>
            <a:noFill/>
          </a:ln>
        </p:spPr>
        <p:txBody>
          <a:bodyPr anchorCtr="0" anchor="ctr" bIns="0" lIns="0" spcFirstLastPara="1" rIns="0" wrap="square" tIns="0">
            <a:spAutoFit/>
          </a:bodyPr>
          <a:lstStyle/>
          <a:p>
            <a:pPr indent="0" lvl="0" marL="0" rtl="0" algn="r">
              <a:lnSpc>
                <a:spcPct val="100000"/>
              </a:lnSpc>
              <a:spcBef>
                <a:spcPts val="0"/>
              </a:spcBef>
              <a:spcAft>
                <a:spcPts val="0"/>
              </a:spcAft>
              <a:buNone/>
            </a:pPr>
            <a:r>
              <a:rPr b="1" lang="es-419" sz="1000">
                <a:latin typeface="Arvo"/>
                <a:ea typeface="Arvo"/>
                <a:cs typeface="Arvo"/>
                <a:sym typeface="Arvo"/>
              </a:rPr>
              <a:t>Descripción proceso:</a:t>
            </a:r>
            <a:endParaRPr sz="700">
              <a:solidFill>
                <a:srgbClr val="666666"/>
              </a:solidFill>
              <a:latin typeface="Arvo"/>
              <a:ea typeface="Arvo"/>
              <a:cs typeface="Arvo"/>
              <a:sym typeface="Arvo"/>
            </a:endParaRPr>
          </a:p>
          <a:p>
            <a:pPr indent="0" lvl="0" marL="0" rtl="0" algn="r">
              <a:lnSpc>
                <a:spcPct val="80000"/>
              </a:lnSpc>
              <a:spcBef>
                <a:spcPts val="0"/>
              </a:spcBef>
              <a:spcAft>
                <a:spcPts val="0"/>
              </a:spcAft>
              <a:buNone/>
            </a:pPr>
            <a:r>
              <a:rPr i="1" lang="es-419" sz="600">
                <a:solidFill>
                  <a:srgbClr val="666666"/>
                </a:solidFill>
                <a:latin typeface="Arvo"/>
                <a:ea typeface="Arvo"/>
                <a:cs typeface="Arvo"/>
                <a:sym typeface="Arvo"/>
              </a:rPr>
              <a:t>&lt;ej: Este proceso le permite a los compradores obtener productos a muy bajo costo desde cualquier lugar y en cualquier momento, mediante este proceso los compradores pueden elegir una empresa de envíos para transportar los productos. El comprador dispone de un carro de compras, puede programar cada una de las compras y puede crear listas de preferencia.&gt;</a:t>
            </a:r>
            <a:endParaRPr sz="800">
              <a:solidFill>
                <a:srgbClr val="666666"/>
              </a:solidFill>
              <a:latin typeface="Arvo"/>
              <a:ea typeface="Arvo"/>
              <a:cs typeface="Arvo"/>
              <a:sym typeface="Arvo"/>
            </a:endParaRPr>
          </a:p>
        </p:txBody>
      </p:sp>
      <p:sp>
        <p:nvSpPr>
          <p:cNvPr id="11414" name="Google Shape;11414;p191"/>
          <p:cNvSpPr/>
          <p:nvPr/>
        </p:nvSpPr>
        <p:spPr>
          <a:xfrm>
            <a:off x="1940924" y="4252497"/>
            <a:ext cx="3027000" cy="859800"/>
          </a:xfrm>
          <a:prstGeom prst="roundRect">
            <a:avLst>
              <a:gd fmla="val 5871"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11415" name="Google Shape;11415;p191"/>
          <p:cNvSpPr txBox="1"/>
          <p:nvPr>
            <p:ph idx="21" type="subTitle"/>
          </p:nvPr>
        </p:nvSpPr>
        <p:spPr>
          <a:xfrm>
            <a:off x="1940624" y="4252497"/>
            <a:ext cx="3027600" cy="859800"/>
          </a:xfrm>
          <a:prstGeom prst="rect">
            <a:avLst/>
          </a:prstGeom>
          <a:noFill/>
          <a:ln>
            <a:noFill/>
          </a:ln>
        </p:spPr>
        <p:txBody>
          <a:bodyPr anchorCtr="0" anchor="t" bIns="36000" lIns="36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11416" name="Google Shape;11416;p191"/>
          <p:cNvSpPr txBox="1"/>
          <p:nvPr>
            <p:ph idx="22" type="body"/>
          </p:nvPr>
        </p:nvSpPr>
        <p:spPr>
          <a:xfrm>
            <a:off x="641150" y="612125"/>
            <a:ext cx="1770300" cy="160500"/>
          </a:xfrm>
          <a:prstGeom prst="rect">
            <a:avLst/>
          </a:prstGeom>
          <a:noFill/>
          <a:ln>
            <a:noFill/>
          </a:ln>
        </p:spPr>
        <p:txBody>
          <a:bodyPr anchorCtr="0" anchor="t" bIns="0" lIns="0" spcFirstLastPara="1" rIns="0" wrap="square" tIns="0">
            <a:noAutofit/>
          </a:bodyPr>
          <a:lstStyle>
            <a:lvl1pPr indent="-292100" lvl="0" marL="457200" algn="ctr">
              <a:spcBef>
                <a:spcPts val="0"/>
              </a:spcBef>
              <a:spcAft>
                <a:spcPts val="0"/>
              </a:spcAft>
              <a:buClr>
                <a:srgbClr val="FFFFFF"/>
              </a:buClr>
              <a:buSzPts val="1000"/>
              <a:buChar char="●"/>
              <a:defRPr sz="1000">
                <a:solidFill>
                  <a:srgbClr val="FFFFFF"/>
                </a:solidFill>
              </a:defRPr>
            </a:lvl1pPr>
            <a:lvl2pPr indent="-292100" lvl="1" marL="914400" algn="ctr">
              <a:spcBef>
                <a:spcPts val="0"/>
              </a:spcBef>
              <a:spcAft>
                <a:spcPts val="0"/>
              </a:spcAft>
              <a:buClr>
                <a:srgbClr val="FFFFFF"/>
              </a:buClr>
              <a:buSzPts val="1000"/>
              <a:buChar char="○"/>
              <a:defRPr sz="1000">
                <a:solidFill>
                  <a:srgbClr val="FFFFFF"/>
                </a:solidFill>
              </a:defRPr>
            </a:lvl2pPr>
            <a:lvl3pPr indent="-292100" lvl="2" marL="1371600" algn="ctr">
              <a:spcBef>
                <a:spcPts val="0"/>
              </a:spcBef>
              <a:spcAft>
                <a:spcPts val="0"/>
              </a:spcAft>
              <a:buClr>
                <a:srgbClr val="FFFFFF"/>
              </a:buClr>
              <a:buSzPts val="1000"/>
              <a:buChar char="■"/>
              <a:defRPr sz="1000">
                <a:solidFill>
                  <a:srgbClr val="FFFFFF"/>
                </a:solidFill>
              </a:defRPr>
            </a:lvl3pPr>
            <a:lvl4pPr indent="-292100" lvl="3" marL="1828800" algn="ctr">
              <a:spcBef>
                <a:spcPts val="0"/>
              </a:spcBef>
              <a:spcAft>
                <a:spcPts val="0"/>
              </a:spcAft>
              <a:buClr>
                <a:srgbClr val="FFFFFF"/>
              </a:buClr>
              <a:buSzPts val="1000"/>
              <a:buChar char="●"/>
              <a:defRPr sz="1000">
                <a:solidFill>
                  <a:srgbClr val="FFFFFF"/>
                </a:solidFill>
              </a:defRPr>
            </a:lvl4pPr>
            <a:lvl5pPr indent="-292100" lvl="4" marL="2286000" algn="ctr">
              <a:spcBef>
                <a:spcPts val="0"/>
              </a:spcBef>
              <a:spcAft>
                <a:spcPts val="0"/>
              </a:spcAft>
              <a:buClr>
                <a:srgbClr val="FFFFFF"/>
              </a:buClr>
              <a:buSzPts val="1000"/>
              <a:buChar char="○"/>
              <a:defRPr sz="1000">
                <a:solidFill>
                  <a:srgbClr val="FFFFFF"/>
                </a:solidFill>
              </a:defRPr>
            </a:lvl5pPr>
            <a:lvl6pPr indent="-292100" lvl="5" marL="2743200" algn="ctr">
              <a:spcBef>
                <a:spcPts val="0"/>
              </a:spcBef>
              <a:spcAft>
                <a:spcPts val="0"/>
              </a:spcAft>
              <a:buClr>
                <a:srgbClr val="FFFFFF"/>
              </a:buClr>
              <a:buSzPts val="1000"/>
              <a:buChar char="■"/>
              <a:defRPr sz="1000">
                <a:solidFill>
                  <a:srgbClr val="FFFFFF"/>
                </a:solidFill>
              </a:defRPr>
            </a:lvl6pPr>
            <a:lvl7pPr indent="-292100" lvl="6" marL="3200400" algn="ctr">
              <a:spcBef>
                <a:spcPts val="0"/>
              </a:spcBef>
              <a:spcAft>
                <a:spcPts val="0"/>
              </a:spcAft>
              <a:buClr>
                <a:srgbClr val="FFFFFF"/>
              </a:buClr>
              <a:buSzPts val="1000"/>
              <a:buChar char="●"/>
              <a:defRPr sz="1000">
                <a:solidFill>
                  <a:srgbClr val="FFFFFF"/>
                </a:solidFill>
              </a:defRPr>
            </a:lvl7pPr>
            <a:lvl8pPr indent="-292100" lvl="7" marL="3657600" algn="ctr">
              <a:spcBef>
                <a:spcPts val="0"/>
              </a:spcBef>
              <a:spcAft>
                <a:spcPts val="0"/>
              </a:spcAft>
              <a:buClr>
                <a:srgbClr val="FFFFFF"/>
              </a:buClr>
              <a:buSzPts val="1000"/>
              <a:buChar char="○"/>
              <a:defRPr sz="1000">
                <a:solidFill>
                  <a:srgbClr val="FFFFFF"/>
                </a:solidFill>
              </a:defRPr>
            </a:lvl8pPr>
            <a:lvl9pPr indent="-292100" lvl="8" marL="4114800" algn="ctr">
              <a:spcBef>
                <a:spcPts val="0"/>
              </a:spcBef>
              <a:spcAft>
                <a:spcPts val="0"/>
              </a:spcAft>
              <a:buClr>
                <a:srgbClr val="FFFFFF"/>
              </a:buClr>
              <a:buSzPts val="1000"/>
              <a:buChar char="■"/>
              <a:defRPr sz="1000">
                <a:solidFill>
                  <a:srgbClr val="FFFFFF"/>
                </a:solidFill>
              </a:defRPr>
            </a:lvl9pPr>
          </a:lstStyle>
          <a:p/>
        </p:txBody>
      </p:sp>
      <p:sp>
        <p:nvSpPr>
          <p:cNvPr id="11417" name="Google Shape;11417;p191"/>
          <p:cNvSpPr txBox="1"/>
          <p:nvPr/>
        </p:nvSpPr>
        <p:spPr>
          <a:xfrm>
            <a:off x="84825" y="598125"/>
            <a:ext cx="595500" cy="205800"/>
          </a:xfrm>
          <a:prstGeom prst="rect">
            <a:avLst/>
          </a:prstGeom>
          <a:noFill/>
          <a:ln>
            <a:noFill/>
          </a:ln>
        </p:spPr>
        <p:txBody>
          <a:bodyPr anchorCtr="0" anchor="t" bIns="18000" lIns="18000" spcFirstLastPara="1" rIns="18000" wrap="square" tIns="18000">
            <a:spAutoFit/>
          </a:bodyPr>
          <a:lstStyle/>
          <a:p>
            <a:pPr indent="0" lvl="0" marL="0" rtl="0" algn="l">
              <a:spcBef>
                <a:spcPts val="0"/>
              </a:spcBef>
              <a:spcAft>
                <a:spcPts val="0"/>
              </a:spcAft>
              <a:buNone/>
            </a:pPr>
            <a:r>
              <a:rPr lang="es-419" sz="1100">
                <a:solidFill>
                  <a:srgbClr val="FFFFFF"/>
                </a:solidFill>
              </a:rPr>
              <a:t>Nombre:</a:t>
            </a:r>
            <a:endParaRPr sz="1100">
              <a:solidFill>
                <a:srgbClr val="FFFFFF"/>
              </a:solidFill>
            </a:endParaRPr>
          </a:p>
        </p:txBody>
      </p:sp>
    </p:spTree>
  </p:cSld>
  <p:clrMapOvr>
    <a:masterClrMapping/>
  </p:clrMapOvr>
</p:sldLayout>
</file>

<file path=ppt/slideLayouts/slideLayout18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4.4 Especificación de Caso de Uso de Negocio">
  <p:cSld name="TITLE_3_6_1_1_1_1_1_1_1_1_1_1_1_1_1_1_1_1">
    <p:spTree>
      <p:nvGrpSpPr>
        <p:cNvPr id="11418" name="Shape 11418"/>
        <p:cNvGrpSpPr/>
        <p:nvPr/>
      </p:nvGrpSpPr>
      <p:grpSpPr>
        <a:xfrm>
          <a:off x="0" y="0"/>
          <a:ext cx="0" cy="0"/>
          <a:chOff x="0" y="0"/>
          <a:chExt cx="0" cy="0"/>
        </a:xfrm>
      </p:grpSpPr>
      <p:sp>
        <p:nvSpPr>
          <p:cNvPr id="11419" name="Google Shape;11419;p192"/>
          <p:cNvSpPr/>
          <p:nvPr/>
        </p:nvSpPr>
        <p:spPr>
          <a:xfrm>
            <a:off x="77688" y="358938"/>
            <a:ext cx="9935700" cy="6438000"/>
          </a:xfrm>
          <a:prstGeom prst="roundRect">
            <a:avLst>
              <a:gd fmla="val 2618" name="adj"/>
            </a:avLst>
          </a:prstGeom>
          <a:solidFill>
            <a:srgbClr val="FFFFFF"/>
          </a:solidFill>
          <a:ln cap="flat" cmpd="sng" w="38100">
            <a:solidFill>
              <a:srgbClr val="000000"/>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420" name="Google Shape;11420;p192"/>
          <p:cNvCxnSpPr/>
          <p:nvPr/>
        </p:nvCxnSpPr>
        <p:spPr>
          <a:xfrm>
            <a:off x="77688" y="772614"/>
            <a:ext cx="9935700" cy="0"/>
          </a:xfrm>
          <a:prstGeom prst="straightConnector1">
            <a:avLst/>
          </a:prstGeom>
          <a:noFill/>
          <a:ln cap="flat" cmpd="sng" w="19050">
            <a:solidFill>
              <a:srgbClr val="000000"/>
            </a:solidFill>
            <a:prstDash val="solid"/>
            <a:round/>
            <a:headEnd len="med" w="med" type="none"/>
            <a:tailEnd len="med" w="med" type="none"/>
          </a:ln>
        </p:spPr>
      </p:cxnSp>
      <p:cxnSp>
        <p:nvCxnSpPr>
          <p:cNvPr id="11421" name="Google Shape;11421;p192"/>
          <p:cNvCxnSpPr/>
          <p:nvPr/>
        </p:nvCxnSpPr>
        <p:spPr>
          <a:xfrm rot="10800000">
            <a:off x="2439038" y="368188"/>
            <a:ext cx="0" cy="402300"/>
          </a:xfrm>
          <a:prstGeom prst="straightConnector1">
            <a:avLst/>
          </a:prstGeom>
          <a:noFill/>
          <a:ln cap="flat" cmpd="sng" w="19050">
            <a:solidFill>
              <a:srgbClr val="000000"/>
            </a:solidFill>
            <a:prstDash val="solid"/>
            <a:round/>
            <a:headEnd len="med" w="med" type="none"/>
            <a:tailEnd len="med" w="med" type="none"/>
          </a:ln>
        </p:spPr>
      </p:cxnSp>
      <p:sp>
        <p:nvSpPr>
          <p:cNvPr id="11422" name="Google Shape;11422;p192"/>
          <p:cNvSpPr txBox="1"/>
          <p:nvPr>
            <p:ph type="title"/>
          </p:nvPr>
        </p:nvSpPr>
        <p:spPr>
          <a:xfrm flipH="1">
            <a:off x="3219174" y="437575"/>
            <a:ext cx="1731300" cy="2658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200"/>
              <a:buNone/>
              <a:defRPr sz="1200">
                <a:solidFill>
                  <a:srgbClr val="000000"/>
                </a:solidFill>
              </a:defRPr>
            </a:lvl1pPr>
            <a:lvl2pPr lvl="1">
              <a:spcBef>
                <a:spcPts val="0"/>
              </a:spcBef>
              <a:spcAft>
                <a:spcPts val="0"/>
              </a:spcAft>
              <a:buClr>
                <a:srgbClr val="000000"/>
              </a:buClr>
              <a:buSzPts val="1100"/>
              <a:buNone/>
              <a:defRPr sz="1100">
                <a:solidFill>
                  <a:srgbClr val="000000"/>
                </a:solidFill>
              </a:defRPr>
            </a:lvl2pPr>
            <a:lvl3pPr lvl="2">
              <a:spcBef>
                <a:spcPts val="0"/>
              </a:spcBef>
              <a:spcAft>
                <a:spcPts val="0"/>
              </a:spcAft>
              <a:buClr>
                <a:srgbClr val="000000"/>
              </a:buClr>
              <a:buSzPts val="1100"/>
              <a:buNone/>
              <a:defRPr sz="1100">
                <a:solidFill>
                  <a:srgbClr val="000000"/>
                </a:solidFill>
              </a:defRPr>
            </a:lvl3pPr>
            <a:lvl4pPr lvl="3">
              <a:spcBef>
                <a:spcPts val="0"/>
              </a:spcBef>
              <a:spcAft>
                <a:spcPts val="0"/>
              </a:spcAft>
              <a:buClr>
                <a:srgbClr val="000000"/>
              </a:buClr>
              <a:buSzPts val="1100"/>
              <a:buNone/>
              <a:defRPr sz="1100">
                <a:solidFill>
                  <a:srgbClr val="000000"/>
                </a:solidFill>
              </a:defRPr>
            </a:lvl4pPr>
            <a:lvl5pPr lvl="4">
              <a:spcBef>
                <a:spcPts val="0"/>
              </a:spcBef>
              <a:spcAft>
                <a:spcPts val="0"/>
              </a:spcAft>
              <a:buClr>
                <a:srgbClr val="000000"/>
              </a:buClr>
              <a:buSzPts val="1100"/>
              <a:buNone/>
              <a:defRPr sz="1100">
                <a:solidFill>
                  <a:srgbClr val="000000"/>
                </a:solidFill>
              </a:defRPr>
            </a:lvl5pPr>
            <a:lvl6pPr lvl="5">
              <a:spcBef>
                <a:spcPts val="0"/>
              </a:spcBef>
              <a:spcAft>
                <a:spcPts val="0"/>
              </a:spcAft>
              <a:buClr>
                <a:srgbClr val="000000"/>
              </a:buClr>
              <a:buSzPts val="1100"/>
              <a:buNone/>
              <a:defRPr sz="1100">
                <a:solidFill>
                  <a:srgbClr val="000000"/>
                </a:solidFill>
              </a:defRPr>
            </a:lvl6pPr>
            <a:lvl7pPr lvl="6">
              <a:spcBef>
                <a:spcPts val="0"/>
              </a:spcBef>
              <a:spcAft>
                <a:spcPts val="0"/>
              </a:spcAft>
              <a:buClr>
                <a:srgbClr val="000000"/>
              </a:buClr>
              <a:buSzPts val="1100"/>
              <a:buNone/>
              <a:defRPr sz="1100">
                <a:solidFill>
                  <a:srgbClr val="000000"/>
                </a:solidFill>
              </a:defRPr>
            </a:lvl7pPr>
            <a:lvl8pPr lvl="7">
              <a:spcBef>
                <a:spcPts val="0"/>
              </a:spcBef>
              <a:spcAft>
                <a:spcPts val="0"/>
              </a:spcAft>
              <a:buClr>
                <a:srgbClr val="000000"/>
              </a:buClr>
              <a:buSzPts val="1100"/>
              <a:buNone/>
              <a:defRPr sz="1100">
                <a:solidFill>
                  <a:srgbClr val="000000"/>
                </a:solidFill>
              </a:defRPr>
            </a:lvl8pPr>
            <a:lvl9pPr lvl="8">
              <a:spcBef>
                <a:spcPts val="0"/>
              </a:spcBef>
              <a:spcAft>
                <a:spcPts val="0"/>
              </a:spcAft>
              <a:buClr>
                <a:srgbClr val="000000"/>
              </a:buClr>
              <a:buSzPts val="1100"/>
              <a:buNone/>
              <a:defRPr sz="1100">
                <a:solidFill>
                  <a:srgbClr val="000000"/>
                </a:solidFill>
              </a:defRPr>
            </a:lvl9pPr>
          </a:lstStyle>
          <a:p/>
        </p:txBody>
      </p:sp>
      <p:sp>
        <p:nvSpPr>
          <p:cNvPr id="11423" name="Google Shape;11423;p192"/>
          <p:cNvSpPr txBox="1"/>
          <p:nvPr/>
        </p:nvSpPr>
        <p:spPr>
          <a:xfrm>
            <a:off x="2513487" y="437267"/>
            <a:ext cx="679500" cy="2664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b="1" lang="es-419" sz="1100"/>
              <a:t>Proceso:</a:t>
            </a:r>
            <a:endParaRPr b="1" sz="1100"/>
          </a:p>
        </p:txBody>
      </p:sp>
      <p:cxnSp>
        <p:nvCxnSpPr>
          <p:cNvPr id="11424" name="Google Shape;11424;p192"/>
          <p:cNvCxnSpPr/>
          <p:nvPr/>
        </p:nvCxnSpPr>
        <p:spPr>
          <a:xfrm rot="10800000">
            <a:off x="5070754" y="368188"/>
            <a:ext cx="0" cy="402300"/>
          </a:xfrm>
          <a:prstGeom prst="straightConnector1">
            <a:avLst/>
          </a:prstGeom>
          <a:noFill/>
          <a:ln cap="flat" cmpd="sng" w="19050">
            <a:solidFill>
              <a:srgbClr val="000000"/>
            </a:solidFill>
            <a:prstDash val="solid"/>
            <a:round/>
            <a:headEnd len="med" w="med" type="none"/>
            <a:tailEnd len="med" w="med" type="none"/>
          </a:ln>
        </p:spPr>
      </p:cxnSp>
      <p:sp>
        <p:nvSpPr>
          <p:cNvPr id="11425" name="Google Shape;11425;p192"/>
          <p:cNvSpPr txBox="1"/>
          <p:nvPr/>
        </p:nvSpPr>
        <p:spPr>
          <a:xfrm>
            <a:off x="5191013" y="387663"/>
            <a:ext cx="13026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Finalidad empresa:</a:t>
            </a:r>
            <a:endParaRPr b="1" sz="1100"/>
          </a:p>
        </p:txBody>
      </p:sp>
      <p:sp>
        <p:nvSpPr>
          <p:cNvPr id="11426" name="Google Shape;11426;p192"/>
          <p:cNvSpPr txBox="1"/>
          <p:nvPr/>
        </p:nvSpPr>
        <p:spPr>
          <a:xfrm>
            <a:off x="5191013" y="579538"/>
            <a:ext cx="11637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Finalidad cliente:</a:t>
            </a:r>
            <a:endParaRPr b="1" sz="1100"/>
          </a:p>
        </p:txBody>
      </p:sp>
      <p:sp>
        <p:nvSpPr>
          <p:cNvPr id="11427" name="Google Shape;11427;p192"/>
          <p:cNvSpPr/>
          <p:nvPr/>
        </p:nvSpPr>
        <p:spPr>
          <a:xfrm>
            <a:off x="77688" y="349338"/>
            <a:ext cx="2361300" cy="421200"/>
          </a:xfrm>
          <a:prstGeom prst="roundRect">
            <a:avLst>
              <a:gd fmla="val 50000" name="adj"/>
            </a:avLst>
          </a:prstGeom>
          <a:solidFill>
            <a:srgbClr val="000000"/>
          </a:solidFill>
          <a:ln cap="flat" cmpd="sng" w="9525">
            <a:solidFill>
              <a:srgbClr val="000000"/>
            </a:solidFill>
            <a:prstDash val="solid"/>
            <a:round/>
            <a:headEnd len="sm" w="sm" type="none"/>
            <a:tailEnd len="sm" w="sm" type="none"/>
          </a:ln>
        </p:spPr>
        <p:txBody>
          <a:bodyPr anchorCtr="0" anchor="ctr" bIns="91425" lIns="0" spcFirstLastPara="1" rIns="0" wrap="square" tIns="91425">
            <a:noAutofit/>
          </a:bodyPr>
          <a:lstStyle/>
          <a:p>
            <a:pPr indent="0" lvl="0" marL="0" rtl="0" algn="ctr">
              <a:spcBef>
                <a:spcPts val="0"/>
              </a:spcBef>
              <a:spcAft>
                <a:spcPts val="0"/>
              </a:spcAft>
              <a:buNone/>
            </a:pPr>
            <a:r>
              <a:rPr b="1" lang="es-419" sz="1100">
                <a:solidFill>
                  <a:srgbClr val="FFFFFF"/>
                </a:solidFill>
              </a:rPr>
              <a:t>Especificaciones CU de Negocio</a:t>
            </a:r>
            <a:endParaRPr b="1" sz="1100">
              <a:solidFill>
                <a:srgbClr val="FFFFFF"/>
              </a:solidFill>
            </a:endParaRPr>
          </a:p>
          <a:p>
            <a:pPr indent="0" lvl="0" marL="0" rtl="0" algn="ctr">
              <a:spcBef>
                <a:spcPts val="0"/>
              </a:spcBef>
              <a:spcAft>
                <a:spcPts val="0"/>
              </a:spcAft>
              <a:buNone/>
            </a:pPr>
            <a:r>
              <a:t/>
            </a:r>
            <a:endParaRPr b="1" sz="1200">
              <a:solidFill>
                <a:srgbClr val="FFFFFF"/>
              </a:solidFill>
            </a:endParaRPr>
          </a:p>
        </p:txBody>
      </p:sp>
      <p:sp>
        <p:nvSpPr>
          <p:cNvPr id="11428" name="Google Shape;11428;p192"/>
          <p:cNvSpPr/>
          <p:nvPr/>
        </p:nvSpPr>
        <p:spPr>
          <a:xfrm>
            <a:off x="83988" y="595504"/>
            <a:ext cx="190200" cy="1692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9" name="Google Shape;11429;p192"/>
          <p:cNvSpPr/>
          <p:nvPr/>
        </p:nvSpPr>
        <p:spPr>
          <a:xfrm>
            <a:off x="2350598" y="358950"/>
            <a:ext cx="88500" cy="4023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0" name="Google Shape;11430;p192"/>
          <p:cNvSpPr txBox="1"/>
          <p:nvPr>
            <p:ph idx="2" type="title"/>
          </p:nvPr>
        </p:nvSpPr>
        <p:spPr>
          <a:xfrm flipH="1">
            <a:off x="6546263" y="387663"/>
            <a:ext cx="3350100" cy="1692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000"/>
              <a:buNone/>
              <a:defRPr sz="1000">
                <a:solidFill>
                  <a:srgbClr val="000000"/>
                </a:solidFill>
              </a:defRPr>
            </a:lvl1pPr>
            <a:lvl2pPr lvl="1">
              <a:spcBef>
                <a:spcPts val="0"/>
              </a:spcBef>
              <a:spcAft>
                <a:spcPts val="0"/>
              </a:spcAft>
              <a:buClr>
                <a:srgbClr val="000000"/>
              </a:buClr>
              <a:buSzPts val="1000"/>
              <a:buNone/>
              <a:defRPr sz="1000">
                <a:solidFill>
                  <a:srgbClr val="000000"/>
                </a:solidFill>
              </a:defRPr>
            </a:lvl2pPr>
            <a:lvl3pPr lvl="2">
              <a:spcBef>
                <a:spcPts val="0"/>
              </a:spcBef>
              <a:spcAft>
                <a:spcPts val="0"/>
              </a:spcAft>
              <a:buClr>
                <a:srgbClr val="000000"/>
              </a:buClr>
              <a:buSzPts val="1000"/>
              <a:buNone/>
              <a:defRPr sz="1000">
                <a:solidFill>
                  <a:srgbClr val="000000"/>
                </a:solidFill>
              </a:defRPr>
            </a:lvl3pPr>
            <a:lvl4pPr lvl="3">
              <a:spcBef>
                <a:spcPts val="0"/>
              </a:spcBef>
              <a:spcAft>
                <a:spcPts val="0"/>
              </a:spcAft>
              <a:buClr>
                <a:srgbClr val="000000"/>
              </a:buClr>
              <a:buSzPts val="1000"/>
              <a:buNone/>
              <a:defRPr sz="1000">
                <a:solidFill>
                  <a:srgbClr val="000000"/>
                </a:solidFill>
              </a:defRPr>
            </a:lvl4pPr>
            <a:lvl5pPr lvl="4">
              <a:spcBef>
                <a:spcPts val="0"/>
              </a:spcBef>
              <a:spcAft>
                <a:spcPts val="0"/>
              </a:spcAft>
              <a:buClr>
                <a:srgbClr val="000000"/>
              </a:buClr>
              <a:buSzPts val="1000"/>
              <a:buNone/>
              <a:defRPr sz="1000">
                <a:solidFill>
                  <a:srgbClr val="000000"/>
                </a:solidFill>
              </a:defRPr>
            </a:lvl5pPr>
            <a:lvl6pPr lvl="5">
              <a:spcBef>
                <a:spcPts val="0"/>
              </a:spcBef>
              <a:spcAft>
                <a:spcPts val="0"/>
              </a:spcAft>
              <a:buClr>
                <a:srgbClr val="000000"/>
              </a:buClr>
              <a:buSzPts val="1000"/>
              <a:buNone/>
              <a:defRPr sz="1000">
                <a:solidFill>
                  <a:srgbClr val="000000"/>
                </a:solidFill>
              </a:defRPr>
            </a:lvl6pPr>
            <a:lvl7pPr lvl="6">
              <a:spcBef>
                <a:spcPts val="0"/>
              </a:spcBef>
              <a:spcAft>
                <a:spcPts val="0"/>
              </a:spcAft>
              <a:buClr>
                <a:srgbClr val="000000"/>
              </a:buClr>
              <a:buSzPts val="1000"/>
              <a:buNone/>
              <a:defRPr sz="1000">
                <a:solidFill>
                  <a:srgbClr val="000000"/>
                </a:solidFill>
              </a:defRPr>
            </a:lvl7pPr>
            <a:lvl8pPr lvl="7">
              <a:spcBef>
                <a:spcPts val="0"/>
              </a:spcBef>
              <a:spcAft>
                <a:spcPts val="0"/>
              </a:spcAft>
              <a:buClr>
                <a:srgbClr val="000000"/>
              </a:buClr>
              <a:buSzPts val="1000"/>
              <a:buNone/>
              <a:defRPr sz="1000">
                <a:solidFill>
                  <a:srgbClr val="000000"/>
                </a:solidFill>
              </a:defRPr>
            </a:lvl8pPr>
            <a:lvl9pPr lvl="8">
              <a:spcBef>
                <a:spcPts val="0"/>
              </a:spcBef>
              <a:spcAft>
                <a:spcPts val="0"/>
              </a:spcAft>
              <a:buClr>
                <a:srgbClr val="000000"/>
              </a:buClr>
              <a:buSzPts val="1000"/>
              <a:buNone/>
              <a:defRPr sz="1000">
                <a:solidFill>
                  <a:srgbClr val="000000"/>
                </a:solidFill>
              </a:defRPr>
            </a:lvl9pPr>
          </a:lstStyle>
          <a:p/>
        </p:txBody>
      </p:sp>
      <p:sp>
        <p:nvSpPr>
          <p:cNvPr id="11431" name="Google Shape;11431;p192"/>
          <p:cNvSpPr txBox="1"/>
          <p:nvPr>
            <p:ph idx="3" type="title"/>
          </p:nvPr>
        </p:nvSpPr>
        <p:spPr>
          <a:xfrm flipH="1">
            <a:off x="6546263" y="579538"/>
            <a:ext cx="3350100" cy="1692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000"/>
              <a:buNone/>
              <a:defRPr sz="1000">
                <a:solidFill>
                  <a:srgbClr val="000000"/>
                </a:solidFill>
              </a:defRPr>
            </a:lvl1pPr>
            <a:lvl2pPr lvl="1">
              <a:spcBef>
                <a:spcPts val="0"/>
              </a:spcBef>
              <a:spcAft>
                <a:spcPts val="0"/>
              </a:spcAft>
              <a:buClr>
                <a:srgbClr val="000000"/>
              </a:buClr>
              <a:buSzPts val="1000"/>
              <a:buNone/>
              <a:defRPr sz="1000">
                <a:solidFill>
                  <a:srgbClr val="000000"/>
                </a:solidFill>
              </a:defRPr>
            </a:lvl2pPr>
            <a:lvl3pPr lvl="2">
              <a:spcBef>
                <a:spcPts val="0"/>
              </a:spcBef>
              <a:spcAft>
                <a:spcPts val="0"/>
              </a:spcAft>
              <a:buClr>
                <a:srgbClr val="000000"/>
              </a:buClr>
              <a:buSzPts val="1000"/>
              <a:buNone/>
              <a:defRPr sz="1000">
                <a:solidFill>
                  <a:srgbClr val="000000"/>
                </a:solidFill>
              </a:defRPr>
            </a:lvl3pPr>
            <a:lvl4pPr lvl="3">
              <a:spcBef>
                <a:spcPts val="0"/>
              </a:spcBef>
              <a:spcAft>
                <a:spcPts val="0"/>
              </a:spcAft>
              <a:buClr>
                <a:srgbClr val="000000"/>
              </a:buClr>
              <a:buSzPts val="1000"/>
              <a:buNone/>
              <a:defRPr sz="1000">
                <a:solidFill>
                  <a:srgbClr val="000000"/>
                </a:solidFill>
              </a:defRPr>
            </a:lvl4pPr>
            <a:lvl5pPr lvl="4">
              <a:spcBef>
                <a:spcPts val="0"/>
              </a:spcBef>
              <a:spcAft>
                <a:spcPts val="0"/>
              </a:spcAft>
              <a:buClr>
                <a:srgbClr val="000000"/>
              </a:buClr>
              <a:buSzPts val="1000"/>
              <a:buNone/>
              <a:defRPr sz="1000">
                <a:solidFill>
                  <a:srgbClr val="000000"/>
                </a:solidFill>
              </a:defRPr>
            </a:lvl5pPr>
            <a:lvl6pPr lvl="5">
              <a:spcBef>
                <a:spcPts val="0"/>
              </a:spcBef>
              <a:spcAft>
                <a:spcPts val="0"/>
              </a:spcAft>
              <a:buClr>
                <a:srgbClr val="000000"/>
              </a:buClr>
              <a:buSzPts val="1000"/>
              <a:buNone/>
              <a:defRPr sz="1000">
                <a:solidFill>
                  <a:srgbClr val="000000"/>
                </a:solidFill>
              </a:defRPr>
            </a:lvl6pPr>
            <a:lvl7pPr lvl="6">
              <a:spcBef>
                <a:spcPts val="0"/>
              </a:spcBef>
              <a:spcAft>
                <a:spcPts val="0"/>
              </a:spcAft>
              <a:buClr>
                <a:srgbClr val="000000"/>
              </a:buClr>
              <a:buSzPts val="1000"/>
              <a:buNone/>
              <a:defRPr sz="1000">
                <a:solidFill>
                  <a:srgbClr val="000000"/>
                </a:solidFill>
              </a:defRPr>
            </a:lvl7pPr>
            <a:lvl8pPr lvl="7">
              <a:spcBef>
                <a:spcPts val="0"/>
              </a:spcBef>
              <a:spcAft>
                <a:spcPts val="0"/>
              </a:spcAft>
              <a:buClr>
                <a:srgbClr val="000000"/>
              </a:buClr>
              <a:buSzPts val="1000"/>
              <a:buNone/>
              <a:defRPr sz="1000">
                <a:solidFill>
                  <a:srgbClr val="000000"/>
                </a:solidFill>
              </a:defRPr>
            </a:lvl8pPr>
            <a:lvl9pPr lvl="8">
              <a:spcBef>
                <a:spcPts val="0"/>
              </a:spcBef>
              <a:spcAft>
                <a:spcPts val="0"/>
              </a:spcAft>
              <a:buClr>
                <a:srgbClr val="000000"/>
              </a:buClr>
              <a:buSzPts val="1000"/>
              <a:buNone/>
              <a:defRPr sz="1000">
                <a:solidFill>
                  <a:srgbClr val="000000"/>
                </a:solidFill>
              </a:defRPr>
            </a:lvl9pPr>
          </a:lstStyle>
          <a:p/>
        </p:txBody>
      </p:sp>
      <p:sp>
        <p:nvSpPr>
          <p:cNvPr id="11432" name="Google Shape;11432;p192"/>
          <p:cNvSpPr/>
          <p:nvPr/>
        </p:nvSpPr>
        <p:spPr>
          <a:xfrm>
            <a:off x="2277739" y="663750"/>
            <a:ext cx="88500" cy="1089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3" name="Google Shape;11433;p192"/>
          <p:cNvSpPr txBox="1"/>
          <p:nvPr>
            <p:ph idx="1" type="body"/>
          </p:nvPr>
        </p:nvSpPr>
        <p:spPr>
          <a:xfrm>
            <a:off x="641150" y="612125"/>
            <a:ext cx="1770300" cy="160500"/>
          </a:xfrm>
          <a:prstGeom prst="rect">
            <a:avLst/>
          </a:prstGeom>
          <a:noFill/>
          <a:ln>
            <a:noFill/>
          </a:ln>
        </p:spPr>
        <p:txBody>
          <a:bodyPr anchorCtr="0" anchor="t" bIns="0" lIns="0" spcFirstLastPara="1" rIns="0" wrap="square" tIns="0">
            <a:noAutofit/>
          </a:bodyPr>
          <a:lstStyle>
            <a:lvl1pPr indent="-292100" lvl="0" marL="457200" algn="ctr">
              <a:spcBef>
                <a:spcPts val="0"/>
              </a:spcBef>
              <a:spcAft>
                <a:spcPts val="0"/>
              </a:spcAft>
              <a:buClr>
                <a:srgbClr val="FFFFFF"/>
              </a:buClr>
              <a:buSzPts val="1000"/>
              <a:buChar char="●"/>
              <a:defRPr sz="1000">
                <a:solidFill>
                  <a:srgbClr val="FFFFFF"/>
                </a:solidFill>
              </a:defRPr>
            </a:lvl1pPr>
            <a:lvl2pPr indent="-292100" lvl="1" marL="914400" algn="ctr">
              <a:spcBef>
                <a:spcPts val="0"/>
              </a:spcBef>
              <a:spcAft>
                <a:spcPts val="0"/>
              </a:spcAft>
              <a:buClr>
                <a:srgbClr val="FFFFFF"/>
              </a:buClr>
              <a:buSzPts val="1000"/>
              <a:buChar char="○"/>
              <a:defRPr sz="1000">
                <a:solidFill>
                  <a:srgbClr val="FFFFFF"/>
                </a:solidFill>
              </a:defRPr>
            </a:lvl2pPr>
            <a:lvl3pPr indent="-292100" lvl="2" marL="1371600" algn="ctr">
              <a:spcBef>
                <a:spcPts val="0"/>
              </a:spcBef>
              <a:spcAft>
                <a:spcPts val="0"/>
              </a:spcAft>
              <a:buClr>
                <a:srgbClr val="FFFFFF"/>
              </a:buClr>
              <a:buSzPts val="1000"/>
              <a:buChar char="■"/>
              <a:defRPr sz="1000">
                <a:solidFill>
                  <a:srgbClr val="FFFFFF"/>
                </a:solidFill>
              </a:defRPr>
            </a:lvl3pPr>
            <a:lvl4pPr indent="-292100" lvl="3" marL="1828800" algn="ctr">
              <a:spcBef>
                <a:spcPts val="0"/>
              </a:spcBef>
              <a:spcAft>
                <a:spcPts val="0"/>
              </a:spcAft>
              <a:buClr>
                <a:srgbClr val="FFFFFF"/>
              </a:buClr>
              <a:buSzPts val="1000"/>
              <a:buChar char="●"/>
              <a:defRPr sz="1000">
                <a:solidFill>
                  <a:srgbClr val="FFFFFF"/>
                </a:solidFill>
              </a:defRPr>
            </a:lvl4pPr>
            <a:lvl5pPr indent="-292100" lvl="4" marL="2286000" algn="ctr">
              <a:spcBef>
                <a:spcPts val="0"/>
              </a:spcBef>
              <a:spcAft>
                <a:spcPts val="0"/>
              </a:spcAft>
              <a:buClr>
                <a:srgbClr val="FFFFFF"/>
              </a:buClr>
              <a:buSzPts val="1000"/>
              <a:buChar char="○"/>
              <a:defRPr sz="1000">
                <a:solidFill>
                  <a:srgbClr val="FFFFFF"/>
                </a:solidFill>
              </a:defRPr>
            </a:lvl5pPr>
            <a:lvl6pPr indent="-292100" lvl="5" marL="2743200" algn="ctr">
              <a:spcBef>
                <a:spcPts val="0"/>
              </a:spcBef>
              <a:spcAft>
                <a:spcPts val="0"/>
              </a:spcAft>
              <a:buClr>
                <a:srgbClr val="FFFFFF"/>
              </a:buClr>
              <a:buSzPts val="1000"/>
              <a:buChar char="■"/>
              <a:defRPr sz="1000">
                <a:solidFill>
                  <a:srgbClr val="FFFFFF"/>
                </a:solidFill>
              </a:defRPr>
            </a:lvl6pPr>
            <a:lvl7pPr indent="-292100" lvl="6" marL="3200400" algn="ctr">
              <a:spcBef>
                <a:spcPts val="0"/>
              </a:spcBef>
              <a:spcAft>
                <a:spcPts val="0"/>
              </a:spcAft>
              <a:buClr>
                <a:srgbClr val="FFFFFF"/>
              </a:buClr>
              <a:buSzPts val="1000"/>
              <a:buChar char="●"/>
              <a:defRPr sz="1000">
                <a:solidFill>
                  <a:srgbClr val="FFFFFF"/>
                </a:solidFill>
              </a:defRPr>
            </a:lvl7pPr>
            <a:lvl8pPr indent="-292100" lvl="7" marL="3657600" algn="ctr">
              <a:spcBef>
                <a:spcPts val="0"/>
              </a:spcBef>
              <a:spcAft>
                <a:spcPts val="0"/>
              </a:spcAft>
              <a:buClr>
                <a:srgbClr val="FFFFFF"/>
              </a:buClr>
              <a:buSzPts val="1000"/>
              <a:buChar char="○"/>
              <a:defRPr sz="1000">
                <a:solidFill>
                  <a:srgbClr val="FFFFFF"/>
                </a:solidFill>
              </a:defRPr>
            </a:lvl8pPr>
            <a:lvl9pPr indent="-292100" lvl="8" marL="4114800" algn="ctr">
              <a:spcBef>
                <a:spcPts val="0"/>
              </a:spcBef>
              <a:spcAft>
                <a:spcPts val="0"/>
              </a:spcAft>
              <a:buClr>
                <a:srgbClr val="FFFFFF"/>
              </a:buClr>
              <a:buSzPts val="1000"/>
              <a:buChar char="■"/>
              <a:defRPr sz="1000">
                <a:solidFill>
                  <a:srgbClr val="FFFFFF"/>
                </a:solidFill>
              </a:defRPr>
            </a:lvl9pPr>
          </a:lstStyle>
          <a:p/>
        </p:txBody>
      </p:sp>
      <p:sp>
        <p:nvSpPr>
          <p:cNvPr id="11434" name="Google Shape;11434;p192"/>
          <p:cNvSpPr txBox="1"/>
          <p:nvPr/>
        </p:nvSpPr>
        <p:spPr>
          <a:xfrm>
            <a:off x="84825" y="598125"/>
            <a:ext cx="595500" cy="205800"/>
          </a:xfrm>
          <a:prstGeom prst="rect">
            <a:avLst/>
          </a:prstGeom>
          <a:noFill/>
          <a:ln>
            <a:noFill/>
          </a:ln>
        </p:spPr>
        <p:txBody>
          <a:bodyPr anchorCtr="0" anchor="t" bIns="18000" lIns="18000" spcFirstLastPara="1" rIns="18000" wrap="square" tIns="18000">
            <a:spAutoFit/>
          </a:bodyPr>
          <a:lstStyle/>
          <a:p>
            <a:pPr indent="0" lvl="0" marL="0" rtl="0" algn="l">
              <a:spcBef>
                <a:spcPts val="0"/>
              </a:spcBef>
              <a:spcAft>
                <a:spcPts val="0"/>
              </a:spcAft>
              <a:buNone/>
            </a:pPr>
            <a:r>
              <a:rPr lang="es-419" sz="1100">
                <a:solidFill>
                  <a:srgbClr val="FFFFFF"/>
                </a:solidFill>
              </a:rPr>
              <a:t>Nombre:</a:t>
            </a:r>
            <a:endParaRPr sz="1100">
              <a:solidFill>
                <a:srgbClr val="FFFFFF"/>
              </a:solidFill>
            </a:endParaRPr>
          </a:p>
        </p:txBody>
      </p:sp>
      <p:sp>
        <p:nvSpPr>
          <p:cNvPr id="11435" name="Google Shape;11435;p192"/>
          <p:cNvSpPr/>
          <p:nvPr/>
        </p:nvSpPr>
        <p:spPr>
          <a:xfrm>
            <a:off x="-6216725" y="986400"/>
            <a:ext cx="5567400" cy="5853600"/>
          </a:xfrm>
          <a:prstGeom prst="roundRect">
            <a:avLst>
              <a:gd fmla="val 2402" name="adj"/>
            </a:avLst>
          </a:prstGeom>
          <a:solidFill>
            <a:srgbClr val="F3F3F3"/>
          </a:solidFill>
          <a:ln cap="flat" cmpd="sng" w="9525">
            <a:solidFill>
              <a:srgbClr val="F3F3F3"/>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t" bIns="91425" lIns="91425" spcFirstLastPara="1" rIns="91425" wrap="square" tIns="91425">
            <a:noAutofit/>
          </a:bodyPr>
          <a:lstStyle/>
          <a:p>
            <a:pPr indent="0" lvl="0" marL="0" rtl="0" algn="ctr">
              <a:spcBef>
                <a:spcPts val="0"/>
              </a:spcBef>
              <a:spcAft>
                <a:spcPts val="0"/>
              </a:spcAft>
              <a:buNone/>
            </a:pPr>
            <a:r>
              <a:rPr lang="es-419"/>
              <a:t>Paleta</a:t>
            </a:r>
            <a:endParaRPr/>
          </a:p>
        </p:txBody>
      </p:sp>
    </p:spTree>
  </p:cSld>
  <p:clrMapOvr>
    <a:masterClrMapping/>
  </p:clrMapOvr>
</p:sldLayout>
</file>

<file path=ppt/slideLayouts/slideLayout18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6.3 Especificación de Caso de Uso de Sistema">
  <p:cSld name="TITLE_3_6_1_1_1_1_1_1_1_1_1_1_1_1_1_1_1_1_1">
    <p:spTree>
      <p:nvGrpSpPr>
        <p:cNvPr id="11436" name="Shape 11436"/>
        <p:cNvGrpSpPr/>
        <p:nvPr/>
      </p:nvGrpSpPr>
      <p:grpSpPr>
        <a:xfrm>
          <a:off x="0" y="0"/>
          <a:ext cx="0" cy="0"/>
          <a:chOff x="0" y="0"/>
          <a:chExt cx="0" cy="0"/>
        </a:xfrm>
      </p:grpSpPr>
      <p:sp>
        <p:nvSpPr>
          <p:cNvPr id="11437" name="Google Shape;11437;p193"/>
          <p:cNvSpPr/>
          <p:nvPr/>
        </p:nvSpPr>
        <p:spPr>
          <a:xfrm>
            <a:off x="77688" y="358938"/>
            <a:ext cx="9935700" cy="6438000"/>
          </a:xfrm>
          <a:prstGeom prst="roundRect">
            <a:avLst>
              <a:gd fmla="val 2618" name="adj"/>
            </a:avLst>
          </a:prstGeom>
          <a:solidFill>
            <a:srgbClr val="FFFFFF"/>
          </a:solidFill>
          <a:ln cap="flat" cmpd="sng" w="38100">
            <a:solidFill>
              <a:srgbClr val="000000"/>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438" name="Google Shape;11438;p193"/>
          <p:cNvCxnSpPr/>
          <p:nvPr/>
        </p:nvCxnSpPr>
        <p:spPr>
          <a:xfrm>
            <a:off x="77688" y="772614"/>
            <a:ext cx="9935700" cy="0"/>
          </a:xfrm>
          <a:prstGeom prst="straightConnector1">
            <a:avLst/>
          </a:prstGeom>
          <a:noFill/>
          <a:ln cap="flat" cmpd="sng" w="19050">
            <a:solidFill>
              <a:srgbClr val="000000"/>
            </a:solidFill>
            <a:prstDash val="solid"/>
            <a:round/>
            <a:headEnd len="med" w="med" type="none"/>
            <a:tailEnd len="med" w="med" type="none"/>
          </a:ln>
        </p:spPr>
      </p:cxnSp>
      <p:cxnSp>
        <p:nvCxnSpPr>
          <p:cNvPr id="11439" name="Google Shape;11439;p193"/>
          <p:cNvCxnSpPr/>
          <p:nvPr/>
        </p:nvCxnSpPr>
        <p:spPr>
          <a:xfrm rot="10800000">
            <a:off x="2439038" y="368188"/>
            <a:ext cx="0" cy="402300"/>
          </a:xfrm>
          <a:prstGeom prst="straightConnector1">
            <a:avLst/>
          </a:prstGeom>
          <a:noFill/>
          <a:ln cap="flat" cmpd="sng" w="19050">
            <a:solidFill>
              <a:srgbClr val="000000"/>
            </a:solidFill>
            <a:prstDash val="solid"/>
            <a:round/>
            <a:headEnd len="med" w="med" type="none"/>
            <a:tailEnd len="med" w="med" type="none"/>
          </a:ln>
        </p:spPr>
      </p:cxnSp>
      <p:sp>
        <p:nvSpPr>
          <p:cNvPr id="11440" name="Google Shape;11440;p193"/>
          <p:cNvSpPr/>
          <p:nvPr/>
        </p:nvSpPr>
        <p:spPr>
          <a:xfrm>
            <a:off x="77688" y="349338"/>
            <a:ext cx="2361300" cy="421200"/>
          </a:xfrm>
          <a:prstGeom prst="roundRect">
            <a:avLst>
              <a:gd fmla="val 50000" name="adj"/>
            </a:avLst>
          </a:prstGeom>
          <a:solidFill>
            <a:srgbClr val="000000"/>
          </a:solidFill>
          <a:ln cap="flat" cmpd="sng" w="9525">
            <a:solidFill>
              <a:srgbClr val="000000"/>
            </a:solidFill>
            <a:prstDash val="solid"/>
            <a:round/>
            <a:headEnd len="sm" w="sm" type="none"/>
            <a:tailEnd len="sm" w="sm" type="none"/>
          </a:ln>
        </p:spPr>
        <p:txBody>
          <a:bodyPr anchorCtr="0" anchor="ctr" bIns="91425" lIns="0" spcFirstLastPara="1" rIns="0" wrap="square" tIns="91425">
            <a:noAutofit/>
          </a:bodyPr>
          <a:lstStyle/>
          <a:p>
            <a:pPr indent="0" lvl="0" marL="0" rtl="0" algn="ctr">
              <a:spcBef>
                <a:spcPts val="0"/>
              </a:spcBef>
              <a:spcAft>
                <a:spcPts val="0"/>
              </a:spcAft>
              <a:buNone/>
            </a:pPr>
            <a:r>
              <a:rPr b="1" lang="es-419" sz="1100">
                <a:solidFill>
                  <a:srgbClr val="FFFFFF"/>
                </a:solidFill>
              </a:rPr>
              <a:t>Especificaciones CU de Sistema</a:t>
            </a:r>
            <a:endParaRPr b="1" sz="1100">
              <a:solidFill>
                <a:srgbClr val="FFFFFF"/>
              </a:solidFill>
            </a:endParaRPr>
          </a:p>
          <a:p>
            <a:pPr indent="0" lvl="0" marL="0" rtl="0" algn="ctr">
              <a:spcBef>
                <a:spcPts val="0"/>
              </a:spcBef>
              <a:spcAft>
                <a:spcPts val="0"/>
              </a:spcAft>
              <a:buNone/>
            </a:pPr>
            <a:r>
              <a:t/>
            </a:r>
            <a:endParaRPr b="1" sz="1200">
              <a:solidFill>
                <a:srgbClr val="FFFFFF"/>
              </a:solidFill>
            </a:endParaRPr>
          </a:p>
        </p:txBody>
      </p:sp>
      <p:sp>
        <p:nvSpPr>
          <p:cNvPr id="11441" name="Google Shape;11441;p193"/>
          <p:cNvSpPr/>
          <p:nvPr/>
        </p:nvSpPr>
        <p:spPr>
          <a:xfrm>
            <a:off x="83988" y="595504"/>
            <a:ext cx="190200" cy="1692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2" name="Google Shape;11442;p193"/>
          <p:cNvSpPr/>
          <p:nvPr/>
        </p:nvSpPr>
        <p:spPr>
          <a:xfrm>
            <a:off x="2350598" y="358950"/>
            <a:ext cx="88500" cy="4023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3" name="Google Shape;11443;p193"/>
          <p:cNvSpPr/>
          <p:nvPr/>
        </p:nvSpPr>
        <p:spPr>
          <a:xfrm>
            <a:off x="2277739" y="663750"/>
            <a:ext cx="88500" cy="1089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4" name="Google Shape;11444;p193"/>
          <p:cNvSpPr txBox="1"/>
          <p:nvPr/>
        </p:nvSpPr>
        <p:spPr>
          <a:xfrm>
            <a:off x="2524025" y="387675"/>
            <a:ext cx="15012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Unid. Organizacional:</a:t>
            </a:r>
            <a:endParaRPr b="1" sz="1100"/>
          </a:p>
        </p:txBody>
      </p:sp>
      <p:sp>
        <p:nvSpPr>
          <p:cNvPr id="11445" name="Google Shape;11445;p193"/>
          <p:cNvSpPr txBox="1"/>
          <p:nvPr/>
        </p:nvSpPr>
        <p:spPr>
          <a:xfrm>
            <a:off x="2524020" y="579550"/>
            <a:ext cx="6846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Alcance:</a:t>
            </a:r>
            <a:endParaRPr b="1" sz="1100"/>
          </a:p>
        </p:txBody>
      </p:sp>
      <p:sp>
        <p:nvSpPr>
          <p:cNvPr id="11446" name="Google Shape;11446;p193"/>
          <p:cNvSpPr txBox="1"/>
          <p:nvPr>
            <p:ph type="title"/>
          </p:nvPr>
        </p:nvSpPr>
        <p:spPr>
          <a:xfrm flipH="1">
            <a:off x="4025374" y="387675"/>
            <a:ext cx="5863200" cy="1692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000"/>
              <a:buNone/>
              <a:defRPr sz="1000">
                <a:solidFill>
                  <a:srgbClr val="000000"/>
                </a:solidFill>
              </a:defRPr>
            </a:lvl1pPr>
            <a:lvl2pPr lvl="1">
              <a:spcBef>
                <a:spcPts val="0"/>
              </a:spcBef>
              <a:spcAft>
                <a:spcPts val="0"/>
              </a:spcAft>
              <a:buClr>
                <a:srgbClr val="000000"/>
              </a:buClr>
              <a:buSzPts val="1000"/>
              <a:buNone/>
              <a:defRPr sz="1000">
                <a:solidFill>
                  <a:srgbClr val="000000"/>
                </a:solidFill>
              </a:defRPr>
            </a:lvl2pPr>
            <a:lvl3pPr lvl="2">
              <a:spcBef>
                <a:spcPts val="0"/>
              </a:spcBef>
              <a:spcAft>
                <a:spcPts val="0"/>
              </a:spcAft>
              <a:buClr>
                <a:srgbClr val="000000"/>
              </a:buClr>
              <a:buSzPts val="1000"/>
              <a:buNone/>
              <a:defRPr sz="1000">
                <a:solidFill>
                  <a:srgbClr val="000000"/>
                </a:solidFill>
              </a:defRPr>
            </a:lvl3pPr>
            <a:lvl4pPr lvl="3">
              <a:spcBef>
                <a:spcPts val="0"/>
              </a:spcBef>
              <a:spcAft>
                <a:spcPts val="0"/>
              </a:spcAft>
              <a:buClr>
                <a:srgbClr val="000000"/>
              </a:buClr>
              <a:buSzPts val="1000"/>
              <a:buNone/>
              <a:defRPr sz="1000">
                <a:solidFill>
                  <a:srgbClr val="000000"/>
                </a:solidFill>
              </a:defRPr>
            </a:lvl4pPr>
            <a:lvl5pPr lvl="4">
              <a:spcBef>
                <a:spcPts val="0"/>
              </a:spcBef>
              <a:spcAft>
                <a:spcPts val="0"/>
              </a:spcAft>
              <a:buClr>
                <a:srgbClr val="000000"/>
              </a:buClr>
              <a:buSzPts val="1000"/>
              <a:buNone/>
              <a:defRPr sz="1000">
                <a:solidFill>
                  <a:srgbClr val="000000"/>
                </a:solidFill>
              </a:defRPr>
            </a:lvl5pPr>
            <a:lvl6pPr lvl="5">
              <a:spcBef>
                <a:spcPts val="0"/>
              </a:spcBef>
              <a:spcAft>
                <a:spcPts val="0"/>
              </a:spcAft>
              <a:buClr>
                <a:srgbClr val="000000"/>
              </a:buClr>
              <a:buSzPts val="1000"/>
              <a:buNone/>
              <a:defRPr sz="1000">
                <a:solidFill>
                  <a:srgbClr val="000000"/>
                </a:solidFill>
              </a:defRPr>
            </a:lvl6pPr>
            <a:lvl7pPr lvl="6">
              <a:spcBef>
                <a:spcPts val="0"/>
              </a:spcBef>
              <a:spcAft>
                <a:spcPts val="0"/>
              </a:spcAft>
              <a:buClr>
                <a:srgbClr val="000000"/>
              </a:buClr>
              <a:buSzPts val="1000"/>
              <a:buNone/>
              <a:defRPr sz="1000">
                <a:solidFill>
                  <a:srgbClr val="000000"/>
                </a:solidFill>
              </a:defRPr>
            </a:lvl7pPr>
            <a:lvl8pPr lvl="7">
              <a:spcBef>
                <a:spcPts val="0"/>
              </a:spcBef>
              <a:spcAft>
                <a:spcPts val="0"/>
              </a:spcAft>
              <a:buClr>
                <a:srgbClr val="000000"/>
              </a:buClr>
              <a:buSzPts val="1000"/>
              <a:buNone/>
              <a:defRPr sz="1000">
                <a:solidFill>
                  <a:srgbClr val="000000"/>
                </a:solidFill>
              </a:defRPr>
            </a:lvl8pPr>
            <a:lvl9pPr lvl="8">
              <a:spcBef>
                <a:spcPts val="0"/>
              </a:spcBef>
              <a:spcAft>
                <a:spcPts val="0"/>
              </a:spcAft>
              <a:buClr>
                <a:srgbClr val="000000"/>
              </a:buClr>
              <a:buSzPts val="1000"/>
              <a:buNone/>
              <a:defRPr sz="1000">
                <a:solidFill>
                  <a:srgbClr val="000000"/>
                </a:solidFill>
              </a:defRPr>
            </a:lvl9pPr>
          </a:lstStyle>
          <a:p/>
        </p:txBody>
      </p:sp>
      <p:sp>
        <p:nvSpPr>
          <p:cNvPr id="11447" name="Google Shape;11447;p193"/>
          <p:cNvSpPr txBox="1"/>
          <p:nvPr>
            <p:ph idx="2" type="title"/>
          </p:nvPr>
        </p:nvSpPr>
        <p:spPr>
          <a:xfrm flipH="1">
            <a:off x="3208773" y="579550"/>
            <a:ext cx="6679800" cy="1692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000"/>
              <a:buNone/>
              <a:defRPr sz="1000">
                <a:solidFill>
                  <a:srgbClr val="000000"/>
                </a:solidFill>
              </a:defRPr>
            </a:lvl1pPr>
            <a:lvl2pPr lvl="1">
              <a:spcBef>
                <a:spcPts val="0"/>
              </a:spcBef>
              <a:spcAft>
                <a:spcPts val="0"/>
              </a:spcAft>
              <a:buClr>
                <a:srgbClr val="000000"/>
              </a:buClr>
              <a:buSzPts val="1000"/>
              <a:buNone/>
              <a:defRPr sz="1000">
                <a:solidFill>
                  <a:srgbClr val="000000"/>
                </a:solidFill>
              </a:defRPr>
            </a:lvl2pPr>
            <a:lvl3pPr lvl="2">
              <a:spcBef>
                <a:spcPts val="0"/>
              </a:spcBef>
              <a:spcAft>
                <a:spcPts val="0"/>
              </a:spcAft>
              <a:buClr>
                <a:srgbClr val="000000"/>
              </a:buClr>
              <a:buSzPts val="1000"/>
              <a:buNone/>
              <a:defRPr sz="1000">
                <a:solidFill>
                  <a:srgbClr val="000000"/>
                </a:solidFill>
              </a:defRPr>
            </a:lvl3pPr>
            <a:lvl4pPr lvl="3">
              <a:spcBef>
                <a:spcPts val="0"/>
              </a:spcBef>
              <a:spcAft>
                <a:spcPts val="0"/>
              </a:spcAft>
              <a:buClr>
                <a:srgbClr val="000000"/>
              </a:buClr>
              <a:buSzPts val="1000"/>
              <a:buNone/>
              <a:defRPr sz="1000">
                <a:solidFill>
                  <a:srgbClr val="000000"/>
                </a:solidFill>
              </a:defRPr>
            </a:lvl4pPr>
            <a:lvl5pPr lvl="4">
              <a:spcBef>
                <a:spcPts val="0"/>
              </a:spcBef>
              <a:spcAft>
                <a:spcPts val="0"/>
              </a:spcAft>
              <a:buClr>
                <a:srgbClr val="000000"/>
              </a:buClr>
              <a:buSzPts val="1000"/>
              <a:buNone/>
              <a:defRPr sz="1000">
                <a:solidFill>
                  <a:srgbClr val="000000"/>
                </a:solidFill>
              </a:defRPr>
            </a:lvl5pPr>
            <a:lvl6pPr lvl="5">
              <a:spcBef>
                <a:spcPts val="0"/>
              </a:spcBef>
              <a:spcAft>
                <a:spcPts val="0"/>
              </a:spcAft>
              <a:buClr>
                <a:srgbClr val="000000"/>
              </a:buClr>
              <a:buSzPts val="1000"/>
              <a:buNone/>
              <a:defRPr sz="1000">
                <a:solidFill>
                  <a:srgbClr val="000000"/>
                </a:solidFill>
              </a:defRPr>
            </a:lvl6pPr>
            <a:lvl7pPr lvl="6">
              <a:spcBef>
                <a:spcPts val="0"/>
              </a:spcBef>
              <a:spcAft>
                <a:spcPts val="0"/>
              </a:spcAft>
              <a:buClr>
                <a:srgbClr val="000000"/>
              </a:buClr>
              <a:buSzPts val="1000"/>
              <a:buNone/>
              <a:defRPr sz="1000">
                <a:solidFill>
                  <a:srgbClr val="000000"/>
                </a:solidFill>
              </a:defRPr>
            </a:lvl7pPr>
            <a:lvl8pPr lvl="7">
              <a:spcBef>
                <a:spcPts val="0"/>
              </a:spcBef>
              <a:spcAft>
                <a:spcPts val="0"/>
              </a:spcAft>
              <a:buClr>
                <a:srgbClr val="000000"/>
              </a:buClr>
              <a:buSzPts val="1000"/>
              <a:buNone/>
              <a:defRPr sz="1000">
                <a:solidFill>
                  <a:srgbClr val="000000"/>
                </a:solidFill>
              </a:defRPr>
            </a:lvl8pPr>
            <a:lvl9pPr lvl="8">
              <a:spcBef>
                <a:spcPts val="0"/>
              </a:spcBef>
              <a:spcAft>
                <a:spcPts val="0"/>
              </a:spcAft>
              <a:buClr>
                <a:srgbClr val="000000"/>
              </a:buClr>
              <a:buSzPts val="1000"/>
              <a:buNone/>
              <a:defRPr sz="1000">
                <a:solidFill>
                  <a:srgbClr val="000000"/>
                </a:solidFill>
              </a:defRPr>
            </a:lvl9pPr>
          </a:lstStyle>
          <a:p/>
        </p:txBody>
      </p:sp>
      <p:sp>
        <p:nvSpPr>
          <p:cNvPr id="11448" name="Google Shape;11448;p193"/>
          <p:cNvSpPr txBox="1"/>
          <p:nvPr>
            <p:ph idx="1" type="body"/>
          </p:nvPr>
        </p:nvSpPr>
        <p:spPr>
          <a:xfrm>
            <a:off x="641150" y="612125"/>
            <a:ext cx="1770300" cy="160500"/>
          </a:xfrm>
          <a:prstGeom prst="rect">
            <a:avLst/>
          </a:prstGeom>
          <a:noFill/>
          <a:ln>
            <a:noFill/>
          </a:ln>
        </p:spPr>
        <p:txBody>
          <a:bodyPr anchorCtr="0" anchor="t" bIns="0" lIns="0" spcFirstLastPara="1" rIns="0" wrap="square" tIns="0">
            <a:noAutofit/>
          </a:bodyPr>
          <a:lstStyle>
            <a:lvl1pPr indent="-292100" lvl="0" marL="457200" algn="ctr">
              <a:spcBef>
                <a:spcPts val="0"/>
              </a:spcBef>
              <a:spcAft>
                <a:spcPts val="0"/>
              </a:spcAft>
              <a:buClr>
                <a:srgbClr val="FFFFFF"/>
              </a:buClr>
              <a:buSzPts val="1000"/>
              <a:buChar char="●"/>
              <a:defRPr sz="1000">
                <a:solidFill>
                  <a:srgbClr val="FFFFFF"/>
                </a:solidFill>
              </a:defRPr>
            </a:lvl1pPr>
            <a:lvl2pPr indent="-292100" lvl="1" marL="914400" algn="ctr">
              <a:spcBef>
                <a:spcPts val="0"/>
              </a:spcBef>
              <a:spcAft>
                <a:spcPts val="0"/>
              </a:spcAft>
              <a:buClr>
                <a:srgbClr val="FFFFFF"/>
              </a:buClr>
              <a:buSzPts val="1000"/>
              <a:buChar char="○"/>
              <a:defRPr sz="1000">
                <a:solidFill>
                  <a:srgbClr val="FFFFFF"/>
                </a:solidFill>
              </a:defRPr>
            </a:lvl2pPr>
            <a:lvl3pPr indent="-292100" lvl="2" marL="1371600" algn="ctr">
              <a:spcBef>
                <a:spcPts val="0"/>
              </a:spcBef>
              <a:spcAft>
                <a:spcPts val="0"/>
              </a:spcAft>
              <a:buClr>
                <a:srgbClr val="FFFFFF"/>
              </a:buClr>
              <a:buSzPts val="1000"/>
              <a:buChar char="■"/>
              <a:defRPr sz="1000">
                <a:solidFill>
                  <a:srgbClr val="FFFFFF"/>
                </a:solidFill>
              </a:defRPr>
            </a:lvl3pPr>
            <a:lvl4pPr indent="-292100" lvl="3" marL="1828800" algn="ctr">
              <a:spcBef>
                <a:spcPts val="0"/>
              </a:spcBef>
              <a:spcAft>
                <a:spcPts val="0"/>
              </a:spcAft>
              <a:buClr>
                <a:srgbClr val="FFFFFF"/>
              </a:buClr>
              <a:buSzPts val="1000"/>
              <a:buChar char="●"/>
              <a:defRPr sz="1000">
                <a:solidFill>
                  <a:srgbClr val="FFFFFF"/>
                </a:solidFill>
              </a:defRPr>
            </a:lvl4pPr>
            <a:lvl5pPr indent="-292100" lvl="4" marL="2286000" algn="ctr">
              <a:spcBef>
                <a:spcPts val="0"/>
              </a:spcBef>
              <a:spcAft>
                <a:spcPts val="0"/>
              </a:spcAft>
              <a:buClr>
                <a:srgbClr val="FFFFFF"/>
              </a:buClr>
              <a:buSzPts val="1000"/>
              <a:buChar char="○"/>
              <a:defRPr sz="1000">
                <a:solidFill>
                  <a:srgbClr val="FFFFFF"/>
                </a:solidFill>
              </a:defRPr>
            </a:lvl5pPr>
            <a:lvl6pPr indent="-292100" lvl="5" marL="2743200" algn="ctr">
              <a:spcBef>
                <a:spcPts val="0"/>
              </a:spcBef>
              <a:spcAft>
                <a:spcPts val="0"/>
              </a:spcAft>
              <a:buClr>
                <a:srgbClr val="FFFFFF"/>
              </a:buClr>
              <a:buSzPts val="1000"/>
              <a:buChar char="■"/>
              <a:defRPr sz="1000">
                <a:solidFill>
                  <a:srgbClr val="FFFFFF"/>
                </a:solidFill>
              </a:defRPr>
            </a:lvl6pPr>
            <a:lvl7pPr indent="-292100" lvl="6" marL="3200400" algn="ctr">
              <a:spcBef>
                <a:spcPts val="0"/>
              </a:spcBef>
              <a:spcAft>
                <a:spcPts val="0"/>
              </a:spcAft>
              <a:buClr>
                <a:srgbClr val="FFFFFF"/>
              </a:buClr>
              <a:buSzPts val="1000"/>
              <a:buChar char="●"/>
              <a:defRPr sz="1000">
                <a:solidFill>
                  <a:srgbClr val="FFFFFF"/>
                </a:solidFill>
              </a:defRPr>
            </a:lvl7pPr>
            <a:lvl8pPr indent="-292100" lvl="7" marL="3657600" algn="ctr">
              <a:spcBef>
                <a:spcPts val="0"/>
              </a:spcBef>
              <a:spcAft>
                <a:spcPts val="0"/>
              </a:spcAft>
              <a:buClr>
                <a:srgbClr val="FFFFFF"/>
              </a:buClr>
              <a:buSzPts val="1000"/>
              <a:buChar char="○"/>
              <a:defRPr sz="1000">
                <a:solidFill>
                  <a:srgbClr val="FFFFFF"/>
                </a:solidFill>
              </a:defRPr>
            </a:lvl8pPr>
            <a:lvl9pPr indent="-292100" lvl="8" marL="4114800" algn="ctr">
              <a:spcBef>
                <a:spcPts val="0"/>
              </a:spcBef>
              <a:spcAft>
                <a:spcPts val="0"/>
              </a:spcAft>
              <a:buClr>
                <a:srgbClr val="FFFFFF"/>
              </a:buClr>
              <a:buSzPts val="1000"/>
              <a:buChar char="■"/>
              <a:defRPr sz="1000">
                <a:solidFill>
                  <a:srgbClr val="FFFFFF"/>
                </a:solidFill>
              </a:defRPr>
            </a:lvl9pPr>
          </a:lstStyle>
          <a:p/>
        </p:txBody>
      </p:sp>
      <p:sp>
        <p:nvSpPr>
          <p:cNvPr id="11449" name="Google Shape;11449;p193"/>
          <p:cNvSpPr txBox="1"/>
          <p:nvPr/>
        </p:nvSpPr>
        <p:spPr>
          <a:xfrm>
            <a:off x="84825" y="598125"/>
            <a:ext cx="595500" cy="205800"/>
          </a:xfrm>
          <a:prstGeom prst="rect">
            <a:avLst/>
          </a:prstGeom>
          <a:noFill/>
          <a:ln>
            <a:noFill/>
          </a:ln>
        </p:spPr>
        <p:txBody>
          <a:bodyPr anchorCtr="0" anchor="t" bIns="18000" lIns="18000" spcFirstLastPara="1" rIns="18000" wrap="square" tIns="18000">
            <a:spAutoFit/>
          </a:bodyPr>
          <a:lstStyle/>
          <a:p>
            <a:pPr indent="0" lvl="0" marL="0" rtl="0" algn="l">
              <a:spcBef>
                <a:spcPts val="0"/>
              </a:spcBef>
              <a:spcAft>
                <a:spcPts val="0"/>
              </a:spcAft>
              <a:buNone/>
            </a:pPr>
            <a:r>
              <a:rPr lang="es-419" sz="1100">
                <a:solidFill>
                  <a:srgbClr val="FFFFFF"/>
                </a:solidFill>
              </a:rPr>
              <a:t>Nombre:</a:t>
            </a:r>
            <a:endParaRPr sz="1100">
              <a:solidFill>
                <a:srgbClr val="FFFFFF"/>
              </a:solidFill>
            </a:endParaRPr>
          </a:p>
        </p:txBody>
      </p:sp>
      <p:sp>
        <p:nvSpPr>
          <p:cNvPr id="11450" name="Google Shape;11450;p193"/>
          <p:cNvSpPr/>
          <p:nvPr/>
        </p:nvSpPr>
        <p:spPr>
          <a:xfrm>
            <a:off x="-6216725" y="986400"/>
            <a:ext cx="5567400" cy="5853600"/>
          </a:xfrm>
          <a:prstGeom prst="roundRect">
            <a:avLst>
              <a:gd fmla="val 2402" name="adj"/>
            </a:avLst>
          </a:prstGeom>
          <a:solidFill>
            <a:srgbClr val="F3F3F3"/>
          </a:solidFill>
          <a:ln cap="flat" cmpd="sng" w="9525">
            <a:solidFill>
              <a:srgbClr val="F3F3F3"/>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t" bIns="91425" lIns="91425" spcFirstLastPara="1" rIns="91425" wrap="square" tIns="91425">
            <a:noAutofit/>
          </a:bodyPr>
          <a:lstStyle/>
          <a:p>
            <a:pPr indent="0" lvl="0" marL="0" rtl="0" algn="ctr">
              <a:spcBef>
                <a:spcPts val="0"/>
              </a:spcBef>
              <a:spcAft>
                <a:spcPts val="0"/>
              </a:spcAft>
              <a:buNone/>
            </a:pPr>
            <a:r>
              <a:rPr lang="es-419"/>
              <a:t>Paleta</a:t>
            </a:r>
            <a:endParaRPr/>
          </a:p>
        </p:txBody>
      </p:sp>
    </p:spTree>
  </p:cSld>
  <p:clrMapOvr>
    <a:masterClrMapping/>
  </p:clrMapOvr>
</p:sldLayout>
</file>

<file path=ppt/slideLayouts/slideLayout18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4.5 Diagrama de Actividad">
  <p:cSld name="TITLE_3_6_1_1_1_1_1_1_1_1_1_1_1_1_1_1_1_1_1_1">
    <p:spTree>
      <p:nvGrpSpPr>
        <p:cNvPr id="11451" name="Shape 11451"/>
        <p:cNvGrpSpPr/>
        <p:nvPr/>
      </p:nvGrpSpPr>
      <p:grpSpPr>
        <a:xfrm>
          <a:off x="0" y="0"/>
          <a:ext cx="0" cy="0"/>
          <a:chOff x="0" y="0"/>
          <a:chExt cx="0" cy="0"/>
        </a:xfrm>
      </p:grpSpPr>
      <p:sp>
        <p:nvSpPr>
          <p:cNvPr id="11452" name="Google Shape;11452;p194"/>
          <p:cNvSpPr/>
          <p:nvPr/>
        </p:nvSpPr>
        <p:spPr>
          <a:xfrm>
            <a:off x="-1396550" y="760700"/>
            <a:ext cx="748200" cy="6079200"/>
          </a:xfrm>
          <a:prstGeom prst="roundRect">
            <a:avLst>
              <a:gd fmla="val 11877" name="adj"/>
            </a:avLst>
          </a:prstGeom>
          <a:solidFill>
            <a:srgbClr val="F3F3F3"/>
          </a:solidFill>
          <a:ln cap="flat" cmpd="sng" w="9525">
            <a:solidFill>
              <a:srgbClr val="F3F3F3"/>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t" bIns="54000" lIns="72000" spcFirstLastPara="1" rIns="72000" wrap="square" tIns="54000">
            <a:noAutofit/>
          </a:bodyPr>
          <a:lstStyle/>
          <a:p>
            <a:pPr indent="0" lvl="0" marL="0" rtl="0" algn="ctr">
              <a:spcBef>
                <a:spcPts val="0"/>
              </a:spcBef>
              <a:spcAft>
                <a:spcPts val="0"/>
              </a:spcAft>
              <a:buNone/>
            </a:pPr>
            <a:r>
              <a:rPr i="1" lang="es-419"/>
              <a:t>Paleta</a:t>
            </a:r>
            <a:endParaRPr i="1"/>
          </a:p>
        </p:txBody>
      </p:sp>
      <p:sp>
        <p:nvSpPr>
          <p:cNvPr id="11453" name="Google Shape;11453;p194"/>
          <p:cNvSpPr txBox="1"/>
          <p:nvPr/>
        </p:nvSpPr>
        <p:spPr>
          <a:xfrm>
            <a:off x="2896942" y="1046542"/>
            <a:ext cx="1069200" cy="2166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t/>
            </a:r>
            <a:endParaRPr b="1" sz="600"/>
          </a:p>
        </p:txBody>
      </p:sp>
      <p:sp>
        <p:nvSpPr>
          <p:cNvPr id="11454" name="Google Shape;11454;p194"/>
          <p:cNvSpPr txBox="1"/>
          <p:nvPr/>
        </p:nvSpPr>
        <p:spPr>
          <a:xfrm>
            <a:off x="4101686" y="1046542"/>
            <a:ext cx="1163700" cy="2166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t/>
            </a:r>
            <a:endParaRPr b="1" sz="600"/>
          </a:p>
        </p:txBody>
      </p:sp>
      <p:sp>
        <p:nvSpPr>
          <p:cNvPr id="11455" name="Google Shape;11455;p194"/>
          <p:cNvSpPr txBox="1"/>
          <p:nvPr/>
        </p:nvSpPr>
        <p:spPr>
          <a:xfrm>
            <a:off x="6603322" y="1046542"/>
            <a:ext cx="1163700" cy="2166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t/>
            </a:r>
            <a:endParaRPr b="1" sz="600"/>
          </a:p>
        </p:txBody>
      </p:sp>
      <p:sp>
        <p:nvSpPr>
          <p:cNvPr id="11456" name="Google Shape;11456;p194"/>
          <p:cNvSpPr txBox="1"/>
          <p:nvPr/>
        </p:nvSpPr>
        <p:spPr>
          <a:xfrm>
            <a:off x="5400218" y="1046542"/>
            <a:ext cx="1203000" cy="2166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t/>
            </a:r>
            <a:endParaRPr b="1" sz="600"/>
          </a:p>
        </p:txBody>
      </p:sp>
      <p:sp>
        <p:nvSpPr>
          <p:cNvPr id="11457" name="Google Shape;11457;p194"/>
          <p:cNvSpPr/>
          <p:nvPr/>
        </p:nvSpPr>
        <p:spPr>
          <a:xfrm>
            <a:off x="97888" y="377012"/>
            <a:ext cx="9893400" cy="296700"/>
          </a:xfrm>
          <a:prstGeom prst="roundRect">
            <a:avLst>
              <a:gd fmla="val 22902" name="adj"/>
            </a:avLst>
          </a:prstGeom>
          <a:solidFill>
            <a:srgbClr val="F3F3F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11458" name="Google Shape;11458;p194"/>
          <p:cNvSpPr/>
          <p:nvPr/>
        </p:nvSpPr>
        <p:spPr>
          <a:xfrm>
            <a:off x="77688" y="358938"/>
            <a:ext cx="9935700" cy="6438000"/>
          </a:xfrm>
          <a:prstGeom prst="roundRect">
            <a:avLst>
              <a:gd fmla="val 2618" name="adj"/>
            </a:avLst>
          </a:prstGeom>
          <a:solidFill>
            <a:srgbClr val="FFFFFF"/>
          </a:solidFill>
          <a:ln cap="flat" cmpd="sng" w="38100">
            <a:solidFill>
              <a:srgbClr val="000000"/>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459" name="Google Shape;11459;p194"/>
          <p:cNvCxnSpPr/>
          <p:nvPr/>
        </p:nvCxnSpPr>
        <p:spPr>
          <a:xfrm>
            <a:off x="77688" y="772614"/>
            <a:ext cx="9935700" cy="0"/>
          </a:xfrm>
          <a:prstGeom prst="straightConnector1">
            <a:avLst/>
          </a:prstGeom>
          <a:noFill/>
          <a:ln cap="flat" cmpd="sng" w="19050">
            <a:solidFill>
              <a:srgbClr val="000000"/>
            </a:solidFill>
            <a:prstDash val="solid"/>
            <a:round/>
            <a:headEnd len="med" w="med" type="none"/>
            <a:tailEnd len="med" w="med" type="none"/>
          </a:ln>
        </p:spPr>
      </p:cxnSp>
      <p:cxnSp>
        <p:nvCxnSpPr>
          <p:cNvPr id="11460" name="Google Shape;11460;p194"/>
          <p:cNvCxnSpPr/>
          <p:nvPr/>
        </p:nvCxnSpPr>
        <p:spPr>
          <a:xfrm rot="10800000">
            <a:off x="2439038" y="368188"/>
            <a:ext cx="0" cy="402300"/>
          </a:xfrm>
          <a:prstGeom prst="straightConnector1">
            <a:avLst/>
          </a:prstGeom>
          <a:noFill/>
          <a:ln cap="flat" cmpd="sng" w="19050">
            <a:solidFill>
              <a:srgbClr val="000000"/>
            </a:solidFill>
            <a:prstDash val="solid"/>
            <a:round/>
            <a:headEnd len="med" w="med" type="none"/>
            <a:tailEnd len="med" w="med" type="none"/>
          </a:ln>
        </p:spPr>
      </p:cxnSp>
      <p:sp>
        <p:nvSpPr>
          <p:cNvPr id="11461" name="Google Shape;11461;p194"/>
          <p:cNvSpPr txBox="1"/>
          <p:nvPr/>
        </p:nvSpPr>
        <p:spPr>
          <a:xfrm>
            <a:off x="2896947" y="1353252"/>
            <a:ext cx="1069200" cy="2043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t/>
            </a:r>
            <a:endParaRPr b="1" sz="600"/>
          </a:p>
        </p:txBody>
      </p:sp>
      <p:sp>
        <p:nvSpPr>
          <p:cNvPr id="11462" name="Google Shape;11462;p194"/>
          <p:cNvSpPr txBox="1"/>
          <p:nvPr/>
        </p:nvSpPr>
        <p:spPr>
          <a:xfrm>
            <a:off x="4101689" y="1353252"/>
            <a:ext cx="1163700" cy="2043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t/>
            </a:r>
            <a:endParaRPr b="1" sz="600"/>
          </a:p>
        </p:txBody>
      </p:sp>
      <p:sp>
        <p:nvSpPr>
          <p:cNvPr id="11463" name="Google Shape;11463;p194"/>
          <p:cNvSpPr txBox="1"/>
          <p:nvPr/>
        </p:nvSpPr>
        <p:spPr>
          <a:xfrm>
            <a:off x="6603320" y="1353252"/>
            <a:ext cx="1163700" cy="2043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t/>
            </a:r>
            <a:endParaRPr b="1" sz="600"/>
          </a:p>
        </p:txBody>
      </p:sp>
      <p:sp>
        <p:nvSpPr>
          <p:cNvPr id="11464" name="Google Shape;11464;p194"/>
          <p:cNvSpPr txBox="1"/>
          <p:nvPr/>
        </p:nvSpPr>
        <p:spPr>
          <a:xfrm>
            <a:off x="7901849" y="1353252"/>
            <a:ext cx="1163700" cy="2043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t/>
            </a:r>
            <a:endParaRPr b="1" sz="600"/>
          </a:p>
        </p:txBody>
      </p:sp>
      <p:sp>
        <p:nvSpPr>
          <p:cNvPr id="11465" name="Google Shape;11465;p194"/>
          <p:cNvSpPr txBox="1"/>
          <p:nvPr/>
        </p:nvSpPr>
        <p:spPr>
          <a:xfrm>
            <a:off x="5400218" y="1353252"/>
            <a:ext cx="1203000" cy="2043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t/>
            </a:r>
            <a:endParaRPr b="1" sz="600"/>
          </a:p>
        </p:txBody>
      </p:sp>
      <p:sp>
        <p:nvSpPr>
          <p:cNvPr id="11466" name="Google Shape;11466;p194"/>
          <p:cNvSpPr txBox="1"/>
          <p:nvPr>
            <p:ph type="title"/>
          </p:nvPr>
        </p:nvSpPr>
        <p:spPr>
          <a:xfrm flipH="1">
            <a:off x="3219174" y="437575"/>
            <a:ext cx="1731300" cy="2658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200"/>
              <a:buNone/>
              <a:defRPr sz="1200">
                <a:solidFill>
                  <a:srgbClr val="000000"/>
                </a:solidFill>
              </a:defRPr>
            </a:lvl1pPr>
            <a:lvl2pPr lvl="1">
              <a:spcBef>
                <a:spcPts val="0"/>
              </a:spcBef>
              <a:spcAft>
                <a:spcPts val="0"/>
              </a:spcAft>
              <a:buClr>
                <a:srgbClr val="000000"/>
              </a:buClr>
              <a:buSzPts val="1100"/>
              <a:buNone/>
              <a:defRPr sz="1100">
                <a:solidFill>
                  <a:srgbClr val="000000"/>
                </a:solidFill>
              </a:defRPr>
            </a:lvl2pPr>
            <a:lvl3pPr lvl="2">
              <a:spcBef>
                <a:spcPts val="0"/>
              </a:spcBef>
              <a:spcAft>
                <a:spcPts val="0"/>
              </a:spcAft>
              <a:buClr>
                <a:srgbClr val="000000"/>
              </a:buClr>
              <a:buSzPts val="1100"/>
              <a:buNone/>
              <a:defRPr sz="1100">
                <a:solidFill>
                  <a:srgbClr val="000000"/>
                </a:solidFill>
              </a:defRPr>
            </a:lvl3pPr>
            <a:lvl4pPr lvl="3">
              <a:spcBef>
                <a:spcPts val="0"/>
              </a:spcBef>
              <a:spcAft>
                <a:spcPts val="0"/>
              </a:spcAft>
              <a:buClr>
                <a:srgbClr val="000000"/>
              </a:buClr>
              <a:buSzPts val="1100"/>
              <a:buNone/>
              <a:defRPr sz="1100">
                <a:solidFill>
                  <a:srgbClr val="000000"/>
                </a:solidFill>
              </a:defRPr>
            </a:lvl4pPr>
            <a:lvl5pPr lvl="4">
              <a:spcBef>
                <a:spcPts val="0"/>
              </a:spcBef>
              <a:spcAft>
                <a:spcPts val="0"/>
              </a:spcAft>
              <a:buClr>
                <a:srgbClr val="000000"/>
              </a:buClr>
              <a:buSzPts val="1100"/>
              <a:buNone/>
              <a:defRPr sz="1100">
                <a:solidFill>
                  <a:srgbClr val="000000"/>
                </a:solidFill>
              </a:defRPr>
            </a:lvl5pPr>
            <a:lvl6pPr lvl="5">
              <a:spcBef>
                <a:spcPts val="0"/>
              </a:spcBef>
              <a:spcAft>
                <a:spcPts val="0"/>
              </a:spcAft>
              <a:buClr>
                <a:srgbClr val="000000"/>
              </a:buClr>
              <a:buSzPts val="1100"/>
              <a:buNone/>
              <a:defRPr sz="1100">
                <a:solidFill>
                  <a:srgbClr val="000000"/>
                </a:solidFill>
              </a:defRPr>
            </a:lvl6pPr>
            <a:lvl7pPr lvl="6">
              <a:spcBef>
                <a:spcPts val="0"/>
              </a:spcBef>
              <a:spcAft>
                <a:spcPts val="0"/>
              </a:spcAft>
              <a:buClr>
                <a:srgbClr val="000000"/>
              </a:buClr>
              <a:buSzPts val="1100"/>
              <a:buNone/>
              <a:defRPr sz="1100">
                <a:solidFill>
                  <a:srgbClr val="000000"/>
                </a:solidFill>
              </a:defRPr>
            </a:lvl7pPr>
            <a:lvl8pPr lvl="7">
              <a:spcBef>
                <a:spcPts val="0"/>
              </a:spcBef>
              <a:spcAft>
                <a:spcPts val="0"/>
              </a:spcAft>
              <a:buClr>
                <a:srgbClr val="000000"/>
              </a:buClr>
              <a:buSzPts val="1100"/>
              <a:buNone/>
              <a:defRPr sz="1100">
                <a:solidFill>
                  <a:srgbClr val="000000"/>
                </a:solidFill>
              </a:defRPr>
            </a:lvl8pPr>
            <a:lvl9pPr lvl="8">
              <a:spcBef>
                <a:spcPts val="0"/>
              </a:spcBef>
              <a:spcAft>
                <a:spcPts val="0"/>
              </a:spcAft>
              <a:buClr>
                <a:srgbClr val="000000"/>
              </a:buClr>
              <a:buSzPts val="1100"/>
              <a:buNone/>
              <a:defRPr sz="1100">
                <a:solidFill>
                  <a:srgbClr val="000000"/>
                </a:solidFill>
              </a:defRPr>
            </a:lvl9pPr>
          </a:lstStyle>
          <a:p/>
        </p:txBody>
      </p:sp>
      <p:sp>
        <p:nvSpPr>
          <p:cNvPr id="11467" name="Google Shape;11467;p194"/>
          <p:cNvSpPr txBox="1"/>
          <p:nvPr/>
        </p:nvSpPr>
        <p:spPr>
          <a:xfrm>
            <a:off x="2513487" y="437267"/>
            <a:ext cx="679500" cy="2664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b="1" lang="es-419" sz="1100"/>
              <a:t>Proceso:</a:t>
            </a:r>
            <a:endParaRPr b="1" sz="1100"/>
          </a:p>
        </p:txBody>
      </p:sp>
      <p:cxnSp>
        <p:nvCxnSpPr>
          <p:cNvPr id="11468" name="Google Shape;11468;p194"/>
          <p:cNvCxnSpPr/>
          <p:nvPr/>
        </p:nvCxnSpPr>
        <p:spPr>
          <a:xfrm rot="10800000">
            <a:off x="5070754" y="368188"/>
            <a:ext cx="0" cy="402300"/>
          </a:xfrm>
          <a:prstGeom prst="straightConnector1">
            <a:avLst/>
          </a:prstGeom>
          <a:noFill/>
          <a:ln cap="flat" cmpd="sng" w="19050">
            <a:solidFill>
              <a:srgbClr val="000000"/>
            </a:solidFill>
            <a:prstDash val="solid"/>
            <a:round/>
            <a:headEnd len="med" w="med" type="none"/>
            <a:tailEnd len="med" w="med" type="none"/>
          </a:ln>
        </p:spPr>
      </p:cxnSp>
      <p:sp>
        <p:nvSpPr>
          <p:cNvPr id="11469" name="Google Shape;11469;p194"/>
          <p:cNvSpPr txBox="1"/>
          <p:nvPr/>
        </p:nvSpPr>
        <p:spPr>
          <a:xfrm>
            <a:off x="5191013" y="387663"/>
            <a:ext cx="13026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Finalidad empresa:</a:t>
            </a:r>
            <a:endParaRPr b="1" sz="1100"/>
          </a:p>
        </p:txBody>
      </p:sp>
      <p:sp>
        <p:nvSpPr>
          <p:cNvPr id="11470" name="Google Shape;11470;p194"/>
          <p:cNvSpPr txBox="1"/>
          <p:nvPr/>
        </p:nvSpPr>
        <p:spPr>
          <a:xfrm>
            <a:off x="5191013" y="579538"/>
            <a:ext cx="11637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Finalidad cliente:</a:t>
            </a:r>
            <a:endParaRPr b="1" sz="1100"/>
          </a:p>
        </p:txBody>
      </p:sp>
      <p:sp>
        <p:nvSpPr>
          <p:cNvPr id="11471" name="Google Shape;11471;p194"/>
          <p:cNvSpPr/>
          <p:nvPr/>
        </p:nvSpPr>
        <p:spPr>
          <a:xfrm>
            <a:off x="77688" y="349338"/>
            <a:ext cx="2361300" cy="421200"/>
          </a:xfrm>
          <a:prstGeom prst="roundRect">
            <a:avLst>
              <a:gd fmla="val 50000" name="adj"/>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s-419" sz="1200">
                <a:solidFill>
                  <a:srgbClr val="FFFFFF"/>
                </a:solidFill>
              </a:rPr>
              <a:t>Diagrama de Actividad</a:t>
            </a:r>
            <a:endParaRPr b="1" sz="1200">
              <a:solidFill>
                <a:srgbClr val="FFFFFF"/>
              </a:solidFill>
            </a:endParaRPr>
          </a:p>
          <a:p>
            <a:pPr indent="0" lvl="0" marL="0" rtl="0" algn="ctr">
              <a:spcBef>
                <a:spcPts val="0"/>
              </a:spcBef>
              <a:spcAft>
                <a:spcPts val="0"/>
              </a:spcAft>
              <a:buNone/>
            </a:pPr>
            <a:r>
              <a:t/>
            </a:r>
            <a:endParaRPr b="1" sz="1200">
              <a:solidFill>
                <a:srgbClr val="FFFFFF"/>
              </a:solidFill>
            </a:endParaRPr>
          </a:p>
        </p:txBody>
      </p:sp>
      <p:sp>
        <p:nvSpPr>
          <p:cNvPr id="11472" name="Google Shape;11472;p194"/>
          <p:cNvSpPr/>
          <p:nvPr/>
        </p:nvSpPr>
        <p:spPr>
          <a:xfrm>
            <a:off x="83988" y="595504"/>
            <a:ext cx="190200" cy="1692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3" name="Google Shape;11473;p194"/>
          <p:cNvSpPr/>
          <p:nvPr/>
        </p:nvSpPr>
        <p:spPr>
          <a:xfrm>
            <a:off x="2292338" y="358938"/>
            <a:ext cx="146700" cy="4023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4" name="Google Shape;11474;p194"/>
          <p:cNvSpPr txBox="1"/>
          <p:nvPr>
            <p:ph idx="2" type="title"/>
          </p:nvPr>
        </p:nvSpPr>
        <p:spPr>
          <a:xfrm flipH="1">
            <a:off x="6546263" y="387663"/>
            <a:ext cx="3350100" cy="1692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000"/>
              <a:buNone/>
              <a:defRPr sz="1000">
                <a:solidFill>
                  <a:srgbClr val="000000"/>
                </a:solidFill>
              </a:defRPr>
            </a:lvl1pPr>
            <a:lvl2pPr lvl="1">
              <a:spcBef>
                <a:spcPts val="0"/>
              </a:spcBef>
              <a:spcAft>
                <a:spcPts val="0"/>
              </a:spcAft>
              <a:buClr>
                <a:srgbClr val="000000"/>
              </a:buClr>
              <a:buSzPts val="1000"/>
              <a:buNone/>
              <a:defRPr sz="1000">
                <a:solidFill>
                  <a:srgbClr val="000000"/>
                </a:solidFill>
              </a:defRPr>
            </a:lvl2pPr>
            <a:lvl3pPr lvl="2">
              <a:spcBef>
                <a:spcPts val="0"/>
              </a:spcBef>
              <a:spcAft>
                <a:spcPts val="0"/>
              </a:spcAft>
              <a:buClr>
                <a:srgbClr val="000000"/>
              </a:buClr>
              <a:buSzPts val="1000"/>
              <a:buNone/>
              <a:defRPr sz="1000">
                <a:solidFill>
                  <a:srgbClr val="000000"/>
                </a:solidFill>
              </a:defRPr>
            </a:lvl3pPr>
            <a:lvl4pPr lvl="3">
              <a:spcBef>
                <a:spcPts val="0"/>
              </a:spcBef>
              <a:spcAft>
                <a:spcPts val="0"/>
              </a:spcAft>
              <a:buClr>
                <a:srgbClr val="000000"/>
              </a:buClr>
              <a:buSzPts val="1000"/>
              <a:buNone/>
              <a:defRPr sz="1000">
                <a:solidFill>
                  <a:srgbClr val="000000"/>
                </a:solidFill>
              </a:defRPr>
            </a:lvl4pPr>
            <a:lvl5pPr lvl="4">
              <a:spcBef>
                <a:spcPts val="0"/>
              </a:spcBef>
              <a:spcAft>
                <a:spcPts val="0"/>
              </a:spcAft>
              <a:buClr>
                <a:srgbClr val="000000"/>
              </a:buClr>
              <a:buSzPts val="1000"/>
              <a:buNone/>
              <a:defRPr sz="1000">
                <a:solidFill>
                  <a:srgbClr val="000000"/>
                </a:solidFill>
              </a:defRPr>
            </a:lvl5pPr>
            <a:lvl6pPr lvl="5">
              <a:spcBef>
                <a:spcPts val="0"/>
              </a:spcBef>
              <a:spcAft>
                <a:spcPts val="0"/>
              </a:spcAft>
              <a:buClr>
                <a:srgbClr val="000000"/>
              </a:buClr>
              <a:buSzPts val="1000"/>
              <a:buNone/>
              <a:defRPr sz="1000">
                <a:solidFill>
                  <a:srgbClr val="000000"/>
                </a:solidFill>
              </a:defRPr>
            </a:lvl6pPr>
            <a:lvl7pPr lvl="6">
              <a:spcBef>
                <a:spcPts val="0"/>
              </a:spcBef>
              <a:spcAft>
                <a:spcPts val="0"/>
              </a:spcAft>
              <a:buClr>
                <a:srgbClr val="000000"/>
              </a:buClr>
              <a:buSzPts val="1000"/>
              <a:buNone/>
              <a:defRPr sz="1000">
                <a:solidFill>
                  <a:srgbClr val="000000"/>
                </a:solidFill>
              </a:defRPr>
            </a:lvl7pPr>
            <a:lvl8pPr lvl="7">
              <a:spcBef>
                <a:spcPts val="0"/>
              </a:spcBef>
              <a:spcAft>
                <a:spcPts val="0"/>
              </a:spcAft>
              <a:buClr>
                <a:srgbClr val="000000"/>
              </a:buClr>
              <a:buSzPts val="1000"/>
              <a:buNone/>
              <a:defRPr sz="1000">
                <a:solidFill>
                  <a:srgbClr val="000000"/>
                </a:solidFill>
              </a:defRPr>
            </a:lvl8pPr>
            <a:lvl9pPr lvl="8">
              <a:spcBef>
                <a:spcPts val="0"/>
              </a:spcBef>
              <a:spcAft>
                <a:spcPts val="0"/>
              </a:spcAft>
              <a:buClr>
                <a:srgbClr val="000000"/>
              </a:buClr>
              <a:buSzPts val="1000"/>
              <a:buNone/>
              <a:defRPr sz="1000">
                <a:solidFill>
                  <a:srgbClr val="000000"/>
                </a:solidFill>
              </a:defRPr>
            </a:lvl9pPr>
          </a:lstStyle>
          <a:p/>
        </p:txBody>
      </p:sp>
      <p:sp>
        <p:nvSpPr>
          <p:cNvPr id="11475" name="Google Shape;11475;p194"/>
          <p:cNvSpPr txBox="1"/>
          <p:nvPr>
            <p:ph idx="3" type="title"/>
          </p:nvPr>
        </p:nvSpPr>
        <p:spPr>
          <a:xfrm flipH="1">
            <a:off x="6546263" y="579538"/>
            <a:ext cx="3350100" cy="1692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000"/>
              <a:buNone/>
              <a:defRPr sz="1000">
                <a:solidFill>
                  <a:srgbClr val="000000"/>
                </a:solidFill>
              </a:defRPr>
            </a:lvl1pPr>
            <a:lvl2pPr lvl="1">
              <a:spcBef>
                <a:spcPts val="0"/>
              </a:spcBef>
              <a:spcAft>
                <a:spcPts val="0"/>
              </a:spcAft>
              <a:buClr>
                <a:srgbClr val="000000"/>
              </a:buClr>
              <a:buSzPts val="1000"/>
              <a:buNone/>
              <a:defRPr sz="1000">
                <a:solidFill>
                  <a:srgbClr val="000000"/>
                </a:solidFill>
              </a:defRPr>
            </a:lvl2pPr>
            <a:lvl3pPr lvl="2">
              <a:spcBef>
                <a:spcPts val="0"/>
              </a:spcBef>
              <a:spcAft>
                <a:spcPts val="0"/>
              </a:spcAft>
              <a:buClr>
                <a:srgbClr val="000000"/>
              </a:buClr>
              <a:buSzPts val="1000"/>
              <a:buNone/>
              <a:defRPr sz="1000">
                <a:solidFill>
                  <a:srgbClr val="000000"/>
                </a:solidFill>
              </a:defRPr>
            </a:lvl3pPr>
            <a:lvl4pPr lvl="3">
              <a:spcBef>
                <a:spcPts val="0"/>
              </a:spcBef>
              <a:spcAft>
                <a:spcPts val="0"/>
              </a:spcAft>
              <a:buClr>
                <a:srgbClr val="000000"/>
              </a:buClr>
              <a:buSzPts val="1000"/>
              <a:buNone/>
              <a:defRPr sz="1000">
                <a:solidFill>
                  <a:srgbClr val="000000"/>
                </a:solidFill>
              </a:defRPr>
            </a:lvl4pPr>
            <a:lvl5pPr lvl="4">
              <a:spcBef>
                <a:spcPts val="0"/>
              </a:spcBef>
              <a:spcAft>
                <a:spcPts val="0"/>
              </a:spcAft>
              <a:buClr>
                <a:srgbClr val="000000"/>
              </a:buClr>
              <a:buSzPts val="1000"/>
              <a:buNone/>
              <a:defRPr sz="1000">
                <a:solidFill>
                  <a:srgbClr val="000000"/>
                </a:solidFill>
              </a:defRPr>
            </a:lvl5pPr>
            <a:lvl6pPr lvl="5">
              <a:spcBef>
                <a:spcPts val="0"/>
              </a:spcBef>
              <a:spcAft>
                <a:spcPts val="0"/>
              </a:spcAft>
              <a:buClr>
                <a:srgbClr val="000000"/>
              </a:buClr>
              <a:buSzPts val="1000"/>
              <a:buNone/>
              <a:defRPr sz="1000">
                <a:solidFill>
                  <a:srgbClr val="000000"/>
                </a:solidFill>
              </a:defRPr>
            </a:lvl6pPr>
            <a:lvl7pPr lvl="6">
              <a:spcBef>
                <a:spcPts val="0"/>
              </a:spcBef>
              <a:spcAft>
                <a:spcPts val="0"/>
              </a:spcAft>
              <a:buClr>
                <a:srgbClr val="000000"/>
              </a:buClr>
              <a:buSzPts val="1000"/>
              <a:buNone/>
              <a:defRPr sz="1000">
                <a:solidFill>
                  <a:srgbClr val="000000"/>
                </a:solidFill>
              </a:defRPr>
            </a:lvl7pPr>
            <a:lvl8pPr lvl="7">
              <a:spcBef>
                <a:spcPts val="0"/>
              </a:spcBef>
              <a:spcAft>
                <a:spcPts val="0"/>
              </a:spcAft>
              <a:buClr>
                <a:srgbClr val="000000"/>
              </a:buClr>
              <a:buSzPts val="1000"/>
              <a:buNone/>
              <a:defRPr sz="1000">
                <a:solidFill>
                  <a:srgbClr val="000000"/>
                </a:solidFill>
              </a:defRPr>
            </a:lvl8pPr>
            <a:lvl9pPr lvl="8">
              <a:spcBef>
                <a:spcPts val="0"/>
              </a:spcBef>
              <a:spcAft>
                <a:spcPts val="0"/>
              </a:spcAft>
              <a:buClr>
                <a:srgbClr val="000000"/>
              </a:buClr>
              <a:buSzPts val="1000"/>
              <a:buNone/>
              <a:defRPr sz="1000">
                <a:solidFill>
                  <a:srgbClr val="000000"/>
                </a:solidFill>
              </a:defRPr>
            </a:lvl9pPr>
          </a:lstStyle>
          <a:p/>
        </p:txBody>
      </p:sp>
      <p:sp>
        <p:nvSpPr>
          <p:cNvPr id="11476" name="Google Shape;11476;p194"/>
          <p:cNvSpPr/>
          <p:nvPr/>
        </p:nvSpPr>
        <p:spPr>
          <a:xfrm>
            <a:off x="221113" y="928363"/>
            <a:ext cx="1932000" cy="5724000"/>
          </a:xfrm>
          <a:prstGeom prst="rect">
            <a:avLst/>
          </a:prstGeom>
          <a:noFill/>
          <a:ln cap="flat" cmpd="sng" w="9525">
            <a:solidFill>
              <a:srgbClr val="E991AE"/>
            </a:solidFill>
            <a:prstDash val="solid"/>
            <a:round/>
            <a:headEnd len="sm" w="sm" type="none"/>
            <a:tailEnd len="sm" w="sm" type="none"/>
          </a:ln>
        </p:spPr>
        <p:txBody>
          <a:bodyPr anchorCtr="0" anchor="t" bIns="91425" lIns="91425" spcFirstLastPara="1" rIns="91425" wrap="square" tIns="91425">
            <a:noAutofit/>
          </a:bodyPr>
          <a:lstStyle/>
          <a:p>
            <a:pPr indent="0" lvl="0" marL="0" marR="0" rtl="0" algn="l">
              <a:lnSpc>
                <a:spcPct val="100000"/>
              </a:lnSpc>
              <a:spcBef>
                <a:spcPts val="0"/>
              </a:spcBef>
              <a:spcAft>
                <a:spcPts val="0"/>
              </a:spcAft>
              <a:buNone/>
            </a:pPr>
            <a:r>
              <a:t/>
            </a:r>
            <a:endParaRPr/>
          </a:p>
        </p:txBody>
      </p:sp>
      <p:sp>
        <p:nvSpPr>
          <p:cNvPr id="11477" name="Google Shape;11477;p194"/>
          <p:cNvSpPr/>
          <p:nvPr/>
        </p:nvSpPr>
        <p:spPr>
          <a:xfrm>
            <a:off x="2153413" y="928363"/>
            <a:ext cx="1932000" cy="5724000"/>
          </a:xfrm>
          <a:prstGeom prst="rect">
            <a:avLst/>
          </a:prstGeom>
          <a:noFill/>
          <a:ln cap="flat" cmpd="sng" w="9525">
            <a:solidFill>
              <a:srgbClr val="E991AE"/>
            </a:solidFill>
            <a:prstDash val="solid"/>
            <a:round/>
            <a:headEnd len="sm" w="sm" type="none"/>
            <a:tailEnd len="sm" w="sm" type="none"/>
          </a:ln>
        </p:spPr>
        <p:txBody>
          <a:bodyPr anchorCtr="0" anchor="t" bIns="91425" lIns="91425" spcFirstLastPara="1" rIns="91425" wrap="square" tIns="91425">
            <a:noAutofit/>
          </a:bodyPr>
          <a:lstStyle/>
          <a:p>
            <a:pPr indent="0" lvl="0" marL="0" marR="0" rtl="0" algn="l">
              <a:lnSpc>
                <a:spcPct val="100000"/>
              </a:lnSpc>
              <a:spcBef>
                <a:spcPts val="0"/>
              </a:spcBef>
              <a:spcAft>
                <a:spcPts val="0"/>
              </a:spcAft>
              <a:buNone/>
            </a:pPr>
            <a:r>
              <a:t/>
            </a:r>
            <a:endParaRPr/>
          </a:p>
        </p:txBody>
      </p:sp>
      <p:sp>
        <p:nvSpPr>
          <p:cNvPr id="11478" name="Google Shape;11478;p194"/>
          <p:cNvSpPr/>
          <p:nvPr/>
        </p:nvSpPr>
        <p:spPr>
          <a:xfrm>
            <a:off x="4085413" y="928363"/>
            <a:ext cx="1932000" cy="5724000"/>
          </a:xfrm>
          <a:prstGeom prst="rect">
            <a:avLst/>
          </a:prstGeom>
          <a:noFill/>
          <a:ln cap="flat" cmpd="sng" w="9525">
            <a:solidFill>
              <a:srgbClr val="E991AE"/>
            </a:solidFill>
            <a:prstDash val="solid"/>
            <a:round/>
            <a:headEnd len="sm" w="sm" type="none"/>
            <a:tailEnd len="sm" w="sm" type="none"/>
          </a:ln>
        </p:spPr>
        <p:txBody>
          <a:bodyPr anchorCtr="0" anchor="t" bIns="91425" lIns="91425" spcFirstLastPara="1" rIns="91425" wrap="square" tIns="91425">
            <a:noAutofit/>
          </a:bodyPr>
          <a:lstStyle/>
          <a:p>
            <a:pPr indent="0" lvl="0" marL="0" marR="0" rtl="0" algn="l">
              <a:lnSpc>
                <a:spcPct val="100000"/>
              </a:lnSpc>
              <a:spcBef>
                <a:spcPts val="0"/>
              </a:spcBef>
              <a:spcAft>
                <a:spcPts val="0"/>
              </a:spcAft>
              <a:buNone/>
            </a:pPr>
            <a:r>
              <a:t/>
            </a:r>
            <a:endParaRPr/>
          </a:p>
        </p:txBody>
      </p:sp>
      <p:sp>
        <p:nvSpPr>
          <p:cNvPr id="11479" name="Google Shape;11479;p194"/>
          <p:cNvSpPr/>
          <p:nvPr/>
        </p:nvSpPr>
        <p:spPr>
          <a:xfrm>
            <a:off x="6017713" y="928363"/>
            <a:ext cx="1932000" cy="5724000"/>
          </a:xfrm>
          <a:prstGeom prst="rect">
            <a:avLst/>
          </a:prstGeom>
          <a:noFill/>
          <a:ln cap="flat" cmpd="sng" w="9525">
            <a:solidFill>
              <a:srgbClr val="E991AE"/>
            </a:solidFill>
            <a:prstDash val="solid"/>
            <a:round/>
            <a:headEnd len="sm" w="sm" type="none"/>
            <a:tailEnd len="sm" w="sm" type="none"/>
          </a:ln>
        </p:spPr>
        <p:txBody>
          <a:bodyPr anchorCtr="0" anchor="t" bIns="91425" lIns="91425" spcFirstLastPara="1" rIns="91425" wrap="square" tIns="91425">
            <a:noAutofit/>
          </a:bodyPr>
          <a:lstStyle/>
          <a:p>
            <a:pPr indent="0" lvl="0" marL="0" marR="0" rtl="0" algn="l">
              <a:lnSpc>
                <a:spcPct val="100000"/>
              </a:lnSpc>
              <a:spcBef>
                <a:spcPts val="0"/>
              </a:spcBef>
              <a:spcAft>
                <a:spcPts val="0"/>
              </a:spcAft>
              <a:buNone/>
            </a:pPr>
            <a:r>
              <a:t/>
            </a:r>
            <a:endParaRPr/>
          </a:p>
        </p:txBody>
      </p:sp>
      <p:sp>
        <p:nvSpPr>
          <p:cNvPr id="11480" name="Google Shape;11480;p194"/>
          <p:cNvSpPr/>
          <p:nvPr/>
        </p:nvSpPr>
        <p:spPr>
          <a:xfrm>
            <a:off x="7949713" y="928363"/>
            <a:ext cx="1932000" cy="5724000"/>
          </a:xfrm>
          <a:prstGeom prst="rect">
            <a:avLst/>
          </a:prstGeom>
          <a:noFill/>
          <a:ln cap="flat" cmpd="sng" w="9525">
            <a:solidFill>
              <a:srgbClr val="E991AE"/>
            </a:solidFill>
            <a:prstDash val="solid"/>
            <a:round/>
            <a:headEnd len="sm" w="sm" type="none"/>
            <a:tailEnd len="sm" w="sm" type="none"/>
          </a:ln>
        </p:spPr>
        <p:txBody>
          <a:bodyPr anchorCtr="0" anchor="t" bIns="91425" lIns="91425" spcFirstLastPara="1" rIns="91425" wrap="square" tIns="91425">
            <a:noAutofit/>
          </a:bodyPr>
          <a:lstStyle/>
          <a:p>
            <a:pPr indent="0" lvl="0" marL="0" marR="0" rtl="0" algn="l">
              <a:lnSpc>
                <a:spcPct val="100000"/>
              </a:lnSpc>
              <a:spcBef>
                <a:spcPts val="0"/>
              </a:spcBef>
              <a:spcAft>
                <a:spcPts val="0"/>
              </a:spcAft>
              <a:buNone/>
            </a:pPr>
            <a:r>
              <a:t/>
            </a:r>
            <a:endParaRPr/>
          </a:p>
        </p:txBody>
      </p:sp>
      <p:sp>
        <p:nvSpPr>
          <p:cNvPr id="11481" name="Google Shape;11481;p194"/>
          <p:cNvSpPr/>
          <p:nvPr/>
        </p:nvSpPr>
        <p:spPr>
          <a:xfrm>
            <a:off x="221113" y="928363"/>
            <a:ext cx="9660600" cy="296700"/>
          </a:xfrm>
          <a:prstGeom prst="rect">
            <a:avLst/>
          </a:prstGeom>
          <a:noFill/>
          <a:ln cap="flat" cmpd="sng" w="9525">
            <a:solidFill>
              <a:srgbClr val="E991AE"/>
            </a:solidFill>
            <a:prstDash val="solid"/>
            <a:round/>
            <a:headEnd len="sm" w="sm" type="none"/>
            <a:tailEnd len="sm" w="sm" type="none"/>
          </a:ln>
        </p:spPr>
        <p:txBody>
          <a:bodyPr anchorCtr="0" anchor="t" bIns="91425" lIns="91425" spcFirstLastPara="1" rIns="91425" wrap="square" tIns="91425">
            <a:noAutofit/>
          </a:bodyPr>
          <a:lstStyle/>
          <a:p>
            <a:pPr indent="0" lvl="0" marL="0" marR="0" rtl="0" algn="l">
              <a:lnSpc>
                <a:spcPct val="100000"/>
              </a:lnSpc>
              <a:spcBef>
                <a:spcPts val="0"/>
              </a:spcBef>
              <a:spcAft>
                <a:spcPts val="0"/>
              </a:spcAft>
              <a:buNone/>
            </a:pPr>
            <a:r>
              <a:t/>
            </a:r>
            <a:endParaRPr/>
          </a:p>
        </p:txBody>
      </p:sp>
      <p:sp>
        <p:nvSpPr>
          <p:cNvPr id="11482" name="Google Shape;11482;p194"/>
          <p:cNvSpPr txBox="1"/>
          <p:nvPr>
            <p:ph idx="1" type="subTitle"/>
          </p:nvPr>
        </p:nvSpPr>
        <p:spPr>
          <a:xfrm>
            <a:off x="221113" y="928363"/>
            <a:ext cx="1932000" cy="296700"/>
          </a:xfrm>
          <a:prstGeom prst="rect">
            <a:avLst/>
          </a:prstGeom>
          <a:noFill/>
          <a:ln>
            <a:noFill/>
          </a:ln>
        </p:spPr>
        <p:txBody>
          <a:bodyPr anchorCtr="0" anchor="t" bIns="36000" lIns="36000" spcFirstLastPara="1" rIns="36000" wrap="square" tIns="36000">
            <a:noAutofit/>
          </a:bodyPr>
          <a:lstStyle>
            <a:lvl1pPr lvl="0" algn="ctr">
              <a:spcBef>
                <a:spcPts val="0"/>
              </a:spcBef>
              <a:spcAft>
                <a:spcPts val="0"/>
              </a:spcAft>
              <a:buClr>
                <a:srgbClr val="000000"/>
              </a:buClr>
              <a:buSzPts val="1200"/>
              <a:buNone/>
              <a:defRPr sz="1200">
                <a:solidFill>
                  <a:srgbClr val="000000"/>
                </a:solidFill>
              </a:defRPr>
            </a:lvl1pPr>
            <a:lvl2pPr lvl="1" algn="ctr">
              <a:spcBef>
                <a:spcPts val="0"/>
              </a:spcBef>
              <a:spcAft>
                <a:spcPts val="0"/>
              </a:spcAft>
              <a:buSzPts val="1200"/>
              <a:buNone/>
              <a:defRPr sz="1200"/>
            </a:lvl2pPr>
            <a:lvl3pPr lvl="2" algn="ctr">
              <a:spcBef>
                <a:spcPts val="0"/>
              </a:spcBef>
              <a:spcAft>
                <a:spcPts val="0"/>
              </a:spcAft>
              <a:buSzPts val="1200"/>
              <a:buNone/>
              <a:defRPr sz="1200"/>
            </a:lvl3pPr>
            <a:lvl4pPr lvl="3" algn="ctr">
              <a:spcBef>
                <a:spcPts val="0"/>
              </a:spcBef>
              <a:spcAft>
                <a:spcPts val="0"/>
              </a:spcAft>
              <a:buSzPts val="1200"/>
              <a:buNone/>
              <a:defRPr sz="1200"/>
            </a:lvl4pPr>
            <a:lvl5pPr lvl="4" algn="ctr">
              <a:spcBef>
                <a:spcPts val="0"/>
              </a:spcBef>
              <a:spcAft>
                <a:spcPts val="0"/>
              </a:spcAft>
              <a:buSzPts val="1200"/>
              <a:buNone/>
              <a:defRPr sz="1200"/>
            </a:lvl5pPr>
            <a:lvl6pPr lvl="5" algn="ctr">
              <a:spcBef>
                <a:spcPts val="0"/>
              </a:spcBef>
              <a:spcAft>
                <a:spcPts val="0"/>
              </a:spcAft>
              <a:buSzPts val="1200"/>
              <a:buNone/>
              <a:defRPr sz="1200"/>
            </a:lvl6pPr>
            <a:lvl7pPr lvl="6" algn="ctr">
              <a:spcBef>
                <a:spcPts val="0"/>
              </a:spcBef>
              <a:spcAft>
                <a:spcPts val="0"/>
              </a:spcAft>
              <a:buSzPts val="1200"/>
              <a:buNone/>
              <a:defRPr sz="1200"/>
            </a:lvl7pPr>
            <a:lvl8pPr lvl="7" algn="ctr">
              <a:spcBef>
                <a:spcPts val="0"/>
              </a:spcBef>
              <a:spcAft>
                <a:spcPts val="0"/>
              </a:spcAft>
              <a:buSzPts val="1200"/>
              <a:buNone/>
              <a:defRPr sz="1200"/>
            </a:lvl8pPr>
            <a:lvl9pPr lvl="8" algn="ctr">
              <a:spcBef>
                <a:spcPts val="0"/>
              </a:spcBef>
              <a:spcAft>
                <a:spcPts val="0"/>
              </a:spcAft>
              <a:buSzPts val="1200"/>
              <a:buNone/>
              <a:defRPr sz="1200"/>
            </a:lvl9pPr>
          </a:lstStyle>
          <a:p/>
        </p:txBody>
      </p:sp>
      <p:sp>
        <p:nvSpPr>
          <p:cNvPr id="11483" name="Google Shape;11483;p194"/>
          <p:cNvSpPr txBox="1"/>
          <p:nvPr>
            <p:ph idx="4" type="subTitle"/>
          </p:nvPr>
        </p:nvSpPr>
        <p:spPr>
          <a:xfrm>
            <a:off x="2153413" y="928363"/>
            <a:ext cx="1932000" cy="296700"/>
          </a:xfrm>
          <a:prstGeom prst="rect">
            <a:avLst/>
          </a:prstGeom>
          <a:noFill/>
          <a:ln>
            <a:noFill/>
          </a:ln>
        </p:spPr>
        <p:txBody>
          <a:bodyPr anchorCtr="0" anchor="t" bIns="36000" lIns="36000" spcFirstLastPara="1" rIns="36000" wrap="square" tIns="36000">
            <a:noAutofit/>
          </a:bodyPr>
          <a:lstStyle>
            <a:lvl1pPr lvl="0" algn="ctr">
              <a:spcBef>
                <a:spcPts val="0"/>
              </a:spcBef>
              <a:spcAft>
                <a:spcPts val="0"/>
              </a:spcAft>
              <a:buClr>
                <a:srgbClr val="000000"/>
              </a:buClr>
              <a:buSzPts val="1200"/>
              <a:buNone/>
              <a:defRPr sz="1200">
                <a:solidFill>
                  <a:srgbClr val="000000"/>
                </a:solidFill>
              </a:defRPr>
            </a:lvl1pPr>
            <a:lvl2pPr lvl="1" algn="ctr">
              <a:spcBef>
                <a:spcPts val="0"/>
              </a:spcBef>
              <a:spcAft>
                <a:spcPts val="0"/>
              </a:spcAft>
              <a:buSzPts val="1200"/>
              <a:buNone/>
              <a:defRPr sz="1200"/>
            </a:lvl2pPr>
            <a:lvl3pPr lvl="2" algn="ctr">
              <a:spcBef>
                <a:spcPts val="0"/>
              </a:spcBef>
              <a:spcAft>
                <a:spcPts val="0"/>
              </a:spcAft>
              <a:buSzPts val="1200"/>
              <a:buNone/>
              <a:defRPr sz="1200"/>
            </a:lvl3pPr>
            <a:lvl4pPr lvl="3" algn="ctr">
              <a:spcBef>
                <a:spcPts val="0"/>
              </a:spcBef>
              <a:spcAft>
                <a:spcPts val="0"/>
              </a:spcAft>
              <a:buSzPts val="1200"/>
              <a:buNone/>
              <a:defRPr sz="1200"/>
            </a:lvl4pPr>
            <a:lvl5pPr lvl="4" algn="ctr">
              <a:spcBef>
                <a:spcPts val="0"/>
              </a:spcBef>
              <a:spcAft>
                <a:spcPts val="0"/>
              </a:spcAft>
              <a:buSzPts val="1200"/>
              <a:buNone/>
              <a:defRPr sz="1200"/>
            </a:lvl5pPr>
            <a:lvl6pPr lvl="5" algn="ctr">
              <a:spcBef>
                <a:spcPts val="0"/>
              </a:spcBef>
              <a:spcAft>
                <a:spcPts val="0"/>
              </a:spcAft>
              <a:buSzPts val="1200"/>
              <a:buNone/>
              <a:defRPr sz="1200"/>
            </a:lvl6pPr>
            <a:lvl7pPr lvl="6" algn="ctr">
              <a:spcBef>
                <a:spcPts val="0"/>
              </a:spcBef>
              <a:spcAft>
                <a:spcPts val="0"/>
              </a:spcAft>
              <a:buSzPts val="1200"/>
              <a:buNone/>
              <a:defRPr sz="1200"/>
            </a:lvl7pPr>
            <a:lvl8pPr lvl="7" algn="ctr">
              <a:spcBef>
                <a:spcPts val="0"/>
              </a:spcBef>
              <a:spcAft>
                <a:spcPts val="0"/>
              </a:spcAft>
              <a:buSzPts val="1200"/>
              <a:buNone/>
              <a:defRPr sz="1200"/>
            </a:lvl8pPr>
            <a:lvl9pPr lvl="8" algn="ctr">
              <a:spcBef>
                <a:spcPts val="0"/>
              </a:spcBef>
              <a:spcAft>
                <a:spcPts val="0"/>
              </a:spcAft>
              <a:buSzPts val="1200"/>
              <a:buNone/>
              <a:defRPr sz="1200"/>
            </a:lvl9pPr>
          </a:lstStyle>
          <a:p/>
        </p:txBody>
      </p:sp>
      <p:sp>
        <p:nvSpPr>
          <p:cNvPr id="11484" name="Google Shape;11484;p194"/>
          <p:cNvSpPr txBox="1"/>
          <p:nvPr>
            <p:ph idx="5" type="subTitle"/>
          </p:nvPr>
        </p:nvSpPr>
        <p:spPr>
          <a:xfrm>
            <a:off x="4085413" y="928363"/>
            <a:ext cx="1932000" cy="296700"/>
          </a:xfrm>
          <a:prstGeom prst="rect">
            <a:avLst/>
          </a:prstGeom>
          <a:noFill/>
          <a:ln>
            <a:noFill/>
          </a:ln>
        </p:spPr>
        <p:txBody>
          <a:bodyPr anchorCtr="0" anchor="t" bIns="36000" lIns="36000" spcFirstLastPara="1" rIns="36000" wrap="square" tIns="36000">
            <a:noAutofit/>
          </a:bodyPr>
          <a:lstStyle>
            <a:lvl1pPr lvl="0" algn="ctr">
              <a:spcBef>
                <a:spcPts val="0"/>
              </a:spcBef>
              <a:spcAft>
                <a:spcPts val="0"/>
              </a:spcAft>
              <a:buClr>
                <a:srgbClr val="000000"/>
              </a:buClr>
              <a:buSzPts val="1200"/>
              <a:buNone/>
              <a:defRPr sz="1200">
                <a:solidFill>
                  <a:srgbClr val="000000"/>
                </a:solidFill>
              </a:defRPr>
            </a:lvl1pPr>
            <a:lvl2pPr lvl="1" algn="ctr">
              <a:spcBef>
                <a:spcPts val="0"/>
              </a:spcBef>
              <a:spcAft>
                <a:spcPts val="0"/>
              </a:spcAft>
              <a:buSzPts val="1200"/>
              <a:buNone/>
              <a:defRPr sz="1200"/>
            </a:lvl2pPr>
            <a:lvl3pPr lvl="2" algn="ctr">
              <a:spcBef>
                <a:spcPts val="0"/>
              </a:spcBef>
              <a:spcAft>
                <a:spcPts val="0"/>
              </a:spcAft>
              <a:buSzPts val="1200"/>
              <a:buNone/>
              <a:defRPr sz="1200"/>
            </a:lvl3pPr>
            <a:lvl4pPr lvl="3" algn="ctr">
              <a:spcBef>
                <a:spcPts val="0"/>
              </a:spcBef>
              <a:spcAft>
                <a:spcPts val="0"/>
              </a:spcAft>
              <a:buSzPts val="1200"/>
              <a:buNone/>
              <a:defRPr sz="1200"/>
            </a:lvl4pPr>
            <a:lvl5pPr lvl="4" algn="ctr">
              <a:spcBef>
                <a:spcPts val="0"/>
              </a:spcBef>
              <a:spcAft>
                <a:spcPts val="0"/>
              </a:spcAft>
              <a:buSzPts val="1200"/>
              <a:buNone/>
              <a:defRPr sz="1200"/>
            </a:lvl5pPr>
            <a:lvl6pPr lvl="5" algn="ctr">
              <a:spcBef>
                <a:spcPts val="0"/>
              </a:spcBef>
              <a:spcAft>
                <a:spcPts val="0"/>
              </a:spcAft>
              <a:buSzPts val="1200"/>
              <a:buNone/>
              <a:defRPr sz="1200"/>
            </a:lvl6pPr>
            <a:lvl7pPr lvl="6" algn="ctr">
              <a:spcBef>
                <a:spcPts val="0"/>
              </a:spcBef>
              <a:spcAft>
                <a:spcPts val="0"/>
              </a:spcAft>
              <a:buSzPts val="1200"/>
              <a:buNone/>
              <a:defRPr sz="1200"/>
            </a:lvl7pPr>
            <a:lvl8pPr lvl="7" algn="ctr">
              <a:spcBef>
                <a:spcPts val="0"/>
              </a:spcBef>
              <a:spcAft>
                <a:spcPts val="0"/>
              </a:spcAft>
              <a:buSzPts val="1200"/>
              <a:buNone/>
              <a:defRPr sz="1200"/>
            </a:lvl8pPr>
            <a:lvl9pPr lvl="8" algn="ctr">
              <a:spcBef>
                <a:spcPts val="0"/>
              </a:spcBef>
              <a:spcAft>
                <a:spcPts val="0"/>
              </a:spcAft>
              <a:buSzPts val="1200"/>
              <a:buNone/>
              <a:defRPr sz="1200"/>
            </a:lvl9pPr>
          </a:lstStyle>
          <a:p/>
        </p:txBody>
      </p:sp>
      <p:sp>
        <p:nvSpPr>
          <p:cNvPr id="11485" name="Google Shape;11485;p194"/>
          <p:cNvSpPr txBox="1"/>
          <p:nvPr>
            <p:ph idx="6" type="subTitle"/>
          </p:nvPr>
        </p:nvSpPr>
        <p:spPr>
          <a:xfrm>
            <a:off x="6017713" y="928363"/>
            <a:ext cx="1932000" cy="296700"/>
          </a:xfrm>
          <a:prstGeom prst="rect">
            <a:avLst/>
          </a:prstGeom>
          <a:noFill/>
          <a:ln>
            <a:noFill/>
          </a:ln>
        </p:spPr>
        <p:txBody>
          <a:bodyPr anchorCtr="0" anchor="t" bIns="36000" lIns="36000" spcFirstLastPara="1" rIns="36000" wrap="square" tIns="36000">
            <a:noAutofit/>
          </a:bodyPr>
          <a:lstStyle>
            <a:lvl1pPr lvl="0" algn="ctr">
              <a:spcBef>
                <a:spcPts val="0"/>
              </a:spcBef>
              <a:spcAft>
                <a:spcPts val="0"/>
              </a:spcAft>
              <a:buClr>
                <a:srgbClr val="000000"/>
              </a:buClr>
              <a:buSzPts val="1200"/>
              <a:buNone/>
              <a:defRPr sz="1200">
                <a:solidFill>
                  <a:srgbClr val="000000"/>
                </a:solidFill>
              </a:defRPr>
            </a:lvl1pPr>
            <a:lvl2pPr lvl="1" algn="ctr">
              <a:spcBef>
                <a:spcPts val="0"/>
              </a:spcBef>
              <a:spcAft>
                <a:spcPts val="0"/>
              </a:spcAft>
              <a:buSzPts val="1200"/>
              <a:buNone/>
              <a:defRPr sz="1200"/>
            </a:lvl2pPr>
            <a:lvl3pPr lvl="2" algn="ctr">
              <a:spcBef>
                <a:spcPts val="0"/>
              </a:spcBef>
              <a:spcAft>
                <a:spcPts val="0"/>
              </a:spcAft>
              <a:buSzPts val="1200"/>
              <a:buNone/>
              <a:defRPr sz="1200"/>
            </a:lvl3pPr>
            <a:lvl4pPr lvl="3" algn="ctr">
              <a:spcBef>
                <a:spcPts val="0"/>
              </a:spcBef>
              <a:spcAft>
                <a:spcPts val="0"/>
              </a:spcAft>
              <a:buSzPts val="1200"/>
              <a:buNone/>
              <a:defRPr sz="1200"/>
            </a:lvl4pPr>
            <a:lvl5pPr lvl="4" algn="ctr">
              <a:spcBef>
                <a:spcPts val="0"/>
              </a:spcBef>
              <a:spcAft>
                <a:spcPts val="0"/>
              </a:spcAft>
              <a:buSzPts val="1200"/>
              <a:buNone/>
              <a:defRPr sz="1200"/>
            </a:lvl5pPr>
            <a:lvl6pPr lvl="5" algn="ctr">
              <a:spcBef>
                <a:spcPts val="0"/>
              </a:spcBef>
              <a:spcAft>
                <a:spcPts val="0"/>
              </a:spcAft>
              <a:buSzPts val="1200"/>
              <a:buNone/>
              <a:defRPr sz="1200"/>
            </a:lvl6pPr>
            <a:lvl7pPr lvl="6" algn="ctr">
              <a:spcBef>
                <a:spcPts val="0"/>
              </a:spcBef>
              <a:spcAft>
                <a:spcPts val="0"/>
              </a:spcAft>
              <a:buSzPts val="1200"/>
              <a:buNone/>
              <a:defRPr sz="1200"/>
            </a:lvl7pPr>
            <a:lvl8pPr lvl="7" algn="ctr">
              <a:spcBef>
                <a:spcPts val="0"/>
              </a:spcBef>
              <a:spcAft>
                <a:spcPts val="0"/>
              </a:spcAft>
              <a:buSzPts val="1200"/>
              <a:buNone/>
              <a:defRPr sz="1200"/>
            </a:lvl8pPr>
            <a:lvl9pPr lvl="8" algn="ctr">
              <a:spcBef>
                <a:spcPts val="0"/>
              </a:spcBef>
              <a:spcAft>
                <a:spcPts val="0"/>
              </a:spcAft>
              <a:buSzPts val="1200"/>
              <a:buNone/>
              <a:defRPr sz="1200"/>
            </a:lvl9pPr>
          </a:lstStyle>
          <a:p/>
        </p:txBody>
      </p:sp>
      <p:sp>
        <p:nvSpPr>
          <p:cNvPr id="11486" name="Google Shape;11486;p194"/>
          <p:cNvSpPr txBox="1"/>
          <p:nvPr>
            <p:ph idx="7" type="subTitle"/>
          </p:nvPr>
        </p:nvSpPr>
        <p:spPr>
          <a:xfrm>
            <a:off x="7949713" y="928363"/>
            <a:ext cx="1932000" cy="296700"/>
          </a:xfrm>
          <a:prstGeom prst="rect">
            <a:avLst/>
          </a:prstGeom>
          <a:noFill/>
          <a:ln>
            <a:noFill/>
          </a:ln>
        </p:spPr>
        <p:txBody>
          <a:bodyPr anchorCtr="0" anchor="t" bIns="36000" lIns="36000" spcFirstLastPara="1" rIns="36000" wrap="square" tIns="36000">
            <a:noAutofit/>
          </a:bodyPr>
          <a:lstStyle>
            <a:lvl1pPr lvl="0" algn="ctr">
              <a:spcBef>
                <a:spcPts val="0"/>
              </a:spcBef>
              <a:spcAft>
                <a:spcPts val="0"/>
              </a:spcAft>
              <a:buClr>
                <a:srgbClr val="000000"/>
              </a:buClr>
              <a:buSzPts val="1200"/>
              <a:buNone/>
              <a:defRPr sz="1200">
                <a:solidFill>
                  <a:srgbClr val="000000"/>
                </a:solidFill>
              </a:defRPr>
            </a:lvl1pPr>
            <a:lvl2pPr lvl="1" algn="ctr">
              <a:spcBef>
                <a:spcPts val="0"/>
              </a:spcBef>
              <a:spcAft>
                <a:spcPts val="0"/>
              </a:spcAft>
              <a:buSzPts val="1200"/>
              <a:buNone/>
              <a:defRPr sz="1200"/>
            </a:lvl2pPr>
            <a:lvl3pPr lvl="2" algn="ctr">
              <a:spcBef>
                <a:spcPts val="0"/>
              </a:spcBef>
              <a:spcAft>
                <a:spcPts val="0"/>
              </a:spcAft>
              <a:buSzPts val="1200"/>
              <a:buNone/>
              <a:defRPr sz="1200"/>
            </a:lvl3pPr>
            <a:lvl4pPr lvl="3" algn="ctr">
              <a:spcBef>
                <a:spcPts val="0"/>
              </a:spcBef>
              <a:spcAft>
                <a:spcPts val="0"/>
              </a:spcAft>
              <a:buSzPts val="1200"/>
              <a:buNone/>
              <a:defRPr sz="1200"/>
            </a:lvl4pPr>
            <a:lvl5pPr lvl="4" algn="ctr">
              <a:spcBef>
                <a:spcPts val="0"/>
              </a:spcBef>
              <a:spcAft>
                <a:spcPts val="0"/>
              </a:spcAft>
              <a:buSzPts val="1200"/>
              <a:buNone/>
              <a:defRPr sz="1200"/>
            </a:lvl5pPr>
            <a:lvl6pPr lvl="5" algn="ctr">
              <a:spcBef>
                <a:spcPts val="0"/>
              </a:spcBef>
              <a:spcAft>
                <a:spcPts val="0"/>
              </a:spcAft>
              <a:buSzPts val="1200"/>
              <a:buNone/>
              <a:defRPr sz="1200"/>
            </a:lvl6pPr>
            <a:lvl7pPr lvl="6" algn="ctr">
              <a:spcBef>
                <a:spcPts val="0"/>
              </a:spcBef>
              <a:spcAft>
                <a:spcPts val="0"/>
              </a:spcAft>
              <a:buSzPts val="1200"/>
              <a:buNone/>
              <a:defRPr sz="1200"/>
            </a:lvl7pPr>
            <a:lvl8pPr lvl="7" algn="ctr">
              <a:spcBef>
                <a:spcPts val="0"/>
              </a:spcBef>
              <a:spcAft>
                <a:spcPts val="0"/>
              </a:spcAft>
              <a:buSzPts val="1200"/>
              <a:buNone/>
              <a:defRPr sz="1200"/>
            </a:lvl8pPr>
            <a:lvl9pPr lvl="8" algn="ctr">
              <a:spcBef>
                <a:spcPts val="0"/>
              </a:spcBef>
              <a:spcAft>
                <a:spcPts val="0"/>
              </a:spcAft>
              <a:buSzPts val="1200"/>
              <a:buNone/>
              <a:defRPr sz="1200"/>
            </a:lvl9pPr>
          </a:lstStyle>
          <a:p/>
        </p:txBody>
      </p:sp>
      <p:sp>
        <p:nvSpPr>
          <p:cNvPr id="11487" name="Google Shape;11487;p194"/>
          <p:cNvSpPr txBox="1"/>
          <p:nvPr>
            <p:ph idx="8" type="body"/>
          </p:nvPr>
        </p:nvSpPr>
        <p:spPr>
          <a:xfrm>
            <a:off x="641150" y="612125"/>
            <a:ext cx="1770300" cy="160500"/>
          </a:xfrm>
          <a:prstGeom prst="rect">
            <a:avLst/>
          </a:prstGeom>
          <a:noFill/>
          <a:ln>
            <a:noFill/>
          </a:ln>
        </p:spPr>
        <p:txBody>
          <a:bodyPr anchorCtr="0" anchor="t" bIns="0" lIns="0" spcFirstLastPara="1" rIns="0" wrap="square" tIns="0">
            <a:noAutofit/>
          </a:bodyPr>
          <a:lstStyle>
            <a:lvl1pPr indent="-292100" lvl="0" marL="457200" algn="ctr">
              <a:spcBef>
                <a:spcPts val="0"/>
              </a:spcBef>
              <a:spcAft>
                <a:spcPts val="0"/>
              </a:spcAft>
              <a:buClr>
                <a:srgbClr val="FFFFFF"/>
              </a:buClr>
              <a:buSzPts val="1000"/>
              <a:buChar char="●"/>
              <a:defRPr sz="1000">
                <a:solidFill>
                  <a:srgbClr val="FFFFFF"/>
                </a:solidFill>
              </a:defRPr>
            </a:lvl1pPr>
            <a:lvl2pPr indent="-292100" lvl="1" marL="914400" algn="ctr">
              <a:spcBef>
                <a:spcPts val="0"/>
              </a:spcBef>
              <a:spcAft>
                <a:spcPts val="0"/>
              </a:spcAft>
              <a:buClr>
                <a:srgbClr val="FFFFFF"/>
              </a:buClr>
              <a:buSzPts val="1000"/>
              <a:buChar char="○"/>
              <a:defRPr sz="1000">
                <a:solidFill>
                  <a:srgbClr val="FFFFFF"/>
                </a:solidFill>
              </a:defRPr>
            </a:lvl2pPr>
            <a:lvl3pPr indent="-292100" lvl="2" marL="1371600" algn="ctr">
              <a:spcBef>
                <a:spcPts val="0"/>
              </a:spcBef>
              <a:spcAft>
                <a:spcPts val="0"/>
              </a:spcAft>
              <a:buClr>
                <a:srgbClr val="FFFFFF"/>
              </a:buClr>
              <a:buSzPts val="1000"/>
              <a:buChar char="■"/>
              <a:defRPr sz="1000">
                <a:solidFill>
                  <a:srgbClr val="FFFFFF"/>
                </a:solidFill>
              </a:defRPr>
            </a:lvl3pPr>
            <a:lvl4pPr indent="-292100" lvl="3" marL="1828800" algn="ctr">
              <a:spcBef>
                <a:spcPts val="0"/>
              </a:spcBef>
              <a:spcAft>
                <a:spcPts val="0"/>
              </a:spcAft>
              <a:buClr>
                <a:srgbClr val="FFFFFF"/>
              </a:buClr>
              <a:buSzPts val="1000"/>
              <a:buChar char="●"/>
              <a:defRPr sz="1000">
                <a:solidFill>
                  <a:srgbClr val="FFFFFF"/>
                </a:solidFill>
              </a:defRPr>
            </a:lvl4pPr>
            <a:lvl5pPr indent="-292100" lvl="4" marL="2286000" algn="ctr">
              <a:spcBef>
                <a:spcPts val="0"/>
              </a:spcBef>
              <a:spcAft>
                <a:spcPts val="0"/>
              </a:spcAft>
              <a:buClr>
                <a:srgbClr val="FFFFFF"/>
              </a:buClr>
              <a:buSzPts val="1000"/>
              <a:buChar char="○"/>
              <a:defRPr sz="1000">
                <a:solidFill>
                  <a:srgbClr val="FFFFFF"/>
                </a:solidFill>
              </a:defRPr>
            </a:lvl5pPr>
            <a:lvl6pPr indent="-292100" lvl="5" marL="2743200" algn="ctr">
              <a:spcBef>
                <a:spcPts val="0"/>
              </a:spcBef>
              <a:spcAft>
                <a:spcPts val="0"/>
              </a:spcAft>
              <a:buClr>
                <a:srgbClr val="FFFFFF"/>
              </a:buClr>
              <a:buSzPts val="1000"/>
              <a:buChar char="■"/>
              <a:defRPr sz="1000">
                <a:solidFill>
                  <a:srgbClr val="FFFFFF"/>
                </a:solidFill>
              </a:defRPr>
            </a:lvl6pPr>
            <a:lvl7pPr indent="-292100" lvl="6" marL="3200400" algn="ctr">
              <a:spcBef>
                <a:spcPts val="0"/>
              </a:spcBef>
              <a:spcAft>
                <a:spcPts val="0"/>
              </a:spcAft>
              <a:buClr>
                <a:srgbClr val="FFFFFF"/>
              </a:buClr>
              <a:buSzPts val="1000"/>
              <a:buChar char="●"/>
              <a:defRPr sz="1000">
                <a:solidFill>
                  <a:srgbClr val="FFFFFF"/>
                </a:solidFill>
              </a:defRPr>
            </a:lvl7pPr>
            <a:lvl8pPr indent="-292100" lvl="7" marL="3657600" algn="ctr">
              <a:spcBef>
                <a:spcPts val="0"/>
              </a:spcBef>
              <a:spcAft>
                <a:spcPts val="0"/>
              </a:spcAft>
              <a:buClr>
                <a:srgbClr val="FFFFFF"/>
              </a:buClr>
              <a:buSzPts val="1000"/>
              <a:buChar char="○"/>
              <a:defRPr sz="1000">
                <a:solidFill>
                  <a:srgbClr val="FFFFFF"/>
                </a:solidFill>
              </a:defRPr>
            </a:lvl8pPr>
            <a:lvl9pPr indent="-292100" lvl="8" marL="4114800" algn="ctr">
              <a:spcBef>
                <a:spcPts val="0"/>
              </a:spcBef>
              <a:spcAft>
                <a:spcPts val="0"/>
              </a:spcAft>
              <a:buClr>
                <a:srgbClr val="FFFFFF"/>
              </a:buClr>
              <a:buSzPts val="1000"/>
              <a:buChar char="■"/>
              <a:defRPr sz="1000">
                <a:solidFill>
                  <a:srgbClr val="FFFFFF"/>
                </a:solidFill>
              </a:defRPr>
            </a:lvl9pPr>
          </a:lstStyle>
          <a:p/>
        </p:txBody>
      </p:sp>
      <p:sp>
        <p:nvSpPr>
          <p:cNvPr id="11488" name="Google Shape;11488;p194"/>
          <p:cNvSpPr txBox="1"/>
          <p:nvPr/>
        </p:nvSpPr>
        <p:spPr>
          <a:xfrm>
            <a:off x="84825" y="598125"/>
            <a:ext cx="595500" cy="205800"/>
          </a:xfrm>
          <a:prstGeom prst="rect">
            <a:avLst/>
          </a:prstGeom>
          <a:noFill/>
          <a:ln>
            <a:noFill/>
          </a:ln>
        </p:spPr>
        <p:txBody>
          <a:bodyPr anchorCtr="0" anchor="t" bIns="18000" lIns="18000" spcFirstLastPara="1" rIns="18000" wrap="square" tIns="18000">
            <a:spAutoFit/>
          </a:bodyPr>
          <a:lstStyle/>
          <a:p>
            <a:pPr indent="0" lvl="0" marL="0" rtl="0" algn="l">
              <a:spcBef>
                <a:spcPts val="0"/>
              </a:spcBef>
              <a:spcAft>
                <a:spcPts val="0"/>
              </a:spcAft>
              <a:buNone/>
            </a:pPr>
            <a:r>
              <a:rPr lang="es-419" sz="1100">
                <a:solidFill>
                  <a:srgbClr val="FFFFFF"/>
                </a:solidFill>
              </a:rPr>
              <a:t>Nombre:</a:t>
            </a:r>
            <a:endParaRPr sz="1100">
              <a:solidFill>
                <a:srgbClr val="FFFFFF"/>
              </a:solidFill>
            </a:endParaRPr>
          </a:p>
        </p:txBody>
      </p:sp>
    </p:spTree>
  </p:cSld>
  <p:clrMapOvr>
    <a:masterClrMapping/>
  </p:clrMapOvr>
</p:sldLayout>
</file>

<file path=ppt/slideLayouts/slideLayout19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4.6 Diagrama de Comunicación">
  <p:cSld name="TITLE_3_6_1_1_1_1_1_1_1_1_1_1_1_1_1_1_1_1_1_1_1">
    <p:spTree>
      <p:nvGrpSpPr>
        <p:cNvPr id="11489" name="Shape 11489"/>
        <p:cNvGrpSpPr/>
        <p:nvPr/>
      </p:nvGrpSpPr>
      <p:grpSpPr>
        <a:xfrm>
          <a:off x="0" y="0"/>
          <a:ext cx="0" cy="0"/>
          <a:chOff x="0" y="0"/>
          <a:chExt cx="0" cy="0"/>
        </a:xfrm>
      </p:grpSpPr>
      <p:sp>
        <p:nvSpPr>
          <p:cNvPr id="11490" name="Google Shape;11490;p195"/>
          <p:cNvSpPr/>
          <p:nvPr/>
        </p:nvSpPr>
        <p:spPr>
          <a:xfrm>
            <a:off x="97888" y="377012"/>
            <a:ext cx="9893400" cy="296700"/>
          </a:xfrm>
          <a:prstGeom prst="roundRect">
            <a:avLst>
              <a:gd fmla="val 22902" name="adj"/>
            </a:avLst>
          </a:prstGeom>
          <a:solidFill>
            <a:srgbClr val="F3F3F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11491" name="Google Shape;11491;p195"/>
          <p:cNvSpPr/>
          <p:nvPr/>
        </p:nvSpPr>
        <p:spPr>
          <a:xfrm>
            <a:off x="77688" y="358938"/>
            <a:ext cx="9935700" cy="6438000"/>
          </a:xfrm>
          <a:prstGeom prst="roundRect">
            <a:avLst>
              <a:gd fmla="val 2618" name="adj"/>
            </a:avLst>
          </a:prstGeom>
          <a:solidFill>
            <a:srgbClr val="FFFFFF"/>
          </a:solidFill>
          <a:ln cap="flat" cmpd="sng" w="38100">
            <a:solidFill>
              <a:srgbClr val="000000"/>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492" name="Google Shape;11492;p195"/>
          <p:cNvCxnSpPr/>
          <p:nvPr/>
        </p:nvCxnSpPr>
        <p:spPr>
          <a:xfrm>
            <a:off x="77688" y="772614"/>
            <a:ext cx="9935700" cy="0"/>
          </a:xfrm>
          <a:prstGeom prst="straightConnector1">
            <a:avLst/>
          </a:prstGeom>
          <a:noFill/>
          <a:ln cap="flat" cmpd="sng" w="19050">
            <a:solidFill>
              <a:srgbClr val="000000"/>
            </a:solidFill>
            <a:prstDash val="solid"/>
            <a:round/>
            <a:headEnd len="med" w="med" type="none"/>
            <a:tailEnd len="med" w="med" type="none"/>
          </a:ln>
        </p:spPr>
      </p:cxnSp>
      <p:cxnSp>
        <p:nvCxnSpPr>
          <p:cNvPr id="11493" name="Google Shape;11493;p195"/>
          <p:cNvCxnSpPr/>
          <p:nvPr/>
        </p:nvCxnSpPr>
        <p:spPr>
          <a:xfrm rot="10800000">
            <a:off x="2439038" y="368188"/>
            <a:ext cx="0" cy="402300"/>
          </a:xfrm>
          <a:prstGeom prst="straightConnector1">
            <a:avLst/>
          </a:prstGeom>
          <a:noFill/>
          <a:ln cap="flat" cmpd="sng" w="19050">
            <a:solidFill>
              <a:srgbClr val="000000"/>
            </a:solidFill>
            <a:prstDash val="solid"/>
            <a:round/>
            <a:headEnd len="med" w="med" type="none"/>
            <a:tailEnd len="med" w="med" type="none"/>
          </a:ln>
        </p:spPr>
      </p:cxnSp>
      <p:sp>
        <p:nvSpPr>
          <p:cNvPr id="11494" name="Google Shape;11494;p195"/>
          <p:cNvSpPr txBox="1"/>
          <p:nvPr>
            <p:ph type="title"/>
          </p:nvPr>
        </p:nvSpPr>
        <p:spPr>
          <a:xfrm flipH="1">
            <a:off x="3219174" y="437575"/>
            <a:ext cx="1731300" cy="2658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200"/>
              <a:buNone/>
              <a:defRPr sz="1200">
                <a:solidFill>
                  <a:srgbClr val="000000"/>
                </a:solidFill>
              </a:defRPr>
            </a:lvl1pPr>
            <a:lvl2pPr lvl="1">
              <a:spcBef>
                <a:spcPts val="0"/>
              </a:spcBef>
              <a:spcAft>
                <a:spcPts val="0"/>
              </a:spcAft>
              <a:buClr>
                <a:srgbClr val="000000"/>
              </a:buClr>
              <a:buSzPts val="1100"/>
              <a:buNone/>
              <a:defRPr sz="1100">
                <a:solidFill>
                  <a:srgbClr val="000000"/>
                </a:solidFill>
              </a:defRPr>
            </a:lvl2pPr>
            <a:lvl3pPr lvl="2">
              <a:spcBef>
                <a:spcPts val="0"/>
              </a:spcBef>
              <a:spcAft>
                <a:spcPts val="0"/>
              </a:spcAft>
              <a:buClr>
                <a:srgbClr val="000000"/>
              </a:buClr>
              <a:buSzPts val="1100"/>
              <a:buNone/>
              <a:defRPr sz="1100">
                <a:solidFill>
                  <a:srgbClr val="000000"/>
                </a:solidFill>
              </a:defRPr>
            </a:lvl3pPr>
            <a:lvl4pPr lvl="3">
              <a:spcBef>
                <a:spcPts val="0"/>
              </a:spcBef>
              <a:spcAft>
                <a:spcPts val="0"/>
              </a:spcAft>
              <a:buClr>
                <a:srgbClr val="000000"/>
              </a:buClr>
              <a:buSzPts val="1100"/>
              <a:buNone/>
              <a:defRPr sz="1100">
                <a:solidFill>
                  <a:srgbClr val="000000"/>
                </a:solidFill>
              </a:defRPr>
            </a:lvl4pPr>
            <a:lvl5pPr lvl="4">
              <a:spcBef>
                <a:spcPts val="0"/>
              </a:spcBef>
              <a:spcAft>
                <a:spcPts val="0"/>
              </a:spcAft>
              <a:buClr>
                <a:srgbClr val="000000"/>
              </a:buClr>
              <a:buSzPts val="1100"/>
              <a:buNone/>
              <a:defRPr sz="1100">
                <a:solidFill>
                  <a:srgbClr val="000000"/>
                </a:solidFill>
              </a:defRPr>
            </a:lvl5pPr>
            <a:lvl6pPr lvl="5">
              <a:spcBef>
                <a:spcPts val="0"/>
              </a:spcBef>
              <a:spcAft>
                <a:spcPts val="0"/>
              </a:spcAft>
              <a:buClr>
                <a:srgbClr val="000000"/>
              </a:buClr>
              <a:buSzPts val="1100"/>
              <a:buNone/>
              <a:defRPr sz="1100">
                <a:solidFill>
                  <a:srgbClr val="000000"/>
                </a:solidFill>
              </a:defRPr>
            </a:lvl6pPr>
            <a:lvl7pPr lvl="6">
              <a:spcBef>
                <a:spcPts val="0"/>
              </a:spcBef>
              <a:spcAft>
                <a:spcPts val="0"/>
              </a:spcAft>
              <a:buClr>
                <a:srgbClr val="000000"/>
              </a:buClr>
              <a:buSzPts val="1100"/>
              <a:buNone/>
              <a:defRPr sz="1100">
                <a:solidFill>
                  <a:srgbClr val="000000"/>
                </a:solidFill>
              </a:defRPr>
            </a:lvl7pPr>
            <a:lvl8pPr lvl="7">
              <a:spcBef>
                <a:spcPts val="0"/>
              </a:spcBef>
              <a:spcAft>
                <a:spcPts val="0"/>
              </a:spcAft>
              <a:buClr>
                <a:srgbClr val="000000"/>
              </a:buClr>
              <a:buSzPts val="1100"/>
              <a:buNone/>
              <a:defRPr sz="1100">
                <a:solidFill>
                  <a:srgbClr val="000000"/>
                </a:solidFill>
              </a:defRPr>
            </a:lvl8pPr>
            <a:lvl9pPr lvl="8">
              <a:spcBef>
                <a:spcPts val="0"/>
              </a:spcBef>
              <a:spcAft>
                <a:spcPts val="0"/>
              </a:spcAft>
              <a:buClr>
                <a:srgbClr val="000000"/>
              </a:buClr>
              <a:buSzPts val="1100"/>
              <a:buNone/>
              <a:defRPr sz="1100">
                <a:solidFill>
                  <a:srgbClr val="000000"/>
                </a:solidFill>
              </a:defRPr>
            </a:lvl9pPr>
          </a:lstStyle>
          <a:p/>
        </p:txBody>
      </p:sp>
      <p:sp>
        <p:nvSpPr>
          <p:cNvPr id="11495" name="Google Shape;11495;p195"/>
          <p:cNvSpPr txBox="1"/>
          <p:nvPr/>
        </p:nvSpPr>
        <p:spPr>
          <a:xfrm>
            <a:off x="2513487" y="437267"/>
            <a:ext cx="679500" cy="2664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b="1" lang="es-419" sz="1100"/>
              <a:t>Proceso:</a:t>
            </a:r>
            <a:endParaRPr b="1" sz="1100"/>
          </a:p>
        </p:txBody>
      </p:sp>
      <p:cxnSp>
        <p:nvCxnSpPr>
          <p:cNvPr id="11496" name="Google Shape;11496;p195"/>
          <p:cNvCxnSpPr/>
          <p:nvPr/>
        </p:nvCxnSpPr>
        <p:spPr>
          <a:xfrm rot="10800000">
            <a:off x="5070754" y="368188"/>
            <a:ext cx="0" cy="402300"/>
          </a:xfrm>
          <a:prstGeom prst="straightConnector1">
            <a:avLst/>
          </a:prstGeom>
          <a:noFill/>
          <a:ln cap="flat" cmpd="sng" w="19050">
            <a:solidFill>
              <a:srgbClr val="000000"/>
            </a:solidFill>
            <a:prstDash val="solid"/>
            <a:round/>
            <a:headEnd len="med" w="med" type="none"/>
            <a:tailEnd len="med" w="med" type="none"/>
          </a:ln>
        </p:spPr>
      </p:cxnSp>
      <p:sp>
        <p:nvSpPr>
          <p:cNvPr id="11497" name="Google Shape;11497;p195"/>
          <p:cNvSpPr txBox="1"/>
          <p:nvPr/>
        </p:nvSpPr>
        <p:spPr>
          <a:xfrm>
            <a:off x="5191013" y="387663"/>
            <a:ext cx="13026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Finalidad empresa:</a:t>
            </a:r>
            <a:endParaRPr b="1" sz="1100"/>
          </a:p>
        </p:txBody>
      </p:sp>
      <p:sp>
        <p:nvSpPr>
          <p:cNvPr id="11498" name="Google Shape;11498;p195"/>
          <p:cNvSpPr txBox="1"/>
          <p:nvPr/>
        </p:nvSpPr>
        <p:spPr>
          <a:xfrm>
            <a:off x="5191013" y="579538"/>
            <a:ext cx="11637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Finalidad cliente:</a:t>
            </a:r>
            <a:endParaRPr b="1" sz="1100"/>
          </a:p>
        </p:txBody>
      </p:sp>
      <p:sp>
        <p:nvSpPr>
          <p:cNvPr id="11499" name="Google Shape;11499;p195"/>
          <p:cNvSpPr/>
          <p:nvPr/>
        </p:nvSpPr>
        <p:spPr>
          <a:xfrm>
            <a:off x="77688" y="349338"/>
            <a:ext cx="2361300" cy="421200"/>
          </a:xfrm>
          <a:prstGeom prst="roundRect">
            <a:avLst>
              <a:gd fmla="val 50000" name="adj"/>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s-419" sz="1200">
                <a:solidFill>
                  <a:srgbClr val="FFFFFF"/>
                </a:solidFill>
              </a:rPr>
              <a:t>Diagrama de Comunicación</a:t>
            </a:r>
            <a:endParaRPr b="1" sz="1200">
              <a:solidFill>
                <a:srgbClr val="FFFFFF"/>
              </a:solidFill>
            </a:endParaRPr>
          </a:p>
          <a:p>
            <a:pPr indent="0" lvl="0" marL="0" rtl="0" algn="ctr">
              <a:spcBef>
                <a:spcPts val="0"/>
              </a:spcBef>
              <a:spcAft>
                <a:spcPts val="0"/>
              </a:spcAft>
              <a:buNone/>
            </a:pPr>
            <a:r>
              <a:t/>
            </a:r>
            <a:endParaRPr b="1" sz="1200">
              <a:solidFill>
                <a:srgbClr val="FFFFFF"/>
              </a:solidFill>
            </a:endParaRPr>
          </a:p>
        </p:txBody>
      </p:sp>
      <p:sp>
        <p:nvSpPr>
          <p:cNvPr id="11500" name="Google Shape;11500;p195"/>
          <p:cNvSpPr/>
          <p:nvPr/>
        </p:nvSpPr>
        <p:spPr>
          <a:xfrm>
            <a:off x="83988" y="595504"/>
            <a:ext cx="190200" cy="1692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1" name="Google Shape;11501;p195"/>
          <p:cNvSpPr/>
          <p:nvPr/>
        </p:nvSpPr>
        <p:spPr>
          <a:xfrm>
            <a:off x="2292338" y="358938"/>
            <a:ext cx="146700" cy="4023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2" name="Google Shape;11502;p195"/>
          <p:cNvSpPr txBox="1"/>
          <p:nvPr>
            <p:ph idx="2" type="title"/>
          </p:nvPr>
        </p:nvSpPr>
        <p:spPr>
          <a:xfrm flipH="1">
            <a:off x="6546263" y="387663"/>
            <a:ext cx="3350100" cy="1692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000"/>
              <a:buNone/>
              <a:defRPr sz="1000">
                <a:solidFill>
                  <a:srgbClr val="000000"/>
                </a:solidFill>
              </a:defRPr>
            </a:lvl1pPr>
            <a:lvl2pPr lvl="1">
              <a:spcBef>
                <a:spcPts val="0"/>
              </a:spcBef>
              <a:spcAft>
                <a:spcPts val="0"/>
              </a:spcAft>
              <a:buClr>
                <a:srgbClr val="000000"/>
              </a:buClr>
              <a:buSzPts val="1000"/>
              <a:buNone/>
              <a:defRPr sz="1000">
                <a:solidFill>
                  <a:srgbClr val="000000"/>
                </a:solidFill>
              </a:defRPr>
            </a:lvl2pPr>
            <a:lvl3pPr lvl="2">
              <a:spcBef>
                <a:spcPts val="0"/>
              </a:spcBef>
              <a:spcAft>
                <a:spcPts val="0"/>
              </a:spcAft>
              <a:buClr>
                <a:srgbClr val="000000"/>
              </a:buClr>
              <a:buSzPts val="1000"/>
              <a:buNone/>
              <a:defRPr sz="1000">
                <a:solidFill>
                  <a:srgbClr val="000000"/>
                </a:solidFill>
              </a:defRPr>
            </a:lvl3pPr>
            <a:lvl4pPr lvl="3">
              <a:spcBef>
                <a:spcPts val="0"/>
              </a:spcBef>
              <a:spcAft>
                <a:spcPts val="0"/>
              </a:spcAft>
              <a:buClr>
                <a:srgbClr val="000000"/>
              </a:buClr>
              <a:buSzPts val="1000"/>
              <a:buNone/>
              <a:defRPr sz="1000">
                <a:solidFill>
                  <a:srgbClr val="000000"/>
                </a:solidFill>
              </a:defRPr>
            </a:lvl4pPr>
            <a:lvl5pPr lvl="4">
              <a:spcBef>
                <a:spcPts val="0"/>
              </a:spcBef>
              <a:spcAft>
                <a:spcPts val="0"/>
              </a:spcAft>
              <a:buClr>
                <a:srgbClr val="000000"/>
              </a:buClr>
              <a:buSzPts val="1000"/>
              <a:buNone/>
              <a:defRPr sz="1000">
                <a:solidFill>
                  <a:srgbClr val="000000"/>
                </a:solidFill>
              </a:defRPr>
            </a:lvl5pPr>
            <a:lvl6pPr lvl="5">
              <a:spcBef>
                <a:spcPts val="0"/>
              </a:spcBef>
              <a:spcAft>
                <a:spcPts val="0"/>
              </a:spcAft>
              <a:buClr>
                <a:srgbClr val="000000"/>
              </a:buClr>
              <a:buSzPts val="1000"/>
              <a:buNone/>
              <a:defRPr sz="1000">
                <a:solidFill>
                  <a:srgbClr val="000000"/>
                </a:solidFill>
              </a:defRPr>
            </a:lvl6pPr>
            <a:lvl7pPr lvl="6">
              <a:spcBef>
                <a:spcPts val="0"/>
              </a:spcBef>
              <a:spcAft>
                <a:spcPts val="0"/>
              </a:spcAft>
              <a:buClr>
                <a:srgbClr val="000000"/>
              </a:buClr>
              <a:buSzPts val="1000"/>
              <a:buNone/>
              <a:defRPr sz="1000">
                <a:solidFill>
                  <a:srgbClr val="000000"/>
                </a:solidFill>
              </a:defRPr>
            </a:lvl7pPr>
            <a:lvl8pPr lvl="7">
              <a:spcBef>
                <a:spcPts val="0"/>
              </a:spcBef>
              <a:spcAft>
                <a:spcPts val="0"/>
              </a:spcAft>
              <a:buClr>
                <a:srgbClr val="000000"/>
              </a:buClr>
              <a:buSzPts val="1000"/>
              <a:buNone/>
              <a:defRPr sz="1000">
                <a:solidFill>
                  <a:srgbClr val="000000"/>
                </a:solidFill>
              </a:defRPr>
            </a:lvl8pPr>
            <a:lvl9pPr lvl="8">
              <a:spcBef>
                <a:spcPts val="0"/>
              </a:spcBef>
              <a:spcAft>
                <a:spcPts val="0"/>
              </a:spcAft>
              <a:buClr>
                <a:srgbClr val="000000"/>
              </a:buClr>
              <a:buSzPts val="1000"/>
              <a:buNone/>
              <a:defRPr sz="1000">
                <a:solidFill>
                  <a:srgbClr val="000000"/>
                </a:solidFill>
              </a:defRPr>
            </a:lvl9pPr>
          </a:lstStyle>
          <a:p/>
        </p:txBody>
      </p:sp>
      <p:sp>
        <p:nvSpPr>
          <p:cNvPr id="11503" name="Google Shape;11503;p195"/>
          <p:cNvSpPr txBox="1"/>
          <p:nvPr>
            <p:ph idx="3" type="title"/>
          </p:nvPr>
        </p:nvSpPr>
        <p:spPr>
          <a:xfrm flipH="1">
            <a:off x="6546263" y="579538"/>
            <a:ext cx="3350100" cy="1692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000"/>
              <a:buNone/>
              <a:defRPr sz="1000">
                <a:solidFill>
                  <a:srgbClr val="000000"/>
                </a:solidFill>
              </a:defRPr>
            </a:lvl1pPr>
            <a:lvl2pPr lvl="1">
              <a:spcBef>
                <a:spcPts val="0"/>
              </a:spcBef>
              <a:spcAft>
                <a:spcPts val="0"/>
              </a:spcAft>
              <a:buClr>
                <a:srgbClr val="000000"/>
              </a:buClr>
              <a:buSzPts val="1000"/>
              <a:buNone/>
              <a:defRPr sz="1000">
                <a:solidFill>
                  <a:srgbClr val="000000"/>
                </a:solidFill>
              </a:defRPr>
            </a:lvl2pPr>
            <a:lvl3pPr lvl="2">
              <a:spcBef>
                <a:spcPts val="0"/>
              </a:spcBef>
              <a:spcAft>
                <a:spcPts val="0"/>
              </a:spcAft>
              <a:buClr>
                <a:srgbClr val="000000"/>
              </a:buClr>
              <a:buSzPts val="1000"/>
              <a:buNone/>
              <a:defRPr sz="1000">
                <a:solidFill>
                  <a:srgbClr val="000000"/>
                </a:solidFill>
              </a:defRPr>
            </a:lvl3pPr>
            <a:lvl4pPr lvl="3">
              <a:spcBef>
                <a:spcPts val="0"/>
              </a:spcBef>
              <a:spcAft>
                <a:spcPts val="0"/>
              </a:spcAft>
              <a:buClr>
                <a:srgbClr val="000000"/>
              </a:buClr>
              <a:buSzPts val="1000"/>
              <a:buNone/>
              <a:defRPr sz="1000">
                <a:solidFill>
                  <a:srgbClr val="000000"/>
                </a:solidFill>
              </a:defRPr>
            </a:lvl4pPr>
            <a:lvl5pPr lvl="4">
              <a:spcBef>
                <a:spcPts val="0"/>
              </a:spcBef>
              <a:spcAft>
                <a:spcPts val="0"/>
              </a:spcAft>
              <a:buClr>
                <a:srgbClr val="000000"/>
              </a:buClr>
              <a:buSzPts val="1000"/>
              <a:buNone/>
              <a:defRPr sz="1000">
                <a:solidFill>
                  <a:srgbClr val="000000"/>
                </a:solidFill>
              </a:defRPr>
            </a:lvl5pPr>
            <a:lvl6pPr lvl="5">
              <a:spcBef>
                <a:spcPts val="0"/>
              </a:spcBef>
              <a:spcAft>
                <a:spcPts val="0"/>
              </a:spcAft>
              <a:buClr>
                <a:srgbClr val="000000"/>
              </a:buClr>
              <a:buSzPts val="1000"/>
              <a:buNone/>
              <a:defRPr sz="1000">
                <a:solidFill>
                  <a:srgbClr val="000000"/>
                </a:solidFill>
              </a:defRPr>
            </a:lvl6pPr>
            <a:lvl7pPr lvl="6">
              <a:spcBef>
                <a:spcPts val="0"/>
              </a:spcBef>
              <a:spcAft>
                <a:spcPts val="0"/>
              </a:spcAft>
              <a:buClr>
                <a:srgbClr val="000000"/>
              </a:buClr>
              <a:buSzPts val="1000"/>
              <a:buNone/>
              <a:defRPr sz="1000">
                <a:solidFill>
                  <a:srgbClr val="000000"/>
                </a:solidFill>
              </a:defRPr>
            </a:lvl7pPr>
            <a:lvl8pPr lvl="7">
              <a:spcBef>
                <a:spcPts val="0"/>
              </a:spcBef>
              <a:spcAft>
                <a:spcPts val="0"/>
              </a:spcAft>
              <a:buClr>
                <a:srgbClr val="000000"/>
              </a:buClr>
              <a:buSzPts val="1000"/>
              <a:buNone/>
              <a:defRPr sz="1000">
                <a:solidFill>
                  <a:srgbClr val="000000"/>
                </a:solidFill>
              </a:defRPr>
            </a:lvl8pPr>
            <a:lvl9pPr lvl="8">
              <a:spcBef>
                <a:spcPts val="0"/>
              </a:spcBef>
              <a:spcAft>
                <a:spcPts val="0"/>
              </a:spcAft>
              <a:buClr>
                <a:srgbClr val="000000"/>
              </a:buClr>
              <a:buSzPts val="1000"/>
              <a:buNone/>
              <a:defRPr sz="1000">
                <a:solidFill>
                  <a:srgbClr val="000000"/>
                </a:solidFill>
              </a:defRPr>
            </a:lvl9pPr>
          </a:lstStyle>
          <a:p/>
        </p:txBody>
      </p:sp>
      <p:sp>
        <p:nvSpPr>
          <p:cNvPr id="11504" name="Google Shape;11504;p195"/>
          <p:cNvSpPr/>
          <p:nvPr/>
        </p:nvSpPr>
        <p:spPr>
          <a:xfrm>
            <a:off x="-1396550" y="760700"/>
            <a:ext cx="748200" cy="6079200"/>
          </a:xfrm>
          <a:prstGeom prst="roundRect">
            <a:avLst>
              <a:gd fmla="val 11877" name="adj"/>
            </a:avLst>
          </a:prstGeom>
          <a:solidFill>
            <a:srgbClr val="F3F3F3"/>
          </a:solidFill>
          <a:ln cap="flat" cmpd="sng" w="9525">
            <a:solidFill>
              <a:srgbClr val="F3F3F3"/>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t" bIns="54000" lIns="72000" spcFirstLastPara="1" rIns="72000" wrap="square" tIns="54000">
            <a:noAutofit/>
          </a:bodyPr>
          <a:lstStyle/>
          <a:p>
            <a:pPr indent="0" lvl="0" marL="0" rtl="0" algn="ctr">
              <a:spcBef>
                <a:spcPts val="0"/>
              </a:spcBef>
              <a:spcAft>
                <a:spcPts val="0"/>
              </a:spcAft>
              <a:buNone/>
            </a:pPr>
            <a:r>
              <a:rPr i="1" lang="es-419"/>
              <a:t>Paleta</a:t>
            </a:r>
            <a:endParaRPr i="1"/>
          </a:p>
        </p:txBody>
      </p:sp>
      <p:sp>
        <p:nvSpPr>
          <p:cNvPr id="11505" name="Google Shape;11505;p195"/>
          <p:cNvSpPr txBox="1"/>
          <p:nvPr>
            <p:ph idx="1" type="body"/>
          </p:nvPr>
        </p:nvSpPr>
        <p:spPr>
          <a:xfrm>
            <a:off x="641150" y="612125"/>
            <a:ext cx="1770300" cy="160500"/>
          </a:xfrm>
          <a:prstGeom prst="rect">
            <a:avLst/>
          </a:prstGeom>
          <a:noFill/>
          <a:ln>
            <a:noFill/>
          </a:ln>
        </p:spPr>
        <p:txBody>
          <a:bodyPr anchorCtr="0" anchor="t" bIns="0" lIns="0" spcFirstLastPara="1" rIns="0" wrap="square" tIns="0">
            <a:noAutofit/>
          </a:bodyPr>
          <a:lstStyle>
            <a:lvl1pPr indent="-292100" lvl="0" marL="457200" algn="ctr">
              <a:spcBef>
                <a:spcPts val="0"/>
              </a:spcBef>
              <a:spcAft>
                <a:spcPts val="0"/>
              </a:spcAft>
              <a:buClr>
                <a:srgbClr val="FFFFFF"/>
              </a:buClr>
              <a:buSzPts val="1000"/>
              <a:buChar char="●"/>
              <a:defRPr sz="1000">
                <a:solidFill>
                  <a:srgbClr val="FFFFFF"/>
                </a:solidFill>
              </a:defRPr>
            </a:lvl1pPr>
            <a:lvl2pPr indent="-292100" lvl="1" marL="914400" algn="ctr">
              <a:spcBef>
                <a:spcPts val="0"/>
              </a:spcBef>
              <a:spcAft>
                <a:spcPts val="0"/>
              </a:spcAft>
              <a:buClr>
                <a:srgbClr val="FFFFFF"/>
              </a:buClr>
              <a:buSzPts val="1000"/>
              <a:buChar char="○"/>
              <a:defRPr sz="1000">
                <a:solidFill>
                  <a:srgbClr val="FFFFFF"/>
                </a:solidFill>
              </a:defRPr>
            </a:lvl2pPr>
            <a:lvl3pPr indent="-292100" lvl="2" marL="1371600" algn="ctr">
              <a:spcBef>
                <a:spcPts val="0"/>
              </a:spcBef>
              <a:spcAft>
                <a:spcPts val="0"/>
              </a:spcAft>
              <a:buClr>
                <a:srgbClr val="FFFFFF"/>
              </a:buClr>
              <a:buSzPts val="1000"/>
              <a:buChar char="■"/>
              <a:defRPr sz="1000">
                <a:solidFill>
                  <a:srgbClr val="FFFFFF"/>
                </a:solidFill>
              </a:defRPr>
            </a:lvl3pPr>
            <a:lvl4pPr indent="-292100" lvl="3" marL="1828800" algn="ctr">
              <a:spcBef>
                <a:spcPts val="0"/>
              </a:spcBef>
              <a:spcAft>
                <a:spcPts val="0"/>
              </a:spcAft>
              <a:buClr>
                <a:srgbClr val="FFFFFF"/>
              </a:buClr>
              <a:buSzPts val="1000"/>
              <a:buChar char="●"/>
              <a:defRPr sz="1000">
                <a:solidFill>
                  <a:srgbClr val="FFFFFF"/>
                </a:solidFill>
              </a:defRPr>
            </a:lvl4pPr>
            <a:lvl5pPr indent="-292100" lvl="4" marL="2286000" algn="ctr">
              <a:spcBef>
                <a:spcPts val="0"/>
              </a:spcBef>
              <a:spcAft>
                <a:spcPts val="0"/>
              </a:spcAft>
              <a:buClr>
                <a:srgbClr val="FFFFFF"/>
              </a:buClr>
              <a:buSzPts val="1000"/>
              <a:buChar char="○"/>
              <a:defRPr sz="1000">
                <a:solidFill>
                  <a:srgbClr val="FFFFFF"/>
                </a:solidFill>
              </a:defRPr>
            </a:lvl5pPr>
            <a:lvl6pPr indent="-292100" lvl="5" marL="2743200" algn="ctr">
              <a:spcBef>
                <a:spcPts val="0"/>
              </a:spcBef>
              <a:spcAft>
                <a:spcPts val="0"/>
              </a:spcAft>
              <a:buClr>
                <a:srgbClr val="FFFFFF"/>
              </a:buClr>
              <a:buSzPts val="1000"/>
              <a:buChar char="■"/>
              <a:defRPr sz="1000">
                <a:solidFill>
                  <a:srgbClr val="FFFFFF"/>
                </a:solidFill>
              </a:defRPr>
            </a:lvl6pPr>
            <a:lvl7pPr indent="-292100" lvl="6" marL="3200400" algn="ctr">
              <a:spcBef>
                <a:spcPts val="0"/>
              </a:spcBef>
              <a:spcAft>
                <a:spcPts val="0"/>
              </a:spcAft>
              <a:buClr>
                <a:srgbClr val="FFFFFF"/>
              </a:buClr>
              <a:buSzPts val="1000"/>
              <a:buChar char="●"/>
              <a:defRPr sz="1000">
                <a:solidFill>
                  <a:srgbClr val="FFFFFF"/>
                </a:solidFill>
              </a:defRPr>
            </a:lvl7pPr>
            <a:lvl8pPr indent="-292100" lvl="7" marL="3657600" algn="ctr">
              <a:spcBef>
                <a:spcPts val="0"/>
              </a:spcBef>
              <a:spcAft>
                <a:spcPts val="0"/>
              </a:spcAft>
              <a:buClr>
                <a:srgbClr val="FFFFFF"/>
              </a:buClr>
              <a:buSzPts val="1000"/>
              <a:buChar char="○"/>
              <a:defRPr sz="1000">
                <a:solidFill>
                  <a:srgbClr val="FFFFFF"/>
                </a:solidFill>
              </a:defRPr>
            </a:lvl8pPr>
            <a:lvl9pPr indent="-292100" lvl="8" marL="4114800" algn="ctr">
              <a:spcBef>
                <a:spcPts val="0"/>
              </a:spcBef>
              <a:spcAft>
                <a:spcPts val="0"/>
              </a:spcAft>
              <a:buClr>
                <a:srgbClr val="FFFFFF"/>
              </a:buClr>
              <a:buSzPts val="1000"/>
              <a:buChar char="■"/>
              <a:defRPr sz="1000">
                <a:solidFill>
                  <a:srgbClr val="FFFFFF"/>
                </a:solidFill>
              </a:defRPr>
            </a:lvl9pPr>
          </a:lstStyle>
          <a:p/>
        </p:txBody>
      </p:sp>
      <p:sp>
        <p:nvSpPr>
          <p:cNvPr id="11506" name="Google Shape;11506;p195"/>
          <p:cNvSpPr txBox="1"/>
          <p:nvPr/>
        </p:nvSpPr>
        <p:spPr>
          <a:xfrm>
            <a:off x="84825" y="598125"/>
            <a:ext cx="595500" cy="205800"/>
          </a:xfrm>
          <a:prstGeom prst="rect">
            <a:avLst/>
          </a:prstGeom>
          <a:noFill/>
          <a:ln>
            <a:noFill/>
          </a:ln>
        </p:spPr>
        <p:txBody>
          <a:bodyPr anchorCtr="0" anchor="t" bIns="18000" lIns="18000" spcFirstLastPara="1" rIns="18000" wrap="square" tIns="18000">
            <a:spAutoFit/>
          </a:bodyPr>
          <a:lstStyle/>
          <a:p>
            <a:pPr indent="0" lvl="0" marL="0" rtl="0" algn="l">
              <a:spcBef>
                <a:spcPts val="0"/>
              </a:spcBef>
              <a:spcAft>
                <a:spcPts val="0"/>
              </a:spcAft>
              <a:buNone/>
            </a:pPr>
            <a:r>
              <a:rPr lang="es-419" sz="1100">
                <a:solidFill>
                  <a:srgbClr val="FFFFFF"/>
                </a:solidFill>
              </a:rPr>
              <a:t>Nombre:</a:t>
            </a:r>
            <a:endParaRPr sz="1100">
              <a:solidFill>
                <a:srgbClr val="FFFFFF"/>
              </a:solidFill>
            </a:endParaRPr>
          </a:p>
        </p:txBody>
      </p:sp>
    </p:spTree>
  </p:cSld>
  <p:clrMapOvr>
    <a:masterClrMapping/>
  </p:clrMapOvr>
</p:sldLayout>
</file>

<file path=ppt/slideLayouts/slideLayout19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4.1 Actor de Negocio">
  <p:cSld name="TITLE_3_6_1_1_1_1_1_1_1_1_1_1_1_1_1_1_1_1_1_1_1_1">
    <p:spTree>
      <p:nvGrpSpPr>
        <p:cNvPr id="11507" name="Shape 11507"/>
        <p:cNvGrpSpPr/>
        <p:nvPr/>
      </p:nvGrpSpPr>
      <p:grpSpPr>
        <a:xfrm>
          <a:off x="0" y="0"/>
          <a:ext cx="0" cy="0"/>
          <a:chOff x="0" y="0"/>
          <a:chExt cx="0" cy="0"/>
        </a:xfrm>
      </p:grpSpPr>
      <p:sp>
        <p:nvSpPr>
          <p:cNvPr id="11508" name="Google Shape;11508;p196"/>
          <p:cNvSpPr/>
          <p:nvPr/>
        </p:nvSpPr>
        <p:spPr>
          <a:xfrm>
            <a:off x="77688" y="358938"/>
            <a:ext cx="9935700" cy="6438000"/>
          </a:xfrm>
          <a:prstGeom prst="roundRect">
            <a:avLst>
              <a:gd fmla="val 2618" name="adj"/>
            </a:avLst>
          </a:prstGeom>
          <a:solidFill>
            <a:srgbClr val="FFFFFF"/>
          </a:solidFill>
          <a:ln cap="flat" cmpd="sng" w="38100">
            <a:solidFill>
              <a:srgbClr val="000000"/>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509" name="Google Shape;11509;p196"/>
          <p:cNvCxnSpPr/>
          <p:nvPr/>
        </p:nvCxnSpPr>
        <p:spPr>
          <a:xfrm>
            <a:off x="77688" y="772614"/>
            <a:ext cx="9935700" cy="0"/>
          </a:xfrm>
          <a:prstGeom prst="straightConnector1">
            <a:avLst/>
          </a:prstGeom>
          <a:noFill/>
          <a:ln cap="flat" cmpd="sng" w="19050">
            <a:solidFill>
              <a:srgbClr val="000000"/>
            </a:solidFill>
            <a:prstDash val="solid"/>
            <a:round/>
            <a:headEnd len="med" w="med" type="none"/>
            <a:tailEnd len="med" w="med" type="none"/>
          </a:ln>
        </p:spPr>
      </p:cxnSp>
      <p:cxnSp>
        <p:nvCxnSpPr>
          <p:cNvPr id="11510" name="Google Shape;11510;p196"/>
          <p:cNvCxnSpPr/>
          <p:nvPr/>
        </p:nvCxnSpPr>
        <p:spPr>
          <a:xfrm rot="10800000">
            <a:off x="2439038" y="368188"/>
            <a:ext cx="0" cy="402300"/>
          </a:xfrm>
          <a:prstGeom prst="straightConnector1">
            <a:avLst/>
          </a:prstGeom>
          <a:noFill/>
          <a:ln cap="flat" cmpd="sng" w="19050">
            <a:solidFill>
              <a:srgbClr val="000000"/>
            </a:solidFill>
            <a:prstDash val="solid"/>
            <a:round/>
            <a:headEnd len="med" w="med" type="none"/>
            <a:tailEnd len="med" w="med" type="none"/>
          </a:ln>
        </p:spPr>
      </p:cxnSp>
      <p:sp>
        <p:nvSpPr>
          <p:cNvPr id="11511" name="Google Shape;11511;p196"/>
          <p:cNvSpPr/>
          <p:nvPr/>
        </p:nvSpPr>
        <p:spPr>
          <a:xfrm>
            <a:off x="77688" y="349338"/>
            <a:ext cx="2361300" cy="421200"/>
          </a:xfrm>
          <a:prstGeom prst="roundRect">
            <a:avLst>
              <a:gd fmla="val 50000" name="adj"/>
            </a:avLst>
          </a:prstGeom>
          <a:solidFill>
            <a:srgbClr val="000000"/>
          </a:solidFill>
          <a:ln cap="flat" cmpd="sng" w="9525">
            <a:solidFill>
              <a:srgbClr val="000000"/>
            </a:solidFill>
            <a:prstDash val="solid"/>
            <a:round/>
            <a:headEnd len="sm" w="sm" type="none"/>
            <a:tailEnd len="sm" w="sm" type="none"/>
          </a:ln>
        </p:spPr>
        <p:txBody>
          <a:bodyPr anchorCtr="0" anchor="ctr" bIns="91425" lIns="0" spcFirstLastPara="1" rIns="0" wrap="square" tIns="91425">
            <a:noAutofit/>
          </a:bodyPr>
          <a:lstStyle/>
          <a:p>
            <a:pPr indent="0" lvl="0" marL="0" rtl="0" algn="ctr">
              <a:spcBef>
                <a:spcPts val="0"/>
              </a:spcBef>
              <a:spcAft>
                <a:spcPts val="0"/>
              </a:spcAft>
              <a:buNone/>
            </a:pPr>
            <a:r>
              <a:rPr b="1" lang="es-419" sz="1100">
                <a:solidFill>
                  <a:srgbClr val="FFFFFF"/>
                </a:solidFill>
              </a:rPr>
              <a:t>Actor de Negocio</a:t>
            </a:r>
            <a:endParaRPr b="1" sz="1100">
              <a:solidFill>
                <a:srgbClr val="FFFFFF"/>
              </a:solidFill>
            </a:endParaRPr>
          </a:p>
          <a:p>
            <a:pPr indent="0" lvl="0" marL="0" rtl="0" algn="ctr">
              <a:spcBef>
                <a:spcPts val="0"/>
              </a:spcBef>
              <a:spcAft>
                <a:spcPts val="0"/>
              </a:spcAft>
              <a:buNone/>
            </a:pPr>
            <a:r>
              <a:t/>
            </a:r>
            <a:endParaRPr b="1" sz="1200">
              <a:solidFill>
                <a:srgbClr val="FFFFFF"/>
              </a:solidFill>
            </a:endParaRPr>
          </a:p>
        </p:txBody>
      </p:sp>
      <p:sp>
        <p:nvSpPr>
          <p:cNvPr id="11512" name="Google Shape;11512;p196"/>
          <p:cNvSpPr/>
          <p:nvPr/>
        </p:nvSpPr>
        <p:spPr>
          <a:xfrm>
            <a:off x="83988" y="595504"/>
            <a:ext cx="190200" cy="1692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3" name="Google Shape;11513;p196"/>
          <p:cNvSpPr/>
          <p:nvPr/>
        </p:nvSpPr>
        <p:spPr>
          <a:xfrm>
            <a:off x="2350598" y="358950"/>
            <a:ext cx="88500" cy="4023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514" name="Google Shape;11514;p196"/>
          <p:cNvCxnSpPr/>
          <p:nvPr/>
        </p:nvCxnSpPr>
        <p:spPr>
          <a:xfrm>
            <a:off x="5104406" y="929748"/>
            <a:ext cx="0" cy="5689200"/>
          </a:xfrm>
          <a:prstGeom prst="straightConnector1">
            <a:avLst/>
          </a:prstGeom>
          <a:noFill/>
          <a:ln cap="flat" cmpd="sng" w="19050">
            <a:solidFill>
              <a:srgbClr val="D9D9D9"/>
            </a:solidFill>
            <a:prstDash val="dash"/>
            <a:round/>
            <a:headEnd len="med" w="med" type="none"/>
            <a:tailEnd len="med" w="med" type="none"/>
          </a:ln>
        </p:spPr>
      </p:cxnSp>
      <p:sp>
        <p:nvSpPr>
          <p:cNvPr id="11515" name="Google Shape;11515;p196"/>
          <p:cNvSpPr/>
          <p:nvPr/>
        </p:nvSpPr>
        <p:spPr>
          <a:xfrm>
            <a:off x="2277739" y="663750"/>
            <a:ext cx="88500" cy="1089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6" name="Google Shape;11516;p196"/>
          <p:cNvSpPr txBox="1"/>
          <p:nvPr/>
        </p:nvSpPr>
        <p:spPr>
          <a:xfrm>
            <a:off x="197034" y="1078797"/>
            <a:ext cx="1679100" cy="246300"/>
          </a:xfrm>
          <a:prstGeom prst="rect">
            <a:avLst/>
          </a:prstGeom>
          <a:noFill/>
          <a:ln>
            <a:noFill/>
          </a:ln>
        </p:spPr>
        <p:txBody>
          <a:bodyPr anchorCtr="0" anchor="ctr" bIns="0" lIns="0" spcFirstLastPara="1" rIns="0" wrap="square" tIns="0">
            <a:spAutoFit/>
          </a:bodyPr>
          <a:lstStyle/>
          <a:p>
            <a:pPr indent="0" lvl="0" marL="0" rtl="0" algn="r">
              <a:lnSpc>
                <a:spcPct val="100000"/>
              </a:lnSpc>
              <a:spcBef>
                <a:spcPts val="0"/>
              </a:spcBef>
              <a:spcAft>
                <a:spcPts val="0"/>
              </a:spcAft>
              <a:buNone/>
            </a:pPr>
            <a:r>
              <a:rPr b="1" lang="es-419" sz="1000">
                <a:latin typeface="Arvo"/>
                <a:ea typeface="Arvo"/>
                <a:cs typeface="Arvo"/>
                <a:sym typeface="Arvo"/>
              </a:rPr>
              <a:t>Nombre del actor: </a:t>
            </a:r>
            <a:endParaRPr b="1" sz="1000">
              <a:latin typeface="Arvo"/>
              <a:ea typeface="Arvo"/>
              <a:cs typeface="Arvo"/>
              <a:sym typeface="Arvo"/>
            </a:endParaRPr>
          </a:p>
          <a:p>
            <a:pPr indent="0" lvl="0" marL="0" rtl="0" algn="r">
              <a:lnSpc>
                <a:spcPct val="100000"/>
              </a:lnSpc>
              <a:spcBef>
                <a:spcPts val="0"/>
              </a:spcBef>
              <a:spcAft>
                <a:spcPts val="0"/>
              </a:spcAft>
              <a:buNone/>
            </a:pPr>
            <a:r>
              <a:rPr i="1" lang="es-419" sz="600">
                <a:solidFill>
                  <a:srgbClr val="666666"/>
                </a:solidFill>
                <a:latin typeface="Arvo"/>
                <a:ea typeface="Arvo"/>
                <a:cs typeface="Arvo"/>
                <a:sym typeface="Arvo"/>
              </a:rPr>
              <a:t>&lt;ej: Comprador&gt;</a:t>
            </a:r>
            <a:endParaRPr i="1" sz="600">
              <a:solidFill>
                <a:srgbClr val="666666"/>
              </a:solidFill>
              <a:latin typeface="Arvo"/>
              <a:ea typeface="Arvo"/>
              <a:cs typeface="Arvo"/>
              <a:sym typeface="Arvo"/>
            </a:endParaRPr>
          </a:p>
        </p:txBody>
      </p:sp>
      <p:sp>
        <p:nvSpPr>
          <p:cNvPr id="11517" name="Google Shape;11517;p196"/>
          <p:cNvSpPr txBox="1"/>
          <p:nvPr/>
        </p:nvSpPr>
        <p:spPr>
          <a:xfrm>
            <a:off x="197034" y="1572261"/>
            <a:ext cx="1679100" cy="274800"/>
          </a:xfrm>
          <a:prstGeom prst="rect">
            <a:avLst/>
          </a:prstGeom>
          <a:noFill/>
          <a:ln>
            <a:noFill/>
          </a:ln>
        </p:spPr>
        <p:txBody>
          <a:bodyPr anchorCtr="0" anchor="ctr" bIns="0" lIns="0" spcFirstLastPara="1" rIns="0" wrap="square" tIns="0">
            <a:spAutoFit/>
          </a:bodyPr>
          <a:lstStyle/>
          <a:p>
            <a:pPr indent="0" lvl="0" marL="0" rtl="0" algn="r">
              <a:lnSpc>
                <a:spcPct val="85000"/>
              </a:lnSpc>
              <a:spcBef>
                <a:spcPts val="0"/>
              </a:spcBef>
              <a:spcAft>
                <a:spcPts val="0"/>
              </a:spcAft>
              <a:buNone/>
            </a:pPr>
            <a:r>
              <a:rPr b="1" lang="es-419" sz="1000">
                <a:latin typeface="Arvo"/>
                <a:ea typeface="Arvo"/>
                <a:cs typeface="Arvo"/>
                <a:sym typeface="Arvo"/>
              </a:rPr>
              <a:t>Rol:</a:t>
            </a:r>
            <a:endParaRPr sz="700">
              <a:solidFill>
                <a:srgbClr val="666666"/>
              </a:solidFill>
              <a:latin typeface="Arvo"/>
              <a:ea typeface="Arvo"/>
              <a:cs typeface="Arvo"/>
              <a:sym typeface="Arvo"/>
            </a:endParaRPr>
          </a:p>
          <a:p>
            <a:pPr indent="0" lvl="0" marL="0" rtl="0" algn="r">
              <a:lnSpc>
                <a:spcPct val="85000"/>
              </a:lnSpc>
              <a:spcBef>
                <a:spcPts val="0"/>
              </a:spcBef>
              <a:spcAft>
                <a:spcPts val="0"/>
              </a:spcAft>
              <a:buNone/>
            </a:pPr>
            <a:r>
              <a:rPr lang="es-419" sz="700">
                <a:solidFill>
                  <a:srgbClr val="666666"/>
                </a:solidFill>
                <a:latin typeface="Arvo"/>
                <a:ea typeface="Arvo"/>
                <a:cs typeface="Arvo"/>
                <a:sym typeface="Arvo"/>
              </a:rPr>
              <a:t> </a:t>
            </a:r>
            <a:r>
              <a:rPr i="1" lang="es-419" sz="600">
                <a:solidFill>
                  <a:srgbClr val="666666"/>
                </a:solidFill>
                <a:latin typeface="Arvo"/>
                <a:ea typeface="Arvo"/>
                <a:cs typeface="Arvo"/>
                <a:sym typeface="Arvo"/>
              </a:rPr>
              <a:t>&lt;ej: Cliente  ó Proveedor&gt;</a:t>
            </a:r>
            <a:r>
              <a:rPr b="1" lang="es-419" sz="1100">
                <a:latin typeface="Arvo"/>
                <a:ea typeface="Arvo"/>
                <a:cs typeface="Arvo"/>
                <a:sym typeface="Arvo"/>
              </a:rPr>
              <a:t> </a:t>
            </a:r>
            <a:endParaRPr sz="800">
              <a:solidFill>
                <a:srgbClr val="666666"/>
              </a:solidFill>
              <a:latin typeface="Arvo"/>
              <a:ea typeface="Arvo"/>
              <a:cs typeface="Arvo"/>
              <a:sym typeface="Arvo"/>
            </a:endParaRPr>
          </a:p>
        </p:txBody>
      </p:sp>
      <p:sp>
        <p:nvSpPr>
          <p:cNvPr id="11518" name="Google Shape;11518;p196"/>
          <p:cNvSpPr/>
          <p:nvPr/>
        </p:nvSpPr>
        <p:spPr>
          <a:xfrm>
            <a:off x="1940924" y="1030197"/>
            <a:ext cx="3027000" cy="343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11519" name="Google Shape;11519;p196"/>
          <p:cNvSpPr txBox="1"/>
          <p:nvPr>
            <p:ph idx="1" type="subTitle"/>
          </p:nvPr>
        </p:nvSpPr>
        <p:spPr>
          <a:xfrm>
            <a:off x="1940624" y="1030947"/>
            <a:ext cx="3027600" cy="342000"/>
          </a:xfrm>
          <a:prstGeom prst="rect">
            <a:avLst/>
          </a:prstGeom>
          <a:noFill/>
          <a:ln>
            <a:noFill/>
          </a:ln>
        </p:spPr>
        <p:txBody>
          <a:bodyPr anchorCtr="0" anchor="ctr" bIns="36000" lIns="36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11520" name="Google Shape;11520;p196"/>
          <p:cNvSpPr/>
          <p:nvPr/>
        </p:nvSpPr>
        <p:spPr>
          <a:xfrm>
            <a:off x="1940924" y="1537911"/>
            <a:ext cx="3027000" cy="343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11521" name="Google Shape;11521;p196"/>
          <p:cNvSpPr txBox="1"/>
          <p:nvPr>
            <p:ph idx="2" type="subTitle"/>
          </p:nvPr>
        </p:nvSpPr>
        <p:spPr>
          <a:xfrm>
            <a:off x="1940624" y="1538661"/>
            <a:ext cx="3027600" cy="342000"/>
          </a:xfrm>
          <a:prstGeom prst="rect">
            <a:avLst/>
          </a:prstGeom>
          <a:noFill/>
          <a:ln>
            <a:noFill/>
          </a:ln>
        </p:spPr>
        <p:txBody>
          <a:bodyPr anchorCtr="0" anchor="ctr" bIns="36000" lIns="36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11522" name="Google Shape;11522;p196"/>
          <p:cNvSpPr txBox="1"/>
          <p:nvPr/>
        </p:nvSpPr>
        <p:spPr>
          <a:xfrm>
            <a:off x="197034" y="2065929"/>
            <a:ext cx="1679100" cy="415500"/>
          </a:xfrm>
          <a:prstGeom prst="rect">
            <a:avLst/>
          </a:prstGeom>
          <a:noFill/>
          <a:ln>
            <a:noFill/>
          </a:ln>
        </p:spPr>
        <p:txBody>
          <a:bodyPr anchorCtr="0" anchor="ctr" bIns="0" lIns="0" spcFirstLastPara="1" rIns="0" wrap="square" tIns="0">
            <a:spAutoFit/>
          </a:bodyPr>
          <a:lstStyle/>
          <a:p>
            <a:pPr indent="0" lvl="0" marL="0" rtl="0" algn="r">
              <a:lnSpc>
                <a:spcPct val="100000"/>
              </a:lnSpc>
              <a:spcBef>
                <a:spcPts val="0"/>
              </a:spcBef>
              <a:spcAft>
                <a:spcPts val="0"/>
              </a:spcAft>
              <a:buNone/>
            </a:pPr>
            <a:r>
              <a:rPr b="1" lang="es-419" sz="1000">
                <a:latin typeface="Arvo"/>
                <a:ea typeface="Arvo"/>
                <a:cs typeface="Arvo"/>
                <a:sym typeface="Arvo"/>
              </a:rPr>
              <a:t>Procesos con los que tiene relación:</a:t>
            </a:r>
            <a:endParaRPr b="1" sz="1000">
              <a:latin typeface="Arvo"/>
              <a:ea typeface="Arvo"/>
              <a:cs typeface="Arvo"/>
              <a:sym typeface="Arvo"/>
            </a:endParaRPr>
          </a:p>
          <a:p>
            <a:pPr indent="0" lvl="0" marL="0" rtl="0" algn="r">
              <a:lnSpc>
                <a:spcPct val="100000"/>
              </a:lnSpc>
              <a:spcBef>
                <a:spcPts val="0"/>
              </a:spcBef>
              <a:spcAft>
                <a:spcPts val="0"/>
              </a:spcAft>
              <a:buNone/>
            </a:pPr>
            <a:r>
              <a:rPr lang="es-419" sz="700">
                <a:solidFill>
                  <a:srgbClr val="666666"/>
                </a:solidFill>
                <a:latin typeface="Arvo"/>
                <a:ea typeface="Arvo"/>
                <a:cs typeface="Arvo"/>
                <a:sym typeface="Arvo"/>
              </a:rPr>
              <a:t> </a:t>
            </a:r>
            <a:r>
              <a:rPr i="1" lang="es-419" sz="600">
                <a:solidFill>
                  <a:srgbClr val="666666"/>
                </a:solidFill>
                <a:latin typeface="Arvo"/>
                <a:ea typeface="Arvo"/>
                <a:cs typeface="Arvo"/>
                <a:sym typeface="Arvo"/>
              </a:rPr>
              <a:t>&lt;ej: El comprador se registra&gt;</a:t>
            </a:r>
            <a:endParaRPr sz="800">
              <a:solidFill>
                <a:srgbClr val="666666"/>
              </a:solidFill>
              <a:latin typeface="Arvo"/>
              <a:ea typeface="Arvo"/>
              <a:cs typeface="Arvo"/>
              <a:sym typeface="Arvo"/>
            </a:endParaRPr>
          </a:p>
        </p:txBody>
      </p:sp>
      <p:sp>
        <p:nvSpPr>
          <p:cNvPr id="11523" name="Google Shape;11523;p196"/>
          <p:cNvSpPr/>
          <p:nvPr/>
        </p:nvSpPr>
        <p:spPr>
          <a:xfrm>
            <a:off x="1940924" y="2060575"/>
            <a:ext cx="3027000" cy="1015800"/>
          </a:xfrm>
          <a:prstGeom prst="roundRect">
            <a:avLst>
              <a:gd fmla="val 728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11524" name="Google Shape;11524;p196"/>
          <p:cNvSpPr txBox="1"/>
          <p:nvPr>
            <p:ph idx="3" type="subTitle"/>
          </p:nvPr>
        </p:nvSpPr>
        <p:spPr>
          <a:xfrm>
            <a:off x="1940924" y="2061325"/>
            <a:ext cx="3027000" cy="1015200"/>
          </a:xfrm>
          <a:prstGeom prst="rect">
            <a:avLst/>
          </a:prstGeom>
          <a:noFill/>
          <a:ln>
            <a:noFill/>
          </a:ln>
        </p:spPr>
        <p:txBody>
          <a:bodyPr anchorCtr="0" anchor="t" bIns="36000" lIns="36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11525" name="Google Shape;11525;p196"/>
          <p:cNvSpPr txBox="1"/>
          <p:nvPr/>
        </p:nvSpPr>
        <p:spPr>
          <a:xfrm>
            <a:off x="197034" y="3222969"/>
            <a:ext cx="1679100" cy="819000"/>
          </a:xfrm>
          <a:prstGeom prst="rect">
            <a:avLst/>
          </a:prstGeom>
          <a:noFill/>
          <a:ln>
            <a:noFill/>
          </a:ln>
        </p:spPr>
        <p:txBody>
          <a:bodyPr anchorCtr="0" anchor="ctr" bIns="0" lIns="0" spcFirstLastPara="1" rIns="0" wrap="square" tIns="0">
            <a:spAutoFit/>
          </a:bodyPr>
          <a:lstStyle/>
          <a:p>
            <a:pPr indent="0" lvl="0" marL="0" rtl="0" algn="r">
              <a:lnSpc>
                <a:spcPct val="100000"/>
              </a:lnSpc>
              <a:spcBef>
                <a:spcPts val="0"/>
              </a:spcBef>
              <a:spcAft>
                <a:spcPts val="0"/>
              </a:spcAft>
              <a:buNone/>
            </a:pPr>
            <a:r>
              <a:rPr b="1" lang="es-419" sz="1000">
                <a:latin typeface="Arvo"/>
                <a:ea typeface="Arvo"/>
                <a:cs typeface="Arvo"/>
                <a:sym typeface="Arvo"/>
              </a:rPr>
              <a:t>Descripción del actor:</a:t>
            </a:r>
            <a:endParaRPr sz="700">
              <a:solidFill>
                <a:srgbClr val="666666"/>
              </a:solidFill>
              <a:latin typeface="Arvo"/>
              <a:ea typeface="Arvo"/>
              <a:cs typeface="Arvo"/>
              <a:sym typeface="Arvo"/>
            </a:endParaRPr>
          </a:p>
          <a:p>
            <a:pPr indent="0" lvl="0" marL="0" rtl="0" algn="r">
              <a:lnSpc>
                <a:spcPct val="80000"/>
              </a:lnSpc>
              <a:spcBef>
                <a:spcPts val="0"/>
              </a:spcBef>
              <a:spcAft>
                <a:spcPts val="0"/>
              </a:spcAft>
              <a:buNone/>
            </a:pPr>
            <a:r>
              <a:rPr i="1" lang="es-419" sz="600">
                <a:solidFill>
                  <a:srgbClr val="666666"/>
                </a:solidFill>
                <a:latin typeface="Arvo"/>
                <a:ea typeface="Arvo"/>
                <a:cs typeface="Arvo"/>
                <a:sym typeface="Arvo"/>
              </a:rPr>
              <a:t>&lt;ej: Es una persona que está interesada en comprar un producto a muy bajo costo desde cualquier lugar y en cualquier momento. Le gustaría elegir una empresa de envíos para transportar los productos y disponer de un carro de compras, adicionalmente, poder programar cada una de las compras y poder crear listas de preferencia.&gt;</a:t>
            </a:r>
            <a:endParaRPr sz="800">
              <a:solidFill>
                <a:srgbClr val="666666"/>
              </a:solidFill>
              <a:latin typeface="Arvo"/>
              <a:ea typeface="Arvo"/>
              <a:cs typeface="Arvo"/>
              <a:sym typeface="Arvo"/>
            </a:endParaRPr>
          </a:p>
        </p:txBody>
      </p:sp>
      <p:sp>
        <p:nvSpPr>
          <p:cNvPr id="11526" name="Google Shape;11526;p196"/>
          <p:cNvSpPr/>
          <p:nvPr/>
        </p:nvSpPr>
        <p:spPr>
          <a:xfrm>
            <a:off x="1940925" y="3256353"/>
            <a:ext cx="3027000" cy="1359900"/>
          </a:xfrm>
          <a:prstGeom prst="roundRect">
            <a:avLst>
              <a:gd fmla="val 5871"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11527" name="Google Shape;11527;p196"/>
          <p:cNvSpPr txBox="1"/>
          <p:nvPr>
            <p:ph idx="4" type="subTitle"/>
          </p:nvPr>
        </p:nvSpPr>
        <p:spPr>
          <a:xfrm>
            <a:off x="1940625" y="3256356"/>
            <a:ext cx="3027600" cy="1359900"/>
          </a:xfrm>
          <a:prstGeom prst="rect">
            <a:avLst/>
          </a:prstGeom>
          <a:noFill/>
          <a:ln>
            <a:noFill/>
          </a:ln>
        </p:spPr>
        <p:txBody>
          <a:bodyPr anchorCtr="0" anchor="t" bIns="36000" lIns="36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11528" name="Google Shape;11528;p196"/>
          <p:cNvSpPr txBox="1"/>
          <p:nvPr/>
        </p:nvSpPr>
        <p:spPr>
          <a:xfrm>
            <a:off x="197034" y="4832392"/>
            <a:ext cx="1679100" cy="274800"/>
          </a:xfrm>
          <a:prstGeom prst="rect">
            <a:avLst/>
          </a:prstGeom>
          <a:noFill/>
          <a:ln>
            <a:noFill/>
          </a:ln>
        </p:spPr>
        <p:txBody>
          <a:bodyPr anchorCtr="0" anchor="ctr" bIns="0" lIns="0" spcFirstLastPara="1" rIns="0" wrap="square" tIns="0">
            <a:spAutoFit/>
          </a:bodyPr>
          <a:lstStyle/>
          <a:p>
            <a:pPr indent="0" lvl="0" marL="0" rtl="0" algn="r">
              <a:lnSpc>
                <a:spcPct val="85000"/>
              </a:lnSpc>
              <a:spcBef>
                <a:spcPts val="0"/>
              </a:spcBef>
              <a:spcAft>
                <a:spcPts val="0"/>
              </a:spcAft>
              <a:buNone/>
            </a:pPr>
            <a:r>
              <a:rPr b="1" lang="es-419" sz="1000">
                <a:latin typeface="Arvo"/>
                <a:ea typeface="Arvo"/>
                <a:cs typeface="Arvo"/>
                <a:sym typeface="Arvo"/>
              </a:rPr>
              <a:t>Tipo:</a:t>
            </a:r>
            <a:endParaRPr sz="700">
              <a:solidFill>
                <a:srgbClr val="666666"/>
              </a:solidFill>
              <a:latin typeface="Arvo"/>
              <a:ea typeface="Arvo"/>
              <a:cs typeface="Arvo"/>
              <a:sym typeface="Arvo"/>
            </a:endParaRPr>
          </a:p>
          <a:p>
            <a:pPr indent="0" lvl="0" marL="0" rtl="0" algn="r">
              <a:lnSpc>
                <a:spcPct val="85000"/>
              </a:lnSpc>
              <a:spcBef>
                <a:spcPts val="0"/>
              </a:spcBef>
              <a:spcAft>
                <a:spcPts val="0"/>
              </a:spcAft>
              <a:buNone/>
            </a:pPr>
            <a:r>
              <a:rPr lang="es-419" sz="700">
                <a:solidFill>
                  <a:srgbClr val="666666"/>
                </a:solidFill>
                <a:latin typeface="Arvo"/>
                <a:ea typeface="Arvo"/>
                <a:cs typeface="Arvo"/>
                <a:sym typeface="Arvo"/>
              </a:rPr>
              <a:t> </a:t>
            </a:r>
            <a:r>
              <a:rPr i="1" lang="es-419" sz="600">
                <a:solidFill>
                  <a:srgbClr val="666666"/>
                </a:solidFill>
                <a:latin typeface="Arvo"/>
                <a:ea typeface="Arvo"/>
                <a:cs typeface="Arvo"/>
                <a:sym typeface="Arvo"/>
              </a:rPr>
              <a:t>&lt;ej: Humano o Máquina&gt;</a:t>
            </a:r>
            <a:r>
              <a:rPr b="1" lang="es-419" sz="1100">
                <a:latin typeface="Arvo"/>
                <a:ea typeface="Arvo"/>
                <a:cs typeface="Arvo"/>
                <a:sym typeface="Arvo"/>
              </a:rPr>
              <a:t> </a:t>
            </a:r>
            <a:endParaRPr sz="800">
              <a:solidFill>
                <a:srgbClr val="666666"/>
              </a:solidFill>
              <a:latin typeface="Arvo"/>
              <a:ea typeface="Arvo"/>
              <a:cs typeface="Arvo"/>
              <a:sym typeface="Arvo"/>
            </a:endParaRPr>
          </a:p>
        </p:txBody>
      </p:sp>
      <p:sp>
        <p:nvSpPr>
          <p:cNvPr id="11529" name="Google Shape;11529;p196"/>
          <p:cNvSpPr/>
          <p:nvPr/>
        </p:nvSpPr>
        <p:spPr>
          <a:xfrm>
            <a:off x="1940924" y="4798042"/>
            <a:ext cx="3027000" cy="343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11530" name="Google Shape;11530;p196"/>
          <p:cNvSpPr txBox="1"/>
          <p:nvPr>
            <p:ph idx="5" type="subTitle"/>
          </p:nvPr>
        </p:nvSpPr>
        <p:spPr>
          <a:xfrm>
            <a:off x="1940624" y="4798792"/>
            <a:ext cx="3027600" cy="342000"/>
          </a:xfrm>
          <a:prstGeom prst="rect">
            <a:avLst/>
          </a:prstGeom>
          <a:noFill/>
          <a:ln>
            <a:noFill/>
          </a:ln>
        </p:spPr>
        <p:txBody>
          <a:bodyPr anchorCtr="0" anchor="ctr" bIns="36000" lIns="36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11531" name="Google Shape;11531;p196"/>
          <p:cNvSpPr txBox="1"/>
          <p:nvPr/>
        </p:nvSpPr>
        <p:spPr>
          <a:xfrm>
            <a:off x="304764" y="5328700"/>
            <a:ext cx="1576200" cy="615600"/>
          </a:xfrm>
          <a:prstGeom prst="rect">
            <a:avLst/>
          </a:prstGeom>
          <a:noFill/>
          <a:ln>
            <a:noFill/>
          </a:ln>
        </p:spPr>
        <p:txBody>
          <a:bodyPr anchorCtr="0" anchor="ctr" bIns="0" lIns="0" spcFirstLastPara="1" rIns="0" wrap="square" tIns="0">
            <a:spAutoFit/>
          </a:bodyPr>
          <a:lstStyle/>
          <a:p>
            <a:pPr indent="0" lvl="0" marL="0" rtl="0" algn="r">
              <a:lnSpc>
                <a:spcPct val="100000"/>
              </a:lnSpc>
              <a:spcBef>
                <a:spcPts val="0"/>
              </a:spcBef>
              <a:spcAft>
                <a:spcPts val="0"/>
              </a:spcAft>
              <a:buNone/>
            </a:pPr>
            <a:r>
              <a:rPr b="1" lang="es-419" sz="1000">
                <a:latin typeface="Arvo"/>
                <a:ea typeface="Arvo"/>
                <a:cs typeface="Arvo"/>
                <a:sym typeface="Arvo"/>
              </a:rPr>
              <a:t>Información que obtiene:</a:t>
            </a:r>
            <a:endParaRPr b="1" sz="1000">
              <a:latin typeface="Arvo"/>
              <a:ea typeface="Arvo"/>
              <a:cs typeface="Arvo"/>
              <a:sym typeface="Arvo"/>
            </a:endParaRPr>
          </a:p>
          <a:p>
            <a:pPr indent="0" lvl="0" marL="0" rtl="0" algn="r">
              <a:lnSpc>
                <a:spcPct val="100000"/>
              </a:lnSpc>
              <a:spcBef>
                <a:spcPts val="0"/>
              </a:spcBef>
              <a:spcAft>
                <a:spcPts val="0"/>
              </a:spcAft>
              <a:buNone/>
            </a:pPr>
            <a:r>
              <a:rPr b="1" lang="es-419" sz="700">
                <a:latin typeface="Arvo"/>
                <a:ea typeface="Arvo"/>
                <a:cs typeface="Arvo"/>
                <a:sym typeface="Arvo"/>
              </a:rPr>
              <a:t>&lt;con qué información interactúa&gt;</a:t>
            </a:r>
            <a:endParaRPr b="1" sz="700">
              <a:latin typeface="Arvo"/>
              <a:ea typeface="Arvo"/>
              <a:cs typeface="Arvo"/>
              <a:sym typeface="Arvo"/>
            </a:endParaRPr>
          </a:p>
          <a:p>
            <a:pPr indent="0" lvl="0" marL="0" rtl="0" algn="r">
              <a:lnSpc>
                <a:spcPct val="100000"/>
              </a:lnSpc>
              <a:spcBef>
                <a:spcPts val="0"/>
              </a:spcBef>
              <a:spcAft>
                <a:spcPts val="0"/>
              </a:spcAft>
              <a:buNone/>
            </a:pPr>
            <a:r>
              <a:rPr lang="es-419" sz="700">
                <a:solidFill>
                  <a:srgbClr val="666666"/>
                </a:solidFill>
                <a:latin typeface="Arvo"/>
                <a:ea typeface="Arvo"/>
                <a:cs typeface="Arvo"/>
                <a:sym typeface="Arvo"/>
              </a:rPr>
              <a:t> </a:t>
            </a:r>
            <a:r>
              <a:rPr i="1" lang="es-419" sz="600">
                <a:solidFill>
                  <a:srgbClr val="666666"/>
                </a:solidFill>
                <a:latin typeface="Arvo"/>
                <a:ea typeface="Arvo"/>
                <a:cs typeface="Arvo"/>
                <a:sym typeface="Arvo"/>
              </a:rPr>
              <a:t>&lt;ej: El catálogo de productos, carrito de compras, mensajería, etc&gt;</a:t>
            </a:r>
            <a:endParaRPr sz="800">
              <a:solidFill>
                <a:srgbClr val="666666"/>
              </a:solidFill>
              <a:latin typeface="Arvo"/>
              <a:ea typeface="Arvo"/>
              <a:cs typeface="Arvo"/>
              <a:sym typeface="Arvo"/>
            </a:endParaRPr>
          </a:p>
        </p:txBody>
      </p:sp>
      <p:sp>
        <p:nvSpPr>
          <p:cNvPr id="11532" name="Google Shape;11532;p196"/>
          <p:cNvSpPr/>
          <p:nvPr/>
        </p:nvSpPr>
        <p:spPr>
          <a:xfrm>
            <a:off x="1945875" y="5323350"/>
            <a:ext cx="3027000" cy="1015800"/>
          </a:xfrm>
          <a:prstGeom prst="roundRect">
            <a:avLst>
              <a:gd fmla="val 728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11533" name="Google Shape;11533;p196"/>
          <p:cNvSpPr txBox="1"/>
          <p:nvPr>
            <p:ph idx="6" type="subTitle"/>
          </p:nvPr>
        </p:nvSpPr>
        <p:spPr>
          <a:xfrm>
            <a:off x="1945875" y="5324100"/>
            <a:ext cx="3027000" cy="1015200"/>
          </a:xfrm>
          <a:prstGeom prst="rect">
            <a:avLst/>
          </a:prstGeom>
          <a:noFill/>
          <a:ln>
            <a:noFill/>
          </a:ln>
        </p:spPr>
        <p:txBody>
          <a:bodyPr anchorCtr="0" anchor="ctr" bIns="36000" lIns="36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11534" name="Google Shape;11534;p196"/>
          <p:cNvSpPr txBox="1"/>
          <p:nvPr/>
        </p:nvSpPr>
        <p:spPr>
          <a:xfrm>
            <a:off x="5217088" y="982976"/>
            <a:ext cx="1576200" cy="600300"/>
          </a:xfrm>
          <a:prstGeom prst="rect">
            <a:avLst/>
          </a:prstGeom>
          <a:noFill/>
          <a:ln>
            <a:noFill/>
          </a:ln>
        </p:spPr>
        <p:txBody>
          <a:bodyPr anchorCtr="0" anchor="ctr" bIns="0" lIns="0" spcFirstLastPara="1" rIns="0" wrap="square" tIns="0">
            <a:spAutoFit/>
          </a:bodyPr>
          <a:lstStyle/>
          <a:p>
            <a:pPr indent="0" lvl="0" marL="0" rtl="0" algn="r">
              <a:lnSpc>
                <a:spcPct val="100000"/>
              </a:lnSpc>
              <a:spcBef>
                <a:spcPts val="0"/>
              </a:spcBef>
              <a:spcAft>
                <a:spcPts val="0"/>
              </a:spcAft>
              <a:buNone/>
            </a:pPr>
            <a:r>
              <a:rPr b="1" lang="es-419" sz="1000">
                <a:latin typeface="Arvo"/>
                <a:ea typeface="Arvo"/>
                <a:cs typeface="Arvo"/>
                <a:sym typeface="Arvo"/>
              </a:rPr>
              <a:t>Información que provee:</a:t>
            </a:r>
            <a:endParaRPr b="1" sz="1000">
              <a:latin typeface="Arvo"/>
              <a:ea typeface="Arvo"/>
              <a:cs typeface="Arvo"/>
              <a:sym typeface="Arvo"/>
            </a:endParaRPr>
          </a:p>
          <a:p>
            <a:pPr indent="0" lvl="0" marL="0" rtl="0" algn="r">
              <a:lnSpc>
                <a:spcPct val="100000"/>
              </a:lnSpc>
              <a:spcBef>
                <a:spcPts val="0"/>
              </a:spcBef>
              <a:spcAft>
                <a:spcPts val="0"/>
              </a:spcAft>
              <a:buNone/>
            </a:pPr>
            <a:r>
              <a:rPr b="1" lang="es-419" sz="700">
                <a:latin typeface="Arvo"/>
                <a:ea typeface="Arvo"/>
                <a:cs typeface="Arvo"/>
                <a:sym typeface="Arvo"/>
              </a:rPr>
              <a:t>&lt;qué información provee&gt;</a:t>
            </a:r>
            <a:endParaRPr b="1" sz="700">
              <a:latin typeface="Arvo"/>
              <a:ea typeface="Arvo"/>
              <a:cs typeface="Arvo"/>
              <a:sym typeface="Arvo"/>
            </a:endParaRPr>
          </a:p>
          <a:p>
            <a:pPr indent="0" lvl="0" marL="0" rtl="0" algn="r">
              <a:lnSpc>
                <a:spcPct val="100000"/>
              </a:lnSpc>
              <a:spcBef>
                <a:spcPts val="0"/>
              </a:spcBef>
              <a:spcAft>
                <a:spcPts val="0"/>
              </a:spcAft>
              <a:buNone/>
            </a:pPr>
            <a:r>
              <a:rPr i="1" lang="es-419" sz="600">
                <a:solidFill>
                  <a:srgbClr val="666666"/>
                </a:solidFill>
                <a:latin typeface="Arvo"/>
                <a:ea typeface="Arvo"/>
                <a:cs typeface="Arvo"/>
                <a:sym typeface="Arvo"/>
              </a:rPr>
              <a:t>&lt;ej: Información personal, información mensajería, información de pago, etc &gt;</a:t>
            </a:r>
            <a:endParaRPr sz="800">
              <a:solidFill>
                <a:srgbClr val="666666"/>
              </a:solidFill>
              <a:latin typeface="Arvo"/>
              <a:ea typeface="Arvo"/>
              <a:cs typeface="Arvo"/>
              <a:sym typeface="Arvo"/>
            </a:endParaRPr>
          </a:p>
        </p:txBody>
      </p:sp>
      <p:sp>
        <p:nvSpPr>
          <p:cNvPr id="11535" name="Google Shape;11535;p196"/>
          <p:cNvSpPr/>
          <p:nvPr/>
        </p:nvSpPr>
        <p:spPr>
          <a:xfrm>
            <a:off x="6858199" y="1016358"/>
            <a:ext cx="3027000" cy="1359900"/>
          </a:xfrm>
          <a:prstGeom prst="roundRect">
            <a:avLst>
              <a:gd fmla="val 5871"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11536" name="Google Shape;11536;p196"/>
          <p:cNvSpPr txBox="1"/>
          <p:nvPr>
            <p:ph idx="7" type="subTitle"/>
          </p:nvPr>
        </p:nvSpPr>
        <p:spPr>
          <a:xfrm>
            <a:off x="6857899" y="1016361"/>
            <a:ext cx="3027600" cy="1359900"/>
          </a:xfrm>
          <a:prstGeom prst="rect">
            <a:avLst/>
          </a:prstGeom>
          <a:noFill/>
          <a:ln>
            <a:noFill/>
          </a:ln>
        </p:spPr>
        <p:txBody>
          <a:bodyPr anchorCtr="0" anchor="t" bIns="36000" lIns="36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11537" name="Google Shape;11537;p196"/>
          <p:cNvSpPr txBox="1"/>
          <p:nvPr/>
        </p:nvSpPr>
        <p:spPr>
          <a:xfrm>
            <a:off x="5217088" y="2537301"/>
            <a:ext cx="1576200" cy="354000"/>
          </a:xfrm>
          <a:prstGeom prst="rect">
            <a:avLst/>
          </a:prstGeom>
          <a:noFill/>
          <a:ln>
            <a:noFill/>
          </a:ln>
        </p:spPr>
        <p:txBody>
          <a:bodyPr anchorCtr="0" anchor="ctr" bIns="0" lIns="0" spcFirstLastPara="1" rIns="0" wrap="square" tIns="0">
            <a:spAutoFit/>
          </a:bodyPr>
          <a:lstStyle/>
          <a:p>
            <a:pPr indent="0" lvl="0" marL="0" rtl="0" algn="r">
              <a:lnSpc>
                <a:spcPct val="100000"/>
              </a:lnSpc>
              <a:spcBef>
                <a:spcPts val="0"/>
              </a:spcBef>
              <a:spcAft>
                <a:spcPts val="0"/>
              </a:spcAft>
              <a:buNone/>
            </a:pPr>
            <a:r>
              <a:rPr b="1" lang="es-419" sz="1000">
                <a:latin typeface="Arvo"/>
                <a:ea typeface="Arvo"/>
                <a:cs typeface="Arvo"/>
                <a:sym typeface="Arvo"/>
              </a:rPr>
              <a:t>Meta actor:</a:t>
            </a:r>
            <a:endParaRPr b="1" sz="1000">
              <a:latin typeface="Arvo"/>
              <a:ea typeface="Arvo"/>
              <a:cs typeface="Arvo"/>
              <a:sym typeface="Arvo"/>
            </a:endParaRPr>
          </a:p>
          <a:p>
            <a:pPr indent="0" lvl="0" marL="0" rtl="0" algn="r">
              <a:lnSpc>
                <a:spcPct val="100000"/>
              </a:lnSpc>
              <a:spcBef>
                <a:spcPts val="0"/>
              </a:spcBef>
              <a:spcAft>
                <a:spcPts val="0"/>
              </a:spcAft>
              <a:buNone/>
            </a:pPr>
            <a:r>
              <a:rPr b="1" lang="es-419" sz="700">
                <a:latin typeface="Arvo"/>
                <a:ea typeface="Arvo"/>
                <a:cs typeface="Arvo"/>
                <a:sym typeface="Arvo"/>
              </a:rPr>
              <a:t>[Meta = &lt;sustantivo&gt;&lt;adjetivo&gt;]</a:t>
            </a:r>
            <a:endParaRPr b="1" sz="700">
              <a:latin typeface="Arvo"/>
              <a:ea typeface="Arvo"/>
              <a:cs typeface="Arvo"/>
              <a:sym typeface="Arvo"/>
            </a:endParaRPr>
          </a:p>
          <a:p>
            <a:pPr indent="0" lvl="0" marL="0" rtl="0" algn="r">
              <a:lnSpc>
                <a:spcPct val="100000"/>
              </a:lnSpc>
              <a:spcBef>
                <a:spcPts val="0"/>
              </a:spcBef>
              <a:spcAft>
                <a:spcPts val="0"/>
              </a:spcAft>
              <a:buNone/>
            </a:pPr>
            <a:r>
              <a:rPr i="1" lang="es-419" sz="600">
                <a:solidFill>
                  <a:srgbClr val="666666"/>
                </a:solidFill>
                <a:latin typeface="Arvo"/>
                <a:ea typeface="Arvo"/>
                <a:cs typeface="Arvo"/>
                <a:sym typeface="Arvo"/>
              </a:rPr>
              <a:t>&lt;ej: Producto recibido&gt;</a:t>
            </a:r>
            <a:endParaRPr i="1" sz="600">
              <a:solidFill>
                <a:srgbClr val="666666"/>
              </a:solidFill>
              <a:latin typeface="Arvo"/>
              <a:ea typeface="Arvo"/>
              <a:cs typeface="Arvo"/>
              <a:sym typeface="Arvo"/>
            </a:endParaRPr>
          </a:p>
        </p:txBody>
      </p:sp>
      <p:sp>
        <p:nvSpPr>
          <p:cNvPr id="11538" name="Google Shape;11538;p196"/>
          <p:cNvSpPr/>
          <p:nvPr/>
        </p:nvSpPr>
        <p:spPr>
          <a:xfrm>
            <a:off x="6858198" y="2542551"/>
            <a:ext cx="3027000" cy="343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11539" name="Google Shape;11539;p196"/>
          <p:cNvSpPr txBox="1"/>
          <p:nvPr>
            <p:ph idx="8" type="subTitle"/>
          </p:nvPr>
        </p:nvSpPr>
        <p:spPr>
          <a:xfrm>
            <a:off x="6857898" y="2543301"/>
            <a:ext cx="3027600" cy="342000"/>
          </a:xfrm>
          <a:prstGeom prst="rect">
            <a:avLst/>
          </a:prstGeom>
          <a:noFill/>
          <a:ln>
            <a:noFill/>
          </a:ln>
        </p:spPr>
        <p:txBody>
          <a:bodyPr anchorCtr="0" anchor="ctr" bIns="36000" lIns="36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11540" name="Google Shape;11540;p196"/>
          <p:cNvSpPr txBox="1"/>
          <p:nvPr/>
        </p:nvSpPr>
        <p:spPr>
          <a:xfrm>
            <a:off x="5217088" y="3041532"/>
            <a:ext cx="1576200" cy="400200"/>
          </a:xfrm>
          <a:prstGeom prst="rect">
            <a:avLst/>
          </a:prstGeom>
          <a:noFill/>
          <a:ln>
            <a:noFill/>
          </a:ln>
        </p:spPr>
        <p:txBody>
          <a:bodyPr anchorCtr="0" anchor="ctr" bIns="0" lIns="0" spcFirstLastPara="1" rIns="0" wrap="square" tIns="0">
            <a:spAutoFit/>
          </a:bodyPr>
          <a:lstStyle/>
          <a:p>
            <a:pPr indent="0" lvl="0" marL="0" rtl="0" algn="r">
              <a:lnSpc>
                <a:spcPct val="100000"/>
              </a:lnSpc>
              <a:spcBef>
                <a:spcPts val="0"/>
              </a:spcBef>
              <a:spcAft>
                <a:spcPts val="0"/>
              </a:spcAft>
              <a:buNone/>
            </a:pPr>
            <a:r>
              <a:rPr b="1" lang="es-419" sz="1000">
                <a:latin typeface="Arvo"/>
                <a:ea typeface="Arvo"/>
                <a:cs typeface="Arvo"/>
                <a:sym typeface="Arvo"/>
              </a:rPr>
              <a:t>Actividad que consigue la meta:</a:t>
            </a:r>
            <a:endParaRPr b="1" sz="700">
              <a:latin typeface="Arvo"/>
              <a:ea typeface="Arvo"/>
              <a:cs typeface="Arvo"/>
              <a:sym typeface="Arvo"/>
            </a:endParaRPr>
          </a:p>
          <a:p>
            <a:pPr indent="0" lvl="0" marL="0" rtl="0" algn="r">
              <a:lnSpc>
                <a:spcPct val="100000"/>
              </a:lnSpc>
              <a:spcBef>
                <a:spcPts val="0"/>
              </a:spcBef>
              <a:spcAft>
                <a:spcPts val="0"/>
              </a:spcAft>
              <a:buNone/>
            </a:pPr>
            <a:r>
              <a:rPr i="1" lang="es-419" sz="600">
                <a:solidFill>
                  <a:srgbClr val="666666"/>
                </a:solidFill>
                <a:latin typeface="Arvo"/>
                <a:ea typeface="Arvo"/>
                <a:cs typeface="Arvo"/>
                <a:sym typeface="Arvo"/>
              </a:rPr>
              <a:t>&lt;ej: Recibir producto&gt;</a:t>
            </a:r>
            <a:endParaRPr i="1" sz="600">
              <a:solidFill>
                <a:srgbClr val="666666"/>
              </a:solidFill>
              <a:latin typeface="Arvo"/>
              <a:ea typeface="Arvo"/>
              <a:cs typeface="Arvo"/>
              <a:sym typeface="Arvo"/>
            </a:endParaRPr>
          </a:p>
        </p:txBody>
      </p:sp>
      <p:sp>
        <p:nvSpPr>
          <p:cNvPr id="11541" name="Google Shape;11541;p196"/>
          <p:cNvSpPr/>
          <p:nvPr/>
        </p:nvSpPr>
        <p:spPr>
          <a:xfrm>
            <a:off x="6858200" y="3047155"/>
            <a:ext cx="3027000" cy="526200"/>
          </a:xfrm>
          <a:prstGeom prst="roundRect">
            <a:avLst>
              <a:gd fmla="val 12538"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11542" name="Google Shape;11542;p196"/>
          <p:cNvSpPr txBox="1"/>
          <p:nvPr>
            <p:ph idx="9" type="subTitle"/>
          </p:nvPr>
        </p:nvSpPr>
        <p:spPr>
          <a:xfrm>
            <a:off x="6857900" y="3047155"/>
            <a:ext cx="3027600" cy="526200"/>
          </a:xfrm>
          <a:prstGeom prst="rect">
            <a:avLst/>
          </a:prstGeom>
          <a:noFill/>
          <a:ln>
            <a:noFill/>
          </a:ln>
        </p:spPr>
        <p:txBody>
          <a:bodyPr anchorCtr="0" anchor="ctr" bIns="36000" lIns="36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11543" name="Google Shape;11543;p196"/>
          <p:cNvSpPr txBox="1"/>
          <p:nvPr/>
        </p:nvSpPr>
        <p:spPr>
          <a:xfrm>
            <a:off x="5217088" y="3727332"/>
            <a:ext cx="1576200" cy="554100"/>
          </a:xfrm>
          <a:prstGeom prst="rect">
            <a:avLst/>
          </a:prstGeom>
          <a:noFill/>
          <a:ln>
            <a:noFill/>
          </a:ln>
        </p:spPr>
        <p:txBody>
          <a:bodyPr anchorCtr="0" anchor="ctr" bIns="0" lIns="0" spcFirstLastPara="1" rIns="0" wrap="square" tIns="0">
            <a:spAutoFit/>
          </a:bodyPr>
          <a:lstStyle/>
          <a:p>
            <a:pPr indent="0" lvl="0" marL="0" rtl="0" algn="r">
              <a:lnSpc>
                <a:spcPct val="100000"/>
              </a:lnSpc>
              <a:spcBef>
                <a:spcPts val="0"/>
              </a:spcBef>
              <a:spcAft>
                <a:spcPts val="0"/>
              </a:spcAft>
              <a:buNone/>
            </a:pPr>
            <a:r>
              <a:rPr b="1" lang="es-419" sz="1000">
                <a:latin typeface="Arvo"/>
                <a:ea typeface="Arvo"/>
                <a:cs typeface="Arvo"/>
                <a:sym typeface="Arvo"/>
              </a:rPr>
              <a:t>Narrativa de la actividad que consigue la meta:</a:t>
            </a:r>
            <a:endParaRPr b="1" sz="700">
              <a:latin typeface="Arvo"/>
              <a:ea typeface="Arvo"/>
              <a:cs typeface="Arvo"/>
              <a:sym typeface="Arvo"/>
            </a:endParaRPr>
          </a:p>
          <a:p>
            <a:pPr indent="0" lvl="0" marL="0" rtl="0" algn="r">
              <a:lnSpc>
                <a:spcPct val="100000"/>
              </a:lnSpc>
              <a:spcBef>
                <a:spcPts val="0"/>
              </a:spcBef>
              <a:spcAft>
                <a:spcPts val="0"/>
              </a:spcAft>
              <a:buNone/>
            </a:pPr>
            <a:r>
              <a:rPr i="1" lang="es-419" sz="600">
                <a:solidFill>
                  <a:srgbClr val="666666"/>
                </a:solidFill>
                <a:latin typeface="Arvo"/>
                <a:ea typeface="Arvo"/>
                <a:cs typeface="Arvo"/>
                <a:sym typeface="Arvo"/>
              </a:rPr>
              <a:t>&lt;ej: El cliente recibe el producto&gt;</a:t>
            </a:r>
            <a:endParaRPr i="1" sz="600">
              <a:solidFill>
                <a:srgbClr val="666666"/>
              </a:solidFill>
              <a:latin typeface="Arvo"/>
              <a:ea typeface="Arvo"/>
              <a:cs typeface="Arvo"/>
              <a:sym typeface="Arvo"/>
            </a:endParaRPr>
          </a:p>
        </p:txBody>
      </p:sp>
      <p:sp>
        <p:nvSpPr>
          <p:cNvPr id="11544" name="Google Shape;11544;p196"/>
          <p:cNvSpPr/>
          <p:nvPr/>
        </p:nvSpPr>
        <p:spPr>
          <a:xfrm>
            <a:off x="6858200" y="3741282"/>
            <a:ext cx="3027000" cy="526200"/>
          </a:xfrm>
          <a:prstGeom prst="roundRect">
            <a:avLst>
              <a:gd fmla="val 12538"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11545" name="Google Shape;11545;p196"/>
          <p:cNvSpPr txBox="1"/>
          <p:nvPr>
            <p:ph idx="13" type="subTitle"/>
          </p:nvPr>
        </p:nvSpPr>
        <p:spPr>
          <a:xfrm>
            <a:off x="6857900" y="3741282"/>
            <a:ext cx="3027600" cy="526200"/>
          </a:xfrm>
          <a:prstGeom prst="rect">
            <a:avLst/>
          </a:prstGeom>
          <a:noFill/>
          <a:ln>
            <a:noFill/>
          </a:ln>
        </p:spPr>
        <p:txBody>
          <a:bodyPr anchorCtr="0" anchor="ctr" bIns="36000" lIns="36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11546" name="Google Shape;11546;p196"/>
          <p:cNvSpPr txBox="1"/>
          <p:nvPr/>
        </p:nvSpPr>
        <p:spPr>
          <a:xfrm>
            <a:off x="5217100" y="4717900"/>
            <a:ext cx="1576200" cy="400200"/>
          </a:xfrm>
          <a:prstGeom prst="rect">
            <a:avLst/>
          </a:prstGeom>
          <a:noFill/>
          <a:ln>
            <a:noFill/>
          </a:ln>
        </p:spPr>
        <p:txBody>
          <a:bodyPr anchorCtr="0" anchor="ctr" bIns="0" lIns="0" spcFirstLastPara="1" rIns="0" wrap="square" tIns="0">
            <a:spAutoFit/>
          </a:bodyPr>
          <a:lstStyle/>
          <a:p>
            <a:pPr indent="0" lvl="0" marL="0" rtl="0" algn="r">
              <a:lnSpc>
                <a:spcPct val="100000"/>
              </a:lnSpc>
              <a:spcBef>
                <a:spcPts val="0"/>
              </a:spcBef>
              <a:spcAft>
                <a:spcPts val="0"/>
              </a:spcAft>
              <a:buNone/>
            </a:pPr>
            <a:r>
              <a:rPr b="1" lang="es-419" sz="1000">
                <a:latin typeface="Arvo"/>
                <a:ea typeface="Arvo"/>
                <a:cs typeface="Arvo"/>
                <a:sym typeface="Arvo"/>
              </a:rPr>
              <a:t>Responsabilidades y / o funciones:</a:t>
            </a:r>
            <a:endParaRPr b="1" sz="700">
              <a:latin typeface="Arvo"/>
              <a:ea typeface="Arvo"/>
              <a:cs typeface="Arvo"/>
              <a:sym typeface="Arvo"/>
            </a:endParaRPr>
          </a:p>
          <a:p>
            <a:pPr indent="0" lvl="0" marL="0" rtl="0" algn="r">
              <a:lnSpc>
                <a:spcPct val="100000"/>
              </a:lnSpc>
              <a:spcBef>
                <a:spcPts val="0"/>
              </a:spcBef>
              <a:spcAft>
                <a:spcPts val="0"/>
              </a:spcAft>
              <a:buNone/>
            </a:pPr>
            <a:r>
              <a:rPr i="1" lang="es-419" sz="600">
                <a:solidFill>
                  <a:srgbClr val="666666"/>
                </a:solidFill>
                <a:latin typeface="Arvo"/>
                <a:ea typeface="Arvo"/>
                <a:cs typeface="Arvo"/>
                <a:sym typeface="Arvo"/>
              </a:rPr>
              <a:t>&lt;ej: El cliente recibe el producto&gt;</a:t>
            </a:r>
            <a:endParaRPr i="1" sz="600">
              <a:solidFill>
                <a:srgbClr val="666666"/>
              </a:solidFill>
              <a:latin typeface="Arvo"/>
              <a:ea typeface="Arvo"/>
              <a:cs typeface="Arvo"/>
              <a:sym typeface="Arvo"/>
            </a:endParaRPr>
          </a:p>
        </p:txBody>
      </p:sp>
      <p:sp>
        <p:nvSpPr>
          <p:cNvPr id="11547" name="Google Shape;11547;p196"/>
          <p:cNvSpPr/>
          <p:nvPr/>
        </p:nvSpPr>
        <p:spPr>
          <a:xfrm>
            <a:off x="6858205" y="4611312"/>
            <a:ext cx="3027000" cy="1728000"/>
          </a:xfrm>
          <a:prstGeom prst="roundRect">
            <a:avLst>
              <a:gd fmla="val 12538"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11548" name="Google Shape;11548;p196"/>
          <p:cNvSpPr txBox="1"/>
          <p:nvPr>
            <p:ph idx="14" type="subTitle"/>
          </p:nvPr>
        </p:nvSpPr>
        <p:spPr>
          <a:xfrm>
            <a:off x="6857905" y="4611312"/>
            <a:ext cx="3027600" cy="1728000"/>
          </a:xfrm>
          <a:prstGeom prst="rect">
            <a:avLst/>
          </a:prstGeom>
          <a:noFill/>
          <a:ln>
            <a:noFill/>
          </a:ln>
        </p:spPr>
        <p:txBody>
          <a:bodyPr anchorCtr="0" anchor="ctr" bIns="36000" lIns="36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11549" name="Google Shape;11549;p196"/>
          <p:cNvSpPr txBox="1"/>
          <p:nvPr/>
        </p:nvSpPr>
        <p:spPr>
          <a:xfrm>
            <a:off x="2524025" y="387675"/>
            <a:ext cx="15012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Unid. Organizacional:</a:t>
            </a:r>
            <a:endParaRPr b="1" sz="1100"/>
          </a:p>
        </p:txBody>
      </p:sp>
      <p:sp>
        <p:nvSpPr>
          <p:cNvPr id="11550" name="Google Shape;11550;p196"/>
          <p:cNvSpPr txBox="1"/>
          <p:nvPr/>
        </p:nvSpPr>
        <p:spPr>
          <a:xfrm>
            <a:off x="2524020" y="579550"/>
            <a:ext cx="6846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Proceso:</a:t>
            </a:r>
            <a:endParaRPr b="1" sz="1100"/>
          </a:p>
        </p:txBody>
      </p:sp>
      <p:sp>
        <p:nvSpPr>
          <p:cNvPr id="11551" name="Google Shape;11551;p196"/>
          <p:cNvSpPr txBox="1"/>
          <p:nvPr>
            <p:ph type="title"/>
          </p:nvPr>
        </p:nvSpPr>
        <p:spPr>
          <a:xfrm flipH="1">
            <a:off x="4025374" y="387675"/>
            <a:ext cx="5863200" cy="1692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000"/>
              <a:buNone/>
              <a:defRPr sz="1000">
                <a:solidFill>
                  <a:srgbClr val="000000"/>
                </a:solidFill>
              </a:defRPr>
            </a:lvl1pPr>
            <a:lvl2pPr lvl="1">
              <a:spcBef>
                <a:spcPts val="0"/>
              </a:spcBef>
              <a:spcAft>
                <a:spcPts val="0"/>
              </a:spcAft>
              <a:buClr>
                <a:srgbClr val="000000"/>
              </a:buClr>
              <a:buSzPts val="1000"/>
              <a:buNone/>
              <a:defRPr sz="1000">
                <a:solidFill>
                  <a:srgbClr val="000000"/>
                </a:solidFill>
              </a:defRPr>
            </a:lvl2pPr>
            <a:lvl3pPr lvl="2">
              <a:spcBef>
                <a:spcPts val="0"/>
              </a:spcBef>
              <a:spcAft>
                <a:spcPts val="0"/>
              </a:spcAft>
              <a:buClr>
                <a:srgbClr val="000000"/>
              </a:buClr>
              <a:buSzPts val="1000"/>
              <a:buNone/>
              <a:defRPr sz="1000">
                <a:solidFill>
                  <a:srgbClr val="000000"/>
                </a:solidFill>
              </a:defRPr>
            </a:lvl3pPr>
            <a:lvl4pPr lvl="3">
              <a:spcBef>
                <a:spcPts val="0"/>
              </a:spcBef>
              <a:spcAft>
                <a:spcPts val="0"/>
              </a:spcAft>
              <a:buClr>
                <a:srgbClr val="000000"/>
              </a:buClr>
              <a:buSzPts val="1000"/>
              <a:buNone/>
              <a:defRPr sz="1000">
                <a:solidFill>
                  <a:srgbClr val="000000"/>
                </a:solidFill>
              </a:defRPr>
            </a:lvl4pPr>
            <a:lvl5pPr lvl="4">
              <a:spcBef>
                <a:spcPts val="0"/>
              </a:spcBef>
              <a:spcAft>
                <a:spcPts val="0"/>
              </a:spcAft>
              <a:buClr>
                <a:srgbClr val="000000"/>
              </a:buClr>
              <a:buSzPts val="1000"/>
              <a:buNone/>
              <a:defRPr sz="1000">
                <a:solidFill>
                  <a:srgbClr val="000000"/>
                </a:solidFill>
              </a:defRPr>
            </a:lvl5pPr>
            <a:lvl6pPr lvl="5">
              <a:spcBef>
                <a:spcPts val="0"/>
              </a:spcBef>
              <a:spcAft>
                <a:spcPts val="0"/>
              </a:spcAft>
              <a:buClr>
                <a:srgbClr val="000000"/>
              </a:buClr>
              <a:buSzPts val="1000"/>
              <a:buNone/>
              <a:defRPr sz="1000">
                <a:solidFill>
                  <a:srgbClr val="000000"/>
                </a:solidFill>
              </a:defRPr>
            </a:lvl6pPr>
            <a:lvl7pPr lvl="6">
              <a:spcBef>
                <a:spcPts val="0"/>
              </a:spcBef>
              <a:spcAft>
                <a:spcPts val="0"/>
              </a:spcAft>
              <a:buClr>
                <a:srgbClr val="000000"/>
              </a:buClr>
              <a:buSzPts val="1000"/>
              <a:buNone/>
              <a:defRPr sz="1000">
                <a:solidFill>
                  <a:srgbClr val="000000"/>
                </a:solidFill>
              </a:defRPr>
            </a:lvl7pPr>
            <a:lvl8pPr lvl="7">
              <a:spcBef>
                <a:spcPts val="0"/>
              </a:spcBef>
              <a:spcAft>
                <a:spcPts val="0"/>
              </a:spcAft>
              <a:buClr>
                <a:srgbClr val="000000"/>
              </a:buClr>
              <a:buSzPts val="1000"/>
              <a:buNone/>
              <a:defRPr sz="1000">
                <a:solidFill>
                  <a:srgbClr val="000000"/>
                </a:solidFill>
              </a:defRPr>
            </a:lvl8pPr>
            <a:lvl9pPr lvl="8">
              <a:spcBef>
                <a:spcPts val="0"/>
              </a:spcBef>
              <a:spcAft>
                <a:spcPts val="0"/>
              </a:spcAft>
              <a:buClr>
                <a:srgbClr val="000000"/>
              </a:buClr>
              <a:buSzPts val="1000"/>
              <a:buNone/>
              <a:defRPr sz="1000">
                <a:solidFill>
                  <a:srgbClr val="000000"/>
                </a:solidFill>
              </a:defRPr>
            </a:lvl9pPr>
          </a:lstStyle>
          <a:p/>
        </p:txBody>
      </p:sp>
      <p:sp>
        <p:nvSpPr>
          <p:cNvPr id="11552" name="Google Shape;11552;p196"/>
          <p:cNvSpPr txBox="1"/>
          <p:nvPr>
            <p:ph idx="15" type="title"/>
          </p:nvPr>
        </p:nvSpPr>
        <p:spPr>
          <a:xfrm flipH="1">
            <a:off x="3208773" y="579550"/>
            <a:ext cx="6679800" cy="1692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000"/>
              <a:buNone/>
              <a:defRPr sz="1000">
                <a:solidFill>
                  <a:srgbClr val="000000"/>
                </a:solidFill>
              </a:defRPr>
            </a:lvl1pPr>
            <a:lvl2pPr lvl="1">
              <a:spcBef>
                <a:spcPts val="0"/>
              </a:spcBef>
              <a:spcAft>
                <a:spcPts val="0"/>
              </a:spcAft>
              <a:buClr>
                <a:srgbClr val="000000"/>
              </a:buClr>
              <a:buSzPts val="1000"/>
              <a:buNone/>
              <a:defRPr sz="1000">
                <a:solidFill>
                  <a:srgbClr val="000000"/>
                </a:solidFill>
              </a:defRPr>
            </a:lvl2pPr>
            <a:lvl3pPr lvl="2">
              <a:spcBef>
                <a:spcPts val="0"/>
              </a:spcBef>
              <a:spcAft>
                <a:spcPts val="0"/>
              </a:spcAft>
              <a:buClr>
                <a:srgbClr val="000000"/>
              </a:buClr>
              <a:buSzPts val="1000"/>
              <a:buNone/>
              <a:defRPr sz="1000">
                <a:solidFill>
                  <a:srgbClr val="000000"/>
                </a:solidFill>
              </a:defRPr>
            </a:lvl3pPr>
            <a:lvl4pPr lvl="3">
              <a:spcBef>
                <a:spcPts val="0"/>
              </a:spcBef>
              <a:spcAft>
                <a:spcPts val="0"/>
              </a:spcAft>
              <a:buClr>
                <a:srgbClr val="000000"/>
              </a:buClr>
              <a:buSzPts val="1000"/>
              <a:buNone/>
              <a:defRPr sz="1000">
                <a:solidFill>
                  <a:srgbClr val="000000"/>
                </a:solidFill>
              </a:defRPr>
            </a:lvl4pPr>
            <a:lvl5pPr lvl="4">
              <a:spcBef>
                <a:spcPts val="0"/>
              </a:spcBef>
              <a:spcAft>
                <a:spcPts val="0"/>
              </a:spcAft>
              <a:buClr>
                <a:srgbClr val="000000"/>
              </a:buClr>
              <a:buSzPts val="1000"/>
              <a:buNone/>
              <a:defRPr sz="1000">
                <a:solidFill>
                  <a:srgbClr val="000000"/>
                </a:solidFill>
              </a:defRPr>
            </a:lvl5pPr>
            <a:lvl6pPr lvl="5">
              <a:spcBef>
                <a:spcPts val="0"/>
              </a:spcBef>
              <a:spcAft>
                <a:spcPts val="0"/>
              </a:spcAft>
              <a:buClr>
                <a:srgbClr val="000000"/>
              </a:buClr>
              <a:buSzPts val="1000"/>
              <a:buNone/>
              <a:defRPr sz="1000">
                <a:solidFill>
                  <a:srgbClr val="000000"/>
                </a:solidFill>
              </a:defRPr>
            </a:lvl6pPr>
            <a:lvl7pPr lvl="6">
              <a:spcBef>
                <a:spcPts val="0"/>
              </a:spcBef>
              <a:spcAft>
                <a:spcPts val="0"/>
              </a:spcAft>
              <a:buClr>
                <a:srgbClr val="000000"/>
              </a:buClr>
              <a:buSzPts val="1000"/>
              <a:buNone/>
              <a:defRPr sz="1000">
                <a:solidFill>
                  <a:srgbClr val="000000"/>
                </a:solidFill>
              </a:defRPr>
            </a:lvl7pPr>
            <a:lvl8pPr lvl="7">
              <a:spcBef>
                <a:spcPts val="0"/>
              </a:spcBef>
              <a:spcAft>
                <a:spcPts val="0"/>
              </a:spcAft>
              <a:buClr>
                <a:srgbClr val="000000"/>
              </a:buClr>
              <a:buSzPts val="1000"/>
              <a:buNone/>
              <a:defRPr sz="1000">
                <a:solidFill>
                  <a:srgbClr val="000000"/>
                </a:solidFill>
              </a:defRPr>
            </a:lvl8pPr>
            <a:lvl9pPr lvl="8">
              <a:spcBef>
                <a:spcPts val="0"/>
              </a:spcBef>
              <a:spcAft>
                <a:spcPts val="0"/>
              </a:spcAft>
              <a:buClr>
                <a:srgbClr val="000000"/>
              </a:buClr>
              <a:buSzPts val="1000"/>
              <a:buNone/>
              <a:defRPr sz="1000">
                <a:solidFill>
                  <a:srgbClr val="000000"/>
                </a:solidFill>
              </a:defRPr>
            </a:lvl9pPr>
          </a:lstStyle>
          <a:p/>
        </p:txBody>
      </p:sp>
    </p:spTree>
  </p:cSld>
  <p:clrMapOvr>
    <a:masterClrMapping/>
  </p:clrMapOvr>
</p:sldLayout>
</file>

<file path=ppt/slideLayouts/slideLayout19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6.2. Diagrama de Caso de Uso de Sistema">
  <p:cSld name="TITLE_3_6_1_1_1_1_1_1_1_1_1_1_1_1_1_1_1_1_1_1_1_1_1">
    <p:spTree>
      <p:nvGrpSpPr>
        <p:cNvPr id="11553" name="Shape 11553"/>
        <p:cNvGrpSpPr/>
        <p:nvPr/>
      </p:nvGrpSpPr>
      <p:grpSpPr>
        <a:xfrm>
          <a:off x="0" y="0"/>
          <a:ext cx="0" cy="0"/>
          <a:chOff x="0" y="0"/>
          <a:chExt cx="0" cy="0"/>
        </a:xfrm>
      </p:grpSpPr>
      <p:sp>
        <p:nvSpPr>
          <p:cNvPr id="11554" name="Google Shape;11554;p197"/>
          <p:cNvSpPr/>
          <p:nvPr/>
        </p:nvSpPr>
        <p:spPr>
          <a:xfrm>
            <a:off x="97888" y="377012"/>
            <a:ext cx="9893400" cy="296700"/>
          </a:xfrm>
          <a:prstGeom prst="roundRect">
            <a:avLst>
              <a:gd fmla="val 22902" name="adj"/>
            </a:avLst>
          </a:prstGeom>
          <a:solidFill>
            <a:srgbClr val="F3F3F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11555" name="Google Shape;11555;p197"/>
          <p:cNvSpPr/>
          <p:nvPr/>
        </p:nvSpPr>
        <p:spPr>
          <a:xfrm>
            <a:off x="77688" y="358938"/>
            <a:ext cx="9935700" cy="6438000"/>
          </a:xfrm>
          <a:prstGeom prst="roundRect">
            <a:avLst>
              <a:gd fmla="val 2618" name="adj"/>
            </a:avLst>
          </a:prstGeom>
          <a:solidFill>
            <a:srgbClr val="FFFFFF"/>
          </a:solidFill>
          <a:ln cap="flat" cmpd="sng" w="38100">
            <a:solidFill>
              <a:srgbClr val="000000"/>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556" name="Google Shape;11556;p197"/>
          <p:cNvCxnSpPr/>
          <p:nvPr/>
        </p:nvCxnSpPr>
        <p:spPr>
          <a:xfrm>
            <a:off x="77688" y="772614"/>
            <a:ext cx="9935700" cy="0"/>
          </a:xfrm>
          <a:prstGeom prst="straightConnector1">
            <a:avLst/>
          </a:prstGeom>
          <a:noFill/>
          <a:ln cap="flat" cmpd="sng" w="19050">
            <a:solidFill>
              <a:srgbClr val="000000"/>
            </a:solidFill>
            <a:prstDash val="solid"/>
            <a:round/>
            <a:headEnd len="med" w="med" type="none"/>
            <a:tailEnd len="med" w="med" type="none"/>
          </a:ln>
        </p:spPr>
      </p:cxnSp>
      <p:cxnSp>
        <p:nvCxnSpPr>
          <p:cNvPr id="11557" name="Google Shape;11557;p197"/>
          <p:cNvCxnSpPr/>
          <p:nvPr/>
        </p:nvCxnSpPr>
        <p:spPr>
          <a:xfrm rot="10800000">
            <a:off x="2439038" y="368188"/>
            <a:ext cx="0" cy="402300"/>
          </a:xfrm>
          <a:prstGeom prst="straightConnector1">
            <a:avLst/>
          </a:prstGeom>
          <a:noFill/>
          <a:ln cap="flat" cmpd="sng" w="19050">
            <a:solidFill>
              <a:srgbClr val="000000"/>
            </a:solidFill>
            <a:prstDash val="solid"/>
            <a:round/>
            <a:headEnd len="med" w="med" type="none"/>
            <a:tailEnd len="med" w="med" type="none"/>
          </a:ln>
        </p:spPr>
      </p:cxnSp>
      <p:sp>
        <p:nvSpPr>
          <p:cNvPr id="11558" name="Google Shape;11558;p197"/>
          <p:cNvSpPr/>
          <p:nvPr/>
        </p:nvSpPr>
        <p:spPr>
          <a:xfrm>
            <a:off x="77688" y="349338"/>
            <a:ext cx="2361300" cy="421200"/>
          </a:xfrm>
          <a:prstGeom prst="roundRect">
            <a:avLst>
              <a:gd fmla="val 50000" name="adj"/>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s-419" sz="1200">
                <a:solidFill>
                  <a:srgbClr val="FFFFFF"/>
                </a:solidFill>
              </a:rPr>
              <a:t>Diagrama CU de Sistema</a:t>
            </a:r>
            <a:endParaRPr b="1" sz="1200">
              <a:solidFill>
                <a:srgbClr val="FFFFFF"/>
              </a:solidFill>
            </a:endParaRPr>
          </a:p>
          <a:p>
            <a:pPr indent="0" lvl="0" marL="0" rtl="0" algn="ctr">
              <a:spcBef>
                <a:spcPts val="0"/>
              </a:spcBef>
              <a:spcAft>
                <a:spcPts val="0"/>
              </a:spcAft>
              <a:buNone/>
            </a:pPr>
            <a:r>
              <a:t/>
            </a:r>
            <a:endParaRPr b="1" sz="1200">
              <a:solidFill>
                <a:srgbClr val="FFFFFF"/>
              </a:solidFill>
            </a:endParaRPr>
          </a:p>
        </p:txBody>
      </p:sp>
      <p:sp>
        <p:nvSpPr>
          <p:cNvPr id="11559" name="Google Shape;11559;p197"/>
          <p:cNvSpPr/>
          <p:nvPr/>
        </p:nvSpPr>
        <p:spPr>
          <a:xfrm>
            <a:off x="83988" y="595504"/>
            <a:ext cx="190200" cy="1692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0" name="Google Shape;11560;p197"/>
          <p:cNvSpPr/>
          <p:nvPr/>
        </p:nvSpPr>
        <p:spPr>
          <a:xfrm>
            <a:off x="2292338" y="358938"/>
            <a:ext cx="146700" cy="4023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1" name="Google Shape;11561;p197"/>
          <p:cNvSpPr/>
          <p:nvPr/>
        </p:nvSpPr>
        <p:spPr>
          <a:xfrm>
            <a:off x="-1396550" y="760700"/>
            <a:ext cx="748200" cy="6079200"/>
          </a:xfrm>
          <a:prstGeom prst="roundRect">
            <a:avLst>
              <a:gd fmla="val 11877" name="adj"/>
            </a:avLst>
          </a:prstGeom>
          <a:solidFill>
            <a:srgbClr val="F3F3F3"/>
          </a:solidFill>
          <a:ln cap="flat" cmpd="sng" w="9525">
            <a:solidFill>
              <a:srgbClr val="F3F3F3"/>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t" bIns="54000" lIns="72000" spcFirstLastPara="1" rIns="72000" wrap="square" tIns="54000">
            <a:noAutofit/>
          </a:bodyPr>
          <a:lstStyle/>
          <a:p>
            <a:pPr indent="0" lvl="0" marL="0" rtl="0" algn="ctr">
              <a:spcBef>
                <a:spcPts val="0"/>
              </a:spcBef>
              <a:spcAft>
                <a:spcPts val="0"/>
              </a:spcAft>
              <a:buNone/>
            </a:pPr>
            <a:r>
              <a:rPr i="1" lang="es-419"/>
              <a:t>Paleta</a:t>
            </a:r>
            <a:endParaRPr i="1"/>
          </a:p>
        </p:txBody>
      </p:sp>
      <p:sp>
        <p:nvSpPr>
          <p:cNvPr id="11562" name="Google Shape;11562;p197"/>
          <p:cNvSpPr txBox="1"/>
          <p:nvPr/>
        </p:nvSpPr>
        <p:spPr>
          <a:xfrm>
            <a:off x="2524025" y="387675"/>
            <a:ext cx="15012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Unid. Organizacional:</a:t>
            </a:r>
            <a:endParaRPr b="1" sz="1100"/>
          </a:p>
        </p:txBody>
      </p:sp>
      <p:sp>
        <p:nvSpPr>
          <p:cNvPr id="11563" name="Google Shape;11563;p197"/>
          <p:cNvSpPr txBox="1"/>
          <p:nvPr/>
        </p:nvSpPr>
        <p:spPr>
          <a:xfrm>
            <a:off x="2524020" y="579550"/>
            <a:ext cx="6846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Alcance:</a:t>
            </a:r>
            <a:endParaRPr b="1" sz="1100"/>
          </a:p>
        </p:txBody>
      </p:sp>
      <p:sp>
        <p:nvSpPr>
          <p:cNvPr id="11564" name="Google Shape;11564;p197"/>
          <p:cNvSpPr txBox="1"/>
          <p:nvPr>
            <p:ph type="title"/>
          </p:nvPr>
        </p:nvSpPr>
        <p:spPr>
          <a:xfrm flipH="1">
            <a:off x="4025374" y="387675"/>
            <a:ext cx="5863200" cy="1692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000"/>
              <a:buNone/>
              <a:defRPr sz="1000">
                <a:solidFill>
                  <a:srgbClr val="000000"/>
                </a:solidFill>
              </a:defRPr>
            </a:lvl1pPr>
            <a:lvl2pPr lvl="1">
              <a:spcBef>
                <a:spcPts val="0"/>
              </a:spcBef>
              <a:spcAft>
                <a:spcPts val="0"/>
              </a:spcAft>
              <a:buClr>
                <a:srgbClr val="000000"/>
              </a:buClr>
              <a:buSzPts val="1000"/>
              <a:buNone/>
              <a:defRPr sz="1000">
                <a:solidFill>
                  <a:srgbClr val="000000"/>
                </a:solidFill>
              </a:defRPr>
            </a:lvl2pPr>
            <a:lvl3pPr lvl="2">
              <a:spcBef>
                <a:spcPts val="0"/>
              </a:spcBef>
              <a:spcAft>
                <a:spcPts val="0"/>
              </a:spcAft>
              <a:buClr>
                <a:srgbClr val="000000"/>
              </a:buClr>
              <a:buSzPts val="1000"/>
              <a:buNone/>
              <a:defRPr sz="1000">
                <a:solidFill>
                  <a:srgbClr val="000000"/>
                </a:solidFill>
              </a:defRPr>
            </a:lvl3pPr>
            <a:lvl4pPr lvl="3">
              <a:spcBef>
                <a:spcPts val="0"/>
              </a:spcBef>
              <a:spcAft>
                <a:spcPts val="0"/>
              </a:spcAft>
              <a:buClr>
                <a:srgbClr val="000000"/>
              </a:buClr>
              <a:buSzPts val="1000"/>
              <a:buNone/>
              <a:defRPr sz="1000">
                <a:solidFill>
                  <a:srgbClr val="000000"/>
                </a:solidFill>
              </a:defRPr>
            </a:lvl4pPr>
            <a:lvl5pPr lvl="4">
              <a:spcBef>
                <a:spcPts val="0"/>
              </a:spcBef>
              <a:spcAft>
                <a:spcPts val="0"/>
              </a:spcAft>
              <a:buClr>
                <a:srgbClr val="000000"/>
              </a:buClr>
              <a:buSzPts val="1000"/>
              <a:buNone/>
              <a:defRPr sz="1000">
                <a:solidFill>
                  <a:srgbClr val="000000"/>
                </a:solidFill>
              </a:defRPr>
            </a:lvl5pPr>
            <a:lvl6pPr lvl="5">
              <a:spcBef>
                <a:spcPts val="0"/>
              </a:spcBef>
              <a:spcAft>
                <a:spcPts val="0"/>
              </a:spcAft>
              <a:buClr>
                <a:srgbClr val="000000"/>
              </a:buClr>
              <a:buSzPts val="1000"/>
              <a:buNone/>
              <a:defRPr sz="1000">
                <a:solidFill>
                  <a:srgbClr val="000000"/>
                </a:solidFill>
              </a:defRPr>
            </a:lvl6pPr>
            <a:lvl7pPr lvl="6">
              <a:spcBef>
                <a:spcPts val="0"/>
              </a:spcBef>
              <a:spcAft>
                <a:spcPts val="0"/>
              </a:spcAft>
              <a:buClr>
                <a:srgbClr val="000000"/>
              </a:buClr>
              <a:buSzPts val="1000"/>
              <a:buNone/>
              <a:defRPr sz="1000">
                <a:solidFill>
                  <a:srgbClr val="000000"/>
                </a:solidFill>
              </a:defRPr>
            </a:lvl7pPr>
            <a:lvl8pPr lvl="7">
              <a:spcBef>
                <a:spcPts val="0"/>
              </a:spcBef>
              <a:spcAft>
                <a:spcPts val="0"/>
              </a:spcAft>
              <a:buClr>
                <a:srgbClr val="000000"/>
              </a:buClr>
              <a:buSzPts val="1000"/>
              <a:buNone/>
              <a:defRPr sz="1000">
                <a:solidFill>
                  <a:srgbClr val="000000"/>
                </a:solidFill>
              </a:defRPr>
            </a:lvl8pPr>
            <a:lvl9pPr lvl="8">
              <a:spcBef>
                <a:spcPts val="0"/>
              </a:spcBef>
              <a:spcAft>
                <a:spcPts val="0"/>
              </a:spcAft>
              <a:buClr>
                <a:srgbClr val="000000"/>
              </a:buClr>
              <a:buSzPts val="1000"/>
              <a:buNone/>
              <a:defRPr sz="1000">
                <a:solidFill>
                  <a:srgbClr val="000000"/>
                </a:solidFill>
              </a:defRPr>
            </a:lvl9pPr>
          </a:lstStyle>
          <a:p/>
        </p:txBody>
      </p:sp>
      <p:sp>
        <p:nvSpPr>
          <p:cNvPr id="11565" name="Google Shape;11565;p197"/>
          <p:cNvSpPr txBox="1"/>
          <p:nvPr>
            <p:ph idx="2" type="title"/>
          </p:nvPr>
        </p:nvSpPr>
        <p:spPr>
          <a:xfrm flipH="1">
            <a:off x="3208773" y="579550"/>
            <a:ext cx="6679800" cy="1692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000"/>
              <a:buNone/>
              <a:defRPr sz="1000">
                <a:solidFill>
                  <a:srgbClr val="000000"/>
                </a:solidFill>
              </a:defRPr>
            </a:lvl1pPr>
            <a:lvl2pPr lvl="1">
              <a:spcBef>
                <a:spcPts val="0"/>
              </a:spcBef>
              <a:spcAft>
                <a:spcPts val="0"/>
              </a:spcAft>
              <a:buClr>
                <a:srgbClr val="000000"/>
              </a:buClr>
              <a:buSzPts val="1000"/>
              <a:buNone/>
              <a:defRPr sz="1000">
                <a:solidFill>
                  <a:srgbClr val="000000"/>
                </a:solidFill>
              </a:defRPr>
            </a:lvl2pPr>
            <a:lvl3pPr lvl="2">
              <a:spcBef>
                <a:spcPts val="0"/>
              </a:spcBef>
              <a:spcAft>
                <a:spcPts val="0"/>
              </a:spcAft>
              <a:buClr>
                <a:srgbClr val="000000"/>
              </a:buClr>
              <a:buSzPts val="1000"/>
              <a:buNone/>
              <a:defRPr sz="1000">
                <a:solidFill>
                  <a:srgbClr val="000000"/>
                </a:solidFill>
              </a:defRPr>
            </a:lvl3pPr>
            <a:lvl4pPr lvl="3">
              <a:spcBef>
                <a:spcPts val="0"/>
              </a:spcBef>
              <a:spcAft>
                <a:spcPts val="0"/>
              </a:spcAft>
              <a:buClr>
                <a:srgbClr val="000000"/>
              </a:buClr>
              <a:buSzPts val="1000"/>
              <a:buNone/>
              <a:defRPr sz="1000">
                <a:solidFill>
                  <a:srgbClr val="000000"/>
                </a:solidFill>
              </a:defRPr>
            </a:lvl4pPr>
            <a:lvl5pPr lvl="4">
              <a:spcBef>
                <a:spcPts val="0"/>
              </a:spcBef>
              <a:spcAft>
                <a:spcPts val="0"/>
              </a:spcAft>
              <a:buClr>
                <a:srgbClr val="000000"/>
              </a:buClr>
              <a:buSzPts val="1000"/>
              <a:buNone/>
              <a:defRPr sz="1000">
                <a:solidFill>
                  <a:srgbClr val="000000"/>
                </a:solidFill>
              </a:defRPr>
            </a:lvl5pPr>
            <a:lvl6pPr lvl="5">
              <a:spcBef>
                <a:spcPts val="0"/>
              </a:spcBef>
              <a:spcAft>
                <a:spcPts val="0"/>
              </a:spcAft>
              <a:buClr>
                <a:srgbClr val="000000"/>
              </a:buClr>
              <a:buSzPts val="1000"/>
              <a:buNone/>
              <a:defRPr sz="1000">
                <a:solidFill>
                  <a:srgbClr val="000000"/>
                </a:solidFill>
              </a:defRPr>
            </a:lvl6pPr>
            <a:lvl7pPr lvl="6">
              <a:spcBef>
                <a:spcPts val="0"/>
              </a:spcBef>
              <a:spcAft>
                <a:spcPts val="0"/>
              </a:spcAft>
              <a:buClr>
                <a:srgbClr val="000000"/>
              </a:buClr>
              <a:buSzPts val="1000"/>
              <a:buNone/>
              <a:defRPr sz="1000">
                <a:solidFill>
                  <a:srgbClr val="000000"/>
                </a:solidFill>
              </a:defRPr>
            </a:lvl7pPr>
            <a:lvl8pPr lvl="7">
              <a:spcBef>
                <a:spcPts val="0"/>
              </a:spcBef>
              <a:spcAft>
                <a:spcPts val="0"/>
              </a:spcAft>
              <a:buClr>
                <a:srgbClr val="000000"/>
              </a:buClr>
              <a:buSzPts val="1000"/>
              <a:buNone/>
              <a:defRPr sz="1000">
                <a:solidFill>
                  <a:srgbClr val="000000"/>
                </a:solidFill>
              </a:defRPr>
            </a:lvl8pPr>
            <a:lvl9pPr lvl="8">
              <a:spcBef>
                <a:spcPts val="0"/>
              </a:spcBef>
              <a:spcAft>
                <a:spcPts val="0"/>
              </a:spcAft>
              <a:buClr>
                <a:srgbClr val="000000"/>
              </a:buClr>
              <a:buSzPts val="1000"/>
              <a:buNone/>
              <a:defRPr sz="1000">
                <a:solidFill>
                  <a:srgbClr val="000000"/>
                </a:solidFill>
              </a:defRPr>
            </a:lvl9pPr>
          </a:lstStyle>
          <a:p/>
        </p:txBody>
      </p:sp>
      <p:sp>
        <p:nvSpPr>
          <p:cNvPr id="11566" name="Google Shape;11566;p197"/>
          <p:cNvSpPr txBox="1"/>
          <p:nvPr>
            <p:ph idx="1" type="body"/>
          </p:nvPr>
        </p:nvSpPr>
        <p:spPr>
          <a:xfrm>
            <a:off x="641150" y="612125"/>
            <a:ext cx="1770300" cy="160500"/>
          </a:xfrm>
          <a:prstGeom prst="rect">
            <a:avLst/>
          </a:prstGeom>
          <a:noFill/>
          <a:ln>
            <a:noFill/>
          </a:ln>
        </p:spPr>
        <p:txBody>
          <a:bodyPr anchorCtr="0" anchor="t" bIns="0" lIns="0" spcFirstLastPara="1" rIns="0" wrap="square" tIns="0">
            <a:noAutofit/>
          </a:bodyPr>
          <a:lstStyle>
            <a:lvl1pPr indent="-292100" lvl="0" marL="457200" algn="ctr">
              <a:spcBef>
                <a:spcPts val="0"/>
              </a:spcBef>
              <a:spcAft>
                <a:spcPts val="0"/>
              </a:spcAft>
              <a:buClr>
                <a:srgbClr val="FFFFFF"/>
              </a:buClr>
              <a:buSzPts val="1000"/>
              <a:buChar char="●"/>
              <a:defRPr sz="1000">
                <a:solidFill>
                  <a:srgbClr val="FFFFFF"/>
                </a:solidFill>
              </a:defRPr>
            </a:lvl1pPr>
            <a:lvl2pPr indent="-292100" lvl="1" marL="914400" algn="ctr">
              <a:spcBef>
                <a:spcPts val="0"/>
              </a:spcBef>
              <a:spcAft>
                <a:spcPts val="0"/>
              </a:spcAft>
              <a:buClr>
                <a:srgbClr val="FFFFFF"/>
              </a:buClr>
              <a:buSzPts val="1000"/>
              <a:buChar char="○"/>
              <a:defRPr sz="1000">
                <a:solidFill>
                  <a:srgbClr val="FFFFFF"/>
                </a:solidFill>
              </a:defRPr>
            </a:lvl2pPr>
            <a:lvl3pPr indent="-292100" lvl="2" marL="1371600" algn="ctr">
              <a:spcBef>
                <a:spcPts val="0"/>
              </a:spcBef>
              <a:spcAft>
                <a:spcPts val="0"/>
              </a:spcAft>
              <a:buClr>
                <a:srgbClr val="FFFFFF"/>
              </a:buClr>
              <a:buSzPts val="1000"/>
              <a:buChar char="■"/>
              <a:defRPr sz="1000">
                <a:solidFill>
                  <a:srgbClr val="FFFFFF"/>
                </a:solidFill>
              </a:defRPr>
            </a:lvl3pPr>
            <a:lvl4pPr indent="-292100" lvl="3" marL="1828800" algn="ctr">
              <a:spcBef>
                <a:spcPts val="0"/>
              </a:spcBef>
              <a:spcAft>
                <a:spcPts val="0"/>
              </a:spcAft>
              <a:buClr>
                <a:srgbClr val="FFFFFF"/>
              </a:buClr>
              <a:buSzPts val="1000"/>
              <a:buChar char="●"/>
              <a:defRPr sz="1000">
                <a:solidFill>
                  <a:srgbClr val="FFFFFF"/>
                </a:solidFill>
              </a:defRPr>
            </a:lvl4pPr>
            <a:lvl5pPr indent="-292100" lvl="4" marL="2286000" algn="ctr">
              <a:spcBef>
                <a:spcPts val="0"/>
              </a:spcBef>
              <a:spcAft>
                <a:spcPts val="0"/>
              </a:spcAft>
              <a:buClr>
                <a:srgbClr val="FFFFFF"/>
              </a:buClr>
              <a:buSzPts val="1000"/>
              <a:buChar char="○"/>
              <a:defRPr sz="1000">
                <a:solidFill>
                  <a:srgbClr val="FFFFFF"/>
                </a:solidFill>
              </a:defRPr>
            </a:lvl5pPr>
            <a:lvl6pPr indent="-292100" lvl="5" marL="2743200" algn="ctr">
              <a:spcBef>
                <a:spcPts val="0"/>
              </a:spcBef>
              <a:spcAft>
                <a:spcPts val="0"/>
              </a:spcAft>
              <a:buClr>
                <a:srgbClr val="FFFFFF"/>
              </a:buClr>
              <a:buSzPts val="1000"/>
              <a:buChar char="■"/>
              <a:defRPr sz="1000">
                <a:solidFill>
                  <a:srgbClr val="FFFFFF"/>
                </a:solidFill>
              </a:defRPr>
            </a:lvl6pPr>
            <a:lvl7pPr indent="-292100" lvl="6" marL="3200400" algn="ctr">
              <a:spcBef>
                <a:spcPts val="0"/>
              </a:spcBef>
              <a:spcAft>
                <a:spcPts val="0"/>
              </a:spcAft>
              <a:buClr>
                <a:srgbClr val="FFFFFF"/>
              </a:buClr>
              <a:buSzPts val="1000"/>
              <a:buChar char="●"/>
              <a:defRPr sz="1000">
                <a:solidFill>
                  <a:srgbClr val="FFFFFF"/>
                </a:solidFill>
              </a:defRPr>
            </a:lvl7pPr>
            <a:lvl8pPr indent="-292100" lvl="7" marL="3657600" algn="ctr">
              <a:spcBef>
                <a:spcPts val="0"/>
              </a:spcBef>
              <a:spcAft>
                <a:spcPts val="0"/>
              </a:spcAft>
              <a:buClr>
                <a:srgbClr val="FFFFFF"/>
              </a:buClr>
              <a:buSzPts val="1000"/>
              <a:buChar char="○"/>
              <a:defRPr sz="1000">
                <a:solidFill>
                  <a:srgbClr val="FFFFFF"/>
                </a:solidFill>
              </a:defRPr>
            </a:lvl8pPr>
            <a:lvl9pPr indent="-292100" lvl="8" marL="4114800" algn="ctr">
              <a:spcBef>
                <a:spcPts val="0"/>
              </a:spcBef>
              <a:spcAft>
                <a:spcPts val="0"/>
              </a:spcAft>
              <a:buClr>
                <a:srgbClr val="FFFFFF"/>
              </a:buClr>
              <a:buSzPts val="1000"/>
              <a:buChar char="■"/>
              <a:defRPr sz="1000">
                <a:solidFill>
                  <a:srgbClr val="FFFFFF"/>
                </a:solidFill>
              </a:defRPr>
            </a:lvl9pPr>
          </a:lstStyle>
          <a:p/>
        </p:txBody>
      </p:sp>
      <p:sp>
        <p:nvSpPr>
          <p:cNvPr id="11567" name="Google Shape;11567;p197"/>
          <p:cNvSpPr txBox="1"/>
          <p:nvPr/>
        </p:nvSpPr>
        <p:spPr>
          <a:xfrm>
            <a:off x="84825" y="598125"/>
            <a:ext cx="595500" cy="205800"/>
          </a:xfrm>
          <a:prstGeom prst="rect">
            <a:avLst/>
          </a:prstGeom>
          <a:noFill/>
          <a:ln>
            <a:noFill/>
          </a:ln>
        </p:spPr>
        <p:txBody>
          <a:bodyPr anchorCtr="0" anchor="t" bIns="18000" lIns="18000" spcFirstLastPara="1" rIns="18000" wrap="square" tIns="18000">
            <a:spAutoFit/>
          </a:bodyPr>
          <a:lstStyle/>
          <a:p>
            <a:pPr indent="0" lvl="0" marL="0" rtl="0" algn="l">
              <a:spcBef>
                <a:spcPts val="0"/>
              </a:spcBef>
              <a:spcAft>
                <a:spcPts val="0"/>
              </a:spcAft>
              <a:buNone/>
            </a:pPr>
            <a:r>
              <a:rPr lang="es-419" sz="1100">
                <a:solidFill>
                  <a:srgbClr val="FFFFFF"/>
                </a:solidFill>
              </a:rPr>
              <a:t>Nombre:</a:t>
            </a:r>
            <a:endParaRPr sz="1100">
              <a:solidFill>
                <a:srgbClr val="FFFFFF"/>
              </a:solidFill>
            </a:endParaRPr>
          </a:p>
        </p:txBody>
      </p:sp>
    </p:spTree>
  </p:cSld>
  <p:clrMapOvr>
    <a:masterClrMapping/>
  </p:clrMapOvr>
</p:sldLayout>
</file>

<file path=ppt/slideLayouts/slideLayout19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R4. Definición de Caso de Uso de Sistema">
  <p:cSld name="TITLE_3_6_1_1_1_1_1_1_1_1_1_1_1_1_1_1_1_1_1_1_1_1_1_1">
    <p:spTree>
      <p:nvGrpSpPr>
        <p:cNvPr id="11568" name="Shape 11568"/>
        <p:cNvGrpSpPr/>
        <p:nvPr/>
      </p:nvGrpSpPr>
      <p:grpSpPr>
        <a:xfrm>
          <a:off x="0" y="0"/>
          <a:ext cx="0" cy="0"/>
          <a:chOff x="0" y="0"/>
          <a:chExt cx="0" cy="0"/>
        </a:xfrm>
      </p:grpSpPr>
      <p:sp>
        <p:nvSpPr>
          <p:cNvPr id="11569" name="Google Shape;11569;p198"/>
          <p:cNvSpPr/>
          <p:nvPr/>
        </p:nvSpPr>
        <p:spPr>
          <a:xfrm>
            <a:off x="77688" y="358938"/>
            <a:ext cx="9935700" cy="6438000"/>
          </a:xfrm>
          <a:prstGeom prst="roundRect">
            <a:avLst>
              <a:gd fmla="val 2618" name="adj"/>
            </a:avLst>
          </a:prstGeom>
          <a:solidFill>
            <a:srgbClr val="FFFFFF"/>
          </a:solidFill>
          <a:ln cap="flat" cmpd="sng" w="38100">
            <a:solidFill>
              <a:srgbClr val="000000"/>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570" name="Google Shape;11570;p198"/>
          <p:cNvCxnSpPr/>
          <p:nvPr/>
        </p:nvCxnSpPr>
        <p:spPr>
          <a:xfrm>
            <a:off x="77688" y="772614"/>
            <a:ext cx="9935700" cy="0"/>
          </a:xfrm>
          <a:prstGeom prst="straightConnector1">
            <a:avLst/>
          </a:prstGeom>
          <a:noFill/>
          <a:ln cap="flat" cmpd="sng" w="19050">
            <a:solidFill>
              <a:srgbClr val="000000"/>
            </a:solidFill>
            <a:prstDash val="solid"/>
            <a:round/>
            <a:headEnd len="med" w="med" type="none"/>
            <a:tailEnd len="med" w="med" type="none"/>
          </a:ln>
        </p:spPr>
      </p:cxnSp>
      <p:cxnSp>
        <p:nvCxnSpPr>
          <p:cNvPr id="11571" name="Google Shape;11571;p198"/>
          <p:cNvCxnSpPr/>
          <p:nvPr/>
        </p:nvCxnSpPr>
        <p:spPr>
          <a:xfrm rot="10800000">
            <a:off x="2439038" y="368188"/>
            <a:ext cx="0" cy="402300"/>
          </a:xfrm>
          <a:prstGeom prst="straightConnector1">
            <a:avLst/>
          </a:prstGeom>
          <a:noFill/>
          <a:ln cap="flat" cmpd="sng" w="19050">
            <a:solidFill>
              <a:srgbClr val="000000"/>
            </a:solidFill>
            <a:prstDash val="solid"/>
            <a:round/>
            <a:headEnd len="med" w="med" type="none"/>
            <a:tailEnd len="med" w="med" type="none"/>
          </a:ln>
        </p:spPr>
      </p:cxnSp>
      <p:sp>
        <p:nvSpPr>
          <p:cNvPr id="11572" name="Google Shape;11572;p198"/>
          <p:cNvSpPr/>
          <p:nvPr/>
        </p:nvSpPr>
        <p:spPr>
          <a:xfrm>
            <a:off x="77688" y="349338"/>
            <a:ext cx="2361300" cy="421200"/>
          </a:xfrm>
          <a:prstGeom prst="roundRect">
            <a:avLst>
              <a:gd fmla="val 50000" name="adj"/>
            </a:avLst>
          </a:prstGeom>
          <a:solidFill>
            <a:srgbClr val="000000"/>
          </a:solidFill>
          <a:ln cap="flat" cmpd="sng" w="9525">
            <a:solidFill>
              <a:srgbClr val="000000"/>
            </a:solidFill>
            <a:prstDash val="solid"/>
            <a:round/>
            <a:headEnd len="sm" w="sm" type="none"/>
            <a:tailEnd len="sm" w="sm" type="none"/>
          </a:ln>
        </p:spPr>
        <p:txBody>
          <a:bodyPr anchorCtr="0" anchor="ctr" bIns="91425" lIns="0" spcFirstLastPara="1" rIns="0" wrap="square" tIns="91425">
            <a:noAutofit/>
          </a:bodyPr>
          <a:lstStyle/>
          <a:p>
            <a:pPr indent="0" lvl="0" marL="0" rtl="0" algn="ctr">
              <a:spcBef>
                <a:spcPts val="0"/>
              </a:spcBef>
              <a:spcAft>
                <a:spcPts val="0"/>
              </a:spcAft>
              <a:buNone/>
            </a:pPr>
            <a:r>
              <a:rPr b="1" lang="es-419" sz="1100">
                <a:solidFill>
                  <a:srgbClr val="FFFFFF"/>
                </a:solidFill>
              </a:rPr>
              <a:t>Definición CU de Sistema</a:t>
            </a:r>
            <a:endParaRPr b="1" sz="1100">
              <a:solidFill>
                <a:srgbClr val="FFFFFF"/>
              </a:solidFill>
            </a:endParaRPr>
          </a:p>
          <a:p>
            <a:pPr indent="0" lvl="0" marL="0" rtl="0" algn="ctr">
              <a:spcBef>
                <a:spcPts val="0"/>
              </a:spcBef>
              <a:spcAft>
                <a:spcPts val="0"/>
              </a:spcAft>
              <a:buNone/>
            </a:pPr>
            <a:r>
              <a:t/>
            </a:r>
            <a:endParaRPr b="1" sz="1200">
              <a:solidFill>
                <a:srgbClr val="FFFFFF"/>
              </a:solidFill>
            </a:endParaRPr>
          </a:p>
        </p:txBody>
      </p:sp>
      <p:sp>
        <p:nvSpPr>
          <p:cNvPr id="11573" name="Google Shape;11573;p198"/>
          <p:cNvSpPr/>
          <p:nvPr/>
        </p:nvSpPr>
        <p:spPr>
          <a:xfrm>
            <a:off x="83988" y="595504"/>
            <a:ext cx="190200" cy="1692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4" name="Google Shape;11574;p198"/>
          <p:cNvSpPr/>
          <p:nvPr/>
        </p:nvSpPr>
        <p:spPr>
          <a:xfrm>
            <a:off x="2350598" y="358950"/>
            <a:ext cx="88500" cy="4023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575" name="Google Shape;11575;p198"/>
          <p:cNvCxnSpPr/>
          <p:nvPr/>
        </p:nvCxnSpPr>
        <p:spPr>
          <a:xfrm>
            <a:off x="5104406" y="929748"/>
            <a:ext cx="0" cy="5689200"/>
          </a:xfrm>
          <a:prstGeom prst="straightConnector1">
            <a:avLst/>
          </a:prstGeom>
          <a:noFill/>
          <a:ln cap="flat" cmpd="sng" w="19050">
            <a:solidFill>
              <a:srgbClr val="D9D9D9"/>
            </a:solidFill>
            <a:prstDash val="dash"/>
            <a:round/>
            <a:headEnd len="med" w="med" type="none"/>
            <a:tailEnd len="med" w="med" type="none"/>
          </a:ln>
        </p:spPr>
      </p:cxnSp>
      <p:sp>
        <p:nvSpPr>
          <p:cNvPr id="11576" name="Google Shape;11576;p198"/>
          <p:cNvSpPr txBox="1"/>
          <p:nvPr/>
        </p:nvSpPr>
        <p:spPr>
          <a:xfrm>
            <a:off x="5208496" y="1009497"/>
            <a:ext cx="1551300" cy="232500"/>
          </a:xfrm>
          <a:prstGeom prst="rect">
            <a:avLst/>
          </a:prstGeom>
          <a:noFill/>
          <a:ln>
            <a:noFill/>
          </a:ln>
        </p:spPr>
        <p:txBody>
          <a:bodyPr anchorCtr="0" anchor="ctr" bIns="0" lIns="0" spcFirstLastPara="1" rIns="0" wrap="square" tIns="0">
            <a:noAutofit/>
          </a:bodyPr>
          <a:lstStyle/>
          <a:p>
            <a:pPr indent="0" lvl="0" marL="0" rtl="0" algn="r">
              <a:spcBef>
                <a:spcPts val="0"/>
              </a:spcBef>
              <a:spcAft>
                <a:spcPts val="0"/>
              </a:spcAft>
              <a:buNone/>
            </a:pPr>
            <a:r>
              <a:rPr b="1" lang="es-419" sz="1000">
                <a:latin typeface="Arvo"/>
                <a:ea typeface="Arvo"/>
                <a:cs typeface="Arvo"/>
                <a:sym typeface="Arvo"/>
              </a:rPr>
              <a:t>Actores de sistema (cliente):  </a:t>
            </a:r>
            <a:r>
              <a:rPr i="1" lang="es-419" sz="600">
                <a:solidFill>
                  <a:srgbClr val="666666"/>
                </a:solidFill>
                <a:latin typeface="Arvo"/>
                <a:ea typeface="Arvo"/>
                <a:cs typeface="Arvo"/>
                <a:sym typeface="Arvo"/>
              </a:rPr>
              <a:t>&lt;ej: Comprador&gt;</a:t>
            </a:r>
            <a:endParaRPr i="1" sz="600">
              <a:solidFill>
                <a:srgbClr val="666666"/>
              </a:solidFill>
              <a:latin typeface="Arvo"/>
              <a:ea typeface="Arvo"/>
              <a:cs typeface="Arvo"/>
              <a:sym typeface="Arvo"/>
            </a:endParaRPr>
          </a:p>
        </p:txBody>
      </p:sp>
      <p:sp>
        <p:nvSpPr>
          <p:cNvPr id="11577" name="Google Shape;11577;p198"/>
          <p:cNvSpPr/>
          <p:nvPr/>
        </p:nvSpPr>
        <p:spPr>
          <a:xfrm>
            <a:off x="6834826" y="953997"/>
            <a:ext cx="3027000" cy="343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11578" name="Google Shape;11578;p198"/>
          <p:cNvSpPr txBox="1"/>
          <p:nvPr/>
        </p:nvSpPr>
        <p:spPr>
          <a:xfrm>
            <a:off x="5208496" y="1433361"/>
            <a:ext cx="1551300" cy="400200"/>
          </a:xfrm>
          <a:prstGeom prst="rect">
            <a:avLst/>
          </a:prstGeom>
          <a:noFill/>
          <a:ln>
            <a:noFill/>
          </a:ln>
        </p:spPr>
        <p:txBody>
          <a:bodyPr anchorCtr="0" anchor="ctr" bIns="0" lIns="0" spcFirstLastPara="1" rIns="0" wrap="square" tIns="0">
            <a:spAutoFit/>
          </a:bodyPr>
          <a:lstStyle/>
          <a:p>
            <a:pPr indent="0" lvl="0" marL="0" rtl="0" algn="r">
              <a:lnSpc>
                <a:spcPct val="100000"/>
              </a:lnSpc>
              <a:spcBef>
                <a:spcPts val="0"/>
              </a:spcBef>
              <a:spcAft>
                <a:spcPts val="0"/>
              </a:spcAft>
              <a:buNone/>
            </a:pPr>
            <a:r>
              <a:rPr b="1" lang="es-419" sz="1000">
                <a:latin typeface="Arvo"/>
                <a:ea typeface="Arvo"/>
                <a:cs typeface="Arvo"/>
                <a:sym typeface="Arvo"/>
              </a:rPr>
              <a:t>Actores de sistema (proveedores):  </a:t>
            </a:r>
            <a:r>
              <a:rPr i="1" lang="es-419" sz="600">
                <a:solidFill>
                  <a:srgbClr val="666666"/>
                </a:solidFill>
                <a:latin typeface="Arvo"/>
                <a:ea typeface="Arvo"/>
                <a:cs typeface="Arvo"/>
                <a:sym typeface="Arvo"/>
              </a:rPr>
              <a:t>&lt;ej: ups, </a:t>
            </a:r>
            <a:r>
              <a:rPr i="1" lang="es-419" sz="600">
                <a:solidFill>
                  <a:schemeClr val="dk1"/>
                </a:solidFill>
              </a:rPr>
              <a:t> </a:t>
            </a:r>
            <a:r>
              <a:rPr i="1" lang="es-419" sz="600">
                <a:solidFill>
                  <a:srgbClr val="666666"/>
                </a:solidFill>
                <a:latin typeface="Arvo"/>
                <a:ea typeface="Arvo"/>
                <a:cs typeface="Arvo"/>
                <a:sym typeface="Arvo"/>
              </a:rPr>
              <a:t>fedex, servientrega, etc&gt;</a:t>
            </a:r>
            <a:endParaRPr i="1" sz="600">
              <a:solidFill>
                <a:srgbClr val="666666"/>
              </a:solidFill>
              <a:latin typeface="Arvo"/>
              <a:ea typeface="Arvo"/>
              <a:cs typeface="Arvo"/>
              <a:sym typeface="Arvo"/>
            </a:endParaRPr>
          </a:p>
        </p:txBody>
      </p:sp>
      <p:sp>
        <p:nvSpPr>
          <p:cNvPr id="11579" name="Google Shape;11579;p198"/>
          <p:cNvSpPr/>
          <p:nvPr/>
        </p:nvSpPr>
        <p:spPr>
          <a:xfrm>
            <a:off x="6834826" y="1461711"/>
            <a:ext cx="3027000" cy="343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11580" name="Google Shape;11580;p198"/>
          <p:cNvSpPr txBox="1"/>
          <p:nvPr/>
        </p:nvSpPr>
        <p:spPr>
          <a:xfrm>
            <a:off x="5208496" y="2064799"/>
            <a:ext cx="1551300" cy="646500"/>
          </a:xfrm>
          <a:prstGeom prst="rect">
            <a:avLst/>
          </a:prstGeom>
          <a:noFill/>
          <a:ln>
            <a:noFill/>
          </a:ln>
        </p:spPr>
        <p:txBody>
          <a:bodyPr anchorCtr="0" anchor="ctr" bIns="0" lIns="0" spcFirstLastPara="1" rIns="0" wrap="square" tIns="0">
            <a:spAutoFit/>
          </a:bodyPr>
          <a:lstStyle/>
          <a:p>
            <a:pPr indent="0" lvl="0" marL="0" rtl="0" algn="r">
              <a:spcBef>
                <a:spcPts val="0"/>
              </a:spcBef>
              <a:spcAft>
                <a:spcPts val="0"/>
              </a:spcAft>
              <a:buNone/>
            </a:pPr>
            <a:r>
              <a:rPr b="1" lang="es-419" sz="1000">
                <a:latin typeface="Arvo"/>
                <a:ea typeface="Arvo"/>
                <a:cs typeface="Arvo"/>
                <a:sym typeface="Arvo"/>
              </a:rPr>
              <a:t>Identificación de conceptos de sistema:</a:t>
            </a:r>
            <a:endParaRPr b="1" sz="1000">
              <a:latin typeface="Arvo"/>
              <a:ea typeface="Arvo"/>
              <a:cs typeface="Arvo"/>
              <a:sym typeface="Arvo"/>
            </a:endParaRPr>
          </a:p>
          <a:p>
            <a:pPr indent="0" lvl="0" marL="0" rtl="0" algn="r">
              <a:spcBef>
                <a:spcPts val="0"/>
              </a:spcBef>
              <a:spcAft>
                <a:spcPts val="0"/>
              </a:spcAft>
              <a:buNone/>
            </a:pPr>
            <a:r>
              <a:rPr b="1" lang="es-419" sz="700">
                <a:latin typeface="Arvo"/>
                <a:ea typeface="Arvo"/>
                <a:cs typeface="Arvo"/>
                <a:sym typeface="Arvo"/>
              </a:rPr>
              <a:t>[entidades involucradas]</a:t>
            </a:r>
            <a:r>
              <a:rPr b="1" lang="es-419" sz="1000">
                <a:latin typeface="Arvo"/>
                <a:ea typeface="Arvo"/>
                <a:cs typeface="Arvo"/>
                <a:sym typeface="Arvo"/>
              </a:rPr>
              <a:t> </a:t>
            </a:r>
            <a:endParaRPr b="1" sz="1000">
              <a:latin typeface="Arvo"/>
              <a:ea typeface="Arvo"/>
              <a:cs typeface="Arvo"/>
              <a:sym typeface="Arvo"/>
            </a:endParaRPr>
          </a:p>
          <a:p>
            <a:pPr indent="0" lvl="0" marL="0" rtl="0" algn="r">
              <a:spcBef>
                <a:spcPts val="0"/>
              </a:spcBef>
              <a:spcAft>
                <a:spcPts val="0"/>
              </a:spcAft>
              <a:buNone/>
            </a:pPr>
            <a:r>
              <a:rPr i="1" lang="es-419" sz="600">
                <a:solidFill>
                  <a:srgbClr val="666666"/>
                </a:solidFill>
                <a:latin typeface="Arvo"/>
                <a:ea typeface="Arvo"/>
                <a:cs typeface="Arvo"/>
                <a:sym typeface="Arvo"/>
              </a:rPr>
              <a:t>&lt;ej: comprador, amazon, compra, producto, pago, envío. etc&gt;</a:t>
            </a:r>
            <a:endParaRPr i="1" sz="600">
              <a:solidFill>
                <a:srgbClr val="666666"/>
              </a:solidFill>
              <a:latin typeface="Arvo"/>
              <a:ea typeface="Arvo"/>
              <a:cs typeface="Arvo"/>
              <a:sym typeface="Arvo"/>
            </a:endParaRPr>
          </a:p>
        </p:txBody>
      </p:sp>
      <p:sp>
        <p:nvSpPr>
          <p:cNvPr id="11581" name="Google Shape;11581;p198"/>
          <p:cNvSpPr/>
          <p:nvPr/>
        </p:nvSpPr>
        <p:spPr>
          <a:xfrm>
            <a:off x="6834826" y="1975699"/>
            <a:ext cx="3027000" cy="670800"/>
          </a:xfrm>
          <a:prstGeom prst="roundRect">
            <a:avLst>
              <a:gd fmla="val 10808"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11582" name="Google Shape;11582;p198"/>
          <p:cNvSpPr txBox="1"/>
          <p:nvPr/>
        </p:nvSpPr>
        <p:spPr>
          <a:xfrm>
            <a:off x="5219407" y="3121825"/>
            <a:ext cx="1562400" cy="232500"/>
          </a:xfrm>
          <a:prstGeom prst="rect">
            <a:avLst/>
          </a:prstGeom>
          <a:noFill/>
          <a:ln>
            <a:noFill/>
          </a:ln>
        </p:spPr>
        <p:txBody>
          <a:bodyPr anchorCtr="0" anchor="ctr" bIns="0" lIns="0" spcFirstLastPara="1" rIns="0" wrap="square" tIns="0">
            <a:noAutofit/>
          </a:bodyPr>
          <a:lstStyle/>
          <a:p>
            <a:pPr indent="0" lvl="0" marL="0" rtl="0" algn="r">
              <a:spcBef>
                <a:spcPts val="0"/>
              </a:spcBef>
              <a:spcAft>
                <a:spcPts val="0"/>
              </a:spcAft>
              <a:buNone/>
            </a:pPr>
            <a:r>
              <a:rPr b="1" lang="es-419" sz="1000">
                <a:latin typeface="Arvo"/>
                <a:ea typeface="Arvo"/>
                <a:cs typeface="Arvo"/>
                <a:sym typeface="Arvo"/>
              </a:rPr>
              <a:t>Meta cliente:</a:t>
            </a:r>
            <a:endParaRPr b="1" sz="1000">
              <a:latin typeface="Arvo"/>
              <a:ea typeface="Arvo"/>
              <a:cs typeface="Arvo"/>
              <a:sym typeface="Arvo"/>
            </a:endParaRPr>
          </a:p>
          <a:p>
            <a:pPr indent="0" lvl="0" marL="0" rtl="0" algn="r">
              <a:spcBef>
                <a:spcPts val="0"/>
              </a:spcBef>
              <a:spcAft>
                <a:spcPts val="0"/>
              </a:spcAft>
              <a:buNone/>
            </a:pPr>
            <a:r>
              <a:rPr b="1" lang="es-419" sz="700">
                <a:solidFill>
                  <a:schemeClr val="dk1"/>
                </a:solidFill>
                <a:latin typeface="Arvo"/>
                <a:ea typeface="Arvo"/>
                <a:cs typeface="Arvo"/>
                <a:sym typeface="Arvo"/>
              </a:rPr>
              <a:t>[Meta = &lt;sustantivo&gt;&lt;adjetivo&gt;]</a:t>
            </a:r>
            <a:endParaRPr b="1" sz="1000">
              <a:latin typeface="Arvo"/>
              <a:ea typeface="Arvo"/>
              <a:cs typeface="Arvo"/>
              <a:sym typeface="Arvo"/>
            </a:endParaRPr>
          </a:p>
          <a:p>
            <a:pPr indent="0" lvl="0" marL="0" rtl="0" algn="r">
              <a:spcBef>
                <a:spcPts val="0"/>
              </a:spcBef>
              <a:spcAft>
                <a:spcPts val="0"/>
              </a:spcAft>
              <a:buNone/>
            </a:pPr>
            <a:r>
              <a:rPr b="1" i="1" lang="es-419" sz="600">
                <a:latin typeface="Arvo"/>
                <a:ea typeface="Arvo"/>
                <a:cs typeface="Arvo"/>
                <a:sym typeface="Arvo"/>
              </a:rPr>
              <a:t> </a:t>
            </a:r>
            <a:r>
              <a:rPr i="1" lang="es-419" sz="600">
                <a:solidFill>
                  <a:srgbClr val="666666"/>
                </a:solidFill>
                <a:latin typeface="Arvo"/>
                <a:ea typeface="Arvo"/>
                <a:cs typeface="Arvo"/>
                <a:sym typeface="Arvo"/>
              </a:rPr>
              <a:t>&lt;ej: El cliente recibe el producto&gt;</a:t>
            </a:r>
            <a:endParaRPr i="1" sz="600">
              <a:solidFill>
                <a:srgbClr val="666666"/>
              </a:solidFill>
              <a:latin typeface="Arvo"/>
              <a:ea typeface="Arvo"/>
              <a:cs typeface="Arvo"/>
              <a:sym typeface="Arvo"/>
            </a:endParaRPr>
          </a:p>
        </p:txBody>
      </p:sp>
      <p:sp>
        <p:nvSpPr>
          <p:cNvPr id="11583" name="Google Shape;11583;p198"/>
          <p:cNvSpPr/>
          <p:nvPr/>
        </p:nvSpPr>
        <p:spPr>
          <a:xfrm>
            <a:off x="6845744" y="3066325"/>
            <a:ext cx="3027000" cy="343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11584" name="Google Shape;11584;p198"/>
          <p:cNvSpPr txBox="1"/>
          <p:nvPr>
            <p:ph idx="1" type="subTitle"/>
          </p:nvPr>
        </p:nvSpPr>
        <p:spPr>
          <a:xfrm>
            <a:off x="6834526" y="954747"/>
            <a:ext cx="3027600" cy="342000"/>
          </a:xfrm>
          <a:prstGeom prst="rect">
            <a:avLst/>
          </a:prstGeom>
          <a:noFill/>
          <a:ln>
            <a:noFill/>
          </a:ln>
        </p:spPr>
        <p:txBody>
          <a:bodyPr anchorCtr="0" anchor="ctr" bIns="36000" lIns="36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11585" name="Google Shape;11585;p198"/>
          <p:cNvSpPr txBox="1"/>
          <p:nvPr>
            <p:ph idx="2" type="subTitle"/>
          </p:nvPr>
        </p:nvSpPr>
        <p:spPr>
          <a:xfrm>
            <a:off x="6834526" y="1462461"/>
            <a:ext cx="3027600" cy="342000"/>
          </a:xfrm>
          <a:prstGeom prst="rect">
            <a:avLst/>
          </a:prstGeom>
          <a:noFill/>
          <a:ln>
            <a:noFill/>
          </a:ln>
        </p:spPr>
        <p:txBody>
          <a:bodyPr anchorCtr="0" anchor="ctr" bIns="36000" lIns="36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11586" name="Google Shape;11586;p198"/>
          <p:cNvSpPr txBox="1"/>
          <p:nvPr>
            <p:ph idx="3" type="subTitle"/>
          </p:nvPr>
        </p:nvSpPr>
        <p:spPr>
          <a:xfrm>
            <a:off x="6834526" y="1980199"/>
            <a:ext cx="3027600" cy="661800"/>
          </a:xfrm>
          <a:prstGeom prst="rect">
            <a:avLst/>
          </a:prstGeom>
          <a:noFill/>
          <a:ln>
            <a:noFill/>
          </a:ln>
        </p:spPr>
        <p:txBody>
          <a:bodyPr anchorCtr="0" anchor="t" bIns="36000" lIns="36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11587" name="Google Shape;11587;p198"/>
          <p:cNvSpPr txBox="1"/>
          <p:nvPr>
            <p:ph idx="4" type="subTitle"/>
          </p:nvPr>
        </p:nvSpPr>
        <p:spPr>
          <a:xfrm>
            <a:off x="6845444" y="3067075"/>
            <a:ext cx="3027600" cy="342000"/>
          </a:xfrm>
          <a:prstGeom prst="rect">
            <a:avLst/>
          </a:prstGeom>
          <a:noFill/>
          <a:ln>
            <a:noFill/>
          </a:ln>
        </p:spPr>
        <p:txBody>
          <a:bodyPr anchorCtr="0" anchor="ctr" bIns="36000" lIns="36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11588" name="Google Shape;11588;p198"/>
          <p:cNvSpPr/>
          <p:nvPr/>
        </p:nvSpPr>
        <p:spPr>
          <a:xfrm>
            <a:off x="6845744" y="3598326"/>
            <a:ext cx="3027000" cy="343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11589" name="Google Shape;11589;p198"/>
          <p:cNvSpPr txBox="1"/>
          <p:nvPr>
            <p:ph idx="5" type="subTitle"/>
          </p:nvPr>
        </p:nvSpPr>
        <p:spPr>
          <a:xfrm>
            <a:off x="6845444" y="3599076"/>
            <a:ext cx="3027600" cy="342000"/>
          </a:xfrm>
          <a:prstGeom prst="rect">
            <a:avLst/>
          </a:prstGeom>
          <a:noFill/>
          <a:ln>
            <a:noFill/>
          </a:ln>
        </p:spPr>
        <p:txBody>
          <a:bodyPr anchorCtr="0" anchor="ctr" bIns="36000" lIns="36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11590" name="Google Shape;11590;p198"/>
          <p:cNvSpPr/>
          <p:nvPr/>
        </p:nvSpPr>
        <p:spPr>
          <a:xfrm>
            <a:off x="2277739" y="663750"/>
            <a:ext cx="88500" cy="1089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591" name="Google Shape;11591;p198"/>
          <p:cNvCxnSpPr/>
          <p:nvPr/>
        </p:nvCxnSpPr>
        <p:spPr>
          <a:xfrm rot="10800000">
            <a:off x="5256600" y="2854252"/>
            <a:ext cx="4608000" cy="0"/>
          </a:xfrm>
          <a:prstGeom prst="straightConnector1">
            <a:avLst/>
          </a:prstGeom>
          <a:noFill/>
          <a:ln cap="flat" cmpd="sng" w="19050">
            <a:solidFill>
              <a:srgbClr val="B7B7B7"/>
            </a:solidFill>
            <a:prstDash val="solid"/>
            <a:round/>
            <a:headEnd len="med" w="med" type="none"/>
            <a:tailEnd len="med" w="med" type="none"/>
          </a:ln>
        </p:spPr>
      </p:cxnSp>
      <p:cxnSp>
        <p:nvCxnSpPr>
          <p:cNvPr id="11592" name="Google Shape;11592;p198"/>
          <p:cNvCxnSpPr/>
          <p:nvPr/>
        </p:nvCxnSpPr>
        <p:spPr>
          <a:xfrm flipH="1">
            <a:off x="285421" y="5302428"/>
            <a:ext cx="4690200" cy="11700"/>
          </a:xfrm>
          <a:prstGeom prst="straightConnector1">
            <a:avLst/>
          </a:prstGeom>
          <a:noFill/>
          <a:ln cap="flat" cmpd="sng" w="19050">
            <a:solidFill>
              <a:srgbClr val="B7B7B7"/>
            </a:solidFill>
            <a:prstDash val="solid"/>
            <a:round/>
            <a:headEnd len="med" w="med" type="none"/>
            <a:tailEnd len="med" w="med" type="none"/>
          </a:ln>
        </p:spPr>
      </p:cxnSp>
      <p:sp>
        <p:nvSpPr>
          <p:cNvPr id="11593" name="Google Shape;11593;p198"/>
          <p:cNvSpPr txBox="1"/>
          <p:nvPr/>
        </p:nvSpPr>
        <p:spPr>
          <a:xfrm>
            <a:off x="197034" y="5534063"/>
            <a:ext cx="1679100" cy="246300"/>
          </a:xfrm>
          <a:prstGeom prst="rect">
            <a:avLst/>
          </a:prstGeom>
          <a:noFill/>
          <a:ln>
            <a:noFill/>
          </a:ln>
        </p:spPr>
        <p:txBody>
          <a:bodyPr anchorCtr="0" anchor="ctr" bIns="0" lIns="0" spcFirstLastPara="1" rIns="0" wrap="square" tIns="0">
            <a:spAutoFit/>
          </a:bodyPr>
          <a:lstStyle/>
          <a:p>
            <a:pPr indent="0" lvl="0" marL="0" rtl="0" algn="r">
              <a:lnSpc>
                <a:spcPct val="100000"/>
              </a:lnSpc>
              <a:spcBef>
                <a:spcPts val="0"/>
              </a:spcBef>
              <a:spcAft>
                <a:spcPts val="0"/>
              </a:spcAft>
              <a:buNone/>
            </a:pPr>
            <a:r>
              <a:rPr b="1" lang="es-419" sz="1000">
                <a:latin typeface="Arvo"/>
                <a:ea typeface="Arvo"/>
                <a:cs typeface="Arvo"/>
                <a:sym typeface="Arvo"/>
              </a:rPr>
              <a:t>Precondición: </a:t>
            </a:r>
            <a:endParaRPr b="1" sz="1000">
              <a:latin typeface="Arvo"/>
              <a:ea typeface="Arvo"/>
              <a:cs typeface="Arvo"/>
              <a:sym typeface="Arvo"/>
            </a:endParaRPr>
          </a:p>
          <a:p>
            <a:pPr indent="0" lvl="0" marL="0" rtl="0" algn="r">
              <a:lnSpc>
                <a:spcPct val="100000"/>
              </a:lnSpc>
              <a:spcBef>
                <a:spcPts val="0"/>
              </a:spcBef>
              <a:spcAft>
                <a:spcPts val="0"/>
              </a:spcAft>
              <a:buNone/>
            </a:pPr>
            <a:r>
              <a:rPr i="1" lang="es-419" sz="600">
                <a:solidFill>
                  <a:srgbClr val="666666"/>
                </a:solidFill>
                <a:latin typeface="Arvo"/>
                <a:ea typeface="Arvo"/>
                <a:cs typeface="Arvo"/>
                <a:sym typeface="Arvo"/>
              </a:rPr>
              <a:t>&lt;ej: El comprador debe estar registrado&gt;</a:t>
            </a:r>
            <a:endParaRPr i="1" sz="600">
              <a:solidFill>
                <a:srgbClr val="666666"/>
              </a:solidFill>
              <a:latin typeface="Arvo"/>
              <a:ea typeface="Arvo"/>
              <a:cs typeface="Arvo"/>
              <a:sym typeface="Arvo"/>
            </a:endParaRPr>
          </a:p>
        </p:txBody>
      </p:sp>
      <p:sp>
        <p:nvSpPr>
          <p:cNvPr id="11594" name="Google Shape;11594;p198"/>
          <p:cNvSpPr txBox="1"/>
          <p:nvPr/>
        </p:nvSpPr>
        <p:spPr>
          <a:xfrm>
            <a:off x="197034" y="6086320"/>
            <a:ext cx="1679100" cy="274800"/>
          </a:xfrm>
          <a:prstGeom prst="rect">
            <a:avLst/>
          </a:prstGeom>
          <a:noFill/>
          <a:ln>
            <a:noFill/>
          </a:ln>
        </p:spPr>
        <p:txBody>
          <a:bodyPr anchorCtr="0" anchor="ctr" bIns="0" lIns="0" spcFirstLastPara="1" rIns="0" wrap="square" tIns="0">
            <a:spAutoFit/>
          </a:bodyPr>
          <a:lstStyle/>
          <a:p>
            <a:pPr indent="0" lvl="0" marL="0" rtl="0" algn="r">
              <a:lnSpc>
                <a:spcPct val="85000"/>
              </a:lnSpc>
              <a:spcBef>
                <a:spcPts val="0"/>
              </a:spcBef>
              <a:spcAft>
                <a:spcPts val="0"/>
              </a:spcAft>
              <a:buNone/>
            </a:pPr>
            <a:r>
              <a:rPr b="1" lang="es-419" sz="1000">
                <a:latin typeface="Arvo"/>
                <a:ea typeface="Arvo"/>
                <a:cs typeface="Arvo"/>
                <a:sym typeface="Arvo"/>
              </a:rPr>
              <a:t>Poscondición:</a:t>
            </a:r>
            <a:endParaRPr sz="700">
              <a:solidFill>
                <a:srgbClr val="666666"/>
              </a:solidFill>
              <a:latin typeface="Arvo"/>
              <a:ea typeface="Arvo"/>
              <a:cs typeface="Arvo"/>
              <a:sym typeface="Arvo"/>
            </a:endParaRPr>
          </a:p>
          <a:p>
            <a:pPr indent="0" lvl="0" marL="0" rtl="0" algn="r">
              <a:lnSpc>
                <a:spcPct val="85000"/>
              </a:lnSpc>
              <a:spcBef>
                <a:spcPts val="0"/>
              </a:spcBef>
              <a:spcAft>
                <a:spcPts val="0"/>
              </a:spcAft>
              <a:buNone/>
            </a:pPr>
            <a:r>
              <a:rPr lang="es-419" sz="700">
                <a:solidFill>
                  <a:srgbClr val="666666"/>
                </a:solidFill>
                <a:latin typeface="Arvo"/>
                <a:ea typeface="Arvo"/>
                <a:cs typeface="Arvo"/>
                <a:sym typeface="Arvo"/>
              </a:rPr>
              <a:t> </a:t>
            </a:r>
            <a:r>
              <a:rPr i="1" lang="es-419" sz="600">
                <a:solidFill>
                  <a:srgbClr val="666666"/>
                </a:solidFill>
                <a:latin typeface="Arvo"/>
                <a:ea typeface="Arvo"/>
                <a:cs typeface="Arvo"/>
                <a:sym typeface="Arvo"/>
              </a:rPr>
              <a:t>&lt;ej: El pago debe estar realizado&gt;</a:t>
            </a:r>
            <a:r>
              <a:rPr b="1" lang="es-419" sz="1100">
                <a:latin typeface="Arvo"/>
                <a:ea typeface="Arvo"/>
                <a:cs typeface="Arvo"/>
                <a:sym typeface="Arvo"/>
              </a:rPr>
              <a:t> </a:t>
            </a:r>
            <a:endParaRPr sz="800">
              <a:solidFill>
                <a:srgbClr val="666666"/>
              </a:solidFill>
              <a:latin typeface="Arvo"/>
              <a:ea typeface="Arvo"/>
              <a:cs typeface="Arvo"/>
              <a:sym typeface="Arvo"/>
            </a:endParaRPr>
          </a:p>
        </p:txBody>
      </p:sp>
      <p:sp>
        <p:nvSpPr>
          <p:cNvPr id="11595" name="Google Shape;11595;p198"/>
          <p:cNvSpPr/>
          <p:nvPr/>
        </p:nvSpPr>
        <p:spPr>
          <a:xfrm>
            <a:off x="1940924" y="5485463"/>
            <a:ext cx="3027000" cy="343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11596" name="Google Shape;11596;p198"/>
          <p:cNvSpPr txBox="1"/>
          <p:nvPr>
            <p:ph idx="6" type="subTitle"/>
          </p:nvPr>
        </p:nvSpPr>
        <p:spPr>
          <a:xfrm>
            <a:off x="1940624" y="5486213"/>
            <a:ext cx="3027600" cy="342000"/>
          </a:xfrm>
          <a:prstGeom prst="rect">
            <a:avLst/>
          </a:prstGeom>
          <a:noFill/>
          <a:ln>
            <a:noFill/>
          </a:ln>
        </p:spPr>
        <p:txBody>
          <a:bodyPr anchorCtr="0" anchor="ctr" bIns="36000" lIns="36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11597" name="Google Shape;11597;p198"/>
          <p:cNvSpPr/>
          <p:nvPr/>
        </p:nvSpPr>
        <p:spPr>
          <a:xfrm>
            <a:off x="1940924" y="6051970"/>
            <a:ext cx="3027000" cy="343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11598" name="Google Shape;11598;p198"/>
          <p:cNvSpPr txBox="1"/>
          <p:nvPr>
            <p:ph idx="7" type="subTitle"/>
          </p:nvPr>
        </p:nvSpPr>
        <p:spPr>
          <a:xfrm>
            <a:off x="1940624" y="6052720"/>
            <a:ext cx="3027600" cy="342000"/>
          </a:xfrm>
          <a:prstGeom prst="rect">
            <a:avLst/>
          </a:prstGeom>
          <a:noFill/>
          <a:ln>
            <a:noFill/>
          </a:ln>
        </p:spPr>
        <p:txBody>
          <a:bodyPr anchorCtr="0" anchor="ctr" bIns="36000" lIns="36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11599" name="Google Shape;11599;p198"/>
          <p:cNvSpPr txBox="1"/>
          <p:nvPr/>
        </p:nvSpPr>
        <p:spPr>
          <a:xfrm>
            <a:off x="197034" y="1002597"/>
            <a:ext cx="1679100" cy="246300"/>
          </a:xfrm>
          <a:prstGeom prst="rect">
            <a:avLst/>
          </a:prstGeom>
          <a:noFill/>
          <a:ln>
            <a:noFill/>
          </a:ln>
        </p:spPr>
        <p:txBody>
          <a:bodyPr anchorCtr="0" anchor="ctr" bIns="0" lIns="0" spcFirstLastPara="1" rIns="0" wrap="square" tIns="0">
            <a:spAutoFit/>
          </a:bodyPr>
          <a:lstStyle/>
          <a:p>
            <a:pPr indent="0" lvl="0" marL="0" rtl="0" algn="r">
              <a:lnSpc>
                <a:spcPct val="100000"/>
              </a:lnSpc>
              <a:spcBef>
                <a:spcPts val="0"/>
              </a:spcBef>
              <a:spcAft>
                <a:spcPts val="0"/>
              </a:spcAft>
              <a:buNone/>
            </a:pPr>
            <a:r>
              <a:rPr b="1" lang="es-419" sz="1000">
                <a:latin typeface="Arvo"/>
                <a:ea typeface="Arvo"/>
                <a:cs typeface="Arvo"/>
                <a:sym typeface="Arvo"/>
              </a:rPr>
              <a:t>Nombre del caso de uso: </a:t>
            </a:r>
            <a:endParaRPr b="1" sz="1000">
              <a:latin typeface="Arvo"/>
              <a:ea typeface="Arvo"/>
              <a:cs typeface="Arvo"/>
              <a:sym typeface="Arvo"/>
            </a:endParaRPr>
          </a:p>
          <a:p>
            <a:pPr indent="0" lvl="0" marL="0" rtl="0" algn="r">
              <a:lnSpc>
                <a:spcPct val="100000"/>
              </a:lnSpc>
              <a:spcBef>
                <a:spcPts val="0"/>
              </a:spcBef>
              <a:spcAft>
                <a:spcPts val="0"/>
              </a:spcAft>
              <a:buNone/>
            </a:pPr>
            <a:r>
              <a:rPr i="1" lang="es-419" sz="600">
                <a:solidFill>
                  <a:srgbClr val="666666"/>
                </a:solidFill>
                <a:latin typeface="Arvo"/>
                <a:ea typeface="Arvo"/>
                <a:cs typeface="Arvo"/>
                <a:sym typeface="Arvo"/>
              </a:rPr>
              <a:t>&lt;ej: Compra de productos&gt;</a:t>
            </a:r>
            <a:endParaRPr i="1" sz="600">
              <a:solidFill>
                <a:srgbClr val="666666"/>
              </a:solidFill>
              <a:latin typeface="Arvo"/>
              <a:ea typeface="Arvo"/>
              <a:cs typeface="Arvo"/>
              <a:sym typeface="Arvo"/>
            </a:endParaRPr>
          </a:p>
        </p:txBody>
      </p:sp>
      <p:sp>
        <p:nvSpPr>
          <p:cNvPr id="11600" name="Google Shape;11600;p198"/>
          <p:cNvSpPr txBox="1"/>
          <p:nvPr/>
        </p:nvSpPr>
        <p:spPr>
          <a:xfrm>
            <a:off x="197034" y="1496061"/>
            <a:ext cx="1679100" cy="274800"/>
          </a:xfrm>
          <a:prstGeom prst="rect">
            <a:avLst/>
          </a:prstGeom>
          <a:noFill/>
          <a:ln>
            <a:noFill/>
          </a:ln>
        </p:spPr>
        <p:txBody>
          <a:bodyPr anchorCtr="0" anchor="ctr" bIns="0" lIns="0" spcFirstLastPara="1" rIns="0" wrap="square" tIns="0">
            <a:spAutoFit/>
          </a:bodyPr>
          <a:lstStyle/>
          <a:p>
            <a:pPr indent="0" lvl="0" marL="0" rtl="0" algn="r">
              <a:lnSpc>
                <a:spcPct val="85000"/>
              </a:lnSpc>
              <a:spcBef>
                <a:spcPts val="0"/>
              </a:spcBef>
              <a:spcAft>
                <a:spcPts val="0"/>
              </a:spcAft>
              <a:buNone/>
            </a:pPr>
            <a:r>
              <a:rPr b="1" lang="es-419" sz="1000">
                <a:latin typeface="Arvo"/>
                <a:ea typeface="Arvo"/>
                <a:cs typeface="Arvo"/>
                <a:sym typeface="Arvo"/>
              </a:rPr>
              <a:t>Narrativa:</a:t>
            </a:r>
            <a:endParaRPr sz="700">
              <a:solidFill>
                <a:srgbClr val="666666"/>
              </a:solidFill>
              <a:latin typeface="Arvo"/>
              <a:ea typeface="Arvo"/>
              <a:cs typeface="Arvo"/>
              <a:sym typeface="Arvo"/>
            </a:endParaRPr>
          </a:p>
          <a:p>
            <a:pPr indent="0" lvl="0" marL="0" rtl="0" algn="r">
              <a:lnSpc>
                <a:spcPct val="85000"/>
              </a:lnSpc>
              <a:spcBef>
                <a:spcPts val="0"/>
              </a:spcBef>
              <a:spcAft>
                <a:spcPts val="0"/>
              </a:spcAft>
              <a:buNone/>
            </a:pPr>
            <a:r>
              <a:rPr lang="es-419" sz="700">
                <a:solidFill>
                  <a:srgbClr val="666666"/>
                </a:solidFill>
                <a:latin typeface="Arvo"/>
                <a:ea typeface="Arvo"/>
                <a:cs typeface="Arvo"/>
                <a:sym typeface="Arvo"/>
              </a:rPr>
              <a:t> </a:t>
            </a:r>
            <a:r>
              <a:rPr i="1" lang="es-419" sz="600">
                <a:solidFill>
                  <a:srgbClr val="666666"/>
                </a:solidFill>
                <a:latin typeface="Arvo"/>
                <a:ea typeface="Arvo"/>
                <a:cs typeface="Arvo"/>
                <a:sym typeface="Arvo"/>
              </a:rPr>
              <a:t>&lt;ej: El cliente compra productos&gt;</a:t>
            </a:r>
            <a:r>
              <a:rPr b="1" lang="es-419" sz="1100">
                <a:latin typeface="Arvo"/>
                <a:ea typeface="Arvo"/>
                <a:cs typeface="Arvo"/>
                <a:sym typeface="Arvo"/>
              </a:rPr>
              <a:t> </a:t>
            </a:r>
            <a:endParaRPr sz="800">
              <a:solidFill>
                <a:srgbClr val="666666"/>
              </a:solidFill>
              <a:latin typeface="Arvo"/>
              <a:ea typeface="Arvo"/>
              <a:cs typeface="Arvo"/>
              <a:sym typeface="Arvo"/>
            </a:endParaRPr>
          </a:p>
        </p:txBody>
      </p:sp>
      <p:sp>
        <p:nvSpPr>
          <p:cNvPr id="11601" name="Google Shape;11601;p198"/>
          <p:cNvSpPr/>
          <p:nvPr/>
        </p:nvSpPr>
        <p:spPr>
          <a:xfrm>
            <a:off x="1940924" y="953997"/>
            <a:ext cx="3027000" cy="343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11602" name="Google Shape;11602;p198"/>
          <p:cNvSpPr txBox="1"/>
          <p:nvPr>
            <p:ph idx="8" type="subTitle"/>
          </p:nvPr>
        </p:nvSpPr>
        <p:spPr>
          <a:xfrm>
            <a:off x="1940624" y="954747"/>
            <a:ext cx="3027600" cy="342000"/>
          </a:xfrm>
          <a:prstGeom prst="rect">
            <a:avLst/>
          </a:prstGeom>
          <a:noFill/>
          <a:ln>
            <a:noFill/>
          </a:ln>
        </p:spPr>
        <p:txBody>
          <a:bodyPr anchorCtr="0" anchor="ctr" bIns="36000" lIns="36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11603" name="Google Shape;11603;p198"/>
          <p:cNvSpPr/>
          <p:nvPr/>
        </p:nvSpPr>
        <p:spPr>
          <a:xfrm>
            <a:off x="1940924" y="1461711"/>
            <a:ext cx="3027000" cy="343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11604" name="Google Shape;11604;p198"/>
          <p:cNvSpPr txBox="1"/>
          <p:nvPr>
            <p:ph idx="9" type="subTitle"/>
          </p:nvPr>
        </p:nvSpPr>
        <p:spPr>
          <a:xfrm>
            <a:off x="1940624" y="1462461"/>
            <a:ext cx="3027600" cy="342000"/>
          </a:xfrm>
          <a:prstGeom prst="rect">
            <a:avLst/>
          </a:prstGeom>
          <a:noFill/>
          <a:ln>
            <a:noFill/>
          </a:ln>
        </p:spPr>
        <p:txBody>
          <a:bodyPr anchorCtr="0" anchor="ctr" bIns="36000" lIns="36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11605" name="Google Shape;11605;p198"/>
          <p:cNvSpPr txBox="1"/>
          <p:nvPr/>
        </p:nvSpPr>
        <p:spPr>
          <a:xfrm>
            <a:off x="197034" y="1989729"/>
            <a:ext cx="1679100" cy="923400"/>
          </a:xfrm>
          <a:prstGeom prst="rect">
            <a:avLst/>
          </a:prstGeom>
          <a:noFill/>
          <a:ln>
            <a:noFill/>
          </a:ln>
        </p:spPr>
        <p:txBody>
          <a:bodyPr anchorCtr="0" anchor="ctr" bIns="0" lIns="0" spcFirstLastPara="1" rIns="0" wrap="square" tIns="0">
            <a:spAutoFit/>
          </a:bodyPr>
          <a:lstStyle/>
          <a:p>
            <a:pPr indent="0" lvl="0" marL="0" rtl="0" algn="r">
              <a:lnSpc>
                <a:spcPct val="100000"/>
              </a:lnSpc>
              <a:spcBef>
                <a:spcPts val="0"/>
              </a:spcBef>
              <a:spcAft>
                <a:spcPts val="0"/>
              </a:spcAft>
              <a:buNone/>
            </a:pPr>
            <a:r>
              <a:rPr b="1" lang="es-419" sz="1000">
                <a:latin typeface="Arvo"/>
                <a:ea typeface="Arvo"/>
                <a:cs typeface="Arvo"/>
                <a:sym typeface="Arvo"/>
              </a:rPr>
              <a:t>Metas del caso de uso:</a:t>
            </a:r>
            <a:endParaRPr b="1" sz="1000">
              <a:latin typeface="Arvo"/>
              <a:ea typeface="Arvo"/>
              <a:cs typeface="Arvo"/>
              <a:sym typeface="Arvo"/>
            </a:endParaRPr>
          </a:p>
          <a:p>
            <a:pPr indent="0" lvl="0" marL="0" rtl="0" algn="r">
              <a:lnSpc>
                <a:spcPct val="100000"/>
              </a:lnSpc>
              <a:spcBef>
                <a:spcPts val="0"/>
              </a:spcBef>
              <a:spcAft>
                <a:spcPts val="0"/>
              </a:spcAft>
              <a:buNone/>
            </a:pPr>
            <a:r>
              <a:rPr b="1" lang="es-419" sz="700">
                <a:latin typeface="Arvo"/>
                <a:ea typeface="Arvo"/>
                <a:cs typeface="Arvo"/>
                <a:sym typeface="Arvo"/>
              </a:rPr>
              <a:t>[Meta = &lt;sustantivo&gt;&lt;adjetivo&gt;]</a:t>
            </a:r>
            <a:endParaRPr b="1" sz="700">
              <a:latin typeface="Arvo"/>
              <a:ea typeface="Arvo"/>
              <a:cs typeface="Arvo"/>
              <a:sym typeface="Arvo"/>
            </a:endParaRPr>
          </a:p>
          <a:p>
            <a:pPr indent="0" lvl="0" marL="0" rtl="0" algn="r">
              <a:lnSpc>
                <a:spcPct val="100000"/>
              </a:lnSpc>
              <a:spcBef>
                <a:spcPts val="0"/>
              </a:spcBef>
              <a:spcAft>
                <a:spcPts val="0"/>
              </a:spcAft>
              <a:buNone/>
            </a:pPr>
            <a:r>
              <a:rPr lang="es-419" sz="700">
                <a:solidFill>
                  <a:srgbClr val="666666"/>
                </a:solidFill>
                <a:latin typeface="Arvo"/>
                <a:ea typeface="Arvo"/>
                <a:cs typeface="Arvo"/>
                <a:sym typeface="Arvo"/>
              </a:rPr>
              <a:t> </a:t>
            </a:r>
            <a:r>
              <a:rPr i="1" lang="es-419" sz="600">
                <a:solidFill>
                  <a:srgbClr val="666666"/>
                </a:solidFill>
                <a:latin typeface="Arvo"/>
                <a:ea typeface="Arvo"/>
                <a:cs typeface="Arvo"/>
                <a:sym typeface="Arvo"/>
              </a:rPr>
              <a:t>&lt;ej: El ej: 1% de las devoluciones de productos. </a:t>
            </a:r>
            <a:endParaRPr i="1" sz="600">
              <a:solidFill>
                <a:srgbClr val="666666"/>
              </a:solidFill>
              <a:latin typeface="Arvo"/>
              <a:ea typeface="Arvo"/>
              <a:cs typeface="Arvo"/>
              <a:sym typeface="Arvo"/>
            </a:endParaRPr>
          </a:p>
          <a:p>
            <a:pPr indent="0" lvl="0" marL="0" rtl="0" algn="r">
              <a:lnSpc>
                <a:spcPct val="100000"/>
              </a:lnSpc>
              <a:spcBef>
                <a:spcPts val="0"/>
              </a:spcBef>
              <a:spcAft>
                <a:spcPts val="0"/>
              </a:spcAft>
              <a:buNone/>
            </a:pPr>
            <a:r>
              <a:rPr i="1" lang="es-419" sz="600">
                <a:solidFill>
                  <a:srgbClr val="666666"/>
                </a:solidFill>
                <a:latin typeface="Arvo"/>
                <a:ea typeface="Arvo"/>
                <a:cs typeface="Arvo"/>
                <a:sym typeface="Arvo"/>
              </a:rPr>
              <a:t>[nota: esta meta está relacionada con la visión del sistema. se supone que los casos de uso a conseguir la posición esperada del sistema la cual está determinada por las metas de la empresa.]&gt;</a:t>
            </a:r>
            <a:endParaRPr sz="800">
              <a:solidFill>
                <a:srgbClr val="666666"/>
              </a:solidFill>
              <a:latin typeface="Arvo"/>
              <a:ea typeface="Arvo"/>
              <a:cs typeface="Arvo"/>
              <a:sym typeface="Arvo"/>
            </a:endParaRPr>
          </a:p>
        </p:txBody>
      </p:sp>
      <p:sp>
        <p:nvSpPr>
          <p:cNvPr id="11606" name="Google Shape;11606;p198"/>
          <p:cNvSpPr/>
          <p:nvPr/>
        </p:nvSpPr>
        <p:spPr>
          <a:xfrm>
            <a:off x="1940924" y="1984375"/>
            <a:ext cx="3027000" cy="1015800"/>
          </a:xfrm>
          <a:prstGeom prst="roundRect">
            <a:avLst>
              <a:gd fmla="val 728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11607" name="Google Shape;11607;p198"/>
          <p:cNvSpPr txBox="1"/>
          <p:nvPr>
            <p:ph idx="13" type="subTitle"/>
          </p:nvPr>
        </p:nvSpPr>
        <p:spPr>
          <a:xfrm>
            <a:off x="1940924" y="1985125"/>
            <a:ext cx="3027000" cy="1015200"/>
          </a:xfrm>
          <a:prstGeom prst="rect">
            <a:avLst/>
          </a:prstGeom>
          <a:noFill/>
          <a:ln>
            <a:noFill/>
          </a:ln>
        </p:spPr>
        <p:txBody>
          <a:bodyPr anchorCtr="0" anchor="t" bIns="36000" lIns="36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11608" name="Google Shape;11608;p198"/>
          <p:cNvSpPr txBox="1"/>
          <p:nvPr/>
        </p:nvSpPr>
        <p:spPr>
          <a:xfrm>
            <a:off x="197034" y="3149026"/>
            <a:ext cx="1679100" cy="409500"/>
          </a:xfrm>
          <a:prstGeom prst="rect">
            <a:avLst/>
          </a:prstGeom>
          <a:noFill/>
          <a:ln>
            <a:noFill/>
          </a:ln>
        </p:spPr>
        <p:txBody>
          <a:bodyPr anchorCtr="0" anchor="ctr" bIns="0" lIns="0" spcFirstLastPara="1" rIns="0" wrap="square" tIns="0">
            <a:spAutoFit/>
          </a:bodyPr>
          <a:lstStyle/>
          <a:p>
            <a:pPr indent="0" lvl="0" marL="0" rtl="0" algn="r">
              <a:lnSpc>
                <a:spcPct val="100000"/>
              </a:lnSpc>
              <a:spcBef>
                <a:spcPts val="0"/>
              </a:spcBef>
              <a:spcAft>
                <a:spcPts val="0"/>
              </a:spcAft>
              <a:buNone/>
            </a:pPr>
            <a:r>
              <a:rPr b="1" lang="es-419" sz="1000">
                <a:latin typeface="Arvo"/>
                <a:ea typeface="Arvo"/>
                <a:cs typeface="Arvo"/>
                <a:sym typeface="Arvo"/>
              </a:rPr>
              <a:t>Casos de uso  con los que tiene relación:</a:t>
            </a:r>
            <a:endParaRPr sz="700">
              <a:solidFill>
                <a:srgbClr val="666666"/>
              </a:solidFill>
              <a:latin typeface="Arvo"/>
              <a:ea typeface="Arvo"/>
              <a:cs typeface="Arvo"/>
              <a:sym typeface="Arvo"/>
            </a:endParaRPr>
          </a:p>
          <a:p>
            <a:pPr indent="0" lvl="0" marL="0" rtl="0" algn="r">
              <a:lnSpc>
                <a:spcPct val="60000"/>
              </a:lnSpc>
              <a:spcBef>
                <a:spcPts val="0"/>
              </a:spcBef>
              <a:spcAft>
                <a:spcPts val="0"/>
              </a:spcAft>
              <a:buNone/>
            </a:pPr>
            <a:r>
              <a:rPr i="1" lang="es-419" sz="600">
                <a:solidFill>
                  <a:srgbClr val="666666"/>
                </a:solidFill>
                <a:latin typeface="Arvo"/>
                <a:ea typeface="Arvo"/>
                <a:cs typeface="Arvo"/>
                <a:sym typeface="Arvo"/>
              </a:rPr>
              <a:t>&lt;ej: Registro de compradores&gt;</a:t>
            </a:r>
            <a:r>
              <a:rPr b="1" lang="es-419" sz="1100">
                <a:latin typeface="Arvo"/>
                <a:ea typeface="Arvo"/>
                <a:cs typeface="Arvo"/>
                <a:sym typeface="Arvo"/>
              </a:rPr>
              <a:t> </a:t>
            </a:r>
            <a:endParaRPr sz="800">
              <a:solidFill>
                <a:srgbClr val="666666"/>
              </a:solidFill>
              <a:latin typeface="Arvo"/>
              <a:ea typeface="Arvo"/>
              <a:cs typeface="Arvo"/>
              <a:sym typeface="Arvo"/>
            </a:endParaRPr>
          </a:p>
        </p:txBody>
      </p:sp>
      <p:sp>
        <p:nvSpPr>
          <p:cNvPr id="11609" name="Google Shape;11609;p198"/>
          <p:cNvSpPr/>
          <p:nvPr/>
        </p:nvSpPr>
        <p:spPr>
          <a:xfrm>
            <a:off x="1940924" y="3182026"/>
            <a:ext cx="3027000" cy="343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11610" name="Google Shape;11610;p198"/>
          <p:cNvSpPr txBox="1"/>
          <p:nvPr>
            <p:ph idx="14" type="subTitle"/>
          </p:nvPr>
        </p:nvSpPr>
        <p:spPr>
          <a:xfrm>
            <a:off x="1940624" y="3182776"/>
            <a:ext cx="3027600" cy="342000"/>
          </a:xfrm>
          <a:prstGeom prst="rect">
            <a:avLst/>
          </a:prstGeom>
          <a:noFill/>
          <a:ln>
            <a:noFill/>
          </a:ln>
        </p:spPr>
        <p:txBody>
          <a:bodyPr anchorCtr="0" anchor="ctr" bIns="36000" lIns="36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11611" name="Google Shape;11611;p198"/>
          <p:cNvSpPr txBox="1"/>
          <p:nvPr/>
        </p:nvSpPr>
        <p:spPr>
          <a:xfrm>
            <a:off x="197034" y="3696638"/>
            <a:ext cx="1679100" cy="1046700"/>
          </a:xfrm>
          <a:prstGeom prst="rect">
            <a:avLst/>
          </a:prstGeom>
          <a:noFill/>
          <a:ln>
            <a:noFill/>
          </a:ln>
        </p:spPr>
        <p:txBody>
          <a:bodyPr anchorCtr="0" anchor="ctr" bIns="0" lIns="0" spcFirstLastPara="1" rIns="0" wrap="square" tIns="0">
            <a:spAutoFit/>
          </a:bodyPr>
          <a:lstStyle/>
          <a:p>
            <a:pPr indent="0" lvl="0" marL="0" rtl="0" algn="r">
              <a:lnSpc>
                <a:spcPct val="100000"/>
              </a:lnSpc>
              <a:spcBef>
                <a:spcPts val="0"/>
              </a:spcBef>
              <a:spcAft>
                <a:spcPts val="0"/>
              </a:spcAft>
              <a:buNone/>
            </a:pPr>
            <a:r>
              <a:rPr b="1" lang="es-419" sz="1000">
                <a:latin typeface="Arvo"/>
                <a:ea typeface="Arvo"/>
                <a:cs typeface="Arvo"/>
                <a:sym typeface="Arvo"/>
              </a:rPr>
              <a:t>Descripción del caso de uso:</a:t>
            </a:r>
            <a:endParaRPr sz="700">
              <a:solidFill>
                <a:srgbClr val="666666"/>
              </a:solidFill>
              <a:latin typeface="Arvo"/>
              <a:ea typeface="Arvo"/>
              <a:cs typeface="Arvo"/>
              <a:sym typeface="Arvo"/>
            </a:endParaRPr>
          </a:p>
          <a:p>
            <a:pPr indent="0" lvl="0" marL="0" rtl="0" algn="r">
              <a:lnSpc>
                <a:spcPct val="80000"/>
              </a:lnSpc>
              <a:spcBef>
                <a:spcPts val="0"/>
              </a:spcBef>
              <a:spcAft>
                <a:spcPts val="0"/>
              </a:spcAft>
              <a:buNone/>
            </a:pPr>
            <a:r>
              <a:rPr i="1" lang="es-419" sz="600">
                <a:solidFill>
                  <a:srgbClr val="666666"/>
                </a:solidFill>
                <a:latin typeface="Arvo"/>
                <a:ea typeface="Arvo"/>
                <a:cs typeface="Arvo"/>
                <a:sym typeface="Arvo"/>
              </a:rPr>
              <a:t>&lt;ej: Este caso de uso le permite a los compradores obtener productos a muy bajo costo desde cualquier lugar y en cualquier momento, mediante este caso de uso los compradores pueden elegir una empresa de envíos para transportar los productos. El comprador dispone de un carro de compras, puede programar cada una de las compras y puede crear listas de preferencia.&gt;</a:t>
            </a:r>
            <a:endParaRPr sz="800">
              <a:solidFill>
                <a:srgbClr val="666666"/>
              </a:solidFill>
              <a:latin typeface="Arvo"/>
              <a:ea typeface="Arvo"/>
              <a:cs typeface="Arvo"/>
              <a:sym typeface="Arvo"/>
            </a:endParaRPr>
          </a:p>
        </p:txBody>
      </p:sp>
      <p:sp>
        <p:nvSpPr>
          <p:cNvPr id="11612" name="Google Shape;11612;p198"/>
          <p:cNvSpPr/>
          <p:nvPr/>
        </p:nvSpPr>
        <p:spPr>
          <a:xfrm>
            <a:off x="1940925" y="3730022"/>
            <a:ext cx="3027000" cy="1359900"/>
          </a:xfrm>
          <a:prstGeom prst="roundRect">
            <a:avLst>
              <a:gd fmla="val 5871"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11613" name="Google Shape;11613;p198"/>
          <p:cNvSpPr txBox="1"/>
          <p:nvPr>
            <p:ph idx="15" type="subTitle"/>
          </p:nvPr>
        </p:nvSpPr>
        <p:spPr>
          <a:xfrm>
            <a:off x="1940625" y="3730025"/>
            <a:ext cx="3027600" cy="1359900"/>
          </a:xfrm>
          <a:prstGeom prst="rect">
            <a:avLst/>
          </a:prstGeom>
          <a:noFill/>
          <a:ln>
            <a:noFill/>
          </a:ln>
        </p:spPr>
        <p:txBody>
          <a:bodyPr anchorCtr="0" anchor="t" bIns="36000" lIns="36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11614" name="Google Shape;11614;p198"/>
          <p:cNvSpPr txBox="1"/>
          <p:nvPr/>
        </p:nvSpPr>
        <p:spPr>
          <a:xfrm>
            <a:off x="5219407" y="3653826"/>
            <a:ext cx="1562400" cy="232500"/>
          </a:xfrm>
          <a:prstGeom prst="rect">
            <a:avLst/>
          </a:prstGeom>
          <a:noFill/>
          <a:ln>
            <a:noFill/>
          </a:ln>
        </p:spPr>
        <p:txBody>
          <a:bodyPr anchorCtr="0" anchor="ctr" bIns="0" lIns="0" spcFirstLastPara="1" rIns="0" wrap="square" tIns="0">
            <a:noAutofit/>
          </a:bodyPr>
          <a:lstStyle/>
          <a:p>
            <a:pPr indent="0" lvl="0" marL="0" rtl="0" algn="r">
              <a:spcBef>
                <a:spcPts val="0"/>
              </a:spcBef>
              <a:spcAft>
                <a:spcPts val="0"/>
              </a:spcAft>
              <a:buNone/>
            </a:pPr>
            <a:r>
              <a:rPr b="1" lang="es-419" sz="1000">
                <a:latin typeface="Arvo"/>
                <a:ea typeface="Arvo"/>
                <a:cs typeface="Arvo"/>
                <a:sym typeface="Arvo"/>
              </a:rPr>
              <a:t>Meta empresa:</a:t>
            </a:r>
            <a:endParaRPr b="1" sz="1000">
              <a:latin typeface="Arvo"/>
              <a:ea typeface="Arvo"/>
              <a:cs typeface="Arvo"/>
              <a:sym typeface="Arvo"/>
            </a:endParaRPr>
          </a:p>
          <a:p>
            <a:pPr indent="0" lvl="0" marL="0" rtl="0" algn="r">
              <a:spcBef>
                <a:spcPts val="0"/>
              </a:spcBef>
              <a:spcAft>
                <a:spcPts val="0"/>
              </a:spcAft>
              <a:buNone/>
            </a:pPr>
            <a:r>
              <a:rPr b="1" lang="es-419" sz="700">
                <a:solidFill>
                  <a:schemeClr val="dk1"/>
                </a:solidFill>
                <a:latin typeface="Arvo"/>
                <a:ea typeface="Arvo"/>
                <a:cs typeface="Arvo"/>
                <a:sym typeface="Arvo"/>
              </a:rPr>
              <a:t>[Meta = &lt;sustantivo&gt;&lt;adjetivo&gt;]</a:t>
            </a:r>
            <a:endParaRPr b="1" sz="1000">
              <a:latin typeface="Arvo"/>
              <a:ea typeface="Arvo"/>
              <a:cs typeface="Arvo"/>
              <a:sym typeface="Arvo"/>
            </a:endParaRPr>
          </a:p>
          <a:p>
            <a:pPr indent="0" lvl="0" marL="0" rtl="0" algn="r">
              <a:spcBef>
                <a:spcPts val="0"/>
              </a:spcBef>
              <a:spcAft>
                <a:spcPts val="0"/>
              </a:spcAft>
              <a:buNone/>
            </a:pPr>
            <a:r>
              <a:rPr b="1" i="1" lang="es-419" sz="600">
                <a:latin typeface="Arvo"/>
                <a:ea typeface="Arvo"/>
                <a:cs typeface="Arvo"/>
                <a:sym typeface="Arvo"/>
              </a:rPr>
              <a:t> </a:t>
            </a:r>
            <a:r>
              <a:rPr i="1" lang="es-419" sz="600">
                <a:solidFill>
                  <a:srgbClr val="666666"/>
                </a:solidFill>
                <a:latin typeface="Arvo"/>
                <a:ea typeface="Arvo"/>
                <a:cs typeface="Arvo"/>
                <a:sym typeface="Arvo"/>
              </a:rPr>
              <a:t>&lt;ej: El cliente realiza el pago&gt;</a:t>
            </a:r>
            <a:endParaRPr i="1" sz="600">
              <a:solidFill>
                <a:srgbClr val="666666"/>
              </a:solidFill>
              <a:latin typeface="Arvo"/>
              <a:ea typeface="Arvo"/>
              <a:cs typeface="Arvo"/>
              <a:sym typeface="Arvo"/>
            </a:endParaRPr>
          </a:p>
        </p:txBody>
      </p:sp>
      <p:sp>
        <p:nvSpPr>
          <p:cNvPr id="11615" name="Google Shape;11615;p198"/>
          <p:cNvSpPr txBox="1"/>
          <p:nvPr/>
        </p:nvSpPr>
        <p:spPr>
          <a:xfrm>
            <a:off x="2524025" y="497711"/>
            <a:ext cx="8850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Formulario:</a:t>
            </a:r>
            <a:endParaRPr b="1" sz="1100"/>
          </a:p>
        </p:txBody>
      </p:sp>
      <p:sp>
        <p:nvSpPr>
          <p:cNvPr id="11616" name="Google Shape;11616;p198"/>
          <p:cNvSpPr txBox="1"/>
          <p:nvPr>
            <p:ph type="title"/>
          </p:nvPr>
        </p:nvSpPr>
        <p:spPr>
          <a:xfrm flipH="1">
            <a:off x="3408875" y="445821"/>
            <a:ext cx="6479700" cy="2664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000"/>
              <a:buNone/>
              <a:defRPr sz="1000">
                <a:solidFill>
                  <a:srgbClr val="000000"/>
                </a:solidFill>
              </a:defRPr>
            </a:lvl1pPr>
            <a:lvl2pPr lvl="1">
              <a:spcBef>
                <a:spcPts val="0"/>
              </a:spcBef>
              <a:spcAft>
                <a:spcPts val="0"/>
              </a:spcAft>
              <a:buClr>
                <a:srgbClr val="000000"/>
              </a:buClr>
              <a:buSzPts val="1000"/>
              <a:buNone/>
              <a:defRPr sz="1000">
                <a:solidFill>
                  <a:srgbClr val="000000"/>
                </a:solidFill>
              </a:defRPr>
            </a:lvl2pPr>
            <a:lvl3pPr lvl="2">
              <a:spcBef>
                <a:spcPts val="0"/>
              </a:spcBef>
              <a:spcAft>
                <a:spcPts val="0"/>
              </a:spcAft>
              <a:buClr>
                <a:srgbClr val="000000"/>
              </a:buClr>
              <a:buSzPts val="1000"/>
              <a:buNone/>
              <a:defRPr sz="1000">
                <a:solidFill>
                  <a:srgbClr val="000000"/>
                </a:solidFill>
              </a:defRPr>
            </a:lvl3pPr>
            <a:lvl4pPr lvl="3">
              <a:spcBef>
                <a:spcPts val="0"/>
              </a:spcBef>
              <a:spcAft>
                <a:spcPts val="0"/>
              </a:spcAft>
              <a:buClr>
                <a:srgbClr val="000000"/>
              </a:buClr>
              <a:buSzPts val="1000"/>
              <a:buNone/>
              <a:defRPr sz="1000">
                <a:solidFill>
                  <a:srgbClr val="000000"/>
                </a:solidFill>
              </a:defRPr>
            </a:lvl4pPr>
            <a:lvl5pPr lvl="4">
              <a:spcBef>
                <a:spcPts val="0"/>
              </a:spcBef>
              <a:spcAft>
                <a:spcPts val="0"/>
              </a:spcAft>
              <a:buClr>
                <a:srgbClr val="000000"/>
              </a:buClr>
              <a:buSzPts val="1000"/>
              <a:buNone/>
              <a:defRPr sz="1000">
                <a:solidFill>
                  <a:srgbClr val="000000"/>
                </a:solidFill>
              </a:defRPr>
            </a:lvl5pPr>
            <a:lvl6pPr lvl="5">
              <a:spcBef>
                <a:spcPts val="0"/>
              </a:spcBef>
              <a:spcAft>
                <a:spcPts val="0"/>
              </a:spcAft>
              <a:buClr>
                <a:srgbClr val="000000"/>
              </a:buClr>
              <a:buSzPts val="1000"/>
              <a:buNone/>
              <a:defRPr sz="1000">
                <a:solidFill>
                  <a:srgbClr val="000000"/>
                </a:solidFill>
              </a:defRPr>
            </a:lvl6pPr>
            <a:lvl7pPr lvl="6">
              <a:spcBef>
                <a:spcPts val="0"/>
              </a:spcBef>
              <a:spcAft>
                <a:spcPts val="0"/>
              </a:spcAft>
              <a:buClr>
                <a:srgbClr val="000000"/>
              </a:buClr>
              <a:buSzPts val="1000"/>
              <a:buNone/>
              <a:defRPr sz="1000">
                <a:solidFill>
                  <a:srgbClr val="000000"/>
                </a:solidFill>
              </a:defRPr>
            </a:lvl7pPr>
            <a:lvl8pPr lvl="7">
              <a:spcBef>
                <a:spcPts val="0"/>
              </a:spcBef>
              <a:spcAft>
                <a:spcPts val="0"/>
              </a:spcAft>
              <a:buClr>
                <a:srgbClr val="000000"/>
              </a:buClr>
              <a:buSzPts val="1000"/>
              <a:buNone/>
              <a:defRPr sz="1000">
                <a:solidFill>
                  <a:srgbClr val="000000"/>
                </a:solidFill>
              </a:defRPr>
            </a:lvl8pPr>
            <a:lvl9pPr lvl="8">
              <a:spcBef>
                <a:spcPts val="0"/>
              </a:spcBef>
              <a:spcAft>
                <a:spcPts val="0"/>
              </a:spcAft>
              <a:buClr>
                <a:srgbClr val="000000"/>
              </a:buClr>
              <a:buSzPts val="1000"/>
              <a:buNone/>
              <a:defRPr sz="1000">
                <a:solidFill>
                  <a:srgbClr val="000000"/>
                </a:solidFill>
              </a:defRPr>
            </a:lvl9pPr>
          </a:lstStyle>
          <a:p/>
        </p:txBody>
      </p:sp>
      <p:sp>
        <p:nvSpPr>
          <p:cNvPr id="11617" name="Google Shape;11617;p198"/>
          <p:cNvSpPr txBox="1"/>
          <p:nvPr>
            <p:ph idx="16" type="body"/>
          </p:nvPr>
        </p:nvSpPr>
        <p:spPr>
          <a:xfrm>
            <a:off x="641150" y="612125"/>
            <a:ext cx="1770300" cy="160500"/>
          </a:xfrm>
          <a:prstGeom prst="rect">
            <a:avLst/>
          </a:prstGeom>
          <a:noFill/>
          <a:ln>
            <a:noFill/>
          </a:ln>
        </p:spPr>
        <p:txBody>
          <a:bodyPr anchorCtr="0" anchor="t" bIns="0" lIns="0" spcFirstLastPara="1" rIns="0" wrap="square" tIns="0">
            <a:noAutofit/>
          </a:bodyPr>
          <a:lstStyle>
            <a:lvl1pPr indent="-292100" lvl="0" marL="457200" algn="ctr">
              <a:spcBef>
                <a:spcPts val="0"/>
              </a:spcBef>
              <a:spcAft>
                <a:spcPts val="0"/>
              </a:spcAft>
              <a:buClr>
                <a:srgbClr val="FFFFFF"/>
              </a:buClr>
              <a:buSzPts val="1000"/>
              <a:buChar char="●"/>
              <a:defRPr sz="1000">
                <a:solidFill>
                  <a:srgbClr val="FFFFFF"/>
                </a:solidFill>
              </a:defRPr>
            </a:lvl1pPr>
            <a:lvl2pPr indent="-292100" lvl="1" marL="914400" algn="ctr">
              <a:spcBef>
                <a:spcPts val="0"/>
              </a:spcBef>
              <a:spcAft>
                <a:spcPts val="0"/>
              </a:spcAft>
              <a:buClr>
                <a:srgbClr val="FFFFFF"/>
              </a:buClr>
              <a:buSzPts val="1000"/>
              <a:buChar char="○"/>
              <a:defRPr sz="1000">
                <a:solidFill>
                  <a:srgbClr val="FFFFFF"/>
                </a:solidFill>
              </a:defRPr>
            </a:lvl2pPr>
            <a:lvl3pPr indent="-292100" lvl="2" marL="1371600" algn="ctr">
              <a:spcBef>
                <a:spcPts val="0"/>
              </a:spcBef>
              <a:spcAft>
                <a:spcPts val="0"/>
              </a:spcAft>
              <a:buClr>
                <a:srgbClr val="FFFFFF"/>
              </a:buClr>
              <a:buSzPts val="1000"/>
              <a:buChar char="■"/>
              <a:defRPr sz="1000">
                <a:solidFill>
                  <a:srgbClr val="FFFFFF"/>
                </a:solidFill>
              </a:defRPr>
            </a:lvl3pPr>
            <a:lvl4pPr indent="-292100" lvl="3" marL="1828800" algn="ctr">
              <a:spcBef>
                <a:spcPts val="0"/>
              </a:spcBef>
              <a:spcAft>
                <a:spcPts val="0"/>
              </a:spcAft>
              <a:buClr>
                <a:srgbClr val="FFFFFF"/>
              </a:buClr>
              <a:buSzPts val="1000"/>
              <a:buChar char="●"/>
              <a:defRPr sz="1000">
                <a:solidFill>
                  <a:srgbClr val="FFFFFF"/>
                </a:solidFill>
              </a:defRPr>
            </a:lvl4pPr>
            <a:lvl5pPr indent="-292100" lvl="4" marL="2286000" algn="ctr">
              <a:spcBef>
                <a:spcPts val="0"/>
              </a:spcBef>
              <a:spcAft>
                <a:spcPts val="0"/>
              </a:spcAft>
              <a:buClr>
                <a:srgbClr val="FFFFFF"/>
              </a:buClr>
              <a:buSzPts val="1000"/>
              <a:buChar char="○"/>
              <a:defRPr sz="1000">
                <a:solidFill>
                  <a:srgbClr val="FFFFFF"/>
                </a:solidFill>
              </a:defRPr>
            </a:lvl5pPr>
            <a:lvl6pPr indent="-292100" lvl="5" marL="2743200" algn="ctr">
              <a:spcBef>
                <a:spcPts val="0"/>
              </a:spcBef>
              <a:spcAft>
                <a:spcPts val="0"/>
              </a:spcAft>
              <a:buClr>
                <a:srgbClr val="FFFFFF"/>
              </a:buClr>
              <a:buSzPts val="1000"/>
              <a:buChar char="■"/>
              <a:defRPr sz="1000">
                <a:solidFill>
                  <a:srgbClr val="FFFFFF"/>
                </a:solidFill>
              </a:defRPr>
            </a:lvl6pPr>
            <a:lvl7pPr indent="-292100" lvl="6" marL="3200400" algn="ctr">
              <a:spcBef>
                <a:spcPts val="0"/>
              </a:spcBef>
              <a:spcAft>
                <a:spcPts val="0"/>
              </a:spcAft>
              <a:buClr>
                <a:srgbClr val="FFFFFF"/>
              </a:buClr>
              <a:buSzPts val="1000"/>
              <a:buChar char="●"/>
              <a:defRPr sz="1000">
                <a:solidFill>
                  <a:srgbClr val="FFFFFF"/>
                </a:solidFill>
              </a:defRPr>
            </a:lvl7pPr>
            <a:lvl8pPr indent="-292100" lvl="7" marL="3657600" algn="ctr">
              <a:spcBef>
                <a:spcPts val="0"/>
              </a:spcBef>
              <a:spcAft>
                <a:spcPts val="0"/>
              </a:spcAft>
              <a:buClr>
                <a:srgbClr val="FFFFFF"/>
              </a:buClr>
              <a:buSzPts val="1000"/>
              <a:buChar char="○"/>
              <a:defRPr sz="1000">
                <a:solidFill>
                  <a:srgbClr val="FFFFFF"/>
                </a:solidFill>
              </a:defRPr>
            </a:lvl8pPr>
            <a:lvl9pPr indent="-292100" lvl="8" marL="4114800" algn="ctr">
              <a:spcBef>
                <a:spcPts val="0"/>
              </a:spcBef>
              <a:spcAft>
                <a:spcPts val="0"/>
              </a:spcAft>
              <a:buClr>
                <a:srgbClr val="FFFFFF"/>
              </a:buClr>
              <a:buSzPts val="1000"/>
              <a:buChar char="■"/>
              <a:defRPr sz="1000">
                <a:solidFill>
                  <a:srgbClr val="FFFFFF"/>
                </a:solidFill>
              </a:defRPr>
            </a:lvl9pPr>
          </a:lstStyle>
          <a:p/>
        </p:txBody>
      </p:sp>
      <p:sp>
        <p:nvSpPr>
          <p:cNvPr id="11618" name="Google Shape;11618;p198"/>
          <p:cNvSpPr txBox="1"/>
          <p:nvPr/>
        </p:nvSpPr>
        <p:spPr>
          <a:xfrm>
            <a:off x="84825" y="598125"/>
            <a:ext cx="595500" cy="205800"/>
          </a:xfrm>
          <a:prstGeom prst="rect">
            <a:avLst/>
          </a:prstGeom>
          <a:noFill/>
          <a:ln>
            <a:noFill/>
          </a:ln>
        </p:spPr>
        <p:txBody>
          <a:bodyPr anchorCtr="0" anchor="t" bIns="18000" lIns="18000" spcFirstLastPara="1" rIns="18000" wrap="square" tIns="18000">
            <a:spAutoFit/>
          </a:bodyPr>
          <a:lstStyle/>
          <a:p>
            <a:pPr indent="0" lvl="0" marL="0" rtl="0" algn="l">
              <a:spcBef>
                <a:spcPts val="0"/>
              </a:spcBef>
              <a:spcAft>
                <a:spcPts val="0"/>
              </a:spcAft>
              <a:buNone/>
            </a:pPr>
            <a:r>
              <a:rPr lang="es-419" sz="1100">
                <a:solidFill>
                  <a:srgbClr val="FFFFFF"/>
                </a:solidFill>
              </a:rPr>
              <a:t>Nombre:</a:t>
            </a:r>
            <a:endParaRPr sz="1100">
              <a:solidFill>
                <a:srgbClr val="FFFFFF"/>
              </a:solidFill>
            </a:endParaRPr>
          </a:p>
        </p:txBody>
      </p:sp>
    </p:spTree>
  </p:cSld>
  <p:clrMapOvr>
    <a:masterClrMapping/>
  </p:clrMapOvr>
</p:sldLayout>
</file>

<file path=ppt/slideLayouts/slideLayout19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5.2 Requisitos Funcionales">
  <p:cSld name="TITLE_3_6_1_1_1_1_1_1_1_1_1_1_1_1_1_1_1_1_1_1_1_1_1_1_1">
    <p:spTree>
      <p:nvGrpSpPr>
        <p:cNvPr id="11619" name="Shape 11619"/>
        <p:cNvGrpSpPr/>
        <p:nvPr/>
      </p:nvGrpSpPr>
      <p:grpSpPr>
        <a:xfrm>
          <a:off x="0" y="0"/>
          <a:ext cx="0" cy="0"/>
          <a:chOff x="0" y="0"/>
          <a:chExt cx="0" cy="0"/>
        </a:xfrm>
      </p:grpSpPr>
      <p:sp>
        <p:nvSpPr>
          <p:cNvPr id="11620" name="Google Shape;11620;p199"/>
          <p:cNvSpPr/>
          <p:nvPr/>
        </p:nvSpPr>
        <p:spPr>
          <a:xfrm>
            <a:off x="77688" y="358938"/>
            <a:ext cx="9935700" cy="6438000"/>
          </a:xfrm>
          <a:prstGeom prst="roundRect">
            <a:avLst>
              <a:gd fmla="val 2618" name="adj"/>
            </a:avLst>
          </a:prstGeom>
          <a:solidFill>
            <a:srgbClr val="FFFFFF"/>
          </a:solidFill>
          <a:ln cap="flat" cmpd="sng" w="38100">
            <a:solidFill>
              <a:srgbClr val="000000"/>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621" name="Google Shape;11621;p199"/>
          <p:cNvCxnSpPr/>
          <p:nvPr/>
        </p:nvCxnSpPr>
        <p:spPr>
          <a:xfrm>
            <a:off x="77688" y="772614"/>
            <a:ext cx="9935700" cy="0"/>
          </a:xfrm>
          <a:prstGeom prst="straightConnector1">
            <a:avLst/>
          </a:prstGeom>
          <a:noFill/>
          <a:ln cap="flat" cmpd="sng" w="19050">
            <a:solidFill>
              <a:srgbClr val="000000"/>
            </a:solidFill>
            <a:prstDash val="solid"/>
            <a:round/>
            <a:headEnd len="med" w="med" type="none"/>
            <a:tailEnd len="med" w="med" type="none"/>
          </a:ln>
        </p:spPr>
      </p:cxnSp>
      <p:cxnSp>
        <p:nvCxnSpPr>
          <p:cNvPr id="11622" name="Google Shape;11622;p199"/>
          <p:cNvCxnSpPr/>
          <p:nvPr/>
        </p:nvCxnSpPr>
        <p:spPr>
          <a:xfrm rot="10800000">
            <a:off x="2439038" y="368188"/>
            <a:ext cx="0" cy="402300"/>
          </a:xfrm>
          <a:prstGeom prst="straightConnector1">
            <a:avLst/>
          </a:prstGeom>
          <a:noFill/>
          <a:ln cap="flat" cmpd="sng" w="19050">
            <a:solidFill>
              <a:srgbClr val="000000"/>
            </a:solidFill>
            <a:prstDash val="solid"/>
            <a:round/>
            <a:headEnd len="med" w="med" type="none"/>
            <a:tailEnd len="med" w="med" type="none"/>
          </a:ln>
        </p:spPr>
      </p:cxnSp>
      <p:sp>
        <p:nvSpPr>
          <p:cNvPr id="11623" name="Google Shape;11623;p199"/>
          <p:cNvSpPr/>
          <p:nvPr/>
        </p:nvSpPr>
        <p:spPr>
          <a:xfrm>
            <a:off x="77688" y="349338"/>
            <a:ext cx="2361300" cy="421200"/>
          </a:xfrm>
          <a:prstGeom prst="roundRect">
            <a:avLst>
              <a:gd fmla="val 50000" name="adj"/>
            </a:avLst>
          </a:prstGeom>
          <a:solidFill>
            <a:srgbClr val="000000"/>
          </a:solidFill>
          <a:ln cap="flat" cmpd="sng" w="9525">
            <a:solidFill>
              <a:srgbClr val="000000"/>
            </a:solidFill>
            <a:prstDash val="solid"/>
            <a:round/>
            <a:headEnd len="sm" w="sm" type="none"/>
            <a:tailEnd len="sm" w="sm" type="none"/>
          </a:ln>
        </p:spPr>
        <p:txBody>
          <a:bodyPr anchorCtr="0" anchor="ctr" bIns="91425" lIns="0" spcFirstLastPara="1" rIns="0" wrap="square" tIns="91425">
            <a:noAutofit/>
          </a:bodyPr>
          <a:lstStyle/>
          <a:p>
            <a:pPr indent="0" lvl="0" marL="0" rtl="0" algn="ctr">
              <a:spcBef>
                <a:spcPts val="0"/>
              </a:spcBef>
              <a:spcAft>
                <a:spcPts val="0"/>
              </a:spcAft>
              <a:buNone/>
            </a:pPr>
            <a:r>
              <a:rPr b="1" lang="es-419" sz="1100">
                <a:solidFill>
                  <a:srgbClr val="FFFFFF"/>
                </a:solidFill>
              </a:rPr>
              <a:t>Requisitos Funcionales</a:t>
            </a:r>
            <a:endParaRPr b="1" sz="1100">
              <a:solidFill>
                <a:srgbClr val="FFFFFF"/>
              </a:solidFill>
            </a:endParaRPr>
          </a:p>
          <a:p>
            <a:pPr indent="0" lvl="0" marL="0" rtl="0" algn="ctr">
              <a:spcBef>
                <a:spcPts val="0"/>
              </a:spcBef>
              <a:spcAft>
                <a:spcPts val="0"/>
              </a:spcAft>
              <a:buNone/>
            </a:pPr>
            <a:r>
              <a:t/>
            </a:r>
            <a:endParaRPr b="1" sz="1200">
              <a:solidFill>
                <a:srgbClr val="FFFFFF"/>
              </a:solidFill>
            </a:endParaRPr>
          </a:p>
        </p:txBody>
      </p:sp>
      <p:sp>
        <p:nvSpPr>
          <p:cNvPr id="11624" name="Google Shape;11624;p199"/>
          <p:cNvSpPr/>
          <p:nvPr/>
        </p:nvSpPr>
        <p:spPr>
          <a:xfrm>
            <a:off x="83988" y="595504"/>
            <a:ext cx="190200" cy="1692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5" name="Google Shape;11625;p199"/>
          <p:cNvSpPr/>
          <p:nvPr/>
        </p:nvSpPr>
        <p:spPr>
          <a:xfrm>
            <a:off x="2350598" y="358950"/>
            <a:ext cx="88500" cy="4023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6" name="Google Shape;11626;p199"/>
          <p:cNvSpPr/>
          <p:nvPr/>
        </p:nvSpPr>
        <p:spPr>
          <a:xfrm>
            <a:off x="2277739" y="663750"/>
            <a:ext cx="88500" cy="1089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7" name="Google Shape;11627;p199"/>
          <p:cNvSpPr/>
          <p:nvPr/>
        </p:nvSpPr>
        <p:spPr>
          <a:xfrm>
            <a:off x="1750950" y="841370"/>
            <a:ext cx="8016600" cy="402300"/>
          </a:xfrm>
          <a:prstGeom prst="roundRect">
            <a:avLst>
              <a:gd fmla="val 9450" name="adj"/>
            </a:avLst>
          </a:prstGeom>
          <a:solidFill>
            <a:srgbClr val="F4CCCC"/>
          </a:solidFill>
          <a:ln cap="flat" cmpd="sng" w="9525">
            <a:solidFill>
              <a:srgbClr val="F4CCCC"/>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6000" spcFirstLastPara="1" rIns="0" wrap="square" tIns="0">
            <a:noAutofit/>
          </a:bodyPr>
          <a:lstStyle/>
          <a:p>
            <a:pPr indent="0" lvl="0" marL="0" marR="0" rtl="0" algn="ctr">
              <a:lnSpc>
                <a:spcPct val="100000"/>
              </a:lnSpc>
              <a:spcBef>
                <a:spcPts val="0"/>
              </a:spcBef>
              <a:spcAft>
                <a:spcPts val="0"/>
              </a:spcAft>
              <a:buClr>
                <a:srgbClr val="000000"/>
              </a:buClr>
              <a:buSzPts val="1100"/>
              <a:buFont typeface="Arial"/>
              <a:buNone/>
            </a:pPr>
            <a:r>
              <a:rPr b="1" lang="es-419" sz="1200">
                <a:latin typeface="Arvo"/>
                <a:ea typeface="Arvo"/>
                <a:cs typeface="Arvo"/>
                <a:sym typeface="Arvo"/>
              </a:rPr>
              <a:t>Descripción</a:t>
            </a:r>
            <a:endParaRPr b="1" i="0" sz="1200" u="none" cap="none" strike="noStrike">
              <a:solidFill>
                <a:srgbClr val="000000"/>
              </a:solidFill>
              <a:latin typeface="Arvo"/>
              <a:ea typeface="Arvo"/>
              <a:cs typeface="Arvo"/>
              <a:sym typeface="Arvo"/>
            </a:endParaRPr>
          </a:p>
        </p:txBody>
      </p:sp>
      <p:sp>
        <p:nvSpPr>
          <p:cNvPr id="11628" name="Google Shape;11628;p199"/>
          <p:cNvSpPr/>
          <p:nvPr/>
        </p:nvSpPr>
        <p:spPr>
          <a:xfrm>
            <a:off x="312350" y="841370"/>
            <a:ext cx="1287300" cy="402300"/>
          </a:xfrm>
          <a:prstGeom prst="roundRect">
            <a:avLst>
              <a:gd fmla="val 16667" name="adj"/>
            </a:avLst>
          </a:prstGeom>
          <a:solidFill>
            <a:srgbClr val="FFF2CC"/>
          </a:solidFill>
          <a:ln cap="flat" cmpd="sng" w="9525">
            <a:solidFill>
              <a:srgbClr val="FFF2CC"/>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36000" lIns="0" spcFirstLastPara="1" rIns="0" wrap="square" tIns="36000">
            <a:noAutofit/>
          </a:bodyPr>
          <a:lstStyle/>
          <a:p>
            <a:pPr indent="0" lvl="0" marL="0" marR="0" rtl="0" algn="ctr">
              <a:lnSpc>
                <a:spcPct val="100000"/>
              </a:lnSpc>
              <a:spcBef>
                <a:spcPts val="0"/>
              </a:spcBef>
              <a:spcAft>
                <a:spcPts val="0"/>
              </a:spcAft>
              <a:buClr>
                <a:srgbClr val="000000"/>
              </a:buClr>
              <a:buSzPts val="1100"/>
              <a:buFont typeface="Arial"/>
              <a:buNone/>
            </a:pPr>
            <a:r>
              <a:rPr b="1" lang="es-419" sz="1200">
                <a:latin typeface="Arvo"/>
                <a:ea typeface="Arvo"/>
                <a:cs typeface="Arvo"/>
                <a:sym typeface="Arvo"/>
              </a:rPr>
              <a:t>Código</a:t>
            </a:r>
            <a:endParaRPr b="1" sz="1200">
              <a:latin typeface="Arvo"/>
              <a:ea typeface="Arvo"/>
              <a:cs typeface="Arvo"/>
              <a:sym typeface="Arvo"/>
            </a:endParaRPr>
          </a:p>
        </p:txBody>
      </p:sp>
      <p:sp>
        <p:nvSpPr>
          <p:cNvPr id="11629" name="Google Shape;11629;p199"/>
          <p:cNvSpPr/>
          <p:nvPr/>
        </p:nvSpPr>
        <p:spPr>
          <a:xfrm>
            <a:off x="1750946" y="1344235"/>
            <a:ext cx="8016600" cy="3135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600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t/>
            </a:r>
            <a:endParaRPr b="1" i="0" sz="1800" u="none" cap="none" strike="noStrike">
              <a:solidFill>
                <a:srgbClr val="000000"/>
              </a:solidFill>
              <a:latin typeface="Roboto"/>
              <a:ea typeface="Roboto"/>
              <a:cs typeface="Roboto"/>
              <a:sym typeface="Roboto"/>
            </a:endParaRPr>
          </a:p>
        </p:txBody>
      </p:sp>
      <p:sp>
        <p:nvSpPr>
          <p:cNvPr id="11630" name="Google Shape;11630;p199"/>
          <p:cNvSpPr/>
          <p:nvPr/>
        </p:nvSpPr>
        <p:spPr>
          <a:xfrm>
            <a:off x="312351" y="1344235"/>
            <a:ext cx="1287300" cy="313500"/>
          </a:xfrm>
          <a:prstGeom prst="roundRect">
            <a:avLst>
              <a:gd fmla="val 16667" name="adj"/>
            </a:avLst>
          </a:prstGeom>
          <a:solidFill>
            <a:srgbClr val="FFF2CC"/>
          </a:solidFill>
          <a:ln>
            <a:noFill/>
          </a:ln>
          <a:effectLst>
            <a:outerShdw blurRad="57150" rotWithShape="0" algn="bl" dir="5400000" dist="19050">
              <a:srgbClr val="000000">
                <a:alpha val="49800"/>
              </a:srgbClr>
            </a:outerShdw>
          </a:effectLst>
        </p:spPr>
        <p:txBody>
          <a:bodyPr anchorCtr="0" anchor="ctr" bIns="36000" lIns="0" spcFirstLastPara="1" rIns="0" wrap="square" tIns="36000">
            <a:noAutofit/>
          </a:bodyPr>
          <a:lstStyle/>
          <a:p>
            <a:pPr indent="0" lvl="0" marL="0" marR="0" rtl="0" algn="ctr">
              <a:lnSpc>
                <a:spcPct val="100000"/>
              </a:lnSpc>
              <a:spcBef>
                <a:spcPts val="0"/>
              </a:spcBef>
              <a:spcAft>
                <a:spcPts val="0"/>
              </a:spcAft>
              <a:buClr>
                <a:srgbClr val="000000"/>
              </a:buClr>
              <a:buSzPts val="1100"/>
              <a:buFont typeface="Arial"/>
              <a:buNone/>
            </a:pPr>
            <a:r>
              <a:t/>
            </a:r>
            <a:endParaRPr b="1" sz="1000">
              <a:latin typeface="Arvo"/>
              <a:ea typeface="Arvo"/>
              <a:cs typeface="Arvo"/>
              <a:sym typeface="Arvo"/>
            </a:endParaRPr>
          </a:p>
        </p:txBody>
      </p:sp>
      <p:sp>
        <p:nvSpPr>
          <p:cNvPr id="11631" name="Google Shape;11631;p199"/>
          <p:cNvSpPr/>
          <p:nvPr/>
        </p:nvSpPr>
        <p:spPr>
          <a:xfrm>
            <a:off x="1750946" y="1731060"/>
            <a:ext cx="8016600" cy="3135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600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t/>
            </a:r>
            <a:endParaRPr b="1" i="0" sz="1800" u="none" cap="none" strike="noStrike">
              <a:solidFill>
                <a:srgbClr val="000000"/>
              </a:solidFill>
              <a:latin typeface="Roboto"/>
              <a:ea typeface="Roboto"/>
              <a:cs typeface="Roboto"/>
              <a:sym typeface="Roboto"/>
            </a:endParaRPr>
          </a:p>
        </p:txBody>
      </p:sp>
      <p:sp>
        <p:nvSpPr>
          <p:cNvPr id="11632" name="Google Shape;11632;p199"/>
          <p:cNvSpPr/>
          <p:nvPr/>
        </p:nvSpPr>
        <p:spPr>
          <a:xfrm>
            <a:off x="312351" y="1731060"/>
            <a:ext cx="1287300" cy="313500"/>
          </a:xfrm>
          <a:prstGeom prst="roundRect">
            <a:avLst>
              <a:gd fmla="val 16667" name="adj"/>
            </a:avLst>
          </a:prstGeom>
          <a:solidFill>
            <a:srgbClr val="FFF2CC"/>
          </a:solidFill>
          <a:ln>
            <a:noFill/>
          </a:ln>
          <a:effectLst>
            <a:outerShdw blurRad="57150" rotWithShape="0" algn="bl" dir="5400000" dist="19050">
              <a:srgbClr val="000000">
                <a:alpha val="49800"/>
              </a:srgbClr>
            </a:outerShdw>
          </a:effectLst>
        </p:spPr>
        <p:txBody>
          <a:bodyPr anchorCtr="0" anchor="ctr" bIns="36000" lIns="0" spcFirstLastPara="1" rIns="0" wrap="square" tIns="36000">
            <a:noAutofit/>
          </a:bodyPr>
          <a:lstStyle/>
          <a:p>
            <a:pPr indent="0" lvl="0" marL="0" marR="0" rtl="0" algn="ctr">
              <a:lnSpc>
                <a:spcPct val="100000"/>
              </a:lnSpc>
              <a:spcBef>
                <a:spcPts val="0"/>
              </a:spcBef>
              <a:spcAft>
                <a:spcPts val="0"/>
              </a:spcAft>
              <a:buClr>
                <a:srgbClr val="000000"/>
              </a:buClr>
              <a:buSzPts val="1100"/>
              <a:buFont typeface="Arial"/>
              <a:buNone/>
            </a:pPr>
            <a:r>
              <a:t/>
            </a:r>
            <a:endParaRPr b="1" sz="1000">
              <a:latin typeface="Arvo"/>
              <a:ea typeface="Arvo"/>
              <a:cs typeface="Arvo"/>
              <a:sym typeface="Arvo"/>
            </a:endParaRPr>
          </a:p>
        </p:txBody>
      </p:sp>
      <p:sp>
        <p:nvSpPr>
          <p:cNvPr id="11633" name="Google Shape;11633;p199"/>
          <p:cNvSpPr/>
          <p:nvPr/>
        </p:nvSpPr>
        <p:spPr>
          <a:xfrm>
            <a:off x="1750946" y="2111591"/>
            <a:ext cx="8016600" cy="3135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600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t/>
            </a:r>
            <a:endParaRPr b="1" i="0" sz="1800" u="none" cap="none" strike="noStrike">
              <a:solidFill>
                <a:srgbClr val="000000"/>
              </a:solidFill>
              <a:latin typeface="Roboto"/>
              <a:ea typeface="Roboto"/>
              <a:cs typeface="Roboto"/>
              <a:sym typeface="Roboto"/>
            </a:endParaRPr>
          </a:p>
        </p:txBody>
      </p:sp>
      <p:sp>
        <p:nvSpPr>
          <p:cNvPr id="11634" name="Google Shape;11634;p199"/>
          <p:cNvSpPr/>
          <p:nvPr/>
        </p:nvSpPr>
        <p:spPr>
          <a:xfrm>
            <a:off x="312351" y="2111591"/>
            <a:ext cx="1287300" cy="313500"/>
          </a:xfrm>
          <a:prstGeom prst="roundRect">
            <a:avLst>
              <a:gd fmla="val 16667" name="adj"/>
            </a:avLst>
          </a:prstGeom>
          <a:solidFill>
            <a:srgbClr val="FFF2CC"/>
          </a:solidFill>
          <a:ln>
            <a:noFill/>
          </a:ln>
          <a:effectLst>
            <a:outerShdw blurRad="57150" rotWithShape="0" algn="bl" dir="5400000" dist="19050">
              <a:srgbClr val="000000">
                <a:alpha val="49800"/>
              </a:srgbClr>
            </a:outerShdw>
          </a:effectLst>
        </p:spPr>
        <p:txBody>
          <a:bodyPr anchorCtr="0" anchor="ctr" bIns="36000" lIns="0" spcFirstLastPara="1" rIns="0" wrap="square" tIns="36000">
            <a:noAutofit/>
          </a:bodyPr>
          <a:lstStyle/>
          <a:p>
            <a:pPr indent="0" lvl="0" marL="0" marR="0" rtl="0" algn="ctr">
              <a:lnSpc>
                <a:spcPct val="100000"/>
              </a:lnSpc>
              <a:spcBef>
                <a:spcPts val="0"/>
              </a:spcBef>
              <a:spcAft>
                <a:spcPts val="0"/>
              </a:spcAft>
              <a:buClr>
                <a:srgbClr val="000000"/>
              </a:buClr>
              <a:buSzPts val="1100"/>
              <a:buFont typeface="Arial"/>
              <a:buNone/>
            </a:pPr>
            <a:r>
              <a:t/>
            </a:r>
            <a:endParaRPr b="1" sz="1000">
              <a:latin typeface="Arvo"/>
              <a:ea typeface="Arvo"/>
              <a:cs typeface="Arvo"/>
              <a:sym typeface="Arvo"/>
            </a:endParaRPr>
          </a:p>
        </p:txBody>
      </p:sp>
      <p:sp>
        <p:nvSpPr>
          <p:cNvPr id="11635" name="Google Shape;11635;p199"/>
          <p:cNvSpPr/>
          <p:nvPr/>
        </p:nvSpPr>
        <p:spPr>
          <a:xfrm>
            <a:off x="1750946" y="2492122"/>
            <a:ext cx="8016600" cy="3135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600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t/>
            </a:r>
            <a:endParaRPr b="1" i="0" sz="1800" u="none" cap="none" strike="noStrike">
              <a:solidFill>
                <a:srgbClr val="000000"/>
              </a:solidFill>
              <a:latin typeface="Roboto"/>
              <a:ea typeface="Roboto"/>
              <a:cs typeface="Roboto"/>
              <a:sym typeface="Roboto"/>
            </a:endParaRPr>
          </a:p>
        </p:txBody>
      </p:sp>
      <p:sp>
        <p:nvSpPr>
          <p:cNvPr id="11636" name="Google Shape;11636;p199"/>
          <p:cNvSpPr/>
          <p:nvPr/>
        </p:nvSpPr>
        <p:spPr>
          <a:xfrm>
            <a:off x="312351" y="2492122"/>
            <a:ext cx="1287300" cy="313500"/>
          </a:xfrm>
          <a:prstGeom prst="roundRect">
            <a:avLst>
              <a:gd fmla="val 16667" name="adj"/>
            </a:avLst>
          </a:prstGeom>
          <a:solidFill>
            <a:srgbClr val="FFF2CC"/>
          </a:solidFill>
          <a:ln>
            <a:noFill/>
          </a:ln>
          <a:effectLst>
            <a:outerShdw blurRad="57150" rotWithShape="0" algn="bl" dir="5400000" dist="19050">
              <a:srgbClr val="000000">
                <a:alpha val="49800"/>
              </a:srgbClr>
            </a:outerShdw>
          </a:effectLst>
        </p:spPr>
        <p:txBody>
          <a:bodyPr anchorCtr="0" anchor="ctr" bIns="36000" lIns="0" spcFirstLastPara="1" rIns="0" wrap="square" tIns="36000">
            <a:noAutofit/>
          </a:bodyPr>
          <a:lstStyle/>
          <a:p>
            <a:pPr indent="0" lvl="0" marL="0" marR="0" rtl="0" algn="ctr">
              <a:lnSpc>
                <a:spcPct val="100000"/>
              </a:lnSpc>
              <a:spcBef>
                <a:spcPts val="0"/>
              </a:spcBef>
              <a:spcAft>
                <a:spcPts val="0"/>
              </a:spcAft>
              <a:buClr>
                <a:srgbClr val="000000"/>
              </a:buClr>
              <a:buSzPts val="1100"/>
              <a:buFont typeface="Arial"/>
              <a:buNone/>
            </a:pPr>
            <a:r>
              <a:t/>
            </a:r>
            <a:endParaRPr b="1" sz="1000">
              <a:latin typeface="Arvo"/>
              <a:ea typeface="Arvo"/>
              <a:cs typeface="Arvo"/>
              <a:sym typeface="Arvo"/>
            </a:endParaRPr>
          </a:p>
        </p:txBody>
      </p:sp>
      <p:sp>
        <p:nvSpPr>
          <p:cNvPr id="11637" name="Google Shape;11637;p199"/>
          <p:cNvSpPr/>
          <p:nvPr/>
        </p:nvSpPr>
        <p:spPr>
          <a:xfrm>
            <a:off x="1750946" y="2872328"/>
            <a:ext cx="8016600" cy="3135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600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t/>
            </a:r>
            <a:endParaRPr b="1" i="0" sz="1800" u="none" cap="none" strike="noStrike">
              <a:solidFill>
                <a:srgbClr val="000000"/>
              </a:solidFill>
              <a:latin typeface="Roboto"/>
              <a:ea typeface="Roboto"/>
              <a:cs typeface="Roboto"/>
              <a:sym typeface="Roboto"/>
            </a:endParaRPr>
          </a:p>
        </p:txBody>
      </p:sp>
      <p:sp>
        <p:nvSpPr>
          <p:cNvPr id="11638" name="Google Shape;11638;p199"/>
          <p:cNvSpPr/>
          <p:nvPr/>
        </p:nvSpPr>
        <p:spPr>
          <a:xfrm>
            <a:off x="312351" y="2872328"/>
            <a:ext cx="1287300" cy="313500"/>
          </a:xfrm>
          <a:prstGeom prst="roundRect">
            <a:avLst>
              <a:gd fmla="val 16667" name="adj"/>
            </a:avLst>
          </a:prstGeom>
          <a:solidFill>
            <a:srgbClr val="FFF2CC"/>
          </a:solidFill>
          <a:ln>
            <a:noFill/>
          </a:ln>
          <a:effectLst>
            <a:outerShdw blurRad="57150" rotWithShape="0" algn="bl" dir="5400000" dist="19050">
              <a:srgbClr val="000000">
                <a:alpha val="49800"/>
              </a:srgbClr>
            </a:outerShdw>
          </a:effectLst>
        </p:spPr>
        <p:txBody>
          <a:bodyPr anchorCtr="0" anchor="ctr" bIns="36000" lIns="0" spcFirstLastPara="1" rIns="0" wrap="square" tIns="36000">
            <a:noAutofit/>
          </a:bodyPr>
          <a:lstStyle/>
          <a:p>
            <a:pPr indent="0" lvl="0" marL="0" marR="0" rtl="0" algn="ctr">
              <a:lnSpc>
                <a:spcPct val="100000"/>
              </a:lnSpc>
              <a:spcBef>
                <a:spcPts val="0"/>
              </a:spcBef>
              <a:spcAft>
                <a:spcPts val="0"/>
              </a:spcAft>
              <a:buClr>
                <a:srgbClr val="000000"/>
              </a:buClr>
              <a:buSzPts val="1100"/>
              <a:buFont typeface="Arial"/>
              <a:buNone/>
            </a:pPr>
            <a:r>
              <a:t/>
            </a:r>
            <a:endParaRPr b="1" sz="1000">
              <a:latin typeface="Arvo"/>
              <a:ea typeface="Arvo"/>
              <a:cs typeface="Arvo"/>
              <a:sym typeface="Arvo"/>
            </a:endParaRPr>
          </a:p>
        </p:txBody>
      </p:sp>
      <p:sp>
        <p:nvSpPr>
          <p:cNvPr id="11639" name="Google Shape;11639;p199"/>
          <p:cNvSpPr/>
          <p:nvPr/>
        </p:nvSpPr>
        <p:spPr>
          <a:xfrm>
            <a:off x="1750946" y="3259478"/>
            <a:ext cx="8016600" cy="3135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600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t/>
            </a:r>
            <a:endParaRPr b="1" i="0" sz="1800" u="none" cap="none" strike="noStrike">
              <a:solidFill>
                <a:srgbClr val="000000"/>
              </a:solidFill>
              <a:latin typeface="Roboto"/>
              <a:ea typeface="Roboto"/>
              <a:cs typeface="Roboto"/>
              <a:sym typeface="Roboto"/>
            </a:endParaRPr>
          </a:p>
        </p:txBody>
      </p:sp>
      <p:sp>
        <p:nvSpPr>
          <p:cNvPr id="11640" name="Google Shape;11640;p199"/>
          <p:cNvSpPr/>
          <p:nvPr/>
        </p:nvSpPr>
        <p:spPr>
          <a:xfrm>
            <a:off x="312351" y="3259478"/>
            <a:ext cx="1287300" cy="313500"/>
          </a:xfrm>
          <a:prstGeom prst="roundRect">
            <a:avLst>
              <a:gd fmla="val 16667" name="adj"/>
            </a:avLst>
          </a:prstGeom>
          <a:solidFill>
            <a:srgbClr val="FFF2CC"/>
          </a:solidFill>
          <a:ln>
            <a:noFill/>
          </a:ln>
          <a:effectLst>
            <a:outerShdw blurRad="57150" rotWithShape="0" algn="bl" dir="5400000" dist="19050">
              <a:srgbClr val="000000">
                <a:alpha val="49800"/>
              </a:srgbClr>
            </a:outerShdw>
          </a:effectLst>
        </p:spPr>
        <p:txBody>
          <a:bodyPr anchorCtr="0" anchor="ctr" bIns="36000" lIns="0" spcFirstLastPara="1" rIns="0" wrap="square" tIns="36000">
            <a:noAutofit/>
          </a:bodyPr>
          <a:lstStyle/>
          <a:p>
            <a:pPr indent="0" lvl="0" marL="0" marR="0" rtl="0" algn="ctr">
              <a:lnSpc>
                <a:spcPct val="100000"/>
              </a:lnSpc>
              <a:spcBef>
                <a:spcPts val="0"/>
              </a:spcBef>
              <a:spcAft>
                <a:spcPts val="0"/>
              </a:spcAft>
              <a:buClr>
                <a:srgbClr val="000000"/>
              </a:buClr>
              <a:buSzPts val="1100"/>
              <a:buFont typeface="Arial"/>
              <a:buNone/>
            </a:pPr>
            <a:r>
              <a:t/>
            </a:r>
            <a:endParaRPr b="1" sz="1000">
              <a:latin typeface="Arvo"/>
              <a:ea typeface="Arvo"/>
              <a:cs typeface="Arvo"/>
              <a:sym typeface="Arvo"/>
            </a:endParaRPr>
          </a:p>
        </p:txBody>
      </p:sp>
      <p:sp>
        <p:nvSpPr>
          <p:cNvPr id="11641" name="Google Shape;11641;p199"/>
          <p:cNvSpPr txBox="1"/>
          <p:nvPr>
            <p:ph idx="1" type="subTitle"/>
          </p:nvPr>
        </p:nvSpPr>
        <p:spPr>
          <a:xfrm>
            <a:off x="1742676" y="1346206"/>
            <a:ext cx="8028600" cy="313500"/>
          </a:xfrm>
          <a:prstGeom prst="rect">
            <a:avLst/>
          </a:prstGeom>
          <a:noFill/>
          <a:ln>
            <a:noFill/>
          </a:ln>
        </p:spPr>
        <p:txBody>
          <a:bodyPr anchorCtr="0" anchor="ctr" bIns="36000" lIns="54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11642" name="Google Shape;11642;p199"/>
          <p:cNvSpPr/>
          <p:nvPr/>
        </p:nvSpPr>
        <p:spPr>
          <a:xfrm>
            <a:off x="1750946" y="3653247"/>
            <a:ext cx="8016600" cy="3135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600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t/>
            </a:r>
            <a:endParaRPr b="1" i="0" sz="1800" u="none" cap="none" strike="noStrike">
              <a:solidFill>
                <a:srgbClr val="000000"/>
              </a:solidFill>
              <a:latin typeface="Roboto"/>
              <a:ea typeface="Roboto"/>
              <a:cs typeface="Roboto"/>
              <a:sym typeface="Roboto"/>
            </a:endParaRPr>
          </a:p>
        </p:txBody>
      </p:sp>
      <p:sp>
        <p:nvSpPr>
          <p:cNvPr id="11643" name="Google Shape;11643;p199"/>
          <p:cNvSpPr/>
          <p:nvPr/>
        </p:nvSpPr>
        <p:spPr>
          <a:xfrm>
            <a:off x="312351" y="3653247"/>
            <a:ext cx="1287300" cy="313500"/>
          </a:xfrm>
          <a:prstGeom prst="roundRect">
            <a:avLst>
              <a:gd fmla="val 16667" name="adj"/>
            </a:avLst>
          </a:prstGeom>
          <a:solidFill>
            <a:srgbClr val="FFF2CC"/>
          </a:solidFill>
          <a:ln>
            <a:noFill/>
          </a:ln>
          <a:effectLst>
            <a:outerShdw blurRad="57150" rotWithShape="0" algn="bl" dir="5400000" dist="19050">
              <a:srgbClr val="000000">
                <a:alpha val="49800"/>
              </a:srgbClr>
            </a:outerShdw>
          </a:effectLst>
        </p:spPr>
        <p:txBody>
          <a:bodyPr anchorCtr="0" anchor="ctr" bIns="36000" lIns="0" spcFirstLastPara="1" rIns="0" wrap="square" tIns="36000">
            <a:noAutofit/>
          </a:bodyPr>
          <a:lstStyle/>
          <a:p>
            <a:pPr indent="0" lvl="0" marL="0" marR="0" rtl="0" algn="ctr">
              <a:lnSpc>
                <a:spcPct val="100000"/>
              </a:lnSpc>
              <a:spcBef>
                <a:spcPts val="0"/>
              </a:spcBef>
              <a:spcAft>
                <a:spcPts val="0"/>
              </a:spcAft>
              <a:buClr>
                <a:srgbClr val="000000"/>
              </a:buClr>
              <a:buSzPts val="1100"/>
              <a:buFont typeface="Arial"/>
              <a:buNone/>
            </a:pPr>
            <a:r>
              <a:t/>
            </a:r>
            <a:endParaRPr b="1" sz="1000">
              <a:latin typeface="Arvo"/>
              <a:ea typeface="Arvo"/>
              <a:cs typeface="Arvo"/>
              <a:sym typeface="Arvo"/>
            </a:endParaRPr>
          </a:p>
        </p:txBody>
      </p:sp>
      <p:sp>
        <p:nvSpPr>
          <p:cNvPr id="11644" name="Google Shape;11644;p199"/>
          <p:cNvSpPr txBox="1"/>
          <p:nvPr>
            <p:ph idx="2" type="subTitle"/>
          </p:nvPr>
        </p:nvSpPr>
        <p:spPr>
          <a:xfrm>
            <a:off x="1742676" y="1746593"/>
            <a:ext cx="8028600" cy="313500"/>
          </a:xfrm>
          <a:prstGeom prst="rect">
            <a:avLst/>
          </a:prstGeom>
          <a:noFill/>
          <a:ln>
            <a:noFill/>
          </a:ln>
        </p:spPr>
        <p:txBody>
          <a:bodyPr anchorCtr="0" anchor="ctr" bIns="36000" lIns="54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11645" name="Google Shape;11645;p199"/>
          <p:cNvSpPr txBox="1"/>
          <p:nvPr>
            <p:ph idx="3" type="subTitle"/>
          </p:nvPr>
        </p:nvSpPr>
        <p:spPr>
          <a:xfrm>
            <a:off x="1742676" y="2126799"/>
            <a:ext cx="8028600" cy="313500"/>
          </a:xfrm>
          <a:prstGeom prst="rect">
            <a:avLst/>
          </a:prstGeom>
          <a:noFill/>
          <a:ln>
            <a:noFill/>
          </a:ln>
        </p:spPr>
        <p:txBody>
          <a:bodyPr anchorCtr="0" anchor="ctr" bIns="36000" lIns="54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11646" name="Google Shape;11646;p199"/>
          <p:cNvSpPr txBox="1"/>
          <p:nvPr>
            <p:ph idx="4" type="subTitle"/>
          </p:nvPr>
        </p:nvSpPr>
        <p:spPr>
          <a:xfrm>
            <a:off x="1742676" y="2493767"/>
            <a:ext cx="8028600" cy="313500"/>
          </a:xfrm>
          <a:prstGeom prst="rect">
            <a:avLst/>
          </a:prstGeom>
          <a:noFill/>
          <a:ln>
            <a:noFill/>
          </a:ln>
        </p:spPr>
        <p:txBody>
          <a:bodyPr anchorCtr="0" anchor="ctr" bIns="36000" lIns="54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11647" name="Google Shape;11647;p199"/>
          <p:cNvSpPr txBox="1"/>
          <p:nvPr>
            <p:ph idx="5" type="subTitle"/>
          </p:nvPr>
        </p:nvSpPr>
        <p:spPr>
          <a:xfrm>
            <a:off x="1742676" y="2880917"/>
            <a:ext cx="8028600" cy="313500"/>
          </a:xfrm>
          <a:prstGeom prst="rect">
            <a:avLst/>
          </a:prstGeom>
          <a:noFill/>
          <a:ln>
            <a:noFill/>
          </a:ln>
        </p:spPr>
        <p:txBody>
          <a:bodyPr anchorCtr="0" anchor="ctr" bIns="36000" lIns="54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11648" name="Google Shape;11648;p199"/>
          <p:cNvSpPr txBox="1"/>
          <p:nvPr>
            <p:ph idx="6" type="subTitle"/>
          </p:nvPr>
        </p:nvSpPr>
        <p:spPr>
          <a:xfrm>
            <a:off x="1742676" y="3261123"/>
            <a:ext cx="8028600" cy="313500"/>
          </a:xfrm>
          <a:prstGeom prst="rect">
            <a:avLst/>
          </a:prstGeom>
          <a:noFill/>
          <a:ln>
            <a:noFill/>
          </a:ln>
        </p:spPr>
        <p:txBody>
          <a:bodyPr anchorCtr="0" anchor="ctr" bIns="36000" lIns="54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11649" name="Google Shape;11649;p199"/>
          <p:cNvSpPr txBox="1"/>
          <p:nvPr>
            <p:ph idx="7" type="subTitle"/>
          </p:nvPr>
        </p:nvSpPr>
        <p:spPr>
          <a:xfrm>
            <a:off x="1742676" y="3661511"/>
            <a:ext cx="8028600" cy="313500"/>
          </a:xfrm>
          <a:prstGeom prst="rect">
            <a:avLst/>
          </a:prstGeom>
          <a:noFill/>
          <a:ln>
            <a:noFill/>
          </a:ln>
        </p:spPr>
        <p:txBody>
          <a:bodyPr anchorCtr="0" anchor="ctr" bIns="36000" lIns="54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11650" name="Google Shape;11650;p199"/>
          <p:cNvSpPr txBox="1"/>
          <p:nvPr>
            <p:ph idx="8" type="subTitle"/>
          </p:nvPr>
        </p:nvSpPr>
        <p:spPr>
          <a:xfrm>
            <a:off x="294875" y="1346206"/>
            <a:ext cx="1302600" cy="313500"/>
          </a:xfrm>
          <a:prstGeom prst="rect">
            <a:avLst/>
          </a:prstGeom>
          <a:noFill/>
          <a:ln>
            <a:noFill/>
          </a:ln>
        </p:spPr>
        <p:txBody>
          <a:bodyPr anchorCtr="0" anchor="ctr" bIns="36000" lIns="72000" spcFirstLastPara="1" rIns="72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11651" name="Google Shape;11651;p199"/>
          <p:cNvSpPr txBox="1"/>
          <p:nvPr>
            <p:ph idx="9" type="subTitle"/>
          </p:nvPr>
        </p:nvSpPr>
        <p:spPr>
          <a:xfrm>
            <a:off x="294875" y="1739975"/>
            <a:ext cx="1302600" cy="313500"/>
          </a:xfrm>
          <a:prstGeom prst="rect">
            <a:avLst/>
          </a:prstGeom>
          <a:noFill/>
          <a:ln>
            <a:noFill/>
          </a:ln>
        </p:spPr>
        <p:txBody>
          <a:bodyPr anchorCtr="0" anchor="ctr" bIns="36000" lIns="72000" spcFirstLastPara="1" rIns="72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11652" name="Google Shape;11652;p199"/>
          <p:cNvSpPr txBox="1"/>
          <p:nvPr>
            <p:ph idx="13" type="subTitle"/>
          </p:nvPr>
        </p:nvSpPr>
        <p:spPr>
          <a:xfrm>
            <a:off x="294875" y="2120180"/>
            <a:ext cx="1302600" cy="313500"/>
          </a:xfrm>
          <a:prstGeom prst="rect">
            <a:avLst/>
          </a:prstGeom>
          <a:noFill/>
          <a:ln>
            <a:noFill/>
          </a:ln>
        </p:spPr>
        <p:txBody>
          <a:bodyPr anchorCtr="0" anchor="ctr" bIns="36000" lIns="72000" spcFirstLastPara="1" rIns="72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11653" name="Google Shape;11653;p199"/>
          <p:cNvSpPr txBox="1"/>
          <p:nvPr>
            <p:ph idx="14" type="subTitle"/>
          </p:nvPr>
        </p:nvSpPr>
        <p:spPr>
          <a:xfrm>
            <a:off x="294875" y="2500386"/>
            <a:ext cx="1302600" cy="313500"/>
          </a:xfrm>
          <a:prstGeom prst="rect">
            <a:avLst/>
          </a:prstGeom>
          <a:noFill/>
          <a:ln>
            <a:noFill/>
          </a:ln>
        </p:spPr>
        <p:txBody>
          <a:bodyPr anchorCtr="0" anchor="ctr" bIns="36000" lIns="72000" spcFirstLastPara="1" rIns="72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11654" name="Google Shape;11654;p199"/>
          <p:cNvSpPr txBox="1"/>
          <p:nvPr>
            <p:ph idx="15" type="subTitle"/>
          </p:nvPr>
        </p:nvSpPr>
        <p:spPr>
          <a:xfrm>
            <a:off x="294875" y="2873973"/>
            <a:ext cx="1302600" cy="313500"/>
          </a:xfrm>
          <a:prstGeom prst="rect">
            <a:avLst/>
          </a:prstGeom>
          <a:noFill/>
          <a:ln>
            <a:noFill/>
          </a:ln>
        </p:spPr>
        <p:txBody>
          <a:bodyPr anchorCtr="0" anchor="ctr" bIns="36000" lIns="72000" spcFirstLastPara="1" rIns="72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11655" name="Google Shape;11655;p199"/>
          <p:cNvSpPr txBox="1"/>
          <p:nvPr>
            <p:ph idx="16" type="subTitle"/>
          </p:nvPr>
        </p:nvSpPr>
        <p:spPr>
          <a:xfrm>
            <a:off x="294875" y="3267742"/>
            <a:ext cx="1302600" cy="313500"/>
          </a:xfrm>
          <a:prstGeom prst="rect">
            <a:avLst/>
          </a:prstGeom>
          <a:noFill/>
          <a:ln>
            <a:noFill/>
          </a:ln>
        </p:spPr>
        <p:txBody>
          <a:bodyPr anchorCtr="0" anchor="ctr" bIns="36000" lIns="72000" spcFirstLastPara="1" rIns="72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11656" name="Google Shape;11656;p199"/>
          <p:cNvSpPr txBox="1"/>
          <p:nvPr>
            <p:ph idx="17" type="subTitle"/>
          </p:nvPr>
        </p:nvSpPr>
        <p:spPr>
          <a:xfrm>
            <a:off x="294875" y="3661511"/>
            <a:ext cx="1302600" cy="313500"/>
          </a:xfrm>
          <a:prstGeom prst="rect">
            <a:avLst/>
          </a:prstGeom>
          <a:noFill/>
          <a:ln>
            <a:noFill/>
          </a:ln>
        </p:spPr>
        <p:txBody>
          <a:bodyPr anchorCtr="0" anchor="ctr" bIns="36000" lIns="72000" spcFirstLastPara="1" rIns="72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11657" name="Google Shape;11657;p199"/>
          <p:cNvSpPr/>
          <p:nvPr/>
        </p:nvSpPr>
        <p:spPr>
          <a:xfrm>
            <a:off x="1750946" y="4087435"/>
            <a:ext cx="8016600" cy="3135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600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t/>
            </a:r>
            <a:endParaRPr b="1" i="0" sz="1800" u="none" cap="none" strike="noStrike">
              <a:solidFill>
                <a:srgbClr val="000000"/>
              </a:solidFill>
              <a:latin typeface="Roboto"/>
              <a:ea typeface="Roboto"/>
              <a:cs typeface="Roboto"/>
              <a:sym typeface="Roboto"/>
            </a:endParaRPr>
          </a:p>
        </p:txBody>
      </p:sp>
      <p:sp>
        <p:nvSpPr>
          <p:cNvPr id="11658" name="Google Shape;11658;p199"/>
          <p:cNvSpPr/>
          <p:nvPr/>
        </p:nvSpPr>
        <p:spPr>
          <a:xfrm>
            <a:off x="312351" y="4087435"/>
            <a:ext cx="1287300" cy="313500"/>
          </a:xfrm>
          <a:prstGeom prst="roundRect">
            <a:avLst>
              <a:gd fmla="val 16667" name="adj"/>
            </a:avLst>
          </a:prstGeom>
          <a:solidFill>
            <a:srgbClr val="FFF2CC"/>
          </a:solidFill>
          <a:ln>
            <a:noFill/>
          </a:ln>
          <a:effectLst>
            <a:outerShdw blurRad="57150" rotWithShape="0" algn="bl" dir="5400000" dist="19050">
              <a:srgbClr val="000000">
                <a:alpha val="49800"/>
              </a:srgbClr>
            </a:outerShdw>
          </a:effectLst>
        </p:spPr>
        <p:txBody>
          <a:bodyPr anchorCtr="0" anchor="ctr" bIns="36000" lIns="0" spcFirstLastPara="1" rIns="0" wrap="square" tIns="36000">
            <a:noAutofit/>
          </a:bodyPr>
          <a:lstStyle/>
          <a:p>
            <a:pPr indent="0" lvl="0" marL="0" marR="0" rtl="0" algn="ctr">
              <a:lnSpc>
                <a:spcPct val="100000"/>
              </a:lnSpc>
              <a:spcBef>
                <a:spcPts val="0"/>
              </a:spcBef>
              <a:spcAft>
                <a:spcPts val="0"/>
              </a:spcAft>
              <a:buClr>
                <a:srgbClr val="000000"/>
              </a:buClr>
              <a:buSzPts val="1100"/>
              <a:buFont typeface="Arial"/>
              <a:buNone/>
            </a:pPr>
            <a:r>
              <a:t/>
            </a:r>
            <a:endParaRPr b="1" sz="1000">
              <a:latin typeface="Arvo"/>
              <a:ea typeface="Arvo"/>
              <a:cs typeface="Arvo"/>
              <a:sym typeface="Arvo"/>
            </a:endParaRPr>
          </a:p>
        </p:txBody>
      </p:sp>
      <p:sp>
        <p:nvSpPr>
          <p:cNvPr id="11659" name="Google Shape;11659;p199"/>
          <p:cNvSpPr/>
          <p:nvPr/>
        </p:nvSpPr>
        <p:spPr>
          <a:xfrm>
            <a:off x="1750946" y="4474260"/>
            <a:ext cx="8016600" cy="3135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600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t/>
            </a:r>
            <a:endParaRPr b="1" i="0" sz="1800" u="none" cap="none" strike="noStrike">
              <a:solidFill>
                <a:srgbClr val="000000"/>
              </a:solidFill>
              <a:latin typeface="Roboto"/>
              <a:ea typeface="Roboto"/>
              <a:cs typeface="Roboto"/>
              <a:sym typeface="Roboto"/>
            </a:endParaRPr>
          </a:p>
        </p:txBody>
      </p:sp>
      <p:sp>
        <p:nvSpPr>
          <p:cNvPr id="11660" name="Google Shape;11660;p199"/>
          <p:cNvSpPr/>
          <p:nvPr/>
        </p:nvSpPr>
        <p:spPr>
          <a:xfrm>
            <a:off x="312351" y="4474260"/>
            <a:ext cx="1287300" cy="313500"/>
          </a:xfrm>
          <a:prstGeom prst="roundRect">
            <a:avLst>
              <a:gd fmla="val 16667" name="adj"/>
            </a:avLst>
          </a:prstGeom>
          <a:solidFill>
            <a:srgbClr val="FFF2CC"/>
          </a:solidFill>
          <a:ln>
            <a:noFill/>
          </a:ln>
          <a:effectLst>
            <a:outerShdw blurRad="57150" rotWithShape="0" algn="bl" dir="5400000" dist="19050">
              <a:srgbClr val="000000">
                <a:alpha val="49800"/>
              </a:srgbClr>
            </a:outerShdw>
          </a:effectLst>
        </p:spPr>
        <p:txBody>
          <a:bodyPr anchorCtr="0" anchor="ctr" bIns="36000" lIns="0" spcFirstLastPara="1" rIns="0" wrap="square" tIns="36000">
            <a:noAutofit/>
          </a:bodyPr>
          <a:lstStyle/>
          <a:p>
            <a:pPr indent="0" lvl="0" marL="0" marR="0" rtl="0" algn="ctr">
              <a:lnSpc>
                <a:spcPct val="100000"/>
              </a:lnSpc>
              <a:spcBef>
                <a:spcPts val="0"/>
              </a:spcBef>
              <a:spcAft>
                <a:spcPts val="0"/>
              </a:spcAft>
              <a:buClr>
                <a:srgbClr val="000000"/>
              </a:buClr>
              <a:buSzPts val="1100"/>
              <a:buFont typeface="Arial"/>
              <a:buNone/>
            </a:pPr>
            <a:r>
              <a:t/>
            </a:r>
            <a:endParaRPr b="1" sz="1000">
              <a:latin typeface="Arvo"/>
              <a:ea typeface="Arvo"/>
              <a:cs typeface="Arvo"/>
              <a:sym typeface="Arvo"/>
            </a:endParaRPr>
          </a:p>
        </p:txBody>
      </p:sp>
      <p:sp>
        <p:nvSpPr>
          <p:cNvPr id="11661" name="Google Shape;11661;p199"/>
          <p:cNvSpPr/>
          <p:nvPr/>
        </p:nvSpPr>
        <p:spPr>
          <a:xfrm>
            <a:off x="1750946" y="4854791"/>
            <a:ext cx="8016600" cy="3135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600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t/>
            </a:r>
            <a:endParaRPr b="1" i="0" sz="1800" u="none" cap="none" strike="noStrike">
              <a:solidFill>
                <a:srgbClr val="000000"/>
              </a:solidFill>
              <a:latin typeface="Roboto"/>
              <a:ea typeface="Roboto"/>
              <a:cs typeface="Roboto"/>
              <a:sym typeface="Roboto"/>
            </a:endParaRPr>
          </a:p>
        </p:txBody>
      </p:sp>
      <p:sp>
        <p:nvSpPr>
          <p:cNvPr id="11662" name="Google Shape;11662;p199"/>
          <p:cNvSpPr/>
          <p:nvPr/>
        </p:nvSpPr>
        <p:spPr>
          <a:xfrm>
            <a:off x="312351" y="4854791"/>
            <a:ext cx="1287300" cy="313500"/>
          </a:xfrm>
          <a:prstGeom prst="roundRect">
            <a:avLst>
              <a:gd fmla="val 16667" name="adj"/>
            </a:avLst>
          </a:prstGeom>
          <a:solidFill>
            <a:srgbClr val="FFF2CC"/>
          </a:solidFill>
          <a:ln>
            <a:noFill/>
          </a:ln>
          <a:effectLst>
            <a:outerShdw blurRad="57150" rotWithShape="0" algn="bl" dir="5400000" dist="19050">
              <a:srgbClr val="000000">
                <a:alpha val="49800"/>
              </a:srgbClr>
            </a:outerShdw>
          </a:effectLst>
        </p:spPr>
        <p:txBody>
          <a:bodyPr anchorCtr="0" anchor="ctr" bIns="36000" lIns="0" spcFirstLastPara="1" rIns="0" wrap="square" tIns="36000">
            <a:noAutofit/>
          </a:bodyPr>
          <a:lstStyle/>
          <a:p>
            <a:pPr indent="0" lvl="0" marL="0" marR="0" rtl="0" algn="ctr">
              <a:lnSpc>
                <a:spcPct val="100000"/>
              </a:lnSpc>
              <a:spcBef>
                <a:spcPts val="0"/>
              </a:spcBef>
              <a:spcAft>
                <a:spcPts val="0"/>
              </a:spcAft>
              <a:buClr>
                <a:srgbClr val="000000"/>
              </a:buClr>
              <a:buSzPts val="1100"/>
              <a:buFont typeface="Arial"/>
              <a:buNone/>
            </a:pPr>
            <a:r>
              <a:t/>
            </a:r>
            <a:endParaRPr b="1" sz="1000">
              <a:latin typeface="Arvo"/>
              <a:ea typeface="Arvo"/>
              <a:cs typeface="Arvo"/>
              <a:sym typeface="Arvo"/>
            </a:endParaRPr>
          </a:p>
        </p:txBody>
      </p:sp>
      <p:sp>
        <p:nvSpPr>
          <p:cNvPr id="11663" name="Google Shape;11663;p199"/>
          <p:cNvSpPr/>
          <p:nvPr/>
        </p:nvSpPr>
        <p:spPr>
          <a:xfrm>
            <a:off x="1750946" y="5235322"/>
            <a:ext cx="8016600" cy="3135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600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t/>
            </a:r>
            <a:endParaRPr b="1" i="0" sz="1800" u="none" cap="none" strike="noStrike">
              <a:solidFill>
                <a:srgbClr val="000000"/>
              </a:solidFill>
              <a:latin typeface="Roboto"/>
              <a:ea typeface="Roboto"/>
              <a:cs typeface="Roboto"/>
              <a:sym typeface="Roboto"/>
            </a:endParaRPr>
          </a:p>
        </p:txBody>
      </p:sp>
      <p:sp>
        <p:nvSpPr>
          <p:cNvPr id="11664" name="Google Shape;11664;p199"/>
          <p:cNvSpPr/>
          <p:nvPr/>
        </p:nvSpPr>
        <p:spPr>
          <a:xfrm>
            <a:off x="312351" y="5235322"/>
            <a:ext cx="1287300" cy="313500"/>
          </a:xfrm>
          <a:prstGeom prst="roundRect">
            <a:avLst>
              <a:gd fmla="val 16667" name="adj"/>
            </a:avLst>
          </a:prstGeom>
          <a:solidFill>
            <a:srgbClr val="FFF2CC"/>
          </a:solidFill>
          <a:ln>
            <a:noFill/>
          </a:ln>
          <a:effectLst>
            <a:outerShdw blurRad="57150" rotWithShape="0" algn="bl" dir="5400000" dist="19050">
              <a:srgbClr val="000000">
                <a:alpha val="49800"/>
              </a:srgbClr>
            </a:outerShdw>
          </a:effectLst>
        </p:spPr>
        <p:txBody>
          <a:bodyPr anchorCtr="0" anchor="ctr" bIns="36000" lIns="0" spcFirstLastPara="1" rIns="0" wrap="square" tIns="36000">
            <a:noAutofit/>
          </a:bodyPr>
          <a:lstStyle/>
          <a:p>
            <a:pPr indent="0" lvl="0" marL="0" marR="0" rtl="0" algn="ctr">
              <a:lnSpc>
                <a:spcPct val="100000"/>
              </a:lnSpc>
              <a:spcBef>
                <a:spcPts val="0"/>
              </a:spcBef>
              <a:spcAft>
                <a:spcPts val="0"/>
              </a:spcAft>
              <a:buClr>
                <a:srgbClr val="000000"/>
              </a:buClr>
              <a:buSzPts val="1100"/>
              <a:buFont typeface="Arial"/>
              <a:buNone/>
            </a:pPr>
            <a:r>
              <a:t/>
            </a:r>
            <a:endParaRPr b="1" sz="1000">
              <a:latin typeface="Arvo"/>
              <a:ea typeface="Arvo"/>
              <a:cs typeface="Arvo"/>
              <a:sym typeface="Arvo"/>
            </a:endParaRPr>
          </a:p>
        </p:txBody>
      </p:sp>
      <p:sp>
        <p:nvSpPr>
          <p:cNvPr id="11665" name="Google Shape;11665;p199"/>
          <p:cNvSpPr/>
          <p:nvPr/>
        </p:nvSpPr>
        <p:spPr>
          <a:xfrm>
            <a:off x="1750946" y="5615528"/>
            <a:ext cx="8016600" cy="3135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600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t/>
            </a:r>
            <a:endParaRPr b="1" i="0" sz="1800" u="none" cap="none" strike="noStrike">
              <a:solidFill>
                <a:srgbClr val="000000"/>
              </a:solidFill>
              <a:latin typeface="Roboto"/>
              <a:ea typeface="Roboto"/>
              <a:cs typeface="Roboto"/>
              <a:sym typeface="Roboto"/>
            </a:endParaRPr>
          </a:p>
        </p:txBody>
      </p:sp>
      <p:sp>
        <p:nvSpPr>
          <p:cNvPr id="11666" name="Google Shape;11666;p199"/>
          <p:cNvSpPr/>
          <p:nvPr/>
        </p:nvSpPr>
        <p:spPr>
          <a:xfrm>
            <a:off x="312351" y="5615528"/>
            <a:ext cx="1287300" cy="313500"/>
          </a:xfrm>
          <a:prstGeom prst="roundRect">
            <a:avLst>
              <a:gd fmla="val 16667" name="adj"/>
            </a:avLst>
          </a:prstGeom>
          <a:solidFill>
            <a:srgbClr val="FFF2CC"/>
          </a:solidFill>
          <a:ln>
            <a:noFill/>
          </a:ln>
          <a:effectLst>
            <a:outerShdw blurRad="57150" rotWithShape="0" algn="bl" dir="5400000" dist="19050">
              <a:srgbClr val="000000">
                <a:alpha val="49800"/>
              </a:srgbClr>
            </a:outerShdw>
          </a:effectLst>
        </p:spPr>
        <p:txBody>
          <a:bodyPr anchorCtr="0" anchor="ctr" bIns="36000" lIns="0" spcFirstLastPara="1" rIns="0" wrap="square" tIns="36000">
            <a:noAutofit/>
          </a:bodyPr>
          <a:lstStyle/>
          <a:p>
            <a:pPr indent="0" lvl="0" marL="0" marR="0" rtl="0" algn="ctr">
              <a:lnSpc>
                <a:spcPct val="100000"/>
              </a:lnSpc>
              <a:spcBef>
                <a:spcPts val="0"/>
              </a:spcBef>
              <a:spcAft>
                <a:spcPts val="0"/>
              </a:spcAft>
              <a:buClr>
                <a:srgbClr val="000000"/>
              </a:buClr>
              <a:buSzPts val="1100"/>
              <a:buFont typeface="Arial"/>
              <a:buNone/>
            </a:pPr>
            <a:r>
              <a:t/>
            </a:r>
            <a:endParaRPr b="1" sz="1000">
              <a:latin typeface="Arvo"/>
              <a:ea typeface="Arvo"/>
              <a:cs typeface="Arvo"/>
              <a:sym typeface="Arvo"/>
            </a:endParaRPr>
          </a:p>
        </p:txBody>
      </p:sp>
      <p:sp>
        <p:nvSpPr>
          <p:cNvPr id="11667" name="Google Shape;11667;p199"/>
          <p:cNvSpPr/>
          <p:nvPr/>
        </p:nvSpPr>
        <p:spPr>
          <a:xfrm>
            <a:off x="1750946" y="6002678"/>
            <a:ext cx="8016600" cy="3135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600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t/>
            </a:r>
            <a:endParaRPr b="1" i="0" sz="1800" u="none" cap="none" strike="noStrike">
              <a:solidFill>
                <a:srgbClr val="000000"/>
              </a:solidFill>
              <a:latin typeface="Roboto"/>
              <a:ea typeface="Roboto"/>
              <a:cs typeface="Roboto"/>
              <a:sym typeface="Roboto"/>
            </a:endParaRPr>
          </a:p>
        </p:txBody>
      </p:sp>
      <p:sp>
        <p:nvSpPr>
          <p:cNvPr id="11668" name="Google Shape;11668;p199"/>
          <p:cNvSpPr/>
          <p:nvPr/>
        </p:nvSpPr>
        <p:spPr>
          <a:xfrm>
            <a:off x="312351" y="6002678"/>
            <a:ext cx="1287300" cy="313500"/>
          </a:xfrm>
          <a:prstGeom prst="roundRect">
            <a:avLst>
              <a:gd fmla="val 16667" name="adj"/>
            </a:avLst>
          </a:prstGeom>
          <a:solidFill>
            <a:srgbClr val="FFF2CC"/>
          </a:solidFill>
          <a:ln>
            <a:noFill/>
          </a:ln>
          <a:effectLst>
            <a:outerShdw blurRad="57150" rotWithShape="0" algn="bl" dir="5400000" dist="19050">
              <a:srgbClr val="000000">
                <a:alpha val="49800"/>
              </a:srgbClr>
            </a:outerShdw>
          </a:effectLst>
        </p:spPr>
        <p:txBody>
          <a:bodyPr anchorCtr="0" anchor="ctr" bIns="36000" lIns="0" spcFirstLastPara="1" rIns="0" wrap="square" tIns="36000">
            <a:noAutofit/>
          </a:bodyPr>
          <a:lstStyle/>
          <a:p>
            <a:pPr indent="0" lvl="0" marL="0" marR="0" rtl="0" algn="ctr">
              <a:lnSpc>
                <a:spcPct val="100000"/>
              </a:lnSpc>
              <a:spcBef>
                <a:spcPts val="0"/>
              </a:spcBef>
              <a:spcAft>
                <a:spcPts val="0"/>
              </a:spcAft>
              <a:buClr>
                <a:srgbClr val="000000"/>
              </a:buClr>
              <a:buSzPts val="1100"/>
              <a:buFont typeface="Arial"/>
              <a:buNone/>
            </a:pPr>
            <a:r>
              <a:t/>
            </a:r>
            <a:endParaRPr b="1" sz="1000">
              <a:latin typeface="Arvo"/>
              <a:ea typeface="Arvo"/>
              <a:cs typeface="Arvo"/>
              <a:sym typeface="Arvo"/>
            </a:endParaRPr>
          </a:p>
        </p:txBody>
      </p:sp>
      <p:sp>
        <p:nvSpPr>
          <p:cNvPr id="11669" name="Google Shape;11669;p199"/>
          <p:cNvSpPr txBox="1"/>
          <p:nvPr>
            <p:ph idx="18" type="subTitle"/>
          </p:nvPr>
        </p:nvSpPr>
        <p:spPr>
          <a:xfrm>
            <a:off x="1742676" y="4089406"/>
            <a:ext cx="8028600" cy="313500"/>
          </a:xfrm>
          <a:prstGeom prst="rect">
            <a:avLst/>
          </a:prstGeom>
          <a:noFill/>
          <a:ln>
            <a:noFill/>
          </a:ln>
        </p:spPr>
        <p:txBody>
          <a:bodyPr anchorCtr="0" anchor="ctr" bIns="36000" lIns="54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11670" name="Google Shape;11670;p199"/>
          <p:cNvSpPr/>
          <p:nvPr/>
        </p:nvSpPr>
        <p:spPr>
          <a:xfrm>
            <a:off x="1750946" y="6396447"/>
            <a:ext cx="8016600" cy="3135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600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t/>
            </a:r>
            <a:endParaRPr b="1" i="0" sz="1800" u="none" cap="none" strike="noStrike">
              <a:solidFill>
                <a:srgbClr val="000000"/>
              </a:solidFill>
              <a:latin typeface="Roboto"/>
              <a:ea typeface="Roboto"/>
              <a:cs typeface="Roboto"/>
              <a:sym typeface="Roboto"/>
            </a:endParaRPr>
          </a:p>
        </p:txBody>
      </p:sp>
      <p:sp>
        <p:nvSpPr>
          <p:cNvPr id="11671" name="Google Shape;11671;p199"/>
          <p:cNvSpPr/>
          <p:nvPr/>
        </p:nvSpPr>
        <p:spPr>
          <a:xfrm>
            <a:off x="312351" y="6396447"/>
            <a:ext cx="1287300" cy="313500"/>
          </a:xfrm>
          <a:prstGeom prst="roundRect">
            <a:avLst>
              <a:gd fmla="val 16667" name="adj"/>
            </a:avLst>
          </a:prstGeom>
          <a:solidFill>
            <a:srgbClr val="FFF2CC"/>
          </a:solidFill>
          <a:ln>
            <a:noFill/>
          </a:ln>
          <a:effectLst>
            <a:outerShdw blurRad="57150" rotWithShape="0" algn="bl" dir="5400000" dist="19050">
              <a:srgbClr val="000000">
                <a:alpha val="49800"/>
              </a:srgbClr>
            </a:outerShdw>
          </a:effectLst>
        </p:spPr>
        <p:txBody>
          <a:bodyPr anchorCtr="0" anchor="ctr" bIns="36000" lIns="0" spcFirstLastPara="1" rIns="0" wrap="square" tIns="36000">
            <a:noAutofit/>
          </a:bodyPr>
          <a:lstStyle/>
          <a:p>
            <a:pPr indent="0" lvl="0" marL="0" marR="0" rtl="0" algn="ctr">
              <a:lnSpc>
                <a:spcPct val="100000"/>
              </a:lnSpc>
              <a:spcBef>
                <a:spcPts val="0"/>
              </a:spcBef>
              <a:spcAft>
                <a:spcPts val="0"/>
              </a:spcAft>
              <a:buClr>
                <a:srgbClr val="000000"/>
              </a:buClr>
              <a:buSzPts val="1100"/>
              <a:buFont typeface="Arial"/>
              <a:buNone/>
            </a:pPr>
            <a:r>
              <a:t/>
            </a:r>
            <a:endParaRPr b="1" sz="1000">
              <a:latin typeface="Arvo"/>
              <a:ea typeface="Arvo"/>
              <a:cs typeface="Arvo"/>
              <a:sym typeface="Arvo"/>
            </a:endParaRPr>
          </a:p>
        </p:txBody>
      </p:sp>
      <p:sp>
        <p:nvSpPr>
          <p:cNvPr id="11672" name="Google Shape;11672;p199"/>
          <p:cNvSpPr txBox="1"/>
          <p:nvPr>
            <p:ph idx="19" type="subTitle"/>
          </p:nvPr>
        </p:nvSpPr>
        <p:spPr>
          <a:xfrm>
            <a:off x="1742676" y="4489793"/>
            <a:ext cx="8028600" cy="313500"/>
          </a:xfrm>
          <a:prstGeom prst="rect">
            <a:avLst/>
          </a:prstGeom>
          <a:noFill/>
          <a:ln>
            <a:noFill/>
          </a:ln>
        </p:spPr>
        <p:txBody>
          <a:bodyPr anchorCtr="0" anchor="ctr" bIns="36000" lIns="54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11673" name="Google Shape;11673;p199"/>
          <p:cNvSpPr txBox="1"/>
          <p:nvPr>
            <p:ph idx="20" type="subTitle"/>
          </p:nvPr>
        </p:nvSpPr>
        <p:spPr>
          <a:xfrm>
            <a:off x="1742676" y="4869999"/>
            <a:ext cx="8028600" cy="313500"/>
          </a:xfrm>
          <a:prstGeom prst="rect">
            <a:avLst/>
          </a:prstGeom>
          <a:noFill/>
          <a:ln>
            <a:noFill/>
          </a:ln>
        </p:spPr>
        <p:txBody>
          <a:bodyPr anchorCtr="0" anchor="ctr" bIns="36000" lIns="54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11674" name="Google Shape;11674;p199"/>
          <p:cNvSpPr txBox="1"/>
          <p:nvPr>
            <p:ph idx="21" type="subTitle"/>
          </p:nvPr>
        </p:nvSpPr>
        <p:spPr>
          <a:xfrm>
            <a:off x="1742676" y="5236967"/>
            <a:ext cx="8028600" cy="313500"/>
          </a:xfrm>
          <a:prstGeom prst="rect">
            <a:avLst/>
          </a:prstGeom>
          <a:noFill/>
          <a:ln>
            <a:noFill/>
          </a:ln>
        </p:spPr>
        <p:txBody>
          <a:bodyPr anchorCtr="0" anchor="ctr" bIns="36000" lIns="54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11675" name="Google Shape;11675;p199"/>
          <p:cNvSpPr txBox="1"/>
          <p:nvPr>
            <p:ph idx="22" type="subTitle"/>
          </p:nvPr>
        </p:nvSpPr>
        <p:spPr>
          <a:xfrm>
            <a:off x="1742676" y="5624117"/>
            <a:ext cx="8028600" cy="313500"/>
          </a:xfrm>
          <a:prstGeom prst="rect">
            <a:avLst/>
          </a:prstGeom>
          <a:noFill/>
          <a:ln>
            <a:noFill/>
          </a:ln>
        </p:spPr>
        <p:txBody>
          <a:bodyPr anchorCtr="0" anchor="ctr" bIns="36000" lIns="54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11676" name="Google Shape;11676;p199"/>
          <p:cNvSpPr txBox="1"/>
          <p:nvPr>
            <p:ph idx="23" type="subTitle"/>
          </p:nvPr>
        </p:nvSpPr>
        <p:spPr>
          <a:xfrm>
            <a:off x="1742676" y="6004323"/>
            <a:ext cx="8028600" cy="313500"/>
          </a:xfrm>
          <a:prstGeom prst="rect">
            <a:avLst/>
          </a:prstGeom>
          <a:noFill/>
          <a:ln>
            <a:noFill/>
          </a:ln>
        </p:spPr>
        <p:txBody>
          <a:bodyPr anchorCtr="0" anchor="ctr" bIns="36000" lIns="54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11677" name="Google Shape;11677;p199"/>
          <p:cNvSpPr txBox="1"/>
          <p:nvPr>
            <p:ph idx="24" type="subTitle"/>
          </p:nvPr>
        </p:nvSpPr>
        <p:spPr>
          <a:xfrm>
            <a:off x="1742676" y="6404711"/>
            <a:ext cx="8028600" cy="313500"/>
          </a:xfrm>
          <a:prstGeom prst="rect">
            <a:avLst/>
          </a:prstGeom>
          <a:noFill/>
          <a:ln>
            <a:noFill/>
          </a:ln>
        </p:spPr>
        <p:txBody>
          <a:bodyPr anchorCtr="0" anchor="ctr" bIns="36000" lIns="54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11678" name="Google Shape;11678;p199"/>
          <p:cNvSpPr txBox="1"/>
          <p:nvPr>
            <p:ph idx="25" type="subTitle"/>
          </p:nvPr>
        </p:nvSpPr>
        <p:spPr>
          <a:xfrm>
            <a:off x="294875" y="4089406"/>
            <a:ext cx="1302600" cy="313500"/>
          </a:xfrm>
          <a:prstGeom prst="rect">
            <a:avLst/>
          </a:prstGeom>
          <a:noFill/>
          <a:ln>
            <a:noFill/>
          </a:ln>
        </p:spPr>
        <p:txBody>
          <a:bodyPr anchorCtr="0" anchor="ctr" bIns="36000" lIns="72000" spcFirstLastPara="1" rIns="72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11679" name="Google Shape;11679;p199"/>
          <p:cNvSpPr txBox="1"/>
          <p:nvPr>
            <p:ph idx="26" type="subTitle"/>
          </p:nvPr>
        </p:nvSpPr>
        <p:spPr>
          <a:xfrm>
            <a:off x="294875" y="4483175"/>
            <a:ext cx="1302600" cy="313500"/>
          </a:xfrm>
          <a:prstGeom prst="rect">
            <a:avLst/>
          </a:prstGeom>
          <a:noFill/>
          <a:ln>
            <a:noFill/>
          </a:ln>
        </p:spPr>
        <p:txBody>
          <a:bodyPr anchorCtr="0" anchor="ctr" bIns="36000" lIns="72000" spcFirstLastPara="1" rIns="72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11680" name="Google Shape;11680;p199"/>
          <p:cNvSpPr txBox="1"/>
          <p:nvPr>
            <p:ph idx="27" type="subTitle"/>
          </p:nvPr>
        </p:nvSpPr>
        <p:spPr>
          <a:xfrm>
            <a:off x="294875" y="4863380"/>
            <a:ext cx="1302600" cy="313500"/>
          </a:xfrm>
          <a:prstGeom prst="rect">
            <a:avLst/>
          </a:prstGeom>
          <a:noFill/>
          <a:ln>
            <a:noFill/>
          </a:ln>
        </p:spPr>
        <p:txBody>
          <a:bodyPr anchorCtr="0" anchor="ctr" bIns="36000" lIns="72000" spcFirstLastPara="1" rIns="72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11681" name="Google Shape;11681;p199"/>
          <p:cNvSpPr txBox="1"/>
          <p:nvPr>
            <p:ph idx="28" type="subTitle"/>
          </p:nvPr>
        </p:nvSpPr>
        <p:spPr>
          <a:xfrm>
            <a:off x="294875" y="5243586"/>
            <a:ext cx="1302600" cy="313500"/>
          </a:xfrm>
          <a:prstGeom prst="rect">
            <a:avLst/>
          </a:prstGeom>
          <a:noFill/>
          <a:ln>
            <a:noFill/>
          </a:ln>
        </p:spPr>
        <p:txBody>
          <a:bodyPr anchorCtr="0" anchor="ctr" bIns="36000" lIns="72000" spcFirstLastPara="1" rIns="72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11682" name="Google Shape;11682;p199"/>
          <p:cNvSpPr txBox="1"/>
          <p:nvPr>
            <p:ph idx="29" type="subTitle"/>
          </p:nvPr>
        </p:nvSpPr>
        <p:spPr>
          <a:xfrm>
            <a:off x="294875" y="5617173"/>
            <a:ext cx="1302600" cy="313500"/>
          </a:xfrm>
          <a:prstGeom prst="rect">
            <a:avLst/>
          </a:prstGeom>
          <a:noFill/>
          <a:ln>
            <a:noFill/>
          </a:ln>
        </p:spPr>
        <p:txBody>
          <a:bodyPr anchorCtr="0" anchor="ctr" bIns="36000" lIns="72000" spcFirstLastPara="1" rIns="72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11683" name="Google Shape;11683;p199"/>
          <p:cNvSpPr txBox="1"/>
          <p:nvPr>
            <p:ph idx="30" type="subTitle"/>
          </p:nvPr>
        </p:nvSpPr>
        <p:spPr>
          <a:xfrm>
            <a:off x="294875" y="6010942"/>
            <a:ext cx="1302600" cy="313500"/>
          </a:xfrm>
          <a:prstGeom prst="rect">
            <a:avLst/>
          </a:prstGeom>
          <a:noFill/>
          <a:ln>
            <a:noFill/>
          </a:ln>
        </p:spPr>
        <p:txBody>
          <a:bodyPr anchorCtr="0" anchor="ctr" bIns="36000" lIns="72000" spcFirstLastPara="1" rIns="72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11684" name="Google Shape;11684;p199"/>
          <p:cNvSpPr txBox="1"/>
          <p:nvPr>
            <p:ph idx="31" type="subTitle"/>
          </p:nvPr>
        </p:nvSpPr>
        <p:spPr>
          <a:xfrm>
            <a:off x="294875" y="6404711"/>
            <a:ext cx="1302600" cy="313500"/>
          </a:xfrm>
          <a:prstGeom prst="rect">
            <a:avLst/>
          </a:prstGeom>
          <a:noFill/>
          <a:ln>
            <a:noFill/>
          </a:ln>
        </p:spPr>
        <p:txBody>
          <a:bodyPr anchorCtr="0" anchor="ctr" bIns="36000" lIns="72000" spcFirstLastPara="1" rIns="72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11685" name="Google Shape;11685;p199"/>
          <p:cNvSpPr txBox="1"/>
          <p:nvPr/>
        </p:nvSpPr>
        <p:spPr>
          <a:xfrm>
            <a:off x="2524025" y="387675"/>
            <a:ext cx="15012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Unid. Organizacional:</a:t>
            </a:r>
            <a:endParaRPr b="1" sz="1100"/>
          </a:p>
        </p:txBody>
      </p:sp>
      <p:sp>
        <p:nvSpPr>
          <p:cNvPr id="11686" name="Google Shape;11686;p199"/>
          <p:cNvSpPr txBox="1"/>
          <p:nvPr/>
        </p:nvSpPr>
        <p:spPr>
          <a:xfrm>
            <a:off x="2524020" y="579550"/>
            <a:ext cx="6846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Alcance:</a:t>
            </a:r>
            <a:endParaRPr b="1" sz="1100"/>
          </a:p>
        </p:txBody>
      </p:sp>
      <p:sp>
        <p:nvSpPr>
          <p:cNvPr id="11687" name="Google Shape;11687;p199"/>
          <p:cNvSpPr txBox="1"/>
          <p:nvPr>
            <p:ph type="title"/>
          </p:nvPr>
        </p:nvSpPr>
        <p:spPr>
          <a:xfrm flipH="1">
            <a:off x="4025374" y="387675"/>
            <a:ext cx="5863200" cy="1692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000"/>
              <a:buNone/>
              <a:defRPr sz="1000">
                <a:solidFill>
                  <a:srgbClr val="000000"/>
                </a:solidFill>
              </a:defRPr>
            </a:lvl1pPr>
            <a:lvl2pPr lvl="1">
              <a:spcBef>
                <a:spcPts val="0"/>
              </a:spcBef>
              <a:spcAft>
                <a:spcPts val="0"/>
              </a:spcAft>
              <a:buClr>
                <a:srgbClr val="000000"/>
              </a:buClr>
              <a:buSzPts val="1000"/>
              <a:buNone/>
              <a:defRPr sz="1000">
                <a:solidFill>
                  <a:srgbClr val="000000"/>
                </a:solidFill>
              </a:defRPr>
            </a:lvl2pPr>
            <a:lvl3pPr lvl="2">
              <a:spcBef>
                <a:spcPts val="0"/>
              </a:spcBef>
              <a:spcAft>
                <a:spcPts val="0"/>
              </a:spcAft>
              <a:buClr>
                <a:srgbClr val="000000"/>
              </a:buClr>
              <a:buSzPts val="1000"/>
              <a:buNone/>
              <a:defRPr sz="1000">
                <a:solidFill>
                  <a:srgbClr val="000000"/>
                </a:solidFill>
              </a:defRPr>
            </a:lvl3pPr>
            <a:lvl4pPr lvl="3">
              <a:spcBef>
                <a:spcPts val="0"/>
              </a:spcBef>
              <a:spcAft>
                <a:spcPts val="0"/>
              </a:spcAft>
              <a:buClr>
                <a:srgbClr val="000000"/>
              </a:buClr>
              <a:buSzPts val="1000"/>
              <a:buNone/>
              <a:defRPr sz="1000">
                <a:solidFill>
                  <a:srgbClr val="000000"/>
                </a:solidFill>
              </a:defRPr>
            </a:lvl4pPr>
            <a:lvl5pPr lvl="4">
              <a:spcBef>
                <a:spcPts val="0"/>
              </a:spcBef>
              <a:spcAft>
                <a:spcPts val="0"/>
              </a:spcAft>
              <a:buClr>
                <a:srgbClr val="000000"/>
              </a:buClr>
              <a:buSzPts val="1000"/>
              <a:buNone/>
              <a:defRPr sz="1000">
                <a:solidFill>
                  <a:srgbClr val="000000"/>
                </a:solidFill>
              </a:defRPr>
            </a:lvl5pPr>
            <a:lvl6pPr lvl="5">
              <a:spcBef>
                <a:spcPts val="0"/>
              </a:spcBef>
              <a:spcAft>
                <a:spcPts val="0"/>
              </a:spcAft>
              <a:buClr>
                <a:srgbClr val="000000"/>
              </a:buClr>
              <a:buSzPts val="1000"/>
              <a:buNone/>
              <a:defRPr sz="1000">
                <a:solidFill>
                  <a:srgbClr val="000000"/>
                </a:solidFill>
              </a:defRPr>
            </a:lvl6pPr>
            <a:lvl7pPr lvl="6">
              <a:spcBef>
                <a:spcPts val="0"/>
              </a:spcBef>
              <a:spcAft>
                <a:spcPts val="0"/>
              </a:spcAft>
              <a:buClr>
                <a:srgbClr val="000000"/>
              </a:buClr>
              <a:buSzPts val="1000"/>
              <a:buNone/>
              <a:defRPr sz="1000">
                <a:solidFill>
                  <a:srgbClr val="000000"/>
                </a:solidFill>
              </a:defRPr>
            </a:lvl7pPr>
            <a:lvl8pPr lvl="7">
              <a:spcBef>
                <a:spcPts val="0"/>
              </a:spcBef>
              <a:spcAft>
                <a:spcPts val="0"/>
              </a:spcAft>
              <a:buClr>
                <a:srgbClr val="000000"/>
              </a:buClr>
              <a:buSzPts val="1000"/>
              <a:buNone/>
              <a:defRPr sz="1000">
                <a:solidFill>
                  <a:srgbClr val="000000"/>
                </a:solidFill>
              </a:defRPr>
            </a:lvl8pPr>
            <a:lvl9pPr lvl="8">
              <a:spcBef>
                <a:spcPts val="0"/>
              </a:spcBef>
              <a:spcAft>
                <a:spcPts val="0"/>
              </a:spcAft>
              <a:buClr>
                <a:srgbClr val="000000"/>
              </a:buClr>
              <a:buSzPts val="1000"/>
              <a:buNone/>
              <a:defRPr sz="1000">
                <a:solidFill>
                  <a:srgbClr val="000000"/>
                </a:solidFill>
              </a:defRPr>
            </a:lvl9pPr>
          </a:lstStyle>
          <a:p/>
        </p:txBody>
      </p:sp>
      <p:sp>
        <p:nvSpPr>
          <p:cNvPr id="11688" name="Google Shape;11688;p199"/>
          <p:cNvSpPr txBox="1"/>
          <p:nvPr>
            <p:ph idx="32" type="title"/>
          </p:nvPr>
        </p:nvSpPr>
        <p:spPr>
          <a:xfrm flipH="1">
            <a:off x="3208773" y="579550"/>
            <a:ext cx="6679800" cy="1692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000"/>
              <a:buNone/>
              <a:defRPr sz="1000">
                <a:solidFill>
                  <a:srgbClr val="000000"/>
                </a:solidFill>
              </a:defRPr>
            </a:lvl1pPr>
            <a:lvl2pPr lvl="1">
              <a:spcBef>
                <a:spcPts val="0"/>
              </a:spcBef>
              <a:spcAft>
                <a:spcPts val="0"/>
              </a:spcAft>
              <a:buClr>
                <a:srgbClr val="000000"/>
              </a:buClr>
              <a:buSzPts val="1000"/>
              <a:buNone/>
              <a:defRPr sz="1000">
                <a:solidFill>
                  <a:srgbClr val="000000"/>
                </a:solidFill>
              </a:defRPr>
            </a:lvl2pPr>
            <a:lvl3pPr lvl="2">
              <a:spcBef>
                <a:spcPts val="0"/>
              </a:spcBef>
              <a:spcAft>
                <a:spcPts val="0"/>
              </a:spcAft>
              <a:buClr>
                <a:srgbClr val="000000"/>
              </a:buClr>
              <a:buSzPts val="1000"/>
              <a:buNone/>
              <a:defRPr sz="1000">
                <a:solidFill>
                  <a:srgbClr val="000000"/>
                </a:solidFill>
              </a:defRPr>
            </a:lvl3pPr>
            <a:lvl4pPr lvl="3">
              <a:spcBef>
                <a:spcPts val="0"/>
              </a:spcBef>
              <a:spcAft>
                <a:spcPts val="0"/>
              </a:spcAft>
              <a:buClr>
                <a:srgbClr val="000000"/>
              </a:buClr>
              <a:buSzPts val="1000"/>
              <a:buNone/>
              <a:defRPr sz="1000">
                <a:solidFill>
                  <a:srgbClr val="000000"/>
                </a:solidFill>
              </a:defRPr>
            </a:lvl4pPr>
            <a:lvl5pPr lvl="4">
              <a:spcBef>
                <a:spcPts val="0"/>
              </a:spcBef>
              <a:spcAft>
                <a:spcPts val="0"/>
              </a:spcAft>
              <a:buClr>
                <a:srgbClr val="000000"/>
              </a:buClr>
              <a:buSzPts val="1000"/>
              <a:buNone/>
              <a:defRPr sz="1000">
                <a:solidFill>
                  <a:srgbClr val="000000"/>
                </a:solidFill>
              </a:defRPr>
            </a:lvl5pPr>
            <a:lvl6pPr lvl="5">
              <a:spcBef>
                <a:spcPts val="0"/>
              </a:spcBef>
              <a:spcAft>
                <a:spcPts val="0"/>
              </a:spcAft>
              <a:buClr>
                <a:srgbClr val="000000"/>
              </a:buClr>
              <a:buSzPts val="1000"/>
              <a:buNone/>
              <a:defRPr sz="1000">
                <a:solidFill>
                  <a:srgbClr val="000000"/>
                </a:solidFill>
              </a:defRPr>
            </a:lvl6pPr>
            <a:lvl7pPr lvl="6">
              <a:spcBef>
                <a:spcPts val="0"/>
              </a:spcBef>
              <a:spcAft>
                <a:spcPts val="0"/>
              </a:spcAft>
              <a:buClr>
                <a:srgbClr val="000000"/>
              </a:buClr>
              <a:buSzPts val="1000"/>
              <a:buNone/>
              <a:defRPr sz="1000">
                <a:solidFill>
                  <a:srgbClr val="000000"/>
                </a:solidFill>
              </a:defRPr>
            </a:lvl7pPr>
            <a:lvl8pPr lvl="7">
              <a:spcBef>
                <a:spcPts val="0"/>
              </a:spcBef>
              <a:spcAft>
                <a:spcPts val="0"/>
              </a:spcAft>
              <a:buClr>
                <a:srgbClr val="000000"/>
              </a:buClr>
              <a:buSzPts val="1000"/>
              <a:buNone/>
              <a:defRPr sz="1000">
                <a:solidFill>
                  <a:srgbClr val="000000"/>
                </a:solidFill>
              </a:defRPr>
            </a:lvl8pPr>
            <a:lvl9pPr lvl="8">
              <a:spcBef>
                <a:spcPts val="0"/>
              </a:spcBef>
              <a:spcAft>
                <a:spcPts val="0"/>
              </a:spcAft>
              <a:buClr>
                <a:srgbClr val="000000"/>
              </a:buClr>
              <a:buSzPts val="1000"/>
              <a:buNone/>
              <a:defRPr sz="1000">
                <a:solidFill>
                  <a:srgbClr val="000000"/>
                </a:solidFill>
              </a:defRPr>
            </a:lvl9pPr>
          </a:lstStyle>
          <a:p/>
        </p:txBody>
      </p:sp>
      <p:sp>
        <p:nvSpPr>
          <p:cNvPr id="11689" name="Google Shape;11689;p199"/>
          <p:cNvSpPr txBox="1"/>
          <p:nvPr>
            <p:ph idx="33" type="body"/>
          </p:nvPr>
        </p:nvSpPr>
        <p:spPr>
          <a:xfrm>
            <a:off x="641150" y="612125"/>
            <a:ext cx="1770300" cy="160500"/>
          </a:xfrm>
          <a:prstGeom prst="rect">
            <a:avLst/>
          </a:prstGeom>
          <a:noFill/>
          <a:ln>
            <a:noFill/>
          </a:ln>
        </p:spPr>
        <p:txBody>
          <a:bodyPr anchorCtr="0" anchor="t" bIns="0" lIns="0" spcFirstLastPara="1" rIns="0" wrap="square" tIns="0">
            <a:noAutofit/>
          </a:bodyPr>
          <a:lstStyle>
            <a:lvl1pPr indent="-292100" lvl="0" marL="457200" algn="ctr">
              <a:spcBef>
                <a:spcPts val="0"/>
              </a:spcBef>
              <a:spcAft>
                <a:spcPts val="0"/>
              </a:spcAft>
              <a:buClr>
                <a:srgbClr val="FFFFFF"/>
              </a:buClr>
              <a:buSzPts val="1000"/>
              <a:buChar char="●"/>
              <a:defRPr sz="1000">
                <a:solidFill>
                  <a:srgbClr val="FFFFFF"/>
                </a:solidFill>
              </a:defRPr>
            </a:lvl1pPr>
            <a:lvl2pPr indent="-292100" lvl="1" marL="914400" algn="ctr">
              <a:spcBef>
                <a:spcPts val="0"/>
              </a:spcBef>
              <a:spcAft>
                <a:spcPts val="0"/>
              </a:spcAft>
              <a:buClr>
                <a:srgbClr val="FFFFFF"/>
              </a:buClr>
              <a:buSzPts val="1000"/>
              <a:buChar char="○"/>
              <a:defRPr sz="1000">
                <a:solidFill>
                  <a:srgbClr val="FFFFFF"/>
                </a:solidFill>
              </a:defRPr>
            </a:lvl2pPr>
            <a:lvl3pPr indent="-292100" lvl="2" marL="1371600" algn="ctr">
              <a:spcBef>
                <a:spcPts val="0"/>
              </a:spcBef>
              <a:spcAft>
                <a:spcPts val="0"/>
              </a:spcAft>
              <a:buClr>
                <a:srgbClr val="FFFFFF"/>
              </a:buClr>
              <a:buSzPts val="1000"/>
              <a:buChar char="■"/>
              <a:defRPr sz="1000">
                <a:solidFill>
                  <a:srgbClr val="FFFFFF"/>
                </a:solidFill>
              </a:defRPr>
            </a:lvl3pPr>
            <a:lvl4pPr indent="-292100" lvl="3" marL="1828800" algn="ctr">
              <a:spcBef>
                <a:spcPts val="0"/>
              </a:spcBef>
              <a:spcAft>
                <a:spcPts val="0"/>
              </a:spcAft>
              <a:buClr>
                <a:srgbClr val="FFFFFF"/>
              </a:buClr>
              <a:buSzPts val="1000"/>
              <a:buChar char="●"/>
              <a:defRPr sz="1000">
                <a:solidFill>
                  <a:srgbClr val="FFFFFF"/>
                </a:solidFill>
              </a:defRPr>
            </a:lvl4pPr>
            <a:lvl5pPr indent="-292100" lvl="4" marL="2286000" algn="ctr">
              <a:spcBef>
                <a:spcPts val="0"/>
              </a:spcBef>
              <a:spcAft>
                <a:spcPts val="0"/>
              </a:spcAft>
              <a:buClr>
                <a:srgbClr val="FFFFFF"/>
              </a:buClr>
              <a:buSzPts val="1000"/>
              <a:buChar char="○"/>
              <a:defRPr sz="1000">
                <a:solidFill>
                  <a:srgbClr val="FFFFFF"/>
                </a:solidFill>
              </a:defRPr>
            </a:lvl5pPr>
            <a:lvl6pPr indent="-292100" lvl="5" marL="2743200" algn="ctr">
              <a:spcBef>
                <a:spcPts val="0"/>
              </a:spcBef>
              <a:spcAft>
                <a:spcPts val="0"/>
              </a:spcAft>
              <a:buClr>
                <a:srgbClr val="FFFFFF"/>
              </a:buClr>
              <a:buSzPts val="1000"/>
              <a:buChar char="■"/>
              <a:defRPr sz="1000">
                <a:solidFill>
                  <a:srgbClr val="FFFFFF"/>
                </a:solidFill>
              </a:defRPr>
            </a:lvl6pPr>
            <a:lvl7pPr indent="-292100" lvl="6" marL="3200400" algn="ctr">
              <a:spcBef>
                <a:spcPts val="0"/>
              </a:spcBef>
              <a:spcAft>
                <a:spcPts val="0"/>
              </a:spcAft>
              <a:buClr>
                <a:srgbClr val="FFFFFF"/>
              </a:buClr>
              <a:buSzPts val="1000"/>
              <a:buChar char="●"/>
              <a:defRPr sz="1000">
                <a:solidFill>
                  <a:srgbClr val="FFFFFF"/>
                </a:solidFill>
              </a:defRPr>
            </a:lvl7pPr>
            <a:lvl8pPr indent="-292100" lvl="7" marL="3657600" algn="ctr">
              <a:spcBef>
                <a:spcPts val="0"/>
              </a:spcBef>
              <a:spcAft>
                <a:spcPts val="0"/>
              </a:spcAft>
              <a:buClr>
                <a:srgbClr val="FFFFFF"/>
              </a:buClr>
              <a:buSzPts val="1000"/>
              <a:buChar char="○"/>
              <a:defRPr sz="1000">
                <a:solidFill>
                  <a:srgbClr val="FFFFFF"/>
                </a:solidFill>
              </a:defRPr>
            </a:lvl8pPr>
            <a:lvl9pPr indent="-292100" lvl="8" marL="4114800" algn="ctr">
              <a:spcBef>
                <a:spcPts val="0"/>
              </a:spcBef>
              <a:spcAft>
                <a:spcPts val="0"/>
              </a:spcAft>
              <a:buClr>
                <a:srgbClr val="FFFFFF"/>
              </a:buClr>
              <a:buSzPts val="1000"/>
              <a:buChar char="■"/>
              <a:defRPr sz="1000">
                <a:solidFill>
                  <a:srgbClr val="FFFFFF"/>
                </a:solidFill>
              </a:defRPr>
            </a:lvl9pPr>
          </a:lstStyle>
          <a:p/>
        </p:txBody>
      </p:sp>
      <p:sp>
        <p:nvSpPr>
          <p:cNvPr id="11690" name="Google Shape;11690;p199"/>
          <p:cNvSpPr txBox="1"/>
          <p:nvPr/>
        </p:nvSpPr>
        <p:spPr>
          <a:xfrm>
            <a:off x="84825" y="598125"/>
            <a:ext cx="595500" cy="205800"/>
          </a:xfrm>
          <a:prstGeom prst="rect">
            <a:avLst/>
          </a:prstGeom>
          <a:noFill/>
          <a:ln>
            <a:noFill/>
          </a:ln>
        </p:spPr>
        <p:txBody>
          <a:bodyPr anchorCtr="0" anchor="t" bIns="18000" lIns="18000" spcFirstLastPara="1" rIns="18000" wrap="square" tIns="18000">
            <a:spAutoFit/>
          </a:bodyPr>
          <a:lstStyle/>
          <a:p>
            <a:pPr indent="0" lvl="0" marL="0" rtl="0" algn="l">
              <a:spcBef>
                <a:spcPts val="0"/>
              </a:spcBef>
              <a:spcAft>
                <a:spcPts val="0"/>
              </a:spcAft>
              <a:buNone/>
            </a:pPr>
            <a:r>
              <a:rPr lang="es-419" sz="1100">
                <a:solidFill>
                  <a:srgbClr val="FFFFFF"/>
                </a:solidFill>
              </a:rPr>
              <a:t>Nombre:</a:t>
            </a:r>
            <a:endParaRPr sz="1100">
              <a:solidFill>
                <a:srgbClr val="FFFFFF"/>
              </a:solidFill>
            </a:endParaRPr>
          </a:p>
        </p:txBody>
      </p:sp>
    </p:spTree>
  </p:cSld>
  <p:clrMapOvr>
    <a:masterClrMapping/>
  </p:clrMapOvr>
</p:sldLayout>
</file>

<file path=ppt/slideLayouts/slideLayout19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5.3 Matriz de Trazabilidad de Requisitos">
  <p:cSld name="TITLE_3_6_1_1_1_1_1_1_1_1_1_1_1_1_1_1_1_1_1_1_1_1_1_1_1_1">
    <p:spTree>
      <p:nvGrpSpPr>
        <p:cNvPr id="11691" name="Shape 11691"/>
        <p:cNvGrpSpPr/>
        <p:nvPr/>
      </p:nvGrpSpPr>
      <p:grpSpPr>
        <a:xfrm>
          <a:off x="0" y="0"/>
          <a:ext cx="0" cy="0"/>
          <a:chOff x="0" y="0"/>
          <a:chExt cx="0" cy="0"/>
        </a:xfrm>
      </p:grpSpPr>
      <p:sp>
        <p:nvSpPr>
          <p:cNvPr id="11692" name="Google Shape;11692;p200"/>
          <p:cNvSpPr/>
          <p:nvPr/>
        </p:nvSpPr>
        <p:spPr>
          <a:xfrm>
            <a:off x="77688" y="358938"/>
            <a:ext cx="9935700" cy="6438000"/>
          </a:xfrm>
          <a:prstGeom prst="roundRect">
            <a:avLst>
              <a:gd fmla="val 2618" name="adj"/>
            </a:avLst>
          </a:prstGeom>
          <a:solidFill>
            <a:srgbClr val="FFFFFF"/>
          </a:solidFill>
          <a:ln cap="flat" cmpd="sng" w="38100">
            <a:solidFill>
              <a:srgbClr val="000000"/>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693" name="Google Shape;11693;p200"/>
          <p:cNvCxnSpPr/>
          <p:nvPr/>
        </p:nvCxnSpPr>
        <p:spPr>
          <a:xfrm>
            <a:off x="77688" y="772614"/>
            <a:ext cx="9935700" cy="0"/>
          </a:xfrm>
          <a:prstGeom prst="straightConnector1">
            <a:avLst/>
          </a:prstGeom>
          <a:noFill/>
          <a:ln cap="flat" cmpd="sng" w="19050">
            <a:solidFill>
              <a:srgbClr val="000000"/>
            </a:solidFill>
            <a:prstDash val="solid"/>
            <a:round/>
            <a:headEnd len="med" w="med" type="none"/>
            <a:tailEnd len="med" w="med" type="none"/>
          </a:ln>
        </p:spPr>
      </p:cxnSp>
      <p:cxnSp>
        <p:nvCxnSpPr>
          <p:cNvPr id="11694" name="Google Shape;11694;p200"/>
          <p:cNvCxnSpPr/>
          <p:nvPr/>
        </p:nvCxnSpPr>
        <p:spPr>
          <a:xfrm rot="10800000">
            <a:off x="2439038" y="368188"/>
            <a:ext cx="0" cy="402300"/>
          </a:xfrm>
          <a:prstGeom prst="straightConnector1">
            <a:avLst/>
          </a:prstGeom>
          <a:noFill/>
          <a:ln cap="flat" cmpd="sng" w="19050">
            <a:solidFill>
              <a:srgbClr val="000000"/>
            </a:solidFill>
            <a:prstDash val="solid"/>
            <a:round/>
            <a:headEnd len="med" w="med" type="none"/>
            <a:tailEnd len="med" w="med" type="none"/>
          </a:ln>
        </p:spPr>
      </p:cxnSp>
      <p:sp>
        <p:nvSpPr>
          <p:cNvPr id="11695" name="Google Shape;11695;p200"/>
          <p:cNvSpPr/>
          <p:nvPr/>
        </p:nvSpPr>
        <p:spPr>
          <a:xfrm>
            <a:off x="77688" y="349338"/>
            <a:ext cx="2361300" cy="421200"/>
          </a:xfrm>
          <a:prstGeom prst="roundRect">
            <a:avLst>
              <a:gd fmla="val 50000" name="adj"/>
            </a:avLst>
          </a:prstGeom>
          <a:solidFill>
            <a:srgbClr val="000000"/>
          </a:solidFill>
          <a:ln cap="flat" cmpd="sng" w="9525">
            <a:solidFill>
              <a:srgbClr val="000000"/>
            </a:solidFill>
            <a:prstDash val="solid"/>
            <a:round/>
            <a:headEnd len="sm" w="sm" type="none"/>
            <a:tailEnd len="sm" w="sm" type="none"/>
          </a:ln>
        </p:spPr>
        <p:txBody>
          <a:bodyPr anchorCtr="0" anchor="ctr" bIns="91425" lIns="0" spcFirstLastPara="1" rIns="0" wrap="square" tIns="91425">
            <a:noAutofit/>
          </a:bodyPr>
          <a:lstStyle/>
          <a:p>
            <a:pPr indent="0" lvl="0" marL="0" rtl="0" algn="ctr">
              <a:spcBef>
                <a:spcPts val="0"/>
              </a:spcBef>
              <a:spcAft>
                <a:spcPts val="0"/>
              </a:spcAft>
              <a:buNone/>
            </a:pPr>
            <a:r>
              <a:rPr b="1" lang="es-419" sz="1100">
                <a:solidFill>
                  <a:srgbClr val="FFFFFF"/>
                </a:solidFill>
              </a:rPr>
              <a:t>Matriz Trazabilidad de Requisitos</a:t>
            </a:r>
            <a:endParaRPr b="1" sz="1100">
              <a:solidFill>
                <a:srgbClr val="FFFFFF"/>
              </a:solidFill>
            </a:endParaRPr>
          </a:p>
          <a:p>
            <a:pPr indent="0" lvl="0" marL="0" rtl="0" algn="ctr">
              <a:spcBef>
                <a:spcPts val="0"/>
              </a:spcBef>
              <a:spcAft>
                <a:spcPts val="0"/>
              </a:spcAft>
              <a:buNone/>
            </a:pPr>
            <a:r>
              <a:t/>
            </a:r>
            <a:endParaRPr b="1" sz="1200">
              <a:solidFill>
                <a:srgbClr val="FFFFFF"/>
              </a:solidFill>
            </a:endParaRPr>
          </a:p>
        </p:txBody>
      </p:sp>
      <p:sp>
        <p:nvSpPr>
          <p:cNvPr id="11696" name="Google Shape;11696;p200"/>
          <p:cNvSpPr/>
          <p:nvPr/>
        </p:nvSpPr>
        <p:spPr>
          <a:xfrm>
            <a:off x="83988" y="595504"/>
            <a:ext cx="190200" cy="1692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7" name="Google Shape;11697;p200"/>
          <p:cNvSpPr/>
          <p:nvPr/>
        </p:nvSpPr>
        <p:spPr>
          <a:xfrm>
            <a:off x="2350598" y="358950"/>
            <a:ext cx="88500" cy="4023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8" name="Google Shape;11698;p200"/>
          <p:cNvSpPr/>
          <p:nvPr/>
        </p:nvSpPr>
        <p:spPr>
          <a:xfrm>
            <a:off x="2277739" y="663750"/>
            <a:ext cx="88500" cy="1089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99" name="Google Shape;11699;p200"/>
          <p:cNvGrpSpPr/>
          <p:nvPr/>
        </p:nvGrpSpPr>
        <p:grpSpPr>
          <a:xfrm>
            <a:off x="274200" y="2531911"/>
            <a:ext cx="9531600" cy="450095"/>
            <a:chOff x="274200" y="1663702"/>
            <a:chExt cx="9531600" cy="900550"/>
          </a:xfrm>
        </p:grpSpPr>
        <p:sp>
          <p:nvSpPr>
            <p:cNvPr id="11700" name="Google Shape;11700;p200"/>
            <p:cNvSpPr/>
            <p:nvPr/>
          </p:nvSpPr>
          <p:spPr>
            <a:xfrm>
              <a:off x="274200" y="1663702"/>
              <a:ext cx="9531600" cy="9000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600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t/>
              </a:r>
              <a:endParaRPr b="1" i="0" sz="1800" u="none" cap="none" strike="noStrike">
                <a:solidFill>
                  <a:srgbClr val="000000"/>
                </a:solidFill>
                <a:latin typeface="Roboto"/>
                <a:ea typeface="Roboto"/>
                <a:cs typeface="Roboto"/>
                <a:sym typeface="Roboto"/>
              </a:endParaRPr>
            </a:p>
          </p:txBody>
        </p:sp>
        <p:cxnSp>
          <p:nvCxnSpPr>
            <p:cNvPr id="11701" name="Google Shape;11701;p200"/>
            <p:cNvCxnSpPr/>
            <p:nvPr/>
          </p:nvCxnSpPr>
          <p:spPr>
            <a:xfrm>
              <a:off x="805925" y="1664552"/>
              <a:ext cx="0" cy="899700"/>
            </a:xfrm>
            <a:prstGeom prst="straightConnector1">
              <a:avLst/>
            </a:prstGeom>
            <a:noFill/>
            <a:ln cap="flat" cmpd="sng" w="28575">
              <a:solidFill>
                <a:srgbClr val="D9D9D9"/>
              </a:solidFill>
              <a:prstDash val="solid"/>
              <a:round/>
              <a:headEnd len="sm" w="sm" type="none"/>
              <a:tailEnd len="sm" w="sm" type="none"/>
            </a:ln>
          </p:spPr>
        </p:cxnSp>
        <p:cxnSp>
          <p:nvCxnSpPr>
            <p:cNvPr id="11702" name="Google Shape;11702;p200"/>
            <p:cNvCxnSpPr/>
            <p:nvPr/>
          </p:nvCxnSpPr>
          <p:spPr>
            <a:xfrm>
              <a:off x="2607089" y="1664552"/>
              <a:ext cx="0" cy="899700"/>
            </a:xfrm>
            <a:prstGeom prst="straightConnector1">
              <a:avLst/>
            </a:prstGeom>
            <a:noFill/>
            <a:ln cap="flat" cmpd="sng" w="28575">
              <a:solidFill>
                <a:srgbClr val="D9D9D9"/>
              </a:solidFill>
              <a:prstDash val="solid"/>
              <a:round/>
              <a:headEnd len="sm" w="sm" type="none"/>
              <a:tailEnd len="sm" w="sm" type="none"/>
            </a:ln>
          </p:spPr>
        </p:cxnSp>
        <p:cxnSp>
          <p:nvCxnSpPr>
            <p:cNvPr id="11703" name="Google Shape;11703;p200"/>
            <p:cNvCxnSpPr/>
            <p:nvPr/>
          </p:nvCxnSpPr>
          <p:spPr>
            <a:xfrm>
              <a:off x="6232786" y="1664552"/>
              <a:ext cx="0" cy="899700"/>
            </a:xfrm>
            <a:prstGeom prst="straightConnector1">
              <a:avLst/>
            </a:prstGeom>
            <a:noFill/>
            <a:ln cap="flat" cmpd="sng" w="28575">
              <a:solidFill>
                <a:srgbClr val="B7B7B7"/>
              </a:solidFill>
              <a:prstDash val="solid"/>
              <a:round/>
              <a:headEnd len="sm" w="sm" type="none"/>
              <a:tailEnd len="sm" w="sm" type="none"/>
            </a:ln>
          </p:spPr>
        </p:cxnSp>
        <p:cxnSp>
          <p:nvCxnSpPr>
            <p:cNvPr id="11704" name="Google Shape;11704;p200"/>
            <p:cNvCxnSpPr/>
            <p:nvPr/>
          </p:nvCxnSpPr>
          <p:spPr>
            <a:xfrm>
              <a:off x="6237052" y="1664552"/>
              <a:ext cx="0" cy="899700"/>
            </a:xfrm>
            <a:prstGeom prst="straightConnector1">
              <a:avLst/>
            </a:prstGeom>
            <a:noFill/>
            <a:ln cap="flat" cmpd="sng" w="28575">
              <a:solidFill>
                <a:srgbClr val="D9D9D9"/>
              </a:solidFill>
              <a:prstDash val="solid"/>
              <a:round/>
              <a:headEnd len="sm" w="sm" type="none"/>
              <a:tailEnd len="sm" w="sm" type="none"/>
            </a:ln>
          </p:spPr>
        </p:cxnSp>
        <p:sp>
          <p:nvSpPr>
            <p:cNvPr id="11705" name="Google Shape;11705;p200"/>
            <p:cNvSpPr/>
            <p:nvPr/>
          </p:nvSpPr>
          <p:spPr>
            <a:xfrm>
              <a:off x="2627453" y="1670377"/>
              <a:ext cx="3605400" cy="893400"/>
            </a:xfrm>
            <a:prstGeom prst="rect">
              <a:avLst/>
            </a:prstGeom>
            <a:solidFill>
              <a:srgbClr val="D9EAD3"/>
            </a:solidFill>
            <a:ln cap="flat" cmpd="sng" w="9525">
              <a:solidFill>
                <a:srgbClr val="D9EA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06" name="Google Shape;11706;p200"/>
          <p:cNvGrpSpPr/>
          <p:nvPr/>
        </p:nvGrpSpPr>
        <p:grpSpPr>
          <a:xfrm>
            <a:off x="274200" y="3051279"/>
            <a:ext cx="9531600" cy="450095"/>
            <a:chOff x="274200" y="1663702"/>
            <a:chExt cx="9531600" cy="900550"/>
          </a:xfrm>
        </p:grpSpPr>
        <p:sp>
          <p:nvSpPr>
            <p:cNvPr id="11707" name="Google Shape;11707;p200"/>
            <p:cNvSpPr/>
            <p:nvPr/>
          </p:nvSpPr>
          <p:spPr>
            <a:xfrm>
              <a:off x="274200" y="1663702"/>
              <a:ext cx="9531600" cy="9000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600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t/>
              </a:r>
              <a:endParaRPr b="1" i="0" sz="1800" u="none" cap="none" strike="noStrike">
                <a:solidFill>
                  <a:srgbClr val="000000"/>
                </a:solidFill>
                <a:latin typeface="Roboto"/>
                <a:ea typeface="Roboto"/>
                <a:cs typeface="Roboto"/>
                <a:sym typeface="Roboto"/>
              </a:endParaRPr>
            </a:p>
          </p:txBody>
        </p:sp>
        <p:cxnSp>
          <p:nvCxnSpPr>
            <p:cNvPr id="11708" name="Google Shape;11708;p200"/>
            <p:cNvCxnSpPr/>
            <p:nvPr/>
          </p:nvCxnSpPr>
          <p:spPr>
            <a:xfrm>
              <a:off x="805925" y="1664552"/>
              <a:ext cx="0" cy="899700"/>
            </a:xfrm>
            <a:prstGeom prst="straightConnector1">
              <a:avLst/>
            </a:prstGeom>
            <a:noFill/>
            <a:ln cap="flat" cmpd="sng" w="28575">
              <a:solidFill>
                <a:srgbClr val="D9D9D9"/>
              </a:solidFill>
              <a:prstDash val="solid"/>
              <a:round/>
              <a:headEnd len="sm" w="sm" type="none"/>
              <a:tailEnd len="sm" w="sm" type="none"/>
            </a:ln>
          </p:spPr>
        </p:cxnSp>
        <p:cxnSp>
          <p:nvCxnSpPr>
            <p:cNvPr id="11709" name="Google Shape;11709;p200"/>
            <p:cNvCxnSpPr/>
            <p:nvPr/>
          </p:nvCxnSpPr>
          <p:spPr>
            <a:xfrm>
              <a:off x="2607089" y="1664552"/>
              <a:ext cx="0" cy="899700"/>
            </a:xfrm>
            <a:prstGeom prst="straightConnector1">
              <a:avLst/>
            </a:prstGeom>
            <a:noFill/>
            <a:ln cap="flat" cmpd="sng" w="28575">
              <a:solidFill>
                <a:srgbClr val="D9D9D9"/>
              </a:solidFill>
              <a:prstDash val="solid"/>
              <a:round/>
              <a:headEnd len="sm" w="sm" type="none"/>
              <a:tailEnd len="sm" w="sm" type="none"/>
            </a:ln>
          </p:spPr>
        </p:cxnSp>
        <p:cxnSp>
          <p:nvCxnSpPr>
            <p:cNvPr id="11710" name="Google Shape;11710;p200"/>
            <p:cNvCxnSpPr/>
            <p:nvPr/>
          </p:nvCxnSpPr>
          <p:spPr>
            <a:xfrm>
              <a:off x="6237052" y="1664552"/>
              <a:ext cx="0" cy="899700"/>
            </a:xfrm>
            <a:prstGeom prst="straightConnector1">
              <a:avLst/>
            </a:prstGeom>
            <a:noFill/>
            <a:ln cap="flat" cmpd="sng" w="28575">
              <a:solidFill>
                <a:srgbClr val="D9D9D9"/>
              </a:solidFill>
              <a:prstDash val="solid"/>
              <a:round/>
              <a:headEnd len="sm" w="sm" type="none"/>
              <a:tailEnd len="sm" w="sm" type="none"/>
            </a:ln>
          </p:spPr>
        </p:cxnSp>
        <p:sp>
          <p:nvSpPr>
            <p:cNvPr id="11711" name="Google Shape;11711;p200"/>
            <p:cNvSpPr/>
            <p:nvPr/>
          </p:nvSpPr>
          <p:spPr>
            <a:xfrm>
              <a:off x="2627453" y="1670377"/>
              <a:ext cx="3609600" cy="893400"/>
            </a:xfrm>
            <a:prstGeom prst="rect">
              <a:avLst/>
            </a:prstGeom>
            <a:solidFill>
              <a:srgbClr val="D9EAD3"/>
            </a:solidFill>
            <a:ln cap="flat" cmpd="sng" w="9525">
              <a:solidFill>
                <a:srgbClr val="D9EA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12" name="Google Shape;11712;p200"/>
          <p:cNvGrpSpPr/>
          <p:nvPr/>
        </p:nvGrpSpPr>
        <p:grpSpPr>
          <a:xfrm>
            <a:off x="274200" y="3570647"/>
            <a:ext cx="9531600" cy="450095"/>
            <a:chOff x="274200" y="1663702"/>
            <a:chExt cx="9531600" cy="900550"/>
          </a:xfrm>
        </p:grpSpPr>
        <p:sp>
          <p:nvSpPr>
            <p:cNvPr id="11713" name="Google Shape;11713;p200"/>
            <p:cNvSpPr/>
            <p:nvPr/>
          </p:nvSpPr>
          <p:spPr>
            <a:xfrm>
              <a:off x="274200" y="1663702"/>
              <a:ext cx="9531600" cy="9000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600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t/>
              </a:r>
              <a:endParaRPr b="1" i="0" sz="1800" u="none" cap="none" strike="noStrike">
                <a:solidFill>
                  <a:srgbClr val="000000"/>
                </a:solidFill>
                <a:latin typeface="Roboto"/>
                <a:ea typeface="Roboto"/>
                <a:cs typeface="Roboto"/>
                <a:sym typeface="Roboto"/>
              </a:endParaRPr>
            </a:p>
          </p:txBody>
        </p:sp>
        <p:cxnSp>
          <p:nvCxnSpPr>
            <p:cNvPr id="11714" name="Google Shape;11714;p200"/>
            <p:cNvCxnSpPr/>
            <p:nvPr/>
          </p:nvCxnSpPr>
          <p:spPr>
            <a:xfrm>
              <a:off x="805925" y="1664552"/>
              <a:ext cx="0" cy="899700"/>
            </a:xfrm>
            <a:prstGeom prst="straightConnector1">
              <a:avLst/>
            </a:prstGeom>
            <a:noFill/>
            <a:ln cap="flat" cmpd="sng" w="28575">
              <a:solidFill>
                <a:srgbClr val="D9D9D9"/>
              </a:solidFill>
              <a:prstDash val="solid"/>
              <a:round/>
              <a:headEnd len="sm" w="sm" type="none"/>
              <a:tailEnd len="sm" w="sm" type="none"/>
            </a:ln>
          </p:spPr>
        </p:cxnSp>
        <p:cxnSp>
          <p:nvCxnSpPr>
            <p:cNvPr id="11715" name="Google Shape;11715;p200"/>
            <p:cNvCxnSpPr/>
            <p:nvPr/>
          </p:nvCxnSpPr>
          <p:spPr>
            <a:xfrm>
              <a:off x="2607089" y="1664552"/>
              <a:ext cx="0" cy="899700"/>
            </a:xfrm>
            <a:prstGeom prst="straightConnector1">
              <a:avLst/>
            </a:prstGeom>
            <a:noFill/>
            <a:ln cap="flat" cmpd="sng" w="28575">
              <a:solidFill>
                <a:srgbClr val="D9D9D9"/>
              </a:solidFill>
              <a:prstDash val="solid"/>
              <a:round/>
              <a:headEnd len="sm" w="sm" type="none"/>
              <a:tailEnd len="sm" w="sm" type="none"/>
            </a:ln>
          </p:spPr>
        </p:cxnSp>
        <p:cxnSp>
          <p:nvCxnSpPr>
            <p:cNvPr id="11716" name="Google Shape;11716;p200"/>
            <p:cNvCxnSpPr/>
            <p:nvPr/>
          </p:nvCxnSpPr>
          <p:spPr>
            <a:xfrm>
              <a:off x="6237052" y="1664552"/>
              <a:ext cx="0" cy="899700"/>
            </a:xfrm>
            <a:prstGeom prst="straightConnector1">
              <a:avLst/>
            </a:prstGeom>
            <a:noFill/>
            <a:ln cap="flat" cmpd="sng" w="28575">
              <a:solidFill>
                <a:srgbClr val="D9D9D9"/>
              </a:solidFill>
              <a:prstDash val="solid"/>
              <a:round/>
              <a:headEnd len="sm" w="sm" type="none"/>
              <a:tailEnd len="sm" w="sm" type="none"/>
            </a:ln>
          </p:spPr>
        </p:cxnSp>
        <p:sp>
          <p:nvSpPr>
            <p:cNvPr id="11717" name="Google Shape;11717;p200"/>
            <p:cNvSpPr/>
            <p:nvPr/>
          </p:nvSpPr>
          <p:spPr>
            <a:xfrm>
              <a:off x="2627450" y="1670377"/>
              <a:ext cx="3609600" cy="893400"/>
            </a:xfrm>
            <a:prstGeom prst="rect">
              <a:avLst/>
            </a:prstGeom>
            <a:solidFill>
              <a:srgbClr val="D9EAD3"/>
            </a:solidFill>
            <a:ln cap="flat" cmpd="sng" w="9525">
              <a:solidFill>
                <a:srgbClr val="D9EA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18" name="Google Shape;11718;p200"/>
          <p:cNvGrpSpPr/>
          <p:nvPr/>
        </p:nvGrpSpPr>
        <p:grpSpPr>
          <a:xfrm>
            <a:off x="862687" y="878859"/>
            <a:ext cx="8887750" cy="450264"/>
            <a:chOff x="862675" y="878900"/>
            <a:chExt cx="8887750" cy="605275"/>
          </a:xfrm>
        </p:grpSpPr>
        <p:sp>
          <p:nvSpPr>
            <p:cNvPr id="11719" name="Google Shape;11719;p200"/>
            <p:cNvSpPr/>
            <p:nvPr/>
          </p:nvSpPr>
          <p:spPr>
            <a:xfrm>
              <a:off x="2632732" y="878900"/>
              <a:ext cx="3567300" cy="596400"/>
            </a:xfrm>
            <a:prstGeom prst="roundRect">
              <a:avLst>
                <a:gd fmla="val 16667" name="adj"/>
              </a:avLst>
            </a:prstGeom>
            <a:solidFill>
              <a:srgbClr val="D9EAD3"/>
            </a:solidFill>
            <a:ln>
              <a:noFill/>
            </a:ln>
            <a:effectLst>
              <a:outerShdw blurRad="57150" rotWithShape="0" algn="bl" dir="5400000" dist="19050">
                <a:srgbClr val="000000">
                  <a:alpha val="49800"/>
                </a:srgbClr>
              </a:outerShdw>
            </a:effectLst>
          </p:spPr>
          <p:txBody>
            <a:bodyPr anchorCtr="0" anchor="ctr" bIns="36000" lIns="0" spcFirstLastPara="1" rIns="0" wrap="square" tIns="36000">
              <a:noAutofit/>
            </a:bodyPr>
            <a:lstStyle/>
            <a:p>
              <a:pPr indent="0" lvl="0" marL="0" rtl="0" algn="ctr">
                <a:spcBef>
                  <a:spcPts val="0"/>
                </a:spcBef>
                <a:spcAft>
                  <a:spcPts val="0"/>
                </a:spcAft>
                <a:buClr>
                  <a:schemeClr val="dk1"/>
                </a:buClr>
                <a:buSzPts val="1100"/>
                <a:buFont typeface="Arial"/>
                <a:buNone/>
              </a:pPr>
              <a:r>
                <a:rPr b="1" lang="es-419" sz="1200">
                  <a:solidFill>
                    <a:schemeClr val="dk1"/>
                  </a:solidFill>
                  <a:latin typeface="Arvo"/>
                  <a:ea typeface="Arvo"/>
                  <a:cs typeface="Arvo"/>
                  <a:sym typeface="Arvo"/>
                </a:rPr>
                <a:t>Proceso de Negocio</a:t>
              </a:r>
              <a:endParaRPr b="1" sz="1200">
                <a:solidFill>
                  <a:schemeClr val="dk1"/>
                </a:solidFill>
                <a:latin typeface="Arvo"/>
                <a:ea typeface="Arvo"/>
                <a:cs typeface="Arvo"/>
                <a:sym typeface="Arvo"/>
              </a:endParaRPr>
            </a:p>
          </p:txBody>
        </p:sp>
        <p:sp>
          <p:nvSpPr>
            <p:cNvPr id="11720" name="Google Shape;11720;p200"/>
            <p:cNvSpPr/>
            <p:nvPr/>
          </p:nvSpPr>
          <p:spPr>
            <a:xfrm>
              <a:off x="6275525" y="878900"/>
              <a:ext cx="3474900" cy="596400"/>
            </a:xfrm>
            <a:prstGeom prst="roundRect">
              <a:avLst>
                <a:gd fmla="val 16667" name="adj"/>
              </a:avLst>
            </a:prstGeom>
            <a:solidFill>
              <a:srgbClr val="F4CCCC"/>
            </a:solidFill>
            <a:ln>
              <a:noFill/>
            </a:ln>
            <a:effectLst>
              <a:outerShdw blurRad="57150" rotWithShape="0" algn="bl" dir="5400000" dist="19050">
                <a:srgbClr val="000000">
                  <a:alpha val="49800"/>
                </a:srgbClr>
              </a:outerShdw>
            </a:effectLst>
          </p:spPr>
          <p:txBody>
            <a:bodyPr anchorCtr="0" anchor="ctr" bIns="36000" lIns="0" spcFirstLastPara="1" rIns="0" wrap="square" tIns="36000">
              <a:noAutofit/>
            </a:bodyPr>
            <a:lstStyle/>
            <a:p>
              <a:pPr indent="0" lvl="0" marL="0" rtl="0" algn="ctr">
                <a:spcBef>
                  <a:spcPts val="0"/>
                </a:spcBef>
                <a:spcAft>
                  <a:spcPts val="0"/>
                </a:spcAft>
                <a:buClr>
                  <a:schemeClr val="dk1"/>
                </a:buClr>
                <a:buSzPts val="1100"/>
                <a:buFont typeface="Arial"/>
                <a:buNone/>
              </a:pPr>
              <a:r>
                <a:rPr b="1" lang="es-419" sz="1200">
                  <a:solidFill>
                    <a:schemeClr val="dk1"/>
                  </a:solidFill>
                  <a:latin typeface="Arvo"/>
                  <a:ea typeface="Arvo"/>
                  <a:cs typeface="Arvo"/>
                  <a:sym typeface="Arvo"/>
                </a:rPr>
                <a:t>CUS Relacionado</a:t>
              </a:r>
              <a:endParaRPr b="1" sz="1200">
                <a:latin typeface="Arvo"/>
                <a:ea typeface="Arvo"/>
                <a:cs typeface="Arvo"/>
                <a:sym typeface="Arvo"/>
              </a:endParaRPr>
            </a:p>
          </p:txBody>
        </p:sp>
        <p:sp>
          <p:nvSpPr>
            <p:cNvPr id="11721" name="Google Shape;11721;p200"/>
            <p:cNvSpPr/>
            <p:nvPr/>
          </p:nvSpPr>
          <p:spPr>
            <a:xfrm>
              <a:off x="862675" y="887775"/>
              <a:ext cx="1686900" cy="596400"/>
            </a:xfrm>
            <a:prstGeom prst="roundRect">
              <a:avLst>
                <a:gd fmla="val 16667" name="adj"/>
              </a:avLst>
            </a:prstGeom>
            <a:solidFill>
              <a:srgbClr val="FFF2CC"/>
            </a:solidFill>
            <a:ln>
              <a:noFill/>
            </a:ln>
            <a:effectLst>
              <a:outerShdw blurRad="57150" rotWithShape="0" algn="bl" dir="5400000" dist="19050">
                <a:srgbClr val="000000">
                  <a:alpha val="49800"/>
                </a:srgbClr>
              </a:outerShdw>
            </a:effectLst>
          </p:spPr>
          <p:txBody>
            <a:bodyPr anchorCtr="0" anchor="ctr" bIns="36000" lIns="0" spcFirstLastPara="1" rIns="0" wrap="square" tIns="36000">
              <a:noAutofit/>
            </a:bodyPr>
            <a:lstStyle/>
            <a:p>
              <a:pPr indent="0" lvl="0" marL="0" rtl="0" algn="ctr">
                <a:spcBef>
                  <a:spcPts val="0"/>
                </a:spcBef>
                <a:spcAft>
                  <a:spcPts val="0"/>
                </a:spcAft>
                <a:buClr>
                  <a:schemeClr val="dk1"/>
                </a:buClr>
                <a:buSzPts val="1100"/>
                <a:buFont typeface="Arial"/>
                <a:buNone/>
              </a:pPr>
              <a:r>
                <a:rPr b="1" lang="es-419" sz="1200">
                  <a:solidFill>
                    <a:schemeClr val="dk1"/>
                  </a:solidFill>
                  <a:latin typeface="Arvo"/>
                  <a:ea typeface="Arvo"/>
                  <a:cs typeface="Arvo"/>
                  <a:sym typeface="Arvo"/>
                </a:rPr>
                <a:t>Requisito</a:t>
              </a:r>
              <a:endParaRPr b="1" sz="1200">
                <a:latin typeface="Arvo"/>
                <a:ea typeface="Arvo"/>
                <a:cs typeface="Arvo"/>
                <a:sym typeface="Arvo"/>
              </a:endParaRPr>
            </a:p>
          </p:txBody>
        </p:sp>
      </p:grpSp>
      <p:grpSp>
        <p:nvGrpSpPr>
          <p:cNvPr id="11722" name="Google Shape;11722;p200"/>
          <p:cNvGrpSpPr/>
          <p:nvPr/>
        </p:nvGrpSpPr>
        <p:grpSpPr>
          <a:xfrm>
            <a:off x="274200" y="1493181"/>
            <a:ext cx="9531600" cy="450095"/>
            <a:chOff x="274200" y="1663702"/>
            <a:chExt cx="9531600" cy="900550"/>
          </a:xfrm>
        </p:grpSpPr>
        <p:sp>
          <p:nvSpPr>
            <p:cNvPr id="11723" name="Google Shape;11723;p200"/>
            <p:cNvSpPr/>
            <p:nvPr/>
          </p:nvSpPr>
          <p:spPr>
            <a:xfrm>
              <a:off x="274200" y="1663702"/>
              <a:ext cx="9531600" cy="9000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600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t/>
              </a:r>
              <a:endParaRPr b="1" i="0" sz="1800" u="none" cap="none" strike="noStrike">
                <a:solidFill>
                  <a:srgbClr val="000000"/>
                </a:solidFill>
                <a:latin typeface="Roboto"/>
                <a:ea typeface="Roboto"/>
                <a:cs typeface="Roboto"/>
                <a:sym typeface="Roboto"/>
              </a:endParaRPr>
            </a:p>
          </p:txBody>
        </p:sp>
        <p:cxnSp>
          <p:nvCxnSpPr>
            <p:cNvPr id="11724" name="Google Shape;11724;p200"/>
            <p:cNvCxnSpPr/>
            <p:nvPr/>
          </p:nvCxnSpPr>
          <p:spPr>
            <a:xfrm>
              <a:off x="805925" y="1664552"/>
              <a:ext cx="0" cy="899700"/>
            </a:xfrm>
            <a:prstGeom prst="straightConnector1">
              <a:avLst/>
            </a:prstGeom>
            <a:noFill/>
            <a:ln cap="flat" cmpd="sng" w="28575">
              <a:solidFill>
                <a:srgbClr val="D9D9D9"/>
              </a:solidFill>
              <a:prstDash val="solid"/>
              <a:round/>
              <a:headEnd len="sm" w="sm" type="none"/>
              <a:tailEnd len="sm" w="sm" type="none"/>
            </a:ln>
          </p:spPr>
        </p:cxnSp>
        <p:cxnSp>
          <p:nvCxnSpPr>
            <p:cNvPr id="11725" name="Google Shape;11725;p200"/>
            <p:cNvCxnSpPr/>
            <p:nvPr/>
          </p:nvCxnSpPr>
          <p:spPr>
            <a:xfrm>
              <a:off x="2607089" y="1664552"/>
              <a:ext cx="0" cy="899700"/>
            </a:xfrm>
            <a:prstGeom prst="straightConnector1">
              <a:avLst/>
            </a:prstGeom>
            <a:noFill/>
            <a:ln cap="flat" cmpd="sng" w="28575">
              <a:solidFill>
                <a:srgbClr val="D9D9D9"/>
              </a:solidFill>
              <a:prstDash val="solid"/>
              <a:round/>
              <a:headEnd len="sm" w="sm" type="none"/>
              <a:tailEnd len="sm" w="sm" type="none"/>
            </a:ln>
          </p:spPr>
        </p:cxnSp>
        <p:cxnSp>
          <p:nvCxnSpPr>
            <p:cNvPr id="11726" name="Google Shape;11726;p200"/>
            <p:cNvCxnSpPr/>
            <p:nvPr/>
          </p:nvCxnSpPr>
          <p:spPr>
            <a:xfrm>
              <a:off x="6237052" y="1664552"/>
              <a:ext cx="0" cy="899700"/>
            </a:xfrm>
            <a:prstGeom prst="straightConnector1">
              <a:avLst/>
            </a:prstGeom>
            <a:noFill/>
            <a:ln cap="flat" cmpd="sng" w="28575">
              <a:solidFill>
                <a:srgbClr val="D9D9D9"/>
              </a:solidFill>
              <a:prstDash val="solid"/>
              <a:round/>
              <a:headEnd len="sm" w="sm" type="none"/>
              <a:tailEnd len="sm" w="sm" type="none"/>
            </a:ln>
          </p:spPr>
        </p:cxnSp>
        <p:sp>
          <p:nvSpPr>
            <p:cNvPr id="11727" name="Google Shape;11727;p200"/>
            <p:cNvSpPr/>
            <p:nvPr/>
          </p:nvSpPr>
          <p:spPr>
            <a:xfrm>
              <a:off x="2627453" y="1670366"/>
              <a:ext cx="3609600" cy="893400"/>
            </a:xfrm>
            <a:prstGeom prst="rect">
              <a:avLst/>
            </a:prstGeom>
            <a:solidFill>
              <a:srgbClr val="D9EAD3"/>
            </a:solidFill>
            <a:ln cap="flat" cmpd="sng" w="9525">
              <a:solidFill>
                <a:srgbClr val="D9EA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28" name="Google Shape;11728;p200"/>
          <p:cNvGrpSpPr/>
          <p:nvPr/>
        </p:nvGrpSpPr>
        <p:grpSpPr>
          <a:xfrm>
            <a:off x="274200" y="2012543"/>
            <a:ext cx="9531600" cy="450095"/>
            <a:chOff x="274200" y="1663702"/>
            <a:chExt cx="9531600" cy="900550"/>
          </a:xfrm>
        </p:grpSpPr>
        <p:sp>
          <p:nvSpPr>
            <p:cNvPr id="11729" name="Google Shape;11729;p200"/>
            <p:cNvSpPr/>
            <p:nvPr/>
          </p:nvSpPr>
          <p:spPr>
            <a:xfrm>
              <a:off x="274200" y="1663702"/>
              <a:ext cx="9531600" cy="9000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600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t/>
              </a:r>
              <a:endParaRPr b="1" i="0" sz="1800" u="none" cap="none" strike="noStrike">
                <a:solidFill>
                  <a:srgbClr val="000000"/>
                </a:solidFill>
                <a:latin typeface="Roboto"/>
                <a:ea typeface="Roboto"/>
                <a:cs typeface="Roboto"/>
                <a:sym typeface="Roboto"/>
              </a:endParaRPr>
            </a:p>
          </p:txBody>
        </p:sp>
        <p:cxnSp>
          <p:nvCxnSpPr>
            <p:cNvPr id="11730" name="Google Shape;11730;p200"/>
            <p:cNvCxnSpPr/>
            <p:nvPr/>
          </p:nvCxnSpPr>
          <p:spPr>
            <a:xfrm>
              <a:off x="805925" y="1664552"/>
              <a:ext cx="0" cy="899700"/>
            </a:xfrm>
            <a:prstGeom prst="straightConnector1">
              <a:avLst/>
            </a:prstGeom>
            <a:noFill/>
            <a:ln cap="flat" cmpd="sng" w="28575">
              <a:solidFill>
                <a:srgbClr val="D9D9D9"/>
              </a:solidFill>
              <a:prstDash val="solid"/>
              <a:round/>
              <a:headEnd len="sm" w="sm" type="none"/>
              <a:tailEnd len="sm" w="sm" type="none"/>
            </a:ln>
          </p:spPr>
        </p:cxnSp>
        <p:cxnSp>
          <p:nvCxnSpPr>
            <p:cNvPr id="11731" name="Google Shape;11731;p200"/>
            <p:cNvCxnSpPr/>
            <p:nvPr/>
          </p:nvCxnSpPr>
          <p:spPr>
            <a:xfrm>
              <a:off x="2607089" y="1664552"/>
              <a:ext cx="0" cy="899700"/>
            </a:xfrm>
            <a:prstGeom prst="straightConnector1">
              <a:avLst/>
            </a:prstGeom>
            <a:noFill/>
            <a:ln cap="flat" cmpd="sng" w="28575">
              <a:solidFill>
                <a:srgbClr val="D9D9D9"/>
              </a:solidFill>
              <a:prstDash val="solid"/>
              <a:round/>
              <a:headEnd len="sm" w="sm" type="none"/>
              <a:tailEnd len="sm" w="sm" type="none"/>
            </a:ln>
          </p:spPr>
        </p:cxnSp>
        <p:sp>
          <p:nvSpPr>
            <p:cNvPr id="11732" name="Google Shape;11732;p200"/>
            <p:cNvSpPr/>
            <p:nvPr/>
          </p:nvSpPr>
          <p:spPr>
            <a:xfrm>
              <a:off x="2627453" y="1670377"/>
              <a:ext cx="3609600" cy="893400"/>
            </a:xfrm>
            <a:prstGeom prst="rect">
              <a:avLst/>
            </a:prstGeom>
            <a:solidFill>
              <a:srgbClr val="D9EAD3"/>
            </a:solidFill>
            <a:ln cap="flat" cmpd="sng" w="9525">
              <a:solidFill>
                <a:srgbClr val="D9EA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cxnSp>
        <p:nvCxnSpPr>
          <p:cNvPr id="11733" name="Google Shape;11733;p200"/>
          <p:cNvCxnSpPr/>
          <p:nvPr/>
        </p:nvCxnSpPr>
        <p:spPr>
          <a:xfrm>
            <a:off x="6237052" y="2014170"/>
            <a:ext cx="0" cy="449400"/>
          </a:xfrm>
          <a:prstGeom prst="straightConnector1">
            <a:avLst/>
          </a:prstGeom>
          <a:noFill/>
          <a:ln cap="flat" cmpd="sng" w="28575">
            <a:solidFill>
              <a:srgbClr val="D9D9D9"/>
            </a:solidFill>
            <a:prstDash val="solid"/>
            <a:round/>
            <a:headEnd len="sm" w="sm" type="none"/>
            <a:tailEnd len="sm" w="sm" type="none"/>
          </a:ln>
        </p:spPr>
      </p:cxnSp>
      <p:sp>
        <p:nvSpPr>
          <p:cNvPr id="11734" name="Google Shape;11734;p200"/>
          <p:cNvSpPr/>
          <p:nvPr/>
        </p:nvSpPr>
        <p:spPr>
          <a:xfrm>
            <a:off x="276375" y="885510"/>
            <a:ext cx="484200" cy="443700"/>
          </a:xfrm>
          <a:prstGeom prst="roundRect">
            <a:avLst>
              <a:gd fmla="val 16667" name="adj"/>
            </a:avLst>
          </a:prstGeom>
          <a:solidFill>
            <a:srgbClr val="F3F3F3"/>
          </a:solidFill>
          <a:ln>
            <a:noFill/>
          </a:ln>
          <a:effectLst>
            <a:outerShdw blurRad="57150" rotWithShape="0" algn="bl" dir="5400000" dist="19050">
              <a:srgbClr val="000000">
                <a:alpha val="49800"/>
              </a:srgbClr>
            </a:outerShdw>
          </a:effectLst>
        </p:spPr>
        <p:txBody>
          <a:bodyPr anchorCtr="0" anchor="ctr" bIns="36000" lIns="0" spcFirstLastPara="1" rIns="0" wrap="square" tIns="36000">
            <a:noAutofit/>
          </a:bodyPr>
          <a:lstStyle/>
          <a:p>
            <a:pPr indent="0" lvl="0" marL="0" marR="0" rtl="0" algn="ctr">
              <a:lnSpc>
                <a:spcPct val="100000"/>
              </a:lnSpc>
              <a:spcBef>
                <a:spcPts val="0"/>
              </a:spcBef>
              <a:spcAft>
                <a:spcPts val="0"/>
              </a:spcAft>
              <a:buClr>
                <a:srgbClr val="000000"/>
              </a:buClr>
              <a:buSzPts val="1100"/>
              <a:buFont typeface="Arial"/>
              <a:buNone/>
            </a:pPr>
            <a:r>
              <a:rPr b="1" lang="es-419" sz="1200">
                <a:latin typeface="Arvo"/>
                <a:ea typeface="Arvo"/>
                <a:cs typeface="Arvo"/>
                <a:sym typeface="Arvo"/>
              </a:rPr>
              <a:t>#</a:t>
            </a:r>
            <a:endParaRPr b="1" i="0" sz="1200" u="none" cap="none" strike="noStrike">
              <a:solidFill>
                <a:srgbClr val="000000"/>
              </a:solidFill>
              <a:latin typeface="Arvo"/>
              <a:ea typeface="Arvo"/>
              <a:cs typeface="Arvo"/>
              <a:sym typeface="Arvo"/>
            </a:endParaRPr>
          </a:p>
        </p:txBody>
      </p:sp>
      <p:sp>
        <p:nvSpPr>
          <p:cNvPr id="11735" name="Google Shape;11735;p200"/>
          <p:cNvSpPr txBox="1"/>
          <p:nvPr>
            <p:ph idx="1" type="subTitle"/>
          </p:nvPr>
        </p:nvSpPr>
        <p:spPr>
          <a:xfrm>
            <a:off x="832100" y="1493107"/>
            <a:ext cx="1750500" cy="4503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11736" name="Google Shape;11736;p200"/>
          <p:cNvSpPr txBox="1"/>
          <p:nvPr>
            <p:ph idx="2" type="subTitle"/>
          </p:nvPr>
        </p:nvSpPr>
        <p:spPr>
          <a:xfrm>
            <a:off x="2631389" y="1493107"/>
            <a:ext cx="3605700" cy="4503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11737" name="Google Shape;11737;p200"/>
          <p:cNvSpPr txBox="1"/>
          <p:nvPr>
            <p:ph idx="3" type="subTitle"/>
          </p:nvPr>
        </p:nvSpPr>
        <p:spPr>
          <a:xfrm>
            <a:off x="6269361" y="1493107"/>
            <a:ext cx="3536400" cy="4503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11738" name="Google Shape;11738;p200"/>
          <p:cNvSpPr txBox="1"/>
          <p:nvPr>
            <p:ph idx="4" type="subTitle"/>
          </p:nvPr>
        </p:nvSpPr>
        <p:spPr>
          <a:xfrm>
            <a:off x="832100" y="2026281"/>
            <a:ext cx="1750500" cy="4503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11739" name="Google Shape;11739;p200"/>
          <p:cNvSpPr txBox="1"/>
          <p:nvPr>
            <p:ph idx="5" type="subTitle"/>
          </p:nvPr>
        </p:nvSpPr>
        <p:spPr>
          <a:xfrm>
            <a:off x="2631389" y="2026281"/>
            <a:ext cx="3605700" cy="4503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11740" name="Google Shape;11740;p200"/>
          <p:cNvSpPr txBox="1"/>
          <p:nvPr>
            <p:ph idx="6" type="subTitle"/>
          </p:nvPr>
        </p:nvSpPr>
        <p:spPr>
          <a:xfrm>
            <a:off x="6269361" y="2026281"/>
            <a:ext cx="3536400" cy="4503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11741" name="Google Shape;11741;p200"/>
          <p:cNvSpPr txBox="1"/>
          <p:nvPr>
            <p:ph idx="7" type="subTitle"/>
          </p:nvPr>
        </p:nvSpPr>
        <p:spPr>
          <a:xfrm>
            <a:off x="832100" y="2534273"/>
            <a:ext cx="1750500" cy="4503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11742" name="Google Shape;11742;p200"/>
          <p:cNvSpPr txBox="1"/>
          <p:nvPr>
            <p:ph idx="8" type="subTitle"/>
          </p:nvPr>
        </p:nvSpPr>
        <p:spPr>
          <a:xfrm>
            <a:off x="2631389" y="2534273"/>
            <a:ext cx="3605700" cy="4503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11743" name="Google Shape;11743;p200"/>
          <p:cNvSpPr txBox="1"/>
          <p:nvPr>
            <p:ph idx="9" type="subTitle"/>
          </p:nvPr>
        </p:nvSpPr>
        <p:spPr>
          <a:xfrm>
            <a:off x="6269361" y="2534273"/>
            <a:ext cx="3536400" cy="4503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11744" name="Google Shape;11744;p200"/>
          <p:cNvSpPr txBox="1"/>
          <p:nvPr>
            <p:ph idx="13" type="subTitle"/>
          </p:nvPr>
        </p:nvSpPr>
        <p:spPr>
          <a:xfrm>
            <a:off x="832100" y="3054546"/>
            <a:ext cx="1750500" cy="4503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11745" name="Google Shape;11745;p200"/>
          <p:cNvSpPr txBox="1"/>
          <p:nvPr>
            <p:ph idx="14" type="subTitle"/>
          </p:nvPr>
        </p:nvSpPr>
        <p:spPr>
          <a:xfrm>
            <a:off x="2631389" y="3054546"/>
            <a:ext cx="3605700" cy="4503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11746" name="Google Shape;11746;p200"/>
          <p:cNvSpPr txBox="1"/>
          <p:nvPr>
            <p:ph idx="15" type="subTitle"/>
          </p:nvPr>
        </p:nvSpPr>
        <p:spPr>
          <a:xfrm>
            <a:off x="6269361" y="3054546"/>
            <a:ext cx="3536400" cy="4503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11747" name="Google Shape;11747;p200"/>
          <p:cNvSpPr txBox="1"/>
          <p:nvPr>
            <p:ph idx="16" type="subTitle"/>
          </p:nvPr>
        </p:nvSpPr>
        <p:spPr>
          <a:xfrm>
            <a:off x="832100" y="3587721"/>
            <a:ext cx="1750500" cy="4503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11748" name="Google Shape;11748;p200"/>
          <p:cNvSpPr txBox="1"/>
          <p:nvPr>
            <p:ph idx="17" type="subTitle"/>
          </p:nvPr>
        </p:nvSpPr>
        <p:spPr>
          <a:xfrm>
            <a:off x="2631389" y="3587721"/>
            <a:ext cx="3605700" cy="4503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11749" name="Google Shape;11749;p200"/>
          <p:cNvSpPr txBox="1"/>
          <p:nvPr>
            <p:ph idx="18" type="subTitle"/>
          </p:nvPr>
        </p:nvSpPr>
        <p:spPr>
          <a:xfrm>
            <a:off x="6269361" y="3587721"/>
            <a:ext cx="3536400" cy="4503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11750" name="Google Shape;11750;p200"/>
          <p:cNvSpPr txBox="1"/>
          <p:nvPr/>
        </p:nvSpPr>
        <p:spPr>
          <a:xfrm>
            <a:off x="277302" y="1493157"/>
            <a:ext cx="509100" cy="4503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s-419" sz="800">
                <a:latin typeface="Arvo"/>
                <a:ea typeface="Arvo"/>
                <a:cs typeface="Arvo"/>
                <a:sym typeface="Arvo"/>
              </a:rPr>
              <a:t>1</a:t>
            </a:r>
            <a:endParaRPr b="1" sz="800">
              <a:latin typeface="Arvo"/>
              <a:ea typeface="Arvo"/>
              <a:cs typeface="Arvo"/>
              <a:sym typeface="Arvo"/>
            </a:endParaRPr>
          </a:p>
        </p:txBody>
      </p:sp>
      <p:sp>
        <p:nvSpPr>
          <p:cNvPr id="11751" name="Google Shape;11751;p200"/>
          <p:cNvSpPr txBox="1"/>
          <p:nvPr/>
        </p:nvSpPr>
        <p:spPr>
          <a:xfrm>
            <a:off x="277302" y="2013273"/>
            <a:ext cx="509100" cy="4503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s-419" sz="800">
                <a:latin typeface="Arvo"/>
                <a:ea typeface="Arvo"/>
                <a:cs typeface="Arvo"/>
                <a:sym typeface="Arvo"/>
              </a:rPr>
              <a:t>2</a:t>
            </a:r>
            <a:endParaRPr b="1" sz="800">
              <a:latin typeface="Arvo"/>
              <a:ea typeface="Arvo"/>
              <a:cs typeface="Arvo"/>
              <a:sym typeface="Arvo"/>
            </a:endParaRPr>
          </a:p>
        </p:txBody>
      </p:sp>
      <p:sp>
        <p:nvSpPr>
          <p:cNvPr id="11752" name="Google Shape;11752;p200"/>
          <p:cNvSpPr txBox="1"/>
          <p:nvPr/>
        </p:nvSpPr>
        <p:spPr>
          <a:xfrm>
            <a:off x="277302" y="2532174"/>
            <a:ext cx="509100" cy="4503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s-419" sz="800">
                <a:latin typeface="Arvo"/>
                <a:ea typeface="Arvo"/>
                <a:cs typeface="Arvo"/>
                <a:sym typeface="Arvo"/>
              </a:rPr>
              <a:t>3</a:t>
            </a:r>
            <a:endParaRPr b="1" sz="800">
              <a:latin typeface="Arvo"/>
              <a:ea typeface="Arvo"/>
              <a:cs typeface="Arvo"/>
              <a:sym typeface="Arvo"/>
            </a:endParaRPr>
          </a:p>
        </p:txBody>
      </p:sp>
      <p:sp>
        <p:nvSpPr>
          <p:cNvPr id="11753" name="Google Shape;11753;p200"/>
          <p:cNvSpPr txBox="1"/>
          <p:nvPr/>
        </p:nvSpPr>
        <p:spPr>
          <a:xfrm>
            <a:off x="277302" y="3053089"/>
            <a:ext cx="509100" cy="4503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s-419" sz="800">
                <a:latin typeface="Arvo"/>
                <a:ea typeface="Arvo"/>
                <a:cs typeface="Arvo"/>
                <a:sym typeface="Arvo"/>
              </a:rPr>
              <a:t>4</a:t>
            </a:r>
            <a:endParaRPr b="1" sz="800">
              <a:latin typeface="Arvo"/>
              <a:ea typeface="Arvo"/>
              <a:cs typeface="Arvo"/>
              <a:sym typeface="Arvo"/>
            </a:endParaRPr>
          </a:p>
        </p:txBody>
      </p:sp>
      <p:sp>
        <p:nvSpPr>
          <p:cNvPr id="11754" name="Google Shape;11754;p200"/>
          <p:cNvSpPr txBox="1"/>
          <p:nvPr/>
        </p:nvSpPr>
        <p:spPr>
          <a:xfrm>
            <a:off x="277302" y="3570525"/>
            <a:ext cx="509100" cy="4503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s-419" sz="800">
                <a:latin typeface="Arvo"/>
                <a:ea typeface="Arvo"/>
                <a:cs typeface="Arvo"/>
                <a:sym typeface="Arvo"/>
              </a:rPr>
              <a:t>5</a:t>
            </a:r>
            <a:endParaRPr b="1" sz="800">
              <a:latin typeface="Arvo"/>
              <a:ea typeface="Arvo"/>
              <a:cs typeface="Arvo"/>
              <a:sym typeface="Arvo"/>
            </a:endParaRPr>
          </a:p>
        </p:txBody>
      </p:sp>
      <p:grpSp>
        <p:nvGrpSpPr>
          <p:cNvPr id="11755" name="Google Shape;11755;p200"/>
          <p:cNvGrpSpPr/>
          <p:nvPr/>
        </p:nvGrpSpPr>
        <p:grpSpPr>
          <a:xfrm>
            <a:off x="274200" y="5122711"/>
            <a:ext cx="9531600" cy="450095"/>
            <a:chOff x="274200" y="1663702"/>
            <a:chExt cx="9531600" cy="900550"/>
          </a:xfrm>
        </p:grpSpPr>
        <p:sp>
          <p:nvSpPr>
            <p:cNvPr id="11756" name="Google Shape;11756;p200"/>
            <p:cNvSpPr/>
            <p:nvPr/>
          </p:nvSpPr>
          <p:spPr>
            <a:xfrm>
              <a:off x="274200" y="1663702"/>
              <a:ext cx="9531600" cy="9000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600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t/>
              </a:r>
              <a:endParaRPr b="1" i="0" sz="1800" u="none" cap="none" strike="noStrike">
                <a:solidFill>
                  <a:srgbClr val="000000"/>
                </a:solidFill>
                <a:latin typeface="Roboto"/>
                <a:ea typeface="Roboto"/>
                <a:cs typeface="Roboto"/>
                <a:sym typeface="Roboto"/>
              </a:endParaRPr>
            </a:p>
          </p:txBody>
        </p:sp>
        <p:cxnSp>
          <p:nvCxnSpPr>
            <p:cNvPr id="11757" name="Google Shape;11757;p200"/>
            <p:cNvCxnSpPr/>
            <p:nvPr/>
          </p:nvCxnSpPr>
          <p:spPr>
            <a:xfrm>
              <a:off x="805925" y="1664552"/>
              <a:ext cx="0" cy="899700"/>
            </a:xfrm>
            <a:prstGeom prst="straightConnector1">
              <a:avLst/>
            </a:prstGeom>
            <a:noFill/>
            <a:ln cap="flat" cmpd="sng" w="28575">
              <a:solidFill>
                <a:srgbClr val="D9D9D9"/>
              </a:solidFill>
              <a:prstDash val="solid"/>
              <a:round/>
              <a:headEnd len="sm" w="sm" type="none"/>
              <a:tailEnd len="sm" w="sm" type="none"/>
            </a:ln>
          </p:spPr>
        </p:cxnSp>
        <p:cxnSp>
          <p:nvCxnSpPr>
            <p:cNvPr id="11758" name="Google Shape;11758;p200"/>
            <p:cNvCxnSpPr/>
            <p:nvPr/>
          </p:nvCxnSpPr>
          <p:spPr>
            <a:xfrm>
              <a:off x="2607089" y="1664552"/>
              <a:ext cx="0" cy="899700"/>
            </a:xfrm>
            <a:prstGeom prst="straightConnector1">
              <a:avLst/>
            </a:prstGeom>
            <a:noFill/>
            <a:ln cap="flat" cmpd="sng" w="28575">
              <a:solidFill>
                <a:srgbClr val="D9D9D9"/>
              </a:solidFill>
              <a:prstDash val="solid"/>
              <a:round/>
              <a:headEnd len="sm" w="sm" type="none"/>
              <a:tailEnd len="sm" w="sm" type="none"/>
            </a:ln>
          </p:spPr>
        </p:cxnSp>
        <p:cxnSp>
          <p:nvCxnSpPr>
            <p:cNvPr id="11759" name="Google Shape;11759;p200"/>
            <p:cNvCxnSpPr/>
            <p:nvPr/>
          </p:nvCxnSpPr>
          <p:spPr>
            <a:xfrm>
              <a:off x="6232786" y="1664552"/>
              <a:ext cx="0" cy="899700"/>
            </a:xfrm>
            <a:prstGeom prst="straightConnector1">
              <a:avLst/>
            </a:prstGeom>
            <a:noFill/>
            <a:ln cap="flat" cmpd="sng" w="28575">
              <a:solidFill>
                <a:srgbClr val="B7B7B7"/>
              </a:solidFill>
              <a:prstDash val="solid"/>
              <a:round/>
              <a:headEnd len="sm" w="sm" type="none"/>
              <a:tailEnd len="sm" w="sm" type="none"/>
            </a:ln>
          </p:spPr>
        </p:cxnSp>
        <p:cxnSp>
          <p:nvCxnSpPr>
            <p:cNvPr id="11760" name="Google Shape;11760;p200"/>
            <p:cNvCxnSpPr/>
            <p:nvPr/>
          </p:nvCxnSpPr>
          <p:spPr>
            <a:xfrm>
              <a:off x="6237052" y="1664552"/>
              <a:ext cx="0" cy="899700"/>
            </a:xfrm>
            <a:prstGeom prst="straightConnector1">
              <a:avLst/>
            </a:prstGeom>
            <a:noFill/>
            <a:ln cap="flat" cmpd="sng" w="28575">
              <a:solidFill>
                <a:srgbClr val="D9D9D9"/>
              </a:solidFill>
              <a:prstDash val="solid"/>
              <a:round/>
              <a:headEnd len="sm" w="sm" type="none"/>
              <a:tailEnd len="sm" w="sm" type="none"/>
            </a:ln>
          </p:spPr>
        </p:cxnSp>
        <p:sp>
          <p:nvSpPr>
            <p:cNvPr id="11761" name="Google Shape;11761;p200"/>
            <p:cNvSpPr/>
            <p:nvPr/>
          </p:nvSpPr>
          <p:spPr>
            <a:xfrm>
              <a:off x="2627453" y="1670377"/>
              <a:ext cx="3605400" cy="893400"/>
            </a:xfrm>
            <a:prstGeom prst="rect">
              <a:avLst/>
            </a:prstGeom>
            <a:solidFill>
              <a:srgbClr val="D9EAD3"/>
            </a:solidFill>
            <a:ln cap="flat" cmpd="sng" w="9525">
              <a:solidFill>
                <a:srgbClr val="D9EA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62" name="Google Shape;11762;p200"/>
          <p:cNvGrpSpPr/>
          <p:nvPr/>
        </p:nvGrpSpPr>
        <p:grpSpPr>
          <a:xfrm>
            <a:off x="274200" y="5642079"/>
            <a:ext cx="9531600" cy="450095"/>
            <a:chOff x="274200" y="1663702"/>
            <a:chExt cx="9531600" cy="900550"/>
          </a:xfrm>
        </p:grpSpPr>
        <p:sp>
          <p:nvSpPr>
            <p:cNvPr id="11763" name="Google Shape;11763;p200"/>
            <p:cNvSpPr/>
            <p:nvPr/>
          </p:nvSpPr>
          <p:spPr>
            <a:xfrm>
              <a:off x="274200" y="1663702"/>
              <a:ext cx="9531600" cy="9000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600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t/>
              </a:r>
              <a:endParaRPr b="1" i="0" sz="1800" u="none" cap="none" strike="noStrike">
                <a:solidFill>
                  <a:srgbClr val="000000"/>
                </a:solidFill>
                <a:latin typeface="Roboto"/>
                <a:ea typeface="Roboto"/>
                <a:cs typeface="Roboto"/>
                <a:sym typeface="Roboto"/>
              </a:endParaRPr>
            </a:p>
          </p:txBody>
        </p:sp>
        <p:cxnSp>
          <p:nvCxnSpPr>
            <p:cNvPr id="11764" name="Google Shape;11764;p200"/>
            <p:cNvCxnSpPr/>
            <p:nvPr/>
          </p:nvCxnSpPr>
          <p:spPr>
            <a:xfrm>
              <a:off x="805925" y="1664552"/>
              <a:ext cx="0" cy="899700"/>
            </a:xfrm>
            <a:prstGeom prst="straightConnector1">
              <a:avLst/>
            </a:prstGeom>
            <a:noFill/>
            <a:ln cap="flat" cmpd="sng" w="28575">
              <a:solidFill>
                <a:srgbClr val="D9D9D9"/>
              </a:solidFill>
              <a:prstDash val="solid"/>
              <a:round/>
              <a:headEnd len="sm" w="sm" type="none"/>
              <a:tailEnd len="sm" w="sm" type="none"/>
            </a:ln>
          </p:spPr>
        </p:cxnSp>
        <p:cxnSp>
          <p:nvCxnSpPr>
            <p:cNvPr id="11765" name="Google Shape;11765;p200"/>
            <p:cNvCxnSpPr/>
            <p:nvPr/>
          </p:nvCxnSpPr>
          <p:spPr>
            <a:xfrm>
              <a:off x="2607089" y="1664552"/>
              <a:ext cx="0" cy="899700"/>
            </a:xfrm>
            <a:prstGeom prst="straightConnector1">
              <a:avLst/>
            </a:prstGeom>
            <a:noFill/>
            <a:ln cap="flat" cmpd="sng" w="28575">
              <a:solidFill>
                <a:srgbClr val="D9D9D9"/>
              </a:solidFill>
              <a:prstDash val="solid"/>
              <a:round/>
              <a:headEnd len="sm" w="sm" type="none"/>
              <a:tailEnd len="sm" w="sm" type="none"/>
            </a:ln>
          </p:spPr>
        </p:cxnSp>
        <p:cxnSp>
          <p:nvCxnSpPr>
            <p:cNvPr id="11766" name="Google Shape;11766;p200"/>
            <p:cNvCxnSpPr/>
            <p:nvPr/>
          </p:nvCxnSpPr>
          <p:spPr>
            <a:xfrm>
              <a:off x="6237052" y="1664552"/>
              <a:ext cx="0" cy="899700"/>
            </a:xfrm>
            <a:prstGeom prst="straightConnector1">
              <a:avLst/>
            </a:prstGeom>
            <a:noFill/>
            <a:ln cap="flat" cmpd="sng" w="28575">
              <a:solidFill>
                <a:srgbClr val="D9D9D9"/>
              </a:solidFill>
              <a:prstDash val="solid"/>
              <a:round/>
              <a:headEnd len="sm" w="sm" type="none"/>
              <a:tailEnd len="sm" w="sm" type="none"/>
            </a:ln>
          </p:spPr>
        </p:cxnSp>
        <p:sp>
          <p:nvSpPr>
            <p:cNvPr id="11767" name="Google Shape;11767;p200"/>
            <p:cNvSpPr/>
            <p:nvPr/>
          </p:nvSpPr>
          <p:spPr>
            <a:xfrm>
              <a:off x="2627453" y="1670377"/>
              <a:ext cx="3609600" cy="893400"/>
            </a:xfrm>
            <a:prstGeom prst="rect">
              <a:avLst/>
            </a:prstGeom>
            <a:solidFill>
              <a:srgbClr val="D9EAD3"/>
            </a:solidFill>
            <a:ln cap="flat" cmpd="sng" w="9525">
              <a:solidFill>
                <a:srgbClr val="D9EA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68" name="Google Shape;11768;p200"/>
          <p:cNvGrpSpPr/>
          <p:nvPr/>
        </p:nvGrpSpPr>
        <p:grpSpPr>
          <a:xfrm>
            <a:off x="274200" y="6161447"/>
            <a:ext cx="9531600" cy="450095"/>
            <a:chOff x="274200" y="1663702"/>
            <a:chExt cx="9531600" cy="900550"/>
          </a:xfrm>
        </p:grpSpPr>
        <p:sp>
          <p:nvSpPr>
            <p:cNvPr id="11769" name="Google Shape;11769;p200"/>
            <p:cNvSpPr/>
            <p:nvPr/>
          </p:nvSpPr>
          <p:spPr>
            <a:xfrm>
              <a:off x="274200" y="1663702"/>
              <a:ext cx="9531600" cy="9000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600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t/>
              </a:r>
              <a:endParaRPr b="1" i="0" sz="1800" u="none" cap="none" strike="noStrike">
                <a:solidFill>
                  <a:srgbClr val="000000"/>
                </a:solidFill>
                <a:latin typeface="Roboto"/>
                <a:ea typeface="Roboto"/>
                <a:cs typeface="Roboto"/>
                <a:sym typeface="Roboto"/>
              </a:endParaRPr>
            </a:p>
          </p:txBody>
        </p:sp>
        <p:cxnSp>
          <p:nvCxnSpPr>
            <p:cNvPr id="11770" name="Google Shape;11770;p200"/>
            <p:cNvCxnSpPr/>
            <p:nvPr/>
          </p:nvCxnSpPr>
          <p:spPr>
            <a:xfrm>
              <a:off x="805925" y="1664552"/>
              <a:ext cx="0" cy="899700"/>
            </a:xfrm>
            <a:prstGeom prst="straightConnector1">
              <a:avLst/>
            </a:prstGeom>
            <a:noFill/>
            <a:ln cap="flat" cmpd="sng" w="28575">
              <a:solidFill>
                <a:srgbClr val="D9D9D9"/>
              </a:solidFill>
              <a:prstDash val="solid"/>
              <a:round/>
              <a:headEnd len="sm" w="sm" type="none"/>
              <a:tailEnd len="sm" w="sm" type="none"/>
            </a:ln>
          </p:spPr>
        </p:cxnSp>
        <p:cxnSp>
          <p:nvCxnSpPr>
            <p:cNvPr id="11771" name="Google Shape;11771;p200"/>
            <p:cNvCxnSpPr/>
            <p:nvPr/>
          </p:nvCxnSpPr>
          <p:spPr>
            <a:xfrm>
              <a:off x="2607089" y="1664552"/>
              <a:ext cx="0" cy="899700"/>
            </a:xfrm>
            <a:prstGeom prst="straightConnector1">
              <a:avLst/>
            </a:prstGeom>
            <a:noFill/>
            <a:ln cap="flat" cmpd="sng" w="28575">
              <a:solidFill>
                <a:srgbClr val="D9D9D9"/>
              </a:solidFill>
              <a:prstDash val="solid"/>
              <a:round/>
              <a:headEnd len="sm" w="sm" type="none"/>
              <a:tailEnd len="sm" w="sm" type="none"/>
            </a:ln>
          </p:spPr>
        </p:cxnSp>
        <p:cxnSp>
          <p:nvCxnSpPr>
            <p:cNvPr id="11772" name="Google Shape;11772;p200"/>
            <p:cNvCxnSpPr/>
            <p:nvPr/>
          </p:nvCxnSpPr>
          <p:spPr>
            <a:xfrm>
              <a:off x="6237052" y="1664552"/>
              <a:ext cx="0" cy="899700"/>
            </a:xfrm>
            <a:prstGeom prst="straightConnector1">
              <a:avLst/>
            </a:prstGeom>
            <a:noFill/>
            <a:ln cap="flat" cmpd="sng" w="28575">
              <a:solidFill>
                <a:srgbClr val="D9D9D9"/>
              </a:solidFill>
              <a:prstDash val="solid"/>
              <a:round/>
              <a:headEnd len="sm" w="sm" type="none"/>
              <a:tailEnd len="sm" w="sm" type="none"/>
            </a:ln>
          </p:spPr>
        </p:cxnSp>
        <p:sp>
          <p:nvSpPr>
            <p:cNvPr id="11773" name="Google Shape;11773;p200"/>
            <p:cNvSpPr/>
            <p:nvPr/>
          </p:nvSpPr>
          <p:spPr>
            <a:xfrm>
              <a:off x="2627450" y="1670377"/>
              <a:ext cx="3609600" cy="893400"/>
            </a:xfrm>
            <a:prstGeom prst="rect">
              <a:avLst/>
            </a:prstGeom>
            <a:solidFill>
              <a:srgbClr val="D9EAD3"/>
            </a:solidFill>
            <a:ln cap="flat" cmpd="sng" w="9525">
              <a:solidFill>
                <a:srgbClr val="D9EA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74" name="Google Shape;11774;p200"/>
          <p:cNvGrpSpPr/>
          <p:nvPr/>
        </p:nvGrpSpPr>
        <p:grpSpPr>
          <a:xfrm>
            <a:off x="274200" y="4083981"/>
            <a:ext cx="9531600" cy="450095"/>
            <a:chOff x="274200" y="1663702"/>
            <a:chExt cx="9531600" cy="900550"/>
          </a:xfrm>
        </p:grpSpPr>
        <p:sp>
          <p:nvSpPr>
            <p:cNvPr id="11775" name="Google Shape;11775;p200"/>
            <p:cNvSpPr/>
            <p:nvPr/>
          </p:nvSpPr>
          <p:spPr>
            <a:xfrm>
              <a:off x="274200" y="1663702"/>
              <a:ext cx="9531600" cy="9000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600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t/>
              </a:r>
              <a:endParaRPr b="1" i="0" sz="1800" u="none" cap="none" strike="noStrike">
                <a:solidFill>
                  <a:srgbClr val="000000"/>
                </a:solidFill>
                <a:latin typeface="Roboto"/>
                <a:ea typeface="Roboto"/>
                <a:cs typeface="Roboto"/>
                <a:sym typeface="Roboto"/>
              </a:endParaRPr>
            </a:p>
          </p:txBody>
        </p:sp>
        <p:cxnSp>
          <p:nvCxnSpPr>
            <p:cNvPr id="11776" name="Google Shape;11776;p200"/>
            <p:cNvCxnSpPr/>
            <p:nvPr/>
          </p:nvCxnSpPr>
          <p:spPr>
            <a:xfrm>
              <a:off x="805925" y="1664552"/>
              <a:ext cx="0" cy="899700"/>
            </a:xfrm>
            <a:prstGeom prst="straightConnector1">
              <a:avLst/>
            </a:prstGeom>
            <a:noFill/>
            <a:ln cap="flat" cmpd="sng" w="28575">
              <a:solidFill>
                <a:srgbClr val="D9D9D9"/>
              </a:solidFill>
              <a:prstDash val="solid"/>
              <a:round/>
              <a:headEnd len="sm" w="sm" type="none"/>
              <a:tailEnd len="sm" w="sm" type="none"/>
            </a:ln>
          </p:spPr>
        </p:cxnSp>
        <p:cxnSp>
          <p:nvCxnSpPr>
            <p:cNvPr id="11777" name="Google Shape;11777;p200"/>
            <p:cNvCxnSpPr/>
            <p:nvPr/>
          </p:nvCxnSpPr>
          <p:spPr>
            <a:xfrm>
              <a:off x="2607089" y="1664552"/>
              <a:ext cx="0" cy="899700"/>
            </a:xfrm>
            <a:prstGeom prst="straightConnector1">
              <a:avLst/>
            </a:prstGeom>
            <a:noFill/>
            <a:ln cap="flat" cmpd="sng" w="28575">
              <a:solidFill>
                <a:srgbClr val="D9D9D9"/>
              </a:solidFill>
              <a:prstDash val="solid"/>
              <a:round/>
              <a:headEnd len="sm" w="sm" type="none"/>
              <a:tailEnd len="sm" w="sm" type="none"/>
            </a:ln>
          </p:spPr>
        </p:cxnSp>
        <p:cxnSp>
          <p:nvCxnSpPr>
            <p:cNvPr id="11778" name="Google Shape;11778;p200"/>
            <p:cNvCxnSpPr/>
            <p:nvPr/>
          </p:nvCxnSpPr>
          <p:spPr>
            <a:xfrm>
              <a:off x="6237052" y="1664552"/>
              <a:ext cx="0" cy="899700"/>
            </a:xfrm>
            <a:prstGeom prst="straightConnector1">
              <a:avLst/>
            </a:prstGeom>
            <a:noFill/>
            <a:ln cap="flat" cmpd="sng" w="28575">
              <a:solidFill>
                <a:srgbClr val="D9D9D9"/>
              </a:solidFill>
              <a:prstDash val="solid"/>
              <a:round/>
              <a:headEnd len="sm" w="sm" type="none"/>
              <a:tailEnd len="sm" w="sm" type="none"/>
            </a:ln>
          </p:spPr>
        </p:cxnSp>
        <p:sp>
          <p:nvSpPr>
            <p:cNvPr id="11779" name="Google Shape;11779;p200"/>
            <p:cNvSpPr/>
            <p:nvPr/>
          </p:nvSpPr>
          <p:spPr>
            <a:xfrm>
              <a:off x="2627453" y="1670366"/>
              <a:ext cx="3609600" cy="893400"/>
            </a:xfrm>
            <a:prstGeom prst="rect">
              <a:avLst/>
            </a:prstGeom>
            <a:solidFill>
              <a:srgbClr val="D9EAD3"/>
            </a:solidFill>
            <a:ln cap="flat" cmpd="sng" w="9525">
              <a:solidFill>
                <a:srgbClr val="D9EA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80" name="Google Shape;11780;p200"/>
          <p:cNvGrpSpPr/>
          <p:nvPr/>
        </p:nvGrpSpPr>
        <p:grpSpPr>
          <a:xfrm>
            <a:off x="274200" y="4603343"/>
            <a:ext cx="9531600" cy="450095"/>
            <a:chOff x="274200" y="1663702"/>
            <a:chExt cx="9531600" cy="900550"/>
          </a:xfrm>
        </p:grpSpPr>
        <p:sp>
          <p:nvSpPr>
            <p:cNvPr id="11781" name="Google Shape;11781;p200"/>
            <p:cNvSpPr/>
            <p:nvPr/>
          </p:nvSpPr>
          <p:spPr>
            <a:xfrm>
              <a:off x="274200" y="1663702"/>
              <a:ext cx="9531600" cy="9000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600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t/>
              </a:r>
              <a:endParaRPr b="1" i="0" sz="1800" u="none" cap="none" strike="noStrike">
                <a:solidFill>
                  <a:srgbClr val="000000"/>
                </a:solidFill>
                <a:latin typeface="Roboto"/>
                <a:ea typeface="Roboto"/>
                <a:cs typeface="Roboto"/>
                <a:sym typeface="Roboto"/>
              </a:endParaRPr>
            </a:p>
          </p:txBody>
        </p:sp>
        <p:cxnSp>
          <p:nvCxnSpPr>
            <p:cNvPr id="11782" name="Google Shape;11782;p200"/>
            <p:cNvCxnSpPr/>
            <p:nvPr/>
          </p:nvCxnSpPr>
          <p:spPr>
            <a:xfrm>
              <a:off x="805925" y="1664552"/>
              <a:ext cx="0" cy="899700"/>
            </a:xfrm>
            <a:prstGeom prst="straightConnector1">
              <a:avLst/>
            </a:prstGeom>
            <a:noFill/>
            <a:ln cap="flat" cmpd="sng" w="28575">
              <a:solidFill>
                <a:srgbClr val="D9D9D9"/>
              </a:solidFill>
              <a:prstDash val="solid"/>
              <a:round/>
              <a:headEnd len="sm" w="sm" type="none"/>
              <a:tailEnd len="sm" w="sm" type="none"/>
            </a:ln>
          </p:spPr>
        </p:cxnSp>
        <p:cxnSp>
          <p:nvCxnSpPr>
            <p:cNvPr id="11783" name="Google Shape;11783;p200"/>
            <p:cNvCxnSpPr/>
            <p:nvPr/>
          </p:nvCxnSpPr>
          <p:spPr>
            <a:xfrm>
              <a:off x="2607089" y="1664552"/>
              <a:ext cx="0" cy="899700"/>
            </a:xfrm>
            <a:prstGeom prst="straightConnector1">
              <a:avLst/>
            </a:prstGeom>
            <a:noFill/>
            <a:ln cap="flat" cmpd="sng" w="28575">
              <a:solidFill>
                <a:srgbClr val="D9D9D9"/>
              </a:solidFill>
              <a:prstDash val="solid"/>
              <a:round/>
              <a:headEnd len="sm" w="sm" type="none"/>
              <a:tailEnd len="sm" w="sm" type="none"/>
            </a:ln>
          </p:spPr>
        </p:cxnSp>
        <p:sp>
          <p:nvSpPr>
            <p:cNvPr id="11784" name="Google Shape;11784;p200"/>
            <p:cNvSpPr/>
            <p:nvPr/>
          </p:nvSpPr>
          <p:spPr>
            <a:xfrm>
              <a:off x="2627453" y="1670377"/>
              <a:ext cx="3609600" cy="893400"/>
            </a:xfrm>
            <a:prstGeom prst="rect">
              <a:avLst/>
            </a:prstGeom>
            <a:solidFill>
              <a:srgbClr val="D9EAD3"/>
            </a:solidFill>
            <a:ln cap="flat" cmpd="sng" w="9525">
              <a:solidFill>
                <a:srgbClr val="D9EA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cxnSp>
        <p:nvCxnSpPr>
          <p:cNvPr id="11785" name="Google Shape;11785;p200"/>
          <p:cNvCxnSpPr/>
          <p:nvPr/>
        </p:nvCxnSpPr>
        <p:spPr>
          <a:xfrm>
            <a:off x="6237052" y="4604970"/>
            <a:ext cx="0" cy="449400"/>
          </a:xfrm>
          <a:prstGeom prst="straightConnector1">
            <a:avLst/>
          </a:prstGeom>
          <a:noFill/>
          <a:ln cap="flat" cmpd="sng" w="28575">
            <a:solidFill>
              <a:srgbClr val="D9D9D9"/>
            </a:solidFill>
            <a:prstDash val="solid"/>
            <a:round/>
            <a:headEnd len="sm" w="sm" type="none"/>
            <a:tailEnd len="sm" w="sm" type="none"/>
          </a:ln>
        </p:spPr>
      </p:cxnSp>
      <p:sp>
        <p:nvSpPr>
          <p:cNvPr id="11786" name="Google Shape;11786;p200"/>
          <p:cNvSpPr txBox="1"/>
          <p:nvPr>
            <p:ph idx="19" type="subTitle"/>
          </p:nvPr>
        </p:nvSpPr>
        <p:spPr>
          <a:xfrm>
            <a:off x="832100" y="4083907"/>
            <a:ext cx="1750500" cy="4503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11787" name="Google Shape;11787;p200"/>
          <p:cNvSpPr txBox="1"/>
          <p:nvPr>
            <p:ph idx="20" type="subTitle"/>
          </p:nvPr>
        </p:nvSpPr>
        <p:spPr>
          <a:xfrm>
            <a:off x="2631389" y="4083907"/>
            <a:ext cx="3605700" cy="4503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11788" name="Google Shape;11788;p200"/>
          <p:cNvSpPr txBox="1"/>
          <p:nvPr>
            <p:ph idx="21" type="subTitle"/>
          </p:nvPr>
        </p:nvSpPr>
        <p:spPr>
          <a:xfrm>
            <a:off x="6269361" y="4083907"/>
            <a:ext cx="3536400" cy="4503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11789" name="Google Shape;11789;p200"/>
          <p:cNvSpPr txBox="1"/>
          <p:nvPr>
            <p:ph idx="22" type="subTitle"/>
          </p:nvPr>
        </p:nvSpPr>
        <p:spPr>
          <a:xfrm>
            <a:off x="832100" y="4617081"/>
            <a:ext cx="1750500" cy="4503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11790" name="Google Shape;11790;p200"/>
          <p:cNvSpPr txBox="1"/>
          <p:nvPr>
            <p:ph idx="23" type="subTitle"/>
          </p:nvPr>
        </p:nvSpPr>
        <p:spPr>
          <a:xfrm>
            <a:off x="2631389" y="4617081"/>
            <a:ext cx="3605700" cy="4503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11791" name="Google Shape;11791;p200"/>
          <p:cNvSpPr txBox="1"/>
          <p:nvPr>
            <p:ph idx="24" type="subTitle"/>
          </p:nvPr>
        </p:nvSpPr>
        <p:spPr>
          <a:xfrm>
            <a:off x="6269361" y="4617081"/>
            <a:ext cx="3536400" cy="4503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11792" name="Google Shape;11792;p200"/>
          <p:cNvSpPr txBox="1"/>
          <p:nvPr>
            <p:ph idx="25" type="subTitle"/>
          </p:nvPr>
        </p:nvSpPr>
        <p:spPr>
          <a:xfrm>
            <a:off x="832100" y="5125073"/>
            <a:ext cx="1750500" cy="4503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11793" name="Google Shape;11793;p200"/>
          <p:cNvSpPr txBox="1"/>
          <p:nvPr>
            <p:ph idx="26" type="subTitle"/>
          </p:nvPr>
        </p:nvSpPr>
        <p:spPr>
          <a:xfrm>
            <a:off x="2631389" y="5125073"/>
            <a:ext cx="3605700" cy="4503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11794" name="Google Shape;11794;p200"/>
          <p:cNvSpPr txBox="1"/>
          <p:nvPr>
            <p:ph idx="27" type="subTitle"/>
          </p:nvPr>
        </p:nvSpPr>
        <p:spPr>
          <a:xfrm>
            <a:off x="6269361" y="5125073"/>
            <a:ext cx="3536400" cy="4503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11795" name="Google Shape;11795;p200"/>
          <p:cNvSpPr txBox="1"/>
          <p:nvPr>
            <p:ph idx="28" type="subTitle"/>
          </p:nvPr>
        </p:nvSpPr>
        <p:spPr>
          <a:xfrm>
            <a:off x="832100" y="5645346"/>
            <a:ext cx="1750500" cy="4503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11796" name="Google Shape;11796;p200"/>
          <p:cNvSpPr txBox="1"/>
          <p:nvPr>
            <p:ph idx="29" type="subTitle"/>
          </p:nvPr>
        </p:nvSpPr>
        <p:spPr>
          <a:xfrm>
            <a:off x="2631389" y="5645346"/>
            <a:ext cx="3605700" cy="4503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11797" name="Google Shape;11797;p200"/>
          <p:cNvSpPr txBox="1"/>
          <p:nvPr>
            <p:ph idx="30" type="subTitle"/>
          </p:nvPr>
        </p:nvSpPr>
        <p:spPr>
          <a:xfrm>
            <a:off x="6269361" y="5645346"/>
            <a:ext cx="3536400" cy="4503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11798" name="Google Shape;11798;p200"/>
          <p:cNvSpPr txBox="1"/>
          <p:nvPr>
            <p:ph idx="31" type="subTitle"/>
          </p:nvPr>
        </p:nvSpPr>
        <p:spPr>
          <a:xfrm>
            <a:off x="832100" y="6178521"/>
            <a:ext cx="1750500" cy="4503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11799" name="Google Shape;11799;p200"/>
          <p:cNvSpPr txBox="1"/>
          <p:nvPr>
            <p:ph idx="32" type="subTitle"/>
          </p:nvPr>
        </p:nvSpPr>
        <p:spPr>
          <a:xfrm>
            <a:off x="2631389" y="6178521"/>
            <a:ext cx="3605700" cy="4503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11800" name="Google Shape;11800;p200"/>
          <p:cNvSpPr txBox="1"/>
          <p:nvPr>
            <p:ph idx="33" type="subTitle"/>
          </p:nvPr>
        </p:nvSpPr>
        <p:spPr>
          <a:xfrm>
            <a:off x="6269361" y="6178521"/>
            <a:ext cx="3536400" cy="4503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11801" name="Google Shape;11801;p200"/>
          <p:cNvSpPr txBox="1"/>
          <p:nvPr/>
        </p:nvSpPr>
        <p:spPr>
          <a:xfrm>
            <a:off x="277302" y="4083957"/>
            <a:ext cx="509100" cy="4503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s-419" sz="800">
                <a:latin typeface="Arvo"/>
                <a:ea typeface="Arvo"/>
                <a:cs typeface="Arvo"/>
                <a:sym typeface="Arvo"/>
              </a:rPr>
              <a:t>6</a:t>
            </a:r>
            <a:endParaRPr b="1" sz="800">
              <a:latin typeface="Arvo"/>
              <a:ea typeface="Arvo"/>
              <a:cs typeface="Arvo"/>
              <a:sym typeface="Arvo"/>
            </a:endParaRPr>
          </a:p>
        </p:txBody>
      </p:sp>
      <p:sp>
        <p:nvSpPr>
          <p:cNvPr id="11802" name="Google Shape;11802;p200"/>
          <p:cNvSpPr txBox="1"/>
          <p:nvPr/>
        </p:nvSpPr>
        <p:spPr>
          <a:xfrm>
            <a:off x="277302" y="4604073"/>
            <a:ext cx="509100" cy="4503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s-419" sz="800">
                <a:latin typeface="Arvo"/>
                <a:ea typeface="Arvo"/>
                <a:cs typeface="Arvo"/>
                <a:sym typeface="Arvo"/>
              </a:rPr>
              <a:t>7</a:t>
            </a:r>
            <a:endParaRPr b="1" sz="800">
              <a:latin typeface="Arvo"/>
              <a:ea typeface="Arvo"/>
              <a:cs typeface="Arvo"/>
              <a:sym typeface="Arvo"/>
            </a:endParaRPr>
          </a:p>
        </p:txBody>
      </p:sp>
      <p:sp>
        <p:nvSpPr>
          <p:cNvPr id="11803" name="Google Shape;11803;p200"/>
          <p:cNvSpPr txBox="1"/>
          <p:nvPr/>
        </p:nvSpPr>
        <p:spPr>
          <a:xfrm>
            <a:off x="277302" y="5122974"/>
            <a:ext cx="509100" cy="4503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s-419" sz="800">
                <a:latin typeface="Arvo"/>
                <a:ea typeface="Arvo"/>
                <a:cs typeface="Arvo"/>
                <a:sym typeface="Arvo"/>
              </a:rPr>
              <a:t>8</a:t>
            </a:r>
            <a:endParaRPr b="1" sz="800">
              <a:latin typeface="Arvo"/>
              <a:ea typeface="Arvo"/>
              <a:cs typeface="Arvo"/>
              <a:sym typeface="Arvo"/>
            </a:endParaRPr>
          </a:p>
        </p:txBody>
      </p:sp>
      <p:sp>
        <p:nvSpPr>
          <p:cNvPr id="11804" name="Google Shape;11804;p200"/>
          <p:cNvSpPr txBox="1"/>
          <p:nvPr/>
        </p:nvSpPr>
        <p:spPr>
          <a:xfrm>
            <a:off x="277302" y="5643889"/>
            <a:ext cx="509100" cy="4503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s-419" sz="800">
                <a:latin typeface="Arvo"/>
                <a:ea typeface="Arvo"/>
                <a:cs typeface="Arvo"/>
                <a:sym typeface="Arvo"/>
              </a:rPr>
              <a:t>9</a:t>
            </a:r>
            <a:endParaRPr b="1" sz="800">
              <a:latin typeface="Arvo"/>
              <a:ea typeface="Arvo"/>
              <a:cs typeface="Arvo"/>
              <a:sym typeface="Arvo"/>
            </a:endParaRPr>
          </a:p>
        </p:txBody>
      </p:sp>
      <p:sp>
        <p:nvSpPr>
          <p:cNvPr id="11805" name="Google Shape;11805;p200"/>
          <p:cNvSpPr txBox="1"/>
          <p:nvPr/>
        </p:nvSpPr>
        <p:spPr>
          <a:xfrm>
            <a:off x="277302" y="6161325"/>
            <a:ext cx="509100" cy="4503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s-419" sz="800">
                <a:latin typeface="Arvo"/>
                <a:ea typeface="Arvo"/>
                <a:cs typeface="Arvo"/>
                <a:sym typeface="Arvo"/>
              </a:rPr>
              <a:t>10</a:t>
            </a:r>
            <a:endParaRPr b="1" sz="800">
              <a:latin typeface="Arvo"/>
              <a:ea typeface="Arvo"/>
              <a:cs typeface="Arvo"/>
              <a:sym typeface="Arvo"/>
            </a:endParaRPr>
          </a:p>
        </p:txBody>
      </p:sp>
      <p:sp>
        <p:nvSpPr>
          <p:cNvPr id="11806" name="Google Shape;11806;p200"/>
          <p:cNvSpPr txBox="1"/>
          <p:nvPr/>
        </p:nvSpPr>
        <p:spPr>
          <a:xfrm>
            <a:off x="2524025" y="387675"/>
            <a:ext cx="15012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Unid. Organizacional:</a:t>
            </a:r>
            <a:endParaRPr b="1" sz="1100"/>
          </a:p>
        </p:txBody>
      </p:sp>
      <p:sp>
        <p:nvSpPr>
          <p:cNvPr id="11807" name="Google Shape;11807;p200"/>
          <p:cNvSpPr txBox="1"/>
          <p:nvPr/>
        </p:nvSpPr>
        <p:spPr>
          <a:xfrm>
            <a:off x="2524020" y="579550"/>
            <a:ext cx="6846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Alcance:</a:t>
            </a:r>
            <a:endParaRPr b="1" sz="1100"/>
          </a:p>
        </p:txBody>
      </p:sp>
      <p:sp>
        <p:nvSpPr>
          <p:cNvPr id="11808" name="Google Shape;11808;p200"/>
          <p:cNvSpPr txBox="1"/>
          <p:nvPr>
            <p:ph type="title"/>
          </p:nvPr>
        </p:nvSpPr>
        <p:spPr>
          <a:xfrm flipH="1">
            <a:off x="4025374" y="387675"/>
            <a:ext cx="5863200" cy="1692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000"/>
              <a:buNone/>
              <a:defRPr sz="1000">
                <a:solidFill>
                  <a:srgbClr val="000000"/>
                </a:solidFill>
              </a:defRPr>
            </a:lvl1pPr>
            <a:lvl2pPr lvl="1">
              <a:spcBef>
                <a:spcPts val="0"/>
              </a:spcBef>
              <a:spcAft>
                <a:spcPts val="0"/>
              </a:spcAft>
              <a:buClr>
                <a:srgbClr val="000000"/>
              </a:buClr>
              <a:buSzPts val="1000"/>
              <a:buNone/>
              <a:defRPr sz="1000">
                <a:solidFill>
                  <a:srgbClr val="000000"/>
                </a:solidFill>
              </a:defRPr>
            </a:lvl2pPr>
            <a:lvl3pPr lvl="2">
              <a:spcBef>
                <a:spcPts val="0"/>
              </a:spcBef>
              <a:spcAft>
                <a:spcPts val="0"/>
              </a:spcAft>
              <a:buClr>
                <a:srgbClr val="000000"/>
              </a:buClr>
              <a:buSzPts val="1000"/>
              <a:buNone/>
              <a:defRPr sz="1000">
                <a:solidFill>
                  <a:srgbClr val="000000"/>
                </a:solidFill>
              </a:defRPr>
            </a:lvl3pPr>
            <a:lvl4pPr lvl="3">
              <a:spcBef>
                <a:spcPts val="0"/>
              </a:spcBef>
              <a:spcAft>
                <a:spcPts val="0"/>
              </a:spcAft>
              <a:buClr>
                <a:srgbClr val="000000"/>
              </a:buClr>
              <a:buSzPts val="1000"/>
              <a:buNone/>
              <a:defRPr sz="1000">
                <a:solidFill>
                  <a:srgbClr val="000000"/>
                </a:solidFill>
              </a:defRPr>
            </a:lvl4pPr>
            <a:lvl5pPr lvl="4">
              <a:spcBef>
                <a:spcPts val="0"/>
              </a:spcBef>
              <a:spcAft>
                <a:spcPts val="0"/>
              </a:spcAft>
              <a:buClr>
                <a:srgbClr val="000000"/>
              </a:buClr>
              <a:buSzPts val="1000"/>
              <a:buNone/>
              <a:defRPr sz="1000">
                <a:solidFill>
                  <a:srgbClr val="000000"/>
                </a:solidFill>
              </a:defRPr>
            </a:lvl5pPr>
            <a:lvl6pPr lvl="5">
              <a:spcBef>
                <a:spcPts val="0"/>
              </a:spcBef>
              <a:spcAft>
                <a:spcPts val="0"/>
              </a:spcAft>
              <a:buClr>
                <a:srgbClr val="000000"/>
              </a:buClr>
              <a:buSzPts val="1000"/>
              <a:buNone/>
              <a:defRPr sz="1000">
                <a:solidFill>
                  <a:srgbClr val="000000"/>
                </a:solidFill>
              </a:defRPr>
            </a:lvl6pPr>
            <a:lvl7pPr lvl="6">
              <a:spcBef>
                <a:spcPts val="0"/>
              </a:spcBef>
              <a:spcAft>
                <a:spcPts val="0"/>
              </a:spcAft>
              <a:buClr>
                <a:srgbClr val="000000"/>
              </a:buClr>
              <a:buSzPts val="1000"/>
              <a:buNone/>
              <a:defRPr sz="1000">
                <a:solidFill>
                  <a:srgbClr val="000000"/>
                </a:solidFill>
              </a:defRPr>
            </a:lvl7pPr>
            <a:lvl8pPr lvl="7">
              <a:spcBef>
                <a:spcPts val="0"/>
              </a:spcBef>
              <a:spcAft>
                <a:spcPts val="0"/>
              </a:spcAft>
              <a:buClr>
                <a:srgbClr val="000000"/>
              </a:buClr>
              <a:buSzPts val="1000"/>
              <a:buNone/>
              <a:defRPr sz="1000">
                <a:solidFill>
                  <a:srgbClr val="000000"/>
                </a:solidFill>
              </a:defRPr>
            </a:lvl8pPr>
            <a:lvl9pPr lvl="8">
              <a:spcBef>
                <a:spcPts val="0"/>
              </a:spcBef>
              <a:spcAft>
                <a:spcPts val="0"/>
              </a:spcAft>
              <a:buClr>
                <a:srgbClr val="000000"/>
              </a:buClr>
              <a:buSzPts val="1000"/>
              <a:buNone/>
              <a:defRPr sz="1000">
                <a:solidFill>
                  <a:srgbClr val="000000"/>
                </a:solidFill>
              </a:defRPr>
            </a:lvl9pPr>
          </a:lstStyle>
          <a:p/>
        </p:txBody>
      </p:sp>
      <p:sp>
        <p:nvSpPr>
          <p:cNvPr id="11809" name="Google Shape;11809;p200"/>
          <p:cNvSpPr txBox="1"/>
          <p:nvPr>
            <p:ph idx="34" type="title"/>
          </p:nvPr>
        </p:nvSpPr>
        <p:spPr>
          <a:xfrm flipH="1">
            <a:off x="3208773" y="579550"/>
            <a:ext cx="6679800" cy="1692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000"/>
              <a:buNone/>
              <a:defRPr sz="1000">
                <a:solidFill>
                  <a:srgbClr val="000000"/>
                </a:solidFill>
              </a:defRPr>
            </a:lvl1pPr>
            <a:lvl2pPr lvl="1">
              <a:spcBef>
                <a:spcPts val="0"/>
              </a:spcBef>
              <a:spcAft>
                <a:spcPts val="0"/>
              </a:spcAft>
              <a:buClr>
                <a:srgbClr val="000000"/>
              </a:buClr>
              <a:buSzPts val="1000"/>
              <a:buNone/>
              <a:defRPr sz="1000">
                <a:solidFill>
                  <a:srgbClr val="000000"/>
                </a:solidFill>
              </a:defRPr>
            </a:lvl2pPr>
            <a:lvl3pPr lvl="2">
              <a:spcBef>
                <a:spcPts val="0"/>
              </a:spcBef>
              <a:spcAft>
                <a:spcPts val="0"/>
              </a:spcAft>
              <a:buClr>
                <a:srgbClr val="000000"/>
              </a:buClr>
              <a:buSzPts val="1000"/>
              <a:buNone/>
              <a:defRPr sz="1000">
                <a:solidFill>
                  <a:srgbClr val="000000"/>
                </a:solidFill>
              </a:defRPr>
            </a:lvl3pPr>
            <a:lvl4pPr lvl="3">
              <a:spcBef>
                <a:spcPts val="0"/>
              </a:spcBef>
              <a:spcAft>
                <a:spcPts val="0"/>
              </a:spcAft>
              <a:buClr>
                <a:srgbClr val="000000"/>
              </a:buClr>
              <a:buSzPts val="1000"/>
              <a:buNone/>
              <a:defRPr sz="1000">
                <a:solidFill>
                  <a:srgbClr val="000000"/>
                </a:solidFill>
              </a:defRPr>
            </a:lvl4pPr>
            <a:lvl5pPr lvl="4">
              <a:spcBef>
                <a:spcPts val="0"/>
              </a:spcBef>
              <a:spcAft>
                <a:spcPts val="0"/>
              </a:spcAft>
              <a:buClr>
                <a:srgbClr val="000000"/>
              </a:buClr>
              <a:buSzPts val="1000"/>
              <a:buNone/>
              <a:defRPr sz="1000">
                <a:solidFill>
                  <a:srgbClr val="000000"/>
                </a:solidFill>
              </a:defRPr>
            </a:lvl5pPr>
            <a:lvl6pPr lvl="5">
              <a:spcBef>
                <a:spcPts val="0"/>
              </a:spcBef>
              <a:spcAft>
                <a:spcPts val="0"/>
              </a:spcAft>
              <a:buClr>
                <a:srgbClr val="000000"/>
              </a:buClr>
              <a:buSzPts val="1000"/>
              <a:buNone/>
              <a:defRPr sz="1000">
                <a:solidFill>
                  <a:srgbClr val="000000"/>
                </a:solidFill>
              </a:defRPr>
            </a:lvl6pPr>
            <a:lvl7pPr lvl="6">
              <a:spcBef>
                <a:spcPts val="0"/>
              </a:spcBef>
              <a:spcAft>
                <a:spcPts val="0"/>
              </a:spcAft>
              <a:buClr>
                <a:srgbClr val="000000"/>
              </a:buClr>
              <a:buSzPts val="1000"/>
              <a:buNone/>
              <a:defRPr sz="1000">
                <a:solidFill>
                  <a:srgbClr val="000000"/>
                </a:solidFill>
              </a:defRPr>
            </a:lvl7pPr>
            <a:lvl8pPr lvl="7">
              <a:spcBef>
                <a:spcPts val="0"/>
              </a:spcBef>
              <a:spcAft>
                <a:spcPts val="0"/>
              </a:spcAft>
              <a:buClr>
                <a:srgbClr val="000000"/>
              </a:buClr>
              <a:buSzPts val="1000"/>
              <a:buNone/>
              <a:defRPr sz="1000">
                <a:solidFill>
                  <a:srgbClr val="000000"/>
                </a:solidFill>
              </a:defRPr>
            </a:lvl8pPr>
            <a:lvl9pPr lvl="8">
              <a:spcBef>
                <a:spcPts val="0"/>
              </a:spcBef>
              <a:spcAft>
                <a:spcPts val="0"/>
              </a:spcAft>
              <a:buClr>
                <a:srgbClr val="000000"/>
              </a:buClr>
              <a:buSzPts val="1000"/>
              <a:buNone/>
              <a:defRPr sz="1000">
                <a:solidFill>
                  <a:srgbClr val="000000"/>
                </a:solidFill>
              </a:defRPr>
            </a:lvl9pPr>
          </a:lstStyle>
          <a:p/>
        </p:txBody>
      </p:sp>
      <p:sp>
        <p:nvSpPr>
          <p:cNvPr id="11810" name="Google Shape;11810;p200"/>
          <p:cNvSpPr txBox="1"/>
          <p:nvPr>
            <p:ph idx="35" type="body"/>
          </p:nvPr>
        </p:nvSpPr>
        <p:spPr>
          <a:xfrm>
            <a:off x="641150" y="612125"/>
            <a:ext cx="1770300" cy="160500"/>
          </a:xfrm>
          <a:prstGeom prst="rect">
            <a:avLst/>
          </a:prstGeom>
          <a:noFill/>
          <a:ln>
            <a:noFill/>
          </a:ln>
        </p:spPr>
        <p:txBody>
          <a:bodyPr anchorCtr="0" anchor="t" bIns="0" lIns="0" spcFirstLastPara="1" rIns="0" wrap="square" tIns="0">
            <a:noAutofit/>
          </a:bodyPr>
          <a:lstStyle>
            <a:lvl1pPr indent="-292100" lvl="0" marL="457200" algn="ctr">
              <a:spcBef>
                <a:spcPts val="0"/>
              </a:spcBef>
              <a:spcAft>
                <a:spcPts val="0"/>
              </a:spcAft>
              <a:buClr>
                <a:srgbClr val="FFFFFF"/>
              </a:buClr>
              <a:buSzPts val="1000"/>
              <a:buChar char="●"/>
              <a:defRPr sz="1000">
                <a:solidFill>
                  <a:srgbClr val="FFFFFF"/>
                </a:solidFill>
              </a:defRPr>
            </a:lvl1pPr>
            <a:lvl2pPr indent="-292100" lvl="1" marL="914400" algn="ctr">
              <a:spcBef>
                <a:spcPts val="0"/>
              </a:spcBef>
              <a:spcAft>
                <a:spcPts val="0"/>
              </a:spcAft>
              <a:buClr>
                <a:srgbClr val="FFFFFF"/>
              </a:buClr>
              <a:buSzPts val="1000"/>
              <a:buChar char="○"/>
              <a:defRPr sz="1000">
                <a:solidFill>
                  <a:srgbClr val="FFFFFF"/>
                </a:solidFill>
              </a:defRPr>
            </a:lvl2pPr>
            <a:lvl3pPr indent="-292100" lvl="2" marL="1371600" algn="ctr">
              <a:spcBef>
                <a:spcPts val="0"/>
              </a:spcBef>
              <a:spcAft>
                <a:spcPts val="0"/>
              </a:spcAft>
              <a:buClr>
                <a:srgbClr val="FFFFFF"/>
              </a:buClr>
              <a:buSzPts val="1000"/>
              <a:buChar char="■"/>
              <a:defRPr sz="1000">
                <a:solidFill>
                  <a:srgbClr val="FFFFFF"/>
                </a:solidFill>
              </a:defRPr>
            </a:lvl3pPr>
            <a:lvl4pPr indent="-292100" lvl="3" marL="1828800" algn="ctr">
              <a:spcBef>
                <a:spcPts val="0"/>
              </a:spcBef>
              <a:spcAft>
                <a:spcPts val="0"/>
              </a:spcAft>
              <a:buClr>
                <a:srgbClr val="FFFFFF"/>
              </a:buClr>
              <a:buSzPts val="1000"/>
              <a:buChar char="●"/>
              <a:defRPr sz="1000">
                <a:solidFill>
                  <a:srgbClr val="FFFFFF"/>
                </a:solidFill>
              </a:defRPr>
            </a:lvl4pPr>
            <a:lvl5pPr indent="-292100" lvl="4" marL="2286000" algn="ctr">
              <a:spcBef>
                <a:spcPts val="0"/>
              </a:spcBef>
              <a:spcAft>
                <a:spcPts val="0"/>
              </a:spcAft>
              <a:buClr>
                <a:srgbClr val="FFFFFF"/>
              </a:buClr>
              <a:buSzPts val="1000"/>
              <a:buChar char="○"/>
              <a:defRPr sz="1000">
                <a:solidFill>
                  <a:srgbClr val="FFFFFF"/>
                </a:solidFill>
              </a:defRPr>
            </a:lvl5pPr>
            <a:lvl6pPr indent="-292100" lvl="5" marL="2743200" algn="ctr">
              <a:spcBef>
                <a:spcPts val="0"/>
              </a:spcBef>
              <a:spcAft>
                <a:spcPts val="0"/>
              </a:spcAft>
              <a:buClr>
                <a:srgbClr val="FFFFFF"/>
              </a:buClr>
              <a:buSzPts val="1000"/>
              <a:buChar char="■"/>
              <a:defRPr sz="1000">
                <a:solidFill>
                  <a:srgbClr val="FFFFFF"/>
                </a:solidFill>
              </a:defRPr>
            </a:lvl6pPr>
            <a:lvl7pPr indent="-292100" lvl="6" marL="3200400" algn="ctr">
              <a:spcBef>
                <a:spcPts val="0"/>
              </a:spcBef>
              <a:spcAft>
                <a:spcPts val="0"/>
              </a:spcAft>
              <a:buClr>
                <a:srgbClr val="FFFFFF"/>
              </a:buClr>
              <a:buSzPts val="1000"/>
              <a:buChar char="●"/>
              <a:defRPr sz="1000">
                <a:solidFill>
                  <a:srgbClr val="FFFFFF"/>
                </a:solidFill>
              </a:defRPr>
            </a:lvl7pPr>
            <a:lvl8pPr indent="-292100" lvl="7" marL="3657600" algn="ctr">
              <a:spcBef>
                <a:spcPts val="0"/>
              </a:spcBef>
              <a:spcAft>
                <a:spcPts val="0"/>
              </a:spcAft>
              <a:buClr>
                <a:srgbClr val="FFFFFF"/>
              </a:buClr>
              <a:buSzPts val="1000"/>
              <a:buChar char="○"/>
              <a:defRPr sz="1000">
                <a:solidFill>
                  <a:srgbClr val="FFFFFF"/>
                </a:solidFill>
              </a:defRPr>
            </a:lvl8pPr>
            <a:lvl9pPr indent="-292100" lvl="8" marL="4114800" algn="ctr">
              <a:spcBef>
                <a:spcPts val="0"/>
              </a:spcBef>
              <a:spcAft>
                <a:spcPts val="0"/>
              </a:spcAft>
              <a:buClr>
                <a:srgbClr val="FFFFFF"/>
              </a:buClr>
              <a:buSzPts val="1000"/>
              <a:buChar char="■"/>
              <a:defRPr sz="1000">
                <a:solidFill>
                  <a:srgbClr val="FFFFFF"/>
                </a:solidFill>
              </a:defRPr>
            </a:lvl9pPr>
          </a:lstStyle>
          <a:p/>
        </p:txBody>
      </p:sp>
      <p:sp>
        <p:nvSpPr>
          <p:cNvPr id="11811" name="Google Shape;11811;p200"/>
          <p:cNvSpPr txBox="1"/>
          <p:nvPr/>
        </p:nvSpPr>
        <p:spPr>
          <a:xfrm>
            <a:off x="84825" y="598125"/>
            <a:ext cx="595500" cy="205800"/>
          </a:xfrm>
          <a:prstGeom prst="rect">
            <a:avLst/>
          </a:prstGeom>
          <a:noFill/>
          <a:ln>
            <a:noFill/>
          </a:ln>
        </p:spPr>
        <p:txBody>
          <a:bodyPr anchorCtr="0" anchor="t" bIns="18000" lIns="18000" spcFirstLastPara="1" rIns="18000" wrap="square" tIns="18000">
            <a:spAutoFit/>
          </a:bodyPr>
          <a:lstStyle/>
          <a:p>
            <a:pPr indent="0" lvl="0" marL="0" rtl="0" algn="l">
              <a:spcBef>
                <a:spcPts val="0"/>
              </a:spcBef>
              <a:spcAft>
                <a:spcPts val="0"/>
              </a:spcAft>
              <a:buNone/>
            </a:pPr>
            <a:r>
              <a:rPr lang="es-419" sz="1100">
                <a:solidFill>
                  <a:srgbClr val="FFFFFF"/>
                </a:solidFill>
              </a:rPr>
              <a:t>Nombre:</a:t>
            </a:r>
            <a:endParaRPr sz="1100">
              <a:solidFill>
                <a:srgbClr val="FFFFFF"/>
              </a:solidFill>
            </a:endParaRPr>
          </a:p>
        </p:txBody>
      </p:sp>
    </p:spTree>
  </p:cSld>
  <p:clrMapOvr>
    <a:masterClrMapping/>
  </p:clrMapOvr>
</p:sldLayout>
</file>

<file path=ppt/slideLayouts/slideLayout19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5.4 Estructura de funcionalidades">
  <p:cSld name="TITLE_3_6_1_1_1_1_1_1_1_1_1_1_1_1_1_1_1_1_1_1_1_1_1_1_1_1_3">
    <p:spTree>
      <p:nvGrpSpPr>
        <p:cNvPr id="11812" name="Shape 11812"/>
        <p:cNvGrpSpPr/>
        <p:nvPr/>
      </p:nvGrpSpPr>
      <p:grpSpPr>
        <a:xfrm>
          <a:off x="0" y="0"/>
          <a:ext cx="0" cy="0"/>
          <a:chOff x="0" y="0"/>
          <a:chExt cx="0" cy="0"/>
        </a:xfrm>
      </p:grpSpPr>
      <p:sp>
        <p:nvSpPr>
          <p:cNvPr id="11813" name="Google Shape;11813;p201"/>
          <p:cNvSpPr/>
          <p:nvPr/>
        </p:nvSpPr>
        <p:spPr>
          <a:xfrm>
            <a:off x="77688" y="358938"/>
            <a:ext cx="9935700" cy="6438000"/>
          </a:xfrm>
          <a:prstGeom prst="roundRect">
            <a:avLst>
              <a:gd fmla="val 2618" name="adj"/>
            </a:avLst>
          </a:prstGeom>
          <a:solidFill>
            <a:srgbClr val="FFFFFF"/>
          </a:solidFill>
          <a:ln cap="flat" cmpd="sng" w="38100">
            <a:solidFill>
              <a:srgbClr val="000000"/>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814" name="Google Shape;11814;p201"/>
          <p:cNvCxnSpPr/>
          <p:nvPr/>
        </p:nvCxnSpPr>
        <p:spPr>
          <a:xfrm>
            <a:off x="77688" y="772614"/>
            <a:ext cx="9935700" cy="0"/>
          </a:xfrm>
          <a:prstGeom prst="straightConnector1">
            <a:avLst/>
          </a:prstGeom>
          <a:noFill/>
          <a:ln cap="flat" cmpd="sng" w="19050">
            <a:solidFill>
              <a:srgbClr val="000000"/>
            </a:solidFill>
            <a:prstDash val="solid"/>
            <a:round/>
            <a:headEnd len="med" w="med" type="none"/>
            <a:tailEnd len="med" w="med" type="none"/>
          </a:ln>
        </p:spPr>
      </p:cxnSp>
      <p:cxnSp>
        <p:nvCxnSpPr>
          <p:cNvPr id="11815" name="Google Shape;11815;p201"/>
          <p:cNvCxnSpPr/>
          <p:nvPr/>
        </p:nvCxnSpPr>
        <p:spPr>
          <a:xfrm rot="10800000">
            <a:off x="2439038" y="368188"/>
            <a:ext cx="0" cy="402300"/>
          </a:xfrm>
          <a:prstGeom prst="straightConnector1">
            <a:avLst/>
          </a:prstGeom>
          <a:noFill/>
          <a:ln cap="flat" cmpd="sng" w="19050">
            <a:solidFill>
              <a:srgbClr val="000000"/>
            </a:solidFill>
            <a:prstDash val="solid"/>
            <a:round/>
            <a:headEnd len="med" w="med" type="none"/>
            <a:tailEnd len="med" w="med" type="none"/>
          </a:ln>
        </p:spPr>
      </p:cxnSp>
      <p:sp>
        <p:nvSpPr>
          <p:cNvPr id="11816" name="Google Shape;11816;p201"/>
          <p:cNvSpPr/>
          <p:nvPr/>
        </p:nvSpPr>
        <p:spPr>
          <a:xfrm>
            <a:off x="77688" y="349338"/>
            <a:ext cx="2361300" cy="421200"/>
          </a:xfrm>
          <a:prstGeom prst="roundRect">
            <a:avLst>
              <a:gd fmla="val 50000" name="adj"/>
            </a:avLst>
          </a:prstGeom>
          <a:solidFill>
            <a:srgbClr val="000000"/>
          </a:solidFill>
          <a:ln cap="flat" cmpd="sng" w="9525">
            <a:solidFill>
              <a:srgbClr val="000000"/>
            </a:solidFill>
            <a:prstDash val="solid"/>
            <a:round/>
            <a:headEnd len="sm" w="sm" type="none"/>
            <a:tailEnd len="sm" w="sm" type="none"/>
          </a:ln>
        </p:spPr>
        <p:txBody>
          <a:bodyPr anchorCtr="0" anchor="ctr" bIns="91425" lIns="0" spcFirstLastPara="1" rIns="0" wrap="square" tIns="91425">
            <a:noAutofit/>
          </a:bodyPr>
          <a:lstStyle/>
          <a:p>
            <a:pPr indent="0" lvl="0" marL="0" rtl="0" algn="ctr">
              <a:spcBef>
                <a:spcPts val="0"/>
              </a:spcBef>
              <a:spcAft>
                <a:spcPts val="0"/>
              </a:spcAft>
              <a:buNone/>
            </a:pPr>
            <a:r>
              <a:rPr b="1" lang="es-419" sz="1100">
                <a:solidFill>
                  <a:srgbClr val="FFFFFF"/>
                </a:solidFill>
              </a:rPr>
              <a:t>Estructura de Funcionalidades</a:t>
            </a:r>
            <a:endParaRPr b="1" sz="1100">
              <a:solidFill>
                <a:srgbClr val="FFFFFF"/>
              </a:solidFill>
            </a:endParaRPr>
          </a:p>
          <a:p>
            <a:pPr indent="0" lvl="0" marL="0" rtl="0" algn="ctr">
              <a:spcBef>
                <a:spcPts val="0"/>
              </a:spcBef>
              <a:spcAft>
                <a:spcPts val="0"/>
              </a:spcAft>
              <a:buNone/>
            </a:pPr>
            <a:r>
              <a:t/>
            </a:r>
            <a:endParaRPr b="1" sz="1200">
              <a:solidFill>
                <a:srgbClr val="FFFFFF"/>
              </a:solidFill>
            </a:endParaRPr>
          </a:p>
        </p:txBody>
      </p:sp>
      <p:sp>
        <p:nvSpPr>
          <p:cNvPr id="11817" name="Google Shape;11817;p201"/>
          <p:cNvSpPr/>
          <p:nvPr/>
        </p:nvSpPr>
        <p:spPr>
          <a:xfrm>
            <a:off x="83988" y="595504"/>
            <a:ext cx="190200" cy="1692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8" name="Google Shape;11818;p201"/>
          <p:cNvSpPr/>
          <p:nvPr/>
        </p:nvSpPr>
        <p:spPr>
          <a:xfrm>
            <a:off x="2350598" y="358950"/>
            <a:ext cx="88500" cy="4023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9" name="Google Shape;11819;p201"/>
          <p:cNvSpPr/>
          <p:nvPr/>
        </p:nvSpPr>
        <p:spPr>
          <a:xfrm>
            <a:off x="2277739" y="663750"/>
            <a:ext cx="88500" cy="1089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0" name="Google Shape;11820;p201"/>
          <p:cNvSpPr txBox="1"/>
          <p:nvPr/>
        </p:nvSpPr>
        <p:spPr>
          <a:xfrm>
            <a:off x="2524025" y="387675"/>
            <a:ext cx="15012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Unid. Organizacional:</a:t>
            </a:r>
            <a:endParaRPr b="1" sz="1100"/>
          </a:p>
        </p:txBody>
      </p:sp>
      <p:sp>
        <p:nvSpPr>
          <p:cNvPr id="11821" name="Google Shape;11821;p201"/>
          <p:cNvSpPr txBox="1"/>
          <p:nvPr/>
        </p:nvSpPr>
        <p:spPr>
          <a:xfrm>
            <a:off x="2524020" y="579550"/>
            <a:ext cx="6846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Alcance:</a:t>
            </a:r>
            <a:endParaRPr b="1" sz="1100"/>
          </a:p>
        </p:txBody>
      </p:sp>
      <p:sp>
        <p:nvSpPr>
          <p:cNvPr id="11822" name="Google Shape;11822;p201"/>
          <p:cNvSpPr txBox="1"/>
          <p:nvPr>
            <p:ph type="title"/>
          </p:nvPr>
        </p:nvSpPr>
        <p:spPr>
          <a:xfrm flipH="1">
            <a:off x="4025374" y="387675"/>
            <a:ext cx="5863200" cy="1692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000"/>
              <a:buNone/>
              <a:defRPr sz="1000">
                <a:solidFill>
                  <a:srgbClr val="000000"/>
                </a:solidFill>
              </a:defRPr>
            </a:lvl1pPr>
            <a:lvl2pPr lvl="1">
              <a:spcBef>
                <a:spcPts val="0"/>
              </a:spcBef>
              <a:spcAft>
                <a:spcPts val="0"/>
              </a:spcAft>
              <a:buClr>
                <a:srgbClr val="000000"/>
              </a:buClr>
              <a:buSzPts val="1000"/>
              <a:buNone/>
              <a:defRPr sz="1000">
                <a:solidFill>
                  <a:srgbClr val="000000"/>
                </a:solidFill>
              </a:defRPr>
            </a:lvl2pPr>
            <a:lvl3pPr lvl="2">
              <a:spcBef>
                <a:spcPts val="0"/>
              </a:spcBef>
              <a:spcAft>
                <a:spcPts val="0"/>
              </a:spcAft>
              <a:buClr>
                <a:srgbClr val="000000"/>
              </a:buClr>
              <a:buSzPts val="1000"/>
              <a:buNone/>
              <a:defRPr sz="1000">
                <a:solidFill>
                  <a:srgbClr val="000000"/>
                </a:solidFill>
              </a:defRPr>
            </a:lvl3pPr>
            <a:lvl4pPr lvl="3">
              <a:spcBef>
                <a:spcPts val="0"/>
              </a:spcBef>
              <a:spcAft>
                <a:spcPts val="0"/>
              </a:spcAft>
              <a:buClr>
                <a:srgbClr val="000000"/>
              </a:buClr>
              <a:buSzPts val="1000"/>
              <a:buNone/>
              <a:defRPr sz="1000">
                <a:solidFill>
                  <a:srgbClr val="000000"/>
                </a:solidFill>
              </a:defRPr>
            </a:lvl4pPr>
            <a:lvl5pPr lvl="4">
              <a:spcBef>
                <a:spcPts val="0"/>
              </a:spcBef>
              <a:spcAft>
                <a:spcPts val="0"/>
              </a:spcAft>
              <a:buClr>
                <a:srgbClr val="000000"/>
              </a:buClr>
              <a:buSzPts val="1000"/>
              <a:buNone/>
              <a:defRPr sz="1000">
                <a:solidFill>
                  <a:srgbClr val="000000"/>
                </a:solidFill>
              </a:defRPr>
            </a:lvl5pPr>
            <a:lvl6pPr lvl="5">
              <a:spcBef>
                <a:spcPts val="0"/>
              </a:spcBef>
              <a:spcAft>
                <a:spcPts val="0"/>
              </a:spcAft>
              <a:buClr>
                <a:srgbClr val="000000"/>
              </a:buClr>
              <a:buSzPts val="1000"/>
              <a:buNone/>
              <a:defRPr sz="1000">
                <a:solidFill>
                  <a:srgbClr val="000000"/>
                </a:solidFill>
              </a:defRPr>
            </a:lvl6pPr>
            <a:lvl7pPr lvl="6">
              <a:spcBef>
                <a:spcPts val="0"/>
              </a:spcBef>
              <a:spcAft>
                <a:spcPts val="0"/>
              </a:spcAft>
              <a:buClr>
                <a:srgbClr val="000000"/>
              </a:buClr>
              <a:buSzPts val="1000"/>
              <a:buNone/>
              <a:defRPr sz="1000">
                <a:solidFill>
                  <a:srgbClr val="000000"/>
                </a:solidFill>
              </a:defRPr>
            </a:lvl7pPr>
            <a:lvl8pPr lvl="7">
              <a:spcBef>
                <a:spcPts val="0"/>
              </a:spcBef>
              <a:spcAft>
                <a:spcPts val="0"/>
              </a:spcAft>
              <a:buClr>
                <a:srgbClr val="000000"/>
              </a:buClr>
              <a:buSzPts val="1000"/>
              <a:buNone/>
              <a:defRPr sz="1000">
                <a:solidFill>
                  <a:srgbClr val="000000"/>
                </a:solidFill>
              </a:defRPr>
            </a:lvl8pPr>
            <a:lvl9pPr lvl="8">
              <a:spcBef>
                <a:spcPts val="0"/>
              </a:spcBef>
              <a:spcAft>
                <a:spcPts val="0"/>
              </a:spcAft>
              <a:buClr>
                <a:srgbClr val="000000"/>
              </a:buClr>
              <a:buSzPts val="1000"/>
              <a:buNone/>
              <a:defRPr sz="1000">
                <a:solidFill>
                  <a:srgbClr val="000000"/>
                </a:solidFill>
              </a:defRPr>
            </a:lvl9pPr>
          </a:lstStyle>
          <a:p/>
        </p:txBody>
      </p:sp>
      <p:sp>
        <p:nvSpPr>
          <p:cNvPr id="11823" name="Google Shape;11823;p201"/>
          <p:cNvSpPr txBox="1"/>
          <p:nvPr>
            <p:ph idx="2" type="title"/>
          </p:nvPr>
        </p:nvSpPr>
        <p:spPr>
          <a:xfrm flipH="1">
            <a:off x="3208773" y="579550"/>
            <a:ext cx="6679800" cy="1692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000"/>
              <a:buNone/>
              <a:defRPr sz="1000">
                <a:solidFill>
                  <a:srgbClr val="000000"/>
                </a:solidFill>
              </a:defRPr>
            </a:lvl1pPr>
            <a:lvl2pPr lvl="1">
              <a:spcBef>
                <a:spcPts val="0"/>
              </a:spcBef>
              <a:spcAft>
                <a:spcPts val="0"/>
              </a:spcAft>
              <a:buClr>
                <a:srgbClr val="000000"/>
              </a:buClr>
              <a:buSzPts val="1000"/>
              <a:buNone/>
              <a:defRPr sz="1000">
                <a:solidFill>
                  <a:srgbClr val="000000"/>
                </a:solidFill>
              </a:defRPr>
            </a:lvl2pPr>
            <a:lvl3pPr lvl="2">
              <a:spcBef>
                <a:spcPts val="0"/>
              </a:spcBef>
              <a:spcAft>
                <a:spcPts val="0"/>
              </a:spcAft>
              <a:buClr>
                <a:srgbClr val="000000"/>
              </a:buClr>
              <a:buSzPts val="1000"/>
              <a:buNone/>
              <a:defRPr sz="1000">
                <a:solidFill>
                  <a:srgbClr val="000000"/>
                </a:solidFill>
              </a:defRPr>
            </a:lvl3pPr>
            <a:lvl4pPr lvl="3">
              <a:spcBef>
                <a:spcPts val="0"/>
              </a:spcBef>
              <a:spcAft>
                <a:spcPts val="0"/>
              </a:spcAft>
              <a:buClr>
                <a:srgbClr val="000000"/>
              </a:buClr>
              <a:buSzPts val="1000"/>
              <a:buNone/>
              <a:defRPr sz="1000">
                <a:solidFill>
                  <a:srgbClr val="000000"/>
                </a:solidFill>
              </a:defRPr>
            </a:lvl4pPr>
            <a:lvl5pPr lvl="4">
              <a:spcBef>
                <a:spcPts val="0"/>
              </a:spcBef>
              <a:spcAft>
                <a:spcPts val="0"/>
              </a:spcAft>
              <a:buClr>
                <a:srgbClr val="000000"/>
              </a:buClr>
              <a:buSzPts val="1000"/>
              <a:buNone/>
              <a:defRPr sz="1000">
                <a:solidFill>
                  <a:srgbClr val="000000"/>
                </a:solidFill>
              </a:defRPr>
            </a:lvl5pPr>
            <a:lvl6pPr lvl="5">
              <a:spcBef>
                <a:spcPts val="0"/>
              </a:spcBef>
              <a:spcAft>
                <a:spcPts val="0"/>
              </a:spcAft>
              <a:buClr>
                <a:srgbClr val="000000"/>
              </a:buClr>
              <a:buSzPts val="1000"/>
              <a:buNone/>
              <a:defRPr sz="1000">
                <a:solidFill>
                  <a:srgbClr val="000000"/>
                </a:solidFill>
              </a:defRPr>
            </a:lvl6pPr>
            <a:lvl7pPr lvl="6">
              <a:spcBef>
                <a:spcPts val="0"/>
              </a:spcBef>
              <a:spcAft>
                <a:spcPts val="0"/>
              </a:spcAft>
              <a:buClr>
                <a:srgbClr val="000000"/>
              </a:buClr>
              <a:buSzPts val="1000"/>
              <a:buNone/>
              <a:defRPr sz="1000">
                <a:solidFill>
                  <a:srgbClr val="000000"/>
                </a:solidFill>
              </a:defRPr>
            </a:lvl7pPr>
            <a:lvl8pPr lvl="7">
              <a:spcBef>
                <a:spcPts val="0"/>
              </a:spcBef>
              <a:spcAft>
                <a:spcPts val="0"/>
              </a:spcAft>
              <a:buClr>
                <a:srgbClr val="000000"/>
              </a:buClr>
              <a:buSzPts val="1000"/>
              <a:buNone/>
              <a:defRPr sz="1000">
                <a:solidFill>
                  <a:srgbClr val="000000"/>
                </a:solidFill>
              </a:defRPr>
            </a:lvl8pPr>
            <a:lvl9pPr lvl="8">
              <a:spcBef>
                <a:spcPts val="0"/>
              </a:spcBef>
              <a:spcAft>
                <a:spcPts val="0"/>
              </a:spcAft>
              <a:buClr>
                <a:srgbClr val="000000"/>
              </a:buClr>
              <a:buSzPts val="1000"/>
              <a:buNone/>
              <a:defRPr sz="1000">
                <a:solidFill>
                  <a:srgbClr val="000000"/>
                </a:solidFill>
              </a:defRPr>
            </a:lvl9pPr>
          </a:lstStyle>
          <a:p/>
        </p:txBody>
      </p:sp>
      <p:sp>
        <p:nvSpPr>
          <p:cNvPr id="11824" name="Google Shape;11824;p201"/>
          <p:cNvSpPr txBox="1"/>
          <p:nvPr>
            <p:ph idx="1" type="body"/>
          </p:nvPr>
        </p:nvSpPr>
        <p:spPr>
          <a:xfrm>
            <a:off x="641150" y="612125"/>
            <a:ext cx="1770300" cy="160500"/>
          </a:xfrm>
          <a:prstGeom prst="rect">
            <a:avLst/>
          </a:prstGeom>
          <a:noFill/>
          <a:ln>
            <a:noFill/>
          </a:ln>
        </p:spPr>
        <p:txBody>
          <a:bodyPr anchorCtr="0" anchor="t" bIns="0" lIns="0" spcFirstLastPara="1" rIns="0" wrap="square" tIns="0">
            <a:noAutofit/>
          </a:bodyPr>
          <a:lstStyle>
            <a:lvl1pPr indent="-292100" lvl="0" marL="457200" algn="ctr">
              <a:spcBef>
                <a:spcPts val="0"/>
              </a:spcBef>
              <a:spcAft>
                <a:spcPts val="0"/>
              </a:spcAft>
              <a:buClr>
                <a:srgbClr val="FFFFFF"/>
              </a:buClr>
              <a:buSzPts val="1000"/>
              <a:buChar char="●"/>
              <a:defRPr sz="1000">
                <a:solidFill>
                  <a:srgbClr val="FFFFFF"/>
                </a:solidFill>
              </a:defRPr>
            </a:lvl1pPr>
            <a:lvl2pPr indent="-292100" lvl="1" marL="914400" algn="ctr">
              <a:spcBef>
                <a:spcPts val="0"/>
              </a:spcBef>
              <a:spcAft>
                <a:spcPts val="0"/>
              </a:spcAft>
              <a:buClr>
                <a:srgbClr val="FFFFFF"/>
              </a:buClr>
              <a:buSzPts val="1000"/>
              <a:buChar char="○"/>
              <a:defRPr sz="1000">
                <a:solidFill>
                  <a:srgbClr val="FFFFFF"/>
                </a:solidFill>
              </a:defRPr>
            </a:lvl2pPr>
            <a:lvl3pPr indent="-292100" lvl="2" marL="1371600" algn="ctr">
              <a:spcBef>
                <a:spcPts val="0"/>
              </a:spcBef>
              <a:spcAft>
                <a:spcPts val="0"/>
              </a:spcAft>
              <a:buClr>
                <a:srgbClr val="FFFFFF"/>
              </a:buClr>
              <a:buSzPts val="1000"/>
              <a:buChar char="■"/>
              <a:defRPr sz="1000">
                <a:solidFill>
                  <a:srgbClr val="FFFFFF"/>
                </a:solidFill>
              </a:defRPr>
            </a:lvl3pPr>
            <a:lvl4pPr indent="-292100" lvl="3" marL="1828800" algn="ctr">
              <a:spcBef>
                <a:spcPts val="0"/>
              </a:spcBef>
              <a:spcAft>
                <a:spcPts val="0"/>
              </a:spcAft>
              <a:buClr>
                <a:srgbClr val="FFFFFF"/>
              </a:buClr>
              <a:buSzPts val="1000"/>
              <a:buChar char="●"/>
              <a:defRPr sz="1000">
                <a:solidFill>
                  <a:srgbClr val="FFFFFF"/>
                </a:solidFill>
              </a:defRPr>
            </a:lvl4pPr>
            <a:lvl5pPr indent="-292100" lvl="4" marL="2286000" algn="ctr">
              <a:spcBef>
                <a:spcPts val="0"/>
              </a:spcBef>
              <a:spcAft>
                <a:spcPts val="0"/>
              </a:spcAft>
              <a:buClr>
                <a:srgbClr val="FFFFFF"/>
              </a:buClr>
              <a:buSzPts val="1000"/>
              <a:buChar char="○"/>
              <a:defRPr sz="1000">
                <a:solidFill>
                  <a:srgbClr val="FFFFFF"/>
                </a:solidFill>
              </a:defRPr>
            </a:lvl5pPr>
            <a:lvl6pPr indent="-292100" lvl="5" marL="2743200" algn="ctr">
              <a:spcBef>
                <a:spcPts val="0"/>
              </a:spcBef>
              <a:spcAft>
                <a:spcPts val="0"/>
              </a:spcAft>
              <a:buClr>
                <a:srgbClr val="FFFFFF"/>
              </a:buClr>
              <a:buSzPts val="1000"/>
              <a:buChar char="■"/>
              <a:defRPr sz="1000">
                <a:solidFill>
                  <a:srgbClr val="FFFFFF"/>
                </a:solidFill>
              </a:defRPr>
            </a:lvl6pPr>
            <a:lvl7pPr indent="-292100" lvl="6" marL="3200400" algn="ctr">
              <a:spcBef>
                <a:spcPts val="0"/>
              </a:spcBef>
              <a:spcAft>
                <a:spcPts val="0"/>
              </a:spcAft>
              <a:buClr>
                <a:srgbClr val="FFFFFF"/>
              </a:buClr>
              <a:buSzPts val="1000"/>
              <a:buChar char="●"/>
              <a:defRPr sz="1000">
                <a:solidFill>
                  <a:srgbClr val="FFFFFF"/>
                </a:solidFill>
              </a:defRPr>
            </a:lvl7pPr>
            <a:lvl8pPr indent="-292100" lvl="7" marL="3657600" algn="ctr">
              <a:spcBef>
                <a:spcPts val="0"/>
              </a:spcBef>
              <a:spcAft>
                <a:spcPts val="0"/>
              </a:spcAft>
              <a:buClr>
                <a:srgbClr val="FFFFFF"/>
              </a:buClr>
              <a:buSzPts val="1000"/>
              <a:buChar char="○"/>
              <a:defRPr sz="1000">
                <a:solidFill>
                  <a:srgbClr val="FFFFFF"/>
                </a:solidFill>
              </a:defRPr>
            </a:lvl8pPr>
            <a:lvl9pPr indent="-292100" lvl="8" marL="4114800" algn="ctr">
              <a:spcBef>
                <a:spcPts val="0"/>
              </a:spcBef>
              <a:spcAft>
                <a:spcPts val="0"/>
              </a:spcAft>
              <a:buClr>
                <a:srgbClr val="FFFFFF"/>
              </a:buClr>
              <a:buSzPts val="1000"/>
              <a:buChar char="■"/>
              <a:defRPr sz="1000">
                <a:solidFill>
                  <a:srgbClr val="FFFFFF"/>
                </a:solidFill>
              </a:defRPr>
            </a:lvl9pPr>
          </a:lstStyle>
          <a:p/>
        </p:txBody>
      </p:sp>
      <p:sp>
        <p:nvSpPr>
          <p:cNvPr id="11825" name="Google Shape;11825;p201"/>
          <p:cNvSpPr txBox="1"/>
          <p:nvPr/>
        </p:nvSpPr>
        <p:spPr>
          <a:xfrm>
            <a:off x="84825" y="598125"/>
            <a:ext cx="595500" cy="205800"/>
          </a:xfrm>
          <a:prstGeom prst="rect">
            <a:avLst/>
          </a:prstGeom>
          <a:noFill/>
          <a:ln>
            <a:noFill/>
          </a:ln>
        </p:spPr>
        <p:txBody>
          <a:bodyPr anchorCtr="0" anchor="t" bIns="18000" lIns="18000" spcFirstLastPara="1" rIns="18000" wrap="square" tIns="18000">
            <a:spAutoFit/>
          </a:bodyPr>
          <a:lstStyle/>
          <a:p>
            <a:pPr indent="0" lvl="0" marL="0" rtl="0" algn="l">
              <a:spcBef>
                <a:spcPts val="0"/>
              </a:spcBef>
              <a:spcAft>
                <a:spcPts val="0"/>
              </a:spcAft>
              <a:buNone/>
            </a:pPr>
            <a:r>
              <a:rPr lang="es-419" sz="1100">
                <a:solidFill>
                  <a:srgbClr val="FFFFFF"/>
                </a:solidFill>
              </a:rPr>
              <a:t>Nombre:</a:t>
            </a:r>
            <a:endParaRPr sz="1100">
              <a:solidFill>
                <a:srgbClr val="FFFFFF"/>
              </a:solidFill>
            </a:endParaRPr>
          </a:p>
        </p:txBody>
      </p:sp>
      <p:sp>
        <p:nvSpPr>
          <p:cNvPr id="11826" name="Google Shape;11826;p201"/>
          <p:cNvSpPr/>
          <p:nvPr/>
        </p:nvSpPr>
        <p:spPr>
          <a:xfrm>
            <a:off x="-4072200" y="1195200"/>
            <a:ext cx="3319800" cy="5224800"/>
          </a:xfrm>
          <a:prstGeom prst="roundRect">
            <a:avLst>
              <a:gd fmla="val 4230" name="adj"/>
            </a:avLst>
          </a:prstGeom>
          <a:solidFill>
            <a:srgbClr val="F3F3F3"/>
          </a:solidFill>
          <a:ln cap="flat" cmpd="sng" w="9525">
            <a:solidFill>
              <a:srgbClr val="F3F3F3"/>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t" bIns="91425" lIns="91425" spcFirstLastPara="1" rIns="91425" wrap="square" tIns="91425">
            <a:noAutofit/>
          </a:bodyPr>
          <a:lstStyle/>
          <a:p>
            <a:pPr indent="0" lvl="0" marL="0" rtl="0" algn="ctr">
              <a:spcBef>
                <a:spcPts val="0"/>
              </a:spcBef>
              <a:spcAft>
                <a:spcPts val="0"/>
              </a:spcAft>
              <a:buNone/>
            </a:pPr>
            <a:r>
              <a:rPr lang="es-419"/>
              <a:t>Paleta</a:t>
            </a:r>
            <a:endParaRPr/>
          </a:p>
        </p:txBody>
      </p:sp>
    </p:spTree>
  </p:cSld>
  <p:clrMapOvr>
    <a:masterClrMapping/>
  </p:clrMapOvr>
</p:sldLayout>
</file>

<file path=ppt/slideLayouts/slideLayout19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5.1 Puntos de Automatización">
  <p:cSld name="TITLE_3_6_1_1_1_1_1_1_1_1_1_1_1_1_1_1_1_1_1_1_1_1_1_1_1_1_2">
    <p:spTree>
      <p:nvGrpSpPr>
        <p:cNvPr id="11827" name="Shape 11827"/>
        <p:cNvGrpSpPr/>
        <p:nvPr/>
      </p:nvGrpSpPr>
      <p:grpSpPr>
        <a:xfrm>
          <a:off x="0" y="0"/>
          <a:ext cx="0" cy="0"/>
          <a:chOff x="0" y="0"/>
          <a:chExt cx="0" cy="0"/>
        </a:xfrm>
      </p:grpSpPr>
      <p:sp>
        <p:nvSpPr>
          <p:cNvPr id="11828" name="Google Shape;11828;p202"/>
          <p:cNvSpPr/>
          <p:nvPr/>
        </p:nvSpPr>
        <p:spPr>
          <a:xfrm>
            <a:off x="77688" y="358938"/>
            <a:ext cx="9935700" cy="6438000"/>
          </a:xfrm>
          <a:prstGeom prst="roundRect">
            <a:avLst>
              <a:gd fmla="val 2618" name="adj"/>
            </a:avLst>
          </a:prstGeom>
          <a:solidFill>
            <a:srgbClr val="FFFFFF"/>
          </a:solidFill>
          <a:ln cap="flat" cmpd="sng" w="38100">
            <a:solidFill>
              <a:srgbClr val="000000"/>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829" name="Google Shape;11829;p202"/>
          <p:cNvCxnSpPr/>
          <p:nvPr/>
        </p:nvCxnSpPr>
        <p:spPr>
          <a:xfrm>
            <a:off x="77688" y="772614"/>
            <a:ext cx="9935700" cy="0"/>
          </a:xfrm>
          <a:prstGeom prst="straightConnector1">
            <a:avLst/>
          </a:prstGeom>
          <a:noFill/>
          <a:ln cap="flat" cmpd="sng" w="19050">
            <a:solidFill>
              <a:srgbClr val="000000"/>
            </a:solidFill>
            <a:prstDash val="solid"/>
            <a:round/>
            <a:headEnd len="med" w="med" type="none"/>
            <a:tailEnd len="med" w="med" type="none"/>
          </a:ln>
        </p:spPr>
      </p:cxnSp>
      <p:cxnSp>
        <p:nvCxnSpPr>
          <p:cNvPr id="11830" name="Google Shape;11830;p202"/>
          <p:cNvCxnSpPr/>
          <p:nvPr/>
        </p:nvCxnSpPr>
        <p:spPr>
          <a:xfrm rot="10800000">
            <a:off x="2439038" y="368188"/>
            <a:ext cx="0" cy="402300"/>
          </a:xfrm>
          <a:prstGeom prst="straightConnector1">
            <a:avLst/>
          </a:prstGeom>
          <a:noFill/>
          <a:ln cap="flat" cmpd="sng" w="19050">
            <a:solidFill>
              <a:srgbClr val="000000"/>
            </a:solidFill>
            <a:prstDash val="solid"/>
            <a:round/>
            <a:headEnd len="med" w="med" type="none"/>
            <a:tailEnd len="med" w="med" type="none"/>
          </a:ln>
        </p:spPr>
      </p:cxnSp>
      <p:sp>
        <p:nvSpPr>
          <p:cNvPr id="11831" name="Google Shape;11831;p202"/>
          <p:cNvSpPr txBox="1"/>
          <p:nvPr>
            <p:ph type="title"/>
          </p:nvPr>
        </p:nvSpPr>
        <p:spPr>
          <a:xfrm flipH="1">
            <a:off x="3219174" y="437575"/>
            <a:ext cx="1731300" cy="2658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200"/>
              <a:buNone/>
              <a:defRPr sz="1200">
                <a:solidFill>
                  <a:srgbClr val="000000"/>
                </a:solidFill>
              </a:defRPr>
            </a:lvl1pPr>
            <a:lvl2pPr lvl="1">
              <a:spcBef>
                <a:spcPts val="0"/>
              </a:spcBef>
              <a:spcAft>
                <a:spcPts val="0"/>
              </a:spcAft>
              <a:buClr>
                <a:srgbClr val="000000"/>
              </a:buClr>
              <a:buSzPts val="1100"/>
              <a:buNone/>
              <a:defRPr sz="1100">
                <a:solidFill>
                  <a:srgbClr val="000000"/>
                </a:solidFill>
              </a:defRPr>
            </a:lvl2pPr>
            <a:lvl3pPr lvl="2">
              <a:spcBef>
                <a:spcPts val="0"/>
              </a:spcBef>
              <a:spcAft>
                <a:spcPts val="0"/>
              </a:spcAft>
              <a:buClr>
                <a:srgbClr val="000000"/>
              </a:buClr>
              <a:buSzPts val="1100"/>
              <a:buNone/>
              <a:defRPr sz="1100">
                <a:solidFill>
                  <a:srgbClr val="000000"/>
                </a:solidFill>
              </a:defRPr>
            </a:lvl3pPr>
            <a:lvl4pPr lvl="3">
              <a:spcBef>
                <a:spcPts val="0"/>
              </a:spcBef>
              <a:spcAft>
                <a:spcPts val="0"/>
              </a:spcAft>
              <a:buClr>
                <a:srgbClr val="000000"/>
              </a:buClr>
              <a:buSzPts val="1100"/>
              <a:buNone/>
              <a:defRPr sz="1100">
                <a:solidFill>
                  <a:srgbClr val="000000"/>
                </a:solidFill>
              </a:defRPr>
            </a:lvl4pPr>
            <a:lvl5pPr lvl="4">
              <a:spcBef>
                <a:spcPts val="0"/>
              </a:spcBef>
              <a:spcAft>
                <a:spcPts val="0"/>
              </a:spcAft>
              <a:buClr>
                <a:srgbClr val="000000"/>
              </a:buClr>
              <a:buSzPts val="1100"/>
              <a:buNone/>
              <a:defRPr sz="1100">
                <a:solidFill>
                  <a:srgbClr val="000000"/>
                </a:solidFill>
              </a:defRPr>
            </a:lvl5pPr>
            <a:lvl6pPr lvl="5">
              <a:spcBef>
                <a:spcPts val="0"/>
              </a:spcBef>
              <a:spcAft>
                <a:spcPts val="0"/>
              </a:spcAft>
              <a:buClr>
                <a:srgbClr val="000000"/>
              </a:buClr>
              <a:buSzPts val="1100"/>
              <a:buNone/>
              <a:defRPr sz="1100">
                <a:solidFill>
                  <a:srgbClr val="000000"/>
                </a:solidFill>
              </a:defRPr>
            </a:lvl6pPr>
            <a:lvl7pPr lvl="6">
              <a:spcBef>
                <a:spcPts val="0"/>
              </a:spcBef>
              <a:spcAft>
                <a:spcPts val="0"/>
              </a:spcAft>
              <a:buClr>
                <a:srgbClr val="000000"/>
              </a:buClr>
              <a:buSzPts val="1100"/>
              <a:buNone/>
              <a:defRPr sz="1100">
                <a:solidFill>
                  <a:srgbClr val="000000"/>
                </a:solidFill>
              </a:defRPr>
            </a:lvl7pPr>
            <a:lvl8pPr lvl="7">
              <a:spcBef>
                <a:spcPts val="0"/>
              </a:spcBef>
              <a:spcAft>
                <a:spcPts val="0"/>
              </a:spcAft>
              <a:buClr>
                <a:srgbClr val="000000"/>
              </a:buClr>
              <a:buSzPts val="1100"/>
              <a:buNone/>
              <a:defRPr sz="1100">
                <a:solidFill>
                  <a:srgbClr val="000000"/>
                </a:solidFill>
              </a:defRPr>
            </a:lvl8pPr>
            <a:lvl9pPr lvl="8">
              <a:spcBef>
                <a:spcPts val="0"/>
              </a:spcBef>
              <a:spcAft>
                <a:spcPts val="0"/>
              </a:spcAft>
              <a:buClr>
                <a:srgbClr val="000000"/>
              </a:buClr>
              <a:buSzPts val="1100"/>
              <a:buNone/>
              <a:defRPr sz="1100">
                <a:solidFill>
                  <a:srgbClr val="000000"/>
                </a:solidFill>
              </a:defRPr>
            </a:lvl9pPr>
          </a:lstStyle>
          <a:p/>
        </p:txBody>
      </p:sp>
      <p:sp>
        <p:nvSpPr>
          <p:cNvPr id="11832" name="Google Shape;11832;p202"/>
          <p:cNvSpPr txBox="1"/>
          <p:nvPr/>
        </p:nvSpPr>
        <p:spPr>
          <a:xfrm>
            <a:off x="2513487" y="437267"/>
            <a:ext cx="679500" cy="2664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b="1" lang="es-419" sz="1100"/>
              <a:t>Proceso:</a:t>
            </a:r>
            <a:endParaRPr b="1" sz="1100"/>
          </a:p>
        </p:txBody>
      </p:sp>
      <p:cxnSp>
        <p:nvCxnSpPr>
          <p:cNvPr id="11833" name="Google Shape;11833;p202"/>
          <p:cNvCxnSpPr/>
          <p:nvPr/>
        </p:nvCxnSpPr>
        <p:spPr>
          <a:xfrm rot="10800000">
            <a:off x="5070754" y="368188"/>
            <a:ext cx="0" cy="402300"/>
          </a:xfrm>
          <a:prstGeom prst="straightConnector1">
            <a:avLst/>
          </a:prstGeom>
          <a:noFill/>
          <a:ln cap="flat" cmpd="sng" w="19050">
            <a:solidFill>
              <a:srgbClr val="000000"/>
            </a:solidFill>
            <a:prstDash val="solid"/>
            <a:round/>
            <a:headEnd len="med" w="med" type="none"/>
            <a:tailEnd len="med" w="med" type="none"/>
          </a:ln>
        </p:spPr>
      </p:cxnSp>
      <p:sp>
        <p:nvSpPr>
          <p:cNvPr id="11834" name="Google Shape;11834;p202"/>
          <p:cNvSpPr txBox="1"/>
          <p:nvPr/>
        </p:nvSpPr>
        <p:spPr>
          <a:xfrm>
            <a:off x="5191013" y="387663"/>
            <a:ext cx="13026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Finalidad empresa:</a:t>
            </a:r>
            <a:endParaRPr b="1" sz="1100"/>
          </a:p>
        </p:txBody>
      </p:sp>
      <p:sp>
        <p:nvSpPr>
          <p:cNvPr id="11835" name="Google Shape;11835;p202"/>
          <p:cNvSpPr txBox="1"/>
          <p:nvPr/>
        </p:nvSpPr>
        <p:spPr>
          <a:xfrm>
            <a:off x="5191013" y="579538"/>
            <a:ext cx="11637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Finalidad cliente:</a:t>
            </a:r>
            <a:endParaRPr b="1" sz="1100"/>
          </a:p>
        </p:txBody>
      </p:sp>
      <p:sp>
        <p:nvSpPr>
          <p:cNvPr id="11836" name="Google Shape;11836;p202"/>
          <p:cNvSpPr/>
          <p:nvPr/>
        </p:nvSpPr>
        <p:spPr>
          <a:xfrm>
            <a:off x="77688" y="349338"/>
            <a:ext cx="2361300" cy="421200"/>
          </a:xfrm>
          <a:prstGeom prst="roundRect">
            <a:avLst>
              <a:gd fmla="val 50000" name="adj"/>
            </a:avLst>
          </a:prstGeom>
          <a:solidFill>
            <a:srgbClr val="000000"/>
          </a:solidFill>
          <a:ln cap="flat" cmpd="sng" w="9525">
            <a:solidFill>
              <a:srgbClr val="000000"/>
            </a:solidFill>
            <a:prstDash val="solid"/>
            <a:round/>
            <a:headEnd len="sm" w="sm" type="none"/>
            <a:tailEnd len="sm" w="sm" type="none"/>
          </a:ln>
        </p:spPr>
        <p:txBody>
          <a:bodyPr anchorCtr="0" anchor="ctr" bIns="91425" lIns="0" spcFirstLastPara="1" rIns="0" wrap="square" tIns="91425">
            <a:noAutofit/>
          </a:bodyPr>
          <a:lstStyle/>
          <a:p>
            <a:pPr indent="0" lvl="0" marL="0" rtl="0" algn="ctr">
              <a:spcBef>
                <a:spcPts val="0"/>
              </a:spcBef>
              <a:spcAft>
                <a:spcPts val="0"/>
              </a:spcAft>
              <a:buNone/>
            </a:pPr>
            <a:r>
              <a:rPr b="1" lang="es-419" sz="1100">
                <a:solidFill>
                  <a:srgbClr val="FFFFFF"/>
                </a:solidFill>
              </a:rPr>
              <a:t>Puntos de Automatización</a:t>
            </a:r>
            <a:endParaRPr b="1" sz="1100">
              <a:solidFill>
                <a:srgbClr val="FFFFFF"/>
              </a:solidFill>
            </a:endParaRPr>
          </a:p>
          <a:p>
            <a:pPr indent="0" lvl="0" marL="0" rtl="0" algn="ctr">
              <a:spcBef>
                <a:spcPts val="0"/>
              </a:spcBef>
              <a:spcAft>
                <a:spcPts val="0"/>
              </a:spcAft>
              <a:buNone/>
            </a:pPr>
            <a:r>
              <a:t/>
            </a:r>
            <a:endParaRPr b="1" sz="1200">
              <a:solidFill>
                <a:srgbClr val="FFFFFF"/>
              </a:solidFill>
            </a:endParaRPr>
          </a:p>
        </p:txBody>
      </p:sp>
      <p:sp>
        <p:nvSpPr>
          <p:cNvPr id="11837" name="Google Shape;11837;p202"/>
          <p:cNvSpPr/>
          <p:nvPr/>
        </p:nvSpPr>
        <p:spPr>
          <a:xfrm>
            <a:off x="83988" y="595504"/>
            <a:ext cx="190200" cy="1692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8" name="Google Shape;11838;p202"/>
          <p:cNvSpPr/>
          <p:nvPr/>
        </p:nvSpPr>
        <p:spPr>
          <a:xfrm>
            <a:off x="2350598" y="358950"/>
            <a:ext cx="88500" cy="4023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9" name="Google Shape;11839;p202"/>
          <p:cNvSpPr txBox="1"/>
          <p:nvPr>
            <p:ph idx="2" type="title"/>
          </p:nvPr>
        </p:nvSpPr>
        <p:spPr>
          <a:xfrm flipH="1">
            <a:off x="6546263" y="387663"/>
            <a:ext cx="3350100" cy="1692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000"/>
              <a:buNone/>
              <a:defRPr sz="1000">
                <a:solidFill>
                  <a:srgbClr val="000000"/>
                </a:solidFill>
              </a:defRPr>
            </a:lvl1pPr>
            <a:lvl2pPr lvl="1">
              <a:spcBef>
                <a:spcPts val="0"/>
              </a:spcBef>
              <a:spcAft>
                <a:spcPts val="0"/>
              </a:spcAft>
              <a:buClr>
                <a:srgbClr val="000000"/>
              </a:buClr>
              <a:buSzPts val="1000"/>
              <a:buNone/>
              <a:defRPr sz="1000">
                <a:solidFill>
                  <a:srgbClr val="000000"/>
                </a:solidFill>
              </a:defRPr>
            </a:lvl2pPr>
            <a:lvl3pPr lvl="2">
              <a:spcBef>
                <a:spcPts val="0"/>
              </a:spcBef>
              <a:spcAft>
                <a:spcPts val="0"/>
              </a:spcAft>
              <a:buClr>
                <a:srgbClr val="000000"/>
              </a:buClr>
              <a:buSzPts val="1000"/>
              <a:buNone/>
              <a:defRPr sz="1000">
                <a:solidFill>
                  <a:srgbClr val="000000"/>
                </a:solidFill>
              </a:defRPr>
            </a:lvl3pPr>
            <a:lvl4pPr lvl="3">
              <a:spcBef>
                <a:spcPts val="0"/>
              </a:spcBef>
              <a:spcAft>
                <a:spcPts val="0"/>
              </a:spcAft>
              <a:buClr>
                <a:srgbClr val="000000"/>
              </a:buClr>
              <a:buSzPts val="1000"/>
              <a:buNone/>
              <a:defRPr sz="1000">
                <a:solidFill>
                  <a:srgbClr val="000000"/>
                </a:solidFill>
              </a:defRPr>
            </a:lvl4pPr>
            <a:lvl5pPr lvl="4">
              <a:spcBef>
                <a:spcPts val="0"/>
              </a:spcBef>
              <a:spcAft>
                <a:spcPts val="0"/>
              </a:spcAft>
              <a:buClr>
                <a:srgbClr val="000000"/>
              </a:buClr>
              <a:buSzPts val="1000"/>
              <a:buNone/>
              <a:defRPr sz="1000">
                <a:solidFill>
                  <a:srgbClr val="000000"/>
                </a:solidFill>
              </a:defRPr>
            </a:lvl5pPr>
            <a:lvl6pPr lvl="5">
              <a:spcBef>
                <a:spcPts val="0"/>
              </a:spcBef>
              <a:spcAft>
                <a:spcPts val="0"/>
              </a:spcAft>
              <a:buClr>
                <a:srgbClr val="000000"/>
              </a:buClr>
              <a:buSzPts val="1000"/>
              <a:buNone/>
              <a:defRPr sz="1000">
                <a:solidFill>
                  <a:srgbClr val="000000"/>
                </a:solidFill>
              </a:defRPr>
            </a:lvl6pPr>
            <a:lvl7pPr lvl="6">
              <a:spcBef>
                <a:spcPts val="0"/>
              </a:spcBef>
              <a:spcAft>
                <a:spcPts val="0"/>
              </a:spcAft>
              <a:buClr>
                <a:srgbClr val="000000"/>
              </a:buClr>
              <a:buSzPts val="1000"/>
              <a:buNone/>
              <a:defRPr sz="1000">
                <a:solidFill>
                  <a:srgbClr val="000000"/>
                </a:solidFill>
              </a:defRPr>
            </a:lvl7pPr>
            <a:lvl8pPr lvl="7">
              <a:spcBef>
                <a:spcPts val="0"/>
              </a:spcBef>
              <a:spcAft>
                <a:spcPts val="0"/>
              </a:spcAft>
              <a:buClr>
                <a:srgbClr val="000000"/>
              </a:buClr>
              <a:buSzPts val="1000"/>
              <a:buNone/>
              <a:defRPr sz="1000">
                <a:solidFill>
                  <a:srgbClr val="000000"/>
                </a:solidFill>
              </a:defRPr>
            </a:lvl8pPr>
            <a:lvl9pPr lvl="8">
              <a:spcBef>
                <a:spcPts val="0"/>
              </a:spcBef>
              <a:spcAft>
                <a:spcPts val="0"/>
              </a:spcAft>
              <a:buClr>
                <a:srgbClr val="000000"/>
              </a:buClr>
              <a:buSzPts val="1000"/>
              <a:buNone/>
              <a:defRPr sz="1000">
                <a:solidFill>
                  <a:srgbClr val="000000"/>
                </a:solidFill>
              </a:defRPr>
            </a:lvl9pPr>
          </a:lstStyle>
          <a:p/>
        </p:txBody>
      </p:sp>
      <p:sp>
        <p:nvSpPr>
          <p:cNvPr id="11840" name="Google Shape;11840;p202"/>
          <p:cNvSpPr txBox="1"/>
          <p:nvPr>
            <p:ph idx="3" type="title"/>
          </p:nvPr>
        </p:nvSpPr>
        <p:spPr>
          <a:xfrm flipH="1">
            <a:off x="6546263" y="579538"/>
            <a:ext cx="3350100" cy="1692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000"/>
              <a:buNone/>
              <a:defRPr sz="1000">
                <a:solidFill>
                  <a:srgbClr val="000000"/>
                </a:solidFill>
              </a:defRPr>
            </a:lvl1pPr>
            <a:lvl2pPr lvl="1">
              <a:spcBef>
                <a:spcPts val="0"/>
              </a:spcBef>
              <a:spcAft>
                <a:spcPts val="0"/>
              </a:spcAft>
              <a:buClr>
                <a:srgbClr val="000000"/>
              </a:buClr>
              <a:buSzPts val="1000"/>
              <a:buNone/>
              <a:defRPr sz="1000">
                <a:solidFill>
                  <a:srgbClr val="000000"/>
                </a:solidFill>
              </a:defRPr>
            </a:lvl2pPr>
            <a:lvl3pPr lvl="2">
              <a:spcBef>
                <a:spcPts val="0"/>
              </a:spcBef>
              <a:spcAft>
                <a:spcPts val="0"/>
              </a:spcAft>
              <a:buClr>
                <a:srgbClr val="000000"/>
              </a:buClr>
              <a:buSzPts val="1000"/>
              <a:buNone/>
              <a:defRPr sz="1000">
                <a:solidFill>
                  <a:srgbClr val="000000"/>
                </a:solidFill>
              </a:defRPr>
            </a:lvl3pPr>
            <a:lvl4pPr lvl="3">
              <a:spcBef>
                <a:spcPts val="0"/>
              </a:spcBef>
              <a:spcAft>
                <a:spcPts val="0"/>
              </a:spcAft>
              <a:buClr>
                <a:srgbClr val="000000"/>
              </a:buClr>
              <a:buSzPts val="1000"/>
              <a:buNone/>
              <a:defRPr sz="1000">
                <a:solidFill>
                  <a:srgbClr val="000000"/>
                </a:solidFill>
              </a:defRPr>
            </a:lvl4pPr>
            <a:lvl5pPr lvl="4">
              <a:spcBef>
                <a:spcPts val="0"/>
              </a:spcBef>
              <a:spcAft>
                <a:spcPts val="0"/>
              </a:spcAft>
              <a:buClr>
                <a:srgbClr val="000000"/>
              </a:buClr>
              <a:buSzPts val="1000"/>
              <a:buNone/>
              <a:defRPr sz="1000">
                <a:solidFill>
                  <a:srgbClr val="000000"/>
                </a:solidFill>
              </a:defRPr>
            </a:lvl5pPr>
            <a:lvl6pPr lvl="5">
              <a:spcBef>
                <a:spcPts val="0"/>
              </a:spcBef>
              <a:spcAft>
                <a:spcPts val="0"/>
              </a:spcAft>
              <a:buClr>
                <a:srgbClr val="000000"/>
              </a:buClr>
              <a:buSzPts val="1000"/>
              <a:buNone/>
              <a:defRPr sz="1000">
                <a:solidFill>
                  <a:srgbClr val="000000"/>
                </a:solidFill>
              </a:defRPr>
            </a:lvl6pPr>
            <a:lvl7pPr lvl="6">
              <a:spcBef>
                <a:spcPts val="0"/>
              </a:spcBef>
              <a:spcAft>
                <a:spcPts val="0"/>
              </a:spcAft>
              <a:buClr>
                <a:srgbClr val="000000"/>
              </a:buClr>
              <a:buSzPts val="1000"/>
              <a:buNone/>
              <a:defRPr sz="1000">
                <a:solidFill>
                  <a:srgbClr val="000000"/>
                </a:solidFill>
              </a:defRPr>
            </a:lvl7pPr>
            <a:lvl8pPr lvl="7">
              <a:spcBef>
                <a:spcPts val="0"/>
              </a:spcBef>
              <a:spcAft>
                <a:spcPts val="0"/>
              </a:spcAft>
              <a:buClr>
                <a:srgbClr val="000000"/>
              </a:buClr>
              <a:buSzPts val="1000"/>
              <a:buNone/>
              <a:defRPr sz="1000">
                <a:solidFill>
                  <a:srgbClr val="000000"/>
                </a:solidFill>
              </a:defRPr>
            </a:lvl8pPr>
            <a:lvl9pPr lvl="8">
              <a:spcBef>
                <a:spcPts val="0"/>
              </a:spcBef>
              <a:spcAft>
                <a:spcPts val="0"/>
              </a:spcAft>
              <a:buClr>
                <a:srgbClr val="000000"/>
              </a:buClr>
              <a:buSzPts val="1000"/>
              <a:buNone/>
              <a:defRPr sz="1000">
                <a:solidFill>
                  <a:srgbClr val="000000"/>
                </a:solidFill>
              </a:defRPr>
            </a:lvl9pPr>
          </a:lstStyle>
          <a:p/>
        </p:txBody>
      </p:sp>
      <p:sp>
        <p:nvSpPr>
          <p:cNvPr id="11841" name="Google Shape;11841;p202"/>
          <p:cNvSpPr/>
          <p:nvPr/>
        </p:nvSpPr>
        <p:spPr>
          <a:xfrm>
            <a:off x="2277739" y="663750"/>
            <a:ext cx="88500" cy="1089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2" name="Google Shape;11842;p202"/>
          <p:cNvSpPr txBox="1"/>
          <p:nvPr>
            <p:ph idx="1" type="body"/>
          </p:nvPr>
        </p:nvSpPr>
        <p:spPr>
          <a:xfrm>
            <a:off x="641150" y="612125"/>
            <a:ext cx="1770300" cy="160500"/>
          </a:xfrm>
          <a:prstGeom prst="rect">
            <a:avLst/>
          </a:prstGeom>
          <a:noFill/>
          <a:ln>
            <a:noFill/>
          </a:ln>
        </p:spPr>
        <p:txBody>
          <a:bodyPr anchorCtr="0" anchor="t" bIns="0" lIns="0" spcFirstLastPara="1" rIns="0" wrap="square" tIns="0">
            <a:noAutofit/>
          </a:bodyPr>
          <a:lstStyle>
            <a:lvl1pPr indent="-292100" lvl="0" marL="457200" algn="ctr">
              <a:spcBef>
                <a:spcPts val="0"/>
              </a:spcBef>
              <a:spcAft>
                <a:spcPts val="0"/>
              </a:spcAft>
              <a:buClr>
                <a:srgbClr val="FFFFFF"/>
              </a:buClr>
              <a:buSzPts val="1000"/>
              <a:buChar char="●"/>
              <a:defRPr sz="1000">
                <a:solidFill>
                  <a:srgbClr val="FFFFFF"/>
                </a:solidFill>
              </a:defRPr>
            </a:lvl1pPr>
            <a:lvl2pPr indent="-292100" lvl="1" marL="914400" algn="ctr">
              <a:spcBef>
                <a:spcPts val="0"/>
              </a:spcBef>
              <a:spcAft>
                <a:spcPts val="0"/>
              </a:spcAft>
              <a:buClr>
                <a:srgbClr val="FFFFFF"/>
              </a:buClr>
              <a:buSzPts val="1000"/>
              <a:buChar char="○"/>
              <a:defRPr sz="1000">
                <a:solidFill>
                  <a:srgbClr val="FFFFFF"/>
                </a:solidFill>
              </a:defRPr>
            </a:lvl2pPr>
            <a:lvl3pPr indent="-292100" lvl="2" marL="1371600" algn="ctr">
              <a:spcBef>
                <a:spcPts val="0"/>
              </a:spcBef>
              <a:spcAft>
                <a:spcPts val="0"/>
              </a:spcAft>
              <a:buClr>
                <a:srgbClr val="FFFFFF"/>
              </a:buClr>
              <a:buSzPts val="1000"/>
              <a:buChar char="■"/>
              <a:defRPr sz="1000">
                <a:solidFill>
                  <a:srgbClr val="FFFFFF"/>
                </a:solidFill>
              </a:defRPr>
            </a:lvl3pPr>
            <a:lvl4pPr indent="-292100" lvl="3" marL="1828800" algn="ctr">
              <a:spcBef>
                <a:spcPts val="0"/>
              </a:spcBef>
              <a:spcAft>
                <a:spcPts val="0"/>
              </a:spcAft>
              <a:buClr>
                <a:srgbClr val="FFFFFF"/>
              </a:buClr>
              <a:buSzPts val="1000"/>
              <a:buChar char="●"/>
              <a:defRPr sz="1000">
                <a:solidFill>
                  <a:srgbClr val="FFFFFF"/>
                </a:solidFill>
              </a:defRPr>
            </a:lvl4pPr>
            <a:lvl5pPr indent="-292100" lvl="4" marL="2286000" algn="ctr">
              <a:spcBef>
                <a:spcPts val="0"/>
              </a:spcBef>
              <a:spcAft>
                <a:spcPts val="0"/>
              </a:spcAft>
              <a:buClr>
                <a:srgbClr val="FFFFFF"/>
              </a:buClr>
              <a:buSzPts val="1000"/>
              <a:buChar char="○"/>
              <a:defRPr sz="1000">
                <a:solidFill>
                  <a:srgbClr val="FFFFFF"/>
                </a:solidFill>
              </a:defRPr>
            </a:lvl5pPr>
            <a:lvl6pPr indent="-292100" lvl="5" marL="2743200" algn="ctr">
              <a:spcBef>
                <a:spcPts val="0"/>
              </a:spcBef>
              <a:spcAft>
                <a:spcPts val="0"/>
              </a:spcAft>
              <a:buClr>
                <a:srgbClr val="FFFFFF"/>
              </a:buClr>
              <a:buSzPts val="1000"/>
              <a:buChar char="■"/>
              <a:defRPr sz="1000">
                <a:solidFill>
                  <a:srgbClr val="FFFFFF"/>
                </a:solidFill>
              </a:defRPr>
            </a:lvl6pPr>
            <a:lvl7pPr indent="-292100" lvl="6" marL="3200400" algn="ctr">
              <a:spcBef>
                <a:spcPts val="0"/>
              </a:spcBef>
              <a:spcAft>
                <a:spcPts val="0"/>
              </a:spcAft>
              <a:buClr>
                <a:srgbClr val="FFFFFF"/>
              </a:buClr>
              <a:buSzPts val="1000"/>
              <a:buChar char="●"/>
              <a:defRPr sz="1000">
                <a:solidFill>
                  <a:srgbClr val="FFFFFF"/>
                </a:solidFill>
              </a:defRPr>
            </a:lvl7pPr>
            <a:lvl8pPr indent="-292100" lvl="7" marL="3657600" algn="ctr">
              <a:spcBef>
                <a:spcPts val="0"/>
              </a:spcBef>
              <a:spcAft>
                <a:spcPts val="0"/>
              </a:spcAft>
              <a:buClr>
                <a:srgbClr val="FFFFFF"/>
              </a:buClr>
              <a:buSzPts val="1000"/>
              <a:buChar char="○"/>
              <a:defRPr sz="1000">
                <a:solidFill>
                  <a:srgbClr val="FFFFFF"/>
                </a:solidFill>
              </a:defRPr>
            </a:lvl8pPr>
            <a:lvl9pPr indent="-292100" lvl="8" marL="4114800" algn="ctr">
              <a:spcBef>
                <a:spcPts val="0"/>
              </a:spcBef>
              <a:spcAft>
                <a:spcPts val="0"/>
              </a:spcAft>
              <a:buClr>
                <a:srgbClr val="FFFFFF"/>
              </a:buClr>
              <a:buSzPts val="1000"/>
              <a:buChar char="■"/>
              <a:defRPr sz="1000">
                <a:solidFill>
                  <a:srgbClr val="FFFFFF"/>
                </a:solidFill>
              </a:defRPr>
            </a:lvl9pPr>
          </a:lstStyle>
          <a:p/>
        </p:txBody>
      </p:sp>
      <p:sp>
        <p:nvSpPr>
          <p:cNvPr id="11843" name="Google Shape;11843;p202"/>
          <p:cNvSpPr txBox="1"/>
          <p:nvPr/>
        </p:nvSpPr>
        <p:spPr>
          <a:xfrm>
            <a:off x="84825" y="598125"/>
            <a:ext cx="595500" cy="205800"/>
          </a:xfrm>
          <a:prstGeom prst="rect">
            <a:avLst/>
          </a:prstGeom>
          <a:noFill/>
          <a:ln>
            <a:noFill/>
          </a:ln>
        </p:spPr>
        <p:txBody>
          <a:bodyPr anchorCtr="0" anchor="t" bIns="18000" lIns="18000" spcFirstLastPara="1" rIns="18000" wrap="square" tIns="18000">
            <a:spAutoFit/>
          </a:bodyPr>
          <a:lstStyle/>
          <a:p>
            <a:pPr indent="0" lvl="0" marL="0" rtl="0" algn="l">
              <a:spcBef>
                <a:spcPts val="0"/>
              </a:spcBef>
              <a:spcAft>
                <a:spcPts val="0"/>
              </a:spcAft>
              <a:buNone/>
            </a:pPr>
            <a:r>
              <a:rPr lang="es-419" sz="1100">
                <a:solidFill>
                  <a:srgbClr val="FFFFFF"/>
                </a:solidFill>
              </a:rPr>
              <a:t>Nombre:</a:t>
            </a:r>
            <a:endParaRPr sz="1100">
              <a:solidFill>
                <a:srgbClr val="FFFFFF"/>
              </a:solidFill>
            </a:endParaRPr>
          </a:p>
        </p:txBody>
      </p:sp>
      <p:sp>
        <p:nvSpPr>
          <p:cNvPr id="11844" name="Google Shape;11844;p202"/>
          <p:cNvSpPr/>
          <p:nvPr/>
        </p:nvSpPr>
        <p:spPr>
          <a:xfrm>
            <a:off x="-4248150" y="1705500"/>
            <a:ext cx="3505200" cy="3429000"/>
          </a:xfrm>
          <a:prstGeom prst="roundRect">
            <a:avLst>
              <a:gd fmla="val 2402" name="adj"/>
            </a:avLst>
          </a:prstGeom>
          <a:solidFill>
            <a:srgbClr val="F3F3F3"/>
          </a:solidFill>
          <a:ln cap="flat" cmpd="sng" w="9525">
            <a:solidFill>
              <a:srgbClr val="F3F3F3"/>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t" bIns="91425" lIns="91425" spcFirstLastPara="1" rIns="91425" wrap="square" tIns="91425">
            <a:noAutofit/>
          </a:bodyPr>
          <a:lstStyle/>
          <a:p>
            <a:pPr indent="0" lvl="0" marL="0" rtl="0" algn="ctr">
              <a:spcBef>
                <a:spcPts val="0"/>
              </a:spcBef>
              <a:spcAft>
                <a:spcPts val="0"/>
              </a:spcAft>
              <a:buNone/>
            </a:pPr>
            <a:r>
              <a:rPr lang="es-419"/>
              <a:t>Paleta</a:t>
            </a:r>
            <a:endParaRPr/>
          </a:p>
        </p:txBody>
      </p:sp>
    </p:spTree>
  </p:cSld>
  <p:clrMapOvr>
    <a:masterClrMapping/>
  </p:clrMapOvr>
</p:sldLayout>
</file>

<file path=ppt/slideLayouts/slideLayout19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6.7 Diagrama de Clases">
  <p:cSld name="TITLE_3_6_1_1_1_1_1_1_1_1_1_1_1_1_1_1_1_1_1_1_1_1_1_1_1_1_1">
    <p:spTree>
      <p:nvGrpSpPr>
        <p:cNvPr id="11845" name="Shape 11845"/>
        <p:cNvGrpSpPr/>
        <p:nvPr/>
      </p:nvGrpSpPr>
      <p:grpSpPr>
        <a:xfrm>
          <a:off x="0" y="0"/>
          <a:ext cx="0" cy="0"/>
          <a:chOff x="0" y="0"/>
          <a:chExt cx="0" cy="0"/>
        </a:xfrm>
      </p:grpSpPr>
      <p:sp>
        <p:nvSpPr>
          <p:cNvPr id="11846" name="Google Shape;11846;p203"/>
          <p:cNvSpPr/>
          <p:nvPr/>
        </p:nvSpPr>
        <p:spPr>
          <a:xfrm>
            <a:off x="97888" y="377012"/>
            <a:ext cx="9893400" cy="296700"/>
          </a:xfrm>
          <a:prstGeom prst="roundRect">
            <a:avLst>
              <a:gd fmla="val 22902" name="adj"/>
            </a:avLst>
          </a:prstGeom>
          <a:solidFill>
            <a:srgbClr val="F3F3F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11847" name="Google Shape;11847;p203"/>
          <p:cNvSpPr/>
          <p:nvPr/>
        </p:nvSpPr>
        <p:spPr>
          <a:xfrm>
            <a:off x="77688" y="358938"/>
            <a:ext cx="9935700" cy="6438000"/>
          </a:xfrm>
          <a:prstGeom prst="roundRect">
            <a:avLst>
              <a:gd fmla="val 2618" name="adj"/>
            </a:avLst>
          </a:prstGeom>
          <a:solidFill>
            <a:srgbClr val="FFFFFF"/>
          </a:solidFill>
          <a:ln cap="flat" cmpd="sng" w="38100">
            <a:solidFill>
              <a:srgbClr val="000000"/>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848" name="Google Shape;11848;p203"/>
          <p:cNvCxnSpPr/>
          <p:nvPr/>
        </p:nvCxnSpPr>
        <p:spPr>
          <a:xfrm>
            <a:off x="77688" y="772614"/>
            <a:ext cx="9935700" cy="0"/>
          </a:xfrm>
          <a:prstGeom prst="straightConnector1">
            <a:avLst/>
          </a:prstGeom>
          <a:noFill/>
          <a:ln cap="flat" cmpd="sng" w="19050">
            <a:solidFill>
              <a:srgbClr val="000000"/>
            </a:solidFill>
            <a:prstDash val="solid"/>
            <a:round/>
            <a:headEnd len="med" w="med" type="none"/>
            <a:tailEnd len="med" w="med" type="none"/>
          </a:ln>
        </p:spPr>
      </p:cxnSp>
      <p:cxnSp>
        <p:nvCxnSpPr>
          <p:cNvPr id="11849" name="Google Shape;11849;p203"/>
          <p:cNvCxnSpPr/>
          <p:nvPr/>
        </p:nvCxnSpPr>
        <p:spPr>
          <a:xfrm rot="10800000">
            <a:off x="2439038" y="368188"/>
            <a:ext cx="0" cy="402300"/>
          </a:xfrm>
          <a:prstGeom prst="straightConnector1">
            <a:avLst/>
          </a:prstGeom>
          <a:noFill/>
          <a:ln cap="flat" cmpd="sng" w="19050">
            <a:solidFill>
              <a:srgbClr val="000000"/>
            </a:solidFill>
            <a:prstDash val="solid"/>
            <a:round/>
            <a:headEnd len="med" w="med" type="none"/>
            <a:tailEnd len="med" w="med" type="none"/>
          </a:ln>
        </p:spPr>
      </p:cxnSp>
      <p:sp>
        <p:nvSpPr>
          <p:cNvPr id="11850" name="Google Shape;11850;p203"/>
          <p:cNvSpPr/>
          <p:nvPr/>
        </p:nvSpPr>
        <p:spPr>
          <a:xfrm>
            <a:off x="77688" y="349338"/>
            <a:ext cx="2361300" cy="421200"/>
          </a:xfrm>
          <a:prstGeom prst="roundRect">
            <a:avLst>
              <a:gd fmla="val 50000" name="adj"/>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s-419" sz="1200">
                <a:solidFill>
                  <a:srgbClr val="FFFFFF"/>
                </a:solidFill>
              </a:rPr>
              <a:t>Diagrama de Clases</a:t>
            </a:r>
            <a:endParaRPr b="1" sz="1200">
              <a:solidFill>
                <a:srgbClr val="FFFFFF"/>
              </a:solidFill>
            </a:endParaRPr>
          </a:p>
          <a:p>
            <a:pPr indent="0" lvl="0" marL="0" rtl="0" algn="ctr">
              <a:spcBef>
                <a:spcPts val="0"/>
              </a:spcBef>
              <a:spcAft>
                <a:spcPts val="0"/>
              </a:spcAft>
              <a:buNone/>
            </a:pPr>
            <a:r>
              <a:t/>
            </a:r>
            <a:endParaRPr b="1" sz="1200">
              <a:solidFill>
                <a:srgbClr val="FFFFFF"/>
              </a:solidFill>
            </a:endParaRPr>
          </a:p>
        </p:txBody>
      </p:sp>
      <p:sp>
        <p:nvSpPr>
          <p:cNvPr id="11851" name="Google Shape;11851;p203"/>
          <p:cNvSpPr/>
          <p:nvPr/>
        </p:nvSpPr>
        <p:spPr>
          <a:xfrm>
            <a:off x="83988" y="595504"/>
            <a:ext cx="190200" cy="1692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2" name="Google Shape;11852;p203"/>
          <p:cNvSpPr/>
          <p:nvPr/>
        </p:nvSpPr>
        <p:spPr>
          <a:xfrm>
            <a:off x="2292338" y="358938"/>
            <a:ext cx="146700" cy="4023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3" name="Google Shape;11853;p203"/>
          <p:cNvSpPr/>
          <p:nvPr/>
        </p:nvSpPr>
        <p:spPr>
          <a:xfrm>
            <a:off x="-2268925" y="760700"/>
            <a:ext cx="1620600" cy="6079200"/>
          </a:xfrm>
          <a:prstGeom prst="roundRect">
            <a:avLst>
              <a:gd fmla="val 5833" name="adj"/>
            </a:avLst>
          </a:prstGeom>
          <a:solidFill>
            <a:srgbClr val="F3F3F3"/>
          </a:solidFill>
          <a:ln cap="flat" cmpd="sng" w="9525">
            <a:solidFill>
              <a:srgbClr val="F3F3F3"/>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t" bIns="54000" lIns="72000" spcFirstLastPara="1" rIns="72000" wrap="square" tIns="54000">
            <a:noAutofit/>
          </a:bodyPr>
          <a:lstStyle/>
          <a:p>
            <a:pPr indent="0" lvl="0" marL="0" rtl="0" algn="ctr">
              <a:spcBef>
                <a:spcPts val="0"/>
              </a:spcBef>
              <a:spcAft>
                <a:spcPts val="0"/>
              </a:spcAft>
              <a:buNone/>
            </a:pPr>
            <a:r>
              <a:rPr i="1" lang="es-419"/>
              <a:t>Paleta</a:t>
            </a:r>
            <a:endParaRPr i="1"/>
          </a:p>
        </p:txBody>
      </p:sp>
      <p:sp>
        <p:nvSpPr>
          <p:cNvPr id="11854" name="Google Shape;11854;p203"/>
          <p:cNvSpPr txBox="1"/>
          <p:nvPr/>
        </p:nvSpPr>
        <p:spPr>
          <a:xfrm>
            <a:off x="2524025" y="387675"/>
            <a:ext cx="17055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Caso de Uso de Sistema:</a:t>
            </a:r>
            <a:endParaRPr b="1" sz="1100"/>
          </a:p>
        </p:txBody>
      </p:sp>
      <p:sp>
        <p:nvSpPr>
          <p:cNvPr id="11855" name="Google Shape;11855;p203"/>
          <p:cNvSpPr txBox="1"/>
          <p:nvPr/>
        </p:nvSpPr>
        <p:spPr>
          <a:xfrm>
            <a:off x="2524020" y="579550"/>
            <a:ext cx="6846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Finalidad:</a:t>
            </a:r>
            <a:endParaRPr b="1" sz="1100"/>
          </a:p>
        </p:txBody>
      </p:sp>
      <p:sp>
        <p:nvSpPr>
          <p:cNvPr id="11856" name="Google Shape;11856;p203"/>
          <p:cNvSpPr txBox="1"/>
          <p:nvPr>
            <p:ph type="title"/>
          </p:nvPr>
        </p:nvSpPr>
        <p:spPr>
          <a:xfrm flipH="1">
            <a:off x="4248275" y="387675"/>
            <a:ext cx="5640300" cy="1692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000"/>
              <a:buNone/>
              <a:defRPr sz="1000">
                <a:solidFill>
                  <a:srgbClr val="000000"/>
                </a:solidFill>
              </a:defRPr>
            </a:lvl1pPr>
            <a:lvl2pPr lvl="1">
              <a:spcBef>
                <a:spcPts val="0"/>
              </a:spcBef>
              <a:spcAft>
                <a:spcPts val="0"/>
              </a:spcAft>
              <a:buClr>
                <a:srgbClr val="000000"/>
              </a:buClr>
              <a:buSzPts val="1000"/>
              <a:buNone/>
              <a:defRPr sz="1000">
                <a:solidFill>
                  <a:srgbClr val="000000"/>
                </a:solidFill>
              </a:defRPr>
            </a:lvl2pPr>
            <a:lvl3pPr lvl="2">
              <a:spcBef>
                <a:spcPts val="0"/>
              </a:spcBef>
              <a:spcAft>
                <a:spcPts val="0"/>
              </a:spcAft>
              <a:buClr>
                <a:srgbClr val="000000"/>
              </a:buClr>
              <a:buSzPts val="1000"/>
              <a:buNone/>
              <a:defRPr sz="1000">
                <a:solidFill>
                  <a:srgbClr val="000000"/>
                </a:solidFill>
              </a:defRPr>
            </a:lvl3pPr>
            <a:lvl4pPr lvl="3">
              <a:spcBef>
                <a:spcPts val="0"/>
              </a:spcBef>
              <a:spcAft>
                <a:spcPts val="0"/>
              </a:spcAft>
              <a:buClr>
                <a:srgbClr val="000000"/>
              </a:buClr>
              <a:buSzPts val="1000"/>
              <a:buNone/>
              <a:defRPr sz="1000">
                <a:solidFill>
                  <a:srgbClr val="000000"/>
                </a:solidFill>
              </a:defRPr>
            </a:lvl4pPr>
            <a:lvl5pPr lvl="4">
              <a:spcBef>
                <a:spcPts val="0"/>
              </a:spcBef>
              <a:spcAft>
                <a:spcPts val="0"/>
              </a:spcAft>
              <a:buClr>
                <a:srgbClr val="000000"/>
              </a:buClr>
              <a:buSzPts val="1000"/>
              <a:buNone/>
              <a:defRPr sz="1000">
                <a:solidFill>
                  <a:srgbClr val="000000"/>
                </a:solidFill>
              </a:defRPr>
            </a:lvl5pPr>
            <a:lvl6pPr lvl="5">
              <a:spcBef>
                <a:spcPts val="0"/>
              </a:spcBef>
              <a:spcAft>
                <a:spcPts val="0"/>
              </a:spcAft>
              <a:buClr>
                <a:srgbClr val="000000"/>
              </a:buClr>
              <a:buSzPts val="1000"/>
              <a:buNone/>
              <a:defRPr sz="1000">
                <a:solidFill>
                  <a:srgbClr val="000000"/>
                </a:solidFill>
              </a:defRPr>
            </a:lvl6pPr>
            <a:lvl7pPr lvl="6">
              <a:spcBef>
                <a:spcPts val="0"/>
              </a:spcBef>
              <a:spcAft>
                <a:spcPts val="0"/>
              </a:spcAft>
              <a:buClr>
                <a:srgbClr val="000000"/>
              </a:buClr>
              <a:buSzPts val="1000"/>
              <a:buNone/>
              <a:defRPr sz="1000">
                <a:solidFill>
                  <a:srgbClr val="000000"/>
                </a:solidFill>
              </a:defRPr>
            </a:lvl7pPr>
            <a:lvl8pPr lvl="7">
              <a:spcBef>
                <a:spcPts val="0"/>
              </a:spcBef>
              <a:spcAft>
                <a:spcPts val="0"/>
              </a:spcAft>
              <a:buClr>
                <a:srgbClr val="000000"/>
              </a:buClr>
              <a:buSzPts val="1000"/>
              <a:buNone/>
              <a:defRPr sz="1000">
                <a:solidFill>
                  <a:srgbClr val="000000"/>
                </a:solidFill>
              </a:defRPr>
            </a:lvl8pPr>
            <a:lvl9pPr lvl="8">
              <a:spcBef>
                <a:spcPts val="0"/>
              </a:spcBef>
              <a:spcAft>
                <a:spcPts val="0"/>
              </a:spcAft>
              <a:buClr>
                <a:srgbClr val="000000"/>
              </a:buClr>
              <a:buSzPts val="1000"/>
              <a:buNone/>
              <a:defRPr sz="1000">
                <a:solidFill>
                  <a:srgbClr val="000000"/>
                </a:solidFill>
              </a:defRPr>
            </a:lvl9pPr>
          </a:lstStyle>
          <a:p/>
        </p:txBody>
      </p:sp>
      <p:sp>
        <p:nvSpPr>
          <p:cNvPr id="11857" name="Google Shape;11857;p203"/>
          <p:cNvSpPr txBox="1"/>
          <p:nvPr>
            <p:ph idx="2" type="title"/>
          </p:nvPr>
        </p:nvSpPr>
        <p:spPr>
          <a:xfrm flipH="1">
            <a:off x="3231275" y="579550"/>
            <a:ext cx="6657300" cy="1692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000"/>
              <a:buNone/>
              <a:defRPr sz="1000">
                <a:solidFill>
                  <a:srgbClr val="000000"/>
                </a:solidFill>
              </a:defRPr>
            </a:lvl1pPr>
            <a:lvl2pPr lvl="1">
              <a:spcBef>
                <a:spcPts val="0"/>
              </a:spcBef>
              <a:spcAft>
                <a:spcPts val="0"/>
              </a:spcAft>
              <a:buClr>
                <a:srgbClr val="000000"/>
              </a:buClr>
              <a:buSzPts val="1000"/>
              <a:buNone/>
              <a:defRPr sz="1000">
                <a:solidFill>
                  <a:srgbClr val="000000"/>
                </a:solidFill>
              </a:defRPr>
            </a:lvl2pPr>
            <a:lvl3pPr lvl="2">
              <a:spcBef>
                <a:spcPts val="0"/>
              </a:spcBef>
              <a:spcAft>
                <a:spcPts val="0"/>
              </a:spcAft>
              <a:buClr>
                <a:srgbClr val="000000"/>
              </a:buClr>
              <a:buSzPts val="1000"/>
              <a:buNone/>
              <a:defRPr sz="1000">
                <a:solidFill>
                  <a:srgbClr val="000000"/>
                </a:solidFill>
              </a:defRPr>
            </a:lvl3pPr>
            <a:lvl4pPr lvl="3">
              <a:spcBef>
                <a:spcPts val="0"/>
              </a:spcBef>
              <a:spcAft>
                <a:spcPts val="0"/>
              </a:spcAft>
              <a:buClr>
                <a:srgbClr val="000000"/>
              </a:buClr>
              <a:buSzPts val="1000"/>
              <a:buNone/>
              <a:defRPr sz="1000">
                <a:solidFill>
                  <a:srgbClr val="000000"/>
                </a:solidFill>
              </a:defRPr>
            </a:lvl4pPr>
            <a:lvl5pPr lvl="4">
              <a:spcBef>
                <a:spcPts val="0"/>
              </a:spcBef>
              <a:spcAft>
                <a:spcPts val="0"/>
              </a:spcAft>
              <a:buClr>
                <a:srgbClr val="000000"/>
              </a:buClr>
              <a:buSzPts val="1000"/>
              <a:buNone/>
              <a:defRPr sz="1000">
                <a:solidFill>
                  <a:srgbClr val="000000"/>
                </a:solidFill>
              </a:defRPr>
            </a:lvl5pPr>
            <a:lvl6pPr lvl="5">
              <a:spcBef>
                <a:spcPts val="0"/>
              </a:spcBef>
              <a:spcAft>
                <a:spcPts val="0"/>
              </a:spcAft>
              <a:buClr>
                <a:srgbClr val="000000"/>
              </a:buClr>
              <a:buSzPts val="1000"/>
              <a:buNone/>
              <a:defRPr sz="1000">
                <a:solidFill>
                  <a:srgbClr val="000000"/>
                </a:solidFill>
              </a:defRPr>
            </a:lvl6pPr>
            <a:lvl7pPr lvl="6">
              <a:spcBef>
                <a:spcPts val="0"/>
              </a:spcBef>
              <a:spcAft>
                <a:spcPts val="0"/>
              </a:spcAft>
              <a:buClr>
                <a:srgbClr val="000000"/>
              </a:buClr>
              <a:buSzPts val="1000"/>
              <a:buNone/>
              <a:defRPr sz="1000">
                <a:solidFill>
                  <a:srgbClr val="000000"/>
                </a:solidFill>
              </a:defRPr>
            </a:lvl7pPr>
            <a:lvl8pPr lvl="7">
              <a:spcBef>
                <a:spcPts val="0"/>
              </a:spcBef>
              <a:spcAft>
                <a:spcPts val="0"/>
              </a:spcAft>
              <a:buClr>
                <a:srgbClr val="000000"/>
              </a:buClr>
              <a:buSzPts val="1000"/>
              <a:buNone/>
              <a:defRPr sz="1000">
                <a:solidFill>
                  <a:srgbClr val="000000"/>
                </a:solidFill>
              </a:defRPr>
            </a:lvl8pPr>
            <a:lvl9pPr lvl="8">
              <a:spcBef>
                <a:spcPts val="0"/>
              </a:spcBef>
              <a:spcAft>
                <a:spcPts val="0"/>
              </a:spcAft>
              <a:buClr>
                <a:srgbClr val="000000"/>
              </a:buClr>
              <a:buSzPts val="1000"/>
              <a:buNone/>
              <a:defRPr sz="1000">
                <a:solidFill>
                  <a:srgbClr val="000000"/>
                </a:solidFill>
              </a:defRPr>
            </a:lvl9pPr>
          </a:lstStyle>
          <a:p/>
        </p:txBody>
      </p:sp>
      <p:sp>
        <p:nvSpPr>
          <p:cNvPr id="11858" name="Google Shape;11858;p203"/>
          <p:cNvSpPr txBox="1"/>
          <p:nvPr>
            <p:ph idx="1" type="body"/>
          </p:nvPr>
        </p:nvSpPr>
        <p:spPr>
          <a:xfrm>
            <a:off x="641150" y="612125"/>
            <a:ext cx="1770300" cy="160500"/>
          </a:xfrm>
          <a:prstGeom prst="rect">
            <a:avLst/>
          </a:prstGeom>
          <a:noFill/>
          <a:ln>
            <a:noFill/>
          </a:ln>
        </p:spPr>
        <p:txBody>
          <a:bodyPr anchorCtr="0" anchor="t" bIns="0" lIns="0" spcFirstLastPara="1" rIns="0" wrap="square" tIns="0">
            <a:noAutofit/>
          </a:bodyPr>
          <a:lstStyle>
            <a:lvl1pPr indent="-292100" lvl="0" marL="457200" algn="ctr">
              <a:spcBef>
                <a:spcPts val="0"/>
              </a:spcBef>
              <a:spcAft>
                <a:spcPts val="0"/>
              </a:spcAft>
              <a:buClr>
                <a:srgbClr val="FFFFFF"/>
              </a:buClr>
              <a:buSzPts val="1000"/>
              <a:buChar char="●"/>
              <a:defRPr sz="1000">
                <a:solidFill>
                  <a:srgbClr val="FFFFFF"/>
                </a:solidFill>
              </a:defRPr>
            </a:lvl1pPr>
            <a:lvl2pPr indent="-292100" lvl="1" marL="914400" algn="ctr">
              <a:spcBef>
                <a:spcPts val="0"/>
              </a:spcBef>
              <a:spcAft>
                <a:spcPts val="0"/>
              </a:spcAft>
              <a:buClr>
                <a:srgbClr val="FFFFFF"/>
              </a:buClr>
              <a:buSzPts val="1000"/>
              <a:buChar char="○"/>
              <a:defRPr sz="1000">
                <a:solidFill>
                  <a:srgbClr val="FFFFFF"/>
                </a:solidFill>
              </a:defRPr>
            </a:lvl2pPr>
            <a:lvl3pPr indent="-292100" lvl="2" marL="1371600" algn="ctr">
              <a:spcBef>
                <a:spcPts val="0"/>
              </a:spcBef>
              <a:spcAft>
                <a:spcPts val="0"/>
              </a:spcAft>
              <a:buClr>
                <a:srgbClr val="FFFFFF"/>
              </a:buClr>
              <a:buSzPts val="1000"/>
              <a:buChar char="■"/>
              <a:defRPr sz="1000">
                <a:solidFill>
                  <a:srgbClr val="FFFFFF"/>
                </a:solidFill>
              </a:defRPr>
            </a:lvl3pPr>
            <a:lvl4pPr indent="-292100" lvl="3" marL="1828800" algn="ctr">
              <a:spcBef>
                <a:spcPts val="0"/>
              </a:spcBef>
              <a:spcAft>
                <a:spcPts val="0"/>
              </a:spcAft>
              <a:buClr>
                <a:srgbClr val="FFFFFF"/>
              </a:buClr>
              <a:buSzPts val="1000"/>
              <a:buChar char="●"/>
              <a:defRPr sz="1000">
                <a:solidFill>
                  <a:srgbClr val="FFFFFF"/>
                </a:solidFill>
              </a:defRPr>
            </a:lvl4pPr>
            <a:lvl5pPr indent="-292100" lvl="4" marL="2286000" algn="ctr">
              <a:spcBef>
                <a:spcPts val="0"/>
              </a:spcBef>
              <a:spcAft>
                <a:spcPts val="0"/>
              </a:spcAft>
              <a:buClr>
                <a:srgbClr val="FFFFFF"/>
              </a:buClr>
              <a:buSzPts val="1000"/>
              <a:buChar char="○"/>
              <a:defRPr sz="1000">
                <a:solidFill>
                  <a:srgbClr val="FFFFFF"/>
                </a:solidFill>
              </a:defRPr>
            </a:lvl5pPr>
            <a:lvl6pPr indent="-292100" lvl="5" marL="2743200" algn="ctr">
              <a:spcBef>
                <a:spcPts val="0"/>
              </a:spcBef>
              <a:spcAft>
                <a:spcPts val="0"/>
              </a:spcAft>
              <a:buClr>
                <a:srgbClr val="FFFFFF"/>
              </a:buClr>
              <a:buSzPts val="1000"/>
              <a:buChar char="■"/>
              <a:defRPr sz="1000">
                <a:solidFill>
                  <a:srgbClr val="FFFFFF"/>
                </a:solidFill>
              </a:defRPr>
            </a:lvl6pPr>
            <a:lvl7pPr indent="-292100" lvl="6" marL="3200400" algn="ctr">
              <a:spcBef>
                <a:spcPts val="0"/>
              </a:spcBef>
              <a:spcAft>
                <a:spcPts val="0"/>
              </a:spcAft>
              <a:buClr>
                <a:srgbClr val="FFFFFF"/>
              </a:buClr>
              <a:buSzPts val="1000"/>
              <a:buChar char="●"/>
              <a:defRPr sz="1000">
                <a:solidFill>
                  <a:srgbClr val="FFFFFF"/>
                </a:solidFill>
              </a:defRPr>
            </a:lvl7pPr>
            <a:lvl8pPr indent="-292100" lvl="7" marL="3657600" algn="ctr">
              <a:spcBef>
                <a:spcPts val="0"/>
              </a:spcBef>
              <a:spcAft>
                <a:spcPts val="0"/>
              </a:spcAft>
              <a:buClr>
                <a:srgbClr val="FFFFFF"/>
              </a:buClr>
              <a:buSzPts val="1000"/>
              <a:buChar char="○"/>
              <a:defRPr sz="1000">
                <a:solidFill>
                  <a:srgbClr val="FFFFFF"/>
                </a:solidFill>
              </a:defRPr>
            </a:lvl8pPr>
            <a:lvl9pPr indent="-292100" lvl="8" marL="4114800" algn="ctr">
              <a:spcBef>
                <a:spcPts val="0"/>
              </a:spcBef>
              <a:spcAft>
                <a:spcPts val="0"/>
              </a:spcAft>
              <a:buClr>
                <a:srgbClr val="FFFFFF"/>
              </a:buClr>
              <a:buSzPts val="1000"/>
              <a:buChar char="■"/>
              <a:defRPr sz="1000">
                <a:solidFill>
                  <a:srgbClr val="FFFFFF"/>
                </a:solidFill>
              </a:defRPr>
            </a:lvl9pPr>
          </a:lstStyle>
          <a:p/>
        </p:txBody>
      </p:sp>
      <p:sp>
        <p:nvSpPr>
          <p:cNvPr id="11859" name="Google Shape;11859;p203"/>
          <p:cNvSpPr txBox="1"/>
          <p:nvPr/>
        </p:nvSpPr>
        <p:spPr>
          <a:xfrm>
            <a:off x="84825" y="598125"/>
            <a:ext cx="595500" cy="205800"/>
          </a:xfrm>
          <a:prstGeom prst="rect">
            <a:avLst/>
          </a:prstGeom>
          <a:noFill/>
          <a:ln>
            <a:noFill/>
          </a:ln>
        </p:spPr>
        <p:txBody>
          <a:bodyPr anchorCtr="0" anchor="t" bIns="18000" lIns="18000" spcFirstLastPara="1" rIns="18000" wrap="square" tIns="18000">
            <a:spAutoFit/>
          </a:bodyPr>
          <a:lstStyle/>
          <a:p>
            <a:pPr indent="0" lvl="0" marL="0" rtl="0" algn="l">
              <a:spcBef>
                <a:spcPts val="0"/>
              </a:spcBef>
              <a:spcAft>
                <a:spcPts val="0"/>
              </a:spcAft>
              <a:buNone/>
            </a:pPr>
            <a:r>
              <a:rPr lang="es-419" sz="1100">
                <a:solidFill>
                  <a:srgbClr val="FFFFFF"/>
                </a:solidFill>
              </a:rPr>
              <a:t>Nombre:</a:t>
            </a:r>
            <a:endParaRPr sz="1100">
              <a:solidFill>
                <a:srgbClr val="FFFFFF"/>
              </a:solidFill>
            </a:endParaRPr>
          </a:p>
        </p:txBody>
      </p:sp>
    </p:spTree>
  </p:cSld>
  <p:clrMapOvr>
    <a:masterClrMapping/>
  </p:clrMapOvr>
</p:sldLayout>
</file>

<file path=ppt/slideLayouts/slideLayout19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6.5 Diagrama de Secuencia">
  <p:cSld name="TITLE_3_6_1_1_1_1_1_1_1_1_1_1_1_1_1_1_1_1_1_1_1_1_1_1_1_1_1_1">
    <p:spTree>
      <p:nvGrpSpPr>
        <p:cNvPr id="11860" name="Shape 11860"/>
        <p:cNvGrpSpPr/>
        <p:nvPr/>
      </p:nvGrpSpPr>
      <p:grpSpPr>
        <a:xfrm>
          <a:off x="0" y="0"/>
          <a:ext cx="0" cy="0"/>
          <a:chOff x="0" y="0"/>
          <a:chExt cx="0" cy="0"/>
        </a:xfrm>
      </p:grpSpPr>
      <p:sp>
        <p:nvSpPr>
          <p:cNvPr id="11861" name="Google Shape;11861;p204"/>
          <p:cNvSpPr/>
          <p:nvPr/>
        </p:nvSpPr>
        <p:spPr>
          <a:xfrm>
            <a:off x="97888" y="377012"/>
            <a:ext cx="9893400" cy="296700"/>
          </a:xfrm>
          <a:prstGeom prst="roundRect">
            <a:avLst>
              <a:gd fmla="val 22902" name="adj"/>
            </a:avLst>
          </a:prstGeom>
          <a:solidFill>
            <a:srgbClr val="F3F3F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11862" name="Google Shape;11862;p204"/>
          <p:cNvSpPr/>
          <p:nvPr/>
        </p:nvSpPr>
        <p:spPr>
          <a:xfrm>
            <a:off x="77688" y="358938"/>
            <a:ext cx="9935700" cy="6438000"/>
          </a:xfrm>
          <a:prstGeom prst="roundRect">
            <a:avLst>
              <a:gd fmla="val 2618" name="adj"/>
            </a:avLst>
          </a:prstGeom>
          <a:solidFill>
            <a:srgbClr val="FFFFFF"/>
          </a:solidFill>
          <a:ln cap="flat" cmpd="sng" w="38100">
            <a:solidFill>
              <a:srgbClr val="000000"/>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863" name="Google Shape;11863;p204"/>
          <p:cNvCxnSpPr/>
          <p:nvPr/>
        </p:nvCxnSpPr>
        <p:spPr>
          <a:xfrm>
            <a:off x="77688" y="772614"/>
            <a:ext cx="9935700" cy="0"/>
          </a:xfrm>
          <a:prstGeom prst="straightConnector1">
            <a:avLst/>
          </a:prstGeom>
          <a:noFill/>
          <a:ln cap="flat" cmpd="sng" w="19050">
            <a:solidFill>
              <a:srgbClr val="000000"/>
            </a:solidFill>
            <a:prstDash val="solid"/>
            <a:round/>
            <a:headEnd len="med" w="med" type="none"/>
            <a:tailEnd len="med" w="med" type="none"/>
          </a:ln>
        </p:spPr>
      </p:cxnSp>
      <p:cxnSp>
        <p:nvCxnSpPr>
          <p:cNvPr id="11864" name="Google Shape;11864;p204"/>
          <p:cNvCxnSpPr/>
          <p:nvPr/>
        </p:nvCxnSpPr>
        <p:spPr>
          <a:xfrm rot="10800000">
            <a:off x="2439038" y="368188"/>
            <a:ext cx="0" cy="402300"/>
          </a:xfrm>
          <a:prstGeom prst="straightConnector1">
            <a:avLst/>
          </a:prstGeom>
          <a:noFill/>
          <a:ln cap="flat" cmpd="sng" w="19050">
            <a:solidFill>
              <a:srgbClr val="000000"/>
            </a:solidFill>
            <a:prstDash val="solid"/>
            <a:round/>
            <a:headEnd len="med" w="med" type="none"/>
            <a:tailEnd len="med" w="med" type="none"/>
          </a:ln>
        </p:spPr>
      </p:cxnSp>
      <p:sp>
        <p:nvSpPr>
          <p:cNvPr id="11865" name="Google Shape;11865;p204"/>
          <p:cNvSpPr/>
          <p:nvPr/>
        </p:nvSpPr>
        <p:spPr>
          <a:xfrm>
            <a:off x="77688" y="349338"/>
            <a:ext cx="2361300" cy="421200"/>
          </a:xfrm>
          <a:prstGeom prst="roundRect">
            <a:avLst>
              <a:gd fmla="val 50000" name="adj"/>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s-419" sz="1200">
                <a:solidFill>
                  <a:srgbClr val="FFFFFF"/>
                </a:solidFill>
              </a:rPr>
              <a:t>Diagrama de Secuencia</a:t>
            </a:r>
            <a:endParaRPr b="1" sz="1200">
              <a:solidFill>
                <a:srgbClr val="FFFFFF"/>
              </a:solidFill>
            </a:endParaRPr>
          </a:p>
          <a:p>
            <a:pPr indent="0" lvl="0" marL="0" rtl="0" algn="ctr">
              <a:spcBef>
                <a:spcPts val="0"/>
              </a:spcBef>
              <a:spcAft>
                <a:spcPts val="0"/>
              </a:spcAft>
              <a:buNone/>
            </a:pPr>
            <a:r>
              <a:t/>
            </a:r>
            <a:endParaRPr b="1" sz="1200">
              <a:solidFill>
                <a:srgbClr val="FFFFFF"/>
              </a:solidFill>
            </a:endParaRPr>
          </a:p>
        </p:txBody>
      </p:sp>
      <p:sp>
        <p:nvSpPr>
          <p:cNvPr id="11866" name="Google Shape;11866;p204"/>
          <p:cNvSpPr/>
          <p:nvPr/>
        </p:nvSpPr>
        <p:spPr>
          <a:xfrm>
            <a:off x="83988" y="595504"/>
            <a:ext cx="190200" cy="1692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7" name="Google Shape;11867;p204"/>
          <p:cNvSpPr/>
          <p:nvPr/>
        </p:nvSpPr>
        <p:spPr>
          <a:xfrm>
            <a:off x="2292338" y="358938"/>
            <a:ext cx="146700" cy="4023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8" name="Google Shape;11868;p204"/>
          <p:cNvSpPr/>
          <p:nvPr/>
        </p:nvSpPr>
        <p:spPr>
          <a:xfrm>
            <a:off x="-3377871" y="349350"/>
            <a:ext cx="2700000" cy="6490500"/>
          </a:xfrm>
          <a:prstGeom prst="roundRect">
            <a:avLst>
              <a:gd fmla="val 2889" name="adj"/>
            </a:avLst>
          </a:prstGeom>
          <a:solidFill>
            <a:srgbClr val="F3F3F3"/>
          </a:solidFill>
          <a:ln cap="flat" cmpd="sng" w="9525">
            <a:solidFill>
              <a:srgbClr val="F3F3F3"/>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t" bIns="54000" lIns="72000" spcFirstLastPara="1" rIns="72000" wrap="square" tIns="54000">
            <a:noAutofit/>
          </a:bodyPr>
          <a:lstStyle/>
          <a:p>
            <a:pPr indent="0" lvl="0" marL="0" rtl="0" algn="ctr">
              <a:spcBef>
                <a:spcPts val="0"/>
              </a:spcBef>
              <a:spcAft>
                <a:spcPts val="0"/>
              </a:spcAft>
              <a:buNone/>
            </a:pPr>
            <a:r>
              <a:rPr i="1" lang="es-419"/>
              <a:t>Paleta</a:t>
            </a:r>
            <a:endParaRPr i="1"/>
          </a:p>
        </p:txBody>
      </p:sp>
      <p:sp>
        <p:nvSpPr>
          <p:cNvPr id="11869" name="Google Shape;11869;p204"/>
          <p:cNvSpPr txBox="1"/>
          <p:nvPr/>
        </p:nvSpPr>
        <p:spPr>
          <a:xfrm>
            <a:off x="2524025" y="387675"/>
            <a:ext cx="17055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Caso de Uso de Sistema:</a:t>
            </a:r>
            <a:endParaRPr b="1" sz="1100"/>
          </a:p>
        </p:txBody>
      </p:sp>
      <p:sp>
        <p:nvSpPr>
          <p:cNvPr id="11870" name="Google Shape;11870;p204"/>
          <p:cNvSpPr txBox="1"/>
          <p:nvPr/>
        </p:nvSpPr>
        <p:spPr>
          <a:xfrm>
            <a:off x="2524020" y="579550"/>
            <a:ext cx="6846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Finalidad:</a:t>
            </a:r>
            <a:endParaRPr b="1" sz="1100"/>
          </a:p>
        </p:txBody>
      </p:sp>
      <p:sp>
        <p:nvSpPr>
          <p:cNvPr id="11871" name="Google Shape;11871;p204"/>
          <p:cNvSpPr txBox="1"/>
          <p:nvPr>
            <p:ph type="title"/>
          </p:nvPr>
        </p:nvSpPr>
        <p:spPr>
          <a:xfrm flipH="1">
            <a:off x="4248275" y="387675"/>
            <a:ext cx="5640300" cy="1692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000"/>
              <a:buNone/>
              <a:defRPr sz="1000">
                <a:solidFill>
                  <a:srgbClr val="000000"/>
                </a:solidFill>
              </a:defRPr>
            </a:lvl1pPr>
            <a:lvl2pPr lvl="1">
              <a:spcBef>
                <a:spcPts val="0"/>
              </a:spcBef>
              <a:spcAft>
                <a:spcPts val="0"/>
              </a:spcAft>
              <a:buClr>
                <a:srgbClr val="000000"/>
              </a:buClr>
              <a:buSzPts val="1000"/>
              <a:buNone/>
              <a:defRPr sz="1000">
                <a:solidFill>
                  <a:srgbClr val="000000"/>
                </a:solidFill>
              </a:defRPr>
            </a:lvl2pPr>
            <a:lvl3pPr lvl="2">
              <a:spcBef>
                <a:spcPts val="0"/>
              </a:spcBef>
              <a:spcAft>
                <a:spcPts val="0"/>
              </a:spcAft>
              <a:buClr>
                <a:srgbClr val="000000"/>
              </a:buClr>
              <a:buSzPts val="1000"/>
              <a:buNone/>
              <a:defRPr sz="1000">
                <a:solidFill>
                  <a:srgbClr val="000000"/>
                </a:solidFill>
              </a:defRPr>
            </a:lvl3pPr>
            <a:lvl4pPr lvl="3">
              <a:spcBef>
                <a:spcPts val="0"/>
              </a:spcBef>
              <a:spcAft>
                <a:spcPts val="0"/>
              </a:spcAft>
              <a:buClr>
                <a:srgbClr val="000000"/>
              </a:buClr>
              <a:buSzPts val="1000"/>
              <a:buNone/>
              <a:defRPr sz="1000">
                <a:solidFill>
                  <a:srgbClr val="000000"/>
                </a:solidFill>
              </a:defRPr>
            </a:lvl4pPr>
            <a:lvl5pPr lvl="4">
              <a:spcBef>
                <a:spcPts val="0"/>
              </a:spcBef>
              <a:spcAft>
                <a:spcPts val="0"/>
              </a:spcAft>
              <a:buClr>
                <a:srgbClr val="000000"/>
              </a:buClr>
              <a:buSzPts val="1000"/>
              <a:buNone/>
              <a:defRPr sz="1000">
                <a:solidFill>
                  <a:srgbClr val="000000"/>
                </a:solidFill>
              </a:defRPr>
            </a:lvl5pPr>
            <a:lvl6pPr lvl="5">
              <a:spcBef>
                <a:spcPts val="0"/>
              </a:spcBef>
              <a:spcAft>
                <a:spcPts val="0"/>
              </a:spcAft>
              <a:buClr>
                <a:srgbClr val="000000"/>
              </a:buClr>
              <a:buSzPts val="1000"/>
              <a:buNone/>
              <a:defRPr sz="1000">
                <a:solidFill>
                  <a:srgbClr val="000000"/>
                </a:solidFill>
              </a:defRPr>
            </a:lvl6pPr>
            <a:lvl7pPr lvl="6">
              <a:spcBef>
                <a:spcPts val="0"/>
              </a:spcBef>
              <a:spcAft>
                <a:spcPts val="0"/>
              </a:spcAft>
              <a:buClr>
                <a:srgbClr val="000000"/>
              </a:buClr>
              <a:buSzPts val="1000"/>
              <a:buNone/>
              <a:defRPr sz="1000">
                <a:solidFill>
                  <a:srgbClr val="000000"/>
                </a:solidFill>
              </a:defRPr>
            </a:lvl7pPr>
            <a:lvl8pPr lvl="7">
              <a:spcBef>
                <a:spcPts val="0"/>
              </a:spcBef>
              <a:spcAft>
                <a:spcPts val="0"/>
              </a:spcAft>
              <a:buClr>
                <a:srgbClr val="000000"/>
              </a:buClr>
              <a:buSzPts val="1000"/>
              <a:buNone/>
              <a:defRPr sz="1000">
                <a:solidFill>
                  <a:srgbClr val="000000"/>
                </a:solidFill>
              </a:defRPr>
            </a:lvl8pPr>
            <a:lvl9pPr lvl="8">
              <a:spcBef>
                <a:spcPts val="0"/>
              </a:spcBef>
              <a:spcAft>
                <a:spcPts val="0"/>
              </a:spcAft>
              <a:buClr>
                <a:srgbClr val="000000"/>
              </a:buClr>
              <a:buSzPts val="1000"/>
              <a:buNone/>
              <a:defRPr sz="1000">
                <a:solidFill>
                  <a:srgbClr val="000000"/>
                </a:solidFill>
              </a:defRPr>
            </a:lvl9pPr>
          </a:lstStyle>
          <a:p/>
        </p:txBody>
      </p:sp>
      <p:sp>
        <p:nvSpPr>
          <p:cNvPr id="11872" name="Google Shape;11872;p204"/>
          <p:cNvSpPr txBox="1"/>
          <p:nvPr>
            <p:ph idx="2" type="title"/>
          </p:nvPr>
        </p:nvSpPr>
        <p:spPr>
          <a:xfrm flipH="1">
            <a:off x="3231275" y="579550"/>
            <a:ext cx="6657300" cy="1692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000"/>
              <a:buNone/>
              <a:defRPr sz="1000">
                <a:solidFill>
                  <a:srgbClr val="000000"/>
                </a:solidFill>
              </a:defRPr>
            </a:lvl1pPr>
            <a:lvl2pPr lvl="1">
              <a:spcBef>
                <a:spcPts val="0"/>
              </a:spcBef>
              <a:spcAft>
                <a:spcPts val="0"/>
              </a:spcAft>
              <a:buClr>
                <a:srgbClr val="000000"/>
              </a:buClr>
              <a:buSzPts val="1000"/>
              <a:buNone/>
              <a:defRPr sz="1000">
                <a:solidFill>
                  <a:srgbClr val="000000"/>
                </a:solidFill>
              </a:defRPr>
            </a:lvl2pPr>
            <a:lvl3pPr lvl="2">
              <a:spcBef>
                <a:spcPts val="0"/>
              </a:spcBef>
              <a:spcAft>
                <a:spcPts val="0"/>
              </a:spcAft>
              <a:buClr>
                <a:srgbClr val="000000"/>
              </a:buClr>
              <a:buSzPts val="1000"/>
              <a:buNone/>
              <a:defRPr sz="1000">
                <a:solidFill>
                  <a:srgbClr val="000000"/>
                </a:solidFill>
              </a:defRPr>
            </a:lvl3pPr>
            <a:lvl4pPr lvl="3">
              <a:spcBef>
                <a:spcPts val="0"/>
              </a:spcBef>
              <a:spcAft>
                <a:spcPts val="0"/>
              </a:spcAft>
              <a:buClr>
                <a:srgbClr val="000000"/>
              </a:buClr>
              <a:buSzPts val="1000"/>
              <a:buNone/>
              <a:defRPr sz="1000">
                <a:solidFill>
                  <a:srgbClr val="000000"/>
                </a:solidFill>
              </a:defRPr>
            </a:lvl4pPr>
            <a:lvl5pPr lvl="4">
              <a:spcBef>
                <a:spcPts val="0"/>
              </a:spcBef>
              <a:spcAft>
                <a:spcPts val="0"/>
              </a:spcAft>
              <a:buClr>
                <a:srgbClr val="000000"/>
              </a:buClr>
              <a:buSzPts val="1000"/>
              <a:buNone/>
              <a:defRPr sz="1000">
                <a:solidFill>
                  <a:srgbClr val="000000"/>
                </a:solidFill>
              </a:defRPr>
            </a:lvl5pPr>
            <a:lvl6pPr lvl="5">
              <a:spcBef>
                <a:spcPts val="0"/>
              </a:spcBef>
              <a:spcAft>
                <a:spcPts val="0"/>
              </a:spcAft>
              <a:buClr>
                <a:srgbClr val="000000"/>
              </a:buClr>
              <a:buSzPts val="1000"/>
              <a:buNone/>
              <a:defRPr sz="1000">
                <a:solidFill>
                  <a:srgbClr val="000000"/>
                </a:solidFill>
              </a:defRPr>
            </a:lvl6pPr>
            <a:lvl7pPr lvl="6">
              <a:spcBef>
                <a:spcPts val="0"/>
              </a:spcBef>
              <a:spcAft>
                <a:spcPts val="0"/>
              </a:spcAft>
              <a:buClr>
                <a:srgbClr val="000000"/>
              </a:buClr>
              <a:buSzPts val="1000"/>
              <a:buNone/>
              <a:defRPr sz="1000">
                <a:solidFill>
                  <a:srgbClr val="000000"/>
                </a:solidFill>
              </a:defRPr>
            </a:lvl7pPr>
            <a:lvl8pPr lvl="7">
              <a:spcBef>
                <a:spcPts val="0"/>
              </a:spcBef>
              <a:spcAft>
                <a:spcPts val="0"/>
              </a:spcAft>
              <a:buClr>
                <a:srgbClr val="000000"/>
              </a:buClr>
              <a:buSzPts val="1000"/>
              <a:buNone/>
              <a:defRPr sz="1000">
                <a:solidFill>
                  <a:srgbClr val="000000"/>
                </a:solidFill>
              </a:defRPr>
            </a:lvl8pPr>
            <a:lvl9pPr lvl="8">
              <a:spcBef>
                <a:spcPts val="0"/>
              </a:spcBef>
              <a:spcAft>
                <a:spcPts val="0"/>
              </a:spcAft>
              <a:buClr>
                <a:srgbClr val="000000"/>
              </a:buClr>
              <a:buSzPts val="1000"/>
              <a:buNone/>
              <a:defRPr sz="1000">
                <a:solidFill>
                  <a:srgbClr val="000000"/>
                </a:solidFill>
              </a:defRPr>
            </a:lvl9pPr>
          </a:lstStyle>
          <a:p/>
        </p:txBody>
      </p:sp>
      <p:sp>
        <p:nvSpPr>
          <p:cNvPr id="11873" name="Google Shape;11873;p204"/>
          <p:cNvSpPr txBox="1"/>
          <p:nvPr>
            <p:ph idx="1" type="body"/>
          </p:nvPr>
        </p:nvSpPr>
        <p:spPr>
          <a:xfrm>
            <a:off x="641150" y="612125"/>
            <a:ext cx="1770300" cy="160500"/>
          </a:xfrm>
          <a:prstGeom prst="rect">
            <a:avLst/>
          </a:prstGeom>
          <a:noFill/>
          <a:ln>
            <a:noFill/>
          </a:ln>
        </p:spPr>
        <p:txBody>
          <a:bodyPr anchorCtr="0" anchor="t" bIns="0" lIns="0" spcFirstLastPara="1" rIns="0" wrap="square" tIns="0">
            <a:noAutofit/>
          </a:bodyPr>
          <a:lstStyle>
            <a:lvl1pPr indent="-292100" lvl="0" marL="457200" algn="ctr">
              <a:spcBef>
                <a:spcPts val="0"/>
              </a:spcBef>
              <a:spcAft>
                <a:spcPts val="0"/>
              </a:spcAft>
              <a:buClr>
                <a:srgbClr val="FFFFFF"/>
              </a:buClr>
              <a:buSzPts val="1000"/>
              <a:buChar char="●"/>
              <a:defRPr sz="1000">
                <a:solidFill>
                  <a:srgbClr val="FFFFFF"/>
                </a:solidFill>
              </a:defRPr>
            </a:lvl1pPr>
            <a:lvl2pPr indent="-292100" lvl="1" marL="914400" algn="ctr">
              <a:spcBef>
                <a:spcPts val="0"/>
              </a:spcBef>
              <a:spcAft>
                <a:spcPts val="0"/>
              </a:spcAft>
              <a:buClr>
                <a:srgbClr val="FFFFFF"/>
              </a:buClr>
              <a:buSzPts val="1000"/>
              <a:buChar char="○"/>
              <a:defRPr sz="1000">
                <a:solidFill>
                  <a:srgbClr val="FFFFFF"/>
                </a:solidFill>
              </a:defRPr>
            </a:lvl2pPr>
            <a:lvl3pPr indent="-292100" lvl="2" marL="1371600" algn="ctr">
              <a:spcBef>
                <a:spcPts val="0"/>
              </a:spcBef>
              <a:spcAft>
                <a:spcPts val="0"/>
              </a:spcAft>
              <a:buClr>
                <a:srgbClr val="FFFFFF"/>
              </a:buClr>
              <a:buSzPts val="1000"/>
              <a:buChar char="■"/>
              <a:defRPr sz="1000">
                <a:solidFill>
                  <a:srgbClr val="FFFFFF"/>
                </a:solidFill>
              </a:defRPr>
            </a:lvl3pPr>
            <a:lvl4pPr indent="-292100" lvl="3" marL="1828800" algn="ctr">
              <a:spcBef>
                <a:spcPts val="0"/>
              </a:spcBef>
              <a:spcAft>
                <a:spcPts val="0"/>
              </a:spcAft>
              <a:buClr>
                <a:srgbClr val="FFFFFF"/>
              </a:buClr>
              <a:buSzPts val="1000"/>
              <a:buChar char="●"/>
              <a:defRPr sz="1000">
                <a:solidFill>
                  <a:srgbClr val="FFFFFF"/>
                </a:solidFill>
              </a:defRPr>
            </a:lvl4pPr>
            <a:lvl5pPr indent="-292100" lvl="4" marL="2286000" algn="ctr">
              <a:spcBef>
                <a:spcPts val="0"/>
              </a:spcBef>
              <a:spcAft>
                <a:spcPts val="0"/>
              </a:spcAft>
              <a:buClr>
                <a:srgbClr val="FFFFFF"/>
              </a:buClr>
              <a:buSzPts val="1000"/>
              <a:buChar char="○"/>
              <a:defRPr sz="1000">
                <a:solidFill>
                  <a:srgbClr val="FFFFFF"/>
                </a:solidFill>
              </a:defRPr>
            </a:lvl5pPr>
            <a:lvl6pPr indent="-292100" lvl="5" marL="2743200" algn="ctr">
              <a:spcBef>
                <a:spcPts val="0"/>
              </a:spcBef>
              <a:spcAft>
                <a:spcPts val="0"/>
              </a:spcAft>
              <a:buClr>
                <a:srgbClr val="FFFFFF"/>
              </a:buClr>
              <a:buSzPts val="1000"/>
              <a:buChar char="■"/>
              <a:defRPr sz="1000">
                <a:solidFill>
                  <a:srgbClr val="FFFFFF"/>
                </a:solidFill>
              </a:defRPr>
            </a:lvl6pPr>
            <a:lvl7pPr indent="-292100" lvl="6" marL="3200400" algn="ctr">
              <a:spcBef>
                <a:spcPts val="0"/>
              </a:spcBef>
              <a:spcAft>
                <a:spcPts val="0"/>
              </a:spcAft>
              <a:buClr>
                <a:srgbClr val="FFFFFF"/>
              </a:buClr>
              <a:buSzPts val="1000"/>
              <a:buChar char="●"/>
              <a:defRPr sz="1000">
                <a:solidFill>
                  <a:srgbClr val="FFFFFF"/>
                </a:solidFill>
              </a:defRPr>
            </a:lvl7pPr>
            <a:lvl8pPr indent="-292100" lvl="7" marL="3657600" algn="ctr">
              <a:spcBef>
                <a:spcPts val="0"/>
              </a:spcBef>
              <a:spcAft>
                <a:spcPts val="0"/>
              </a:spcAft>
              <a:buClr>
                <a:srgbClr val="FFFFFF"/>
              </a:buClr>
              <a:buSzPts val="1000"/>
              <a:buChar char="○"/>
              <a:defRPr sz="1000">
                <a:solidFill>
                  <a:srgbClr val="FFFFFF"/>
                </a:solidFill>
              </a:defRPr>
            </a:lvl8pPr>
            <a:lvl9pPr indent="-292100" lvl="8" marL="4114800" algn="ctr">
              <a:spcBef>
                <a:spcPts val="0"/>
              </a:spcBef>
              <a:spcAft>
                <a:spcPts val="0"/>
              </a:spcAft>
              <a:buClr>
                <a:srgbClr val="FFFFFF"/>
              </a:buClr>
              <a:buSzPts val="1000"/>
              <a:buChar char="■"/>
              <a:defRPr sz="1000">
                <a:solidFill>
                  <a:srgbClr val="FFFFFF"/>
                </a:solidFill>
              </a:defRPr>
            </a:lvl9pPr>
          </a:lstStyle>
          <a:p/>
        </p:txBody>
      </p:sp>
      <p:sp>
        <p:nvSpPr>
          <p:cNvPr id="11874" name="Google Shape;11874;p204"/>
          <p:cNvSpPr txBox="1"/>
          <p:nvPr/>
        </p:nvSpPr>
        <p:spPr>
          <a:xfrm>
            <a:off x="84825" y="598125"/>
            <a:ext cx="595500" cy="205800"/>
          </a:xfrm>
          <a:prstGeom prst="rect">
            <a:avLst/>
          </a:prstGeom>
          <a:noFill/>
          <a:ln>
            <a:noFill/>
          </a:ln>
        </p:spPr>
        <p:txBody>
          <a:bodyPr anchorCtr="0" anchor="t" bIns="18000" lIns="18000" spcFirstLastPara="1" rIns="18000" wrap="square" tIns="18000">
            <a:spAutoFit/>
          </a:bodyPr>
          <a:lstStyle/>
          <a:p>
            <a:pPr indent="0" lvl="0" marL="0" rtl="0" algn="l">
              <a:spcBef>
                <a:spcPts val="0"/>
              </a:spcBef>
              <a:spcAft>
                <a:spcPts val="0"/>
              </a:spcAft>
              <a:buNone/>
            </a:pPr>
            <a:r>
              <a:rPr lang="es-419" sz="1100">
                <a:solidFill>
                  <a:srgbClr val="FFFFFF"/>
                </a:solidFill>
              </a:rPr>
              <a:t>Nombre:</a:t>
            </a:r>
            <a:endParaRPr sz="1100">
              <a:solidFill>
                <a:srgbClr val="FFFFFF"/>
              </a:solidFill>
            </a:endParaRPr>
          </a:p>
        </p:txBody>
      </p:sp>
    </p:spTree>
  </p:cSld>
  <p:clrMapOvr>
    <a:masterClrMapping/>
  </p:clrMapOvr>
</p:sldLayout>
</file>

<file path=ppt/slideLayouts/slideLayout20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6.1 Actor de Sistema">
  <p:cSld name="TITLE_3_6_1_1_1_1_1_1_1_1_1_1_1_1_1_1_1_1_1_1_1_1_1_1_1_1_1_1_1">
    <p:spTree>
      <p:nvGrpSpPr>
        <p:cNvPr id="11875" name="Shape 11875"/>
        <p:cNvGrpSpPr/>
        <p:nvPr/>
      </p:nvGrpSpPr>
      <p:grpSpPr>
        <a:xfrm>
          <a:off x="0" y="0"/>
          <a:ext cx="0" cy="0"/>
          <a:chOff x="0" y="0"/>
          <a:chExt cx="0" cy="0"/>
        </a:xfrm>
      </p:grpSpPr>
      <p:sp>
        <p:nvSpPr>
          <p:cNvPr id="11876" name="Google Shape;11876;p205"/>
          <p:cNvSpPr/>
          <p:nvPr/>
        </p:nvSpPr>
        <p:spPr>
          <a:xfrm>
            <a:off x="97888" y="377012"/>
            <a:ext cx="9893400" cy="296700"/>
          </a:xfrm>
          <a:prstGeom prst="roundRect">
            <a:avLst>
              <a:gd fmla="val 22902" name="adj"/>
            </a:avLst>
          </a:prstGeom>
          <a:solidFill>
            <a:srgbClr val="F3F3F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11877" name="Google Shape;11877;p205"/>
          <p:cNvSpPr/>
          <p:nvPr/>
        </p:nvSpPr>
        <p:spPr>
          <a:xfrm>
            <a:off x="77688" y="358938"/>
            <a:ext cx="9935700" cy="6438000"/>
          </a:xfrm>
          <a:prstGeom prst="roundRect">
            <a:avLst>
              <a:gd fmla="val 2618" name="adj"/>
            </a:avLst>
          </a:prstGeom>
          <a:solidFill>
            <a:srgbClr val="FFFFFF"/>
          </a:solidFill>
          <a:ln cap="flat" cmpd="sng" w="38100">
            <a:solidFill>
              <a:srgbClr val="000000"/>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878" name="Google Shape;11878;p205"/>
          <p:cNvCxnSpPr/>
          <p:nvPr/>
        </p:nvCxnSpPr>
        <p:spPr>
          <a:xfrm>
            <a:off x="77688" y="772614"/>
            <a:ext cx="9935700" cy="0"/>
          </a:xfrm>
          <a:prstGeom prst="straightConnector1">
            <a:avLst/>
          </a:prstGeom>
          <a:noFill/>
          <a:ln cap="flat" cmpd="sng" w="19050">
            <a:solidFill>
              <a:srgbClr val="000000"/>
            </a:solidFill>
            <a:prstDash val="solid"/>
            <a:round/>
            <a:headEnd len="med" w="med" type="none"/>
            <a:tailEnd len="med" w="med" type="none"/>
          </a:ln>
        </p:spPr>
      </p:cxnSp>
      <p:cxnSp>
        <p:nvCxnSpPr>
          <p:cNvPr id="11879" name="Google Shape;11879;p205"/>
          <p:cNvCxnSpPr/>
          <p:nvPr/>
        </p:nvCxnSpPr>
        <p:spPr>
          <a:xfrm rot="10800000">
            <a:off x="2439038" y="368188"/>
            <a:ext cx="0" cy="402300"/>
          </a:xfrm>
          <a:prstGeom prst="straightConnector1">
            <a:avLst/>
          </a:prstGeom>
          <a:noFill/>
          <a:ln cap="flat" cmpd="sng" w="19050">
            <a:solidFill>
              <a:srgbClr val="000000"/>
            </a:solidFill>
            <a:prstDash val="solid"/>
            <a:round/>
            <a:headEnd len="med" w="med" type="none"/>
            <a:tailEnd len="med" w="med" type="none"/>
          </a:ln>
        </p:spPr>
      </p:cxnSp>
      <p:sp>
        <p:nvSpPr>
          <p:cNvPr id="11880" name="Google Shape;11880;p205"/>
          <p:cNvSpPr/>
          <p:nvPr/>
        </p:nvSpPr>
        <p:spPr>
          <a:xfrm>
            <a:off x="77688" y="349338"/>
            <a:ext cx="2361300" cy="421200"/>
          </a:xfrm>
          <a:prstGeom prst="roundRect">
            <a:avLst>
              <a:gd fmla="val 50000" name="adj"/>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s-419" sz="1200">
                <a:solidFill>
                  <a:srgbClr val="FFFFFF"/>
                </a:solidFill>
              </a:rPr>
              <a:t>Actor de Sistema</a:t>
            </a:r>
            <a:endParaRPr b="1" sz="1200">
              <a:solidFill>
                <a:srgbClr val="FFFFFF"/>
              </a:solidFill>
            </a:endParaRPr>
          </a:p>
          <a:p>
            <a:pPr indent="0" lvl="0" marL="0" rtl="0" algn="ctr">
              <a:spcBef>
                <a:spcPts val="0"/>
              </a:spcBef>
              <a:spcAft>
                <a:spcPts val="0"/>
              </a:spcAft>
              <a:buNone/>
            </a:pPr>
            <a:r>
              <a:t/>
            </a:r>
            <a:endParaRPr b="1" sz="1200">
              <a:solidFill>
                <a:srgbClr val="FFFFFF"/>
              </a:solidFill>
            </a:endParaRPr>
          </a:p>
        </p:txBody>
      </p:sp>
      <p:sp>
        <p:nvSpPr>
          <p:cNvPr id="11881" name="Google Shape;11881;p205"/>
          <p:cNvSpPr/>
          <p:nvPr/>
        </p:nvSpPr>
        <p:spPr>
          <a:xfrm>
            <a:off x="83988" y="595504"/>
            <a:ext cx="190200" cy="1692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2" name="Google Shape;11882;p205"/>
          <p:cNvSpPr/>
          <p:nvPr/>
        </p:nvSpPr>
        <p:spPr>
          <a:xfrm>
            <a:off x="2292338" y="358938"/>
            <a:ext cx="146700" cy="4023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883" name="Google Shape;11883;p205"/>
          <p:cNvCxnSpPr/>
          <p:nvPr/>
        </p:nvCxnSpPr>
        <p:spPr>
          <a:xfrm>
            <a:off x="5104406" y="929748"/>
            <a:ext cx="0" cy="5689200"/>
          </a:xfrm>
          <a:prstGeom prst="straightConnector1">
            <a:avLst/>
          </a:prstGeom>
          <a:noFill/>
          <a:ln cap="flat" cmpd="sng" w="19050">
            <a:solidFill>
              <a:srgbClr val="D9D9D9"/>
            </a:solidFill>
            <a:prstDash val="dash"/>
            <a:round/>
            <a:headEnd len="med" w="med" type="none"/>
            <a:tailEnd len="med" w="med" type="none"/>
          </a:ln>
        </p:spPr>
      </p:cxnSp>
      <p:sp>
        <p:nvSpPr>
          <p:cNvPr id="11884" name="Google Shape;11884;p205"/>
          <p:cNvSpPr txBox="1"/>
          <p:nvPr/>
        </p:nvSpPr>
        <p:spPr>
          <a:xfrm>
            <a:off x="197034" y="1078797"/>
            <a:ext cx="1679100" cy="246300"/>
          </a:xfrm>
          <a:prstGeom prst="rect">
            <a:avLst/>
          </a:prstGeom>
          <a:noFill/>
          <a:ln>
            <a:noFill/>
          </a:ln>
        </p:spPr>
        <p:txBody>
          <a:bodyPr anchorCtr="0" anchor="ctr" bIns="0" lIns="0" spcFirstLastPara="1" rIns="0" wrap="square" tIns="0">
            <a:spAutoFit/>
          </a:bodyPr>
          <a:lstStyle/>
          <a:p>
            <a:pPr indent="0" lvl="0" marL="0" rtl="0" algn="r">
              <a:lnSpc>
                <a:spcPct val="100000"/>
              </a:lnSpc>
              <a:spcBef>
                <a:spcPts val="0"/>
              </a:spcBef>
              <a:spcAft>
                <a:spcPts val="0"/>
              </a:spcAft>
              <a:buNone/>
            </a:pPr>
            <a:r>
              <a:rPr b="1" lang="es-419" sz="1000">
                <a:latin typeface="Arvo"/>
                <a:ea typeface="Arvo"/>
                <a:cs typeface="Arvo"/>
                <a:sym typeface="Arvo"/>
              </a:rPr>
              <a:t>Nombre del Actor: </a:t>
            </a:r>
            <a:endParaRPr b="1" sz="1000">
              <a:latin typeface="Arvo"/>
              <a:ea typeface="Arvo"/>
              <a:cs typeface="Arvo"/>
              <a:sym typeface="Arvo"/>
            </a:endParaRPr>
          </a:p>
          <a:p>
            <a:pPr indent="0" lvl="0" marL="0" rtl="0" algn="r">
              <a:lnSpc>
                <a:spcPct val="100000"/>
              </a:lnSpc>
              <a:spcBef>
                <a:spcPts val="0"/>
              </a:spcBef>
              <a:spcAft>
                <a:spcPts val="0"/>
              </a:spcAft>
              <a:buNone/>
            </a:pPr>
            <a:r>
              <a:rPr i="1" lang="es-419" sz="600">
                <a:solidFill>
                  <a:srgbClr val="666666"/>
                </a:solidFill>
                <a:latin typeface="Arvo"/>
                <a:ea typeface="Arvo"/>
                <a:cs typeface="Arvo"/>
                <a:sym typeface="Arvo"/>
              </a:rPr>
              <a:t>&lt;ej: Comprador&gt;</a:t>
            </a:r>
            <a:endParaRPr i="1" sz="600">
              <a:solidFill>
                <a:srgbClr val="666666"/>
              </a:solidFill>
              <a:latin typeface="Arvo"/>
              <a:ea typeface="Arvo"/>
              <a:cs typeface="Arvo"/>
              <a:sym typeface="Arvo"/>
            </a:endParaRPr>
          </a:p>
        </p:txBody>
      </p:sp>
      <p:sp>
        <p:nvSpPr>
          <p:cNvPr id="11885" name="Google Shape;11885;p205"/>
          <p:cNvSpPr txBox="1"/>
          <p:nvPr/>
        </p:nvSpPr>
        <p:spPr>
          <a:xfrm>
            <a:off x="197034" y="1572261"/>
            <a:ext cx="1679100" cy="274800"/>
          </a:xfrm>
          <a:prstGeom prst="rect">
            <a:avLst/>
          </a:prstGeom>
          <a:noFill/>
          <a:ln>
            <a:noFill/>
          </a:ln>
        </p:spPr>
        <p:txBody>
          <a:bodyPr anchorCtr="0" anchor="ctr" bIns="0" lIns="0" spcFirstLastPara="1" rIns="0" wrap="square" tIns="0">
            <a:spAutoFit/>
          </a:bodyPr>
          <a:lstStyle/>
          <a:p>
            <a:pPr indent="0" lvl="0" marL="0" rtl="0" algn="r">
              <a:lnSpc>
                <a:spcPct val="85000"/>
              </a:lnSpc>
              <a:spcBef>
                <a:spcPts val="0"/>
              </a:spcBef>
              <a:spcAft>
                <a:spcPts val="0"/>
              </a:spcAft>
              <a:buNone/>
            </a:pPr>
            <a:r>
              <a:rPr b="1" lang="es-419" sz="1000">
                <a:latin typeface="Arvo"/>
                <a:ea typeface="Arvo"/>
                <a:cs typeface="Arvo"/>
                <a:sym typeface="Arvo"/>
              </a:rPr>
              <a:t>Rol:</a:t>
            </a:r>
            <a:endParaRPr sz="700">
              <a:solidFill>
                <a:srgbClr val="666666"/>
              </a:solidFill>
              <a:latin typeface="Arvo"/>
              <a:ea typeface="Arvo"/>
              <a:cs typeface="Arvo"/>
              <a:sym typeface="Arvo"/>
            </a:endParaRPr>
          </a:p>
          <a:p>
            <a:pPr indent="0" lvl="0" marL="0" rtl="0" algn="r">
              <a:lnSpc>
                <a:spcPct val="85000"/>
              </a:lnSpc>
              <a:spcBef>
                <a:spcPts val="0"/>
              </a:spcBef>
              <a:spcAft>
                <a:spcPts val="0"/>
              </a:spcAft>
              <a:buNone/>
            </a:pPr>
            <a:r>
              <a:rPr lang="es-419" sz="700">
                <a:solidFill>
                  <a:srgbClr val="666666"/>
                </a:solidFill>
                <a:latin typeface="Arvo"/>
                <a:ea typeface="Arvo"/>
                <a:cs typeface="Arvo"/>
                <a:sym typeface="Arvo"/>
              </a:rPr>
              <a:t> </a:t>
            </a:r>
            <a:r>
              <a:rPr i="1" lang="es-419" sz="600">
                <a:solidFill>
                  <a:srgbClr val="666666"/>
                </a:solidFill>
                <a:latin typeface="Arvo"/>
                <a:ea typeface="Arvo"/>
                <a:cs typeface="Arvo"/>
                <a:sym typeface="Arvo"/>
              </a:rPr>
              <a:t>&lt;ej: Cliente, ó Proveedor&gt;</a:t>
            </a:r>
            <a:r>
              <a:rPr b="1" lang="es-419" sz="1100">
                <a:latin typeface="Arvo"/>
                <a:ea typeface="Arvo"/>
                <a:cs typeface="Arvo"/>
                <a:sym typeface="Arvo"/>
              </a:rPr>
              <a:t> </a:t>
            </a:r>
            <a:endParaRPr sz="800">
              <a:solidFill>
                <a:srgbClr val="666666"/>
              </a:solidFill>
              <a:latin typeface="Arvo"/>
              <a:ea typeface="Arvo"/>
              <a:cs typeface="Arvo"/>
              <a:sym typeface="Arvo"/>
            </a:endParaRPr>
          </a:p>
        </p:txBody>
      </p:sp>
      <p:sp>
        <p:nvSpPr>
          <p:cNvPr id="11886" name="Google Shape;11886;p205"/>
          <p:cNvSpPr/>
          <p:nvPr/>
        </p:nvSpPr>
        <p:spPr>
          <a:xfrm>
            <a:off x="1940924" y="1030197"/>
            <a:ext cx="3027000" cy="343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11887" name="Google Shape;11887;p205"/>
          <p:cNvSpPr txBox="1"/>
          <p:nvPr>
            <p:ph idx="1" type="subTitle"/>
          </p:nvPr>
        </p:nvSpPr>
        <p:spPr>
          <a:xfrm>
            <a:off x="1940624" y="1030947"/>
            <a:ext cx="3027600" cy="342000"/>
          </a:xfrm>
          <a:prstGeom prst="rect">
            <a:avLst/>
          </a:prstGeom>
          <a:noFill/>
          <a:ln>
            <a:noFill/>
          </a:ln>
        </p:spPr>
        <p:txBody>
          <a:bodyPr anchorCtr="0" anchor="ctr" bIns="36000" lIns="36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11888" name="Google Shape;11888;p205"/>
          <p:cNvSpPr/>
          <p:nvPr/>
        </p:nvSpPr>
        <p:spPr>
          <a:xfrm>
            <a:off x="1940924" y="1537911"/>
            <a:ext cx="3027000" cy="343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11889" name="Google Shape;11889;p205"/>
          <p:cNvSpPr txBox="1"/>
          <p:nvPr>
            <p:ph idx="2" type="subTitle"/>
          </p:nvPr>
        </p:nvSpPr>
        <p:spPr>
          <a:xfrm>
            <a:off x="1940624" y="1538661"/>
            <a:ext cx="3027600" cy="342000"/>
          </a:xfrm>
          <a:prstGeom prst="rect">
            <a:avLst/>
          </a:prstGeom>
          <a:noFill/>
          <a:ln>
            <a:noFill/>
          </a:ln>
        </p:spPr>
        <p:txBody>
          <a:bodyPr anchorCtr="0" anchor="ctr" bIns="36000" lIns="36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11890" name="Google Shape;11890;p205"/>
          <p:cNvSpPr txBox="1"/>
          <p:nvPr/>
        </p:nvSpPr>
        <p:spPr>
          <a:xfrm>
            <a:off x="197034" y="2065929"/>
            <a:ext cx="1679100" cy="415500"/>
          </a:xfrm>
          <a:prstGeom prst="rect">
            <a:avLst/>
          </a:prstGeom>
          <a:noFill/>
          <a:ln>
            <a:noFill/>
          </a:ln>
        </p:spPr>
        <p:txBody>
          <a:bodyPr anchorCtr="0" anchor="ctr" bIns="0" lIns="0" spcFirstLastPara="1" rIns="0" wrap="square" tIns="0">
            <a:spAutoFit/>
          </a:bodyPr>
          <a:lstStyle/>
          <a:p>
            <a:pPr indent="0" lvl="0" marL="0" rtl="0" algn="r">
              <a:lnSpc>
                <a:spcPct val="100000"/>
              </a:lnSpc>
              <a:spcBef>
                <a:spcPts val="0"/>
              </a:spcBef>
              <a:spcAft>
                <a:spcPts val="0"/>
              </a:spcAft>
              <a:buNone/>
            </a:pPr>
            <a:r>
              <a:rPr b="1" lang="es-419" sz="1000">
                <a:latin typeface="Arvo"/>
                <a:ea typeface="Arvo"/>
                <a:cs typeface="Arvo"/>
                <a:sym typeface="Arvo"/>
              </a:rPr>
              <a:t>Funcionalidades con los que tiene relación:</a:t>
            </a:r>
            <a:endParaRPr b="1" sz="1000">
              <a:latin typeface="Arvo"/>
              <a:ea typeface="Arvo"/>
              <a:cs typeface="Arvo"/>
              <a:sym typeface="Arvo"/>
            </a:endParaRPr>
          </a:p>
          <a:p>
            <a:pPr indent="0" lvl="0" marL="0" rtl="0" algn="r">
              <a:lnSpc>
                <a:spcPct val="100000"/>
              </a:lnSpc>
              <a:spcBef>
                <a:spcPts val="0"/>
              </a:spcBef>
              <a:spcAft>
                <a:spcPts val="0"/>
              </a:spcAft>
              <a:buNone/>
            </a:pPr>
            <a:r>
              <a:rPr lang="es-419" sz="700">
                <a:solidFill>
                  <a:srgbClr val="666666"/>
                </a:solidFill>
                <a:latin typeface="Arvo"/>
                <a:ea typeface="Arvo"/>
                <a:cs typeface="Arvo"/>
                <a:sym typeface="Arvo"/>
              </a:rPr>
              <a:t> </a:t>
            </a:r>
            <a:r>
              <a:rPr i="1" lang="es-419" sz="600">
                <a:solidFill>
                  <a:srgbClr val="666666"/>
                </a:solidFill>
                <a:latin typeface="Arvo"/>
                <a:ea typeface="Arvo"/>
                <a:cs typeface="Arvo"/>
                <a:sym typeface="Arvo"/>
              </a:rPr>
              <a:t>&lt;ej: El comprador se registra&gt;</a:t>
            </a:r>
            <a:endParaRPr sz="800">
              <a:solidFill>
                <a:srgbClr val="666666"/>
              </a:solidFill>
              <a:latin typeface="Arvo"/>
              <a:ea typeface="Arvo"/>
              <a:cs typeface="Arvo"/>
              <a:sym typeface="Arvo"/>
            </a:endParaRPr>
          </a:p>
        </p:txBody>
      </p:sp>
      <p:sp>
        <p:nvSpPr>
          <p:cNvPr id="11891" name="Google Shape;11891;p205"/>
          <p:cNvSpPr/>
          <p:nvPr/>
        </p:nvSpPr>
        <p:spPr>
          <a:xfrm>
            <a:off x="1940924" y="2060575"/>
            <a:ext cx="3027000" cy="1015800"/>
          </a:xfrm>
          <a:prstGeom prst="roundRect">
            <a:avLst>
              <a:gd fmla="val 728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11892" name="Google Shape;11892;p205"/>
          <p:cNvSpPr txBox="1"/>
          <p:nvPr>
            <p:ph idx="3" type="subTitle"/>
          </p:nvPr>
        </p:nvSpPr>
        <p:spPr>
          <a:xfrm>
            <a:off x="1940924" y="2061325"/>
            <a:ext cx="3027000" cy="1015200"/>
          </a:xfrm>
          <a:prstGeom prst="rect">
            <a:avLst/>
          </a:prstGeom>
          <a:noFill/>
          <a:ln>
            <a:noFill/>
          </a:ln>
        </p:spPr>
        <p:txBody>
          <a:bodyPr anchorCtr="0" anchor="t" bIns="36000" lIns="36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11893" name="Google Shape;11893;p205"/>
          <p:cNvSpPr txBox="1"/>
          <p:nvPr/>
        </p:nvSpPr>
        <p:spPr>
          <a:xfrm>
            <a:off x="197034" y="3222969"/>
            <a:ext cx="1679100" cy="744900"/>
          </a:xfrm>
          <a:prstGeom prst="rect">
            <a:avLst/>
          </a:prstGeom>
          <a:noFill/>
          <a:ln>
            <a:noFill/>
          </a:ln>
        </p:spPr>
        <p:txBody>
          <a:bodyPr anchorCtr="0" anchor="ctr" bIns="0" lIns="0" spcFirstLastPara="1" rIns="0" wrap="square" tIns="0">
            <a:spAutoFit/>
          </a:bodyPr>
          <a:lstStyle/>
          <a:p>
            <a:pPr indent="0" lvl="0" marL="0" rtl="0" algn="r">
              <a:lnSpc>
                <a:spcPct val="100000"/>
              </a:lnSpc>
              <a:spcBef>
                <a:spcPts val="0"/>
              </a:spcBef>
              <a:spcAft>
                <a:spcPts val="0"/>
              </a:spcAft>
              <a:buNone/>
            </a:pPr>
            <a:r>
              <a:rPr b="1" lang="es-419" sz="1000">
                <a:latin typeface="Arvo"/>
                <a:ea typeface="Arvo"/>
                <a:cs typeface="Arvo"/>
                <a:sym typeface="Arvo"/>
              </a:rPr>
              <a:t>Descripción del Actor:</a:t>
            </a:r>
            <a:endParaRPr sz="700">
              <a:solidFill>
                <a:srgbClr val="666666"/>
              </a:solidFill>
              <a:latin typeface="Arvo"/>
              <a:ea typeface="Arvo"/>
              <a:cs typeface="Arvo"/>
              <a:sym typeface="Arvo"/>
            </a:endParaRPr>
          </a:p>
          <a:p>
            <a:pPr indent="0" lvl="0" marL="0" rtl="0" algn="r">
              <a:lnSpc>
                <a:spcPct val="80000"/>
              </a:lnSpc>
              <a:spcBef>
                <a:spcPts val="0"/>
              </a:spcBef>
              <a:spcAft>
                <a:spcPts val="0"/>
              </a:spcAft>
              <a:buNone/>
            </a:pPr>
            <a:r>
              <a:rPr i="1" lang="es-419" sz="600">
                <a:solidFill>
                  <a:srgbClr val="666666"/>
                </a:solidFill>
                <a:latin typeface="Arvo"/>
                <a:ea typeface="Arvo"/>
                <a:cs typeface="Arvo"/>
                <a:sym typeface="Arvo"/>
              </a:rPr>
              <a:t>&lt;</a:t>
            </a:r>
            <a:r>
              <a:rPr lang="es-419" sz="600">
                <a:solidFill>
                  <a:schemeClr val="dk1"/>
                </a:solidFill>
                <a:latin typeface="Arvo"/>
                <a:ea typeface="Arvo"/>
                <a:cs typeface="Arvo"/>
                <a:sym typeface="Arvo"/>
              </a:rPr>
              <a:t>ej: es una persona que está interesada en comprar un producto a muy bajo costo desde cualquier lugar y en cualquier momento. Le gustaría elegir una empresa de envíos para transportar los productos y disponer de un carro de compras, adicionalmente, poder programar cada una de las compras y poder crear listas de preferencia. </a:t>
            </a:r>
            <a:r>
              <a:rPr i="1" lang="es-419" sz="600">
                <a:solidFill>
                  <a:srgbClr val="666666"/>
                </a:solidFill>
                <a:latin typeface="Arvo"/>
                <a:ea typeface="Arvo"/>
                <a:cs typeface="Arvo"/>
                <a:sym typeface="Arvo"/>
              </a:rPr>
              <a:t>&gt;</a:t>
            </a:r>
            <a:endParaRPr sz="600">
              <a:solidFill>
                <a:srgbClr val="666666"/>
              </a:solidFill>
              <a:latin typeface="Arvo"/>
              <a:ea typeface="Arvo"/>
              <a:cs typeface="Arvo"/>
              <a:sym typeface="Arvo"/>
            </a:endParaRPr>
          </a:p>
        </p:txBody>
      </p:sp>
      <p:sp>
        <p:nvSpPr>
          <p:cNvPr id="11894" name="Google Shape;11894;p205"/>
          <p:cNvSpPr/>
          <p:nvPr/>
        </p:nvSpPr>
        <p:spPr>
          <a:xfrm>
            <a:off x="1940925" y="3256353"/>
            <a:ext cx="3027000" cy="1359900"/>
          </a:xfrm>
          <a:prstGeom prst="roundRect">
            <a:avLst>
              <a:gd fmla="val 5871"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11895" name="Google Shape;11895;p205"/>
          <p:cNvSpPr txBox="1"/>
          <p:nvPr>
            <p:ph idx="4" type="subTitle"/>
          </p:nvPr>
        </p:nvSpPr>
        <p:spPr>
          <a:xfrm>
            <a:off x="1940625" y="3256356"/>
            <a:ext cx="3027600" cy="1359900"/>
          </a:xfrm>
          <a:prstGeom prst="rect">
            <a:avLst/>
          </a:prstGeom>
          <a:noFill/>
          <a:ln>
            <a:noFill/>
          </a:ln>
        </p:spPr>
        <p:txBody>
          <a:bodyPr anchorCtr="0" anchor="t" bIns="36000" lIns="36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11896" name="Google Shape;11896;p205"/>
          <p:cNvSpPr txBox="1"/>
          <p:nvPr/>
        </p:nvSpPr>
        <p:spPr>
          <a:xfrm>
            <a:off x="197034" y="4832392"/>
            <a:ext cx="1679100" cy="274800"/>
          </a:xfrm>
          <a:prstGeom prst="rect">
            <a:avLst/>
          </a:prstGeom>
          <a:noFill/>
          <a:ln>
            <a:noFill/>
          </a:ln>
        </p:spPr>
        <p:txBody>
          <a:bodyPr anchorCtr="0" anchor="ctr" bIns="0" lIns="0" spcFirstLastPara="1" rIns="0" wrap="square" tIns="0">
            <a:spAutoFit/>
          </a:bodyPr>
          <a:lstStyle/>
          <a:p>
            <a:pPr indent="0" lvl="0" marL="0" rtl="0" algn="r">
              <a:lnSpc>
                <a:spcPct val="85000"/>
              </a:lnSpc>
              <a:spcBef>
                <a:spcPts val="0"/>
              </a:spcBef>
              <a:spcAft>
                <a:spcPts val="0"/>
              </a:spcAft>
              <a:buNone/>
            </a:pPr>
            <a:r>
              <a:rPr b="1" lang="es-419" sz="1000">
                <a:latin typeface="Arvo"/>
                <a:ea typeface="Arvo"/>
                <a:cs typeface="Arvo"/>
                <a:sym typeface="Arvo"/>
              </a:rPr>
              <a:t>Tipo:</a:t>
            </a:r>
            <a:endParaRPr sz="700">
              <a:solidFill>
                <a:srgbClr val="666666"/>
              </a:solidFill>
              <a:latin typeface="Arvo"/>
              <a:ea typeface="Arvo"/>
              <a:cs typeface="Arvo"/>
              <a:sym typeface="Arvo"/>
            </a:endParaRPr>
          </a:p>
          <a:p>
            <a:pPr indent="0" lvl="0" marL="0" rtl="0" algn="r">
              <a:lnSpc>
                <a:spcPct val="85000"/>
              </a:lnSpc>
              <a:spcBef>
                <a:spcPts val="0"/>
              </a:spcBef>
              <a:spcAft>
                <a:spcPts val="0"/>
              </a:spcAft>
              <a:buNone/>
            </a:pPr>
            <a:r>
              <a:rPr lang="es-419" sz="700">
                <a:solidFill>
                  <a:srgbClr val="666666"/>
                </a:solidFill>
                <a:latin typeface="Arvo"/>
                <a:ea typeface="Arvo"/>
                <a:cs typeface="Arvo"/>
                <a:sym typeface="Arvo"/>
              </a:rPr>
              <a:t> </a:t>
            </a:r>
            <a:r>
              <a:rPr i="1" lang="es-419" sz="600">
                <a:solidFill>
                  <a:srgbClr val="666666"/>
                </a:solidFill>
                <a:latin typeface="Arvo"/>
                <a:ea typeface="Arvo"/>
                <a:cs typeface="Arvo"/>
                <a:sym typeface="Arvo"/>
              </a:rPr>
              <a:t>&lt;ej: Humano o Máquina&gt;</a:t>
            </a:r>
            <a:r>
              <a:rPr b="1" lang="es-419" sz="1100">
                <a:latin typeface="Arvo"/>
                <a:ea typeface="Arvo"/>
                <a:cs typeface="Arvo"/>
                <a:sym typeface="Arvo"/>
              </a:rPr>
              <a:t> </a:t>
            </a:r>
            <a:endParaRPr sz="800">
              <a:solidFill>
                <a:srgbClr val="666666"/>
              </a:solidFill>
              <a:latin typeface="Arvo"/>
              <a:ea typeface="Arvo"/>
              <a:cs typeface="Arvo"/>
              <a:sym typeface="Arvo"/>
            </a:endParaRPr>
          </a:p>
        </p:txBody>
      </p:sp>
      <p:sp>
        <p:nvSpPr>
          <p:cNvPr id="11897" name="Google Shape;11897;p205"/>
          <p:cNvSpPr/>
          <p:nvPr/>
        </p:nvSpPr>
        <p:spPr>
          <a:xfrm>
            <a:off x="1940924" y="4798042"/>
            <a:ext cx="3027000" cy="343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11898" name="Google Shape;11898;p205"/>
          <p:cNvSpPr txBox="1"/>
          <p:nvPr>
            <p:ph idx="5" type="subTitle"/>
          </p:nvPr>
        </p:nvSpPr>
        <p:spPr>
          <a:xfrm>
            <a:off x="1940624" y="4798792"/>
            <a:ext cx="3027600" cy="342000"/>
          </a:xfrm>
          <a:prstGeom prst="rect">
            <a:avLst/>
          </a:prstGeom>
          <a:noFill/>
          <a:ln>
            <a:noFill/>
          </a:ln>
        </p:spPr>
        <p:txBody>
          <a:bodyPr anchorCtr="0" anchor="ctr" bIns="36000" lIns="36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11899" name="Google Shape;11899;p205"/>
          <p:cNvSpPr txBox="1"/>
          <p:nvPr/>
        </p:nvSpPr>
        <p:spPr>
          <a:xfrm>
            <a:off x="304764" y="5328700"/>
            <a:ext cx="1576200" cy="615600"/>
          </a:xfrm>
          <a:prstGeom prst="rect">
            <a:avLst/>
          </a:prstGeom>
          <a:noFill/>
          <a:ln>
            <a:noFill/>
          </a:ln>
        </p:spPr>
        <p:txBody>
          <a:bodyPr anchorCtr="0" anchor="ctr" bIns="0" lIns="0" spcFirstLastPara="1" rIns="0" wrap="square" tIns="0">
            <a:spAutoFit/>
          </a:bodyPr>
          <a:lstStyle/>
          <a:p>
            <a:pPr indent="0" lvl="0" marL="0" rtl="0" algn="r">
              <a:lnSpc>
                <a:spcPct val="100000"/>
              </a:lnSpc>
              <a:spcBef>
                <a:spcPts val="0"/>
              </a:spcBef>
              <a:spcAft>
                <a:spcPts val="0"/>
              </a:spcAft>
              <a:buNone/>
            </a:pPr>
            <a:r>
              <a:rPr b="1" lang="es-419" sz="1000">
                <a:latin typeface="Arvo"/>
                <a:ea typeface="Arvo"/>
                <a:cs typeface="Arvo"/>
                <a:sym typeface="Arvo"/>
              </a:rPr>
              <a:t>Información que obtiene:</a:t>
            </a:r>
            <a:endParaRPr b="1" sz="1000">
              <a:latin typeface="Arvo"/>
              <a:ea typeface="Arvo"/>
              <a:cs typeface="Arvo"/>
              <a:sym typeface="Arvo"/>
            </a:endParaRPr>
          </a:p>
          <a:p>
            <a:pPr indent="0" lvl="0" marL="0" rtl="0" algn="r">
              <a:lnSpc>
                <a:spcPct val="100000"/>
              </a:lnSpc>
              <a:spcBef>
                <a:spcPts val="0"/>
              </a:spcBef>
              <a:spcAft>
                <a:spcPts val="0"/>
              </a:spcAft>
              <a:buNone/>
            </a:pPr>
            <a:r>
              <a:rPr b="1" lang="es-419" sz="700">
                <a:latin typeface="Arvo"/>
                <a:ea typeface="Arvo"/>
                <a:cs typeface="Arvo"/>
                <a:sym typeface="Arvo"/>
              </a:rPr>
              <a:t>&lt;con qué información interactúa&gt;</a:t>
            </a:r>
            <a:endParaRPr b="1" sz="700">
              <a:latin typeface="Arvo"/>
              <a:ea typeface="Arvo"/>
              <a:cs typeface="Arvo"/>
              <a:sym typeface="Arvo"/>
            </a:endParaRPr>
          </a:p>
          <a:p>
            <a:pPr indent="0" lvl="0" marL="0" rtl="0" algn="r">
              <a:lnSpc>
                <a:spcPct val="100000"/>
              </a:lnSpc>
              <a:spcBef>
                <a:spcPts val="0"/>
              </a:spcBef>
              <a:spcAft>
                <a:spcPts val="0"/>
              </a:spcAft>
              <a:buNone/>
            </a:pPr>
            <a:r>
              <a:rPr lang="es-419" sz="700">
                <a:solidFill>
                  <a:srgbClr val="666666"/>
                </a:solidFill>
                <a:latin typeface="Arvo"/>
                <a:ea typeface="Arvo"/>
                <a:cs typeface="Arvo"/>
                <a:sym typeface="Arvo"/>
              </a:rPr>
              <a:t> </a:t>
            </a:r>
            <a:r>
              <a:rPr i="1" lang="es-419" sz="600">
                <a:solidFill>
                  <a:srgbClr val="666666"/>
                </a:solidFill>
                <a:latin typeface="Arvo"/>
                <a:ea typeface="Arvo"/>
                <a:cs typeface="Arvo"/>
                <a:sym typeface="Arvo"/>
              </a:rPr>
              <a:t>&lt;ej: El catálogo de productos, carrito de compras, mensajería, etc&gt;</a:t>
            </a:r>
            <a:endParaRPr sz="800">
              <a:solidFill>
                <a:srgbClr val="666666"/>
              </a:solidFill>
              <a:latin typeface="Arvo"/>
              <a:ea typeface="Arvo"/>
              <a:cs typeface="Arvo"/>
              <a:sym typeface="Arvo"/>
            </a:endParaRPr>
          </a:p>
        </p:txBody>
      </p:sp>
      <p:sp>
        <p:nvSpPr>
          <p:cNvPr id="11900" name="Google Shape;11900;p205"/>
          <p:cNvSpPr/>
          <p:nvPr/>
        </p:nvSpPr>
        <p:spPr>
          <a:xfrm>
            <a:off x="1945875" y="5323350"/>
            <a:ext cx="3027000" cy="1015800"/>
          </a:xfrm>
          <a:prstGeom prst="roundRect">
            <a:avLst>
              <a:gd fmla="val 728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11901" name="Google Shape;11901;p205"/>
          <p:cNvSpPr txBox="1"/>
          <p:nvPr>
            <p:ph idx="6" type="subTitle"/>
          </p:nvPr>
        </p:nvSpPr>
        <p:spPr>
          <a:xfrm>
            <a:off x="1945875" y="5324100"/>
            <a:ext cx="3027000" cy="1015200"/>
          </a:xfrm>
          <a:prstGeom prst="rect">
            <a:avLst/>
          </a:prstGeom>
          <a:noFill/>
          <a:ln>
            <a:noFill/>
          </a:ln>
        </p:spPr>
        <p:txBody>
          <a:bodyPr anchorCtr="0" anchor="ctr" bIns="36000" lIns="36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11902" name="Google Shape;11902;p205"/>
          <p:cNvSpPr txBox="1"/>
          <p:nvPr/>
        </p:nvSpPr>
        <p:spPr>
          <a:xfrm>
            <a:off x="5217088" y="982976"/>
            <a:ext cx="1576200" cy="600300"/>
          </a:xfrm>
          <a:prstGeom prst="rect">
            <a:avLst/>
          </a:prstGeom>
          <a:noFill/>
          <a:ln>
            <a:noFill/>
          </a:ln>
        </p:spPr>
        <p:txBody>
          <a:bodyPr anchorCtr="0" anchor="ctr" bIns="0" lIns="0" spcFirstLastPara="1" rIns="0" wrap="square" tIns="0">
            <a:spAutoFit/>
          </a:bodyPr>
          <a:lstStyle/>
          <a:p>
            <a:pPr indent="0" lvl="0" marL="0" rtl="0" algn="r">
              <a:lnSpc>
                <a:spcPct val="100000"/>
              </a:lnSpc>
              <a:spcBef>
                <a:spcPts val="0"/>
              </a:spcBef>
              <a:spcAft>
                <a:spcPts val="0"/>
              </a:spcAft>
              <a:buNone/>
            </a:pPr>
            <a:r>
              <a:rPr b="1" lang="es-419" sz="1000">
                <a:latin typeface="Arvo"/>
                <a:ea typeface="Arvo"/>
                <a:cs typeface="Arvo"/>
                <a:sym typeface="Arvo"/>
              </a:rPr>
              <a:t>Información que provee:</a:t>
            </a:r>
            <a:endParaRPr b="1" sz="1000">
              <a:latin typeface="Arvo"/>
              <a:ea typeface="Arvo"/>
              <a:cs typeface="Arvo"/>
              <a:sym typeface="Arvo"/>
            </a:endParaRPr>
          </a:p>
          <a:p>
            <a:pPr indent="0" lvl="0" marL="0" rtl="0" algn="r">
              <a:lnSpc>
                <a:spcPct val="100000"/>
              </a:lnSpc>
              <a:spcBef>
                <a:spcPts val="0"/>
              </a:spcBef>
              <a:spcAft>
                <a:spcPts val="0"/>
              </a:spcAft>
              <a:buNone/>
            </a:pPr>
            <a:r>
              <a:rPr b="1" lang="es-419" sz="700">
                <a:latin typeface="Arvo"/>
                <a:ea typeface="Arvo"/>
                <a:cs typeface="Arvo"/>
                <a:sym typeface="Arvo"/>
              </a:rPr>
              <a:t>&lt;qué información provee&gt;</a:t>
            </a:r>
            <a:endParaRPr b="1" sz="700">
              <a:latin typeface="Arvo"/>
              <a:ea typeface="Arvo"/>
              <a:cs typeface="Arvo"/>
              <a:sym typeface="Arvo"/>
            </a:endParaRPr>
          </a:p>
          <a:p>
            <a:pPr indent="0" lvl="0" marL="0" rtl="0" algn="r">
              <a:lnSpc>
                <a:spcPct val="100000"/>
              </a:lnSpc>
              <a:spcBef>
                <a:spcPts val="0"/>
              </a:spcBef>
              <a:spcAft>
                <a:spcPts val="0"/>
              </a:spcAft>
              <a:buNone/>
            </a:pPr>
            <a:r>
              <a:rPr i="1" lang="es-419" sz="600">
                <a:solidFill>
                  <a:srgbClr val="666666"/>
                </a:solidFill>
                <a:latin typeface="Arvo"/>
                <a:ea typeface="Arvo"/>
                <a:cs typeface="Arvo"/>
                <a:sym typeface="Arvo"/>
              </a:rPr>
              <a:t>&lt;</a:t>
            </a:r>
            <a:r>
              <a:rPr lang="es-419" sz="600">
                <a:solidFill>
                  <a:schemeClr val="dk1"/>
                </a:solidFill>
                <a:latin typeface="Arvo"/>
                <a:ea typeface="Arvo"/>
                <a:cs typeface="Arvo"/>
                <a:sym typeface="Arvo"/>
              </a:rPr>
              <a:t>ej: información personal, información mensajería, información de pago, etc.</a:t>
            </a:r>
            <a:r>
              <a:rPr i="1" lang="es-419" sz="600">
                <a:solidFill>
                  <a:srgbClr val="666666"/>
                </a:solidFill>
                <a:latin typeface="Arvo"/>
                <a:ea typeface="Arvo"/>
                <a:cs typeface="Arvo"/>
                <a:sym typeface="Arvo"/>
              </a:rPr>
              <a:t> &gt;</a:t>
            </a:r>
            <a:endParaRPr sz="600">
              <a:solidFill>
                <a:srgbClr val="666666"/>
              </a:solidFill>
              <a:latin typeface="Arvo"/>
              <a:ea typeface="Arvo"/>
              <a:cs typeface="Arvo"/>
              <a:sym typeface="Arvo"/>
            </a:endParaRPr>
          </a:p>
        </p:txBody>
      </p:sp>
      <p:sp>
        <p:nvSpPr>
          <p:cNvPr id="11903" name="Google Shape;11903;p205"/>
          <p:cNvSpPr/>
          <p:nvPr/>
        </p:nvSpPr>
        <p:spPr>
          <a:xfrm>
            <a:off x="6858199" y="1016358"/>
            <a:ext cx="3027000" cy="1359900"/>
          </a:xfrm>
          <a:prstGeom prst="roundRect">
            <a:avLst>
              <a:gd fmla="val 5871"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11904" name="Google Shape;11904;p205"/>
          <p:cNvSpPr txBox="1"/>
          <p:nvPr>
            <p:ph idx="7" type="subTitle"/>
          </p:nvPr>
        </p:nvSpPr>
        <p:spPr>
          <a:xfrm>
            <a:off x="6857899" y="1016361"/>
            <a:ext cx="3027600" cy="1359900"/>
          </a:xfrm>
          <a:prstGeom prst="rect">
            <a:avLst/>
          </a:prstGeom>
          <a:noFill/>
          <a:ln>
            <a:noFill/>
          </a:ln>
        </p:spPr>
        <p:txBody>
          <a:bodyPr anchorCtr="0" anchor="t" bIns="36000" lIns="36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11905" name="Google Shape;11905;p205"/>
          <p:cNvSpPr txBox="1"/>
          <p:nvPr/>
        </p:nvSpPr>
        <p:spPr>
          <a:xfrm>
            <a:off x="5217088" y="2537301"/>
            <a:ext cx="1576200" cy="354000"/>
          </a:xfrm>
          <a:prstGeom prst="rect">
            <a:avLst/>
          </a:prstGeom>
          <a:noFill/>
          <a:ln>
            <a:noFill/>
          </a:ln>
        </p:spPr>
        <p:txBody>
          <a:bodyPr anchorCtr="0" anchor="ctr" bIns="0" lIns="0" spcFirstLastPara="1" rIns="0" wrap="square" tIns="0">
            <a:spAutoFit/>
          </a:bodyPr>
          <a:lstStyle/>
          <a:p>
            <a:pPr indent="0" lvl="0" marL="0" rtl="0" algn="r">
              <a:lnSpc>
                <a:spcPct val="100000"/>
              </a:lnSpc>
              <a:spcBef>
                <a:spcPts val="0"/>
              </a:spcBef>
              <a:spcAft>
                <a:spcPts val="0"/>
              </a:spcAft>
              <a:buNone/>
            </a:pPr>
            <a:r>
              <a:rPr b="1" lang="es-419" sz="1000">
                <a:latin typeface="Arvo"/>
                <a:ea typeface="Arvo"/>
                <a:cs typeface="Arvo"/>
                <a:sym typeface="Arvo"/>
              </a:rPr>
              <a:t>Meta Actor:</a:t>
            </a:r>
            <a:endParaRPr b="1" sz="1000">
              <a:latin typeface="Arvo"/>
              <a:ea typeface="Arvo"/>
              <a:cs typeface="Arvo"/>
              <a:sym typeface="Arvo"/>
            </a:endParaRPr>
          </a:p>
          <a:p>
            <a:pPr indent="0" lvl="0" marL="0" rtl="0" algn="r">
              <a:lnSpc>
                <a:spcPct val="100000"/>
              </a:lnSpc>
              <a:spcBef>
                <a:spcPts val="0"/>
              </a:spcBef>
              <a:spcAft>
                <a:spcPts val="0"/>
              </a:spcAft>
              <a:buNone/>
            </a:pPr>
            <a:r>
              <a:rPr b="1" lang="es-419" sz="700">
                <a:latin typeface="Arvo"/>
                <a:ea typeface="Arvo"/>
                <a:cs typeface="Arvo"/>
                <a:sym typeface="Arvo"/>
              </a:rPr>
              <a:t>[Meta = &lt;sustantivo&gt;&lt;adjetivo&gt;]</a:t>
            </a:r>
            <a:endParaRPr b="1" sz="700">
              <a:latin typeface="Arvo"/>
              <a:ea typeface="Arvo"/>
              <a:cs typeface="Arvo"/>
              <a:sym typeface="Arvo"/>
            </a:endParaRPr>
          </a:p>
          <a:p>
            <a:pPr indent="0" lvl="0" marL="0" rtl="0" algn="r">
              <a:lnSpc>
                <a:spcPct val="100000"/>
              </a:lnSpc>
              <a:spcBef>
                <a:spcPts val="0"/>
              </a:spcBef>
              <a:spcAft>
                <a:spcPts val="0"/>
              </a:spcAft>
              <a:buNone/>
            </a:pPr>
            <a:r>
              <a:rPr i="1" lang="es-419" sz="600">
                <a:solidFill>
                  <a:srgbClr val="666666"/>
                </a:solidFill>
                <a:latin typeface="Arvo"/>
                <a:ea typeface="Arvo"/>
                <a:cs typeface="Arvo"/>
                <a:sym typeface="Arvo"/>
              </a:rPr>
              <a:t>&lt;ej: Producto recibido&gt;</a:t>
            </a:r>
            <a:endParaRPr i="1" sz="600">
              <a:solidFill>
                <a:srgbClr val="666666"/>
              </a:solidFill>
              <a:latin typeface="Arvo"/>
              <a:ea typeface="Arvo"/>
              <a:cs typeface="Arvo"/>
              <a:sym typeface="Arvo"/>
            </a:endParaRPr>
          </a:p>
        </p:txBody>
      </p:sp>
      <p:sp>
        <p:nvSpPr>
          <p:cNvPr id="11906" name="Google Shape;11906;p205"/>
          <p:cNvSpPr/>
          <p:nvPr/>
        </p:nvSpPr>
        <p:spPr>
          <a:xfrm>
            <a:off x="6858198" y="2542551"/>
            <a:ext cx="3027000" cy="343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11907" name="Google Shape;11907;p205"/>
          <p:cNvSpPr txBox="1"/>
          <p:nvPr>
            <p:ph idx="8" type="subTitle"/>
          </p:nvPr>
        </p:nvSpPr>
        <p:spPr>
          <a:xfrm>
            <a:off x="6857898" y="2543301"/>
            <a:ext cx="3027600" cy="342000"/>
          </a:xfrm>
          <a:prstGeom prst="rect">
            <a:avLst/>
          </a:prstGeom>
          <a:noFill/>
          <a:ln>
            <a:noFill/>
          </a:ln>
        </p:spPr>
        <p:txBody>
          <a:bodyPr anchorCtr="0" anchor="ctr" bIns="36000" lIns="36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11908" name="Google Shape;11908;p205"/>
          <p:cNvSpPr txBox="1"/>
          <p:nvPr/>
        </p:nvSpPr>
        <p:spPr>
          <a:xfrm>
            <a:off x="5217088" y="3041532"/>
            <a:ext cx="1576200" cy="400200"/>
          </a:xfrm>
          <a:prstGeom prst="rect">
            <a:avLst/>
          </a:prstGeom>
          <a:noFill/>
          <a:ln>
            <a:noFill/>
          </a:ln>
        </p:spPr>
        <p:txBody>
          <a:bodyPr anchorCtr="0" anchor="ctr" bIns="0" lIns="0" spcFirstLastPara="1" rIns="0" wrap="square" tIns="0">
            <a:spAutoFit/>
          </a:bodyPr>
          <a:lstStyle/>
          <a:p>
            <a:pPr indent="0" lvl="0" marL="0" rtl="0" algn="r">
              <a:lnSpc>
                <a:spcPct val="100000"/>
              </a:lnSpc>
              <a:spcBef>
                <a:spcPts val="0"/>
              </a:spcBef>
              <a:spcAft>
                <a:spcPts val="0"/>
              </a:spcAft>
              <a:buNone/>
            </a:pPr>
            <a:r>
              <a:rPr b="1" lang="es-419" sz="1000">
                <a:latin typeface="Arvo"/>
                <a:ea typeface="Arvo"/>
                <a:cs typeface="Arvo"/>
                <a:sym typeface="Arvo"/>
              </a:rPr>
              <a:t>Actividad que consigue la meta:</a:t>
            </a:r>
            <a:endParaRPr b="1" sz="700">
              <a:latin typeface="Arvo"/>
              <a:ea typeface="Arvo"/>
              <a:cs typeface="Arvo"/>
              <a:sym typeface="Arvo"/>
            </a:endParaRPr>
          </a:p>
          <a:p>
            <a:pPr indent="0" lvl="0" marL="0" rtl="0" algn="r">
              <a:lnSpc>
                <a:spcPct val="100000"/>
              </a:lnSpc>
              <a:spcBef>
                <a:spcPts val="0"/>
              </a:spcBef>
              <a:spcAft>
                <a:spcPts val="0"/>
              </a:spcAft>
              <a:buNone/>
            </a:pPr>
            <a:r>
              <a:rPr i="1" lang="es-419" sz="600">
                <a:solidFill>
                  <a:srgbClr val="666666"/>
                </a:solidFill>
                <a:latin typeface="Arvo"/>
                <a:ea typeface="Arvo"/>
                <a:cs typeface="Arvo"/>
                <a:sym typeface="Arvo"/>
              </a:rPr>
              <a:t>&lt;ej: Recibir producto&gt;</a:t>
            </a:r>
            <a:endParaRPr i="1" sz="600">
              <a:solidFill>
                <a:srgbClr val="666666"/>
              </a:solidFill>
              <a:latin typeface="Arvo"/>
              <a:ea typeface="Arvo"/>
              <a:cs typeface="Arvo"/>
              <a:sym typeface="Arvo"/>
            </a:endParaRPr>
          </a:p>
        </p:txBody>
      </p:sp>
      <p:sp>
        <p:nvSpPr>
          <p:cNvPr id="11909" name="Google Shape;11909;p205"/>
          <p:cNvSpPr/>
          <p:nvPr/>
        </p:nvSpPr>
        <p:spPr>
          <a:xfrm>
            <a:off x="6858200" y="3047155"/>
            <a:ext cx="3027000" cy="526200"/>
          </a:xfrm>
          <a:prstGeom prst="roundRect">
            <a:avLst>
              <a:gd fmla="val 12538"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11910" name="Google Shape;11910;p205"/>
          <p:cNvSpPr txBox="1"/>
          <p:nvPr>
            <p:ph idx="9" type="subTitle"/>
          </p:nvPr>
        </p:nvSpPr>
        <p:spPr>
          <a:xfrm>
            <a:off x="6857900" y="3047155"/>
            <a:ext cx="3027600" cy="526200"/>
          </a:xfrm>
          <a:prstGeom prst="rect">
            <a:avLst/>
          </a:prstGeom>
          <a:noFill/>
          <a:ln>
            <a:noFill/>
          </a:ln>
        </p:spPr>
        <p:txBody>
          <a:bodyPr anchorCtr="0" anchor="ctr" bIns="36000" lIns="36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11911" name="Google Shape;11911;p205"/>
          <p:cNvSpPr txBox="1"/>
          <p:nvPr/>
        </p:nvSpPr>
        <p:spPr>
          <a:xfrm>
            <a:off x="5217088" y="3727332"/>
            <a:ext cx="1576200" cy="554100"/>
          </a:xfrm>
          <a:prstGeom prst="rect">
            <a:avLst/>
          </a:prstGeom>
          <a:noFill/>
          <a:ln>
            <a:noFill/>
          </a:ln>
        </p:spPr>
        <p:txBody>
          <a:bodyPr anchorCtr="0" anchor="ctr" bIns="0" lIns="0" spcFirstLastPara="1" rIns="0" wrap="square" tIns="0">
            <a:spAutoFit/>
          </a:bodyPr>
          <a:lstStyle/>
          <a:p>
            <a:pPr indent="0" lvl="0" marL="0" rtl="0" algn="r">
              <a:lnSpc>
                <a:spcPct val="100000"/>
              </a:lnSpc>
              <a:spcBef>
                <a:spcPts val="0"/>
              </a:spcBef>
              <a:spcAft>
                <a:spcPts val="0"/>
              </a:spcAft>
              <a:buNone/>
            </a:pPr>
            <a:r>
              <a:rPr b="1" lang="es-419" sz="1000">
                <a:latin typeface="Arvo"/>
                <a:ea typeface="Arvo"/>
                <a:cs typeface="Arvo"/>
                <a:sym typeface="Arvo"/>
              </a:rPr>
              <a:t>Narrativa de la actividad que consigue la meta:</a:t>
            </a:r>
            <a:endParaRPr b="1" sz="700">
              <a:latin typeface="Arvo"/>
              <a:ea typeface="Arvo"/>
              <a:cs typeface="Arvo"/>
              <a:sym typeface="Arvo"/>
            </a:endParaRPr>
          </a:p>
          <a:p>
            <a:pPr indent="0" lvl="0" marL="0" rtl="0" algn="r">
              <a:lnSpc>
                <a:spcPct val="100000"/>
              </a:lnSpc>
              <a:spcBef>
                <a:spcPts val="0"/>
              </a:spcBef>
              <a:spcAft>
                <a:spcPts val="0"/>
              </a:spcAft>
              <a:buNone/>
            </a:pPr>
            <a:r>
              <a:rPr i="1" lang="es-419" sz="600">
                <a:solidFill>
                  <a:srgbClr val="666666"/>
                </a:solidFill>
                <a:latin typeface="Arvo"/>
                <a:ea typeface="Arvo"/>
                <a:cs typeface="Arvo"/>
                <a:sym typeface="Arvo"/>
              </a:rPr>
              <a:t>&lt;ej: El cliente recibe el producto&gt;</a:t>
            </a:r>
            <a:endParaRPr i="1" sz="600">
              <a:solidFill>
                <a:srgbClr val="666666"/>
              </a:solidFill>
              <a:latin typeface="Arvo"/>
              <a:ea typeface="Arvo"/>
              <a:cs typeface="Arvo"/>
              <a:sym typeface="Arvo"/>
            </a:endParaRPr>
          </a:p>
        </p:txBody>
      </p:sp>
      <p:sp>
        <p:nvSpPr>
          <p:cNvPr id="11912" name="Google Shape;11912;p205"/>
          <p:cNvSpPr/>
          <p:nvPr/>
        </p:nvSpPr>
        <p:spPr>
          <a:xfrm>
            <a:off x="6858200" y="3741282"/>
            <a:ext cx="3027000" cy="526200"/>
          </a:xfrm>
          <a:prstGeom prst="roundRect">
            <a:avLst>
              <a:gd fmla="val 12538"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11913" name="Google Shape;11913;p205"/>
          <p:cNvSpPr txBox="1"/>
          <p:nvPr>
            <p:ph idx="13" type="subTitle"/>
          </p:nvPr>
        </p:nvSpPr>
        <p:spPr>
          <a:xfrm>
            <a:off x="6857900" y="3741282"/>
            <a:ext cx="3027600" cy="526200"/>
          </a:xfrm>
          <a:prstGeom prst="rect">
            <a:avLst/>
          </a:prstGeom>
          <a:noFill/>
          <a:ln>
            <a:noFill/>
          </a:ln>
        </p:spPr>
        <p:txBody>
          <a:bodyPr anchorCtr="0" anchor="ctr" bIns="36000" lIns="36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11914" name="Google Shape;11914;p205"/>
          <p:cNvSpPr txBox="1"/>
          <p:nvPr/>
        </p:nvSpPr>
        <p:spPr>
          <a:xfrm>
            <a:off x="2524025" y="387675"/>
            <a:ext cx="15012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Unid. Organizacional:</a:t>
            </a:r>
            <a:endParaRPr b="1" sz="1100"/>
          </a:p>
        </p:txBody>
      </p:sp>
      <p:sp>
        <p:nvSpPr>
          <p:cNvPr id="11915" name="Google Shape;11915;p205"/>
          <p:cNvSpPr txBox="1"/>
          <p:nvPr/>
        </p:nvSpPr>
        <p:spPr>
          <a:xfrm>
            <a:off x="2524020" y="579550"/>
            <a:ext cx="6846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Alcance:</a:t>
            </a:r>
            <a:endParaRPr b="1" sz="1100"/>
          </a:p>
        </p:txBody>
      </p:sp>
      <p:sp>
        <p:nvSpPr>
          <p:cNvPr id="11916" name="Google Shape;11916;p205"/>
          <p:cNvSpPr txBox="1"/>
          <p:nvPr>
            <p:ph type="title"/>
          </p:nvPr>
        </p:nvSpPr>
        <p:spPr>
          <a:xfrm flipH="1">
            <a:off x="4025374" y="387675"/>
            <a:ext cx="5863200" cy="1692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000"/>
              <a:buNone/>
              <a:defRPr sz="1000">
                <a:solidFill>
                  <a:srgbClr val="000000"/>
                </a:solidFill>
              </a:defRPr>
            </a:lvl1pPr>
            <a:lvl2pPr lvl="1">
              <a:spcBef>
                <a:spcPts val="0"/>
              </a:spcBef>
              <a:spcAft>
                <a:spcPts val="0"/>
              </a:spcAft>
              <a:buClr>
                <a:srgbClr val="000000"/>
              </a:buClr>
              <a:buSzPts val="1000"/>
              <a:buNone/>
              <a:defRPr sz="1000">
                <a:solidFill>
                  <a:srgbClr val="000000"/>
                </a:solidFill>
              </a:defRPr>
            </a:lvl2pPr>
            <a:lvl3pPr lvl="2">
              <a:spcBef>
                <a:spcPts val="0"/>
              </a:spcBef>
              <a:spcAft>
                <a:spcPts val="0"/>
              </a:spcAft>
              <a:buClr>
                <a:srgbClr val="000000"/>
              </a:buClr>
              <a:buSzPts val="1000"/>
              <a:buNone/>
              <a:defRPr sz="1000">
                <a:solidFill>
                  <a:srgbClr val="000000"/>
                </a:solidFill>
              </a:defRPr>
            </a:lvl3pPr>
            <a:lvl4pPr lvl="3">
              <a:spcBef>
                <a:spcPts val="0"/>
              </a:spcBef>
              <a:spcAft>
                <a:spcPts val="0"/>
              </a:spcAft>
              <a:buClr>
                <a:srgbClr val="000000"/>
              </a:buClr>
              <a:buSzPts val="1000"/>
              <a:buNone/>
              <a:defRPr sz="1000">
                <a:solidFill>
                  <a:srgbClr val="000000"/>
                </a:solidFill>
              </a:defRPr>
            </a:lvl4pPr>
            <a:lvl5pPr lvl="4">
              <a:spcBef>
                <a:spcPts val="0"/>
              </a:spcBef>
              <a:spcAft>
                <a:spcPts val="0"/>
              </a:spcAft>
              <a:buClr>
                <a:srgbClr val="000000"/>
              </a:buClr>
              <a:buSzPts val="1000"/>
              <a:buNone/>
              <a:defRPr sz="1000">
                <a:solidFill>
                  <a:srgbClr val="000000"/>
                </a:solidFill>
              </a:defRPr>
            </a:lvl5pPr>
            <a:lvl6pPr lvl="5">
              <a:spcBef>
                <a:spcPts val="0"/>
              </a:spcBef>
              <a:spcAft>
                <a:spcPts val="0"/>
              </a:spcAft>
              <a:buClr>
                <a:srgbClr val="000000"/>
              </a:buClr>
              <a:buSzPts val="1000"/>
              <a:buNone/>
              <a:defRPr sz="1000">
                <a:solidFill>
                  <a:srgbClr val="000000"/>
                </a:solidFill>
              </a:defRPr>
            </a:lvl6pPr>
            <a:lvl7pPr lvl="6">
              <a:spcBef>
                <a:spcPts val="0"/>
              </a:spcBef>
              <a:spcAft>
                <a:spcPts val="0"/>
              </a:spcAft>
              <a:buClr>
                <a:srgbClr val="000000"/>
              </a:buClr>
              <a:buSzPts val="1000"/>
              <a:buNone/>
              <a:defRPr sz="1000">
                <a:solidFill>
                  <a:srgbClr val="000000"/>
                </a:solidFill>
              </a:defRPr>
            </a:lvl7pPr>
            <a:lvl8pPr lvl="7">
              <a:spcBef>
                <a:spcPts val="0"/>
              </a:spcBef>
              <a:spcAft>
                <a:spcPts val="0"/>
              </a:spcAft>
              <a:buClr>
                <a:srgbClr val="000000"/>
              </a:buClr>
              <a:buSzPts val="1000"/>
              <a:buNone/>
              <a:defRPr sz="1000">
                <a:solidFill>
                  <a:srgbClr val="000000"/>
                </a:solidFill>
              </a:defRPr>
            </a:lvl8pPr>
            <a:lvl9pPr lvl="8">
              <a:spcBef>
                <a:spcPts val="0"/>
              </a:spcBef>
              <a:spcAft>
                <a:spcPts val="0"/>
              </a:spcAft>
              <a:buClr>
                <a:srgbClr val="000000"/>
              </a:buClr>
              <a:buSzPts val="1000"/>
              <a:buNone/>
              <a:defRPr sz="1000">
                <a:solidFill>
                  <a:srgbClr val="000000"/>
                </a:solidFill>
              </a:defRPr>
            </a:lvl9pPr>
          </a:lstStyle>
          <a:p/>
        </p:txBody>
      </p:sp>
      <p:sp>
        <p:nvSpPr>
          <p:cNvPr id="11917" name="Google Shape;11917;p205"/>
          <p:cNvSpPr txBox="1"/>
          <p:nvPr>
            <p:ph idx="14" type="title"/>
          </p:nvPr>
        </p:nvSpPr>
        <p:spPr>
          <a:xfrm flipH="1">
            <a:off x="3208773" y="579550"/>
            <a:ext cx="6679800" cy="1692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000"/>
              <a:buNone/>
              <a:defRPr sz="1000">
                <a:solidFill>
                  <a:srgbClr val="000000"/>
                </a:solidFill>
              </a:defRPr>
            </a:lvl1pPr>
            <a:lvl2pPr lvl="1">
              <a:spcBef>
                <a:spcPts val="0"/>
              </a:spcBef>
              <a:spcAft>
                <a:spcPts val="0"/>
              </a:spcAft>
              <a:buClr>
                <a:srgbClr val="000000"/>
              </a:buClr>
              <a:buSzPts val="1000"/>
              <a:buNone/>
              <a:defRPr sz="1000">
                <a:solidFill>
                  <a:srgbClr val="000000"/>
                </a:solidFill>
              </a:defRPr>
            </a:lvl2pPr>
            <a:lvl3pPr lvl="2">
              <a:spcBef>
                <a:spcPts val="0"/>
              </a:spcBef>
              <a:spcAft>
                <a:spcPts val="0"/>
              </a:spcAft>
              <a:buClr>
                <a:srgbClr val="000000"/>
              </a:buClr>
              <a:buSzPts val="1000"/>
              <a:buNone/>
              <a:defRPr sz="1000">
                <a:solidFill>
                  <a:srgbClr val="000000"/>
                </a:solidFill>
              </a:defRPr>
            </a:lvl3pPr>
            <a:lvl4pPr lvl="3">
              <a:spcBef>
                <a:spcPts val="0"/>
              </a:spcBef>
              <a:spcAft>
                <a:spcPts val="0"/>
              </a:spcAft>
              <a:buClr>
                <a:srgbClr val="000000"/>
              </a:buClr>
              <a:buSzPts val="1000"/>
              <a:buNone/>
              <a:defRPr sz="1000">
                <a:solidFill>
                  <a:srgbClr val="000000"/>
                </a:solidFill>
              </a:defRPr>
            </a:lvl4pPr>
            <a:lvl5pPr lvl="4">
              <a:spcBef>
                <a:spcPts val="0"/>
              </a:spcBef>
              <a:spcAft>
                <a:spcPts val="0"/>
              </a:spcAft>
              <a:buClr>
                <a:srgbClr val="000000"/>
              </a:buClr>
              <a:buSzPts val="1000"/>
              <a:buNone/>
              <a:defRPr sz="1000">
                <a:solidFill>
                  <a:srgbClr val="000000"/>
                </a:solidFill>
              </a:defRPr>
            </a:lvl5pPr>
            <a:lvl6pPr lvl="5">
              <a:spcBef>
                <a:spcPts val="0"/>
              </a:spcBef>
              <a:spcAft>
                <a:spcPts val="0"/>
              </a:spcAft>
              <a:buClr>
                <a:srgbClr val="000000"/>
              </a:buClr>
              <a:buSzPts val="1000"/>
              <a:buNone/>
              <a:defRPr sz="1000">
                <a:solidFill>
                  <a:srgbClr val="000000"/>
                </a:solidFill>
              </a:defRPr>
            </a:lvl6pPr>
            <a:lvl7pPr lvl="6">
              <a:spcBef>
                <a:spcPts val="0"/>
              </a:spcBef>
              <a:spcAft>
                <a:spcPts val="0"/>
              </a:spcAft>
              <a:buClr>
                <a:srgbClr val="000000"/>
              </a:buClr>
              <a:buSzPts val="1000"/>
              <a:buNone/>
              <a:defRPr sz="1000">
                <a:solidFill>
                  <a:srgbClr val="000000"/>
                </a:solidFill>
              </a:defRPr>
            </a:lvl7pPr>
            <a:lvl8pPr lvl="7">
              <a:spcBef>
                <a:spcPts val="0"/>
              </a:spcBef>
              <a:spcAft>
                <a:spcPts val="0"/>
              </a:spcAft>
              <a:buClr>
                <a:srgbClr val="000000"/>
              </a:buClr>
              <a:buSzPts val="1000"/>
              <a:buNone/>
              <a:defRPr sz="1000">
                <a:solidFill>
                  <a:srgbClr val="000000"/>
                </a:solidFill>
              </a:defRPr>
            </a:lvl8pPr>
            <a:lvl9pPr lvl="8">
              <a:spcBef>
                <a:spcPts val="0"/>
              </a:spcBef>
              <a:spcAft>
                <a:spcPts val="0"/>
              </a:spcAft>
              <a:buClr>
                <a:srgbClr val="000000"/>
              </a:buClr>
              <a:buSzPts val="1000"/>
              <a:buNone/>
              <a:defRPr sz="1000">
                <a:solidFill>
                  <a:srgbClr val="000000"/>
                </a:solidFill>
              </a:defRPr>
            </a:lvl9pPr>
          </a:lstStyle>
          <a:p/>
        </p:txBody>
      </p:sp>
      <p:sp>
        <p:nvSpPr>
          <p:cNvPr id="11918" name="Google Shape;11918;p205"/>
          <p:cNvSpPr txBox="1"/>
          <p:nvPr>
            <p:ph idx="15" type="body"/>
          </p:nvPr>
        </p:nvSpPr>
        <p:spPr>
          <a:xfrm>
            <a:off x="641150" y="612125"/>
            <a:ext cx="1770300" cy="160500"/>
          </a:xfrm>
          <a:prstGeom prst="rect">
            <a:avLst/>
          </a:prstGeom>
          <a:noFill/>
          <a:ln>
            <a:noFill/>
          </a:ln>
        </p:spPr>
        <p:txBody>
          <a:bodyPr anchorCtr="0" anchor="t" bIns="0" lIns="0" spcFirstLastPara="1" rIns="0" wrap="square" tIns="0">
            <a:noAutofit/>
          </a:bodyPr>
          <a:lstStyle>
            <a:lvl1pPr indent="-292100" lvl="0" marL="457200" algn="ctr">
              <a:spcBef>
                <a:spcPts val="0"/>
              </a:spcBef>
              <a:spcAft>
                <a:spcPts val="0"/>
              </a:spcAft>
              <a:buClr>
                <a:srgbClr val="FFFFFF"/>
              </a:buClr>
              <a:buSzPts val="1000"/>
              <a:buChar char="●"/>
              <a:defRPr sz="1000">
                <a:solidFill>
                  <a:srgbClr val="FFFFFF"/>
                </a:solidFill>
              </a:defRPr>
            </a:lvl1pPr>
            <a:lvl2pPr indent="-292100" lvl="1" marL="914400" algn="ctr">
              <a:spcBef>
                <a:spcPts val="0"/>
              </a:spcBef>
              <a:spcAft>
                <a:spcPts val="0"/>
              </a:spcAft>
              <a:buClr>
                <a:srgbClr val="FFFFFF"/>
              </a:buClr>
              <a:buSzPts val="1000"/>
              <a:buChar char="○"/>
              <a:defRPr sz="1000">
                <a:solidFill>
                  <a:srgbClr val="FFFFFF"/>
                </a:solidFill>
              </a:defRPr>
            </a:lvl2pPr>
            <a:lvl3pPr indent="-292100" lvl="2" marL="1371600" algn="ctr">
              <a:spcBef>
                <a:spcPts val="0"/>
              </a:spcBef>
              <a:spcAft>
                <a:spcPts val="0"/>
              </a:spcAft>
              <a:buClr>
                <a:srgbClr val="FFFFFF"/>
              </a:buClr>
              <a:buSzPts val="1000"/>
              <a:buChar char="■"/>
              <a:defRPr sz="1000">
                <a:solidFill>
                  <a:srgbClr val="FFFFFF"/>
                </a:solidFill>
              </a:defRPr>
            </a:lvl3pPr>
            <a:lvl4pPr indent="-292100" lvl="3" marL="1828800" algn="ctr">
              <a:spcBef>
                <a:spcPts val="0"/>
              </a:spcBef>
              <a:spcAft>
                <a:spcPts val="0"/>
              </a:spcAft>
              <a:buClr>
                <a:srgbClr val="FFFFFF"/>
              </a:buClr>
              <a:buSzPts val="1000"/>
              <a:buChar char="●"/>
              <a:defRPr sz="1000">
                <a:solidFill>
                  <a:srgbClr val="FFFFFF"/>
                </a:solidFill>
              </a:defRPr>
            </a:lvl4pPr>
            <a:lvl5pPr indent="-292100" lvl="4" marL="2286000" algn="ctr">
              <a:spcBef>
                <a:spcPts val="0"/>
              </a:spcBef>
              <a:spcAft>
                <a:spcPts val="0"/>
              </a:spcAft>
              <a:buClr>
                <a:srgbClr val="FFFFFF"/>
              </a:buClr>
              <a:buSzPts val="1000"/>
              <a:buChar char="○"/>
              <a:defRPr sz="1000">
                <a:solidFill>
                  <a:srgbClr val="FFFFFF"/>
                </a:solidFill>
              </a:defRPr>
            </a:lvl5pPr>
            <a:lvl6pPr indent="-292100" lvl="5" marL="2743200" algn="ctr">
              <a:spcBef>
                <a:spcPts val="0"/>
              </a:spcBef>
              <a:spcAft>
                <a:spcPts val="0"/>
              </a:spcAft>
              <a:buClr>
                <a:srgbClr val="FFFFFF"/>
              </a:buClr>
              <a:buSzPts val="1000"/>
              <a:buChar char="■"/>
              <a:defRPr sz="1000">
                <a:solidFill>
                  <a:srgbClr val="FFFFFF"/>
                </a:solidFill>
              </a:defRPr>
            </a:lvl6pPr>
            <a:lvl7pPr indent="-292100" lvl="6" marL="3200400" algn="ctr">
              <a:spcBef>
                <a:spcPts val="0"/>
              </a:spcBef>
              <a:spcAft>
                <a:spcPts val="0"/>
              </a:spcAft>
              <a:buClr>
                <a:srgbClr val="FFFFFF"/>
              </a:buClr>
              <a:buSzPts val="1000"/>
              <a:buChar char="●"/>
              <a:defRPr sz="1000">
                <a:solidFill>
                  <a:srgbClr val="FFFFFF"/>
                </a:solidFill>
              </a:defRPr>
            </a:lvl7pPr>
            <a:lvl8pPr indent="-292100" lvl="7" marL="3657600" algn="ctr">
              <a:spcBef>
                <a:spcPts val="0"/>
              </a:spcBef>
              <a:spcAft>
                <a:spcPts val="0"/>
              </a:spcAft>
              <a:buClr>
                <a:srgbClr val="FFFFFF"/>
              </a:buClr>
              <a:buSzPts val="1000"/>
              <a:buChar char="○"/>
              <a:defRPr sz="1000">
                <a:solidFill>
                  <a:srgbClr val="FFFFFF"/>
                </a:solidFill>
              </a:defRPr>
            </a:lvl8pPr>
            <a:lvl9pPr indent="-292100" lvl="8" marL="4114800" algn="ctr">
              <a:spcBef>
                <a:spcPts val="0"/>
              </a:spcBef>
              <a:spcAft>
                <a:spcPts val="0"/>
              </a:spcAft>
              <a:buClr>
                <a:srgbClr val="FFFFFF"/>
              </a:buClr>
              <a:buSzPts val="1000"/>
              <a:buChar char="■"/>
              <a:defRPr sz="1000">
                <a:solidFill>
                  <a:srgbClr val="FFFFFF"/>
                </a:solidFill>
              </a:defRPr>
            </a:lvl9pPr>
          </a:lstStyle>
          <a:p/>
        </p:txBody>
      </p:sp>
      <p:sp>
        <p:nvSpPr>
          <p:cNvPr id="11919" name="Google Shape;11919;p205"/>
          <p:cNvSpPr txBox="1"/>
          <p:nvPr/>
        </p:nvSpPr>
        <p:spPr>
          <a:xfrm>
            <a:off x="84825" y="598125"/>
            <a:ext cx="595500" cy="205800"/>
          </a:xfrm>
          <a:prstGeom prst="rect">
            <a:avLst/>
          </a:prstGeom>
          <a:noFill/>
          <a:ln>
            <a:noFill/>
          </a:ln>
        </p:spPr>
        <p:txBody>
          <a:bodyPr anchorCtr="0" anchor="t" bIns="18000" lIns="18000" spcFirstLastPara="1" rIns="18000" wrap="square" tIns="18000">
            <a:spAutoFit/>
          </a:bodyPr>
          <a:lstStyle/>
          <a:p>
            <a:pPr indent="0" lvl="0" marL="0" rtl="0" algn="l">
              <a:spcBef>
                <a:spcPts val="0"/>
              </a:spcBef>
              <a:spcAft>
                <a:spcPts val="0"/>
              </a:spcAft>
              <a:buNone/>
            </a:pPr>
            <a:r>
              <a:rPr lang="es-419" sz="1100">
                <a:solidFill>
                  <a:srgbClr val="FFFFFF"/>
                </a:solidFill>
              </a:rPr>
              <a:t>Nombre:</a:t>
            </a:r>
            <a:endParaRPr sz="1100">
              <a:solidFill>
                <a:srgbClr val="FFFFFF"/>
              </a:solidFill>
            </a:endParaRPr>
          </a:p>
        </p:txBody>
      </p:sp>
    </p:spTree>
  </p:cSld>
  <p:clrMapOvr>
    <a:masterClrMapping/>
  </p:clrMapOvr>
</p:sldLayout>
</file>

<file path=ppt/slideLayouts/slideLayout20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6.4 Interfaces de Usuario">
  <p:cSld name="TITLE_3_6_1_1_1_1_1_1_1_1_1_1_1_1_1_1_1_1_1_1_1_1_1_1_1_1_1_1_1_1">
    <p:spTree>
      <p:nvGrpSpPr>
        <p:cNvPr id="11920" name="Shape 11920"/>
        <p:cNvGrpSpPr/>
        <p:nvPr/>
      </p:nvGrpSpPr>
      <p:grpSpPr>
        <a:xfrm>
          <a:off x="0" y="0"/>
          <a:ext cx="0" cy="0"/>
          <a:chOff x="0" y="0"/>
          <a:chExt cx="0" cy="0"/>
        </a:xfrm>
      </p:grpSpPr>
      <p:sp>
        <p:nvSpPr>
          <p:cNvPr id="11921" name="Google Shape;11921;p206"/>
          <p:cNvSpPr/>
          <p:nvPr/>
        </p:nvSpPr>
        <p:spPr>
          <a:xfrm>
            <a:off x="77688" y="358938"/>
            <a:ext cx="9935700" cy="6438000"/>
          </a:xfrm>
          <a:prstGeom prst="roundRect">
            <a:avLst>
              <a:gd fmla="val 2618" name="adj"/>
            </a:avLst>
          </a:prstGeom>
          <a:solidFill>
            <a:srgbClr val="FFFFFF"/>
          </a:solidFill>
          <a:ln cap="flat" cmpd="sng" w="38100">
            <a:solidFill>
              <a:srgbClr val="000000"/>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922" name="Google Shape;11922;p206"/>
          <p:cNvCxnSpPr/>
          <p:nvPr/>
        </p:nvCxnSpPr>
        <p:spPr>
          <a:xfrm>
            <a:off x="77688" y="772614"/>
            <a:ext cx="9935700" cy="0"/>
          </a:xfrm>
          <a:prstGeom prst="straightConnector1">
            <a:avLst/>
          </a:prstGeom>
          <a:noFill/>
          <a:ln cap="flat" cmpd="sng" w="19050">
            <a:solidFill>
              <a:srgbClr val="000000"/>
            </a:solidFill>
            <a:prstDash val="solid"/>
            <a:round/>
            <a:headEnd len="med" w="med" type="none"/>
            <a:tailEnd len="med" w="med" type="none"/>
          </a:ln>
        </p:spPr>
      </p:cxnSp>
      <p:cxnSp>
        <p:nvCxnSpPr>
          <p:cNvPr id="11923" name="Google Shape;11923;p206"/>
          <p:cNvCxnSpPr/>
          <p:nvPr/>
        </p:nvCxnSpPr>
        <p:spPr>
          <a:xfrm rot="10800000">
            <a:off x="2439038" y="368188"/>
            <a:ext cx="0" cy="402300"/>
          </a:xfrm>
          <a:prstGeom prst="straightConnector1">
            <a:avLst/>
          </a:prstGeom>
          <a:noFill/>
          <a:ln cap="flat" cmpd="sng" w="19050">
            <a:solidFill>
              <a:srgbClr val="000000"/>
            </a:solidFill>
            <a:prstDash val="solid"/>
            <a:round/>
            <a:headEnd len="med" w="med" type="none"/>
            <a:tailEnd len="med" w="med" type="none"/>
          </a:ln>
        </p:spPr>
      </p:cxnSp>
      <p:sp>
        <p:nvSpPr>
          <p:cNvPr id="11924" name="Google Shape;11924;p206"/>
          <p:cNvSpPr/>
          <p:nvPr/>
        </p:nvSpPr>
        <p:spPr>
          <a:xfrm>
            <a:off x="77688" y="349338"/>
            <a:ext cx="2361300" cy="421200"/>
          </a:xfrm>
          <a:prstGeom prst="roundRect">
            <a:avLst>
              <a:gd fmla="val 50000" name="adj"/>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s-419" sz="1200">
                <a:solidFill>
                  <a:srgbClr val="FFFFFF"/>
                </a:solidFill>
              </a:rPr>
              <a:t>Interfaces de Usuario</a:t>
            </a:r>
            <a:endParaRPr b="1" sz="1200">
              <a:solidFill>
                <a:srgbClr val="FFFFFF"/>
              </a:solidFill>
            </a:endParaRPr>
          </a:p>
          <a:p>
            <a:pPr indent="0" lvl="0" marL="0" rtl="0" algn="ctr">
              <a:spcBef>
                <a:spcPts val="0"/>
              </a:spcBef>
              <a:spcAft>
                <a:spcPts val="0"/>
              </a:spcAft>
              <a:buNone/>
            </a:pPr>
            <a:r>
              <a:t/>
            </a:r>
            <a:endParaRPr b="1" sz="1200">
              <a:solidFill>
                <a:srgbClr val="FFFFFF"/>
              </a:solidFill>
            </a:endParaRPr>
          </a:p>
        </p:txBody>
      </p:sp>
      <p:sp>
        <p:nvSpPr>
          <p:cNvPr id="11925" name="Google Shape;11925;p206"/>
          <p:cNvSpPr/>
          <p:nvPr/>
        </p:nvSpPr>
        <p:spPr>
          <a:xfrm>
            <a:off x="83988" y="595504"/>
            <a:ext cx="190200" cy="1692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6" name="Google Shape;11926;p206"/>
          <p:cNvSpPr/>
          <p:nvPr/>
        </p:nvSpPr>
        <p:spPr>
          <a:xfrm>
            <a:off x="2292338" y="358938"/>
            <a:ext cx="146700" cy="4023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7" name="Google Shape;11927;p206"/>
          <p:cNvSpPr txBox="1"/>
          <p:nvPr/>
        </p:nvSpPr>
        <p:spPr>
          <a:xfrm>
            <a:off x="2524025" y="497711"/>
            <a:ext cx="8850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Formulario:</a:t>
            </a:r>
            <a:endParaRPr b="1" sz="1100"/>
          </a:p>
        </p:txBody>
      </p:sp>
      <p:sp>
        <p:nvSpPr>
          <p:cNvPr id="11928" name="Google Shape;11928;p206"/>
          <p:cNvSpPr txBox="1"/>
          <p:nvPr>
            <p:ph type="title"/>
          </p:nvPr>
        </p:nvSpPr>
        <p:spPr>
          <a:xfrm flipH="1">
            <a:off x="3408875" y="445821"/>
            <a:ext cx="6479700" cy="2664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000"/>
              <a:buNone/>
              <a:defRPr sz="1000">
                <a:solidFill>
                  <a:srgbClr val="000000"/>
                </a:solidFill>
              </a:defRPr>
            </a:lvl1pPr>
            <a:lvl2pPr lvl="1">
              <a:spcBef>
                <a:spcPts val="0"/>
              </a:spcBef>
              <a:spcAft>
                <a:spcPts val="0"/>
              </a:spcAft>
              <a:buClr>
                <a:srgbClr val="000000"/>
              </a:buClr>
              <a:buSzPts val="1000"/>
              <a:buNone/>
              <a:defRPr sz="1000">
                <a:solidFill>
                  <a:srgbClr val="000000"/>
                </a:solidFill>
              </a:defRPr>
            </a:lvl2pPr>
            <a:lvl3pPr lvl="2">
              <a:spcBef>
                <a:spcPts val="0"/>
              </a:spcBef>
              <a:spcAft>
                <a:spcPts val="0"/>
              </a:spcAft>
              <a:buClr>
                <a:srgbClr val="000000"/>
              </a:buClr>
              <a:buSzPts val="1000"/>
              <a:buNone/>
              <a:defRPr sz="1000">
                <a:solidFill>
                  <a:srgbClr val="000000"/>
                </a:solidFill>
              </a:defRPr>
            </a:lvl3pPr>
            <a:lvl4pPr lvl="3">
              <a:spcBef>
                <a:spcPts val="0"/>
              </a:spcBef>
              <a:spcAft>
                <a:spcPts val="0"/>
              </a:spcAft>
              <a:buClr>
                <a:srgbClr val="000000"/>
              </a:buClr>
              <a:buSzPts val="1000"/>
              <a:buNone/>
              <a:defRPr sz="1000">
                <a:solidFill>
                  <a:srgbClr val="000000"/>
                </a:solidFill>
              </a:defRPr>
            </a:lvl4pPr>
            <a:lvl5pPr lvl="4">
              <a:spcBef>
                <a:spcPts val="0"/>
              </a:spcBef>
              <a:spcAft>
                <a:spcPts val="0"/>
              </a:spcAft>
              <a:buClr>
                <a:srgbClr val="000000"/>
              </a:buClr>
              <a:buSzPts val="1000"/>
              <a:buNone/>
              <a:defRPr sz="1000">
                <a:solidFill>
                  <a:srgbClr val="000000"/>
                </a:solidFill>
              </a:defRPr>
            </a:lvl5pPr>
            <a:lvl6pPr lvl="5">
              <a:spcBef>
                <a:spcPts val="0"/>
              </a:spcBef>
              <a:spcAft>
                <a:spcPts val="0"/>
              </a:spcAft>
              <a:buClr>
                <a:srgbClr val="000000"/>
              </a:buClr>
              <a:buSzPts val="1000"/>
              <a:buNone/>
              <a:defRPr sz="1000">
                <a:solidFill>
                  <a:srgbClr val="000000"/>
                </a:solidFill>
              </a:defRPr>
            </a:lvl6pPr>
            <a:lvl7pPr lvl="6">
              <a:spcBef>
                <a:spcPts val="0"/>
              </a:spcBef>
              <a:spcAft>
                <a:spcPts val="0"/>
              </a:spcAft>
              <a:buClr>
                <a:srgbClr val="000000"/>
              </a:buClr>
              <a:buSzPts val="1000"/>
              <a:buNone/>
              <a:defRPr sz="1000">
                <a:solidFill>
                  <a:srgbClr val="000000"/>
                </a:solidFill>
              </a:defRPr>
            </a:lvl7pPr>
            <a:lvl8pPr lvl="7">
              <a:spcBef>
                <a:spcPts val="0"/>
              </a:spcBef>
              <a:spcAft>
                <a:spcPts val="0"/>
              </a:spcAft>
              <a:buClr>
                <a:srgbClr val="000000"/>
              </a:buClr>
              <a:buSzPts val="1000"/>
              <a:buNone/>
              <a:defRPr sz="1000">
                <a:solidFill>
                  <a:srgbClr val="000000"/>
                </a:solidFill>
              </a:defRPr>
            </a:lvl8pPr>
            <a:lvl9pPr lvl="8">
              <a:spcBef>
                <a:spcPts val="0"/>
              </a:spcBef>
              <a:spcAft>
                <a:spcPts val="0"/>
              </a:spcAft>
              <a:buClr>
                <a:srgbClr val="000000"/>
              </a:buClr>
              <a:buSzPts val="1000"/>
              <a:buNone/>
              <a:defRPr sz="1000">
                <a:solidFill>
                  <a:srgbClr val="000000"/>
                </a:solidFill>
              </a:defRPr>
            </a:lvl9pPr>
          </a:lstStyle>
          <a:p/>
        </p:txBody>
      </p:sp>
      <p:grpSp>
        <p:nvGrpSpPr>
          <p:cNvPr id="11929" name="Google Shape;11929;p206"/>
          <p:cNvGrpSpPr/>
          <p:nvPr/>
        </p:nvGrpSpPr>
        <p:grpSpPr>
          <a:xfrm>
            <a:off x="206850" y="901287"/>
            <a:ext cx="2304000" cy="2805300"/>
            <a:chOff x="206850" y="899176"/>
            <a:chExt cx="2304000" cy="2805300"/>
          </a:xfrm>
        </p:grpSpPr>
        <p:sp>
          <p:nvSpPr>
            <p:cNvPr id="11930" name="Google Shape;11930;p206"/>
            <p:cNvSpPr/>
            <p:nvPr/>
          </p:nvSpPr>
          <p:spPr>
            <a:xfrm>
              <a:off x="206850" y="899176"/>
              <a:ext cx="2304000" cy="2805300"/>
            </a:xfrm>
            <a:prstGeom prst="roundRect">
              <a:avLst>
                <a:gd fmla="val 4586" name="adj"/>
              </a:avLst>
            </a:prstGeom>
            <a:solidFill>
              <a:srgbClr val="FFFFFF"/>
            </a:solidFill>
            <a:ln cap="flat" cmpd="sng" w="9525">
              <a:solidFill>
                <a:srgbClr val="B7B7B7"/>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t" bIns="36000" lIns="0" spcFirstLastPara="1" rIns="0" wrap="square" tIns="54000">
              <a:noAutofit/>
            </a:bodyPr>
            <a:lstStyle/>
            <a:p>
              <a:pPr indent="0" lvl="0" marL="0" marR="0" rtl="0" algn="ctr">
                <a:lnSpc>
                  <a:spcPct val="100000"/>
                </a:lnSpc>
                <a:spcBef>
                  <a:spcPts val="0"/>
                </a:spcBef>
                <a:spcAft>
                  <a:spcPts val="0"/>
                </a:spcAft>
                <a:buClr>
                  <a:srgbClr val="000000"/>
                </a:buClr>
                <a:buSzPts val="1100"/>
                <a:buFont typeface="Arial"/>
                <a:buNone/>
              </a:pPr>
              <a:r>
                <a:rPr b="1" i="1" lang="es-419" sz="1100">
                  <a:latin typeface="Arvo"/>
                  <a:ea typeface="Arvo"/>
                  <a:cs typeface="Arvo"/>
                  <a:sym typeface="Arvo"/>
                </a:rPr>
                <a:t>ViewPart</a:t>
              </a:r>
              <a:endParaRPr b="1" i="1" sz="1100">
                <a:latin typeface="Arvo"/>
                <a:ea typeface="Arvo"/>
                <a:cs typeface="Arvo"/>
                <a:sym typeface="Arvo"/>
              </a:endParaRPr>
            </a:p>
          </p:txBody>
        </p:sp>
        <p:cxnSp>
          <p:nvCxnSpPr>
            <p:cNvPr id="11931" name="Google Shape;11931;p206"/>
            <p:cNvCxnSpPr/>
            <p:nvPr/>
          </p:nvCxnSpPr>
          <p:spPr>
            <a:xfrm>
              <a:off x="323600" y="1236086"/>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11932" name="Google Shape;11932;p206"/>
            <p:cNvCxnSpPr/>
            <p:nvPr/>
          </p:nvCxnSpPr>
          <p:spPr>
            <a:xfrm>
              <a:off x="328511" y="1240955"/>
              <a:ext cx="205800" cy="0"/>
            </a:xfrm>
            <a:prstGeom prst="straightConnector1">
              <a:avLst/>
            </a:prstGeom>
            <a:noFill/>
            <a:ln cap="flat" cmpd="sng" w="9525">
              <a:solidFill>
                <a:srgbClr val="B7B7B7"/>
              </a:solidFill>
              <a:prstDash val="solid"/>
              <a:round/>
              <a:headEnd len="med" w="med" type="none"/>
              <a:tailEnd len="med" w="med" type="none"/>
            </a:ln>
          </p:spPr>
        </p:cxnSp>
        <p:cxnSp>
          <p:nvCxnSpPr>
            <p:cNvPr id="11933" name="Google Shape;11933;p206"/>
            <p:cNvCxnSpPr/>
            <p:nvPr/>
          </p:nvCxnSpPr>
          <p:spPr>
            <a:xfrm>
              <a:off x="2394099" y="1236086"/>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11934" name="Google Shape;11934;p206"/>
            <p:cNvCxnSpPr/>
            <p:nvPr/>
          </p:nvCxnSpPr>
          <p:spPr>
            <a:xfrm>
              <a:off x="2183133" y="1240955"/>
              <a:ext cx="205800" cy="0"/>
            </a:xfrm>
            <a:prstGeom prst="straightConnector1">
              <a:avLst/>
            </a:prstGeom>
            <a:noFill/>
            <a:ln cap="flat" cmpd="sng" w="9525">
              <a:solidFill>
                <a:srgbClr val="B7B7B7"/>
              </a:solidFill>
              <a:prstDash val="solid"/>
              <a:round/>
              <a:headEnd len="med" w="med" type="none"/>
              <a:tailEnd len="med" w="med" type="none"/>
            </a:ln>
          </p:spPr>
        </p:cxnSp>
        <p:cxnSp>
          <p:nvCxnSpPr>
            <p:cNvPr id="11935" name="Google Shape;11935;p206"/>
            <p:cNvCxnSpPr/>
            <p:nvPr/>
          </p:nvCxnSpPr>
          <p:spPr>
            <a:xfrm>
              <a:off x="323600" y="3363822"/>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11936" name="Google Shape;11936;p206"/>
            <p:cNvCxnSpPr/>
            <p:nvPr/>
          </p:nvCxnSpPr>
          <p:spPr>
            <a:xfrm>
              <a:off x="328511" y="3569394"/>
              <a:ext cx="205800" cy="0"/>
            </a:xfrm>
            <a:prstGeom prst="straightConnector1">
              <a:avLst/>
            </a:prstGeom>
            <a:noFill/>
            <a:ln cap="flat" cmpd="sng" w="9525">
              <a:solidFill>
                <a:srgbClr val="B7B7B7"/>
              </a:solidFill>
              <a:prstDash val="solid"/>
              <a:round/>
              <a:headEnd len="med" w="med" type="none"/>
              <a:tailEnd len="med" w="med" type="none"/>
            </a:ln>
          </p:spPr>
        </p:cxnSp>
        <p:cxnSp>
          <p:nvCxnSpPr>
            <p:cNvPr id="11937" name="Google Shape;11937;p206"/>
            <p:cNvCxnSpPr/>
            <p:nvPr/>
          </p:nvCxnSpPr>
          <p:spPr>
            <a:xfrm>
              <a:off x="2394099" y="3363822"/>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11938" name="Google Shape;11938;p206"/>
            <p:cNvCxnSpPr/>
            <p:nvPr/>
          </p:nvCxnSpPr>
          <p:spPr>
            <a:xfrm>
              <a:off x="2183505" y="3569394"/>
              <a:ext cx="205800" cy="0"/>
            </a:xfrm>
            <a:prstGeom prst="straightConnector1">
              <a:avLst/>
            </a:prstGeom>
            <a:noFill/>
            <a:ln cap="flat" cmpd="sng" w="9525">
              <a:solidFill>
                <a:srgbClr val="B7B7B7"/>
              </a:solidFill>
              <a:prstDash val="solid"/>
              <a:round/>
              <a:headEnd len="med" w="med" type="none"/>
              <a:tailEnd len="med" w="med" type="none"/>
            </a:ln>
          </p:spPr>
        </p:cxnSp>
      </p:grpSp>
      <p:cxnSp>
        <p:nvCxnSpPr>
          <p:cNvPr id="11939" name="Google Shape;11939;p206"/>
          <p:cNvCxnSpPr/>
          <p:nvPr/>
        </p:nvCxnSpPr>
        <p:spPr>
          <a:xfrm>
            <a:off x="2762000" y="1236086"/>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11940" name="Google Shape;11940;p206"/>
          <p:cNvCxnSpPr/>
          <p:nvPr/>
        </p:nvCxnSpPr>
        <p:spPr>
          <a:xfrm>
            <a:off x="2762000" y="4459790"/>
            <a:ext cx="0" cy="210300"/>
          </a:xfrm>
          <a:prstGeom prst="straightConnector1">
            <a:avLst/>
          </a:prstGeom>
          <a:noFill/>
          <a:ln cap="flat" cmpd="sng" w="9525">
            <a:solidFill>
              <a:srgbClr val="B7B7B7"/>
            </a:solidFill>
            <a:prstDash val="solid"/>
            <a:round/>
            <a:headEnd len="med" w="med" type="none"/>
            <a:tailEnd len="med" w="med" type="none"/>
          </a:ln>
        </p:spPr>
      </p:cxnSp>
      <p:grpSp>
        <p:nvGrpSpPr>
          <p:cNvPr id="11941" name="Google Shape;11941;p206"/>
          <p:cNvGrpSpPr/>
          <p:nvPr/>
        </p:nvGrpSpPr>
        <p:grpSpPr>
          <a:xfrm>
            <a:off x="206850" y="3840639"/>
            <a:ext cx="2304000" cy="2805300"/>
            <a:chOff x="206850" y="899176"/>
            <a:chExt cx="2304000" cy="2805300"/>
          </a:xfrm>
        </p:grpSpPr>
        <p:sp>
          <p:nvSpPr>
            <p:cNvPr id="11942" name="Google Shape;11942;p206"/>
            <p:cNvSpPr/>
            <p:nvPr/>
          </p:nvSpPr>
          <p:spPr>
            <a:xfrm>
              <a:off x="206850" y="899176"/>
              <a:ext cx="2304000" cy="2805300"/>
            </a:xfrm>
            <a:prstGeom prst="roundRect">
              <a:avLst>
                <a:gd fmla="val 4586" name="adj"/>
              </a:avLst>
            </a:prstGeom>
            <a:solidFill>
              <a:srgbClr val="FFFFFF"/>
            </a:solidFill>
            <a:ln cap="flat" cmpd="sng" w="9525">
              <a:solidFill>
                <a:srgbClr val="B7B7B7"/>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t" bIns="36000" lIns="0" spcFirstLastPara="1" rIns="0" wrap="square" tIns="54000">
              <a:noAutofit/>
            </a:bodyPr>
            <a:lstStyle/>
            <a:p>
              <a:pPr indent="0" lvl="0" marL="0" marR="0" rtl="0" algn="ctr">
                <a:lnSpc>
                  <a:spcPct val="100000"/>
                </a:lnSpc>
                <a:spcBef>
                  <a:spcPts val="0"/>
                </a:spcBef>
                <a:spcAft>
                  <a:spcPts val="0"/>
                </a:spcAft>
                <a:buClr>
                  <a:srgbClr val="000000"/>
                </a:buClr>
                <a:buSzPts val="1100"/>
                <a:buFont typeface="Arial"/>
                <a:buNone/>
              </a:pPr>
              <a:r>
                <a:rPr b="1" i="1" lang="es-419" sz="1100">
                  <a:latin typeface="Arvo"/>
                  <a:ea typeface="Arvo"/>
                  <a:cs typeface="Arvo"/>
                  <a:sym typeface="Arvo"/>
                </a:rPr>
                <a:t>ViewModel</a:t>
              </a:r>
              <a:endParaRPr b="1" i="1" sz="1100">
                <a:latin typeface="Arvo"/>
                <a:ea typeface="Arvo"/>
                <a:cs typeface="Arvo"/>
                <a:sym typeface="Arvo"/>
              </a:endParaRPr>
            </a:p>
          </p:txBody>
        </p:sp>
        <p:cxnSp>
          <p:nvCxnSpPr>
            <p:cNvPr id="11943" name="Google Shape;11943;p206"/>
            <p:cNvCxnSpPr/>
            <p:nvPr/>
          </p:nvCxnSpPr>
          <p:spPr>
            <a:xfrm>
              <a:off x="323600" y="1236086"/>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11944" name="Google Shape;11944;p206"/>
            <p:cNvCxnSpPr/>
            <p:nvPr/>
          </p:nvCxnSpPr>
          <p:spPr>
            <a:xfrm>
              <a:off x="328511" y="1240955"/>
              <a:ext cx="205800" cy="0"/>
            </a:xfrm>
            <a:prstGeom prst="straightConnector1">
              <a:avLst/>
            </a:prstGeom>
            <a:noFill/>
            <a:ln cap="flat" cmpd="sng" w="9525">
              <a:solidFill>
                <a:srgbClr val="B7B7B7"/>
              </a:solidFill>
              <a:prstDash val="solid"/>
              <a:round/>
              <a:headEnd len="med" w="med" type="none"/>
              <a:tailEnd len="med" w="med" type="none"/>
            </a:ln>
          </p:spPr>
        </p:cxnSp>
        <p:cxnSp>
          <p:nvCxnSpPr>
            <p:cNvPr id="11945" name="Google Shape;11945;p206"/>
            <p:cNvCxnSpPr/>
            <p:nvPr/>
          </p:nvCxnSpPr>
          <p:spPr>
            <a:xfrm>
              <a:off x="2394099" y="1236086"/>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11946" name="Google Shape;11946;p206"/>
            <p:cNvCxnSpPr/>
            <p:nvPr/>
          </p:nvCxnSpPr>
          <p:spPr>
            <a:xfrm>
              <a:off x="2183133" y="1240955"/>
              <a:ext cx="205800" cy="0"/>
            </a:xfrm>
            <a:prstGeom prst="straightConnector1">
              <a:avLst/>
            </a:prstGeom>
            <a:noFill/>
            <a:ln cap="flat" cmpd="sng" w="9525">
              <a:solidFill>
                <a:srgbClr val="B7B7B7"/>
              </a:solidFill>
              <a:prstDash val="solid"/>
              <a:round/>
              <a:headEnd len="med" w="med" type="none"/>
              <a:tailEnd len="med" w="med" type="none"/>
            </a:ln>
          </p:spPr>
        </p:cxnSp>
        <p:cxnSp>
          <p:nvCxnSpPr>
            <p:cNvPr id="11947" name="Google Shape;11947;p206"/>
            <p:cNvCxnSpPr/>
            <p:nvPr/>
          </p:nvCxnSpPr>
          <p:spPr>
            <a:xfrm>
              <a:off x="323600" y="3363822"/>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11948" name="Google Shape;11948;p206"/>
            <p:cNvCxnSpPr/>
            <p:nvPr/>
          </p:nvCxnSpPr>
          <p:spPr>
            <a:xfrm>
              <a:off x="328511" y="3569394"/>
              <a:ext cx="205800" cy="0"/>
            </a:xfrm>
            <a:prstGeom prst="straightConnector1">
              <a:avLst/>
            </a:prstGeom>
            <a:noFill/>
            <a:ln cap="flat" cmpd="sng" w="9525">
              <a:solidFill>
                <a:srgbClr val="B7B7B7"/>
              </a:solidFill>
              <a:prstDash val="solid"/>
              <a:round/>
              <a:headEnd len="med" w="med" type="none"/>
              <a:tailEnd len="med" w="med" type="none"/>
            </a:ln>
          </p:spPr>
        </p:cxnSp>
        <p:cxnSp>
          <p:nvCxnSpPr>
            <p:cNvPr id="11949" name="Google Shape;11949;p206"/>
            <p:cNvCxnSpPr/>
            <p:nvPr/>
          </p:nvCxnSpPr>
          <p:spPr>
            <a:xfrm>
              <a:off x="2394099" y="3363822"/>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11950" name="Google Shape;11950;p206"/>
            <p:cNvCxnSpPr/>
            <p:nvPr/>
          </p:nvCxnSpPr>
          <p:spPr>
            <a:xfrm>
              <a:off x="2183505" y="3569394"/>
              <a:ext cx="205800" cy="0"/>
            </a:xfrm>
            <a:prstGeom prst="straightConnector1">
              <a:avLst/>
            </a:prstGeom>
            <a:noFill/>
            <a:ln cap="flat" cmpd="sng" w="9525">
              <a:solidFill>
                <a:srgbClr val="B7B7B7"/>
              </a:solidFill>
              <a:prstDash val="solid"/>
              <a:round/>
              <a:headEnd len="med" w="med" type="none"/>
              <a:tailEnd len="med" w="med" type="none"/>
            </a:ln>
          </p:spPr>
        </p:cxnSp>
      </p:grpSp>
      <p:grpSp>
        <p:nvGrpSpPr>
          <p:cNvPr id="11951" name="Google Shape;11951;p206"/>
          <p:cNvGrpSpPr/>
          <p:nvPr/>
        </p:nvGrpSpPr>
        <p:grpSpPr>
          <a:xfrm>
            <a:off x="2660950" y="901287"/>
            <a:ext cx="2304000" cy="2805300"/>
            <a:chOff x="206850" y="899176"/>
            <a:chExt cx="2304000" cy="2805300"/>
          </a:xfrm>
        </p:grpSpPr>
        <p:sp>
          <p:nvSpPr>
            <p:cNvPr id="11952" name="Google Shape;11952;p206"/>
            <p:cNvSpPr/>
            <p:nvPr/>
          </p:nvSpPr>
          <p:spPr>
            <a:xfrm>
              <a:off x="206850" y="899176"/>
              <a:ext cx="2304000" cy="2805300"/>
            </a:xfrm>
            <a:prstGeom prst="roundRect">
              <a:avLst>
                <a:gd fmla="val 4586" name="adj"/>
              </a:avLst>
            </a:prstGeom>
            <a:solidFill>
              <a:srgbClr val="FFFFFF"/>
            </a:solidFill>
            <a:ln cap="flat" cmpd="sng" w="9525">
              <a:solidFill>
                <a:srgbClr val="B7B7B7"/>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t" bIns="36000" lIns="0" spcFirstLastPara="1" rIns="0" wrap="square" tIns="54000">
              <a:noAutofit/>
            </a:bodyPr>
            <a:lstStyle/>
            <a:p>
              <a:pPr indent="0" lvl="0" marL="0" marR="0" rtl="0" algn="ctr">
                <a:lnSpc>
                  <a:spcPct val="100000"/>
                </a:lnSpc>
                <a:spcBef>
                  <a:spcPts val="0"/>
                </a:spcBef>
                <a:spcAft>
                  <a:spcPts val="0"/>
                </a:spcAft>
                <a:buClr>
                  <a:srgbClr val="000000"/>
                </a:buClr>
                <a:buSzPts val="1100"/>
                <a:buFont typeface="Arial"/>
                <a:buNone/>
              </a:pPr>
              <a:r>
                <a:rPr b="1" i="1" lang="es-419" sz="1100">
                  <a:latin typeface="Arvo"/>
                  <a:ea typeface="Arvo"/>
                  <a:cs typeface="Arvo"/>
                  <a:sym typeface="Arvo"/>
                </a:rPr>
                <a:t>ViewPart</a:t>
              </a:r>
              <a:endParaRPr b="1" i="1" sz="1100">
                <a:latin typeface="Arvo"/>
                <a:ea typeface="Arvo"/>
                <a:cs typeface="Arvo"/>
                <a:sym typeface="Arvo"/>
              </a:endParaRPr>
            </a:p>
          </p:txBody>
        </p:sp>
        <p:cxnSp>
          <p:nvCxnSpPr>
            <p:cNvPr id="11953" name="Google Shape;11953;p206"/>
            <p:cNvCxnSpPr/>
            <p:nvPr/>
          </p:nvCxnSpPr>
          <p:spPr>
            <a:xfrm>
              <a:off x="323600" y="1236086"/>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11954" name="Google Shape;11954;p206"/>
            <p:cNvCxnSpPr/>
            <p:nvPr/>
          </p:nvCxnSpPr>
          <p:spPr>
            <a:xfrm>
              <a:off x="328511" y="1240955"/>
              <a:ext cx="205800" cy="0"/>
            </a:xfrm>
            <a:prstGeom prst="straightConnector1">
              <a:avLst/>
            </a:prstGeom>
            <a:noFill/>
            <a:ln cap="flat" cmpd="sng" w="9525">
              <a:solidFill>
                <a:srgbClr val="B7B7B7"/>
              </a:solidFill>
              <a:prstDash val="solid"/>
              <a:round/>
              <a:headEnd len="med" w="med" type="none"/>
              <a:tailEnd len="med" w="med" type="none"/>
            </a:ln>
          </p:spPr>
        </p:cxnSp>
        <p:cxnSp>
          <p:nvCxnSpPr>
            <p:cNvPr id="11955" name="Google Shape;11955;p206"/>
            <p:cNvCxnSpPr/>
            <p:nvPr/>
          </p:nvCxnSpPr>
          <p:spPr>
            <a:xfrm>
              <a:off x="2394099" y="1236086"/>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11956" name="Google Shape;11956;p206"/>
            <p:cNvCxnSpPr/>
            <p:nvPr/>
          </p:nvCxnSpPr>
          <p:spPr>
            <a:xfrm>
              <a:off x="2183133" y="1240955"/>
              <a:ext cx="205800" cy="0"/>
            </a:xfrm>
            <a:prstGeom prst="straightConnector1">
              <a:avLst/>
            </a:prstGeom>
            <a:noFill/>
            <a:ln cap="flat" cmpd="sng" w="9525">
              <a:solidFill>
                <a:srgbClr val="B7B7B7"/>
              </a:solidFill>
              <a:prstDash val="solid"/>
              <a:round/>
              <a:headEnd len="med" w="med" type="none"/>
              <a:tailEnd len="med" w="med" type="none"/>
            </a:ln>
          </p:spPr>
        </p:cxnSp>
        <p:cxnSp>
          <p:nvCxnSpPr>
            <p:cNvPr id="11957" name="Google Shape;11957;p206"/>
            <p:cNvCxnSpPr/>
            <p:nvPr/>
          </p:nvCxnSpPr>
          <p:spPr>
            <a:xfrm>
              <a:off x="323600" y="3363822"/>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11958" name="Google Shape;11958;p206"/>
            <p:cNvCxnSpPr/>
            <p:nvPr/>
          </p:nvCxnSpPr>
          <p:spPr>
            <a:xfrm>
              <a:off x="328511" y="3569394"/>
              <a:ext cx="205800" cy="0"/>
            </a:xfrm>
            <a:prstGeom prst="straightConnector1">
              <a:avLst/>
            </a:prstGeom>
            <a:noFill/>
            <a:ln cap="flat" cmpd="sng" w="9525">
              <a:solidFill>
                <a:srgbClr val="B7B7B7"/>
              </a:solidFill>
              <a:prstDash val="solid"/>
              <a:round/>
              <a:headEnd len="med" w="med" type="none"/>
              <a:tailEnd len="med" w="med" type="none"/>
            </a:ln>
          </p:spPr>
        </p:cxnSp>
        <p:cxnSp>
          <p:nvCxnSpPr>
            <p:cNvPr id="11959" name="Google Shape;11959;p206"/>
            <p:cNvCxnSpPr/>
            <p:nvPr/>
          </p:nvCxnSpPr>
          <p:spPr>
            <a:xfrm>
              <a:off x="2394099" y="3363822"/>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11960" name="Google Shape;11960;p206"/>
            <p:cNvCxnSpPr/>
            <p:nvPr/>
          </p:nvCxnSpPr>
          <p:spPr>
            <a:xfrm>
              <a:off x="2183505" y="3569394"/>
              <a:ext cx="205800" cy="0"/>
            </a:xfrm>
            <a:prstGeom prst="straightConnector1">
              <a:avLst/>
            </a:prstGeom>
            <a:noFill/>
            <a:ln cap="flat" cmpd="sng" w="9525">
              <a:solidFill>
                <a:srgbClr val="B7B7B7"/>
              </a:solidFill>
              <a:prstDash val="solid"/>
              <a:round/>
              <a:headEnd len="med" w="med" type="none"/>
              <a:tailEnd len="med" w="med" type="none"/>
            </a:ln>
          </p:spPr>
        </p:cxnSp>
      </p:grpSp>
      <p:grpSp>
        <p:nvGrpSpPr>
          <p:cNvPr id="11961" name="Google Shape;11961;p206"/>
          <p:cNvGrpSpPr/>
          <p:nvPr/>
        </p:nvGrpSpPr>
        <p:grpSpPr>
          <a:xfrm>
            <a:off x="2660950" y="3840639"/>
            <a:ext cx="2304000" cy="2805300"/>
            <a:chOff x="206850" y="899176"/>
            <a:chExt cx="2304000" cy="2805300"/>
          </a:xfrm>
        </p:grpSpPr>
        <p:sp>
          <p:nvSpPr>
            <p:cNvPr id="11962" name="Google Shape;11962;p206"/>
            <p:cNvSpPr/>
            <p:nvPr/>
          </p:nvSpPr>
          <p:spPr>
            <a:xfrm>
              <a:off x="206850" y="899176"/>
              <a:ext cx="2304000" cy="2805300"/>
            </a:xfrm>
            <a:prstGeom prst="roundRect">
              <a:avLst>
                <a:gd fmla="val 4586" name="adj"/>
              </a:avLst>
            </a:prstGeom>
            <a:solidFill>
              <a:srgbClr val="FFFFFF"/>
            </a:solidFill>
            <a:ln cap="flat" cmpd="sng" w="9525">
              <a:solidFill>
                <a:srgbClr val="B7B7B7"/>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t" bIns="36000" lIns="0" spcFirstLastPara="1" rIns="0" wrap="square" tIns="54000">
              <a:noAutofit/>
            </a:bodyPr>
            <a:lstStyle/>
            <a:p>
              <a:pPr indent="0" lvl="0" marL="0" marR="0" rtl="0" algn="ctr">
                <a:lnSpc>
                  <a:spcPct val="100000"/>
                </a:lnSpc>
                <a:spcBef>
                  <a:spcPts val="0"/>
                </a:spcBef>
                <a:spcAft>
                  <a:spcPts val="0"/>
                </a:spcAft>
                <a:buClr>
                  <a:srgbClr val="000000"/>
                </a:buClr>
                <a:buSzPts val="1100"/>
                <a:buFont typeface="Arial"/>
                <a:buNone/>
              </a:pPr>
              <a:r>
                <a:rPr b="1" i="1" lang="es-419" sz="1100">
                  <a:latin typeface="Arvo"/>
                  <a:ea typeface="Arvo"/>
                  <a:cs typeface="Arvo"/>
                  <a:sym typeface="Arvo"/>
                </a:rPr>
                <a:t>ViewModel</a:t>
              </a:r>
              <a:endParaRPr b="1" i="1" sz="1100">
                <a:latin typeface="Arvo"/>
                <a:ea typeface="Arvo"/>
                <a:cs typeface="Arvo"/>
                <a:sym typeface="Arvo"/>
              </a:endParaRPr>
            </a:p>
          </p:txBody>
        </p:sp>
        <p:cxnSp>
          <p:nvCxnSpPr>
            <p:cNvPr id="11963" name="Google Shape;11963;p206"/>
            <p:cNvCxnSpPr/>
            <p:nvPr/>
          </p:nvCxnSpPr>
          <p:spPr>
            <a:xfrm>
              <a:off x="323600" y="1236086"/>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11964" name="Google Shape;11964;p206"/>
            <p:cNvCxnSpPr/>
            <p:nvPr/>
          </p:nvCxnSpPr>
          <p:spPr>
            <a:xfrm>
              <a:off x="328511" y="1240955"/>
              <a:ext cx="205800" cy="0"/>
            </a:xfrm>
            <a:prstGeom prst="straightConnector1">
              <a:avLst/>
            </a:prstGeom>
            <a:noFill/>
            <a:ln cap="flat" cmpd="sng" w="9525">
              <a:solidFill>
                <a:srgbClr val="B7B7B7"/>
              </a:solidFill>
              <a:prstDash val="solid"/>
              <a:round/>
              <a:headEnd len="med" w="med" type="none"/>
              <a:tailEnd len="med" w="med" type="none"/>
            </a:ln>
          </p:spPr>
        </p:cxnSp>
        <p:cxnSp>
          <p:nvCxnSpPr>
            <p:cNvPr id="11965" name="Google Shape;11965;p206"/>
            <p:cNvCxnSpPr/>
            <p:nvPr/>
          </p:nvCxnSpPr>
          <p:spPr>
            <a:xfrm>
              <a:off x="2394099" y="1236086"/>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11966" name="Google Shape;11966;p206"/>
            <p:cNvCxnSpPr/>
            <p:nvPr/>
          </p:nvCxnSpPr>
          <p:spPr>
            <a:xfrm>
              <a:off x="2183133" y="1240955"/>
              <a:ext cx="205800" cy="0"/>
            </a:xfrm>
            <a:prstGeom prst="straightConnector1">
              <a:avLst/>
            </a:prstGeom>
            <a:noFill/>
            <a:ln cap="flat" cmpd="sng" w="9525">
              <a:solidFill>
                <a:srgbClr val="B7B7B7"/>
              </a:solidFill>
              <a:prstDash val="solid"/>
              <a:round/>
              <a:headEnd len="med" w="med" type="none"/>
              <a:tailEnd len="med" w="med" type="none"/>
            </a:ln>
          </p:spPr>
        </p:cxnSp>
        <p:cxnSp>
          <p:nvCxnSpPr>
            <p:cNvPr id="11967" name="Google Shape;11967;p206"/>
            <p:cNvCxnSpPr/>
            <p:nvPr/>
          </p:nvCxnSpPr>
          <p:spPr>
            <a:xfrm>
              <a:off x="323600" y="3363822"/>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11968" name="Google Shape;11968;p206"/>
            <p:cNvCxnSpPr/>
            <p:nvPr/>
          </p:nvCxnSpPr>
          <p:spPr>
            <a:xfrm>
              <a:off x="328511" y="3569394"/>
              <a:ext cx="205800" cy="0"/>
            </a:xfrm>
            <a:prstGeom prst="straightConnector1">
              <a:avLst/>
            </a:prstGeom>
            <a:noFill/>
            <a:ln cap="flat" cmpd="sng" w="9525">
              <a:solidFill>
                <a:srgbClr val="B7B7B7"/>
              </a:solidFill>
              <a:prstDash val="solid"/>
              <a:round/>
              <a:headEnd len="med" w="med" type="none"/>
              <a:tailEnd len="med" w="med" type="none"/>
            </a:ln>
          </p:spPr>
        </p:cxnSp>
        <p:cxnSp>
          <p:nvCxnSpPr>
            <p:cNvPr id="11969" name="Google Shape;11969;p206"/>
            <p:cNvCxnSpPr/>
            <p:nvPr/>
          </p:nvCxnSpPr>
          <p:spPr>
            <a:xfrm>
              <a:off x="2394099" y="3363822"/>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11970" name="Google Shape;11970;p206"/>
            <p:cNvCxnSpPr/>
            <p:nvPr/>
          </p:nvCxnSpPr>
          <p:spPr>
            <a:xfrm>
              <a:off x="2183505" y="3569394"/>
              <a:ext cx="205800" cy="0"/>
            </a:xfrm>
            <a:prstGeom prst="straightConnector1">
              <a:avLst/>
            </a:prstGeom>
            <a:noFill/>
            <a:ln cap="flat" cmpd="sng" w="9525">
              <a:solidFill>
                <a:srgbClr val="B7B7B7"/>
              </a:solidFill>
              <a:prstDash val="solid"/>
              <a:round/>
              <a:headEnd len="med" w="med" type="none"/>
              <a:tailEnd len="med" w="med" type="none"/>
            </a:ln>
          </p:spPr>
        </p:cxnSp>
      </p:grpSp>
      <p:grpSp>
        <p:nvGrpSpPr>
          <p:cNvPr id="11971" name="Google Shape;11971;p206"/>
          <p:cNvGrpSpPr/>
          <p:nvPr/>
        </p:nvGrpSpPr>
        <p:grpSpPr>
          <a:xfrm>
            <a:off x="5115050" y="901287"/>
            <a:ext cx="2304000" cy="2805300"/>
            <a:chOff x="206850" y="899176"/>
            <a:chExt cx="2304000" cy="2805300"/>
          </a:xfrm>
        </p:grpSpPr>
        <p:sp>
          <p:nvSpPr>
            <p:cNvPr id="11972" name="Google Shape;11972;p206"/>
            <p:cNvSpPr/>
            <p:nvPr/>
          </p:nvSpPr>
          <p:spPr>
            <a:xfrm>
              <a:off x="206850" y="899176"/>
              <a:ext cx="2304000" cy="2805300"/>
            </a:xfrm>
            <a:prstGeom prst="roundRect">
              <a:avLst>
                <a:gd fmla="val 4586" name="adj"/>
              </a:avLst>
            </a:prstGeom>
            <a:solidFill>
              <a:srgbClr val="FFFFFF"/>
            </a:solidFill>
            <a:ln cap="flat" cmpd="sng" w="9525">
              <a:solidFill>
                <a:srgbClr val="B7B7B7"/>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t" bIns="36000" lIns="0" spcFirstLastPara="1" rIns="0" wrap="square" tIns="54000">
              <a:noAutofit/>
            </a:bodyPr>
            <a:lstStyle/>
            <a:p>
              <a:pPr indent="0" lvl="0" marL="0" marR="0" rtl="0" algn="ctr">
                <a:lnSpc>
                  <a:spcPct val="100000"/>
                </a:lnSpc>
                <a:spcBef>
                  <a:spcPts val="0"/>
                </a:spcBef>
                <a:spcAft>
                  <a:spcPts val="0"/>
                </a:spcAft>
                <a:buClr>
                  <a:srgbClr val="000000"/>
                </a:buClr>
                <a:buSzPts val="1100"/>
                <a:buFont typeface="Arial"/>
                <a:buNone/>
              </a:pPr>
              <a:r>
                <a:rPr b="1" i="1" lang="es-419" sz="1100">
                  <a:latin typeface="Arvo"/>
                  <a:ea typeface="Arvo"/>
                  <a:cs typeface="Arvo"/>
                  <a:sym typeface="Arvo"/>
                </a:rPr>
                <a:t>ViewPart</a:t>
              </a:r>
              <a:endParaRPr b="1" i="1" sz="1100">
                <a:latin typeface="Arvo"/>
                <a:ea typeface="Arvo"/>
                <a:cs typeface="Arvo"/>
                <a:sym typeface="Arvo"/>
              </a:endParaRPr>
            </a:p>
          </p:txBody>
        </p:sp>
        <p:cxnSp>
          <p:nvCxnSpPr>
            <p:cNvPr id="11973" name="Google Shape;11973;p206"/>
            <p:cNvCxnSpPr/>
            <p:nvPr/>
          </p:nvCxnSpPr>
          <p:spPr>
            <a:xfrm>
              <a:off x="323600" y="1236086"/>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11974" name="Google Shape;11974;p206"/>
            <p:cNvCxnSpPr/>
            <p:nvPr/>
          </p:nvCxnSpPr>
          <p:spPr>
            <a:xfrm>
              <a:off x="328511" y="1240955"/>
              <a:ext cx="205800" cy="0"/>
            </a:xfrm>
            <a:prstGeom prst="straightConnector1">
              <a:avLst/>
            </a:prstGeom>
            <a:noFill/>
            <a:ln cap="flat" cmpd="sng" w="9525">
              <a:solidFill>
                <a:srgbClr val="B7B7B7"/>
              </a:solidFill>
              <a:prstDash val="solid"/>
              <a:round/>
              <a:headEnd len="med" w="med" type="none"/>
              <a:tailEnd len="med" w="med" type="none"/>
            </a:ln>
          </p:spPr>
        </p:cxnSp>
        <p:cxnSp>
          <p:nvCxnSpPr>
            <p:cNvPr id="11975" name="Google Shape;11975;p206"/>
            <p:cNvCxnSpPr/>
            <p:nvPr/>
          </p:nvCxnSpPr>
          <p:spPr>
            <a:xfrm>
              <a:off x="2394099" y="1236086"/>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11976" name="Google Shape;11976;p206"/>
            <p:cNvCxnSpPr/>
            <p:nvPr/>
          </p:nvCxnSpPr>
          <p:spPr>
            <a:xfrm>
              <a:off x="2183133" y="1240955"/>
              <a:ext cx="205800" cy="0"/>
            </a:xfrm>
            <a:prstGeom prst="straightConnector1">
              <a:avLst/>
            </a:prstGeom>
            <a:noFill/>
            <a:ln cap="flat" cmpd="sng" w="9525">
              <a:solidFill>
                <a:srgbClr val="B7B7B7"/>
              </a:solidFill>
              <a:prstDash val="solid"/>
              <a:round/>
              <a:headEnd len="med" w="med" type="none"/>
              <a:tailEnd len="med" w="med" type="none"/>
            </a:ln>
          </p:spPr>
        </p:cxnSp>
        <p:cxnSp>
          <p:nvCxnSpPr>
            <p:cNvPr id="11977" name="Google Shape;11977;p206"/>
            <p:cNvCxnSpPr/>
            <p:nvPr/>
          </p:nvCxnSpPr>
          <p:spPr>
            <a:xfrm>
              <a:off x="323600" y="3363822"/>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11978" name="Google Shape;11978;p206"/>
            <p:cNvCxnSpPr/>
            <p:nvPr/>
          </p:nvCxnSpPr>
          <p:spPr>
            <a:xfrm>
              <a:off x="328511" y="3569394"/>
              <a:ext cx="205800" cy="0"/>
            </a:xfrm>
            <a:prstGeom prst="straightConnector1">
              <a:avLst/>
            </a:prstGeom>
            <a:noFill/>
            <a:ln cap="flat" cmpd="sng" w="9525">
              <a:solidFill>
                <a:srgbClr val="B7B7B7"/>
              </a:solidFill>
              <a:prstDash val="solid"/>
              <a:round/>
              <a:headEnd len="med" w="med" type="none"/>
              <a:tailEnd len="med" w="med" type="none"/>
            </a:ln>
          </p:spPr>
        </p:cxnSp>
        <p:cxnSp>
          <p:nvCxnSpPr>
            <p:cNvPr id="11979" name="Google Shape;11979;p206"/>
            <p:cNvCxnSpPr/>
            <p:nvPr/>
          </p:nvCxnSpPr>
          <p:spPr>
            <a:xfrm>
              <a:off x="2394099" y="3363822"/>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11980" name="Google Shape;11980;p206"/>
            <p:cNvCxnSpPr/>
            <p:nvPr/>
          </p:nvCxnSpPr>
          <p:spPr>
            <a:xfrm>
              <a:off x="2183505" y="3569394"/>
              <a:ext cx="205800" cy="0"/>
            </a:xfrm>
            <a:prstGeom prst="straightConnector1">
              <a:avLst/>
            </a:prstGeom>
            <a:noFill/>
            <a:ln cap="flat" cmpd="sng" w="9525">
              <a:solidFill>
                <a:srgbClr val="B7B7B7"/>
              </a:solidFill>
              <a:prstDash val="solid"/>
              <a:round/>
              <a:headEnd len="med" w="med" type="none"/>
              <a:tailEnd len="med" w="med" type="none"/>
            </a:ln>
          </p:spPr>
        </p:cxnSp>
      </p:grpSp>
      <p:grpSp>
        <p:nvGrpSpPr>
          <p:cNvPr id="11981" name="Google Shape;11981;p206"/>
          <p:cNvGrpSpPr/>
          <p:nvPr/>
        </p:nvGrpSpPr>
        <p:grpSpPr>
          <a:xfrm>
            <a:off x="5115050" y="3840639"/>
            <a:ext cx="2304000" cy="2805300"/>
            <a:chOff x="206850" y="899176"/>
            <a:chExt cx="2304000" cy="2805300"/>
          </a:xfrm>
        </p:grpSpPr>
        <p:sp>
          <p:nvSpPr>
            <p:cNvPr id="11982" name="Google Shape;11982;p206"/>
            <p:cNvSpPr/>
            <p:nvPr/>
          </p:nvSpPr>
          <p:spPr>
            <a:xfrm>
              <a:off x="206850" y="899176"/>
              <a:ext cx="2304000" cy="2805300"/>
            </a:xfrm>
            <a:prstGeom prst="roundRect">
              <a:avLst>
                <a:gd fmla="val 4586" name="adj"/>
              </a:avLst>
            </a:prstGeom>
            <a:solidFill>
              <a:srgbClr val="FFFFFF"/>
            </a:solidFill>
            <a:ln cap="flat" cmpd="sng" w="9525">
              <a:solidFill>
                <a:srgbClr val="B7B7B7"/>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t" bIns="36000" lIns="0" spcFirstLastPara="1" rIns="0" wrap="square" tIns="54000">
              <a:noAutofit/>
            </a:bodyPr>
            <a:lstStyle/>
            <a:p>
              <a:pPr indent="0" lvl="0" marL="0" marR="0" rtl="0" algn="ctr">
                <a:lnSpc>
                  <a:spcPct val="100000"/>
                </a:lnSpc>
                <a:spcBef>
                  <a:spcPts val="0"/>
                </a:spcBef>
                <a:spcAft>
                  <a:spcPts val="0"/>
                </a:spcAft>
                <a:buClr>
                  <a:srgbClr val="000000"/>
                </a:buClr>
                <a:buSzPts val="1100"/>
                <a:buFont typeface="Arial"/>
                <a:buNone/>
              </a:pPr>
              <a:r>
                <a:rPr b="1" i="1" lang="es-419" sz="1100">
                  <a:latin typeface="Arvo"/>
                  <a:ea typeface="Arvo"/>
                  <a:cs typeface="Arvo"/>
                  <a:sym typeface="Arvo"/>
                </a:rPr>
                <a:t>ViewModel</a:t>
              </a:r>
              <a:endParaRPr b="1" i="1" sz="1100">
                <a:latin typeface="Arvo"/>
                <a:ea typeface="Arvo"/>
                <a:cs typeface="Arvo"/>
                <a:sym typeface="Arvo"/>
              </a:endParaRPr>
            </a:p>
          </p:txBody>
        </p:sp>
        <p:cxnSp>
          <p:nvCxnSpPr>
            <p:cNvPr id="11983" name="Google Shape;11983;p206"/>
            <p:cNvCxnSpPr/>
            <p:nvPr/>
          </p:nvCxnSpPr>
          <p:spPr>
            <a:xfrm>
              <a:off x="323600" y="1236086"/>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11984" name="Google Shape;11984;p206"/>
            <p:cNvCxnSpPr/>
            <p:nvPr/>
          </p:nvCxnSpPr>
          <p:spPr>
            <a:xfrm>
              <a:off x="328511" y="1240955"/>
              <a:ext cx="205800" cy="0"/>
            </a:xfrm>
            <a:prstGeom prst="straightConnector1">
              <a:avLst/>
            </a:prstGeom>
            <a:noFill/>
            <a:ln cap="flat" cmpd="sng" w="9525">
              <a:solidFill>
                <a:srgbClr val="B7B7B7"/>
              </a:solidFill>
              <a:prstDash val="solid"/>
              <a:round/>
              <a:headEnd len="med" w="med" type="none"/>
              <a:tailEnd len="med" w="med" type="none"/>
            </a:ln>
          </p:spPr>
        </p:cxnSp>
        <p:cxnSp>
          <p:nvCxnSpPr>
            <p:cNvPr id="11985" name="Google Shape;11985;p206"/>
            <p:cNvCxnSpPr/>
            <p:nvPr/>
          </p:nvCxnSpPr>
          <p:spPr>
            <a:xfrm>
              <a:off x="2394099" y="1236086"/>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11986" name="Google Shape;11986;p206"/>
            <p:cNvCxnSpPr/>
            <p:nvPr/>
          </p:nvCxnSpPr>
          <p:spPr>
            <a:xfrm>
              <a:off x="2183133" y="1240955"/>
              <a:ext cx="205800" cy="0"/>
            </a:xfrm>
            <a:prstGeom prst="straightConnector1">
              <a:avLst/>
            </a:prstGeom>
            <a:noFill/>
            <a:ln cap="flat" cmpd="sng" w="9525">
              <a:solidFill>
                <a:srgbClr val="B7B7B7"/>
              </a:solidFill>
              <a:prstDash val="solid"/>
              <a:round/>
              <a:headEnd len="med" w="med" type="none"/>
              <a:tailEnd len="med" w="med" type="none"/>
            </a:ln>
          </p:spPr>
        </p:cxnSp>
        <p:cxnSp>
          <p:nvCxnSpPr>
            <p:cNvPr id="11987" name="Google Shape;11987;p206"/>
            <p:cNvCxnSpPr/>
            <p:nvPr/>
          </p:nvCxnSpPr>
          <p:spPr>
            <a:xfrm>
              <a:off x="323600" y="3363822"/>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11988" name="Google Shape;11988;p206"/>
            <p:cNvCxnSpPr/>
            <p:nvPr/>
          </p:nvCxnSpPr>
          <p:spPr>
            <a:xfrm>
              <a:off x="328511" y="3569394"/>
              <a:ext cx="205800" cy="0"/>
            </a:xfrm>
            <a:prstGeom prst="straightConnector1">
              <a:avLst/>
            </a:prstGeom>
            <a:noFill/>
            <a:ln cap="flat" cmpd="sng" w="9525">
              <a:solidFill>
                <a:srgbClr val="B7B7B7"/>
              </a:solidFill>
              <a:prstDash val="solid"/>
              <a:round/>
              <a:headEnd len="med" w="med" type="none"/>
              <a:tailEnd len="med" w="med" type="none"/>
            </a:ln>
          </p:spPr>
        </p:cxnSp>
        <p:cxnSp>
          <p:nvCxnSpPr>
            <p:cNvPr id="11989" name="Google Shape;11989;p206"/>
            <p:cNvCxnSpPr/>
            <p:nvPr/>
          </p:nvCxnSpPr>
          <p:spPr>
            <a:xfrm>
              <a:off x="2394099" y="3363822"/>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11990" name="Google Shape;11990;p206"/>
            <p:cNvCxnSpPr/>
            <p:nvPr/>
          </p:nvCxnSpPr>
          <p:spPr>
            <a:xfrm>
              <a:off x="2183505" y="3569394"/>
              <a:ext cx="205800" cy="0"/>
            </a:xfrm>
            <a:prstGeom prst="straightConnector1">
              <a:avLst/>
            </a:prstGeom>
            <a:noFill/>
            <a:ln cap="flat" cmpd="sng" w="9525">
              <a:solidFill>
                <a:srgbClr val="B7B7B7"/>
              </a:solidFill>
              <a:prstDash val="solid"/>
              <a:round/>
              <a:headEnd len="med" w="med" type="none"/>
              <a:tailEnd len="med" w="med" type="none"/>
            </a:ln>
          </p:spPr>
        </p:cxnSp>
      </p:grpSp>
      <p:grpSp>
        <p:nvGrpSpPr>
          <p:cNvPr id="11991" name="Google Shape;11991;p206"/>
          <p:cNvGrpSpPr/>
          <p:nvPr/>
        </p:nvGrpSpPr>
        <p:grpSpPr>
          <a:xfrm>
            <a:off x="7569150" y="901287"/>
            <a:ext cx="2304000" cy="2805300"/>
            <a:chOff x="206850" y="899176"/>
            <a:chExt cx="2304000" cy="2805300"/>
          </a:xfrm>
        </p:grpSpPr>
        <p:sp>
          <p:nvSpPr>
            <p:cNvPr id="11992" name="Google Shape;11992;p206"/>
            <p:cNvSpPr/>
            <p:nvPr/>
          </p:nvSpPr>
          <p:spPr>
            <a:xfrm>
              <a:off x="206850" y="899176"/>
              <a:ext cx="2304000" cy="2805300"/>
            </a:xfrm>
            <a:prstGeom prst="roundRect">
              <a:avLst>
                <a:gd fmla="val 4586" name="adj"/>
              </a:avLst>
            </a:prstGeom>
            <a:solidFill>
              <a:srgbClr val="FFFFFF"/>
            </a:solidFill>
            <a:ln cap="flat" cmpd="sng" w="9525">
              <a:solidFill>
                <a:srgbClr val="B7B7B7"/>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t" bIns="36000" lIns="0" spcFirstLastPara="1" rIns="0" wrap="square" tIns="54000">
              <a:noAutofit/>
            </a:bodyPr>
            <a:lstStyle/>
            <a:p>
              <a:pPr indent="0" lvl="0" marL="0" marR="0" rtl="0" algn="ctr">
                <a:lnSpc>
                  <a:spcPct val="100000"/>
                </a:lnSpc>
                <a:spcBef>
                  <a:spcPts val="0"/>
                </a:spcBef>
                <a:spcAft>
                  <a:spcPts val="0"/>
                </a:spcAft>
                <a:buClr>
                  <a:srgbClr val="000000"/>
                </a:buClr>
                <a:buSzPts val="1100"/>
                <a:buFont typeface="Arial"/>
                <a:buNone/>
              </a:pPr>
              <a:r>
                <a:rPr b="1" i="1" lang="es-419" sz="1100">
                  <a:latin typeface="Arvo"/>
                  <a:ea typeface="Arvo"/>
                  <a:cs typeface="Arvo"/>
                  <a:sym typeface="Arvo"/>
                </a:rPr>
                <a:t>ViewPart</a:t>
              </a:r>
              <a:endParaRPr b="1" i="1" sz="1100">
                <a:latin typeface="Arvo"/>
                <a:ea typeface="Arvo"/>
                <a:cs typeface="Arvo"/>
                <a:sym typeface="Arvo"/>
              </a:endParaRPr>
            </a:p>
          </p:txBody>
        </p:sp>
        <p:cxnSp>
          <p:nvCxnSpPr>
            <p:cNvPr id="11993" name="Google Shape;11993;p206"/>
            <p:cNvCxnSpPr/>
            <p:nvPr/>
          </p:nvCxnSpPr>
          <p:spPr>
            <a:xfrm>
              <a:off x="323600" y="1236086"/>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11994" name="Google Shape;11994;p206"/>
            <p:cNvCxnSpPr/>
            <p:nvPr/>
          </p:nvCxnSpPr>
          <p:spPr>
            <a:xfrm>
              <a:off x="328511" y="1240955"/>
              <a:ext cx="205800" cy="0"/>
            </a:xfrm>
            <a:prstGeom prst="straightConnector1">
              <a:avLst/>
            </a:prstGeom>
            <a:noFill/>
            <a:ln cap="flat" cmpd="sng" w="9525">
              <a:solidFill>
                <a:srgbClr val="B7B7B7"/>
              </a:solidFill>
              <a:prstDash val="solid"/>
              <a:round/>
              <a:headEnd len="med" w="med" type="none"/>
              <a:tailEnd len="med" w="med" type="none"/>
            </a:ln>
          </p:spPr>
        </p:cxnSp>
        <p:cxnSp>
          <p:nvCxnSpPr>
            <p:cNvPr id="11995" name="Google Shape;11995;p206"/>
            <p:cNvCxnSpPr/>
            <p:nvPr/>
          </p:nvCxnSpPr>
          <p:spPr>
            <a:xfrm>
              <a:off x="2394099" y="1236086"/>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11996" name="Google Shape;11996;p206"/>
            <p:cNvCxnSpPr/>
            <p:nvPr/>
          </p:nvCxnSpPr>
          <p:spPr>
            <a:xfrm>
              <a:off x="2183133" y="1240955"/>
              <a:ext cx="205800" cy="0"/>
            </a:xfrm>
            <a:prstGeom prst="straightConnector1">
              <a:avLst/>
            </a:prstGeom>
            <a:noFill/>
            <a:ln cap="flat" cmpd="sng" w="9525">
              <a:solidFill>
                <a:srgbClr val="B7B7B7"/>
              </a:solidFill>
              <a:prstDash val="solid"/>
              <a:round/>
              <a:headEnd len="med" w="med" type="none"/>
              <a:tailEnd len="med" w="med" type="none"/>
            </a:ln>
          </p:spPr>
        </p:cxnSp>
        <p:cxnSp>
          <p:nvCxnSpPr>
            <p:cNvPr id="11997" name="Google Shape;11997;p206"/>
            <p:cNvCxnSpPr/>
            <p:nvPr/>
          </p:nvCxnSpPr>
          <p:spPr>
            <a:xfrm>
              <a:off x="323600" y="3363822"/>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11998" name="Google Shape;11998;p206"/>
            <p:cNvCxnSpPr/>
            <p:nvPr/>
          </p:nvCxnSpPr>
          <p:spPr>
            <a:xfrm>
              <a:off x="328511" y="3569394"/>
              <a:ext cx="205800" cy="0"/>
            </a:xfrm>
            <a:prstGeom prst="straightConnector1">
              <a:avLst/>
            </a:prstGeom>
            <a:noFill/>
            <a:ln cap="flat" cmpd="sng" w="9525">
              <a:solidFill>
                <a:srgbClr val="B7B7B7"/>
              </a:solidFill>
              <a:prstDash val="solid"/>
              <a:round/>
              <a:headEnd len="med" w="med" type="none"/>
              <a:tailEnd len="med" w="med" type="none"/>
            </a:ln>
          </p:spPr>
        </p:cxnSp>
        <p:cxnSp>
          <p:nvCxnSpPr>
            <p:cNvPr id="11999" name="Google Shape;11999;p206"/>
            <p:cNvCxnSpPr/>
            <p:nvPr/>
          </p:nvCxnSpPr>
          <p:spPr>
            <a:xfrm>
              <a:off x="2394099" y="3363822"/>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12000" name="Google Shape;12000;p206"/>
            <p:cNvCxnSpPr/>
            <p:nvPr/>
          </p:nvCxnSpPr>
          <p:spPr>
            <a:xfrm>
              <a:off x="2183505" y="3569394"/>
              <a:ext cx="205800" cy="0"/>
            </a:xfrm>
            <a:prstGeom prst="straightConnector1">
              <a:avLst/>
            </a:prstGeom>
            <a:noFill/>
            <a:ln cap="flat" cmpd="sng" w="9525">
              <a:solidFill>
                <a:srgbClr val="B7B7B7"/>
              </a:solidFill>
              <a:prstDash val="solid"/>
              <a:round/>
              <a:headEnd len="med" w="med" type="none"/>
              <a:tailEnd len="med" w="med" type="none"/>
            </a:ln>
          </p:spPr>
        </p:cxnSp>
      </p:grpSp>
      <p:grpSp>
        <p:nvGrpSpPr>
          <p:cNvPr id="12001" name="Google Shape;12001;p206"/>
          <p:cNvGrpSpPr/>
          <p:nvPr/>
        </p:nvGrpSpPr>
        <p:grpSpPr>
          <a:xfrm>
            <a:off x="7569150" y="3840639"/>
            <a:ext cx="2304000" cy="2805300"/>
            <a:chOff x="206850" y="899176"/>
            <a:chExt cx="2304000" cy="2805300"/>
          </a:xfrm>
        </p:grpSpPr>
        <p:sp>
          <p:nvSpPr>
            <p:cNvPr id="12002" name="Google Shape;12002;p206"/>
            <p:cNvSpPr/>
            <p:nvPr/>
          </p:nvSpPr>
          <p:spPr>
            <a:xfrm>
              <a:off x="206850" y="899176"/>
              <a:ext cx="2304000" cy="2805300"/>
            </a:xfrm>
            <a:prstGeom prst="roundRect">
              <a:avLst>
                <a:gd fmla="val 4586" name="adj"/>
              </a:avLst>
            </a:prstGeom>
            <a:solidFill>
              <a:srgbClr val="FFFFFF"/>
            </a:solidFill>
            <a:ln cap="flat" cmpd="sng" w="9525">
              <a:solidFill>
                <a:srgbClr val="B7B7B7"/>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t" bIns="36000" lIns="0" spcFirstLastPara="1" rIns="0" wrap="square" tIns="54000">
              <a:noAutofit/>
            </a:bodyPr>
            <a:lstStyle/>
            <a:p>
              <a:pPr indent="0" lvl="0" marL="0" marR="0" rtl="0" algn="ctr">
                <a:lnSpc>
                  <a:spcPct val="100000"/>
                </a:lnSpc>
                <a:spcBef>
                  <a:spcPts val="0"/>
                </a:spcBef>
                <a:spcAft>
                  <a:spcPts val="0"/>
                </a:spcAft>
                <a:buClr>
                  <a:srgbClr val="000000"/>
                </a:buClr>
                <a:buSzPts val="1100"/>
                <a:buFont typeface="Arial"/>
                <a:buNone/>
              </a:pPr>
              <a:r>
                <a:rPr b="1" i="1" lang="es-419" sz="1100">
                  <a:latin typeface="Arvo"/>
                  <a:ea typeface="Arvo"/>
                  <a:cs typeface="Arvo"/>
                  <a:sym typeface="Arvo"/>
                </a:rPr>
                <a:t>ViewModel</a:t>
              </a:r>
              <a:endParaRPr b="1" i="1" sz="1100">
                <a:latin typeface="Arvo"/>
                <a:ea typeface="Arvo"/>
                <a:cs typeface="Arvo"/>
                <a:sym typeface="Arvo"/>
              </a:endParaRPr>
            </a:p>
          </p:txBody>
        </p:sp>
        <p:cxnSp>
          <p:nvCxnSpPr>
            <p:cNvPr id="12003" name="Google Shape;12003;p206"/>
            <p:cNvCxnSpPr/>
            <p:nvPr/>
          </p:nvCxnSpPr>
          <p:spPr>
            <a:xfrm>
              <a:off x="323600" y="1236086"/>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12004" name="Google Shape;12004;p206"/>
            <p:cNvCxnSpPr/>
            <p:nvPr/>
          </p:nvCxnSpPr>
          <p:spPr>
            <a:xfrm>
              <a:off x="328511" y="1240955"/>
              <a:ext cx="205800" cy="0"/>
            </a:xfrm>
            <a:prstGeom prst="straightConnector1">
              <a:avLst/>
            </a:prstGeom>
            <a:noFill/>
            <a:ln cap="flat" cmpd="sng" w="9525">
              <a:solidFill>
                <a:srgbClr val="B7B7B7"/>
              </a:solidFill>
              <a:prstDash val="solid"/>
              <a:round/>
              <a:headEnd len="med" w="med" type="none"/>
              <a:tailEnd len="med" w="med" type="none"/>
            </a:ln>
          </p:spPr>
        </p:cxnSp>
        <p:cxnSp>
          <p:nvCxnSpPr>
            <p:cNvPr id="12005" name="Google Shape;12005;p206"/>
            <p:cNvCxnSpPr/>
            <p:nvPr/>
          </p:nvCxnSpPr>
          <p:spPr>
            <a:xfrm>
              <a:off x="2394099" y="1236086"/>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12006" name="Google Shape;12006;p206"/>
            <p:cNvCxnSpPr/>
            <p:nvPr/>
          </p:nvCxnSpPr>
          <p:spPr>
            <a:xfrm>
              <a:off x="2183133" y="1240955"/>
              <a:ext cx="205800" cy="0"/>
            </a:xfrm>
            <a:prstGeom prst="straightConnector1">
              <a:avLst/>
            </a:prstGeom>
            <a:noFill/>
            <a:ln cap="flat" cmpd="sng" w="9525">
              <a:solidFill>
                <a:srgbClr val="B7B7B7"/>
              </a:solidFill>
              <a:prstDash val="solid"/>
              <a:round/>
              <a:headEnd len="med" w="med" type="none"/>
              <a:tailEnd len="med" w="med" type="none"/>
            </a:ln>
          </p:spPr>
        </p:cxnSp>
        <p:cxnSp>
          <p:nvCxnSpPr>
            <p:cNvPr id="12007" name="Google Shape;12007;p206"/>
            <p:cNvCxnSpPr/>
            <p:nvPr/>
          </p:nvCxnSpPr>
          <p:spPr>
            <a:xfrm>
              <a:off x="323600" y="3363822"/>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12008" name="Google Shape;12008;p206"/>
            <p:cNvCxnSpPr/>
            <p:nvPr/>
          </p:nvCxnSpPr>
          <p:spPr>
            <a:xfrm>
              <a:off x="328511" y="3569394"/>
              <a:ext cx="205800" cy="0"/>
            </a:xfrm>
            <a:prstGeom prst="straightConnector1">
              <a:avLst/>
            </a:prstGeom>
            <a:noFill/>
            <a:ln cap="flat" cmpd="sng" w="9525">
              <a:solidFill>
                <a:srgbClr val="B7B7B7"/>
              </a:solidFill>
              <a:prstDash val="solid"/>
              <a:round/>
              <a:headEnd len="med" w="med" type="none"/>
              <a:tailEnd len="med" w="med" type="none"/>
            </a:ln>
          </p:spPr>
        </p:cxnSp>
        <p:cxnSp>
          <p:nvCxnSpPr>
            <p:cNvPr id="12009" name="Google Shape;12009;p206"/>
            <p:cNvCxnSpPr/>
            <p:nvPr/>
          </p:nvCxnSpPr>
          <p:spPr>
            <a:xfrm>
              <a:off x="2394099" y="3363822"/>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12010" name="Google Shape;12010;p206"/>
            <p:cNvCxnSpPr/>
            <p:nvPr/>
          </p:nvCxnSpPr>
          <p:spPr>
            <a:xfrm>
              <a:off x="2183505" y="3569394"/>
              <a:ext cx="205800" cy="0"/>
            </a:xfrm>
            <a:prstGeom prst="straightConnector1">
              <a:avLst/>
            </a:prstGeom>
            <a:noFill/>
            <a:ln cap="flat" cmpd="sng" w="9525">
              <a:solidFill>
                <a:srgbClr val="B7B7B7"/>
              </a:solidFill>
              <a:prstDash val="solid"/>
              <a:round/>
              <a:headEnd len="med" w="med" type="none"/>
              <a:tailEnd len="med" w="med" type="none"/>
            </a:ln>
          </p:spPr>
        </p:cxnSp>
      </p:grpSp>
      <p:sp>
        <p:nvSpPr>
          <p:cNvPr id="12011" name="Google Shape;12011;p206"/>
          <p:cNvSpPr txBox="1"/>
          <p:nvPr>
            <p:ph idx="1" type="body"/>
          </p:nvPr>
        </p:nvSpPr>
        <p:spPr>
          <a:xfrm>
            <a:off x="641150" y="612125"/>
            <a:ext cx="1770300" cy="160500"/>
          </a:xfrm>
          <a:prstGeom prst="rect">
            <a:avLst/>
          </a:prstGeom>
          <a:noFill/>
          <a:ln>
            <a:noFill/>
          </a:ln>
        </p:spPr>
        <p:txBody>
          <a:bodyPr anchorCtr="0" anchor="t" bIns="0" lIns="0" spcFirstLastPara="1" rIns="0" wrap="square" tIns="0">
            <a:noAutofit/>
          </a:bodyPr>
          <a:lstStyle>
            <a:lvl1pPr indent="-292100" lvl="0" marL="457200" algn="ctr">
              <a:spcBef>
                <a:spcPts val="0"/>
              </a:spcBef>
              <a:spcAft>
                <a:spcPts val="0"/>
              </a:spcAft>
              <a:buClr>
                <a:srgbClr val="FFFFFF"/>
              </a:buClr>
              <a:buSzPts val="1000"/>
              <a:buChar char="●"/>
              <a:defRPr sz="1000">
                <a:solidFill>
                  <a:srgbClr val="FFFFFF"/>
                </a:solidFill>
              </a:defRPr>
            </a:lvl1pPr>
            <a:lvl2pPr indent="-292100" lvl="1" marL="914400" algn="ctr">
              <a:spcBef>
                <a:spcPts val="0"/>
              </a:spcBef>
              <a:spcAft>
                <a:spcPts val="0"/>
              </a:spcAft>
              <a:buClr>
                <a:srgbClr val="FFFFFF"/>
              </a:buClr>
              <a:buSzPts val="1000"/>
              <a:buChar char="○"/>
              <a:defRPr sz="1000">
                <a:solidFill>
                  <a:srgbClr val="FFFFFF"/>
                </a:solidFill>
              </a:defRPr>
            </a:lvl2pPr>
            <a:lvl3pPr indent="-292100" lvl="2" marL="1371600" algn="ctr">
              <a:spcBef>
                <a:spcPts val="0"/>
              </a:spcBef>
              <a:spcAft>
                <a:spcPts val="0"/>
              </a:spcAft>
              <a:buClr>
                <a:srgbClr val="FFFFFF"/>
              </a:buClr>
              <a:buSzPts val="1000"/>
              <a:buChar char="■"/>
              <a:defRPr sz="1000">
                <a:solidFill>
                  <a:srgbClr val="FFFFFF"/>
                </a:solidFill>
              </a:defRPr>
            </a:lvl3pPr>
            <a:lvl4pPr indent="-292100" lvl="3" marL="1828800" algn="ctr">
              <a:spcBef>
                <a:spcPts val="0"/>
              </a:spcBef>
              <a:spcAft>
                <a:spcPts val="0"/>
              </a:spcAft>
              <a:buClr>
                <a:srgbClr val="FFFFFF"/>
              </a:buClr>
              <a:buSzPts val="1000"/>
              <a:buChar char="●"/>
              <a:defRPr sz="1000">
                <a:solidFill>
                  <a:srgbClr val="FFFFFF"/>
                </a:solidFill>
              </a:defRPr>
            </a:lvl4pPr>
            <a:lvl5pPr indent="-292100" lvl="4" marL="2286000" algn="ctr">
              <a:spcBef>
                <a:spcPts val="0"/>
              </a:spcBef>
              <a:spcAft>
                <a:spcPts val="0"/>
              </a:spcAft>
              <a:buClr>
                <a:srgbClr val="FFFFFF"/>
              </a:buClr>
              <a:buSzPts val="1000"/>
              <a:buChar char="○"/>
              <a:defRPr sz="1000">
                <a:solidFill>
                  <a:srgbClr val="FFFFFF"/>
                </a:solidFill>
              </a:defRPr>
            </a:lvl5pPr>
            <a:lvl6pPr indent="-292100" lvl="5" marL="2743200" algn="ctr">
              <a:spcBef>
                <a:spcPts val="0"/>
              </a:spcBef>
              <a:spcAft>
                <a:spcPts val="0"/>
              </a:spcAft>
              <a:buClr>
                <a:srgbClr val="FFFFFF"/>
              </a:buClr>
              <a:buSzPts val="1000"/>
              <a:buChar char="■"/>
              <a:defRPr sz="1000">
                <a:solidFill>
                  <a:srgbClr val="FFFFFF"/>
                </a:solidFill>
              </a:defRPr>
            </a:lvl6pPr>
            <a:lvl7pPr indent="-292100" lvl="6" marL="3200400" algn="ctr">
              <a:spcBef>
                <a:spcPts val="0"/>
              </a:spcBef>
              <a:spcAft>
                <a:spcPts val="0"/>
              </a:spcAft>
              <a:buClr>
                <a:srgbClr val="FFFFFF"/>
              </a:buClr>
              <a:buSzPts val="1000"/>
              <a:buChar char="●"/>
              <a:defRPr sz="1000">
                <a:solidFill>
                  <a:srgbClr val="FFFFFF"/>
                </a:solidFill>
              </a:defRPr>
            </a:lvl7pPr>
            <a:lvl8pPr indent="-292100" lvl="7" marL="3657600" algn="ctr">
              <a:spcBef>
                <a:spcPts val="0"/>
              </a:spcBef>
              <a:spcAft>
                <a:spcPts val="0"/>
              </a:spcAft>
              <a:buClr>
                <a:srgbClr val="FFFFFF"/>
              </a:buClr>
              <a:buSzPts val="1000"/>
              <a:buChar char="○"/>
              <a:defRPr sz="1000">
                <a:solidFill>
                  <a:srgbClr val="FFFFFF"/>
                </a:solidFill>
              </a:defRPr>
            </a:lvl8pPr>
            <a:lvl9pPr indent="-292100" lvl="8" marL="4114800" algn="ctr">
              <a:spcBef>
                <a:spcPts val="0"/>
              </a:spcBef>
              <a:spcAft>
                <a:spcPts val="0"/>
              </a:spcAft>
              <a:buClr>
                <a:srgbClr val="FFFFFF"/>
              </a:buClr>
              <a:buSzPts val="1000"/>
              <a:buChar char="■"/>
              <a:defRPr sz="1000">
                <a:solidFill>
                  <a:srgbClr val="FFFFFF"/>
                </a:solidFill>
              </a:defRPr>
            </a:lvl9pPr>
          </a:lstStyle>
          <a:p/>
        </p:txBody>
      </p:sp>
      <p:sp>
        <p:nvSpPr>
          <p:cNvPr id="12012" name="Google Shape;12012;p206"/>
          <p:cNvSpPr txBox="1"/>
          <p:nvPr/>
        </p:nvSpPr>
        <p:spPr>
          <a:xfrm>
            <a:off x="84825" y="598125"/>
            <a:ext cx="595500" cy="205800"/>
          </a:xfrm>
          <a:prstGeom prst="rect">
            <a:avLst/>
          </a:prstGeom>
          <a:noFill/>
          <a:ln>
            <a:noFill/>
          </a:ln>
        </p:spPr>
        <p:txBody>
          <a:bodyPr anchorCtr="0" anchor="t" bIns="18000" lIns="18000" spcFirstLastPara="1" rIns="18000" wrap="square" tIns="18000">
            <a:spAutoFit/>
          </a:bodyPr>
          <a:lstStyle/>
          <a:p>
            <a:pPr indent="0" lvl="0" marL="0" rtl="0" algn="l">
              <a:spcBef>
                <a:spcPts val="0"/>
              </a:spcBef>
              <a:spcAft>
                <a:spcPts val="0"/>
              </a:spcAft>
              <a:buNone/>
            </a:pPr>
            <a:r>
              <a:rPr lang="es-419" sz="1100">
                <a:solidFill>
                  <a:srgbClr val="FFFFFF"/>
                </a:solidFill>
              </a:rPr>
              <a:t>Nombre:</a:t>
            </a:r>
            <a:endParaRPr sz="1100">
              <a:solidFill>
                <a:srgbClr val="FFFFFF"/>
              </a:solidFill>
            </a:endParaRPr>
          </a:p>
        </p:txBody>
      </p:sp>
    </p:spTree>
  </p:cSld>
  <p:clrMapOvr>
    <a:masterClrMapping/>
  </p:clrMapOvr>
</p:sldLayout>
</file>

<file path=ppt/slideLayouts/slideLayout20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6.6 Diagrama de Comunicación entre Clases">
  <p:cSld name="TITLE_3_6_1_1_1_1_1_1_1_1_1_1_1_1_1_1_1_1_1_1_1_1_1_1_1_1_1_1_1_1_1">
    <p:spTree>
      <p:nvGrpSpPr>
        <p:cNvPr id="12013" name="Shape 12013"/>
        <p:cNvGrpSpPr/>
        <p:nvPr/>
      </p:nvGrpSpPr>
      <p:grpSpPr>
        <a:xfrm>
          <a:off x="0" y="0"/>
          <a:ext cx="0" cy="0"/>
          <a:chOff x="0" y="0"/>
          <a:chExt cx="0" cy="0"/>
        </a:xfrm>
      </p:grpSpPr>
      <p:sp>
        <p:nvSpPr>
          <p:cNvPr id="12014" name="Google Shape;12014;p207"/>
          <p:cNvSpPr/>
          <p:nvPr/>
        </p:nvSpPr>
        <p:spPr>
          <a:xfrm>
            <a:off x="97888" y="377012"/>
            <a:ext cx="9893400" cy="296700"/>
          </a:xfrm>
          <a:prstGeom prst="roundRect">
            <a:avLst>
              <a:gd fmla="val 22902" name="adj"/>
            </a:avLst>
          </a:prstGeom>
          <a:solidFill>
            <a:srgbClr val="F3F3F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12015" name="Google Shape;12015;p207"/>
          <p:cNvSpPr/>
          <p:nvPr/>
        </p:nvSpPr>
        <p:spPr>
          <a:xfrm>
            <a:off x="77688" y="358938"/>
            <a:ext cx="9935700" cy="6438000"/>
          </a:xfrm>
          <a:prstGeom prst="roundRect">
            <a:avLst>
              <a:gd fmla="val 2618" name="adj"/>
            </a:avLst>
          </a:prstGeom>
          <a:solidFill>
            <a:srgbClr val="FFFFFF"/>
          </a:solidFill>
          <a:ln cap="flat" cmpd="sng" w="38100">
            <a:solidFill>
              <a:srgbClr val="000000"/>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016" name="Google Shape;12016;p207"/>
          <p:cNvCxnSpPr/>
          <p:nvPr/>
        </p:nvCxnSpPr>
        <p:spPr>
          <a:xfrm>
            <a:off x="77688" y="772614"/>
            <a:ext cx="9935700" cy="0"/>
          </a:xfrm>
          <a:prstGeom prst="straightConnector1">
            <a:avLst/>
          </a:prstGeom>
          <a:noFill/>
          <a:ln cap="flat" cmpd="sng" w="19050">
            <a:solidFill>
              <a:srgbClr val="000000"/>
            </a:solidFill>
            <a:prstDash val="solid"/>
            <a:round/>
            <a:headEnd len="med" w="med" type="none"/>
            <a:tailEnd len="med" w="med" type="none"/>
          </a:ln>
        </p:spPr>
      </p:cxnSp>
      <p:sp>
        <p:nvSpPr>
          <p:cNvPr id="12017" name="Google Shape;12017;p207"/>
          <p:cNvSpPr/>
          <p:nvPr/>
        </p:nvSpPr>
        <p:spPr>
          <a:xfrm>
            <a:off x="77699" y="349350"/>
            <a:ext cx="3562500" cy="421200"/>
          </a:xfrm>
          <a:prstGeom prst="roundRect">
            <a:avLst>
              <a:gd fmla="val 50000" name="adj"/>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s-419" sz="1200">
                <a:solidFill>
                  <a:srgbClr val="FFFFFF"/>
                </a:solidFill>
              </a:rPr>
              <a:t>Diagrama de Comunicación entre Clases</a:t>
            </a:r>
            <a:endParaRPr b="1" sz="1200">
              <a:solidFill>
                <a:srgbClr val="FFFFFF"/>
              </a:solidFill>
            </a:endParaRPr>
          </a:p>
          <a:p>
            <a:pPr indent="0" lvl="0" marL="0" rtl="0" algn="ctr">
              <a:spcBef>
                <a:spcPts val="0"/>
              </a:spcBef>
              <a:spcAft>
                <a:spcPts val="0"/>
              </a:spcAft>
              <a:buNone/>
            </a:pPr>
            <a:r>
              <a:t/>
            </a:r>
            <a:endParaRPr b="1" sz="1200">
              <a:solidFill>
                <a:srgbClr val="FFFFFF"/>
              </a:solidFill>
            </a:endParaRPr>
          </a:p>
        </p:txBody>
      </p:sp>
      <p:sp>
        <p:nvSpPr>
          <p:cNvPr id="12018" name="Google Shape;12018;p207"/>
          <p:cNvSpPr/>
          <p:nvPr/>
        </p:nvSpPr>
        <p:spPr>
          <a:xfrm>
            <a:off x="83988" y="595504"/>
            <a:ext cx="190200" cy="1692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9" name="Google Shape;12019;p207"/>
          <p:cNvSpPr/>
          <p:nvPr/>
        </p:nvSpPr>
        <p:spPr>
          <a:xfrm>
            <a:off x="3512734" y="358938"/>
            <a:ext cx="146700" cy="4023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0" name="Google Shape;12020;p207"/>
          <p:cNvSpPr txBox="1"/>
          <p:nvPr/>
        </p:nvSpPr>
        <p:spPr>
          <a:xfrm>
            <a:off x="3725362" y="387675"/>
            <a:ext cx="17055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Caso de Uso de Sistema:</a:t>
            </a:r>
            <a:endParaRPr b="1" sz="1100"/>
          </a:p>
        </p:txBody>
      </p:sp>
      <p:sp>
        <p:nvSpPr>
          <p:cNvPr id="12021" name="Google Shape;12021;p207"/>
          <p:cNvSpPr txBox="1"/>
          <p:nvPr/>
        </p:nvSpPr>
        <p:spPr>
          <a:xfrm>
            <a:off x="3725357" y="579550"/>
            <a:ext cx="6846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Finalidad:</a:t>
            </a:r>
            <a:endParaRPr b="1" sz="1100"/>
          </a:p>
        </p:txBody>
      </p:sp>
      <p:sp>
        <p:nvSpPr>
          <p:cNvPr id="12022" name="Google Shape;12022;p207"/>
          <p:cNvSpPr txBox="1"/>
          <p:nvPr>
            <p:ph type="title"/>
          </p:nvPr>
        </p:nvSpPr>
        <p:spPr>
          <a:xfrm flipH="1">
            <a:off x="5454575" y="387675"/>
            <a:ext cx="4434000" cy="1692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000"/>
              <a:buNone/>
              <a:defRPr sz="1000">
                <a:solidFill>
                  <a:srgbClr val="000000"/>
                </a:solidFill>
              </a:defRPr>
            </a:lvl1pPr>
            <a:lvl2pPr lvl="1">
              <a:spcBef>
                <a:spcPts val="0"/>
              </a:spcBef>
              <a:spcAft>
                <a:spcPts val="0"/>
              </a:spcAft>
              <a:buClr>
                <a:srgbClr val="000000"/>
              </a:buClr>
              <a:buSzPts val="1000"/>
              <a:buNone/>
              <a:defRPr sz="1000">
                <a:solidFill>
                  <a:srgbClr val="000000"/>
                </a:solidFill>
              </a:defRPr>
            </a:lvl2pPr>
            <a:lvl3pPr lvl="2">
              <a:spcBef>
                <a:spcPts val="0"/>
              </a:spcBef>
              <a:spcAft>
                <a:spcPts val="0"/>
              </a:spcAft>
              <a:buClr>
                <a:srgbClr val="000000"/>
              </a:buClr>
              <a:buSzPts val="1000"/>
              <a:buNone/>
              <a:defRPr sz="1000">
                <a:solidFill>
                  <a:srgbClr val="000000"/>
                </a:solidFill>
              </a:defRPr>
            </a:lvl3pPr>
            <a:lvl4pPr lvl="3">
              <a:spcBef>
                <a:spcPts val="0"/>
              </a:spcBef>
              <a:spcAft>
                <a:spcPts val="0"/>
              </a:spcAft>
              <a:buClr>
                <a:srgbClr val="000000"/>
              </a:buClr>
              <a:buSzPts val="1000"/>
              <a:buNone/>
              <a:defRPr sz="1000">
                <a:solidFill>
                  <a:srgbClr val="000000"/>
                </a:solidFill>
              </a:defRPr>
            </a:lvl4pPr>
            <a:lvl5pPr lvl="4">
              <a:spcBef>
                <a:spcPts val="0"/>
              </a:spcBef>
              <a:spcAft>
                <a:spcPts val="0"/>
              </a:spcAft>
              <a:buClr>
                <a:srgbClr val="000000"/>
              </a:buClr>
              <a:buSzPts val="1000"/>
              <a:buNone/>
              <a:defRPr sz="1000">
                <a:solidFill>
                  <a:srgbClr val="000000"/>
                </a:solidFill>
              </a:defRPr>
            </a:lvl5pPr>
            <a:lvl6pPr lvl="5">
              <a:spcBef>
                <a:spcPts val="0"/>
              </a:spcBef>
              <a:spcAft>
                <a:spcPts val="0"/>
              </a:spcAft>
              <a:buClr>
                <a:srgbClr val="000000"/>
              </a:buClr>
              <a:buSzPts val="1000"/>
              <a:buNone/>
              <a:defRPr sz="1000">
                <a:solidFill>
                  <a:srgbClr val="000000"/>
                </a:solidFill>
              </a:defRPr>
            </a:lvl6pPr>
            <a:lvl7pPr lvl="6">
              <a:spcBef>
                <a:spcPts val="0"/>
              </a:spcBef>
              <a:spcAft>
                <a:spcPts val="0"/>
              </a:spcAft>
              <a:buClr>
                <a:srgbClr val="000000"/>
              </a:buClr>
              <a:buSzPts val="1000"/>
              <a:buNone/>
              <a:defRPr sz="1000">
                <a:solidFill>
                  <a:srgbClr val="000000"/>
                </a:solidFill>
              </a:defRPr>
            </a:lvl7pPr>
            <a:lvl8pPr lvl="7">
              <a:spcBef>
                <a:spcPts val="0"/>
              </a:spcBef>
              <a:spcAft>
                <a:spcPts val="0"/>
              </a:spcAft>
              <a:buClr>
                <a:srgbClr val="000000"/>
              </a:buClr>
              <a:buSzPts val="1000"/>
              <a:buNone/>
              <a:defRPr sz="1000">
                <a:solidFill>
                  <a:srgbClr val="000000"/>
                </a:solidFill>
              </a:defRPr>
            </a:lvl8pPr>
            <a:lvl9pPr lvl="8">
              <a:spcBef>
                <a:spcPts val="0"/>
              </a:spcBef>
              <a:spcAft>
                <a:spcPts val="0"/>
              </a:spcAft>
              <a:buClr>
                <a:srgbClr val="000000"/>
              </a:buClr>
              <a:buSzPts val="1000"/>
              <a:buNone/>
              <a:defRPr sz="1000">
                <a:solidFill>
                  <a:srgbClr val="000000"/>
                </a:solidFill>
              </a:defRPr>
            </a:lvl9pPr>
          </a:lstStyle>
          <a:p/>
        </p:txBody>
      </p:sp>
      <p:sp>
        <p:nvSpPr>
          <p:cNvPr id="12023" name="Google Shape;12023;p207"/>
          <p:cNvSpPr txBox="1"/>
          <p:nvPr>
            <p:ph idx="2" type="title"/>
          </p:nvPr>
        </p:nvSpPr>
        <p:spPr>
          <a:xfrm flipH="1">
            <a:off x="5454575" y="579550"/>
            <a:ext cx="4434000" cy="1692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000"/>
              <a:buNone/>
              <a:defRPr sz="1000">
                <a:solidFill>
                  <a:srgbClr val="000000"/>
                </a:solidFill>
              </a:defRPr>
            </a:lvl1pPr>
            <a:lvl2pPr lvl="1">
              <a:spcBef>
                <a:spcPts val="0"/>
              </a:spcBef>
              <a:spcAft>
                <a:spcPts val="0"/>
              </a:spcAft>
              <a:buClr>
                <a:srgbClr val="000000"/>
              </a:buClr>
              <a:buSzPts val="1000"/>
              <a:buNone/>
              <a:defRPr sz="1000">
                <a:solidFill>
                  <a:srgbClr val="000000"/>
                </a:solidFill>
              </a:defRPr>
            </a:lvl2pPr>
            <a:lvl3pPr lvl="2">
              <a:spcBef>
                <a:spcPts val="0"/>
              </a:spcBef>
              <a:spcAft>
                <a:spcPts val="0"/>
              </a:spcAft>
              <a:buClr>
                <a:srgbClr val="000000"/>
              </a:buClr>
              <a:buSzPts val="1000"/>
              <a:buNone/>
              <a:defRPr sz="1000">
                <a:solidFill>
                  <a:srgbClr val="000000"/>
                </a:solidFill>
              </a:defRPr>
            </a:lvl3pPr>
            <a:lvl4pPr lvl="3">
              <a:spcBef>
                <a:spcPts val="0"/>
              </a:spcBef>
              <a:spcAft>
                <a:spcPts val="0"/>
              </a:spcAft>
              <a:buClr>
                <a:srgbClr val="000000"/>
              </a:buClr>
              <a:buSzPts val="1000"/>
              <a:buNone/>
              <a:defRPr sz="1000">
                <a:solidFill>
                  <a:srgbClr val="000000"/>
                </a:solidFill>
              </a:defRPr>
            </a:lvl4pPr>
            <a:lvl5pPr lvl="4">
              <a:spcBef>
                <a:spcPts val="0"/>
              </a:spcBef>
              <a:spcAft>
                <a:spcPts val="0"/>
              </a:spcAft>
              <a:buClr>
                <a:srgbClr val="000000"/>
              </a:buClr>
              <a:buSzPts val="1000"/>
              <a:buNone/>
              <a:defRPr sz="1000">
                <a:solidFill>
                  <a:srgbClr val="000000"/>
                </a:solidFill>
              </a:defRPr>
            </a:lvl5pPr>
            <a:lvl6pPr lvl="5">
              <a:spcBef>
                <a:spcPts val="0"/>
              </a:spcBef>
              <a:spcAft>
                <a:spcPts val="0"/>
              </a:spcAft>
              <a:buClr>
                <a:srgbClr val="000000"/>
              </a:buClr>
              <a:buSzPts val="1000"/>
              <a:buNone/>
              <a:defRPr sz="1000">
                <a:solidFill>
                  <a:srgbClr val="000000"/>
                </a:solidFill>
              </a:defRPr>
            </a:lvl6pPr>
            <a:lvl7pPr lvl="6">
              <a:spcBef>
                <a:spcPts val="0"/>
              </a:spcBef>
              <a:spcAft>
                <a:spcPts val="0"/>
              </a:spcAft>
              <a:buClr>
                <a:srgbClr val="000000"/>
              </a:buClr>
              <a:buSzPts val="1000"/>
              <a:buNone/>
              <a:defRPr sz="1000">
                <a:solidFill>
                  <a:srgbClr val="000000"/>
                </a:solidFill>
              </a:defRPr>
            </a:lvl7pPr>
            <a:lvl8pPr lvl="7">
              <a:spcBef>
                <a:spcPts val="0"/>
              </a:spcBef>
              <a:spcAft>
                <a:spcPts val="0"/>
              </a:spcAft>
              <a:buClr>
                <a:srgbClr val="000000"/>
              </a:buClr>
              <a:buSzPts val="1000"/>
              <a:buNone/>
              <a:defRPr sz="1000">
                <a:solidFill>
                  <a:srgbClr val="000000"/>
                </a:solidFill>
              </a:defRPr>
            </a:lvl8pPr>
            <a:lvl9pPr lvl="8">
              <a:spcBef>
                <a:spcPts val="0"/>
              </a:spcBef>
              <a:spcAft>
                <a:spcPts val="0"/>
              </a:spcAft>
              <a:buClr>
                <a:srgbClr val="000000"/>
              </a:buClr>
              <a:buSzPts val="1000"/>
              <a:buNone/>
              <a:defRPr sz="1000">
                <a:solidFill>
                  <a:srgbClr val="000000"/>
                </a:solidFill>
              </a:defRPr>
            </a:lvl9pPr>
          </a:lstStyle>
          <a:p/>
        </p:txBody>
      </p:sp>
      <p:sp>
        <p:nvSpPr>
          <p:cNvPr id="12024" name="Google Shape;12024;p207"/>
          <p:cNvSpPr txBox="1"/>
          <p:nvPr>
            <p:ph idx="1" type="body"/>
          </p:nvPr>
        </p:nvSpPr>
        <p:spPr>
          <a:xfrm>
            <a:off x="641150" y="612125"/>
            <a:ext cx="1770300" cy="160500"/>
          </a:xfrm>
          <a:prstGeom prst="rect">
            <a:avLst/>
          </a:prstGeom>
          <a:noFill/>
          <a:ln>
            <a:noFill/>
          </a:ln>
        </p:spPr>
        <p:txBody>
          <a:bodyPr anchorCtr="0" anchor="t" bIns="0" lIns="0" spcFirstLastPara="1" rIns="0" wrap="square" tIns="0">
            <a:noAutofit/>
          </a:bodyPr>
          <a:lstStyle>
            <a:lvl1pPr indent="-292100" lvl="0" marL="457200" algn="ctr">
              <a:spcBef>
                <a:spcPts val="0"/>
              </a:spcBef>
              <a:spcAft>
                <a:spcPts val="0"/>
              </a:spcAft>
              <a:buClr>
                <a:srgbClr val="FFFFFF"/>
              </a:buClr>
              <a:buSzPts val="1000"/>
              <a:buChar char="●"/>
              <a:defRPr sz="1000">
                <a:solidFill>
                  <a:srgbClr val="FFFFFF"/>
                </a:solidFill>
              </a:defRPr>
            </a:lvl1pPr>
            <a:lvl2pPr indent="-292100" lvl="1" marL="914400" algn="ctr">
              <a:spcBef>
                <a:spcPts val="0"/>
              </a:spcBef>
              <a:spcAft>
                <a:spcPts val="0"/>
              </a:spcAft>
              <a:buClr>
                <a:srgbClr val="FFFFFF"/>
              </a:buClr>
              <a:buSzPts val="1000"/>
              <a:buChar char="○"/>
              <a:defRPr sz="1000">
                <a:solidFill>
                  <a:srgbClr val="FFFFFF"/>
                </a:solidFill>
              </a:defRPr>
            </a:lvl2pPr>
            <a:lvl3pPr indent="-292100" lvl="2" marL="1371600" algn="ctr">
              <a:spcBef>
                <a:spcPts val="0"/>
              </a:spcBef>
              <a:spcAft>
                <a:spcPts val="0"/>
              </a:spcAft>
              <a:buClr>
                <a:srgbClr val="FFFFFF"/>
              </a:buClr>
              <a:buSzPts val="1000"/>
              <a:buChar char="■"/>
              <a:defRPr sz="1000">
                <a:solidFill>
                  <a:srgbClr val="FFFFFF"/>
                </a:solidFill>
              </a:defRPr>
            </a:lvl3pPr>
            <a:lvl4pPr indent="-292100" lvl="3" marL="1828800" algn="ctr">
              <a:spcBef>
                <a:spcPts val="0"/>
              </a:spcBef>
              <a:spcAft>
                <a:spcPts val="0"/>
              </a:spcAft>
              <a:buClr>
                <a:srgbClr val="FFFFFF"/>
              </a:buClr>
              <a:buSzPts val="1000"/>
              <a:buChar char="●"/>
              <a:defRPr sz="1000">
                <a:solidFill>
                  <a:srgbClr val="FFFFFF"/>
                </a:solidFill>
              </a:defRPr>
            </a:lvl4pPr>
            <a:lvl5pPr indent="-292100" lvl="4" marL="2286000" algn="ctr">
              <a:spcBef>
                <a:spcPts val="0"/>
              </a:spcBef>
              <a:spcAft>
                <a:spcPts val="0"/>
              </a:spcAft>
              <a:buClr>
                <a:srgbClr val="FFFFFF"/>
              </a:buClr>
              <a:buSzPts val="1000"/>
              <a:buChar char="○"/>
              <a:defRPr sz="1000">
                <a:solidFill>
                  <a:srgbClr val="FFFFFF"/>
                </a:solidFill>
              </a:defRPr>
            </a:lvl5pPr>
            <a:lvl6pPr indent="-292100" lvl="5" marL="2743200" algn="ctr">
              <a:spcBef>
                <a:spcPts val="0"/>
              </a:spcBef>
              <a:spcAft>
                <a:spcPts val="0"/>
              </a:spcAft>
              <a:buClr>
                <a:srgbClr val="FFFFFF"/>
              </a:buClr>
              <a:buSzPts val="1000"/>
              <a:buChar char="■"/>
              <a:defRPr sz="1000">
                <a:solidFill>
                  <a:srgbClr val="FFFFFF"/>
                </a:solidFill>
              </a:defRPr>
            </a:lvl6pPr>
            <a:lvl7pPr indent="-292100" lvl="6" marL="3200400" algn="ctr">
              <a:spcBef>
                <a:spcPts val="0"/>
              </a:spcBef>
              <a:spcAft>
                <a:spcPts val="0"/>
              </a:spcAft>
              <a:buClr>
                <a:srgbClr val="FFFFFF"/>
              </a:buClr>
              <a:buSzPts val="1000"/>
              <a:buChar char="●"/>
              <a:defRPr sz="1000">
                <a:solidFill>
                  <a:srgbClr val="FFFFFF"/>
                </a:solidFill>
              </a:defRPr>
            </a:lvl7pPr>
            <a:lvl8pPr indent="-292100" lvl="7" marL="3657600" algn="ctr">
              <a:spcBef>
                <a:spcPts val="0"/>
              </a:spcBef>
              <a:spcAft>
                <a:spcPts val="0"/>
              </a:spcAft>
              <a:buClr>
                <a:srgbClr val="FFFFFF"/>
              </a:buClr>
              <a:buSzPts val="1000"/>
              <a:buChar char="○"/>
              <a:defRPr sz="1000">
                <a:solidFill>
                  <a:srgbClr val="FFFFFF"/>
                </a:solidFill>
              </a:defRPr>
            </a:lvl8pPr>
            <a:lvl9pPr indent="-292100" lvl="8" marL="4114800" algn="ctr">
              <a:spcBef>
                <a:spcPts val="0"/>
              </a:spcBef>
              <a:spcAft>
                <a:spcPts val="0"/>
              </a:spcAft>
              <a:buClr>
                <a:srgbClr val="FFFFFF"/>
              </a:buClr>
              <a:buSzPts val="1000"/>
              <a:buChar char="■"/>
              <a:defRPr sz="1000">
                <a:solidFill>
                  <a:srgbClr val="FFFFFF"/>
                </a:solidFill>
              </a:defRPr>
            </a:lvl9pPr>
          </a:lstStyle>
          <a:p/>
        </p:txBody>
      </p:sp>
      <p:sp>
        <p:nvSpPr>
          <p:cNvPr id="12025" name="Google Shape;12025;p207"/>
          <p:cNvSpPr txBox="1"/>
          <p:nvPr/>
        </p:nvSpPr>
        <p:spPr>
          <a:xfrm>
            <a:off x="84825" y="598125"/>
            <a:ext cx="595500" cy="205800"/>
          </a:xfrm>
          <a:prstGeom prst="rect">
            <a:avLst/>
          </a:prstGeom>
          <a:noFill/>
          <a:ln>
            <a:noFill/>
          </a:ln>
        </p:spPr>
        <p:txBody>
          <a:bodyPr anchorCtr="0" anchor="t" bIns="18000" lIns="18000" spcFirstLastPara="1" rIns="18000" wrap="square" tIns="18000">
            <a:spAutoFit/>
          </a:bodyPr>
          <a:lstStyle/>
          <a:p>
            <a:pPr indent="0" lvl="0" marL="0" rtl="0" algn="l">
              <a:spcBef>
                <a:spcPts val="0"/>
              </a:spcBef>
              <a:spcAft>
                <a:spcPts val="0"/>
              </a:spcAft>
              <a:buNone/>
            </a:pPr>
            <a:r>
              <a:rPr lang="es-419" sz="1100">
                <a:solidFill>
                  <a:srgbClr val="FFFFFF"/>
                </a:solidFill>
              </a:rPr>
              <a:t>Nombre:</a:t>
            </a:r>
            <a:endParaRPr sz="1100">
              <a:solidFill>
                <a:srgbClr val="FFFFFF"/>
              </a:solidFill>
            </a:endParaRPr>
          </a:p>
        </p:txBody>
      </p:sp>
      <p:sp>
        <p:nvSpPr>
          <p:cNvPr id="12026" name="Google Shape;12026;p207"/>
          <p:cNvSpPr/>
          <p:nvPr/>
        </p:nvSpPr>
        <p:spPr>
          <a:xfrm>
            <a:off x="-2268925" y="760700"/>
            <a:ext cx="1620600" cy="6079200"/>
          </a:xfrm>
          <a:prstGeom prst="roundRect">
            <a:avLst>
              <a:gd fmla="val 5833" name="adj"/>
            </a:avLst>
          </a:prstGeom>
          <a:solidFill>
            <a:srgbClr val="F3F3F3"/>
          </a:solidFill>
          <a:ln cap="flat" cmpd="sng" w="9525">
            <a:solidFill>
              <a:srgbClr val="F3F3F3"/>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t" bIns="54000" lIns="72000" spcFirstLastPara="1" rIns="72000" wrap="square" tIns="54000">
            <a:noAutofit/>
          </a:bodyPr>
          <a:lstStyle/>
          <a:p>
            <a:pPr indent="0" lvl="0" marL="0" rtl="0" algn="ctr">
              <a:spcBef>
                <a:spcPts val="0"/>
              </a:spcBef>
              <a:spcAft>
                <a:spcPts val="0"/>
              </a:spcAft>
              <a:buNone/>
            </a:pPr>
            <a:r>
              <a:rPr i="1" lang="es-419"/>
              <a:t>Paleta</a:t>
            </a:r>
            <a:endParaRPr i="1"/>
          </a:p>
        </p:txBody>
      </p:sp>
    </p:spTree>
  </p:cSld>
  <p:clrMapOvr>
    <a:masterClrMapping/>
  </p:clrMapOvr>
</p:sldLayout>
</file>

<file path=ppt/slideLayouts/slideLayout20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6.8 Validación de Transacción">
  <p:cSld name="TITLE_3_6_1_1_1_1_1_1_1_1_1_1_1_1_1_1_1_1_1_1_1_1_1_1_1_1_1_1_1_1_1_1">
    <p:spTree>
      <p:nvGrpSpPr>
        <p:cNvPr id="12027" name="Shape 12027"/>
        <p:cNvGrpSpPr/>
        <p:nvPr/>
      </p:nvGrpSpPr>
      <p:grpSpPr>
        <a:xfrm>
          <a:off x="0" y="0"/>
          <a:ext cx="0" cy="0"/>
          <a:chOff x="0" y="0"/>
          <a:chExt cx="0" cy="0"/>
        </a:xfrm>
      </p:grpSpPr>
      <p:sp>
        <p:nvSpPr>
          <p:cNvPr id="12028" name="Google Shape;12028;p208"/>
          <p:cNvSpPr/>
          <p:nvPr/>
        </p:nvSpPr>
        <p:spPr>
          <a:xfrm>
            <a:off x="97888" y="377012"/>
            <a:ext cx="9893400" cy="296700"/>
          </a:xfrm>
          <a:prstGeom prst="roundRect">
            <a:avLst>
              <a:gd fmla="val 22902" name="adj"/>
            </a:avLst>
          </a:prstGeom>
          <a:solidFill>
            <a:srgbClr val="F3F3F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12029" name="Google Shape;12029;p208"/>
          <p:cNvSpPr/>
          <p:nvPr/>
        </p:nvSpPr>
        <p:spPr>
          <a:xfrm>
            <a:off x="77688" y="358938"/>
            <a:ext cx="9935700" cy="6438000"/>
          </a:xfrm>
          <a:prstGeom prst="roundRect">
            <a:avLst>
              <a:gd fmla="val 2618" name="adj"/>
            </a:avLst>
          </a:prstGeom>
          <a:solidFill>
            <a:srgbClr val="FFFFFF"/>
          </a:solidFill>
          <a:ln cap="flat" cmpd="sng" w="38100">
            <a:solidFill>
              <a:srgbClr val="000000"/>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030" name="Google Shape;12030;p208"/>
          <p:cNvCxnSpPr/>
          <p:nvPr/>
        </p:nvCxnSpPr>
        <p:spPr>
          <a:xfrm>
            <a:off x="77688" y="772614"/>
            <a:ext cx="9935700" cy="0"/>
          </a:xfrm>
          <a:prstGeom prst="straightConnector1">
            <a:avLst/>
          </a:prstGeom>
          <a:noFill/>
          <a:ln cap="flat" cmpd="sng" w="19050">
            <a:solidFill>
              <a:srgbClr val="000000"/>
            </a:solidFill>
            <a:prstDash val="solid"/>
            <a:round/>
            <a:headEnd len="med" w="med" type="none"/>
            <a:tailEnd len="med" w="med" type="none"/>
          </a:ln>
        </p:spPr>
      </p:cxnSp>
      <p:cxnSp>
        <p:nvCxnSpPr>
          <p:cNvPr id="12031" name="Google Shape;12031;p208"/>
          <p:cNvCxnSpPr/>
          <p:nvPr/>
        </p:nvCxnSpPr>
        <p:spPr>
          <a:xfrm rot="10800000">
            <a:off x="2439038" y="368188"/>
            <a:ext cx="0" cy="402300"/>
          </a:xfrm>
          <a:prstGeom prst="straightConnector1">
            <a:avLst/>
          </a:prstGeom>
          <a:noFill/>
          <a:ln cap="flat" cmpd="sng" w="19050">
            <a:solidFill>
              <a:srgbClr val="000000"/>
            </a:solidFill>
            <a:prstDash val="solid"/>
            <a:round/>
            <a:headEnd len="med" w="med" type="none"/>
            <a:tailEnd len="med" w="med" type="none"/>
          </a:ln>
        </p:spPr>
      </p:cxnSp>
      <p:sp>
        <p:nvSpPr>
          <p:cNvPr id="12032" name="Google Shape;12032;p208"/>
          <p:cNvSpPr/>
          <p:nvPr/>
        </p:nvSpPr>
        <p:spPr>
          <a:xfrm>
            <a:off x="77688" y="349338"/>
            <a:ext cx="2361300" cy="421200"/>
          </a:xfrm>
          <a:prstGeom prst="roundRect">
            <a:avLst>
              <a:gd fmla="val 50000" name="adj"/>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s-419" sz="1200">
                <a:solidFill>
                  <a:srgbClr val="FFFFFF"/>
                </a:solidFill>
              </a:rPr>
              <a:t>Validación de Transacción</a:t>
            </a:r>
            <a:endParaRPr b="1" sz="1200">
              <a:solidFill>
                <a:srgbClr val="FFFFFF"/>
              </a:solidFill>
            </a:endParaRPr>
          </a:p>
          <a:p>
            <a:pPr indent="0" lvl="0" marL="0" rtl="0" algn="ctr">
              <a:spcBef>
                <a:spcPts val="0"/>
              </a:spcBef>
              <a:spcAft>
                <a:spcPts val="0"/>
              </a:spcAft>
              <a:buNone/>
            </a:pPr>
            <a:r>
              <a:t/>
            </a:r>
            <a:endParaRPr b="1" sz="1200">
              <a:solidFill>
                <a:srgbClr val="FFFFFF"/>
              </a:solidFill>
            </a:endParaRPr>
          </a:p>
        </p:txBody>
      </p:sp>
      <p:sp>
        <p:nvSpPr>
          <p:cNvPr id="12033" name="Google Shape;12033;p208"/>
          <p:cNvSpPr/>
          <p:nvPr/>
        </p:nvSpPr>
        <p:spPr>
          <a:xfrm>
            <a:off x="83988" y="595504"/>
            <a:ext cx="190200" cy="1692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4" name="Google Shape;12034;p208"/>
          <p:cNvSpPr/>
          <p:nvPr/>
        </p:nvSpPr>
        <p:spPr>
          <a:xfrm>
            <a:off x="2292338" y="358938"/>
            <a:ext cx="146700" cy="4023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5" name="Google Shape;12035;p208"/>
          <p:cNvSpPr txBox="1"/>
          <p:nvPr/>
        </p:nvSpPr>
        <p:spPr>
          <a:xfrm>
            <a:off x="2524025" y="478997"/>
            <a:ext cx="10467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Formulario :</a:t>
            </a:r>
            <a:endParaRPr b="1" sz="1100"/>
          </a:p>
        </p:txBody>
      </p:sp>
      <p:sp>
        <p:nvSpPr>
          <p:cNvPr id="12036" name="Google Shape;12036;p208"/>
          <p:cNvSpPr txBox="1"/>
          <p:nvPr>
            <p:ph type="title"/>
          </p:nvPr>
        </p:nvSpPr>
        <p:spPr>
          <a:xfrm flipH="1">
            <a:off x="3415475" y="433336"/>
            <a:ext cx="6473100" cy="2658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000"/>
              <a:buNone/>
              <a:defRPr sz="1000">
                <a:solidFill>
                  <a:srgbClr val="000000"/>
                </a:solidFill>
              </a:defRPr>
            </a:lvl1pPr>
            <a:lvl2pPr lvl="1">
              <a:spcBef>
                <a:spcPts val="0"/>
              </a:spcBef>
              <a:spcAft>
                <a:spcPts val="0"/>
              </a:spcAft>
              <a:buClr>
                <a:srgbClr val="000000"/>
              </a:buClr>
              <a:buSzPts val="1000"/>
              <a:buNone/>
              <a:defRPr sz="1000">
                <a:solidFill>
                  <a:srgbClr val="000000"/>
                </a:solidFill>
              </a:defRPr>
            </a:lvl2pPr>
            <a:lvl3pPr lvl="2">
              <a:spcBef>
                <a:spcPts val="0"/>
              </a:spcBef>
              <a:spcAft>
                <a:spcPts val="0"/>
              </a:spcAft>
              <a:buClr>
                <a:srgbClr val="000000"/>
              </a:buClr>
              <a:buSzPts val="1000"/>
              <a:buNone/>
              <a:defRPr sz="1000">
                <a:solidFill>
                  <a:srgbClr val="000000"/>
                </a:solidFill>
              </a:defRPr>
            </a:lvl3pPr>
            <a:lvl4pPr lvl="3">
              <a:spcBef>
                <a:spcPts val="0"/>
              </a:spcBef>
              <a:spcAft>
                <a:spcPts val="0"/>
              </a:spcAft>
              <a:buClr>
                <a:srgbClr val="000000"/>
              </a:buClr>
              <a:buSzPts val="1000"/>
              <a:buNone/>
              <a:defRPr sz="1000">
                <a:solidFill>
                  <a:srgbClr val="000000"/>
                </a:solidFill>
              </a:defRPr>
            </a:lvl4pPr>
            <a:lvl5pPr lvl="4">
              <a:spcBef>
                <a:spcPts val="0"/>
              </a:spcBef>
              <a:spcAft>
                <a:spcPts val="0"/>
              </a:spcAft>
              <a:buClr>
                <a:srgbClr val="000000"/>
              </a:buClr>
              <a:buSzPts val="1000"/>
              <a:buNone/>
              <a:defRPr sz="1000">
                <a:solidFill>
                  <a:srgbClr val="000000"/>
                </a:solidFill>
              </a:defRPr>
            </a:lvl5pPr>
            <a:lvl6pPr lvl="5">
              <a:spcBef>
                <a:spcPts val="0"/>
              </a:spcBef>
              <a:spcAft>
                <a:spcPts val="0"/>
              </a:spcAft>
              <a:buClr>
                <a:srgbClr val="000000"/>
              </a:buClr>
              <a:buSzPts val="1000"/>
              <a:buNone/>
              <a:defRPr sz="1000">
                <a:solidFill>
                  <a:srgbClr val="000000"/>
                </a:solidFill>
              </a:defRPr>
            </a:lvl6pPr>
            <a:lvl7pPr lvl="6">
              <a:spcBef>
                <a:spcPts val="0"/>
              </a:spcBef>
              <a:spcAft>
                <a:spcPts val="0"/>
              </a:spcAft>
              <a:buClr>
                <a:srgbClr val="000000"/>
              </a:buClr>
              <a:buSzPts val="1000"/>
              <a:buNone/>
              <a:defRPr sz="1000">
                <a:solidFill>
                  <a:srgbClr val="000000"/>
                </a:solidFill>
              </a:defRPr>
            </a:lvl7pPr>
            <a:lvl8pPr lvl="7">
              <a:spcBef>
                <a:spcPts val="0"/>
              </a:spcBef>
              <a:spcAft>
                <a:spcPts val="0"/>
              </a:spcAft>
              <a:buClr>
                <a:srgbClr val="000000"/>
              </a:buClr>
              <a:buSzPts val="1000"/>
              <a:buNone/>
              <a:defRPr sz="1000">
                <a:solidFill>
                  <a:srgbClr val="000000"/>
                </a:solidFill>
              </a:defRPr>
            </a:lvl8pPr>
            <a:lvl9pPr lvl="8">
              <a:spcBef>
                <a:spcPts val="0"/>
              </a:spcBef>
              <a:spcAft>
                <a:spcPts val="0"/>
              </a:spcAft>
              <a:buClr>
                <a:srgbClr val="000000"/>
              </a:buClr>
              <a:buSzPts val="1000"/>
              <a:buNone/>
              <a:defRPr sz="1000">
                <a:solidFill>
                  <a:srgbClr val="000000"/>
                </a:solidFill>
              </a:defRPr>
            </a:lvl9pPr>
          </a:lstStyle>
          <a:p/>
        </p:txBody>
      </p:sp>
      <p:sp>
        <p:nvSpPr>
          <p:cNvPr id="12037" name="Google Shape;12037;p208"/>
          <p:cNvSpPr txBox="1"/>
          <p:nvPr>
            <p:ph idx="1" type="body"/>
          </p:nvPr>
        </p:nvSpPr>
        <p:spPr>
          <a:xfrm>
            <a:off x="641150" y="612125"/>
            <a:ext cx="1770300" cy="160500"/>
          </a:xfrm>
          <a:prstGeom prst="rect">
            <a:avLst/>
          </a:prstGeom>
          <a:noFill/>
          <a:ln>
            <a:noFill/>
          </a:ln>
        </p:spPr>
        <p:txBody>
          <a:bodyPr anchorCtr="0" anchor="t" bIns="0" lIns="0" spcFirstLastPara="1" rIns="0" wrap="square" tIns="0">
            <a:noAutofit/>
          </a:bodyPr>
          <a:lstStyle>
            <a:lvl1pPr indent="-292100" lvl="0" marL="457200" algn="ctr">
              <a:spcBef>
                <a:spcPts val="0"/>
              </a:spcBef>
              <a:spcAft>
                <a:spcPts val="0"/>
              </a:spcAft>
              <a:buClr>
                <a:srgbClr val="FFFFFF"/>
              </a:buClr>
              <a:buSzPts val="1000"/>
              <a:buChar char="●"/>
              <a:defRPr sz="1000">
                <a:solidFill>
                  <a:srgbClr val="FFFFFF"/>
                </a:solidFill>
              </a:defRPr>
            </a:lvl1pPr>
            <a:lvl2pPr indent="-292100" lvl="1" marL="914400" algn="ctr">
              <a:spcBef>
                <a:spcPts val="0"/>
              </a:spcBef>
              <a:spcAft>
                <a:spcPts val="0"/>
              </a:spcAft>
              <a:buClr>
                <a:srgbClr val="FFFFFF"/>
              </a:buClr>
              <a:buSzPts val="1000"/>
              <a:buChar char="○"/>
              <a:defRPr sz="1000">
                <a:solidFill>
                  <a:srgbClr val="FFFFFF"/>
                </a:solidFill>
              </a:defRPr>
            </a:lvl2pPr>
            <a:lvl3pPr indent="-292100" lvl="2" marL="1371600" algn="ctr">
              <a:spcBef>
                <a:spcPts val="0"/>
              </a:spcBef>
              <a:spcAft>
                <a:spcPts val="0"/>
              </a:spcAft>
              <a:buClr>
                <a:srgbClr val="FFFFFF"/>
              </a:buClr>
              <a:buSzPts val="1000"/>
              <a:buChar char="■"/>
              <a:defRPr sz="1000">
                <a:solidFill>
                  <a:srgbClr val="FFFFFF"/>
                </a:solidFill>
              </a:defRPr>
            </a:lvl3pPr>
            <a:lvl4pPr indent="-292100" lvl="3" marL="1828800" algn="ctr">
              <a:spcBef>
                <a:spcPts val="0"/>
              </a:spcBef>
              <a:spcAft>
                <a:spcPts val="0"/>
              </a:spcAft>
              <a:buClr>
                <a:srgbClr val="FFFFFF"/>
              </a:buClr>
              <a:buSzPts val="1000"/>
              <a:buChar char="●"/>
              <a:defRPr sz="1000">
                <a:solidFill>
                  <a:srgbClr val="FFFFFF"/>
                </a:solidFill>
              </a:defRPr>
            </a:lvl4pPr>
            <a:lvl5pPr indent="-292100" lvl="4" marL="2286000" algn="ctr">
              <a:spcBef>
                <a:spcPts val="0"/>
              </a:spcBef>
              <a:spcAft>
                <a:spcPts val="0"/>
              </a:spcAft>
              <a:buClr>
                <a:srgbClr val="FFFFFF"/>
              </a:buClr>
              <a:buSzPts val="1000"/>
              <a:buChar char="○"/>
              <a:defRPr sz="1000">
                <a:solidFill>
                  <a:srgbClr val="FFFFFF"/>
                </a:solidFill>
              </a:defRPr>
            </a:lvl5pPr>
            <a:lvl6pPr indent="-292100" lvl="5" marL="2743200" algn="ctr">
              <a:spcBef>
                <a:spcPts val="0"/>
              </a:spcBef>
              <a:spcAft>
                <a:spcPts val="0"/>
              </a:spcAft>
              <a:buClr>
                <a:srgbClr val="FFFFFF"/>
              </a:buClr>
              <a:buSzPts val="1000"/>
              <a:buChar char="■"/>
              <a:defRPr sz="1000">
                <a:solidFill>
                  <a:srgbClr val="FFFFFF"/>
                </a:solidFill>
              </a:defRPr>
            </a:lvl6pPr>
            <a:lvl7pPr indent="-292100" lvl="6" marL="3200400" algn="ctr">
              <a:spcBef>
                <a:spcPts val="0"/>
              </a:spcBef>
              <a:spcAft>
                <a:spcPts val="0"/>
              </a:spcAft>
              <a:buClr>
                <a:srgbClr val="FFFFFF"/>
              </a:buClr>
              <a:buSzPts val="1000"/>
              <a:buChar char="●"/>
              <a:defRPr sz="1000">
                <a:solidFill>
                  <a:srgbClr val="FFFFFF"/>
                </a:solidFill>
              </a:defRPr>
            </a:lvl7pPr>
            <a:lvl8pPr indent="-292100" lvl="7" marL="3657600" algn="ctr">
              <a:spcBef>
                <a:spcPts val="0"/>
              </a:spcBef>
              <a:spcAft>
                <a:spcPts val="0"/>
              </a:spcAft>
              <a:buClr>
                <a:srgbClr val="FFFFFF"/>
              </a:buClr>
              <a:buSzPts val="1000"/>
              <a:buChar char="○"/>
              <a:defRPr sz="1000">
                <a:solidFill>
                  <a:srgbClr val="FFFFFF"/>
                </a:solidFill>
              </a:defRPr>
            </a:lvl8pPr>
            <a:lvl9pPr indent="-292100" lvl="8" marL="4114800" algn="ctr">
              <a:spcBef>
                <a:spcPts val="0"/>
              </a:spcBef>
              <a:spcAft>
                <a:spcPts val="0"/>
              </a:spcAft>
              <a:buClr>
                <a:srgbClr val="FFFFFF"/>
              </a:buClr>
              <a:buSzPts val="1000"/>
              <a:buChar char="■"/>
              <a:defRPr sz="1000">
                <a:solidFill>
                  <a:srgbClr val="FFFFFF"/>
                </a:solidFill>
              </a:defRPr>
            </a:lvl9pPr>
          </a:lstStyle>
          <a:p/>
        </p:txBody>
      </p:sp>
      <p:sp>
        <p:nvSpPr>
          <p:cNvPr id="12038" name="Google Shape;12038;p208"/>
          <p:cNvSpPr txBox="1"/>
          <p:nvPr/>
        </p:nvSpPr>
        <p:spPr>
          <a:xfrm>
            <a:off x="84825" y="598125"/>
            <a:ext cx="595500" cy="205800"/>
          </a:xfrm>
          <a:prstGeom prst="rect">
            <a:avLst/>
          </a:prstGeom>
          <a:noFill/>
          <a:ln>
            <a:noFill/>
          </a:ln>
        </p:spPr>
        <p:txBody>
          <a:bodyPr anchorCtr="0" anchor="t" bIns="18000" lIns="18000" spcFirstLastPara="1" rIns="18000" wrap="square" tIns="18000">
            <a:spAutoFit/>
          </a:bodyPr>
          <a:lstStyle/>
          <a:p>
            <a:pPr indent="0" lvl="0" marL="0" rtl="0" algn="l">
              <a:spcBef>
                <a:spcPts val="0"/>
              </a:spcBef>
              <a:spcAft>
                <a:spcPts val="0"/>
              </a:spcAft>
              <a:buNone/>
            </a:pPr>
            <a:r>
              <a:rPr lang="es-419" sz="1100">
                <a:solidFill>
                  <a:srgbClr val="FFFFFF"/>
                </a:solidFill>
              </a:rPr>
              <a:t>Nombre:</a:t>
            </a:r>
            <a:endParaRPr sz="1100">
              <a:solidFill>
                <a:srgbClr val="FFFFFF"/>
              </a:solidFill>
            </a:endParaRPr>
          </a:p>
        </p:txBody>
      </p:sp>
    </p:spTree>
  </p:cSld>
  <p:clrMapOvr>
    <a:masterClrMapping/>
  </p:clrMapOvr>
</p:sldLayout>
</file>

<file path=ppt/slideLayouts/slideLayout20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4.7 Normalización Transacciones Proceso de Negocio ">
  <p:cSld name="TITLE_3_4_1_2_1_2_1_2">
    <p:spTree>
      <p:nvGrpSpPr>
        <p:cNvPr id="12039" name="Shape 12039"/>
        <p:cNvGrpSpPr/>
        <p:nvPr/>
      </p:nvGrpSpPr>
      <p:grpSpPr>
        <a:xfrm>
          <a:off x="0" y="0"/>
          <a:ext cx="0" cy="0"/>
          <a:chOff x="0" y="0"/>
          <a:chExt cx="0" cy="0"/>
        </a:xfrm>
      </p:grpSpPr>
      <p:sp>
        <p:nvSpPr>
          <p:cNvPr id="12040" name="Google Shape;12040;p209"/>
          <p:cNvSpPr/>
          <p:nvPr/>
        </p:nvSpPr>
        <p:spPr>
          <a:xfrm>
            <a:off x="77688" y="358938"/>
            <a:ext cx="9935700" cy="6438000"/>
          </a:xfrm>
          <a:prstGeom prst="roundRect">
            <a:avLst>
              <a:gd fmla="val 2618" name="adj"/>
            </a:avLst>
          </a:prstGeom>
          <a:solidFill>
            <a:srgbClr val="FFFFFF"/>
          </a:solidFill>
          <a:ln cap="flat" cmpd="sng" w="38100">
            <a:solidFill>
              <a:srgbClr val="000000"/>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1" name="Google Shape;12041;p209"/>
          <p:cNvSpPr txBox="1"/>
          <p:nvPr/>
        </p:nvSpPr>
        <p:spPr>
          <a:xfrm>
            <a:off x="5380763" y="1066398"/>
            <a:ext cx="1069200" cy="2166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t/>
            </a:r>
            <a:endParaRPr b="1" sz="600"/>
          </a:p>
        </p:txBody>
      </p:sp>
      <p:cxnSp>
        <p:nvCxnSpPr>
          <p:cNvPr id="12042" name="Google Shape;12042;p209"/>
          <p:cNvCxnSpPr/>
          <p:nvPr/>
        </p:nvCxnSpPr>
        <p:spPr>
          <a:xfrm>
            <a:off x="77688" y="772614"/>
            <a:ext cx="9935700" cy="0"/>
          </a:xfrm>
          <a:prstGeom prst="straightConnector1">
            <a:avLst/>
          </a:prstGeom>
          <a:noFill/>
          <a:ln cap="flat" cmpd="sng" w="19050">
            <a:solidFill>
              <a:srgbClr val="000000"/>
            </a:solidFill>
            <a:prstDash val="solid"/>
            <a:round/>
            <a:headEnd len="med" w="med" type="none"/>
            <a:tailEnd len="med" w="med" type="none"/>
          </a:ln>
        </p:spPr>
      </p:cxnSp>
      <p:cxnSp>
        <p:nvCxnSpPr>
          <p:cNvPr id="12043" name="Google Shape;12043;p209"/>
          <p:cNvCxnSpPr/>
          <p:nvPr/>
        </p:nvCxnSpPr>
        <p:spPr>
          <a:xfrm rot="10800000">
            <a:off x="2439038" y="368188"/>
            <a:ext cx="0" cy="402300"/>
          </a:xfrm>
          <a:prstGeom prst="straightConnector1">
            <a:avLst/>
          </a:prstGeom>
          <a:noFill/>
          <a:ln cap="flat" cmpd="sng" w="19050">
            <a:solidFill>
              <a:srgbClr val="000000"/>
            </a:solidFill>
            <a:prstDash val="solid"/>
            <a:round/>
            <a:headEnd len="med" w="med" type="none"/>
            <a:tailEnd len="med" w="med" type="none"/>
          </a:ln>
        </p:spPr>
      </p:cxnSp>
      <p:sp>
        <p:nvSpPr>
          <p:cNvPr id="12044" name="Google Shape;12044;p209"/>
          <p:cNvSpPr txBox="1"/>
          <p:nvPr>
            <p:ph type="title"/>
          </p:nvPr>
        </p:nvSpPr>
        <p:spPr>
          <a:xfrm flipH="1">
            <a:off x="3219174" y="437575"/>
            <a:ext cx="1731300" cy="2658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200"/>
              <a:buNone/>
              <a:defRPr sz="1200">
                <a:solidFill>
                  <a:srgbClr val="000000"/>
                </a:solidFill>
              </a:defRPr>
            </a:lvl1pPr>
            <a:lvl2pPr lvl="1">
              <a:spcBef>
                <a:spcPts val="0"/>
              </a:spcBef>
              <a:spcAft>
                <a:spcPts val="0"/>
              </a:spcAft>
              <a:buClr>
                <a:srgbClr val="000000"/>
              </a:buClr>
              <a:buSzPts val="1100"/>
              <a:buNone/>
              <a:defRPr sz="1100">
                <a:solidFill>
                  <a:srgbClr val="000000"/>
                </a:solidFill>
              </a:defRPr>
            </a:lvl2pPr>
            <a:lvl3pPr lvl="2">
              <a:spcBef>
                <a:spcPts val="0"/>
              </a:spcBef>
              <a:spcAft>
                <a:spcPts val="0"/>
              </a:spcAft>
              <a:buClr>
                <a:srgbClr val="000000"/>
              </a:buClr>
              <a:buSzPts val="1100"/>
              <a:buNone/>
              <a:defRPr sz="1100">
                <a:solidFill>
                  <a:srgbClr val="000000"/>
                </a:solidFill>
              </a:defRPr>
            </a:lvl3pPr>
            <a:lvl4pPr lvl="3">
              <a:spcBef>
                <a:spcPts val="0"/>
              </a:spcBef>
              <a:spcAft>
                <a:spcPts val="0"/>
              </a:spcAft>
              <a:buClr>
                <a:srgbClr val="000000"/>
              </a:buClr>
              <a:buSzPts val="1100"/>
              <a:buNone/>
              <a:defRPr sz="1100">
                <a:solidFill>
                  <a:srgbClr val="000000"/>
                </a:solidFill>
              </a:defRPr>
            </a:lvl4pPr>
            <a:lvl5pPr lvl="4">
              <a:spcBef>
                <a:spcPts val="0"/>
              </a:spcBef>
              <a:spcAft>
                <a:spcPts val="0"/>
              </a:spcAft>
              <a:buClr>
                <a:srgbClr val="000000"/>
              </a:buClr>
              <a:buSzPts val="1100"/>
              <a:buNone/>
              <a:defRPr sz="1100">
                <a:solidFill>
                  <a:srgbClr val="000000"/>
                </a:solidFill>
              </a:defRPr>
            </a:lvl5pPr>
            <a:lvl6pPr lvl="5">
              <a:spcBef>
                <a:spcPts val="0"/>
              </a:spcBef>
              <a:spcAft>
                <a:spcPts val="0"/>
              </a:spcAft>
              <a:buClr>
                <a:srgbClr val="000000"/>
              </a:buClr>
              <a:buSzPts val="1100"/>
              <a:buNone/>
              <a:defRPr sz="1100">
                <a:solidFill>
                  <a:srgbClr val="000000"/>
                </a:solidFill>
              </a:defRPr>
            </a:lvl6pPr>
            <a:lvl7pPr lvl="6">
              <a:spcBef>
                <a:spcPts val="0"/>
              </a:spcBef>
              <a:spcAft>
                <a:spcPts val="0"/>
              </a:spcAft>
              <a:buClr>
                <a:srgbClr val="000000"/>
              </a:buClr>
              <a:buSzPts val="1100"/>
              <a:buNone/>
              <a:defRPr sz="1100">
                <a:solidFill>
                  <a:srgbClr val="000000"/>
                </a:solidFill>
              </a:defRPr>
            </a:lvl7pPr>
            <a:lvl8pPr lvl="7">
              <a:spcBef>
                <a:spcPts val="0"/>
              </a:spcBef>
              <a:spcAft>
                <a:spcPts val="0"/>
              </a:spcAft>
              <a:buClr>
                <a:srgbClr val="000000"/>
              </a:buClr>
              <a:buSzPts val="1100"/>
              <a:buNone/>
              <a:defRPr sz="1100">
                <a:solidFill>
                  <a:srgbClr val="000000"/>
                </a:solidFill>
              </a:defRPr>
            </a:lvl8pPr>
            <a:lvl9pPr lvl="8">
              <a:spcBef>
                <a:spcPts val="0"/>
              </a:spcBef>
              <a:spcAft>
                <a:spcPts val="0"/>
              </a:spcAft>
              <a:buClr>
                <a:srgbClr val="000000"/>
              </a:buClr>
              <a:buSzPts val="1100"/>
              <a:buNone/>
              <a:defRPr sz="1100">
                <a:solidFill>
                  <a:srgbClr val="000000"/>
                </a:solidFill>
              </a:defRPr>
            </a:lvl9pPr>
          </a:lstStyle>
          <a:p/>
        </p:txBody>
      </p:sp>
      <p:sp>
        <p:nvSpPr>
          <p:cNvPr id="12045" name="Google Shape;12045;p209"/>
          <p:cNvSpPr txBox="1"/>
          <p:nvPr/>
        </p:nvSpPr>
        <p:spPr>
          <a:xfrm>
            <a:off x="2513487" y="437267"/>
            <a:ext cx="679500" cy="2664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b="1" lang="es-419" sz="1100"/>
              <a:t>Proceso:</a:t>
            </a:r>
            <a:endParaRPr b="1" sz="1100"/>
          </a:p>
        </p:txBody>
      </p:sp>
      <p:cxnSp>
        <p:nvCxnSpPr>
          <p:cNvPr id="12046" name="Google Shape;12046;p209"/>
          <p:cNvCxnSpPr/>
          <p:nvPr/>
        </p:nvCxnSpPr>
        <p:spPr>
          <a:xfrm rot="10800000">
            <a:off x="5070754" y="368188"/>
            <a:ext cx="0" cy="402300"/>
          </a:xfrm>
          <a:prstGeom prst="straightConnector1">
            <a:avLst/>
          </a:prstGeom>
          <a:noFill/>
          <a:ln cap="flat" cmpd="sng" w="19050">
            <a:solidFill>
              <a:srgbClr val="000000"/>
            </a:solidFill>
            <a:prstDash val="solid"/>
            <a:round/>
            <a:headEnd len="med" w="med" type="none"/>
            <a:tailEnd len="med" w="med" type="none"/>
          </a:ln>
        </p:spPr>
      </p:cxnSp>
      <p:sp>
        <p:nvSpPr>
          <p:cNvPr id="12047" name="Google Shape;12047;p209"/>
          <p:cNvSpPr txBox="1"/>
          <p:nvPr/>
        </p:nvSpPr>
        <p:spPr>
          <a:xfrm>
            <a:off x="5191013" y="387663"/>
            <a:ext cx="13026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Finalidad empresa:</a:t>
            </a:r>
            <a:endParaRPr b="1" sz="1100"/>
          </a:p>
        </p:txBody>
      </p:sp>
      <p:sp>
        <p:nvSpPr>
          <p:cNvPr id="12048" name="Google Shape;12048;p209"/>
          <p:cNvSpPr txBox="1"/>
          <p:nvPr/>
        </p:nvSpPr>
        <p:spPr>
          <a:xfrm>
            <a:off x="5191013" y="579538"/>
            <a:ext cx="11637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Finalidad cliente:</a:t>
            </a:r>
            <a:endParaRPr b="1" sz="1100"/>
          </a:p>
        </p:txBody>
      </p:sp>
      <p:sp>
        <p:nvSpPr>
          <p:cNvPr id="12049" name="Google Shape;12049;p209"/>
          <p:cNvSpPr/>
          <p:nvPr/>
        </p:nvSpPr>
        <p:spPr>
          <a:xfrm>
            <a:off x="77688" y="349338"/>
            <a:ext cx="2361300" cy="421200"/>
          </a:xfrm>
          <a:prstGeom prst="roundRect">
            <a:avLst>
              <a:gd fmla="val 50000" name="adj"/>
            </a:avLst>
          </a:prstGeom>
          <a:solidFill>
            <a:srgbClr val="000000"/>
          </a:solidFill>
          <a:ln cap="flat" cmpd="sng" w="9525">
            <a:solidFill>
              <a:srgbClr val="000000"/>
            </a:solidFill>
            <a:prstDash val="solid"/>
            <a:round/>
            <a:headEnd len="sm" w="sm" type="none"/>
            <a:tailEnd len="sm" w="sm" type="none"/>
          </a:ln>
        </p:spPr>
        <p:txBody>
          <a:bodyPr anchorCtr="0" anchor="ctr" bIns="91425" lIns="0" spcFirstLastPara="1" rIns="0" wrap="square" tIns="91425">
            <a:noAutofit/>
          </a:bodyPr>
          <a:lstStyle/>
          <a:p>
            <a:pPr indent="0" lvl="0" marL="0" rtl="0" algn="ctr">
              <a:spcBef>
                <a:spcPts val="0"/>
              </a:spcBef>
              <a:spcAft>
                <a:spcPts val="0"/>
              </a:spcAft>
              <a:buNone/>
            </a:pPr>
            <a:r>
              <a:rPr b="1" lang="es-419" sz="1100">
                <a:solidFill>
                  <a:srgbClr val="FFFFFF"/>
                </a:solidFill>
              </a:rPr>
              <a:t>Normalización Proceso Negocio</a:t>
            </a:r>
            <a:endParaRPr b="1" sz="1100">
              <a:solidFill>
                <a:srgbClr val="FFFFFF"/>
              </a:solidFill>
            </a:endParaRPr>
          </a:p>
          <a:p>
            <a:pPr indent="0" lvl="0" marL="0" rtl="0" algn="ctr">
              <a:spcBef>
                <a:spcPts val="0"/>
              </a:spcBef>
              <a:spcAft>
                <a:spcPts val="0"/>
              </a:spcAft>
              <a:buNone/>
            </a:pPr>
            <a:r>
              <a:t/>
            </a:r>
            <a:endParaRPr b="1" sz="1200">
              <a:solidFill>
                <a:srgbClr val="FFFFFF"/>
              </a:solidFill>
            </a:endParaRPr>
          </a:p>
        </p:txBody>
      </p:sp>
      <p:sp>
        <p:nvSpPr>
          <p:cNvPr id="12050" name="Google Shape;12050;p209"/>
          <p:cNvSpPr/>
          <p:nvPr/>
        </p:nvSpPr>
        <p:spPr>
          <a:xfrm>
            <a:off x="83988" y="595504"/>
            <a:ext cx="190200" cy="1692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1" name="Google Shape;12051;p209"/>
          <p:cNvSpPr/>
          <p:nvPr/>
        </p:nvSpPr>
        <p:spPr>
          <a:xfrm>
            <a:off x="2350598" y="358950"/>
            <a:ext cx="88500" cy="4023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2" name="Google Shape;12052;p209"/>
          <p:cNvSpPr txBox="1"/>
          <p:nvPr>
            <p:ph idx="2" type="title"/>
          </p:nvPr>
        </p:nvSpPr>
        <p:spPr>
          <a:xfrm flipH="1">
            <a:off x="6546263" y="387663"/>
            <a:ext cx="3350100" cy="1692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000"/>
              <a:buNone/>
              <a:defRPr sz="1000">
                <a:solidFill>
                  <a:srgbClr val="000000"/>
                </a:solidFill>
              </a:defRPr>
            </a:lvl1pPr>
            <a:lvl2pPr lvl="1">
              <a:spcBef>
                <a:spcPts val="0"/>
              </a:spcBef>
              <a:spcAft>
                <a:spcPts val="0"/>
              </a:spcAft>
              <a:buClr>
                <a:srgbClr val="000000"/>
              </a:buClr>
              <a:buSzPts val="1000"/>
              <a:buNone/>
              <a:defRPr sz="1000">
                <a:solidFill>
                  <a:srgbClr val="000000"/>
                </a:solidFill>
              </a:defRPr>
            </a:lvl2pPr>
            <a:lvl3pPr lvl="2">
              <a:spcBef>
                <a:spcPts val="0"/>
              </a:spcBef>
              <a:spcAft>
                <a:spcPts val="0"/>
              </a:spcAft>
              <a:buClr>
                <a:srgbClr val="000000"/>
              </a:buClr>
              <a:buSzPts val="1000"/>
              <a:buNone/>
              <a:defRPr sz="1000">
                <a:solidFill>
                  <a:srgbClr val="000000"/>
                </a:solidFill>
              </a:defRPr>
            </a:lvl3pPr>
            <a:lvl4pPr lvl="3">
              <a:spcBef>
                <a:spcPts val="0"/>
              </a:spcBef>
              <a:spcAft>
                <a:spcPts val="0"/>
              </a:spcAft>
              <a:buClr>
                <a:srgbClr val="000000"/>
              </a:buClr>
              <a:buSzPts val="1000"/>
              <a:buNone/>
              <a:defRPr sz="1000">
                <a:solidFill>
                  <a:srgbClr val="000000"/>
                </a:solidFill>
              </a:defRPr>
            </a:lvl4pPr>
            <a:lvl5pPr lvl="4">
              <a:spcBef>
                <a:spcPts val="0"/>
              </a:spcBef>
              <a:spcAft>
                <a:spcPts val="0"/>
              </a:spcAft>
              <a:buClr>
                <a:srgbClr val="000000"/>
              </a:buClr>
              <a:buSzPts val="1000"/>
              <a:buNone/>
              <a:defRPr sz="1000">
                <a:solidFill>
                  <a:srgbClr val="000000"/>
                </a:solidFill>
              </a:defRPr>
            </a:lvl5pPr>
            <a:lvl6pPr lvl="5">
              <a:spcBef>
                <a:spcPts val="0"/>
              </a:spcBef>
              <a:spcAft>
                <a:spcPts val="0"/>
              </a:spcAft>
              <a:buClr>
                <a:srgbClr val="000000"/>
              </a:buClr>
              <a:buSzPts val="1000"/>
              <a:buNone/>
              <a:defRPr sz="1000">
                <a:solidFill>
                  <a:srgbClr val="000000"/>
                </a:solidFill>
              </a:defRPr>
            </a:lvl6pPr>
            <a:lvl7pPr lvl="6">
              <a:spcBef>
                <a:spcPts val="0"/>
              </a:spcBef>
              <a:spcAft>
                <a:spcPts val="0"/>
              </a:spcAft>
              <a:buClr>
                <a:srgbClr val="000000"/>
              </a:buClr>
              <a:buSzPts val="1000"/>
              <a:buNone/>
              <a:defRPr sz="1000">
                <a:solidFill>
                  <a:srgbClr val="000000"/>
                </a:solidFill>
              </a:defRPr>
            </a:lvl7pPr>
            <a:lvl8pPr lvl="7">
              <a:spcBef>
                <a:spcPts val="0"/>
              </a:spcBef>
              <a:spcAft>
                <a:spcPts val="0"/>
              </a:spcAft>
              <a:buClr>
                <a:srgbClr val="000000"/>
              </a:buClr>
              <a:buSzPts val="1000"/>
              <a:buNone/>
              <a:defRPr sz="1000">
                <a:solidFill>
                  <a:srgbClr val="000000"/>
                </a:solidFill>
              </a:defRPr>
            </a:lvl8pPr>
            <a:lvl9pPr lvl="8">
              <a:spcBef>
                <a:spcPts val="0"/>
              </a:spcBef>
              <a:spcAft>
                <a:spcPts val="0"/>
              </a:spcAft>
              <a:buClr>
                <a:srgbClr val="000000"/>
              </a:buClr>
              <a:buSzPts val="1000"/>
              <a:buNone/>
              <a:defRPr sz="1000">
                <a:solidFill>
                  <a:srgbClr val="000000"/>
                </a:solidFill>
              </a:defRPr>
            </a:lvl9pPr>
          </a:lstStyle>
          <a:p/>
        </p:txBody>
      </p:sp>
      <p:sp>
        <p:nvSpPr>
          <p:cNvPr id="12053" name="Google Shape;12053;p209"/>
          <p:cNvSpPr txBox="1"/>
          <p:nvPr>
            <p:ph idx="3" type="title"/>
          </p:nvPr>
        </p:nvSpPr>
        <p:spPr>
          <a:xfrm flipH="1">
            <a:off x="6546263" y="579538"/>
            <a:ext cx="3350100" cy="1692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000"/>
              <a:buNone/>
              <a:defRPr sz="1000">
                <a:solidFill>
                  <a:srgbClr val="000000"/>
                </a:solidFill>
              </a:defRPr>
            </a:lvl1pPr>
            <a:lvl2pPr lvl="1">
              <a:spcBef>
                <a:spcPts val="0"/>
              </a:spcBef>
              <a:spcAft>
                <a:spcPts val="0"/>
              </a:spcAft>
              <a:buClr>
                <a:srgbClr val="000000"/>
              </a:buClr>
              <a:buSzPts val="1000"/>
              <a:buNone/>
              <a:defRPr sz="1000">
                <a:solidFill>
                  <a:srgbClr val="000000"/>
                </a:solidFill>
              </a:defRPr>
            </a:lvl2pPr>
            <a:lvl3pPr lvl="2">
              <a:spcBef>
                <a:spcPts val="0"/>
              </a:spcBef>
              <a:spcAft>
                <a:spcPts val="0"/>
              </a:spcAft>
              <a:buClr>
                <a:srgbClr val="000000"/>
              </a:buClr>
              <a:buSzPts val="1000"/>
              <a:buNone/>
              <a:defRPr sz="1000">
                <a:solidFill>
                  <a:srgbClr val="000000"/>
                </a:solidFill>
              </a:defRPr>
            </a:lvl3pPr>
            <a:lvl4pPr lvl="3">
              <a:spcBef>
                <a:spcPts val="0"/>
              </a:spcBef>
              <a:spcAft>
                <a:spcPts val="0"/>
              </a:spcAft>
              <a:buClr>
                <a:srgbClr val="000000"/>
              </a:buClr>
              <a:buSzPts val="1000"/>
              <a:buNone/>
              <a:defRPr sz="1000">
                <a:solidFill>
                  <a:srgbClr val="000000"/>
                </a:solidFill>
              </a:defRPr>
            </a:lvl4pPr>
            <a:lvl5pPr lvl="4">
              <a:spcBef>
                <a:spcPts val="0"/>
              </a:spcBef>
              <a:spcAft>
                <a:spcPts val="0"/>
              </a:spcAft>
              <a:buClr>
                <a:srgbClr val="000000"/>
              </a:buClr>
              <a:buSzPts val="1000"/>
              <a:buNone/>
              <a:defRPr sz="1000">
                <a:solidFill>
                  <a:srgbClr val="000000"/>
                </a:solidFill>
              </a:defRPr>
            </a:lvl5pPr>
            <a:lvl6pPr lvl="5">
              <a:spcBef>
                <a:spcPts val="0"/>
              </a:spcBef>
              <a:spcAft>
                <a:spcPts val="0"/>
              </a:spcAft>
              <a:buClr>
                <a:srgbClr val="000000"/>
              </a:buClr>
              <a:buSzPts val="1000"/>
              <a:buNone/>
              <a:defRPr sz="1000">
                <a:solidFill>
                  <a:srgbClr val="000000"/>
                </a:solidFill>
              </a:defRPr>
            </a:lvl6pPr>
            <a:lvl7pPr lvl="6">
              <a:spcBef>
                <a:spcPts val="0"/>
              </a:spcBef>
              <a:spcAft>
                <a:spcPts val="0"/>
              </a:spcAft>
              <a:buClr>
                <a:srgbClr val="000000"/>
              </a:buClr>
              <a:buSzPts val="1000"/>
              <a:buNone/>
              <a:defRPr sz="1000">
                <a:solidFill>
                  <a:srgbClr val="000000"/>
                </a:solidFill>
              </a:defRPr>
            </a:lvl7pPr>
            <a:lvl8pPr lvl="7">
              <a:spcBef>
                <a:spcPts val="0"/>
              </a:spcBef>
              <a:spcAft>
                <a:spcPts val="0"/>
              </a:spcAft>
              <a:buClr>
                <a:srgbClr val="000000"/>
              </a:buClr>
              <a:buSzPts val="1000"/>
              <a:buNone/>
              <a:defRPr sz="1000">
                <a:solidFill>
                  <a:srgbClr val="000000"/>
                </a:solidFill>
              </a:defRPr>
            </a:lvl8pPr>
            <a:lvl9pPr lvl="8">
              <a:spcBef>
                <a:spcPts val="0"/>
              </a:spcBef>
              <a:spcAft>
                <a:spcPts val="0"/>
              </a:spcAft>
              <a:buClr>
                <a:srgbClr val="000000"/>
              </a:buClr>
              <a:buSzPts val="1000"/>
              <a:buNone/>
              <a:defRPr sz="1000">
                <a:solidFill>
                  <a:srgbClr val="000000"/>
                </a:solidFill>
              </a:defRPr>
            </a:lvl9pPr>
          </a:lstStyle>
          <a:p/>
        </p:txBody>
      </p:sp>
      <p:sp>
        <p:nvSpPr>
          <p:cNvPr id="12054" name="Google Shape;12054;p209"/>
          <p:cNvSpPr txBox="1"/>
          <p:nvPr/>
        </p:nvSpPr>
        <p:spPr>
          <a:xfrm>
            <a:off x="753551" y="1058448"/>
            <a:ext cx="1647300" cy="232500"/>
          </a:xfrm>
          <a:prstGeom prst="rect">
            <a:avLst/>
          </a:prstGeom>
          <a:noFill/>
          <a:ln>
            <a:noFill/>
          </a:ln>
        </p:spPr>
        <p:txBody>
          <a:bodyPr anchorCtr="0" anchor="ctr" bIns="0" lIns="0" spcFirstLastPara="1" rIns="0" wrap="square" tIns="0">
            <a:noAutofit/>
          </a:bodyPr>
          <a:lstStyle/>
          <a:p>
            <a:pPr indent="0" lvl="0" marL="0" rtl="0" algn="r">
              <a:spcBef>
                <a:spcPts val="0"/>
              </a:spcBef>
              <a:spcAft>
                <a:spcPts val="0"/>
              </a:spcAft>
              <a:buNone/>
            </a:pPr>
            <a:r>
              <a:rPr b="1" lang="es-419" sz="1100">
                <a:latin typeface="Arvo"/>
                <a:ea typeface="Arvo"/>
                <a:cs typeface="Arvo"/>
                <a:sym typeface="Arvo"/>
              </a:rPr>
              <a:t>Nombre del Proceso:</a:t>
            </a:r>
            <a:endParaRPr b="1" sz="1100">
              <a:latin typeface="Arvo"/>
              <a:ea typeface="Arvo"/>
              <a:cs typeface="Arvo"/>
              <a:sym typeface="Arvo"/>
            </a:endParaRPr>
          </a:p>
          <a:p>
            <a:pPr indent="0" lvl="0" marL="0" rtl="0" algn="r">
              <a:spcBef>
                <a:spcPts val="0"/>
              </a:spcBef>
              <a:spcAft>
                <a:spcPts val="0"/>
              </a:spcAft>
              <a:buNone/>
            </a:pPr>
            <a:r>
              <a:rPr i="1" lang="es-419" sz="600">
                <a:solidFill>
                  <a:srgbClr val="666666"/>
                </a:solidFill>
                <a:latin typeface="Arvo"/>
                <a:ea typeface="Arvo"/>
                <a:cs typeface="Arvo"/>
                <a:sym typeface="Arvo"/>
              </a:rPr>
              <a:t>&lt;ej: Reserva de citas médicas&gt;</a:t>
            </a:r>
            <a:endParaRPr i="1" sz="600">
              <a:solidFill>
                <a:srgbClr val="666666"/>
              </a:solidFill>
              <a:latin typeface="Arvo"/>
              <a:ea typeface="Arvo"/>
              <a:cs typeface="Arvo"/>
              <a:sym typeface="Arvo"/>
            </a:endParaRPr>
          </a:p>
        </p:txBody>
      </p:sp>
      <p:sp>
        <p:nvSpPr>
          <p:cNvPr id="12055" name="Google Shape;12055;p209"/>
          <p:cNvSpPr/>
          <p:nvPr/>
        </p:nvSpPr>
        <p:spPr>
          <a:xfrm>
            <a:off x="2503763" y="1002948"/>
            <a:ext cx="6823200" cy="343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12056" name="Google Shape;12056;p209"/>
          <p:cNvSpPr txBox="1"/>
          <p:nvPr/>
        </p:nvSpPr>
        <p:spPr>
          <a:xfrm>
            <a:off x="753551" y="2125116"/>
            <a:ext cx="1647300" cy="538800"/>
          </a:xfrm>
          <a:prstGeom prst="rect">
            <a:avLst/>
          </a:prstGeom>
          <a:noFill/>
          <a:ln>
            <a:noFill/>
          </a:ln>
        </p:spPr>
        <p:txBody>
          <a:bodyPr anchorCtr="0" anchor="ctr" bIns="0" lIns="0" spcFirstLastPara="1" rIns="0" wrap="square" tIns="0">
            <a:spAutoFit/>
          </a:bodyPr>
          <a:lstStyle/>
          <a:p>
            <a:pPr indent="0" lvl="0" marL="0" marR="0" rtl="0" algn="r">
              <a:lnSpc>
                <a:spcPct val="100000"/>
              </a:lnSpc>
              <a:spcBef>
                <a:spcPts val="0"/>
              </a:spcBef>
              <a:spcAft>
                <a:spcPts val="0"/>
              </a:spcAft>
              <a:buNone/>
            </a:pPr>
            <a:r>
              <a:rPr b="1" lang="es-419" sz="1100">
                <a:latin typeface="Arvo"/>
                <a:ea typeface="Arvo"/>
                <a:cs typeface="Arvo"/>
                <a:sym typeface="Arvo"/>
              </a:rPr>
              <a:t>Transacciones:</a:t>
            </a:r>
            <a:endParaRPr b="1" sz="1100">
              <a:latin typeface="Arvo"/>
              <a:ea typeface="Arvo"/>
              <a:cs typeface="Arvo"/>
              <a:sym typeface="Arvo"/>
            </a:endParaRPr>
          </a:p>
          <a:p>
            <a:pPr indent="0" lvl="0" marL="0" marR="0" rtl="0" algn="r">
              <a:lnSpc>
                <a:spcPct val="100000"/>
              </a:lnSpc>
              <a:spcBef>
                <a:spcPts val="0"/>
              </a:spcBef>
              <a:spcAft>
                <a:spcPts val="0"/>
              </a:spcAft>
              <a:buNone/>
            </a:pPr>
            <a:r>
              <a:rPr i="1" lang="es-419" sz="600">
                <a:solidFill>
                  <a:srgbClr val="666666"/>
                </a:solidFill>
                <a:latin typeface="Arvo"/>
                <a:ea typeface="Arvo"/>
                <a:cs typeface="Arvo"/>
                <a:sym typeface="Arvo"/>
              </a:rPr>
              <a:t>&lt;ej: El vigilante &lt;quién&gt; registra&lt;cómo&gt; la moto &lt;qué&gt;, en la cabina &lt;dónde&gt;, durante las 24 horas &lt;cuándo&gt;, por su seguridad &lt;por qué&gt;&gt;</a:t>
            </a:r>
            <a:endParaRPr i="1" sz="600">
              <a:solidFill>
                <a:srgbClr val="666666"/>
              </a:solidFill>
              <a:latin typeface="Arvo"/>
              <a:ea typeface="Arvo"/>
              <a:cs typeface="Arvo"/>
              <a:sym typeface="Arvo"/>
            </a:endParaRPr>
          </a:p>
        </p:txBody>
      </p:sp>
      <p:sp>
        <p:nvSpPr>
          <p:cNvPr id="12057" name="Google Shape;12057;p209"/>
          <p:cNvSpPr/>
          <p:nvPr/>
        </p:nvSpPr>
        <p:spPr>
          <a:xfrm>
            <a:off x="2504975" y="1537403"/>
            <a:ext cx="6822000" cy="472200"/>
          </a:xfrm>
          <a:prstGeom prst="roundRect">
            <a:avLst>
              <a:gd fmla="val 9351"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12058" name="Google Shape;12058;p209"/>
          <p:cNvSpPr/>
          <p:nvPr/>
        </p:nvSpPr>
        <p:spPr>
          <a:xfrm>
            <a:off x="2505200" y="2126001"/>
            <a:ext cx="6822000" cy="2534100"/>
          </a:xfrm>
          <a:prstGeom prst="roundRect">
            <a:avLst>
              <a:gd fmla="val 3991" name="adj"/>
            </a:avLst>
          </a:prstGeom>
          <a:solidFill>
            <a:srgbClr val="EFEFEF"/>
          </a:solidFill>
          <a:ln cap="flat" cmpd="sng" w="9525">
            <a:solidFill>
              <a:srgbClr val="F3F3F3"/>
            </a:solidFill>
            <a:prstDash val="solid"/>
            <a:round/>
            <a:headEnd len="sm" w="sm" type="none"/>
            <a:tailEnd len="sm" w="sm" type="none"/>
          </a:ln>
        </p:spPr>
        <p:txBody>
          <a:bodyPr anchorCtr="0" anchor="t"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12059" name="Google Shape;12059;p209"/>
          <p:cNvSpPr txBox="1"/>
          <p:nvPr/>
        </p:nvSpPr>
        <p:spPr>
          <a:xfrm>
            <a:off x="752801" y="5433989"/>
            <a:ext cx="1648800" cy="232500"/>
          </a:xfrm>
          <a:prstGeom prst="rect">
            <a:avLst/>
          </a:prstGeom>
          <a:noFill/>
          <a:ln>
            <a:noFill/>
          </a:ln>
        </p:spPr>
        <p:txBody>
          <a:bodyPr anchorCtr="0" anchor="ctr" bIns="0" lIns="0" spcFirstLastPara="1" rIns="0" wrap="square" tIns="0">
            <a:noAutofit/>
          </a:bodyPr>
          <a:lstStyle/>
          <a:p>
            <a:pPr indent="0" lvl="0" marL="0" rtl="0" algn="r">
              <a:spcBef>
                <a:spcPts val="0"/>
              </a:spcBef>
              <a:spcAft>
                <a:spcPts val="0"/>
              </a:spcAft>
              <a:buNone/>
            </a:pPr>
            <a:r>
              <a:rPr b="1" lang="es-419" sz="1100">
                <a:latin typeface="Arvo"/>
                <a:ea typeface="Arvo"/>
                <a:cs typeface="Arvo"/>
                <a:sym typeface="Arvo"/>
              </a:rPr>
              <a:t>Meta Cliente:</a:t>
            </a:r>
            <a:endParaRPr b="1" sz="1100">
              <a:latin typeface="Arvo"/>
              <a:ea typeface="Arvo"/>
              <a:cs typeface="Arvo"/>
              <a:sym typeface="Arvo"/>
            </a:endParaRPr>
          </a:p>
          <a:p>
            <a:pPr indent="0" lvl="0" marL="0" rtl="0" algn="r">
              <a:spcBef>
                <a:spcPts val="0"/>
              </a:spcBef>
              <a:spcAft>
                <a:spcPts val="0"/>
              </a:spcAft>
              <a:buNone/>
            </a:pPr>
            <a:r>
              <a:rPr b="1" i="1" lang="es-419" sz="600">
                <a:latin typeface="Arvo"/>
                <a:ea typeface="Arvo"/>
                <a:cs typeface="Arvo"/>
                <a:sym typeface="Arvo"/>
              </a:rPr>
              <a:t> </a:t>
            </a:r>
            <a:r>
              <a:rPr i="1" lang="es-419" sz="600">
                <a:solidFill>
                  <a:srgbClr val="666666"/>
                </a:solidFill>
                <a:latin typeface="Arvo"/>
                <a:ea typeface="Arvo"/>
                <a:cs typeface="Arvo"/>
                <a:sym typeface="Arvo"/>
              </a:rPr>
              <a:t>&lt;ej: Cita reservada, Recibir producto&gt;</a:t>
            </a:r>
            <a:endParaRPr i="1" sz="600">
              <a:solidFill>
                <a:srgbClr val="666666"/>
              </a:solidFill>
              <a:latin typeface="Arvo"/>
              <a:ea typeface="Arvo"/>
              <a:cs typeface="Arvo"/>
              <a:sym typeface="Arvo"/>
            </a:endParaRPr>
          </a:p>
        </p:txBody>
      </p:sp>
      <p:sp>
        <p:nvSpPr>
          <p:cNvPr id="12060" name="Google Shape;12060;p209"/>
          <p:cNvSpPr/>
          <p:nvPr/>
        </p:nvSpPr>
        <p:spPr>
          <a:xfrm>
            <a:off x="2504925" y="5378489"/>
            <a:ext cx="6822000" cy="343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12061" name="Google Shape;12061;p209"/>
          <p:cNvSpPr txBox="1"/>
          <p:nvPr/>
        </p:nvSpPr>
        <p:spPr>
          <a:xfrm>
            <a:off x="752801" y="5957982"/>
            <a:ext cx="1648800" cy="366300"/>
          </a:xfrm>
          <a:prstGeom prst="rect">
            <a:avLst/>
          </a:prstGeom>
          <a:noFill/>
          <a:ln>
            <a:noFill/>
          </a:ln>
        </p:spPr>
        <p:txBody>
          <a:bodyPr anchorCtr="0" anchor="ctr" bIns="0" lIns="0" spcFirstLastPara="1" rIns="0" wrap="square" tIns="0">
            <a:spAutoFit/>
          </a:bodyPr>
          <a:lstStyle/>
          <a:p>
            <a:pPr indent="0" lvl="0" marL="0" marR="0" rtl="0" algn="r">
              <a:lnSpc>
                <a:spcPct val="85000"/>
              </a:lnSpc>
              <a:spcBef>
                <a:spcPts val="0"/>
              </a:spcBef>
              <a:spcAft>
                <a:spcPts val="0"/>
              </a:spcAft>
              <a:buNone/>
            </a:pPr>
            <a:r>
              <a:rPr b="1" lang="es-419" sz="1100">
                <a:latin typeface="Arvo"/>
                <a:ea typeface="Arvo"/>
                <a:cs typeface="Arvo"/>
                <a:sym typeface="Arvo"/>
              </a:rPr>
              <a:t>Meta Empresa:</a:t>
            </a:r>
            <a:endParaRPr b="1" sz="1100">
              <a:latin typeface="Arvo"/>
              <a:ea typeface="Arvo"/>
              <a:cs typeface="Arvo"/>
              <a:sym typeface="Arvo"/>
            </a:endParaRPr>
          </a:p>
          <a:p>
            <a:pPr indent="0" lvl="0" marL="0" marR="0" rtl="0" algn="r">
              <a:lnSpc>
                <a:spcPct val="85000"/>
              </a:lnSpc>
              <a:spcBef>
                <a:spcPts val="0"/>
              </a:spcBef>
              <a:spcAft>
                <a:spcPts val="0"/>
              </a:spcAft>
              <a:buNone/>
            </a:pPr>
            <a:r>
              <a:rPr b="1" lang="es-419" sz="750">
                <a:latin typeface="Arvo"/>
                <a:ea typeface="Arvo"/>
                <a:cs typeface="Arvo"/>
                <a:sym typeface="Arvo"/>
              </a:rPr>
              <a:t>[Meta =&lt;sustantivo&gt;&lt;adjetivo&gt;]</a:t>
            </a:r>
            <a:r>
              <a:rPr b="1" lang="es-419" sz="1100">
                <a:solidFill>
                  <a:schemeClr val="dk1"/>
                </a:solidFill>
              </a:rPr>
              <a:t> </a:t>
            </a:r>
            <a:endParaRPr b="1" sz="1100">
              <a:solidFill>
                <a:schemeClr val="dk1"/>
              </a:solidFill>
            </a:endParaRPr>
          </a:p>
          <a:p>
            <a:pPr indent="0" lvl="0" marL="0" marR="0" rtl="0" algn="r">
              <a:lnSpc>
                <a:spcPct val="85000"/>
              </a:lnSpc>
              <a:spcBef>
                <a:spcPts val="0"/>
              </a:spcBef>
              <a:spcAft>
                <a:spcPts val="0"/>
              </a:spcAft>
              <a:buNone/>
            </a:pPr>
            <a:r>
              <a:rPr i="1" lang="es-419" sz="600">
                <a:solidFill>
                  <a:srgbClr val="666666"/>
                </a:solidFill>
                <a:latin typeface="Arvo"/>
                <a:ea typeface="Arvo"/>
                <a:cs typeface="Arvo"/>
                <a:sym typeface="Arvo"/>
              </a:rPr>
              <a:t>&lt; ej:Cita Reservada&gt;</a:t>
            </a:r>
            <a:endParaRPr b="1" i="1" sz="900">
              <a:latin typeface="Arvo"/>
              <a:ea typeface="Arvo"/>
              <a:cs typeface="Arvo"/>
              <a:sym typeface="Arvo"/>
            </a:endParaRPr>
          </a:p>
        </p:txBody>
      </p:sp>
      <p:sp>
        <p:nvSpPr>
          <p:cNvPr id="12062" name="Google Shape;12062;p209"/>
          <p:cNvSpPr txBox="1"/>
          <p:nvPr/>
        </p:nvSpPr>
        <p:spPr>
          <a:xfrm>
            <a:off x="753551" y="1554664"/>
            <a:ext cx="1647300" cy="261600"/>
          </a:xfrm>
          <a:prstGeom prst="rect">
            <a:avLst/>
          </a:prstGeom>
          <a:noFill/>
          <a:ln>
            <a:noFill/>
          </a:ln>
        </p:spPr>
        <p:txBody>
          <a:bodyPr anchorCtr="0" anchor="ctr" bIns="0" lIns="0" spcFirstLastPara="1" rIns="0" wrap="square" tIns="0">
            <a:spAutoFit/>
          </a:bodyPr>
          <a:lstStyle/>
          <a:p>
            <a:pPr indent="0" lvl="0" marL="0" rtl="0" algn="r">
              <a:spcBef>
                <a:spcPts val="0"/>
              </a:spcBef>
              <a:spcAft>
                <a:spcPts val="0"/>
              </a:spcAft>
              <a:buNone/>
            </a:pPr>
            <a:r>
              <a:rPr b="1" lang="es-419" sz="1100">
                <a:latin typeface="Arvo"/>
                <a:ea typeface="Arvo"/>
                <a:cs typeface="Arvo"/>
                <a:sym typeface="Arvo"/>
              </a:rPr>
              <a:t>Precondición:</a:t>
            </a:r>
            <a:endParaRPr b="1" sz="1100">
              <a:latin typeface="Arvo"/>
              <a:ea typeface="Arvo"/>
              <a:cs typeface="Arvo"/>
              <a:sym typeface="Arvo"/>
            </a:endParaRPr>
          </a:p>
          <a:p>
            <a:pPr indent="0" lvl="0" marL="0" rtl="0" algn="r">
              <a:spcBef>
                <a:spcPts val="0"/>
              </a:spcBef>
              <a:spcAft>
                <a:spcPts val="0"/>
              </a:spcAft>
              <a:buNone/>
            </a:pPr>
            <a:r>
              <a:rPr i="1" lang="es-419" sz="600">
                <a:solidFill>
                  <a:srgbClr val="666666"/>
                </a:solidFill>
                <a:latin typeface="Arvo"/>
                <a:ea typeface="Arvo"/>
                <a:cs typeface="Arvo"/>
                <a:sym typeface="Arvo"/>
              </a:rPr>
              <a:t>&lt;ej: El comprador debe estar registrado&gt;</a:t>
            </a:r>
            <a:endParaRPr i="1" sz="600">
              <a:solidFill>
                <a:srgbClr val="666666"/>
              </a:solidFill>
              <a:latin typeface="Arvo"/>
              <a:ea typeface="Arvo"/>
              <a:cs typeface="Arvo"/>
              <a:sym typeface="Arvo"/>
            </a:endParaRPr>
          </a:p>
        </p:txBody>
      </p:sp>
      <p:sp>
        <p:nvSpPr>
          <p:cNvPr id="12063" name="Google Shape;12063;p209"/>
          <p:cNvSpPr/>
          <p:nvPr/>
        </p:nvSpPr>
        <p:spPr>
          <a:xfrm>
            <a:off x="2503775" y="4779372"/>
            <a:ext cx="6823200" cy="472200"/>
          </a:xfrm>
          <a:prstGeom prst="roundRect">
            <a:avLst>
              <a:gd fmla="val 896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12064" name="Google Shape;12064;p209"/>
          <p:cNvSpPr txBox="1"/>
          <p:nvPr>
            <p:ph idx="1" type="subTitle"/>
          </p:nvPr>
        </p:nvSpPr>
        <p:spPr>
          <a:xfrm flipH="1">
            <a:off x="2504363" y="1003698"/>
            <a:ext cx="6822000" cy="342000"/>
          </a:xfrm>
          <a:prstGeom prst="rect">
            <a:avLst/>
          </a:prstGeom>
          <a:noFill/>
          <a:ln>
            <a:noFill/>
          </a:ln>
        </p:spPr>
        <p:txBody>
          <a:bodyPr anchorCtr="0" anchor="ctr" bIns="36000" lIns="36000" spcFirstLastPara="1" rIns="36000" wrap="square" tIns="36000">
            <a:noAutofit/>
          </a:bodyPr>
          <a:lstStyle>
            <a:lvl1pPr lvl="0">
              <a:lnSpc>
                <a:spcPct val="90000"/>
              </a:lnSpc>
              <a:spcBef>
                <a:spcPts val="0"/>
              </a:spcBef>
              <a:spcAft>
                <a:spcPts val="0"/>
              </a:spcAft>
              <a:buClr>
                <a:srgbClr val="000000"/>
              </a:buClr>
              <a:buSzPts val="1000"/>
              <a:buFont typeface="Arvo"/>
              <a:buNone/>
              <a:defRPr sz="10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1000"/>
              <a:buNone/>
              <a:defRPr sz="1000">
                <a:solidFill>
                  <a:srgbClr val="000000"/>
                </a:solidFill>
              </a:defRPr>
            </a:lvl2pPr>
            <a:lvl3pPr lvl="2">
              <a:lnSpc>
                <a:spcPct val="90000"/>
              </a:lnSpc>
              <a:spcBef>
                <a:spcPts val="0"/>
              </a:spcBef>
              <a:spcAft>
                <a:spcPts val="0"/>
              </a:spcAft>
              <a:buClr>
                <a:srgbClr val="000000"/>
              </a:buClr>
              <a:buSzPts val="1000"/>
              <a:buNone/>
              <a:defRPr sz="1000">
                <a:solidFill>
                  <a:srgbClr val="000000"/>
                </a:solidFill>
              </a:defRPr>
            </a:lvl3pPr>
            <a:lvl4pPr lvl="3">
              <a:lnSpc>
                <a:spcPct val="90000"/>
              </a:lnSpc>
              <a:spcBef>
                <a:spcPts val="0"/>
              </a:spcBef>
              <a:spcAft>
                <a:spcPts val="0"/>
              </a:spcAft>
              <a:buClr>
                <a:srgbClr val="000000"/>
              </a:buClr>
              <a:buSzPts val="1000"/>
              <a:buNone/>
              <a:defRPr sz="1000">
                <a:solidFill>
                  <a:srgbClr val="000000"/>
                </a:solidFill>
              </a:defRPr>
            </a:lvl4pPr>
            <a:lvl5pPr lvl="4">
              <a:lnSpc>
                <a:spcPct val="90000"/>
              </a:lnSpc>
              <a:spcBef>
                <a:spcPts val="0"/>
              </a:spcBef>
              <a:spcAft>
                <a:spcPts val="0"/>
              </a:spcAft>
              <a:buClr>
                <a:srgbClr val="000000"/>
              </a:buClr>
              <a:buSzPts val="1000"/>
              <a:buNone/>
              <a:defRPr sz="1000">
                <a:solidFill>
                  <a:srgbClr val="000000"/>
                </a:solidFill>
              </a:defRPr>
            </a:lvl5pPr>
            <a:lvl6pPr lvl="5">
              <a:lnSpc>
                <a:spcPct val="90000"/>
              </a:lnSpc>
              <a:spcBef>
                <a:spcPts val="0"/>
              </a:spcBef>
              <a:spcAft>
                <a:spcPts val="0"/>
              </a:spcAft>
              <a:buClr>
                <a:srgbClr val="000000"/>
              </a:buClr>
              <a:buSzPts val="1000"/>
              <a:buNone/>
              <a:defRPr sz="1000">
                <a:solidFill>
                  <a:srgbClr val="000000"/>
                </a:solidFill>
              </a:defRPr>
            </a:lvl6pPr>
            <a:lvl7pPr lvl="6">
              <a:lnSpc>
                <a:spcPct val="90000"/>
              </a:lnSpc>
              <a:spcBef>
                <a:spcPts val="0"/>
              </a:spcBef>
              <a:spcAft>
                <a:spcPts val="0"/>
              </a:spcAft>
              <a:buClr>
                <a:srgbClr val="000000"/>
              </a:buClr>
              <a:buSzPts val="1000"/>
              <a:buNone/>
              <a:defRPr sz="1000">
                <a:solidFill>
                  <a:srgbClr val="000000"/>
                </a:solidFill>
              </a:defRPr>
            </a:lvl7pPr>
            <a:lvl8pPr lvl="7">
              <a:lnSpc>
                <a:spcPct val="90000"/>
              </a:lnSpc>
              <a:spcBef>
                <a:spcPts val="0"/>
              </a:spcBef>
              <a:spcAft>
                <a:spcPts val="0"/>
              </a:spcAft>
              <a:buClr>
                <a:srgbClr val="000000"/>
              </a:buClr>
              <a:buSzPts val="1000"/>
              <a:buNone/>
              <a:defRPr sz="1000">
                <a:solidFill>
                  <a:srgbClr val="000000"/>
                </a:solidFill>
              </a:defRPr>
            </a:lvl8pPr>
            <a:lvl9pPr lvl="8">
              <a:lnSpc>
                <a:spcPct val="90000"/>
              </a:lnSpc>
              <a:spcBef>
                <a:spcPts val="0"/>
              </a:spcBef>
              <a:spcAft>
                <a:spcPts val="0"/>
              </a:spcAft>
              <a:buClr>
                <a:srgbClr val="000000"/>
              </a:buClr>
              <a:buSzPts val="1000"/>
              <a:buNone/>
              <a:defRPr sz="1000">
                <a:solidFill>
                  <a:srgbClr val="000000"/>
                </a:solidFill>
              </a:defRPr>
            </a:lvl9pPr>
          </a:lstStyle>
          <a:p/>
        </p:txBody>
      </p:sp>
      <p:sp>
        <p:nvSpPr>
          <p:cNvPr id="12065" name="Google Shape;12065;p209"/>
          <p:cNvSpPr txBox="1"/>
          <p:nvPr>
            <p:ph idx="4" type="subTitle"/>
          </p:nvPr>
        </p:nvSpPr>
        <p:spPr>
          <a:xfrm>
            <a:off x="2504975" y="1540102"/>
            <a:ext cx="6822000" cy="472200"/>
          </a:xfrm>
          <a:prstGeom prst="rect">
            <a:avLst/>
          </a:prstGeom>
          <a:noFill/>
          <a:ln>
            <a:noFill/>
          </a:ln>
        </p:spPr>
        <p:txBody>
          <a:bodyPr anchorCtr="0" anchor="t" bIns="36000" lIns="36000" spcFirstLastPara="1" rIns="36000" wrap="square" tIns="36000">
            <a:noAutofit/>
          </a:bodyPr>
          <a:lstStyle>
            <a:lvl1pPr lvl="0">
              <a:lnSpc>
                <a:spcPct val="90000"/>
              </a:lnSpc>
              <a:spcBef>
                <a:spcPts val="0"/>
              </a:spcBef>
              <a:spcAft>
                <a:spcPts val="0"/>
              </a:spcAft>
              <a:buClr>
                <a:srgbClr val="000000"/>
              </a:buClr>
              <a:buSzPts val="1000"/>
              <a:buFont typeface="Arvo"/>
              <a:buNone/>
              <a:defRPr sz="10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1000"/>
              <a:buNone/>
              <a:defRPr sz="1000">
                <a:solidFill>
                  <a:srgbClr val="000000"/>
                </a:solidFill>
              </a:defRPr>
            </a:lvl2pPr>
            <a:lvl3pPr lvl="2">
              <a:lnSpc>
                <a:spcPct val="90000"/>
              </a:lnSpc>
              <a:spcBef>
                <a:spcPts val="0"/>
              </a:spcBef>
              <a:spcAft>
                <a:spcPts val="0"/>
              </a:spcAft>
              <a:buClr>
                <a:srgbClr val="000000"/>
              </a:buClr>
              <a:buSzPts val="1000"/>
              <a:buNone/>
              <a:defRPr sz="1000">
                <a:solidFill>
                  <a:srgbClr val="000000"/>
                </a:solidFill>
              </a:defRPr>
            </a:lvl3pPr>
            <a:lvl4pPr lvl="3">
              <a:lnSpc>
                <a:spcPct val="90000"/>
              </a:lnSpc>
              <a:spcBef>
                <a:spcPts val="0"/>
              </a:spcBef>
              <a:spcAft>
                <a:spcPts val="0"/>
              </a:spcAft>
              <a:buClr>
                <a:srgbClr val="000000"/>
              </a:buClr>
              <a:buSzPts val="1000"/>
              <a:buNone/>
              <a:defRPr sz="1000">
                <a:solidFill>
                  <a:srgbClr val="000000"/>
                </a:solidFill>
              </a:defRPr>
            </a:lvl4pPr>
            <a:lvl5pPr lvl="4">
              <a:lnSpc>
                <a:spcPct val="90000"/>
              </a:lnSpc>
              <a:spcBef>
                <a:spcPts val="0"/>
              </a:spcBef>
              <a:spcAft>
                <a:spcPts val="0"/>
              </a:spcAft>
              <a:buClr>
                <a:srgbClr val="000000"/>
              </a:buClr>
              <a:buSzPts val="1000"/>
              <a:buNone/>
              <a:defRPr sz="1000">
                <a:solidFill>
                  <a:srgbClr val="000000"/>
                </a:solidFill>
              </a:defRPr>
            </a:lvl5pPr>
            <a:lvl6pPr lvl="5">
              <a:lnSpc>
                <a:spcPct val="90000"/>
              </a:lnSpc>
              <a:spcBef>
                <a:spcPts val="0"/>
              </a:spcBef>
              <a:spcAft>
                <a:spcPts val="0"/>
              </a:spcAft>
              <a:buClr>
                <a:srgbClr val="000000"/>
              </a:buClr>
              <a:buSzPts val="1000"/>
              <a:buNone/>
              <a:defRPr sz="1000">
                <a:solidFill>
                  <a:srgbClr val="000000"/>
                </a:solidFill>
              </a:defRPr>
            </a:lvl6pPr>
            <a:lvl7pPr lvl="6">
              <a:lnSpc>
                <a:spcPct val="90000"/>
              </a:lnSpc>
              <a:spcBef>
                <a:spcPts val="0"/>
              </a:spcBef>
              <a:spcAft>
                <a:spcPts val="0"/>
              </a:spcAft>
              <a:buClr>
                <a:srgbClr val="000000"/>
              </a:buClr>
              <a:buSzPts val="1000"/>
              <a:buNone/>
              <a:defRPr sz="1000">
                <a:solidFill>
                  <a:srgbClr val="000000"/>
                </a:solidFill>
              </a:defRPr>
            </a:lvl7pPr>
            <a:lvl8pPr lvl="7">
              <a:lnSpc>
                <a:spcPct val="90000"/>
              </a:lnSpc>
              <a:spcBef>
                <a:spcPts val="0"/>
              </a:spcBef>
              <a:spcAft>
                <a:spcPts val="0"/>
              </a:spcAft>
              <a:buClr>
                <a:srgbClr val="000000"/>
              </a:buClr>
              <a:buSzPts val="1000"/>
              <a:buNone/>
              <a:defRPr sz="1000">
                <a:solidFill>
                  <a:srgbClr val="000000"/>
                </a:solidFill>
              </a:defRPr>
            </a:lvl8pPr>
            <a:lvl9pPr lvl="8">
              <a:lnSpc>
                <a:spcPct val="90000"/>
              </a:lnSpc>
              <a:spcBef>
                <a:spcPts val="0"/>
              </a:spcBef>
              <a:spcAft>
                <a:spcPts val="0"/>
              </a:spcAft>
              <a:buClr>
                <a:srgbClr val="000000"/>
              </a:buClr>
              <a:buSzPts val="1000"/>
              <a:buNone/>
              <a:defRPr sz="1000">
                <a:solidFill>
                  <a:srgbClr val="000000"/>
                </a:solidFill>
              </a:defRPr>
            </a:lvl9pPr>
          </a:lstStyle>
          <a:p/>
        </p:txBody>
      </p:sp>
      <p:sp>
        <p:nvSpPr>
          <p:cNvPr id="12066" name="Google Shape;12066;p209"/>
          <p:cNvSpPr txBox="1"/>
          <p:nvPr>
            <p:ph idx="5" type="subTitle"/>
          </p:nvPr>
        </p:nvSpPr>
        <p:spPr>
          <a:xfrm>
            <a:off x="2505200" y="2140250"/>
            <a:ext cx="6822000" cy="2476200"/>
          </a:xfrm>
          <a:prstGeom prst="rect">
            <a:avLst/>
          </a:prstGeom>
          <a:noFill/>
          <a:ln>
            <a:noFill/>
          </a:ln>
        </p:spPr>
        <p:txBody>
          <a:bodyPr anchorCtr="0" anchor="t" bIns="36000" lIns="36000" spcFirstLastPara="1" rIns="36000" wrap="square" tIns="36000">
            <a:noAutofit/>
          </a:bodyPr>
          <a:lstStyle>
            <a:lvl1pPr lvl="0">
              <a:lnSpc>
                <a:spcPct val="90000"/>
              </a:lnSpc>
              <a:spcBef>
                <a:spcPts val="0"/>
              </a:spcBef>
              <a:spcAft>
                <a:spcPts val="0"/>
              </a:spcAft>
              <a:buClr>
                <a:srgbClr val="000000"/>
              </a:buClr>
              <a:buSzPts val="1000"/>
              <a:buFont typeface="Arvo"/>
              <a:buNone/>
              <a:defRPr sz="10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1000"/>
              <a:buNone/>
              <a:defRPr sz="1000">
                <a:solidFill>
                  <a:srgbClr val="000000"/>
                </a:solidFill>
              </a:defRPr>
            </a:lvl2pPr>
            <a:lvl3pPr lvl="2">
              <a:lnSpc>
                <a:spcPct val="90000"/>
              </a:lnSpc>
              <a:spcBef>
                <a:spcPts val="0"/>
              </a:spcBef>
              <a:spcAft>
                <a:spcPts val="0"/>
              </a:spcAft>
              <a:buClr>
                <a:srgbClr val="000000"/>
              </a:buClr>
              <a:buSzPts val="1000"/>
              <a:buNone/>
              <a:defRPr sz="1000">
                <a:solidFill>
                  <a:srgbClr val="000000"/>
                </a:solidFill>
              </a:defRPr>
            </a:lvl3pPr>
            <a:lvl4pPr lvl="3">
              <a:lnSpc>
                <a:spcPct val="90000"/>
              </a:lnSpc>
              <a:spcBef>
                <a:spcPts val="0"/>
              </a:spcBef>
              <a:spcAft>
                <a:spcPts val="0"/>
              </a:spcAft>
              <a:buClr>
                <a:srgbClr val="000000"/>
              </a:buClr>
              <a:buSzPts val="1000"/>
              <a:buNone/>
              <a:defRPr sz="1000">
                <a:solidFill>
                  <a:srgbClr val="000000"/>
                </a:solidFill>
              </a:defRPr>
            </a:lvl4pPr>
            <a:lvl5pPr lvl="4">
              <a:lnSpc>
                <a:spcPct val="90000"/>
              </a:lnSpc>
              <a:spcBef>
                <a:spcPts val="0"/>
              </a:spcBef>
              <a:spcAft>
                <a:spcPts val="0"/>
              </a:spcAft>
              <a:buClr>
                <a:srgbClr val="000000"/>
              </a:buClr>
              <a:buSzPts val="1000"/>
              <a:buNone/>
              <a:defRPr sz="1000">
                <a:solidFill>
                  <a:srgbClr val="000000"/>
                </a:solidFill>
              </a:defRPr>
            </a:lvl5pPr>
            <a:lvl6pPr lvl="5">
              <a:lnSpc>
                <a:spcPct val="90000"/>
              </a:lnSpc>
              <a:spcBef>
                <a:spcPts val="0"/>
              </a:spcBef>
              <a:spcAft>
                <a:spcPts val="0"/>
              </a:spcAft>
              <a:buClr>
                <a:srgbClr val="000000"/>
              </a:buClr>
              <a:buSzPts val="1000"/>
              <a:buNone/>
              <a:defRPr sz="1000">
                <a:solidFill>
                  <a:srgbClr val="000000"/>
                </a:solidFill>
              </a:defRPr>
            </a:lvl6pPr>
            <a:lvl7pPr lvl="6">
              <a:lnSpc>
                <a:spcPct val="90000"/>
              </a:lnSpc>
              <a:spcBef>
                <a:spcPts val="0"/>
              </a:spcBef>
              <a:spcAft>
                <a:spcPts val="0"/>
              </a:spcAft>
              <a:buClr>
                <a:srgbClr val="000000"/>
              </a:buClr>
              <a:buSzPts val="1000"/>
              <a:buNone/>
              <a:defRPr sz="1000">
                <a:solidFill>
                  <a:srgbClr val="000000"/>
                </a:solidFill>
              </a:defRPr>
            </a:lvl7pPr>
            <a:lvl8pPr lvl="7">
              <a:lnSpc>
                <a:spcPct val="90000"/>
              </a:lnSpc>
              <a:spcBef>
                <a:spcPts val="0"/>
              </a:spcBef>
              <a:spcAft>
                <a:spcPts val="0"/>
              </a:spcAft>
              <a:buClr>
                <a:srgbClr val="000000"/>
              </a:buClr>
              <a:buSzPts val="1000"/>
              <a:buNone/>
              <a:defRPr sz="1000">
                <a:solidFill>
                  <a:srgbClr val="000000"/>
                </a:solidFill>
              </a:defRPr>
            </a:lvl8pPr>
            <a:lvl9pPr lvl="8">
              <a:lnSpc>
                <a:spcPct val="90000"/>
              </a:lnSpc>
              <a:spcBef>
                <a:spcPts val="0"/>
              </a:spcBef>
              <a:spcAft>
                <a:spcPts val="0"/>
              </a:spcAft>
              <a:buClr>
                <a:srgbClr val="000000"/>
              </a:buClr>
              <a:buSzPts val="1000"/>
              <a:buNone/>
              <a:defRPr sz="1000">
                <a:solidFill>
                  <a:srgbClr val="000000"/>
                </a:solidFill>
              </a:defRPr>
            </a:lvl9pPr>
          </a:lstStyle>
          <a:p/>
        </p:txBody>
      </p:sp>
      <p:sp>
        <p:nvSpPr>
          <p:cNvPr id="12067" name="Google Shape;12067;p209"/>
          <p:cNvSpPr txBox="1"/>
          <p:nvPr>
            <p:ph idx="6" type="subTitle"/>
          </p:nvPr>
        </p:nvSpPr>
        <p:spPr>
          <a:xfrm>
            <a:off x="2508875" y="4779371"/>
            <a:ext cx="6813000" cy="421200"/>
          </a:xfrm>
          <a:prstGeom prst="rect">
            <a:avLst/>
          </a:prstGeom>
          <a:noFill/>
          <a:ln>
            <a:noFill/>
          </a:ln>
        </p:spPr>
        <p:txBody>
          <a:bodyPr anchorCtr="0" anchor="t" bIns="36000" lIns="36000" spcFirstLastPara="1" rIns="36000" wrap="square" tIns="36000">
            <a:noAutofit/>
          </a:bodyPr>
          <a:lstStyle>
            <a:lvl1pPr lvl="0">
              <a:lnSpc>
                <a:spcPct val="90000"/>
              </a:lnSpc>
              <a:spcBef>
                <a:spcPts val="0"/>
              </a:spcBef>
              <a:spcAft>
                <a:spcPts val="0"/>
              </a:spcAft>
              <a:buClr>
                <a:srgbClr val="000000"/>
              </a:buClr>
              <a:buSzPts val="1000"/>
              <a:buFont typeface="Arvo"/>
              <a:buNone/>
              <a:defRPr sz="10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1000"/>
              <a:buNone/>
              <a:defRPr sz="1000">
                <a:solidFill>
                  <a:srgbClr val="000000"/>
                </a:solidFill>
              </a:defRPr>
            </a:lvl2pPr>
            <a:lvl3pPr lvl="2">
              <a:lnSpc>
                <a:spcPct val="90000"/>
              </a:lnSpc>
              <a:spcBef>
                <a:spcPts val="0"/>
              </a:spcBef>
              <a:spcAft>
                <a:spcPts val="0"/>
              </a:spcAft>
              <a:buClr>
                <a:srgbClr val="000000"/>
              </a:buClr>
              <a:buSzPts val="1000"/>
              <a:buNone/>
              <a:defRPr sz="1000">
                <a:solidFill>
                  <a:srgbClr val="000000"/>
                </a:solidFill>
              </a:defRPr>
            </a:lvl3pPr>
            <a:lvl4pPr lvl="3">
              <a:lnSpc>
                <a:spcPct val="90000"/>
              </a:lnSpc>
              <a:spcBef>
                <a:spcPts val="0"/>
              </a:spcBef>
              <a:spcAft>
                <a:spcPts val="0"/>
              </a:spcAft>
              <a:buClr>
                <a:srgbClr val="000000"/>
              </a:buClr>
              <a:buSzPts val="1000"/>
              <a:buNone/>
              <a:defRPr sz="1000">
                <a:solidFill>
                  <a:srgbClr val="000000"/>
                </a:solidFill>
              </a:defRPr>
            </a:lvl4pPr>
            <a:lvl5pPr lvl="4">
              <a:lnSpc>
                <a:spcPct val="90000"/>
              </a:lnSpc>
              <a:spcBef>
                <a:spcPts val="0"/>
              </a:spcBef>
              <a:spcAft>
                <a:spcPts val="0"/>
              </a:spcAft>
              <a:buClr>
                <a:srgbClr val="000000"/>
              </a:buClr>
              <a:buSzPts val="1000"/>
              <a:buNone/>
              <a:defRPr sz="1000">
                <a:solidFill>
                  <a:srgbClr val="000000"/>
                </a:solidFill>
              </a:defRPr>
            </a:lvl5pPr>
            <a:lvl6pPr lvl="5">
              <a:lnSpc>
                <a:spcPct val="90000"/>
              </a:lnSpc>
              <a:spcBef>
                <a:spcPts val="0"/>
              </a:spcBef>
              <a:spcAft>
                <a:spcPts val="0"/>
              </a:spcAft>
              <a:buClr>
                <a:srgbClr val="000000"/>
              </a:buClr>
              <a:buSzPts val="1000"/>
              <a:buNone/>
              <a:defRPr sz="1000">
                <a:solidFill>
                  <a:srgbClr val="000000"/>
                </a:solidFill>
              </a:defRPr>
            </a:lvl6pPr>
            <a:lvl7pPr lvl="6">
              <a:lnSpc>
                <a:spcPct val="90000"/>
              </a:lnSpc>
              <a:spcBef>
                <a:spcPts val="0"/>
              </a:spcBef>
              <a:spcAft>
                <a:spcPts val="0"/>
              </a:spcAft>
              <a:buClr>
                <a:srgbClr val="000000"/>
              </a:buClr>
              <a:buSzPts val="1000"/>
              <a:buNone/>
              <a:defRPr sz="1000">
                <a:solidFill>
                  <a:srgbClr val="000000"/>
                </a:solidFill>
              </a:defRPr>
            </a:lvl7pPr>
            <a:lvl8pPr lvl="7">
              <a:lnSpc>
                <a:spcPct val="90000"/>
              </a:lnSpc>
              <a:spcBef>
                <a:spcPts val="0"/>
              </a:spcBef>
              <a:spcAft>
                <a:spcPts val="0"/>
              </a:spcAft>
              <a:buClr>
                <a:srgbClr val="000000"/>
              </a:buClr>
              <a:buSzPts val="1000"/>
              <a:buNone/>
              <a:defRPr sz="1000">
                <a:solidFill>
                  <a:srgbClr val="000000"/>
                </a:solidFill>
              </a:defRPr>
            </a:lvl8pPr>
            <a:lvl9pPr lvl="8">
              <a:lnSpc>
                <a:spcPct val="90000"/>
              </a:lnSpc>
              <a:spcBef>
                <a:spcPts val="0"/>
              </a:spcBef>
              <a:spcAft>
                <a:spcPts val="0"/>
              </a:spcAft>
              <a:buClr>
                <a:srgbClr val="000000"/>
              </a:buClr>
              <a:buSzPts val="1000"/>
              <a:buNone/>
              <a:defRPr sz="1000">
                <a:solidFill>
                  <a:srgbClr val="000000"/>
                </a:solidFill>
              </a:defRPr>
            </a:lvl9pPr>
          </a:lstStyle>
          <a:p/>
        </p:txBody>
      </p:sp>
      <p:sp>
        <p:nvSpPr>
          <p:cNvPr id="12068" name="Google Shape;12068;p209"/>
          <p:cNvSpPr txBox="1"/>
          <p:nvPr>
            <p:ph idx="7" type="subTitle"/>
          </p:nvPr>
        </p:nvSpPr>
        <p:spPr>
          <a:xfrm>
            <a:off x="2504325" y="5379239"/>
            <a:ext cx="6823200" cy="342000"/>
          </a:xfrm>
          <a:prstGeom prst="rect">
            <a:avLst/>
          </a:prstGeom>
          <a:noFill/>
          <a:ln>
            <a:noFill/>
          </a:ln>
        </p:spPr>
        <p:txBody>
          <a:bodyPr anchorCtr="0" anchor="ctr" bIns="36000" lIns="36000" spcFirstLastPara="1" rIns="36000" wrap="square" tIns="36000">
            <a:noAutofit/>
          </a:bodyPr>
          <a:lstStyle>
            <a:lvl1pPr lvl="0">
              <a:lnSpc>
                <a:spcPct val="90000"/>
              </a:lnSpc>
              <a:spcBef>
                <a:spcPts val="0"/>
              </a:spcBef>
              <a:spcAft>
                <a:spcPts val="0"/>
              </a:spcAft>
              <a:buClr>
                <a:srgbClr val="000000"/>
              </a:buClr>
              <a:buSzPts val="1000"/>
              <a:buFont typeface="Arvo"/>
              <a:buNone/>
              <a:defRPr sz="10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1000"/>
              <a:buNone/>
              <a:defRPr sz="1000">
                <a:solidFill>
                  <a:srgbClr val="000000"/>
                </a:solidFill>
              </a:defRPr>
            </a:lvl2pPr>
            <a:lvl3pPr lvl="2">
              <a:lnSpc>
                <a:spcPct val="90000"/>
              </a:lnSpc>
              <a:spcBef>
                <a:spcPts val="0"/>
              </a:spcBef>
              <a:spcAft>
                <a:spcPts val="0"/>
              </a:spcAft>
              <a:buClr>
                <a:srgbClr val="000000"/>
              </a:buClr>
              <a:buSzPts val="1000"/>
              <a:buNone/>
              <a:defRPr sz="1000">
                <a:solidFill>
                  <a:srgbClr val="000000"/>
                </a:solidFill>
              </a:defRPr>
            </a:lvl3pPr>
            <a:lvl4pPr lvl="3">
              <a:lnSpc>
                <a:spcPct val="90000"/>
              </a:lnSpc>
              <a:spcBef>
                <a:spcPts val="0"/>
              </a:spcBef>
              <a:spcAft>
                <a:spcPts val="0"/>
              </a:spcAft>
              <a:buClr>
                <a:srgbClr val="000000"/>
              </a:buClr>
              <a:buSzPts val="1000"/>
              <a:buNone/>
              <a:defRPr sz="1000">
                <a:solidFill>
                  <a:srgbClr val="000000"/>
                </a:solidFill>
              </a:defRPr>
            </a:lvl4pPr>
            <a:lvl5pPr lvl="4">
              <a:lnSpc>
                <a:spcPct val="90000"/>
              </a:lnSpc>
              <a:spcBef>
                <a:spcPts val="0"/>
              </a:spcBef>
              <a:spcAft>
                <a:spcPts val="0"/>
              </a:spcAft>
              <a:buClr>
                <a:srgbClr val="000000"/>
              </a:buClr>
              <a:buSzPts val="1000"/>
              <a:buNone/>
              <a:defRPr sz="1000">
                <a:solidFill>
                  <a:srgbClr val="000000"/>
                </a:solidFill>
              </a:defRPr>
            </a:lvl5pPr>
            <a:lvl6pPr lvl="5">
              <a:lnSpc>
                <a:spcPct val="90000"/>
              </a:lnSpc>
              <a:spcBef>
                <a:spcPts val="0"/>
              </a:spcBef>
              <a:spcAft>
                <a:spcPts val="0"/>
              </a:spcAft>
              <a:buClr>
                <a:srgbClr val="000000"/>
              </a:buClr>
              <a:buSzPts val="1000"/>
              <a:buNone/>
              <a:defRPr sz="1000">
                <a:solidFill>
                  <a:srgbClr val="000000"/>
                </a:solidFill>
              </a:defRPr>
            </a:lvl6pPr>
            <a:lvl7pPr lvl="6">
              <a:lnSpc>
                <a:spcPct val="90000"/>
              </a:lnSpc>
              <a:spcBef>
                <a:spcPts val="0"/>
              </a:spcBef>
              <a:spcAft>
                <a:spcPts val="0"/>
              </a:spcAft>
              <a:buClr>
                <a:srgbClr val="000000"/>
              </a:buClr>
              <a:buSzPts val="1000"/>
              <a:buNone/>
              <a:defRPr sz="1000">
                <a:solidFill>
                  <a:srgbClr val="000000"/>
                </a:solidFill>
              </a:defRPr>
            </a:lvl7pPr>
            <a:lvl8pPr lvl="7">
              <a:lnSpc>
                <a:spcPct val="90000"/>
              </a:lnSpc>
              <a:spcBef>
                <a:spcPts val="0"/>
              </a:spcBef>
              <a:spcAft>
                <a:spcPts val="0"/>
              </a:spcAft>
              <a:buClr>
                <a:srgbClr val="000000"/>
              </a:buClr>
              <a:buSzPts val="1000"/>
              <a:buNone/>
              <a:defRPr sz="1000">
                <a:solidFill>
                  <a:srgbClr val="000000"/>
                </a:solidFill>
              </a:defRPr>
            </a:lvl8pPr>
            <a:lvl9pPr lvl="8">
              <a:lnSpc>
                <a:spcPct val="90000"/>
              </a:lnSpc>
              <a:spcBef>
                <a:spcPts val="0"/>
              </a:spcBef>
              <a:spcAft>
                <a:spcPts val="0"/>
              </a:spcAft>
              <a:buClr>
                <a:srgbClr val="000000"/>
              </a:buClr>
              <a:buSzPts val="1000"/>
              <a:buNone/>
              <a:defRPr sz="1000">
                <a:solidFill>
                  <a:srgbClr val="000000"/>
                </a:solidFill>
              </a:defRPr>
            </a:lvl9pPr>
          </a:lstStyle>
          <a:p/>
        </p:txBody>
      </p:sp>
      <p:sp>
        <p:nvSpPr>
          <p:cNvPr id="12069" name="Google Shape;12069;p209"/>
          <p:cNvSpPr txBox="1"/>
          <p:nvPr/>
        </p:nvSpPr>
        <p:spPr>
          <a:xfrm>
            <a:off x="752801" y="4795332"/>
            <a:ext cx="1648800" cy="232500"/>
          </a:xfrm>
          <a:prstGeom prst="rect">
            <a:avLst/>
          </a:prstGeom>
          <a:noFill/>
          <a:ln>
            <a:noFill/>
          </a:ln>
        </p:spPr>
        <p:txBody>
          <a:bodyPr anchorCtr="0" anchor="ctr" bIns="0" lIns="0" spcFirstLastPara="1" rIns="0" wrap="square" tIns="0">
            <a:noAutofit/>
          </a:bodyPr>
          <a:lstStyle/>
          <a:p>
            <a:pPr indent="0" lvl="0" marL="0" rtl="0" algn="r">
              <a:spcBef>
                <a:spcPts val="0"/>
              </a:spcBef>
              <a:spcAft>
                <a:spcPts val="0"/>
              </a:spcAft>
              <a:buNone/>
            </a:pPr>
            <a:r>
              <a:rPr b="1" lang="es-419" sz="1100">
                <a:latin typeface="Arvo"/>
                <a:ea typeface="Arvo"/>
                <a:cs typeface="Arvo"/>
                <a:sym typeface="Arvo"/>
              </a:rPr>
              <a:t>Poscondición:</a:t>
            </a:r>
            <a:endParaRPr b="1" sz="1100">
              <a:latin typeface="Arvo"/>
              <a:ea typeface="Arvo"/>
              <a:cs typeface="Arvo"/>
              <a:sym typeface="Arvo"/>
            </a:endParaRPr>
          </a:p>
          <a:p>
            <a:pPr indent="0" lvl="0" marL="0" rtl="0" algn="r">
              <a:spcBef>
                <a:spcPts val="0"/>
              </a:spcBef>
              <a:spcAft>
                <a:spcPts val="0"/>
              </a:spcAft>
              <a:buNone/>
            </a:pPr>
            <a:r>
              <a:rPr i="1" lang="es-419" sz="600">
                <a:solidFill>
                  <a:srgbClr val="666666"/>
                </a:solidFill>
                <a:latin typeface="Arvo"/>
                <a:ea typeface="Arvo"/>
                <a:cs typeface="Arvo"/>
                <a:sym typeface="Arvo"/>
              </a:rPr>
              <a:t>&lt;ej:El pago debe estar realizado&gt;</a:t>
            </a:r>
            <a:endParaRPr i="1" sz="600">
              <a:solidFill>
                <a:srgbClr val="666666"/>
              </a:solidFill>
              <a:latin typeface="Arvo"/>
              <a:ea typeface="Arvo"/>
              <a:cs typeface="Arvo"/>
              <a:sym typeface="Arvo"/>
            </a:endParaRPr>
          </a:p>
        </p:txBody>
      </p:sp>
      <p:sp>
        <p:nvSpPr>
          <p:cNvPr id="12070" name="Google Shape;12070;p209"/>
          <p:cNvSpPr/>
          <p:nvPr/>
        </p:nvSpPr>
        <p:spPr>
          <a:xfrm>
            <a:off x="2504363" y="5905032"/>
            <a:ext cx="6822000" cy="4722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12071" name="Google Shape;12071;p209"/>
          <p:cNvSpPr txBox="1"/>
          <p:nvPr>
            <p:ph idx="8" type="subTitle"/>
          </p:nvPr>
        </p:nvSpPr>
        <p:spPr>
          <a:xfrm>
            <a:off x="2513469" y="5905025"/>
            <a:ext cx="6813000" cy="472200"/>
          </a:xfrm>
          <a:prstGeom prst="rect">
            <a:avLst/>
          </a:prstGeom>
          <a:noFill/>
          <a:ln>
            <a:noFill/>
          </a:ln>
        </p:spPr>
        <p:txBody>
          <a:bodyPr anchorCtr="0" anchor="ctr" bIns="36000" lIns="36000" spcFirstLastPara="1" rIns="36000" wrap="square" tIns="36000">
            <a:noAutofit/>
          </a:bodyPr>
          <a:lstStyle>
            <a:lvl1pPr lvl="0">
              <a:lnSpc>
                <a:spcPct val="90000"/>
              </a:lnSpc>
              <a:spcBef>
                <a:spcPts val="0"/>
              </a:spcBef>
              <a:spcAft>
                <a:spcPts val="0"/>
              </a:spcAft>
              <a:buClr>
                <a:srgbClr val="000000"/>
              </a:buClr>
              <a:buSzPts val="1000"/>
              <a:buFont typeface="Arvo"/>
              <a:buNone/>
              <a:defRPr sz="10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1000"/>
              <a:buNone/>
              <a:defRPr sz="1000">
                <a:solidFill>
                  <a:srgbClr val="000000"/>
                </a:solidFill>
              </a:defRPr>
            </a:lvl2pPr>
            <a:lvl3pPr lvl="2">
              <a:lnSpc>
                <a:spcPct val="90000"/>
              </a:lnSpc>
              <a:spcBef>
                <a:spcPts val="0"/>
              </a:spcBef>
              <a:spcAft>
                <a:spcPts val="0"/>
              </a:spcAft>
              <a:buClr>
                <a:srgbClr val="000000"/>
              </a:buClr>
              <a:buSzPts val="1000"/>
              <a:buNone/>
              <a:defRPr sz="1000">
                <a:solidFill>
                  <a:srgbClr val="000000"/>
                </a:solidFill>
              </a:defRPr>
            </a:lvl3pPr>
            <a:lvl4pPr lvl="3">
              <a:lnSpc>
                <a:spcPct val="90000"/>
              </a:lnSpc>
              <a:spcBef>
                <a:spcPts val="0"/>
              </a:spcBef>
              <a:spcAft>
                <a:spcPts val="0"/>
              </a:spcAft>
              <a:buClr>
                <a:srgbClr val="000000"/>
              </a:buClr>
              <a:buSzPts val="1000"/>
              <a:buNone/>
              <a:defRPr sz="1000">
                <a:solidFill>
                  <a:srgbClr val="000000"/>
                </a:solidFill>
              </a:defRPr>
            </a:lvl4pPr>
            <a:lvl5pPr lvl="4">
              <a:lnSpc>
                <a:spcPct val="90000"/>
              </a:lnSpc>
              <a:spcBef>
                <a:spcPts val="0"/>
              </a:spcBef>
              <a:spcAft>
                <a:spcPts val="0"/>
              </a:spcAft>
              <a:buClr>
                <a:srgbClr val="000000"/>
              </a:buClr>
              <a:buSzPts val="1000"/>
              <a:buNone/>
              <a:defRPr sz="1000">
                <a:solidFill>
                  <a:srgbClr val="000000"/>
                </a:solidFill>
              </a:defRPr>
            </a:lvl5pPr>
            <a:lvl6pPr lvl="5">
              <a:lnSpc>
                <a:spcPct val="90000"/>
              </a:lnSpc>
              <a:spcBef>
                <a:spcPts val="0"/>
              </a:spcBef>
              <a:spcAft>
                <a:spcPts val="0"/>
              </a:spcAft>
              <a:buClr>
                <a:srgbClr val="000000"/>
              </a:buClr>
              <a:buSzPts val="1000"/>
              <a:buNone/>
              <a:defRPr sz="1000">
                <a:solidFill>
                  <a:srgbClr val="000000"/>
                </a:solidFill>
              </a:defRPr>
            </a:lvl6pPr>
            <a:lvl7pPr lvl="6">
              <a:lnSpc>
                <a:spcPct val="90000"/>
              </a:lnSpc>
              <a:spcBef>
                <a:spcPts val="0"/>
              </a:spcBef>
              <a:spcAft>
                <a:spcPts val="0"/>
              </a:spcAft>
              <a:buClr>
                <a:srgbClr val="000000"/>
              </a:buClr>
              <a:buSzPts val="1000"/>
              <a:buNone/>
              <a:defRPr sz="1000">
                <a:solidFill>
                  <a:srgbClr val="000000"/>
                </a:solidFill>
              </a:defRPr>
            </a:lvl7pPr>
            <a:lvl8pPr lvl="7">
              <a:lnSpc>
                <a:spcPct val="90000"/>
              </a:lnSpc>
              <a:spcBef>
                <a:spcPts val="0"/>
              </a:spcBef>
              <a:spcAft>
                <a:spcPts val="0"/>
              </a:spcAft>
              <a:buClr>
                <a:srgbClr val="000000"/>
              </a:buClr>
              <a:buSzPts val="1000"/>
              <a:buNone/>
              <a:defRPr sz="1000">
                <a:solidFill>
                  <a:srgbClr val="000000"/>
                </a:solidFill>
              </a:defRPr>
            </a:lvl8pPr>
            <a:lvl9pPr lvl="8">
              <a:lnSpc>
                <a:spcPct val="90000"/>
              </a:lnSpc>
              <a:spcBef>
                <a:spcPts val="0"/>
              </a:spcBef>
              <a:spcAft>
                <a:spcPts val="0"/>
              </a:spcAft>
              <a:buClr>
                <a:srgbClr val="000000"/>
              </a:buClr>
              <a:buSzPts val="1000"/>
              <a:buNone/>
              <a:defRPr sz="1000">
                <a:solidFill>
                  <a:srgbClr val="000000"/>
                </a:solidFill>
              </a:defRPr>
            </a:lvl9pPr>
          </a:lstStyle>
          <a:p/>
        </p:txBody>
      </p:sp>
      <p:sp>
        <p:nvSpPr>
          <p:cNvPr id="12072" name="Google Shape;12072;p209"/>
          <p:cNvSpPr/>
          <p:nvPr/>
        </p:nvSpPr>
        <p:spPr>
          <a:xfrm>
            <a:off x="2277739" y="663750"/>
            <a:ext cx="88500" cy="1089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3" name="Google Shape;12073;p209"/>
          <p:cNvSpPr txBox="1"/>
          <p:nvPr/>
        </p:nvSpPr>
        <p:spPr>
          <a:xfrm>
            <a:off x="84825" y="598125"/>
            <a:ext cx="595500" cy="205800"/>
          </a:xfrm>
          <a:prstGeom prst="rect">
            <a:avLst/>
          </a:prstGeom>
          <a:noFill/>
          <a:ln>
            <a:noFill/>
          </a:ln>
        </p:spPr>
        <p:txBody>
          <a:bodyPr anchorCtr="0" anchor="t" bIns="18000" lIns="18000" spcFirstLastPara="1" rIns="18000" wrap="square" tIns="18000">
            <a:spAutoFit/>
          </a:bodyPr>
          <a:lstStyle/>
          <a:p>
            <a:pPr indent="0" lvl="0" marL="0" rtl="0" algn="l">
              <a:spcBef>
                <a:spcPts val="0"/>
              </a:spcBef>
              <a:spcAft>
                <a:spcPts val="0"/>
              </a:spcAft>
              <a:buNone/>
            </a:pPr>
            <a:r>
              <a:rPr lang="es-419" sz="1100">
                <a:solidFill>
                  <a:srgbClr val="FFFFFF"/>
                </a:solidFill>
              </a:rPr>
              <a:t>Nombre:</a:t>
            </a:r>
            <a:endParaRPr sz="1100">
              <a:solidFill>
                <a:srgbClr val="FFFFFF"/>
              </a:solidFill>
            </a:endParaRPr>
          </a:p>
        </p:txBody>
      </p:sp>
    </p:spTree>
  </p:cSld>
  <p:clrMapOvr>
    <a:masterClrMapping/>
  </p:clrMapOvr>
</p:sldLayout>
</file>

<file path=ppt/slideLayouts/slideLayout20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En Blanco">
  <p:cSld name="CUSTOM_1">
    <p:spTree>
      <p:nvGrpSpPr>
        <p:cNvPr id="12074" name="Shape 12074"/>
        <p:cNvGrpSpPr/>
        <p:nvPr/>
      </p:nvGrpSpPr>
      <p:grpSpPr>
        <a:xfrm>
          <a:off x="0" y="0"/>
          <a:ext cx="0" cy="0"/>
          <a:chOff x="0" y="0"/>
          <a:chExt cx="0" cy="0"/>
        </a:xfrm>
      </p:grpSpPr>
    </p:spTree>
  </p:cSld>
  <p:clrMapOvr>
    <a:masterClrMapping/>
  </p:clrMapOvr>
</p:sldLayout>
</file>

<file path=ppt/slideLayouts/slideLayout20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Paleta 1">
  <p:cSld name="CUSTOM_2">
    <p:spTree>
      <p:nvGrpSpPr>
        <p:cNvPr id="12075" name="Shape 12075"/>
        <p:cNvGrpSpPr/>
        <p:nvPr/>
      </p:nvGrpSpPr>
      <p:grpSpPr>
        <a:xfrm>
          <a:off x="0" y="0"/>
          <a:ext cx="0" cy="0"/>
          <a:chOff x="0" y="0"/>
          <a:chExt cx="0" cy="0"/>
        </a:xfrm>
      </p:grpSpPr>
      <p:sp>
        <p:nvSpPr>
          <p:cNvPr id="12076" name="Google Shape;12076;p211"/>
          <p:cNvSpPr/>
          <p:nvPr/>
        </p:nvSpPr>
        <p:spPr>
          <a:xfrm>
            <a:off x="328944" y="822265"/>
            <a:ext cx="748200" cy="5770500"/>
          </a:xfrm>
          <a:prstGeom prst="roundRect">
            <a:avLst>
              <a:gd fmla="val 11877" name="adj"/>
            </a:avLst>
          </a:prstGeom>
          <a:solidFill>
            <a:srgbClr val="F3F3F3"/>
          </a:solidFill>
          <a:ln cap="flat" cmpd="sng" w="9525">
            <a:solidFill>
              <a:srgbClr val="F3F3F3"/>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7" name="Google Shape;12077;p211"/>
          <p:cNvSpPr/>
          <p:nvPr/>
        </p:nvSpPr>
        <p:spPr>
          <a:xfrm>
            <a:off x="1603185" y="822265"/>
            <a:ext cx="748200" cy="5770500"/>
          </a:xfrm>
          <a:prstGeom prst="roundRect">
            <a:avLst>
              <a:gd fmla="val 11877" name="adj"/>
            </a:avLst>
          </a:prstGeom>
          <a:solidFill>
            <a:srgbClr val="F3F3F3"/>
          </a:solidFill>
          <a:ln cap="flat" cmpd="sng" w="9525">
            <a:solidFill>
              <a:srgbClr val="F3F3F3"/>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8" name="Google Shape;12078;p211"/>
          <p:cNvSpPr/>
          <p:nvPr/>
        </p:nvSpPr>
        <p:spPr>
          <a:xfrm>
            <a:off x="1469685" y="263250"/>
            <a:ext cx="1015200" cy="421200"/>
          </a:xfrm>
          <a:prstGeom prst="roundRect">
            <a:avLst>
              <a:gd fmla="val 17492" name="adj"/>
            </a:avLst>
          </a:prstGeom>
          <a:solidFill>
            <a:srgbClr val="000000"/>
          </a:solidFill>
          <a:ln cap="flat" cmpd="sng" w="9525">
            <a:solidFill>
              <a:srgbClr val="000000"/>
            </a:solidFill>
            <a:prstDash val="solid"/>
            <a:round/>
            <a:headEnd len="sm" w="sm" type="none"/>
            <a:tailEnd len="sm" w="sm" type="none"/>
          </a:ln>
        </p:spPr>
        <p:txBody>
          <a:bodyPr anchorCtr="0" anchor="ctr" bIns="0" lIns="0" spcFirstLastPara="1" rIns="0" wrap="square" tIns="0">
            <a:noAutofit/>
          </a:bodyPr>
          <a:lstStyle/>
          <a:p>
            <a:pPr indent="0" lvl="0" marL="0" rtl="0" algn="ctr">
              <a:spcBef>
                <a:spcPts val="0"/>
              </a:spcBef>
              <a:spcAft>
                <a:spcPts val="0"/>
              </a:spcAft>
              <a:buNone/>
            </a:pPr>
            <a:r>
              <a:rPr b="1" lang="es-419" sz="1200">
                <a:solidFill>
                  <a:srgbClr val="FFFFFF"/>
                </a:solidFill>
              </a:rPr>
              <a:t>Diagrama </a:t>
            </a:r>
            <a:r>
              <a:rPr b="1" lang="es-419" sz="1100">
                <a:solidFill>
                  <a:srgbClr val="FFFFFF"/>
                </a:solidFill>
              </a:rPr>
              <a:t>Comunicación</a:t>
            </a:r>
            <a:endParaRPr b="1" sz="1100">
              <a:solidFill>
                <a:srgbClr val="FFFFFF"/>
              </a:solidFill>
            </a:endParaRPr>
          </a:p>
        </p:txBody>
      </p:sp>
      <p:sp>
        <p:nvSpPr>
          <p:cNvPr id="12079" name="Google Shape;12079;p211"/>
          <p:cNvSpPr/>
          <p:nvPr/>
        </p:nvSpPr>
        <p:spPr>
          <a:xfrm>
            <a:off x="194994" y="263250"/>
            <a:ext cx="1016100" cy="421200"/>
          </a:xfrm>
          <a:prstGeom prst="roundRect">
            <a:avLst>
              <a:gd fmla="val 17492" name="adj"/>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s-419" sz="1200">
                <a:solidFill>
                  <a:srgbClr val="FFFFFF"/>
                </a:solidFill>
              </a:rPr>
              <a:t>Diagrama </a:t>
            </a:r>
            <a:r>
              <a:rPr b="1" lang="es-419" sz="1100">
                <a:solidFill>
                  <a:srgbClr val="FFFFFF"/>
                </a:solidFill>
              </a:rPr>
              <a:t>Actividad</a:t>
            </a:r>
            <a:endParaRPr b="1" sz="1100">
              <a:solidFill>
                <a:srgbClr val="FFFFFF"/>
              </a:solidFill>
            </a:endParaRPr>
          </a:p>
        </p:txBody>
      </p:sp>
      <p:cxnSp>
        <p:nvCxnSpPr>
          <p:cNvPr id="12080" name="Google Shape;12080;p211"/>
          <p:cNvCxnSpPr/>
          <p:nvPr/>
        </p:nvCxnSpPr>
        <p:spPr>
          <a:xfrm>
            <a:off x="1329303" y="164100"/>
            <a:ext cx="0" cy="6511800"/>
          </a:xfrm>
          <a:prstGeom prst="straightConnector1">
            <a:avLst/>
          </a:prstGeom>
          <a:noFill/>
          <a:ln cap="flat" cmpd="sng" w="28575">
            <a:solidFill>
              <a:srgbClr val="B7B7B7"/>
            </a:solidFill>
            <a:prstDash val="dash"/>
            <a:round/>
            <a:headEnd len="med" w="med" type="none"/>
            <a:tailEnd len="med" w="med" type="none"/>
          </a:ln>
        </p:spPr>
      </p:cxnSp>
      <p:cxnSp>
        <p:nvCxnSpPr>
          <p:cNvPr id="12081" name="Google Shape;12081;p211"/>
          <p:cNvCxnSpPr/>
          <p:nvPr/>
        </p:nvCxnSpPr>
        <p:spPr>
          <a:xfrm>
            <a:off x="2615848" y="164100"/>
            <a:ext cx="0" cy="6511800"/>
          </a:xfrm>
          <a:prstGeom prst="straightConnector1">
            <a:avLst/>
          </a:prstGeom>
          <a:noFill/>
          <a:ln cap="flat" cmpd="sng" w="28575">
            <a:solidFill>
              <a:srgbClr val="B7B7B7"/>
            </a:solidFill>
            <a:prstDash val="dash"/>
            <a:round/>
            <a:headEnd len="med" w="med" type="none"/>
            <a:tailEnd len="med" w="med" type="none"/>
          </a:ln>
        </p:spPr>
      </p:cxnSp>
      <p:sp>
        <p:nvSpPr>
          <p:cNvPr id="12082" name="Google Shape;12082;p211"/>
          <p:cNvSpPr/>
          <p:nvPr/>
        </p:nvSpPr>
        <p:spPr>
          <a:xfrm>
            <a:off x="2879386" y="822265"/>
            <a:ext cx="748200" cy="5770500"/>
          </a:xfrm>
          <a:prstGeom prst="roundRect">
            <a:avLst>
              <a:gd fmla="val 11877" name="adj"/>
            </a:avLst>
          </a:prstGeom>
          <a:solidFill>
            <a:srgbClr val="F3F3F3"/>
          </a:solidFill>
          <a:ln cap="flat" cmpd="sng" w="9525">
            <a:solidFill>
              <a:srgbClr val="F3F3F3"/>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3" name="Google Shape;12083;p211"/>
          <p:cNvSpPr/>
          <p:nvPr/>
        </p:nvSpPr>
        <p:spPr>
          <a:xfrm>
            <a:off x="2745886" y="263250"/>
            <a:ext cx="1015200" cy="421200"/>
          </a:xfrm>
          <a:prstGeom prst="roundRect">
            <a:avLst>
              <a:gd fmla="val 17492" name="adj"/>
            </a:avLst>
          </a:prstGeom>
          <a:solidFill>
            <a:srgbClr val="000000"/>
          </a:solidFill>
          <a:ln cap="flat" cmpd="sng" w="9525">
            <a:solidFill>
              <a:srgbClr val="000000"/>
            </a:solidFill>
            <a:prstDash val="solid"/>
            <a:round/>
            <a:headEnd len="sm" w="sm" type="none"/>
            <a:tailEnd len="sm" w="sm" type="none"/>
          </a:ln>
        </p:spPr>
        <p:txBody>
          <a:bodyPr anchorCtr="0" anchor="ctr" bIns="0" lIns="0" spcFirstLastPara="1" rIns="0" wrap="square" tIns="0">
            <a:noAutofit/>
          </a:bodyPr>
          <a:lstStyle/>
          <a:p>
            <a:pPr indent="0" lvl="0" marL="0" rtl="0" algn="ctr">
              <a:spcBef>
                <a:spcPts val="0"/>
              </a:spcBef>
              <a:spcAft>
                <a:spcPts val="0"/>
              </a:spcAft>
              <a:buNone/>
            </a:pPr>
            <a:r>
              <a:rPr b="1" lang="es-419" sz="1200">
                <a:solidFill>
                  <a:srgbClr val="FFFFFF"/>
                </a:solidFill>
              </a:rPr>
              <a:t>Diagrama de Dominio</a:t>
            </a:r>
            <a:endParaRPr b="1" sz="1200">
              <a:solidFill>
                <a:srgbClr val="FFFFFF"/>
              </a:solidFill>
            </a:endParaRPr>
          </a:p>
        </p:txBody>
      </p:sp>
      <p:cxnSp>
        <p:nvCxnSpPr>
          <p:cNvPr id="12084" name="Google Shape;12084;p211"/>
          <p:cNvCxnSpPr/>
          <p:nvPr/>
        </p:nvCxnSpPr>
        <p:spPr>
          <a:xfrm>
            <a:off x="3878034" y="164100"/>
            <a:ext cx="0" cy="6511800"/>
          </a:xfrm>
          <a:prstGeom prst="straightConnector1">
            <a:avLst/>
          </a:prstGeom>
          <a:noFill/>
          <a:ln cap="flat" cmpd="sng" w="28575">
            <a:solidFill>
              <a:srgbClr val="B7B7B7"/>
            </a:solidFill>
            <a:prstDash val="dash"/>
            <a:round/>
            <a:headEnd len="med" w="med" type="none"/>
            <a:tailEnd len="med" w="med" type="none"/>
          </a:ln>
        </p:spPr>
      </p:cxnSp>
      <p:sp>
        <p:nvSpPr>
          <p:cNvPr id="12085" name="Google Shape;12085;p211"/>
          <p:cNvSpPr/>
          <p:nvPr/>
        </p:nvSpPr>
        <p:spPr>
          <a:xfrm>
            <a:off x="4145243" y="822265"/>
            <a:ext cx="748200" cy="5770500"/>
          </a:xfrm>
          <a:prstGeom prst="roundRect">
            <a:avLst>
              <a:gd fmla="val 11877" name="adj"/>
            </a:avLst>
          </a:prstGeom>
          <a:solidFill>
            <a:srgbClr val="F3F3F3"/>
          </a:solidFill>
          <a:ln cap="flat" cmpd="sng" w="9525">
            <a:solidFill>
              <a:srgbClr val="F3F3F3"/>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6" name="Google Shape;12086;p211"/>
          <p:cNvSpPr/>
          <p:nvPr/>
        </p:nvSpPr>
        <p:spPr>
          <a:xfrm>
            <a:off x="4011743" y="263250"/>
            <a:ext cx="1015200" cy="421200"/>
          </a:xfrm>
          <a:prstGeom prst="roundRect">
            <a:avLst>
              <a:gd fmla="val 17492" name="adj"/>
            </a:avLst>
          </a:prstGeom>
          <a:solidFill>
            <a:srgbClr val="000000"/>
          </a:solidFill>
          <a:ln cap="flat" cmpd="sng" w="9525">
            <a:solidFill>
              <a:srgbClr val="000000"/>
            </a:solidFill>
            <a:prstDash val="solid"/>
            <a:round/>
            <a:headEnd len="sm" w="sm" type="none"/>
            <a:tailEnd len="sm" w="sm" type="none"/>
          </a:ln>
        </p:spPr>
        <p:txBody>
          <a:bodyPr anchorCtr="0" anchor="ctr" bIns="0" lIns="0" spcFirstLastPara="1" rIns="0" wrap="square" tIns="0">
            <a:noAutofit/>
          </a:bodyPr>
          <a:lstStyle/>
          <a:p>
            <a:pPr indent="0" lvl="0" marL="0" rtl="0" algn="ctr">
              <a:spcBef>
                <a:spcPts val="0"/>
              </a:spcBef>
              <a:spcAft>
                <a:spcPts val="0"/>
              </a:spcAft>
              <a:buNone/>
            </a:pPr>
            <a:r>
              <a:rPr b="1" lang="es-419" sz="1200">
                <a:solidFill>
                  <a:srgbClr val="FFFFFF"/>
                </a:solidFill>
              </a:rPr>
              <a:t>Casos de Uso Sistema</a:t>
            </a:r>
            <a:endParaRPr b="1" sz="1200">
              <a:solidFill>
                <a:srgbClr val="FFFFFF"/>
              </a:solidFill>
            </a:endParaRPr>
          </a:p>
        </p:txBody>
      </p:sp>
      <p:cxnSp>
        <p:nvCxnSpPr>
          <p:cNvPr id="12087" name="Google Shape;12087;p211"/>
          <p:cNvCxnSpPr/>
          <p:nvPr/>
        </p:nvCxnSpPr>
        <p:spPr>
          <a:xfrm>
            <a:off x="5140216" y="164100"/>
            <a:ext cx="0" cy="6511800"/>
          </a:xfrm>
          <a:prstGeom prst="straightConnector1">
            <a:avLst/>
          </a:prstGeom>
          <a:noFill/>
          <a:ln cap="flat" cmpd="sng" w="28575">
            <a:solidFill>
              <a:srgbClr val="B7B7B7"/>
            </a:solidFill>
            <a:prstDash val="dash"/>
            <a:round/>
            <a:headEnd len="med" w="med" type="none"/>
            <a:tailEnd len="med" w="med" type="none"/>
          </a:ln>
        </p:spPr>
      </p:cxnSp>
      <p:sp>
        <p:nvSpPr>
          <p:cNvPr id="12088" name="Google Shape;12088;p211"/>
          <p:cNvSpPr/>
          <p:nvPr/>
        </p:nvSpPr>
        <p:spPr>
          <a:xfrm>
            <a:off x="5404690" y="822265"/>
            <a:ext cx="748200" cy="5770500"/>
          </a:xfrm>
          <a:prstGeom prst="roundRect">
            <a:avLst>
              <a:gd fmla="val 11877" name="adj"/>
            </a:avLst>
          </a:prstGeom>
          <a:solidFill>
            <a:srgbClr val="F3F3F3"/>
          </a:solidFill>
          <a:ln cap="flat" cmpd="sng" w="9525">
            <a:solidFill>
              <a:srgbClr val="F3F3F3"/>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9" name="Google Shape;12089;p211"/>
          <p:cNvSpPr/>
          <p:nvPr/>
        </p:nvSpPr>
        <p:spPr>
          <a:xfrm>
            <a:off x="5271190" y="263250"/>
            <a:ext cx="1015200" cy="421200"/>
          </a:xfrm>
          <a:prstGeom prst="roundRect">
            <a:avLst>
              <a:gd fmla="val 17492" name="adj"/>
            </a:avLst>
          </a:prstGeom>
          <a:solidFill>
            <a:srgbClr val="000000"/>
          </a:solidFill>
          <a:ln cap="flat" cmpd="sng" w="9525">
            <a:solidFill>
              <a:srgbClr val="000000"/>
            </a:solidFill>
            <a:prstDash val="solid"/>
            <a:round/>
            <a:headEnd len="sm" w="sm" type="none"/>
            <a:tailEnd len="sm" w="sm" type="none"/>
          </a:ln>
        </p:spPr>
        <p:txBody>
          <a:bodyPr anchorCtr="0" anchor="ctr" bIns="0" lIns="0" spcFirstLastPara="1" rIns="0" wrap="square" tIns="0">
            <a:noAutofit/>
          </a:bodyPr>
          <a:lstStyle/>
          <a:p>
            <a:pPr indent="0" lvl="0" marL="0" rtl="0" algn="ctr">
              <a:spcBef>
                <a:spcPts val="0"/>
              </a:spcBef>
              <a:spcAft>
                <a:spcPts val="0"/>
              </a:spcAft>
              <a:buNone/>
            </a:pPr>
            <a:r>
              <a:rPr b="1" lang="es-419" sz="1200">
                <a:solidFill>
                  <a:srgbClr val="FFFFFF"/>
                </a:solidFill>
              </a:rPr>
              <a:t>Casos de Uso Negocio</a:t>
            </a:r>
            <a:endParaRPr b="1" sz="1200">
              <a:solidFill>
                <a:srgbClr val="FFFFFF"/>
              </a:solidFill>
            </a:endParaRPr>
          </a:p>
        </p:txBody>
      </p:sp>
      <p:cxnSp>
        <p:nvCxnSpPr>
          <p:cNvPr id="12090" name="Google Shape;12090;p211"/>
          <p:cNvCxnSpPr/>
          <p:nvPr/>
        </p:nvCxnSpPr>
        <p:spPr>
          <a:xfrm>
            <a:off x="6394306" y="164100"/>
            <a:ext cx="0" cy="6511800"/>
          </a:xfrm>
          <a:prstGeom prst="straightConnector1">
            <a:avLst/>
          </a:prstGeom>
          <a:noFill/>
          <a:ln cap="flat" cmpd="sng" w="28575">
            <a:solidFill>
              <a:srgbClr val="B7B7B7"/>
            </a:solidFill>
            <a:prstDash val="dash"/>
            <a:round/>
            <a:headEnd len="med" w="med" type="none"/>
            <a:tailEnd len="med" w="med" type="none"/>
          </a:ln>
        </p:spPr>
      </p:cxnSp>
      <p:sp>
        <p:nvSpPr>
          <p:cNvPr id="12091" name="Google Shape;12091;p211"/>
          <p:cNvSpPr/>
          <p:nvPr/>
        </p:nvSpPr>
        <p:spPr>
          <a:xfrm>
            <a:off x="6553252" y="822275"/>
            <a:ext cx="1622100" cy="5770500"/>
          </a:xfrm>
          <a:prstGeom prst="roundRect">
            <a:avLst>
              <a:gd fmla="val 6584" name="adj"/>
            </a:avLst>
          </a:prstGeom>
          <a:solidFill>
            <a:srgbClr val="F3F3F3"/>
          </a:solidFill>
          <a:ln cap="flat" cmpd="sng" w="9525">
            <a:solidFill>
              <a:srgbClr val="F3F3F3"/>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2" name="Google Shape;12092;p211"/>
          <p:cNvSpPr/>
          <p:nvPr/>
        </p:nvSpPr>
        <p:spPr>
          <a:xfrm>
            <a:off x="6535844" y="263250"/>
            <a:ext cx="3323100" cy="421200"/>
          </a:xfrm>
          <a:prstGeom prst="roundRect">
            <a:avLst>
              <a:gd fmla="val 17492" name="adj"/>
            </a:avLst>
          </a:prstGeom>
          <a:solidFill>
            <a:srgbClr val="000000"/>
          </a:solidFill>
          <a:ln cap="flat" cmpd="sng" w="9525">
            <a:solidFill>
              <a:srgbClr val="000000"/>
            </a:solidFill>
            <a:prstDash val="solid"/>
            <a:round/>
            <a:headEnd len="sm" w="sm" type="none"/>
            <a:tailEnd len="sm" w="sm" type="none"/>
          </a:ln>
        </p:spPr>
        <p:txBody>
          <a:bodyPr anchorCtr="0" anchor="ctr" bIns="0" lIns="0" spcFirstLastPara="1" rIns="0" wrap="square" tIns="0">
            <a:noAutofit/>
          </a:bodyPr>
          <a:lstStyle/>
          <a:p>
            <a:pPr indent="0" lvl="0" marL="0" rtl="0" algn="ctr">
              <a:spcBef>
                <a:spcPts val="0"/>
              </a:spcBef>
              <a:spcAft>
                <a:spcPts val="0"/>
              </a:spcAft>
              <a:buNone/>
            </a:pPr>
            <a:r>
              <a:rPr b="1" lang="es-419" sz="1200">
                <a:solidFill>
                  <a:srgbClr val="FFFFFF"/>
                </a:solidFill>
              </a:rPr>
              <a:t>Recorrido Cliente</a:t>
            </a:r>
            <a:endParaRPr b="1" sz="1200">
              <a:solidFill>
                <a:srgbClr val="FFFFFF"/>
              </a:solidFill>
            </a:endParaRPr>
          </a:p>
        </p:txBody>
      </p:sp>
      <p:grpSp>
        <p:nvGrpSpPr>
          <p:cNvPr id="12093" name="Google Shape;12093;p211"/>
          <p:cNvGrpSpPr/>
          <p:nvPr/>
        </p:nvGrpSpPr>
        <p:grpSpPr>
          <a:xfrm>
            <a:off x="439744" y="5220524"/>
            <a:ext cx="522688" cy="506718"/>
            <a:chOff x="2323550" y="2096250"/>
            <a:chExt cx="522688" cy="648475"/>
          </a:xfrm>
        </p:grpSpPr>
        <p:sp>
          <p:nvSpPr>
            <p:cNvPr id="12094" name="Google Shape;12094;p211"/>
            <p:cNvSpPr/>
            <p:nvPr/>
          </p:nvSpPr>
          <p:spPr>
            <a:xfrm>
              <a:off x="2323550" y="2096250"/>
              <a:ext cx="286500" cy="367500"/>
            </a:xfrm>
            <a:prstGeom prst="wedgeRoundRectCallout">
              <a:avLst>
                <a:gd fmla="val 36634" name="adj1"/>
                <a:gd fmla="val 77667" name="adj2"/>
                <a:gd fmla="val 0" name="adj3"/>
              </a:avLst>
            </a:prstGeom>
            <a:solidFill>
              <a:srgbClr val="CC0000">
                <a:alpha val="15320"/>
              </a:srgbClr>
            </a:solidFill>
            <a:ln cap="flat" cmpd="sng" w="9525">
              <a:solidFill>
                <a:srgbClr val="CC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5" name="Google Shape;12095;p211"/>
            <p:cNvSpPr/>
            <p:nvPr/>
          </p:nvSpPr>
          <p:spPr>
            <a:xfrm>
              <a:off x="2493738" y="2546725"/>
              <a:ext cx="352500" cy="198000"/>
            </a:xfrm>
            <a:prstGeom prst="roundRect">
              <a:avLst>
                <a:gd fmla="val 16667" name="adj"/>
              </a:avLst>
            </a:prstGeom>
            <a:solidFill>
              <a:srgbClr val="FFFFFF">
                <a:alpha val="77480"/>
              </a:srgbClr>
            </a:solidFill>
            <a:ln cap="flat" cmpd="sng" w="9525">
              <a:solidFill>
                <a:srgbClr val="CC0000"/>
              </a:solidFill>
              <a:prstDash val="solid"/>
              <a:round/>
              <a:headEnd len="sm" w="sm" type="none"/>
              <a:tailEnd len="sm" w="sm" type="none"/>
            </a:ln>
          </p:spPr>
          <p:txBody>
            <a:bodyPr anchorCtr="0" anchor="t" bIns="0" lIns="0" spcFirstLastPara="1" rIns="0" wrap="square" tIns="18000">
              <a:noAutofit/>
            </a:bodyPr>
            <a:lstStyle/>
            <a:p>
              <a:pPr indent="0" lvl="0" marL="0" rtl="0" algn="ctr">
                <a:spcBef>
                  <a:spcPts val="0"/>
                </a:spcBef>
                <a:spcAft>
                  <a:spcPts val="0"/>
                </a:spcAft>
                <a:buNone/>
              </a:pPr>
              <a:r>
                <a:rPr lang="es-419" sz="800"/>
                <a:t>&lt;...&gt;</a:t>
              </a:r>
              <a:endParaRPr sz="800"/>
            </a:p>
          </p:txBody>
        </p:sp>
      </p:grpSp>
      <p:sp>
        <p:nvSpPr>
          <p:cNvPr id="12096" name="Google Shape;12096;p211"/>
          <p:cNvSpPr/>
          <p:nvPr/>
        </p:nvSpPr>
        <p:spPr>
          <a:xfrm>
            <a:off x="565487" y="1864463"/>
            <a:ext cx="271200" cy="246000"/>
          </a:xfrm>
          <a:prstGeom prst="diamond">
            <a:avLst/>
          </a:prstGeom>
          <a:solidFill>
            <a:srgbClr val="FFFFCC"/>
          </a:solidFill>
          <a:ln cap="flat" cmpd="sng" w="9525">
            <a:solidFill>
              <a:srgbClr val="990033"/>
            </a:solidFill>
            <a:prstDash val="solid"/>
            <a:round/>
            <a:headEnd len="sm" w="sm" type="none"/>
            <a:tailEnd len="sm" w="sm" type="none"/>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None/>
            </a:pPr>
            <a:r>
              <a:t/>
            </a:r>
            <a:endParaRPr sz="900"/>
          </a:p>
        </p:txBody>
      </p:sp>
      <p:cxnSp>
        <p:nvCxnSpPr>
          <p:cNvPr id="12097" name="Google Shape;12097;p211"/>
          <p:cNvCxnSpPr/>
          <p:nvPr/>
        </p:nvCxnSpPr>
        <p:spPr>
          <a:xfrm flipH="1">
            <a:off x="574787" y="3841874"/>
            <a:ext cx="252600" cy="107700"/>
          </a:xfrm>
          <a:prstGeom prst="bentConnector3">
            <a:avLst>
              <a:gd fmla="val 50000" name="adj1"/>
            </a:avLst>
          </a:prstGeom>
          <a:noFill/>
          <a:ln cap="flat" cmpd="sng" w="9525">
            <a:solidFill>
              <a:srgbClr val="595959"/>
            </a:solidFill>
            <a:prstDash val="dot"/>
            <a:round/>
            <a:headEnd len="med" w="med" type="none"/>
            <a:tailEnd len="med" w="med" type="stealth"/>
          </a:ln>
        </p:spPr>
      </p:cxnSp>
      <p:cxnSp>
        <p:nvCxnSpPr>
          <p:cNvPr id="12098" name="Google Shape;12098;p211"/>
          <p:cNvCxnSpPr/>
          <p:nvPr/>
        </p:nvCxnSpPr>
        <p:spPr>
          <a:xfrm flipH="1">
            <a:off x="589787" y="3525874"/>
            <a:ext cx="222600" cy="121500"/>
          </a:xfrm>
          <a:prstGeom prst="bentConnector3">
            <a:avLst>
              <a:gd fmla="val 48012" name="adj1"/>
            </a:avLst>
          </a:prstGeom>
          <a:noFill/>
          <a:ln cap="flat" cmpd="sng" w="9525">
            <a:solidFill>
              <a:srgbClr val="595959"/>
            </a:solidFill>
            <a:prstDash val="solid"/>
            <a:round/>
            <a:headEnd len="med" w="med" type="none"/>
            <a:tailEnd len="med" w="med" type="stealth"/>
          </a:ln>
        </p:spPr>
      </p:cxnSp>
      <p:pic>
        <p:nvPicPr>
          <p:cNvPr id="12099" name="Google Shape;12099;p211"/>
          <p:cNvPicPr preferRelativeResize="0"/>
          <p:nvPr/>
        </p:nvPicPr>
        <p:blipFill>
          <a:blip r:embed="rId2">
            <a:alphaModFix/>
          </a:blip>
          <a:stretch>
            <a:fillRect/>
          </a:stretch>
        </p:blipFill>
        <p:spPr>
          <a:xfrm>
            <a:off x="605987" y="4707874"/>
            <a:ext cx="190200" cy="190200"/>
          </a:xfrm>
          <a:prstGeom prst="rect">
            <a:avLst/>
          </a:prstGeom>
          <a:noFill/>
          <a:ln>
            <a:noFill/>
          </a:ln>
        </p:spPr>
      </p:pic>
      <p:pic>
        <p:nvPicPr>
          <p:cNvPr id="12100" name="Google Shape;12100;p211"/>
          <p:cNvPicPr preferRelativeResize="0"/>
          <p:nvPr/>
        </p:nvPicPr>
        <p:blipFill>
          <a:blip r:embed="rId3">
            <a:alphaModFix/>
          </a:blip>
          <a:stretch>
            <a:fillRect/>
          </a:stretch>
        </p:blipFill>
        <p:spPr>
          <a:xfrm>
            <a:off x="627737" y="4296483"/>
            <a:ext cx="146700" cy="146700"/>
          </a:xfrm>
          <a:prstGeom prst="rect">
            <a:avLst/>
          </a:prstGeom>
          <a:noFill/>
          <a:ln>
            <a:noFill/>
          </a:ln>
        </p:spPr>
      </p:pic>
      <p:grpSp>
        <p:nvGrpSpPr>
          <p:cNvPr id="12101" name="Google Shape;12101;p211"/>
          <p:cNvGrpSpPr/>
          <p:nvPr/>
        </p:nvGrpSpPr>
        <p:grpSpPr>
          <a:xfrm>
            <a:off x="521255" y="5985021"/>
            <a:ext cx="359665" cy="471743"/>
            <a:chOff x="168338" y="3891550"/>
            <a:chExt cx="359665" cy="471743"/>
          </a:xfrm>
        </p:grpSpPr>
        <p:cxnSp>
          <p:nvCxnSpPr>
            <p:cNvPr id="12102" name="Google Shape;12102;p211"/>
            <p:cNvCxnSpPr>
              <a:stCxn id="12103" idx="4"/>
            </p:cNvCxnSpPr>
            <p:nvPr/>
          </p:nvCxnSpPr>
          <p:spPr>
            <a:xfrm rot="5400000">
              <a:off x="125438" y="4164693"/>
              <a:ext cx="241500" cy="155700"/>
            </a:xfrm>
            <a:prstGeom prst="bentConnector3">
              <a:avLst>
                <a:gd fmla="val 50000" name="adj1"/>
              </a:avLst>
            </a:prstGeom>
            <a:noFill/>
            <a:ln cap="flat" cmpd="sng" w="9525">
              <a:solidFill>
                <a:srgbClr val="990033"/>
              </a:solidFill>
              <a:prstDash val="dash"/>
              <a:round/>
              <a:headEnd len="sm" w="sm" type="none"/>
              <a:tailEnd len="sm" w="sm" type="none"/>
            </a:ln>
          </p:spPr>
        </p:cxnSp>
        <p:sp>
          <p:nvSpPr>
            <p:cNvPr id="12103" name="Google Shape;12103;p211"/>
            <p:cNvSpPr/>
            <p:nvPr/>
          </p:nvSpPr>
          <p:spPr>
            <a:xfrm>
              <a:off x="241503" y="3891550"/>
              <a:ext cx="286500" cy="192000"/>
            </a:xfrm>
            <a:prstGeom prst="wedgeRectCallout">
              <a:avLst>
                <a:gd fmla="val -21192" name="adj1"/>
                <a:gd fmla="val 69918" name="adj2"/>
              </a:avLst>
            </a:prstGeom>
            <a:solidFill>
              <a:srgbClr val="FFFFCC"/>
            </a:solidFill>
            <a:ln cap="flat" cmpd="sng" w="9525">
              <a:solidFill>
                <a:srgbClr val="990033"/>
              </a:solidFill>
              <a:prstDash val="solid"/>
              <a:round/>
              <a:headEnd len="sm" w="sm" type="none"/>
              <a:tailEnd len="sm" w="sm" type="none"/>
            </a:ln>
          </p:spPr>
          <p:txBody>
            <a:bodyPr anchorCtr="0" anchor="b" bIns="0" lIns="0" spcFirstLastPara="1" rIns="0" wrap="square" tIns="18000">
              <a:noAutofit/>
            </a:bodyPr>
            <a:lstStyle/>
            <a:p>
              <a:pPr indent="0" lvl="0" marL="0" rtl="0" algn="ctr">
                <a:spcBef>
                  <a:spcPts val="0"/>
                </a:spcBef>
                <a:spcAft>
                  <a:spcPts val="0"/>
                </a:spcAft>
                <a:buNone/>
              </a:pPr>
              <a:r>
                <a:rPr lang="es-419" sz="700"/>
                <a:t>&lt;...&gt;</a:t>
              </a:r>
              <a:endParaRPr sz="700"/>
            </a:p>
          </p:txBody>
        </p:sp>
      </p:grpSp>
      <p:grpSp>
        <p:nvGrpSpPr>
          <p:cNvPr id="12104" name="Google Shape;12104;p211"/>
          <p:cNvGrpSpPr/>
          <p:nvPr/>
        </p:nvGrpSpPr>
        <p:grpSpPr>
          <a:xfrm>
            <a:off x="508037" y="3125199"/>
            <a:ext cx="386100" cy="299575"/>
            <a:chOff x="-1238876" y="2158050"/>
            <a:chExt cx="386100" cy="299575"/>
          </a:xfrm>
        </p:grpSpPr>
        <p:cxnSp>
          <p:nvCxnSpPr>
            <p:cNvPr id="12105" name="Google Shape;12105;p211"/>
            <p:cNvCxnSpPr/>
            <p:nvPr/>
          </p:nvCxnSpPr>
          <p:spPr>
            <a:xfrm flipH="1">
              <a:off x="-1221379" y="2158050"/>
              <a:ext cx="268800" cy="152100"/>
            </a:xfrm>
            <a:prstGeom prst="bentConnector3">
              <a:avLst>
                <a:gd fmla="val 50000" name="adj1"/>
              </a:avLst>
            </a:prstGeom>
            <a:noFill/>
            <a:ln cap="flat" cmpd="sng" w="9525">
              <a:solidFill>
                <a:srgbClr val="595959"/>
              </a:solidFill>
              <a:prstDash val="solid"/>
              <a:round/>
              <a:headEnd len="med" w="med" type="none"/>
              <a:tailEnd len="med" w="med" type="stealth"/>
            </a:ln>
          </p:spPr>
        </p:cxnSp>
        <p:sp>
          <p:nvSpPr>
            <p:cNvPr id="12106" name="Google Shape;12106;p211"/>
            <p:cNvSpPr txBox="1"/>
            <p:nvPr/>
          </p:nvSpPr>
          <p:spPr>
            <a:xfrm>
              <a:off x="-1238876" y="2333725"/>
              <a:ext cx="386100" cy="123900"/>
            </a:xfrm>
            <a:prstGeom prst="rect">
              <a:avLst/>
            </a:prstGeom>
            <a:noFill/>
            <a:ln>
              <a:noFill/>
            </a:ln>
          </p:spPr>
          <p:txBody>
            <a:bodyPr anchorCtr="0" anchor="t" bIns="0" lIns="0" spcFirstLastPara="1" rIns="0" wrap="square" tIns="0">
              <a:noAutofit/>
            </a:bodyPr>
            <a:lstStyle/>
            <a:p>
              <a:pPr indent="0" lvl="0" marL="0" rtl="0" algn="l">
                <a:spcBef>
                  <a:spcPts val="0"/>
                </a:spcBef>
                <a:spcAft>
                  <a:spcPts val="0"/>
                </a:spcAft>
                <a:buNone/>
              </a:pPr>
              <a:r>
                <a:rPr lang="es-419" sz="700"/>
                <a:t>&lt;..&gt;</a:t>
              </a:r>
              <a:endParaRPr sz="700"/>
            </a:p>
          </p:txBody>
        </p:sp>
      </p:grpSp>
      <p:grpSp>
        <p:nvGrpSpPr>
          <p:cNvPr id="12107" name="Google Shape;12107;p211"/>
          <p:cNvGrpSpPr/>
          <p:nvPr/>
        </p:nvGrpSpPr>
        <p:grpSpPr>
          <a:xfrm>
            <a:off x="1797453" y="5931843"/>
            <a:ext cx="359665" cy="471743"/>
            <a:chOff x="168338" y="3891550"/>
            <a:chExt cx="359665" cy="471743"/>
          </a:xfrm>
        </p:grpSpPr>
        <p:cxnSp>
          <p:nvCxnSpPr>
            <p:cNvPr id="12108" name="Google Shape;12108;p211"/>
            <p:cNvCxnSpPr>
              <a:stCxn id="12109" idx="4"/>
            </p:cNvCxnSpPr>
            <p:nvPr/>
          </p:nvCxnSpPr>
          <p:spPr>
            <a:xfrm rot="5400000">
              <a:off x="125438" y="4164693"/>
              <a:ext cx="241500" cy="155700"/>
            </a:xfrm>
            <a:prstGeom prst="bentConnector3">
              <a:avLst>
                <a:gd fmla="val 50000" name="adj1"/>
              </a:avLst>
            </a:prstGeom>
            <a:noFill/>
            <a:ln cap="flat" cmpd="sng" w="9525">
              <a:solidFill>
                <a:srgbClr val="990033"/>
              </a:solidFill>
              <a:prstDash val="dash"/>
              <a:round/>
              <a:headEnd len="sm" w="sm" type="none"/>
              <a:tailEnd len="sm" w="sm" type="none"/>
            </a:ln>
          </p:spPr>
        </p:cxnSp>
        <p:sp>
          <p:nvSpPr>
            <p:cNvPr id="12109" name="Google Shape;12109;p211"/>
            <p:cNvSpPr/>
            <p:nvPr/>
          </p:nvSpPr>
          <p:spPr>
            <a:xfrm>
              <a:off x="241503" y="3891550"/>
              <a:ext cx="286500" cy="192000"/>
            </a:xfrm>
            <a:prstGeom prst="wedgeRectCallout">
              <a:avLst>
                <a:gd fmla="val -21192" name="adj1"/>
                <a:gd fmla="val 69918" name="adj2"/>
              </a:avLst>
            </a:prstGeom>
            <a:solidFill>
              <a:srgbClr val="FFFFCC"/>
            </a:solidFill>
            <a:ln cap="flat" cmpd="sng" w="9525">
              <a:solidFill>
                <a:srgbClr val="990033"/>
              </a:solidFill>
              <a:prstDash val="solid"/>
              <a:round/>
              <a:headEnd len="sm" w="sm" type="none"/>
              <a:tailEnd len="sm" w="sm" type="none"/>
            </a:ln>
          </p:spPr>
          <p:txBody>
            <a:bodyPr anchorCtr="0" anchor="b" bIns="0" lIns="0" spcFirstLastPara="1" rIns="0" wrap="square" tIns="18000">
              <a:noAutofit/>
            </a:bodyPr>
            <a:lstStyle/>
            <a:p>
              <a:pPr indent="0" lvl="0" marL="0" rtl="0" algn="ctr">
                <a:spcBef>
                  <a:spcPts val="0"/>
                </a:spcBef>
                <a:spcAft>
                  <a:spcPts val="0"/>
                </a:spcAft>
                <a:buNone/>
              </a:pPr>
              <a:r>
                <a:rPr lang="es-419" sz="700"/>
                <a:t>&lt;...&gt;</a:t>
              </a:r>
              <a:endParaRPr sz="700"/>
            </a:p>
          </p:txBody>
        </p:sp>
      </p:grpSp>
      <p:grpSp>
        <p:nvGrpSpPr>
          <p:cNvPr id="12110" name="Google Shape;12110;p211"/>
          <p:cNvGrpSpPr/>
          <p:nvPr/>
        </p:nvGrpSpPr>
        <p:grpSpPr>
          <a:xfrm>
            <a:off x="1715942" y="5107581"/>
            <a:ext cx="522688" cy="506718"/>
            <a:chOff x="2323550" y="2096250"/>
            <a:chExt cx="522688" cy="648475"/>
          </a:xfrm>
        </p:grpSpPr>
        <p:sp>
          <p:nvSpPr>
            <p:cNvPr id="12111" name="Google Shape;12111;p211"/>
            <p:cNvSpPr/>
            <p:nvPr/>
          </p:nvSpPr>
          <p:spPr>
            <a:xfrm>
              <a:off x="2323550" y="2096250"/>
              <a:ext cx="286500" cy="367500"/>
            </a:xfrm>
            <a:prstGeom prst="wedgeRoundRectCallout">
              <a:avLst>
                <a:gd fmla="val 36634" name="adj1"/>
                <a:gd fmla="val 77667" name="adj2"/>
                <a:gd fmla="val 0" name="adj3"/>
              </a:avLst>
            </a:prstGeom>
            <a:solidFill>
              <a:srgbClr val="CC0000">
                <a:alpha val="15320"/>
              </a:srgbClr>
            </a:solidFill>
            <a:ln cap="flat" cmpd="sng" w="9525">
              <a:solidFill>
                <a:srgbClr val="CC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2" name="Google Shape;12112;p211"/>
            <p:cNvSpPr/>
            <p:nvPr/>
          </p:nvSpPr>
          <p:spPr>
            <a:xfrm>
              <a:off x="2493738" y="2546725"/>
              <a:ext cx="352500" cy="198000"/>
            </a:xfrm>
            <a:prstGeom prst="roundRect">
              <a:avLst>
                <a:gd fmla="val 16667" name="adj"/>
              </a:avLst>
            </a:prstGeom>
            <a:solidFill>
              <a:srgbClr val="FFFFFF">
                <a:alpha val="77480"/>
              </a:srgbClr>
            </a:solidFill>
            <a:ln cap="flat" cmpd="sng" w="9525">
              <a:solidFill>
                <a:srgbClr val="CC0000"/>
              </a:solidFill>
              <a:prstDash val="solid"/>
              <a:round/>
              <a:headEnd len="sm" w="sm" type="none"/>
              <a:tailEnd len="sm" w="sm" type="none"/>
            </a:ln>
          </p:spPr>
          <p:txBody>
            <a:bodyPr anchorCtr="0" anchor="t" bIns="0" lIns="0" spcFirstLastPara="1" rIns="0" wrap="square" tIns="18000">
              <a:noAutofit/>
            </a:bodyPr>
            <a:lstStyle/>
            <a:p>
              <a:pPr indent="0" lvl="0" marL="0" rtl="0" algn="ctr">
                <a:spcBef>
                  <a:spcPts val="0"/>
                </a:spcBef>
                <a:spcAft>
                  <a:spcPts val="0"/>
                </a:spcAft>
                <a:buNone/>
              </a:pPr>
              <a:r>
                <a:rPr lang="es-419" sz="800"/>
                <a:t>&lt;...&gt;</a:t>
              </a:r>
              <a:endParaRPr sz="800"/>
            </a:p>
          </p:txBody>
        </p:sp>
      </p:grpSp>
      <p:grpSp>
        <p:nvGrpSpPr>
          <p:cNvPr id="12113" name="Google Shape;12113;p211"/>
          <p:cNvGrpSpPr/>
          <p:nvPr/>
        </p:nvGrpSpPr>
        <p:grpSpPr>
          <a:xfrm>
            <a:off x="1521285" y="941489"/>
            <a:ext cx="912000" cy="781950"/>
            <a:chOff x="53700" y="449100"/>
            <a:chExt cx="912000" cy="781950"/>
          </a:xfrm>
        </p:grpSpPr>
        <p:pic>
          <p:nvPicPr>
            <p:cNvPr id="12114" name="Google Shape;12114;p211"/>
            <p:cNvPicPr preferRelativeResize="0"/>
            <p:nvPr/>
          </p:nvPicPr>
          <p:blipFill>
            <a:blip r:embed="rId4">
              <a:alphaModFix/>
            </a:blip>
            <a:stretch>
              <a:fillRect/>
            </a:stretch>
          </p:blipFill>
          <p:spPr>
            <a:xfrm>
              <a:off x="282101" y="449103"/>
              <a:ext cx="451796" cy="545996"/>
            </a:xfrm>
            <a:prstGeom prst="rect">
              <a:avLst/>
            </a:prstGeom>
            <a:noFill/>
            <a:ln>
              <a:noFill/>
            </a:ln>
          </p:spPr>
        </p:pic>
        <p:sp>
          <p:nvSpPr>
            <p:cNvPr id="12115" name="Google Shape;12115;p211"/>
            <p:cNvSpPr txBox="1"/>
            <p:nvPr/>
          </p:nvSpPr>
          <p:spPr>
            <a:xfrm>
              <a:off x="282100" y="723325"/>
              <a:ext cx="420600" cy="2781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
          <p:nvSpPr>
            <p:cNvPr id="12116" name="Google Shape;12116;p211"/>
            <p:cNvSpPr txBox="1"/>
            <p:nvPr/>
          </p:nvSpPr>
          <p:spPr>
            <a:xfrm>
              <a:off x="294850" y="449100"/>
              <a:ext cx="420600" cy="2781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
          <p:nvSpPr>
            <p:cNvPr id="12117" name="Google Shape;12117;p211"/>
            <p:cNvSpPr txBox="1"/>
            <p:nvPr/>
          </p:nvSpPr>
          <p:spPr>
            <a:xfrm>
              <a:off x="53700" y="994950"/>
              <a:ext cx="912000" cy="236100"/>
            </a:xfrm>
            <a:prstGeom prst="rect">
              <a:avLst/>
            </a:prstGeom>
            <a:noFill/>
            <a:ln>
              <a:noFill/>
            </a:ln>
          </p:spPr>
          <p:txBody>
            <a:bodyPr anchorCtr="0" anchor="ctr" bIns="0" lIns="0" spcFirstLastPara="1" rIns="0" wrap="square" tIns="0">
              <a:noAutofit/>
            </a:bodyPr>
            <a:lstStyle/>
            <a:p>
              <a:pPr indent="0" lvl="0" marL="0" rtl="0" algn="ctr">
                <a:lnSpc>
                  <a:spcPct val="100000"/>
                </a:lnSpc>
                <a:spcBef>
                  <a:spcPts val="0"/>
                </a:spcBef>
                <a:spcAft>
                  <a:spcPts val="0"/>
                </a:spcAft>
                <a:buNone/>
              </a:pPr>
              <a:r>
                <a:rPr lang="es-419" sz="800"/>
                <a:t>&lt;..&gt;</a:t>
              </a:r>
              <a:endParaRPr sz="800"/>
            </a:p>
          </p:txBody>
        </p:sp>
      </p:grpSp>
      <p:grpSp>
        <p:nvGrpSpPr>
          <p:cNvPr id="12118" name="Google Shape;12118;p211"/>
          <p:cNvGrpSpPr/>
          <p:nvPr/>
        </p:nvGrpSpPr>
        <p:grpSpPr>
          <a:xfrm>
            <a:off x="1774698" y="3766902"/>
            <a:ext cx="405174" cy="394810"/>
            <a:chOff x="282076" y="1560764"/>
            <a:chExt cx="405174" cy="394810"/>
          </a:xfrm>
        </p:grpSpPr>
        <p:cxnSp>
          <p:nvCxnSpPr>
            <p:cNvPr id="12119" name="Google Shape;12119;p211"/>
            <p:cNvCxnSpPr/>
            <p:nvPr/>
          </p:nvCxnSpPr>
          <p:spPr>
            <a:xfrm flipH="1">
              <a:off x="289450" y="1670950"/>
              <a:ext cx="397800" cy="155100"/>
            </a:xfrm>
            <a:prstGeom prst="bentConnector3">
              <a:avLst>
                <a:gd fmla="val 50000" name="adj1"/>
              </a:avLst>
            </a:prstGeom>
            <a:noFill/>
            <a:ln cap="flat" cmpd="sng" w="19050">
              <a:solidFill>
                <a:srgbClr val="595959"/>
              </a:solidFill>
              <a:prstDash val="solid"/>
              <a:round/>
              <a:headEnd len="med" w="med" type="none"/>
              <a:tailEnd len="med" w="med" type="none"/>
            </a:ln>
          </p:spPr>
        </p:cxnSp>
        <p:sp>
          <p:nvSpPr>
            <p:cNvPr id="12120" name="Google Shape;12120;p211"/>
            <p:cNvSpPr txBox="1"/>
            <p:nvPr/>
          </p:nvSpPr>
          <p:spPr>
            <a:xfrm>
              <a:off x="282076" y="1831674"/>
              <a:ext cx="359700" cy="123900"/>
            </a:xfrm>
            <a:prstGeom prst="rect">
              <a:avLst/>
            </a:prstGeom>
            <a:noFill/>
            <a:ln>
              <a:noFill/>
            </a:ln>
          </p:spPr>
          <p:txBody>
            <a:bodyPr anchorCtr="0" anchor="t" bIns="0" lIns="0" spcFirstLastPara="1" rIns="0" wrap="square" tIns="0">
              <a:noAutofit/>
            </a:bodyPr>
            <a:lstStyle/>
            <a:p>
              <a:pPr indent="0" lvl="0" marL="0" rtl="0" algn="l">
                <a:spcBef>
                  <a:spcPts val="0"/>
                </a:spcBef>
                <a:spcAft>
                  <a:spcPts val="0"/>
                </a:spcAft>
                <a:buNone/>
              </a:pPr>
              <a:r>
                <a:rPr lang="es-419" sz="700"/>
                <a:t>[n] &lt;...&gt;</a:t>
              </a:r>
              <a:endParaRPr sz="700"/>
            </a:p>
          </p:txBody>
        </p:sp>
        <p:sp>
          <p:nvSpPr>
            <p:cNvPr id="12121" name="Google Shape;12121;p211"/>
            <p:cNvSpPr txBox="1"/>
            <p:nvPr/>
          </p:nvSpPr>
          <p:spPr>
            <a:xfrm>
              <a:off x="308499" y="1560764"/>
              <a:ext cx="359700" cy="111300"/>
            </a:xfrm>
            <a:prstGeom prst="rect">
              <a:avLst/>
            </a:prstGeom>
            <a:noFill/>
            <a:ln>
              <a:noFill/>
            </a:ln>
          </p:spPr>
          <p:txBody>
            <a:bodyPr anchorCtr="0" anchor="t" bIns="0" lIns="0" spcFirstLastPara="1" rIns="0" wrap="square" tIns="0">
              <a:noAutofit/>
            </a:bodyPr>
            <a:lstStyle/>
            <a:p>
              <a:pPr indent="0" lvl="0" marL="0" marR="0" rtl="0" algn="l">
                <a:lnSpc>
                  <a:spcPct val="100000"/>
                </a:lnSpc>
                <a:spcBef>
                  <a:spcPts val="0"/>
                </a:spcBef>
                <a:spcAft>
                  <a:spcPts val="0"/>
                </a:spcAft>
                <a:buNone/>
              </a:pPr>
              <a:r>
                <a:rPr lang="es-419" sz="700"/>
                <a:t>[1] &lt;...&gt;</a:t>
              </a:r>
              <a:endParaRPr sz="700"/>
            </a:p>
          </p:txBody>
        </p:sp>
      </p:grpSp>
      <p:cxnSp>
        <p:nvCxnSpPr>
          <p:cNvPr id="12122" name="Google Shape;12122;p211"/>
          <p:cNvCxnSpPr/>
          <p:nvPr/>
        </p:nvCxnSpPr>
        <p:spPr>
          <a:xfrm flipH="1" rot="10800000">
            <a:off x="1815585" y="4563581"/>
            <a:ext cx="323400" cy="148200"/>
          </a:xfrm>
          <a:prstGeom prst="bentConnector3">
            <a:avLst>
              <a:gd fmla="val 50000" name="adj1"/>
            </a:avLst>
          </a:prstGeom>
          <a:noFill/>
          <a:ln cap="flat" cmpd="sng" w="19050">
            <a:solidFill>
              <a:srgbClr val="595959"/>
            </a:solidFill>
            <a:prstDash val="solid"/>
            <a:round/>
            <a:headEnd len="med" w="med" type="none"/>
            <a:tailEnd len="med" w="med" type="triangle"/>
          </a:ln>
        </p:spPr>
      </p:cxnSp>
      <p:grpSp>
        <p:nvGrpSpPr>
          <p:cNvPr id="12123" name="Google Shape;12123;p211"/>
          <p:cNvGrpSpPr/>
          <p:nvPr/>
        </p:nvGrpSpPr>
        <p:grpSpPr>
          <a:xfrm>
            <a:off x="1422435" y="1951159"/>
            <a:ext cx="1109700" cy="702700"/>
            <a:chOff x="2659850" y="966500"/>
            <a:chExt cx="1109700" cy="702700"/>
          </a:xfrm>
        </p:grpSpPr>
        <p:pic>
          <p:nvPicPr>
            <p:cNvPr id="12124" name="Google Shape;12124;p211"/>
            <p:cNvPicPr preferRelativeResize="0"/>
            <p:nvPr/>
          </p:nvPicPr>
          <p:blipFill rotWithShape="1">
            <a:blip r:embed="rId5">
              <a:alphaModFix/>
            </a:blip>
            <a:srcRect b="2700" l="0" r="0" t="1201"/>
            <a:stretch/>
          </p:blipFill>
          <p:spPr>
            <a:xfrm>
              <a:off x="3000800" y="966500"/>
              <a:ext cx="434250" cy="412850"/>
            </a:xfrm>
            <a:prstGeom prst="rect">
              <a:avLst/>
            </a:prstGeom>
            <a:noFill/>
            <a:ln>
              <a:noFill/>
            </a:ln>
          </p:spPr>
        </p:pic>
        <p:sp>
          <p:nvSpPr>
            <p:cNvPr id="12125" name="Google Shape;12125;p211"/>
            <p:cNvSpPr txBox="1"/>
            <p:nvPr/>
          </p:nvSpPr>
          <p:spPr>
            <a:xfrm>
              <a:off x="2659850" y="1384500"/>
              <a:ext cx="1109700" cy="2847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0"/>
                </a:spcAft>
                <a:buNone/>
              </a:pPr>
              <a:r>
                <a:rPr lang="es-419" sz="800"/>
                <a:t>&lt;...&gt;</a:t>
              </a:r>
              <a:endParaRPr sz="800"/>
            </a:p>
          </p:txBody>
        </p:sp>
        <p:sp>
          <p:nvSpPr>
            <p:cNvPr id="12126" name="Google Shape;12126;p211"/>
            <p:cNvSpPr txBox="1"/>
            <p:nvPr/>
          </p:nvSpPr>
          <p:spPr>
            <a:xfrm>
              <a:off x="3036600" y="970050"/>
              <a:ext cx="351000" cy="2067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
          <p:nvSpPr>
            <p:cNvPr id="12127" name="Google Shape;12127;p211"/>
            <p:cNvSpPr txBox="1"/>
            <p:nvPr/>
          </p:nvSpPr>
          <p:spPr>
            <a:xfrm>
              <a:off x="3036700" y="1176625"/>
              <a:ext cx="351000" cy="1935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28" name="Google Shape;12128;p211"/>
          <p:cNvGrpSpPr/>
          <p:nvPr/>
        </p:nvGrpSpPr>
        <p:grpSpPr>
          <a:xfrm>
            <a:off x="2986981" y="5214914"/>
            <a:ext cx="522688" cy="506718"/>
            <a:chOff x="2323550" y="2096250"/>
            <a:chExt cx="522688" cy="648475"/>
          </a:xfrm>
        </p:grpSpPr>
        <p:sp>
          <p:nvSpPr>
            <p:cNvPr id="12129" name="Google Shape;12129;p211"/>
            <p:cNvSpPr/>
            <p:nvPr/>
          </p:nvSpPr>
          <p:spPr>
            <a:xfrm>
              <a:off x="2323550" y="2096250"/>
              <a:ext cx="286500" cy="367500"/>
            </a:xfrm>
            <a:prstGeom prst="wedgeRoundRectCallout">
              <a:avLst>
                <a:gd fmla="val 36634" name="adj1"/>
                <a:gd fmla="val 77667" name="adj2"/>
                <a:gd fmla="val 0" name="adj3"/>
              </a:avLst>
            </a:prstGeom>
            <a:solidFill>
              <a:srgbClr val="CC0000">
                <a:alpha val="15320"/>
              </a:srgbClr>
            </a:solidFill>
            <a:ln cap="flat" cmpd="sng" w="9525">
              <a:solidFill>
                <a:srgbClr val="CC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0" name="Google Shape;12130;p211"/>
            <p:cNvSpPr/>
            <p:nvPr/>
          </p:nvSpPr>
          <p:spPr>
            <a:xfrm>
              <a:off x="2493738" y="2546725"/>
              <a:ext cx="352500" cy="198000"/>
            </a:xfrm>
            <a:prstGeom prst="roundRect">
              <a:avLst>
                <a:gd fmla="val 16667" name="adj"/>
              </a:avLst>
            </a:prstGeom>
            <a:solidFill>
              <a:srgbClr val="FFFFFF">
                <a:alpha val="77480"/>
              </a:srgbClr>
            </a:solidFill>
            <a:ln cap="flat" cmpd="sng" w="9525">
              <a:solidFill>
                <a:srgbClr val="CC0000"/>
              </a:solidFill>
              <a:prstDash val="solid"/>
              <a:round/>
              <a:headEnd len="sm" w="sm" type="none"/>
              <a:tailEnd len="sm" w="sm" type="none"/>
            </a:ln>
          </p:spPr>
          <p:txBody>
            <a:bodyPr anchorCtr="0" anchor="t" bIns="0" lIns="0" spcFirstLastPara="1" rIns="0" wrap="square" tIns="18000">
              <a:noAutofit/>
            </a:bodyPr>
            <a:lstStyle/>
            <a:p>
              <a:pPr indent="0" lvl="0" marL="0" rtl="0" algn="ctr">
                <a:spcBef>
                  <a:spcPts val="0"/>
                </a:spcBef>
                <a:spcAft>
                  <a:spcPts val="0"/>
                </a:spcAft>
                <a:buNone/>
              </a:pPr>
              <a:r>
                <a:rPr lang="es-419" sz="800"/>
                <a:t>&lt;...&gt;</a:t>
              </a:r>
              <a:endParaRPr sz="800"/>
            </a:p>
          </p:txBody>
        </p:sp>
      </p:grpSp>
      <p:cxnSp>
        <p:nvCxnSpPr>
          <p:cNvPr id="12131" name="Google Shape;12131;p211"/>
          <p:cNvCxnSpPr/>
          <p:nvPr/>
        </p:nvCxnSpPr>
        <p:spPr>
          <a:xfrm flipH="1" rot="10800000">
            <a:off x="3086625" y="3487563"/>
            <a:ext cx="323400" cy="148200"/>
          </a:xfrm>
          <a:prstGeom prst="bentConnector3">
            <a:avLst>
              <a:gd fmla="val 50000" name="adj1"/>
            </a:avLst>
          </a:prstGeom>
          <a:noFill/>
          <a:ln cap="flat" cmpd="sng" w="19050">
            <a:solidFill>
              <a:srgbClr val="595959"/>
            </a:solidFill>
            <a:prstDash val="solid"/>
            <a:round/>
            <a:headEnd len="med" w="med" type="none"/>
            <a:tailEnd len="med" w="med" type="triangle"/>
          </a:ln>
        </p:spPr>
      </p:cxnSp>
      <p:grpSp>
        <p:nvGrpSpPr>
          <p:cNvPr id="12132" name="Google Shape;12132;p211"/>
          <p:cNvGrpSpPr/>
          <p:nvPr/>
        </p:nvGrpSpPr>
        <p:grpSpPr>
          <a:xfrm>
            <a:off x="3068492" y="4231076"/>
            <a:ext cx="359665" cy="471743"/>
            <a:chOff x="168338" y="3891550"/>
            <a:chExt cx="359665" cy="471743"/>
          </a:xfrm>
        </p:grpSpPr>
        <p:cxnSp>
          <p:nvCxnSpPr>
            <p:cNvPr id="12133" name="Google Shape;12133;p211"/>
            <p:cNvCxnSpPr>
              <a:stCxn id="12134" idx="4"/>
            </p:cNvCxnSpPr>
            <p:nvPr/>
          </p:nvCxnSpPr>
          <p:spPr>
            <a:xfrm rot="5400000">
              <a:off x="125438" y="4164693"/>
              <a:ext cx="241500" cy="155700"/>
            </a:xfrm>
            <a:prstGeom prst="bentConnector3">
              <a:avLst>
                <a:gd fmla="val 50000" name="adj1"/>
              </a:avLst>
            </a:prstGeom>
            <a:noFill/>
            <a:ln cap="flat" cmpd="sng" w="9525">
              <a:solidFill>
                <a:srgbClr val="990033"/>
              </a:solidFill>
              <a:prstDash val="dash"/>
              <a:round/>
              <a:headEnd len="sm" w="sm" type="none"/>
              <a:tailEnd len="sm" w="sm" type="none"/>
            </a:ln>
          </p:spPr>
        </p:cxnSp>
        <p:sp>
          <p:nvSpPr>
            <p:cNvPr id="12134" name="Google Shape;12134;p211"/>
            <p:cNvSpPr/>
            <p:nvPr/>
          </p:nvSpPr>
          <p:spPr>
            <a:xfrm>
              <a:off x="241503" y="3891550"/>
              <a:ext cx="286500" cy="192000"/>
            </a:xfrm>
            <a:prstGeom prst="wedgeRectCallout">
              <a:avLst>
                <a:gd fmla="val -21192" name="adj1"/>
                <a:gd fmla="val 69918" name="adj2"/>
              </a:avLst>
            </a:prstGeom>
            <a:solidFill>
              <a:srgbClr val="FFFFCC"/>
            </a:solidFill>
            <a:ln cap="flat" cmpd="sng" w="9525">
              <a:solidFill>
                <a:srgbClr val="990033"/>
              </a:solidFill>
              <a:prstDash val="solid"/>
              <a:round/>
              <a:headEnd len="sm" w="sm" type="none"/>
              <a:tailEnd len="sm" w="sm" type="none"/>
            </a:ln>
          </p:spPr>
          <p:txBody>
            <a:bodyPr anchorCtr="0" anchor="b" bIns="0" lIns="0" spcFirstLastPara="1" rIns="0" wrap="square" tIns="18000">
              <a:noAutofit/>
            </a:bodyPr>
            <a:lstStyle/>
            <a:p>
              <a:pPr indent="0" lvl="0" marL="0" rtl="0" algn="ctr">
                <a:spcBef>
                  <a:spcPts val="0"/>
                </a:spcBef>
                <a:spcAft>
                  <a:spcPts val="0"/>
                </a:spcAft>
                <a:buNone/>
              </a:pPr>
              <a:r>
                <a:rPr lang="es-419" sz="700"/>
                <a:t>&lt;...&gt;</a:t>
              </a:r>
              <a:endParaRPr sz="700"/>
            </a:p>
          </p:txBody>
        </p:sp>
      </p:grpSp>
      <p:grpSp>
        <p:nvGrpSpPr>
          <p:cNvPr id="12135" name="Google Shape;12135;p211"/>
          <p:cNvGrpSpPr/>
          <p:nvPr/>
        </p:nvGrpSpPr>
        <p:grpSpPr>
          <a:xfrm>
            <a:off x="3045738" y="2656139"/>
            <a:ext cx="405174" cy="394810"/>
            <a:chOff x="282076" y="1560764"/>
            <a:chExt cx="405174" cy="394810"/>
          </a:xfrm>
        </p:grpSpPr>
        <p:cxnSp>
          <p:nvCxnSpPr>
            <p:cNvPr id="12136" name="Google Shape;12136;p211"/>
            <p:cNvCxnSpPr/>
            <p:nvPr/>
          </p:nvCxnSpPr>
          <p:spPr>
            <a:xfrm flipH="1">
              <a:off x="289450" y="1670950"/>
              <a:ext cx="397800" cy="155100"/>
            </a:xfrm>
            <a:prstGeom prst="bentConnector3">
              <a:avLst>
                <a:gd fmla="val 50000" name="adj1"/>
              </a:avLst>
            </a:prstGeom>
            <a:noFill/>
            <a:ln cap="flat" cmpd="sng" w="19050">
              <a:solidFill>
                <a:srgbClr val="595959"/>
              </a:solidFill>
              <a:prstDash val="solid"/>
              <a:round/>
              <a:headEnd len="med" w="med" type="none"/>
              <a:tailEnd len="med" w="med" type="none"/>
            </a:ln>
          </p:spPr>
        </p:cxnSp>
        <p:sp>
          <p:nvSpPr>
            <p:cNvPr id="12137" name="Google Shape;12137;p211"/>
            <p:cNvSpPr txBox="1"/>
            <p:nvPr/>
          </p:nvSpPr>
          <p:spPr>
            <a:xfrm>
              <a:off x="282076" y="1831674"/>
              <a:ext cx="359700" cy="123900"/>
            </a:xfrm>
            <a:prstGeom prst="rect">
              <a:avLst/>
            </a:prstGeom>
            <a:noFill/>
            <a:ln>
              <a:noFill/>
            </a:ln>
          </p:spPr>
          <p:txBody>
            <a:bodyPr anchorCtr="0" anchor="t" bIns="0" lIns="0" spcFirstLastPara="1" rIns="0" wrap="square" tIns="0">
              <a:noAutofit/>
            </a:bodyPr>
            <a:lstStyle/>
            <a:p>
              <a:pPr indent="0" lvl="0" marL="0" rtl="0" algn="l">
                <a:spcBef>
                  <a:spcPts val="0"/>
                </a:spcBef>
                <a:spcAft>
                  <a:spcPts val="0"/>
                </a:spcAft>
                <a:buNone/>
              </a:pPr>
              <a:r>
                <a:rPr lang="es-419" sz="700"/>
                <a:t>[n] &lt;...&gt;</a:t>
              </a:r>
              <a:endParaRPr sz="700"/>
            </a:p>
          </p:txBody>
        </p:sp>
        <p:sp>
          <p:nvSpPr>
            <p:cNvPr id="12138" name="Google Shape;12138;p211"/>
            <p:cNvSpPr txBox="1"/>
            <p:nvPr/>
          </p:nvSpPr>
          <p:spPr>
            <a:xfrm>
              <a:off x="308499" y="1560764"/>
              <a:ext cx="359700" cy="111300"/>
            </a:xfrm>
            <a:prstGeom prst="rect">
              <a:avLst/>
            </a:prstGeom>
            <a:noFill/>
            <a:ln>
              <a:noFill/>
            </a:ln>
          </p:spPr>
          <p:txBody>
            <a:bodyPr anchorCtr="0" anchor="t" bIns="0" lIns="0" spcFirstLastPara="1" rIns="0" wrap="square" tIns="0">
              <a:noAutofit/>
            </a:bodyPr>
            <a:lstStyle/>
            <a:p>
              <a:pPr indent="0" lvl="0" marL="0" marR="0" rtl="0" algn="l">
                <a:lnSpc>
                  <a:spcPct val="100000"/>
                </a:lnSpc>
                <a:spcBef>
                  <a:spcPts val="0"/>
                </a:spcBef>
                <a:spcAft>
                  <a:spcPts val="0"/>
                </a:spcAft>
                <a:buNone/>
              </a:pPr>
              <a:r>
                <a:rPr lang="es-419" sz="700"/>
                <a:t>[1] &lt;...&gt;</a:t>
              </a:r>
              <a:endParaRPr sz="700"/>
            </a:p>
          </p:txBody>
        </p:sp>
      </p:grpSp>
      <p:grpSp>
        <p:nvGrpSpPr>
          <p:cNvPr id="12139" name="Google Shape;12139;p211"/>
          <p:cNvGrpSpPr/>
          <p:nvPr/>
        </p:nvGrpSpPr>
        <p:grpSpPr>
          <a:xfrm>
            <a:off x="4003943" y="2181750"/>
            <a:ext cx="1030800" cy="574313"/>
            <a:chOff x="2166675" y="1113275"/>
            <a:chExt cx="1030800" cy="574313"/>
          </a:xfrm>
        </p:grpSpPr>
        <p:pic>
          <p:nvPicPr>
            <p:cNvPr id="12140" name="Google Shape;12140;p211"/>
            <p:cNvPicPr preferRelativeResize="0"/>
            <p:nvPr/>
          </p:nvPicPr>
          <p:blipFill>
            <a:blip r:embed="rId6">
              <a:alphaModFix/>
            </a:blip>
            <a:stretch>
              <a:fillRect/>
            </a:stretch>
          </p:blipFill>
          <p:spPr>
            <a:xfrm>
              <a:off x="2445938" y="1113275"/>
              <a:ext cx="472264" cy="249625"/>
            </a:xfrm>
            <a:prstGeom prst="rect">
              <a:avLst/>
            </a:prstGeom>
            <a:noFill/>
            <a:ln>
              <a:noFill/>
            </a:ln>
          </p:spPr>
        </p:pic>
        <p:sp>
          <p:nvSpPr>
            <p:cNvPr id="12141" name="Google Shape;12141;p211"/>
            <p:cNvSpPr txBox="1"/>
            <p:nvPr/>
          </p:nvSpPr>
          <p:spPr>
            <a:xfrm>
              <a:off x="2479675" y="1128725"/>
              <a:ext cx="407100" cy="981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
          <p:nvSpPr>
            <p:cNvPr id="12142" name="Google Shape;12142;p211"/>
            <p:cNvSpPr txBox="1"/>
            <p:nvPr/>
          </p:nvSpPr>
          <p:spPr>
            <a:xfrm>
              <a:off x="2479675" y="1245900"/>
              <a:ext cx="407100" cy="981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
          <p:nvSpPr>
            <p:cNvPr id="12143" name="Google Shape;12143;p211"/>
            <p:cNvSpPr txBox="1"/>
            <p:nvPr/>
          </p:nvSpPr>
          <p:spPr>
            <a:xfrm>
              <a:off x="2166675" y="1394188"/>
              <a:ext cx="1030800" cy="2934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lang="es-419" sz="800"/>
                <a:t>&lt;..&gt;</a:t>
              </a:r>
              <a:endParaRPr sz="800"/>
            </a:p>
          </p:txBody>
        </p:sp>
      </p:grpSp>
      <p:grpSp>
        <p:nvGrpSpPr>
          <p:cNvPr id="12144" name="Google Shape;12144;p211"/>
          <p:cNvGrpSpPr/>
          <p:nvPr/>
        </p:nvGrpSpPr>
        <p:grpSpPr>
          <a:xfrm>
            <a:off x="4257999" y="4990363"/>
            <a:ext cx="522688" cy="506718"/>
            <a:chOff x="2323550" y="2096250"/>
            <a:chExt cx="522688" cy="648475"/>
          </a:xfrm>
        </p:grpSpPr>
        <p:sp>
          <p:nvSpPr>
            <p:cNvPr id="12145" name="Google Shape;12145;p211"/>
            <p:cNvSpPr/>
            <p:nvPr/>
          </p:nvSpPr>
          <p:spPr>
            <a:xfrm>
              <a:off x="2323550" y="2096250"/>
              <a:ext cx="286500" cy="367500"/>
            </a:xfrm>
            <a:prstGeom prst="wedgeRoundRectCallout">
              <a:avLst>
                <a:gd fmla="val 36634" name="adj1"/>
                <a:gd fmla="val 77667" name="adj2"/>
                <a:gd fmla="val 0" name="adj3"/>
              </a:avLst>
            </a:prstGeom>
            <a:solidFill>
              <a:srgbClr val="CC0000">
                <a:alpha val="15320"/>
              </a:srgbClr>
            </a:solidFill>
            <a:ln cap="flat" cmpd="sng" w="9525">
              <a:solidFill>
                <a:srgbClr val="CC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6" name="Google Shape;12146;p211"/>
            <p:cNvSpPr/>
            <p:nvPr/>
          </p:nvSpPr>
          <p:spPr>
            <a:xfrm>
              <a:off x="2493738" y="2546725"/>
              <a:ext cx="352500" cy="198000"/>
            </a:xfrm>
            <a:prstGeom prst="roundRect">
              <a:avLst>
                <a:gd fmla="val 16667" name="adj"/>
              </a:avLst>
            </a:prstGeom>
            <a:solidFill>
              <a:srgbClr val="FFFFFF">
                <a:alpha val="77480"/>
              </a:srgbClr>
            </a:solidFill>
            <a:ln cap="flat" cmpd="sng" w="9525">
              <a:solidFill>
                <a:srgbClr val="CC0000"/>
              </a:solidFill>
              <a:prstDash val="solid"/>
              <a:round/>
              <a:headEnd len="sm" w="sm" type="none"/>
              <a:tailEnd len="sm" w="sm" type="none"/>
            </a:ln>
          </p:spPr>
          <p:txBody>
            <a:bodyPr anchorCtr="0" anchor="t" bIns="0" lIns="0" spcFirstLastPara="1" rIns="0" wrap="square" tIns="18000">
              <a:noAutofit/>
            </a:bodyPr>
            <a:lstStyle/>
            <a:p>
              <a:pPr indent="0" lvl="0" marL="0" rtl="0" algn="ctr">
                <a:spcBef>
                  <a:spcPts val="0"/>
                </a:spcBef>
                <a:spcAft>
                  <a:spcPts val="0"/>
                </a:spcAft>
                <a:buNone/>
              </a:pPr>
              <a:r>
                <a:rPr lang="es-419" sz="800"/>
                <a:t>&lt;...&gt;</a:t>
              </a:r>
              <a:endParaRPr sz="800"/>
            </a:p>
          </p:txBody>
        </p:sp>
      </p:grpSp>
      <p:grpSp>
        <p:nvGrpSpPr>
          <p:cNvPr id="12147" name="Google Shape;12147;p211"/>
          <p:cNvGrpSpPr/>
          <p:nvPr/>
        </p:nvGrpSpPr>
        <p:grpSpPr>
          <a:xfrm>
            <a:off x="4258043" y="3028863"/>
            <a:ext cx="522600" cy="249625"/>
            <a:chOff x="140438" y="2815488"/>
            <a:chExt cx="522600" cy="249625"/>
          </a:xfrm>
        </p:grpSpPr>
        <p:cxnSp>
          <p:nvCxnSpPr>
            <p:cNvPr id="12148" name="Google Shape;12148;p211"/>
            <p:cNvCxnSpPr/>
            <p:nvPr/>
          </p:nvCxnSpPr>
          <p:spPr>
            <a:xfrm flipH="1">
              <a:off x="203437" y="2815488"/>
              <a:ext cx="396600" cy="157800"/>
            </a:xfrm>
            <a:prstGeom prst="straightConnector1">
              <a:avLst/>
            </a:prstGeom>
            <a:noFill/>
            <a:ln cap="flat" cmpd="sng" w="9525">
              <a:solidFill>
                <a:srgbClr val="990033"/>
              </a:solidFill>
              <a:prstDash val="dot"/>
              <a:round/>
              <a:headEnd len="med" w="med" type="none"/>
              <a:tailEnd len="med" w="med" type="stealth"/>
            </a:ln>
          </p:spPr>
        </p:cxnSp>
        <p:sp>
          <p:nvSpPr>
            <p:cNvPr id="12149" name="Google Shape;12149;p211"/>
            <p:cNvSpPr txBox="1"/>
            <p:nvPr/>
          </p:nvSpPr>
          <p:spPr>
            <a:xfrm>
              <a:off x="140438" y="2941213"/>
              <a:ext cx="522600" cy="1239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0"/>
                </a:spcAft>
                <a:buNone/>
              </a:pPr>
              <a:r>
                <a:rPr lang="es-419" sz="700"/>
                <a:t>&lt;&lt;include&gt;&gt;</a:t>
              </a:r>
              <a:endParaRPr sz="700"/>
            </a:p>
          </p:txBody>
        </p:sp>
      </p:grpSp>
      <p:cxnSp>
        <p:nvCxnSpPr>
          <p:cNvPr id="12150" name="Google Shape;12150;p211"/>
          <p:cNvCxnSpPr/>
          <p:nvPr/>
        </p:nvCxnSpPr>
        <p:spPr>
          <a:xfrm flipH="1">
            <a:off x="4357643" y="4378150"/>
            <a:ext cx="323400" cy="121200"/>
          </a:xfrm>
          <a:prstGeom prst="bentConnector3">
            <a:avLst>
              <a:gd fmla="val 50000" name="adj1"/>
            </a:avLst>
          </a:prstGeom>
          <a:noFill/>
          <a:ln cap="flat" cmpd="sng" w="9525">
            <a:solidFill>
              <a:srgbClr val="990033"/>
            </a:solidFill>
            <a:prstDash val="solid"/>
            <a:round/>
            <a:headEnd len="med" w="med" type="none"/>
            <a:tailEnd len="med" w="med" type="stealth"/>
          </a:ln>
        </p:spPr>
      </p:cxnSp>
      <p:grpSp>
        <p:nvGrpSpPr>
          <p:cNvPr id="12151" name="Google Shape;12151;p211"/>
          <p:cNvGrpSpPr/>
          <p:nvPr/>
        </p:nvGrpSpPr>
        <p:grpSpPr>
          <a:xfrm>
            <a:off x="4339511" y="5835700"/>
            <a:ext cx="359665" cy="471743"/>
            <a:chOff x="168338" y="3891550"/>
            <a:chExt cx="359665" cy="471743"/>
          </a:xfrm>
        </p:grpSpPr>
        <p:cxnSp>
          <p:nvCxnSpPr>
            <p:cNvPr id="12152" name="Google Shape;12152;p211"/>
            <p:cNvCxnSpPr>
              <a:stCxn id="12153" idx="4"/>
            </p:cNvCxnSpPr>
            <p:nvPr/>
          </p:nvCxnSpPr>
          <p:spPr>
            <a:xfrm rot="5400000">
              <a:off x="125438" y="4164693"/>
              <a:ext cx="241500" cy="155700"/>
            </a:xfrm>
            <a:prstGeom prst="bentConnector3">
              <a:avLst>
                <a:gd fmla="val 50000" name="adj1"/>
              </a:avLst>
            </a:prstGeom>
            <a:noFill/>
            <a:ln cap="flat" cmpd="sng" w="9525">
              <a:solidFill>
                <a:srgbClr val="990033"/>
              </a:solidFill>
              <a:prstDash val="dash"/>
              <a:round/>
              <a:headEnd len="sm" w="sm" type="none"/>
              <a:tailEnd len="sm" w="sm" type="none"/>
            </a:ln>
          </p:spPr>
        </p:cxnSp>
        <p:sp>
          <p:nvSpPr>
            <p:cNvPr id="12153" name="Google Shape;12153;p211"/>
            <p:cNvSpPr/>
            <p:nvPr/>
          </p:nvSpPr>
          <p:spPr>
            <a:xfrm>
              <a:off x="241503" y="3891550"/>
              <a:ext cx="286500" cy="192000"/>
            </a:xfrm>
            <a:prstGeom prst="wedgeRectCallout">
              <a:avLst>
                <a:gd fmla="val -21192" name="adj1"/>
                <a:gd fmla="val 69918" name="adj2"/>
              </a:avLst>
            </a:prstGeom>
            <a:solidFill>
              <a:srgbClr val="FFFFCC"/>
            </a:solidFill>
            <a:ln cap="flat" cmpd="sng" w="9525">
              <a:solidFill>
                <a:srgbClr val="990033"/>
              </a:solidFill>
              <a:prstDash val="solid"/>
              <a:round/>
              <a:headEnd len="sm" w="sm" type="none"/>
              <a:tailEnd len="sm" w="sm" type="none"/>
            </a:ln>
          </p:spPr>
          <p:txBody>
            <a:bodyPr anchorCtr="0" anchor="b" bIns="0" lIns="0" spcFirstLastPara="1" rIns="0" wrap="square" tIns="18000">
              <a:noAutofit/>
            </a:bodyPr>
            <a:lstStyle/>
            <a:p>
              <a:pPr indent="0" lvl="0" marL="0" rtl="0" algn="ctr">
                <a:spcBef>
                  <a:spcPts val="0"/>
                </a:spcBef>
                <a:spcAft>
                  <a:spcPts val="0"/>
                </a:spcAft>
                <a:buNone/>
              </a:pPr>
              <a:r>
                <a:rPr lang="es-419" sz="700"/>
                <a:t>&lt;...&gt;</a:t>
              </a:r>
              <a:endParaRPr sz="700"/>
            </a:p>
          </p:txBody>
        </p:sp>
      </p:grpSp>
      <p:grpSp>
        <p:nvGrpSpPr>
          <p:cNvPr id="12154" name="Google Shape;12154;p211"/>
          <p:cNvGrpSpPr/>
          <p:nvPr/>
        </p:nvGrpSpPr>
        <p:grpSpPr>
          <a:xfrm>
            <a:off x="4063343" y="1177500"/>
            <a:ext cx="912000" cy="715400"/>
            <a:chOff x="1163975" y="697425"/>
            <a:chExt cx="912000" cy="715400"/>
          </a:xfrm>
        </p:grpSpPr>
        <p:pic>
          <p:nvPicPr>
            <p:cNvPr id="12155" name="Google Shape;12155;p211"/>
            <p:cNvPicPr preferRelativeResize="0"/>
            <p:nvPr/>
          </p:nvPicPr>
          <p:blipFill>
            <a:blip r:embed="rId7">
              <a:alphaModFix/>
            </a:blip>
            <a:stretch>
              <a:fillRect/>
            </a:stretch>
          </p:blipFill>
          <p:spPr>
            <a:xfrm>
              <a:off x="1443763" y="697425"/>
              <a:ext cx="352425" cy="485775"/>
            </a:xfrm>
            <a:prstGeom prst="rect">
              <a:avLst/>
            </a:prstGeom>
            <a:noFill/>
            <a:ln>
              <a:noFill/>
            </a:ln>
          </p:spPr>
        </p:pic>
        <p:sp>
          <p:nvSpPr>
            <p:cNvPr id="12156" name="Google Shape;12156;p211"/>
            <p:cNvSpPr txBox="1"/>
            <p:nvPr/>
          </p:nvSpPr>
          <p:spPr>
            <a:xfrm>
              <a:off x="1441625" y="697425"/>
              <a:ext cx="369300" cy="2496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
          <p:nvSpPr>
            <p:cNvPr id="12157" name="Google Shape;12157;p211"/>
            <p:cNvSpPr txBox="1"/>
            <p:nvPr/>
          </p:nvSpPr>
          <p:spPr>
            <a:xfrm>
              <a:off x="1443775" y="947100"/>
              <a:ext cx="369300" cy="2361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
          <p:nvSpPr>
            <p:cNvPr id="12158" name="Google Shape;12158;p211"/>
            <p:cNvSpPr txBox="1"/>
            <p:nvPr/>
          </p:nvSpPr>
          <p:spPr>
            <a:xfrm>
              <a:off x="1163975" y="1176725"/>
              <a:ext cx="912000" cy="236100"/>
            </a:xfrm>
            <a:prstGeom prst="rect">
              <a:avLst/>
            </a:prstGeom>
            <a:noFill/>
            <a:ln>
              <a:noFill/>
            </a:ln>
          </p:spPr>
          <p:txBody>
            <a:bodyPr anchorCtr="0" anchor="ctr" bIns="0" lIns="0" spcFirstLastPara="1" rIns="0" wrap="square" tIns="0">
              <a:noAutofit/>
            </a:bodyPr>
            <a:lstStyle/>
            <a:p>
              <a:pPr indent="0" lvl="0" marL="0" rtl="0" algn="ctr">
                <a:lnSpc>
                  <a:spcPct val="100000"/>
                </a:lnSpc>
                <a:spcBef>
                  <a:spcPts val="0"/>
                </a:spcBef>
                <a:spcAft>
                  <a:spcPts val="0"/>
                </a:spcAft>
                <a:buNone/>
              </a:pPr>
              <a:r>
                <a:rPr lang="es-419" sz="800"/>
                <a:t>&lt;..&gt;</a:t>
              </a:r>
              <a:endParaRPr sz="800"/>
            </a:p>
          </p:txBody>
        </p:sp>
      </p:grpSp>
      <p:grpSp>
        <p:nvGrpSpPr>
          <p:cNvPr id="12159" name="Google Shape;12159;p211"/>
          <p:cNvGrpSpPr/>
          <p:nvPr/>
        </p:nvGrpSpPr>
        <p:grpSpPr>
          <a:xfrm>
            <a:off x="4258043" y="3627488"/>
            <a:ext cx="522600" cy="247062"/>
            <a:chOff x="1761200" y="2490188"/>
            <a:chExt cx="522600" cy="247062"/>
          </a:xfrm>
        </p:grpSpPr>
        <p:cxnSp>
          <p:nvCxnSpPr>
            <p:cNvPr id="12160" name="Google Shape;12160;p211"/>
            <p:cNvCxnSpPr/>
            <p:nvPr/>
          </p:nvCxnSpPr>
          <p:spPr>
            <a:xfrm flipH="1">
              <a:off x="1852463" y="2490188"/>
              <a:ext cx="396600" cy="157800"/>
            </a:xfrm>
            <a:prstGeom prst="straightConnector1">
              <a:avLst/>
            </a:prstGeom>
            <a:noFill/>
            <a:ln cap="flat" cmpd="sng" w="9525">
              <a:solidFill>
                <a:srgbClr val="990033"/>
              </a:solidFill>
              <a:prstDash val="dot"/>
              <a:round/>
              <a:headEnd len="med" w="med" type="none"/>
              <a:tailEnd len="med" w="med" type="stealth"/>
            </a:ln>
          </p:spPr>
        </p:cxnSp>
        <p:sp>
          <p:nvSpPr>
            <p:cNvPr id="12161" name="Google Shape;12161;p211"/>
            <p:cNvSpPr txBox="1"/>
            <p:nvPr/>
          </p:nvSpPr>
          <p:spPr>
            <a:xfrm>
              <a:off x="1761200" y="2613350"/>
              <a:ext cx="522600" cy="1239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0"/>
                </a:spcAft>
                <a:buNone/>
              </a:pPr>
              <a:r>
                <a:rPr lang="es-419" sz="700"/>
                <a:t>&lt;&lt;extend&gt;&gt;</a:t>
              </a:r>
              <a:endParaRPr sz="700"/>
            </a:p>
          </p:txBody>
        </p:sp>
      </p:grpSp>
      <p:grpSp>
        <p:nvGrpSpPr>
          <p:cNvPr id="12162" name="Google Shape;12162;p211"/>
          <p:cNvGrpSpPr/>
          <p:nvPr/>
        </p:nvGrpSpPr>
        <p:grpSpPr>
          <a:xfrm>
            <a:off x="5263390" y="1867587"/>
            <a:ext cx="1030800" cy="669274"/>
            <a:chOff x="1883075" y="3073176"/>
            <a:chExt cx="1030800" cy="669274"/>
          </a:xfrm>
        </p:grpSpPr>
        <p:pic>
          <p:nvPicPr>
            <p:cNvPr id="12163" name="Google Shape;12163;p211"/>
            <p:cNvPicPr preferRelativeResize="0"/>
            <p:nvPr/>
          </p:nvPicPr>
          <p:blipFill>
            <a:blip r:embed="rId8">
              <a:alphaModFix/>
            </a:blip>
            <a:stretch>
              <a:fillRect/>
            </a:stretch>
          </p:blipFill>
          <p:spPr>
            <a:xfrm>
              <a:off x="2104400" y="3073176"/>
              <a:ext cx="623100" cy="363350"/>
            </a:xfrm>
            <a:prstGeom prst="rect">
              <a:avLst/>
            </a:prstGeom>
            <a:noFill/>
            <a:ln>
              <a:noFill/>
            </a:ln>
          </p:spPr>
        </p:pic>
        <p:sp>
          <p:nvSpPr>
            <p:cNvPr id="12164" name="Google Shape;12164;p211"/>
            <p:cNvSpPr txBox="1"/>
            <p:nvPr/>
          </p:nvSpPr>
          <p:spPr>
            <a:xfrm>
              <a:off x="2140930" y="3087337"/>
              <a:ext cx="522600" cy="1563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
          <p:nvSpPr>
            <p:cNvPr id="12165" name="Google Shape;12165;p211"/>
            <p:cNvSpPr txBox="1"/>
            <p:nvPr/>
          </p:nvSpPr>
          <p:spPr>
            <a:xfrm>
              <a:off x="2140913" y="3239759"/>
              <a:ext cx="522600" cy="1563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
          <p:nvSpPr>
            <p:cNvPr id="12166" name="Google Shape;12166;p211"/>
            <p:cNvSpPr txBox="1"/>
            <p:nvPr/>
          </p:nvSpPr>
          <p:spPr>
            <a:xfrm>
              <a:off x="1883075" y="3449050"/>
              <a:ext cx="1030800" cy="2934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lang="es-419" sz="800"/>
                <a:t>&lt;..&gt;</a:t>
              </a:r>
              <a:endParaRPr sz="800"/>
            </a:p>
          </p:txBody>
        </p:sp>
      </p:grpSp>
      <p:grpSp>
        <p:nvGrpSpPr>
          <p:cNvPr id="12167" name="Google Shape;12167;p211"/>
          <p:cNvGrpSpPr/>
          <p:nvPr/>
        </p:nvGrpSpPr>
        <p:grpSpPr>
          <a:xfrm>
            <a:off x="5517446" y="4952751"/>
            <a:ext cx="522688" cy="506718"/>
            <a:chOff x="2323550" y="2096250"/>
            <a:chExt cx="522688" cy="648475"/>
          </a:xfrm>
        </p:grpSpPr>
        <p:sp>
          <p:nvSpPr>
            <p:cNvPr id="12168" name="Google Shape;12168;p211"/>
            <p:cNvSpPr/>
            <p:nvPr/>
          </p:nvSpPr>
          <p:spPr>
            <a:xfrm>
              <a:off x="2323550" y="2096250"/>
              <a:ext cx="286500" cy="367500"/>
            </a:xfrm>
            <a:prstGeom prst="wedgeRoundRectCallout">
              <a:avLst>
                <a:gd fmla="val 36634" name="adj1"/>
                <a:gd fmla="val 77667" name="adj2"/>
                <a:gd fmla="val 0" name="adj3"/>
              </a:avLst>
            </a:prstGeom>
            <a:solidFill>
              <a:srgbClr val="CC0000">
                <a:alpha val="15320"/>
              </a:srgbClr>
            </a:solidFill>
            <a:ln cap="flat" cmpd="sng" w="9525">
              <a:solidFill>
                <a:srgbClr val="CC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9" name="Google Shape;12169;p211"/>
            <p:cNvSpPr/>
            <p:nvPr/>
          </p:nvSpPr>
          <p:spPr>
            <a:xfrm>
              <a:off x="2493738" y="2546725"/>
              <a:ext cx="352500" cy="198000"/>
            </a:xfrm>
            <a:prstGeom prst="roundRect">
              <a:avLst>
                <a:gd fmla="val 16667" name="adj"/>
              </a:avLst>
            </a:prstGeom>
            <a:solidFill>
              <a:srgbClr val="FFFFFF">
                <a:alpha val="77480"/>
              </a:srgbClr>
            </a:solidFill>
            <a:ln cap="flat" cmpd="sng" w="9525">
              <a:solidFill>
                <a:srgbClr val="CC0000"/>
              </a:solidFill>
              <a:prstDash val="solid"/>
              <a:round/>
              <a:headEnd len="sm" w="sm" type="none"/>
              <a:tailEnd len="sm" w="sm" type="none"/>
            </a:ln>
          </p:spPr>
          <p:txBody>
            <a:bodyPr anchorCtr="0" anchor="t" bIns="0" lIns="0" spcFirstLastPara="1" rIns="0" wrap="square" tIns="18000">
              <a:noAutofit/>
            </a:bodyPr>
            <a:lstStyle/>
            <a:p>
              <a:pPr indent="0" lvl="0" marL="0" rtl="0" algn="ctr">
                <a:spcBef>
                  <a:spcPts val="0"/>
                </a:spcBef>
                <a:spcAft>
                  <a:spcPts val="0"/>
                </a:spcAft>
                <a:buNone/>
              </a:pPr>
              <a:r>
                <a:rPr lang="es-419" sz="800"/>
                <a:t>&lt;...&gt;</a:t>
              </a:r>
              <a:endParaRPr sz="800"/>
            </a:p>
          </p:txBody>
        </p:sp>
      </p:grpSp>
      <p:grpSp>
        <p:nvGrpSpPr>
          <p:cNvPr id="12170" name="Google Shape;12170;p211"/>
          <p:cNvGrpSpPr/>
          <p:nvPr/>
        </p:nvGrpSpPr>
        <p:grpSpPr>
          <a:xfrm>
            <a:off x="5322790" y="969363"/>
            <a:ext cx="912000" cy="781950"/>
            <a:chOff x="53700" y="449100"/>
            <a:chExt cx="912000" cy="781950"/>
          </a:xfrm>
        </p:grpSpPr>
        <p:pic>
          <p:nvPicPr>
            <p:cNvPr id="12171" name="Google Shape;12171;p211"/>
            <p:cNvPicPr preferRelativeResize="0"/>
            <p:nvPr/>
          </p:nvPicPr>
          <p:blipFill>
            <a:blip r:embed="rId4">
              <a:alphaModFix/>
            </a:blip>
            <a:stretch>
              <a:fillRect/>
            </a:stretch>
          </p:blipFill>
          <p:spPr>
            <a:xfrm>
              <a:off x="282101" y="449103"/>
              <a:ext cx="451796" cy="545996"/>
            </a:xfrm>
            <a:prstGeom prst="rect">
              <a:avLst/>
            </a:prstGeom>
            <a:noFill/>
            <a:ln>
              <a:noFill/>
            </a:ln>
          </p:spPr>
        </p:pic>
        <p:sp>
          <p:nvSpPr>
            <p:cNvPr id="12172" name="Google Shape;12172;p211"/>
            <p:cNvSpPr txBox="1"/>
            <p:nvPr/>
          </p:nvSpPr>
          <p:spPr>
            <a:xfrm>
              <a:off x="282100" y="723325"/>
              <a:ext cx="420600" cy="2781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
          <p:nvSpPr>
            <p:cNvPr id="12173" name="Google Shape;12173;p211"/>
            <p:cNvSpPr txBox="1"/>
            <p:nvPr/>
          </p:nvSpPr>
          <p:spPr>
            <a:xfrm>
              <a:off x="294850" y="449100"/>
              <a:ext cx="420600" cy="2781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
          <p:nvSpPr>
            <p:cNvPr id="12174" name="Google Shape;12174;p211"/>
            <p:cNvSpPr txBox="1"/>
            <p:nvPr/>
          </p:nvSpPr>
          <p:spPr>
            <a:xfrm>
              <a:off x="53700" y="994950"/>
              <a:ext cx="912000" cy="236100"/>
            </a:xfrm>
            <a:prstGeom prst="rect">
              <a:avLst/>
            </a:prstGeom>
            <a:noFill/>
            <a:ln>
              <a:noFill/>
            </a:ln>
          </p:spPr>
          <p:txBody>
            <a:bodyPr anchorCtr="0" anchor="ctr" bIns="0" lIns="0" spcFirstLastPara="1" rIns="0" wrap="square" tIns="0">
              <a:noAutofit/>
            </a:bodyPr>
            <a:lstStyle/>
            <a:p>
              <a:pPr indent="0" lvl="0" marL="0" rtl="0" algn="ctr">
                <a:lnSpc>
                  <a:spcPct val="100000"/>
                </a:lnSpc>
                <a:spcBef>
                  <a:spcPts val="0"/>
                </a:spcBef>
                <a:spcAft>
                  <a:spcPts val="0"/>
                </a:spcAft>
                <a:buNone/>
              </a:pPr>
              <a:r>
                <a:rPr lang="es-419" sz="800"/>
                <a:t>&lt;..&gt;</a:t>
              </a:r>
              <a:endParaRPr sz="800"/>
            </a:p>
          </p:txBody>
        </p:sp>
      </p:grpSp>
      <p:grpSp>
        <p:nvGrpSpPr>
          <p:cNvPr id="12175" name="Google Shape;12175;p211"/>
          <p:cNvGrpSpPr/>
          <p:nvPr/>
        </p:nvGrpSpPr>
        <p:grpSpPr>
          <a:xfrm>
            <a:off x="5517490" y="3267088"/>
            <a:ext cx="522600" cy="249625"/>
            <a:chOff x="140438" y="2815488"/>
            <a:chExt cx="522600" cy="249625"/>
          </a:xfrm>
        </p:grpSpPr>
        <p:cxnSp>
          <p:nvCxnSpPr>
            <p:cNvPr id="12176" name="Google Shape;12176;p211"/>
            <p:cNvCxnSpPr/>
            <p:nvPr/>
          </p:nvCxnSpPr>
          <p:spPr>
            <a:xfrm flipH="1">
              <a:off x="203437" y="2815488"/>
              <a:ext cx="396600" cy="157800"/>
            </a:xfrm>
            <a:prstGeom prst="straightConnector1">
              <a:avLst/>
            </a:prstGeom>
            <a:noFill/>
            <a:ln cap="flat" cmpd="sng" w="9525">
              <a:solidFill>
                <a:srgbClr val="990033"/>
              </a:solidFill>
              <a:prstDash val="dot"/>
              <a:round/>
              <a:headEnd len="med" w="med" type="none"/>
              <a:tailEnd len="med" w="med" type="stealth"/>
            </a:ln>
          </p:spPr>
        </p:cxnSp>
        <p:sp>
          <p:nvSpPr>
            <p:cNvPr id="12177" name="Google Shape;12177;p211"/>
            <p:cNvSpPr txBox="1"/>
            <p:nvPr/>
          </p:nvSpPr>
          <p:spPr>
            <a:xfrm>
              <a:off x="140438" y="2941213"/>
              <a:ext cx="522600" cy="1239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0"/>
                </a:spcAft>
                <a:buNone/>
              </a:pPr>
              <a:r>
                <a:rPr lang="es-419" sz="700"/>
                <a:t>&lt;&lt;include&gt;&gt;</a:t>
              </a:r>
              <a:endParaRPr sz="700"/>
            </a:p>
          </p:txBody>
        </p:sp>
      </p:grpSp>
      <p:grpSp>
        <p:nvGrpSpPr>
          <p:cNvPr id="12178" name="Google Shape;12178;p211"/>
          <p:cNvGrpSpPr/>
          <p:nvPr/>
        </p:nvGrpSpPr>
        <p:grpSpPr>
          <a:xfrm>
            <a:off x="5543590" y="3813964"/>
            <a:ext cx="470400" cy="247062"/>
            <a:chOff x="164377" y="2815488"/>
            <a:chExt cx="470400" cy="247062"/>
          </a:xfrm>
        </p:grpSpPr>
        <p:cxnSp>
          <p:nvCxnSpPr>
            <p:cNvPr id="12179" name="Google Shape;12179;p211"/>
            <p:cNvCxnSpPr/>
            <p:nvPr/>
          </p:nvCxnSpPr>
          <p:spPr>
            <a:xfrm flipH="1">
              <a:off x="203437" y="2815488"/>
              <a:ext cx="396600" cy="157800"/>
            </a:xfrm>
            <a:prstGeom prst="straightConnector1">
              <a:avLst/>
            </a:prstGeom>
            <a:noFill/>
            <a:ln cap="flat" cmpd="sng" w="9525">
              <a:solidFill>
                <a:srgbClr val="990033"/>
              </a:solidFill>
              <a:prstDash val="dot"/>
              <a:round/>
              <a:headEnd len="med" w="med" type="none"/>
              <a:tailEnd len="med" w="med" type="stealth"/>
            </a:ln>
          </p:spPr>
        </p:cxnSp>
        <p:sp>
          <p:nvSpPr>
            <p:cNvPr id="12180" name="Google Shape;12180;p211"/>
            <p:cNvSpPr txBox="1"/>
            <p:nvPr/>
          </p:nvSpPr>
          <p:spPr>
            <a:xfrm>
              <a:off x="164377" y="2938650"/>
              <a:ext cx="470400" cy="1239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0"/>
                </a:spcAft>
                <a:buNone/>
              </a:pPr>
              <a:r>
                <a:rPr lang="es-419" sz="700"/>
                <a:t>&lt;&lt;extend&gt;&gt;</a:t>
              </a:r>
              <a:endParaRPr sz="700"/>
            </a:p>
          </p:txBody>
        </p:sp>
      </p:grpSp>
      <p:cxnSp>
        <p:nvCxnSpPr>
          <p:cNvPr id="12181" name="Google Shape;12181;p211"/>
          <p:cNvCxnSpPr/>
          <p:nvPr/>
        </p:nvCxnSpPr>
        <p:spPr>
          <a:xfrm flipH="1">
            <a:off x="5617090" y="4492813"/>
            <a:ext cx="323400" cy="121200"/>
          </a:xfrm>
          <a:prstGeom prst="bentConnector3">
            <a:avLst>
              <a:gd fmla="val 50000" name="adj1"/>
            </a:avLst>
          </a:prstGeom>
          <a:noFill/>
          <a:ln cap="flat" cmpd="sng" w="9525">
            <a:solidFill>
              <a:srgbClr val="990033"/>
            </a:solidFill>
            <a:prstDash val="solid"/>
            <a:round/>
            <a:headEnd len="med" w="med" type="none"/>
            <a:tailEnd len="med" w="med" type="stealth"/>
          </a:ln>
        </p:spPr>
      </p:cxnSp>
      <p:grpSp>
        <p:nvGrpSpPr>
          <p:cNvPr id="12182" name="Google Shape;12182;p211"/>
          <p:cNvGrpSpPr/>
          <p:nvPr/>
        </p:nvGrpSpPr>
        <p:grpSpPr>
          <a:xfrm>
            <a:off x="5598957" y="5817938"/>
            <a:ext cx="359665" cy="471743"/>
            <a:chOff x="168338" y="3891550"/>
            <a:chExt cx="359665" cy="471743"/>
          </a:xfrm>
        </p:grpSpPr>
        <p:cxnSp>
          <p:nvCxnSpPr>
            <p:cNvPr id="12183" name="Google Shape;12183;p211"/>
            <p:cNvCxnSpPr>
              <a:stCxn id="12184" idx="4"/>
            </p:cNvCxnSpPr>
            <p:nvPr/>
          </p:nvCxnSpPr>
          <p:spPr>
            <a:xfrm rot="5400000">
              <a:off x="125438" y="4164693"/>
              <a:ext cx="241500" cy="155700"/>
            </a:xfrm>
            <a:prstGeom prst="bentConnector3">
              <a:avLst>
                <a:gd fmla="val 50000" name="adj1"/>
              </a:avLst>
            </a:prstGeom>
            <a:noFill/>
            <a:ln cap="flat" cmpd="sng" w="9525">
              <a:solidFill>
                <a:srgbClr val="990033"/>
              </a:solidFill>
              <a:prstDash val="dash"/>
              <a:round/>
              <a:headEnd len="sm" w="sm" type="none"/>
              <a:tailEnd len="sm" w="sm" type="none"/>
            </a:ln>
          </p:spPr>
        </p:cxnSp>
        <p:sp>
          <p:nvSpPr>
            <p:cNvPr id="12184" name="Google Shape;12184;p211"/>
            <p:cNvSpPr/>
            <p:nvPr/>
          </p:nvSpPr>
          <p:spPr>
            <a:xfrm>
              <a:off x="241503" y="3891550"/>
              <a:ext cx="286500" cy="192000"/>
            </a:xfrm>
            <a:prstGeom prst="wedgeRectCallout">
              <a:avLst>
                <a:gd fmla="val -21192" name="adj1"/>
                <a:gd fmla="val 69918" name="adj2"/>
              </a:avLst>
            </a:prstGeom>
            <a:solidFill>
              <a:srgbClr val="FFFFCC"/>
            </a:solidFill>
            <a:ln cap="flat" cmpd="sng" w="9525">
              <a:solidFill>
                <a:srgbClr val="990033"/>
              </a:solidFill>
              <a:prstDash val="solid"/>
              <a:round/>
              <a:headEnd len="sm" w="sm" type="none"/>
              <a:tailEnd len="sm" w="sm" type="none"/>
            </a:ln>
          </p:spPr>
          <p:txBody>
            <a:bodyPr anchorCtr="0" anchor="b" bIns="0" lIns="0" spcFirstLastPara="1" rIns="0" wrap="square" tIns="18000">
              <a:noAutofit/>
            </a:bodyPr>
            <a:lstStyle/>
            <a:p>
              <a:pPr indent="0" lvl="0" marL="0" rtl="0" algn="ctr">
                <a:spcBef>
                  <a:spcPts val="0"/>
                </a:spcBef>
                <a:spcAft>
                  <a:spcPts val="0"/>
                </a:spcAft>
                <a:buNone/>
              </a:pPr>
              <a:r>
                <a:rPr lang="es-419" sz="700"/>
                <a:t>&lt;...&gt;</a:t>
              </a:r>
              <a:endParaRPr sz="700"/>
            </a:p>
          </p:txBody>
        </p:sp>
      </p:grpSp>
      <p:grpSp>
        <p:nvGrpSpPr>
          <p:cNvPr id="12185" name="Google Shape;12185;p211"/>
          <p:cNvGrpSpPr/>
          <p:nvPr/>
        </p:nvGrpSpPr>
        <p:grpSpPr>
          <a:xfrm>
            <a:off x="5255890" y="2690413"/>
            <a:ext cx="1045800" cy="403950"/>
            <a:chOff x="4759275" y="563750"/>
            <a:chExt cx="1045800" cy="403950"/>
          </a:xfrm>
        </p:grpSpPr>
        <p:pic>
          <p:nvPicPr>
            <p:cNvPr id="12186" name="Google Shape;12186;p211"/>
            <p:cNvPicPr preferRelativeResize="0"/>
            <p:nvPr/>
          </p:nvPicPr>
          <p:blipFill>
            <a:blip r:embed="rId9">
              <a:alphaModFix/>
            </a:blip>
            <a:stretch>
              <a:fillRect/>
            </a:stretch>
          </p:blipFill>
          <p:spPr>
            <a:xfrm>
              <a:off x="5149072" y="569151"/>
              <a:ext cx="308271" cy="270600"/>
            </a:xfrm>
            <a:prstGeom prst="rect">
              <a:avLst/>
            </a:prstGeom>
            <a:noFill/>
            <a:ln>
              <a:noFill/>
            </a:ln>
          </p:spPr>
        </p:pic>
        <p:sp>
          <p:nvSpPr>
            <p:cNvPr id="12187" name="Google Shape;12187;p211"/>
            <p:cNvSpPr txBox="1"/>
            <p:nvPr/>
          </p:nvSpPr>
          <p:spPr>
            <a:xfrm>
              <a:off x="5143200" y="563750"/>
              <a:ext cx="253500" cy="1338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
          <p:nvSpPr>
            <p:cNvPr id="12188" name="Google Shape;12188;p211"/>
            <p:cNvSpPr txBox="1"/>
            <p:nvPr/>
          </p:nvSpPr>
          <p:spPr>
            <a:xfrm>
              <a:off x="5143175" y="697400"/>
              <a:ext cx="253500" cy="1266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
          <p:nvSpPr>
            <p:cNvPr id="12189" name="Google Shape;12189;p211"/>
            <p:cNvSpPr txBox="1"/>
            <p:nvPr/>
          </p:nvSpPr>
          <p:spPr>
            <a:xfrm>
              <a:off x="4759275" y="846500"/>
              <a:ext cx="1045800" cy="1212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i="1" lang="es-419" sz="800">
                  <a:solidFill>
                    <a:srgbClr val="B7B7B7"/>
                  </a:solidFill>
                </a:rPr>
                <a:t>&lt;...&gt;</a:t>
              </a:r>
              <a:endParaRPr i="1" sz="800">
                <a:solidFill>
                  <a:srgbClr val="B7B7B7"/>
                </a:solidFill>
              </a:endParaRPr>
            </a:p>
          </p:txBody>
        </p:sp>
      </p:grpSp>
      <p:grpSp>
        <p:nvGrpSpPr>
          <p:cNvPr id="12190" name="Google Shape;12190;p211"/>
          <p:cNvGrpSpPr/>
          <p:nvPr/>
        </p:nvGrpSpPr>
        <p:grpSpPr>
          <a:xfrm>
            <a:off x="193037" y="2223627"/>
            <a:ext cx="1016100" cy="648675"/>
            <a:chOff x="2711039" y="956525"/>
            <a:chExt cx="1016100" cy="648675"/>
          </a:xfrm>
        </p:grpSpPr>
        <p:sp>
          <p:nvSpPr>
            <p:cNvPr id="12191" name="Google Shape;12191;p211"/>
            <p:cNvSpPr/>
            <p:nvPr/>
          </p:nvSpPr>
          <p:spPr>
            <a:xfrm>
              <a:off x="3036100" y="959050"/>
              <a:ext cx="324900" cy="3069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2" name="Google Shape;12192;p211"/>
            <p:cNvSpPr txBox="1"/>
            <p:nvPr/>
          </p:nvSpPr>
          <p:spPr>
            <a:xfrm>
              <a:off x="2711039" y="1279275"/>
              <a:ext cx="1016100" cy="156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0"/>
                </a:spcAft>
                <a:buNone/>
              </a:pPr>
              <a:r>
                <a:rPr lang="es-419" sz="800"/>
                <a:t>&lt;...&gt;</a:t>
              </a:r>
              <a:endParaRPr sz="800"/>
            </a:p>
          </p:txBody>
        </p:sp>
        <p:sp>
          <p:nvSpPr>
            <p:cNvPr id="12193" name="Google Shape;12193;p211"/>
            <p:cNvSpPr txBox="1"/>
            <p:nvPr/>
          </p:nvSpPr>
          <p:spPr>
            <a:xfrm>
              <a:off x="2922239" y="1448900"/>
              <a:ext cx="593700" cy="156300"/>
            </a:xfrm>
            <a:prstGeom prst="rect">
              <a:avLst/>
            </a:prstGeom>
            <a:noFill/>
            <a:ln>
              <a:noFill/>
            </a:ln>
          </p:spPr>
          <p:txBody>
            <a:bodyPr anchorCtr="0" anchor="t" bIns="0" lIns="18000" spcFirstLastPara="1" rIns="0" wrap="square" tIns="18000">
              <a:noAutofit/>
            </a:bodyPr>
            <a:lstStyle/>
            <a:p>
              <a:pPr indent="0" lvl="0" marL="0" rtl="0" algn="l">
                <a:spcBef>
                  <a:spcPts val="0"/>
                </a:spcBef>
                <a:spcAft>
                  <a:spcPts val="0"/>
                </a:spcAft>
                <a:buNone/>
              </a:pPr>
              <a:r>
                <a:rPr lang="es-419" sz="700"/>
                <a:t>[Estado]</a:t>
              </a:r>
              <a:endParaRPr sz="700"/>
            </a:p>
          </p:txBody>
        </p:sp>
        <p:cxnSp>
          <p:nvCxnSpPr>
            <p:cNvPr id="12194" name="Google Shape;12194;p211"/>
            <p:cNvCxnSpPr/>
            <p:nvPr/>
          </p:nvCxnSpPr>
          <p:spPr>
            <a:xfrm>
              <a:off x="2959289" y="1434463"/>
              <a:ext cx="519600" cy="1800"/>
            </a:xfrm>
            <a:prstGeom prst="straightConnector1">
              <a:avLst/>
            </a:prstGeom>
            <a:noFill/>
            <a:ln cap="flat" cmpd="sng" w="9525">
              <a:solidFill>
                <a:srgbClr val="D9D9D9"/>
              </a:solidFill>
              <a:prstDash val="solid"/>
              <a:round/>
              <a:headEnd len="med" w="med" type="none"/>
              <a:tailEnd len="med" w="med" type="none"/>
            </a:ln>
          </p:spPr>
        </p:cxnSp>
        <p:sp>
          <p:nvSpPr>
            <p:cNvPr id="12195" name="Google Shape;12195;p211"/>
            <p:cNvSpPr txBox="1"/>
            <p:nvPr/>
          </p:nvSpPr>
          <p:spPr>
            <a:xfrm>
              <a:off x="3055750" y="956525"/>
              <a:ext cx="283500" cy="1563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
          <p:nvSpPr>
            <p:cNvPr id="12196" name="Google Shape;12196;p211"/>
            <p:cNvSpPr txBox="1"/>
            <p:nvPr/>
          </p:nvSpPr>
          <p:spPr>
            <a:xfrm>
              <a:off x="3055750" y="1108925"/>
              <a:ext cx="283500" cy="1563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pic>
          <p:nvPicPr>
            <p:cNvPr id="12197" name="Google Shape;12197;p211"/>
            <p:cNvPicPr preferRelativeResize="0"/>
            <p:nvPr/>
          </p:nvPicPr>
          <p:blipFill>
            <a:blip r:embed="rId10">
              <a:alphaModFix/>
            </a:blip>
            <a:stretch>
              <a:fillRect/>
            </a:stretch>
          </p:blipFill>
          <p:spPr>
            <a:xfrm>
              <a:off x="3025212" y="1016937"/>
              <a:ext cx="386100" cy="262357"/>
            </a:xfrm>
            <a:prstGeom prst="rect">
              <a:avLst/>
            </a:prstGeom>
            <a:noFill/>
            <a:ln>
              <a:noFill/>
            </a:ln>
          </p:spPr>
        </p:pic>
      </p:grpSp>
      <p:grpSp>
        <p:nvGrpSpPr>
          <p:cNvPr id="12198" name="Google Shape;12198;p211"/>
          <p:cNvGrpSpPr/>
          <p:nvPr/>
        </p:nvGrpSpPr>
        <p:grpSpPr>
          <a:xfrm>
            <a:off x="1469235" y="2716379"/>
            <a:ext cx="1016100" cy="648675"/>
            <a:chOff x="2711039" y="956525"/>
            <a:chExt cx="1016100" cy="648675"/>
          </a:xfrm>
        </p:grpSpPr>
        <p:sp>
          <p:nvSpPr>
            <p:cNvPr id="12199" name="Google Shape;12199;p211"/>
            <p:cNvSpPr/>
            <p:nvPr/>
          </p:nvSpPr>
          <p:spPr>
            <a:xfrm>
              <a:off x="3036100" y="959050"/>
              <a:ext cx="324900" cy="3069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0" name="Google Shape;12200;p211"/>
            <p:cNvSpPr txBox="1"/>
            <p:nvPr/>
          </p:nvSpPr>
          <p:spPr>
            <a:xfrm>
              <a:off x="2711039" y="1279275"/>
              <a:ext cx="1016100" cy="156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0"/>
                </a:spcAft>
                <a:buNone/>
              </a:pPr>
              <a:r>
                <a:rPr lang="es-419" sz="800"/>
                <a:t>&lt;...&gt;</a:t>
              </a:r>
              <a:endParaRPr sz="800"/>
            </a:p>
          </p:txBody>
        </p:sp>
        <p:sp>
          <p:nvSpPr>
            <p:cNvPr id="12201" name="Google Shape;12201;p211"/>
            <p:cNvSpPr txBox="1"/>
            <p:nvPr/>
          </p:nvSpPr>
          <p:spPr>
            <a:xfrm>
              <a:off x="2922239" y="1448900"/>
              <a:ext cx="593700" cy="156300"/>
            </a:xfrm>
            <a:prstGeom prst="rect">
              <a:avLst/>
            </a:prstGeom>
            <a:noFill/>
            <a:ln>
              <a:noFill/>
            </a:ln>
          </p:spPr>
          <p:txBody>
            <a:bodyPr anchorCtr="0" anchor="t" bIns="0" lIns="18000" spcFirstLastPara="1" rIns="0" wrap="square" tIns="18000">
              <a:noAutofit/>
            </a:bodyPr>
            <a:lstStyle/>
            <a:p>
              <a:pPr indent="0" lvl="0" marL="0" rtl="0" algn="l">
                <a:spcBef>
                  <a:spcPts val="0"/>
                </a:spcBef>
                <a:spcAft>
                  <a:spcPts val="0"/>
                </a:spcAft>
                <a:buNone/>
              </a:pPr>
              <a:r>
                <a:rPr lang="es-419" sz="700"/>
                <a:t>[Estado]</a:t>
              </a:r>
              <a:endParaRPr sz="700"/>
            </a:p>
          </p:txBody>
        </p:sp>
        <p:cxnSp>
          <p:nvCxnSpPr>
            <p:cNvPr id="12202" name="Google Shape;12202;p211"/>
            <p:cNvCxnSpPr/>
            <p:nvPr/>
          </p:nvCxnSpPr>
          <p:spPr>
            <a:xfrm>
              <a:off x="2959289" y="1434463"/>
              <a:ext cx="519600" cy="1800"/>
            </a:xfrm>
            <a:prstGeom prst="straightConnector1">
              <a:avLst/>
            </a:prstGeom>
            <a:noFill/>
            <a:ln cap="flat" cmpd="sng" w="9525">
              <a:solidFill>
                <a:srgbClr val="D9D9D9"/>
              </a:solidFill>
              <a:prstDash val="solid"/>
              <a:round/>
              <a:headEnd len="med" w="med" type="none"/>
              <a:tailEnd len="med" w="med" type="none"/>
            </a:ln>
          </p:spPr>
        </p:cxnSp>
        <p:sp>
          <p:nvSpPr>
            <p:cNvPr id="12203" name="Google Shape;12203;p211"/>
            <p:cNvSpPr txBox="1"/>
            <p:nvPr/>
          </p:nvSpPr>
          <p:spPr>
            <a:xfrm>
              <a:off x="3055750" y="956525"/>
              <a:ext cx="283500" cy="1563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
          <p:nvSpPr>
            <p:cNvPr id="12204" name="Google Shape;12204;p211"/>
            <p:cNvSpPr txBox="1"/>
            <p:nvPr/>
          </p:nvSpPr>
          <p:spPr>
            <a:xfrm>
              <a:off x="3055750" y="1108925"/>
              <a:ext cx="283500" cy="1563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pic>
          <p:nvPicPr>
            <p:cNvPr id="12205" name="Google Shape;12205;p211"/>
            <p:cNvPicPr preferRelativeResize="0"/>
            <p:nvPr/>
          </p:nvPicPr>
          <p:blipFill>
            <a:blip r:embed="rId10">
              <a:alphaModFix/>
            </a:blip>
            <a:stretch>
              <a:fillRect/>
            </a:stretch>
          </p:blipFill>
          <p:spPr>
            <a:xfrm>
              <a:off x="3025212" y="1016937"/>
              <a:ext cx="386100" cy="262357"/>
            </a:xfrm>
            <a:prstGeom prst="rect">
              <a:avLst/>
            </a:prstGeom>
            <a:noFill/>
            <a:ln>
              <a:noFill/>
            </a:ln>
          </p:spPr>
        </p:pic>
      </p:grpSp>
      <p:grpSp>
        <p:nvGrpSpPr>
          <p:cNvPr id="12206" name="Google Shape;12206;p211"/>
          <p:cNvGrpSpPr/>
          <p:nvPr/>
        </p:nvGrpSpPr>
        <p:grpSpPr>
          <a:xfrm>
            <a:off x="2740275" y="1675499"/>
            <a:ext cx="1016100" cy="648675"/>
            <a:chOff x="2711039" y="956525"/>
            <a:chExt cx="1016100" cy="648675"/>
          </a:xfrm>
        </p:grpSpPr>
        <p:sp>
          <p:nvSpPr>
            <p:cNvPr id="12207" name="Google Shape;12207;p211"/>
            <p:cNvSpPr/>
            <p:nvPr/>
          </p:nvSpPr>
          <p:spPr>
            <a:xfrm>
              <a:off x="3036100" y="959050"/>
              <a:ext cx="324900" cy="3069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8" name="Google Shape;12208;p211"/>
            <p:cNvSpPr txBox="1"/>
            <p:nvPr/>
          </p:nvSpPr>
          <p:spPr>
            <a:xfrm>
              <a:off x="2711039" y="1279275"/>
              <a:ext cx="1016100" cy="156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0"/>
                </a:spcAft>
                <a:buNone/>
              </a:pPr>
              <a:r>
                <a:rPr lang="es-419" sz="800"/>
                <a:t>&lt;...&gt;</a:t>
              </a:r>
              <a:endParaRPr sz="800"/>
            </a:p>
          </p:txBody>
        </p:sp>
        <p:sp>
          <p:nvSpPr>
            <p:cNvPr id="12209" name="Google Shape;12209;p211"/>
            <p:cNvSpPr txBox="1"/>
            <p:nvPr/>
          </p:nvSpPr>
          <p:spPr>
            <a:xfrm>
              <a:off x="2922239" y="1448900"/>
              <a:ext cx="593700" cy="156300"/>
            </a:xfrm>
            <a:prstGeom prst="rect">
              <a:avLst/>
            </a:prstGeom>
            <a:noFill/>
            <a:ln>
              <a:noFill/>
            </a:ln>
          </p:spPr>
          <p:txBody>
            <a:bodyPr anchorCtr="0" anchor="t" bIns="0" lIns="18000" spcFirstLastPara="1" rIns="0" wrap="square" tIns="18000">
              <a:noAutofit/>
            </a:bodyPr>
            <a:lstStyle/>
            <a:p>
              <a:pPr indent="0" lvl="0" marL="0" rtl="0" algn="l">
                <a:spcBef>
                  <a:spcPts val="0"/>
                </a:spcBef>
                <a:spcAft>
                  <a:spcPts val="0"/>
                </a:spcAft>
                <a:buNone/>
              </a:pPr>
              <a:r>
                <a:rPr lang="es-419" sz="700"/>
                <a:t>[Estado]</a:t>
              </a:r>
              <a:endParaRPr sz="700"/>
            </a:p>
          </p:txBody>
        </p:sp>
        <p:cxnSp>
          <p:nvCxnSpPr>
            <p:cNvPr id="12210" name="Google Shape;12210;p211"/>
            <p:cNvCxnSpPr/>
            <p:nvPr/>
          </p:nvCxnSpPr>
          <p:spPr>
            <a:xfrm>
              <a:off x="2959289" y="1434463"/>
              <a:ext cx="519600" cy="1800"/>
            </a:xfrm>
            <a:prstGeom prst="straightConnector1">
              <a:avLst/>
            </a:prstGeom>
            <a:noFill/>
            <a:ln cap="flat" cmpd="sng" w="9525">
              <a:solidFill>
                <a:srgbClr val="D9D9D9"/>
              </a:solidFill>
              <a:prstDash val="solid"/>
              <a:round/>
              <a:headEnd len="med" w="med" type="none"/>
              <a:tailEnd len="med" w="med" type="none"/>
            </a:ln>
          </p:spPr>
        </p:cxnSp>
        <p:sp>
          <p:nvSpPr>
            <p:cNvPr id="12211" name="Google Shape;12211;p211"/>
            <p:cNvSpPr txBox="1"/>
            <p:nvPr/>
          </p:nvSpPr>
          <p:spPr>
            <a:xfrm>
              <a:off x="3055750" y="956525"/>
              <a:ext cx="283500" cy="1563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
          <p:nvSpPr>
            <p:cNvPr id="12212" name="Google Shape;12212;p211"/>
            <p:cNvSpPr txBox="1"/>
            <p:nvPr/>
          </p:nvSpPr>
          <p:spPr>
            <a:xfrm>
              <a:off x="3055750" y="1108925"/>
              <a:ext cx="283500" cy="1563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pic>
          <p:nvPicPr>
            <p:cNvPr id="12213" name="Google Shape;12213;p211"/>
            <p:cNvPicPr preferRelativeResize="0"/>
            <p:nvPr/>
          </p:nvPicPr>
          <p:blipFill>
            <a:blip r:embed="rId10">
              <a:alphaModFix/>
            </a:blip>
            <a:stretch>
              <a:fillRect/>
            </a:stretch>
          </p:blipFill>
          <p:spPr>
            <a:xfrm>
              <a:off x="3025212" y="1016937"/>
              <a:ext cx="386100" cy="262357"/>
            </a:xfrm>
            <a:prstGeom prst="rect">
              <a:avLst/>
            </a:prstGeom>
            <a:noFill/>
            <a:ln>
              <a:noFill/>
            </a:ln>
          </p:spPr>
        </p:pic>
      </p:grpSp>
      <p:grpSp>
        <p:nvGrpSpPr>
          <p:cNvPr id="12214" name="Google Shape;12214;p211"/>
          <p:cNvGrpSpPr/>
          <p:nvPr/>
        </p:nvGrpSpPr>
        <p:grpSpPr>
          <a:xfrm>
            <a:off x="463637" y="866084"/>
            <a:ext cx="599794" cy="335546"/>
            <a:chOff x="463637" y="866084"/>
            <a:chExt cx="599794" cy="335546"/>
          </a:xfrm>
        </p:grpSpPr>
        <p:sp>
          <p:nvSpPr>
            <p:cNvPr id="12215" name="Google Shape;12215;p211"/>
            <p:cNvSpPr/>
            <p:nvPr/>
          </p:nvSpPr>
          <p:spPr>
            <a:xfrm>
              <a:off x="463637" y="968229"/>
              <a:ext cx="474900" cy="233400"/>
            </a:xfrm>
            <a:prstGeom prst="roundRect">
              <a:avLst>
                <a:gd fmla="val 50000" name="adj"/>
              </a:avLst>
            </a:prstGeom>
            <a:solidFill>
              <a:srgbClr val="FFFFCC"/>
            </a:solidFill>
            <a:ln cap="flat" cmpd="sng" w="9525">
              <a:solidFill>
                <a:srgbClr val="990033"/>
              </a:solidFill>
              <a:prstDash val="solid"/>
              <a:round/>
              <a:headEnd len="sm" w="sm" type="none"/>
              <a:tailEnd len="sm" w="sm" type="none"/>
            </a:ln>
          </p:spPr>
          <p:txBody>
            <a:bodyPr anchorCtr="0" anchor="b" bIns="0" lIns="0" spcFirstLastPara="1" rIns="0" wrap="square" tIns="18000">
              <a:noAutofit/>
            </a:bodyPr>
            <a:lstStyle/>
            <a:p>
              <a:pPr indent="0" lvl="0" marL="0" marR="0" rtl="0" algn="ctr">
                <a:lnSpc>
                  <a:spcPct val="100000"/>
                </a:lnSpc>
                <a:spcBef>
                  <a:spcPts val="0"/>
                </a:spcBef>
                <a:spcAft>
                  <a:spcPts val="0"/>
                </a:spcAft>
                <a:buNone/>
              </a:pPr>
              <a:r>
                <a:rPr lang="es-419" sz="800"/>
                <a:t>&lt;...&gt;</a:t>
              </a:r>
              <a:endParaRPr sz="800"/>
            </a:p>
          </p:txBody>
        </p:sp>
        <p:pic>
          <p:nvPicPr>
            <p:cNvPr id="12216" name="Google Shape;12216;p211"/>
            <p:cNvPicPr preferRelativeResize="0"/>
            <p:nvPr/>
          </p:nvPicPr>
          <p:blipFill rotWithShape="1">
            <a:blip r:embed="rId11">
              <a:alphaModFix/>
            </a:blip>
            <a:srcRect b="-868" l="0" r="82941" t="66946"/>
            <a:stretch/>
          </p:blipFill>
          <p:spPr>
            <a:xfrm>
              <a:off x="830031" y="866084"/>
              <a:ext cx="233400" cy="233401"/>
            </a:xfrm>
            <a:prstGeom prst="rect">
              <a:avLst/>
            </a:prstGeom>
            <a:noFill/>
            <a:ln>
              <a:noFill/>
            </a:ln>
          </p:spPr>
        </p:pic>
      </p:grpSp>
      <p:grpSp>
        <p:nvGrpSpPr>
          <p:cNvPr id="12217" name="Google Shape;12217;p211"/>
          <p:cNvGrpSpPr/>
          <p:nvPr/>
        </p:nvGrpSpPr>
        <p:grpSpPr>
          <a:xfrm>
            <a:off x="344501" y="1313194"/>
            <a:ext cx="594037" cy="335546"/>
            <a:chOff x="344501" y="866084"/>
            <a:chExt cx="594037" cy="335546"/>
          </a:xfrm>
        </p:grpSpPr>
        <p:sp>
          <p:nvSpPr>
            <p:cNvPr id="12218" name="Google Shape;12218;p211"/>
            <p:cNvSpPr/>
            <p:nvPr/>
          </p:nvSpPr>
          <p:spPr>
            <a:xfrm>
              <a:off x="463637" y="968229"/>
              <a:ext cx="474900" cy="233400"/>
            </a:xfrm>
            <a:prstGeom prst="roundRect">
              <a:avLst>
                <a:gd fmla="val 50000" name="adj"/>
              </a:avLst>
            </a:prstGeom>
            <a:solidFill>
              <a:srgbClr val="FFFFCC"/>
            </a:solidFill>
            <a:ln cap="flat" cmpd="sng" w="9525">
              <a:solidFill>
                <a:srgbClr val="990033"/>
              </a:solidFill>
              <a:prstDash val="solid"/>
              <a:round/>
              <a:headEnd len="sm" w="sm" type="none"/>
              <a:tailEnd len="sm" w="sm" type="none"/>
            </a:ln>
          </p:spPr>
          <p:txBody>
            <a:bodyPr anchorCtr="0" anchor="b" bIns="0" lIns="0" spcFirstLastPara="1" rIns="0" wrap="square" tIns="18000">
              <a:noAutofit/>
            </a:bodyPr>
            <a:lstStyle/>
            <a:p>
              <a:pPr indent="0" lvl="0" marL="0" marR="0" rtl="0" algn="ctr">
                <a:lnSpc>
                  <a:spcPct val="100000"/>
                </a:lnSpc>
                <a:spcBef>
                  <a:spcPts val="0"/>
                </a:spcBef>
                <a:spcAft>
                  <a:spcPts val="0"/>
                </a:spcAft>
                <a:buNone/>
              </a:pPr>
              <a:r>
                <a:rPr lang="es-419" sz="800"/>
                <a:t>&lt;...&gt;</a:t>
              </a:r>
              <a:endParaRPr sz="800"/>
            </a:p>
          </p:txBody>
        </p:sp>
        <p:pic>
          <p:nvPicPr>
            <p:cNvPr id="12219" name="Google Shape;12219;p211"/>
            <p:cNvPicPr preferRelativeResize="0"/>
            <p:nvPr/>
          </p:nvPicPr>
          <p:blipFill rotWithShape="1">
            <a:blip r:embed="rId11">
              <a:alphaModFix/>
            </a:blip>
            <a:srcRect b="-868" l="33603" r="49337" t="66946"/>
            <a:stretch/>
          </p:blipFill>
          <p:spPr>
            <a:xfrm>
              <a:off x="344501" y="866084"/>
              <a:ext cx="233400" cy="233401"/>
            </a:xfrm>
            <a:prstGeom prst="rect">
              <a:avLst/>
            </a:prstGeom>
            <a:noFill/>
            <a:ln>
              <a:noFill/>
            </a:ln>
          </p:spPr>
        </p:pic>
      </p:grpSp>
      <p:cxnSp>
        <p:nvCxnSpPr>
          <p:cNvPr id="12220" name="Google Shape;12220;p211"/>
          <p:cNvCxnSpPr/>
          <p:nvPr/>
        </p:nvCxnSpPr>
        <p:spPr>
          <a:xfrm>
            <a:off x="7052961" y="5152726"/>
            <a:ext cx="933300" cy="306900"/>
          </a:xfrm>
          <a:prstGeom prst="bentConnector3">
            <a:avLst>
              <a:gd fmla="val 45309" name="adj1"/>
            </a:avLst>
          </a:prstGeom>
          <a:noFill/>
          <a:ln cap="flat" cmpd="sng" w="19050">
            <a:solidFill>
              <a:srgbClr val="274E13"/>
            </a:solidFill>
            <a:prstDash val="solid"/>
            <a:round/>
            <a:headEnd len="med" w="med" type="none"/>
            <a:tailEnd len="med" w="med" type="stealth"/>
          </a:ln>
        </p:spPr>
      </p:cxnSp>
      <p:grpSp>
        <p:nvGrpSpPr>
          <p:cNvPr id="12221" name="Google Shape;12221;p211"/>
          <p:cNvGrpSpPr/>
          <p:nvPr/>
        </p:nvGrpSpPr>
        <p:grpSpPr>
          <a:xfrm>
            <a:off x="7131309" y="5702310"/>
            <a:ext cx="776605" cy="288000"/>
            <a:chOff x="1875140" y="1380321"/>
            <a:chExt cx="776605" cy="288000"/>
          </a:xfrm>
        </p:grpSpPr>
        <p:pic>
          <p:nvPicPr>
            <p:cNvPr id="12222" name="Google Shape;12222;p211"/>
            <p:cNvPicPr preferRelativeResize="0"/>
            <p:nvPr/>
          </p:nvPicPr>
          <p:blipFill rotWithShape="1">
            <a:blip r:embed="rId12">
              <a:alphaModFix/>
            </a:blip>
            <a:srcRect b="0" l="73988" r="-415" t="0"/>
            <a:stretch/>
          </p:blipFill>
          <p:spPr>
            <a:xfrm>
              <a:off x="1875140" y="1380321"/>
              <a:ext cx="245107" cy="288000"/>
            </a:xfrm>
            <a:prstGeom prst="rect">
              <a:avLst/>
            </a:prstGeom>
            <a:noFill/>
            <a:ln>
              <a:noFill/>
            </a:ln>
          </p:spPr>
        </p:pic>
        <p:sp>
          <p:nvSpPr>
            <p:cNvPr id="12223" name="Google Shape;12223;p211"/>
            <p:cNvSpPr txBox="1"/>
            <p:nvPr/>
          </p:nvSpPr>
          <p:spPr>
            <a:xfrm>
              <a:off x="2101545" y="1414794"/>
              <a:ext cx="550200" cy="217200"/>
            </a:xfrm>
            <a:prstGeom prst="rect">
              <a:avLst/>
            </a:prstGeom>
            <a:noFill/>
            <a:ln>
              <a:noFill/>
            </a:ln>
          </p:spPr>
          <p:txBody>
            <a:bodyPr anchorCtr="0" anchor="t" bIns="18000" lIns="18000" spcFirstLastPara="1" rIns="18000" wrap="square" tIns="18000">
              <a:noAutofit/>
            </a:bodyPr>
            <a:lstStyle/>
            <a:p>
              <a:pPr indent="0" lvl="0" marL="0" rtl="0" algn="l">
                <a:spcBef>
                  <a:spcPts val="0"/>
                </a:spcBef>
                <a:spcAft>
                  <a:spcPts val="0"/>
                </a:spcAft>
                <a:buNone/>
              </a:pPr>
              <a:r>
                <a:rPr b="1" lang="es-419" sz="600"/>
                <a:t>&lt;...&gt;</a:t>
              </a:r>
              <a:endParaRPr b="1" sz="600"/>
            </a:p>
          </p:txBody>
        </p:sp>
      </p:grpSp>
      <p:grpSp>
        <p:nvGrpSpPr>
          <p:cNvPr id="12224" name="Google Shape;12224;p211"/>
          <p:cNvGrpSpPr/>
          <p:nvPr/>
        </p:nvGrpSpPr>
        <p:grpSpPr>
          <a:xfrm>
            <a:off x="7131309" y="6159510"/>
            <a:ext cx="776605" cy="288000"/>
            <a:chOff x="1875140" y="1380321"/>
            <a:chExt cx="776605" cy="288000"/>
          </a:xfrm>
        </p:grpSpPr>
        <p:pic>
          <p:nvPicPr>
            <p:cNvPr id="12225" name="Google Shape;12225;p211"/>
            <p:cNvPicPr preferRelativeResize="0"/>
            <p:nvPr/>
          </p:nvPicPr>
          <p:blipFill rotWithShape="1">
            <a:blip r:embed="rId12">
              <a:alphaModFix/>
            </a:blip>
            <a:srcRect b="0" l="23692" r="49881" t="0"/>
            <a:stretch/>
          </p:blipFill>
          <p:spPr>
            <a:xfrm>
              <a:off x="1875140" y="1380321"/>
              <a:ext cx="245107" cy="288000"/>
            </a:xfrm>
            <a:prstGeom prst="rect">
              <a:avLst/>
            </a:prstGeom>
            <a:noFill/>
            <a:ln>
              <a:noFill/>
            </a:ln>
          </p:spPr>
        </p:pic>
        <p:sp>
          <p:nvSpPr>
            <p:cNvPr id="12226" name="Google Shape;12226;p211"/>
            <p:cNvSpPr txBox="1"/>
            <p:nvPr/>
          </p:nvSpPr>
          <p:spPr>
            <a:xfrm>
              <a:off x="2101545" y="1414794"/>
              <a:ext cx="550200" cy="217200"/>
            </a:xfrm>
            <a:prstGeom prst="rect">
              <a:avLst/>
            </a:prstGeom>
            <a:noFill/>
            <a:ln>
              <a:noFill/>
            </a:ln>
          </p:spPr>
          <p:txBody>
            <a:bodyPr anchorCtr="0" anchor="t" bIns="18000" lIns="18000" spcFirstLastPara="1" rIns="18000" wrap="square" tIns="18000">
              <a:noAutofit/>
            </a:bodyPr>
            <a:lstStyle/>
            <a:p>
              <a:pPr indent="0" lvl="0" marL="0" rtl="0" algn="l">
                <a:spcBef>
                  <a:spcPts val="0"/>
                </a:spcBef>
                <a:spcAft>
                  <a:spcPts val="0"/>
                </a:spcAft>
                <a:buNone/>
              </a:pPr>
              <a:r>
                <a:rPr b="1" lang="es-419" sz="600"/>
                <a:t>&lt;...&gt;</a:t>
              </a:r>
              <a:endParaRPr b="1" sz="600"/>
            </a:p>
          </p:txBody>
        </p:sp>
      </p:grpSp>
      <p:grpSp>
        <p:nvGrpSpPr>
          <p:cNvPr id="12227" name="Google Shape;12227;p211"/>
          <p:cNvGrpSpPr/>
          <p:nvPr/>
        </p:nvGrpSpPr>
        <p:grpSpPr>
          <a:xfrm>
            <a:off x="6691240" y="2574369"/>
            <a:ext cx="1354963" cy="877500"/>
            <a:chOff x="670700" y="1862346"/>
            <a:chExt cx="1354963" cy="877500"/>
          </a:xfrm>
        </p:grpSpPr>
        <p:sp>
          <p:nvSpPr>
            <p:cNvPr id="12228" name="Google Shape;12228;p211"/>
            <p:cNvSpPr/>
            <p:nvPr/>
          </p:nvSpPr>
          <p:spPr>
            <a:xfrm rot="5400000">
              <a:off x="906800" y="1626246"/>
              <a:ext cx="877500" cy="1349700"/>
            </a:xfrm>
            <a:prstGeom prst="chevron">
              <a:avLst>
                <a:gd fmla="val 10671" name="adj"/>
              </a:avLst>
            </a:prstGeom>
            <a:solidFill>
              <a:srgbClr val="F3F3F3"/>
            </a:solidFill>
            <a:ln cap="flat" cmpd="sng" w="9525">
              <a:solidFill>
                <a:srgbClr val="1C4587"/>
              </a:solidFill>
              <a:prstDash val="solid"/>
              <a:round/>
              <a:headEnd len="sm" w="sm" type="none"/>
              <a:tailEnd len="sm" w="sm" type="none"/>
            </a:ln>
          </p:spPr>
          <p:txBody>
            <a:bodyPr anchorCtr="0" anchor="t" bIns="91425" lIns="91425" spcFirstLastPara="1" rIns="91425" wrap="square" tIns="91425">
              <a:noAutofit/>
            </a:bodyPr>
            <a:lstStyle/>
            <a:p>
              <a:pPr indent="0" lvl="0" marL="0" rtl="0" algn="ctr">
                <a:spcBef>
                  <a:spcPts val="0"/>
                </a:spcBef>
                <a:spcAft>
                  <a:spcPts val="0"/>
                </a:spcAft>
                <a:buNone/>
              </a:pPr>
              <a:r>
                <a:t/>
              </a:r>
              <a:endParaRPr sz="900"/>
            </a:p>
          </p:txBody>
        </p:sp>
        <p:sp>
          <p:nvSpPr>
            <p:cNvPr id="12229" name="Google Shape;12229;p211"/>
            <p:cNvSpPr txBox="1"/>
            <p:nvPr/>
          </p:nvSpPr>
          <p:spPr>
            <a:xfrm>
              <a:off x="721625" y="2345833"/>
              <a:ext cx="1257300" cy="198300"/>
            </a:xfrm>
            <a:prstGeom prst="rect">
              <a:avLst/>
            </a:prstGeom>
            <a:noFill/>
            <a:ln>
              <a:noFill/>
            </a:ln>
          </p:spPr>
          <p:txBody>
            <a:bodyPr anchorCtr="0" anchor="ctr" bIns="18000" lIns="18000" spcFirstLastPara="1" rIns="18000" wrap="square" tIns="18000">
              <a:noAutofit/>
            </a:bodyPr>
            <a:lstStyle/>
            <a:p>
              <a:pPr indent="0" lvl="0" marL="0" marR="0" rtl="0" algn="l">
                <a:lnSpc>
                  <a:spcPct val="100000"/>
                </a:lnSpc>
                <a:spcBef>
                  <a:spcPts val="0"/>
                </a:spcBef>
                <a:spcAft>
                  <a:spcPts val="0"/>
                </a:spcAft>
                <a:buNone/>
              </a:pPr>
              <a:r>
                <a:rPr b="1" lang="es-419" sz="600"/>
                <a:t>&lt;...&gt;</a:t>
              </a:r>
              <a:endParaRPr b="1" sz="600"/>
            </a:p>
          </p:txBody>
        </p:sp>
        <p:sp>
          <p:nvSpPr>
            <p:cNvPr id="12230" name="Google Shape;12230;p211"/>
            <p:cNvSpPr/>
            <p:nvPr/>
          </p:nvSpPr>
          <p:spPr>
            <a:xfrm>
              <a:off x="1050925" y="2040246"/>
              <a:ext cx="899700" cy="311400"/>
            </a:xfrm>
            <a:prstGeom prst="roundRect">
              <a:avLst>
                <a:gd fmla="val 16667" name="adj"/>
              </a:avLst>
            </a:prstGeom>
            <a:solidFill>
              <a:srgbClr val="FFFFFF"/>
            </a:solidFill>
            <a:ln cap="flat" cmpd="sng" w="9525">
              <a:solidFill>
                <a:srgbClr val="274E13"/>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18000" lIns="18000" spcFirstLastPara="1" rIns="18000" wrap="square" tIns="18000">
              <a:noAutofit/>
            </a:bodyPr>
            <a:lstStyle/>
            <a:p>
              <a:pPr indent="0" lvl="0" marL="0" marR="0" rtl="0" algn="ctr">
                <a:lnSpc>
                  <a:spcPct val="100000"/>
                </a:lnSpc>
                <a:spcBef>
                  <a:spcPts val="0"/>
                </a:spcBef>
                <a:spcAft>
                  <a:spcPts val="0"/>
                </a:spcAft>
                <a:buNone/>
              </a:pPr>
              <a:r>
                <a:rPr lang="es-419" sz="600"/>
                <a:t>&lt;...&gt;</a:t>
              </a:r>
              <a:endParaRPr sz="600"/>
            </a:p>
          </p:txBody>
        </p:sp>
        <p:pic>
          <p:nvPicPr>
            <p:cNvPr id="12231" name="Google Shape;12231;p211"/>
            <p:cNvPicPr preferRelativeResize="0"/>
            <p:nvPr/>
          </p:nvPicPr>
          <p:blipFill rotWithShape="1">
            <a:blip r:embed="rId13">
              <a:alphaModFix/>
            </a:blip>
            <a:srcRect b="955" l="75264" r="13084" t="86344"/>
            <a:stretch/>
          </p:blipFill>
          <p:spPr>
            <a:xfrm>
              <a:off x="759565" y="2053302"/>
              <a:ext cx="252631" cy="288000"/>
            </a:xfrm>
            <a:prstGeom prst="rect">
              <a:avLst/>
            </a:prstGeom>
            <a:noFill/>
            <a:ln>
              <a:noFill/>
            </a:ln>
          </p:spPr>
        </p:pic>
        <p:sp>
          <p:nvSpPr>
            <p:cNvPr id="12232" name="Google Shape;12232;p211"/>
            <p:cNvSpPr txBox="1"/>
            <p:nvPr/>
          </p:nvSpPr>
          <p:spPr>
            <a:xfrm>
              <a:off x="672663" y="2508695"/>
              <a:ext cx="1353000" cy="190500"/>
            </a:xfrm>
            <a:prstGeom prst="rect">
              <a:avLst/>
            </a:prstGeom>
            <a:noFill/>
            <a:ln>
              <a:noFill/>
            </a:ln>
          </p:spPr>
          <p:txBody>
            <a:bodyPr anchorCtr="0" anchor="ctr" bIns="18000" lIns="18000" spcFirstLastPara="1" rIns="18000" wrap="square" tIns="18000">
              <a:noAutofit/>
            </a:bodyPr>
            <a:lstStyle/>
            <a:p>
              <a:pPr indent="0" lvl="0" marL="0" marR="0" rtl="0" algn="ctr">
                <a:lnSpc>
                  <a:spcPct val="100000"/>
                </a:lnSpc>
                <a:spcBef>
                  <a:spcPts val="0"/>
                </a:spcBef>
                <a:spcAft>
                  <a:spcPts val="0"/>
                </a:spcAft>
                <a:buNone/>
              </a:pPr>
              <a:r>
                <a:rPr b="1" lang="es-419" sz="900"/>
                <a:t>&lt;...&gt;</a:t>
              </a:r>
              <a:endParaRPr b="1" sz="900"/>
            </a:p>
          </p:txBody>
        </p:sp>
      </p:grpSp>
      <p:grpSp>
        <p:nvGrpSpPr>
          <p:cNvPr id="12233" name="Google Shape;12233;p211"/>
          <p:cNvGrpSpPr/>
          <p:nvPr/>
        </p:nvGrpSpPr>
        <p:grpSpPr>
          <a:xfrm>
            <a:off x="6689360" y="3439246"/>
            <a:ext cx="1358723" cy="781500"/>
            <a:chOff x="667055" y="3519840"/>
            <a:chExt cx="1358723" cy="781500"/>
          </a:xfrm>
        </p:grpSpPr>
        <p:sp>
          <p:nvSpPr>
            <p:cNvPr id="12234" name="Google Shape;12234;p211"/>
            <p:cNvSpPr/>
            <p:nvPr/>
          </p:nvSpPr>
          <p:spPr>
            <a:xfrm rot="5400000">
              <a:off x="956883" y="3235740"/>
              <a:ext cx="781500" cy="1349700"/>
            </a:xfrm>
            <a:prstGeom prst="chevron">
              <a:avLst>
                <a:gd fmla="val 10671" name="adj"/>
              </a:avLst>
            </a:prstGeom>
            <a:solidFill>
              <a:srgbClr val="FFD966"/>
            </a:solidFill>
            <a:ln cap="flat" cmpd="sng" w="19050">
              <a:solidFill>
                <a:srgbClr val="1C4587"/>
              </a:solidFill>
              <a:prstDash val="solid"/>
              <a:round/>
              <a:headEnd len="sm" w="sm" type="none"/>
              <a:tailEnd len="sm" w="sm" type="none"/>
            </a:ln>
          </p:spPr>
          <p:txBody>
            <a:bodyPr anchorCtr="0" anchor="t" bIns="91425" lIns="91425" spcFirstLastPara="1" rIns="91425" wrap="square" tIns="91425">
              <a:noAutofit/>
            </a:bodyPr>
            <a:lstStyle/>
            <a:p>
              <a:pPr indent="0" lvl="0" marL="0" rtl="0" algn="ctr">
                <a:spcBef>
                  <a:spcPts val="0"/>
                </a:spcBef>
                <a:spcAft>
                  <a:spcPts val="0"/>
                </a:spcAft>
                <a:buNone/>
              </a:pPr>
              <a:r>
                <a:t/>
              </a:r>
              <a:endParaRPr sz="900"/>
            </a:p>
          </p:txBody>
        </p:sp>
        <p:sp>
          <p:nvSpPr>
            <p:cNvPr id="12235" name="Google Shape;12235;p211"/>
            <p:cNvSpPr/>
            <p:nvPr/>
          </p:nvSpPr>
          <p:spPr>
            <a:xfrm>
              <a:off x="718354" y="3885482"/>
              <a:ext cx="1257300" cy="288000"/>
            </a:xfrm>
            <a:prstGeom prst="snip2SameRect">
              <a:avLst>
                <a:gd fmla="val 7104" name="adj1"/>
                <a:gd fmla="val 8493" name="adj2"/>
              </a:avLst>
            </a:prstGeom>
            <a:solidFill>
              <a:srgbClr val="FFFFFF"/>
            </a:solidFill>
            <a:ln cap="flat" cmpd="sng" w="9525">
              <a:solidFill>
                <a:srgbClr val="274E13"/>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18000" lIns="18000" spcFirstLastPara="1" rIns="18000" wrap="square" tIns="18000">
              <a:noAutofit/>
            </a:bodyPr>
            <a:lstStyle/>
            <a:p>
              <a:pPr indent="0" lvl="0" marL="0" marR="0" rtl="0" algn="ctr">
                <a:lnSpc>
                  <a:spcPct val="100000"/>
                </a:lnSpc>
                <a:spcBef>
                  <a:spcPts val="0"/>
                </a:spcBef>
                <a:spcAft>
                  <a:spcPts val="0"/>
                </a:spcAft>
                <a:buNone/>
              </a:pPr>
              <a:r>
                <a:rPr lang="es-419" sz="600"/>
                <a:t>&lt;...&gt;</a:t>
              </a:r>
              <a:endParaRPr sz="600"/>
            </a:p>
          </p:txBody>
        </p:sp>
        <p:sp>
          <p:nvSpPr>
            <p:cNvPr id="12236" name="Google Shape;12236;p211"/>
            <p:cNvSpPr txBox="1"/>
            <p:nvPr/>
          </p:nvSpPr>
          <p:spPr>
            <a:xfrm>
              <a:off x="674878" y="3661827"/>
              <a:ext cx="1350900" cy="190500"/>
            </a:xfrm>
            <a:prstGeom prst="rect">
              <a:avLst/>
            </a:prstGeom>
            <a:noFill/>
            <a:ln>
              <a:noFill/>
            </a:ln>
          </p:spPr>
          <p:txBody>
            <a:bodyPr anchorCtr="0" anchor="ctr" bIns="18000" lIns="18000" spcFirstLastPara="1" rIns="18000" wrap="square" tIns="18000">
              <a:noAutofit/>
            </a:bodyPr>
            <a:lstStyle/>
            <a:p>
              <a:pPr indent="0" lvl="0" marL="0" marR="0" rtl="0" algn="ctr">
                <a:lnSpc>
                  <a:spcPct val="100000"/>
                </a:lnSpc>
                <a:spcBef>
                  <a:spcPts val="0"/>
                </a:spcBef>
                <a:spcAft>
                  <a:spcPts val="0"/>
                </a:spcAft>
                <a:buNone/>
              </a:pPr>
              <a:r>
                <a:rPr b="1" lang="es-419" sz="900"/>
                <a:t>&lt;...&gt;</a:t>
              </a:r>
              <a:endParaRPr b="1" sz="900">
                <a:latin typeface="Source Code Pro"/>
                <a:ea typeface="Source Code Pro"/>
                <a:cs typeface="Source Code Pro"/>
                <a:sym typeface="Source Code Pro"/>
              </a:endParaRPr>
            </a:p>
          </p:txBody>
        </p:sp>
        <p:pic>
          <p:nvPicPr>
            <p:cNvPr id="12237" name="Google Shape;12237;p211"/>
            <p:cNvPicPr preferRelativeResize="0"/>
            <p:nvPr/>
          </p:nvPicPr>
          <p:blipFill rotWithShape="1">
            <a:blip r:embed="rId14">
              <a:alphaModFix/>
            </a:blip>
            <a:srcRect b="-366" l="59788" r="19220" t="82753"/>
            <a:stretch/>
          </p:blipFill>
          <p:spPr>
            <a:xfrm>
              <a:off x="667055" y="3586081"/>
              <a:ext cx="271058" cy="287999"/>
            </a:xfrm>
            <a:prstGeom prst="rect">
              <a:avLst/>
            </a:prstGeom>
            <a:noFill/>
            <a:ln>
              <a:noFill/>
            </a:ln>
          </p:spPr>
        </p:pic>
      </p:grpSp>
      <p:grpSp>
        <p:nvGrpSpPr>
          <p:cNvPr id="12238" name="Google Shape;12238;p211"/>
          <p:cNvGrpSpPr/>
          <p:nvPr/>
        </p:nvGrpSpPr>
        <p:grpSpPr>
          <a:xfrm>
            <a:off x="6692573" y="967538"/>
            <a:ext cx="1349700" cy="1602300"/>
            <a:chOff x="221125" y="841375"/>
            <a:chExt cx="1349700" cy="1602300"/>
          </a:xfrm>
        </p:grpSpPr>
        <p:sp>
          <p:nvSpPr>
            <p:cNvPr id="12239" name="Google Shape;12239;p211"/>
            <p:cNvSpPr/>
            <p:nvPr/>
          </p:nvSpPr>
          <p:spPr>
            <a:xfrm rot="5400000">
              <a:off x="94825" y="967675"/>
              <a:ext cx="1602300" cy="1349700"/>
            </a:xfrm>
            <a:prstGeom prst="chevron">
              <a:avLst>
                <a:gd fmla="val 6049" name="adj"/>
              </a:avLst>
            </a:prstGeom>
            <a:solidFill>
              <a:srgbClr val="F4CCCC"/>
            </a:solidFill>
            <a:ln cap="flat" cmpd="sng" w="9525">
              <a:solidFill>
                <a:srgbClr val="1C4587"/>
              </a:solidFill>
              <a:prstDash val="solid"/>
              <a:round/>
              <a:headEnd len="sm" w="sm" type="none"/>
              <a:tailEnd len="sm" w="sm" type="none"/>
            </a:ln>
          </p:spPr>
          <p:txBody>
            <a:bodyPr anchorCtr="0" anchor="t" bIns="91425" lIns="91425" spcFirstLastPara="1" rIns="91425" wrap="square" tIns="91425">
              <a:noAutofit/>
            </a:bodyPr>
            <a:lstStyle/>
            <a:p>
              <a:pPr indent="0" lvl="0" marL="0" rtl="0" algn="ctr">
                <a:spcBef>
                  <a:spcPts val="0"/>
                </a:spcBef>
                <a:spcAft>
                  <a:spcPts val="0"/>
                </a:spcAft>
                <a:buNone/>
              </a:pPr>
              <a:r>
                <a:t/>
              </a:r>
              <a:endParaRPr sz="900"/>
            </a:p>
          </p:txBody>
        </p:sp>
        <p:sp>
          <p:nvSpPr>
            <p:cNvPr id="12240" name="Google Shape;12240;p211"/>
            <p:cNvSpPr txBox="1"/>
            <p:nvPr/>
          </p:nvSpPr>
          <p:spPr>
            <a:xfrm>
              <a:off x="221125" y="1478473"/>
              <a:ext cx="660900" cy="190500"/>
            </a:xfrm>
            <a:prstGeom prst="rect">
              <a:avLst/>
            </a:prstGeom>
            <a:noFill/>
            <a:ln>
              <a:noFill/>
            </a:ln>
          </p:spPr>
          <p:txBody>
            <a:bodyPr anchorCtr="0" anchor="ctr" bIns="18000" lIns="18000" spcFirstLastPara="1" rIns="18000" wrap="square" tIns="18000">
              <a:noAutofit/>
            </a:bodyPr>
            <a:lstStyle/>
            <a:p>
              <a:pPr indent="0" lvl="0" marL="0" marR="0" rtl="0" algn="l">
                <a:lnSpc>
                  <a:spcPct val="100000"/>
                </a:lnSpc>
                <a:spcBef>
                  <a:spcPts val="0"/>
                </a:spcBef>
                <a:spcAft>
                  <a:spcPts val="0"/>
                </a:spcAft>
                <a:buNone/>
              </a:pPr>
              <a:r>
                <a:rPr b="1" lang="es-419" sz="600"/>
                <a:t>&lt;...&gt;</a:t>
              </a:r>
              <a:endParaRPr b="1" sz="1200">
                <a:latin typeface="Source Code Pro"/>
                <a:ea typeface="Source Code Pro"/>
                <a:cs typeface="Source Code Pro"/>
                <a:sym typeface="Source Code Pro"/>
              </a:endParaRPr>
            </a:p>
          </p:txBody>
        </p:sp>
        <p:pic>
          <p:nvPicPr>
            <p:cNvPr id="12241" name="Google Shape;12241;p211"/>
            <p:cNvPicPr preferRelativeResize="0"/>
            <p:nvPr/>
          </p:nvPicPr>
          <p:blipFill rotWithShape="1">
            <a:blip r:embed="rId11">
              <a:alphaModFix/>
            </a:blip>
            <a:srcRect b="-263" l="59" r="83461" t="67407"/>
            <a:stretch/>
          </p:blipFill>
          <p:spPr>
            <a:xfrm>
              <a:off x="237215" y="1231098"/>
              <a:ext cx="288000" cy="288000"/>
            </a:xfrm>
            <a:prstGeom prst="rect">
              <a:avLst/>
            </a:prstGeom>
            <a:noFill/>
            <a:ln>
              <a:noFill/>
            </a:ln>
          </p:spPr>
        </p:pic>
        <p:sp>
          <p:nvSpPr>
            <p:cNvPr id="12242" name="Google Shape;12242;p211"/>
            <p:cNvSpPr txBox="1"/>
            <p:nvPr/>
          </p:nvSpPr>
          <p:spPr>
            <a:xfrm>
              <a:off x="900218" y="1478473"/>
              <a:ext cx="660900" cy="198300"/>
            </a:xfrm>
            <a:prstGeom prst="rect">
              <a:avLst/>
            </a:prstGeom>
            <a:noFill/>
            <a:ln>
              <a:noFill/>
            </a:ln>
          </p:spPr>
          <p:txBody>
            <a:bodyPr anchorCtr="0" anchor="ctr" bIns="18000" lIns="18000" spcFirstLastPara="1" rIns="18000" wrap="square" tIns="18000">
              <a:noAutofit/>
            </a:bodyPr>
            <a:lstStyle/>
            <a:p>
              <a:pPr indent="0" lvl="0" marL="0" marR="0" rtl="0" algn="r">
                <a:lnSpc>
                  <a:spcPct val="100000"/>
                </a:lnSpc>
                <a:spcBef>
                  <a:spcPts val="0"/>
                </a:spcBef>
                <a:spcAft>
                  <a:spcPts val="0"/>
                </a:spcAft>
                <a:buNone/>
              </a:pPr>
              <a:r>
                <a:rPr b="1" lang="es-419" sz="600"/>
                <a:t>&lt;...&gt;</a:t>
              </a:r>
              <a:endParaRPr b="1" sz="600"/>
            </a:p>
          </p:txBody>
        </p:sp>
        <p:pic>
          <p:nvPicPr>
            <p:cNvPr id="12243" name="Google Shape;12243;p211"/>
            <p:cNvPicPr preferRelativeResize="0"/>
            <p:nvPr/>
          </p:nvPicPr>
          <p:blipFill rotWithShape="1">
            <a:blip r:embed="rId13">
              <a:alphaModFix/>
            </a:blip>
            <a:srcRect b="603" l="50354" r="37994" t="86695"/>
            <a:stretch/>
          </p:blipFill>
          <p:spPr>
            <a:xfrm flipH="1">
              <a:off x="1267919" y="1231098"/>
              <a:ext cx="287999" cy="288000"/>
            </a:xfrm>
            <a:prstGeom prst="rect">
              <a:avLst/>
            </a:prstGeom>
            <a:noFill/>
            <a:ln>
              <a:noFill/>
            </a:ln>
          </p:spPr>
        </p:pic>
        <p:cxnSp>
          <p:nvCxnSpPr>
            <p:cNvPr id="12244" name="Google Shape;12244;p211"/>
            <p:cNvCxnSpPr/>
            <p:nvPr/>
          </p:nvCxnSpPr>
          <p:spPr>
            <a:xfrm>
              <a:off x="473504" y="1468805"/>
              <a:ext cx="825300" cy="0"/>
            </a:xfrm>
            <a:prstGeom prst="straightConnector1">
              <a:avLst/>
            </a:prstGeom>
            <a:noFill/>
            <a:ln cap="flat" cmpd="sng" w="9525">
              <a:solidFill>
                <a:schemeClr val="dk2"/>
              </a:solidFill>
              <a:prstDash val="solid"/>
              <a:round/>
              <a:headEnd len="med" w="med" type="none"/>
              <a:tailEnd len="med" w="med" type="none"/>
            </a:ln>
          </p:spPr>
        </p:cxnSp>
        <p:sp>
          <p:nvSpPr>
            <p:cNvPr id="12245" name="Google Shape;12245;p211"/>
            <p:cNvSpPr/>
            <p:nvPr/>
          </p:nvSpPr>
          <p:spPr>
            <a:xfrm>
              <a:off x="426283" y="964116"/>
              <a:ext cx="933300" cy="311400"/>
            </a:xfrm>
            <a:prstGeom prst="wedgeRoundRectCallout">
              <a:avLst>
                <a:gd fmla="val -43625" name="adj1"/>
                <a:gd fmla="val 81812" name="adj2"/>
                <a:gd fmla="val 0" name="adj3"/>
              </a:avLst>
            </a:prstGeom>
            <a:solidFill>
              <a:srgbClr val="F3F3F3"/>
            </a:solidFill>
            <a:ln cap="flat" cmpd="sng" w="9525">
              <a:solidFill>
                <a:srgbClr val="990000"/>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18000" lIns="54000" spcFirstLastPara="1" rIns="18000" wrap="square" tIns="18000">
              <a:noAutofit/>
            </a:bodyPr>
            <a:lstStyle/>
            <a:p>
              <a:pPr indent="0" lvl="0" marL="0" rtl="0" algn="ctr">
                <a:spcBef>
                  <a:spcPts val="0"/>
                </a:spcBef>
                <a:spcAft>
                  <a:spcPts val="0"/>
                </a:spcAft>
                <a:buNone/>
              </a:pPr>
              <a:r>
                <a:rPr lang="es-419" sz="600"/>
                <a:t>&lt;...&gt;</a:t>
              </a:r>
              <a:endParaRPr sz="600"/>
            </a:p>
          </p:txBody>
        </p:sp>
        <p:sp>
          <p:nvSpPr>
            <p:cNvPr id="12246" name="Google Shape;12246;p211"/>
            <p:cNvSpPr/>
            <p:nvPr/>
          </p:nvSpPr>
          <p:spPr>
            <a:xfrm>
              <a:off x="265375" y="1769715"/>
              <a:ext cx="1250400" cy="190500"/>
            </a:xfrm>
            <a:prstGeom prst="foldedCorner">
              <a:avLst>
                <a:gd fmla="val 23024" name="adj"/>
              </a:avLst>
            </a:prstGeom>
            <a:solidFill>
              <a:srgbClr val="FFFFFF"/>
            </a:solidFill>
            <a:ln cap="flat" cmpd="sng" w="9525">
              <a:solidFill>
                <a:srgbClr val="424242"/>
              </a:solidFill>
              <a:prstDash val="solid"/>
              <a:round/>
              <a:headEnd len="sm" w="sm" type="none"/>
              <a:tailEnd len="sm" w="sm" type="none"/>
            </a:ln>
          </p:spPr>
          <p:txBody>
            <a:bodyPr anchorCtr="0" anchor="ctr" bIns="0" lIns="36000" spcFirstLastPara="1" rIns="0" wrap="square" tIns="0">
              <a:noAutofit/>
            </a:bodyPr>
            <a:lstStyle/>
            <a:p>
              <a:pPr indent="0" lvl="0" marL="0" rtl="0" algn="l">
                <a:spcBef>
                  <a:spcPts val="0"/>
                </a:spcBef>
                <a:spcAft>
                  <a:spcPts val="0"/>
                </a:spcAft>
                <a:buNone/>
              </a:pPr>
              <a:r>
                <a:rPr b="1" lang="es-419" sz="600">
                  <a:solidFill>
                    <a:schemeClr val="dk1"/>
                  </a:solidFill>
                </a:rPr>
                <a:t>&lt;...&gt;</a:t>
              </a:r>
              <a:endParaRPr sz="1600"/>
            </a:p>
          </p:txBody>
        </p:sp>
        <p:pic>
          <p:nvPicPr>
            <p:cNvPr id="12247" name="Google Shape;12247;p211"/>
            <p:cNvPicPr preferRelativeResize="0"/>
            <p:nvPr/>
          </p:nvPicPr>
          <p:blipFill rotWithShape="1">
            <a:blip r:embed="rId15">
              <a:alphaModFix/>
            </a:blip>
            <a:srcRect b="32925" l="74881" r="0" t="32921"/>
            <a:stretch/>
          </p:blipFill>
          <p:spPr>
            <a:xfrm>
              <a:off x="291236" y="1641028"/>
              <a:ext cx="179999" cy="180000"/>
            </a:xfrm>
            <a:prstGeom prst="rect">
              <a:avLst/>
            </a:prstGeom>
            <a:noFill/>
            <a:ln>
              <a:noFill/>
            </a:ln>
          </p:spPr>
        </p:pic>
        <p:pic>
          <p:nvPicPr>
            <p:cNvPr id="12248" name="Google Shape;12248;p211"/>
            <p:cNvPicPr preferRelativeResize="0"/>
            <p:nvPr/>
          </p:nvPicPr>
          <p:blipFill rotWithShape="1">
            <a:blip r:embed="rId15">
              <a:alphaModFix/>
            </a:blip>
            <a:srcRect b="-2302" l="74881" r="0" t="68148"/>
            <a:stretch/>
          </p:blipFill>
          <p:spPr>
            <a:xfrm>
              <a:off x="473511" y="1641028"/>
              <a:ext cx="179999" cy="180000"/>
            </a:xfrm>
            <a:prstGeom prst="rect">
              <a:avLst/>
            </a:prstGeom>
            <a:noFill/>
            <a:ln>
              <a:noFill/>
            </a:ln>
          </p:spPr>
        </p:pic>
        <p:pic>
          <p:nvPicPr>
            <p:cNvPr id="12249" name="Google Shape;12249;p211"/>
            <p:cNvPicPr preferRelativeResize="0"/>
            <p:nvPr/>
          </p:nvPicPr>
          <p:blipFill rotWithShape="1">
            <a:blip r:embed="rId15">
              <a:alphaModFix/>
            </a:blip>
            <a:srcRect b="33697" l="50038" r="24843" t="32149"/>
            <a:stretch/>
          </p:blipFill>
          <p:spPr>
            <a:xfrm>
              <a:off x="655786" y="1641028"/>
              <a:ext cx="179999" cy="180000"/>
            </a:xfrm>
            <a:prstGeom prst="rect">
              <a:avLst/>
            </a:prstGeom>
            <a:noFill/>
            <a:ln>
              <a:noFill/>
            </a:ln>
          </p:spPr>
        </p:pic>
        <p:pic>
          <p:nvPicPr>
            <p:cNvPr id="12250" name="Google Shape;12250;p211"/>
            <p:cNvPicPr preferRelativeResize="0"/>
            <p:nvPr/>
          </p:nvPicPr>
          <p:blipFill rotWithShape="1">
            <a:blip r:embed="rId15">
              <a:alphaModFix/>
            </a:blip>
            <a:srcRect b="66403" l="50038" r="24843" t="-557"/>
            <a:stretch/>
          </p:blipFill>
          <p:spPr>
            <a:xfrm>
              <a:off x="854211" y="1641028"/>
              <a:ext cx="179999" cy="180000"/>
            </a:xfrm>
            <a:prstGeom prst="rect">
              <a:avLst/>
            </a:prstGeom>
            <a:noFill/>
            <a:ln>
              <a:noFill/>
            </a:ln>
          </p:spPr>
        </p:pic>
        <p:pic>
          <p:nvPicPr>
            <p:cNvPr id="12251" name="Google Shape;12251;p211"/>
            <p:cNvPicPr preferRelativeResize="0"/>
            <p:nvPr/>
          </p:nvPicPr>
          <p:blipFill rotWithShape="1">
            <a:blip r:embed="rId15">
              <a:alphaModFix/>
            </a:blip>
            <a:srcRect b="65846" l="0" r="74881" t="0"/>
            <a:stretch/>
          </p:blipFill>
          <p:spPr>
            <a:xfrm>
              <a:off x="1052636" y="1641028"/>
              <a:ext cx="179999" cy="180000"/>
            </a:xfrm>
            <a:prstGeom prst="rect">
              <a:avLst/>
            </a:prstGeom>
            <a:noFill/>
            <a:ln>
              <a:noFill/>
            </a:ln>
          </p:spPr>
        </p:pic>
        <p:sp>
          <p:nvSpPr>
            <p:cNvPr id="12252" name="Google Shape;12252;p211"/>
            <p:cNvSpPr/>
            <p:nvPr/>
          </p:nvSpPr>
          <p:spPr>
            <a:xfrm>
              <a:off x="265375" y="2092348"/>
              <a:ext cx="1250400" cy="190500"/>
            </a:xfrm>
            <a:prstGeom prst="foldedCorner">
              <a:avLst>
                <a:gd fmla="val 23024" name="adj"/>
              </a:avLst>
            </a:prstGeom>
            <a:solidFill>
              <a:srgbClr val="FFFFFF"/>
            </a:solidFill>
            <a:ln cap="flat" cmpd="sng" w="9525">
              <a:solidFill>
                <a:srgbClr val="424242"/>
              </a:solidFill>
              <a:prstDash val="solid"/>
              <a:round/>
              <a:headEnd len="sm" w="sm" type="none"/>
              <a:tailEnd len="sm" w="sm" type="none"/>
            </a:ln>
          </p:spPr>
          <p:txBody>
            <a:bodyPr anchorCtr="0" anchor="ctr" bIns="0" lIns="36000" spcFirstLastPara="1" rIns="0" wrap="square" tIns="0">
              <a:noAutofit/>
            </a:bodyPr>
            <a:lstStyle/>
            <a:p>
              <a:pPr indent="0" lvl="0" marL="0" rtl="0" algn="l">
                <a:spcBef>
                  <a:spcPts val="0"/>
                </a:spcBef>
                <a:spcAft>
                  <a:spcPts val="0"/>
                </a:spcAft>
                <a:buNone/>
              </a:pPr>
              <a:r>
                <a:rPr b="1" lang="es-419" sz="600">
                  <a:solidFill>
                    <a:schemeClr val="dk1"/>
                  </a:solidFill>
                </a:rPr>
                <a:t>&lt;...&gt;</a:t>
              </a:r>
              <a:endParaRPr sz="1600"/>
            </a:p>
          </p:txBody>
        </p:sp>
        <p:pic>
          <p:nvPicPr>
            <p:cNvPr id="12253" name="Google Shape;12253;p211"/>
            <p:cNvPicPr preferRelativeResize="0"/>
            <p:nvPr/>
          </p:nvPicPr>
          <p:blipFill rotWithShape="1">
            <a:blip r:embed="rId15">
              <a:alphaModFix/>
            </a:blip>
            <a:srcRect b="32996" l="0" r="74881" t="32849"/>
            <a:stretch/>
          </p:blipFill>
          <p:spPr>
            <a:xfrm>
              <a:off x="291236" y="1960742"/>
              <a:ext cx="179999" cy="180000"/>
            </a:xfrm>
            <a:prstGeom prst="rect">
              <a:avLst/>
            </a:prstGeom>
            <a:noFill/>
            <a:ln>
              <a:noFill/>
            </a:ln>
          </p:spPr>
        </p:pic>
        <p:pic>
          <p:nvPicPr>
            <p:cNvPr id="12254" name="Google Shape;12254;p211"/>
            <p:cNvPicPr preferRelativeResize="0"/>
            <p:nvPr/>
          </p:nvPicPr>
          <p:blipFill rotWithShape="1">
            <a:blip r:embed="rId15">
              <a:alphaModFix/>
            </a:blip>
            <a:srcRect b="-2302" l="74881" r="0" t="68148"/>
            <a:stretch/>
          </p:blipFill>
          <p:spPr>
            <a:xfrm>
              <a:off x="473511" y="1960742"/>
              <a:ext cx="179999" cy="180000"/>
            </a:xfrm>
            <a:prstGeom prst="rect">
              <a:avLst/>
            </a:prstGeom>
            <a:noFill/>
            <a:ln>
              <a:noFill/>
            </a:ln>
          </p:spPr>
        </p:pic>
      </p:grpSp>
      <p:grpSp>
        <p:nvGrpSpPr>
          <p:cNvPr id="12255" name="Google Shape;12255;p211"/>
          <p:cNvGrpSpPr/>
          <p:nvPr/>
        </p:nvGrpSpPr>
        <p:grpSpPr>
          <a:xfrm>
            <a:off x="8372972" y="2417782"/>
            <a:ext cx="1354963" cy="877500"/>
            <a:chOff x="670700" y="1862346"/>
            <a:chExt cx="1354963" cy="877500"/>
          </a:xfrm>
        </p:grpSpPr>
        <p:sp>
          <p:nvSpPr>
            <p:cNvPr id="12256" name="Google Shape;12256;p211"/>
            <p:cNvSpPr/>
            <p:nvPr/>
          </p:nvSpPr>
          <p:spPr>
            <a:xfrm rot="5400000">
              <a:off x="906800" y="1626246"/>
              <a:ext cx="877500" cy="1349700"/>
            </a:xfrm>
            <a:prstGeom prst="chevron">
              <a:avLst>
                <a:gd fmla="val 10671" name="adj"/>
              </a:avLst>
            </a:prstGeom>
            <a:solidFill>
              <a:srgbClr val="F3F3F3"/>
            </a:solidFill>
            <a:ln cap="flat" cmpd="sng" w="9525">
              <a:solidFill>
                <a:srgbClr val="1C4587"/>
              </a:solidFill>
              <a:prstDash val="solid"/>
              <a:round/>
              <a:headEnd len="sm" w="sm" type="none"/>
              <a:tailEnd len="sm" w="sm" type="none"/>
            </a:ln>
          </p:spPr>
          <p:txBody>
            <a:bodyPr anchorCtr="0" anchor="t" bIns="91425" lIns="91425" spcFirstLastPara="1" rIns="91425" wrap="square" tIns="91425">
              <a:noAutofit/>
            </a:bodyPr>
            <a:lstStyle/>
            <a:p>
              <a:pPr indent="0" lvl="0" marL="0" rtl="0" algn="ctr">
                <a:spcBef>
                  <a:spcPts val="0"/>
                </a:spcBef>
                <a:spcAft>
                  <a:spcPts val="0"/>
                </a:spcAft>
                <a:buNone/>
              </a:pPr>
              <a:r>
                <a:t/>
              </a:r>
              <a:endParaRPr sz="900"/>
            </a:p>
          </p:txBody>
        </p:sp>
        <p:sp>
          <p:nvSpPr>
            <p:cNvPr id="12257" name="Google Shape;12257;p211"/>
            <p:cNvSpPr txBox="1"/>
            <p:nvPr/>
          </p:nvSpPr>
          <p:spPr>
            <a:xfrm>
              <a:off x="721625" y="2345833"/>
              <a:ext cx="1257300" cy="198300"/>
            </a:xfrm>
            <a:prstGeom prst="rect">
              <a:avLst/>
            </a:prstGeom>
            <a:noFill/>
            <a:ln>
              <a:noFill/>
            </a:ln>
          </p:spPr>
          <p:txBody>
            <a:bodyPr anchorCtr="0" anchor="ctr" bIns="18000" lIns="18000" spcFirstLastPara="1" rIns="18000" wrap="square" tIns="18000">
              <a:noAutofit/>
            </a:bodyPr>
            <a:lstStyle/>
            <a:p>
              <a:pPr indent="0" lvl="0" marL="0" marR="0" rtl="0" algn="l">
                <a:lnSpc>
                  <a:spcPct val="100000"/>
                </a:lnSpc>
                <a:spcBef>
                  <a:spcPts val="0"/>
                </a:spcBef>
                <a:spcAft>
                  <a:spcPts val="0"/>
                </a:spcAft>
                <a:buNone/>
              </a:pPr>
              <a:r>
                <a:rPr b="1" lang="es-419" sz="600"/>
                <a:t>Comercial</a:t>
              </a:r>
              <a:endParaRPr b="1" sz="600"/>
            </a:p>
          </p:txBody>
        </p:sp>
        <p:sp>
          <p:nvSpPr>
            <p:cNvPr id="12258" name="Google Shape;12258;p211"/>
            <p:cNvSpPr/>
            <p:nvPr/>
          </p:nvSpPr>
          <p:spPr>
            <a:xfrm>
              <a:off x="1050925" y="2040246"/>
              <a:ext cx="899700" cy="311400"/>
            </a:xfrm>
            <a:prstGeom prst="roundRect">
              <a:avLst>
                <a:gd fmla="val 16667" name="adj"/>
              </a:avLst>
            </a:prstGeom>
            <a:solidFill>
              <a:srgbClr val="FFFFFF"/>
            </a:solidFill>
            <a:ln cap="flat" cmpd="sng" w="9525">
              <a:solidFill>
                <a:srgbClr val="274E13"/>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18000" lIns="18000" spcFirstLastPara="1" rIns="18000" wrap="square" tIns="18000">
              <a:noAutofit/>
            </a:bodyPr>
            <a:lstStyle/>
            <a:p>
              <a:pPr indent="0" lvl="0" marL="0" marR="0" rtl="0" algn="ctr">
                <a:lnSpc>
                  <a:spcPct val="100000"/>
                </a:lnSpc>
                <a:spcBef>
                  <a:spcPts val="0"/>
                </a:spcBef>
                <a:spcAft>
                  <a:spcPts val="0"/>
                </a:spcAft>
                <a:buNone/>
              </a:pPr>
              <a:r>
                <a:rPr lang="es-419" sz="600"/>
                <a:t>tramitar el pago</a:t>
              </a:r>
              <a:endParaRPr sz="600"/>
            </a:p>
          </p:txBody>
        </p:sp>
        <p:pic>
          <p:nvPicPr>
            <p:cNvPr id="12259" name="Google Shape;12259;p211"/>
            <p:cNvPicPr preferRelativeResize="0"/>
            <p:nvPr/>
          </p:nvPicPr>
          <p:blipFill rotWithShape="1">
            <a:blip r:embed="rId13">
              <a:alphaModFix/>
            </a:blip>
            <a:srcRect b="955" l="75264" r="13084" t="86344"/>
            <a:stretch/>
          </p:blipFill>
          <p:spPr>
            <a:xfrm>
              <a:off x="759565" y="2053302"/>
              <a:ext cx="252631" cy="288000"/>
            </a:xfrm>
            <a:prstGeom prst="rect">
              <a:avLst/>
            </a:prstGeom>
            <a:noFill/>
            <a:ln>
              <a:noFill/>
            </a:ln>
          </p:spPr>
        </p:pic>
        <p:sp>
          <p:nvSpPr>
            <p:cNvPr id="12260" name="Google Shape;12260;p211"/>
            <p:cNvSpPr txBox="1"/>
            <p:nvPr/>
          </p:nvSpPr>
          <p:spPr>
            <a:xfrm>
              <a:off x="672663" y="2508695"/>
              <a:ext cx="1353000" cy="190500"/>
            </a:xfrm>
            <a:prstGeom prst="rect">
              <a:avLst/>
            </a:prstGeom>
            <a:noFill/>
            <a:ln>
              <a:noFill/>
            </a:ln>
          </p:spPr>
          <p:txBody>
            <a:bodyPr anchorCtr="0" anchor="ctr" bIns="18000" lIns="18000" spcFirstLastPara="1" rIns="18000" wrap="square" tIns="18000">
              <a:noAutofit/>
            </a:bodyPr>
            <a:lstStyle/>
            <a:p>
              <a:pPr indent="0" lvl="0" marL="0" marR="0" rtl="0" algn="ctr">
                <a:lnSpc>
                  <a:spcPct val="100000"/>
                </a:lnSpc>
                <a:spcBef>
                  <a:spcPts val="0"/>
                </a:spcBef>
                <a:spcAft>
                  <a:spcPts val="0"/>
                </a:spcAft>
                <a:buNone/>
              </a:pPr>
              <a:r>
                <a:rPr b="1" lang="es-419" sz="800"/>
                <a:t>Ventas</a:t>
              </a:r>
              <a:endParaRPr b="1" sz="800"/>
            </a:p>
          </p:txBody>
        </p:sp>
      </p:grpSp>
      <p:grpSp>
        <p:nvGrpSpPr>
          <p:cNvPr id="12261" name="Google Shape;12261;p211"/>
          <p:cNvGrpSpPr/>
          <p:nvPr/>
        </p:nvGrpSpPr>
        <p:grpSpPr>
          <a:xfrm>
            <a:off x="8374525" y="841375"/>
            <a:ext cx="1352296" cy="1602300"/>
            <a:chOff x="221125" y="841375"/>
            <a:chExt cx="1352296" cy="1602300"/>
          </a:xfrm>
        </p:grpSpPr>
        <p:sp>
          <p:nvSpPr>
            <p:cNvPr id="12262" name="Google Shape;12262;p211"/>
            <p:cNvSpPr/>
            <p:nvPr/>
          </p:nvSpPr>
          <p:spPr>
            <a:xfrm rot="5400000">
              <a:off x="94825" y="967675"/>
              <a:ext cx="1602300" cy="1349700"/>
            </a:xfrm>
            <a:prstGeom prst="chevron">
              <a:avLst>
                <a:gd fmla="val 6049" name="adj"/>
              </a:avLst>
            </a:prstGeom>
            <a:solidFill>
              <a:srgbClr val="F4CCCC"/>
            </a:solidFill>
            <a:ln cap="flat" cmpd="sng" w="9525">
              <a:solidFill>
                <a:srgbClr val="1C4587"/>
              </a:solidFill>
              <a:prstDash val="solid"/>
              <a:round/>
              <a:headEnd len="sm" w="sm" type="none"/>
              <a:tailEnd len="sm" w="sm" type="none"/>
            </a:ln>
          </p:spPr>
          <p:txBody>
            <a:bodyPr anchorCtr="0" anchor="t" bIns="91425" lIns="91425" spcFirstLastPara="1" rIns="91425" wrap="square" tIns="91425">
              <a:noAutofit/>
            </a:bodyPr>
            <a:lstStyle/>
            <a:p>
              <a:pPr indent="0" lvl="0" marL="0" rtl="0" algn="ctr">
                <a:spcBef>
                  <a:spcPts val="0"/>
                </a:spcBef>
                <a:spcAft>
                  <a:spcPts val="0"/>
                </a:spcAft>
                <a:buNone/>
              </a:pPr>
              <a:r>
                <a:t/>
              </a:r>
              <a:endParaRPr sz="900"/>
            </a:p>
          </p:txBody>
        </p:sp>
        <p:sp>
          <p:nvSpPr>
            <p:cNvPr id="12263" name="Google Shape;12263;p211"/>
            <p:cNvSpPr txBox="1"/>
            <p:nvPr/>
          </p:nvSpPr>
          <p:spPr>
            <a:xfrm>
              <a:off x="221125" y="1478473"/>
              <a:ext cx="660900" cy="190500"/>
            </a:xfrm>
            <a:prstGeom prst="rect">
              <a:avLst/>
            </a:prstGeom>
            <a:noFill/>
            <a:ln>
              <a:noFill/>
            </a:ln>
          </p:spPr>
          <p:txBody>
            <a:bodyPr anchorCtr="0" anchor="ctr" bIns="18000" lIns="18000" spcFirstLastPara="1" rIns="18000" wrap="square" tIns="18000">
              <a:noAutofit/>
            </a:bodyPr>
            <a:lstStyle/>
            <a:p>
              <a:pPr indent="0" lvl="0" marL="0" marR="0" rtl="0" algn="l">
                <a:lnSpc>
                  <a:spcPct val="100000"/>
                </a:lnSpc>
                <a:spcBef>
                  <a:spcPts val="0"/>
                </a:spcBef>
                <a:spcAft>
                  <a:spcPts val="0"/>
                </a:spcAft>
                <a:buNone/>
              </a:pPr>
              <a:r>
                <a:rPr b="1" lang="es-419" sz="600"/>
                <a:t>Consumidor</a:t>
              </a:r>
              <a:endParaRPr b="1" sz="1200">
                <a:latin typeface="Source Code Pro"/>
                <a:ea typeface="Source Code Pro"/>
                <a:cs typeface="Source Code Pro"/>
                <a:sym typeface="Source Code Pro"/>
              </a:endParaRPr>
            </a:p>
          </p:txBody>
        </p:sp>
        <p:pic>
          <p:nvPicPr>
            <p:cNvPr id="12264" name="Google Shape;12264;p211"/>
            <p:cNvPicPr preferRelativeResize="0"/>
            <p:nvPr/>
          </p:nvPicPr>
          <p:blipFill rotWithShape="1">
            <a:blip r:embed="rId11">
              <a:alphaModFix/>
            </a:blip>
            <a:srcRect b="-263" l="59" r="83461" t="67407"/>
            <a:stretch/>
          </p:blipFill>
          <p:spPr>
            <a:xfrm>
              <a:off x="237215" y="1231098"/>
              <a:ext cx="288000" cy="288000"/>
            </a:xfrm>
            <a:prstGeom prst="rect">
              <a:avLst/>
            </a:prstGeom>
            <a:noFill/>
            <a:ln>
              <a:noFill/>
            </a:ln>
          </p:spPr>
        </p:pic>
        <p:sp>
          <p:nvSpPr>
            <p:cNvPr id="12265" name="Google Shape;12265;p211"/>
            <p:cNvSpPr txBox="1"/>
            <p:nvPr/>
          </p:nvSpPr>
          <p:spPr>
            <a:xfrm>
              <a:off x="912521" y="1478473"/>
              <a:ext cx="660900" cy="198300"/>
            </a:xfrm>
            <a:prstGeom prst="rect">
              <a:avLst/>
            </a:prstGeom>
            <a:noFill/>
            <a:ln>
              <a:noFill/>
            </a:ln>
          </p:spPr>
          <p:txBody>
            <a:bodyPr anchorCtr="0" anchor="ctr" bIns="18000" lIns="18000" spcFirstLastPara="1" rIns="18000" wrap="square" tIns="18000">
              <a:noAutofit/>
            </a:bodyPr>
            <a:lstStyle/>
            <a:p>
              <a:pPr indent="0" lvl="0" marL="0" marR="0" rtl="0" algn="r">
                <a:lnSpc>
                  <a:spcPct val="100000"/>
                </a:lnSpc>
                <a:spcBef>
                  <a:spcPts val="0"/>
                </a:spcBef>
                <a:spcAft>
                  <a:spcPts val="0"/>
                </a:spcAft>
                <a:buNone/>
              </a:pPr>
              <a:r>
                <a:rPr b="1" lang="es-419" sz="600"/>
                <a:t>Comercial</a:t>
              </a:r>
              <a:endParaRPr b="1" sz="600"/>
            </a:p>
          </p:txBody>
        </p:sp>
        <p:pic>
          <p:nvPicPr>
            <p:cNvPr id="12266" name="Google Shape;12266;p211"/>
            <p:cNvPicPr preferRelativeResize="0"/>
            <p:nvPr/>
          </p:nvPicPr>
          <p:blipFill rotWithShape="1">
            <a:blip r:embed="rId13">
              <a:alphaModFix/>
            </a:blip>
            <a:srcRect b="603" l="50354" r="37994" t="86695"/>
            <a:stretch/>
          </p:blipFill>
          <p:spPr>
            <a:xfrm flipH="1">
              <a:off x="1267919" y="1231098"/>
              <a:ext cx="287999" cy="288000"/>
            </a:xfrm>
            <a:prstGeom prst="rect">
              <a:avLst/>
            </a:prstGeom>
            <a:noFill/>
            <a:ln>
              <a:noFill/>
            </a:ln>
          </p:spPr>
        </p:pic>
        <p:cxnSp>
          <p:nvCxnSpPr>
            <p:cNvPr id="12267" name="Google Shape;12267;p211"/>
            <p:cNvCxnSpPr/>
            <p:nvPr/>
          </p:nvCxnSpPr>
          <p:spPr>
            <a:xfrm>
              <a:off x="473504" y="1468805"/>
              <a:ext cx="825300" cy="0"/>
            </a:xfrm>
            <a:prstGeom prst="straightConnector1">
              <a:avLst/>
            </a:prstGeom>
            <a:noFill/>
            <a:ln cap="flat" cmpd="sng" w="9525">
              <a:solidFill>
                <a:schemeClr val="dk2"/>
              </a:solidFill>
              <a:prstDash val="solid"/>
              <a:round/>
              <a:headEnd len="med" w="med" type="none"/>
              <a:tailEnd len="med" w="med" type="none"/>
            </a:ln>
          </p:spPr>
        </p:cxnSp>
        <p:sp>
          <p:nvSpPr>
            <p:cNvPr id="12268" name="Google Shape;12268;p211"/>
            <p:cNvSpPr/>
            <p:nvPr/>
          </p:nvSpPr>
          <p:spPr>
            <a:xfrm>
              <a:off x="426283" y="964116"/>
              <a:ext cx="933300" cy="311400"/>
            </a:xfrm>
            <a:prstGeom prst="wedgeRoundRectCallout">
              <a:avLst>
                <a:gd fmla="val -43625" name="adj1"/>
                <a:gd fmla="val 81812" name="adj2"/>
                <a:gd fmla="val 0" name="adj3"/>
              </a:avLst>
            </a:prstGeom>
            <a:solidFill>
              <a:srgbClr val="F3F3F3"/>
            </a:solidFill>
            <a:ln cap="flat" cmpd="sng" w="9525">
              <a:solidFill>
                <a:srgbClr val="990000"/>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18000" lIns="54000" spcFirstLastPara="1" rIns="18000" wrap="square" tIns="18000">
              <a:noAutofit/>
            </a:bodyPr>
            <a:lstStyle/>
            <a:p>
              <a:pPr indent="0" lvl="0" marL="0" rtl="0" algn="ctr">
                <a:spcBef>
                  <a:spcPts val="0"/>
                </a:spcBef>
                <a:spcAft>
                  <a:spcPts val="0"/>
                </a:spcAft>
                <a:buNone/>
              </a:pPr>
              <a:r>
                <a:rPr lang="es-419" sz="600"/>
                <a:t>Realizar Pago</a:t>
              </a:r>
              <a:endParaRPr sz="600"/>
            </a:p>
          </p:txBody>
        </p:sp>
        <p:sp>
          <p:nvSpPr>
            <p:cNvPr id="12269" name="Google Shape;12269;p211"/>
            <p:cNvSpPr/>
            <p:nvPr/>
          </p:nvSpPr>
          <p:spPr>
            <a:xfrm>
              <a:off x="265375" y="1769715"/>
              <a:ext cx="1250400" cy="190500"/>
            </a:xfrm>
            <a:prstGeom prst="foldedCorner">
              <a:avLst>
                <a:gd fmla="val 23024" name="adj"/>
              </a:avLst>
            </a:prstGeom>
            <a:solidFill>
              <a:srgbClr val="FFFFFF"/>
            </a:solidFill>
            <a:ln cap="flat" cmpd="sng" w="9525">
              <a:solidFill>
                <a:srgbClr val="424242"/>
              </a:solidFill>
              <a:prstDash val="solid"/>
              <a:round/>
              <a:headEnd len="sm" w="sm" type="none"/>
              <a:tailEnd len="sm" w="sm" type="none"/>
            </a:ln>
          </p:spPr>
          <p:txBody>
            <a:bodyPr anchorCtr="0" anchor="ctr" bIns="0" lIns="0" spcFirstLastPara="1" rIns="0" wrap="square" tIns="0">
              <a:noAutofit/>
            </a:bodyPr>
            <a:lstStyle/>
            <a:p>
              <a:pPr indent="0" lvl="0" marL="0" rtl="0" algn="l">
                <a:spcBef>
                  <a:spcPts val="0"/>
                </a:spcBef>
                <a:spcAft>
                  <a:spcPts val="0"/>
                </a:spcAft>
                <a:buNone/>
              </a:pPr>
              <a:r>
                <a:rPr b="1" lang="es-419" sz="600">
                  <a:solidFill>
                    <a:schemeClr val="dk1"/>
                  </a:solidFill>
                </a:rPr>
                <a:t>{Pago}</a:t>
              </a:r>
              <a:endParaRPr sz="1600"/>
            </a:p>
          </p:txBody>
        </p:sp>
        <p:pic>
          <p:nvPicPr>
            <p:cNvPr id="12270" name="Google Shape;12270;p211"/>
            <p:cNvPicPr preferRelativeResize="0"/>
            <p:nvPr/>
          </p:nvPicPr>
          <p:blipFill rotWithShape="1">
            <a:blip r:embed="rId15">
              <a:alphaModFix/>
            </a:blip>
            <a:srcRect b="32925" l="74881" r="0" t="32921"/>
            <a:stretch/>
          </p:blipFill>
          <p:spPr>
            <a:xfrm>
              <a:off x="291236" y="1641028"/>
              <a:ext cx="179999" cy="180000"/>
            </a:xfrm>
            <a:prstGeom prst="rect">
              <a:avLst/>
            </a:prstGeom>
            <a:noFill/>
            <a:ln>
              <a:noFill/>
            </a:ln>
          </p:spPr>
        </p:pic>
        <p:pic>
          <p:nvPicPr>
            <p:cNvPr id="12271" name="Google Shape;12271;p211"/>
            <p:cNvPicPr preferRelativeResize="0"/>
            <p:nvPr/>
          </p:nvPicPr>
          <p:blipFill rotWithShape="1">
            <a:blip r:embed="rId15">
              <a:alphaModFix/>
            </a:blip>
            <a:srcRect b="-2302" l="74881" r="0" t="68148"/>
            <a:stretch/>
          </p:blipFill>
          <p:spPr>
            <a:xfrm>
              <a:off x="473511" y="1641028"/>
              <a:ext cx="179999" cy="180000"/>
            </a:xfrm>
            <a:prstGeom prst="rect">
              <a:avLst/>
            </a:prstGeom>
            <a:noFill/>
            <a:ln>
              <a:noFill/>
            </a:ln>
          </p:spPr>
        </p:pic>
        <p:pic>
          <p:nvPicPr>
            <p:cNvPr id="12272" name="Google Shape;12272;p211"/>
            <p:cNvPicPr preferRelativeResize="0"/>
            <p:nvPr/>
          </p:nvPicPr>
          <p:blipFill rotWithShape="1">
            <a:blip r:embed="rId15">
              <a:alphaModFix/>
            </a:blip>
            <a:srcRect b="33697" l="50038" r="24843" t="32149"/>
            <a:stretch/>
          </p:blipFill>
          <p:spPr>
            <a:xfrm>
              <a:off x="655786" y="1641028"/>
              <a:ext cx="179999" cy="180000"/>
            </a:xfrm>
            <a:prstGeom prst="rect">
              <a:avLst/>
            </a:prstGeom>
            <a:noFill/>
            <a:ln>
              <a:noFill/>
            </a:ln>
          </p:spPr>
        </p:pic>
        <p:pic>
          <p:nvPicPr>
            <p:cNvPr id="12273" name="Google Shape;12273;p211"/>
            <p:cNvPicPr preferRelativeResize="0"/>
            <p:nvPr/>
          </p:nvPicPr>
          <p:blipFill rotWithShape="1">
            <a:blip r:embed="rId15">
              <a:alphaModFix/>
            </a:blip>
            <a:srcRect b="66403" l="50038" r="24843" t="-557"/>
            <a:stretch/>
          </p:blipFill>
          <p:spPr>
            <a:xfrm>
              <a:off x="854211" y="1641028"/>
              <a:ext cx="179999" cy="180000"/>
            </a:xfrm>
            <a:prstGeom prst="rect">
              <a:avLst/>
            </a:prstGeom>
            <a:noFill/>
            <a:ln>
              <a:noFill/>
            </a:ln>
          </p:spPr>
        </p:pic>
        <p:pic>
          <p:nvPicPr>
            <p:cNvPr id="12274" name="Google Shape;12274;p211"/>
            <p:cNvPicPr preferRelativeResize="0"/>
            <p:nvPr/>
          </p:nvPicPr>
          <p:blipFill rotWithShape="1">
            <a:blip r:embed="rId15">
              <a:alphaModFix/>
            </a:blip>
            <a:srcRect b="65846" l="0" r="74881" t="0"/>
            <a:stretch/>
          </p:blipFill>
          <p:spPr>
            <a:xfrm>
              <a:off x="1052636" y="1641028"/>
              <a:ext cx="179999" cy="180000"/>
            </a:xfrm>
            <a:prstGeom prst="rect">
              <a:avLst/>
            </a:prstGeom>
            <a:noFill/>
            <a:ln>
              <a:noFill/>
            </a:ln>
          </p:spPr>
        </p:pic>
        <p:sp>
          <p:nvSpPr>
            <p:cNvPr id="12275" name="Google Shape;12275;p211"/>
            <p:cNvSpPr/>
            <p:nvPr/>
          </p:nvSpPr>
          <p:spPr>
            <a:xfrm>
              <a:off x="265375" y="2092348"/>
              <a:ext cx="1250400" cy="190500"/>
            </a:xfrm>
            <a:prstGeom prst="foldedCorner">
              <a:avLst>
                <a:gd fmla="val 23024" name="adj"/>
              </a:avLst>
            </a:prstGeom>
            <a:solidFill>
              <a:srgbClr val="FFFFFF"/>
            </a:solidFill>
            <a:ln cap="flat" cmpd="sng" w="9525">
              <a:solidFill>
                <a:srgbClr val="424242"/>
              </a:solidFill>
              <a:prstDash val="solid"/>
              <a:round/>
              <a:headEnd len="sm" w="sm" type="none"/>
              <a:tailEnd len="sm" w="sm" type="none"/>
            </a:ln>
          </p:spPr>
          <p:txBody>
            <a:bodyPr anchorCtr="0" anchor="ctr" bIns="0" lIns="0" spcFirstLastPara="1" rIns="0" wrap="square" tIns="0">
              <a:noAutofit/>
            </a:bodyPr>
            <a:lstStyle/>
            <a:p>
              <a:pPr indent="0" lvl="0" marL="0" rtl="0" algn="l">
                <a:spcBef>
                  <a:spcPts val="0"/>
                </a:spcBef>
                <a:spcAft>
                  <a:spcPts val="0"/>
                </a:spcAft>
                <a:buNone/>
              </a:pPr>
              <a:r>
                <a:rPr b="1" lang="es-419" sz="600">
                  <a:solidFill>
                    <a:schemeClr val="dk1"/>
                  </a:solidFill>
                </a:rPr>
                <a:t>{Voucher}</a:t>
              </a:r>
              <a:endParaRPr sz="1600"/>
            </a:p>
          </p:txBody>
        </p:sp>
        <p:pic>
          <p:nvPicPr>
            <p:cNvPr id="12276" name="Google Shape;12276;p211"/>
            <p:cNvPicPr preferRelativeResize="0"/>
            <p:nvPr/>
          </p:nvPicPr>
          <p:blipFill rotWithShape="1">
            <a:blip r:embed="rId15">
              <a:alphaModFix/>
            </a:blip>
            <a:srcRect b="32996" l="0" r="74881" t="32849"/>
            <a:stretch/>
          </p:blipFill>
          <p:spPr>
            <a:xfrm>
              <a:off x="291236" y="1960742"/>
              <a:ext cx="179999" cy="180000"/>
            </a:xfrm>
            <a:prstGeom prst="rect">
              <a:avLst/>
            </a:prstGeom>
            <a:noFill/>
            <a:ln>
              <a:noFill/>
            </a:ln>
          </p:spPr>
        </p:pic>
        <p:pic>
          <p:nvPicPr>
            <p:cNvPr id="12277" name="Google Shape;12277;p211"/>
            <p:cNvPicPr preferRelativeResize="0"/>
            <p:nvPr/>
          </p:nvPicPr>
          <p:blipFill rotWithShape="1">
            <a:blip r:embed="rId15">
              <a:alphaModFix/>
            </a:blip>
            <a:srcRect b="-2302" l="74881" r="0" t="68148"/>
            <a:stretch/>
          </p:blipFill>
          <p:spPr>
            <a:xfrm>
              <a:off x="473511" y="1960742"/>
              <a:ext cx="179999" cy="180000"/>
            </a:xfrm>
            <a:prstGeom prst="rect">
              <a:avLst/>
            </a:prstGeom>
            <a:noFill/>
            <a:ln>
              <a:noFill/>
            </a:ln>
          </p:spPr>
        </p:pic>
      </p:grpSp>
      <p:grpSp>
        <p:nvGrpSpPr>
          <p:cNvPr id="12278" name="Google Shape;12278;p211"/>
          <p:cNvGrpSpPr/>
          <p:nvPr/>
        </p:nvGrpSpPr>
        <p:grpSpPr>
          <a:xfrm>
            <a:off x="8362072" y="3274351"/>
            <a:ext cx="1354963" cy="877500"/>
            <a:chOff x="670700" y="1862346"/>
            <a:chExt cx="1354963" cy="877500"/>
          </a:xfrm>
        </p:grpSpPr>
        <p:sp>
          <p:nvSpPr>
            <p:cNvPr id="12279" name="Google Shape;12279;p211"/>
            <p:cNvSpPr/>
            <p:nvPr/>
          </p:nvSpPr>
          <p:spPr>
            <a:xfrm rot="5400000">
              <a:off x="906800" y="1626246"/>
              <a:ext cx="877500" cy="1349700"/>
            </a:xfrm>
            <a:prstGeom prst="chevron">
              <a:avLst>
                <a:gd fmla="val 10671" name="adj"/>
              </a:avLst>
            </a:prstGeom>
            <a:solidFill>
              <a:srgbClr val="F3F3F3"/>
            </a:solidFill>
            <a:ln cap="flat" cmpd="sng" w="9525">
              <a:solidFill>
                <a:srgbClr val="1C4587"/>
              </a:solidFill>
              <a:prstDash val="solid"/>
              <a:round/>
              <a:headEnd len="sm" w="sm" type="none"/>
              <a:tailEnd len="sm" w="sm" type="none"/>
            </a:ln>
          </p:spPr>
          <p:txBody>
            <a:bodyPr anchorCtr="0" anchor="t" bIns="91425" lIns="91425" spcFirstLastPara="1" rIns="91425" wrap="square" tIns="91425">
              <a:noAutofit/>
            </a:bodyPr>
            <a:lstStyle/>
            <a:p>
              <a:pPr indent="0" lvl="0" marL="0" rtl="0" algn="ctr">
                <a:spcBef>
                  <a:spcPts val="0"/>
                </a:spcBef>
                <a:spcAft>
                  <a:spcPts val="0"/>
                </a:spcAft>
                <a:buNone/>
              </a:pPr>
              <a:r>
                <a:t/>
              </a:r>
              <a:endParaRPr sz="900"/>
            </a:p>
          </p:txBody>
        </p:sp>
        <p:sp>
          <p:nvSpPr>
            <p:cNvPr id="12280" name="Google Shape;12280;p211"/>
            <p:cNvSpPr txBox="1"/>
            <p:nvPr/>
          </p:nvSpPr>
          <p:spPr>
            <a:xfrm>
              <a:off x="721625" y="2345833"/>
              <a:ext cx="1257300" cy="198300"/>
            </a:xfrm>
            <a:prstGeom prst="rect">
              <a:avLst/>
            </a:prstGeom>
            <a:noFill/>
            <a:ln>
              <a:noFill/>
            </a:ln>
          </p:spPr>
          <p:txBody>
            <a:bodyPr anchorCtr="0" anchor="ctr" bIns="18000" lIns="18000" spcFirstLastPara="1" rIns="18000" wrap="square" tIns="18000">
              <a:noAutofit/>
            </a:bodyPr>
            <a:lstStyle/>
            <a:p>
              <a:pPr indent="0" lvl="0" marL="0" marR="0" rtl="0" algn="l">
                <a:lnSpc>
                  <a:spcPct val="100000"/>
                </a:lnSpc>
                <a:spcBef>
                  <a:spcPts val="0"/>
                </a:spcBef>
                <a:spcAft>
                  <a:spcPts val="0"/>
                </a:spcAft>
                <a:buNone/>
              </a:pPr>
              <a:r>
                <a:rPr b="1" lang="es-419" sz="600"/>
                <a:t>Auxiliar de Servicio</a:t>
              </a:r>
              <a:endParaRPr b="1" sz="600"/>
            </a:p>
          </p:txBody>
        </p:sp>
        <p:sp>
          <p:nvSpPr>
            <p:cNvPr id="12281" name="Google Shape;12281;p211"/>
            <p:cNvSpPr/>
            <p:nvPr/>
          </p:nvSpPr>
          <p:spPr>
            <a:xfrm>
              <a:off x="1050925" y="2040246"/>
              <a:ext cx="899700" cy="311400"/>
            </a:xfrm>
            <a:prstGeom prst="roundRect">
              <a:avLst>
                <a:gd fmla="val 16667" name="adj"/>
              </a:avLst>
            </a:prstGeom>
            <a:solidFill>
              <a:srgbClr val="FFFFFF"/>
            </a:solidFill>
            <a:ln cap="flat" cmpd="sng" w="9525">
              <a:solidFill>
                <a:srgbClr val="274E13"/>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18000" lIns="18000" spcFirstLastPara="1" rIns="18000" wrap="square" tIns="18000">
              <a:noAutofit/>
            </a:bodyPr>
            <a:lstStyle/>
            <a:p>
              <a:pPr indent="0" lvl="0" marL="0" marR="0" rtl="0" algn="ctr">
                <a:lnSpc>
                  <a:spcPct val="100000"/>
                </a:lnSpc>
                <a:spcBef>
                  <a:spcPts val="0"/>
                </a:spcBef>
                <a:spcAft>
                  <a:spcPts val="0"/>
                </a:spcAft>
                <a:buNone/>
              </a:pPr>
              <a:r>
                <a:rPr lang="es-419" sz="600"/>
                <a:t>tramitar el voucher</a:t>
              </a:r>
              <a:endParaRPr sz="600"/>
            </a:p>
          </p:txBody>
        </p:sp>
        <p:pic>
          <p:nvPicPr>
            <p:cNvPr id="12282" name="Google Shape;12282;p211"/>
            <p:cNvPicPr preferRelativeResize="0"/>
            <p:nvPr/>
          </p:nvPicPr>
          <p:blipFill rotWithShape="1">
            <a:blip r:embed="rId13">
              <a:alphaModFix/>
            </a:blip>
            <a:srcRect b="955" l="75264" r="13084" t="86344"/>
            <a:stretch/>
          </p:blipFill>
          <p:spPr>
            <a:xfrm>
              <a:off x="759565" y="2053302"/>
              <a:ext cx="252631" cy="288000"/>
            </a:xfrm>
            <a:prstGeom prst="rect">
              <a:avLst/>
            </a:prstGeom>
            <a:noFill/>
            <a:ln>
              <a:noFill/>
            </a:ln>
          </p:spPr>
        </p:pic>
        <p:sp>
          <p:nvSpPr>
            <p:cNvPr id="12283" name="Google Shape;12283;p211"/>
            <p:cNvSpPr txBox="1"/>
            <p:nvPr/>
          </p:nvSpPr>
          <p:spPr>
            <a:xfrm>
              <a:off x="672663" y="2508695"/>
              <a:ext cx="1353000" cy="190500"/>
            </a:xfrm>
            <a:prstGeom prst="rect">
              <a:avLst/>
            </a:prstGeom>
            <a:noFill/>
            <a:ln>
              <a:noFill/>
            </a:ln>
          </p:spPr>
          <p:txBody>
            <a:bodyPr anchorCtr="0" anchor="ctr" bIns="18000" lIns="18000" spcFirstLastPara="1" rIns="18000" wrap="square" tIns="18000">
              <a:noAutofit/>
            </a:bodyPr>
            <a:lstStyle/>
            <a:p>
              <a:pPr indent="0" lvl="0" marL="0" marR="0" rtl="0" algn="ctr">
                <a:lnSpc>
                  <a:spcPct val="100000"/>
                </a:lnSpc>
                <a:spcBef>
                  <a:spcPts val="0"/>
                </a:spcBef>
                <a:spcAft>
                  <a:spcPts val="0"/>
                </a:spcAft>
                <a:buNone/>
              </a:pPr>
              <a:r>
                <a:rPr b="1" lang="es-419" sz="800"/>
                <a:t>Servicios al Cliente</a:t>
              </a:r>
              <a:endParaRPr b="1" sz="800"/>
            </a:p>
          </p:txBody>
        </p:sp>
      </p:grpSp>
      <p:grpSp>
        <p:nvGrpSpPr>
          <p:cNvPr id="12284" name="Google Shape;12284;p211"/>
          <p:cNvGrpSpPr/>
          <p:nvPr/>
        </p:nvGrpSpPr>
        <p:grpSpPr>
          <a:xfrm>
            <a:off x="8352452" y="5770472"/>
            <a:ext cx="1354963" cy="877500"/>
            <a:chOff x="670700" y="1862346"/>
            <a:chExt cx="1354963" cy="877500"/>
          </a:xfrm>
        </p:grpSpPr>
        <p:sp>
          <p:nvSpPr>
            <p:cNvPr id="12285" name="Google Shape;12285;p211"/>
            <p:cNvSpPr/>
            <p:nvPr/>
          </p:nvSpPr>
          <p:spPr>
            <a:xfrm rot="5400000">
              <a:off x="906800" y="1626246"/>
              <a:ext cx="877500" cy="1349700"/>
            </a:xfrm>
            <a:prstGeom prst="chevron">
              <a:avLst>
                <a:gd fmla="val 10671" name="adj"/>
              </a:avLst>
            </a:prstGeom>
            <a:solidFill>
              <a:srgbClr val="999999"/>
            </a:solidFill>
            <a:ln cap="flat" cmpd="sng" w="9525">
              <a:solidFill>
                <a:srgbClr val="1C4587"/>
              </a:solidFill>
              <a:prstDash val="solid"/>
              <a:round/>
              <a:headEnd len="sm" w="sm" type="none"/>
              <a:tailEnd len="sm" w="sm" type="none"/>
            </a:ln>
          </p:spPr>
          <p:txBody>
            <a:bodyPr anchorCtr="0" anchor="t" bIns="91425" lIns="91425" spcFirstLastPara="1" rIns="91425" wrap="square" tIns="91425">
              <a:noAutofit/>
            </a:bodyPr>
            <a:lstStyle/>
            <a:p>
              <a:pPr indent="0" lvl="0" marL="0" rtl="0" algn="ctr">
                <a:spcBef>
                  <a:spcPts val="0"/>
                </a:spcBef>
                <a:spcAft>
                  <a:spcPts val="0"/>
                </a:spcAft>
                <a:buNone/>
              </a:pPr>
              <a:r>
                <a:t/>
              </a:r>
              <a:endParaRPr sz="900"/>
            </a:p>
          </p:txBody>
        </p:sp>
        <p:sp>
          <p:nvSpPr>
            <p:cNvPr id="12286" name="Google Shape;12286;p211"/>
            <p:cNvSpPr txBox="1"/>
            <p:nvPr/>
          </p:nvSpPr>
          <p:spPr>
            <a:xfrm>
              <a:off x="721625" y="2345833"/>
              <a:ext cx="1257300" cy="198300"/>
            </a:xfrm>
            <a:prstGeom prst="rect">
              <a:avLst/>
            </a:prstGeom>
            <a:noFill/>
            <a:ln>
              <a:noFill/>
            </a:ln>
          </p:spPr>
          <p:txBody>
            <a:bodyPr anchorCtr="0" anchor="ctr" bIns="18000" lIns="18000" spcFirstLastPara="1" rIns="18000" wrap="square" tIns="18000">
              <a:noAutofit/>
            </a:bodyPr>
            <a:lstStyle/>
            <a:p>
              <a:pPr indent="0" lvl="0" marL="0" marR="0" rtl="0" algn="l">
                <a:lnSpc>
                  <a:spcPct val="100000"/>
                </a:lnSpc>
                <a:spcBef>
                  <a:spcPts val="0"/>
                </a:spcBef>
                <a:spcAft>
                  <a:spcPts val="0"/>
                </a:spcAft>
                <a:buNone/>
              </a:pPr>
              <a:r>
                <a:rPr b="1" lang="es-419" sz="600"/>
                <a:t>Comercial</a:t>
              </a:r>
              <a:endParaRPr b="1" sz="600"/>
            </a:p>
          </p:txBody>
        </p:sp>
        <p:sp>
          <p:nvSpPr>
            <p:cNvPr id="12287" name="Google Shape;12287;p211"/>
            <p:cNvSpPr/>
            <p:nvPr/>
          </p:nvSpPr>
          <p:spPr>
            <a:xfrm>
              <a:off x="1050925" y="2040246"/>
              <a:ext cx="899700" cy="311400"/>
            </a:xfrm>
            <a:prstGeom prst="roundRect">
              <a:avLst>
                <a:gd fmla="val 16667" name="adj"/>
              </a:avLst>
            </a:prstGeom>
            <a:solidFill>
              <a:srgbClr val="F3F3F3"/>
            </a:solidFill>
            <a:ln cap="flat" cmpd="sng" w="9525">
              <a:solidFill>
                <a:srgbClr val="274E13"/>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18000" lIns="18000" spcFirstLastPara="1" rIns="18000" wrap="square" tIns="18000">
              <a:noAutofit/>
            </a:bodyPr>
            <a:lstStyle/>
            <a:p>
              <a:pPr indent="0" lvl="0" marL="0" marR="0" rtl="0" algn="ctr">
                <a:lnSpc>
                  <a:spcPct val="100000"/>
                </a:lnSpc>
                <a:spcBef>
                  <a:spcPts val="0"/>
                </a:spcBef>
                <a:spcAft>
                  <a:spcPts val="0"/>
                </a:spcAft>
                <a:buNone/>
              </a:pPr>
              <a:r>
                <a:rPr lang="es-419" sz="600"/>
                <a:t>tramitar el voucher</a:t>
              </a:r>
              <a:endParaRPr sz="600"/>
            </a:p>
          </p:txBody>
        </p:sp>
        <p:pic>
          <p:nvPicPr>
            <p:cNvPr id="12288" name="Google Shape;12288;p211"/>
            <p:cNvPicPr preferRelativeResize="0"/>
            <p:nvPr/>
          </p:nvPicPr>
          <p:blipFill rotWithShape="1">
            <a:blip r:embed="rId13">
              <a:alphaModFix/>
            </a:blip>
            <a:srcRect b="955" l="75264" r="13084" t="86344"/>
            <a:stretch/>
          </p:blipFill>
          <p:spPr>
            <a:xfrm>
              <a:off x="759565" y="2053302"/>
              <a:ext cx="252631" cy="288000"/>
            </a:xfrm>
            <a:prstGeom prst="rect">
              <a:avLst/>
            </a:prstGeom>
            <a:noFill/>
            <a:ln>
              <a:noFill/>
            </a:ln>
          </p:spPr>
        </p:pic>
        <p:sp>
          <p:nvSpPr>
            <p:cNvPr id="12289" name="Google Shape;12289;p211"/>
            <p:cNvSpPr txBox="1"/>
            <p:nvPr/>
          </p:nvSpPr>
          <p:spPr>
            <a:xfrm>
              <a:off x="672663" y="2508695"/>
              <a:ext cx="1353000" cy="190500"/>
            </a:xfrm>
            <a:prstGeom prst="rect">
              <a:avLst/>
            </a:prstGeom>
            <a:noFill/>
            <a:ln>
              <a:noFill/>
            </a:ln>
          </p:spPr>
          <p:txBody>
            <a:bodyPr anchorCtr="0" anchor="ctr" bIns="18000" lIns="18000" spcFirstLastPara="1" rIns="18000" wrap="square" tIns="18000">
              <a:noAutofit/>
            </a:bodyPr>
            <a:lstStyle/>
            <a:p>
              <a:pPr indent="0" lvl="0" marL="0" marR="0" rtl="0" algn="ctr">
                <a:lnSpc>
                  <a:spcPct val="100000"/>
                </a:lnSpc>
                <a:spcBef>
                  <a:spcPts val="0"/>
                </a:spcBef>
                <a:spcAft>
                  <a:spcPts val="0"/>
                </a:spcAft>
                <a:buNone/>
              </a:pPr>
              <a:r>
                <a:rPr b="1" lang="es-419" sz="900"/>
                <a:t>&lt;...&gt;</a:t>
              </a:r>
              <a:endParaRPr b="1" sz="900"/>
            </a:p>
          </p:txBody>
        </p:sp>
      </p:grpSp>
      <p:grpSp>
        <p:nvGrpSpPr>
          <p:cNvPr id="12290" name="Google Shape;12290;p211"/>
          <p:cNvGrpSpPr/>
          <p:nvPr/>
        </p:nvGrpSpPr>
        <p:grpSpPr>
          <a:xfrm>
            <a:off x="8358639" y="4998764"/>
            <a:ext cx="1358723" cy="781500"/>
            <a:chOff x="667055" y="3519840"/>
            <a:chExt cx="1358723" cy="781500"/>
          </a:xfrm>
        </p:grpSpPr>
        <p:sp>
          <p:nvSpPr>
            <p:cNvPr id="12291" name="Google Shape;12291;p211"/>
            <p:cNvSpPr/>
            <p:nvPr/>
          </p:nvSpPr>
          <p:spPr>
            <a:xfrm rot="5400000">
              <a:off x="956883" y="3235740"/>
              <a:ext cx="781500" cy="1349700"/>
            </a:xfrm>
            <a:prstGeom prst="chevron">
              <a:avLst>
                <a:gd fmla="val 10671" name="adj"/>
              </a:avLst>
            </a:prstGeom>
            <a:solidFill>
              <a:srgbClr val="FFD966"/>
            </a:solidFill>
            <a:ln cap="flat" cmpd="sng" w="9525">
              <a:solidFill>
                <a:srgbClr val="1C4587"/>
              </a:solidFill>
              <a:prstDash val="solid"/>
              <a:round/>
              <a:headEnd len="sm" w="sm" type="none"/>
              <a:tailEnd len="sm" w="sm" type="none"/>
            </a:ln>
          </p:spPr>
          <p:txBody>
            <a:bodyPr anchorCtr="0" anchor="t" bIns="91425" lIns="91425" spcFirstLastPara="1" rIns="91425" wrap="square" tIns="91425">
              <a:noAutofit/>
            </a:bodyPr>
            <a:lstStyle/>
            <a:p>
              <a:pPr indent="0" lvl="0" marL="0" rtl="0" algn="ctr">
                <a:spcBef>
                  <a:spcPts val="0"/>
                </a:spcBef>
                <a:spcAft>
                  <a:spcPts val="0"/>
                </a:spcAft>
                <a:buNone/>
              </a:pPr>
              <a:r>
                <a:t/>
              </a:r>
              <a:endParaRPr sz="900"/>
            </a:p>
          </p:txBody>
        </p:sp>
        <p:sp>
          <p:nvSpPr>
            <p:cNvPr id="12292" name="Google Shape;12292;p211"/>
            <p:cNvSpPr/>
            <p:nvPr/>
          </p:nvSpPr>
          <p:spPr>
            <a:xfrm>
              <a:off x="718358" y="3885490"/>
              <a:ext cx="1257300" cy="311400"/>
            </a:xfrm>
            <a:prstGeom prst="snip2SameRect">
              <a:avLst>
                <a:gd fmla="val 7104" name="adj1"/>
                <a:gd fmla="val 8493" name="adj2"/>
              </a:avLst>
            </a:prstGeom>
            <a:solidFill>
              <a:srgbClr val="F3F3F3"/>
            </a:solidFill>
            <a:ln cap="flat" cmpd="sng" w="9525">
              <a:solidFill>
                <a:srgbClr val="274E13"/>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18000" lIns="18000" spcFirstLastPara="1" rIns="18000" wrap="square" tIns="18000">
              <a:noAutofit/>
            </a:bodyPr>
            <a:lstStyle/>
            <a:p>
              <a:pPr indent="0" lvl="0" marL="0" marR="0" rtl="0" algn="ctr">
                <a:lnSpc>
                  <a:spcPct val="100000"/>
                </a:lnSpc>
                <a:spcBef>
                  <a:spcPts val="0"/>
                </a:spcBef>
                <a:spcAft>
                  <a:spcPts val="0"/>
                </a:spcAft>
                <a:buNone/>
              </a:pPr>
              <a:r>
                <a:rPr lang="es-419" sz="600"/>
                <a:t>&lt;...&gt;</a:t>
              </a:r>
              <a:endParaRPr sz="600"/>
            </a:p>
          </p:txBody>
        </p:sp>
        <p:sp>
          <p:nvSpPr>
            <p:cNvPr id="12293" name="Google Shape;12293;p211"/>
            <p:cNvSpPr txBox="1"/>
            <p:nvPr/>
          </p:nvSpPr>
          <p:spPr>
            <a:xfrm>
              <a:off x="674878" y="3661827"/>
              <a:ext cx="1350900" cy="190500"/>
            </a:xfrm>
            <a:prstGeom prst="rect">
              <a:avLst/>
            </a:prstGeom>
            <a:noFill/>
            <a:ln>
              <a:noFill/>
            </a:ln>
          </p:spPr>
          <p:txBody>
            <a:bodyPr anchorCtr="0" anchor="ctr" bIns="18000" lIns="18000" spcFirstLastPara="1" rIns="18000" wrap="square" tIns="18000">
              <a:noAutofit/>
            </a:bodyPr>
            <a:lstStyle/>
            <a:p>
              <a:pPr indent="0" lvl="0" marL="0" marR="0" rtl="0" algn="ctr">
                <a:lnSpc>
                  <a:spcPct val="100000"/>
                </a:lnSpc>
                <a:spcBef>
                  <a:spcPts val="0"/>
                </a:spcBef>
                <a:spcAft>
                  <a:spcPts val="0"/>
                </a:spcAft>
                <a:buNone/>
              </a:pPr>
              <a:r>
                <a:rPr b="1" lang="es-419" sz="800"/>
                <a:t>&lt;...&gt;</a:t>
              </a:r>
              <a:endParaRPr b="1" sz="800">
                <a:latin typeface="Source Code Pro"/>
                <a:ea typeface="Source Code Pro"/>
                <a:cs typeface="Source Code Pro"/>
                <a:sym typeface="Source Code Pro"/>
              </a:endParaRPr>
            </a:p>
          </p:txBody>
        </p:sp>
        <p:pic>
          <p:nvPicPr>
            <p:cNvPr id="12294" name="Google Shape;12294;p211"/>
            <p:cNvPicPr preferRelativeResize="0"/>
            <p:nvPr/>
          </p:nvPicPr>
          <p:blipFill rotWithShape="1">
            <a:blip r:embed="rId14">
              <a:alphaModFix/>
            </a:blip>
            <a:srcRect b="-366" l="59788" r="19220" t="82753"/>
            <a:stretch/>
          </p:blipFill>
          <p:spPr>
            <a:xfrm>
              <a:off x="667055" y="3586081"/>
              <a:ext cx="271058" cy="287999"/>
            </a:xfrm>
            <a:prstGeom prst="rect">
              <a:avLst/>
            </a:prstGeom>
            <a:noFill/>
            <a:ln>
              <a:noFill/>
            </a:ln>
          </p:spPr>
        </p:pic>
      </p:grpSp>
      <p:grpSp>
        <p:nvGrpSpPr>
          <p:cNvPr id="12295" name="Google Shape;12295;p211"/>
          <p:cNvGrpSpPr/>
          <p:nvPr/>
        </p:nvGrpSpPr>
        <p:grpSpPr>
          <a:xfrm>
            <a:off x="8362072" y="4131791"/>
            <a:ext cx="1354963" cy="877500"/>
            <a:chOff x="670700" y="1862346"/>
            <a:chExt cx="1354963" cy="877500"/>
          </a:xfrm>
        </p:grpSpPr>
        <p:sp>
          <p:nvSpPr>
            <p:cNvPr id="12296" name="Google Shape;12296;p211"/>
            <p:cNvSpPr/>
            <p:nvPr/>
          </p:nvSpPr>
          <p:spPr>
            <a:xfrm rot="5400000">
              <a:off x="906800" y="1626246"/>
              <a:ext cx="877500" cy="1349700"/>
            </a:xfrm>
            <a:prstGeom prst="chevron">
              <a:avLst>
                <a:gd fmla="val 10671" name="adj"/>
              </a:avLst>
            </a:prstGeom>
            <a:solidFill>
              <a:srgbClr val="F3F3F3"/>
            </a:solidFill>
            <a:ln cap="flat" cmpd="sng" w="9525">
              <a:solidFill>
                <a:srgbClr val="1C4587"/>
              </a:solidFill>
              <a:prstDash val="solid"/>
              <a:round/>
              <a:headEnd len="sm" w="sm" type="none"/>
              <a:tailEnd len="sm" w="sm" type="none"/>
            </a:ln>
          </p:spPr>
          <p:txBody>
            <a:bodyPr anchorCtr="0" anchor="t" bIns="91425" lIns="91425" spcFirstLastPara="1" rIns="91425" wrap="square" tIns="91425">
              <a:noAutofit/>
            </a:bodyPr>
            <a:lstStyle/>
            <a:p>
              <a:pPr indent="0" lvl="0" marL="0" rtl="0" algn="ctr">
                <a:spcBef>
                  <a:spcPts val="0"/>
                </a:spcBef>
                <a:spcAft>
                  <a:spcPts val="0"/>
                </a:spcAft>
                <a:buNone/>
              </a:pPr>
              <a:r>
                <a:t/>
              </a:r>
              <a:endParaRPr sz="900"/>
            </a:p>
          </p:txBody>
        </p:sp>
        <p:sp>
          <p:nvSpPr>
            <p:cNvPr id="12297" name="Google Shape;12297;p211"/>
            <p:cNvSpPr txBox="1"/>
            <p:nvPr/>
          </p:nvSpPr>
          <p:spPr>
            <a:xfrm>
              <a:off x="721625" y="2345833"/>
              <a:ext cx="1257300" cy="198300"/>
            </a:xfrm>
            <a:prstGeom prst="rect">
              <a:avLst/>
            </a:prstGeom>
            <a:noFill/>
            <a:ln>
              <a:noFill/>
            </a:ln>
          </p:spPr>
          <p:txBody>
            <a:bodyPr anchorCtr="0" anchor="ctr" bIns="18000" lIns="18000" spcFirstLastPara="1" rIns="18000" wrap="square" tIns="18000">
              <a:noAutofit/>
            </a:bodyPr>
            <a:lstStyle/>
            <a:p>
              <a:pPr indent="0" lvl="0" marL="0" marR="0" rtl="0" algn="l">
                <a:lnSpc>
                  <a:spcPct val="100000"/>
                </a:lnSpc>
                <a:spcBef>
                  <a:spcPts val="0"/>
                </a:spcBef>
                <a:spcAft>
                  <a:spcPts val="0"/>
                </a:spcAft>
                <a:buNone/>
              </a:pPr>
              <a:r>
                <a:rPr b="1" lang="es-419" sz="600"/>
                <a:t>Auxiliar de Servicio</a:t>
              </a:r>
              <a:endParaRPr b="1" sz="600"/>
            </a:p>
          </p:txBody>
        </p:sp>
        <p:sp>
          <p:nvSpPr>
            <p:cNvPr id="12298" name="Google Shape;12298;p211"/>
            <p:cNvSpPr/>
            <p:nvPr/>
          </p:nvSpPr>
          <p:spPr>
            <a:xfrm>
              <a:off x="1050925" y="2040246"/>
              <a:ext cx="899700" cy="311400"/>
            </a:xfrm>
            <a:prstGeom prst="roundRect">
              <a:avLst>
                <a:gd fmla="val 16667" name="adj"/>
              </a:avLst>
            </a:prstGeom>
            <a:solidFill>
              <a:srgbClr val="FFFFFF"/>
            </a:solidFill>
            <a:ln cap="flat" cmpd="sng" w="9525">
              <a:solidFill>
                <a:srgbClr val="274E13"/>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18000" lIns="18000" spcFirstLastPara="1" rIns="18000" wrap="square" tIns="18000">
              <a:noAutofit/>
            </a:bodyPr>
            <a:lstStyle/>
            <a:p>
              <a:pPr indent="0" lvl="0" marL="0" marR="0" rtl="0" algn="ctr">
                <a:lnSpc>
                  <a:spcPct val="100000"/>
                </a:lnSpc>
                <a:spcBef>
                  <a:spcPts val="0"/>
                </a:spcBef>
                <a:spcAft>
                  <a:spcPts val="0"/>
                </a:spcAft>
                <a:buNone/>
              </a:pPr>
              <a:r>
                <a:rPr lang="es-419" sz="600"/>
                <a:t>tramitar el voucher</a:t>
              </a:r>
              <a:endParaRPr sz="600"/>
            </a:p>
          </p:txBody>
        </p:sp>
        <p:pic>
          <p:nvPicPr>
            <p:cNvPr id="12299" name="Google Shape;12299;p211"/>
            <p:cNvPicPr preferRelativeResize="0"/>
            <p:nvPr/>
          </p:nvPicPr>
          <p:blipFill rotWithShape="1">
            <a:blip r:embed="rId13">
              <a:alphaModFix/>
            </a:blip>
            <a:srcRect b="955" l="75264" r="13084" t="86344"/>
            <a:stretch/>
          </p:blipFill>
          <p:spPr>
            <a:xfrm>
              <a:off x="759565" y="2053302"/>
              <a:ext cx="252631" cy="288000"/>
            </a:xfrm>
            <a:prstGeom prst="rect">
              <a:avLst/>
            </a:prstGeom>
            <a:noFill/>
            <a:ln>
              <a:noFill/>
            </a:ln>
          </p:spPr>
        </p:pic>
        <p:sp>
          <p:nvSpPr>
            <p:cNvPr id="12300" name="Google Shape;12300;p211"/>
            <p:cNvSpPr txBox="1"/>
            <p:nvPr/>
          </p:nvSpPr>
          <p:spPr>
            <a:xfrm>
              <a:off x="672663" y="2508695"/>
              <a:ext cx="1353000" cy="190500"/>
            </a:xfrm>
            <a:prstGeom prst="rect">
              <a:avLst/>
            </a:prstGeom>
            <a:noFill/>
            <a:ln>
              <a:noFill/>
            </a:ln>
          </p:spPr>
          <p:txBody>
            <a:bodyPr anchorCtr="0" anchor="ctr" bIns="18000" lIns="18000" spcFirstLastPara="1" rIns="18000" wrap="square" tIns="18000">
              <a:noAutofit/>
            </a:bodyPr>
            <a:lstStyle/>
            <a:p>
              <a:pPr indent="0" lvl="0" marL="0" marR="0" rtl="0" algn="ctr">
                <a:lnSpc>
                  <a:spcPct val="100000"/>
                </a:lnSpc>
                <a:spcBef>
                  <a:spcPts val="0"/>
                </a:spcBef>
                <a:spcAft>
                  <a:spcPts val="0"/>
                </a:spcAft>
                <a:buNone/>
              </a:pPr>
              <a:r>
                <a:rPr b="1" lang="es-419" sz="800"/>
                <a:t>Servicios al Cliente</a:t>
              </a:r>
              <a:endParaRPr b="1" sz="800"/>
            </a:p>
          </p:txBody>
        </p:sp>
      </p:grpSp>
    </p:spTree>
  </p:cSld>
  <p:clrMapOvr>
    <a:masterClrMapping/>
  </p:clrMapOvr>
</p:sldLayout>
</file>

<file path=ppt/slideLayouts/slideLayout20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Paleta 2">
  <p:cSld name="TITLE_3_5">
    <p:spTree>
      <p:nvGrpSpPr>
        <p:cNvPr id="12301" name="Shape 12301"/>
        <p:cNvGrpSpPr/>
        <p:nvPr/>
      </p:nvGrpSpPr>
      <p:grpSpPr>
        <a:xfrm>
          <a:off x="0" y="0"/>
          <a:ext cx="0" cy="0"/>
          <a:chOff x="0" y="0"/>
          <a:chExt cx="0" cy="0"/>
        </a:xfrm>
      </p:grpSpPr>
      <p:sp>
        <p:nvSpPr>
          <p:cNvPr id="12302" name="Google Shape;12302;p212"/>
          <p:cNvSpPr/>
          <p:nvPr/>
        </p:nvSpPr>
        <p:spPr>
          <a:xfrm>
            <a:off x="2037793" y="656300"/>
            <a:ext cx="2591100" cy="6059700"/>
          </a:xfrm>
          <a:prstGeom prst="roundRect">
            <a:avLst>
              <a:gd fmla="val 4880" name="adj"/>
            </a:avLst>
          </a:prstGeom>
          <a:solidFill>
            <a:srgbClr val="F3F3F3"/>
          </a:solidFill>
          <a:ln cap="flat" cmpd="sng" w="9525">
            <a:solidFill>
              <a:srgbClr val="F3F3F3"/>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3" name="Google Shape;12303;p212"/>
          <p:cNvSpPr/>
          <p:nvPr/>
        </p:nvSpPr>
        <p:spPr>
          <a:xfrm>
            <a:off x="2037793" y="110850"/>
            <a:ext cx="2606400" cy="421200"/>
          </a:xfrm>
          <a:prstGeom prst="roundRect">
            <a:avLst>
              <a:gd fmla="val 17492" name="adj"/>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s-419" sz="1200">
                <a:solidFill>
                  <a:srgbClr val="FFFFFF"/>
                </a:solidFill>
              </a:rPr>
              <a:t>Diagrama de Secuencia</a:t>
            </a:r>
            <a:endParaRPr b="1" sz="1100">
              <a:solidFill>
                <a:srgbClr val="FFFFFF"/>
              </a:solidFill>
            </a:endParaRPr>
          </a:p>
        </p:txBody>
      </p:sp>
      <p:grpSp>
        <p:nvGrpSpPr>
          <p:cNvPr id="12304" name="Google Shape;12304;p212"/>
          <p:cNvGrpSpPr/>
          <p:nvPr/>
        </p:nvGrpSpPr>
        <p:grpSpPr>
          <a:xfrm>
            <a:off x="2166425" y="806110"/>
            <a:ext cx="1440000" cy="5760081"/>
            <a:chOff x="221116" y="911918"/>
            <a:chExt cx="1440000" cy="5760081"/>
          </a:xfrm>
        </p:grpSpPr>
        <p:sp>
          <p:nvSpPr>
            <p:cNvPr id="12305" name="Google Shape;12305;p212"/>
            <p:cNvSpPr/>
            <p:nvPr/>
          </p:nvSpPr>
          <p:spPr>
            <a:xfrm>
              <a:off x="221116" y="911918"/>
              <a:ext cx="1440000" cy="5760000"/>
            </a:xfrm>
            <a:prstGeom prst="rect">
              <a:avLst/>
            </a:prstGeom>
            <a:noFill/>
            <a:ln cap="flat" cmpd="sng" w="9525">
              <a:solidFill>
                <a:srgbClr val="999999"/>
              </a:solidFill>
              <a:prstDash val="dash"/>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6" name="Google Shape;12306;p212"/>
            <p:cNvSpPr/>
            <p:nvPr/>
          </p:nvSpPr>
          <p:spPr>
            <a:xfrm>
              <a:off x="293116" y="960488"/>
              <a:ext cx="1296000" cy="400800"/>
            </a:xfrm>
            <a:prstGeom prst="rect">
              <a:avLst/>
            </a:prstGeom>
            <a:solidFill>
              <a:srgbClr val="FFF9DA"/>
            </a:solidFill>
            <a:ln cap="flat" cmpd="sng" w="9525">
              <a:solidFill>
                <a:srgbClr val="990033"/>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s-419" sz="800"/>
                <a:t>&lt;...&gt;</a:t>
              </a:r>
              <a:endParaRPr sz="800"/>
            </a:p>
          </p:txBody>
        </p:sp>
        <p:sp>
          <p:nvSpPr>
            <p:cNvPr id="12307" name="Google Shape;12307;p212"/>
            <p:cNvSpPr/>
            <p:nvPr/>
          </p:nvSpPr>
          <p:spPr>
            <a:xfrm>
              <a:off x="888166" y="1361300"/>
              <a:ext cx="105900" cy="5310600"/>
            </a:xfrm>
            <a:prstGeom prst="rect">
              <a:avLst/>
            </a:prstGeom>
            <a:no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8" name="Google Shape;12308;p212"/>
            <p:cNvSpPr/>
            <p:nvPr/>
          </p:nvSpPr>
          <p:spPr>
            <a:xfrm>
              <a:off x="888175" y="1361300"/>
              <a:ext cx="105900" cy="4893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9" name="Google Shape;12309;p212"/>
            <p:cNvSpPr/>
            <p:nvPr/>
          </p:nvSpPr>
          <p:spPr>
            <a:xfrm>
              <a:off x="888175" y="1850708"/>
              <a:ext cx="105900" cy="4893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0" name="Google Shape;12310;p212"/>
            <p:cNvSpPr/>
            <p:nvPr/>
          </p:nvSpPr>
          <p:spPr>
            <a:xfrm>
              <a:off x="888175" y="2340188"/>
              <a:ext cx="105900" cy="4893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1" name="Google Shape;12311;p212"/>
            <p:cNvSpPr/>
            <p:nvPr/>
          </p:nvSpPr>
          <p:spPr>
            <a:xfrm>
              <a:off x="888175" y="2829596"/>
              <a:ext cx="105900" cy="4893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2" name="Google Shape;12312;p212"/>
            <p:cNvSpPr/>
            <p:nvPr/>
          </p:nvSpPr>
          <p:spPr>
            <a:xfrm>
              <a:off x="888175" y="3318991"/>
              <a:ext cx="105900" cy="4893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3" name="Google Shape;12313;p212"/>
            <p:cNvSpPr/>
            <p:nvPr/>
          </p:nvSpPr>
          <p:spPr>
            <a:xfrm>
              <a:off x="888175" y="3808399"/>
              <a:ext cx="105900" cy="4893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4" name="Google Shape;12314;p212"/>
            <p:cNvSpPr/>
            <p:nvPr/>
          </p:nvSpPr>
          <p:spPr>
            <a:xfrm>
              <a:off x="888175" y="4297879"/>
              <a:ext cx="105900" cy="4893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5" name="Google Shape;12315;p212"/>
            <p:cNvSpPr/>
            <p:nvPr/>
          </p:nvSpPr>
          <p:spPr>
            <a:xfrm>
              <a:off x="888175" y="4787287"/>
              <a:ext cx="105900" cy="4893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6" name="Google Shape;12316;p212"/>
            <p:cNvSpPr/>
            <p:nvPr/>
          </p:nvSpPr>
          <p:spPr>
            <a:xfrm>
              <a:off x="888175" y="5276103"/>
              <a:ext cx="105900" cy="4893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7" name="Google Shape;12317;p212"/>
            <p:cNvSpPr/>
            <p:nvPr/>
          </p:nvSpPr>
          <p:spPr>
            <a:xfrm>
              <a:off x="888175" y="5765583"/>
              <a:ext cx="105900" cy="4893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8" name="Google Shape;12318;p212"/>
            <p:cNvSpPr/>
            <p:nvPr/>
          </p:nvSpPr>
          <p:spPr>
            <a:xfrm>
              <a:off x="888175" y="6254999"/>
              <a:ext cx="105900" cy="4170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19" name="Google Shape;12319;p212"/>
          <p:cNvGrpSpPr/>
          <p:nvPr/>
        </p:nvGrpSpPr>
        <p:grpSpPr>
          <a:xfrm>
            <a:off x="3816216" y="1579562"/>
            <a:ext cx="622490" cy="586379"/>
            <a:chOff x="-1244040" y="2892312"/>
            <a:chExt cx="622490" cy="586379"/>
          </a:xfrm>
        </p:grpSpPr>
        <p:cxnSp>
          <p:nvCxnSpPr>
            <p:cNvPr id="12320" name="Google Shape;12320;p212"/>
            <p:cNvCxnSpPr/>
            <p:nvPr/>
          </p:nvCxnSpPr>
          <p:spPr>
            <a:xfrm flipH="1">
              <a:off x="-1226350" y="3029875"/>
              <a:ext cx="604800" cy="301200"/>
            </a:xfrm>
            <a:prstGeom prst="bentConnector3">
              <a:avLst>
                <a:gd fmla="val 50000" name="adj1"/>
              </a:avLst>
            </a:prstGeom>
            <a:noFill/>
            <a:ln cap="flat" cmpd="sng" w="9525">
              <a:solidFill>
                <a:srgbClr val="990033"/>
              </a:solidFill>
              <a:prstDash val="solid"/>
              <a:round/>
              <a:headEnd len="med" w="med" type="none"/>
              <a:tailEnd len="med" w="med" type="stealth"/>
            </a:ln>
          </p:spPr>
        </p:cxnSp>
        <p:sp>
          <p:nvSpPr>
            <p:cNvPr id="12321" name="Google Shape;12321;p212"/>
            <p:cNvSpPr txBox="1"/>
            <p:nvPr/>
          </p:nvSpPr>
          <p:spPr>
            <a:xfrm>
              <a:off x="-1244040" y="3354791"/>
              <a:ext cx="386100" cy="123900"/>
            </a:xfrm>
            <a:prstGeom prst="rect">
              <a:avLst/>
            </a:prstGeom>
            <a:noFill/>
            <a:ln>
              <a:noFill/>
            </a:ln>
          </p:spPr>
          <p:txBody>
            <a:bodyPr anchorCtr="0" anchor="t" bIns="0" lIns="0" spcFirstLastPara="1" rIns="0" wrap="square" tIns="0">
              <a:noAutofit/>
            </a:bodyPr>
            <a:lstStyle/>
            <a:p>
              <a:pPr indent="0" lvl="0" marL="0" rtl="0" algn="l">
                <a:spcBef>
                  <a:spcPts val="0"/>
                </a:spcBef>
                <a:spcAft>
                  <a:spcPts val="0"/>
                </a:spcAft>
                <a:buNone/>
              </a:pPr>
              <a:r>
                <a:rPr lang="es-419" sz="700"/>
                <a:t>&lt;...&gt;</a:t>
              </a:r>
              <a:endParaRPr sz="700"/>
            </a:p>
          </p:txBody>
        </p:sp>
        <p:sp>
          <p:nvSpPr>
            <p:cNvPr id="12322" name="Google Shape;12322;p212"/>
            <p:cNvSpPr txBox="1"/>
            <p:nvPr/>
          </p:nvSpPr>
          <p:spPr>
            <a:xfrm>
              <a:off x="-1013062" y="2892312"/>
              <a:ext cx="386100" cy="123900"/>
            </a:xfrm>
            <a:prstGeom prst="rect">
              <a:avLst/>
            </a:prstGeom>
            <a:noFill/>
            <a:ln>
              <a:noFill/>
            </a:ln>
          </p:spPr>
          <p:txBody>
            <a:bodyPr anchorCtr="0" anchor="t" bIns="0" lIns="0" spcFirstLastPara="1" rIns="0" wrap="square" tIns="0">
              <a:noAutofit/>
            </a:bodyPr>
            <a:lstStyle/>
            <a:p>
              <a:pPr indent="0" lvl="0" marL="0" rtl="0" algn="r">
                <a:spcBef>
                  <a:spcPts val="0"/>
                </a:spcBef>
                <a:spcAft>
                  <a:spcPts val="0"/>
                </a:spcAft>
                <a:buNone/>
              </a:pPr>
              <a:r>
                <a:rPr lang="es-419" sz="700"/>
                <a:t>&lt;...&gt;</a:t>
              </a:r>
              <a:endParaRPr sz="700"/>
            </a:p>
          </p:txBody>
        </p:sp>
      </p:grpSp>
      <p:grpSp>
        <p:nvGrpSpPr>
          <p:cNvPr id="12323" name="Google Shape;12323;p212"/>
          <p:cNvGrpSpPr/>
          <p:nvPr/>
        </p:nvGrpSpPr>
        <p:grpSpPr>
          <a:xfrm>
            <a:off x="3816216" y="2417762"/>
            <a:ext cx="622490" cy="586379"/>
            <a:chOff x="-1244040" y="2892312"/>
            <a:chExt cx="622490" cy="586379"/>
          </a:xfrm>
        </p:grpSpPr>
        <p:cxnSp>
          <p:nvCxnSpPr>
            <p:cNvPr id="12324" name="Google Shape;12324;p212"/>
            <p:cNvCxnSpPr/>
            <p:nvPr/>
          </p:nvCxnSpPr>
          <p:spPr>
            <a:xfrm flipH="1">
              <a:off x="-1226350" y="3029875"/>
              <a:ext cx="604800" cy="301200"/>
            </a:xfrm>
            <a:prstGeom prst="bentConnector3">
              <a:avLst>
                <a:gd fmla="val 50000" name="adj1"/>
              </a:avLst>
            </a:prstGeom>
            <a:noFill/>
            <a:ln cap="flat" cmpd="sng" w="9525">
              <a:solidFill>
                <a:srgbClr val="990033"/>
              </a:solidFill>
              <a:prstDash val="dash"/>
              <a:round/>
              <a:headEnd len="med" w="med" type="none"/>
              <a:tailEnd len="med" w="med" type="stealth"/>
            </a:ln>
          </p:spPr>
        </p:cxnSp>
        <p:sp>
          <p:nvSpPr>
            <p:cNvPr id="12325" name="Google Shape;12325;p212"/>
            <p:cNvSpPr txBox="1"/>
            <p:nvPr/>
          </p:nvSpPr>
          <p:spPr>
            <a:xfrm>
              <a:off x="-1244040" y="3354791"/>
              <a:ext cx="386100" cy="123900"/>
            </a:xfrm>
            <a:prstGeom prst="rect">
              <a:avLst/>
            </a:prstGeom>
            <a:noFill/>
            <a:ln>
              <a:noFill/>
            </a:ln>
          </p:spPr>
          <p:txBody>
            <a:bodyPr anchorCtr="0" anchor="t" bIns="0" lIns="0" spcFirstLastPara="1" rIns="0" wrap="square" tIns="0">
              <a:noAutofit/>
            </a:bodyPr>
            <a:lstStyle/>
            <a:p>
              <a:pPr indent="0" lvl="0" marL="0" rtl="0" algn="l">
                <a:spcBef>
                  <a:spcPts val="0"/>
                </a:spcBef>
                <a:spcAft>
                  <a:spcPts val="0"/>
                </a:spcAft>
                <a:buNone/>
              </a:pPr>
              <a:r>
                <a:rPr lang="es-419" sz="700"/>
                <a:t>&lt;...&gt;</a:t>
              </a:r>
              <a:endParaRPr sz="700"/>
            </a:p>
          </p:txBody>
        </p:sp>
        <p:sp>
          <p:nvSpPr>
            <p:cNvPr id="12326" name="Google Shape;12326;p212"/>
            <p:cNvSpPr txBox="1"/>
            <p:nvPr/>
          </p:nvSpPr>
          <p:spPr>
            <a:xfrm>
              <a:off x="-1013062" y="2892312"/>
              <a:ext cx="386100" cy="123900"/>
            </a:xfrm>
            <a:prstGeom prst="rect">
              <a:avLst/>
            </a:prstGeom>
            <a:noFill/>
            <a:ln>
              <a:noFill/>
            </a:ln>
          </p:spPr>
          <p:txBody>
            <a:bodyPr anchorCtr="0" anchor="t" bIns="0" lIns="0" spcFirstLastPara="1" rIns="0" wrap="square" tIns="0">
              <a:noAutofit/>
            </a:bodyPr>
            <a:lstStyle/>
            <a:p>
              <a:pPr indent="0" lvl="0" marL="0" rtl="0" algn="r">
                <a:spcBef>
                  <a:spcPts val="0"/>
                </a:spcBef>
                <a:spcAft>
                  <a:spcPts val="0"/>
                </a:spcAft>
                <a:buNone/>
              </a:pPr>
              <a:r>
                <a:rPr lang="es-419" sz="700"/>
                <a:t>&lt;...&gt;</a:t>
              </a:r>
              <a:endParaRPr sz="700"/>
            </a:p>
          </p:txBody>
        </p:sp>
      </p:grpSp>
      <p:sp>
        <p:nvSpPr>
          <p:cNvPr id="12327" name="Google Shape;12327;p212"/>
          <p:cNvSpPr/>
          <p:nvPr/>
        </p:nvSpPr>
        <p:spPr>
          <a:xfrm>
            <a:off x="200475" y="669875"/>
            <a:ext cx="1407900" cy="6059700"/>
          </a:xfrm>
          <a:prstGeom prst="roundRect">
            <a:avLst>
              <a:gd fmla="val 6584" name="adj"/>
            </a:avLst>
          </a:prstGeom>
          <a:solidFill>
            <a:srgbClr val="F3F3F3"/>
          </a:solidFill>
          <a:ln cap="flat" cmpd="sng" w="9525">
            <a:solidFill>
              <a:srgbClr val="F3F3F3"/>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8" name="Google Shape;12328;p212"/>
          <p:cNvSpPr/>
          <p:nvPr/>
        </p:nvSpPr>
        <p:spPr>
          <a:xfrm>
            <a:off x="185368" y="110850"/>
            <a:ext cx="1407900" cy="421200"/>
          </a:xfrm>
          <a:prstGeom prst="roundRect">
            <a:avLst>
              <a:gd fmla="val 17492" name="adj"/>
            </a:avLst>
          </a:prstGeom>
          <a:solidFill>
            <a:srgbClr val="000000"/>
          </a:solidFill>
          <a:ln cap="flat" cmpd="sng" w="9525">
            <a:solidFill>
              <a:srgbClr val="000000"/>
            </a:solidFill>
            <a:prstDash val="solid"/>
            <a:round/>
            <a:headEnd len="sm" w="sm" type="none"/>
            <a:tailEnd len="sm" w="sm" type="none"/>
          </a:ln>
        </p:spPr>
        <p:txBody>
          <a:bodyPr anchorCtr="0" anchor="ctr" bIns="0" lIns="0" spcFirstLastPara="1" rIns="0" wrap="square" tIns="0">
            <a:noAutofit/>
          </a:bodyPr>
          <a:lstStyle/>
          <a:p>
            <a:pPr indent="0" lvl="0" marL="0" rtl="0" algn="ctr">
              <a:spcBef>
                <a:spcPts val="0"/>
              </a:spcBef>
              <a:spcAft>
                <a:spcPts val="0"/>
              </a:spcAft>
              <a:buNone/>
            </a:pPr>
            <a:r>
              <a:rPr b="1" lang="es-419" sz="1200">
                <a:solidFill>
                  <a:srgbClr val="FFFFFF"/>
                </a:solidFill>
              </a:rPr>
              <a:t>Diagrama de Clases</a:t>
            </a:r>
            <a:endParaRPr b="1" sz="1200">
              <a:solidFill>
                <a:srgbClr val="FFFFFF"/>
              </a:solidFill>
            </a:endParaRPr>
          </a:p>
        </p:txBody>
      </p:sp>
      <p:grpSp>
        <p:nvGrpSpPr>
          <p:cNvPr id="12329" name="Google Shape;12329;p212"/>
          <p:cNvGrpSpPr/>
          <p:nvPr/>
        </p:nvGrpSpPr>
        <p:grpSpPr>
          <a:xfrm>
            <a:off x="289564" y="1050864"/>
            <a:ext cx="1229700" cy="1478700"/>
            <a:chOff x="1395625" y="1381825"/>
            <a:chExt cx="1229700" cy="1478700"/>
          </a:xfrm>
        </p:grpSpPr>
        <p:sp>
          <p:nvSpPr>
            <p:cNvPr id="12330" name="Google Shape;12330;p212"/>
            <p:cNvSpPr/>
            <p:nvPr/>
          </p:nvSpPr>
          <p:spPr>
            <a:xfrm>
              <a:off x="1395625" y="1381825"/>
              <a:ext cx="1229700" cy="1478700"/>
            </a:xfrm>
            <a:prstGeom prst="roundRect">
              <a:avLst>
                <a:gd fmla="val 4673" name="adj"/>
              </a:avLst>
            </a:prstGeom>
            <a:solidFill>
              <a:srgbClr val="FFF9DA"/>
            </a:solidFill>
            <a:ln cap="flat" cmpd="sng" w="9525">
              <a:solidFill>
                <a:srgbClr val="990033"/>
              </a:solidFill>
              <a:prstDash val="solid"/>
              <a:round/>
              <a:headEnd len="sm" w="sm" type="none"/>
              <a:tailEnd len="sm" w="sm" type="none"/>
            </a:ln>
          </p:spPr>
          <p:txBody>
            <a:bodyPr anchorCtr="0" anchor="t" bIns="91425" lIns="91425" spcFirstLastPara="1" rIns="91425" wrap="square" tIns="91425">
              <a:noAutofit/>
            </a:bodyPr>
            <a:lstStyle/>
            <a:p>
              <a:pPr indent="0" lvl="0" marL="0" rtl="0" algn="l">
                <a:spcBef>
                  <a:spcPts val="0"/>
                </a:spcBef>
                <a:spcAft>
                  <a:spcPts val="0"/>
                </a:spcAft>
                <a:buNone/>
              </a:pPr>
              <a:r>
                <a:t/>
              </a:r>
              <a:endParaRPr sz="700"/>
            </a:p>
            <a:p>
              <a:pPr indent="0" lvl="0" marL="0" rtl="0" algn="l">
                <a:spcBef>
                  <a:spcPts val="0"/>
                </a:spcBef>
                <a:spcAft>
                  <a:spcPts val="0"/>
                </a:spcAft>
                <a:buNone/>
              </a:pPr>
              <a:r>
                <a:t/>
              </a:r>
              <a:endParaRPr sz="700"/>
            </a:p>
            <a:p>
              <a:pPr indent="0" lvl="0" marL="0" rtl="0" algn="l">
                <a:spcBef>
                  <a:spcPts val="0"/>
                </a:spcBef>
                <a:spcAft>
                  <a:spcPts val="0"/>
                </a:spcAft>
                <a:buNone/>
              </a:pPr>
              <a:r>
                <a:rPr lang="es-419" sz="700"/>
                <a:t>&lt;...&gt;</a:t>
              </a:r>
              <a:endParaRPr sz="700"/>
            </a:p>
            <a:p>
              <a:pPr indent="0" lvl="0" marL="0" rtl="0" algn="l">
                <a:spcBef>
                  <a:spcPts val="0"/>
                </a:spcBef>
                <a:spcAft>
                  <a:spcPts val="0"/>
                </a:spcAft>
                <a:buNone/>
              </a:pPr>
              <a:r>
                <a:rPr lang="es-419" sz="700">
                  <a:solidFill>
                    <a:schemeClr val="dk1"/>
                  </a:solidFill>
                </a:rPr>
                <a:t>&lt;...&gt;</a:t>
              </a:r>
              <a:endParaRPr sz="700">
                <a:solidFill>
                  <a:schemeClr val="dk1"/>
                </a:solidFill>
              </a:endParaRPr>
            </a:p>
            <a:p>
              <a:pPr indent="0" lvl="0" marL="0" rtl="0" algn="l">
                <a:spcBef>
                  <a:spcPts val="0"/>
                </a:spcBef>
                <a:spcAft>
                  <a:spcPts val="0"/>
                </a:spcAft>
                <a:buNone/>
              </a:pPr>
              <a:r>
                <a:rPr lang="es-419" sz="700">
                  <a:solidFill>
                    <a:schemeClr val="dk1"/>
                  </a:solidFill>
                </a:rPr>
                <a:t>&lt;...&gt;</a:t>
              </a:r>
              <a:endParaRPr sz="700">
                <a:solidFill>
                  <a:schemeClr val="dk1"/>
                </a:solidFill>
              </a:endParaRPr>
            </a:p>
            <a:p>
              <a:pPr indent="0" lvl="0" marL="0" rtl="0" algn="l">
                <a:spcBef>
                  <a:spcPts val="0"/>
                </a:spcBef>
                <a:spcAft>
                  <a:spcPts val="0"/>
                </a:spcAft>
                <a:buNone/>
              </a:pPr>
              <a:r>
                <a:rPr lang="es-419" sz="700">
                  <a:solidFill>
                    <a:schemeClr val="dk1"/>
                  </a:solidFill>
                </a:rPr>
                <a:t>&lt;...&gt;</a:t>
              </a:r>
              <a:endParaRPr sz="700">
                <a:solidFill>
                  <a:schemeClr val="dk1"/>
                </a:solidFill>
              </a:endParaRPr>
            </a:p>
            <a:p>
              <a:pPr indent="0" lvl="0" marL="0" rtl="0" algn="l">
                <a:spcBef>
                  <a:spcPts val="0"/>
                </a:spcBef>
                <a:spcAft>
                  <a:spcPts val="0"/>
                </a:spcAft>
                <a:buNone/>
              </a:pPr>
              <a:r>
                <a:rPr lang="es-419" sz="700">
                  <a:solidFill>
                    <a:schemeClr val="dk1"/>
                  </a:solidFill>
                </a:rPr>
                <a:t>&lt;...&gt;</a:t>
              </a:r>
              <a:endParaRPr sz="700">
                <a:solidFill>
                  <a:schemeClr val="dk1"/>
                </a:solidFill>
              </a:endParaRPr>
            </a:p>
          </p:txBody>
        </p:sp>
        <p:sp>
          <p:nvSpPr>
            <p:cNvPr id="12331" name="Google Shape;12331;p212"/>
            <p:cNvSpPr/>
            <p:nvPr/>
          </p:nvSpPr>
          <p:spPr>
            <a:xfrm>
              <a:off x="1395625" y="1381825"/>
              <a:ext cx="1229700" cy="265800"/>
            </a:xfrm>
            <a:prstGeom prst="roundRect">
              <a:avLst>
                <a:gd fmla="val 23119" name="adj"/>
              </a:avLst>
            </a:prstGeom>
            <a:solidFill>
              <a:srgbClr val="FFF9DA"/>
            </a:solidFill>
            <a:ln cap="flat" cmpd="sng" w="9525">
              <a:solidFill>
                <a:srgbClr val="990033"/>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s-419" sz="800"/>
                <a:t>&lt;...&gt;</a:t>
              </a:r>
              <a:endParaRPr sz="800"/>
            </a:p>
          </p:txBody>
        </p:sp>
      </p:grpSp>
      <p:grpSp>
        <p:nvGrpSpPr>
          <p:cNvPr id="12332" name="Google Shape;12332;p212"/>
          <p:cNvGrpSpPr/>
          <p:nvPr/>
        </p:nvGrpSpPr>
        <p:grpSpPr>
          <a:xfrm>
            <a:off x="593169" y="3762498"/>
            <a:ext cx="622490" cy="590192"/>
            <a:chOff x="-1244040" y="3574298"/>
            <a:chExt cx="622490" cy="590192"/>
          </a:xfrm>
        </p:grpSpPr>
        <p:cxnSp>
          <p:nvCxnSpPr>
            <p:cNvPr id="12333" name="Google Shape;12333;p212"/>
            <p:cNvCxnSpPr/>
            <p:nvPr/>
          </p:nvCxnSpPr>
          <p:spPr>
            <a:xfrm flipH="1">
              <a:off x="-1226350" y="3715675"/>
              <a:ext cx="604800" cy="301200"/>
            </a:xfrm>
            <a:prstGeom prst="bentConnector3">
              <a:avLst>
                <a:gd fmla="val 50000" name="adj1"/>
              </a:avLst>
            </a:prstGeom>
            <a:noFill/>
            <a:ln cap="flat" cmpd="sng" w="9525">
              <a:solidFill>
                <a:srgbClr val="000000"/>
              </a:solidFill>
              <a:prstDash val="solid"/>
              <a:round/>
              <a:headEnd len="med" w="med" type="none"/>
              <a:tailEnd len="med" w="med" type="diamond"/>
            </a:ln>
          </p:spPr>
        </p:cxnSp>
        <p:sp>
          <p:nvSpPr>
            <p:cNvPr id="12334" name="Google Shape;12334;p212"/>
            <p:cNvSpPr txBox="1"/>
            <p:nvPr/>
          </p:nvSpPr>
          <p:spPr>
            <a:xfrm>
              <a:off x="-1244040" y="4040591"/>
              <a:ext cx="386100" cy="123900"/>
            </a:xfrm>
            <a:prstGeom prst="rect">
              <a:avLst/>
            </a:prstGeom>
            <a:noFill/>
            <a:ln>
              <a:noFill/>
            </a:ln>
          </p:spPr>
          <p:txBody>
            <a:bodyPr anchorCtr="0" anchor="t" bIns="0" lIns="0" spcFirstLastPara="1" rIns="0" wrap="square" tIns="0">
              <a:noAutofit/>
            </a:bodyPr>
            <a:lstStyle/>
            <a:p>
              <a:pPr indent="0" lvl="0" marL="0" rtl="0" algn="l">
                <a:spcBef>
                  <a:spcPts val="0"/>
                </a:spcBef>
                <a:spcAft>
                  <a:spcPts val="0"/>
                </a:spcAft>
                <a:buNone/>
              </a:pPr>
              <a:r>
                <a:rPr lang="es-419" sz="700"/>
                <a:t>&lt;...&gt;</a:t>
              </a:r>
              <a:endParaRPr sz="700"/>
            </a:p>
          </p:txBody>
        </p:sp>
        <p:sp>
          <p:nvSpPr>
            <p:cNvPr id="12335" name="Google Shape;12335;p212"/>
            <p:cNvSpPr txBox="1"/>
            <p:nvPr/>
          </p:nvSpPr>
          <p:spPr>
            <a:xfrm>
              <a:off x="-1013062" y="3574298"/>
              <a:ext cx="386100" cy="123900"/>
            </a:xfrm>
            <a:prstGeom prst="rect">
              <a:avLst/>
            </a:prstGeom>
            <a:noFill/>
            <a:ln>
              <a:noFill/>
            </a:ln>
          </p:spPr>
          <p:txBody>
            <a:bodyPr anchorCtr="0" anchor="t" bIns="0" lIns="0" spcFirstLastPara="1" rIns="0" wrap="square" tIns="0">
              <a:noAutofit/>
            </a:bodyPr>
            <a:lstStyle/>
            <a:p>
              <a:pPr indent="0" lvl="0" marL="0" rtl="0" algn="r">
                <a:spcBef>
                  <a:spcPts val="0"/>
                </a:spcBef>
                <a:spcAft>
                  <a:spcPts val="0"/>
                </a:spcAft>
                <a:buNone/>
              </a:pPr>
              <a:r>
                <a:rPr lang="es-419" sz="700"/>
                <a:t>&lt;...&gt;</a:t>
              </a:r>
              <a:endParaRPr sz="700"/>
            </a:p>
          </p:txBody>
        </p:sp>
      </p:grpSp>
      <p:grpSp>
        <p:nvGrpSpPr>
          <p:cNvPr id="12336" name="Google Shape;12336;p212"/>
          <p:cNvGrpSpPr/>
          <p:nvPr/>
        </p:nvGrpSpPr>
        <p:grpSpPr>
          <a:xfrm>
            <a:off x="593169" y="2775712"/>
            <a:ext cx="622490" cy="586379"/>
            <a:chOff x="-1244040" y="2892312"/>
            <a:chExt cx="622490" cy="586379"/>
          </a:xfrm>
        </p:grpSpPr>
        <p:cxnSp>
          <p:nvCxnSpPr>
            <p:cNvPr id="12337" name="Google Shape;12337;p212"/>
            <p:cNvCxnSpPr/>
            <p:nvPr/>
          </p:nvCxnSpPr>
          <p:spPr>
            <a:xfrm flipH="1">
              <a:off x="-1226350" y="3029875"/>
              <a:ext cx="604800" cy="301200"/>
            </a:xfrm>
            <a:prstGeom prst="bentConnector3">
              <a:avLst>
                <a:gd fmla="val 50000" name="adj1"/>
              </a:avLst>
            </a:prstGeom>
            <a:noFill/>
            <a:ln cap="flat" cmpd="sng" w="9525">
              <a:solidFill>
                <a:srgbClr val="000000"/>
              </a:solidFill>
              <a:prstDash val="solid"/>
              <a:round/>
              <a:headEnd len="med" w="med" type="none"/>
              <a:tailEnd len="med" w="med" type="triangle"/>
            </a:ln>
          </p:spPr>
        </p:cxnSp>
        <p:sp>
          <p:nvSpPr>
            <p:cNvPr id="12338" name="Google Shape;12338;p212"/>
            <p:cNvSpPr txBox="1"/>
            <p:nvPr/>
          </p:nvSpPr>
          <p:spPr>
            <a:xfrm>
              <a:off x="-1244040" y="3354791"/>
              <a:ext cx="386100" cy="123900"/>
            </a:xfrm>
            <a:prstGeom prst="rect">
              <a:avLst/>
            </a:prstGeom>
            <a:noFill/>
            <a:ln>
              <a:noFill/>
            </a:ln>
          </p:spPr>
          <p:txBody>
            <a:bodyPr anchorCtr="0" anchor="t" bIns="0" lIns="0" spcFirstLastPara="1" rIns="0" wrap="square" tIns="0">
              <a:noAutofit/>
            </a:bodyPr>
            <a:lstStyle/>
            <a:p>
              <a:pPr indent="0" lvl="0" marL="0" rtl="0" algn="l">
                <a:spcBef>
                  <a:spcPts val="0"/>
                </a:spcBef>
                <a:spcAft>
                  <a:spcPts val="0"/>
                </a:spcAft>
                <a:buNone/>
              </a:pPr>
              <a:r>
                <a:rPr lang="es-419" sz="700"/>
                <a:t>&lt;...&gt;</a:t>
              </a:r>
              <a:endParaRPr sz="700"/>
            </a:p>
          </p:txBody>
        </p:sp>
        <p:sp>
          <p:nvSpPr>
            <p:cNvPr id="12339" name="Google Shape;12339;p212"/>
            <p:cNvSpPr txBox="1"/>
            <p:nvPr/>
          </p:nvSpPr>
          <p:spPr>
            <a:xfrm>
              <a:off x="-1013062" y="2892312"/>
              <a:ext cx="386100" cy="123900"/>
            </a:xfrm>
            <a:prstGeom prst="rect">
              <a:avLst/>
            </a:prstGeom>
            <a:noFill/>
            <a:ln>
              <a:noFill/>
            </a:ln>
          </p:spPr>
          <p:txBody>
            <a:bodyPr anchorCtr="0" anchor="t" bIns="0" lIns="0" spcFirstLastPara="1" rIns="0" wrap="square" tIns="0">
              <a:noAutofit/>
            </a:bodyPr>
            <a:lstStyle/>
            <a:p>
              <a:pPr indent="0" lvl="0" marL="0" rtl="0" algn="r">
                <a:spcBef>
                  <a:spcPts val="0"/>
                </a:spcBef>
                <a:spcAft>
                  <a:spcPts val="0"/>
                </a:spcAft>
                <a:buNone/>
              </a:pPr>
              <a:r>
                <a:rPr lang="es-419" sz="700"/>
                <a:t>&lt;...&gt;</a:t>
              </a:r>
              <a:endParaRPr sz="700"/>
            </a:p>
          </p:txBody>
        </p:sp>
      </p:grpSp>
      <p:grpSp>
        <p:nvGrpSpPr>
          <p:cNvPr id="12340" name="Google Shape;12340;p212"/>
          <p:cNvGrpSpPr/>
          <p:nvPr/>
        </p:nvGrpSpPr>
        <p:grpSpPr>
          <a:xfrm>
            <a:off x="593169" y="4753098"/>
            <a:ext cx="622490" cy="590192"/>
            <a:chOff x="-1244040" y="3574298"/>
            <a:chExt cx="622490" cy="590192"/>
          </a:xfrm>
        </p:grpSpPr>
        <p:cxnSp>
          <p:nvCxnSpPr>
            <p:cNvPr id="12341" name="Google Shape;12341;p212"/>
            <p:cNvCxnSpPr/>
            <p:nvPr/>
          </p:nvCxnSpPr>
          <p:spPr>
            <a:xfrm flipH="1">
              <a:off x="-1226350" y="3715675"/>
              <a:ext cx="604800" cy="301200"/>
            </a:xfrm>
            <a:prstGeom prst="bentConnector3">
              <a:avLst>
                <a:gd fmla="val 50000" name="adj1"/>
              </a:avLst>
            </a:prstGeom>
            <a:noFill/>
            <a:ln cap="flat" cmpd="sng" w="9525">
              <a:solidFill>
                <a:srgbClr val="000000"/>
              </a:solidFill>
              <a:prstDash val="solid"/>
              <a:round/>
              <a:headEnd len="med" w="med" type="none"/>
              <a:tailEnd len="med" w="med" type="none"/>
            </a:ln>
          </p:spPr>
        </p:cxnSp>
        <p:sp>
          <p:nvSpPr>
            <p:cNvPr id="12342" name="Google Shape;12342;p212"/>
            <p:cNvSpPr txBox="1"/>
            <p:nvPr/>
          </p:nvSpPr>
          <p:spPr>
            <a:xfrm>
              <a:off x="-1244040" y="4040591"/>
              <a:ext cx="386100" cy="123900"/>
            </a:xfrm>
            <a:prstGeom prst="rect">
              <a:avLst/>
            </a:prstGeom>
            <a:noFill/>
            <a:ln>
              <a:noFill/>
            </a:ln>
          </p:spPr>
          <p:txBody>
            <a:bodyPr anchorCtr="0" anchor="t" bIns="0" lIns="0" spcFirstLastPara="1" rIns="0" wrap="square" tIns="0">
              <a:noAutofit/>
            </a:bodyPr>
            <a:lstStyle/>
            <a:p>
              <a:pPr indent="0" lvl="0" marL="0" rtl="0" algn="l">
                <a:spcBef>
                  <a:spcPts val="0"/>
                </a:spcBef>
                <a:spcAft>
                  <a:spcPts val="0"/>
                </a:spcAft>
                <a:buNone/>
              </a:pPr>
              <a:r>
                <a:rPr lang="es-419" sz="700"/>
                <a:t>&lt;...&gt;</a:t>
              </a:r>
              <a:endParaRPr sz="700"/>
            </a:p>
          </p:txBody>
        </p:sp>
        <p:sp>
          <p:nvSpPr>
            <p:cNvPr id="12343" name="Google Shape;12343;p212"/>
            <p:cNvSpPr txBox="1"/>
            <p:nvPr/>
          </p:nvSpPr>
          <p:spPr>
            <a:xfrm>
              <a:off x="-1013062" y="3574298"/>
              <a:ext cx="386100" cy="123900"/>
            </a:xfrm>
            <a:prstGeom prst="rect">
              <a:avLst/>
            </a:prstGeom>
            <a:noFill/>
            <a:ln>
              <a:noFill/>
            </a:ln>
          </p:spPr>
          <p:txBody>
            <a:bodyPr anchorCtr="0" anchor="t" bIns="0" lIns="0" spcFirstLastPara="1" rIns="0" wrap="square" tIns="0">
              <a:noAutofit/>
            </a:bodyPr>
            <a:lstStyle/>
            <a:p>
              <a:pPr indent="0" lvl="0" marL="0" rtl="0" algn="r">
                <a:spcBef>
                  <a:spcPts val="0"/>
                </a:spcBef>
                <a:spcAft>
                  <a:spcPts val="0"/>
                </a:spcAft>
                <a:buNone/>
              </a:pPr>
              <a:r>
                <a:rPr lang="es-419" sz="700"/>
                <a:t>&lt;...&gt;</a:t>
              </a:r>
              <a:endParaRPr sz="700"/>
            </a:p>
          </p:txBody>
        </p:sp>
      </p:grpSp>
      <p:cxnSp>
        <p:nvCxnSpPr>
          <p:cNvPr id="12344" name="Google Shape;12344;p212"/>
          <p:cNvCxnSpPr/>
          <p:nvPr/>
        </p:nvCxnSpPr>
        <p:spPr>
          <a:xfrm>
            <a:off x="1826987" y="87450"/>
            <a:ext cx="0" cy="6665100"/>
          </a:xfrm>
          <a:prstGeom prst="straightConnector1">
            <a:avLst/>
          </a:prstGeom>
          <a:noFill/>
          <a:ln cap="flat" cmpd="sng" w="28575">
            <a:solidFill>
              <a:srgbClr val="B7B7B7"/>
            </a:solidFill>
            <a:prstDash val="dash"/>
            <a:round/>
            <a:headEnd len="med" w="med" type="none"/>
            <a:tailEnd len="med" w="med" type="none"/>
          </a:ln>
        </p:spPr>
      </p:cxnSp>
    </p:spTree>
  </p:cSld>
  <p:clrMapOvr>
    <a:masterClrMapping/>
  </p:clrMapOvr>
</p:sldLayout>
</file>

<file path=ppt/slideLayouts/slideLayout20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Paleta 2 1">
  <p:cSld name="TITLE_3_5_1">
    <p:spTree>
      <p:nvGrpSpPr>
        <p:cNvPr id="12345" name="Shape 12345"/>
        <p:cNvGrpSpPr/>
        <p:nvPr/>
      </p:nvGrpSpPr>
      <p:grpSpPr>
        <a:xfrm>
          <a:off x="0" y="0"/>
          <a:ext cx="0" cy="0"/>
          <a:chOff x="0" y="0"/>
          <a:chExt cx="0" cy="0"/>
        </a:xfrm>
      </p:grpSpPr>
      <p:sp>
        <p:nvSpPr>
          <p:cNvPr id="12346" name="Google Shape;12346;p213"/>
          <p:cNvSpPr txBox="1"/>
          <p:nvPr/>
        </p:nvSpPr>
        <p:spPr>
          <a:xfrm>
            <a:off x="-5257800" y="838200"/>
            <a:ext cx="4648200" cy="6248400"/>
          </a:xfrm>
          <a:prstGeom prst="rect">
            <a:avLst/>
          </a:prstGeom>
          <a:solidFill>
            <a:srgbClr val="FFFFFF"/>
          </a:solidFill>
          <a:ln cap="flat" cmpd="sng" w="9525">
            <a:solidFill>
              <a:srgbClr val="00B0F0"/>
            </a:solidFill>
            <a:prstDash val="solid"/>
            <a:round/>
            <a:headEnd len="sm" w="sm" type="none"/>
            <a:tailEnd len="sm" w="sm" type="none"/>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A6A6A6"/>
              </a:buClr>
              <a:buSzPts val="1700"/>
              <a:buFont typeface="Tahoma"/>
              <a:buNone/>
            </a:pPr>
            <a:r>
              <a:rPr b="1" i="0" lang="es-419" sz="1700" u="none">
                <a:solidFill>
                  <a:srgbClr val="A6A6A6"/>
                </a:solidFill>
                <a:latin typeface="Tahoma"/>
                <a:ea typeface="Tahoma"/>
                <a:cs typeface="Tahoma"/>
                <a:sym typeface="Tahoma"/>
              </a:rPr>
              <a:t>                                                           Fichas</a:t>
            </a:r>
            <a:endParaRPr/>
          </a:p>
          <a:p>
            <a:pPr indent="0" lvl="0" marL="0" marR="0" rtl="0" algn="r">
              <a:lnSpc>
                <a:spcPct val="100000"/>
              </a:lnSpc>
              <a:spcBef>
                <a:spcPts val="0"/>
              </a:spcBef>
              <a:spcAft>
                <a:spcPts val="0"/>
              </a:spcAft>
              <a:buClr>
                <a:srgbClr val="A6A6A6"/>
              </a:buClr>
              <a:buSzPts val="1700"/>
              <a:buFont typeface="Tahoma"/>
              <a:buNone/>
            </a:pPr>
            <a:r>
              <a:rPr b="1" i="0" lang="es-419" sz="1700" u="none">
                <a:solidFill>
                  <a:srgbClr val="A6A6A6"/>
                </a:solidFill>
                <a:latin typeface="Tahoma"/>
                <a:ea typeface="Tahoma"/>
                <a:cs typeface="Tahoma"/>
                <a:sym typeface="Tahoma"/>
              </a:rPr>
              <a:t>Worker</a:t>
            </a:r>
            <a:endParaRPr/>
          </a:p>
        </p:txBody>
      </p:sp>
      <p:sp>
        <p:nvSpPr>
          <p:cNvPr id="12347" name="Google Shape;12347;p213"/>
          <p:cNvSpPr txBox="1"/>
          <p:nvPr/>
        </p:nvSpPr>
        <p:spPr>
          <a:xfrm>
            <a:off x="10283825" y="838200"/>
            <a:ext cx="4319700" cy="6248400"/>
          </a:xfrm>
          <a:prstGeom prst="rect">
            <a:avLst/>
          </a:prstGeom>
          <a:solidFill>
            <a:srgbClr val="FFFFFF"/>
          </a:solidFill>
          <a:ln cap="flat" cmpd="sng" w="9525">
            <a:solidFill>
              <a:srgbClr val="00B0F0"/>
            </a:solidFill>
            <a:prstDash val="solid"/>
            <a:round/>
            <a:headEnd len="sm" w="sm" type="none"/>
            <a:tailEnd len="sm" w="sm" type="none"/>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A6A6A6"/>
              </a:buClr>
              <a:buSzPts val="1800"/>
              <a:buFont typeface="Tahoma"/>
              <a:buNone/>
            </a:pPr>
            <a:r>
              <a:rPr b="1" i="0" lang="es-419" sz="1800" u="none">
                <a:solidFill>
                  <a:srgbClr val="A6A6A6"/>
                </a:solidFill>
                <a:latin typeface="Tahoma"/>
                <a:ea typeface="Tahoma"/>
                <a:cs typeface="Tahoma"/>
                <a:sym typeface="Tahoma"/>
              </a:rPr>
              <a:t>  </a:t>
            </a:r>
            <a:r>
              <a:rPr b="1" i="0" lang="es-419" sz="1700" u="none">
                <a:solidFill>
                  <a:srgbClr val="A6A6A6"/>
                </a:solidFill>
                <a:latin typeface="Tahoma"/>
                <a:ea typeface="Tahoma"/>
                <a:cs typeface="Tahoma"/>
                <a:sym typeface="Tahoma"/>
              </a:rPr>
              <a:t>Fichas</a:t>
            </a:r>
            <a:endParaRPr/>
          </a:p>
          <a:p>
            <a:pPr indent="0" lvl="0" marL="0" marR="0" rtl="0" algn="l">
              <a:lnSpc>
                <a:spcPct val="100000"/>
              </a:lnSpc>
              <a:spcBef>
                <a:spcPts val="0"/>
              </a:spcBef>
              <a:spcAft>
                <a:spcPts val="0"/>
              </a:spcAft>
              <a:buClr>
                <a:srgbClr val="A6A6A6"/>
              </a:buClr>
              <a:buSzPts val="1700"/>
              <a:buFont typeface="Tahoma"/>
              <a:buNone/>
            </a:pPr>
            <a:r>
              <a:rPr b="1" i="0" lang="es-419" sz="1700" u="none">
                <a:solidFill>
                  <a:srgbClr val="A6A6A6"/>
                </a:solidFill>
                <a:latin typeface="Tahoma"/>
                <a:ea typeface="Tahoma"/>
                <a:cs typeface="Tahoma"/>
                <a:sym typeface="Tahoma"/>
              </a:rPr>
              <a:t>Usuarios</a:t>
            </a:r>
            <a:endParaRPr/>
          </a:p>
        </p:txBody>
      </p:sp>
      <p:sp>
        <p:nvSpPr>
          <p:cNvPr id="12348" name="Google Shape;12348;p213"/>
          <p:cNvSpPr txBox="1"/>
          <p:nvPr/>
        </p:nvSpPr>
        <p:spPr>
          <a:xfrm>
            <a:off x="-5257800" y="7199312"/>
            <a:ext cx="7924800" cy="811200"/>
          </a:xfrm>
          <a:prstGeom prst="rect">
            <a:avLst/>
          </a:prstGeom>
          <a:solidFill>
            <a:srgbClr val="FFFFFF"/>
          </a:solidFill>
          <a:ln cap="flat" cmpd="sng" w="9525">
            <a:solidFill>
              <a:srgbClr val="00B0F0"/>
            </a:solidFill>
            <a:prstDash val="solid"/>
            <a:round/>
            <a:headEnd len="sm" w="sm" type="none"/>
            <a:tailEnd len="sm" w="sm" type="none"/>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A6A6A6"/>
              </a:buClr>
              <a:buSzPts val="1700"/>
              <a:buFont typeface="Tahoma"/>
              <a:buNone/>
            </a:pPr>
            <a:r>
              <a:rPr b="1" i="0" lang="es-419" sz="1700" u="none">
                <a:solidFill>
                  <a:srgbClr val="A6A6A6"/>
                </a:solidFill>
                <a:latin typeface="Tahoma"/>
                <a:ea typeface="Tahoma"/>
                <a:cs typeface="Tahoma"/>
                <a:sym typeface="Tahoma"/>
              </a:rPr>
              <a:t>Elementos</a:t>
            </a:r>
            <a:endParaRPr/>
          </a:p>
        </p:txBody>
      </p:sp>
      <p:sp>
        <p:nvSpPr>
          <p:cNvPr id="12349" name="Google Shape;12349;p213"/>
          <p:cNvSpPr txBox="1"/>
          <p:nvPr/>
        </p:nvSpPr>
        <p:spPr>
          <a:xfrm>
            <a:off x="2820976" y="7199300"/>
            <a:ext cx="11782500" cy="811200"/>
          </a:xfrm>
          <a:prstGeom prst="rect">
            <a:avLst/>
          </a:prstGeom>
          <a:solidFill>
            <a:srgbClr val="FFFFFF"/>
          </a:solidFill>
          <a:ln cap="flat" cmpd="sng" w="9525">
            <a:solidFill>
              <a:srgbClr val="00B0F0"/>
            </a:solidFill>
            <a:prstDash val="solid"/>
            <a:round/>
            <a:headEnd len="sm" w="sm" type="none"/>
            <a:tailEnd len="sm" w="sm" type="none"/>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A6A6A6"/>
              </a:buClr>
              <a:buSzPts val="1700"/>
              <a:buFont typeface="Tahoma"/>
              <a:buNone/>
            </a:pPr>
            <a:r>
              <a:rPr b="1" i="0" lang="es-419" sz="1700" u="none">
                <a:solidFill>
                  <a:srgbClr val="A6A6A6"/>
                </a:solidFill>
                <a:latin typeface="Tahoma"/>
                <a:ea typeface="Tahoma"/>
                <a:cs typeface="Tahoma"/>
                <a:sym typeface="Tahoma"/>
              </a:rPr>
              <a:t>Comunicación</a:t>
            </a:r>
            <a:endParaRPr/>
          </a:p>
        </p:txBody>
      </p:sp>
      <p:pic>
        <p:nvPicPr>
          <p:cNvPr id="12350" name="Google Shape;12350;p213"/>
          <p:cNvPicPr preferRelativeResize="0"/>
          <p:nvPr/>
        </p:nvPicPr>
        <p:blipFill rotWithShape="1">
          <a:blip r:embed="rId2">
            <a:alphaModFix/>
          </a:blip>
          <a:srcRect b="0" l="0" r="0" t="0"/>
          <a:stretch/>
        </p:blipFill>
        <p:spPr>
          <a:xfrm>
            <a:off x="12744537" y="2342855"/>
            <a:ext cx="242721" cy="644138"/>
          </a:xfrm>
          <a:prstGeom prst="rect">
            <a:avLst/>
          </a:prstGeom>
          <a:noFill/>
          <a:ln>
            <a:noFill/>
          </a:ln>
        </p:spPr>
      </p:pic>
      <p:pic>
        <p:nvPicPr>
          <p:cNvPr id="12351" name="Google Shape;12351;p213"/>
          <p:cNvPicPr preferRelativeResize="0"/>
          <p:nvPr/>
        </p:nvPicPr>
        <p:blipFill rotWithShape="1">
          <a:blip r:embed="rId3">
            <a:alphaModFix/>
          </a:blip>
          <a:srcRect b="0" l="0" r="0" t="0"/>
          <a:stretch/>
        </p:blipFill>
        <p:spPr>
          <a:xfrm>
            <a:off x="13685285" y="2343268"/>
            <a:ext cx="242721" cy="643303"/>
          </a:xfrm>
          <a:prstGeom prst="rect">
            <a:avLst/>
          </a:prstGeom>
          <a:noFill/>
          <a:ln>
            <a:noFill/>
          </a:ln>
        </p:spPr>
      </p:pic>
      <p:pic>
        <p:nvPicPr>
          <p:cNvPr id="12352" name="Google Shape;12352;p213"/>
          <p:cNvPicPr preferRelativeResize="0"/>
          <p:nvPr/>
        </p:nvPicPr>
        <p:blipFill rotWithShape="1">
          <a:blip r:embed="rId4">
            <a:alphaModFix/>
          </a:blip>
          <a:srcRect b="0" l="0" r="0" t="0"/>
          <a:stretch/>
        </p:blipFill>
        <p:spPr>
          <a:xfrm>
            <a:off x="12724898" y="1500601"/>
            <a:ext cx="194343" cy="643303"/>
          </a:xfrm>
          <a:prstGeom prst="rect">
            <a:avLst/>
          </a:prstGeom>
          <a:noFill/>
          <a:ln>
            <a:noFill/>
          </a:ln>
        </p:spPr>
      </p:pic>
      <p:pic>
        <p:nvPicPr>
          <p:cNvPr id="12353" name="Google Shape;12353;p213"/>
          <p:cNvPicPr preferRelativeResize="0"/>
          <p:nvPr/>
        </p:nvPicPr>
        <p:blipFill rotWithShape="1">
          <a:blip r:embed="rId5">
            <a:alphaModFix/>
          </a:blip>
          <a:srcRect b="0" l="0" r="0" t="0"/>
          <a:stretch/>
        </p:blipFill>
        <p:spPr>
          <a:xfrm>
            <a:off x="13269668" y="2359148"/>
            <a:ext cx="227707" cy="644136"/>
          </a:xfrm>
          <a:prstGeom prst="rect">
            <a:avLst/>
          </a:prstGeom>
          <a:noFill/>
          <a:ln>
            <a:noFill/>
          </a:ln>
        </p:spPr>
      </p:pic>
      <p:pic>
        <p:nvPicPr>
          <p:cNvPr id="12354" name="Google Shape;12354;p213"/>
          <p:cNvPicPr preferRelativeResize="0"/>
          <p:nvPr/>
        </p:nvPicPr>
        <p:blipFill rotWithShape="1">
          <a:blip r:embed="rId6">
            <a:alphaModFix/>
          </a:blip>
          <a:srcRect b="0" l="0" r="0" t="0"/>
          <a:stretch/>
        </p:blipFill>
        <p:spPr>
          <a:xfrm>
            <a:off x="13722849" y="1529896"/>
            <a:ext cx="309448" cy="643302"/>
          </a:xfrm>
          <a:prstGeom prst="rect">
            <a:avLst/>
          </a:prstGeom>
          <a:noFill/>
          <a:ln>
            <a:noFill/>
          </a:ln>
        </p:spPr>
      </p:pic>
      <p:pic>
        <p:nvPicPr>
          <p:cNvPr id="12355" name="Google Shape;12355;p213"/>
          <p:cNvPicPr preferRelativeResize="0"/>
          <p:nvPr/>
        </p:nvPicPr>
        <p:blipFill rotWithShape="1">
          <a:blip r:embed="rId7">
            <a:alphaModFix/>
          </a:blip>
          <a:srcRect b="0" l="0" r="0" t="0"/>
          <a:stretch/>
        </p:blipFill>
        <p:spPr>
          <a:xfrm>
            <a:off x="13290283" y="1463864"/>
            <a:ext cx="313619" cy="700876"/>
          </a:xfrm>
          <a:prstGeom prst="rect">
            <a:avLst/>
          </a:prstGeom>
          <a:noFill/>
          <a:ln>
            <a:noFill/>
          </a:ln>
        </p:spPr>
      </p:pic>
      <p:pic>
        <p:nvPicPr>
          <p:cNvPr id="12356" name="Google Shape;12356;p213"/>
          <p:cNvPicPr preferRelativeResize="0"/>
          <p:nvPr/>
        </p:nvPicPr>
        <p:blipFill rotWithShape="1">
          <a:blip r:embed="rId8">
            <a:alphaModFix/>
          </a:blip>
          <a:srcRect b="0" l="0" r="0" t="0"/>
          <a:stretch/>
        </p:blipFill>
        <p:spPr>
          <a:xfrm>
            <a:off x="12621058" y="3154802"/>
            <a:ext cx="402033" cy="680849"/>
          </a:xfrm>
          <a:prstGeom prst="rect">
            <a:avLst/>
          </a:prstGeom>
          <a:noFill/>
          <a:ln>
            <a:noFill/>
          </a:ln>
        </p:spPr>
      </p:pic>
      <p:pic>
        <p:nvPicPr>
          <p:cNvPr id="12357" name="Google Shape;12357;p213"/>
          <p:cNvPicPr preferRelativeResize="0"/>
          <p:nvPr/>
        </p:nvPicPr>
        <p:blipFill rotWithShape="1">
          <a:blip r:embed="rId9">
            <a:alphaModFix/>
          </a:blip>
          <a:srcRect b="0" l="0" r="0" t="0"/>
          <a:stretch/>
        </p:blipFill>
        <p:spPr>
          <a:xfrm>
            <a:off x="12624861" y="3944294"/>
            <a:ext cx="482105" cy="661660"/>
          </a:xfrm>
          <a:prstGeom prst="rect">
            <a:avLst/>
          </a:prstGeom>
          <a:noFill/>
          <a:ln>
            <a:noFill/>
          </a:ln>
        </p:spPr>
      </p:pic>
      <p:pic>
        <p:nvPicPr>
          <p:cNvPr id="12358" name="Google Shape;12358;p213"/>
          <p:cNvPicPr preferRelativeResize="0"/>
          <p:nvPr/>
        </p:nvPicPr>
        <p:blipFill rotWithShape="1">
          <a:blip r:embed="rId10">
            <a:alphaModFix/>
          </a:blip>
          <a:srcRect b="0" l="0" r="0" t="0"/>
          <a:stretch/>
        </p:blipFill>
        <p:spPr>
          <a:xfrm>
            <a:off x="13253283" y="3127619"/>
            <a:ext cx="200183" cy="643302"/>
          </a:xfrm>
          <a:prstGeom prst="rect">
            <a:avLst/>
          </a:prstGeom>
          <a:noFill/>
          <a:ln>
            <a:noFill/>
          </a:ln>
        </p:spPr>
      </p:pic>
      <p:pic>
        <p:nvPicPr>
          <p:cNvPr id="12359" name="Google Shape;12359;p213"/>
          <p:cNvPicPr preferRelativeResize="0"/>
          <p:nvPr/>
        </p:nvPicPr>
        <p:blipFill rotWithShape="1">
          <a:blip r:embed="rId11">
            <a:alphaModFix/>
          </a:blip>
          <a:srcRect b="0" l="0" r="0" t="0"/>
          <a:stretch/>
        </p:blipFill>
        <p:spPr>
          <a:xfrm>
            <a:off x="-5155031" y="7503888"/>
            <a:ext cx="221859" cy="202015"/>
          </a:xfrm>
          <a:prstGeom prst="rect">
            <a:avLst/>
          </a:prstGeom>
          <a:noFill/>
          <a:ln>
            <a:noFill/>
          </a:ln>
        </p:spPr>
      </p:pic>
      <p:pic>
        <p:nvPicPr>
          <p:cNvPr id="12360" name="Google Shape;12360;p213"/>
          <p:cNvPicPr preferRelativeResize="0"/>
          <p:nvPr/>
        </p:nvPicPr>
        <p:blipFill rotWithShape="1">
          <a:blip r:embed="rId12">
            <a:alphaModFix/>
          </a:blip>
          <a:srcRect b="0" l="0" r="0" t="0"/>
          <a:stretch/>
        </p:blipFill>
        <p:spPr>
          <a:xfrm>
            <a:off x="13574045" y="3092685"/>
            <a:ext cx="341144" cy="662493"/>
          </a:xfrm>
          <a:prstGeom prst="rect">
            <a:avLst/>
          </a:prstGeom>
          <a:noFill/>
          <a:ln>
            <a:noFill/>
          </a:ln>
        </p:spPr>
      </p:pic>
      <p:pic>
        <p:nvPicPr>
          <p:cNvPr id="12361" name="Google Shape;12361;p213"/>
          <p:cNvPicPr preferRelativeResize="0"/>
          <p:nvPr/>
        </p:nvPicPr>
        <p:blipFill rotWithShape="1">
          <a:blip r:embed="rId13">
            <a:alphaModFix/>
          </a:blip>
          <a:srcRect b="0" l="0" r="0" t="0"/>
          <a:stretch/>
        </p:blipFill>
        <p:spPr>
          <a:xfrm>
            <a:off x="-4879783" y="5443620"/>
            <a:ext cx="1476275" cy="1130237"/>
          </a:xfrm>
          <a:prstGeom prst="rect">
            <a:avLst/>
          </a:prstGeom>
          <a:noFill/>
          <a:ln>
            <a:noFill/>
          </a:ln>
        </p:spPr>
      </p:pic>
      <p:pic>
        <p:nvPicPr>
          <p:cNvPr id="12362" name="Google Shape;12362;p213"/>
          <p:cNvPicPr preferRelativeResize="0"/>
          <p:nvPr/>
        </p:nvPicPr>
        <p:blipFill rotWithShape="1">
          <a:blip r:embed="rId14">
            <a:alphaModFix/>
          </a:blip>
          <a:srcRect b="0" l="0" r="0" t="0"/>
          <a:stretch/>
        </p:blipFill>
        <p:spPr>
          <a:xfrm>
            <a:off x="13238927" y="3895237"/>
            <a:ext cx="228885" cy="644011"/>
          </a:xfrm>
          <a:prstGeom prst="rect">
            <a:avLst/>
          </a:prstGeom>
          <a:noFill/>
          <a:ln>
            <a:noFill/>
          </a:ln>
        </p:spPr>
      </p:pic>
      <p:pic>
        <p:nvPicPr>
          <p:cNvPr id="12363" name="Google Shape;12363;p213"/>
          <p:cNvPicPr preferRelativeResize="0"/>
          <p:nvPr/>
        </p:nvPicPr>
        <p:blipFill rotWithShape="1">
          <a:blip r:embed="rId15">
            <a:alphaModFix/>
          </a:blip>
          <a:srcRect b="0" l="0" r="0" t="0"/>
          <a:stretch/>
        </p:blipFill>
        <p:spPr>
          <a:xfrm>
            <a:off x="-4795587" y="7408056"/>
            <a:ext cx="229994" cy="303581"/>
          </a:xfrm>
          <a:prstGeom prst="rect">
            <a:avLst/>
          </a:prstGeom>
          <a:noFill/>
          <a:ln>
            <a:noFill/>
          </a:ln>
        </p:spPr>
      </p:pic>
      <p:pic>
        <p:nvPicPr>
          <p:cNvPr id="12364" name="Google Shape;12364;p213"/>
          <p:cNvPicPr preferRelativeResize="0"/>
          <p:nvPr/>
        </p:nvPicPr>
        <p:blipFill rotWithShape="1">
          <a:blip r:embed="rId16">
            <a:alphaModFix/>
          </a:blip>
          <a:srcRect b="0" l="0" r="0" t="0"/>
          <a:stretch/>
        </p:blipFill>
        <p:spPr>
          <a:xfrm>
            <a:off x="-4052403" y="7173972"/>
            <a:ext cx="259641" cy="404923"/>
          </a:xfrm>
          <a:prstGeom prst="rect">
            <a:avLst/>
          </a:prstGeom>
          <a:noFill/>
          <a:ln>
            <a:noFill/>
          </a:ln>
        </p:spPr>
      </p:pic>
      <p:pic>
        <p:nvPicPr>
          <p:cNvPr id="12365" name="Google Shape;12365;p213"/>
          <p:cNvPicPr preferRelativeResize="0"/>
          <p:nvPr/>
        </p:nvPicPr>
        <p:blipFill rotWithShape="1">
          <a:blip r:embed="rId17">
            <a:alphaModFix/>
          </a:blip>
          <a:srcRect b="0" l="0" r="0" t="0"/>
          <a:stretch/>
        </p:blipFill>
        <p:spPr>
          <a:xfrm>
            <a:off x="13883458" y="3630078"/>
            <a:ext cx="247261" cy="662387"/>
          </a:xfrm>
          <a:prstGeom prst="rect">
            <a:avLst/>
          </a:prstGeom>
          <a:noFill/>
          <a:ln>
            <a:noFill/>
          </a:ln>
        </p:spPr>
      </p:pic>
      <p:pic>
        <p:nvPicPr>
          <p:cNvPr id="12366" name="Google Shape;12366;p213"/>
          <p:cNvPicPr preferRelativeResize="0"/>
          <p:nvPr/>
        </p:nvPicPr>
        <p:blipFill rotWithShape="1">
          <a:blip r:embed="rId18">
            <a:alphaModFix/>
          </a:blip>
          <a:srcRect b="0" l="0" r="0" t="0"/>
          <a:stretch/>
        </p:blipFill>
        <p:spPr>
          <a:xfrm>
            <a:off x="13589200" y="4184552"/>
            <a:ext cx="356400" cy="673200"/>
          </a:xfrm>
          <a:prstGeom prst="rect">
            <a:avLst/>
          </a:prstGeom>
          <a:noFill/>
          <a:ln>
            <a:noFill/>
          </a:ln>
        </p:spPr>
      </p:pic>
      <p:pic>
        <p:nvPicPr>
          <p:cNvPr id="12367" name="Google Shape;12367;p213"/>
          <p:cNvPicPr preferRelativeResize="0"/>
          <p:nvPr/>
        </p:nvPicPr>
        <p:blipFill rotWithShape="1">
          <a:blip r:embed="rId19">
            <a:alphaModFix/>
          </a:blip>
          <a:srcRect b="0" l="0" r="0" t="0"/>
          <a:stretch/>
        </p:blipFill>
        <p:spPr>
          <a:xfrm>
            <a:off x="2207496" y="7792256"/>
            <a:ext cx="269006" cy="161907"/>
          </a:xfrm>
          <a:prstGeom prst="rect">
            <a:avLst/>
          </a:prstGeom>
          <a:noFill/>
          <a:ln>
            <a:noFill/>
          </a:ln>
        </p:spPr>
      </p:pic>
      <p:pic>
        <p:nvPicPr>
          <p:cNvPr id="12368" name="Google Shape;12368;p213"/>
          <p:cNvPicPr preferRelativeResize="0"/>
          <p:nvPr/>
        </p:nvPicPr>
        <p:blipFill rotWithShape="1">
          <a:blip r:embed="rId20">
            <a:alphaModFix/>
          </a:blip>
          <a:srcRect b="0" l="0" r="0" t="0"/>
          <a:stretch/>
        </p:blipFill>
        <p:spPr>
          <a:xfrm>
            <a:off x="2206766" y="7530804"/>
            <a:ext cx="269717" cy="161194"/>
          </a:xfrm>
          <a:prstGeom prst="rect">
            <a:avLst/>
          </a:prstGeom>
          <a:noFill/>
          <a:ln>
            <a:noFill/>
          </a:ln>
        </p:spPr>
      </p:pic>
      <p:pic>
        <p:nvPicPr>
          <p:cNvPr id="12369" name="Google Shape;12369;p213"/>
          <p:cNvPicPr preferRelativeResize="0"/>
          <p:nvPr/>
        </p:nvPicPr>
        <p:blipFill rotWithShape="1">
          <a:blip r:embed="rId21">
            <a:alphaModFix/>
          </a:blip>
          <a:srcRect b="0" l="0" r="0" t="0"/>
          <a:stretch/>
        </p:blipFill>
        <p:spPr>
          <a:xfrm>
            <a:off x="2179511" y="7268639"/>
            <a:ext cx="182184" cy="161907"/>
          </a:xfrm>
          <a:prstGeom prst="rect">
            <a:avLst/>
          </a:prstGeom>
          <a:noFill/>
          <a:ln>
            <a:noFill/>
          </a:ln>
        </p:spPr>
      </p:pic>
      <p:pic>
        <p:nvPicPr>
          <p:cNvPr id="12370" name="Google Shape;12370;p213"/>
          <p:cNvPicPr preferRelativeResize="0"/>
          <p:nvPr/>
        </p:nvPicPr>
        <p:blipFill rotWithShape="1">
          <a:blip r:embed="rId22">
            <a:alphaModFix/>
          </a:blip>
          <a:srcRect b="0" l="0" r="0" t="0"/>
          <a:stretch/>
        </p:blipFill>
        <p:spPr>
          <a:xfrm>
            <a:off x="2442264" y="7271571"/>
            <a:ext cx="185030" cy="161907"/>
          </a:xfrm>
          <a:prstGeom prst="rect">
            <a:avLst/>
          </a:prstGeom>
          <a:noFill/>
          <a:ln>
            <a:noFill/>
          </a:ln>
        </p:spPr>
      </p:pic>
      <p:pic>
        <p:nvPicPr>
          <p:cNvPr id="12371" name="Google Shape;12371;p213"/>
          <p:cNvPicPr preferRelativeResize="0"/>
          <p:nvPr/>
        </p:nvPicPr>
        <p:blipFill rotWithShape="1">
          <a:blip r:embed="rId23">
            <a:alphaModFix/>
          </a:blip>
          <a:srcRect b="0" l="0" r="0" t="0"/>
          <a:stretch/>
        </p:blipFill>
        <p:spPr>
          <a:xfrm>
            <a:off x="-4899943" y="7792246"/>
            <a:ext cx="182184" cy="161907"/>
          </a:xfrm>
          <a:prstGeom prst="rect">
            <a:avLst/>
          </a:prstGeom>
          <a:noFill/>
          <a:ln>
            <a:noFill/>
          </a:ln>
        </p:spPr>
      </p:pic>
      <p:pic>
        <p:nvPicPr>
          <p:cNvPr id="12372" name="Google Shape;12372;p213"/>
          <p:cNvPicPr preferRelativeResize="0"/>
          <p:nvPr/>
        </p:nvPicPr>
        <p:blipFill rotWithShape="1">
          <a:blip r:embed="rId24">
            <a:alphaModFix/>
          </a:blip>
          <a:srcRect b="0" l="0" r="0" t="0"/>
          <a:stretch/>
        </p:blipFill>
        <p:spPr>
          <a:xfrm>
            <a:off x="-4192846" y="7792251"/>
            <a:ext cx="185030" cy="161907"/>
          </a:xfrm>
          <a:prstGeom prst="rect">
            <a:avLst/>
          </a:prstGeom>
          <a:noFill/>
          <a:ln>
            <a:noFill/>
          </a:ln>
        </p:spPr>
      </p:pic>
      <p:pic>
        <p:nvPicPr>
          <p:cNvPr id="12373" name="Google Shape;12373;p213"/>
          <p:cNvPicPr preferRelativeResize="0"/>
          <p:nvPr/>
        </p:nvPicPr>
        <p:blipFill rotWithShape="1">
          <a:blip r:embed="rId25">
            <a:alphaModFix/>
          </a:blip>
          <a:srcRect b="0" l="0" r="0" t="0"/>
          <a:stretch/>
        </p:blipFill>
        <p:spPr>
          <a:xfrm>
            <a:off x="-3827987" y="7666266"/>
            <a:ext cx="338036" cy="307409"/>
          </a:xfrm>
          <a:prstGeom prst="rect">
            <a:avLst/>
          </a:prstGeom>
          <a:noFill/>
          <a:ln>
            <a:noFill/>
          </a:ln>
        </p:spPr>
      </p:pic>
      <p:pic>
        <p:nvPicPr>
          <p:cNvPr id="12374" name="Google Shape;12374;p213"/>
          <p:cNvPicPr preferRelativeResize="0"/>
          <p:nvPr/>
        </p:nvPicPr>
        <p:blipFill rotWithShape="1">
          <a:blip r:embed="rId26">
            <a:alphaModFix/>
          </a:blip>
          <a:srcRect b="0" l="0" r="0" t="0"/>
          <a:stretch/>
        </p:blipFill>
        <p:spPr>
          <a:xfrm>
            <a:off x="-3350622" y="7739017"/>
            <a:ext cx="184318" cy="161907"/>
          </a:xfrm>
          <a:prstGeom prst="rect">
            <a:avLst/>
          </a:prstGeom>
          <a:noFill/>
          <a:ln>
            <a:noFill/>
          </a:ln>
        </p:spPr>
      </p:pic>
      <p:pic>
        <p:nvPicPr>
          <p:cNvPr id="12375" name="Google Shape;12375;p213"/>
          <p:cNvPicPr preferRelativeResize="0"/>
          <p:nvPr/>
        </p:nvPicPr>
        <p:blipFill rotWithShape="1">
          <a:blip r:embed="rId27">
            <a:alphaModFix/>
          </a:blip>
          <a:srcRect b="0" l="0" r="0" t="0"/>
          <a:stretch/>
        </p:blipFill>
        <p:spPr>
          <a:xfrm>
            <a:off x="-4504406" y="7755430"/>
            <a:ext cx="98208" cy="129097"/>
          </a:xfrm>
          <a:prstGeom prst="rect">
            <a:avLst/>
          </a:prstGeom>
          <a:noFill/>
          <a:ln>
            <a:noFill/>
          </a:ln>
        </p:spPr>
      </p:pic>
      <p:pic>
        <p:nvPicPr>
          <p:cNvPr id="12376" name="Google Shape;12376;p213"/>
          <p:cNvPicPr preferRelativeResize="0"/>
          <p:nvPr/>
        </p:nvPicPr>
        <p:blipFill rotWithShape="1">
          <a:blip r:embed="rId28">
            <a:alphaModFix/>
          </a:blip>
          <a:srcRect b="0" l="0" r="0" t="0"/>
          <a:stretch/>
        </p:blipFill>
        <p:spPr>
          <a:xfrm>
            <a:off x="11586562" y="5793637"/>
            <a:ext cx="540875" cy="548975"/>
          </a:xfrm>
          <a:prstGeom prst="rect">
            <a:avLst/>
          </a:prstGeom>
          <a:noFill/>
          <a:ln>
            <a:noFill/>
          </a:ln>
        </p:spPr>
      </p:pic>
      <p:pic>
        <p:nvPicPr>
          <p:cNvPr id="12377" name="Google Shape;12377;p213"/>
          <p:cNvPicPr preferRelativeResize="0"/>
          <p:nvPr/>
        </p:nvPicPr>
        <p:blipFill rotWithShape="1">
          <a:blip r:embed="rId29">
            <a:alphaModFix/>
          </a:blip>
          <a:srcRect b="0" l="0" r="0" t="0"/>
          <a:stretch/>
        </p:blipFill>
        <p:spPr>
          <a:xfrm>
            <a:off x="12213672" y="5685324"/>
            <a:ext cx="637053" cy="548974"/>
          </a:xfrm>
          <a:prstGeom prst="rect">
            <a:avLst/>
          </a:prstGeom>
          <a:noFill/>
          <a:ln>
            <a:noFill/>
          </a:ln>
        </p:spPr>
      </p:pic>
      <p:pic>
        <p:nvPicPr>
          <p:cNvPr id="12378" name="Google Shape;12378;p213"/>
          <p:cNvPicPr preferRelativeResize="0"/>
          <p:nvPr/>
        </p:nvPicPr>
        <p:blipFill rotWithShape="1">
          <a:blip r:embed="rId30">
            <a:alphaModFix/>
          </a:blip>
          <a:srcRect b="0" l="0" r="0" t="0"/>
          <a:stretch/>
        </p:blipFill>
        <p:spPr>
          <a:xfrm>
            <a:off x="12814667" y="4909970"/>
            <a:ext cx="475941" cy="633431"/>
          </a:xfrm>
          <a:prstGeom prst="rect">
            <a:avLst/>
          </a:prstGeom>
          <a:noFill/>
          <a:ln>
            <a:noFill/>
          </a:ln>
        </p:spPr>
      </p:pic>
      <p:pic>
        <p:nvPicPr>
          <p:cNvPr id="12379" name="Google Shape;12379;p213"/>
          <p:cNvPicPr preferRelativeResize="0"/>
          <p:nvPr/>
        </p:nvPicPr>
        <p:blipFill rotWithShape="1">
          <a:blip r:embed="rId31">
            <a:alphaModFix/>
          </a:blip>
          <a:srcRect b="0" l="0" r="0" t="0"/>
          <a:stretch/>
        </p:blipFill>
        <p:spPr>
          <a:xfrm>
            <a:off x="11518655" y="6390757"/>
            <a:ext cx="551094" cy="591204"/>
          </a:xfrm>
          <a:prstGeom prst="rect">
            <a:avLst/>
          </a:prstGeom>
          <a:noFill/>
          <a:ln>
            <a:noFill/>
          </a:ln>
        </p:spPr>
      </p:pic>
      <p:pic>
        <p:nvPicPr>
          <p:cNvPr id="12380" name="Google Shape;12380;p213"/>
          <p:cNvPicPr preferRelativeResize="0"/>
          <p:nvPr/>
        </p:nvPicPr>
        <p:blipFill rotWithShape="1">
          <a:blip r:embed="rId32">
            <a:alphaModFix/>
          </a:blip>
          <a:srcRect b="0" l="0" r="0" t="0"/>
          <a:stretch/>
        </p:blipFill>
        <p:spPr>
          <a:xfrm>
            <a:off x="12327821" y="6376190"/>
            <a:ext cx="509015" cy="527861"/>
          </a:xfrm>
          <a:prstGeom prst="rect">
            <a:avLst/>
          </a:prstGeom>
          <a:noFill/>
          <a:ln>
            <a:noFill/>
          </a:ln>
        </p:spPr>
      </p:pic>
      <p:pic>
        <p:nvPicPr>
          <p:cNvPr id="12381" name="Google Shape;12381;p213"/>
          <p:cNvPicPr preferRelativeResize="0"/>
          <p:nvPr/>
        </p:nvPicPr>
        <p:blipFill rotWithShape="1">
          <a:blip r:embed="rId33">
            <a:alphaModFix/>
          </a:blip>
          <a:srcRect b="0" l="0" r="0" t="0"/>
          <a:stretch/>
        </p:blipFill>
        <p:spPr>
          <a:xfrm>
            <a:off x="13483510" y="4973316"/>
            <a:ext cx="492608" cy="506746"/>
          </a:xfrm>
          <a:prstGeom prst="rect">
            <a:avLst/>
          </a:prstGeom>
          <a:noFill/>
          <a:ln>
            <a:noFill/>
          </a:ln>
        </p:spPr>
      </p:pic>
      <p:pic>
        <p:nvPicPr>
          <p:cNvPr id="12382" name="Google Shape;12382;p213"/>
          <p:cNvPicPr preferRelativeResize="0"/>
          <p:nvPr/>
        </p:nvPicPr>
        <p:blipFill rotWithShape="1">
          <a:blip r:embed="rId34">
            <a:alphaModFix/>
          </a:blip>
          <a:srcRect b="0" l="0" r="0" t="0"/>
          <a:stretch/>
        </p:blipFill>
        <p:spPr>
          <a:xfrm>
            <a:off x="11613717" y="4972365"/>
            <a:ext cx="336059" cy="696776"/>
          </a:xfrm>
          <a:prstGeom prst="rect">
            <a:avLst/>
          </a:prstGeom>
          <a:noFill/>
          <a:ln>
            <a:noFill/>
          </a:ln>
        </p:spPr>
      </p:pic>
      <p:pic>
        <p:nvPicPr>
          <p:cNvPr id="12383" name="Google Shape;12383;p213"/>
          <p:cNvPicPr preferRelativeResize="0"/>
          <p:nvPr/>
        </p:nvPicPr>
        <p:blipFill rotWithShape="1">
          <a:blip r:embed="rId35">
            <a:alphaModFix/>
          </a:blip>
          <a:srcRect b="0" l="0" r="0" t="0"/>
          <a:stretch/>
        </p:blipFill>
        <p:spPr>
          <a:xfrm>
            <a:off x="-4219334" y="7267135"/>
            <a:ext cx="140330" cy="396835"/>
          </a:xfrm>
          <a:prstGeom prst="rect">
            <a:avLst/>
          </a:prstGeom>
          <a:noFill/>
          <a:ln>
            <a:noFill/>
          </a:ln>
        </p:spPr>
      </p:pic>
      <p:pic>
        <p:nvPicPr>
          <p:cNvPr id="12384" name="Google Shape;12384;p213"/>
          <p:cNvPicPr preferRelativeResize="0"/>
          <p:nvPr/>
        </p:nvPicPr>
        <p:blipFill rotWithShape="1">
          <a:blip r:embed="rId36">
            <a:alphaModFix/>
          </a:blip>
          <a:srcRect b="0" l="0" r="0" t="0"/>
          <a:stretch/>
        </p:blipFill>
        <p:spPr>
          <a:xfrm>
            <a:off x="-4543418" y="7361578"/>
            <a:ext cx="256682" cy="396543"/>
          </a:xfrm>
          <a:prstGeom prst="rect">
            <a:avLst/>
          </a:prstGeom>
          <a:noFill/>
          <a:ln>
            <a:noFill/>
          </a:ln>
        </p:spPr>
      </p:pic>
      <p:pic>
        <p:nvPicPr>
          <p:cNvPr id="12385" name="Google Shape;12385;p213"/>
          <p:cNvPicPr preferRelativeResize="0"/>
          <p:nvPr/>
        </p:nvPicPr>
        <p:blipFill rotWithShape="1">
          <a:blip r:embed="rId37">
            <a:alphaModFix/>
          </a:blip>
          <a:srcRect b="0" l="0" r="0" t="0"/>
          <a:stretch/>
        </p:blipFill>
        <p:spPr>
          <a:xfrm>
            <a:off x="5376897" y="7262797"/>
            <a:ext cx="634453" cy="547741"/>
          </a:xfrm>
          <a:prstGeom prst="rect">
            <a:avLst/>
          </a:prstGeom>
          <a:noFill/>
          <a:ln>
            <a:noFill/>
          </a:ln>
        </p:spPr>
      </p:pic>
      <p:pic>
        <p:nvPicPr>
          <p:cNvPr id="12386" name="Google Shape;12386;p213"/>
          <p:cNvPicPr preferRelativeResize="0"/>
          <p:nvPr/>
        </p:nvPicPr>
        <p:blipFill rotWithShape="1">
          <a:blip r:embed="rId38">
            <a:alphaModFix/>
          </a:blip>
          <a:srcRect b="0" l="0" r="0" t="0"/>
          <a:stretch/>
        </p:blipFill>
        <p:spPr>
          <a:xfrm>
            <a:off x="13633964" y="5595625"/>
            <a:ext cx="746229" cy="633863"/>
          </a:xfrm>
          <a:prstGeom prst="rect">
            <a:avLst/>
          </a:prstGeom>
          <a:noFill/>
          <a:ln>
            <a:noFill/>
          </a:ln>
        </p:spPr>
      </p:pic>
      <p:pic>
        <p:nvPicPr>
          <p:cNvPr id="12387" name="Google Shape;12387;p213"/>
          <p:cNvPicPr preferRelativeResize="0"/>
          <p:nvPr/>
        </p:nvPicPr>
        <p:blipFill rotWithShape="1">
          <a:blip r:embed="rId39">
            <a:alphaModFix/>
          </a:blip>
          <a:srcRect b="0" l="0" r="0" t="0"/>
          <a:stretch/>
        </p:blipFill>
        <p:spPr>
          <a:xfrm>
            <a:off x="13094868" y="6345045"/>
            <a:ext cx="577331" cy="590146"/>
          </a:xfrm>
          <a:prstGeom prst="rect">
            <a:avLst/>
          </a:prstGeom>
          <a:noFill/>
          <a:ln>
            <a:noFill/>
          </a:ln>
        </p:spPr>
      </p:pic>
      <p:pic>
        <p:nvPicPr>
          <p:cNvPr id="12388" name="Google Shape;12388;p213"/>
          <p:cNvPicPr preferRelativeResize="0"/>
          <p:nvPr/>
        </p:nvPicPr>
        <p:blipFill rotWithShape="1">
          <a:blip r:embed="rId40">
            <a:alphaModFix/>
          </a:blip>
          <a:srcRect b="0" l="0" r="0" t="0"/>
          <a:stretch/>
        </p:blipFill>
        <p:spPr>
          <a:xfrm>
            <a:off x="13722847" y="6226699"/>
            <a:ext cx="599425" cy="633860"/>
          </a:xfrm>
          <a:prstGeom prst="rect">
            <a:avLst/>
          </a:prstGeom>
          <a:noFill/>
          <a:ln>
            <a:noFill/>
          </a:ln>
        </p:spPr>
      </p:pic>
      <p:pic>
        <p:nvPicPr>
          <p:cNvPr id="12389" name="Google Shape;12389;p213"/>
          <p:cNvPicPr preferRelativeResize="0"/>
          <p:nvPr/>
        </p:nvPicPr>
        <p:blipFill rotWithShape="1">
          <a:blip r:embed="rId41">
            <a:alphaModFix/>
          </a:blip>
          <a:srcRect b="0" l="0" r="0" t="0"/>
          <a:stretch/>
        </p:blipFill>
        <p:spPr>
          <a:xfrm>
            <a:off x="12992868" y="5465484"/>
            <a:ext cx="485054" cy="874292"/>
          </a:xfrm>
          <a:prstGeom prst="rect">
            <a:avLst/>
          </a:prstGeom>
          <a:noFill/>
          <a:ln>
            <a:noFill/>
          </a:ln>
        </p:spPr>
      </p:pic>
      <p:sp>
        <p:nvSpPr>
          <p:cNvPr id="12390" name="Google Shape;12390;p213"/>
          <p:cNvSpPr/>
          <p:nvPr/>
        </p:nvSpPr>
        <p:spPr>
          <a:xfrm>
            <a:off x="6504029" y="7634678"/>
            <a:ext cx="620100" cy="198600"/>
          </a:xfrm>
          <a:prstGeom prst="wedgeRoundRectCallout">
            <a:avLst>
              <a:gd fmla="val -73788" name="adj1"/>
              <a:gd fmla="val 26786" name="adj2"/>
              <a:gd fmla="val 0" name="adj3"/>
            </a:avLst>
          </a:prstGeom>
          <a:solidFill>
            <a:srgbClr val="E6F0C8"/>
          </a:solidFill>
          <a:ln cap="flat" cmpd="sng" w="9525">
            <a:solidFill>
              <a:srgbClr val="00B050"/>
            </a:solidFill>
            <a:prstDash val="solid"/>
            <a:round/>
            <a:headEnd len="sm" w="sm" type="none"/>
            <a:tailEnd len="sm" w="sm" type="none"/>
          </a:ln>
        </p:spPr>
        <p:txBody>
          <a:bodyPr anchorCtr="0" anchor="ctr" bIns="0" lIns="72000" spcFirstLastPara="1" rIns="72000" wrap="square" tIns="0">
            <a:noAutofit/>
          </a:bodyPr>
          <a:lstStyle/>
          <a:p>
            <a:pPr indent="0" lvl="0" marL="0" marR="0" rtl="0" algn="just">
              <a:lnSpc>
                <a:spcPct val="100000"/>
              </a:lnSpc>
              <a:spcBef>
                <a:spcPts val="0"/>
              </a:spcBef>
              <a:spcAft>
                <a:spcPts val="0"/>
              </a:spcAft>
              <a:buNone/>
            </a:pPr>
            <a:r>
              <a:t/>
            </a:r>
            <a:endParaRPr sz="1000"/>
          </a:p>
        </p:txBody>
      </p:sp>
      <p:sp>
        <p:nvSpPr>
          <p:cNvPr id="12391" name="Google Shape;12391;p213"/>
          <p:cNvSpPr/>
          <p:nvPr/>
        </p:nvSpPr>
        <p:spPr>
          <a:xfrm>
            <a:off x="6504026" y="7280525"/>
            <a:ext cx="620100" cy="198600"/>
          </a:xfrm>
          <a:prstGeom prst="wedgeRoundRectCallout">
            <a:avLst>
              <a:gd fmla="val 67640" name="adj1"/>
              <a:gd fmla="val -31750" name="adj2"/>
              <a:gd fmla="val 0" name="adj3"/>
            </a:avLst>
          </a:prstGeom>
          <a:solidFill>
            <a:srgbClr val="F4CCCC"/>
          </a:solidFill>
          <a:ln cap="flat" cmpd="sng" w="9525">
            <a:solidFill>
              <a:srgbClr val="990000"/>
            </a:solidFill>
            <a:prstDash val="solid"/>
            <a:round/>
            <a:headEnd len="sm" w="sm" type="none"/>
            <a:tailEnd len="sm" w="sm" type="none"/>
          </a:ln>
        </p:spPr>
        <p:txBody>
          <a:bodyPr anchorCtr="0" anchor="ctr" bIns="0" lIns="72000" spcFirstLastPara="1" rIns="72000" wrap="square" tIns="0">
            <a:noAutofit/>
          </a:bodyPr>
          <a:lstStyle/>
          <a:p>
            <a:pPr indent="0" lvl="0" marL="0" marR="0" rtl="0" algn="just">
              <a:lnSpc>
                <a:spcPct val="100000"/>
              </a:lnSpc>
              <a:spcBef>
                <a:spcPts val="0"/>
              </a:spcBef>
              <a:spcAft>
                <a:spcPts val="0"/>
              </a:spcAft>
              <a:buNone/>
            </a:pPr>
            <a:r>
              <a:t/>
            </a:r>
            <a:endParaRPr sz="1000"/>
          </a:p>
        </p:txBody>
      </p:sp>
      <p:grpSp>
        <p:nvGrpSpPr>
          <p:cNvPr id="12392" name="Google Shape;12392;p213"/>
          <p:cNvGrpSpPr/>
          <p:nvPr/>
        </p:nvGrpSpPr>
        <p:grpSpPr>
          <a:xfrm>
            <a:off x="7467493" y="7406393"/>
            <a:ext cx="695100" cy="409994"/>
            <a:chOff x="7501125" y="1477581"/>
            <a:chExt cx="695100" cy="409994"/>
          </a:xfrm>
        </p:grpSpPr>
        <p:pic>
          <p:nvPicPr>
            <p:cNvPr id="12393" name="Google Shape;12393;p213"/>
            <p:cNvPicPr preferRelativeResize="0"/>
            <p:nvPr/>
          </p:nvPicPr>
          <p:blipFill rotWithShape="1">
            <a:blip r:embed="rId42">
              <a:alphaModFix/>
            </a:blip>
            <a:srcRect b="0" l="0" r="0" t="0"/>
            <a:stretch/>
          </p:blipFill>
          <p:spPr>
            <a:xfrm>
              <a:off x="7601707" y="1477581"/>
              <a:ext cx="391905" cy="324356"/>
            </a:xfrm>
            <a:prstGeom prst="rect">
              <a:avLst/>
            </a:prstGeom>
            <a:noFill/>
            <a:ln>
              <a:noFill/>
            </a:ln>
          </p:spPr>
        </p:pic>
        <p:sp>
          <p:nvSpPr>
            <p:cNvPr id="12394" name="Google Shape;12394;p213"/>
            <p:cNvSpPr txBox="1"/>
            <p:nvPr/>
          </p:nvSpPr>
          <p:spPr>
            <a:xfrm>
              <a:off x="7501125" y="1743875"/>
              <a:ext cx="695100" cy="1437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s-419" sz="1000"/>
                <a:t>Entidad</a:t>
              </a:r>
              <a:endParaRPr sz="1000"/>
            </a:p>
          </p:txBody>
        </p:sp>
      </p:grpSp>
      <p:grpSp>
        <p:nvGrpSpPr>
          <p:cNvPr id="12395" name="Google Shape;12395;p213"/>
          <p:cNvGrpSpPr/>
          <p:nvPr/>
        </p:nvGrpSpPr>
        <p:grpSpPr>
          <a:xfrm>
            <a:off x="4658342" y="7338126"/>
            <a:ext cx="1170526" cy="397084"/>
            <a:chOff x="934524" y="1335443"/>
            <a:chExt cx="1170526" cy="397084"/>
          </a:xfrm>
        </p:grpSpPr>
        <p:sp>
          <p:nvSpPr>
            <p:cNvPr id="12396" name="Google Shape;12396;p213"/>
            <p:cNvSpPr txBox="1"/>
            <p:nvPr/>
          </p:nvSpPr>
          <p:spPr>
            <a:xfrm>
              <a:off x="1272550" y="1336092"/>
              <a:ext cx="832500" cy="393900"/>
            </a:xfrm>
            <a:prstGeom prst="rect">
              <a:avLst/>
            </a:prstGeom>
            <a:noFill/>
            <a:ln>
              <a:noFill/>
            </a:ln>
          </p:spPr>
          <p:txBody>
            <a:bodyPr anchorCtr="0" anchor="t" bIns="18000" lIns="18000" spcFirstLastPara="1" rIns="18000" wrap="square" tIns="18000">
              <a:noAutofit/>
            </a:bodyPr>
            <a:lstStyle/>
            <a:p>
              <a:pPr indent="0" lvl="0" marL="0" rtl="0" algn="l">
                <a:spcBef>
                  <a:spcPts val="0"/>
                </a:spcBef>
                <a:spcAft>
                  <a:spcPts val="0"/>
                </a:spcAft>
                <a:buNone/>
              </a:pPr>
              <a:r>
                <a:rPr b="1" lang="es-419" sz="600">
                  <a:solidFill>
                    <a:srgbClr val="000000"/>
                  </a:solidFill>
                </a:rPr>
                <a:t>[</a:t>
              </a:r>
              <a:r>
                <a:rPr b="1" lang="es-419" sz="600"/>
                <a:t>...</a:t>
              </a:r>
              <a:r>
                <a:rPr b="1" lang="es-419" sz="600">
                  <a:solidFill>
                    <a:srgbClr val="000000"/>
                  </a:solidFill>
                </a:rPr>
                <a:t>] </a:t>
              </a:r>
              <a:endParaRPr b="1" sz="600"/>
            </a:p>
          </p:txBody>
        </p:sp>
        <p:pic>
          <p:nvPicPr>
            <p:cNvPr id="12397" name="Google Shape;12397;p213"/>
            <p:cNvPicPr preferRelativeResize="0"/>
            <p:nvPr/>
          </p:nvPicPr>
          <p:blipFill rotWithShape="1">
            <a:blip r:embed="rId43">
              <a:alphaModFix/>
            </a:blip>
            <a:srcRect b="0" l="73988" r="-415" t="0"/>
            <a:stretch/>
          </p:blipFill>
          <p:spPr>
            <a:xfrm>
              <a:off x="934524" y="1335443"/>
              <a:ext cx="338024" cy="397084"/>
            </a:xfrm>
            <a:prstGeom prst="rect">
              <a:avLst/>
            </a:prstGeom>
            <a:noFill/>
            <a:ln>
              <a:noFill/>
            </a:ln>
            <a:effectLst>
              <a:outerShdw blurRad="57150" rotWithShape="0" algn="bl" dir="5400000" dist="19050">
                <a:srgbClr val="000000">
                  <a:alpha val="50000"/>
                </a:srgbClr>
              </a:outerShdw>
            </a:effectLst>
          </p:spPr>
        </p:pic>
      </p:grpSp>
      <p:pic>
        <p:nvPicPr>
          <p:cNvPr id="12398" name="Google Shape;12398;p213"/>
          <p:cNvPicPr preferRelativeResize="0"/>
          <p:nvPr/>
        </p:nvPicPr>
        <p:blipFill rotWithShape="1">
          <a:blip r:embed="rId44">
            <a:alphaModFix/>
          </a:blip>
          <a:srcRect b="0" l="0" r="0" t="0"/>
          <a:stretch/>
        </p:blipFill>
        <p:spPr>
          <a:xfrm>
            <a:off x="10576718" y="5683540"/>
            <a:ext cx="457200" cy="457200"/>
          </a:xfrm>
          <a:prstGeom prst="rect">
            <a:avLst/>
          </a:prstGeom>
          <a:noFill/>
          <a:ln>
            <a:noFill/>
          </a:ln>
        </p:spPr>
      </p:pic>
      <p:pic>
        <p:nvPicPr>
          <p:cNvPr id="12399" name="Google Shape;12399;p213"/>
          <p:cNvPicPr preferRelativeResize="0"/>
          <p:nvPr/>
        </p:nvPicPr>
        <p:blipFill rotWithShape="1">
          <a:blip r:embed="rId45">
            <a:alphaModFix/>
          </a:blip>
          <a:srcRect b="0" l="0" r="0" t="0"/>
          <a:stretch/>
        </p:blipFill>
        <p:spPr>
          <a:xfrm>
            <a:off x="10567556" y="6315027"/>
            <a:ext cx="463550" cy="457200"/>
          </a:xfrm>
          <a:prstGeom prst="rect">
            <a:avLst/>
          </a:prstGeom>
          <a:noFill/>
          <a:ln>
            <a:noFill/>
          </a:ln>
        </p:spPr>
      </p:pic>
      <p:pic>
        <p:nvPicPr>
          <p:cNvPr id="12400" name="Google Shape;12400;p213"/>
          <p:cNvPicPr preferRelativeResize="0"/>
          <p:nvPr/>
        </p:nvPicPr>
        <p:blipFill rotWithShape="1">
          <a:blip r:embed="rId46">
            <a:alphaModFix/>
          </a:blip>
          <a:srcRect b="0" l="0" r="0" t="0"/>
          <a:stretch/>
        </p:blipFill>
        <p:spPr>
          <a:xfrm>
            <a:off x="-1995550" y="4847243"/>
            <a:ext cx="378937" cy="396778"/>
          </a:xfrm>
          <a:prstGeom prst="rect">
            <a:avLst/>
          </a:prstGeom>
          <a:noFill/>
          <a:ln>
            <a:noFill/>
          </a:ln>
        </p:spPr>
      </p:pic>
      <p:pic>
        <p:nvPicPr>
          <p:cNvPr id="12401" name="Google Shape;12401;p213"/>
          <p:cNvPicPr preferRelativeResize="0"/>
          <p:nvPr/>
        </p:nvPicPr>
        <p:blipFill rotWithShape="1">
          <a:blip r:embed="rId47">
            <a:alphaModFix/>
          </a:blip>
          <a:srcRect b="0" l="0" r="0" t="0"/>
          <a:stretch/>
        </p:blipFill>
        <p:spPr>
          <a:xfrm>
            <a:off x="-1789940" y="4254063"/>
            <a:ext cx="378937" cy="396778"/>
          </a:xfrm>
          <a:prstGeom prst="rect">
            <a:avLst/>
          </a:prstGeom>
          <a:noFill/>
          <a:ln>
            <a:noFill/>
          </a:ln>
        </p:spPr>
      </p:pic>
      <p:pic>
        <p:nvPicPr>
          <p:cNvPr id="12402" name="Google Shape;12402;p213"/>
          <p:cNvPicPr preferRelativeResize="0"/>
          <p:nvPr/>
        </p:nvPicPr>
        <p:blipFill rotWithShape="1">
          <a:blip r:embed="rId48">
            <a:alphaModFix/>
          </a:blip>
          <a:srcRect b="0" l="0" r="0" t="0"/>
          <a:stretch/>
        </p:blipFill>
        <p:spPr>
          <a:xfrm>
            <a:off x="-1972768" y="5981041"/>
            <a:ext cx="388146" cy="406422"/>
          </a:xfrm>
          <a:prstGeom prst="rect">
            <a:avLst/>
          </a:prstGeom>
          <a:noFill/>
          <a:ln>
            <a:noFill/>
          </a:ln>
        </p:spPr>
      </p:pic>
      <p:pic>
        <p:nvPicPr>
          <p:cNvPr id="12403" name="Google Shape;12403;p213"/>
          <p:cNvPicPr preferRelativeResize="0"/>
          <p:nvPr/>
        </p:nvPicPr>
        <p:blipFill rotWithShape="1">
          <a:blip r:embed="rId49">
            <a:alphaModFix/>
          </a:blip>
          <a:srcRect b="0" l="0" r="0" t="0"/>
          <a:stretch/>
        </p:blipFill>
        <p:spPr>
          <a:xfrm>
            <a:off x="-1995550" y="5411467"/>
            <a:ext cx="388146" cy="406422"/>
          </a:xfrm>
          <a:prstGeom prst="rect">
            <a:avLst/>
          </a:prstGeom>
          <a:noFill/>
          <a:ln>
            <a:noFill/>
          </a:ln>
        </p:spPr>
      </p:pic>
      <p:pic>
        <p:nvPicPr>
          <p:cNvPr id="12404" name="Google Shape;12404;p213"/>
          <p:cNvPicPr preferRelativeResize="0"/>
          <p:nvPr/>
        </p:nvPicPr>
        <p:blipFill>
          <a:blip r:embed="rId50">
            <a:alphaModFix/>
          </a:blip>
          <a:stretch>
            <a:fillRect/>
          </a:stretch>
        </p:blipFill>
        <p:spPr>
          <a:xfrm>
            <a:off x="-1558039" y="4821476"/>
            <a:ext cx="426389" cy="445579"/>
          </a:xfrm>
          <a:prstGeom prst="rect">
            <a:avLst/>
          </a:prstGeom>
          <a:noFill/>
          <a:ln>
            <a:noFill/>
          </a:ln>
        </p:spPr>
      </p:pic>
      <p:pic>
        <p:nvPicPr>
          <p:cNvPr id="12405" name="Google Shape;12405;p213"/>
          <p:cNvPicPr preferRelativeResize="0"/>
          <p:nvPr/>
        </p:nvPicPr>
        <p:blipFill>
          <a:blip r:embed="rId51">
            <a:alphaModFix/>
          </a:blip>
          <a:stretch>
            <a:fillRect/>
          </a:stretch>
        </p:blipFill>
        <p:spPr>
          <a:xfrm>
            <a:off x="-1568876" y="5401255"/>
            <a:ext cx="426389" cy="445578"/>
          </a:xfrm>
          <a:prstGeom prst="rect">
            <a:avLst/>
          </a:prstGeom>
          <a:noFill/>
          <a:ln>
            <a:noFill/>
          </a:ln>
        </p:spPr>
      </p:pic>
      <p:pic>
        <p:nvPicPr>
          <p:cNvPr id="12406" name="Google Shape;12406;p213"/>
          <p:cNvPicPr preferRelativeResize="0"/>
          <p:nvPr/>
        </p:nvPicPr>
        <p:blipFill rotWithShape="1">
          <a:blip r:embed="rId52">
            <a:alphaModFix/>
          </a:blip>
          <a:srcRect b="0" l="0" r="0" t="0"/>
          <a:stretch/>
        </p:blipFill>
        <p:spPr>
          <a:xfrm>
            <a:off x="-306632" y="7466472"/>
            <a:ext cx="248756" cy="143693"/>
          </a:xfrm>
          <a:prstGeom prst="rect">
            <a:avLst/>
          </a:prstGeom>
          <a:noFill/>
          <a:ln>
            <a:noFill/>
          </a:ln>
        </p:spPr>
      </p:pic>
      <p:pic>
        <p:nvPicPr>
          <p:cNvPr id="12407" name="Google Shape;12407;p213"/>
          <p:cNvPicPr preferRelativeResize="0"/>
          <p:nvPr/>
        </p:nvPicPr>
        <p:blipFill rotWithShape="1">
          <a:blip r:embed="rId53">
            <a:alphaModFix/>
          </a:blip>
          <a:srcRect b="0" l="0" r="0" t="0"/>
          <a:stretch/>
        </p:blipFill>
        <p:spPr>
          <a:xfrm>
            <a:off x="90890" y="7399909"/>
            <a:ext cx="340210" cy="167994"/>
          </a:xfrm>
          <a:prstGeom prst="rect">
            <a:avLst/>
          </a:prstGeom>
          <a:noFill/>
          <a:ln>
            <a:noFill/>
          </a:ln>
        </p:spPr>
      </p:pic>
      <p:pic>
        <p:nvPicPr>
          <p:cNvPr id="12408" name="Google Shape;12408;p213"/>
          <p:cNvPicPr preferRelativeResize="0"/>
          <p:nvPr/>
        </p:nvPicPr>
        <p:blipFill rotWithShape="1">
          <a:blip r:embed="rId54">
            <a:alphaModFix/>
          </a:blip>
          <a:srcRect b="0" l="0" r="0" t="0"/>
          <a:stretch/>
        </p:blipFill>
        <p:spPr>
          <a:xfrm>
            <a:off x="1378567" y="7357647"/>
            <a:ext cx="142668" cy="239841"/>
          </a:xfrm>
          <a:prstGeom prst="rect">
            <a:avLst/>
          </a:prstGeom>
          <a:noFill/>
          <a:ln>
            <a:noFill/>
          </a:ln>
        </p:spPr>
      </p:pic>
      <p:pic>
        <p:nvPicPr>
          <p:cNvPr id="12409" name="Google Shape;12409;p213"/>
          <p:cNvPicPr preferRelativeResize="0"/>
          <p:nvPr/>
        </p:nvPicPr>
        <p:blipFill rotWithShape="1">
          <a:blip r:embed="rId55">
            <a:alphaModFix/>
          </a:blip>
          <a:srcRect b="0" l="0" r="0" t="0"/>
          <a:stretch/>
        </p:blipFill>
        <p:spPr>
          <a:xfrm>
            <a:off x="1713899" y="7347081"/>
            <a:ext cx="271924" cy="239841"/>
          </a:xfrm>
          <a:prstGeom prst="rect">
            <a:avLst/>
          </a:prstGeom>
          <a:noFill/>
          <a:ln>
            <a:noFill/>
          </a:ln>
        </p:spPr>
      </p:pic>
      <p:pic>
        <p:nvPicPr>
          <p:cNvPr id="12410" name="Google Shape;12410;p213"/>
          <p:cNvPicPr preferRelativeResize="0"/>
          <p:nvPr/>
        </p:nvPicPr>
        <p:blipFill rotWithShape="1">
          <a:blip r:embed="rId56">
            <a:alphaModFix/>
          </a:blip>
          <a:srcRect b="0" l="0" r="0" t="0"/>
          <a:stretch/>
        </p:blipFill>
        <p:spPr>
          <a:xfrm>
            <a:off x="601814" y="7441115"/>
            <a:ext cx="179250" cy="95091"/>
          </a:xfrm>
          <a:prstGeom prst="rect">
            <a:avLst/>
          </a:prstGeom>
          <a:noFill/>
          <a:ln>
            <a:noFill/>
          </a:ln>
        </p:spPr>
      </p:pic>
      <p:pic>
        <p:nvPicPr>
          <p:cNvPr id="12411" name="Google Shape;12411;p213"/>
          <p:cNvPicPr preferRelativeResize="0"/>
          <p:nvPr/>
        </p:nvPicPr>
        <p:blipFill rotWithShape="1">
          <a:blip r:embed="rId57">
            <a:alphaModFix/>
          </a:blip>
          <a:srcRect b="0" l="0" r="0" t="0"/>
          <a:stretch/>
        </p:blipFill>
        <p:spPr>
          <a:xfrm>
            <a:off x="961535" y="7286856"/>
            <a:ext cx="264608" cy="359233"/>
          </a:xfrm>
          <a:prstGeom prst="rect">
            <a:avLst/>
          </a:prstGeom>
          <a:noFill/>
          <a:ln>
            <a:noFill/>
          </a:ln>
        </p:spPr>
      </p:pic>
      <p:pic>
        <p:nvPicPr>
          <p:cNvPr id="12412" name="Google Shape;12412;p213"/>
          <p:cNvPicPr preferRelativeResize="0"/>
          <p:nvPr/>
        </p:nvPicPr>
        <p:blipFill rotWithShape="1">
          <a:blip r:embed="rId58">
            <a:alphaModFix/>
          </a:blip>
          <a:srcRect b="0" l="0" r="0" t="0"/>
          <a:stretch/>
        </p:blipFill>
        <p:spPr>
          <a:xfrm>
            <a:off x="-1324824" y="7330704"/>
            <a:ext cx="178031" cy="96147"/>
          </a:xfrm>
          <a:prstGeom prst="rect">
            <a:avLst/>
          </a:prstGeom>
          <a:noFill/>
          <a:ln>
            <a:noFill/>
          </a:ln>
        </p:spPr>
      </p:pic>
      <p:pic>
        <p:nvPicPr>
          <p:cNvPr id="12413" name="Google Shape;12413;p213"/>
          <p:cNvPicPr preferRelativeResize="0"/>
          <p:nvPr/>
        </p:nvPicPr>
        <p:blipFill rotWithShape="1">
          <a:blip r:embed="rId59">
            <a:alphaModFix/>
          </a:blip>
          <a:srcRect b="0" l="0" r="0" t="0"/>
          <a:stretch/>
        </p:blipFill>
        <p:spPr>
          <a:xfrm>
            <a:off x="-772440" y="7263612"/>
            <a:ext cx="264608" cy="360289"/>
          </a:xfrm>
          <a:prstGeom prst="rect">
            <a:avLst/>
          </a:prstGeom>
          <a:noFill/>
          <a:ln>
            <a:noFill/>
          </a:ln>
        </p:spPr>
      </p:pic>
      <p:pic>
        <p:nvPicPr>
          <p:cNvPr id="12414" name="Google Shape;12414;p213"/>
          <p:cNvPicPr preferRelativeResize="0"/>
          <p:nvPr/>
        </p:nvPicPr>
        <p:blipFill rotWithShape="1">
          <a:blip r:embed="rId60">
            <a:alphaModFix/>
          </a:blip>
          <a:srcRect b="0" l="0" r="0" t="0"/>
          <a:stretch/>
        </p:blipFill>
        <p:spPr>
          <a:xfrm>
            <a:off x="-1807434" y="7307987"/>
            <a:ext cx="248756" cy="143693"/>
          </a:xfrm>
          <a:prstGeom prst="rect">
            <a:avLst/>
          </a:prstGeom>
          <a:noFill/>
          <a:ln>
            <a:noFill/>
          </a:ln>
        </p:spPr>
      </p:pic>
      <p:pic>
        <p:nvPicPr>
          <p:cNvPr id="12415" name="Google Shape;12415;p213"/>
          <p:cNvPicPr preferRelativeResize="0"/>
          <p:nvPr/>
        </p:nvPicPr>
        <p:blipFill rotWithShape="1">
          <a:blip r:embed="rId61">
            <a:alphaModFix/>
          </a:blip>
          <a:srcRect b="0" l="0" r="0" t="0"/>
          <a:stretch/>
        </p:blipFill>
        <p:spPr>
          <a:xfrm>
            <a:off x="-2265646" y="7294780"/>
            <a:ext cx="338990" cy="167994"/>
          </a:xfrm>
          <a:prstGeom prst="rect">
            <a:avLst/>
          </a:prstGeom>
          <a:noFill/>
          <a:ln>
            <a:noFill/>
          </a:ln>
        </p:spPr>
      </p:pic>
      <p:pic>
        <p:nvPicPr>
          <p:cNvPr id="12416" name="Google Shape;12416;p213"/>
          <p:cNvPicPr preferRelativeResize="0"/>
          <p:nvPr/>
        </p:nvPicPr>
        <p:blipFill rotWithShape="1">
          <a:blip r:embed="rId62">
            <a:alphaModFix/>
          </a:blip>
          <a:srcRect b="0" l="0" r="0" t="0"/>
          <a:stretch/>
        </p:blipFill>
        <p:spPr>
          <a:xfrm>
            <a:off x="-2540587" y="7276291"/>
            <a:ext cx="142668" cy="239841"/>
          </a:xfrm>
          <a:prstGeom prst="rect">
            <a:avLst/>
          </a:prstGeom>
          <a:noFill/>
          <a:ln>
            <a:noFill/>
          </a:ln>
        </p:spPr>
      </p:pic>
      <p:pic>
        <p:nvPicPr>
          <p:cNvPr id="12417" name="Google Shape;12417;p213"/>
          <p:cNvPicPr preferRelativeResize="0"/>
          <p:nvPr/>
        </p:nvPicPr>
        <p:blipFill rotWithShape="1">
          <a:blip r:embed="rId63">
            <a:alphaModFix/>
          </a:blip>
          <a:srcRect b="0" l="0" r="0" t="0"/>
          <a:stretch/>
        </p:blipFill>
        <p:spPr>
          <a:xfrm>
            <a:off x="-2983102" y="7206201"/>
            <a:ext cx="271924" cy="238784"/>
          </a:xfrm>
          <a:prstGeom prst="rect">
            <a:avLst/>
          </a:prstGeom>
          <a:noFill/>
          <a:ln>
            <a:noFill/>
          </a:ln>
        </p:spPr>
      </p:pic>
      <p:pic>
        <p:nvPicPr>
          <p:cNvPr id="12418" name="Google Shape;12418;p213"/>
          <p:cNvPicPr preferRelativeResize="0"/>
          <p:nvPr/>
        </p:nvPicPr>
        <p:blipFill rotWithShape="1">
          <a:blip r:embed="rId64">
            <a:alphaModFix/>
          </a:blip>
          <a:srcRect b="0" l="0" r="0" t="0"/>
          <a:stretch/>
        </p:blipFill>
        <p:spPr>
          <a:xfrm>
            <a:off x="137400" y="7598390"/>
            <a:ext cx="336432" cy="323310"/>
          </a:xfrm>
          <a:prstGeom prst="rect">
            <a:avLst/>
          </a:prstGeom>
          <a:noFill/>
          <a:ln>
            <a:noFill/>
          </a:ln>
        </p:spPr>
      </p:pic>
      <p:pic>
        <p:nvPicPr>
          <p:cNvPr id="12419" name="Google Shape;12419;p213"/>
          <p:cNvPicPr preferRelativeResize="0"/>
          <p:nvPr/>
        </p:nvPicPr>
        <p:blipFill rotWithShape="1">
          <a:blip r:embed="rId65">
            <a:alphaModFix/>
          </a:blip>
          <a:srcRect b="0" l="0" r="0" t="0"/>
          <a:stretch/>
        </p:blipFill>
        <p:spPr>
          <a:xfrm>
            <a:off x="-1343985" y="7564576"/>
            <a:ext cx="425340" cy="311480"/>
          </a:xfrm>
          <a:prstGeom prst="rect">
            <a:avLst/>
          </a:prstGeom>
          <a:noFill/>
          <a:ln>
            <a:noFill/>
          </a:ln>
        </p:spPr>
      </p:pic>
      <p:pic>
        <p:nvPicPr>
          <p:cNvPr id="12420" name="Google Shape;12420;p213"/>
          <p:cNvPicPr preferRelativeResize="0"/>
          <p:nvPr/>
        </p:nvPicPr>
        <p:blipFill rotWithShape="1">
          <a:blip r:embed="rId66">
            <a:alphaModFix/>
          </a:blip>
          <a:srcRect b="0" l="0" r="0" t="0"/>
          <a:stretch/>
        </p:blipFill>
        <p:spPr>
          <a:xfrm>
            <a:off x="-1853077" y="7578245"/>
            <a:ext cx="425341" cy="311480"/>
          </a:xfrm>
          <a:prstGeom prst="rect">
            <a:avLst/>
          </a:prstGeom>
          <a:noFill/>
          <a:ln>
            <a:noFill/>
          </a:ln>
        </p:spPr>
      </p:pic>
      <p:pic>
        <p:nvPicPr>
          <p:cNvPr id="12421" name="Google Shape;12421;p213"/>
          <p:cNvPicPr preferRelativeResize="0"/>
          <p:nvPr/>
        </p:nvPicPr>
        <p:blipFill rotWithShape="1">
          <a:blip r:embed="rId67">
            <a:alphaModFix/>
          </a:blip>
          <a:srcRect b="0" l="0" r="0" t="0"/>
          <a:stretch/>
        </p:blipFill>
        <p:spPr>
          <a:xfrm>
            <a:off x="-232643" y="7603825"/>
            <a:ext cx="323532" cy="311479"/>
          </a:xfrm>
          <a:prstGeom prst="rect">
            <a:avLst/>
          </a:prstGeom>
          <a:noFill/>
          <a:ln>
            <a:noFill/>
          </a:ln>
        </p:spPr>
      </p:pic>
      <p:pic>
        <p:nvPicPr>
          <p:cNvPr id="12422" name="Google Shape;12422;p213"/>
          <p:cNvPicPr preferRelativeResize="0"/>
          <p:nvPr/>
        </p:nvPicPr>
        <p:blipFill rotWithShape="1">
          <a:blip r:embed="rId68">
            <a:alphaModFix/>
          </a:blip>
          <a:srcRect b="0" l="0" r="0" t="0"/>
          <a:stretch/>
        </p:blipFill>
        <p:spPr>
          <a:xfrm>
            <a:off x="-2384757" y="7564576"/>
            <a:ext cx="389215" cy="359399"/>
          </a:xfrm>
          <a:prstGeom prst="rect">
            <a:avLst/>
          </a:prstGeom>
          <a:noFill/>
          <a:ln>
            <a:noFill/>
          </a:ln>
        </p:spPr>
      </p:pic>
      <p:pic>
        <p:nvPicPr>
          <p:cNvPr id="12423" name="Google Shape;12423;p213"/>
          <p:cNvPicPr preferRelativeResize="0"/>
          <p:nvPr/>
        </p:nvPicPr>
        <p:blipFill rotWithShape="1">
          <a:blip r:embed="rId69">
            <a:alphaModFix/>
          </a:blip>
          <a:srcRect b="0" l="0" r="0" t="0"/>
          <a:stretch/>
        </p:blipFill>
        <p:spPr>
          <a:xfrm>
            <a:off x="-2847082" y="7564576"/>
            <a:ext cx="389215" cy="359399"/>
          </a:xfrm>
          <a:prstGeom prst="rect">
            <a:avLst/>
          </a:prstGeom>
          <a:noFill/>
          <a:ln>
            <a:noFill/>
          </a:ln>
        </p:spPr>
      </p:pic>
      <p:pic>
        <p:nvPicPr>
          <p:cNvPr id="12424" name="Google Shape;12424;p213"/>
          <p:cNvPicPr preferRelativeResize="0"/>
          <p:nvPr/>
        </p:nvPicPr>
        <p:blipFill rotWithShape="1">
          <a:blip r:embed="rId70">
            <a:alphaModFix/>
          </a:blip>
          <a:srcRect b="0" l="0" r="0" t="0"/>
          <a:stretch/>
        </p:blipFill>
        <p:spPr>
          <a:xfrm>
            <a:off x="-1171656" y="7261352"/>
            <a:ext cx="478001" cy="364777"/>
          </a:xfrm>
          <a:prstGeom prst="rect">
            <a:avLst/>
          </a:prstGeom>
          <a:noFill/>
          <a:ln>
            <a:noFill/>
          </a:ln>
        </p:spPr>
      </p:pic>
      <p:pic>
        <p:nvPicPr>
          <p:cNvPr descr="Resultado de imagen de icono lapiz" id="12425" name="Google Shape;12425;p213"/>
          <p:cNvPicPr preferRelativeResize="0"/>
          <p:nvPr/>
        </p:nvPicPr>
        <p:blipFill rotWithShape="1">
          <a:blip r:embed="rId71">
            <a:alphaModFix/>
          </a:blip>
          <a:srcRect b="0" l="0" r="0" t="0"/>
          <a:stretch/>
        </p:blipFill>
        <p:spPr>
          <a:xfrm>
            <a:off x="1842051" y="7688199"/>
            <a:ext cx="173153" cy="150032"/>
          </a:xfrm>
          <a:prstGeom prst="rect">
            <a:avLst/>
          </a:prstGeom>
          <a:noFill/>
          <a:ln>
            <a:noFill/>
          </a:ln>
        </p:spPr>
      </p:pic>
      <p:pic>
        <p:nvPicPr>
          <p:cNvPr descr="Resultado de imagen de icono lapicero" id="12426" name="Google Shape;12426;p213"/>
          <p:cNvPicPr preferRelativeResize="0"/>
          <p:nvPr/>
        </p:nvPicPr>
        <p:blipFill rotWithShape="1">
          <a:blip r:embed="rId72">
            <a:alphaModFix/>
          </a:blip>
          <a:srcRect b="0" l="0" r="0" t="0"/>
          <a:stretch/>
        </p:blipFill>
        <p:spPr>
          <a:xfrm>
            <a:off x="1686194" y="7653323"/>
            <a:ext cx="155857" cy="135046"/>
          </a:xfrm>
          <a:prstGeom prst="rect">
            <a:avLst/>
          </a:prstGeom>
          <a:noFill/>
          <a:ln>
            <a:noFill/>
          </a:ln>
        </p:spPr>
      </p:pic>
      <p:pic>
        <p:nvPicPr>
          <p:cNvPr id="12427" name="Google Shape;12427;p213"/>
          <p:cNvPicPr preferRelativeResize="0"/>
          <p:nvPr/>
        </p:nvPicPr>
        <p:blipFill rotWithShape="1">
          <a:blip r:embed="rId73">
            <a:alphaModFix/>
          </a:blip>
          <a:srcRect b="0" l="0" r="0" t="0"/>
          <a:stretch/>
        </p:blipFill>
        <p:spPr>
          <a:xfrm rot="6798590">
            <a:off x="953240" y="7675070"/>
            <a:ext cx="294009" cy="289796"/>
          </a:xfrm>
          <a:prstGeom prst="rect">
            <a:avLst/>
          </a:prstGeom>
          <a:noFill/>
          <a:ln>
            <a:noFill/>
          </a:ln>
        </p:spPr>
      </p:pic>
      <p:pic>
        <p:nvPicPr>
          <p:cNvPr id="12428" name="Google Shape;12428;p213"/>
          <p:cNvPicPr preferRelativeResize="0"/>
          <p:nvPr/>
        </p:nvPicPr>
        <p:blipFill rotWithShape="1">
          <a:blip r:embed="rId73">
            <a:alphaModFix/>
          </a:blip>
          <a:srcRect b="0" l="0" r="0" t="0"/>
          <a:stretch/>
        </p:blipFill>
        <p:spPr>
          <a:xfrm>
            <a:off x="1309594" y="7786045"/>
            <a:ext cx="260373" cy="199619"/>
          </a:xfrm>
          <a:prstGeom prst="rect">
            <a:avLst/>
          </a:prstGeom>
          <a:noFill/>
          <a:ln>
            <a:noFill/>
          </a:ln>
        </p:spPr>
      </p:pic>
      <p:pic>
        <p:nvPicPr>
          <p:cNvPr id="12429" name="Google Shape;12429;p213"/>
          <p:cNvPicPr preferRelativeResize="0"/>
          <p:nvPr/>
        </p:nvPicPr>
        <p:blipFill rotWithShape="1">
          <a:blip r:embed="rId74">
            <a:alphaModFix/>
          </a:blip>
          <a:srcRect b="0" l="0" r="0" t="0"/>
          <a:stretch/>
        </p:blipFill>
        <p:spPr>
          <a:xfrm>
            <a:off x="-706773" y="7627301"/>
            <a:ext cx="298566" cy="266270"/>
          </a:xfrm>
          <a:prstGeom prst="rect">
            <a:avLst/>
          </a:prstGeom>
          <a:noFill/>
          <a:ln>
            <a:noFill/>
          </a:ln>
        </p:spPr>
      </p:pic>
      <p:pic>
        <p:nvPicPr>
          <p:cNvPr id="12430" name="Google Shape;12430;p213"/>
          <p:cNvPicPr preferRelativeResize="0"/>
          <p:nvPr/>
        </p:nvPicPr>
        <p:blipFill rotWithShape="1">
          <a:blip r:embed="rId75">
            <a:alphaModFix/>
          </a:blip>
          <a:srcRect b="0" l="0" r="0" t="0"/>
          <a:stretch/>
        </p:blipFill>
        <p:spPr>
          <a:xfrm>
            <a:off x="625306" y="7646089"/>
            <a:ext cx="227569" cy="131343"/>
          </a:xfrm>
          <a:prstGeom prst="rect">
            <a:avLst/>
          </a:prstGeom>
          <a:noFill/>
          <a:ln>
            <a:noFill/>
          </a:ln>
        </p:spPr>
      </p:pic>
      <p:pic>
        <p:nvPicPr>
          <p:cNvPr id="12431" name="Google Shape;12431;p213"/>
          <p:cNvPicPr preferRelativeResize="0"/>
          <p:nvPr/>
        </p:nvPicPr>
        <p:blipFill rotWithShape="1">
          <a:blip r:embed="rId76">
            <a:alphaModFix/>
          </a:blip>
          <a:srcRect b="0" l="0" r="0" t="0"/>
          <a:stretch/>
        </p:blipFill>
        <p:spPr>
          <a:xfrm rot="-8707136">
            <a:off x="436889" y="7820853"/>
            <a:ext cx="163258" cy="201694"/>
          </a:xfrm>
          <a:prstGeom prst="rect">
            <a:avLst/>
          </a:prstGeom>
          <a:noFill/>
          <a:ln>
            <a:noFill/>
          </a:ln>
        </p:spPr>
      </p:pic>
      <p:pic>
        <p:nvPicPr>
          <p:cNvPr id="12432" name="Google Shape;12432;p213"/>
          <p:cNvPicPr preferRelativeResize="0"/>
          <p:nvPr/>
        </p:nvPicPr>
        <p:blipFill rotWithShape="1">
          <a:blip r:embed="rId77">
            <a:alphaModFix/>
          </a:blip>
          <a:srcRect b="0" l="0" r="0" t="0"/>
          <a:stretch/>
        </p:blipFill>
        <p:spPr>
          <a:xfrm>
            <a:off x="-5174752" y="3476526"/>
            <a:ext cx="361271" cy="674438"/>
          </a:xfrm>
          <a:prstGeom prst="rect">
            <a:avLst/>
          </a:prstGeom>
          <a:noFill/>
          <a:ln>
            <a:noFill/>
          </a:ln>
        </p:spPr>
      </p:pic>
      <p:pic>
        <p:nvPicPr>
          <p:cNvPr id="12433" name="Google Shape;12433;p213"/>
          <p:cNvPicPr preferRelativeResize="0"/>
          <p:nvPr/>
        </p:nvPicPr>
        <p:blipFill rotWithShape="1">
          <a:blip r:embed="rId78">
            <a:alphaModFix/>
          </a:blip>
          <a:srcRect b="0" l="0" r="0" t="0"/>
          <a:stretch/>
        </p:blipFill>
        <p:spPr>
          <a:xfrm>
            <a:off x="-4168283" y="3587610"/>
            <a:ext cx="661841" cy="674437"/>
          </a:xfrm>
          <a:prstGeom prst="rect">
            <a:avLst/>
          </a:prstGeom>
          <a:noFill/>
          <a:ln>
            <a:noFill/>
          </a:ln>
        </p:spPr>
      </p:pic>
      <p:pic>
        <p:nvPicPr>
          <p:cNvPr id="12434" name="Google Shape;12434;p213"/>
          <p:cNvPicPr preferRelativeResize="0"/>
          <p:nvPr/>
        </p:nvPicPr>
        <p:blipFill rotWithShape="1">
          <a:blip r:embed="rId79">
            <a:alphaModFix/>
          </a:blip>
          <a:srcRect b="0" l="0" r="0" t="0"/>
          <a:stretch/>
        </p:blipFill>
        <p:spPr>
          <a:xfrm>
            <a:off x="-4620607" y="3514215"/>
            <a:ext cx="361271" cy="674438"/>
          </a:xfrm>
          <a:prstGeom prst="rect">
            <a:avLst/>
          </a:prstGeom>
          <a:noFill/>
          <a:ln>
            <a:noFill/>
          </a:ln>
        </p:spPr>
      </p:pic>
      <p:pic>
        <p:nvPicPr>
          <p:cNvPr id="12435" name="Google Shape;12435;p213"/>
          <p:cNvPicPr preferRelativeResize="0"/>
          <p:nvPr/>
        </p:nvPicPr>
        <p:blipFill rotWithShape="1">
          <a:blip r:embed="rId80">
            <a:alphaModFix/>
          </a:blip>
          <a:srcRect b="0" l="0" r="0" t="0"/>
          <a:stretch/>
        </p:blipFill>
        <p:spPr>
          <a:xfrm>
            <a:off x="-2745717" y="1324276"/>
            <a:ext cx="219308" cy="674437"/>
          </a:xfrm>
          <a:prstGeom prst="rect">
            <a:avLst/>
          </a:prstGeom>
          <a:noFill/>
          <a:ln>
            <a:noFill/>
          </a:ln>
        </p:spPr>
      </p:pic>
      <p:pic>
        <p:nvPicPr>
          <p:cNvPr id="12436" name="Google Shape;12436;p213"/>
          <p:cNvPicPr preferRelativeResize="0"/>
          <p:nvPr/>
        </p:nvPicPr>
        <p:blipFill rotWithShape="1">
          <a:blip r:embed="rId81">
            <a:alphaModFix/>
          </a:blip>
          <a:srcRect b="0" l="0" r="0" t="0"/>
          <a:stretch/>
        </p:blipFill>
        <p:spPr>
          <a:xfrm>
            <a:off x="-4747884" y="960277"/>
            <a:ext cx="315256" cy="674438"/>
          </a:xfrm>
          <a:prstGeom prst="rect">
            <a:avLst/>
          </a:prstGeom>
          <a:noFill/>
          <a:ln>
            <a:noFill/>
          </a:ln>
        </p:spPr>
      </p:pic>
      <p:pic>
        <p:nvPicPr>
          <p:cNvPr id="12437" name="Google Shape;12437;p213"/>
          <p:cNvPicPr preferRelativeResize="0"/>
          <p:nvPr/>
        </p:nvPicPr>
        <p:blipFill rotWithShape="1">
          <a:blip r:embed="rId82">
            <a:alphaModFix/>
          </a:blip>
          <a:srcRect b="0" l="0" r="0" t="0"/>
          <a:stretch/>
        </p:blipFill>
        <p:spPr>
          <a:xfrm>
            <a:off x="-3792326" y="970196"/>
            <a:ext cx="315256" cy="674438"/>
          </a:xfrm>
          <a:prstGeom prst="rect">
            <a:avLst/>
          </a:prstGeom>
          <a:noFill/>
          <a:ln>
            <a:noFill/>
          </a:ln>
        </p:spPr>
      </p:pic>
      <p:pic>
        <p:nvPicPr>
          <p:cNvPr id="12438" name="Google Shape;12438;p213"/>
          <p:cNvPicPr preferRelativeResize="0"/>
          <p:nvPr/>
        </p:nvPicPr>
        <p:blipFill rotWithShape="1">
          <a:blip r:embed="rId83">
            <a:alphaModFix/>
          </a:blip>
          <a:srcRect b="0" l="0" r="0" t="0"/>
          <a:stretch/>
        </p:blipFill>
        <p:spPr>
          <a:xfrm>
            <a:off x="-4284791" y="970196"/>
            <a:ext cx="291758" cy="674438"/>
          </a:xfrm>
          <a:prstGeom prst="rect">
            <a:avLst/>
          </a:prstGeom>
          <a:noFill/>
          <a:ln>
            <a:noFill/>
          </a:ln>
        </p:spPr>
      </p:pic>
      <p:pic>
        <p:nvPicPr>
          <p:cNvPr id="12439" name="Google Shape;12439;p213"/>
          <p:cNvPicPr preferRelativeResize="0"/>
          <p:nvPr/>
        </p:nvPicPr>
        <p:blipFill rotWithShape="1">
          <a:blip r:embed="rId84">
            <a:alphaModFix/>
          </a:blip>
          <a:srcRect b="0" l="0" r="0" t="0"/>
          <a:stretch/>
        </p:blipFill>
        <p:spPr>
          <a:xfrm>
            <a:off x="-5173773" y="945400"/>
            <a:ext cx="219308" cy="674437"/>
          </a:xfrm>
          <a:prstGeom prst="rect">
            <a:avLst/>
          </a:prstGeom>
          <a:noFill/>
          <a:ln>
            <a:noFill/>
          </a:ln>
        </p:spPr>
      </p:pic>
      <p:pic>
        <p:nvPicPr>
          <p:cNvPr id="12440" name="Google Shape;12440;p213"/>
          <p:cNvPicPr preferRelativeResize="0"/>
          <p:nvPr/>
        </p:nvPicPr>
        <p:blipFill rotWithShape="1">
          <a:blip r:embed="rId85">
            <a:alphaModFix/>
          </a:blip>
          <a:srcRect b="0" l="0" r="0" t="0"/>
          <a:stretch/>
        </p:blipFill>
        <p:spPr>
          <a:xfrm>
            <a:off x="-3060973" y="2682077"/>
            <a:ext cx="518899" cy="674438"/>
          </a:xfrm>
          <a:prstGeom prst="rect">
            <a:avLst/>
          </a:prstGeom>
          <a:noFill/>
          <a:ln>
            <a:noFill/>
          </a:ln>
        </p:spPr>
      </p:pic>
      <p:pic>
        <p:nvPicPr>
          <p:cNvPr id="12441" name="Google Shape;12441;p213"/>
          <p:cNvPicPr preferRelativeResize="0"/>
          <p:nvPr/>
        </p:nvPicPr>
        <p:blipFill rotWithShape="1">
          <a:blip r:embed="rId86">
            <a:alphaModFix/>
          </a:blip>
          <a:srcRect b="0" l="0" r="0" t="0"/>
          <a:stretch/>
        </p:blipFill>
        <p:spPr>
          <a:xfrm>
            <a:off x="-3139297" y="1323284"/>
            <a:ext cx="290779" cy="674438"/>
          </a:xfrm>
          <a:prstGeom prst="rect">
            <a:avLst/>
          </a:prstGeom>
          <a:noFill/>
          <a:ln>
            <a:noFill/>
          </a:ln>
        </p:spPr>
      </p:pic>
      <p:pic>
        <p:nvPicPr>
          <p:cNvPr id="12442" name="Google Shape;12442;p213"/>
          <p:cNvPicPr preferRelativeResize="0"/>
          <p:nvPr/>
        </p:nvPicPr>
        <p:blipFill rotWithShape="1">
          <a:blip r:embed="rId87">
            <a:alphaModFix/>
          </a:blip>
          <a:srcRect b="0" l="0" r="0" t="0"/>
          <a:stretch/>
        </p:blipFill>
        <p:spPr>
          <a:xfrm>
            <a:off x="-2772151" y="2189143"/>
            <a:ext cx="314276" cy="360031"/>
          </a:xfrm>
          <a:prstGeom prst="rect">
            <a:avLst/>
          </a:prstGeom>
          <a:noFill/>
          <a:ln>
            <a:noFill/>
          </a:ln>
        </p:spPr>
      </p:pic>
      <p:pic>
        <p:nvPicPr>
          <p:cNvPr id="12443" name="Google Shape;12443;p213"/>
          <p:cNvPicPr preferRelativeResize="0"/>
          <p:nvPr/>
        </p:nvPicPr>
        <p:blipFill rotWithShape="1">
          <a:blip r:embed="rId88">
            <a:alphaModFix/>
          </a:blip>
          <a:srcRect b="0" l="0" r="0" t="0"/>
          <a:stretch/>
        </p:blipFill>
        <p:spPr>
          <a:xfrm>
            <a:off x="-3214684" y="2173274"/>
            <a:ext cx="313298" cy="360031"/>
          </a:xfrm>
          <a:prstGeom prst="rect">
            <a:avLst/>
          </a:prstGeom>
          <a:noFill/>
          <a:ln>
            <a:noFill/>
          </a:ln>
        </p:spPr>
      </p:pic>
      <p:pic>
        <p:nvPicPr>
          <p:cNvPr id="12444" name="Google Shape;12444;p213"/>
          <p:cNvPicPr preferRelativeResize="0"/>
          <p:nvPr/>
        </p:nvPicPr>
        <p:blipFill rotWithShape="1">
          <a:blip r:embed="rId89">
            <a:alphaModFix/>
          </a:blip>
          <a:srcRect b="0" l="0" r="0" t="0"/>
          <a:stretch/>
        </p:blipFill>
        <p:spPr>
          <a:xfrm>
            <a:off x="-5171815" y="2682077"/>
            <a:ext cx="518899" cy="674438"/>
          </a:xfrm>
          <a:prstGeom prst="rect">
            <a:avLst/>
          </a:prstGeom>
          <a:noFill/>
          <a:ln>
            <a:noFill/>
          </a:ln>
        </p:spPr>
      </p:pic>
      <p:pic>
        <p:nvPicPr>
          <p:cNvPr id="12445" name="Google Shape;12445;p213"/>
          <p:cNvPicPr preferRelativeResize="0"/>
          <p:nvPr/>
        </p:nvPicPr>
        <p:blipFill rotWithShape="1">
          <a:blip r:embed="rId90">
            <a:alphaModFix/>
          </a:blip>
          <a:srcRect b="0" l="0" r="0" t="0"/>
          <a:stretch/>
        </p:blipFill>
        <p:spPr>
          <a:xfrm>
            <a:off x="-3705191" y="2682077"/>
            <a:ext cx="519878" cy="674437"/>
          </a:xfrm>
          <a:prstGeom prst="rect">
            <a:avLst/>
          </a:prstGeom>
          <a:noFill/>
          <a:ln>
            <a:noFill/>
          </a:ln>
        </p:spPr>
      </p:pic>
      <p:pic>
        <p:nvPicPr>
          <p:cNvPr id="12446" name="Google Shape;12446;p213"/>
          <p:cNvPicPr preferRelativeResize="0"/>
          <p:nvPr/>
        </p:nvPicPr>
        <p:blipFill rotWithShape="1">
          <a:blip r:embed="rId91">
            <a:alphaModFix/>
          </a:blip>
          <a:srcRect b="0" l="0" r="0" t="0"/>
          <a:stretch/>
        </p:blipFill>
        <p:spPr>
          <a:xfrm>
            <a:off x="-3847153" y="1912425"/>
            <a:ext cx="520857" cy="674437"/>
          </a:xfrm>
          <a:prstGeom prst="rect">
            <a:avLst/>
          </a:prstGeom>
          <a:noFill/>
          <a:ln>
            <a:noFill/>
          </a:ln>
        </p:spPr>
      </p:pic>
      <p:pic>
        <p:nvPicPr>
          <p:cNvPr id="12447" name="Google Shape;12447;p213"/>
          <p:cNvPicPr preferRelativeResize="0"/>
          <p:nvPr/>
        </p:nvPicPr>
        <p:blipFill rotWithShape="1">
          <a:blip r:embed="rId92">
            <a:alphaModFix/>
          </a:blip>
          <a:srcRect b="0" l="0" r="0" t="0"/>
          <a:stretch/>
        </p:blipFill>
        <p:spPr>
          <a:xfrm>
            <a:off x="-4509974" y="1916392"/>
            <a:ext cx="520857" cy="674437"/>
          </a:xfrm>
          <a:prstGeom prst="rect">
            <a:avLst/>
          </a:prstGeom>
          <a:noFill/>
          <a:ln>
            <a:noFill/>
          </a:ln>
        </p:spPr>
      </p:pic>
      <p:pic>
        <p:nvPicPr>
          <p:cNvPr id="12448" name="Google Shape;12448;p213"/>
          <p:cNvPicPr preferRelativeResize="0"/>
          <p:nvPr/>
        </p:nvPicPr>
        <p:blipFill rotWithShape="1">
          <a:blip r:embed="rId93">
            <a:alphaModFix/>
          </a:blip>
          <a:srcRect b="0" l="0" r="0" t="0"/>
          <a:stretch/>
        </p:blipFill>
        <p:spPr>
          <a:xfrm>
            <a:off x="-5192375" y="1896556"/>
            <a:ext cx="520857" cy="674437"/>
          </a:xfrm>
          <a:prstGeom prst="rect">
            <a:avLst/>
          </a:prstGeom>
          <a:noFill/>
          <a:ln>
            <a:noFill/>
          </a:ln>
        </p:spPr>
      </p:pic>
      <p:pic>
        <p:nvPicPr>
          <p:cNvPr id="12449" name="Google Shape;12449;p213"/>
          <p:cNvPicPr preferRelativeResize="0"/>
          <p:nvPr/>
        </p:nvPicPr>
        <p:blipFill rotWithShape="1">
          <a:blip r:embed="rId94">
            <a:alphaModFix/>
          </a:blip>
          <a:srcRect b="0" l="0" r="0" t="0"/>
          <a:stretch/>
        </p:blipFill>
        <p:spPr>
          <a:xfrm>
            <a:off x="-4499204" y="2682077"/>
            <a:ext cx="661841" cy="674437"/>
          </a:xfrm>
          <a:prstGeom prst="rect">
            <a:avLst/>
          </a:prstGeom>
          <a:noFill/>
          <a:ln>
            <a:noFill/>
          </a:ln>
        </p:spPr>
      </p:pic>
      <p:pic>
        <p:nvPicPr>
          <p:cNvPr id="12450" name="Google Shape;12450;p213"/>
          <p:cNvPicPr preferRelativeResize="0"/>
          <p:nvPr/>
        </p:nvPicPr>
        <p:blipFill rotWithShape="1">
          <a:blip r:embed="rId95">
            <a:alphaModFix/>
          </a:blip>
          <a:srcRect b="0" l="0" r="0" t="0"/>
          <a:stretch/>
        </p:blipFill>
        <p:spPr>
          <a:xfrm>
            <a:off x="-3558437" y="7261977"/>
            <a:ext cx="253062" cy="363523"/>
          </a:xfrm>
          <a:prstGeom prst="rect">
            <a:avLst/>
          </a:prstGeom>
          <a:noFill/>
          <a:ln>
            <a:noFill/>
          </a:ln>
        </p:spPr>
      </p:pic>
      <p:pic>
        <p:nvPicPr>
          <p:cNvPr id="12451" name="Google Shape;12451;p213"/>
          <p:cNvPicPr preferRelativeResize="0"/>
          <p:nvPr/>
        </p:nvPicPr>
        <p:blipFill rotWithShape="1">
          <a:blip r:embed="rId96">
            <a:alphaModFix/>
          </a:blip>
          <a:srcRect b="0" l="0" r="0" t="0"/>
          <a:stretch/>
        </p:blipFill>
        <p:spPr>
          <a:xfrm>
            <a:off x="-3238924" y="7529675"/>
            <a:ext cx="253062" cy="364165"/>
          </a:xfrm>
          <a:prstGeom prst="rect">
            <a:avLst/>
          </a:prstGeom>
          <a:noFill/>
          <a:ln>
            <a:noFill/>
          </a:ln>
        </p:spPr>
      </p:pic>
      <p:pic>
        <p:nvPicPr>
          <p:cNvPr id="12452" name="Google Shape;12452;p213"/>
          <p:cNvPicPr preferRelativeResize="0"/>
          <p:nvPr/>
        </p:nvPicPr>
        <p:blipFill rotWithShape="1">
          <a:blip r:embed="rId97">
            <a:alphaModFix/>
          </a:blip>
          <a:srcRect b="0" l="0" r="0" t="0"/>
          <a:stretch/>
        </p:blipFill>
        <p:spPr>
          <a:xfrm>
            <a:off x="11209012" y="1489786"/>
            <a:ext cx="239852" cy="652576"/>
          </a:xfrm>
          <a:prstGeom prst="rect">
            <a:avLst/>
          </a:prstGeom>
          <a:noFill/>
          <a:ln>
            <a:noFill/>
          </a:ln>
        </p:spPr>
      </p:pic>
      <p:pic>
        <p:nvPicPr>
          <p:cNvPr id="12453" name="Google Shape;12453;p213"/>
          <p:cNvPicPr preferRelativeResize="0"/>
          <p:nvPr/>
        </p:nvPicPr>
        <p:blipFill rotWithShape="1">
          <a:blip r:embed="rId98">
            <a:alphaModFix/>
          </a:blip>
          <a:srcRect b="0" l="0" r="0" t="0"/>
          <a:stretch/>
        </p:blipFill>
        <p:spPr>
          <a:xfrm>
            <a:off x="11628156" y="1476350"/>
            <a:ext cx="257383" cy="652576"/>
          </a:xfrm>
          <a:prstGeom prst="rect">
            <a:avLst/>
          </a:prstGeom>
          <a:noFill/>
          <a:ln>
            <a:noFill/>
          </a:ln>
        </p:spPr>
      </p:pic>
      <p:pic>
        <p:nvPicPr>
          <p:cNvPr id="12454" name="Google Shape;12454;p213"/>
          <p:cNvPicPr preferRelativeResize="0"/>
          <p:nvPr/>
        </p:nvPicPr>
        <p:blipFill rotWithShape="1">
          <a:blip r:embed="rId99">
            <a:alphaModFix/>
          </a:blip>
          <a:srcRect b="0" l="0" r="0" t="0"/>
          <a:stretch/>
        </p:blipFill>
        <p:spPr>
          <a:xfrm>
            <a:off x="11165185" y="2917777"/>
            <a:ext cx="446237" cy="652576"/>
          </a:xfrm>
          <a:prstGeom prst="rect">
            <a:avLst/>
          </a:prstGeom>
          <a:noFill/>
          <a:ln>
            <a:noFill/>
          </a:ln>
        </p:spPr>
      </p:pic>
      <p:pic>
        <p:nvPicPr>
          <p:cNvPr id="12455" name="Google Shape;12455;p213"/>
          <p:cNvPicPr preferRelativeResize="0"/>
          <p:nvPr/>
        </p:nvPicPr>
        <p:blipFill rotWithShape="1">
          <a:blip r:embed="rId100">
            <a:alphaModFix/>
          </a:blip>
          <a:srcRect b="0" l="0" r="0" t="0"/>
          <a:stretch/>
        </p:blipFill>
        <p:spPr>
          <a:xfrm>
            <a:off x="10338052" y="2884188"/>
            <a:ext cx="539468" cy="652576"/>
          </a:xfrm>
          <a:prstGeom prst="rect">
            <a:avLst/>
          </a:prstGeom>
          <a:noFill/>
          <a:ln>
            <a:noFill/>
          </a:ln>
        </p:spPr>
      </p:pic>
      <p:pic>
        <p:nvPicPr>
          <p:cNvPr id="12456" name="Google Shape;12456;p213"/>
          <p:cNvPicPr preferRelativeResize="0"/>
          <p:nvPr/>
        </p:nvPicPr>
        <p:blipFill rotWithShape="1">
          <a:blip r:embed="rId101">
            <a:alphaModFix/>
          </a:blip>
          <a:srcRect b="0" l="0" r="0" t="0"/>
          <a:stretch/>
        </p:blipFill>
        <p:spPr>
          <a:xfrm>
            <a:off x="11728865" y="3311243"/>
            <a:ext cx="446237" cy="652576"/>
          </a:xfrm>
          <a:prstGeom prst="rect">
            <a:avLst/>
          </a:prstGeom>
          <a:noFill/>
          <a:ln>
            <a:noFill/>
          </a:ln>
        </p:spPr>
      </p:pic>
      <p:pic>
        <p:nvPicPr>
          <p:cNvPr id="12457" name="Google Shape;12457;p213"/>
          <p:cNvPicPr preferRelativeResize="0"/>
          <p:nvPr/>
        </p:nvPicPr>
        <p:blipFill rotWithShape="1">
          <a:blip r:embed="rId102">
            <a:alphaModFix/>
          </a:blip>
          <a:srcRect b="0" l="0" r="0" t="0"/>
          <a:stretch/>
        </p:blipFill>
        <p:spPr>
          <a:xfrm>
            <a:off x="11330133" y="4272832"/>
            <a:ext cx="178495" cy="652576"/>
          </a:xfrm>
          <a:prstGeom prst="rect">
            <a:avLst/>
          </a:prstGeom>
          <a:noFill/>
          <a:ln>
            <a:noFill/>
          </a:ln>
        </p:spPr>
      </p:pic>
      <p:pic>
        <p:nvPicPr>
          <p:cNvPr id="12458" name="Google Shape;12458;p213"/>
          <p:cNvPicPr preferRelativeResize="0"/>
          <p:nvPr/>
        </p:nvPicPr>
        <p:blipFill rotWithShape="1">
          <a:blip r:embed="rId103">
            <a:alphaModFix/>
          </a:blip>
          <a:srcRect b="0" l="0" r="0" t="0"/>
          <a:stretch/>
        </p:blipFill>
        <p:spPr>
          <a:xfrm>
            <a:off x="12080768" y="1476350"/>
            <a:ext cx="178495" cy="652576"/>
          </a:xfrm>
          <a:prstGeom prst="rect">
            <a:avLst/>
          </a:prstGeom>
          <a:noFill/>
          <a:ln>
            <a:noFill/>
          </a:ln>
        </p:spPr>
      </p:pic>
      <p:pic>
        <p:nvPicPr>
          <p:cNvPr id="12459" name="Google Shape;12459;p213"/>
          <p:cNvPicPr preferRelativeResize="0"/>
          <p:nvPr/>
        </p:nvPicPr>
        <p:blipFill rotWithShape="1">
          <a:blip r:embed="rId104">
            <a:alphaModFix/>
          </a:blip>
          <a:srcRect b="0" l="0" r="0" t="0"/>
          <a:stretch/>
        </p:blipFill>
        <p:spPr>
          <a:xfrm>
            <a:off x="10310163" y="4060745"/>
            <a:ext cx="251008" cy="652577"/>
          </a:xfrm>
          <a:prstGeom prst="rect">
            <a:avLst/>
          </a:prstGeom>
          <a:noFill/>
          <a:ln>
            <a:noFill/>
          </a:ln>
        </p:spPr>
      </p:pic>
      <p:pic>
        <p:nvPicPr>
          <p:cNvPr id="12460" name="Google Shape;12460;p213"/>
          <p:cNvPicPr preferRelativeResize="0"/>
          <p:nvPr/>
        </p:nvPicPr>
        <p:blipFill rotWithShape="1">
          <a:blip r:embed="rId105">
            <a:alphaModFix/>
          </a:blip>
          <a:srcRect b="0" l="0" r="0" t="0"/>
          <a:stretch/>
        </p:blipFill>
        <p:spPr>
          <a:xfrm>
            <a:off x="10765165" y="1463874"/>
            <a:ext cx="250212" cy="652577"/>
          </a:xfrm>
          <a:prstGeom prst="rect">
            <a:avLst/>
          </a:prstGeom>
          <a:noFill/>
          <a:ln>
            <a:noFill/>
          </a:ln>
        </p:spPr>
      </p:pic>
      <p:pic>
        <p:nvPicPr>
          <p:cNvPr id="12461" name="Google Shape;12461;p213"/>
          <p:cNvPicPr preferRelativeResize="0"/>
          <p:nvPr/>
        </p:nvPicPr>
        <p:blipFill rotWithShape="1">
          <a:blip r:embed="rId106">
            <a:alphaModFix/>
          </a:blip>
          <a:srcRect b="0" l="0" r="0" t="0"/>
          <a:stretch/>
        </p:blipFill>
        <p:spPr>
          <a:xfrm>
            <a:off x="10803414" y="4283389"/>
            <a:ext cx="258180" cy="653535"/>
          </a:xfrm>
          <a:prstGeom prst="rect">
            <a:avLst/>
          </a:prstGeom>
          <a:noFill/>
          <a:ln>
            <a:noFill/>
          </a:ln>
        </p:spPr>
      </p:pic>
      <p:pic>
        <p:nvPicPr>
          <p:cNvPr id="12462" name="Google Shape;12462;p213"/>
          <p:cNvPicPr preferRelativeResize="0"/>
          <p:nvPr/>
        </p:nvPicPr>
        <p:blipFill rotWithShape="1">
          <a:blip r:embed="rId107">
            <a:alphaModFix/>
          </a:blip>
          <a:srcRect b="0" l="0" r="0" t="0"/>
          <a:stretch/>
        </p:blipFill>
        <p:spPr>
          <a:xfrm>
            <a:off x="11648874" y="2339094"/>
            <a:ext cx="539468" cy="652576"/>
          </a:xfrm>
          <a:prstGeom prst="rect">
            <a:avLst/>
          </a:prstGeom>
          <a:noFill/>
          <a:ln>
            <a:noFill/>
          </a:ln>
        </p:spPr>
      </p:pic>
      <p:pic>
        <p:nvPicPr>
          <p:cNvPr id="12463" name="Google Shape;12463;p213"/>
          <p:cNvPicPr preferRelativeResize="0"/>
          <p:nvPr/>
        </p:nvPicPr>
        <p:blipFill rotWithShape="1">
          <a:blip r:embed="rId108">
            <a:alphaModFix/>
          </a:blip>
          <a:srcRect b="0" l="0" r="0" t="0"/>
          <a:stretch/>
        </p:blipFill>
        <p:spPr>
          <a:xfrm>
            <a:off x="10966769" y="2252724"/>
            <a:ext cx="540265" cy="652577"/>
          </a:xfrm>
          <a:prstGeom prst="rect">
            <a:avLst/>
          </a:prstGeom>
          <a:noFill/>
          <a:ln>
            <a:noFill/>
          </a:ln>
        </p:spPr>
      </p:pic>
      <p:pic>
        <p:nvPicPr>
          <p:cNvPr id="12464" name="Google Shape;12464;p213"/>
          <p:cNvPicPr preferRelativeResize="0"/>
          <p:nvPr/>
        </p:nvPicPr>
        <p:blipFill rotWithShape="1">
          <a:blip r:embed="rId109">
            <a:alphaModFix/>
          </a:blip>
          <a:srcRect b="0" l="0" r="0" t="0"/>
          <a:stretch/>
        </p:blipFill>
        <p:spPr>
          <a:xfrm>
            <a:off x="10481485" y="2013766"/>
            <a:ext cx="239056" cy="653535"/>
          </a:xfrm>
          <a:prstGeom prst="rect">
            <a:avLst/>
          </a:prstGeom>
          <a:noFill/>
          <a:ln>
            <a:noFill/>
          </a:ln>
        </p:spPr>
      </p:pic>
      <p:pic>
        <p:nvPicPr>
          <p:cNvPr id="12465" name="Google Shape;12465;p213"/>
          <p:cNvPicPr preferRelativeResize="0"/>
          <p:nvPr/>
        </p:nvPicPr>
        <p:blipFill rotWithShape="1">
          <a:blip r:embed="rId92">
            <a:alphaModFix/>
          </a:blip>
          <a:srcRect b="0" l="0" r="0" t="0"/>
          <a:stretch/>
        </p:blipFill>
        <p:spPr>
          <a:xfrm>
            <a:off x="10855209" y="3549240"/>
            <a:ext cx="423925" cy="652576"/>
          </a:xfrm>
          <a:prstGeom prst="rect">
            <a:avLst/>
          </a:prstGeom>
          <a:noFill/>
          <a:ln>
            <a:noFill/>
          </a:ln>
        </p:spPr>
      </p:pic>
      <p:pic>
        <p:nvPicPr>
          <p:cNvPr id="12466" name="Google Shape;12466;p213"/>
          <p:cNvPicPr preferRelativeResize="0"/>
          <p:nvPr/>
        </p:nvPicPr>
        <p:blipFill rotWithShape="1">
          <a:blip r:embed="rId110">
            <a:alphaModFix/>
          </a:blip>
          <a:srcRect b="0" l="0" r="0" t="0"/>
          <a:stretch/>
        </p:blipFill>
        <p:spPr>
          <a:xfrm>
            <a:off x="11855565" y="4194376"/>
            <a:ext cx="422332" cy="653535"/>
          </a:xfrm>
          <a:prstGeom prst="rect">
            <a:avLst/>
          </a:prstGeom>
          <a:noFill/>
          <a:ln>
            <a:noFill/>
          </a:ln>
        </p:spPr>
      </p:pic>
      <p:grpSp>
        <p:nvGrpSpPr>
          <p:cNvPr id="12467" name="Google Shape;12467;p213"/>
          <p:cNvGrpSpPr/>
          <p:nvPr/>
        </p:nvGrpSpPr>
        <p:grpSpPr>
          <a:xfrm>
            <a:off x="187550" y="875833"/>
            <a:ext cx="4396608" cy="5774659"/>
            <a:chOff x="111125" y="561600"/>
            <a:chExt cx="5760000" cy="6192000"/>
          </a:xfrm>
        </p:grpSpPr>
        <p:sp>
          <p:nvSpPr>
            <p:cNvPr id="12468" name="Google Shape;12468;p213"/>
            <p:cNvSpPr txBox="1"/>
            <p:nvPr/>
          </p:nvSpPr>
          <p:spPr>
            <a:xfrm>
              <a:off x="111125" y="561600"/>
              <a:ext cx="5760000" cy="6192000"/>
            </a:xfrm>
            <a:prstGeom prst="rect">
              <a:avLst/>
            </a:prstGeom>
            <a:solidFill>
              <a:srgbClr val="FFFFFF"/>
            </a:solidFill>
            <a:ln cap="flat" cmpd="sng" w="38100">
              <a:solidFill>
                <a:srgbClr val="0DC3C3"/>
              </a:solidFill>
              <a:prstDash val="solid"/>
              <a:round/>
              <a:headEnd len="sm" w="sm" type="none"/>
              <a:tailEnd len="sm" w="sm" type="none"/>
            </a:ln>
            <a:effectLst>
              <a:outerShdw blurRad="63500" dir="10800000" dist="38100">
                <a:srgbClr val="000000">
                  <a:alpha val="39220"/>
                </a:srgbClr>
              </a:outerShdw>
            </a:effectLst>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Arial"/>
                <a:ea typeface="Arial"/>
                <a:cs typeface="Arial"/>
                <a:sym typeface="Arial"/>
              </a:endParaRPr>
            </a:p>
          </p:txBody>
        </p:sp>
        <p:sp>
          <p:nvSpPr>
            <p:cNvPr id="12469" name="Google Shape;12469;p213"/>
            <p:cNvSpPr txBox="1"/>
            <p:nvPr/>
          </p:nvSpPr>
          <p:spPr>
            <a:xfrm>
              <a:off x="111125" y="561600"/>
              <a:ext cx="5760000" cy="352500"/>
            </a:xfrm>
            <a:prstGeom prst="rect">
              <a:avLst/>
            </a:prstGeom>
            <a:solidFill>
              <a:srgbClr val="0DC3C3"/>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FFFFFF"/>
                </a:buClr>
                <a:buSzPts val="1800"/>
                <a:buFont typeface="Arial"/>
                <a:buNone/>
              </a:pPr>
              <a:r>
                <a:rPr b="1" lang="es-419" sz="1300">
                  <a:solidFill>
                    <a:srgbClr val="FFFFFF"/>
                  </a:solidFill>
                  <a:latin typeface="Arvo"/>
                  <a:ea typeface="Arvo"/>
                  <a:cs typeface="Arvo"/>
                  <a:sym typeface="Arvo"/>
                </a:rPr>
                <a:t>Escenario</a:t>
              </a:r>
              <a:endParaRPr i="0" sz="1300" u="none" cap="none" strike="noStrike">
                <a:solidFill>
                  <a:srgbClr val="000000"/>
                </a:solidFill>
                <a:latin typeface="Arvo"/>
                <a:ea typeface="Arvo"/>
                <a:cs typeface="Arvo"/>
                <a:sym typeface="Arvo"/>
              </a:endParaRPr>
            </a:p>
          </p:txBody>
        </p:sp>
      </p:grpSp>
      <p:grpSp>
        <p:nvGrpSpPr>
          <p:cNvPr id="12470" name="Google Shape;12470;p213"/>
          <p:cNvGrpSpPr/>
          <p:nvPr/>
        </p:nvGrpSpPr>
        <p:grpSpPr>
          <a:xfrm>
            <a:off x="4728159" y="875834"/>
            <a:ext cx="5135352" cy="5774659"/>
            <a:chOff x="6025601" y="561600"/>
            <a:chExt cx="5773302" cy="6192000"/>
          </a:xfrm>
        </p:grpSpPr>
        <p:sp>
          <p:nvSpPr>
            <p:cNvPr id="12471" name="Google Shape;12471;p213"/>
            <p:cNvSpPr txBox="1"/>
            <p:nvPr/>
          </p:nvSpPr>
          <p:spPr>
            <a:xfrm>
              <a:off x="6025601" y="561600"/>
              <a:ext cx="5760600" cy="6192000"/>
            </a:xfrm>
            <a:prstGeom prst="rect">
              <a:avLst/>
            </a:prstGeom>
            <a:solidFill>
              <a:srgbClr val="FFFFFF"/>
            </a:solidFill>
            <a:ln cap="flat" cmpd="sng" w="38100">
              <a:solidFill>
                <a:srgbClr val="96479C"/>
              </a:solidFill>
              <a:prstDash val="solid"/>
              <a:round/>
              <a:headEnd len="sm" w="sm" type="none"/>
              <a:tailEnd len="sm" w="sm" type="none"/>
            </a:ln>
            <a:effectLst>
              <a:outerShdw blurRad="63500" dir="10800000" dist="38100">
                <a:srgbClr val="000000">
                  <a:alpha val="39220"/>
                </a:srgbClr>
              </a:outerShdw>
            </a:effectLst>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Arial"/>
                <a:ea typeface="Arial"/>
                <a:cs typeface="Arial"/>
                <a:sym typeface="Arial"/>
              </a:endParaRPr>
            </a:p>
          </p:txBody>
        </p:sp>
        <p:sp>
          <p:nvSpPr>
            <p:cNvPr id="12472" name="Google Shape;12472;p213"/>
            <p:cNvSpPr txBox="1"/>
            <p:nvPr/>
          </p:nvSpPr>
          <p:spPr>
            <a:xfrm>
              <a:off x="6038303" y="561600"/>
              <a:ext cx="5760600" cy="352500"/>
            </a:xfrm>
            <a:prstGeom prst="rect">
              <a:avLst/>
            </a:prstGeom>
            <a:solidFill>
              <a:srgbClr val="96479C"/>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FFFFFF"/>
                </a:buClr>
                <a:buSzPts val="1800"/>
                <a:buFont typeface="Arial"/>
                <a:buNone/>
              </a:pPr>
              <a:r>
                <a:rPr b="1" lang="es-419" sz="1200">
                  <a:solidFill>
                    <a:srgbClr val="FFFFFF"/>
                  </a:solidFill>
                  <a:latin typeface="Arvo"/>
                  <a:ea typeface="Arvo"/>
                  <a:cs typeface="Arvo"/>
                  <a:sym typeface="Arvo"/>
                </a:rPr>
                <a:t>Sistema de Información</a:t>
              </a:r>
              <a:endParaRPr i="0" sz="1200" u="none" cap="none" strike="noStrike">
                <a:solidFill>
                  <a:srgbClr val="000000"/>
                </a:solidFill>
                <a:latin typeface="Arvo"/>
                <a:ea typeface="Arvo"/>
                <a:cs typeface="Arvo"/>
                <a:sym typeface="Arvo"/>
              </a:endParaRPr>
            </a:p>
          </p:txBody>
        </p:sp>
      </p:grpSp>
      <p:grpSp>
        <p:nvGrpSpPr>
          <p:cNvPr id="12473" name="Google Shape;12473;p213"/>
          <p:cNvGrpSpPr/>
          <p:nvPr/>
        </p:nvGrpSpPr>
        <p:grpSpPr>
          <a:xfrm>
            <a:off x="4862100" y="1326042"/>
            <a:ext cx="2365102" cy="1823291"/>
            <a:chOff x="4977080" y="1509325"/>
            <a:chExt cx="2028911" cy="1321800"/>
          </a:xfrm>
        </p:grpSpPr>
        <p:sp>
          <p:nvSpPr>
            <p:cNvPr id="12474" name="Google Shape;12474;p213"/>
            <p:cNvSpPr txBox="1"/>
            <p:nvPr/>
          </p:nvSpPr>
          <p:spPr>
            <a:xfrm>
              <a:off x="4977092" y="1509325"/>
              <a:ext cx="2028900" cy="1321800"/>
            </a:xfrm>
            <a:prstGeom prst="rect">
              <a:avLst/>
            </a:prstGeom>
            <a:solidFill>
              <a:srgbClr val="FFFFFF"/>
            </a:solidFill>
            <a:ln cap="flat" cmpd="sng" w="38100">
              <a:solidFill>
                <a:srgbClr val="BFBFBF"/>
              </a:solidFill>
              <a:prstDash val="solid"/>
              <a:round/>
              <a:headEnd len="sm" w="sm" type="none"/>
              <a:tailEnd len="sm" w="sm" type="none"/>
            </a:ln>
            <a:effectLst>
              <a:outerShdw blurRad="63500" dir="2700000" dist="38100">
                <a:srgbClr val="000000">
                  <a:alpha val="39220"/>
                </a:srgbClr>
              </a:outerShdw>
            </a:effectLst>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Arial"/>
                <a:ea typeface="Arial"/>
                <a:cs typeface="Arial"/>
                <a:sym typeface="Arial"/>
              </a:endParaRPr>
            </a:p>
          </p:txBody>
        </p:sp>
        <p:sp>
          <p:nvSpPr>
            <p:cNvPr id="12475" name="Google Shape;12475;p213"/>
            <p:cNvSpPr txBox="1"/>
            <p:nvPr/>
          </p:nvSpPr>
          <p:spPr>
            <a:xfrm>
              <a:off x="4977080" y="1520404"/>
              <a:ext cx="2028900" cy="192600"/>
            </a:xfrm>
            <a:prstGeom prst="rect">
              <a:avLst/>
            </a:prstGeom>
            <a:solidFill>
              <a:srgbClr val="BFBFBF"/>
            </a:solidFill>
            <a:ln>
              <a:noFill/>
            </a:ln>
          </p:spPr>
          <p:txBody>
            <a:bodyPr anchorCtr="0" anchor="ctr" bIns="0" lIns="0" spcFirstLastPara="1" rIns="0" wrap="square" tIns="0">
              <a:noAutofit/>
            </a:bodyPr>
            <a:lstStyle/>
            <a:p>
              <a:pPr indent="0" lvl="0" marL="0" marR="0" rtl="0" algn="ctr">
                <a:lnSpc>
                  <a:spcPct val="100000"/>
                </a:lnSpc>
                <a:spcBef>
                  <a:spcPts val="0"/>
                </a:spcBef>
                <a:spcAft>
                  <a:spcPts val="0"/>
                </a:spcAft>
                <a:buClr>
                  <a:srgbClr val="000000"/>
                </a:buClr>
                <a:buSzPts val="1800"/>
                <a:buFont typeface="Arial"/>
                <a:buNone/>
              </a:pPr>
              <a:r>
                <a:rPr b="1" i="0" lang="es-419" sz="1000" u="none" cap="none" strike="noStrike">
                  <a:solidFill>
                    <a:srgbClr val="000000"/>
                  </a:solidFill>
                  <a:latin typeface="Arvo"/>
                  <a:ea typeface="Arvo"/>
                  <a:cs typeface="Arvo"/>
                  <a:sym typeface="Arvo"/>
                </a:rPr>
                <a:t>Formularios - P</a:t>
              </a:r>
              <a:r>
                <a:rPr b="1" lang="es-419" sz="1000">
                  <a:latin typeface="Arvo"/>
                  <a:ea typeface="Arvo"/>
                  <a:cs typeface="Arvo"/>
                  <a:sym typeface="Arvo"/>
                </a:rPr>
                <a:t>rocesos</a:t>
              </a:r>
              <a:endParaRPr i="0" sz="1000" u="none" cap="none" strike="noStrike">
                <a:solidFill>
                  <a:srgbClr val="000000"/>
                </a:solidFill>
                <a:latin typeface="Arvo"/>
                <a:ea typeface="Arvo"/>
                <a:cs typeface="Arvo"/>
                <a:sym typeface="Arvo"/>
              </a:endParaRPr>
            </a:p>
          </p:txBody>
        </p:sp>
      </p:grpSp>
      <p:grpSp>
        <p:nvGrpSpPr>
          <p:cNvPr id="12476" name="Google Shape;12476;p213"/>
          <p:cNvGrpSpPr/>
          <p:nvPr/>
        </p:nvGrpSpPr>
        <p:grpSpPr>
          <a:xfrm>
            <a:off x="4862112" y="3288193"/>
            <a:ext cx="2365090" cy="1583535"/>
            <a:chOff x="4977091" y="2931792"/>
            <a:chExt cx="2028901" cy="1147988"/>
          </a:xfrm>
        </p:grpSpPr>
        <p:sp>
          <p:nvSpPr>
            <p:cNvPr id="12477" name="Google Shape;12477;p213"/>
            <p:cNvSpPr txBox="1"/>
            <p:nvPr/>
          </p:nvSpPr>
          <p:spPr>
            <a:xfrm>
              <a:off x="4977092" y="2944881"/>
              <a:ext cx="2028900" cy="1134900"/>
            </a:xfrm>
            <a:prstGeom prst="rect">
              <a:avLst/>
            </a:prstGeom>
            <a:solidFill>
              <a:srgbClr val="FFFFFF"/>
            </a:solidFill>
            <a:ln cap="flat" cmpd="sng" w="38100">
              <a:solidFill>
                <a:srgbClr val="D9D9D9"/>
              </a:solidFill>
              <a:prstDash val="solid"/>
              <a:round/>
              <a:headEnd len="sm" w="sm" type="none"/>
              <a:tailEnd len="sm" w="sm" type="none"/>
            </a:ln>
            <a:effectLst>
              <a:outerShdw blurRad="63500" dir="2700000" dist="38100">
                <a:srgbClr val="000000">
                  <a:alpha val="39220"/>
                </a:srgbClr>
              </a:outerShdw>
            </a:effectLst>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Arial"/>
                <a:ea typeface="Arial"/>
                <a:cs typeface="Arial"/>
                <a:sym typeface="Arial"/>
              </a:endParaRPr>
            </a:p>
          </p:txBody>
        </p:sp>
        <p:sp>
          <p:nvSpPr>
            <p:cNvPr id="12478" name="Google Shape;12478;p213"/>
            <p:cNvSpPr txBox="1"/>
            <p:nvPr/>
          </p:nvSpPr>
          <p:spPr>
            <a:xfrm>
              <a:off x="4977091" y="2931792"/>
              <a:ext cx="2028900" cy="208500"/>
            </a:xfrm>
            <a:prstGeom prst="rect">
              <a:avLst/>
            </a:prstGeom>
            <a:solidFill>
              <a:srgbClr val="F2F2F2"/>
            </a:solidFill>
            <a:ln cap="flat" cmpd="sng" w="9525">
              <a:solidFill>
                <a:srgbClr val="D9D9D9"/>
              </a:solidFill>
              <a:prstDash val="solid"/>
              <a:miter lim="800000"/>
              <a:headEnd len="sm" w="sm" type="none"/>
              <a:tailEnd len="sm" w="sm" type="none"/>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rPr b="1" lang="es-419" sz="1000">
                  <a:latin typeface="Arvo"/>
                  <a:ea typeface="Arvo"/>
                  <a:cs typeface="Arvo"/>
                  <a:sym typeface="Arvo"/>
                </a:rPr>
                <a:t>Formulario </a:t>
              </a:r>
              <a:r>
                <a:rPr b="1" i="0" lang="es-419" sz="1000" u="none" cap="none" strike="noStrike">
                  <a:solidFill>
                    <a:srgbClr val="000000"/>
                  </a:solidFill>
                  <a:latin typeface="Arvo"/>
                  <a:ea typeface="Arvo"/>
                  <a:cs typeface="Arvo"/>
                  <a:sym typeface="Arvo"/>
                </a:rPr>
                <a:t>- </a:t>
              </a:r>
              <a:r>
                <a:rPr b="1" lang="es-419" sz="1000">
                  <a:latin typeface="Arvo"/>
                  <a:ea typeface="Arvo"/>
                  <a:cs typeface="Arvo"/>
                  <a:sym typeface="Arvo"/>
                </a:rPr>
                <a:t>Soporte</a:t>
              </a:r>
              <a:endParaRPr i="0" sz="1000" u="none" cap="none" strike="noStrike">
                <a:solidFill>
                  <a:srgbClr val="000000"/>
                </a:solidFill>
                <a:latin typeface="Arvo"/>
                <a:ea typeface="Arvo"/>
                <a:cs typeface="Arvo"/>
                <a:sym typeface="Arvo"/>
              </a:endParaRPr>
            </a:p>
          </p:txBody>
        </p:sp>
      </p:grpSp>
      <p:grpSp>
        <p:nvGrpSpPr>
          <p:cNvPr id="12479" name="Google Shape;12479;p213"/>
          <p:cNvGrpSpPr/>
          <p:nvPr/>
        </p:nvGrpSpPr>
        <p:grpSpPr>
          <a:xfrm>
            <a:off x="4862466" y="5042037"/>
            <a:ext cx="2365089" cy="1466001"/>
            <a:chOff x="4977394" y="4203246"/>
            <a:chExt cx="2028900" cy="1062781"/>
          </a:xfrm>
        </p:grpSpPr>
        <p:sp>
          <p:nvSpPr>
            <p:cNvPr id="12480" name="Google Shape;12480;p213"/>
            <p:cNvSpPr txBox="1"/>
            <p:nvPr/>
          </p:nvSpPr>
          <p:spPr>
            <a:xfrm>
              <a:off x="4977394" y="4216328"/>
              <a:ext cx="2028900" cy="1049700"/>
            </a:xfrm>
            <a:prstGeom prst="rect">
              <a:avLst/>
            </a:prstGeom>
            <a:solidFill>
              <a:srgbClr val="FFFFFF"/>
            </a:solidFill>
            <a:ln cap="flat" cmpd="sng" w="38100">
              <a:solidFill>
                <a:srgbClr val="72BFC5"/>
              </a:solidFill>
              <a:prstDash val="solid"/>
              <a:round/>
              <a:headEnd len="sm" w="sm" type="none"/>
              <a:tailEnd len="sm" w="sm" type="none"/>
            </a:ln>
            <a:effectLst>
              <a:outerShdw blurRad="63500" dir="2700000" dist="38100">
                <a:srgbClr val="000000">
                  <a:alpha val="39220"/>
                </a:srgbClr>
              </a:outerShdw>
            </a:effectLst>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Arial"/>
                <a:ea typeface="Arial"/>
                <a:cs typeface="Arial"/>
                <a:sym typeface="Arial"/>
              </a:endParaRPr>
            </a:p>
          </p:txBody>
        </p:sp>
        <p:sp>
          <p:nvSpPr>
            <p:cNvPr id="12481" name="Google Shape;12481;p213"/>
            <p:cNvSpPr txBox="1"/>
            <p:nvPr/>
          </p:nvSpPr>
          <p:spPr>
            <a:xfrm>
              <a:off x="4977394" y="4203246"/>
              <a:ext cx="2028900" cy="182100"/>
            </a:xfrm>
            <a:prstGeom prst="rect">
              <a:avLst/>
            </a:prstGeom>
            <a:solidFill>
              <a:srgbClr val="72BFC5"/>
            </a:solidFill>
            <a:ln cap="flat" cmpd="sng" w="38100">
              <a:solidFill>
                <a:srgbClr val="72BFC5"/>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rPr b="1" i="0" lang="es-419" sz="1000" u="none" cap="none" strike="noStrike">
                  <a:solidFill>
                    <a:srgbClr val="000000"/>
                  </a:solidFill>
                  <a:latin typeface="Arvo"/>
                  <a:ea typeface="Arvo"/>
                  <a:cs typeface="Arvo"/>
                  <a:sym typeface="Arvo"/>
                </a:rPr>
                <a:t>Formularios - D</a:t>
              </a:r>
              <a:r>
                <a:rPr b="1" lang="es-419" sz="1000">
                  <a:latin typeface="Arvo"/>
                  <a:ea typeface="Arvo"/>
                  <a:cs typeface="Arvo"/>
                  <a:sym typeface="Arvo"/>
                </a:rPr>
                <a:t>ialogo</a:t>
              </a:r>
              <a:endParaRPr i="0" sz="1000" u="none" cap="none" strike="noStrike">
                <a:solidFill>
                  <a:srgbClr val="000000"/>
                </a:solidFill>
                <a:latin typeface="Arvo"/>
                <a:ea typeface="Arvo"/>
                <a:cs typeface="Arvo"/>
                <a:sym typeface="Arvo"/>
              </a:endParaRPr>
            </a:p>
          </p:txBody>
        </p:sp>
      </p:grpSp>
      <p:grpSp>
        <p:nvGrpSpPr>
          <p:cNvPr id="12482" name="Google Shape;12482;p213"/>
          <p:cNvGrpSpPr/>
          <p:nvPr/>
        </p:nvGrpSpPr>
        <p:grpSpPr>
          <a:xfrm>
            <a:off x="7414088" y="1326038"/>
            <a:ext cx="2297245" cy="1823436"/>
            <a:chOff x="7166313" y="1509322"/>
            <a:chExt cx="1970700" cy="1321905"/>
          </a:xfrm>
        </p:grpSpPr>
        <p:sp>
          <p:nvSpPr>
            <p:cNvPr id="12483" name="Google Shape;12483;p213"/>
            <p:cNvSpPr txBox="1"/>
            <p:nvPr/>
          </p:nvSpPr>
          <p:spPr>
            <a:xfrm>
              <a:off x="7166313" y="1510328"/>
              <a:ext cx="1970700" cy="1320900"/>
            </a:xfrm>
            <a:prstGeom prst="rect">
              <a:avLst/>
            </a:prstGeom>
            <a:solidFill>
              <a:srgbClr val="FFFFFF"/>
            </a:solidFill>
            <a:ln cap="flat" cmpd="sng" w="38100">
              <a:solidFill>
                <a:srgbClr val="D9D9D9"/>
              </a:solidFill>
              <a:prstDash val="solid"/>
              <a:round/>
              <a:headEnd len="sm" w="sm" type="none"/>
              <a:tailEnd len="sm" w="sm" type="none"/>
            </a:ln>
            <a:effectLst>
              <a:outerShdw blurRad="63500" dir="2700000" dist="38100">
                <a:srgbClr val="000000">
                  <a:alpha val="39220"/>
                </a:srgbClr>
              </a:outerShdw>
            </a:effectLst>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Arial"/>
                <a:ea typeface="Arial"/>
                <a:cs typeface="Arial"/>
                <a:sym typeface="Arial"/>
              </a:endParaRPr>
            </a:p>
          </p:txBody>
        </p:sp>
        <p:sp>
          <p:nvSpPr>
            <p:cNvPr id="12484" name="Google Shape;12484;p213"/>
            <p:cNvSpPr txBox="1"/>
            <p:nvPr/>
          </p:nvSpPr>
          <p:spPr>
            <a:xfrm>
              <a:off x="7166313" y="1509322"/>
              <a:ext cx="1970700" cy="181800"/>
            </a:xfrm>
            <a:prstGeom prst="rect">
              <a:avLst/>
            </a:prstGeom>
            <a:solidFill>
              <a:srgbClr val="F2F2F2"/>
            </a:solidFill>
            <a:ln cap="flat" cmpd="sng" w="38100">
              <a:solidFill>
                <a:srgbClr val="D9D9D9"/>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rPr b="1" lang="es-419" sz="1000">
                  <a:latin typeface="Arvo"/>
                  <a:ea typeface="Arvo"/>
                  <a:cs typeface="Arvo"/>
                  <a:sym typeface="Arvo"/>
                </a:rPr>
                <a:t>Entidades </a:t>
              </a:r>
              <a:r>
                <a:rPr b="1" i="0" lang="es-419" sz="1000" u="none" cap="none" strike="noStrike">
                  <a:solidFill>
                    <a:srgbClr val="000000"/>
                  </a:solidFill>
                  <a:latin typeface="Arvo"/>
                  <a:ea typeface="Arvo"/>
                  <a:cs typeface="Arvo"/>
                  <a:sym typeface="Arvo"/>
                </a:rPr>
                <a:t>- </a:t>
              </a:r>
              <a:r>
                <a:rPr b="1" lang="es-419" sz="1000">
                  <a:latin typeface="Arvo"/>
                  <a:ea typeface="Arvo"/>
                  <a:cs typeface="Arvo"/>
                  <a:sym typeface="Arvo"/>
                </a:rPr>
                <a:t>Dominio</a:t>
              </a:r>
              <a:endParaRPr b="1" i="0" sz="1000" u="none" cap="none" strike="noStrike">
                <a:solidFill>
                  <a:srgbClr val="000000"/>
                </a:solidFill>
                <a:latin typeface="Arvo"/>
                <a:ea typeface="Arvo"/>
                <a:cs typeface="Arvo"/>
                <a:sym typeface="Arvo"/>
              </a:endParaRPr>
            </a:p>
          </p:txBody>
        </p:sp>
      </p:grpSp>
      <p:grpSp>
        <p:nvGrpSpPr>
          <p:cNvPr id="12485" name="Google Shape;12485;p213"/>
          <p:cNvGrpSpPr/>
          <p:nvPr/>
        </p:nvGrpSpPr>
        <p:grpSpPr>
          <a:xfrm>
            <a:off x="7413883" y="3312381"/>
            <a:ext cx="2297249" cy="3195411"/>
            <a:chOff x="7166309" y="2980271"/>
            <a:chExt cx="1970704" cy="2285701"/>
          </a:xfrm>
        </p:grpSpPr>
        <p:sp>
          <p:nvSpPr>
            <p:cNvPr id="12486" name="Google Shape;12486;p213"/>
            <p:cNvSpPr txBox="1"/>
            <p:nvPr/>
          </p:nvSpPr>
          <p:spPr>
            <a:xfrm>
              <a:off x="7166313" y="2980272"/>
              <a:ext cx="1970700" cy="2285700"/>
            </a:xfrm>
            <a:prstGeom prst="rect">
              <a:avLst/>
            </a:prstGeom>
            <a:solidFill>
              <a:srgbClr val="FFFFFF"/>
            </a:solidFill>
            <a:ln cap="flat" cmpd="sng" w="38100">
              <a:solidFill>
                <a:srgbClr val="C00000"/>
              </a:solidFill>
              <a:prstDash val="solid"/>
              <a:round/>
              <a:headEnd len="sm" w="sm" type="none"/>
              <a:tailEnd len="sm" w="sm" type="none"/>
            </a:ln>
            <a:effectLst>
              <a:outerShdw blurRad="63500" dir="2700000" dist="38100">
                <a:srgbClr val="000000">
                  <a:alpha val="39220"/>
                </a:srgbClr>
              </a:outerShdw>
            </a:effectLst>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Arial"/>
                <a:ea typeface="Arial"/>
                <a:cs typeface="Arial"/>
                <a:sym typeface="Arial"/>
              </a:endParaRPr>
            </a:p>
          </p:txBody>
        </p:sp>
        <p:sp>
          <p:nvSpPr>
            <p:cNvPr id="12487" name="Google Shape;12487;p213"/>
            <p:cNvSpPr txBox="1"/>
            <p:nvPr/>
          </p:nvSpPr>
          <p:spPr>
            <a:xfrm>
              <a:off x="7166309" y="2980271"/>
              <a:ext cx="1970700" cy="171300"/>
            </a:xfrm>
            <a:prstGeom prst="rect">
              <a:avLst/>
            </a:prstGeom>
            <a:solidFill>
              <a:srgbClr val="C00000"/>
            </a:solidFill>
            <a:ln cap="flat" cmpd="sng" w="38100">
              <a:solidFill>
                <a:srgbClr val="C00000"/>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FFFFFF"/>
                </a:buClr>
                <a:buSzPts val="1800"/>
                <a:buFont typeface="Arial"/>
                <a:buNone/>
              </a:pPr>
              <a:r>
                <a:rPr b="1" lang="es-419" sz="1000">
                  <a:solidFill>
                    <a:srgbClr val="FFFFFF"/>
                  </a:solidFill>
                  <a:latin typeface="Arvo"/>
                  <a:ea typeface="Arvo"/>
                  <a:cs typeface="Arvo"/>
                  <a:sym typeface="Arvo"/>
                </a:rPr>
                <a:t>Comunicación</a:t>
              </a:r>
              <a:endParaRPr i="0" sz="1000" u="none" cap="none" strike="noStrike">
                <a:solidFill>
                  <a:srgbClr val="000000"/>
                </a:solidFill>
                <a:latin typeface="Arvo"/>
                <a:ea typeface="Arvo"/>
                <a:cs typeface="Arvo"/>
                <a:sym typeface="Arvo"/>
              </a:endParaRPr>
            </a:p>
          </p:txBody>
        </p:sp>
      </p:grpSp>
    </p:spTree>
  </p:cSld>
  <p:clrMapOvr>
    <a:masterClrMapping/>
  </p:clrMapOvr>
</p:sldLayout>
</file>

<file path=ppt/slideLayouts/slideLayout20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Paleta 3">
  <p:cSld name="CUSTOM_3">
    <p:spTree>
      <p:nvGrpSpPr>
        <p:cNvPr id="12488" name="Shape 12488"/>
        <p:cNvGrpSpPr/>
        <p:nvPr/>
      </p:nvGrpSpPr>
      <p:grpSpPr>
        <a:xfrm>
          <a:off x="0" y="0"/>
          <a:ext cx="0" cy="0"/>
          <a:chOff x="0" y="0"/>
          <a:chExt cx="0" cy="0"/>
        </a:xfrm>
      </p:grpSpPr>
      <p:sp>
        <p:nvSpPr>
          <p:cNvPr id="12489" name="Google Shape;12489;p214"/>
          <p:cNvSpPr/>
          <p:nvPr/>
        </p:nvSpPr>
        <p:spPr>
          <a:xfrm>
            <a:off x="195013" y="263250"/>
            <a:ext cx="3319800" cy="421200"/>
          </a:xfrm>
          <a:prstGeom prst="roundRect">
            <a:avLst>
              <a:gd fmla="val 17492" name="adj"/>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s-419" sz="1200">
                <a:solidFill>
                  <a:srgbClr val="FFFFFF"/>
                </a:solidFill>
              </a:rPr>
              <a:t>Estructura de Procesos</a:t>
            </a:r>
            <a:endParaRPr b="1" sz="1100">
              <a:solidFill>
                <a:srgbClr val="FFFFFF"/>
              </a:solidFill>
            </a:endParaRPr>
          </a:p>
        </p:txBody>
      </p:sp>
      <p:cxnSp>
        <p:nvCxnSpPr>
          <p:cNvPr id="12490" name="Google Shape;12490;p214"/>
          <p:cNvCxnSpPr/>
          <p:nvPr/>
        </p:nvCxnSpPr>
        <p:spPr>
          <a:xfrm>
            <a:off x="3706088" y="164100"/>
            <a:ext cx="0" cy="6511800"/>
          </a:xfrm>
          <a:prstGeom prst="straightConnector1">
            <a:avLst/>
          </a:prstGeom>
          <a:noFill/>
          <a:ln cap="flat" cmpd="sng" w="28575">
            <a:solidFill>
              <a:srgbClr val="B7B7B7"/>
            </a:solidFill>
            <a:prstDash val="dash"/>
            <a:round/>
            <a:headEnd len="med" w="med" type="none"/>
            <a:tailEnd len="med" w="med" type="none"/>
          </a:ln>
        </p:spPr>
      </p:cxnSp>
      <p:sp>
        <p:nvSpPr>
          <p:cNvPr id="12491" name="Google Shape;12491;p214"/>
          <p:cNvSpPr/>
          <p:nvPr/>
        </p:nvSpPr>
        <p:spPr>
          <a:xfrm>
            <a:off x="195000" y="822275"/>
            <a:ext cx="3319800" cy="5853600"/>
          </a:xfrm>
          <a:prstGeom prst="roundRect">
            <a:avLst>
              <a:gd fmla="val 4230" name="adj"/>
            </a:avLst>
          </a:prstGeom>
          <a:solidFill>
            <a:srgbClr val="F3F3F3"/>
          </a:solidFill>
          <a:ln cap="flat" cmpd="sng" w="9525">
            <a:solidFill>
              <a:srgbClr val="F3F3F3"/>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2" name="Google Shape;12492;p214"/>
          <p:cNvSpPr/>
          <p:nvPr/>
        </p:nvSpPr>
        <p:spPr>
          <a:xfrm>
            <a:off x="287014" y="1073599"/>
            <a:ext cx="687600" cy="366900"/>
          </a:xfrm>
          <a:prstGeom prst="foldedCorner">
            <a:avLst>
              <a:gd fmla="val 16667" name="adj"/>
            </a:avLst>
          </a:prstGeom>
          <a:solidFill>
            <a:srgbClr val="F3F3F3"/>
          </a:solidFill>
          <a:ln cap="flat" cmpd="sng" w="9525">
            <a:solidFill>
              <a:srgbClr val="999999"/>
            </a:solidFill>
            <a:prstDash val="solid"/>
            <a:round/>
            <a:headEnd len="sm" w="sm" type="none"/>
            <a:tailEnd len="sm" w="sm" type="none"/>
          </a:ln>
          <a:effectLst>
            <a:outerShdw blurRad="57150" rotWithShape="0" algn="bl" dir="1920000" dist="19050">
              <a:srgbClr val="000000">
                <a:alpha val="22000"/>
              </a:srgbClr>
            </a:outerShdw>
          </a:effectLst>
        </p:spPr>
        <p:txBody>
          <a:bodyPr anchorCtr="0" anchor="t" bIns="18000" lIns="18000" spcFirstLastPara="1" rIns="18000" wrap="square" tIns="18000">
            <a:noAutofit/>
          </a:bodyPr>
          <a:lstStyle/>
          <a:p>
            <a:pPr indent="0" lvl="0" marL="0" rtl="0" algn="ctr">
              <a:spcBef>
                <a:spcPts val="0"/>
              </a:spcBef>
              <a:spcAft>
                <a:spcPts val="0"/>
              </a:spcAft>
              <a:buNone/>
            </a:pPr>
            <a:r>
              <a:rPr b="1" lang="es-419" sz="800"/>
              <a:t>&lt;...&gt;</a:t>
            </a:r>
            <a:endParaRPr b="1" sz="800"/>
          </a:p>
          <a:p>
            <a:pPr indent="0" lvl="0" marL="0" rtl="0" algn="ctr">
              <a:spcBef>
                <a:spcPts val="0"/>
              </a:spcBef>
              <a:spcAft>
                <a:spcPts val="0"/>
              </a:spcAft>
              <a:buNone/>
            </a:pPr>
            <a:r>
              <a:rPr lang="es-419" sz="800"/>
              <a:t>&lt;...&gt;</a:t>
            </a:r>
            <a:endParaRPr sz="800"/>
          </a:p>
        </p:txBody>
      </p:sp>
      <p:grpSp>
        <p:nvGrpSpPr>
          <p:cNvPr id="12493" name="Google Shape;12493;p214"/>
          <p:cNvGrpSpPr/>
          <p:nvPr/>
        </p:nvGrpSpPr>
        <p:grpSpPr>
          <a:xfrm>
            <a:off x="791843" y="2540959"/>
            <a:ext cx="801000" cy="434150"/>
            <a:chOff x="6170025" y="1408150"/>
            <a:chExt cx="801000" cy="434150"/>
          </a:xfrm>
        </p:grpSpPr>
        <p:cxnSp>
          <p:nvCxnSpPr>
            <p:cNvPr id="12494" name="Google Shape;12494;p214"/>
            <p:cNvCxnSpPr/>
            <p:nvPr/>
          </p:nvCxnSpPr>
          <p:spPr>
            <a:xfrm>
              <a:off x="6170025" y="1555500"/>
              <a:ext cx="801000" cy="286800"/>
            </a:xfrm>
            <a:prstGeom prst="bentConnector3">
              <a:avLst>
                <a:gd fmla="val 50000" name="adj1"/>
              </a:avLst>
            </a:prstGeom>
            <a:noFill/>
            <a:ln cap="flat" cmpd="sng" w="19050">
              <a:solidFill>
                <a:srgbClr val="274E13"/>
              </a:solidFill>
              <a:prstDash val="lgDash"/>
              <a:round/>
              <a:headEnd len="med" w="med" type="none"/>
              <a:tailEnd len="med" w="med" type="stealth"/>
            </a:ln>
          </p:spPr>
        </p:cxnSp>
        <p:sp>
          <p:nvSpPr>
            <p:cNvPr id="12495" name="Google Shape;12495;p214"/>
            <p:cNvSpPr txBox="1"/>
            <p:nvPr/>
          </p:nvSpPr>
          <p:spPr>
            <a:xfrm>
              <a:off x="6255333" y="1408150"/>
              <a:ext cx="623400" cy="123000"/>
            </a:xfrm>
            <a:prstGeom prst="rect">
              <a:avLst/>
            </a:prstGeom>
            <a:noFill/>
            <a:ln>
              <a:noFill/>
            </a:ln>
          </p:spPr>
          <p:txBody>
            <a:bodyPr anchorCtr="0" anchor="t" bIns="0" lIns="0" spcFirstLastPara="1" rIns="0" wrap="square" tIns="0">
              <a:spAutoFit/>
            </a:bodyPr>
            <a:lstStyle/>
            <a:p>
              <a:pPr indent="0" lvl="0" marL="0" rtl="0" algn="ctr">
                <a:spcBef>
                  <a:spcPts val="0"/>
                </a:spcBef>
                <a:spcAft>
                  <a:spcPts val="0"/>
                </a:spcAft>
                <a:buNone/>
              </a:pPr>
              <a:r>
                <a:rPr b="1" i="1" lang="es-419" sz="800">
                  <a:solidFill>
                    <a:srgbClr val="274E13"/>
                  </a:solidFill>
                </a:rPr>
                <a:t>includes</a:t>
              </a:r>
              <a:endParaRPr b="1" i="1" sz="800">
                <a:solidFill>
                  <a:srgbClr val="274E13"/>
                </a:solidFill>
              </a:endParaRPr>
            </a:p>
          </p:txBody>
        </p:sp>
      </p:grpSp>
      <p:grpSp>
        <p:nvGrpSpPr>
          <p:cNvPr id="12496" name="Google Shape;12496;p214"/>
          <p:cNvGrpSpPr/>
          <p:nvPr/>
        </p:nvGrpSpPr>
        <p:grpSpPr>
          <a:xfrm>
            <a:off x="2026468" y="2580397"/>
            <a:ext cx="801000" cy="434150"/>
            <a:chOff x="6170025" y="1408150"/>
            <a:chExt cx="801000" cy="434150"/>
          </a:xfrm>
        </p:grpSpPr>
        <p:cxnSp>
          <p:nvCxnSpPr>
            <p:cNvPr id="12497" name="Google Shape;12497;p214"/>
            <p:cNvCxnSpPr/>
            <p:nvPr/>
          </p:nvCxnSpPr>
          <p:spPr>
            <a:xfrm>
              <a:off x="6170025" y="1555500"/>
              <a:ext cx="801000" cy="286800"/>
            </a:xfrm>
            <a:prstGeom prst="bentConnector3">
              <a:avLst>
                <a:gd fmla="val 50000" name="adj1"/>
              </a:avLst>
            </a:prstGeom>
            <a:noFill/>
            <a:ln cap="flat" cmpd="sng" w="19050">
              <a:solidFill>
                <a:srgbClr val="990000"/>
              </a:solidFill>
              <a:prstDash val="lgDash"/>
              <a:round/>
              <a:headEnd len="med" w="med" type="none"/>
              <a:tailEnd len="med" w="med" type="stealth"/>
            </a:ln>
          </p:spPr>
        </p:cxnSp>
        <p:sp>
          <p:nvSpPr>
            <p:cNvPr id="12498" name="Google Shape;12498;p214"/>
            <p:cNvSpPr txBox="1"/>
            <p:nvPr/>
          </p:nvSpPr>
          <p:spPr>
            <a:xfrm>
              <a:off x="6255333" y="1408150"/>
              <a:ext cx="623400" cy="123000"/>
            </a:xfrm>
            <a:prstGeom prst="rect">
              <a:avLst/>
            </a:prstGeom>
            <a:noFill/>
            <a:ln>
              <a:noFill/>
            </a:ln>
          </p:spPr>
          <p:txBody>
            <a:bodyPr anchorCtr="0" anchor="t" bIns="0" lIns="0" spcFirstLastPara="1" rIns="0" wrap="square" tIns="0">
              <a:spAutoFit/>
            </a:bodyPr>
            <a:lstStyle/>
            <a:p>
              <a:pPr indent="0" lvl="0" marL="0" rtl="0" algn="ctr">
                <a:spcBef>
                  <a:spcPts val="0"/>
                </a:spcBef>
                <a:spcAft>
                  <a:spcPts val="0"/>
                </a:spcAft>
                <a:buNone/>
              </a:pPr>
              <a:r>
                <a:rPr b="1" i="1" lang="es-419" sz="800">
                  <a:solidFill>
                    <a:srgbClr val="990000"/>
                  </a:solidFill>
                </a:rPr>
                <a:t>extends</a:t>
              </a:r>
              <a:endParaRPr b="1" i="1" sz="800">
                <a:solidFill>
                  <a:srgbClr val="990000"/>
                </a:solidFill>
              </a:endParaRPr>
            </a:p>
          </p:txBody>
        </p:sp>
      </p:grpSp>
      <p:pic>
        <p:nvPicPr>
          <p:cNvPr id="12499" name="Google Shape;12499;p214"/>
          <p:cNvPicPr preferRelativeResize="0"/>
          <p:nvPr/>
        </p:nvPicPr>
        <p:blipFill rotWithShape="1">
          <a:blip r:embed="rId2">
            <a:alphaModFix/>
          </a:blip>
          <a:srcRect b="0" l="0" r="0" t="0"/>
          <a:stretch/>
        </p:blipFill>
        <p:spPr>
          <a:xfrm>
            <a:off x="2665759" y="1883602"/>
            <a:ext cx="189000" cy="540000"/>
          </a:xfrm>
          <a:prstGeom prst="rect">
            <a:avLst/>
          </a:prstGeom>
          <a:noFill/>
          <a:ln>
            <a:noFill/>
          </a:ln>
        </p:spPr>
      </p:pic>
      <p:pic>
        <p:nvPicPr>
          <p:cNvPr id="12500" name="Google Shape;12500;p214"/>
          <p:cNvPicPr preferRelativeResize="0"/>
          <p:nvPr/>
        </p:nvPicPr>
        <p:blipFill rotWithShape="1">
          <a:blip r:embed="rId3">
            <a:alphaModFix/>
          </a:blip>
          <a:srcRect b="0" l="0" r="0" t="0"/>
          <a:stretch/>
        </p:blipFill>
        <p:spPr>
          <a:xfrm>
            <a:off x="2236333" y="1883594"/>
            <a:ext cx="259200" cy="540000"/>
          </a:xfrm>
          <a:prstGeom prst="rect">
            <a:avLst/>
          </a:prstGeom>
          <a:noFill/>
          <a:ln>
            <a:noFill/>
          </a:ln>
        </p:spPr>
      </p:pic>
      <p:pic>
        <p:nvPicPr>
          <p:cNvPr id="12501" name="Google Shape;12501;p214"/>
          <p:cNvPicPr preferRelativeResize="0"/>
          <p:nvPr/>
        </p:nvPicPr>
        <p:blipFill rotWithShape="1">
          <a:blip r:embed="rId4">
            <a:alphaModFix/>
          </a:blip>
          <a:srcRect b="0" l="0" r="0" t="0"/>
          <a:stretch/>
        </p:blipFill>
        <p:spPr>
          <a:xfrm>
            <a:off x="3060890" y="1883600"/>
            <a:ext cx="259200" cy="540000"/>
          </a:xfrm>
          <a:prstGeom prst="rect">
            <a:avLst/>
          </a:prstGeom>
          <a:noFill/>
          <a:ln>
            <a:noFill/>
          </a:ln>
        </p:spPr>
      </p:pic>
      <p:grpSp>
        <p:nvGrpSpPr>
          <p:cNvPr id="12502" name="Google Shape;12502;p214"/>
          <p:cNvGrpSpPr/>
          <p:nvPr/>
        </p:nvGrpSpPr>
        <p:grpSpPr>
          <a:xfrm>
            <a:off x="1855443" y="936425"/>
            <a:ext cx="1541275" cy="839850"/>
            <a:chOff x="849038" y="4592425"/>
            <a:chExt cx="1541275" cy="839850"/>
          </a:xfrm>
        </p:grpSpPr>
        <p:sp>
          <p:nvSpPr>
            <p:cNvPr id="12503" name="Google Shape;12503;p214"/>
            <p:cNvSpPr/>
            <p:nvPr/>
          </p:nvSpPr>
          <p:spPr>
            <a:xfrm>
              <a:off x="850363" y="4592425"/>
              <a:ext cx="1527600" cy="831300"/>
            </a:xfrm>
            <a:prstGeom prst="snip2SameRect">
              <a:avLst>
                <a:gd fmla="val 37547" name="adj1"/>
                <a:gd fmla="val 0" name="adj2"/>
              </a:avLst>
            </a:prstGeom>
            <a:solidFill>
              <a:schemeClr val="l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i="1" lang="es-419" sz="1000"/>
                <a:t>&lt;...&gt;</a:t>
              </a:r>
              <a:endParaRPr i="1" sz="1000"/>
            </a:p>
          </p:txBody>
        </p:sp>
        <p:cxnSp>
          <p:nvCxnSpPr>
            <p:cNvPr id="12504" name="Google Shape;12504;p214"/>
            <p:cNvCxnSpPr/>
            <p:nvPr/>
          </p:nvCxnSpPr>
          <p:spPr>
            <a:xfrm flipH="1">
              <a:off x="849038" y="5009550"/>
              <a:ext cx="320100" cy="413700"/>
            </a:xfrm>
            <a:prstGeom prst="straightConnector1">
              <a:avLst/>
            </a:prstGeom>
            <a:noFill/>
            <a:ln cap="flat" cmpd="sng" w="9525">
              <a:solidFill>
                <a:schemeClr val="dk2"/>
              </a:solidFill>
              <a:prstDash val="solid"/>
              <a:round/>
              <a:headEnd len="med" w="med" type="none"/>
              <a:tailEnd len="med" w="med" type="none"/>
            </a:ln>
          </p:spPr>
        </p:cxnSp>
        <p:cxnSp>
          <p:nvCxnSpPr>
            <p:cNvPr id="12505" name="Google Shape;12505;p214"/>
            <p:cNvCxnSpPr/>
            <p:nvPr/>
          </p:nvCxnSpPr>
          <p:spPr>
            <a:xfrm>
              <a:off x="1163288" y="4592700"/>
              <a:ext cx="0" cy="425700"/>
            </a:xfrm>
            <a:prstGeom prst="straightConnector1">
              <a:avLst/>
            </a:prstGeom>
            <a:noFill/>
            <a:ln cap="flat" cmpd="sng" w="9525">
              <a:solidFill>
                <a:schemeClr val="dk2"/>
              </a:solidFill>
              <a:prstDash val="solid"/>
              <a:round/>
              <a:headEnd len="med" w="med" type="none"/>
              <a:tailEnd len="med" w="med" type="none"/>
            </a:ln>
          </p:spPr>
        </p:cxnSp>
        <p:cxnSp>
          <p:nvCxnSpPr>
            <p:cNvPr id="12506" name="Google Shape;12506;p214"/>
            <p:cNvCxnSpPr/>
            <p:nvPr/>
          </p:nvCxnSpPr>
          <p:spPr>
            <a:xfrm flipH="1" rot="10800000">
              <a:off x="1169138" y="5012425"/>
              <a:ext cx="892500" cy="3000"/>
            </a:xfrm>
            <a:prstGeom prst="straightConnector1">
              <a:avLst/>
            </a:prstGeom>
            <a:noFill/>
            <a:ln cap="flat" cmpd="sng" w="9525">
              <a:solidFill>
                <a:schemeClr val="dk2"/>
              </a:solidFill>
              <a:prstDash val="solid"/>
              <a:round/>
              <a:headEnd len="med" w="med" type="none"/>
              <a:tailEnd len="med" w="med" type="none"/>
            </a:ln>
          </p:spPr>
        </p:cxnSp>
        <p:cxnSp>
          <p:nvCxnSpPr>
            <p:cNvPr id="12507" name="Google Shape;12507;p214"/>
            <p:cNvCxnSpPr/>
            <p:nvPr/>
          </p:nvCxnSpPr>
          <p:spPr>
            <a:xfrm>
              <a:off x="2064138" y="4592700"/>
              <a:ext cx="0" cy="425700"/>
            </a:xfrm>
            <a:prstGeom prst="straightConnector1">
              <a:avLst/>
            </a:prstGeom>
            <a:noFill/>
            <a:ln cap="flat" cmpd="sng" w="9525">
              <a:solidFill>
                <a:schemeClr val="dk2"/>
              </a:solidFill>
              <a:prstDash val="solid"/>
              <a:round/>
              <a:headEnd len="med" w="med" type="none"/>
              <a:tailEnd len="med" w="med" type="none"/>
            </a:ln>
          </p:spPr>
        </p:cxnSp>
        <p:cxnSp>
          <p:nvCxnSpPr>
            <p:cNvPr id="12508" name="Google Shape;12508;p214"/>
            <p:cNvCxnSpPr/>
            <p:nvPr/>
          </p:nvCxnSpPr>
          <p:spPr>
            <a:xfrm rot="10800000">
              <a:off x="2067513" y="5018275"/>
              <a:ext cx="322800" cy="414000"/>
            </a:xfrm>
            <a:prstGeom prst="straightConnector1">
              <a:avLst/>
            </a:prstGeom>
            <a:noFill/>
            <a:ln cap="flat" cmpd="sng" w="9525">
              <a:solidFill>
                <a:schemeClr val="dk2"/>
              </a:solidFill>
              <a:prstDash val="solid"/>
              <a:round/>
              <a:headEnd len="med" w="med" type="none"/>
              <a:tailEnd len="med" w="med" type="none"/>
            </a:ln>
          </p:spPr>
        </p:cxnSp>
      </p:grpSp>
      <p:grpSp>
        <p:nvGrpSpPr>
          <p:cNvPr id="12509" name="Google Shape;12509;p214"/>
          <p:cNvGrpSpPr/>
          <p:nvPr/>
        </p:nvGrpSpPr>
        <p:grpSpPr>
          <a:xfrm>
            <a:off x="506231" y="3169679"/>
            <a:ext cx="2716200" cy="1366800"/>
            <a:chOff x="6859675" y="892675"/>
            <a:chExt cx="2716200" cy="1366800"/>
          </a:xfrm>
        </p:grpSpPr>
        <p:sp>
          <p:nvSpPr>
            <p:cNvPr id="12510" name="Google Shape;12510;p214"/>
            <p:cNvSpPr/>
            <p:nvPr/>
          </p:nvSpPr>
          <p:spPr>
            <a:xfrm>
              <a:off x="6859675" y="892675"/>
              <a:ext cx="2716200" cy="1366800"/>
            </a:xfrm>
            <a:prstGeom prst="roundRect">
              <a:avLst>
                <a:gd fmla="val 3146" name="adj"/>
              </a:avLst>
            </a:prstGeom>
            <a:solidFill>
              <a:srgbClr val="FFFFFF"/>
            </a:solidFill>
            <a:ln cap="flat" cmpd="sng" w="9525">
              <a:solidFill>
                <a:srgbClr val="EFEFEF"/>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t" bIns="18000" lIns="18000" spcFirstLastPara="1" rIns="18000" wrap="square" tIns="18000">
              <a:noAutofit/>
            </a:bodyPr>
            <a:lstStyle/>
            <a:p>
              <a:pPr indent="0" lvl="0" marL="0" rtl="0" algn="r">
                <a:spcBef>
                  <a:spcPts val="0"/>
                </a:spcBef>
                <a:spcAft>
                  <a:spcPts val="0"/>
                </a:spcAft>
                <a:buNone/>
              </a:pPr>
              <a:r>
                <a:t/>
              </a:r>
              <a:endParaRPr b="1" i="1" sz="900">
                <a:solidFill>
                  <a:srgbClr val="434343"/>
                </a:solidFill>
              </a:endParaRPr>
            </a:p>
          </p:txBody>
        </p:sp>
        <p:sp>
          <p:nvSpPr>
            <p:cNvPr id="12511" name="Google Shape;12511;p214"/>
            <p:cNvSpPr txBox="1"/>
            <p:nvPr/>
          </p:nvSpPr>
          <p:spPr>
            <a:xfrm>
              <a:off x="6939508" y="944250"/>
              <a:ext cx="376500" cy="265800"/>
            </a:xfrm>
            <a:prstGeom prst="rect">
              <a:avLst/>
            </a:prstGeom>
            <a:noFill/>
            <a:ln>
              <a:noFill/>
            </a:ln>
          </p:spPr>
          <p:txBody>
            <a:bodyPr anchorCtr="0" anchor="ctr" bIns="0" lIns="0" spcFirstLastPara="1" rIns="0" wrap="square" tIns="0">
              <a:noAutofit/>
            </a:bodyPr>
            <a:lstStyle/>
            <a:p>
              <a:pPr indent="0" lvl="0" marL="0" rtl="0" algn="r">
                <a:spcBef>
                  <a:spcPts val="0"/>
                </a:spcBef>
                <a:spcAft>
                  <a:spcPts val="0"/>
                </a:spcAft>
                <a:buNone/>
              </a:pPr>
              <a:r>
                <a:rPr lang="es-419" sz="700">
                  <a:latin typeface="Arvo"/>
                  <a:ea typeface="Arvo"/>
                  <a:cs typeface="Arvo"/>
                  <a:sym typeface="Arvo"/>
                </a:rPr>
                <a:t>Proceso:</a:t>
              </a:r>
              <a:endParaRPr sz="700">
                <a:latin typeface="Arvo"/>
                <a:ea typeface="Arvo"/>
                <a:cs typeface="Arvo"/>
                <a:sym typeface="Arvo"/>
              </a:endParaRPr>
            </a:p>
            <a:p>
              <a:pPr indent="0" lvl="0" marL="0" rtl="0" algn="r">
                <a:spcBef>
                  <a:spcPts val="0"/>
                </a:spcBef>
                <a:spcAft>
                  <a:spcPts val="0"/>
                </a:spcAft>
                <a:buNone/>
              </a:pPr>
              <a:r>
                <a:t/>
              </a:r>
              <a:endParaRPr i="1" sz="600">
                <a:solidFill>
                  <a:srgbClr val="666666"/>
                </a:solidFill>
                <a:latin typeface="Arvo"/>
                <a:ea typeface="Arvo"/>
                <a:cs typeface="Arvo"/>
                <a:sym typeface="Arvo"/>
              </a:endParaRPr>
            </a:p>
          </p:txBody>
        </p:sp>
        <p:sp>
          <p:nvSpPr>
            <p:cNvPr id="12512" name="Google Shape;12512;p214"/>
            <p:cNvSpPr/>
            <p:nvPr/>
          </p:nvSpPr>
          <p:spPr>
            <a:xfrm>
              <a:off x="7450814" y="951063"/>
              <a:ext cx="2049300" cy="160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600">
                <a:latin typeface="Roboto"/>
                <a:ea typeface="Roboto"/>
                <a:cs typeface="Roboto"/>
                <a:sym typeface="Roboto"/>
              </a:endParaRPr>
            </a:p>
          </p:txBody>
        </p:sp>
        <p:sp>
          <p:nvSpPr>
            <p:cNvPr id="12513" name="Google Shape;12513;p214"/>
            <p:cNvSpPr txBox="1"/>
            <p:nvPr/>
          </p:nvSpPr>
          <p:spPr>
            <a:xfrm>
              <a:off x="7450814" y="946863"/>
              <a:ext cx="1736100" cy="169200"/>
            </a:xfrm>
            <a:prstGeom prst="rect">
              <a:avLst/>
            </a:prstGeom>
            <a:noFill/>
            <a:ln>
              <a:noFill/>
            </a:ln>
          </p:spPr>
          <p:txBody>
            <a:bodyPr anchorCtr="0" anchor="ctr" bIns="18000" lIns="18000" spcFirstLastPara="1" rIns="18000" wrap="square" tIns="18000">
              <a:noAutofit/>
            </a:bodyPr>
            <a:lstStyle/>
            <a:p>
              <a:pPr indent="0" lvl="0" marL="0" rtl="0" algn="ctr">
                <a:spcBef>
                  <a:spcPts val="0"/>
                </a:spcBef>
                <a:spcAft>
                  <a:spcPts val="0"/>
                </a:spcAft>
                <a:buNone/>
              </a:pPr>
              <a:r>
                <a:rPr b="1" i="1" lang="es-419" sz="800">
                  <a:solidFill>
                    <a:srgbClr val="434343"/>
                  </a:solidFill>
                </a:rPr>
                <a:t>&lt;...&gt;</a:t>
              </a:r>
              <a:endParaRPr b="1" i="1" sz="800">
                <a:solidFill>
                  <a:srgbClr val="434343"/>
                </a:solidFill>
              </a:endParaRPr>
            </a:p>
          </p:txBody>
        </p:sp>
        <p:sp>
          <p:nvSpPr>
            <p:cNvPr id="12514" name="Google Shape;12514;p214"/>
            <p:cNvSpPr/>
            <p:nvPr/>
          </p:nvSpPr>
          <p:spPr>
            <a:xfrm>
              <a:off x="6965508" y="1159663"/>
              <a:ext cx="461700" cy="1038600"/>
            </a:xfrm>
            <a:prstGeom prst="roundRect">
              <a:avLst>
                <a:gd fmla="val 9856" name="adj"/>
              </a:avLst>
            </a:prstGeom>
            <a:solidFill>
              <a:schemeClr val="l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5" name="Google Shape;12515;p214"/>
            <p:cNvSpPr txBox="1"/>
            <p:nvPr/>
          </p:nvSpPr>
          <p:spPr>
            <a:xfrm>
              <a:off x="6965508" y="1204638"/>
              <a:ext cx="454500" cy="386700"/>
            </a:xfrm>
            <a:prstGeom prst="rect">
              <a:avLst/>
            </a:prstGeom>
            <a:noFill/>
            <a:ln>
              <a:noFill/>
            </a:ln>
          </p:spPr>
          <p:txBody>
            <a:bodyPr anchorCtr="0" anchor="t" bIns="18000" lIns="18000" spcFirstLastPara="1" rIns="18000" wrap="square" tIns="18000">
              <a:noAutofit/>
            </a:bodyPr>
            <a:lstStyle/>
            <a:p>
              <a:pPr indent="0" lvl="0" marL="0" rtl="0" algn="ctr">
                <a:spcBef>
                  <a:spcPts val="0"/>
                </a:spcBef>
                <a:spcAft>
                  <a:spcPts val="0"/>
                </a:spcAft>
                <a:buNone/>
              </a:pPr>
              <a:r>
                <a:rPr lang="es-419" sz="700"/>
                <a:t>&lt;...&gt;</a:t>
              </a:r>
              <a:endParaRPr sz="700"/>
            </a:p>
            <a:p>
              <a:pPr indent="0" lvl="0" marL="457200" rtl="0" algn="ctr">
                <a:spcBef>
                  <a:spcPts val="0"/>
                </a:spcBef>
                <a:spcAft>
                  <a:spcPts val="0"/>
                </a:spcAft>
                <a:buNone/>
              </a:pPr>
              <a:r>
                <a:t/>
              </a:r>
              <a:endParaRPr sz="700"/>
            </a:p>
          </p:txBody>
        </p:sp>
        <p:sp>
          <p:nvSpPr>
            <p:cNvPr id="12516" name="Google Shape;12516;p214"/>
            <p:cNvSpPr/>
            <p:nvPr/>
          </p:nvSpPr>
          <p:spPr>
            <a:xfrm>
              <a:off x="7479206" y="1159663"/>
              <a:ext cx="461700" cy="1038600"/>
            </a:xfrm>
            <a:prstGeom prst="roundRect">
              <a:avLst>
                <a:gd fmla="val 9856" name="adj"/>
              </a:avLst>
            </a:prstGeom>
            <a:solidFill>
              <a:schemeClr val="l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7" name="Google Shape;12517;p214"/>
            <p:cNvSpPr txBox="1"/>
            <p:nvPr/>
          </p:nvSpPr>
          <p:spPr>
            <a:xfrm>
              <a:off x="7479206" y="1204638"/>
              <a:ext cx="454500" cy="386700"/>
            </a:xfrm>
            <a:prstGeom prst="rect">
              <a:avLst/>
            </a:prstGeom>
            <a:noFill/>
            <a:ln>
              <a:noFill/>
            </a:ln>
          </p:spPr>
          <p:txBody>
            <a:bodyPr anchorCtr="0" anchor="t" bIns="18000" lIns="18000" spcFirstLastPara="1" rIns="18000" wrap="square" tIns="18000">
              <a:noAutofit/>
            </a:bodyPr>
            <a:lstStyle/>
            <a:p>
              <a:pPr indent="0" lvl="0" marL="0" rtl="0" algn="ctr">
                <a:spcBef>
                  <a:spcPts val="0"/>
                </a:spcBef>
                <a:spcAft>
                  <a:spcPts val="0"/>
                </a:spcAft>
                <a:buNone/>
              </a:pPr>
              <a:r>
                <a:rPr lang="es-419" sz="700"/>
                <a:t>&lt;...&gt;</a:t>
              </a:r>
              <a:endParaRPr sz="700"/>
            </a:p>
            <a:p>
              <a:pPr indent="0" lvl="0" marL="457200" rtl="0" algn="ctr">
                <a:spcBef>
                  <a:spcPts val="0"/>
                </a:spcBef>
                <a:spcAft>
                  <a:spcPts val="0"/>
                </a:spcAft>
                <a:buNone/>
              </a:pPr>
              <a:r>
                <a:t/>
              </a:r>
              <a:endParaRPr sz="700"/>
            </a:p>
          </p:txBody>
        </p:sp>
        <p:sp>
          <p:nvSpPr>
            <p:cNvPr id="12518" name="Google Shape;12518;p214"/>
            <p:cNvSpPr/>
            <p:nvPr/>
          </p:nvSpPr>
          <p:spPr>
            <a:xfrm>
              <a:off x="7998866" y="1159663"/>
              <a:ext cx="461700" cy="1038600"/>
            </a:xfrm>
            <a:prstGeom prst="roundRect">
              <a:avLst>
                <a:gd fmla="val 9856" name="adj"/>
              </a:avLst>
            </a:prstGeom>
            <a:solidFill>
              <a:schemeClr val="l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9" name="Google Shape;12519;p214"/>
            <p:cNvSpPr txBox="1"/>
            <p:nvPr/>
          </p:nvSpPr>
          <p:spPr>
            <a:xfrm>
              <a:off x="7998866" y="1204638"/>
              <a:ext cx="454500" cy="386700"/>
            </a:xfrm>
            <a:prstGeom prst="rect">
              <a:avLst/>
            </a:prstGeom>
            <a:noFill/>
            <a:ln>
              <a:noFill/>
            </a:ln>
          </p:spPr>
          <p:txBody>
            <a:bodyPr anchorCtr="0" anchor="t" bIns="18000" lIns="18000" spcFirstLastPara="1" rIns="18000" wrap="square" tIns="18000">
              <a:noAutofit/>
            </a:bodyPr>
            <a:lstStyle/>
            <a:p>
              <a:pPr indent="0" lvl="0" marL="0" rtl="0" algn="ctr">
                <a:spcBef>
                  <a:spcPts val="0"/>
                </a:spcBef>
                <a:spcAft>
                  <a:spcPts val="0"/>
                </a:spcAft>
                <a:buNone/>
              </a:pPr>
              <a:r>
                <a:rPr lang="es-419" sz="700"/>
                <a:t>&lt;...&gt;</a:t>
              </a:r>
              <a:endParaRPr sz="700"/>
            </a:p>
            <a:p>
              <a:pPr indent="0" lvl="0" marL="457200" rtl="0" algn="ctr">
                <a:spcBef>
                  <a:spcPts val="0"/>
                </a:spcBef>
                <a:spcAft>
                  <a:spcPts val="0"/>
                </a:spcAft>
                <a:buNone/>
              </a:pPr>
              <a:r>
                <a:t/>
              </a:r>
              <a:endParaRPr sz="700"/>
            </a:p>
          </p:txBody>
        </p:sp>
        <p:sp>
          <p:nvSpPr>
            <p:cNvPr id="12520" name="Google Shape;12520;p214"/>
            <p:cNvSpPr/>
            <p:nvPr/>
          </p:nvSpPr>
          <p:spPr>
            <a:xfrm>
              <a:off x="8518526" y="1159663"/>
              <a:ext cx="461700" cy="1038600"/>
            </a:xfrm>
            <a:prstGeom prst="roundRect">
              <a:avLst>
                <a:gd fmla="val 9856" name="adj"/>
              </a:avLst>
            </a:prstGeom>
            <a:solidFill>
              <a:schemeClr val="l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1" name="Google Shape;12521;p214"/>
            <p:cNvSpPr txBox="1"/>
            <p:nvPr/>
          </p:nvSpPr>
          <p:spPr>
            <a:xfrm>
              <a:off x="8518526" y="1204638"/>
              <a:ext cx="454500" cy="386700"/>
            </a:xfrm>
            <a:prstGeom prst="rect">
              <a:avLst/>
            </a:prstGeom>
            <a:noFill/>
            <a:ln>
              <a:noFill/>
            </a:ln>
          </p:spPr>
          <p:txBody>
            <a:bodyPr anchorCtr="0" anchor="t" bIns="18000" lIns="18000" spcFirstLastPara="1" rIns="18000" wrap="square" tIns="18000">
              <a:noAutofit/>
            </a:bodyPr>
            <a:lstStyle/>
            <a:p>
              <a:pPr indent="0" lvl="0" marL="0" rtl="0" algn="ctr">
                <a:spcBef>
                  <a:spcPts val="0"/>
                </a:spcBef>
                <a:spcAft>
                  <a:spcPts val="0"/>
                </a:spcAft>
                <a:buNone/>
              </a:pPr>
              <a:r>
                <a:rPr lang="es-419" sz="700"/>
                <a:t>&lt;...&gt;</a:t>
              </a:r>
              <a:endParaRPr sz="700"/>
            </a:p>
            <a:p>
              <a:pPr indent="0" lvl="0" marL="457200" rtl="0" algn="ctr">
                <a:spcBef>
                  <a:spcPts val="0"/>
                </a:spcBef>
                <a:spcAft>
                  <a:spcPts val="0"/>
                </a:spcAft>
                <a:buNone/>
              </a:pPr>
              <a:r>
                <a:t/>
              </a:r>
              <a:endParaRPr sz="700"/>
            </a:p>
          </p:txBody>
        </p:sp>
        <p:sp>
          <p:nvSpPr>
            <p:cNvPr id="12522" name="Google Shape;12522;p214"/>
            <p:cNvSpPr/>
            <p:nvPr/>
          </p:nvSpPr>
          <p:spPr>
            <a:xfrm>
              <a:off x="9038185" y="1159663"/>
              <a:ext cx="461700" cy="1038600"/>
            </a:xfrm>
            <a:prstGeom prst="roundRect">
              <a:avLst>
                <a:gd fmla="val 9856" name="adj"/>
              </a:avLst>
            </a:prstGeom>
            <a:solidFill>
              <a:schemeClr val="l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3" name="Google Shape;12523;p214"/>
            <p:cNvSpPr txBox="1"/>
            <p:nvPr/>
          </p:nvSpPr>
          <p:spPr>
            <a:xfrm>
              <a:off x="9038185" y="1204638"/>
              <a:ext cx="454500" cy="386700"/>
            </a:xfrm>
            <a:prstGeom prst="rect">
              <a:avLst/>
            </a:prstGeom>
            <a:noFill/>
            <a:ln>
              <a:noFill/>
            </a:ln>
          </p:spPr>
          <p:txBody>
            <a:bodyPr anchorCtr="0" anchor="t" bIns="18000" lIns="18000" spcFirstLastPara="1" rIns="18000" wrap="square" tIns="18000">
              <a:noAutofit/>
            </a:bodyPr>
            <a:lstStyle/>
            <a:p>
              <a:pPr indent="0" lvl="0" marL="0" rtl="0" algn="ctr">
                <a:spcBef>
                  <a:spcPts val="0"/>
                </a:spcBef>
                <a:spcAft>
                  <a:spcPts val="0"/>
                </a:spcAft>
                <a:buNone/>
              </a:pPr>
              <a:r>
                <a:rPr lang="es-419" sz="700"/>
                <a:t>&lt;...&gt;</a:t>
              </a:r>
              <a:endParaRPr sz="700"/>
            </a:p>
          </p:txBody>
        </p:sp>
      </p:grpSp>
      <p:cxnSp>
        <p:nvCxnSpPr>
          <p:cNvPr id="12524" name="Google Shape;12524;p214"/>
          <p:cNvCxnSpPr/>
          <p:nvPr/>
        </p:nvCxnSpPr>
        <p:spPr>
          <a:xfrm>
            <a:off x="473468" y="1675158"/>
            <a:ext cx="773700" cy="442200"/>
          </a:xfrm>
          <a:prstGeom prst="bentConnector3">
            <a:avLst>
              <a:gd fmla="val 50000" name="adj1"/>
            </a:avLst>
          </a:prstGeom>
          <a:noFill/>
          <a:ln cap="flat" cmpd="sng" w="19050">
            <a:solidFill>
              <a:schemeClr val="dk2"/>
            </a:solidFill>
            <a:prstDash val="dash"/>
            <a:round/>
            <a:headEnd len="med" w="med" type="none"/>
            <a:tailEnd len="med" w="med" type="stealth"/>
          </a:ln>
        </p:spPr>
      </p:cxnSp>
      <p:sp>
        <p:nvSpPr>
          <p:cNvPr id="12525" name="Google Shape;12525;p214"/>
          <p:cNvSpPr/>
          <p:nvPr/>
        </p:nvSpPr>
        <p:spPr>
          <a:xfrm>
            <a:off x="1059443" y="1103150"/>
            <a:ext cx="691500" cy="307800"/>
          </a:xfrm>
          <a:prstGeom prst="roundRect">
            <a:avLst>
              <a:gd fmla="val 5590" name="adj"/>
            </a:avLst>
          </a:prstGeom>
          <a:solidFill>
            <a:srgbClr val="D9EAD3"/>
          </a:solidFill>
          <a:ln cap="flat" cmpd="sng" w="9525">
            <a:solidFill>
              <a:srgbClr val="EFEFEF"/>
            </a:solidFill>
            <a:prstDash val="solid"/>
            <a:round/>
            <a:headEnd len="sm" w="sm" type="none"/>
            <a:tailEnd len="sm" w="sm" type="none"/>
          </a:ln>
          <a:effectLst>
            <a:outerShdw rotWithShape="0" algn="bl" dir="2820000" dist="9525">
              <a:srgbClr val="660000">
                <a:alpha val="50000"/>
              </a:srgbClr>
            </a:outerShdw>
          </a:effectLst>
        </p:spPr>
        <p:txBody>
          <a:bodyPr anchorCtr="0" anchor="ctr" bIns="18000" lIns="18000" spcFirstLastPara="1" rIns="18000" wrap="square" tIns="18000">
            <a:noAutofit/>
          </a:bodyPr>
          <a:lstStyle/>
          <a:p>
            <a:pPr indent="0" lvl="0" marL="0" rtl="0" algn="ctr">
              <a:spcBef>
                <a:spcPts val="0"/>
              </a:spcBef>
              <a:spcAft>
                <a:spcPts val="0"/>
              </a:spcAft>
              <a:buNone/>
            </a:pPr>
            <a:r>
              <a:rPr b="1" lang="es-419" sz="800"/>
              <a:t>&lt;..&gt;</a:t>
            </a:r>
            <a:endParaRPr b="1" sz="800">
              <a:latin typeface="Roboto"/>
              <a:ea typeface="Roboto"/>
              <a:cs typeface="Roboto"/>
              <a:sym typeface="Roboto"/>
            </a:endParaRPr>
          </a:p>
        </p:txBody>
      </p:sp>
      <p:pic>
        <p:nvPicPr>
          <p:cNvPr id="12526" name="Google Shape;12526;p214"/>
          <p:cNvPicPr preferRelativeResize="0"/>
          <p:nvPr/>
        </p:nvPicPr>
        <p:blipFill rotWithShape="1">
          <a:blip r:embed="rId5">
            <a:alphaModFix/>
          </a:blip>
          <a:srcRect b="0" l="0" r="0" t="0"/>
          <a:stretch/>
        </p:blipFill>
        <p:spPr>
          <a:xfrm>
            <a:off x="1839124" y="1883611"/>
            <a:ext cx="167400" cy="540000"/>
          </a:xfrm>
          <a:prstGeom prst="rect">
            <a:avLst/>
          </a:prstGeom>
          <a:noFill/>
          <a:ln>
            <a:noFill/>
          </a:ln>
        </p:spPr>
      </p:pic>
      <p:sp>
        <p:nvSpPr>
          <p:cNvPr id="12527" name="Google Shape;12527;p214"/>
          <p:cNvSpPr/>
          <p:nvPr/>
        </p:nvSpPr>
        <p:spPr>
          <a:xfrm>
            <a:off x="4005026" y="263250"/>
            <a:ext cx="3472500" cy="421200"/>
          </a:xfrm>
          <a:prstGeom prst="roundRect">
            <a:avLst>
              <a:gd fmla="val 17492" name="adj"/>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s-419" sz="1200">
                <a:solidFill>
                  <a:srgbClr val="FFFFFF"/>
                </a:solidFill>
              </a:rPr>
              <a:t>Estructura de Puntos de Automatización</a:t>
            </a:r>
            <a:endParaRPr b="1" sz="1100">
              <a:solidFill>
                <a:srgbClr val="FFFFFF"/>
              </a:solidFill>
            </a:endParaRPr>
          </a:p>
        </p:txBody>
      </p:sp>
      <p:sp>
        <p:nvSpPr>
          <p:cNvPr id="12528" name="Google Shape;12528;p214"/>
          <p:cNvSpPr/>
          <p:nvPr/>
        </p:nvSpPr>
        <p:spPr>
          <a:xfrm>
            <a:off x="4005000" y="822275"/>
            <a:ext cx="3472500" cy="5853600"/>
          </a:xfrm>
          <a:prstGeom prst="roundRect">
            <a:avLst>
              <a:gd fmla="val 4230" name="adj"/>
            </a:avLst>
          </a:prstGeom>
          <a:solidFill>
            <a:srgbClr val="F3F3F3"/>
          </a:solidFill>
          <a:ln cap="flat" cmpd="sng" w="9525">
            <a:solidFill>
              <a:srgbClr val="F3F3F3"/>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529" name="Google Shape;12529;p214"/>
          <p:cNvGrpSpPr/>
          <p:nvPr/>
        </p:nvGrpSpPr>
        <p:grpSpPr>
          <a:xfrm>
            <a:off x="4200298" y="1006178"/>
            <a:ext cx="3098700" cy="2874900"/>
            <a:chOff x="-3269900" y="813200"/>
            <a:chExt cx="3098700" cy="2874900"/>
          </a:xfrm>
        </p:grpSpPr>
        <p:sp>
          <p:nvSpPr>
            <p:cNvPr id="12530" name="Google Shape;12530;p214"/>
            <p:cNvSpPr/>
            <p:nvPr/>
          </p:nvSpPr>
          <p:spPr>
            <a:xfrm>
              <a:off x="-3269900" y="813200"/>
              <a:ext cx="3098700" cy="2874900"/>
            </a:xfrm>
            <a:prstGeom prst="roundRect">
              <a:avLst>
                <a:gd fmla="val 3233" name="adj"/>
              </a:avLst>
            </a:prstGeom>
            <a:solidFill>
              <a:srgbClr val="FFFFFF"/>
            </a:solidFill>
            <a:ln cap="flat" cmpd="sng" w="9525">
              <a:solidFill>
                <a:srgbClr val="EFEFEF"/>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t" bIns="18000" lIns="18000" spcFirstLastPara="1" rIns="18000" wrap="square" tIns="18000">
              <a:noAutofit/>
            </a:bodyPr>
            <a:lstStyle/>
            <a:p>
              <a:pPr indent="0" lvl="0" marL="0" rtl="0" algn="ctr">
                <a:spcBef>
                  <a:spcPts val="0"/>
                </a:spcBef>
                <a:spcAft>
                  <a:spcPts val="0"/>
                </a:spcAft>
                <a:buNone/>
              </a:pPr>
              <a:r>
                <a:rPr b="1" i="1" lang="es-419" sz="900">
                  <a:solidFill>
                    <a:srgbClr val="434343"/>
                  </a:solidFill>
                </a:rPr>
                <a:t>Puntos de Automatización</a:t>
              </a:r>
              <a:endParaRPr b="1" i="1" sz="900">
                <a:solidFill>
                  <a:srgbClr val="434343"/>
                </a:solidFill>
              </a:endParaRPr>
            </a:p>
          </p:txBody>
        </p:sp>
        <p:sp>
          <p:nvSpPr>
            <p:cNvPr id="12531" name="Google Shape;12531;p214"/>
            <p:cNvSpPr txBox="1"/>
            <p:nvPr/>
          </p:nvSpPr>
          <p:spPr>
            <a:xfrm>
              <a:off x="-3089724" y="1083825"/>
              <a:ext cx="1098600" cy="232500"/>
            </a:xfrm>
            <a:prstGeom prst="rect">
              <a:avLst/>
            </a:prstGeom>
            <a:noFill/>
            <a:ln>
              <a:noFill/>
            </a:ln>
          </p:spPr>
          <p:txBody>
            <a:bodyPr anchorCtr="0" anchor="ctr" bIns="0" lIns="0" spcFirstLastPara="1" rIns="0" wrap="square" tIns="0">
              <a:noAutofit/>
            </a:bodyPr>
            <a:lstStyle/>
            <a:p>
              <a:pPr indent="0" lvl="0" marL="0" rtl="0" algn="r">
                <a:spcBef>
                  <a:spcPts val="0"/>
                </a:spcBef>
                <a:spcAft>
                  <a:spcPts val="0"/>
                </a:spcAft>
                <a:buNone/>
              </a:pPr>
              <a:r>
                <a:rPr lang="es-419" sz="800">
                  <a:latin typeface="Arvo"/>
                  <a:ea typeface="Arvo"/>
                  <a:cs typeface="Arvo"/>
                  <a:sym typeface="Arvo"/>
                </a:rPr>
                <a:t>Actividad de Negocio</a:t>
              </a:r>
              <a:endParaRPr sz="800">
                <a:latin typeface="Arvo"/>
                <a:ea typeface="Arvo"/>
                <a:cs typeface="Arvo"/>
                <a:sym typeface="Arvo"/>
              </a:endParaRPr>
            </a:p>
            <a:p>
              <a:pPr indent="0" lvl="0" marL="0" rtl="0" algn="r">
                <a:spcBef>
                  <a:spcPts val="0"/>
                </a:spcBef>
                <a:spcAft>
                  <a:spcPts val="0"/>
                </a:spcAft>
                <a:buNone/>
              </a:pPr>
              <a:r>
                <a:rPr i="1" lang="es-419" sz="600">
                  <a:latin typeface="Arvo"/>
                  <a:ea typeface="Arvo"/>
                  <a:cs typeface="Arvo"/>
                  <a:sym typeface="Arvo"/>
                </a:rPr>
                <a:t>&lt;ej: Identificarse&gt;</a:t>
              </a:r>
              <a:endParaRPr i="1" sz="600">
                <a:latin typeface="Arvo"/>
                <a:ea typeface="Arvo"/>
                <a:cs typeface="Arvo"/>
                <a:sym typeface="Arvo"/>
              </a:endParaRPr>
            </a:p>
          </p:txBody>
        </p:sp>
        <p:sp>
          <p:nvSpPr>
            <p:cNvPr id="12532" name="Google Shape;12532;p214"/>
            <p:cNvSpPr/>
            <p:nvPr/>
          </p:nvSpPr>
          <p:spPr>
            <a:xfrm>
              <a:off x="-1959300" y="1060675"/>
              <a:ext cx="17313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600">
                <a:latin typeface="Roboto"/>
                <a:ea typeface="Roboto"/>
                <a:cs typeface="Roboto"/>
                <a:sym typeface="Roboto"/>
              </a:endParaRPr>
            </a:p>
          </p:txBody>
        </p:sp>
        <p:sp>
          <p:nvSpPr>
            <p:cNvPr id="12533" name="Google Shape;12533;p214"/>
            <p:cNvSpPr txBox="1"/>
            <p:nvPr/>
          </p:nvSpPr>
          <p:spPr>
            <a:xfrm>
              <a:off x="-1947450" y="1043175"/>
              <a:ext cx="1731300" cy="351900"/>
            </a:xfrm>
            <a:prstGeom prst="rect">
              <a:avLst/>
            </a:prstGeom>
            <a:noFill/>
            <a:ln>
              <a:noFill/>
            </a:ln>
          </p:spPr>
          <p:txBody>
            <a:bodyPr anchorCtr="0" anchor="ctr" bIns="18000" lIns="18000" spcFirstLastPara="1" rIns="18000" wrap="square" tIns="18000">
              <a:noAutofit/>
            </a:bodyPr>
            <a:lstStyle/>
            <a:p>
              <a:pPr indent="0" lvl="0" marL="0" rtl="0" algn="ctr">
                <a:spcBef>
                  <a:spcPts val="0"/>
                </a:spcBef>
                <a:spcAft>
                  <a:spcPts val="0"/>
                </a:spcAft>
                <a:buNone/>
              </a:pPr>
              <a:r>
                <a:t/>
              </a:r>
              <a:endParaRPr b="1" i="1" sz="800">
                <a:solidFill>
                  <a:srgbClr val="434343"/>
                </a:solidFill>
              </a:endParaRPr>
            </a:p>
          </p:txBody>
        </p:sp>
        <p:sp>
          <p:nvSpPr>
            <p:cNvPr id="12534" name="Google Shape;12534;p214"/>
            <p:cNvSpPr/>
            <p:nvPr/>
          </p:nvSpPr>
          <p:spPr>
            <a:xfrm>
              <a:off x="-2264100" y="1976599"/>
              <a:ext cx="6333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600">
                <a:latin typeface="Roboto"/>
                <a:ea typeface="Roboto"/>
                <a:cs typeface="Roboto"/>
                <a:sym typeface="Roboto"/>
              </a:endParaRPr>
            </a:p>
          </p:txBody>
        </p:sp>
        <p:sp>
          <p:nvSpPr>
            <p:cNvPr id="12535" name="Google Shape;12535;p214"/>
            <p:cNvSpPr/>
            <p:nvPr/>
          </p:nvSpPr>
          <p:spPr>
            <a:xfrm>
              <a:off x="-2264100" y="2361045"/>
              <a:ext cx="6333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600">
                <a:latin typeface="Roboto"/>
                <a:ea typeface="Roboto"/>
                <a:cs typeface="Roboto"/>
                <a:sym typeface="Roboto"/>
              </a:endParaRPr>
            </a:p>
          </p:txBody>
        </p:sp>
        <p:sp>
          <p:nvSpPr>
            <p:cNvPr id="12536" name="Google Shape;12536;p214"/>
            <p:cNvSpPr/>
            <p:nvPr/>
          </p:nvSpPr>
          <p:spPr>
            <a:xfrm>
              <a:off x="-2264100" y="2754449"/>
              <a:ext cx="6333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600">
                <a:latin typeface="Roboto"/>
                <a:ea typeface="Roboto"/>
                <a:cs typeface="Roboto"/>
                <a:sym typeface="Roboto"/>
              </a:endParaRPr>
            </a:p>
          </p:txBody>
        </p:sp>
        <p:sp>
          <p:nvSpPr>
            <p:cNvPr id="12537" name="Google Shape;12537;p214"/>
            <p:cNvSpPr/>
            <p:nvPr/>
          </p:nvSpPr>
          <p:spPr>
            <a:xfrm>
              <a:off x="-2264100" y="3130951"/>
              <a:ext cx="6333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600">
                <a:latin typeface="Roboto"/>
                <a:ea typeface="Roboto"/>
                <a:cs typeface="Roboto"/>
                <a:sym typeface="Roboto"/>
              </a:endParaRPr>
            </a:p>
          </p:txBody>
        </p:sp>
        <p:pic>
          <p:nvPicPr>
            <p:cNvPr id="12538" name="Google Shape;12538;p214"/>
            <p:cNvPicPr preferRelativeResize="0"/>
            <p:nvPr/>
          </p:nvPicPr>
          <p:blipFill rotWithShape="1">
            <a:blip r:embed="rId6">
              <a:alphaModFix/>
            </a:blip>
            <a:srcRect b="603" l="50354" r="37994" t="86695"/>
            <a:stretch/>
          </p:blipFill>
          <p:spPr>
            <a:xfrm>
              <a:off x="-2213375" y="2387276"/>
              <a:ext cx="261818" cy="288000"/>
            </a:xfrm>
            <a:prstGeom prst="rect">
              <a:avLst/>
            </a:prstGeom>
            <a:noFill/>
            <a:ln>
              <a:noFill/>
            </a:ln>
          </p:spPr>
        </p:pic>
        <p:pic>
          <p:nvPicPr>
            <p:cNvPr id="12539" name="Google Shape;12539;p214"/>
            <p:cNvPicPr preferRelativeResize="0"/>
            <p:nvPr/>
          </p:nvPicPr>
          <p:blipFill rotWithShape="1">
            <a:blip r:embed="rId6">
              <a:alphaModFix/>
            </a:blip>
            <a:srcRect b="603" l="50354" r="37994" t="86695"/>
            <a:stretch/>
          </p:blipFill>
          <p:spPr>
            <a:xfrm>
              <a:off x="-2191453" y="3156710"/>
              <a:ext cx="261818" cy="288000"/>
            </a:xfrm>
            <a:prstGeom prst="rect">
              <a:avLst/>
            </a:prstGeom>
            <a:noFill/>
            <a:ln>
              <a:noFill/>
            </a:ln>
          </p:spPr>
        </p:pic>
        <p:sp>
          <p:nvSpPr>
            <p:cNvPr id="12540" name="Google Shape;12540;p214"/>
            <p:cNvSpPr/>
            <p:nvPr/>
          </p:nvSpPr>
          <p:spPr>
            <a:xfrm>
              <a:off x="-1560550" y="1976600"/>
              <a:ext cx="13251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2000" lIns="72000" spcFirstLastPara="1" rIns="72000" wrap="square" tIns="72000">
              <a:noAutofit/>
            </a:bodyPr>
            <a:lstStyle/>
            <a:p>
              <a:pPr indent="0" lvl="0" marL="0" rtl="0" algn="l">
                <a:spcBef>
                  <a:spcPts val="0"/>
                </a:spcBef>
                <a:spcAft>
                  <a:spcPts val="0"/>
                </a:spcAft>
                <a:buNone/>
              </a:pPr>
              <a:r>
                <a:rPr lang="es-419" sz="800">
                  <a:latin typeface="Roboto"/>
                  <a:ea typeface="Roboto"/>
                  <a:cs typeface="Roboto"/>
                  <a:sym typeface="Roboto"/>
                </a:rPr>
                <a:t>&lt;...&gt;</a:t>
              </a:r>
              <a:endParaRPr sz="800">
                <a:latin typeface="Roboto"/>
                <a:ea typeface="Roboto"/>
                <a:cs typeface="Roboto"/>
                <a:sym typeface="Roboto"/>
              </a:endParaRPr>
            </a:p>
          </p:txBody>
        </p:sp>
        <p:sp>
          <p:nvSpPr>
            <p:cNvPr id="12541" name="Google Shape;12541;p214"/>
            <p:cNvSpPr/>
            <p:nvPr/>
          </p:nvSpPr>
          <p:spPr>
            <a:xfrm>
              <a:off x="-1560550" y="2361043"/>
              <a:ext cx="13251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2000" lIns="72000" spcFirstLastPara="1" rIns="72000" wrap="square" tIns="72000">
              <a:noAutofit/>
            </a:bodyPr>
            <a:lstStyle/>
            <a:p>
              <a:pPr indent="0" lvl="0" marL="0" rtl="0" algn="l">
                <a:spcBef>
                  <a:spcPts val="0"/>
                </a:spcBef>
                <a:spcAft>
                  <a:spcPts val="0"/>
                </a:spcAft>
                <a:buNone/>
              </a:pPr>
              <a:r>
                <a:rPr lang="es-419" sz="800">
                  <a:latin typeface="Roboto"/>
                  <a:ea typeface="Roboto"/>
                  <a:cs typeface="Roboto"/>
                  <a:sym typeface="Roboto"/>
                </a:rPr>
                <a:t>&lt;...&gt;</a:t>
              </a:r>
              <a:endParaRPr sz="800">
                <a:latin typeface="Roboto"/>
                <a:ea typeface="Roboto"/>
                <a:cs typeface="Roboto"/>
                <a:sym typeface="Roboto"/>
              </a:endParaRPr>
            </a:p>
          </p:txBody>
        </p:sp>
        <p:sp>
          <p:nvSpPr>
            <p:cNvPr id="12542" name="Google Shape;12542;p214"/>
            <p:cNvSpPr/>
            <p:nvPr/>
          </p:nvSpPr>
          <p:spPr>
            <a:xfrm>
              <a:off x="-1560550" y="2754444"/>
              <a:ext cx="13251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2000" lIns="72000" spcFirstLastPara="1" rIns="72000" wrap="square" tIns="72000">
              <a:noAutofit/>
            </a:bodyPr>
            <a:lstStyle/>
            <a:p>
              <a:pPr indent="0" lvl="0" marL="0" rtl="0" algn="l">
                <a:spcBef>
                  <a:spcPts val="0"/>
                </a:spcBef>
                <a:spcAft>
                  <a:spcPts val="0"/>
                </a:spcAft>
                <a:buNone/>
              </a:pPr>
              <a:r>
                <a:rPr lang="es-419" sz="800">
                  <a:latin typeface="Roboto"/>
                  <a:ea typeface="Roboto"/>
                  <a:cs typeface="Roboto"/>
                  <a:sym typeface="Roboto"/>
                </a:rPr>
                <a:t>&lt;...&gt;</a:t>
              </a:r>
              <a:endParaRPr sz="800">
                <a:latin typeface="Roboto"/>
                <a:ea typeface="Roboto"/>
                <a:cs typeface="Roboto"/>
                <a:sym typeface="Roboto"/>
              </a:endParaRPr>
            </a:p>
          </p:txBody>
        </p:sp>
        <p:sp>
          <p:nvSpPr>
            <p:cNvPr id="12543" name="Google Shape;12543;p214"/>
            <p:cNvSpPr/>
            <p:nvPr/>
          </p:nvSpPr>
          <p:spPr>
            <a:xfrm>
              <a:off x="-1560550" y="3140903"/>
              <a:ext cx="13251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2000" lIns="72000" spcFirstLastPara="1" rIns="72000" wrap="square" tIns="72000">
              <a:noAutofit/>
            </a:bodyPr>
            <a:lstStyle/>
            <a:p>
              <a:pPr indent="0" lvl="0" marL="0" rtl="0" algn="l">
                <a:spcBef>
                  <a:spcPts val="0"/>
                </a:spcBef>
                <a:spcAft>
                  <a:spcPts val="0"/>
                </a:spcAft>
                <a:buNone/>
              </a:pPr>
              <a:r>
                <a:rPr lang="es-419" sz="800">
                  <a:latin typeface="Roboto"/>
                  <a:ea typeface="Roboto"/>
                  <a:cs typeface="Roboto"/>
                  <a:sym typeface="Roboto"/>
                </a:rPr>
                <a:t>&lt;...&gt;</a:t>
              </a:r>
              <a:endParaRPr sz="800">
                <a:latin typeface="Roboto"/>
                <a:ea typeface="Roboto"/>
                <a:cs typeface="Roboto"/>
                <a:sym typeface="Roboto"/>
              </a:endParaRPr>
            </a:p>
          </p:txBody>
        </p:sp>
        <p:sp>
          <p:nvSpPr>
            <p:cNvPr id="12544" name="Google Shape;12544;p214"/>
            <p:cNvSpPr/>
            <p:nvPr/>
          </p:nvSpPr>
          <p:spPr>
            <a:xfrm>
              <a:off x="-3205580" y="2362700"/>
              <a:ext cx="8817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600">
                <a:latin typeface="Roboto"/>
                <a:ea typeface="Roboto"/>
                <a:cs typeface="Roboto"/>
                <a:sym typeface="Roboto"/>
              </a:endParaRPr>
            </a:p>
          </p:txBody>
        </p:sp>
        <p:sp>
          <p:nvSpPr>
            <p:cNvPr id="12545" name="Google Shape;12545;p214"/>
            <p:cNvSpPr txBox="1"/>
            <p:nvPr/>
          </p:nvSpPr>
          <p:spPr>
            <a:xfrm>
              <a:off x="-1447300" y="1458400"/>
              <a:ext cx="1098600" cy="4653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b="1" lang="es-419" sz="800">
                  <a:latin typeface="Arvo"/>
                  <a:ea typeface="Arvo"/>
                  <a:cs typeface="Arvo"/>
                  <a:sym typeface="Arvo"/>
                </a:rPr>
                <a:t>Acción interactiva:</a:t>
              </a:r>
              <a:endParaRPr b="1" sz="800">
                <a:latin typeface="Arvo"/>
                <a:ea typeface="Arvo"/>
                <a:cs typeface="Arvo"/>
                <a:sym typeface="Arvo"/>
              </a:endParaRPr>
            </a:p>
            <a:p>
              <a:pPr indent="0" lvl="0" marL="0" rtl="0" algn="ctr">
                <a:spcBef>
                  <a:spcPts val="0"/>
                </a:spcBef>
                <a:spcAft>
                  <a:spcPts val="0"/>
                </a:spcAft>
                <a:buNone/>
              </a:pPr>
              <a:r>
                <a:rPr i="1" lang="es-419" sz="600">
                  <a:latin typeface="Arvo"/>
                  <a:ea typeface="Arvo"/>
                  <a:cs typeface="Arvo"/>
                  <a:sym typeface="Arvo"/>
                </a:rPr>
                <a:t>&lt;ej: </a:t>
              </a:r>
              <a:r>
                <a:rPr i="1" lang="es-419" sz="600">
                  <a:solidFill>
                    <a:schemeClr val="dk1"/>
                  </a:solidFill>
                  <a:latin typeface="Roboto"/>
                  <a:ea typeface="Roboto"/>
                  <a:cs typeface="Roboto"/>
                  <a:sym typeface="Roboto"/>
                </a:rPr>
                <a:t>autenticar por huella y cara</a:t>
              </a:r>
              <a:r>
                <a:rPr i="1" lang="es-419" sz="600">
                  <a:latin typeface="Arvo"/>
                  <a:ea typeface="Arvo"/>
                  <a:cs typeface="Arvo"/>
                  <a:sym typeface="Arvo"/>
                </a:rPr>
                <a:t>&gt;</a:t>
              </a:r>
              <a:endParaRPr i="1" sz="600">
                <a:latin typeface="Arvo"/>
                <a:ea typeface="Arvo"/>
                <a:cs typeface="Arvo"/>
                <a:sym typeface="Arvo"/>
              </a:endParaRPr>
            </a:p>
          </p:txBody>
        </p:sp>
        <p:sp>
          <p:nvSpPr>
            <p:cNvPr id="12546" name="Google Shape;12546;p214"/>
            <p:cNvSpPr txBox="1"/>
            <p:nvPr/>
          </p:nvSpPr>
          <p:spPr>
            <a:xfrm>
              <a:off x="-2270600" y="1458400"/>
              <a:ext cx="702600" cy="4653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b="1" lang="es-419" sz="800">
                  <a:latin typeface="Arvo"/>
                  <a:ea typeface="Arvo"/>
                  <a:cs typeface="Arvo"/>
                  <a:sym typeface="Arvo"/>
                </a:rPr>
                <a:t>Punto de contacto</a:t>
              </a:r>
              <a:endParaRPr sz="800">
                <a:latin typeface="Arvo"/>
                <a:ea typeface="Arvo"/>
                <a:cs typeface="Arvo"/>
                <a:sym typeface="Arvo"/>
              </a:endParaRPr>
            </a:p>
          </p:txBody>
        </p:sp>
        <p:sp>
          <p:nvSpPr>
            <p:cNvPr id="12547" name="Google Shape;12547;p214"/>
            <p:cNvSpPr txBox="1"/>
            <p:nvPr/>
          </p:nvSpPr>
          <p:spPr>
            <a:xfrm>
              <a:off x="-3126063" y="1469121"/>
              <a:ext cx="702600" cy="4653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b="1" lang="es-419" sz="800">
                  <a:latin typeface="Arvo"/>
                  <a:ea typeface="Arvo"/>
                  <a:cs typeface="Arvo"/>
                  <a:sym typeface="Arvo"/>
                </a:rPr>
                <a:t>Rol</a:t>
              </a:r>
              <a:endParaRPr sz="800">
                <a:latin typeface="Arvo"/>
                <a:ea typeface="Arvo"/>
                <a:cs typeface="Arvo"/>
                <a:sym typeface="Arvo"/>
              </a:endParaRPr>
            </a:p>
          </p:txBody>
        </p:sp>
        <p:pic>
          <p:nvPicPr>
            <p:cNvPr id="12548" name="Google Shape;12548;p214"/>
            <p:cNvPicPr preferRelativeResize="0"/>
            <p:nvPr/>
          </p:nvPicPr>
          <p:blipFill rotWithShape="1">
            <a:blip r:embed="rId7">
              <a:alphaModFix/>
            </a:blip>
            <a:srcRect b="-868" l="0" r="82941" t="66946"/>
            <a:stretch/>
          </p:blipFill>
          <p:spPr>
            <a:xfrm>
              <a:off x="-3127829" y="1726844"/>
              <a:ext cx="702701" cy="702700"/>
            </a:xfrm>
            <a:prstGeom prst="rect">
              <a:avLst/>
            </a:prstGeom>
            <a:noFill/>
            <a:ln>
              <a:noFill/>
            </a:ln>
          </p:spPr>
        </p:pic>
        <p:sp>
          <p:nvSpPr>
            <p:cNvPr id="12549" name="Google Shape;12549;p214"/>
            <p:cNvSpPr txBox="1"/>
            <p:nvPr/>
          </p:nvSpPr>
          <p:spPr>
            <a:xfrm>
              <a:off x="-3127825" y="2377125"/>
              <a:ext cx="761100" cy="2325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b="1" lang="es-419" sz="800">
                  <a:latin typeface="Arvo"/>
                  <a:ea typeface="Arvo"/>
                  <a:cs typeface="Arvo"/>
                  <a:sym typeface="Arvo"/>
                </a:rPr>
                <a:t>Conductor</a:t>
              </a:r>
              <a:endParaRPr b="1" i="1" sz="700">
                <a:solidFill>
                  <a:srgbClr val="666666"/>
                </a:solidFill>
                <a:latin typeface="Arvo"/>
                <a:ea typeface="Arvo"/>
                <a:cs typeface="Arvo"/>
                <a:sym typeface="Arvo"/>
              </a:endParaRPr>
            </a:p>
          </p:txBody>
        </p:sp>
        <p:sp>
          <p:nvSpPr>
            <p:cNvPr id="12550" name="Google Shape;12550;p214"/>
            <p:cNvSpPr txBox="1"/>
            <p:nvPr/>
          </p:nvSpPr>
          <p:spPr>
            <a:xfrm>
              <a:off x="-3205576" y="2570725"/>
              <a:ext cx="964800" cy="232500"/>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t/>
              </a:r>
              <a:endParaRPr b="1" sz="800">
                <a:latin typeface="Arvo"/>
                <a:ea typeface="Arvo"/>
                <a:cs typeface="Arvo"/>
                <a:sym typeface="Arvo"/>
              </a:endParaRPr>
            </a:p>
            <a:p>
              <a:pPr indent="0" lvl="0" marL="0" rtl="0" algn="ctr">
                <a:spcBef>
                  <a:spcPts val="0"/>
                </a:spcBef>
                <a:spcAft>
                  <a:spcPts val="0"/>
                </a:spcAft>
                <a:buNone/>
              </a:pPr>
              <a:r>
                <a:rPr i="1" lang="es-419" sz="600">
                  <a:latin typeface="Arvo"/>
                  <a:ea typeface="Arvo"/>
                  <a:cs typeface="Arvo"/>
                  <a:sym typeface="Arvo"/>
                </a:rPr>
                <a:t>&lt;ej: conductor&gt;</a:t>
              </a:r>
              <a:endParaRPr i="1" sz="600">
                <a:latin typeface="Arvo"/>
                <a:ea typeface="Arvo"/>
                <a:cs typeface="Arvo"/>
                <a:sym typeface="Arvo"/>
              </a:endParaRPr>
            </a:p>
          </p:txBody>
        </p:sp>
        <p:pic>
          <p:nvPicPr>
            <p:cNvPr id="12551" name="Google Shape;12551;p214"/>
            <p:cNvPicPr preferRelativeResize="0"/>
            <p:nvPr/>
          </p:nvPicPr>
          <p:blipFill rotWithShape="1">
            <a:blip r:embed="rId8">
              <a:alphaModFix/>
            </a:blip>
            <a:srcRect b="0" l="0" r="65599" t="84478"/>
            <a:stretch/>
          </p:blipFill>
          <p:spPr>
            <a:xfrm>
              <a:off x="-1929625" y="3173750"/>
              <a:ext cx="261825" cy="265800"/>
            </a:xfrm>
            <a:prstGeom prst="rect">
              <a:avLst/>
            </a:prstGeom>
            <a:noFill/>
            <a:ln>
              <a:noFill/>
            </a:ln>
            <a:effectLst>
              <a:outerShdw blurRad="57150" rotWithShape="0" algn="bl" dir="5400000" dist="19050">
                <a:srgbClr val="000000">
                  <a:alpha val="50000"/>
                </a:srgbClr>
              </a:outerShdw>
            </a:effectLst>
          </p:spPr>
        </p:pic>
        <p:pic>
          <p:nvPicPr>
            <p:cNvPr id="12552" name="Google Shape;12552;p214"/>
            <p:cNvPicPr preferRelativeResize="0"/>
            <p:nvPr/>
          </p:nvPicPr>
          <p:blipFill rotWithShape="1">
            <a:blip r:embed="rId8">
              <a:alphaModFix/>
            </a:blip>
            <a:srcRect b="56583" l="0" r="65599" t="27896"/>
            <a:stretch/>
          </p:blipFill>
          <p:spPr>
            <a:xfrm>
              <a:off x="-1951550" y="2398375"/>
              <a:ext cx="261825" cy="265800"/>
            </a:xfrm>
            <a:prstGeom prst="rect">
              <a:avLst/>
            </a:prstGeom>
            <a:noFill/>
            <a:ln>
              <a:noFill/>
            </a:ln>
            <a:effectLst>
              <a:outerShdw blurRad="57150" rotWithShape="0" algn="bl" dir="5400000" dist="19050">
                <a:srgbClr val="000000">
                  <a:alpha val="50000"/>
                </a:srgbClr>
              </a:outerShdw>
            </a:effectLst>
          </p:spPr>
        </p:pic>
        <p:pic>
          <p:nvPicPr>
            <p:cNvPr id="12553" name="Google Shape;12553;p214"/>
            <p:cNvPicPr preferRelativeResize="0"/>
            <p:nvPr/>
          </p:nvPicPr>
          <p:blipFill rotWithShape="1">
            <a:blip r:embed="rId6">
              <a:alphaModFix/>
            </a:blip>
            <a:srcRect b="603" l="50354" r="37994" t="86695"/>
            <a:stretch/>
          </p:blipFill>
          <p:spPr>
            <a:xfrm>
              <a:off x="-2213375" y="2006276"/>
              <a:ext cx="261818" cy="288000"/>
            </a:xfrm>
            <a:prstGeom prst="rect">
              <a:avLst/>
            </a:prstGeom>
            <a:noFill/>
            <a:ln>
              <a:noFill/>
            </a:ln>
          </p:spPr>
        </p:pic>
        <p:pic>
          <p:nvPicPr>
            <p:cNvPr id="12554" name="Google Shape;12554;p214"/>
            <p:cNvPicPr preferRelativeResize="0"/>
            <p:nvPr/>
          </p:nvPicPr>
          <p:blipFill rotWithShape="1">
            <a:blip r:embed="rId8">
              <a:alphaModFix/>
            </a:blip>
            <a:srcRect b="26533" l="31394" r="34205" t="57946"/>
            <a:stretch/>
          </p:blipFill>
          <p:spPr>
            <a:xfrm>
              <a:off x="-1951550" y="2017375"/>
              <a:ext cx="261825" cy="265800"/>
            </a:xfrm>
            <a:prstGeom prst="rect">
              <a:avLst/>
            </a:prstGeom>
            <a:noFill/>
            <a:ln>
              <a:noFill/>
            </a:ln>
            <a:effectLst>
              <a:outerShdw blurRad="57150" rotWithShape="0" algn="bl" dir="5400000" dist="19050">
                <a:srgbClr val="000000">
                  <a:alpha val="50000"/>
                </a:srgbClr>
              </a:outerShdw>
            </a:effectLst>
          </p:spPr>
        </p:pic>
      </p:grpSp>
      <p:grpSp>
        <p:nvGrpSpPr>
          <p:cNvPr id="12555" name="Google Shape;12555;p214"/>
          <p:cNvGrpSpPr/>
          <p:nvPr/>
        </p:nvGrpSpPr>
        <p:grpSpPr>
          <a:xfrm>
            <a:off x="410000" y="4705769"/>
            <a:ext cx="2955900" cy="1814700"/>
            <a:chOff x="-3261600" y="4165325"/>
            <a:chExt cx="2955900" cy="1814700"/>
          </a:xfrm>
        </p:grpSpPr>
        <p:sp>
          <p:nvSpPr>
            <p:cNvPr id="12556" name="Google Shape;12556;p214"/>
            <p:cNvSpPr/>
            <p:nvPr/>
          </p:nvSpPr>
          <p:spPr>
            <a:xfrm>
              <a:off x="-3261600" y="4165325"/>
              <a:ext cx="2955900" cy="1814700"/>
            </a:xfrm>
            <a:prstGeom prst="roundRect">
              <a:avLst>
                <a:gd fmla="val 3233" name="adj"/>
              </a:avLst>
            </a:prstGeom>
            <a:solidFill>
              <a:srgbClr val="FFFFFF"/>
            </a:solidFill>
            <a:ln cap="flat" cmpd="sng" w="9525">
              <a:solidFill>
                <a:srgbClr val="EFEFEF"/>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t" bIns="18000" lIns="18000" spcFirstLastPara="1" rIns="18000" wrap="square" tIns="18000">
              <a:noAutofit/>
            </a:bodyPr>
            <a:lstStyle/>
            <a:p>
              <a:pPr indent="0" lvl="0" marL="0" rtl="0" algn="ctr">
                <a:spcBef>
                  <a:spcPts val="0"/>
                </a:spcBef>
                <a:spcAft>
                  <a:spcPts val="0"/>
                </a:spcAft>
                <a:buNone/>
              </a:pPr>
              <a:r>
                <a:rPr b="1" i="1" lang="es-419" sz="900">
                  <a:solidFill>
                    <a:srgbClr val="434343"/>
                  </a:solidFill>
                </a:rPr>
                <a:t>Objetivos de Proceso</a:t>
              </a:r>
              <a:endParaRPr b="1" i="1" sz="900">
                <a:solidFill>
                  <a:srgbClr val="434343"/>
                </a:solidFill>
              </a:endParaRPr>
            </a:p>
          </p:txBody>
        </p:sp>
        <p:sp>
          <p:nvSpPr>
            <p:cNvPr id="12557" name="Google Shape;12557;p214"/>
            <p:cNvSpPr txBox="1"/>
            <p:nvPr/>
          </p:nvSpPr>
          <p:spPr>
            <a:xfrm>
              <a:off x="-1831833" y="4425758"/>
              <a:ext cx="1069200" cy="2166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t/>
              </a:r>
              <a:endParaRPr b="1" sz="600"/>
            </a:p>
          </p:txBody>
        </p:sp>
        <p:sp>
          <p:nvSpPr>
            <p:cNvPr id="12558" name="Google Shape;12558;p214"/>
            <p:cNvSpPr txBox="1"/>
            <p:nvPr/>
          </p:nvSpPr>
          <p:spPr>
            <a:xfrm>
              <a:off x="-3145225" y="4433975"/>
              <a:ext cx="1011000" cy="232500"/>
            </a:xfrm>
            <a:prstGeom prst="rect">
              <a:avLst/>
            </a:prstGeom>
            <a:noFill/>
            <a:ln>
              <a:noFill/>
            </a:ln>
          </p:spPr>
          <p:txBody>
            <a:bodyPr anchorCtr="0" anchor="ctr" bIns="0" lIns="0" spcFirstLastPara="1" rIns="0" wrap="square" tIns="0">
              <a:noAutofit/>
            </a:bodyPr>
            <a:lstStyle/>
            <a:p>
              <a:pPr indent="0" lvl="0" marL="0" rtl="0" algn="r">
                <a:spcBef>
                  <a:spcPts val="0"/>
                </a:spcBef>
                <a:spcAft>
                  <a:spcPts val="0"/>
                </a:spcAft>
                <a:buNone/>
              </a:pPr>
              <a:r>
                <a:rPr lang="es-419" sz="700">
                  <a:latin typeface="Arvo"/>
                  <a:ea typeface="Arvo"/>
                  <a:cs typeface="Arvo"/>
                  <a:sym typeface="Arvo"/>
                </a:rPr>
                <a:t>Nombre del Proceso:</a:t>
              </a:r>
              <a:endParaRPr sz="700">
                <a:latin typeface="Arvo"/>
                <a:ea typeface="Arvo"/>
                <a:cs typeface="Arvo"/>
                <a:sym typeface="Arvo"/>
              </a:endParaRPr>
            </a:p>
            <a:p>
              <a:pPr indent="0" lvl="0" marL="0" rtl="0" algn="r">
                <a:spcBef>
                  <a:spcPts val="0"/>
                </a:spcBef>
                <a:spcAft>
                  <a:spcPts val="0"/>
                </a:spcAft>
                <a:buNone/>
              </a:pPr>
              <a:r>
                <a:rPr i="1" lang="es-419" sz="600">
                  <a:solidFill>
                    <a:srgbClr val="666666"/>
                  </a:solidFill>
                  <a:latin typeface="Arvo"/>
                  <a:ea typeface="Arvo"/>
                  <a:cs typeface="Arvo"/>
                  <a:sym typeface="Arvo"/>
                </a:rPr>
                <a:t>ej: Reserva de citas médicas</a:t>
              </a:r>
              <a:endParaRPr i="1" sz="600">
                <a:solidFill>
                  <a:srgbClr val="666666"/>
                </a:solidFill>
                <a:latin typeface="Arvo"/>
                <a:ea typeface="Arvo"/>
                <a:cs typeface="Arvo"/>
                <a:sym typeface="Arvo"/>
              </a:endParaRPr>
            </a:p>
          </p:txBody>
        </p:sp>
        <p:sp>
          <p:nvSpPr>
            <p:cNvPr id="12559" name="Google Shape;12559;p214"/>
            <p:cNvSpPr txBox="1"/>
            <p:nvPr/>
          </p:nvSpPr>
          <p:spPr>
            <a:xfrm>
              <a:off x="-3145224" y="5374533"/>
              <a:ext cx="1011000" cy="232500"/>
            </a:xfrm>
            <a:prstGeom prst="rect">
              <a:avLst/>
            </a:prstGeom>
            <a:noFill/>
            <a:ln>
              <a:noFill/>
            </a:ln>
          </p:spPr>
          <p:txBody>
            <a:bodyPr anchorCtr="0" anchor="ctr" bIns="0" lIns="0" spcFirstLastPara="1" rIns="0" wrap="square" tIns="0">
              <a:noAutofit/>
            </a:bodyPr>
            <a:lstStyle/>
            <a:p>
              <a:pPr indent="0" lvl="0" marL="0" rtl="0" algn="r">
                <a:spcBef>
                  <a:spcPts val="0"/>
                </a:spcBef>
                <a:spcAft>
                  <a:spcPts val="0"/>
                </a:spcAft>
                <a:buNone/>
              </a:pPr>
              <a:r>
                <a:rPr lang="es-419" sz="700">
                  <a:latin typeface="Arvo"/>
                  <a:ea typeface="Arvo"/>
                  <a:cs typeface="Arvo"/>
                  <a:sym typeface="Arvo"/>
                </a:rPr>
                <a:t>Meta Cliente:</a:t>
              </a:r>
              <a:endParaRPr sz="700">
                <a:latin typeface="Arvo"/>
                <a:ea typeface="Arvo"/>
                <a:cs typeface="Arvo"/>
                <a:sym typeface="Arvo"/>
              </a:endParaRPr>
            </a:p>
            <a:p>
              <a:pPr indent="0" lvl="0" marL="0" rtl="0" algn="r">
                <a:lnSpc>
                  <a:spcPct val="85000"/>
                </a:lnSpc>
                <a:spcBef>
                  <a:spcPts val="0"/>
                </a:spcBef>
                <a:spcAft>
                  <a:spcPts val="0"/>
                </a:spcAft>
                <a:buClr>
                  <a:srgbClr val="000000"/>
                </a:buClr>
                <a:buSzPts val="1100"/>
                <a:buFont typeface="Arial"/>
                <a:buNone/>
              </a:pPr>
              <a:r>
                <a:rPr lang="es-419" sz="500">
                  <a:solidFill>
                    <a:srgbClr val="000000"/>
                  </a:solidFill>
                  <a:latin typeface="Arvo"/>
                  <a:ea typeface="Arvo"/>
                  <a:cs typeface="Arvo"/>
                  <a:sym typeface="Arvo"/>
                </a:rPr>
                <a:t>&lt;sustantivo&gt;&lt;adjetivo&gt;</a:t>
              </a:r>
              <a:endParaRPr sz="600">
                <a:latin typeface="Arvo"/>
                <a:ea typeface="Arvo"/>
                <a:cs typeface="Arvo"/>
                <a:sym typeface="Arvo"/>
              </a:endParaRPr>
            </a:p>
            <a:p>
              <a:pPr indent="0" lvl="0" marL="0" rtl="0" algn="r">
                <a:spcBef>
                  <a:spcPts val="0"/>
                </a:spcBef>
                <a:spcAft>
                  <a:spcPts val="0"/>
                </a:spcAft>
                <a:buNone/>
              </a:pPr>
              <a:r>
                <a:rPr i="1" lang="es-419" sz="600">
                  <a:latin typeface="Arvo"/>
                  <a:ea typeface="Arvo"/>
                  <a:cs typeface="Arvo"/>
                  <a:sym typeface="Arvo"/>
                </a:rPr>
                <a:t> </a:t>
              </a:r>
              <a:r>
                <a:rPr i="1" lang="es-419" sz="600">
                  <a:solidFill>
                    <a:srgbClr val="666666"/>
                  </a:solidFill>
                  <a:latin typeface="Arvo"/>
                  <a:ea typeface="Arvo"/>
                  <a:cs typeface="Arvo"/>
                  <a:sym typeface="Arvo"/>
                </a:rPr>
                <a:t>ej: cita reservada</a:t>
              </a:r>
              <a:endParaRPr i="1" sz="600">
                <a:solidFill>
                  <a:srgbClr val="666666"/>
                </a:solidFill>
                <a:latin typeface="Arvo"/>
                <a:ea typeface="Arvo"/>
                <a:cs typeface="Arvo"/>
                <a:sym typeface="Arvo"/>
              </a:endParaRPr>
            </a:p>
          </p:txBody>
        </p:sp>
        <p:sp>
          <p:nvSpPr>
            <p:cNvPr id="12560" name="Google Shape;12560;p214"/>
            <p:cNvSpPr txBox="1"/>
            <p:nvPr/>
          </p:nvSpPr>
          <p:spPr>
            <a:xfrm>
              <a:off x="-3145224" y="5658000"/>
              <a:ext cx="1011000" cy="248700"/>
            </a:xfrm>
            <a:prstGeom prst="rect">
              <a:avLst/>
            </a:prstGeom>
            <a:noFill/>
            <a:ln>
              <a:noFill/>
            </a:ln>
          </p:spPr>
          <p:txBody>
            <a:bodyPr anchorCtr="0" anchor="ctr" bIns="0" lIns="0" spcFirstLastPara="1" rIns="0" wrap="square" tIns="0">
              <a:spAutoFit/>
            </a:bodyPr>
            <a:lstStyle/>
            <a:p>
              <a:pPr indent="0" lvl="0" marL="0" marR="0" rtl="0" algn="r">
                <a:lnSpc>
                  <a:spcPct val="85000"/>
                </a:lnSpc>
                <a:spcBef>
                  <a:spcPts val="0"/>
                </a:spcBef>
                <a:spcAft>
                  <a:spcPts val="0"/>
                </a:spcAft>
                <a:buNone/>
              </a:pPr>
              <a:r>
                <a:rPr lang="es-419" sz="700">
                  <a:latin typeface="Arvo"/>
                  <a:ea typeface="Arvo"/>
                  <a:cs typeface="Arvo"/>
                  <a:sym typeface="Arvo"/>
                </a:rPr>
                <a:t>Meta Empresa:</a:t>
              </a:r>
              <a:endParaRPr sz="700">
                <a:latin typeface="Arvo"/>
                <a:ea typeface="Arvo"/>
                <a:cs typeface="Arvo"/>
                <a:sym typeface="Arvo"/>
              </a:endParaRPr>
            </a:p>
            <a:p>
              <a:pPr indent="0" lvl="0" marL="0" marR="0" rtl="0" algn="r">
                <a:lnSpc>
                  <a:spcPct val="85000"/>
                </a:lnSpc>
                <a:spcBef>
                  <a:spcPts val="0"/>
                </a:spcBef>
                <a:spcAft>
                  <a:spcPts val="0"/>
                </a:spcAft>
                <a:buNone/>
              </a:pPr>
              <a:r>
                <a:rPr lang="es-419" sz="500">
                  <a:latin typeface="Arvo"/>
                  <a:ea typeface="Arvo"/>
                  <a:cs typeface="Arvo"/>
                  <a:sym typeface="Arvo"/>
                </a:rPr>
                <a:t>&lt;sustantivo&gt;&lt;adjetivo&gt;</a:t>
              </a:r>
              <a:r>
                <a:rPr lang="es-419" sz="600">
                  <a:solidFill>
                    <a:srgbClr val="000000"/>
                  </a:solidFill>
                </a:rPr>
                <a:t> </a:t>
              </a:r>
              <a:endParaRPr sz="600">
                <a:solidFill>
                  <a:srgbClr val="000000"/>
                </a:solidFill>
              </a:endParaRPr>
            </a:p>
            <a:p>
              <a:pPr indent="0" lvl="0" marL="0" marR="0" rtl="0" algn="r">
                <a:lnSpc>
                  <a:spcPct val="85000"/>
                </a:lnSpc>
                <a:spcBef>
                  <a:spcPts val="0"/>
                </a:spcBef>
                <a:spcAft>
                  <a:spcPts val="0"/>
                </a:spcAft>
                <a:buNone/>
              </a:pPr>
              <a:r>
                <a:rPr i="1" lang="es-419" sz="600">
                  <a:solidFill>
                    <a:srgbClr val="666666"/>
                  </a:solidFill>
                  <a:latin typeface="Arvo"/>
                  <a:ea typeface="Arvo"/>
                  <a:cs typeface="Arvo"/>
                  <a:sym typeface="Arvo"/>
                </a:rPr>
                <a:t>ej: agenda actualizada</a:t>
              </a:r>
              <a:endParaRPr i="1" sz="600">
                <a:latin typeface="Arvo"/>
                <a:ea typeface="Arvo"/>
                <a:cs typeface="Arvo"/>
                <a:sym typeface="Arvo"/>
              </a:endParaRPr>
            </a:p>
          </p:txBody>
        </p:sp>
        <p:sp>
          <p:nvSpPr>
            <p:cNvPr id="12561" name="Google Shape;12561;p214"/>
            <p:cNvSpPr txBox="1"/>
            <p:nvPr/>
          </p:nvSpPr>
          <p:spPr>
            <a:xfrm>
              <a:off x="-3145224" y="4720952"/>
              <a:ext cx="1011000" cy="265500"/>
            </a:xfrm>
            <a:prstGeom prst="rect">
              <a:avLst/>
            </a:prstGeom>
            <a:noFill/>
            <a:ln>
              <a:noFill/>
            </a:ln>
          </p:spPr>
          <p:txBody>
            <a:bodyPr anchorCtr="0" anchor="ctr" bIns="0" lIns="0" spcFirstLastPara="1" rIns="0" wrap="square" tIns="0">
              <a:spAutoFit/>
            </a:bodyPr>
            <a:lstStyle/>
            <a:p>
              <a:pPr indent="0" lvl="0" marL="0" rtl="0" algn="r">
                <a:spcBef>
                  <a:spcPts val="0"/>
                </a:spcBef>
                <a:spcAft>
                  <a:spcPts val="0"/>
                </a:spcAft>
                <a:buNone/>
              </a:pPr>
              <a:r>
                <a:rPr lang="es-419" sz="700">
                  <a:latin typeface="Arvo"/>
                  <a:ea typeface="Arvo"/>
                  <a:cs typeface="Arvo"/>
                  <a:sym typeface="Arvo"/>
                </a:rPr>
                <a:t>Precondiciones:</a:t>
              </a:r>
              <a:endParaRPr sz="700">
                <a:latin typeface="Arvo"/>
                <a:ea typeface="Arvo"/>
                <a:cs typeface="Arvo"/>
                <a:sym typeface="Arvo"/>
              </a:endParaRPr>
            </a:p>
            <a:p>
              <a:pPr indent="0" lvl="0" marL="0" rtl="0" algn="r">
                <a:lnSpc>
                  <a:spcPct val="85000"/>
                </a:lnSpc>
                <a:spcBef>
                  <a:spcPts val="0"/>
                </a:spcBef>
                <a:spcAft>
                  <a:spcPts val="0"/>
                </a:spcAft>
                <a:buClr>
                  <a:srgbClr val="000000"/>
                </a:buClr>
                <a:buSzPts val="1100"/>
                <a:buFont typeface="Arial"/>
                <a:buNone/>
              </a:pPr>
              <a:r>
                <a:rPr lang="es-419" sz="500">
                  <a:solidFill>
                    <a:srgbClr val="000000"/>
                  </a:solidFill>
                  <a:latin typeface="Arvo"/>
                  <a:ea typeface="Arvo"/>
                  <a:cs typeface="Arvo"/>
                  <a:sym typeface="Arvo"/>
                </a:rPr>
                <a:t>&lt;sustantivo&gt;&lt;adjetivo&gt;</a:t>
              </a:r>
              <a:endParaRPr sz="600">
                <a:latin typeface="Arvo"/>
                <a:ea typeface="Arvo"/>
                <a:cs typeface="Arvo"/>
                <a:sym typeface="Arvo"/>
              </a:endParaRPr>
            </a:p>
            <a:p>
              <a:pPr indent="0" lvl="0" marL="0" rtl="0" algn="r">
                <a:spcBef>
                  <a:spcPts val="0"/>
                </a:spcBef>
                <a:spcAft>
                  <a:spcPts val="0"/>
                </a:spcAft>
                <a:buNone/>
              </a:pPr>
              <a:r>
                <a:rPr i="1" lang="es-419" sz="600">
                  <a:solidFill>
                    <a:srgbClr val="666666"/>
                  </a:solidFill>
                  <a:latin typeface="Arvo"/>
                  <a:ea typeface="Arvo"/>
                  <a:cs typeface="Arvo"/>
                  <a:sym typeface="Arvo"/>
                </a:rPr>
                <a:t>ej: comprador registrado</a:t>
              </a:r>
              <a:endParaRPr i="1" sz="600">
                <a:solidFill>
                  <a:srgbClr val="666666"/>
                </a:solidFill>
                <a:latin typeface="Arvo"/>
                <a:ea typeface="Arvo"/>
                <a:cs typeface="Arvo"/>
                <a:sym typeface="Arvo"/>
              </a:endParaRPr>
            </a:p>
          </p:txBody>
        </p:sp>
        <p:sp>
          <p:nvSpPr>
            <p:cNvPr id="12562" name="Google Shape;12562;p214"/>
            <p:cNvSpPr txBox="1"/>
            <p:nvPr/>
          </p:nvSpPr>
          <p:spPr>
            <a:xfrm>
              <a:off x="-3145224" y="5031405"/>
              <a:ext cx="1011000" cy="232500"/>
            </a:xfrm>
            <a:prstGeom prst="rect">
              <a:avLst/>
            </a:prstGeom>
            <a:noFill/>
            <a:ln>
              <a:noFill/>
            </a:ln>
          </p:spPr>
          <p:txBody>
            <a:bodyPr anchorCtr="0" anchor="ctr" bIns="0" lIns="0" spcFirstLastPara="1" rIns="0" wrap="square" tIns="0">
              <a:noAutofit/>
            </a:bodyPr>
            <a:lstStyle/>
            <a:p>
              <a:pPr indent="0" lvl="0" marL="0" rtl="0" algn="r">
                <a:spcBef>
                  <a:spcPts val="0"/>
                </a:spcBef>
                <a:spcAft>
                  <a:spcPts val="0"/>
                </a:spcAft>
                <a:buNone/>
              </a:pPr>
              <a:r>
                <a:rPr lang="es-419" sz="700">
                  <a:latin typeface="Arvo"/>
                  <a:ea typeface="Arvo"/>
                  <a:cs typeface="Arvo"/>
                  <a:sym typeface="Arvo"/>
                </a:rPr>
                <a:t>Poscondición:</a:t>
              </a:r>
              <a:endParaRPr sz="700">
                <a:latin typeface="Arvo"/>
                <a:ea typeface="Arvo"/>
                <a:cs typeface="Arvo"/>
                <a:sym typeface="Arvo"/>
              </a:endParaRPr>
            </a:p>
            <a:p>
              <a:pPr indent="0" lvl="0" marL="0" rtl="0" algn="r">
                <a:lnSpc>
                  <a:spcPct val="85000"/>
                </a:lnSpc>
                <a:spcBef>
                  <a:spcPts val="0"/>
                </a:spcBef>
                <a:spcAft>
                  <a:spcPts val="0"/>
                </a:spcAft>
                <a:buClr>
                  <a:srgbClr val="000000"/>
                </a:buClr>
                <a:buSzPts val="1100"/>
                <a:buFont typeface="Arial"/>
                <a:buNone/>
              </a:pPr>
              <a:r>
                <a:rPr lang="es-419" sz="500">
                  <a:solidFill>
                    <a:srgbClr val="000000"/>
                  </a:solidFill>
                  <a:latin typeface="Arvo"/>
                  <a:ea typeface="Arvo"/>
                  <a:cs typeface="Arvo"/>
                  <a:sym typeface="Arvo"/>
                </a:rPr>
                <a:t>&lt;sustantivo&gt;&lt;adjetivo&gt;</a:t>
              </a:r>
              <a:endParaRPr sz="600">
                <a:latin typeface="Arvo"/>
                <a:ea typeface="Arvo"/>
                <a:cs typeface="Arvo"/>
                <a:sym typeface="Arvo"/>
              </a:endParaRPr>
            </a:p>
            <a:p>
              <a:pPr indent="0" lvl="0" marL="0" rtl="0" algn="r">
                <a:spcBef>
                  <a:spcPts val="0"/>
                </a:spcBef>
                <a:spcAft>
                  <a:spcPts val="0"/>
                </a:spcAft>
                <a:buNone/>
              </a:pPr>
              <a:r>
                <a:rPr i="1" lang="es-419" sz="600">
                  <a:solidFill>
                    <a:srgbClr val="666666"/>
                  </a:solidFill>
                  <a:latin typeface="Arvo"/>
                  <a:ea typeface="Arvo"/>
                  <a:cs typeface="Arvo"/>
                  <a:sym typeface="Arvo"/>
                </a:rPr>
                <a:t>ej: pago  realizado</a:t>
              </a:r>
              <a:endParaRPr i="1" sz="600">
                <a:solidFill>
                  <a:srgbClr val="666666"/>
                </a:solidFill>
                <a:latin typeface="Arvo"/>
                <a:ea typeface="Arvo"/>
                <a:cs typeface="Arvo"/>
                <a:sym typeface="Arvo"/>
              </a:endParaRPr>
            </a:p>
          </p:txBody>
        </p:sp>
        <p:sp>
          <p:nvSpPr>
            <p:cNvPr id="12563" name="Google Shape;12563;p214"/>
            <p:cNvSpPr txBox="1"/>
            <p:nvPr/>
          </p:nvSpPr>
          <p:spPr>
            <a:xfrm>
              <a:off x="-1831833" y="4822921"/>
              <a:ext cx="1069200" cy="2166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t/>
              </a:r>
              <a:endParaRPr b="1" sz="600"/>
            </a:p>
          </p:txBody>
        </p:sp>
        <p:sp>
          <p:nvSpPr>
            <p:cNvPr id="12564" name="Google Shape;12564;p214"/>
            <p:cNvSpPr/>
            <p:nvPr/>
          </p:nvSpPr>
          <p:spPr>
            <a:xfrm>
              <a:off x="-2029275" y="4746721"/>
              <a:ext cx="1551300" cy="2166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600">
                <a:latin typeface="Roboto"/>
                <a:ea typeface="Roboto"/>
                <a:cs typeface="Roboto"/>
                <a:sym typeface="Roboto"/>
              </a:endParaRPr>
            </a:p>
          </p:txBody>
        </p:sp>
        <p:sp>
          <p:nvSpPr>
            <p:cNvPr id="12565" name="Google Shape;12565;p214"/>
            <p:cNvSpPr/>
            <p:nvPr/>
          </p:nvSpPr>
          <p:spPr>
            <a:xfrm>
              <a:off x="-2029275" y="5024235"/>
              <a:ext cx="1551300" cy="2166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600">
                <a:latin typeface="Roboto"/>
                <a:ea typeface="Roboto"/>
                <a:cs typeface="Roboto"/>
                <a:sym typeface="Roboto"/>
              </a:endParaRPr>
            </a:p>
          </p:txBody>
        </p:sp>
        <p:sp>
          <p:nvSpPr>
            <p:cNvPr id="12566" name="Google Shape;12566;p214"/>
            <p:cNvSpPr/>
            <p:nvPr/>
          </p:nvSpPr>
          <p:spPr>
            <a:xfrm>
              <a:off x="-2029275" y="5376429"/>
              <a:ext cx="1551300" cy="2166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600">
                <a:latin typeface="Roboto"/>
                <a:ea typeface="Roboto"/>
                <a:cs typeface="Roboto"/>
                <a:sym typeface="Roboto"/>
              </a:endParaRPr>
            </a:p>
          </p:txBody>
        </p:sp>
        <p:sp>
          <p:nvSpPr>
            <p:cNvPr id="12567" name="Google Shape;12567;p214"/>
            <p:cNvSpPr/>
            <p:nvPr/>
          </p:nvSpPr>
          <p:spPr>
            <a:xfrm>
              <a:off x="-2029275" y="5674405"/>
              <a:ext cx="1551300" cy="2166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600">
                <a:latin typeface="Roboto"/>
                <a:ea typeface="Roboto"/>
                <a:cs typeface="Roboto"/>
                <a:sym typeface="Roboto"/>
              </a:endParaRPr>
            </a:p>
          </p:txBody>
        </p:sp>
        <p:sp>
          <p:nvSpPr>
            <p:cNvPr id="12568" name="Google Shape;12568;p214"/>
            <p:cNvSpPr txBox="1"/>
            <p:nvPr/>
          </p:nvSpPr>
          <p:spPr>
            <a:xfrm>
              <a:off x="-2005450" y="4760200"/>
              <a:ext cx="1527600" cy="203100"/>
            </a:xfrm>
            <a:prstGeom prst="rect">
              <a:avLst/>
            </a:prstGeom>
            <a:solidFill>
              <a:srgbClr val="F3F3F3"/>
            </a:solidFill>
            <a:ln>
              <a:noFill/>
            </a:ln>
          </p:spPr>
          <p:txBody>
            <a:bodyPr anchorCtr="0" anchor="ctr" bIns="18000" lIns="18000" spcFirstLastPara="1" rIns="18000" wrap="square" tIns="18000">
              <a:noAutofit/>
            </a:bodyPr>
            <a:lstStyle/>
            <a:p>
              <a:pPr indent="0" lvl="0" marL="0" rtl="0" algn="l">
                <a:spcBef>
                  <a:spcPts val="0"/>
                </a:spcBef>
                <a:spcAft>
                  <a:spcPts val="0"/>
                </a:spcAft>
                <a:buNone/>
              </a:pPr>
              <a:r>
                <a:t/>
              </a:r>
              <a:endParaRPr b="1" i="1" sz="800">
                <a:solidFill>
                  <a:srgbClr val="434343"/>
                </a:solidFill>
              </a:endParaRPr>
            </a:p>
          </p:txBody>
        </p:sp>
        <p:sp>
          <p:nvSpPr>
            <p:cNvPr id="12569" name="Google Shape;12569;p214"/>
            <p:cNvSpPr txBox="1"/>
            <p:nvPr/>
          </p:nvSpPr>
          <p:spPr>
            <a:xfrm>
              <a:off x="-2005450" y="5028638"/>
              <a:ext cx="1527600" cy="203100"/>
            </a:xfrm>
            <a:prstGeom prst="rect">
              <a:avLst/>
            </a:prstGeom>
            <a:solidFill>
              <a:srgbClr val="F3F3F3"/>
            </a:solidFill>
            <a:ln>
              <a:noFill/>
            </a:ln>
          </p:spPr>
          <p:txBody>
            <a:bodyPr anchorCtr="0" anchor="ctr" bIns="18000" lIns="18000" spcFirstLastPara="1" rIns="18000" wrap="square" tIns="18000">
              <a:noAutofit/>
            </a:bodyPr>
            <a:lstStyle/>
            <a:p>
              <a:pPr indent="0" lvl="0" marL="0" rtl="0" algn="l">
                <a:spcBef>
                  <a:spcPts val="0"/>
                </a:spcBef>
                <a:spcAft>
                  <a:spcPts val="0"/>
                </a:spcAft>
                <a:buNone/>
              </a:pPr>
              <a:r>
                <a:t/>
              </a:r>
              <a:endParaRPr b="1" i="1" sz="800">
                <a:solidFill>
                  <a:srgbClr val="434343"/>
                </a:solidFill>
              </a:endParaRPr>
            </a:p>
          </p:txBody>
        </p:sp>
        <p:sp>
          <p:nvSpPr>
            <p:cNvPr id="12570" name="Google Shape;12570;p214"/>
            <p:cNvSpPr txBox="1"/>
            <p:nvPr/>
          </p:nvSpPr>
          <p:spPr>
            <a:xfrm>
              <a:off x="-2005450" y="5387503"/>
              <a:ext cx="1527600" cy="203100"/>
            </a:xfrm>
            <a:prstGeom prst="rect">
              <a:avLst/>
            </a:prstGeom>
            <a:solidFill>
              <a:srgbClr val="F3F3F3"/>
            </a:solidFill>
            <a:ln>
              <a:noFill/>
            </a:ln>
          </p:spPr>
          <p:txBody>
            <a:bodyPr anchorCtr="0" anchor="ctr" bIns="18000" lIns="18000" spcFirstLastPara="1" rIns="18000" wrap="square" tIns="18000">
              <a:noAutofit/>
            </a:bodyPr>
            <a:lstStyle/>
            <a:p>
              <a:pPr indent="0" lvl="0" marL="0" rtl="0" algn="l">
                <a:spcBef>
                  <a:spcPts val="0"/>
                </a:spcBef>
                <a:spcAft>
                  <a:spcPts val="0"/>
                </a:spcAft>
                <a:buNone/>
              </a:pPr>
              <a:r>
                <a:t/>
              </a:r>
              <a:endParaRPr b="1" i="1" sz="800">
                <a:solidFill>
                  <a:srgbClr val="434343"/>
                </a:solidFill>
              </a:endParaRPr>
            </a:p>
          </p:txBody>
        </p:sp>
        <p:sp>
          <p:nvSpPr>
            <p:cNvPr id="12571" name="Google Shape;12571;p214"/>
            <p:cNvSpPr txBox="1"/>
            <p:nvPr/>
          </p:nvSpPr>
          <p:spPr>
            <a:xfrm>
              <a:off x="-2005450" y="5667006"/>
              <a:ext cx="1527600" cy="203100"/>
            </a:xfrm>
            <a:prstGeom prst="rect">
              <a:avLst/>
            </a:prstGeom>
            <a:solidFill>
              <a:srgbClr val="F3F3F3"/>
            </a:solidFill>
            <a:ln>
              <a:noFill/>
            </a:ln>
          </p:spPr>
          <p:txBody>
            <a:bodyPr anchorCtr="0" anchor="ctr" bIns="18000" lIns="18000" spcFirstLastPara="1" rIns="18000" wrap="square" tIns="18000">
              <a:noAutofit/>
            </a:bodyPr>
            <a:lstStyle/>
            <a:p>
              <a:pPr indent="0" lvl="0" marL="0" rtl="0" algn="l">
                <a:spcBef>
                  <a:spcPts val="0"/>
                </a:spcBef>
                <a:spcAft>
                  <a:spcPts val="0"/>
                </a:spcAft>
                <a:buNone/>
              </a:pPr>
              <a:r>
                <a:t/>
              </a:r>
              <a:endParaRPr b="1" i="1" sz="800">
                <a:solidFill>
                  <a:srgbClr val="434343"/>
                </a:solidFill>
              </a:endParaRPr>
            </a:p>
          </p:txBody>
        </p:sp>
        <p:sp>
          <p:nvSpPr>
            <p:cNvPr id="12572" name="Google Shape;12572;p214"/>
            <p:cNvSpPr txBox="1"/>
            <p:nvPr/>
          </p:nvSpPr>
          <p:spPr>
            <a:xfrm>
              <a:off x="-1819858" y="4435254"/>
              <a:ext cx="1069200" cy="2166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t/>
              </a:r>
              <a:endParaRPr b="1" sz="600"/>
            </a:p>
          </p:txBody>
        </p:sp>
        <p:sp>
          <p:nvSpPr>
            <p:cNvPr id="12573" name="Google Shape;12573;p214"/>
            <p:cNvSpPr/>
            <p:nvPr/>
          </p:nvSpPr>
          <p:spPr>
            <a:xfrm>
              <a:off x="-2017300" y="4377771"/>
              <a:ext cx="15513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600">
                <a:latin typeface="Roboto"/>
                <a:ea typeface="Roboto"/>
                <a:cs typeface="Roboto"/>
                <a:sym typeface="Roboto"/>
              </a:endParaRPr>
            </a:p>
          </p:txBody>
        </p:sp>
        <p:sp>
          <p:nvSpPr>
            <p:cNvPr id="12574" name="Google Shape;12574;p214"/>
            <p:cNvSpPr txBox="1"/>
            <p:nvPr/>
          </p:nvSpPr>
          <p:spPr>
            <a:xfrm>
              <a:off x="-2005450" y="4360282"/>
              <a:ext cx="1527600" cy="351900"/>
            </a:xfrm>
            <a:prstGeom prst="rect">
              <a:avLst/>
            </a:prstGeom>
            <a:noFill/>
            <a:ln>
              <a:noFill/>
            </a:ln>
          </p:spPr>
          <p:txBody>
            <a:bodyPr anchorCtr="0" anchor="ctr" bIns="18000" lIns="18000" spcFirstLastPara="1" rIns="18000" wrap="square" tIns="18000">
              <a:noAutofit/>
            </a:bodyPr>
            <a:lstStyle/>
            <a:p>
              <a:pPr indent="0" lvl="0" marL="0" rtl="0" algn="ctr">
                <a:spcBef>
                  <a:spcPts val="0"/>
                </a:spcBef>
                <a:spcAft>
                  <a:spcPts val="0"/>
                </a:spcAft>
                <a:buNone/>
              </a:pPr>
              <a:r>
                <a:t/>
              </a:r>
              <a:endParaRPr b="1" i="1" sz="1100">
                <a:solidFill>
                  <a:srgbClr val="434343"/>
                </a:solidFill>
              </a:endParaRPr>
            </a:p>
          </p:txBody>
        </p:sp>
      </p:grpSp>
    </p:spTree>
  </p:cSld>
  <p:clrMapOvr>
    <a:masterClrMapping/>
  </p:clrMapOvr>
</p:sldLayout>
</file>

<file path=ppt/slideLayouts/slideLayout2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Paleta 3 2">
  <p:cSld name="CUSTOM_3_2">
    <p:spTree>
      <p:nvGrpSpPr>
        <p:cNvPr id="12575" name="Shape 12575"/>
        <p:cNvGrpSpPr/>
        <p:nvPr/>
      </p:nvGrpSpPr>
      <p:grpSpPr>
        <a:xfrm>
          <a:off x="0" y="0"/>
          <a:ext cx="0" cy="0"/>
          <a:chOff x="0" y="0"/>
          <a:chExt cx="0" cy="0"/>
        </a:xfrm>
      </p:grpSpPr>
      <p:sp>
        <p:nvSpPr>
          <p:cNvPr id="12576" name="Google Shape;12576;p215"/>
          <p:cNvSpPr/>
          <p:nvPr/>
        </p:nvSpPr>
        <p:spPr>
          <a:xfrm>
            <a:off x="195013" y="263250"/>
            <a:ext cx="3319800" cy="421200"/>
          </a:xfrm>
          <a:prstGeom prst="roundRect">
            <a:avLst>
              <a:gd fmla="val 17492" name="adj"/>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s-419" sz="1200">
                <a:solidFill>
                  <a:srgbClr val="FFFFFF"/>
                </a:solidFill>
              </a:rPr>
              <a:t>Estructura de Funcionalidades</a:t>
            </a:r>
            <a:endParaRPr b="1" sz="1100">
              <a:solidFill>
                <a:srgbClr val="FFFFFF"/>
              </a:solidFill>
            </a:endParaRPr>
          </a:p>
        </p:txBody>
      </p:sp>
      <p:sp>
        <p:nvSpPr>
          <p:cNvPr id="12577" name="Google Shape;12577;p215"/>
          <p:cNvSpPr/>
          <p:nvPr/>
        </p:nvSpPr>
        <p:spPr>
          <a:xfrm>
            <a:off x="195000" y="822275"/>
            <a:ext cx="3319800" cy="4765500"/>
          </a:xfrm>
          <a:prstGeom prst="roundRect">
            <a:avLst>
              <a:gd fmla="val 4230" name="adj"/>
            </a:avLst>
          </a:prstGeom>
          <a:solidFill>
            <a:srgbClr val="F3F3F3"/>
          </a:solidFill>
          <a:ln cap="flat" cmpd="sng" w="9525">
            <a:solidFill>
              <a:srgbClr val="F3F3F3"/>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8" name="Google Shape;12578;p215"/>
          <p:cNvSpPr/>
          <p:nvPr/>
        </p:nvSpPr>
        <p:spPr>
          <a:xfrm>
            <a:off x="849764" y="996349"/>
            <a:ext cx="687600" cy="366900"/>
          </a:xfrm>
          <a:prstGeom prst="foldedCorner">
            <a:avLst>
              <a:gd fmla="val 16667" name="adj"/>
            </a:avLst>
          </a:prstGeom>
          <a:solidFill>
            <a:srgbClr val="F3F3F3"/>
          </a:solidFill>
          <a:ln cap="flat" cmpd="sng" w="9525">
            <a:solidFill>
              <a:srgbClr val="999999"/>
            </a:solidFill>
            <a:prstDash val="solid"/>
            <a:round/>
            <a:headEnd len="sm" w="sm" type="none"/>
            <a:tailEnd len="sm" w="sm" type="none"/>
          </a:ln>
          <a:effectLst>
            <a:outerShdw blurRad="57150" rotWithShape="0" algn="bl" dir="1920000" dist="19050">
              <a:srgbClr val="000000">
                <a:alpha val="22000"/>
              </a:srgbClr>
            </a:outerShdw>
          </a:effectLst>
        </p:spPr>
        <p:txBody>
          <a:bodyPr anchorCtr="0" anchor="t" bIns="18000" lIns="18000" spcFirstLastPara="1" rIns="18000" wrap="square" tIns="18000">
            <a:noAutofit/>
          </a:bodyPr>
          <a:lstStyle/>
          <a:p>
            <a:pPr indent="0" lvl="0" marL="0" rtl="0" algn="ctr">
              <a:spcBef>
                <a:spcPts val="0"/>
              </a:spcBef>
              <a:spcAft>
                <a:spcPts val="0"/>
              </a:spcAft>
              <a:buNone/>
            </a:pPr>
            <a:r>
              <a:rPr b="1" lang="es-419" sz="800"/>
              <a:t>&lt;...&gt;</a:t>
            </a:r>
            <a:endParaRPr b="1" sz="800"/>
          </a:p>
          <a:p>
            <a:pPr indent="0" lvl="0" marL="0" rtl="0" algn="ctr">
              <a:spcBef>
                <a:spcPts val="0"/>
              </a:spcBef>
              <a:spcAft>
                <a:spcPts val="0"/>
              </a:spcAft>
              <a:buNone/>
            </a:pPr>
            <a:r>
              <a:rPr lang="es-419" sz="800"/>
              <a:t>&lt;...&gt;</a:t>
            </a:r>
            <a:endParaRPr sz="800"/>
          </a:p>
        </p:txBody>
      </p:sp>
      <p:grpSp>
        <p:nvGrpSpPr>
          <p:cNvPr id="12579" name="Google Shape;12579;p215"/>
          <p:cNvGrpSpPr/>
          <p:nvPr/>
        </p:nvGrpSpPr>
        <p:grpSpPr>
          <a:xfrm>
            <a:off x="2300118" y="1679184"/>
            <a:ext cx="801000" cy="434150"/>
            <a:chOff x="6170025" y="1408150"/>
            <a:chExt cx="801000" cy="434150"/>
          </a:xfrm>
        </p:grpSpPr>
        <p:cxnSp>
          <p:nvCxnSpPr>
            <p:cNvPr id="12580" name="Google Shape;12580;p215"/>
            <p:cNvCxnSpPr/>
            <p:nvPr/>
          </p:nvCxnSpPr>
          <p:spPr>
            <a:xfrm>
              <a:off x="6170025" y="1555500"/>
              <a:ext cx="801000" cy="286800"/>
            </a:xfrm>
            <a:prstGeom prst="bentConnector3">
              <a:avLst>
                <a:gd fmla="val 50000" name="adj1"/>
              </a:avLst>
            </a:prstGeom>
            <a:noFill/>
            <a:ln cap="flat" cmpd="sng" w="19050">
              <a:solidFill>
                <a:srgbClr val="274E13"/>
              </a:solidFill>
              <a:prstDash val="lgDash"/>
              <a:round/>
              <a:headEnd len="med" w="med" type="none"/>
              <a:tailEnd len="med" w="med" type="stealth"/>
            </a:ln>
          </p:spPr>
        </p:cxnSp>
        <p:sp>
          <p:nvSpPr>
            <p:cNvPr id="12581" name="Google Shape;12581;p215"/>
            <p:cNvSpPr txBox="1"/>
            <p:nvPr/>
          </p:nvSpPr>
          <p:spPr>
            <a:xfrm>
              <a:off x="6255333" y="1408150"/>
              <a:ext cx="623400" cy="123000"/>
            </a:xfrm>
            <a:prstGeom prst="rect">
              <a:avLst/>
            </a:prstGeom>
            <a:noFill/>
            <a:ln>
              <a:noFill/>
            </a:ln>
          </p:spPr>
          <p:txBody>
            <a:bodyPr anchorCtr="0" anchor="t" bIns="0" lIns="0" spcFirstLastPara="1" rIns="0" wrap="square" tIns="0">
              <a:spAutoFit/>
            </a:bodyPr>
            <a:lstStyle/>
            <a:p>
              <a:pPr indent="0" lvl="0" marL="0" rtl="0" algn="ctr">
                <a:spcBef>
                  <a:spcPts val="0"/>
                </a:spcBef>
                <a:spcAft>
                  <a:spcPts val="0"/>
                </a:spcAft>
                <a:buNone/>
              </a:pPr>
              <a:r>
                <a:rPr b="1" i="1" lang="es-419" sz="800">
                  <a:solidFill>
                    <a:srgbClr val="274E13"/>
                  </a:solidFill>
                </a:rPr>
                <a:t>includes</a:t>
              </a:r>
              <a:endParaRPr b="1" i="1" sz="800">
                <a:solidFill>
                  <a:srgbClr val="274E13"/>
                </a:solidFill>
              </a:endParaRPr>
            </a:p>
          </p:txBody>
        </p:sp>
      </p:grpSp>
      <p:grpSp>
        <p:nvGrpSpPr>
          <p:cNvPr id="12582" name="Google Shape;12582;p215"/>
          <p:cNvGrpSpPr/>
          <p:nvPr/>
        </p:nvGrpSpPr>
        <p:grpSpPr>
          <a:xfrm>
            <a:off x="1335043" y="1602972"/>
            <a:ext cx="801000" cy="434150"/>
            <a:chOff x="6170025" y="1408150"/>
            <a:chExt cx="801000" cy="434150"/>
          </a:xfrm>
        </p:grpSpPr>
        <p:cxnSp>
          <p:nvCxnSpPr>
            <p:cNvPr id="12583" name="Google Shape;12583;p215"/>
            <p:cNvCxnSpPr/>
            <p:nvPr/>
          </p:nvCxnSpPr>
          <p:spPr>
            <a:xfrm>
              <a:off x="6170025" y="1555500"/>
              <a:ext cx="801000" cy="286800"/>
            </a:xfrm>
            <a:prstGeom prst="bentConnector3">
              <a:avLst>
                <a:gd fmla="val 50000" name="adj1"/>
              </a:avLst>
            </a:prstGeom>
            <a:noFill/>
            <a:ln cap="flat" cmpd="sng" w="19050">
              <a:solidFill>
                <a:srgbClr val="990000"/>
              </a:solidFill>
              <a:prstDash val="lgDash"/>
              <a:round/>
              <a:headEnd len="med" w="med" type="none"/>
              <a:tailEnd len="med" w="med" type="stealth"/>
            </a:ln>
          </p:spPr>
        </p:cxnSp>
        <p:sp>
          <p:nvSpPr>
            <p:cNvPr id="12584" name="Google Shape;12584;p215"/>
            <p:cNvSpPr txBox="1"/>
            <p:nvPr/>
          </p:nvSpPr>
          <p:spPr>
            <a:xfrm>
              <a:off x="6255333" y="1408150"/>
              <a:ext cx="623400" cy="123000"/>
            </a:xfrm>
            <a:prstGeom prst="rect">
              <a:avLst/>
            </a:prstGeom>
            <a:noFill/>
            <a:ln>
              <a:noFill/>
            </a:ln>
          </p:spPr>
          <p:txBody>
            <a:bodyPr anchorCtr="0" anchor="t" bIns="0" lIns="0" spcFirstLastPara="1" rIns="0" wrap="square" tIns="0">
              <a:spAutoFit/>
            </a:bodyPr>
            <a:lstStyle/>
            <a:p>
              <a:pPr indent="0" lvl="0" marL="0" rtl="0" algn="ctr">
                <a:spcBef>
                  <a:spcPts val="0"/>
                </a:spcBef>
                <a:spcAft>
                  <a:spcPts val="0"/>
                </a:spcAft>
                <a:buNone/>
              </a:pPr>
              <a:r>
                <a:rPr b="1" i="1" lang="es-419" sz="800">
                  <a:solidFill>
                    <a:srgbClr val="990000"/>
                  </a:solidFill>
                </a:rPr>
                <a:t>extends</a:t>
              </a:r>
              <a:endParaRPr b="1" i="1" sz="800">
                <a:solidFill>
                  <a:srgbClr val="990000"/>
                </a:solidFill>
              </a:endParaRPr>
            </a:p>
          </p:txBody>
        </p:sp>
      </p:grpSp>
      <p:sp>
        <p:nvSpPr>
          <p:cNvPr id="12585" name="Google Shape;12585;p215"/>
          <p:cNvSpPr/>
          <p:nvPr/>
        </p:nvSpPr>
        <p:spPr>
          <a:xfrm>
            <a:off x="529850" y="2389750"/>
            <a:ext cx="2620800" cy="1493100"/>
          </a:xfrm>
          <a:prstGeom prst="roundRect">
            <a:avLst>
              <a:gd fmla="val 3146" name="adj"/>
            </a:avLst>
          </a:prstGeom>
          <a:solidFill>
            <a:srgbClr val="FFFFFF"/>
          </a:solidFill>
          <a:ln cap="flat" cmpd="sng" w="9525">
            <a:solidFill>
              <a:srgbClr val="EFEFEF"/>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t" bIns="18000" lIns="18000" spcFirstLastPara="1" rIns="18000" wrap="square" tIns="18000">
            <a:noAutofit/>
          </a:bodyPr>
          <a:lstStyle/>
          <a:p>
            <a:pPr indent="0" lvl="0" marL="0" rtl="0" algn="r">
              <a:spcBef>
                <a:spcPts val="0"/>
              </a:spcBef>
              <a:spcAft>
                <a:spcPts val="0"/>
              </a:spcAft>
              <a:buNone/>
            </a:pPr>
            <a:r>
              <a:t/>
            </a:r>
            <a:endParaRPr b="1" i="1" sz="900">
              <a:solidFill>
                <a:srgbClr val="434343"/>
              </a:solidFill>
            </a:endParaRPr>
          </a:p>
        </p:txBody>
      </p:sp>
      <p:sp>
        <p:nvSpPr>
          <p:cNvPr id="12586" name="Google Shape;12586;p215"/>
          <p:cNvSpPr txBox="1"/>
          <p:nvPr/>
        </p:nvSpPr>
        <p:spPr>
          <a:xfrm>
            <a:off x="555675" y="2429250"/>
            <a:ext cx="691500" cy="2658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lang="es-419" sz="700">
                <a:latin typeface="Arvo"/>
                <a:ea typeface="Arvo"/>
                <a:cs typeface="Arvo"/>
                <a:sym typeface="Arvo"/>
              </a:rPr>
              <a:t>Funcionalidad:</a:t>
            </a:r>
            <a:endParaRPr i="1" sz="600">
              <a:solidFill>
                <a:srgbClr val="666666"/>
              </a:solidFill>
              <a:latin typeface="Arvo"/>
              <a:ea typeface="Arvo"/>
              <a:cs typeface="Arvo"/>
              <a:sym typeface="Arvo"/>
            </a:endParaRPr>
          </a:p>
        </p:txBody>
      </p:sp>
      <p:sp>
        <p:nvSpPr>
          <p:cNvPr id="12587" name="Google Shape;12587;p215"/>
          <p:cNvSpPr/>
          <p:nvPr/>
        </p:nvSpPr>
        <p:spPr>
          <a:xfrm>
            <a:off x="1260100" y="2485425"/>
            <a:ext cx="1783200" cy="160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600">
              <a:latin typeface="Roboto"/>
              <a:ea typeface="Roboto"/>
              <a:cs typeface="Roboto"/>
              <a:sym typeface="Roboto"/>
            </a:endParaRPr>
          </a:p>
        </p:txBody>
      </p:sp>
      <p:sp>
        <p:nvSpPr>
          <p:cNvPr id="12588" name="Google Shape;12588;p215"/>
          <p:cNvSpPr txBox="1"/>
          <p:nvPr/>
        </p:nvSpPr>
        <p:spPr>
          <a:xfrm>
            <a:off x="1260100" y="2481225"/>
            <a:ext cx="1783200" cy="169200"/>
          </a:xfrm>
          <a:prstGeom prst="rect">
            <a:avLst/>
          </a:prstGeom>
          <a:noFill/>
          <a:ln>
            <a:noFill/>
          </a:ln>
        </p:spPr>
        <p:txBody>
          <a:bodyPr anchorCtr="0" anchor="ctr" bIns="18000" lIns="18000" spcFirstLastPara="1" rIns="18000" wrap="square" tIns="18000">
            <a:noAutofit/>
          </a:bodyPr>
          <a:lstStyle/>
          <a:p>
            <a:pPr indent="0" lvl="0" marL="0" rtl="0" algn="ctr">
              <a:spcBef>
                <a:spcPts val="0"/>
              </a:spcBef>
              <a:spcAft>
                <a:spcPts val="0"/>
              </a:spcAft>
              <a:buNone/>
            </a:pPr>
            <a:r>
              <a:rPr b="1" i="1" lang="es-419" sz="800">
                <a:solidFill>
                  <a:srgbClr val="434343"/>
                </a:solidFill>
              </a:rPr>
              <a:t>&lt;...&gt;</a:t>
            </a:r>
            <a:endParaRPr b="1" i="1" sz="800">
              <a:solidFill>
                <a:srgbClr val="434343"/>
              </a:solidFill>
            </a:endParaRPr>
          </a:p>
        </p:txBody>
      </p:sp>
      <p:cxnSp>
        <p:nvCxnSpPr>
          <p:cNvPr id="12589" name="Google Shape;12589;p215"/>
          <p:cNvCxnSpPr/>
          <p:nvPr/>
        </p:nvCxnSpPr>
        <p:spPr>
          <a:xfrm>
            <a:off x="473468" y="1675158"/>
            <a:ext cx="773700" cy="442200"/>
          </a:xfrm>
          <a:prstGeom prst="bentConnector3">
            <a:avLst>
              <a:gd fmla="val 50000" name="adj1"/>
            </a:avLst>
          </a:prstGeom>
          <a:noFill/>
          <a:ln cap="flat" cmpd="sng" w="19050">
            <a:solidFill>
              <a:schemeClr val="dk2"/>
            </a:solidFill>
            <a:prstDash val="dash"/>
            <a:round/>
            <a:headEnd len="med" w="med" type="none"/>
            <a:tailEnd len="med" w="med" type="stealth"/>
          </a:ln>
        </p:spPr>
      </p:cxnSp>
      <p:sp>
        <p:nvSpPr>
          <p:cNvPr id="12590" name="Google Shape;12590;p215"/>
          <p:cNvSpPr/>
          <p:nvPr/>
        </p:nvSpPr>
        <p:spPr>
          <a:xfrm>
            <a:off x="1994606" y="1027913"/>
            <a:ext cx="691500" cy="307800"/>
          </a:xfrm>
          <a:prstGeom prst="roundRect">
            <a:avLst>
              <a:gd fmla="val 5590" name="adj"/>
            </a:avLst>
          </a:prstGeom>
          <a:solidFill>
            <a:srgbClr val="D9EAD3"/>
          </a:solidFill>
          <a:ln cap="flat" cmpd="sng" w="9525">
            <a:solidFill>
              <a:srgbClr val="EFEFEF"/>
            </a:solidFill>
            <a:prstDash val="solid"/>
            <a:round/>
            <a:headEnd len="sm" w="sm" type="none"/>
            <a:tailEnd len="sm" w="sm" type="none"/>
          </a:ln>
          <a:effectLst>
            <a:outerShdw rotWithShape="0" algn="bl" dir="2820000" dist="9525">
              <a:srgbClr val="660000">
                <a:alpha val="50000"/>
              </a:srgbClr>
            </a:outerShdw>
          </a:effectLst>
        </p:spPr>
        <p:txBody>
          <a:bodyPr anchorCtr="0" anchor="ctr" bIns="18000" lIns="18000" spcFirstLastPara="1" rIns="18000" wrap="square" tIns="18000">
            <a:noAutofit/>
          </a:bodyPr>
          <a:lstStyle/>
          <a:p>
            <a:pPr indent="0" lvl="0" marL="0" rtl="0" algn="ctr">
              <a:spcBef>
                <a:spcPts val="0"/>
              </a:spcBef>
              <a:spcAft>
                <a:spcPts val="0"/>
              </a:spcAft>
              <a:buNone/>
            </a:pPr>
            <a:r>
              <a:rPr b="1" lang="es-419" sz="800"/>
              <a:t>&lt;..&gt;</a:t>
            </a:r>
            <a:endParaRPr b="1" sz="800">
              <a:latin typeface="Roboto"/>
              <a:ea typeface="Roboto"/>
              <a:cs typeface="Roboto"/>
              <a:sym typeface="Roboto"/>
            </a:endParaRPr>
          </a:p>
        </p:txBody>
      </p:sp>
      <p:grpSp>
        <p:nvGrpSpPr>
          <p:cNvPr id="12591" name="Google Shape;12591;p215"/>
          <p:cNvGrpSpPr/>
          <p:nvPr/>
        </p:nvGrpSpPr>
        <p:grpSpPr>
          <a:xfrm>
            <a:off x="454975" y="4061650"/>
            <a:ext cx="2799900" cy="1366800"/>
            <a:chOff x="454975" y="4155250"/>
            <a:chExt cx="2799900" cy="1366800"/>
          </a:xfrm>
        </p:grpSpPr>
        <p:sp>
          <p:nvSpPr>
            <p:cNvPr id="12592" name="Google Shape;12592;p215"/>
            <p:cNvSpPr/>
            <p:nvPr/>
          </p:nvSpPr>
          <p:spPr>
            <a:xfrm>
              <a:off x="454975" y="4155250"/>
              <a:ext cx="2799900" cy="1366800"/>
            </a:xfrm>
            <a:prstGeom prst="roundRect">
              <a:avLst>
                <a:gd fmla="val 3233" name="adj"/>
              </a:avLst>
            </a:prstGeom>
            <a:solidFill>
              <a:srgbClr val="FFFFFF"/>
            </a:solidFill>
            <a:ln cap="flat" cmpd="sng" w="9525">
              <a:solidFill>
                <a:srgbClr val="EFEFEF"/>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t" bIns="18000" lIns="18000" spcFirstLastPara="1" rIns="18000" wrap="square" tIns="18000">
              <a:noAutofit/>
            </a:bodyPr>
            <a:lstStyle/>
            <a:p>
              <a:pPr indent="0" lvl="0" marL="0" rtl="0" algn="ctr">
                <a:spcBef>
                  <a:spcPts val="0"/>
                </a:spcBef>
                <a:spcAft>
                  <a:spcPts val="0"/>
                </a:spcAft>
                <a:buNone/>
              </a:pPr>
              <a:r>
                <a:rPr b="1" i="1" lang="es-419" sz="900">
                  <a:solidFill>
                    <a:srgbClr val="434343"/>
                  </a:solidFill>
                </a:rPr>
                <a:t>Objetivos de la Funcionalidad</a:t>
              </a:r>
              <a:endParaRPr b="1" i="1" sz="900">
                <a:solidFill>
                  <a:srgbClr val="434343"/>
                </a:solidFill>
              </a:endParaRPr>
            </a:p>
          </p:txBody>
        </p:sp>
        <p:sp>
          <p:nvSpPr>
            <p:cNvPr id="12593" name="Google Shape;12593;p215"/>
            <p:cNvSpPr txBox="1"/>
            <p:nvPr/>
          </p:nvSpPr>
          <p:spPr>
            <a:xfrm>
              <a:off x="1764892" y="4415677"/>
              <a:ext cx="1069200" cy="2166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t/>
              </a:r>
              <a:endParaRPr b="1" sz="600"/>
            </a:p>
          </p:txBody>
        </p:sp>
        <p:sp>
          <p:nvSpPr>
            <p:cNvPr id="12594" name="Google Shape;12594;p215"/>
            <p:cNvSpPr txBox="1"/>
            <p:nvPr/>
          </p:nvSpPr>
          <p:spPr>
            <a:xfrm>
              <a:off x="661500" y="4423900"/>
              <a:ext cx="801000" cy="232500"/>
            </a:xfrm>
            <a:prstGeom prst="rect">
              <a:avLst/>
            </a:prstGeom>
            <a:noFill/>
            <a:ln>
              <a:noFill/>
            </a:ln>
          </p:spPr>
          <p:txBody>
            <a:bodyPr anchorCtr="0" anchor="ctr" bIns="0" lIns="0" spcFirstLastPara="1" rIns="0" wrap="square" tIns="0">
              <a:noAutofit/>
            </a:bodyPr>
            <a:lstStyle/>
            <a:p>
              <a:pPr indent="0" lvl="0" marL="0" rtl="0" algn="r">
                <a:spcBef>
                  <a:spcPts val="0"/>
                </a:spcBef>
                <a:spcAft>
                  <a:spcPts val="0"/>
                </a:spcAft>
                <a:buNone/>
              </a:pPr>
              <a:r>
                <a:rPr lang="es-419" sz="700">
                  <a:latin typeface="Arvo"/>
                  <a:ea typeface="Arvo"/>
                  <a:cs typeface="Arvo"/>
                  <a:sym typeface="Arvo"/>
                </a:rPr>
                <a:t>Nombre de la Funcionalidad:</a:t>
              </a:r>
              <a:endParaRPr sz="700">
                <a:latin typeface="Arvo"/>
                <a:ea typeface="Arvo"/>
                <a:cs typeface="Arvo"/>
                <a:sym typeface="Arvo"/>
              </a:endParaRPr>
            </a:p>
            <a:p>
              <a:pPr indent="0" lvl="0" marL="0" rtl="0" algn="r">
                <a:spcBef>
                  <a:spcPts val="0"/>
                </a:spcBef>
                <a:spcAft>
                  <a:spcPts val="0"/>
                </a:spcAft>
                <a:buNone/>
              </a:pPr>
              <a:r>
                <a:rPr i="1" lang="es-419" sz="600">
                  <a:solidFill>
                    <a:srgbClr val="666666"/>
                  </a:solidFill>
                  <a:latin typeface="Arvo"/>
                  <a:ea typeface="Arvo"/>
                  <a:cs typeface="Arvo"/>
                  <a:sym typeface="Arvo"/>
                </a:rPr>
                <a:t>ej: Reserva de citas médicas</a:t>
              </a:r>
              <a:endParaRPr i="1" sz="600">
                <a:solidFill>
                  <a:srgbClr val="666666"/>
                </a:solidFill>
                <a:latin typeface="Arvo"/>
                <a:ea typeface="Arvo"/>
                <a:cs typeface="Arvo"/>
                <a:sym typeface="Arvo"/>
              </a:endParaRPr>
            </a:p>
          </p:txBody>
        </p:sp>
        <p:sp>
          <p:nvSpPr>
            <p:cNvPr id="12595" name="Google Shape;12595;p215"/>
            <p:cNvSpPr txBox="1"/>
            <p:nvPr/>
          </p:nvSpPr>
          <p:spPr>
            <a:xfrm>
              <a:off x="536975" y="5190725"/>
              <a:ext cx="925500" cy="248700"/>
            </a:xfrm>
            <a:prstGeom prst="rect">
              <a:avLst/>
            </a:prstGeom>
            <a:noFill/>
            <a:ln>
              <a:noFill/>
            </a:ln>
          </p:spPr>
          <p:txBody>
            <a:bodyPr anchorCtr="0" anchor="ctr" bIns="0" lIns="0" spcFirstLastPara="1" rIns="0" wrap="square" tIns="0">
              <a:spAutoFit/>
            </a:bodyPr>
            <a:lstStyle/>
            <a:p>
              <a:pPr indent="0" lvl="0" marL="0" marR="0" rtl="0" algn="r">
                <a:lnSpc>
                  <a:spcPct val="85000"/>
                </a:lnSpc>
                <a:spcBef>
                  <a:spcPts val="0"/>
                </a:spcBef>
                <a:spcAft>
                  <a:spcPts val="0"/>
                </a:spcAft>
                <a:buNone/>
              </a:pPr>
              <a:r>
                <a:rPr lang="es-419" sz="700">
                  <a:latin typeface="Arvo"/>
                  <a:ea typeface="Arvo"/>
                  <a:cs typeface="Arvo"/>
                  <a:sym typeface="Arvo"/>
                </a:rPr>
                <a:t>Meta Empresa:</a:t>
              </a:r>
              <a:endParaRPr sz="700">
                <a:latin typeface="Arvo"/>
                <a:ea typeface="Arvo"/>
                <a:cs typeface="Arvo"/>
                <a:sym typeface="Arvo"/>
              </a:endParaRPr>
            </a:p>
            <a:p>
              <a:pPr indent="0" lvl="0" marL="0" marR="0" rtl="0" algn="r">
                <a:lnSpc>
                  <a:spcPct val="85000"/>
                </a:lnSpc>
                <a:spcBef>
                  <a:spcPts val="0"/>
                </a:spcBef>
                <a:spcAft>
                  <a:spcPts val="0"/>
                </a:spcAft>
                <a:buNone/>
              </a:pPr>
              <a:r>
                <a:rPr lang="es-419" sz="500">
                  <a:latin typeface="Arvo"/>
                  <a:ea typeface="Arvo"/>
                  <a:cs typeface="Arvo"/>
                  <a:sym typeface="Arvo"/>
                </a:rPr>
                <a:t>&lt;sustantivo&gt;&lt;adjetivo&gt;</a:t>
              </a:r>
              <a:r>
                <a:rPr lang="es-419" sz="600">
                  <a:solidFill>
                    <a:srgbClr val="000000"/>
                  </a:solidFill>
                </a:rPr>
                <a:t> </a:t>
              </a:r>
              <a:endParaRPr sz="600">
                <a:solidFill>
                  <a:srgbClr val="000000"/>
                </a:solidFill>
              </a:endParaRPr>
            </a:p>
            <a:p>
              <a:pPr indent="0" lvl="0" marL="0" marR="0" rtl="0" algn="r">
                <a:lnSpc>
                  <a:spcPct val="85000"/>
                </a:lnSpc>
                <a:spcBef>
                  <a:spcPts val="0"/>
                </a:spcBef>
                <a:spcAft>
                  <a:spcPts val="0"/>
                </a:spcAft>
                <a:buNone/>
              </a:pPr>
              <a:r>
                <a:rPr i="1" lang="es-419" sz="600">
                  <a:solidFill>
                    <a:srgbClr val="666666"/>
                  </a:solidFill>
                  <a:latin typeface="Arvo"/>
                  <a:ea typeface="Arvo"/>
                  <a:cs typeface="Arvo"/>
                  <a:sym typeface="Arvo"/>
                </a:rPr>
                <a:t>ej: agenda actualizada</a:t>
              </a:r>
              <a:endParaRPr i="1" sz="600">
                <a:latin typeface="Arvo"/>
                <a:ea typeface="Arvo"/>
                <a:cs typeface="Arvo"/>
                <a:sym typeface="Arvo"/>
              </a:endParaRPr>
            </a:p>
          </p:txBody>
        </p:sp>
        <p:sp>
          <p:nvSpPr>
            <p:cNvPr id="12596" name="Google Shape;12596;p215"/>
            <p:cNvSpPr txBox="1"/>
            <p:nvPr/>
          </p:nvSpPr>
          <p:spPr>
            <a:xfrm>
              <a:off x="537000" y="4868925"/>
              <a:ext cx="925500" cy="232500"/>
            </a:xfrm>
            <a:prstGeom prst="rect">
              <a:avLst/>
            </a:prstGeom>
            <a:noFill/>
            <a:ln>
              <a:noFill/>
            </a:ln>
          </p:spPr>
          <p:txBody>
            <a:bodyPr anchorCtr="0" anchor="ctr" bIns="0" lIns="0" spcFirstLastPara="1" rIns="0" wrap="square" tIns="0">
              <a:noAutofit/>
            </a:bodyPr>
            <a:lstStyle/>
            <a:p>
              <a:pPr indent="0" lvl="0" marL="0" rtl="0" algn="r">
                <a:spcBef>
                  <a:spcPts val="0"/>
                </a:spcBef>
                <a:spcAft>
                  <a:spcPts val="0"/>
                </a:spcAft>
                <a:buNone/>
              </a:pPr>
              <a:r>
                <a:rPr lang="es-419" sz="700">
                  <a:latin typeface="Arvo"/>
                  <a:ea typeface="Arvo"/>
                  <a:cs typeface="Arvo"/>
                  <a:sym typeface="Arvo"/>
                </a:rPr>
                <a:t>Poscondición:</a:t>
              </a:r>
              <a:endParaRPr sz="700">
                <a:latin typeface="Arvo"/>
                <a:ea typeface="Arvo"/>
                <a:cs typeface="Arvo"/>
                <a:sym typeface="Arvo"/>
              </a:endParaRPr>
            </a:p>
            <a:p>
              <a:pPr indent="0" lvl="0" marL="0" rtl="0" algn="r">
                <a:lnSpc>
                  <a:spcPct val="85000"/>
                </a:lnSpc>
                <a:spcBef>
                  <a:spcPts val="0"/>
                </a:spcBef>
                <a:spcAft>
                  <a:spcPts val="0"/>
                </a:spcAft>
                <a:buClr>
                  <a:srgbClr val="000000"/>
                </a:buClr>
                <a:buSzPts val="1100"/>
                <a:buFont typeface="Arial"/>
                <a:buNone/>
              </a:pPr>
              <a:r>
                <a:rPr lang="es-419" sz="500">
                  <a:solidFill>
                    <a:srgbClr val="000000"/>
                  </a:solidFill>
                  <a:latin typeface="Arvo"/>
                  <a:ea typeface="Arvo"/>
                  <a:cs typeface="Arvo"/>
                  <a:sym typeface="Arvo"/>
                </a:rPr>
                <a:t>&lt;sustantivo&gt;&lt;adjetivo&gt;</a:t>
              </a:r>
              <a:endParaRPr sz="600">
                <a:latin typeface="Arvo"/>
                <a:ea typeface="Arvo"/>
                <a:cs typeface="Arvo"/>
                <a:sym typeface="Arvo"/>
              </a:endParaRPr>
            </a:p>
            <a:p>
              <a:pPr indent="0" lvl="0" marL="0" rtl="0" algn="r">
                <a:spcBef>
                  <a:spcPts val="0"/>
                </a:spcBef>
                <a:spcAft>
                  <a:spcPts val="0"/>
                </a:spcAft>
                <a:buNone/>
              </a:pPr>
              <a:r>
                <a:rPr i="1" lang="es-419" sz="600">
                  <a:solidFill>
                    <a:srgbClr val="666666"/>
                  </a:solidFill>
                  <a:latin typeface="Arvo"/>
                  <a:ea typeface="Arvo"/>
                  <a:cs typeface="Arvo"/>
                  <a:sym typeface="Arvo"/>
                </a:rPr>
                <a:t>ej: pago  realizado</a:t>
              </a:r>
              <a:endParaRPr i="1" sz="600">
                <a:solidFill>
                  <a:srgbClr val="666666"/>
                </a:solidFill>
                <a:latin typeface="Arvo"/>
                <a:ea typeface="Arvo"/>
                <a:cs typeface="Arvo"/>
                <a:sym typeface="Arvo"/>
              </a:endParaRPr>
            </a:p>
          </p:txBody>
        </p:sp>
        <p:sp>
          <p:nvSpPr>
            <p:cNvPr id="12597" name="Google Shape;12597;p215"/>
            <p:cNvSpPr/>
            <p:nvPr/>
          </p:nvSpPr>
          <p:spPr>
            <a:xfrm>
              <a:off x="1567450" y="4861754"/>
              <a:ext cx="1551300" cy="2166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600">
                <a:latin typeface="Roboto"/>
                <a:ea typeface="Roboto"/>
                <a:cs typeface="Roboto"/>
                <a:sym typeface="Roboto"/>
              </a:endParaRPr>
            </a:p>
          </p:txBody>
        </p:sp>
        <p:sp>
          <p:nvSpPr>
            <p:cNvPr id="12598" name="Google Shape;12598;p215"/>
            <p:cNvSpPr/>
            <p:nvPr/>
          </p:nvSpPr>
          <p:spPr>
            <a:xfrm>
              <a:off x="1567450" y="5207124"/>
              <a:ext cx="1551300" cy="2166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600">
                <a:latin typeface="Roboto"/>
                <a:ea typeface="Roboto"/>
                <a:cs typeface="Roboto"/>
                <a:sym typeface="Roboto"/>
              </a:endParaRPr>
            </a:p>
          </p:txBody>
        </p:sp>
        <p:sp>
          <p:nvSpPr>
            <p:cNvPr id="12599" name="Google Shape;12599;p215"/>
            <p:cNvSpPr txBox="1"/>
            <p:nvPr/>
          </p:nvSpPr>
          <p:spPr>
            <a:xfrm>
              <a:off x="1591275" y="4866157"/>
              <a:ext cx="1527600" cy="203100"/>
            </a:xfrm>
            <a:prstGeom prst="rect">
              <a:avLst/>
            </a:prstGeom>
            <a:solidFill>
              <a:srgbClr val="F3F3F3"/>
            </a:solidFill>
            <a:ln>
              <a:noFill/>
            </a:ln>
          </p:spPr>
          <p:txBody>
            <a:bodyPr anchorCtr="0" anchor="ctr" bIns="18000" lIns="18000" spcFirstLastPara="1" rIns="18000" wrap="square" tIns="18000">
              <a:noAutofit/>
            </a:bodyPr>
            <a:lstStyle/>
            <a:p>
              <a:pPr indent="0" lvl="0" marL="0" rtl="0" algn="l">
                <a:spcBef>
                  <a:spcPts val="0"/>
                </a:spcBef>
                <a:spcAft>
                  <a:spcPts val="0"/>
                </a:spcAft>
                <a:buNone/>
              </a:pPr>
              <a:r>
                <a:t/>
              </a:r>
              <a:endParaRPr b="1" i="1" sz="800">
                <a:solidFill>
                  <a:srgbClr val="434343"/>
                </a:solidFill>
              </a:endParaRPr>
            </a:p>
          </p:txBody>
        </p:sp>
        <p:sp>
          <p:nvSpPr>
            <p:cNvPr id="12600" name="Google Shape;12600;p215"/>
            <p:cNvSpPr txBox="1"/>
            <p:nvPr/>
          </p:nvSpPr>
          <p:spPr>
            <a:xfrm>
              <a:off x="1591275" y="5199725"/>
              <a:ext cx="1527600" cy="203100"/>
            </a:xfrm>
            <a:prstGeom prst="rect">
              <a:avLst/>
            </a:prstGeom>
            <a:solidFill>
              <a:srgbClr val="F3F3F3"/>
            </a:solidFill>
            <a:ln>
              <a:noFill/>
            </a:ln>
          </p:spPr>
          <p:txBody>
            <a:bodyPr anchorCtr="0" anchor="ctr" bIns="18000" lIns="18000" spcFirstLastPara="1" rIns="18000" wrap="square" tIns="18000">
              <a:noAutofit/>
            </a:bodyPr>
            <a:lstStyle/>
            <a:p>
              <a:pPr indent="0" lvl="0" marL="0" rtl="0" algn="l">
                <a:spcBef>
                  <a:spcPts val="0"/>
                </a:spcBef>
                <a:spcAft>
                  <a:spcPts val="0"/>
                </a:spcAft>
                <a:buNone/>
              </a:pPr>
              <a:r>
                <a:t/>
              </a:r>
              <a:endParaRPr b="1" i="1" sz="800">
                <a:solidFill>
                  <a:srgbClr val="434343"/>
                </a:solidFill>
              </a:endParaRPr>
            </a:p>
          </p:txBody>
        </p:sp>
        <p:sp>
          <p:nvSpPr>
            <p:cNvPr id="12601" name="Google Shape;12601;p215"/>
            <p:cNvSpPr txBox="1"/>
            <p:nvPr/>
          </p:nvSpPr>
          <p:spPr>
            <a:xfrm>
              <a:off x="1776867" y="4425173"/>
              <a:ext cx="1069200" cy="2166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t/>
              </a:r>
              <a:endParaRPr b="1" sz="600"/>
            </a:p>
          </p:txBody>
        </p:sp>
        <p:sp>
          <p:nvSpPr>
            <p:cNvPr id="12602" name="Google Shape;12602;p215"/>
            <p:cNvSpPr/>
            <p:nvPr/>
          </p:nvSpPr>
          <p:spPr>
            <a:xfrm>
              <a:off x="1579425" y="4367690"/>
              <a:ext cx="15513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600">
                <a:latin typeface="Roboto"/>
                <a:ea typeface="Roboto"/>
                <a:cs typeface="Roboto"/>
                <a:sym typeface="Roboto"/>
              </a:endParaRPr>
            </a:p>
          </p:txBody>
        </p:sp>
        <p:sp>
          <p:nvSpPr>
            <p:cNvPr id="12603" name="Google Shape;12603;p215"/>
            <p:cNvSpPr txBox="1"/>
            <p:nvPr/>
          </p:nvSpPr>
          <p:spPr>
            <a:xfrm>
              <a:off x="1591275" y="4350201"/>
              <a:ext cx="1527600" cy="351900"/>
            </a:xfrm>
            <a:prstGeom prst="rect">
              <a:avLst/>
            </a:prstGeom>
            <a:noFill/>
            <a:ln>
              <a:noFill/>
            </a:ln>
          </p:spPr>
          <p:txBody>
            <a:bodyPr anchorCtr="0" anchor="ctr" bIns="18000" lIns="18000" spcFirstLastPara="1" rIns="18000" wrap="square" tIns="18000">
              <a:noAutofit/>
            </a:bodyPr>
            <a:lstStyle/>
            <a:p>
              <a:pPr indent="0" lvl="0" marL="0" rtl="0" algn="ctr">
                <a:spcBef>
                  <a:spcPts val="0"/>
                </a:spcBef>
                <a:spcAft>
                  <a:spcPts val="0"/>
                </a:spcAft>
                <a:buNone/>
              </a:pPr>
              <a:r>
                <a:t/>
              </a:r>
              <a:endParaRPr b="1" i="1" sz="1100">
                <a:solidFill>
                  <a:srgbClr val="434343"/>
                </a:solidFill>
              </a:endParaRPr>
            </a:p>
          </p:txBody>
        </p:sp>
      </p:grpSp>
      <p:grpSp>
        <p:nvGrpSpPr>
          <p:cNvPr id="12604" name="Google Shape;12604;p215"/>
          <p:cNvGrpSpPr/>
          <p:nvPr/>
        </p:nvGrpSpPr>
        <p:grpSpPr>
          <a:xfrm>
            <a:off x="666588" y="2714647"/>
            <a:ext cx="2376625" cy="200100"/>
            <a:chOff x="624700" y="1498750"/>
            <a:chExt cx="2376625" cy="200100"/>
          </a:xfrm>
        </p:grpSpPr>
        <p:sp>
          <p:nvSpPr>
            <p:cNvPr id="12605" name="Google Shape;12605;p215"/>
            <p:cNvSpPr txBox="1"/>
            <p:nvPr/>
          </p:nvSpPr>
          <p:spPr>
            <a:xfrm>
              <a:off x="747725" y="1498750"/>
              <a:ext cx="2253600" cy="200100"/>
            </a:xfrm>
            <a:prstGeom prst="rect">
              <a:avLst/>
            </a:prstGeom>
            <a:solidFill>
              <a:srgbClr val="F3F3F3"/>
            </a:solidFill>
            <a:ln>
              <a:noFill/>
            </a:ln>
          </p:spPr>
          <p:txBody>
            <a:bodyPr anchorCtr="0" anchor="ctr" bIns="18000" lIns="18000" spcFirstLastPara="1" rIns="18000" wrap="square" tIns="18000">
              <a:noAutofit/>
            </a:bodyPr>
            <a:lstStyle/>
            <a:p>
              <a:pPr indent="0" lvl="0" marL="0" rtl="0" algn="l">
                <a:spcBef>
                  <a:spcPts val="0"/>
                </a:spcBef>
                <a:spcAft>
                  <a:spcPts val="0"/>
                </a:spcAft>
                <a:buNone/>
              </a:pPr>
              <a:r>
                <a:t/>
              </a:r>
              <a:endParaRPr sz="800">
                <a:solidFill>
                  <a:srgbClr val="434343"/>
                </a:solidFill>
              </a:endParaRPr>
            </a:p>
          </p:txBody>
        </p:sp>
        <p:sp>
          <p:nvSpPr>
            <p:cNvPr id="12606" name="Google Shape;12606;p215"/>
            <p:cNvSpPr txBox="1"/>
            <p:nvPr/>
          </p:nvSpPr>
          <p:spPr>
            <a:xfrm>
              <a:off x="624700" y="1514200"/>
              <a:ext cx="86100" cy="169200"/>
            </a:xfrm>
            <a:prstGeom prst="rect">
              <a:avLst/>
            </a:prstGeom>
            <a:noFill/>
            <a:ln>
              <a:noFill/>
            </a:ln>
          </p:spPr>
          <p:txBody>
            <a:bodyPr anchorCtr="0" anchor="ctr" bIns="0" lIns="0" spcFirstLastPara="1" rIns="0" wrap="square" tIns="0">
              <a:spAutoFit/>
            </a:bodyPr>
            <a:lstStyle/>
            <a:p>
              <a:pPr indent="0" lvl="0" marL="0" rtl="0" algn="r">
                <a:spcBef>
                  <a:spcPts val="0"/>
                </a:spcBef>
                <a:spcAft>
                  <a:spcPts val="0"/>
                </a:spcAft>
                <a:buNone/>
              </a:pPr>
              <a:r>
                <a:rPr lang="es-419" sz="700">
                  <a:latin typeface="Arvo"/>
                  <a:ea typeface="Arvo"/>
                  <a:cs typeface="Arvo"/>
                  <a:sym typeface="Arvo"/>
                </a:rPr>
                <a:t>1.</a:t>
              </a:r>
              <a:endParaRPr sz="700">
                <a:latin typeface="Arvo"/>
                <a:ea typeface="Arvo"/>
                <a:cs typeface="Arvo"/>
                <a:sym typeface="Arvo"/>
              </a:endParaRPr>
            </a:p>
            <a:p>
              <a:pPr indent="0" lvl="0" marL="0" rtl="0" algn="r">
                <a:spcBef>
                  <a:spcPts val="0"/>
                </a:spcBef>
                <a:spcAft>
                  <a:spcPts val="0"/>
                </a:spcAft>
                <a:buNone/>
              </a:pPr>
              <a:r>
                <a:t/>
              </a:r>
              <a:endParaRPr i="1" sz="400">
                <a:solidFill>
                  <a:srgbClr val="666666"/>
                </a:solidFill>
                <a:latin typeface="Arvo"/>
                <a:ea typeface="Arvo"/>
                <a:cs typeface="Arvo"/>
                <a:sym typeface="Arvo"/>
              </a:endParaRPr>
            </a:p>
          </p:txBody>
        </p:sp>
      </p:grpSp>
      <p:grpSp>
        <p:nvGrpSpPr>
          <p:cNvPr id="12607" name="Google Shape;12607;p215"/>
          <p:cNvGrpSpPr/>
          <p:nvPr/>
        </p:nvGrpSpPr>
        <p:grpSpPr>
          <a:xfrm>
            <a:off x="666588" y="2937184"/>
            <a:ext cx="2376625" cy="200100"/>
            <a:chOff x="624700" y="1498750"/>
            <a:chExt cx="2376625" cy="200100"/>
          </a:xfrm>
        </p:grpSpPr>
        <p:sp>
          <p:nvSpPr>
            <p:cNvPr id="12608" name="Google Shape;12608;p215"/>
            <p:cNvSpPr txBox="1"/>
            <p:nvPr/>
          </p:nvSpPr>
          <p:spPr>
            <a:xfrm>
              <a:off x="747725" y="1498750"/>
              <a:ext cx="2253600" cy="200100"/>
            </a:xfrm>
            <a:prstGeom prst="rect">
              <a:avLst/>
            </a:prstGeom>
            <a:solidFill>
              <a:srgbClr val="F3F3F3"/>
            </a:solidFill>
            <a:ln>
              <a:noFill/>
            </a:ln>
          </p:spPr>
          <p:txBody>
            <a:bodyPr anchorCtr="0" anchor="ctr" bIns="18000" lIns="18000" spcFirstLastPara="1" rIns="18000" wrap="square" tIns="18000">
              <a:noAutofit/>
            </a:bodyPr>
            <a:lstStyle/>
            <a:p>
              <a:pPr indent="0" lvl="0" marL="0" rtl="0" algn="l">
                <a:spcBef>
                  <a:spcPts val="0"/>
                </a:spcBef>
                <a:spcAft>
                  <a:spcPts val="0"/>
                </a:spcAft>
                <a:buNone/>
              </a:pPr>
              <a:r>
                <a:t/>
              </a:r>
              <a:endParaRPr sz="800">
                <a:solidFill>
                  <a:srgbClr val="434343"/>
                </a:solidFill>
              </a:endParaRPr>
            </a:p>
          </p:txBody>
        </p:sp>
        <p:sp>
          <p:nvSpPr>
            <p:cNvPr id="12609" name="Google Shape;12609;p215"/>
            <p:cNvSpPr txBox="1"/>
            <p:nvPr/>
          </p:nvSpPr>
          <p:spPr>
            <a:xfrm>
              <a:off x="624700" y="1514200"/>
              <a:ext cx="86100" cy="169200"/>
            </a:xfrm>
            <a:prstGeom prst="rect">
              <a:avLst/>
            </a:prstGeom>
            <a:noFill/>
            <a:ln>
              <a:noFill/>
            </a:ln>
          </p:spPr>
          <p:txBody>
            <a:bodyPr anchorCtr="0" anchor="ctr" bIns="0" lIns="0" spcFirstLastPara="1" rIns="0" wrap="square" tIns="0">
              <a:spAutoFit/>
            </a:bodyPr>
            <a:lstStyle/>
            <a:p>
              <a:pPr indent="0" lvl="0" marL="0" rtl="0" algn="r">
                <a:spcBef>
                  <a:spcPts val="0"/>
                </a:spcBef>
                <a:spcAft>
                  <a:spcPts val="0"/>
                </a:spcAft>
                <a:buNone/>
              </a:pPr>
              <a:r>
                <a:rPr lang="es-419" sz="700">
                  <a:latin typeface="Arvo"/>
                  <a:ea typeface="Arvo"/>
                  <a:cs typeface="Arvo"/>
                  <a:sym typeface="Arvo"/>
                </a:rPr>
                <a:t>2.</a:t>
              </a:r>
              <a:endParaRPr sz="700">
                <a:latin typeface="Arvo"/>
                <a:ea typeface="Arvo"/>
                <a:cs typeface="Arvo"/>
                <a:sym typeface="Arvo"/>
              </a:endParaRPr>
            </a:p>
            <a:p>
              <a:pPr indent="0" lvl="0" marL="0" rtl="0" algn="r">
                <a:spcBef>
                  <a:spcPts val="0"/>
                </a:spcBef>
                <a:spcAft>
                  <a:spcPts val="0"/>
                </a:spcAft>
                <a:buNone/>
              </a:pPr>
              <a:r>
                <a:t/>
              </a:r>
              <a:endParaRPr i="1" sz="400">
                <a:solidFill>
                  <a:srgbClr val="666666"/>
                </a:solidFill>
                <a:latin typeface="Arvo"/>
                <a:ea typeface="Arvo"/>
                <a:cs typeface="Arvo"/>
                <a:sym typeface="Arvo"/>
              </a:endParaRPr>
            </a:p>
          </p:txBody>
        </p:sp>
      </p:grpSp>
      <p:grpSp>
        <p:nvGrpSpPr>
          <p:cNvPr id="12610" name="Google Shape;12610;p215"/>
          <p:cNvGrpSpPr/>
          <p:nvPr/>
        </p:nvGrpSpPr>
        <p:grpSpPr>
          <a:xfrm>
            <a:off x="666588" y="3159747"/>
            <a:ext cx="2376625" cy="200100"/>
            <a:chOff x="624700" y="1498750"/>
            <a:chExt cx="2376625" cy="200100"/>
          </a:xfrm>
        </p:grpSpPr>
        <p:sp>
          <p:nvSpPr>
            <p:cNvPr id="12611" name="Google Shape;12611;p215"/>
            <p:cNvSpPr txBox="1"/>
            <p:nvPr/>
          </p:nvSpPr>
          <p:spPr>
            <a:xfrm>
              <a:off x="747725" y="1498750"/>
              <a:ext cx="2253600" cy="200100"/>
            </a:xfrm>
            <a:prstGeom prst="rect">
              <a:avLst/>
            </a:prstGeom>
            <a:solidFill>
              <a:srgbClr val="F3F3F3"/>
            </a:solidFill>
            <a:ln>
              <a:noFill/>
            </a:ln>
          </p:spPr>
          <p:txBody>
            <a:bodyPr anchorCtr="0" anchor="ctr" bIns="18000" lIns="18000" spcFirstLastPara="1" rIns="18000" wrap="square" tIns="18000">
              <a:noAutofit/>
            </a:bodyPr>
            <a:lstStyle/>
            <a:p>
              <a:pPr indent="0" lvl="0" marL="0" rtl="0" algn="l">
                <a:spcBef>
                  <a:spcPts val="0"/>
                </a:spcBef>
                <a:spcAft>
                  <a:spcPts val="0"/>
                </a:spcAft>
                <a:buNone/>
              </a:pPr>
              <a:r>
                <a:t/>
              </a:r>
              <a:endParaRPr sz="800">
                <a:solidFill>
                  <a:srgbClr val="434343"/>
                </a:solidFill>
              </a:endParaRPr>
            </a:p>
          </p:txBody>
        </p:sp>
        <p:sp>
          <p:nvSpPr>
            <p:cNvPr id="12612" name="Google Shape;12612;p215"/>
            <p:cNvSpPr txBox="1"/>
            <p:nvPr/>
          </p:nvSpPr>
          <p:spPr>
            <a:xfrm>
              <a:off x="624700" y="1514200"/>
              <a:ext cx="86100" cy="169200"/>
            </a:xfrm>
            <a:prstGeom prst="rect">
              <a:avLst/>
            </a:prstGeom>
            <a:noFill/>
            <a:ln>
              <a:noFill/>
            </a:ln>
          </p:spPr>
          <p:txBody>
            <a:bodyPr anchorCtr="0" anchor="ctr" bIns="0" lIns="0" spcFirstLastPara="1" rIns="0" wrap="square" tIns="0">
              <a:spAutoFit/>
            </a:bodyPr>
            <a:lstStyle/>
            <a:p>
              <a:pPr indent="0" lvl="0" marL="0" rtl="0" algn="r">
                <a:spcBef>
                  <a:spcPts val="0"/>
                </a:spcBef>
                <a:spcAft>
                  <a:spcPts val="0"/>
                </a:spcAft>
                <a:buNone/>
              </a:pPr>
              <a:r>
                <a:rPr lang="es-419" sz="700">
                  <a:latin typeface="Arvo"/>
                  <a:ea typeface="Arvo"/>
                  <a:cs typeface="Arvo"/>
                  <a:sym typeface="Arvo"/>
                </a:rPr>
                <a:t>3.</a:t>
              </a:r>
              <a:endParaRPr sz="700">
                <a:latin typeface="Arvo"/>
                <a:ea typeface="Arvo"/>
                <a:cs typeface="Arvo"/>
                <a:sym typeface="Arvo"/>
              </a:endParaRPr>
            </a:p>
            <a:p>
              <a:pPr indent="0" lvl="0" marL="0" rtl="0" algn="r">
                <a:spcBef>
                  <a:spcPts val="0"/>
                </a:spcBef>
                <a:spcAft>
                  <a:spcPts val="0"/>
                </a:spcAft>
                <a:buNone/>
              </a:pPr>
              <a:r>
                <a:t/>
              </a:r>
              <a:endParaRPr i="1" sz="400">
                <a:solidFill>
                  <a:srgbClr val="666666"/>
                </a:solidFill>
                <a:latin typeface="Arvo"/>
                <a:ea typeface="Arvo"/>
                <a:cs typeface="Arvo"/>
                <a:sym typeface="Arvo"/>
              </a:endParaRPr>
            </a:p>
          </p:txBody>
        </p:sp>
      </p:grpSp>
      <p:grpSp>
        <p:nvGrpSpPr>
          <p:cNvPr id="12613" name="Google Shape;12613;p215"/>
          <p:cNvGrpSpPr/>
          <p:nvPr/>
        </p:nvGrpSpPr>
        <p:grpSpPr>
          <a:xfrm>
            <a:off x="666588" y="3382284"/>
            <a:ext cx="2376625" cy="200100"/>
            <a:chOff x="624700" y="1498750"/>
            <a:chExt cx="2376625" cy="200100"/>
          </a:xfrm>
        </p:grpSpPr>
        <p:sp>
          <p:nvSpPr>
            <p:cNvPr id="12614" name="Google Shape;12614;p215"/>
            <p:cNvSpPr txBox="1"/>
            <p:nvPr/>
          </p:nvSpPr>
          <p:spPr>
            <a:xfrm>
              <a:off x="747725" y="1498750"/>
              <a:ext cx="2253600" cy="200100"/>
            </a:xfrm>
            <a:prstGeom prst="rect">
              <a:avLst/>
            </a:prstGeom>
            <a:solidFill>
              <a:srgbClr val="F3F3F3"/>
            </a:solidFill>
            <a:ln>
              <a:noFill/>
            </a:ln>
          </p:spPr>
          <p:txBody>
            <a:bodyPr anchorCtr="0" anchor="ctr" bIns="18000" lIns="18000" spcFirstLastPara="1" rIns="18000" wrap="square" tIns="18000">
              <a:noAutofit/>
            </a:bodyPr>
            <a:lstStyle/>
            <a:p>
              <a:pPr indent="0" lvl="0" marL="0" rtl="0" algn="l">
                <a:spcBef>
                  <a:spcPts val="0"/>
                </a:spcBef>
                <a:spcAft>
                  <a:spcPts val="0"/>
                </a:spcAft>
                <a:buNone/>
              </a:pPr>
              <a:r>
                <a:t/>
              </a:r>
              <a:endParaRPr sz="800">
                <a:solidFill>
                  <a:srgbClr val="434343"/>
                </a:solidFill>
              </a:endParaRPr>
            </a:p>
          </p:txBody>
        </p:sp>
        <p:sp>
          <p:nvSpPr>
            <p:cNvPr id="12615" name="Google Shape;12615;p215"/>
            <p:cNvSpPr txBox="1"/>
            <p:nvPr/>
          </p:nvSpPr>
          <p:spPr>
            <a:xfrm>
              <a:off x="624700" y="1514200"/>
              <a:ext cx="86100" cy="169200"/>
            </a:xfrm>
            <a:prstGeom prst="rect">
              <a:avLst/>
            </a:prstGeom>
            <a:noFill/>
            <a:ln>
              <a:noFill/>
            </a:ln>
          </p:spPr>
          <p:txBody>
            <a:bodyPr anchorCtr="0" anchor="ctr" bIns="0" lIns="0" spcFirstLastPara="1" rIns="0" wrap="square" tIns="0">
              <a:spAutoFit/>
            </a:bodyPr>
            <a:lstStyle/>
            <a:p>
              <a:pPr indent="0" lvl="0" marL="0" rtl="0" algn="r">
                <a:spcBef>
                  <a:spcPts val="0"/>
                </a:spcBef>
                <a:spcAft>
                  <a:spcPts val="0"/>
                </a:spcAft>
                <a:buNone/>
              </a:pPr>
              <a:r>
                <a:rPr lang="es-419" sz="700">
                  <a:latin typeface="Arvo"/>
                  <a:ea typeface="Arvo"/>
                  <a:cs typeface="Arvo"/>
                  <a:sym typeface="Arvo"/>
                </a:rPr>
                <a:t>4.</a:t>
              </a:r>
              <a:endParaRPr sz="700">
                <a:latin typeface="Arvo"/>
                <a:ea typeface="Arvo"/>
                <a:cs typeface="Arvo"/>
                <a:sym typeface="Arvo"/>
              </a:endParaRPr>
            </a:p>
            <a:p>
              <a:pPr indent="0" lvl="0" marL="0" rtl="0" algn="r">
                <a:spcBef>
                  <a:spcPts val="0"/>
                </a:spcBef>
                <a:spcAft>
                  <a:spcPts val="0"/>
                </a:spcAft>
                <a:buNone/>
              </a:pPr>
              <a:r>
                <a:t/>
              </a:r>
              <a:endParaRPr i="1" sz="400">
                <a:solidFill>
                  <a:srgbClr val="666666"/>
                </a:solidFill>
                <a:latin typeface="Arvo"/>
                <a:ea typeface="Arvo"/>
                <a:cs typeface="Arvo"/>
                <a:sym typeface="Arvo"/>
              </a:endParaRPr>
            </a:p>
          </p:txBody>
        </p:sp>
      </p:grpSp>
      <p:grpSp>
        <p:nvGrpSpPr>
          <p:cNvPr id="12616" name="Google Shape;12616;p215"/>
          <p:cNvGrpSpPr/>
          <p:nvPr/>
        </p:nvGrpSpPr>
        <p:grpSpPr>
          <a:xfrm>
            <a:off x="666588" y="3610709"/>
            <a:ext cx="2376625" cy="200100"/>
            <a:chOff x="624700" y="1498750"/>
            <a:chExt cx="2376625" cy="200100"/>
          </a:xfrm>
        </p:grpSpPr>
        <p:sp>
          <p:nvSpPr>
            <p:cNvPr id="12617" name="Google Shape;12617;p215"/>
            <p:cNvSpPr txBox="1"/>
            <p:nvPr/>
          </p:nvSpPr>
          <p:spPr>
            <a:xfrm>
              <a:off x="747725" y="1498750"/>
              <a:ext cx="2253600" cy="200100"/>
            </a:xfrm>
            <a:prstGeom prst="rect">
              <a:avLst/>
            </a:prstGeom>
            <a:solidFill>
              <a:srgbClr val="F3F3F3"/>
            </a:solidFill>
            <a:ln>
              <a:noFill/>
            </a:ln>
          </p:spPr>
          <p:txBody>
            <a:bodyPr anchorCtr="0" anchor="ctr" bIns="18000" lIns="18000" spcFirstLastPara="1" rIns="18000" wrap="square" tIns="18000">
              <a:noAutofit/>
            </a:bodyPr>
            <a:lstStyle/>
            <a:p>
              <a:pPr indent="0" lvl="0" marL="0" rtl="0" algn="l">
                <a:spcBef>
                  <a:spcPts val="0"/>
                </a:spcBef>
                <a:spcAft>
                  <a:spcPts val="0"/>
                </a:spcAft>
                <a:buNone/>
              </a:pPr>
              <a:r>
                <a:t/>
              </a:r>
              <a:endParaRPr sz="800">
                <a:solidFill>
                  <a:srgbClr val="434343"/>
                </a:solidFill>
              </a:endParaRPr>
            </a:p>
          </p:txBody>
        </p:sp>
        <p:sp>
          <p:nvSpPr>
            <p:cNvPr id="12618" name="Google Shape;12618;p215"/>
            <p:cNvSpPr txBox="1"/>
            <p:nvPr/>
          </p:nvSpPr>
          <p:spPr>
            <a:xfrm>
              <a:off x="624700" y="1514200"/>
              <a:ext cx="86100" cy="169200"/>
            </a:xfrm>
            <a:prstGeom prst="rect">
              <a:avLst/>
            </a:prstGeom>
            <a:noFill/>
            <a:ln>
              <a:noFill/>
            </a:ln>
          </p:spPr>
          <p:txBody>
            <a:bodyPr anchorCtr="0" anchor="ctr" bIns="0" lIns="0" spcFirstLastPara="1" rIns="0" wrap="square" tIns="0">
              <a:spAutoFit/>
            </a:bodyPr>
            <a:lstStyle/>
            <a:p>
              <a:pPr indent="0" lvl="0" marL="0" rtl="0" algn="r">
                <a:spcBef>
                  <a:spcPts val="0"/>
                </a:spcBef>
                <a:spcAft>
                  <a:spcPts val="0"/>
                </a:spcAft>
                <a:buNone/>
              </a:pPr>
              <a:r>
                <a:rPr lang="es-419" sz="700">
                  <a:latin typeface="Arvo"/>
                  <a:ea typeface="Arvo"/>
                  <a:cs typeface="Arvo"/>
                  <a:sym typeface="Arvo"/>
                </a:rPr>
                <a:t>5.</a:t>
              </a:r>
              <a:endParaRPr sz="700">
                <a:latin typeface="Arvo"/>
                <a:ea typeface="Arvo"/>
                <a:cs typeface="Arvo"/>
                <a:sym typeface="Arvo"/>
              </a:endParaRPr>
            </a:p>
            <a:p>
              <a:pPr indent="0" lvl="0" marL="0" rtl="0" algn="r">
                <a:spcBef>
                  <a:spcPts val="0"/>
                </a:spcBef>
                <a:spcAft>
                  <a:spcPts val="0"/>
                </a:spcAft>
                <a:buNone/>
              </a:pPr>
              <a:r>
                <a:t/>
              </a:r>
              <a:endParaRPr i="1" sz="400">
                <a:solidFill>
                  <a:srgbClr val="666666"/>
                </a:solidFill>
                <a:latin typeface="Arvo"/>
                <a:ea typeface="Arvo"/>
                <a:cs typeface="Arvo"/>
                <a:sym typeface="Arvo"/>
              </a:endParaRPr>
            </a:p>
          </p:txBody>
        </p:sp>
      </p:grpSp>
    </p:spTree>
  </p:cSld>
  <p:clrMapOvr>
    <a:masterClrMapping/>
  </p:clrMapOvr>
</p:sldLayout>
</file>

<file path=ppt/slideLayouts/slideLayout2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Paleta 3 1">
  <p:cSld name="CUSTOM_3_1">
    <p:spTree>
      <p:nvGrpSpPr>
        <p:cNvPr id="12619" name="Shape 12619"/>
        <p:cNvGrpSpPr/>
        <p:nvPr/>
      </p:nvGrpSpPr>
      <p:grpSpPr>
        <a:xfrm>
          <a:off x="0" y="0"/>
          <a:ext cx="0" cy="0"/>
          <a:chOff x="0" y="0"/>
          <a:chExt cx="0" cy="0"/>
        </a:xfrm>
      </p:grpSpPr>
      <p:sp>
        <p:nvSpPr>
          <p:cNvPr id="12620" name="Google Shape;12620;p216"/>
          <p:cNvSpPr/>
          <p:nvPr/>
        </p:nvSpPr>
        <p:spPr>
          <a:xfrm>
            <a:off x="195025" y="263250"/>
            <a:ext cx="5567400" cy="421200"/>
          </a:xfrm>
          <a:prstGeom prst="roundRect">
            <a:avLst>
              <a:gd fmla="val 17492" name="adj"/>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s-419" sz="1200">
                <a:solidFill>
                  <a:srgbClr val="FFFFFF"/>
                </a:solidFill>
              </a:rPr>
              <a:t>Especificación de Caso de Uso</a:t>
            </a:r>
            <a:endParaRPr b="1" sz="1100">
              <a:solidFill>
                <a:srgbClr val="FFFFFF"/>
              </a:solidFill>
            </a:endParaRPr>
          </a:p>
        </p:txBody>
      </p:sp>
      <p:sp>
        <p:nvSpPr>
          <p:cNvPr id="12621" name="Google Shape;12621;p216"/>
          <p:cNvSpPr/>
          <p:nvPr/>
        </p:nvSpPr>
        <p:spPr>
          <a:xfrm>
            <a:off x="195000" y="822275"/>
            <a:ext cx="5567400" cy="5853600"/>
          </a:xfrm>
          <a:prstGeom prst="roundRect">
            <a:avLst>
              <a:gd fmla="val 2402" name="adj"/>
            </a:avLst>
          </a:prstGeom>
          <a:solidFill>
            <a:srgbClr val="F3F3F3"/>
          </a:solidFill>
          <a:ln cap="flat" cmpd="sng" w="9525">
            <a:solidFill>
              <a:srgbClr val="F3F3F3"/>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622" name="Google Shape;12622;p216"/>
          <p:cNvGrpSpPr/>
          <p:nvPr/>
        </p:nvGrpSpPr>
        <p:grpSpPr>
          <a:xfrm>
            <a:off x="300175" y="1002322"/>
            <a:ext cx="2562300" cy="3616200"/>
            <a:chOff x="300175" y="1002322"/>
            <a:chExt cx="2562300" cy="3616200"/>
          </a:xfrm>
        </p:grpSpPr>
        <p:sp>
          <p:nvSpPr>
            <p:cNvPr id="12623" name="Google Shape;12623;p216"/>
            <p:cNvSpPr/>
            <p:nvPr/>
          </p:nvSpPr>
          <p:spPr>
            <a:xfrm>
              <a:off x="300175" y="1002322"/>
              <a:ext cx="2562300" cy="3616200"/>
            </a:xfrm>
            <a:prstGeom prst="roundRect">
              <a:avLst>
                <a:gd fmla="val 3233" name="adj"/>
              </a:avLst>
            </a:prstGeom>
            <a:solidFill>
              <a:srgbClr val="FFFFFF"/>
            </a:solidFill>
            <a:ln cap="flat" cmpd="sng" w="9525">
              <a:solidFill>
                <a:srgbClr val="EFEFEF"/>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t" bIns="18000" lIns="18000" spcFirstLastPara="1" rIns="18000" wrap="square" tIns="18000">
              <a:noAutofit/>
            </a:bodyPr>
            <a:lstStyle/>
            <a:p>
              <a:pPr indent="0" lvl="0" marL="0" rtl="0" algn="l">
                <a:spcBef>
                  <a:spcPts val="0"/>
                </a:spcBef>
                <a:spcAft>
                  <a:spcPts val="0"/>
                </a:spcAft>
                <a:buNone/>
              </a:pPr>
              <a:r>
                <a:rPr b="1" i="1" lang="es-419" sz="900">
                  <a:solidFill>
                    <a:srgbClr val="434343"/>
                  </a:solidFill>
                </a:rPr>
                <a:t>Pasos del Flujo Básico:</a:t>
              </a:r>
              <a:endParaRPr b="1" i="1" sz="900">
                <a:solidFill>
                  <a:srgbClr val="434343"/>
                </a:solidFill>
              </a:endParaRPr>
            </a:p>
          </p:txBody>
        </p:sp>
        <p:grpSp>
          <p:nvGrpSpPr>
            <p:cNvPr id="12624" name="Google Shape;12624;p216"/>
            <p:cNvGrpSpPr/>
            <p:nvPr/>
          </p:nvGrpSpPr>
          <p:grpSpPr>
            <a:xfrm>
              <a:off x="396100" y="1221347"/>
              <a:ext cx="2376625" cy="200100"/>
              <a:chOff x="624700" y="1498750"/>
              <a:chExt cx="2376625" cy="200100"/>
            </a:xfrm>
          </p:grpSpPr>
          <p:sp>
            <p:nvSpPr>
              <p:cNvPr id="12625" name="Google Shape;12625;p216"/>
              <p:cNvSpPr txBox="1"/>
              <p:nvPr/>
            </p:nvSpPr>
            <p:spPr>
              <a:xfrm>
                <a:off x="747725" y="1498750"/>
                <a:ext cx="2253600" cy="200100"/>
              </a:xfrm>
              <a:prstGeom prst="rect">
                <a:avLst/>
              </a:prstGeom>
              <a:solidFill>
                <a:srgbClr val="F3F3F3"/>
              </a:solidFill>
              <a:ln>
                <a:noFill/>
              </a:ln>
            </p:spPr>
            <p:txBody>
              <a:bodyPr anchorCtr="0" anchor="ctr" bIns="18000" lIns="18000" spcFirstLastPara="1" rIns="18000" wrap="square" tIns="18000">
                <a:noAutofit/>
              </a:bodyPr>
              <a:lstStyle/>
              <a:p>
                <a:pPr indent="0" lvl="0" marL="0" rtl="0" algn="l">
                  <a:spcBef>
                    <a:spcPts val="0"/>
                  </a:spcBef>
                  <a:spcAft>
                    <a:spcPts val="0"/>
                  </a:spcAft>
                  <a:buNone/>
                </a:pPr>
                <a:r>
                  <a:t/>
                </a:r>
                <a:endParaRPr sz="800">
                  <a:solidFill>
                    <a:srgbClr val="434343"/>
                  </a:solidFill>
                </a:endParaRPr>
              </a:p>
            </p:txBody>
          </p:sp>
          <p:sp>
            <p:nvSpPr>
              <p:cNvPr id="12626" name="Google Shape;12626;p216"/>
              <p:cNvSpPr txBox="1"/>
              <p:nvPr/>
            </p:nvSpPr>
            <p:spPr>
              <a:xfrm>
                <a:off x="624700" y="1514200"/>
                <a:ext cx="86100" cy="169200"/>
              </a:xfrm>
              <a:prstGeom prst="rect">
                <a:avLst/>
              </a:prstGeom>
              <a:noFill/>
              <a:ln>
                <a:noFill/>
              </a:ln>
            </p:spPr>
            <p:txBody>
              <a:bodyPr anchorCtr="0" anchor="ctr" bIns="0" lIns="0" spcFirstLastPara="1" rIns="0" wrap="square" tIns="0">
                <a:spAutoFit/>
              </a:bodyPr>
              <a:lstStyle/>
              <a:p>
                <a:pPr indent="0" lvl="0" marL="0" rtl="0" algn="r">
                  <a:spcBef>
                    <a:spcPts val="0"/>
                  </a:spcBef>
                  <a:spcAft>
                    <a:spcPts val="0"/>
                  </a:spcAft>
                  <a:buNone/>
                </a:pPr>
                <a:r>
                  <a:rPr lang="es-419" sz="700">
                    <a:latin typeface="Arvo"/>
                    <a:ea typeface="Arvo"/>
                    <a:cs typeface="Arvo"/>
                    <a:sym typeface="Arvo"/>
                  </a:rPr>
                  <a:t>1.</a:t>
                </a:r>
                <a:endParaRPr sz="700">
                  <a:latin typeface="Arvo"/>
                  <a:ea typeface="Arvo"/>
                  <a:cs typeface="Arvo"/>
                  <a:sym typeface="Arvo"/>
                </a:endParaRPr>
              </a:p>
              <a:p>
                <a:pPr indent="0" lvl="0" marL="0" rtl="0" algn="r">
                  <a:spcBef>
                    <a:spcPts val="0"/>
                  </a:spcBef>
                  <a:spcAft>
                    <a:spcPts val="0"/>
                  </a:spcAft>
                  <a:buNone/>
                </a:pPr>
                <a:r>
                  <a:t/>
                </a:r>
                <a:endParaRPr i="1" sz="400">
                  <a:solidFill>
                    <a:srgbClr val="666666"/>
                  </a:solidFill>
                  <a:latin typeface="Arvo"/>
                  <a:ea typeface="Arvo"/>
                  <a:cs typeface="Arvo"/>
                  <a:sym typeface="Arvo"/>
                </a:endParaRPr>
              </a:p>
            </p:txBody>
          </p:sp>
        </p:grpSp>
        <p:grpSp>
          <p:nvGrpSpPr>
            <p:cNvPr id="12627" name="Google Shape;12627;p216"/>
            <p:cNvGrpSpPr/>
            <p:nvPr/>
          </p:nvGrpSpPr>
          <p:grpSpPr>
            <a:xfrm>
              <a:off x="396100" y="1443884"/>
              <a:ext cx="2376625" cy="200100"/>
              <a:chOff x="624700" y="1498750"/>
              <a:chExt cx="2376625" cy="200100"/>
            </a:xfrm>
          </p:grpSpPr>
          <p:sp>
            <p:nvSpPr>
              <p:cNvPr id="12628" name="Google Shape;12628;p216"/>
              <p:cNvSpPr txBox="1"/>
              <p:nvPr/>
            </p:nvSpPr>
            <p:spPr>
              <a:xfrm>
                <a:off x="747725" y="1498750"/>
                <a:ext cx="2253600" cy="200100"/>
              </a:xfrm>
              <a:prstGeom prst="rect">
                <a:avLst/>
              </a:prstGeom>
              <a:solidFill>
                <a:srgbClr val="F3F3F3"/>
              </a:solidFill>
              <a:ln>
                <a:noFill/>
              </a:ln>
            </p:spPr>
            <p:txBody>
              <a:bodyPr anchorCtr="0" anchor="ctr" bIns="18000" lIns="18000" spcFirstLastPara="1" rIns="18000" wrap="square" tIns="18000">
                <a:noAutofit/>
              </a:bodyPr>
              <a:lstStyle/>
              <a:p>
                <a:pPr indent="0" lvl="0" marL="0" rtl="0" algn="l">
                  <a:spcBef>
                    <a:spcPts val="0"/>
                  </a:spcBef>
                  <a:spcAft>
                    <a:spcPts val="0"/>
                  </a:spcAft>
                  <a:buNone/>
                </a:pPr>
                <a:r>
                  <a:t/>
                </a:r>
                <a:endParaRPr sz="800">
                  <a:solidFill>
                    <a:srgbClr val="434343"/>
                  </a:solidFill>
                </a:endParaRPr>
              </a:p>
            </p:txBody>
          </p:sp>
          <p:sp>
            <p:nvSpPr>
              <p:cNvPr id="12629" name="Google Shape;12629;p216"/>
              <p:cNvSpPr txBox="1"/>
              <p:nvPr/>
            </p:nvSpPr>
            <p:spPr>
              <a:xfrm>
                <a:off x="624700" y="1514200"/>
                <a:ext cx="86100" cy="169200"/>
              </a:xfrm>
              <a:prstGeom prst="rect">
                <a:avLst/>
              </a:prstGeom>
              <a:noFill/>
              <a:ln>
                <a:noFill/>
              </a:ln>
            </p:spPr>
            <p:txBody>
              <a:bodyPr anchorCtr="0" anchor="ctr" bIns="0" lIns="0" spcFirstLastPara="1" rIns="0" wrap="square" tIns="0">
                <a:spAutoFit/>
              </a:bodyPr>
              <a:lstStyle/>
              <a:p>
                <a:pPr indent="0" lvl="0" marL="0" rtl="0" algn="r">
                  <a:spcBef>
                    <a:spcPts val="0"/>
                  </a:spcBef>
                  <a:spcAft>
                    <a:spcPts val="0"/>
                  </a:spcAft>
                  <a:buNone/>
                </a:pPr>
                <a:r>
                  <a:rPr lang="es-419" sz="700">
                    <a:latin typeface="Arvo"/>
                    <a:ea typeface="Arvo"/>
                    <a:cs typeface="Arvo"/>
                    <a:sym typeface="Arvo"/>
                  </a:rPr>
                  <a:t>2.</a:t>
                </a:r>
                <a:endParaRPr sz="700">
                  <a:latin typeface="Arvo"/>
                  <a:ea typeface="Arvo"/>
                  <a:cs typeface="Arvo"/>
                  <a:sym typeface="Arvo"/>
                </a:endParaRPr>
              </a:p>
              <a:p>
                <a:pPr indent="0" lvl="0" marL="0" rtl="0" algn="r">
                  <a:spcBef>
                    <a:spcPts val="0"/>
                  </a:spcBef>
                  <a:spcAft>
                    <a:spcPts val="0"/>
                  </a:spcAft>
                  <a:buNone/>
                </a:pPr>
                <a:r>
                  <a:t/>
                </a:r>
                <a:endParaRPr i="1" sz="400">
                  <a:solidFill>
                    <a:srgbClr val="666666"/>
                  </a:solidFill>
                  <a:latin typeface="Arvo"/>
                  <a:ea typeface="Arvo"/>
                  <a:cs typeface="Arvo"/>
                  <a:sym typeface="Arvo"/>
                </a:endParaRPr>
              </a:p>
            </p:txBody>
          </p:sp>
        </p:grpSp>
        <p:grpSp>
          <p:nvGrpSpPr>
            <p:cNvPr id="12630" name="Google Shape;12630;p216"/>
            <p:cNvGrpSpPr/>
            <p:nvPr/>
          </p:nvGrpSpPr>
          <p:grpSpPr>
            <a:xfrm>
              <a:off x="396100" y="1666447"/>
              <a:ext cx="2376625" cy="200100"/>
              <a:chOff x="624700" y="1498750"/>
              <a:chExt cx="2376625" cy="200100"/>
            </a:xfrm>
          </p:grpSpPr>
          <p:sp>
            <p:nvSpPr>
              <p:cNvPr id="12631" name="Google Shape;12631;p216"/>
              <p:cNvSpPr txBox="1"/>
              <p:nvPr/>
            </p:nvSpPr>
            <p:spPr>
              <a:xfrm>
                <a:off x="747725" y="1498750"/>
                <a:ext cx="2253600" cy="200100"/>
              </a:xfrm>
              <a:prstGeom prst="rect">
                <a:avLst/>
              </a:prstGeom>
              <a:solidFill>
                <a:srgbClr val="F3F3F3"/>
              </a:solidFill>
              <a:ln>
                <a:noFill/>
              </a:ln>
            </p:spPr>
            <p:txBody>
              <a:bodyPr anchorCtr="0" anchor="ctr" bIns="18000" lIns="18000" spcFirstLastPara="1" rIns="18000" wrap="square" tIns="18000">
                <a:noAutofit/>
              </a:bodyPr>
              <a:lstStyle/>
              <a:p>
                <a:pPr indent="0" lvl="0" marL="0" rtl="0" algn="l">
                  <a:spcBef>
                    <a:spcPts val="0"/>
                  </a:spcBef>
                  <a:spcAft>
                    <a:spcPts val="0"/>
                  </a:spcAft>
                  <a:buNone/>
                </a:pPr>
                <a:r>
                  <a:t/>
                </a:r>
                <a:endParaRPr sz="800">
                  <a:solidFill>
                    <a:srgbClr val="434343"/>
                  </a:solidFill>
                </a:endParaRPr>
              </a:p>
            </p:txBody>
          </p:sp>
          <p:sp>
            <p:nvSpPr>
              <p:cNvPr id="12632" name="Google Shape;12632;p216"/>
              <p:cNvSpPr txBox="1"/>
              <p:nvPr/>
            </p:nvSpPr>
            <p:spPr>
              <a:xfrm>
                <a:off x="624700" y="1514200"/>
                <a:ext cx="86100" cy="169200"/>
              </a:xfrm>
              <a:prstGeom prst="rect">
                <a:avLst/>
              </a:prstGeom>
              <a:noFill/>
              <a:ln>
                <a:noFill/>
              </a:ln>
            </p:spPr>
            <p:txBody>
              <a:bodyPr anchorCtr="0" anchor="ctr" bIns="0" lIns="0" spcFirstLastPara="1" rIns="0" wrap="square" tIns="0">
                <a:spAutoFit/>
              </a:bodyPr>
              <a:lstStyle/>
              <a:p>
                <a:pPr indent="0" lvl="0" marL="0" rtl="0" algn="r">
                  <a:spcBef>
                    <a:spcPts val="0"/>
                  </a:spcBef>
                  <a:spcAft>
                    <a:spcPts val="0"/>
                  </a:spcAft>
                  <a:buNone/>
                </a:pPr>
                <a:r>
                  <a:rPr lang="es-419" sz="700">
                    <a:latin typeface="Arvo"/>
                    <a:ea typeface="Arvo"/>
                    <a:cs typeface="Arvo"/>
                    <a:sym typeface="Arvo"/>
                  </a:rPr>
                  <a:t>3.</a:t>
                </a:r>
                <a:endParaRPr sz="700">
                  <a:latin typeface="Arvo"/>
                  <a:ea typeface="Arvo"/>
                  <a:cs typeface="Arvo"/>
                  <a:sym typeface="Arvo"/>
                </a:endParaRPr>
              </a:p>
              <a:p>
                <a:pPr indent="0" lvl="0" marL="0" rtl="0" algn="r">
                  <a:spcBef>
                    <a:spcPts val="0"/>
                  </a:spcBef>
                  <a:spcAft>
                    <a:spcPts val="0"/>
                  </a:spcAft>
                  <a:buNone/>
                </a:pPr>
                <a:r>
                  <a:t/>
                </a:r>
                <a:endParaRPr i="1" sz="400">
                  <a:solidFill>
                    <a:srgbClr val="666666"/>
                  </a:solidFill>
                  <a:latin typeface="Arvo"/>
                  <a:ea typeface="Arvo"/>
                  <a:cs typeface="Arvo"/>
                  <a:sym typeface="Arvo"/>
                </a:endParaRPr>
              </a:p>
            </p:txBody>
          </p:sp>
        </p:grpSp>
        <p:grpSp>
          <p:nvGrpSpPr>
            <p:cNvPr id="12633" name="Google Shape;12633;p216"/>
            <p:cNvGrpSpPr/>
            <p:nvPr/>
          </p:nvGrpSpPr>
          <p:grpSpPr>
            <a:xfrm>
              <a:off x="396100" y="1888984"/>
              <a:ext cx="2376625" cy="200100"/>
              <a:chOff x="624700" y="1498750"/>
              <a:chExt cx="2376625" cy="200100"/>
            </a:xfrm>
          </p:grpSpPr>
          <p:sp>
            <p:nvSpPr>
              <p:cNvPr id="12634" name="Google Shape;12634;p216"/>
              <p:cNvSpPr txBox="1"/>
              <p:nvPr/>
            </p:nvSpPr>
            <p:spPr>
              <a:xfrm>
                <a:off x="747725" y="1498750"/>
                <a:ext cx="2253600" cy="200100"/>
              </a:xfrm>
              <a:prstGeom prst="rect">
                <a:avLst/>
              </a:prstGeom>
              <a:solidFill>
                <a:srgbClr val="F3F3F3"/>
              </a:solidFill>
              <a:ln>
                <a:noFill/>
              </a:ln>
            </p:spPr>
            <p:txBody>
              <a:bodyPr anchorCtr="0" anchor="ctr" bIns="18000" lIns="18000" spcFirstLastPara="1" rIns="18000" wrap="square" tIns="18000">
                <a:noAutofit/>
              </a:bodyPr>
              <a:lstStyle/>
              <a:p>
                <a:pPr indent="0" lvl="0" marL="0" rtl="0" algn="l">
                  <a:spcBef>
                    <a:spcPts val="0"/>
                  </a:spcBef>
                  <a:spcAft>
                    <a:spcPts val="0"/>
                  </a:spcAft>
                  <a:buNone/>
                </a:pPr>
                <a:r>
                  <a:t/>
                </a:r>
                <a:endParaRPr sz="800">
                  <a:solidFill>
                    <a:srgbClr val="434343"/>
                  </a:solidFill>
                </a:endParaRPr>
              </a:p>
            </p:txBody>
          </p:sp>
          <p:sp>
            <p:nvSpPr>
              <p:cNvPr id="12635" name="Google Shape;12635;p216"/>
              <p:cNvSpPr txBox="1"/>
              <p:nvPr/>
            </p:nvSpPr>
            <p:spPr>
              <a:xfrm>
                <a:off x="624700" y="1514200"/>
                <a:ext cx="86100" cy="169200"/>
              </a:xfrm>
              <a:prstGeom prst="rect">
                <a:avLst/>
              </a:prstGeom>
              <a:noFill/>
              <a:ln>
                <a:noFill/>
              </a:ln>
            </p:spPr>
            <p:txBody>
              <a:bodyPr anchorCtr="0" anchor="ctr" bIns="0" lIns="0" spcFirstLastPara="1" rIns="0" wrap="square" tIns="0">
                <a:spAutoFit/>
              </a:bodyPr>
              <a:lstStyle/>
              <a:p>
                <a:pPr indent="0" lvl="0" marL="0" rtl="0" algn="r">
                  <a:spcBef>
                    <a:spcPts val="0"/>
                  </a:spcBef>
                  <a:spcAft>
                    <a:spcPts val="0"/>
                  </a:spcAft>
                  <a:buNone/>
                </a:pPr>
                <a:r>
                  <a:rPr lang="es-419" sz="700">
                    <a:latin typeface="Arvo"/>
                    <a:ea typeface="Arvo"/>
                    <a:cs typeface="Arvo"/>
                    <a:sym typeface="Arvo"/>
                  </a:rPr>
                  <a:t>4.</a:t>
                </a:r>
                <a:endParaRPr sz="700">
                  <a:latin typeface="Arvo"/>
                  <a:ea typeface="Arvo"/>
                  <a:cs typeface="Arvo"/>
                  <a:sym typeface="Arvo"/>
                </a:endParaRPr>
              </a:p>
              <a:p>
                <a:pPr indent="0" lvl="0" marL="0" rtl="0" algn="r">
                  <a:spcBef>
                    <a:spcPts val="0"/>
                  </a:spcBef>
                  <a:spcAft>
                    <a:spcPts val="0"/>
                  </a:spcAft>
                  <a:buNone/>
                </a:pPr>
                <a:r>
                  <a:t/>
                </a:r>
                <a:endParaRPr i="1" sz="400">
                  <a:solidFill>
                    <a:srgbClr val="666666"/>
                  </a:solidFill>
                  <a:latin typeface="Arvo"/>
                  <a:ea typeface="Arvo"/>
                  <a:cs typeface="Arvo"/>
                  <a:sym typeface="Arvo"/>
                </a:endParaRPr>
              </a:p>
            </p:txBody>
          </p:sp>
        </p:grpSp>
        <p:grpSp>
          <p:nvGrpSpPr>
            <p:cNvPr id="12636" name="Google Shape;12636;p216"/>
            <p:cNvGrpSpPr/>
            <p:nvPr/>
          </p:nvGrpSpPr>
          <p:grpSpPr>
            <a:xfrm>
              <a:off x="396100" y="2117409"/>
              <a:ext cx="2376625" cy="200100"/>
              <a:chOff x="624700" y="1498750"/>
              <a:chExt cx="2376625" cy="200100"/>
            </a:xfrm>
          </p:grpSpPr>
          <p:sp>
            <p:nvSpPr>
              <p:cNvPr id="12637" name="Google Shape;12637;p216"/>
              <p:cNvSpPr txBox="1"/>
              <p:nvPr/>
            </p:nvSpPr>
            <p:spPr>
              <a:xfrm>
                <a:off x="747725" y="1498750"/>
                <a:ext cx="2253600" cy="200100"/>
              </a:xfrm>
              <a:prstGeom prst="rect">
                <a:avLst/>
              </a:prstGeom>
              <a:solidFill>
                <a:srgbClr val="F3F3F3"/>
              </a:solidFill>
              <a:ln>
                <a:noFill/>
              </a:ln>
            </p:spPr>
            <p:txBody>
              <a:bodyPr anchorCtr="0" anchor="ctr" bIns="18000" lIns="18000" spcFirstLastPara="1" rIns="18000" wrap="square" tIns="18000">
                <a:noAutofit/>
              </a:bodyPr>
              <a:lstStyle/>
              <a:p>
                <a:pPr indent="0" lvl="0" marL="0" rtl="0" algn="l">
                  <a:spcBef>
                    <a:spcPts val="0"/>
                  </a:spcBef>
                  <a:spcAft>
                    <a:spcPts val="0"/>
                  </a:spcAft>
                  <a:buNone/>
                </a:pPr>
                <a:r>
                  <a:t/>
                </a:r>
                <a:endParaRPr sz="800">
                  <a:solidFill>
                    <a:srgbClr val="434343"/>
                  </a:solidFill>
                </a:endParaRPr>
              </a:p>
            </p:txBody>
          </p:sp>
          <p:sp>
            <p:nvSpPr>
              <p:cNvPr id="12638" name="Google Shape;12638;p216"/>
              <p:cNvSpPr txBox="1"/>
              <p:nvPr/>
            </p:nvSpPr>
            <p:spPr>
              <a:xfrm>
                <a:off x="624700" y="1514200"/>
                <a:ext cx="86100" cy="169200"/>
              </a:xfrm>
              <a:prstGeom prst="rect">
                <a:avLst/>
              </a:prstGeom>
              <a:noFill/>
              <a:ln>
                <a:noFill/>
              </a:ln>
            </p:spPr>
            <p:txBody>
              <a:bodyPr anchorCtr="0" anchor="ctr" bIns="0" lIns="0" spcFirstLastPara="1" rIns="0" wrap="square" tIns="0">
                <a:spAutoFit/>
              </a:bodyPr>
              <a:lstStyle/>
              <a:p>
                <a:pPr indent="0" lvl="0" marL="0" rtl="0" algn="r">
                  <a:spcBef>
                    <a:spcPts val="0"/>
                  </a:spcBef>
                  <a:spcAft>
                    <a:spcPts val="0"/>
                  </a:spcAft>
                  <a:buNone/>
                </a:pPr>
                <a:r>
                  <a:rPr lang="es-419" sz="700">
                    <a:latin typeface="Arvo"/>
                    <a:ea typeface="Arvo"/>
                    <a:cs typeface="Arvo"/>
                    <a:sym typeface="Arvo"/>
                  </a:rPr>
                  <a:t>5.</a:t>
                </a:r>
                <a:endParaRPr sz="700">
                  <a:latin typeface="Arvo"/>
                  <a:ea typeface="Arvo"/>
                  <a:cs typeface="Arvo"/>
                  <a:sym typeface="Arvo"/>
                </a:endParaRPr>
              </a:p>
              <a:p>
                <a:pPr indent="0" lvl="0" marL="0" rtl="0" algn="r">
                  <a:spcBef>
                    <a:spcPts val="0"/>
                  </a:spcBef>
                  <a:spcAft>
                    <a:spcPts val="0"/>
                  </a:spcAft>
                  <a:buNone/>
                </a:pPr>
                <a:r>
                  <a:t/>
                </a:r>
                <a:endParaRPr i="1" sz="400">
                  <a:solidFill>
                    <a:srgbClr val="666666"/>
                  </a:solidFill>
                  <a:latin typeface="Arvo"/>
                  <a:ea typeface="Arvo"/>
                  <a:cs typeface="Arvo"/>
                  <a:sym typeface="Arvo"/>
                </a:endParaRPr>
              </a:p>
            </p:txBody>
          </p:sp>
        </p:grpSp>
        <p:grpSp>
          <p:nvGrpSpPr>
            <p:cNvPr id="12639" name="Google Shape;12639;p216"/>
            <p:cNvGrpSpPr/>
            <p:nvPr/>
          </p:nvGrpSpPr>
          <p:grpSpPr>
            <a:xfrm>
              <a:off x="396100" y="2339947"/>
              <a:ext cx="2376625" cy="200100"/>
              <a:chOff x="624700" y="1498750"/>
              <a:chExt cx="2376625" cy="200100"/>
            </a:xfrm>
          </p:grpSpPr>
          <p:sp>
            <p:nvSpPr>
              <p:cNvPr id="12640" name="Google Shape;12640;p216"/>
              <p:cNvSpPr txBox="1"/>
              <p:nvPr/>
            </p:nvSpPr>
            <p:spPr>
              <a:xfrm>
                <a:off x="747725" y="1498750"/>
                <a:ext cx="2253600" cy="200100"/>
              </a:xfrm>
              <a:prstGeom prst="rect">
                <a:avLst/>
              </a:prstGeom>
              <a:solidFill>
                <a:srgbClr val="F3F3F3"/>
              </a:solidFill>
              <a:ln>
                <a:noFill/>
              </a:ln>
            </p:spPr>
            <p:txBody>
              <a:bodyPr anchorCtr="0" anchor="ctr" bIns="18000" lIns="18000" spcFirstLastPara="1" rIns="18000" wrap="square" tIns="18000">
                <a:noAutofit/>
              </a:bodyPr>
              <a:lstStyle/>
              <a:p>
                <a:pPr indent="0" lvl="0" marL="0" rtl="0" algn="l">
                  <a:spcBef>
                    <a:spcPts val="0"/>
                  </a:spcBef>
                  <a:spcAft>
                    <a:spcPts val="0"/>
                  </a:spcAft>
                  <a:buNone/>
                </a:pPr>
                <a:r>
                  <a:t/>
                </a:r>
                <a:endParaRPr sz="800">
                  <a:solidFill>
                    <a:srgbClr val="434343"/>
                  </a:solidFill>
                </a:endParaRPr>
              </a:p>
            </p:txBody>
          </p:sp>
          <p:sp>
            <p:nvSpPr>
              <p:cNvPr id="12641" name="Google Shape;12641;p216"/>
              <p:cNvSpPr txBox="1"/>
              <p:nvPr/>
            </p:nvSpPr>
            <p:spPr>
              <a:xfrm>
                <a:off x="624700" y="1514200"/>
                <a:ext cx="86100" cy="169200"/>
              </a:xfrm>
              <a:prstGeom prst="rect">
                <a:avLst/>
              </a:prstGeom>
              <a:noFill/>
              <a:ln>
                <a:noFill/>
              </a:ln>
            </p:spPr>
            <p:txBody>
              <a:bodyPr anchorCtr="0" anchor="ctr" bIns="0" lIns="0" spcFirstLastPara="1" rIns="0" wrap="square" tIns="0">
                <a:spAutoFit/>
              </a:bodyPr>
              <a:lstStyle/>
              <a:p>
                <a:pPr indent="0" lvl="0" marL="0" rtl="0" algn="r">
                  <a:spcBef>
                    <a:spcPts val="0"/>
                  </a:spcBef>
                  <a:spcAft>
                    <a:spcPts val="0"/>
                  </a:spcAft>
                  <a:buNone/>
                </a:pPr>
                <a:r>
                  <a:rPr lang="es-419" sz="700">
                    <a:latin typeface="Arvo"/>
                    <a:ea typeface="Arvo"/>
                    <a:cs typeface="Arvo"/>
                    <a:sym typeface="Arvo"/>
                  </a:rPr>
                  <a:t>6.</a:t>
                </a:r>
                <a:endParaRPr sz="700">
                  <a:latin typeface="Arvo"/>
                  <a:ea typeface="Arvo"/>
                  <a:cs typeface="Arvo"/>
                  <a:sym typeface="Arvo"/>
                </a:endParaRPr>
              </a:p>
              <a:p>
                <a:pPr indent="0" lvl="0" marL="0" rtl="0" algn="r">
                  <a:spcBef>
                    <a:spcPts val="0"/>
                  </a:spcBef>
                  <a:spcAft>
                    <a:spcPts val="0"/>
                  </a:spcAft>
                  <a:buNone/>
                </a:pPr>
                <a:r>
                  <a:t/>
                </a:r>
                <a:endParaRPr i="1" sz="400">
                  <a:solidFill>
                    <a:srgbClr val="666666"/>
                  </a:solidFill>
                  <a:latin typeface="Arvo"/>
                  <a:ea typeface="Arvo"/>
                  <a:cs typeface="Arvo"/>
                  <a:sym typeface="Arvo"/>
                </a:endParaRPr>
              </a:p>
            </p:txBody>
          </p:sp>
        </p:grpSp>
        <p:grpSp>
          <p:nvGrpSpPr>
            <p:cNvPr id="12642" name="Google Shape;12642;p216"/>
            <p:cNvGrpSpPr/>
            <p:nvPr/>
          </p:nvGrpSpPr>
          <p:grpSpPr>
            <a:xfrm>
              <a:off x="400875" y="2562472"/>
              <a:ext cx="2376625" cy="200100"/>
              <a:chOff x="624700" y="1498750"/>
              <a:chExt cx="2376625" cy="200100"/>
            </a:xfrm>
          </p:grpSpPr>
          <p:sp>
            <p:nvSpPr>
              <p:cNvPr id="12643" name="Google Shape;12643;p216"/>
              <p:cNvSpPr txBox="1"/>
              <p:nvPr/>
            </p:nvSpPr>
            <p:spPr>
              <a:xfrm>
                <a:off x="747725" y="1498750"/>
                <a:ext cx="2253600" cy="200100"/>
              </a:xfrm>
              <a:prstGeom prst="rect">
                <a:avLst/>
              </a:prstGeom>
              <a:solidFill>
                <a:srgbClr val="F3F3F3"/>
              </a:solidFill>
              <a:ln>
                <a:noFill/>
              </a:ln>
            </p:spPr>
            <p:txBody>
              <a:bodyPr anchorCtr="0" anchor="ctr" bIns="18000" lIns="18000" spcFirstLastPara="1" rIns="18000" wrap="square" tIns="18000">
                <a:noAutofit/>
              </a:bodyPr>
              <a:lstStyle/>
              <a:p>
                <a:pPr indent="0" lvl="0" marL="0" rtl="0" algn="l">
                  <a:spcBef>
                    <a:spcPts val="0"/>
                  </a:spcBef>
                  <a:spcAft>
                    <a:spcPts val="0"/>
                  </a:spcAft>
                  <a:buNone/>
                </a:pPr>
                <a:r>
                  <a:t/>
                </a:r>
                <a:endParaRPr sz="800">
                  <a:solidFill>
                    <a:srgbClr val="434343"/>
                  </a:solidFill>
                </a:endParaRPr>
              </a:p>
            </p:txBody>
          </p:sp>
          <p:sp>
            <p:nvSpPr>
              <p:cNvPr id="12644" name="Google Shape;12644;p216"/>
              <p:cNvSpPr txBox="1"/>
              <p:nvPr/>
            </p:nvSpPr>
            <p:spPr>
              <a:xfrm>
                <a:off x="624700" y="1514200"/>
                <a:ext cx="86100" cy="169200"/>
              </a:xfrm>
              <a:prstGeom prst="rect">
                <a:avLst/>
              </a:prstGeom>
              <a:noFill/>
              <a:ln>
                <a:noFill/>
              </a:ln>
            </p:spPr>
            <p:txBody>
              <a:bodyPr anchorCtr="0" anchor="ctr" bIns="0" lIns="0" spcFirstLastPara="1" rIns="0" wrap="square" tIns="0">
                <a:spAutoFit/>
              </a:bodyPr>
              <a:lstStyle/>
              <a:p>
                <a:pPr indent="0" lvl="0" marL="0" rtl="0" algn="r">
                  <a:spcBef>
                    <a:spcPts val="0"/>
                  </a:spcBef>
                  <a:spcAft>
                    <a:spcPts val="0"/>
                  </a:spcAft>
                  <a:buNone/>
                </a:pPr>
                <a:r>
                  <a:rPr lang="es-419" sz="700">
                    <a:latin typeface="Arvo"/>
                    <a:ea typeface="Arvo"/>
                    <a:cs typeface="Arvo"/>
                    <a:sym typeface="Arvo"/>
                  </a:rPr>
                  <a:t>7.</a:t>
                </a:r>
                <a:endParaRPr sz="700">
                  <a:latin typeface="Arvo"/>
                  <a:ea typeface="Arvo"/>
                  <a:cs typeface="Arvo"/>
                  <a:sym typeface="Arvo"/>
                </a:endParaRPr>
              </a:p>
              <a:p>
                <a:pPr indent="0" lvl="0" marL="0" rtl="0" algn="r">
                  <a:spcBef>
                    <a:spcPts val="0"/>
                  </a:spcBef>
                  <a:spcAft>
                    <a:spcPts val="0"/>
                  </a:spcAft>
                  <a:buNone/>
                </a:pPr>
                <a:r>
                  <a:t/>
                </a:r>
                <a:endParaRPr i="1" sz="400">
                  <a:solidFill>
                    <a:srgbClr val="666666"/>
                  </a:solidFill>
                  <a:latin typeface="Arvo"/>
                  <a:ea typeface="Arvo"/>
                  <a:cs typeface="Arvo"/>
                  <a:sym typeface="Arvo"/>
                </a:endParaRPr>
              </a:p>
            </p:txBody>
          </p:sp>
        </p:grpSp>
        <p:grpSp>
          <p:nvGrpSpPr>
            <p:cNvPr id="12645" name="Google Shape;12645;p216"/>
            <p:cNvGrpSpPr/>
            <p:nvPr/>
          </p:nvGrpSpPr>
          <p:grpSpPr>
            <a:xfrm>
              <a:off x="400875" y="2785009"/>
              <a:ext cx="2376625" cy="200100"/>
              <a:chOff x="624700" y="1498750"/>
              <a:chExt cx="2376625" cy="200100"/>
            </a:xfrm>
          </p:grpSpPr>
          <p:sp>
            <p:nvSpPr>
              <p:cNvPr id="12646" name="Google Shape;12646;p216"/>
              <p:cNvSpPr txBox="1"/>
              <p:nvPr/>
            </p:nvSpPr>
            <p:spPr>
              <a:xfrm>
                <a:off x="747725" y="1498750"/>
                <a:ext cx="2253600" cy="200100"/>
              </a:xfrm>
              <a:prstGeom prst="rect">
                <a:avLst/>
              </a:prstGeom>
              <a:solidFill>
                <a:srgbClr val="F3F3F3"/>
              </a:solidFill>
              <a:ln>
                <a:noFill/>
              </a:ln>
            </p:spPr>
            <p:txBody>
              <a:bodyPr anchorCtr="0" anchor="ctr" bIns="18000" lIns="18000" spcFirstLastPara="1" rIns="18000" wrap="square" tIns="18000">
                <a:noAutofit/>
              </a:bodyPr>
              <a:lstStyle/>
              <a:p>
                <a:pPr indent="0" lvl="0" marL="0" rtl="0" algn="l">
                  <a:spcBef>
                    <a:spcPts val="0"/>
                  </a:spcBef>
                  <a:spcAft>
                    <a:spcPts val="0"/>
                  </a:spcAft>
                  <a:buNone/>
                </a:pPr>
                <a:r>
                  <a:t/>
                </a:r>
                <a:endParaRPr sz="800">
                  <a:solidFill>
                    <a:srgbClr val="434343"/>
                  </a:solidFill>
                </a:endParaRPr>
              </a:p>
            </p:txBody>
          </p:sp>
          <p:sp>
            <p:nvSpPr>
              <p:cNvPr id="12647" name="Google Shape;12647;p216"/>
              <p:cNvSpPr txBox="1"/>
              <p:nvPr/>
            </p:nvSpPr>
            <p:spPr>
              <a:xfrm>
                <a:off x="624700" y="1514200"/>
                <a:ext cx="86100" cy="169200"/>
              </a:xfrm>
              <a:prstGeom prst="rect">
                <a:avLst/>
              </a:prstGeom>
              <a:noFill/>
              <a:ln>
                <a:noFill/>
              </a:ln>
            </p:spPr>
            <p:txBody>
              <a:bodyPr anchorCtr="0" anchor="ctr" bIns="0" lIns="0" spcFirstLastPara="1" rIns="0" wrap="square" tIns="0">
                <a:spAutoFit/>
              </a:bodyPr>
              <a:lstStyle/>
              <a:p>
                <a:pPr indent="0" lvl="0" marL="0" rtl="0" algn="r">
                  <a:spcBef>
                    <a:spcPts val="0"/>
                  </a:spcBef>
                  <a:spcAft>
                    <a:spcPts val="0"/>
                  </a:spcAft>
                  <a:buNone/>
                </a:pPr>
                <a:r>
                  <a:rPr lang="es-419" sz="700">
                    <a:latin typeface="Arvo"/>
                    <a:ea typeface="Arvo"/>
                    <a:cs typeface="Arvo"/>
                    <a:sym typeface="Arvo"/>
                  </a:rPr>
                  <a:t>8.</a:t>
                </a:r>
                <a:endParaRPr sz="700">
                  <a:latin typeface="Arvo"/>
                  <a:ea typeface="Arvo"/>
                  <a:cs typeface="Arvo"/>
                  <a:sym typeface="Arvo"/>
                </a:endParaRPr>
              </a:p>
              <a:p>
                <a:pPr indent="0" lvl="0" marL="0" rtl="0" algn="r">
                  <a:spcBef>
                    <a:spcPts val="0"/>
                  </a:spcBef>
                  <a:spcAft>
                    <a:spcPts val="0"/>
                  </a:spcAft>
                  <a:buNone/>
                </a:pPr>
                <a:r>
                  <a:t/>
                </a:r>
                <a:endParaRPr i="1" sz="400">
                  <a:solidFill>
                    <a:srgbClr val="666666"/>
                  </a:solidFill>
                  <a:latin typeface="Arvo"/>
                  <a:ea typeface="Arvo"/>
                  <a:cs typeface="Arvo"/>
                  <a:sym typeface="Arvo"/>
                </a:endParaRPr>
              </a:p>
            </p:txBody>
          </p:sp>
        </p:grpSp>
        <p:grpSp>
          <p:nvGrpSpPr>
            <p:cNvPr id="12648" name="Google Shape;12648;p216"/>
            <p:cNvGrpSpPr/>
            <p:nvPr/>
          </p:nvGrpSpPr>
          <p:grpSpPr>
            <a:xfrm>
              <a:off x="400875" y="3013434"/>
              <a:ext cx="2376625" cy="200100"/>
              <a:chOff x="624700" y="1498750"/>
              <a:chExt cx="2376625" cy="200100"/>
            </a:xfrm>
          </p:grpSpPr>
          <p:sp>
            <p:nvSpPr>
              <p:cNvPr id="12649" name="Google Shape;12649;p216"/>
              <p:cNvSpPr txBox="1"/>
              <p:nvPr/>
            </p:nvSpPr>
            <p:spPr>
              <a:xfrm>
                <a:off x="747725" y="1498750"/>
                <a:ext cx="2253600" cy="200100"/>
              </a:xfrm>
              <a:prstGeom prst="rect">
                <a:avLst/>
              </a:prstGeom>
              <a:solidFill>
                <a:srgbClr val="F3F3F3"/>
              </a:solidFill>
              <a:ln>
                <a:noFill/>
              </a:ln>
            </p:spPr>
            <p:txBody>
              <a:bodyPr anchorCtr="0" anchor="ctr" bIns="18000" lIns="18000" spcFirstLastPara="1" rIns="18000" wrap="square" tIns="18000">
                <a:noAutofit/>
              </a:bodyPr>
              <a:lstStyle/>
              <a:p>
                <a:pPr indent="0" lvl="0" marL="0" rtl="0" algn="l">
                  <a:spcBef>
                    <a:spcPts val="0"/>
                  </a:spcBef>
                  <a:spcAft>
                    <a:spcPts val="0"/>
                  </a:spcAft>
                  <a:buNone/>
                </a:pPr>
                <a:r>
                  <a:t/>
                </a:r>
                <a:endParaRPr sz="800">
                  <a:solidFill>
                    <a:srgbClr val="434343"/>
                  </a:solidFill>
                </a:endParaRPr>
              </a:p>
            </p:txBody>
          </p:sp>
          <p:sp>
            <p:nvSpPr>
              <p:cNvPr id="12650" name="Google Shape;12650;p216"/>
              <p:cNvSpPr txBox="1"/>
              <p:nvPr/>
            </p:nvSpPr>
            <p:spPr>
              <a:xfrm>
                <a:off x="624700" y="1514200"/>
                <a:ext cx="86100" cy="169200"/>
              </a:xfrm>
              <a:prstGeom prst="rect">
                <a:avLst/>
              </a:prstGeom>
              <a:noFill/>
              <a:ln>
                <a:noFill/>
              </a:ln>
            </p:spPr>
            <p:txBody>
              <a:bodyPr anchorCtr="0" anchor="ctr" bIns="0" lIns="0" spcFirstLastPara="1" rIns="0" wrap="square" tIns="0">
                <a:spAutoFit/>
              </a:bodyPr>
              <a:lstStyle/>
              <a:p>
                <a:pPr indent="0" lvl="0" marL="0" rtl="0" algn="r">
                  <a:spcBef>
                    <a:spcPts val="0"/>
                  </a:spcBef>
                  <a:spcAft>
                    <a:spcPts val="0"/>
                  </a:spcAft>
                  <a:buNone/>
                </a:pPr>
                <a:r>
                  <a:rPr lang="es-419" sz="700">
                    <a:latin typeface="Arvo"/>
                    <a:ea typeface="Arvo"/>
                    <a:cs typeface="Arvo"/>
                    <a:sym typeface="Arvo"/>
                  </a:rPr>
                  <a:t>9.</a:t>
                </a:r>
                <a:endParaRPr sz="700">
                  <a:latin typeface="Arvo"/>
                  <a:ea typeface="Arvo"/>
                  <a:cs typeface="Arvo"/>
                  <a:sym typeface="Arvo"/>
                </a:endParaRPr>
              </a:p>
              <a:p>
                <a:pPr indent="0" lvl="0" marL="0" rtl="0" algn="r">
                  <a:spcBef>
                    <a:spcPts val="0"/>
                  </a:spcBef>
                  <a:spcAft>
                    <a:spcPts val="0"/>
                  </a:spcAft>
                  <a:buNone/>
                </a:pPr>
                <a:r>
                  <a:t/>
                </a:r>
                <a:endParaRPr i="1" sz="400">
                  <a:solidFill>
                    <a:srgbClr val="666666"/>
                  </a:solidFill>
                  <a:latin typeface="Arvo"/>
                  <a:ea typeface="Arvo"/>
                  <a:cs typeface="Arvo"/>
                  <a:sym typeface="Arvo"/>
                </a:endParaRPr>
              </a:p>
            </p:txBody>
          </p:sp>
        </p:grpSp>
        <p:grpSp>
          <p:nvGrpSpPr>
            <p:cNvPr id="12651" name="Google Shape;12651;p216"/>
            <p:cNvGrpSpPr/>
            <p:nvPr/>
          </p:nvGrpSpPr>
          <p:grpSpPr>
            <a:xfrm>
              <a:off x="371475" y="3235972"/>
              <a:ext cx="2406025" cy="200100"/>
              <a:chOff x="595300" y="1498750"/>
              <a:chExt cx="2406025" cy="200100"/>
            </a:xfrm>
          </p:grpSpPr>
          <p:sp>
            <p:nvSpPr>
              <p:cNvPr id="12652" name="Google Shape;12652;p216"/>
              <p:cNvSpPr txBox="1"/>
              <p:nvPr/>
            </p:nvSpPr>
            <p:spPr>
              <a:xfrm>
                <a:off x="747725" y="1498750"/>
                <a:ext cx="2253600" cy="200100"/>
              </a:xfrm>
              <a:prstGeom prst="rect">
                <a:avLst/>
              </a:prstGeom>
              <a:solidFill>
                <a:srgbClr val="F3F3F3"/>
              </a:solidFill>
              <a:ln>
                <a:noFill/>
              </a:ln>
            </p:spPr>
            <p:txBody>
              <a:bodyPr anchorCtr="0" anchor="ctr" bIns="18000" lIns="18000" spcFirstLastPara="1" rIns="18000" wrap="square" tIns="18000">
                <a:noAutofit/>
              </a:bodyPr>
              <a:lstStyle/>
              <a:p>
                <a:pPr indent="0" lvl="0" marL="0" rtl="0" algn="l">
                  <a:spcBef>
                    <a:spcPts val="0"/>
                  </a:spcBef>
                  <a:spcAft>
                    <a:spcPts val="0"/>
                  </a:spcAft>
                  <a:buNone/>
                </a:pPr>
                <a:r>
                  <a:t/>
                </a:r>
                <a:endParaRPr sz="800">
                  <a:solidFill>
                    <a:srgbClr val="434343"/>
                  </a:solidFill>
                </a:endParaRPr>
              </a:p>
            </p:txBody>
          </p:sp>
          <p:sp>
            <p:nvSpPr>
              <p:cNvPr id="12653" name="Google Shape;12653;p216"/>
              <p:cNvSpPr txBox="1"/>
              <p:nvPr/>
            </p:nvSpPr>
            <p:spPr>
              <a:xfrm>
                <a:off x="595300" y="1514200"/>
                <a:ext cx="115500" cy="169200"/>
              </a:xfrm>
              <a:prstGeom prst="rect">
                <a:avLst/>
              </a:prstGeom>
              <a:noFill/>
              <a:ln>
                <a:noFill/>
              </a:ln>
            </p:spPr>
            <p:txBody>
              <a:bodyPr anchorCtr="0" anchor="ctr" bIns="0" lIns="0" spcFirstLastPara="1" rIns="0" wrap="square" tIns="0">
                <a:spAutoFit/>
              </a:bodyPr>
              <a:lstStyle/>
              <a:p>
                <a:pPr indent="0" lvl="0" marL="0" rtl="0" algn="r">
                  <a:spcBef>
                    <a:spcPts val="0"/>
                  </a:spcBef>
                  <a:spcAft>
                    <a:spcPts val="0"/>
                  </a:spcAft>
                  <a:buNone/>
                </a:pPr>
                <a:r>
                  <a:rPr lang="es-419" sz="700">
                    <a:latin typeface="Arvo"/>
                    <a:ea typeface="Arvo"/>
                    <a:cs typeface="Arvo"/>
                    <a:sym typeface="Arvo"/>
                  </a:rPr>
                  <a:t>10.</a:t>
                </a:r>
                <a:endParaRPr sz="700">
                  <a:latin typeface="Arvo"/>
                  <a:ea typeface="Arvo"/>
                  <a:cs typeface="Arvo"/>
                  <a:sym typeface="Arvo"/>
                </a:endParaRPr>
              </a:p>
              <a:p>
                <a:pPr indent="0" lvl="0" marL="0" rtl="0" algn="r">
                  <a:spcBef>
                    <a:spcPts val="0"/>
                  </a:spcBef>
                  <a:spcAft>
                    <a:spcPts val="0"/>
                  </a:spcAft>
                  <a:buNone/>
                </a:pPr>
                <a:r>
                  <a:t/>
                </a:r>
                <a:endParaRPr i="1" sz="400">
                  <a:solidFill>
                    <a:srgbClr val="666666"/>
                  </a:solidFill>
                  <a:latin typeface="Arvo"/>
                  <a:ea typeface="Arvo"/>
                  <a:cs typeface="Arvo"/>
                  <a:sym typeface="Arvo"/>
                </a:endParaRPr>
              </a:p>
            </p:txBody>
          </p:sp>
        </p:grpSp>
        <p:grpSp>
          <p:nvGrpSpPr>
            <p:cNvPr id="12654" name="Google Shape;12654;p216"/>
            <p:cNvGrpSpPr/>
            <p:nvPr/>
          </p:nvGrpSpPr>
          <p:grpSpPr>
            <a:xfrm>
              <a:off x="381000" y="3458497"/>
              <a:ext cx="2401250" cy="200100"/>
              <a:chOff x="600075" y="1498750"/>
              <a:chExt cx="2401250" cy="200100"/>
            </a:xfrm>
          </p:grpSpPr>
          <p:sp>
            <p:nvSpPr>
              <p:cNvPr id="12655" name="Google Shape;12655;p216"/>
              <p:cNvSpPr txBox="1"/>
              <p:nvPr/>
            </p:nvSpPr>
            <p:spPr>
              <a:xfrm>
                <a:off x="747725" y="1498750"/>
                <a:ext cx="2253600" cy="200100"/>
              </a:xfrm>
              <a:prstGeom prst="rect">
                <a:avLst/>
              </a:prstGeom>
              <a:solidFill>
                <a:srgbClr val="F3F3F3"/>
              </a:solidFill>
              <a:ln>
                <a:noFill/>
              </a:ln>
            </p:spPr>
            <p:txBody>
              <a:bodyPr anchorCtr="0" anchor="ctr" bIns="18000" lIns="18000" spcFirstLastPara="1" rIns="18000" wrap="square" tIns="18000">
                <a:noAutofit/>
              </a:bodyPr>
              <a:lstStyle/>
              <a:p>
                <a:pPr indent="0" lvl="0" marL="0" rtl="0" algn="l">
                  <a:spcBef>
                    <a:spcPts val="0"/>
                  </a:spcBef>
                  <a:spcAft>
                    <a:spcPts val="0"/>
                  </a:spcAft>
                  <a:buNone/>
                </a:pPr>
                <a:r>
                  <a:t/>
                </a:r>
                <a:endParaRPr sz="800">
                  <a:solidFill>
                    <a:srgbClr val="434343"/>
                  </a:solidFill>
                </a:endParaRPr>
              </a:p>
            </p:txBody>
          </p:sp>
          <p:sp>
            <p:nvSpPr>
              <p:cNvPr id="12656" name="Google Shape;12656;p216"/>
              <p:cNvSpPr txBox="1"/>
              <p:nvPr/>
            </p:nvSpPr>
            <p:spPr>
              <a:xfrm>
                <a:off x="600075" y="1514200"/>
                <a:ext cx="110700" cy="169200"/>
              </a:xfrm>
              <a:prstGeom prst="rect">
                <a:avLst/>
              </a:prstGeom>
              <a:noFill/>
              <a:ln>
                <a:noFill/>
              </a:ln>
            </p:spPr>
            <p:txBody>
              <a:bodyPr anchorCtr="0" anchor="ctr" bIns="0" lIns="0" spcFirstLastPara="1" rIns="0" wrap="square" tIns="0">
                <a:spAutoFit/>
              </a:bodyPr>
              <a:lstStyle/>
              <a:p>
                <a:pPr indent="0" lvl="0" marL="0" rtl="0" algn="r">
                  <a:spcBef>
                    <a:spcPts val="0"/>
                  </a:spcBef>
                  <a:spcAft>
                    <a:spcPts val="0"/>
                  </a:spcAft>
                  <a:buNone/>
                </a:pPr>
                <a:r>
                  <a:rPr lang="es-419" sz="700">
                    <a:latin typeface="Arvo"/>
                    <a:ea typeface="Arvo"/>
                    <a:cs typeface="Arvo"/>
                    <a:sym typeface="Arvo"/>
                  </a:rPr>
                  <a:t>11.</a:t>
                </a:r>
                <a:endParaRPr sz="700">
                  <a:latin typeface="Arvo"/>
                  <a:ea typeface="Arvo"/>
                  <a:cs typeface="Arvo"/>
                  <a:sym typeface="Arvo"/>
                </a:endParaRPr>
              </a:p>
              <a:p>
                <a:pPr indent="0" lvl="0" marL="0" rtl="0" algn="r">
                  <a:spcBef>
                    <a:spcPts val="0"/>
                  </a:spcBef>
                  <a:spcAft>
                    <a:spcPts val="0"/>
                  </a:spcAft>
                  <a:buNone/>
                </a:pPr>
                <a:r>
                  <a:t/>
                </a:r>
                <a:endParaRPr i="1" sz="400">
                  <a:solidFill>
                    <a:srgbClr val="666666"/>
                  </a:solidFill>
                  <a:latin typeface="Arvo"/>
                  <a:ea typeface="Arvo"/>
                  <a:cs typeface="Arvo"/>
                  <a:sym typeface="Arvo"/>
                </a:endParaRPr>
              </a:p>
            </p:txBody>
          </p:sp>
        </p:grpSp>
        <p:grpSp>
          <p:nvGrpSpPr>
            <p:cNvPr id="12657" name="Google Shape;12657;p216"/>
            <p:cNvGrpSpPr/>
            <p:nvPr/>
          </p:nvGrpSpPr>
          <p:grpSpPr>
            <a:xfrm>
              <a:off x="381000" y="3681022"/>
              <a:ext cx="2406025" cy="200100"/>
              <a:chOff x="595300" y="1498750"/>
              <a:chExt cx="2406025" cy="200100"/>
            </a:xfrm>
          </p:grpSpPr>
          <p:sp>
            <p:nvSpPr>
              <p:cNvPr id="12658" name="Google Shape;12658;p216"/>
              <p:cNvSpPr txBox="1"/>
              <p:nvPr/>
            </p:nvSpPr>
            <p:spPr>
              <a:xfrm>
                <a:off x="747725" y="1498750"/>
                <a:ext cx="2253600" cy="200100"/>
              </a:xfrm>
              <a:prstGeom prst="rect">
                <a:avLst/>
              </a:prstGeom>
              <a:solidFill>
                <a:srgbClr val="F3F3F3"/>
              </a:solidFill>
              <a:ln>
                <a:noFill/>
              </a:ln>
            </p:spPr>
            <p:txBody>
              <a:bodyPr anchorCtr="0" anchor="ctr" bIns="18000" lIns="18000" spcFirstLastPara="1" rIns="18000" wrap="square" tIns="18000">
                <a:noAutofit/>
              </a:bodyPr>
              <a:lstStyle/>
              <a:p>
                <a:pPr indent="0" lvl="0" marL="0" rtl="0" algn="l">
                  <a:spcBef>
                    <a:spcPts val="0"/>
                  </a:spcBef>
                  <a:spcAft>
                    <a:spcPts val="0"/>
                  </a:spcAft>
                  <a:buNone/>
                </a:pPr>
                <a:r>
                  <a:t/>
                </a:r>
                <a:endParaRPr sz="800">
                  <a:solidFill>
                    <a:srgbClr val="434343"/>
                  </a:solidFill>
                </a:endParaRPr>
              </a:p>
            </p:txBody>
          </p:sp>
          <p:sp>
            <p:nvSpPr>
              <p:cNvPr id="12659" name="Google Shape;12659;p216"/>
              <p:cNvSpPr txBox="1"/>
              <p:nvPr/>
            </p:nvSpPr>
            <p:spPr>
              <a:xfrm>
                <a:off x="595300" y="1514200"/>
                <a:ext cx="115500" cy="169200"/>
              </a:xfrm>
              <a:prstGeom prst="rect">
                <a:avLst/>
              </a:prstGeom>
              <a:noFill/>
              <a:ln>
                <a:noFill/>
              </a:ln>
            </p:spPr>
            <p:txBody>
              <a:bodyPr anchorCtr="0" anchor="ctr" bIns="0" lIns="0" spcFirstLastPara="1" rIns="0" wrap="square" tIns="0">
                <a:spAutoFit/>
              </a:bodyPr>
              <a:lstStyle/>
              <a:p>
                <a:pPr indent="0" lvl="0" marL="0" rtl="0" algn="r">
                  <a:spcBef>
                    <a:spcPts val="0"/>
                  </a:spcBef>
                  <a:spcAft>
                    <a:spcPts val="0"/>
                  </a:spcAft>
                  <a:buNone/>
                </a:pPr>
                <a:r>
                  <a:rPr lang="es-419" sz="700">
                    <a:latin typeface="Arvo"/>
                    <a:ea typeface="Arvo"/>
                    <a:cs typeface="Arvo"/>
                    <a:sym typeface="Arvo"/>
                  </a:rPr>
                  <a:t>12.</a:t>
                </a:r>
                <a:endParaRPr sz="700">
                  <a:latin typeface="Arvo"/>
                  <a:ea typeface="Arvo"/>
                  <a:cs typeface="Arvo"/>
                  <a:sym typeface="Arvo"/>
                </a:endParaRPr>
              </a:p>
              <a:p>
                <a:pPr indent="0" lvl="0" marL="0" rtl="0" algn="r">
                  <a:spcBef>
                    <a:spcPts val="0"/>
                  </a:spcBef>
                  <a:spcAft>
                    <a:spcPts val="0"/>
                  </a:spcAft>
                  <a:buNone/>
                </a:pPr>
                <a:r>
                  <a:t/>
                </a:r>
                <a:endParaRPr i="1" sz="400">
                  <a:solidFill>
                    <a:srgbClr val="666666"/>
                  </a:solidFill>
                  <a:latin typeface="Arvo"/>
                  <a:ea typeface="Arvo"/>
                  <a:cs typeface="Arvo"/>
                  <a:sym typeface="Arvo"/>
                </a:endParaRPr>
              </a:p>
            </p:txBody>
          </p:sp>
        </p:grpSp>
        <p:grpSp>
          <p:nvGrpSpPr>
            <p:cNvPr id="12660" name="Google Shape;12660;p216"/>
            <p:cNvGrpSpPr/>
            <p:nvPr/>
          </p:nvGrpSpPr>
          <p:grpSpPr>
            <a:xfrm>
              <a:off x="381000" y="3903559"/>
              <a:ext cx="2406025" cy="200100"/>
              <a:chOff x="595300" y="1498750"/>
              <a:chExt cx="2406025" cy="200100"/>
            </a:xfrm>
          </p:grpSpPr>
          <p:sp>
            <p:nvSpPr>
              <p:cNvPr id="12661" name="Google Shape;12661;p216"/>
              <p:cNvSpPr txBox="1"/>
              <p:nvPr/>
            </p:nvSpPr>
            <p:spPr>
              <a:xfrm>
                <a:off x="747725" y="1498750"/>
                <a:ext cx="2253600" cy="200100"/>
              </a:xfrm>
              <a:prstGeom prst="rect">
                <a:avLst/>
              </a:prstGeom>
              <a:solidFill>
                <a:srgbClr val="F3F3F3"/>
              </a:solidFill>
              <a:ln>
                <a:noFill/>
              </a:ln>
            </p:spPr>
            <p:txBody>
              <a:bodyPr anchorCtr="0" anchor="ctr" bIns="18000" lIns="18000" spcFirstLastPara="1" rIns="18000" wrap="square" tIns="18000">
                <a:noAutofit/>
              </a:bodyPr>
              <a:lstStyle/>
              <a:p>
                <a:pPr indent="0" lvl="0" marL="0" rtl="0" algn="l">
                  <a:spcBef>
                    <a:spcPts val="0"/>
                  </a:spcBef>
                  <a:spcAft>
                    <a:spcPts val="0"/>
                  </a:spcAft>
                  <a:buNone/>
                </a:pPr>
                <a:r>
                  <a:t/>
                </a:r>
                <a:endParaRPr sz="800">
                  <a:solidFill>
                    <a:srgbClr val="434343"/>
                  </a:solidFill>
                </a:endParaRPr>
              </a:p>
            </p:txBody>
          </p:sp>
          <p:sp>
            <p:nvSpPr>
              <p:cNvPr id="12662" name="Google Shape;12662;p216"/>
              <p:cNvSpPr txBox="1"/>
              <p:nvPr/>
            </p:nvSpPr>
            <p:spPr>
              <a:xfrm>
                <a:off x="595300" y="1514213"/>
                <a:ext cx="115500" cy="169200"/>
              </a:xfrm>
              <a:prstGeom prst="rect">
                <a:avLst/>
              </a:prstGeom>
              <a:noFill/>
              <a:ln>
                <a:noFill/>
              </a:ln>
            </p:spPr>
            <p:txBody>
              <a:bodyPr anchorCtr="0" anchor="ctr" bIns="0" lIns="0" spcFirstLastPara="1" rIns="0" wrap="square" tIns="0">
                <a:spAutoFit/>
              </a:bodyPr>
              <a:lstStyle/>
              <a:p>
                <a:pPr indent="0" lvl="0" marL="0" rtl="0" algn="r">
                  <a:spcBef>
                    <a:spcPts val="0"/>
                  </a:spcBef>
                  <a:spcAft>
                    <a:spcPts val="0"/>
                  </a:spcAft>
                  <a:buNone/>
                </a:pPr>
                <a:r>
                  <a:rPr lang="es-419" sz="700">
                    <a:latin typeface="Arvo"/>
                    <a:ea typeface="Arvo"/>
                    <a:cs typeface="Arvo"/>
                    <a:sym typeface="Arvo"/>
                  </a:rPr>
                  <a:t>13.</a:t>
                </a:r>
                <a:endParaRPr sz="700">
                  <a:latin typeface="Arvo"/>
                  <a:ea typeface="Arvo"/>
                  <a:cs typeface="Arvo"/>
                  <a:sym typeface="Arvo"/>
                </a:endParaRPr>
              </a:p>
              <a:p>
                <a:pPr indent="0" lvl="0" marL="0" rtl="0" algn="r">
                  <a:spcBef>
                    <a:spcPts val="0"/>
                  </a:spcBef>
                  <a:spcAft>
                    <a:spcPts val="0"/>
                  </a:spcAft>
                  <a:buNone/>
                </a:pPr>
                <a:r>
                  <a:t/>
                </a:r>
                <a:endParaRPr i="1" sz="400">
                  <a:solidFill>
                    <a:srgbClr val="666666"/>
                  </a:solidFill>
                  <a:latin typeface="Arvo"/>
                  <a:ea typeface="Arvo"/>
                  <a:cs typeface="Arvo"/>
                  <a:sym typeface="Arvo"/>
                </a:endParaRPr>
              </a:p>
            </p:txBody>
          </p:sp>
        </p:grpSp>
        <p:grpSp>
          <p:nvGrpSpPr>
            <p:cNvPr id="12663" name="Google Shape;12663;p216"/>
            <p:cNvGrpSpPr/>
            <p:nvPr/>
          </p:nvGrpSpPr>
          <p:grpSpPr>
            <a:xfrm>
              <a:off x="371475" y="4131984"/>
              <a:ext cx="2415550" cy="200100"/>
              <a:chOff x="585775" y="1498750"/>
              <a:chExt cx="2415550" cy="200100"/>
            </a:xfrm>
          </p:grpSpPr>
          <p:sp>
            <p:nvSpPr>
              <p:cNvPr id="12664" name="Google Shape;12664;p216"/>
              <p:cNvSpPr txBox="1"/>
              <p:nvPr/>
            </p:nvSpPr>
            <p:spPr>
              <a:xfrm>
                <a:off x="747725" y="1498750"/>
                <a:ext cx="2253600" cy="200100"/>
              </a:xfrm>
              <a:prstGeom prst="rect">
                <a:avLst/>
              </a:prstGeom>
              <a:solidFill>
                <a:srgbClr val="F3F3F3"/>
              </a:solidFill>
              <a:ln>
                <a:noFill/>
              </a:ln>
            </p:spPr>
            <p:txBody>
              <a:bodyPr anchorCtr="0" anchor="ctr" bIns="18000" lIns="18000" spcFirstLastPara="1" rIns="18000" wrap="square" tIns="18000">
                <a:noAutofit/>
              </a:bodyPr>
              <a:lstStyle/>
              <a:p>
                <a:pPr indent="0" lvl="0" marL="0" rtl="0" algn="l">
                  <a:spcBef>
                    <a:spcPts val="0"/>
                  </a:spcBef>
                  <a:spcAft>
                    <a:spcPts val="0"/>
                  </a:spcAft>
                  <a:buNone/>
                </a:pPr>
                <a:r>
                  <a:t/>
                </a:r>
                <a:endParaRPr sz="800">
                  <a:solidFill>
                    <a:srgbClr val="434343"/>
                  </a:solidFill>
                </a:endParaRPr>
              </a:p>
            </p:txBody>
          </p:sp>
          <p:sp>
            <p:nvSpPr>
              <p:cNvPr id="12665" name="Google Shape;12665;p216"/>
              <p:cNvSpPr txBox="1"/>
              <p:nvPr/>
            </p:nvSpPr>
            <p:spPr>
              <a:xfrm>
                <a:off x="585775" y="1514213"/>
                <a:ext cx="125100" cy="169200"/>
              </a:xfrm>
              <a:prstGeom prst="rect">
                <a:avLst/>
              </a:prstGeom>
              <a:noFill/>
              <a:ln>
                <a:noFill/>
              </a:ln>
            </p:spPr>
            <p:txBody>
              <a:bodyPr anchorCtr="0" anchor="ctr" bIns="0" lIns="0" spcFirstLastPara="1" rIns="0" wrap="square" tIns="0">
                <a:spAutoFit/>
              </a:bodyPr>
              <a:lstStyle/>
              <a:p>
                <a:pPr indent="0" lvl="0" marL="0" rtl="0" algn="r">
                  <a:spcBef>
                    <a:spcPts val="0"/>
                  </a:spcBef>
                  <a:spcAft>
                    <a:spcPts val="0"/>
                  </a:spcAft>
                  <a:buNone/>
                </a:pPr>
                <a:r>
                  <a:rPr lang="es-419" sz="700">
                    <a:latin typeface="Arvo"/>
                    <a:ea typeface="Arvo"/>
                    <a:cs typeface="Arvo"/>
                    <a:sym typeface="Arvo"/>
                  </a:rPr>
                  <a:t>14.</a:t>
                </a:r>
                <a:endParaRPr sz="700">
                  <a:latin typeface="Arvo"/>
                  <a:ea typeface="Arvo"/>
                  <a:cs typeface="Arvo"/>
                  <a:sym typeface="Arvo"/>
                </a:endParaRPr>
              </a:p>
              <a:p>
                <a:pPr indent="0" lvl="0" marL="0" rtl="0" algn="r">
                  <a:spcBef>
                    <a:spcPts val="0"/>
                  </a:spcBef>
                  <a:spcAft>
                    <a:spcPts val="0"/>
                  </a:spcAft>
                  <a:buNone/>
                </a:pPr>
                <a:r>
                  <a:t/>
                </a:r>
                <a:endParaRPr i="1" sz="400">
                  <a:solidFill>
                    <a:srgbClr val="666666"/>
                  </a:solidFill>
                  <a:latin typeface="Arvo"/>
                  <a:ea typeface="Arvo"/>
                  <a:cs typeface="Arvo"/>
                  <a:sym typeface="Arvo"/>
                </a:endParaRPr>
              </a:p>
            </p:txBody>
          </p:sp>
        </p:grpSp>
        <p:grpSp>
          <p:nvGrpSpPr>
            <p:cNvPr id="12666" name="Google Shape;12666;p216"/>
            <p:cNvGrpSpPr/>
            <p:nvPr/>
          </p:nvGrpSpPr>
          <p:grpSpPr>
            <a:xfrm>
              <a:off x="381000" y="4354522"/>
              <a:ext cx="2406025" cy="200100"/>
              <a:chOff x="595300" y="1498750"/>
              <a:chExt cx="2406025" cy="200100"/>
            </a:xfrm>
          </p:grpSpPr>
          <p:sp>
            <p:nvSpPr>
              <p:cNvPr id="12667" name="Google Shape;12667;p216"/>
              <p:cNvSpPr txBox="1"/>
              <p:nvPr/>
            </p:nvSpPr>
            <p:spPr>
              <a:xfrm>
                <a:off x="747725" y="1498750"/>
                <a:ext cx="2253600" cy="200100"/>
              </a:xfrm>
              <a:prstGeom prst="rect">
                <a:avLst/>
              </a:prstGeom>
              <a:solidFill>
                <a:srgbClr val="F3F3F3"/>
              </a:solidFill>
              <a:ln>
                <a:noFill/>
              </a:ln>
            </p:spPr>
            <p:txBody>
              <a:bodyPr anchorCtr="0" anchor="ctr" bIns="18000" lIns="18000" spcFirstLastPara="1" rIns="18000" wrap="square" tIns="18000">
                <a:noAutofit/>
              </a:bodyPr>
              <a:lstStyle/>
              <a:p>
                <a:pPr indent="0" lvl="0" marL="0" rtl="0" algn="l">
                  <a:spcBef>
                    <a:spcPts val="0"/>
                  </a:spcBef>
                  <a:spcAft>
                    <a:spcPts val="0"/>
                  </a:spcAft>
                  <a:buNone/>
                </a:pPr>
                <a:r>
                  <a:t/>
                </a:r>
                <a:endParaRPr sz="800">
                  <a:solidFill>
                    <a:srgbClr val="434343"/>
                  </a:solidFill>
                </a:endParaRPr>
              </a:p>
            </p:txBody>
          </p:sp>
          <p:sp>
            <p:nvSpPr>
              <p:cNvPr id="12668" name="Google Shape;12668;p216"/>
              <p:cNvSpPr txBox="1"/>
              <p:nvPr/>
            </p:nvSpPr>
            <p:spPr>
              <a:xfrm>
                <a:off x="595300" y="1514200"/>
                <a:ext cx="115500" cy="169200"/>
              </a:xfrm>
              <a:prstGeom prst="rect">
                <a:avLst/>
              </a:prstGeom>
              <a:noFill/>
              <a:ln>
                <a:noFill/>
              </a:ln>
            </p:spPr>
            <p:txBody>
              <a:bodyPr anchorCtr="0" anchor="ctr" bIns="0" lIns="0" spcFirstLastPara="1" rIns="0" wrap="square" tIns="0">
                <a:spAutoFit/>
              </a:bodyPr>
              <a:lstStyle/>
              <a:p>
                <a:pPr indent="0" lvl="0" marL="0" rtl="0" algn="r">
                  <a:spcBef>
                    <a:spcPts val="0"/>
                  </a:spcBef>
                  <a:spcAft>
                    <a:spcPts val="0"/>
                  </a:spcAft>
                  <a:buNone/>
                </a:pPr>
                <a:r>
                  <a:rPr lang="es-419" sz="700">
                    <a:latin typeface="Arvo"/>
                    <a:ea typeface="Arvo"/>
                    <a:cs typeface="Arvo"/>
                    <a:sym typeface="Arvo"/>
                  </a:rPr>
                  <a:t>15.</a:t>
                </a:r>
                <a:endParaRPr sz="700">
                  <a:latin typeface="Arvo"/>
                  <a:ea typeface="Arvo"/>
                  <a:cs typeface="Arvo"/>
                  <a:sym typeface="Arvo"/>
                </a:endParaRPr>
              </a:p>
              <a:p>
                <a:pPr indent="0" lvl="0" marL="0" rtl="0" algn="r">
                  <a:spcBef>
                    <a:spcPts val="0"/>
                  </a:spcBef>
                  <a:spcAft>
                    <a:spcPts val="0"/>
                  </a:spcAft>
                  <a:buNone/>
                </a:pPr>
                <a:r>
                  <a:t/>
                </a:r>
                <a:endParaRPr i="1" sz="400">
                  <a:solidFill>
                    <a:srgbClr val="666666"/>
                  </a:solidFill>
                  <a:latin typeface="Arvo"/>
                  <a:ea typeface="Arvo"/>
                  <a:cs typeface="Arvo"/>
                  <a:sym typeface="Arvo"/>
                </a:endParaRPr>
              </a:p>
            </p:txBody>
          </p:sp>
        </p:grpSp>
      </p:grpSp>
      <p:grpSp>
        <p:nvGrpSpPr>
          <p:cNvPr id="12669" name="Google Shape;12669;p216"/>
          <p:cNvGrpSpPr/>
          <p:nvPr/>
        </p:nvGrpSpPr>
        <p:grpSpPr>
          <a:xfrm>
            <a:off x="288239" y="4783900"/>
            <a:ext cx="2562300" cy="1689300"/>
            <a:chOff x="5068625" y="1150650"/>
            <a:chExt cx="2562300" cy="1689300"/>
          </a:xfrm>
        </p:grpSpPr>
        <p:sp>
          <p:nvSpPr>
            <p:cNvPr id="12670" name="Google Shape;12670;p216"/>
            <p:cNvSpPr/>
            <p:nvPr/>
          </p:nvSpPr>
          <p:spPr>
            <a:xfrm>
              <a:off x="5068625" y="1150650"/>
              <a:ext cx="2562300" cy="1689300"/>
            </a:xfrm>
            <a:prstGeom prst="roundRect">
              <a:avLst>
                <a:gd fmla="val 3233" name="adj"/>
              </a:avLst>
            </a:prstGeom>
            <a:solidFill>
              <a:srgbClr val="FFFFFF"/>
            </a:solidFill>
            <a:ln cap="flat" cmpd="sng" w="9525">
              <a:solidFill>
                <a:srgbClr val="EFEFEF"/>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t" bIns="18000" lIns="18000" spcFirstLastPara="1" rIns="18000" wrap="square" tIns="18000">
              <a:noAutofit/>
            </a:bodyPr>
            <a:lstStyle/>
            <a:p>
              <a:pPr indent="0" lvl="0" marL="0" rtl="0" algn="l">
                <a:spcBef>
                  <a:spcPts val="0"/>
                </a:spcBef>
                <a:spcAft>
                  <a:spcPts val="0"/>
                </a:spcAft>
                <a:buNone/>
              </a:pPr>
              <a:r>
                <a:t/>
              </a:r>
              <a:endParaRPr b="1" i="1" sz="900">
                <a:solidFill>
                  <a:srgbClr val="434343"/>
                </a:solidFill>
              </a:endParaRPr>
            </a:p>
          </p:txBody>
        </p:sp>
        <p:sp>
          <p:nvSpPr>
            <p:cNvPr id="12671" name="Google Shape;12671;p216"/>
            <p:cNvSpPr txBox="1"/>
            <p:nvPr/>
          </p:nvSpPr>
          <p:spPr>
            <a:xfrm>
              <a:off x="6040800" y="1202400"/>
              <a:ext cx="1527600" cy="210900"/>
            </a:xfrm>
            <a:prstGeom prst="rect">
              <a:avLst/>
            </a:prstGeom>
            <a:solidFill>
              <a:srgbClr val="F3F3F3"/>
            </a:solidFill>
            <a:ln>
              <a:noFill/>
            </a:ln>
          </p:spPr>
          <p:txBody>
            <a:bodyPr anchorCtr="0" anchor="ctr" bIns="18000" lIns="18000" spcFirstLastPara="1" rIns="18000" wrap="square" tIns="18000">
              <a:noAutofit/>
            </a:bodyPr>
            <a:lstStyle/>
            <a:p>
              <a:pPr indent="0" lvl="0" marL="0" rtl="0" algn="l">
                <a:spcBef>
                  <a:spcPts val="0"/>
                </a:spcBef>
                <a:spcAft>
                  <a:spcPts val="0"/>
                </a:spcAft>
                <a:buNone/>
              </a:pPr>
              <a:r>
                <a:t/>
              </a:r>
              <a:endParaRPr i="1" sz="800">
                <a:solidFill>
                  <a:srgbClr val="434343"/>
                </a:solidFill>
              </a:endParaRPr>
            </a:p>
          </p:txBody>
        </p:sp>
        <p:sp>
          <p:nvSpPr>
            <p:cNvPr id="12672" name="Google Shape;12672;p216"/>
            <p:cNvSpPr txBox="1"/>
            <p:nvPr/>
          </p:nvSpPr>
          <p:spPr>
            <a:xfrm>
              <a:off x="5427300" y="1175175"/>
              <a:ext cx="591300" cy="169200"/>
            </a:xfrm>
            <a:prstGeom prst="rect">
              <a:avLst/>
            </a:prstGeom>
            <a:noFill/>
            <a:ln>
              <a:noFill/>
            </a:ln>
          </p:spPr>
          <p:txBody>
            <a:bodyPr anchorCtr="0" anchor="ctr" bIns="0" lIns="0" spcFirstLastPara="1" rIns="0" wrap="square" tIns="0">
              <a:noAutofit/>
            </a:bodyPr>
            <a:lstStyle/>
            <a:p>
              <a:pPr indent="0" lvl="0" marL="0" rtl="0" algn="r">
                <a:spcBef>
                  <a:spcPts val="0"/>
                </a:spcBef>
                <a:spcAft>
                  <a:spcPts val="0"/>
                </a:spcAft>
                <a:buNone/>
              </a:pPr>
              <a:r>
                <a:rPr b="1" i="1" lang="es-419" sz="800">
                  <a:solidFill>
                    <a:srgbClr val="434343"/>
                  </a:solidFill>
                </a:rPr>
                <a:t>Subflujo 1:</a:t>
              </a:r>
              <a:endParaRPr i="1" sz="500">
                <a:solidFill>
                  <a:srgbClr val="666666"/>
                </a:solidFill>
                <a:latin typeface="Arvo"/>
                <a:ea typeface="Arvo"/>
                <a:cs typeface="Arvo"/>
                <a:sym typeface="Arvo"/>
              </a:endParaRPr>
            </a:p>
          </p:txBody>
        </p:sp>
        <p:sp>
          <p:nvSpPr>
            <p:cNvPr id="12673" name="Google Shape;12673;p216"/>
            <p:cNvSpPr txBox="1"/>
            <p:nvPr/>
          </p:nvSpPr>
          <p:spPr>
            <a:xfrm>
              <a:off x="5116238" y="1403775"/>
              <a:ext cx="902400" cy="169200"/>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i="1" lang="es-419" sz="700">
                  <a:solidFill>
                    <a:srgbClr val="434343"/>
                  </a:solidFill>
                </a:rPr>
                <a:t>Pasos del subflujo: </a:t>
              </a:r>
              <a:endParaRPr i="1" sz="400">
                <a:solidFill>
                  <a:srgbClr val="666666"/>
                </a:solidFill>
                <a:latin typeface="Arvo"/>
                <a:ea typeface="Arvo"/>
                <a:cs typeface="Arvo"/>
                <a:sym typeface="Arvo"/>
              </a:endParaRPr>
            </a:p>
          </p:txBody>
        </p:sp>
        <p:grpSp>
          <p:nvGrpSpPr>
            <p:cNvPr id="12674" name="Google Shape;12674;p216"/>
            <p:cNvGrpSpPr/>
            <p:nvPr/>
          </p:nvGrpSpPr>
          <p:grpSpPr>
            <a:xfrm>
              <a:off x="5161463" y="1594275"/>
              <a:ext cx="2376625" cy="200100"/>
              <a:chOff x="624700" y="1498750"/>
              <a:chExt cx="2376625" cy="200100"/>
            </a:xfrm>
          </p:grpSpPr>
          <p:sp>
            <p:nvSpPr>
              <p:cNvPr id="12675" name="Google Shape;12675;p216"/>
              <p:cNvSpPr txBox="1"/>
              <p:nvPr/>
            </p:nvSpPr>
            <p:spPr>
              <a:xfrm>
                <a:off x="747725" y="1498750"/>
                <a:ext cx="2253600" cy="200100"/>
              </a:xfrm>
              <a:prstGeom prst="rect">
                <a:avLst/>
              </a:prstGeom>
              <a:solidFill>
                <a:srgbClr val="F3F3F3"/>
              </a:solidFill>
              <a:ln>
                <a:noFill/>
              </a:ln>
            </p:spPr>
            <p:txBody>
              <a:bodyPr anchorCtr="0" anchor="ctr" bIns="18000" lIns="18000" spcFirstLastPara="1" rIns="18000" wrap="square" tIns="18000">
                <a:noAutofit/>
              </a:bodyPr>
              <a:lstStyle/>
              <a:p>
                <a:pPr indent="0" lvl="0" marL="0" rtl="0" algn="l">
                  <a:spcBef>
                    <a:spcPts val="0"/>
                  </a:spcBef>
                  <a:spcAft>
                    <a:spcPts val="0"/>
                  </a:spcAft>
                  <a:buNone/>
                </a:pPr>
                <a:r>
                  <a:t/>
                </a:r>
                <a:endParaRPr sz="800">
                  <a:solidFill>
                    <a:srgbClr val="434343"/>
                  </a:solidFill>
                </a:endParaRPr>
              </a:p>
            </p:txBody>
          </p:sp>
          <p:sp>
            <p:nvSpPr>
              <p:cNvPr id="12676" name="Google Shape;12676;p216"/>
              <p:cNvSpPr txBox="1"/>
              <p:nvPr/>
            </p:nvSpPr>
            <p:spPr>
              <a:xfrm>
                <a:off x="624700" y="1514200"/>
                <a:ext cx="86100" cy="169200"/>
              </a:xfrm>
              <a:prstGeom prst="rect">
                <a:avLst/>
              </a:prstGeom>
              <a:noFill/>
              <a:ln>
                <a:noFill/>
              </a:ln>
            </p:spPr>
            <p:txBody>
              <a:bodyPr anchorCtr="0" anchor="ctr" bIns="0" lIns="0" spcFirstLastPara="1" rIns="0" wrap="square" tIns="0">
                <a:spAutoFit/>
              </a:bodyPr>
              <a:lstStyle/>
              <a:p>
                <a:pPr indent="0" lvl="0" marL="0" rtl="0" algn="r">
                  <a:spcBef>
                    <a:spcPts val="0"/>
                  </a:spcBef>
                  <a:spcAft>
                    <a:spcPts val="0"/>
                  </a:spcAft>
                  <a:buNone/>
                </a:pPr>
                <a:r>
                  <a:rPr lang="es-419" sz="700">
                    <a:latin typeface="Arvo"/>
                    <a:ea typeface="Arvo"/>
                    <a:cs typeface="Arvo"/>
                    <a:sym typeface="Arvo"/>
                  </a:rPr>
                  <a:t>1.</a:t>
                </a:r>
                <a:endParaRPr sz="700">
                  <a:latin typeface="Arvo"/>
                  <a:ea typeface="Arvo"/>
                  <a:cs typeface="Arvo"/>
                  <a:sym typeface="Arvo"/>
                </a:endParaRPr>
              </a:p>
              <a:p>
                <a:pPr indent="0" lvl="0" marL="0" rtl="0" algn="r">
                  <a:spcBef>
                    <a:spcPts val="0"/>
                  </a:spcBef>
                  <a:spcAft>
                    <a:spcPts val="0"/>
                  </a:spcAft>
                  <a:buNone/>
                </a:pPr>
                <a:r>
                  <a:t/>
                </a:r>
                <a:endParaRPr i="1" sz="400">
                  <a:solidFill>
                    <a:srgbClr val="666666"/>
                  </a:solidFill>
                  <a:latin typeface="Arvo"/>
                  <a:ea typeface="Arvo"/>
                  <a:cs typeface="Arvo"/>
                  <a:sym typeface="Arvo"/>
                </a:endParaRPr>
              </a:p>
            </p:txBody>
          </p:sp>
        </p:grpSp>
        <p:grpSp>
          <p:nvGrpSpPr>
            <p:cNvPr id="12677" name="Google Shape;12677;p216"/>
            <p:cNvGrpSpPr/>
            <p:nvPr/>
          </p:nvGrpSpPr>
          <p:grpSpPr>
            <a:xfrm>
              <a:off x="5161463" y="1816813"/>
              <a:ext cx="2376625" cy="200100"/>
              <a:chOff x="624700" y="1498750"/>
              <a:chExt cx="2376625" cy="200100"/>
            </a:xfrm>
          </p:grpSpPr>
          <p:sp>
            <p:nvSpPr>
              <p:cNvPr id="12678" name="Google Shape;12678;p216"/>
              <p:cNvSpPr txBox="1"/>
              <p:nvPr/>
            </p:nvSpPr>
            <p:spPr>
              <a:xfrm>
                <a:off x="747725" y="1498750"/>
                <a:ext cx="2253600" cy="200100"/>
              </a:xfrm>
              <a:prstGeom prst="rect">
                <a:avLst/>
              </a:prstGeom>
              <a:solidFill>
                <a:srgbClr val="F3F3F3"/>
              </a:solidFill>
              <a:ln>
                <a:noFill/>
              </a:ln>
            </p:spPr>
            <p:txBody>
              <a:bodyPr anchorCtr="0" anchor="ctr" bIns="18000" lIns="18000" spcFirstLastPara="1" rIns="18000" wrap="square" tIns="18000">
                <a:noAutofit/>
              </a:bodyPr>
              <a:lstStyle/>
              <a:p>
                <a:pPr indent="0" lvl="0" marL="0" rtl="0" algn="l">
                  <a:spcBef>
                    <a:spcPts val="0"/>
                  </a:spcBef>
                  <a:spcAft>
                    <a:spcPts val="0"/>
                  </a:spcAft>
                  <a:buNone/>
                </a:pPr>
                <a:r>
                  <a:t/>
                </a:r>
                <a:endParaRPr sz="800">
                  <a:solidFill>
                    <a:srgbClr val="434343"/>
                  </a:solidFill>
                </a:endParaRPr>
              </a:p>
            </p:txBody>
          </p:sp>
          <p:sp>
            <p:nvSpPr>
              <p:cNvPr id="12679" name="Google Shape;12679;p216"/>
              <p:cNvSpPr txBox="1"/>
              <p:nvPr/>
            </p:nvSpPr>
            <p:spPr>
              <a:xfrm>
                <a:off x="624700" y="1514200"/>
                <a:ext cx="86100" cy="169200"/>
              </a:xfrm>
              <a:prstGeom prst="rect">
                <a:avLst/>
              </a:prstGeom>
              <a:noFill/>
              <a:ln>
                <a:noFill/>
              </a:ln>
            </p:spPr>
            <p:txBody>
              <a:bodyPr anchorCtr="0" anchor="ctr" bIns="0" lIns="0" spcFirstLastPara="1" rIns="0" wrap="square" tIns="0">
                <a:spAutoFit/>
              </a:bodyPr>
              <a:lstStyle/>
              <a:p>
                <a:pPr indent="0" lvl="0" marL="0" rtl="0" algn="r">
                  <a:spcBef>
                    <a:spcPts val="0"/>
                  </a:spcBef>
                  <a:spcAft>
                    <a:spcPts val="0"/>
                  </a:spcAft>
                  <a:buNone/>
                </a:pPr>
                <a:r>
                  <a:rPr lang="es-419" sz="700">
                    <a:latin typeface="Arvo"/>
                    <a:ea typeface="Arvo"/>
                    <a:cs typeface="Arvo"/>
                    <a:sym typeface="Arvo"/>
                  </a:rPr>
                  <a:t>2.</a:t>
                </a:r>
                <a:endParaRPr sz="700">
                  <a:latin typeface="Arvo"/>
                  <a:ea typeface="Arvo"/>
                  <a:cs typeface="Arvo"/>
                  <a:sym typeface="Arvo"/>
                </a:endParaRPr>
              </a:p>
              <a:p>
                <a:pPr indent="0" lvl="0" marL="0" rtl="0" algn="r">
                  <a:spcBef>
                    <a:spcPts val="0"/>
                  </a:spcBef>
                  <a:spcAft>
                    <a:spcPts val="0"/>
                  </a:spcAft>
                  <a:buNone/>
                </a:pPr>
                <a:r>
                  <a:t/>
                </a:r>
                <a:endParaRPr i="1" sz="400">
                  <a:solidFill>
                    <a:srgbClr val="666666"/>
                  </a:solidFill>
                  <a:latin typeface="Arvo"/>
                  <a:ea typeface="Arvo"/>
                  <a:cs typeface="Arvo"/>
                  <a:sym typeface="Arvo"/>
                </a:endParaRPr>
              </a:p>
            </p:txBody>
          </p:sp>
        </p:grpSp>
        <p:grpSp>
          <p:nvGrpSpPr>
            <p:cNvPr id="12680" name="Google Shape;12680;p216"/>
            <p:cNvGrpSpPr/>
            <p:nvPr/>
          </p:nvGrpSpPr>
          <p:grpSpPr>
            <a:xfrm>
              <a:off x="5161463" y="2039375"/>
              <a:ext cx="2376625" cy="200100"/>
              <a:chOff x="624700" y="1498750"/>
              <a:chExt cx="2376625" cy="200100"/>
            </a:xfrm>
          </p:grpSpPr>
          <p:sp>
            <p:nvSpPr>
              <p:cNvPr id="12681" name="Google Shape;12681;p216"/>
              <p:cNvSpPr txBox="1"/>
              <p:nvPr/>
            </p:nvSpPr>
            <p:spPr>
              <a:xfrm>
                <a:off x="747725" y="1498750"/>
                <a:ext cx="2253600" cy="200100"/>
              </a:xfrm>
              <a:prstGeom prst="rect">
                <a:avLst/>
              </a:prstGeom>
              <a:solidFill>
                <a:srgbClr val="F3F3F3"/>
              </a:solidFill>
              <a:ln>
                <a:noFill/>
              </a:ln>
            </p:spPr>
            <p:txBody>
              <a:bodyPr anchorCtr="0" anchor="ctr" bIns="18000" lIns="18000" spcFirstLastPara="1" rIns="18000" wrap="square" tIns="18000">
                <a:noAutofit/>
              </a:bodyPr>
              <a:lstStyle/>
              <a:p>
                <a:pPr indent="0" lvl="0" marL="0" rtl="0" algn="l">
                  <a:spcBef>
                    <a:spcPts val="0"/>
                  </a:spcBef>
                  <a:spcAft>
                    <a:spcPts val="0"/>
                  </a:spcAft>
                  <a:buNone/>
                </a:pPr>
                <a:r>
                  <a:t/>
                </a:r>
                <a:endParaRPr sz="800">
                  <a:solidFill>
                    <a:srgbClr val="434343"/>
                  </a:solidFill>
                </a:endParaRPr>
              </a:p>
            </p:txBody>
          </p:sp>
          <p:sp>
            <p:nvSpPr>
              <p:cNvPr id="12682" name="Google Shape;12682;p216"/>
              <p:cNvSpPr txBox="1"/>
              <p:nvPr/>
            </p:nvSpPr>
            <p:spPr>
              <a:xfrm>
                <a:off x="624700" y="1514200"/>
                <a:ext cx="86100" cy="169200"/>
              </a:xfrm>
              <a:prstGeom prst="rect">
                <a:avLst/>
              </a:prstGeom>
              <a:noFill/>
              <a:ln>
                <a:noFill/>
              </a:ln>
            </p:spPr>
            <p:txBody>
              <a:bodyPr anchorCtr="0" anchor="ctr" bIns="0" lIns="0" spcFirstLastPara="1" rIns="0" wrap="square" tIns="0">
                <a:spAutoFit/>
              </a:bodyPr>
              <a:lstStyle/>
              <a:p>
                <a:pPr indent="0" lvl="0" marL="0" rtl="0" algn="r">
                  <a:spcBef>
                    <a:spcPts val="0"/>
                  </a:spcBef>
                  <a:spcAft>
                    <a:spcPts val="0"/>
                  </a:spcAft>
                  <a:buNone/>
                </a:pPr>
                <a:r>
                  <a:rPr lang="es-419" sz="700">
                    <a:latin typeface="Arvo"/>
                    <a:ea typeface="Arvo"/>
                    <a:cs typeface="Arvo"/>
                    <a:sym typeface="Arvo"/>
                  </a:rPr>
                  <a:t>3.</a:t>
                </a:r>
                <a:endParaRPr sz="700">
                  <a:latin typeface="Arvo"/>
                  <a:ea typeface="Arvo"/>
                  <a:cs typeface="Arvo"/>
                  <a:sym typeface="Arvo"/>
                </a:endParaRPr>
              </a:p>
              <a:p>
                <a:pPr indent="0" lvl="0" marL="0" rtl="0" algn="r">
                  <a:spcBef>
                    <a:spcPts val="0"/>
                  </a:spcBef>
                  <a:spcAft>
                    <a:spcPts val="0"/>
                  </a:spcAft>
                  <a:buNone/>
                </a:pPr>
                <a:r>
                  <a:t/>
                </a:r>
                <a:endParaRPr i="1" sz="400">
                  <a:solidFill>
                    <a:srgbClr val="666666"/>
                  </a:solidFill>
                  <a:latin typeface="Arvo"/>
                  <a:ea typeface="Arvo"/>
                  <a:cs typeface="Arvo"/>
                  <a:sym typeface="Arvo"/>
                </a:endParaRPr>
              </a:p>
            </p:txBody>
          </p:sp>
        </p:grpSp>
        <p:grpSp>
          <p:nvGrpSpPr>
            <p:cNvPr id="12683" name="Google Shape;12683;p216"/>
            <p:cNvGrpSpPr/>
            <p:nvPr/>
          </p:nvGrpSpPr>
          <p:grpSpPr>
            <a:xfrm>
              <a:off x="5161463" y="2261913"/>
              <a:ext cx="2376625" cy="200100"/>
              <a:chOff x="624700" y="1498750"/>
              <a:chExt cx="2376625" cy="200100"/>
            </a:xfrm>
          </p:grpSpPr>
          <p:sp>
            <p:nvSpPr>
              <p:cNvPr id="12684" name="Google Shape;12684;p216"/>
              <p:cNvSpPr txBox="1"/>
              <p:nvPr/>
            </p:nvSpPr>
            <p:spPr>
              <a:xfrm>
                <a:off x="747725" y="1498750"/>
                <a:ext cx="2253600" cy="200100"/>
              </a:xfrm>
              <a:prstGeom prst="rect">
                <a:avLst/>
              </a:prstGeom>
              <a:solidFill>
                <a:srgbClr val="F3F3F3"/>
              </a:solidFill>
              <a:ln>
                <a:noFill/>
              </a:ln>
            </p:spPr>
            <p:txBody>
              <a:bodyPr anchorCtr="0" anchor="ctr" bIns="18000" lIns="18000" spcFirstLastPara="1" rIns="18000" wrap="square" tIns="18000">
                <a:noAutofit/>
              </a:bodyPr>
              <a:lstStyle/>
              <a:p>
                <a:pPr indent="0" lvl="0" marL="0" rtl="0" algn="l">
                  <a:spcBef>
                    <a:spcPts val="0"/>
                  </a:spcBef>
                  <a:spcAft>
                    <a:spcPts val="0"/>
                  </a:spcAft>
                  <a:buNone/>
                </a:pPr>
                <a:r>
                  <a:t/>
                </a:r>
                <a:endParaRPr sz="800">
                  <a:solidFill>
                    <a:srgbClr val="434343"/>
                  </a:solidFill>
                </a:endParaRPr>
              </a:p>
            </p:txBody>
          </p:sp>
          <p:sp>
            <p:nvSpPr>
              <p:cNvPr id="12685" name="Google Shape;12685;p216"/>
              <p:cNvSpPr txBox="1"/>
              <p:nvPr/>
            </p:nvSpPr>
            <p:spPr>
              <a:xfrm>
                <a:off x="624700" y="1514200"/>
                <a:ext cx="86100" cy="169200"/>
              </a:xfrm>
              <a:prstGeom prst="rect">
                <a:avLst/>
              </a:prstGeom>
              <a:noFill/>
              <a:ln>
                <a:noFill/>
              </a:ln>
            </p:spPr>
            <p:txBody>
              <a:bodyPr anchorCtr="0" anchor="ctr" bIns="0" lIns="0" spcFirstLastPara="1" rIns="0" wrap="square" tIns="0">
                <a:spAutoFit/>
              </a:bodyPr>
              <a:lstStyle/>
              <a:p>
                <a:pPr indent="0" lvl="0" marL="0" rtl="0" algn="r">
                  <a:spcBef>
                    <a:spcPts val="0"/>
                  </a:spcBef>
                  <a:spcAft>
                    <a:spcPts val="0"/>
                  </a:spcAft>
                  <a:buNone/>
                </a:pPr>
                <a:r>
                  <a:rPr lang="es-419" sz="700">
                    <a:latin typeface="Arvo"/>
                    <a:ea typeface="Arvo"/>
                    <a:cs typeface="Arvo"/>
                    <a:sym typeface="Arvo"/>
                  </a:rPr>
                  <a:t>4.</a:t>
                </a:r>
                <a:endParaRPr sz="700">
                  <a:latin typeface="Arvo"/>
                  <a:ea typeface="Arvo"/>
                  <a:cs typeface="Arvo"/>
                  <a:sym typeface="Arvo"/>
                </a:endParaRPr>
              </a:p>
              <a:p>
                <a:pPr indent="0" lvl="0" marL="0" rtl="0" algn="r">
                  <a:spcBef>
                    <a:spcPts val="0"/>
                  </a:spcBef>
                  <a:spcAft>
                    <a:spcPts val="0"/>
                  </a:spcAft>
                  <a:buNone/>
                </a:pPr>
                <a:r>
                  <a:t/>
                </a:r>
                <a:endParaRPr i="1" sz="400">
                  <a:solidFill>
                    <a:srgbClr val="666666"/>
                  </a:solidFill>
                  <a:latin typeface="Arvo"/>
                  <a:ea typeface="Arvo"/>
                  <a:cs typeface="Arvo"/>
                  <a:sym typeface="Arvo"/>
                </a:endParaRPr>
              </a:p>
            </p:txBody>
          </p:sp>
        </p:grpSp>
        <p:grpSp>
          <p:nvGrpSpPr>
            <p:cNvPr id="12686" name="Google Shape;12686;p216"/>
            <p:cNvGrpSpPr/>
            <p:nvPr/>
          </p:nvGrpSpPr>
          <p:grpSpPr>
            <a:xfrm>
              <a:off x="5161463" y="2490338"/>
              <a:ext cx="2376625" cy="200100"/>
              <a:chOff x="624700" y="1498750"/>
              <a:chExt cx="2376625" cy="200100"/>
            </a:xfrm>
          </p:grpSpPr>
          <p:sp>
            <p:nvSpPr>
              <p:cNvPr id="12687" name="Google Shape;12687;p216"/>
              <p:cNvSpPr txBox="1"/>
              <p:nvPr/>
            </p:nvSpPr>
            <p:spPr>
              <a:xfrm>
                <a:off x="747725" y="1498750"/>
                <a:ext cx="2253600" cy="200100"/>
              </a:xfrm>
              <a:prstGeom prst="rect">
                <a:avLst/>
              </a:prstGeom>
              <a:solidFill>
                <a:srgbClr val="F3F3F3"/>
              </a:solidFill>
              <a:ln>
                <a:noFill/>
              </a:ln>
            </p:spPr>
            <p:txBody>
              <a:bodyPr anchorCtr="0" anchor="ctr" bIns="18000" lIns="18000" spcFirstLastPara="1" rIns="18000" wrap="square" tIns="18000">
                <a:noAutofit/>
              </a:bodyPr>
              <a:lstStyle/>
              <a:p>
                <a:pPr indent="0" lvl="0" marL="0" rtl="0" algn="l">
                  <a:spcBef>
                    <a:spcPts val="0"/>
                  </a:spcBef>
                  <a:spcAft>
                    <a:spcPts val="0"/>
                  </a:spcAft>
                  <a:buNone/>
                </a:pPr>
                <a:r>
                  <a:t/>
                </a:r>
                <a:endParaRPr sz="800">
                  <a:solidFill>
                    <a:srgbClr val="434343"/>
                  </a:solidFill>
                </a:endParaRPr>
              </a:p>
            </p:txBody>
          </p:sp>
          <p:sp>
            <p:nvSpPr>
              <p:cNvPr id="12688" name="Google Shape;12688;p216"/>
              <p:cNvSpPr txBox="1"/>
              <p:nvPr/>
            </p:nvSpPr>
            <p:spPr>
              <a:xfrm>
                <a:off x="624700" y="1514200"/>
                <a:ext cx="86100" cy="169200"/>
              </a:xfrm>
              <a:prstGeom prst="rect">
                <a:avLst/>
              </a:prstGeom>
              <a:noFill/>
              <a:ln>
                <a:noFill/>
              </a:ln>
            </p:spPr>
            <p:txBody>
              <a:bodyPr anchorCtr="0" anchor="ctr" bIns="0" lIns="0" spcFirstLastPara="1" rIns="0" wrap="square" tIns="0">
                <a:spAutoFit/>
              </a:bodyPr>
              <a:lstStyle/>
              <a:p>
                <a:pPr indent="0" lvl="0" marL="0" rtl="0" algn="r">
                  <a:spcBef>
                    <a:spcPts val="0"/>
                  </a:spcBef>
                  <a:spcAft>
                    <a:spcPts val="0"/>
                  </a:spcAft>
                  <a:buNone/>
                </a:pPr>
                <a:r>
                  <a:rPr lang="es-419" sz="700">
                    <a:latin typeface="Arvo"/>
                    <a:ea typeface="Arvo"/>
                    <a:cs typeface="Arvo"/>
                    <a:sym typeface="Arvo"/>
                  </a:rPr>
                  <a:t>5.</a:t>
                </a:r>
                <a:endParaRPr sz="700">
                  <a:latin typeface="Arvo"/>
                  <a:ea typeface="Arvo"/>
                  <a:cs typeface="Arvo"/>
                  <a:sym typeface="Arvo"/>
                </a:endParaRPr>
              </a:p>
              <a:p>
                <a:pPr indent="0" lvl="0" marL="0" rtl="0" algn="r">
                  <a:spcBef>
                    <a:spcPts val="0"/>
                  </a:spcBef>
                  <a:spcAft>
                    <a:spcPts val="0"/>
                  </a:spcAft>
                  <a:buNone/>
                </a:pPr>
                <a:r>
                  <a:t/>
                </a:r>
                <a:endParaRPr i="1" sz="400">
                  <a:solidFill>
                    <a:srgbClr val="666666"/>
                  </a:solidFill>
                  <a:latin typeface="Arvo"/>
                  <a:ea typeface="Arvo"/>
                  <a:cs typeface="Arvo"/>
                  <a:sym typeface="Arvo"/>
                </a:endParaRPr>
              </a:p>
            </p:txBody>
          </p:sp>
        </p:grpSp>
      </p:grpSp>
      <p:grpSp>
        <p:nvGrpSpPr>
          <p:cNvPr id="12689" name="Google Shape;12689;p216"/>
          <p:cNvGrpSpPr/>
          <p:nvPr/>
        </p:nvGrpSpPr>
        <p:grpSpPr>
          <a:xfrm>
            <a:off x="3031238" y="1002325"/>
            <a:ext cx="2562300" cy="1786500"/>
            <a:chOff x="4624325" y="4703025"/>
            <a:chExt cx="2562300" cy="1786500"/>
          </a:xfrm>
        </p:grpSpPr>
        <p:sp>
          <p:nvSpPr>
            <p:cNvPr id="12690" name="Google Shape;12690;p216"/>
            <p:cNvSpPr/>
            <p:nvPr/>
          </p:nvSpPr>
          <p:spPr>
            <a:xfrm>
              <a:off x="4624325" y="4703025"/>
              <a:ext cx="2562300" cy="1786500"/>
            </a:xfrm>
            <a:prstGeom prst="roundRect">
              <a:avLst>
                <a:gd fmla="val 3233" name="adj"/>
              </a:avLst>
            </a:prstGeom>
            <a:solidFill>
              <a:srgbClr val="FFFFFF"/>
            </a:solidFill>
            <a:ln cap="flat" cmpd="sng" w="9525">
              <a:solidFill>
                <a:srgbClr val="EFEFEF"/>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t" bIns="18000" lIns="18000" spcFirstLastPara="1" rIns="18000" wrap="square" tIns="18000">
              <a:noAutofit/>
            </a:bodyPr>
            <a:lstStyle/>
            <a:p>
              <a:pPr indent="0" lvl="0" marL="0" rtl="0" algn="l">
                <a:spcBef>
                  <a:spcPts val="0"/>
                </a:spcBef>
                <a:spcAft>
                  <a:spcPts val="0"/>
                </a:spcAft>
                <a:buNone/>
              </a:pPr>
              <a:r>
                <a:t/>
              </a:r>
              <a:endParaRPr b="1" i="1" sz="900">
                <a:solidFill>
                  <a:srgbClr val="434343"/>
                </a:solidFill>
              </a:endParaRPr>
            </a:p>
          </p:txBody>
        </p:sp>
        <p:sp>
          <p:nvSpPr>
            <p:cNvPr id="12691" name="Google Shape;12691;p216"/>
            <p:cNvSpPr txBox="1"/>
            <p:nvPr/>
          </p:nvSpPr>
          <p:spPr>
            <a:xfrm>
              <a:off x="5596488" y="4754775"/>
              <a:ext cx="1527600" cy="133800"/>
            </a:xfrm>
            <a:prstGeom prst="rect">
              <a:avLst/>
            </a:prstGeom>
            <a:solidFill>
              <a:srgbClr val="F3F3F3"/>
            </a:solidFill>
            <a:ln>
              <a:noFill/>
            </a:ln>
          </p:spPr>
          <p:txBody>
            <a:bodyPr anchorCtr="0" anchor="ctr" bIns="18000" lIns="18000" spcFirstLastPara="1" rIns="18000" wrap="square" tIns="18000">
              <a:noAutofit/>
            </a:bodyPr>
            <a:lstStyle/>
            <a:p>
              <a:pPr indent="0" lvl="0" marL="0" rtl="0" algn="l">
                <a:spcBef>
                  <a:spcPts val="0"/>
                </a:spcBef>
                <a:spcAft>
                  <a:spcPts val="0"/>
                </a:spcAft>
                <a:buNone/>
              </a:pPr>
              <a:r>
                <a:t/>
              </a:r>
              <a:endParaRPr sz="800">
                <a:solidFill>
                  <a:srgbClr val="434343"/>
                </a:solidFill>
              </a:endParaRPr>
            </a:p>
          </p:txBody>
        </p:sp>
        <p:sp>
          <p:nvSpPr>
            <p:cNvPr id="12692" name="Google Shape;12692;p216"/>
            <p:cNvSpPr txBox="1"/>
            <p:nvPr/>
          </p:nvSpPr>
          <p:spPr>
            <a:xfrm>
              <a:off x="4671950" y="4727550"/>
              <a:ext cx="902400" cy="169200"/>
            </a:xfrm>
            <a:prstGeom prst="rect">
              <a:avLst/>
            </a:prstGeom>
            <a:noFill/>
            <a:ln>
              <a:noFill/>
            </a:ln>
          </p:spPr>
          <p:txBody>
            <a:bodyPr anchorCtr="0" anchor="ctr" bIns="0" lIns="0" spcFirstLastPara="1" rIns="0" wrap="square" tIns="0">
              <a:noAutofit/>
            </a:bodyPr>
            <a:lstStyle/>
            <a:p>
              <a:pPr indent="0" lvl="0" marL="0" rtl="0" algn="r">
                <a:spcBef>
                  <a:spcPts val="0"/>
                </a:spcBef>
                <a:spcAft>
                  <a:spcPts val="0"/>
                </a:spcAft>
                <a:buNone/>
              </a:pPr>
              <a:r>
                <a:rPr b="1" i="1" lang="es-419" sz="800">
                  <a:solidFill>
                    <a:srgbClr val="434343"/>
                  </a:solidFill>
                </a:rPr>
                <a:t>Flujo Alterno 1:</a:t>
              </a:r>
              <a:endParaRPr i="1" sz="500">
                <a:solidFill>
                  <a:srgbClr val="666666"/>
                </a:solidFill>
                <a:latin typeface="Arvo"/>
                <a:ea typeface="Arvo"/>
                <a:cs typeface="Arvo"/>
                <a:sym typeface="Arvo"/>
              </a:endParaRPr>
            </a:p>
          </p:txBody>
        </p:sp>
        <p:sp>
          <p:nvSpPr>
            <p:cNvPr id="12693" name="Google Shape;12693;p216"/>
            <p:cNvSpPr txBox="1"/>
            <p:nvPr/>
          </p:nvSpPr>
          <p:spPr>
            <a:xfrm>
              <a:off x="5594263" y="4945275"/>
              <a:ext cx="1527600" cy="133800"/>
            </a:xfrm>
            <a:prstGeom prst="rect">
              <a:avLst/>
            </a:prstGeom>
            <a:solidFill>
              <a:srgbClr val="F3F3F3"/>
            </a:solidFill>
            <a:ln>
              <a:noFill/>
            </a:ln>
          </p:spPr>
          <p:txBody>
            <a:bodyPr anchorCtr="0" anchor="ctr" bIns="18000" lIns="18000" spcFirstLastPara="1" rIns="18000" wrap="square" tIns="18000">
              <a:noAutofit/>
            </a:bodyPr>
            <a:lstStyle/>
            <a:p>
              <a:pPr indent="0" lvl="0" marL="0" rtl="0" algn="l">
                <a:spcBef>
                  <a:spcPts val="0"/>
                </a:spcBef>
                <a:spcAft>
                  <a:spcPts val="0"/>
                </a:spcAft>
                <a:buNone/>
              </a:pPr>
              <a:r>
                <a:t/>
              </a:r>
              <a:endParaRPr sz="800">
                <a:solidFill>
                  <a:srgbClr val="434343"/>
                </a:solidFill>
              </a:endParaRPr>
            </a:p>
          </p:txBody>
        </p:sp>
        <p:sp>
          <p:nvSpPr>
            <p:cNvPr id="12694" name="Google Shape;12694;p216"/>
            <p:cNvSpPr txBox="1"/>
            <p:nvPr/>
          </p:nvSpPr>
          <p:spPr>
            <a:xfrm>
              <a:off x="4665138" y="4918050"/>
              <a:ext cx="902400" cy="169200"/>
            </a:xfrm>
            <a:prstGeom prst="rect">
              <a:avLst/>
            </a:prstGeom>
            <a:noFill/>
            <a:ln>
              <a:noFill/>
            </a:ln>
          </p:spPr>
          <p:txBody>
            <a:bodyPr anchorCtr="0" anchor="ctr" bIns="0" lIns="0" spcFirstLastPara="1" rIns="0" wrap="square" tIns="0">
              <a:noAutofit/>
            </a:bodyPr>
            <a:lstStyle/>
            <a:p>
              <a:pPr indent="0" lvl="0" marL="0" rtl="0" algn="r">
                <a:spcBef>
                  <a:spcPts val="0"/>
                </a:spcBef>
                <a:spcAft>
                  <a:spcPts val="0"/>
                </a:spcAft>
                <a:buNone/>
              </a:pPr>
              <a:r>
                <a:rPr i="1" lang="es-419" sz="700">
                  <a:solidFill>
                    <a:srgbClr val="434343"/>
                  </a:solidFill>
                </a:rPr>
                <a:t>Paso del flujo básico:</a:t>
              </a:r>
              <a:endParaRPr i="1" sz="400">
                <a:solidFill>
                  <a:srgbClr val="666666"/>
                </a:solidFill>
                <a:latin typeface="Arvo"/>
                <a:ea typeface="Arvo"/>
                <a:cs typeface="Arvo"/>
                <a:sym typeface="Arvo"/>
              </a:endParaRPr>
            </a:p>
          </p:txBody>
        </p:sp>
        <p:sp>
          <p:nvSpPr>
            <p:cNvPr id="12695" name="Google Shape;12695;p216"/>
            <p:cNvSpPr txBox="1"/>
            <p:nvPr/>
          </p:nvSpPr>
          <p:spPr>
            <a:xfrm>
              <a:off x="4671938" y="5108550"/>
              <a:ext cx="902400" cy="169200"/>
            </a:xfrm>
            <a:prstGeom prst="rect">
              <a:avLst/>
            </a:prstGeom>
            <a:noFill/>
            <a:ln>
              <a:noFill/>
            </a:ln>
          </p:spPr>
          <p:txBody>
            <a:bodyPr anchorCtr="0" anchor="ctr" bIns="0" lIns="0" spcFirstLastPara="1" rIns="0" wrap="square" tIns="0">
              <a:noAutofit/>
            </a:bodyPr>
            <a:lstStyle/>
            <a:p>
              <a:pPr indent="0" lvl="0" marL="0" rtl="0" algn="r">
                <a:spcBef>
                  <a:spcPts val="0"/>
                </a:spcBef>
                <a:spcAft>
                  <a:spcPts val="0"/>
                </a:spcAft>
                <a:buNone/>
              </a:pPr>
              <a:r>
                <a:rPr i="1" lang="es-419" sz="700">
                  <a:solidFill>
                    <a:srgbClr val="434343"/>
                  </a:solidFill>
                </a:rPr>
                <a:t>Pasos del flujo alterno:</a:t>
              </a:r>
              <a:endParaRPr i="1" sz="400">
                <a:solidFill>
                  <a:srgbClr val="666666"/>
                </a:solidFill>
                <a:latin typeface="Arvo"/>
                <a:ea typeface="Arvo"/>
                <a:cs typeface="Arvo"/>
                <a:sym typeface="Arvo"/>
              </a:endParaRPr>
            </a:p>
          </p:txBody>
        </p:sp>
        <p:grpSp>
          <p:nvGrpSpPr>
            <p:cNvPr id="12696" name="Google Shape;12696;p216"/>
            <p:cNvGrpSpPr/>
            <p:nvPr/>
          </p:nvGrpSpPr>
          <p:grpSpPr>
            <a:xfrm>
              <a:off x="4717163" y="5299050"/>
              <a:ext cx="2376625" cy="200100"/>
              <a:chOff x="624700" y="1498750"/>
              <a:chExt cx="2376625" cy="200100"/>
            </a:xfrm>
          </p:grpSpPr>
          <p:sp>
            <p:nvSpPr>
              <p:cNvPr id="12697" name="Google Shape;12697;p216"/>
              <p:cNvSpPr txBox="1"/>
              <p:nvPr/>
            </p:nvSpPr>
            <p:spPr>
              <a:xfrm>
                <a:off x="747725" y="1498750"/>
                <a:ext cx="2253600" cy="200100"/>
              </a:xfrm>
              <a:prstGeom prst="rect">
                <a:avLst/>
              </a:prstGeom>
              <a:solidFill>
                <a:srgbClr val="F3F3F3"/>
              </a:solidFill>
              <a:ln>
                <a:noFill/>
              </a:ln>
            </p:spPr>
            <p:txBody>
              <a:bodyPr anchorCtr="0" anchor="ctr" bIns="18000" lIns="18000" spcFirstLastPara="1" rIns="18000" wrap="square" tIns="18000">
                <a:noAutofit/>
              </a:bodyPr>
              <a:lstStyle/>
              <a:p>
                <a:pPr indent="0" lvl="0" marL="0" rtl="0" algn="l">
                  <a:spcBef>
                    <a:spcPts val="0"/>
                  </a:spcBef>
                  <a:spcAft>
                    <a:spcPts val="0"/>
                  </a:spcAft>
                  <a:buNone/>
                </a:pPr>
                <a:r>
                  <a:t/>
                </a:r>
                <a:endParaRPr sz="800">
                  <a:solidFill>
                    <a:srgbClr val="434343"/>
                  </a:solidFill>
                </a:endParaRPr>
              </a:p>
            </p:txBody>
          </p:sp>
          <p:sp>
            <p:nvSpPr>
              <p:cNvPr id="12698" name="Google Shape;12698;p216"/>
              <p:cNvSpPr txBox="1"/>
              <p:nvPr/>
            </p:nvSpPr>
            <p:spPr>
              <a:xfrm>
                <a:off x="624700" y="1514200"/>
                <a:ext cx="86100" cy="169200"/>
              </a:xfrm>
              <a:prstGeom prst="rect">
                <a:avLst/>
              </a:prstGeom>
              <a:noFill/>
              <a:ln>
                <a:noFill/>
              </a:ln>
            </p:spPr>
            <p:txBody>
              <a:bodyPr anchorCtr="0" anchor="ctr" bIns="0" lIns="0" spcFirstLastPara="1" rIns="0" wrap="square" tIns="0">
                <a:spAutoFit/>
              </a:bodyPr>
              <a:lstStyle/>
              <a:p>
                <a:pPr indent="0" lvl="0" marL="0" rtl="0" algn="r">
                  <a:spcBef>
                    <a:spcPts val="0"/>
                  </a:spcBef>
                  <a:spcAft>
                    <a:spcPts val="0"/>
                  </a:spcAft>
                  <a:buNone/>
                </a:pPr>
                <a:r>
                  <a:rPr lang="es-419" sz="700">
                    <a:latin typeface="Arvo"/>
                    <a:ea typeface="Arvo"/>
                    <a:cs typeface="Arvo"/>
                    <a:sym typeface="Arvo"/>
                  </a:rPr>
                  <a:t>1.</a:t>
                </a:r>
                <a:endParaRPr sz="700">
                  <a:latin typeface="Arvo"/>
                  <a:ea typeface="Arvo"/>
                  <a:cs typeface="Arvo"/>
                  <a:sym typeface="Arvo"/>
                </a:endParaRPr>
              </a:p>
              <a:p>
                <a:pPr indent="0" lvl="0" marL="0" rtl="0" algn="r">
                  <a:spcBef>
                    <a:spcPts val="0"/>
                  </a:spcBef>
                  <a:spcAft>
                    <a:spcPts val="0"/>
                  </a:spcAft>
                  <a:buNone/>
                </a:pPr>
                <a:r>
                  <a:t/>
                </a:r>
                <a:endParaRPr i="1" sz="400">
                  <a:solidFill>
                    <a:srgbClr val="666666"/>
                  </a:solidFill>
                  <a:latin typeface="Arvo"/>
                  <a:ea typeface="Arvo"/>
                  <a:cs typeface="Arvo"/>
                  <a:sym typeface="Arvo"/>
                </a:endParaRPr>
              </a:p>
            </p:txBody>
          </p:sp>
        </p:grpSp>
        <p:grpSp>
          <p:nvGrpSpPr>
            <p:cNvPr id="12699" name="Google Shape;12699;p216"/>
            <p:cNvGrpSpPr/>
            <p:nvPr/>
          </p:nvGrpSpPr>
          <p:grpSpPr>
            <a:xfrm>
              <a:off x="4717163" y="5521588"/>
              <a:ext cx="2376625" cy="200100"/>
              <a:chOff x="624700" y="1498750"/>
              <a:chExt cx="2376625" cy="200100"/>
            </a:xfrm>
          </p:grpSpPr>
          <p:sp>
            <p:nvSpPr>
              <p:cNvPr id="12700" name="Google Shape;12700;p216"/>
              <p:cNvSpPr txBox="1"/>
              <p:nvPr/>
            </p:nvSpPr>
            <p:spPr>
              <a:xfrm>
                <a:off x="747725" y="1498750"/>
                <a:ext cx="2253600" cy="200100"/>
              </a:xfrm>
              <a:prstGeom prst="rect">
                <a:avLst/>
              </a:prstGeom>
              <a:solidFill>
                <a:srgbClr val="F3F3F3"/>
              </a:solidFill>
              <a:ln>
                <a:noFill/>
              </a:ln>
            </p:spPr>
            <p:txBody>
              <a:bodyPr anchorCtr="0" anchor="ctr" bIns="18000" lIns="18000" spcFirstLastPara="1" rIns="18000" wrap="square" tIns="18000">
                <a:noAutofit/>
              </a:bodyPr>
              <a:lstStyle/>
              <a:p>
                <a:pPr indent="0" lvl="0" marL="0" rtl="0" algn="l">
                  <a:spcBef>
                    <a:spcPts val="0"/>
                  </a:spcBef>
                  <a:spcAft>
                    <a:spcPts val="0"/>
                  </a:spcAft>
                  <a:buNone/>
                </a:pPr>
                <a:r>
                  <a:t/>
                </a:r>
                <a:endParaRPr sz="800">
                  <a:solidFill>
                    <a:srgbClr val="434343"/>
                  </a:solidFill>
                </a:endParaRPr>
              </a:p>
            </p:txBody>
          </p:sp>
          <p:sp>
            <p:nvSpPr>
              <p:cNvPr id="12701" name="Google Shape;12701;p216"/>
              <p:cNvSpPr txBox="1"/>
              <p:nvPr/>
            </p:nvSpPr>
            <p:spPr>
              <a:xfrm>
                <a:off x="624700" y="1514200"/>
                <a:ext cx="86100" cy="169200"/>
              </a:xfrm>
              <a:prstGeom prst="rect">
                <a:avLst/>
              </a:prstGeom>
              <a:noFill/>
              <a:ln>
                <a:noFill/>
              </a:ln>
            </p:spPr>
            <p:txBody>
              <a:bodyPr anchorCtr="0" anchor="ctr" bIns="0" lIns="0" spcFirstLastPara="1" rIns="0" wrap="square" tIns="0">
                <a:spAutoFit/>
              </a:bodyPr>
              <a:lstStyle/>
              <a:p>
                <a:pPr indent="0" lvl="0" marL="0" rtl="0" algn="r">
                  <a:spcBef>
                    <a:spcPts val="0"/>
                  </a:spcBef>
                  <a:spcAft>
                    <a:spcPts val="0"/>
                  </a:spcAft>
                  <a:buNone/>
                </a:pPr>
                <a:r>
                  <a:rPr lang="es-419" sz="700">
                    <a:latin typeface="Arvo"/>
                    <a:ea typeface="Arvo"/>
                    <a:cs typeface="Arvo"/>
                    <a:sym typeface="Arvo"/>
                  </a:rPr>
                  <a:t>2.</a:t>
                </a:r>
                <a:endParaRPr sz="700">
                  <a:latin typeface="Arvo"/>
                  <a:ea typeface="Arvo"/>
                  <a:cs typeface="Arvo"/>
                  <a:sym typeface="Arvo"/>
                </a:endParaRPr>
              </a:p>
              <a:p>
                <a:pPr indent="0" lvl="0" marL="0" rtl="0" algn="r">
                  <a:spcBef>
                    <a:spcPts val="0"/>
                  </a:spcBef>
                  <a:spcAft>
                    <a:spcPts val="0"/>
                  </a:spcAft>
                  <a:buNone/>
                </a:pPr>
                <a:r>
                  <a:t/>
                </a:r>
                <a:endParaRPr i="1" sz="400">
                  <a:solidFill>
                    <a:srgbClr val="666666"/>
                  </a:solidFill>
                  <a:latin typeface="Arvo"/>
                  <a:ea typeface="Arvo"/>
                  <a:cs typeface="Arvo"/>
                  <a:sym typeface="Arvo"/>
                </a:endParaRPr>
              </a:p>
            </p:txBody>
          </p:sp>
        </p:grpSp>
        <p:grpSp>
          <p:nvGrpSpPr>
            <p:cNvPr id="12702" name="Google Shape;12702;p216"/>
            <p:cNvGrpSpPr/>
            <p:nvPr/>
          </p:nvGrpSpPr>
          <p:grpSpPr>
            <a:xfrm>
              <a:off x="4717163" y="5744150"/>
              <a:ext cx="2376625" cy="200100"/>
              <a:chOff x="624700" y="1498750"/>
              <a:chExt cx="2376625" cy="200100"/>
            </a:xfrm>
          </p:grpSpPr>
          <p:sp>
            <p:nvSpPr>
              <p:cNvPr id="12703" name="Google Shape;12703;p216"/>
              <p:cNvSpPr txBox="1"/>
              <p:nvPr/>
            </p:nvSpPr>
            <p:spPr>
              <a:xfrm>
                <a:off x="747725" y="1498750"/>
                <a:ext cx="2253600" cy="200100"/>
              </a:xfrm>
              <a:prstGeom prst="rect">
                <a:avLst/>
              </a:prstGeom>
              <a:solidFill>
                <a:srgbClr val="F3F3F3"/>
              </a:solidFill>
              <a:ln>
                <a:noFill/>
              </a:ln>
            </p:spPr>
            <p:txBody>
              <a:bodyPr anchorCtr="0" anchor="ctr" bIns="18000" lIns="18000" spcFirstLastPara="1" rIns="18000" wrap="square" tIns="18000">
                <a:noAutofit/>
              </a:bodyPr>
              <a:lstStyle/>
              <a:p>
                <a:pPr indent="0" lvl="0" marL="0" rtl="0" algn="l">
                  <a:spcBef>
                    <a:spcPts val="0"/>
                  </a:spcBef>
                  <a:spcAft>
                    <a:spcPts val="0"/>
                  </a:spcAft>
                  <a:buNone/>
                </a:pPr>
                <a:r>
                  <a:t/>
                </a:r>
                <a:endParaRPr sz="800">
                  <a:solidFill>
                    <a:srgbClr val="434343"/>
                  </a:solidFill>
                </a:endParaRPr>
              </a:p>
            </p:txBody>
          </p:sp>
          <p:sp>
            <p:nvSpPr>
              <p:cNvPr id="12704" name="Google Shape;12704;p216"/>
              <p:cNvSpPr txBox="1"/>
              <p:nvPr/>
            </p:nvSpPr>
            <p:spPr>
              <a:xfrm>
                <a:off x="624700" y="1514200"/>
                <a:ext cx="86100" cy="169200"/>
              </a:xfrm>
              <a:prstGeom prst="rect">
                <a:avLst/>
              </a:prstGeom>
              <a:noFill/>
              <a:ln>
                <a:noFill/>
              </a:ln>
            </p:spPr>
            <p:txBody>
              <a:bodyPr anchorCtr="0" anchor="ctr" bIns="0" lIns="0" spcFirstLastPara="1" rIns="0" wrap="square" tIns="0">
                <a:spAutoFit/>
              </a:bodyPr>
              <a:lstStyle/>
              <a:p>
                <a:pPr indent="0" lvl="0" marL="0" rtl="0" algn="r">
                  <a:spcBef>
                    <a:spcPts val="0"/>
                  </a:spcBef>
                  <a:spcAft>
                    <a:spcPts val="0"/>
                  </a:spcAft>
                  <a:buNone/>
                </a:pPr>
                <a:r>
                  <a:rPr lang="es-419" sz="700">
                    <a:latin typeface="Arvo"/>
                    <a:ea typeface="Arvo"/>
                    <a:cs typeface="Arvo"/>
                    <a:sym typeface="Arvo"/>
                  </a:rPr>
                  <a:t>3.</a:t>
                </a:r>
                <a:endParaRPr sz="700">
                  <a:latin typeface="Arvo"/>
                  <a:ea typeface="Arvo"/>
                  <a:cs typeface="Arvo"/>
                  <a:sym typeface="Arvo"/>
                </a:endParaRPr>
              </a:p>
              <a:p>
                <a:pPr indent="0" lvl="0" marL="0" rtl="0" algn="r">
                  <a:spcBef>
                    <a:spcPts val="0"/>
                  </a:spcBef>
                  <a:spcAft>
                    <a:spcPts val="0"/>
                  </a:spcAft>
                  <a:buNone/>
                </a:pPr>
                <a:r>
                  <a:t/>
                </a:r>
                <a:endParaRPr i="1" sz="400">
                  <a:solidFill>
                    <a:srgbClr val="666666"/>
                  </a:solidFill>
                  <a:latin typeface="Arvo"/>
                  <a:ea typeface="Arvo"/>
                  <a:cs typeface="Arvo"/>
                  <a:sym typeface="Arvo"/>
                </a:endParaRPr>
              </a:p>
            </p:txBody>
          </p:sp>
        </p:grpSp>
        <p:grpSp>
          <p:nvGrpSpPr>
            <p:cNvPr id="12705" name="Google Shape;12705;p216"/>
            <p:cNvGrpSpPr/>
            <p:nvPr/>
          </p:nvGrpSpPr>
          <p:grpSpPr>
            <a:xfrm>
              <a:off x="4717163" y="5966688"/>
              <a:ext cx="2376625" cy="200100"/>
              <a:chOff x="624700" y="1498750"/>
              <a:chExt cx="2376625" cy="200100"/>
            </a:xfrm>
          </p:grpSpPr>
          <p:sp>
            <p:nvSpPr>
              <p:cNvPr id="12706" name="Google Shape;12706;p216"/>
              <p:cNvSpPr txBox="1"/>
              <p:nvPr/>
            </p:nvSpPr>
            <p:spPr>
              <a:xfrm>
                <a:off x="747725" y="1498750"/>
                <a:ext cx="2253600" cy="200100"/>
              </a:xfrm>
              <a:prstGeom prst="rect">
                <a:avLst/>
              </a:prstGeom>
              <a:solidFill>
                <a:srgbClr val="F3F3F3"/>
              </a:solidFill>
              <a:ln>
                <a:noFill/>
              </a:ln>
            </p:spPr>
            <p:txBody>
              <a:bodyPr anchorCtr="0" anchor="ctr" bIns="18000" lIns="18000" spcFirstLastPara="1" rIns="18000" wrap="square" tIns="18000">
                <a:noAutofit/>
              </a:bodyPr>
              <a:lstStyle/>
              <a:p>
                <a:pPr indent="0" lvl="0" marL="0" rtl="0" algn="l">
                  <a:spcBef>
                    <a:spcPts val="0"/>
                  </a:spcBef>
                  <a:spcAft>
                    <a:spcPts val="0"/>
                  </a:spcAft>
                  <a:buNone/>
                </a:pPr>
                <a:r>
                  <a:t/>
                </a:r>
                <a:endParaRPr sz="800">
                  <a:solidFill>
                    <a:srgbClr val="434343"/>
                  </a:solidFill>
                </a:endParaRPr>
              </a:p>
            </p:txBody>
          </p:sp>
          <p:sp>
            <p:nvSpPr>
              <p:cNvPr id="12707" name="Google Shape;12707;p216"/>
              <p:cNvSpPr txBox="1"/>
              <p:nvPr/>
            </p:nvSpPr>
            <p:spPr>
              <a:xfrm>
                <a:off x="624700" y="1514200"/>
                <a:ext cx="86100" cy="169200"/>
              </a:xfrm>
              <a:prstGeom prst="rect">
                <a:avLst/>
              </a:prstGeom>
              <a:noFill/>
              <a:ln>
                <a:noFill/>
              </a:ln>
            </p:spPr>
            <p:txBody>
              <a:bodyPr anchorCtr="0" anchor="ctr" bIns="0" lIns="0" spcFirstLastPara="1" rIns="0" wrap="square" tIns="0">
                <a:spAutoFit/>
              </a:bodyPr>
              <a:lstStyle/>
              <a:p>
                <a:pPr indent="0" lvl="0" marL="0" rtl="0" algn="r">
                  <a:spcBef>
                    <a:spcPts val="0"/>
                  </a:spcBef>
                  <a:spcAft>
                    <a:spcPts val="0"/>
                  </a:spcAft>
                  <a:buNone/>
                </a:pPr>
                <a:r>
                  <a:rPr lang="es-419" sz="700">
                    <a:latin typeface="Arvo"/>
                    <a:ea typeface="Arvo"/>
                    <a:cs typeface="Arvo"/>
                    <a:sym typeface="Arvo"/>
                  </a:rPr>
                  <a:t>4.</a:t>
                </a:r>
                <a:endParaRPr sz="700">
                  <a:latin typeface="Arvo"/>
                  <a:ea typeface="Arvo"/>
                  <a:cs typeface="Arvo"/>
                  <a:sym typeface="Arvo"/>
                </a:endParaRPr>
              </a:p>
              <a:p>
                <a:pPr indent="0" lvl="0" marL="0" rtl="0" algn="r">
                  <a:spcBef>
                    <a:spcPts val="0"/>
                  </a:spcBef>
                  <a:spcAft>
                    <a:spcPts val="0"/>
                  </a:spcAft>
                  <a:buNone/>
                </a:pPr>
                <a:r>
                  <a:t/>
                </a:r>
                <a:endParaRPr i="1" sz="400">
                  <a:solidFill>
                    <a:srgbClr val="666666"/>
                  </a:solidFill>
                  <a:latin typeface="Arvo"/>
                  <a:ea typeface="Arvo"/>
                  <a:cs typeface="Arvo"/>
                  <a:sym typeface="Arvo"/>
                </a:endParaRPr>
              </a:p>
            </p:txBody>
          </p:sp>
        </p:grpSp>
        <p:grpSp>
          <p:nvGrpSpPr>
            <p:cNvPr id="12708" name="Google Shape;12708;p216"/>
            <p:cNvGrpSpPr/>
            <p:nvPr/>
          </p:nvGrpSpPr>
          <p:grpSpPr>
            <a:xfrm>
              <a:off x="4717163" y="6195113"/>
              <a:ext cx="2376625" cy="200100"/>
              <a:chOff x="624700" y="1498750"/>
              <a:chExt cx="2376625" cy="200100"/>
            </a:xfrm>
          </p:grpSpPr>
          <p:sp>
            <p:nvSpPr>
              <p:cNvPr id="12709" name="Google Shape;12709;p216"/>
              <p:cNvSpPr txBox="1"/>
              <p:nvPr/>
            </p:nvSpPr>
            <p:spPr>
              <a:xfrm>
                <a:off x="747725" y="1498750"/>
                <a:ext cx="2253600" cy="200100"/>
              </a:xfrm>
              <a:prstGeom prst="rect">
                <a:avLst/>
              </a:prstGeom>
              <a:solidFill>
                <a:srgbClr val="F3F3F3"/>
              </a:solidFill>
              <a:ln>
                <a:noFill/>
              </a:ln>
            </p:spPr>
            <p:txBody>
              <a:bodyPr anchorCtr="0" anchor="ctr" bIns="18000" lIns="18000" spcFirstLastPara="1" rIns="18000" wrap="square" tIns="18000">
                <a:noAutofit/>
              </a:bodyPr>
              <a:lstStyle/>
              <a:p>
                <a:pPr indent="0" lvl="0" marL="0" rtl="0" algn="l">
                  <a:spcBef>
                    <a:spcPts val="0"/>
                  </a:spcBef>
                  <a:spcAft>
                    <a:spcPts val="0"/>
                  </a:spcAft>
                  <a:buNone/>
                </a:pPr>
                <a:r>
                  <a:t/>
                </a:r>
                <a:endParaRPr sz="800">
                  <a:solidFill>
                    <a:srgbClr val="434343"/>
                  </a:solidFill>
                </a:endParaRPr>
              </a:p>
            </p:txBody>
          </p:sp>
          <p:sp>
            <p:nvSpPr>
              <p:cNvPr id="12710" name="Google Shape;12710;p216"/>
              <p:cNvSpPr txBox="1"/>
              <p:nvPr/>
            </p:nvSpPr>
            <p:spPr>
              <a:xfrm>
                <a:off x="624700" y="1514200"/>
                <a:ext cx="86100" cy="169200"/>
              </a:xfrm>
              <a:prstGeom prst="rect">
                <a:avLst/>
              </a:prstGeom>
              <a:noFill/>
              <a:ln>
                <a:noFill/>
              </a:ln>
            </p:spPr>
            <p:txBody>
              <a:bodyPr anchorCtr="0" anchor="ctr" bIns="0" lIns="0" spcFirstLastPara="1" rIns="0" wrap="square" tIns="0">
                <a:spAutoFit/>
              </a:bodyPr>
              <a:lstStyle/>
              <a:p>
                <a:pPr indent="0" lvl="0" marL="0" rtl="0" algn="r">
                  <a:spcBef>
                    <a:spcPts val="0"/>
                  </a:spcBef>
                  <a:spcAft>
                    <a:spcPts val="0"/>
                  </a:spcAft>
                  <a:buNone/>
                </a:pPr>
                <a:r>
                  <a:rPr lang="es-419" sz="700">
                    <a:latin typeface="Arvo"/>
                    <a:ea typeface="Arvo"/>
                    <a:cs typeface="Arvo"/>
                    <a:sym typeface="Arvo"/>
                  </a:rPr>
                  <a:t>5.</a:t>
                </a:r>
                <a:endParaRPr sz="700">
                  <a:latin typeface="Arvo"/>
                  <a:ea typeface="Arvo"/>
                  <a:cs typeface="Arvo"/>
                  <a:sym typeface="Arvo"/>
                </a:endParaRPr>
              </a:p>
              <a:p>
                <a:pPr indent="0" lvl="0" marL="0" rtl="0" algn="r">
                  <a:spcBef>
                    <a:spcPts val="0"/>
                  </a:spcBef>
                  <a:spcAft>
                    <a:spcPts val="0"/>
                  </a:spcAft>
                  <a:buNone/>
                </a:pPr>
                <a:r>
                  <a:t/>
                </a:r>
                <a:endParaRPr i="1" sz="400">
                  <a:solidFill>
                    <a:srgbClr val="666666"/>
                  </a:solidFill>
                  <a:latin typeface="Arvo"/>
                  <a:ea typeface="Arvo"/>
                  <a:cs typeface="Arvo"/>
                  <a:sym typeface="Arvo"/>
                </a:endParaRPr>
              </a:p>
            </p:txBody>
          </p:sp>
        </p:grpSp>
      </p:grpSp>
      <p:cxnSp>
        <p:nvCxnSpPr>
          <p:cNvPr id="12711" name="Google Shape;12711;p216"/>
          <p:cNvCxnSpPr/>
          <p:nvPr/>
        </p:nvCxnSpPr>
        <p:spPr>
          <a:xfrm flipH="1" rot="10800000">
            <a:off x="3031250" y="3171713"/>
            <a:ext cx="642300" cy="345000"/>
          </a:xfrm>
          <a:prstGeom prst="bentConnector3">
            <a:avLst>
              <a:gd fmla="val 50000" name="adj1"/>
            </a:avLst>
          </a:prstGeom>
          <a:noFill/>
          <a:ln cap="flat" cmpd="sng" w="9525">
            <a:solidFill>
              <a:srgbClr val="595959"/>
            </a:solidFill>
            <a:prstDash val="dash"/>
            <a:round/>
            <a:headEnd len="med" w="med" type="none"/>
            <a:tailEnd len="med" w="med" type="stealth"/>
          </a:ln>
        </p:spPr>
      </p:cxnSp>
      <p:sp>
        <p:nvSpPr>
          <p:cNvPr id="12712" name="Google Shape;12712;p216"/>
          <p:cNvSpPr/>
          <p:nvPr/>
        </p:nvSpPr>
        <p:spPr>
          <a:xfrm>
            <a:off x="6267913" y="208450"/>
            <a:ext cx="3319800" cy="421200"/>
          </a:xfrm>
          <a:prstGeom prst="roundRect">
            <a:avLst>
              <a:gd fmla="val 17492" name="adj"/>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s-419" sz="1200">
                <a:solidFill>
                  <a:srgbClr val="FFFFFF"/>
                </a:solidFill>
              </a:rPr>
              <a:t>Estructura de Funcionalidades</a:t>
            </a:r>
            <a:endParaRPr b="1" sz="1100">
              <a:solidFill>
                <a:srgbClr val="FFFFFF"/>
              </a:solidFill>
            </a:endParaRPr>
          </a:p>
        </p:txBody>
      </p:sp>
      <p:sp>
        <p:nvSpPr>
          <p:cNvPr id="12713" name="Google Shape;12713;p216"/>
          <p:cNvSpPr/>
          <p:nvPr/>
        </p:nvSpPr>
        <p:spPr>
          <a:xfrm>
            <a:off x="6267900" y="767475"/>
            <a:ext cx="3319800" cy="4765500"/>
          </a:xfrm>
          <a:prstGeom prst="roundRect">
            <a:avLst>
              <a:gd fmla="val 4230" name="adj"/>
            </a:avLst>
          </a:prstGeom>
          <a:solidFill>
            <a:srgbClr val="F3F3F3"/>
          </a:solidFill>
          <a:ln cap="flat" cmpd="sng" w="9525">
            <a:solidFill>
              <a:srgbClr val="F3F3F3"/>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4" name="Google Shape;12714;p216"/>
          <p:cNvSpPr/>
          <p:nvPr/>
        </p:nvSpPr>
        <p:spPr>
          <a:xfrm>
            <a:off x="6922664" y="941549"/>
            <a:ext cx="687600" cy="366900"/>
          </a:xfrm>
          <a:prstGeom prst="foldedCorner">
            <a:avLst>
              <a:gd fmla="val 16667" name="adj"/>
            </a:avLst>
          </a:prstGeom>
          <a:solidFill>
            <a:srgbClr val="F3F3F3"/>
          </a:solidFill>
          <a:ln cap="flat" cmpd="sng" w="9525">
            <a:solidFill>
              <a:srgbClr val="999999"/>
            </a:solidFill>
            <a:prstDash val="solid"/>
            <a:round/>
            <a:headEnd len="sm" w="sm" type="none"/>
            <a:tailEnd len="sm" w="sm" type="none"/>
          </a:ln>
          <a:effectLst>
            <a:outerShdw blurRad="57150" rotWithShape="0" algn="bl" dir="1920000" dist="19050">
              <a:srgbClr val="000000">
                <a:alpha val="22000"/>
              </a:srgbClr>
            </a:outerShdw>
          </a:effectLst>
        </p:spPr>
        <p:txBody>
          <a:bodyPr anchorCtr="0" anchor="t" bIns="18000" lIns="18000" spcFirstLastPara="1" rIns="18000" wrap="square" tIns="18000">
            <a:noAutofit/>
          </a:bodyPr>
          <a:lstStyle/>
          <a:p>
            <a:pPr indent="0" lvl="0" marL="0" rtl="0" algn="ctr">
              <a:spcBef>
                <a:spcPts val="0"/>
              </a:spcBef>
              <a:spcAft>
                <a:spcPts val="0"/>
              </a:spcAft>
              <a:buNone/>
            </a:pPr>
            <a:r>
              <a:rPr b="1" lang="es-419" sz="800"/>
              <a:t>&lt;...&gt;</a:t>
            </a:r>
            <a:endParaRPr b="1" sz="800"/>
          </a:p>
          <a:p>
            <a:pPr indent="0" lvl="0" marL="0" rtl="0" algn="ctr">
              <a:spcBef>
                <a:spcPts val="0"/>
              </a:spcBef>
              <a:spcAft>
                <a:spcPts val="0"/>
              </a:spcAft>
              <a:buNone/>
            </a:pPr>
            <a:r>
              <a:rPr lang="es-419" sz="800"/>
              <a:t>&lt;...&gt;</a:t>
            </a:r>
            <a:endParaRPr sz="800"/>
          </a:p>
        </p:txBody>
      </p:sp>
      <p:grpSp>
        <p:nvGrpSpPr>
          <p:cNvPr id="12715" name="Google Shape;12715;p216"/>
          <p:cNvGrpSpPr/>
          <p:nvPr/>
        </p:nvGrpSpPr>
        <p:grpSpPr>
          <a:xfrm>
            <a:off x="8373018" y="1624384"/>
            <a:ext cx="801000" cy="434150"/>
            <a:chOff x="6170025" y="1408150"/>
            <a:chExt cx="801000" cy="434150"/>
          </a:xfrm>
        </p:grpSpPr>
        <p:cxnSp>
          <p:nvCxnSpPr>
            <p:cNvPr id="12716" name="Google Shape;12716;p216"/>
            <p:cNvCxnSpPr/>
            <p:nvPr/>
          </p:nvCxnSpPr>
          <p:spPr>
            <a:xfrm>
              <a:off x="6170025" y="1555500"/>
              <a:ext cx="801000" cy="286800"/>
            </a:xfrm>
            <a:prstGeom prst="bentConnector3">
              <a:avLst>
                <a:gd fmla="val 50000" name="adj1"/>
              </a:avLst>
            </a:prstGeom>
            <a:noFill/>
            <a:ln cap="flat" cmpd="sng" w="19050">
              <a:solidFill>
                <a:srgbClr val="274E13"/>
              </a:solidFill>
              <a:prstDash val="lgDash"/>
              <a:round/>
              <a:headEnd len="med" w="med" type="none"/>
              <a:tailEnd len="med" w="med" type="stealth"/>
            </a:ln>
          </p:spPr>
        </p:cxnSp>
        <p:sp>
          <p:nvSpPr>
            <p:cNvPr id="12717" name="Google Shape;12717;p216"/>
            <p:cNvSpPr txBox="1"/>
            <p:nvPr/>
          </p:nvSpPr>
          <p:spPr>
            <a:xfrm>
              <a:off x="6255333" y="1408150"/>
              <a:ext cx="623400" cy="123000"/>
            </a:xfrm>
            <a:prstGeom prst="rect">
              <a:avLst/>
            </a:prstGeom>
            <a:noFill/>
            <a:ln>
              <a:noFill/>
            </a:ln>
          </p:spPr>
          <p:txBody>
            <a:bodyPr anchorCtr="0" anchor="t" bIns="0" lIns="0" spcFirstLastPara="1" rIns="0" wrap="square" tIns="0">
              <a:spAutoFit/>
            </a:bodyPr>
            <a:lstStyle/>
            <a:p>
              <a:pPr indent="0" lvl="0" marL="0" rtl="0" algn="ctr">
                <a:spcBef>
                  <a:spcPts val="0"/>
                </a:spcBef>
                <a:spcAft>
                  <a:spcPts val="0"/>
                </a:spcAft>
                <a:buNone/>
              </a:pPr>
              <a:r>
                <a:rPr b="1" i="1" lang="es-419" sz="800">
                  <a:solidFill>
                    <a:srgbClr val="274E13"/>
                  </a:solidFill>
                </a:rPr>
                <a:t>includes</a:t>
              </a:r>
              <a:endParaRPr b="1" i="1" sz="800">
                <a:solidFill>
                  <a:srgbClr val="274E13"/>
                </a:solidFill>
              </a:endParaRPr>
            </a:p>
          </p:txBody>
        </p:sp>
      </p:grpSp>
      <p:grpSp>
        <p:nvGrpSpPr>
          <p:cNvPr id="12718" name="Google Shape;12718;p216"/>
          <p:cNvGrpSpPr/>
          <p:nvPr/>
        </p:nvGrpSpPr>
        <p:grpSpPr>
          <a:xfrm>
            <a:off x="7407943" y="1548172"/>
            <a:ext cx="801000" cy="434150"/>
            <a:chOff x="6170025" y="1408150"/>
            <a:chExt cx="801000" cy="434150"/>
          </a:xfrm>
        </p:grpSpPr>
        <p:cxnSp>
          <p:nvCxnSpPr>
            <p:cNvPr id="12719" name="Google Shape;12719;p216"/>
            <p:cNvCxnSpPr/>
            <p:nvPr/>
          </p:nvCxnSpPr>
          <p:spPr>
            <a:xfrm>
              <a:off x="6170025" y="1555500"/>
              <a:ext cx="801000" cy="286800"/>
            </a:xfrm>
            <a:prstGeom prst="bentConnector3">
              <a:avLst>
                <a:gd fmla="val 50000" name="adj1"/>
              </a:avLst>
            </a:prstGeom>
            <a:noFill/>
            <a:ln cap="flat" cmpd="sng" w="19050">
              <a:solidFill>
                <a:srgbClr val="990000"/>
              </a:solidFill>
              <a:prstDash val="lgDash"/>
              <a:round/>
              <a:headEnd len="med" w="med" type="none"/>
              <a:tailEnd len="med" w="med" type="stealth"/>
            </a:ln>
          </p:spPr>
        </p:cxnSp>
        <p:sp>
          <p:nvSpPr>
            <p:cNvPr id="12720" name="Google Shape;12720;p216"/>
            <p:cNvSpPr txBox="1"/>
            <p:nvPr/>
          </p:nvSpPr>
          <p:spPr>
            <a:xfrm>
              <a:off x="6255333" y="1408150"/>
              <a:ext cx="623400" cy="123000"/>
            </a:xfrm>
            <a:prstGeom prst="rect">
              <a:avLst/>
            </a:prstGeom>
            <a:noFill/>
            <a:ln>
              <a:noFill/>
            </a:ln>
          </p:spPr>
          <p:txBody>
            <a:bodyPr anchorCtr="0" anchor="t" bIns="0" lIns="0" spcFirstLastPara="1" rIns="0" wrap="square" tIns="0">
              <a:spAutoFit/>
            </a:bodyPr>
            <a:lstStyle/>
            <a:p>
              <a:pPr indent="0" lvl="0" marL="0" rtl="0" algn="ctr">
                <a:spcBef>
                  <a:spcPts val="0"/>
                </a:spcBef>
                <a:spcAft>
                  <a:spcPts val="0"/>
                </a:spcAft>
                <a:buNone/>
              </a:pPr>
              <a:r>
                <a:rPr b="1" i="1" lang="es-419" sz="800">
                  <a:solidFill>
                    <a:srgbClr val="990000"/>
                  </a:solidFill>
                </a:rPr>
                <a:t>extends</a:t>
              </a:r>
              <a:endParaRPr b="1" i="1" sz="800">
                <a:solidFill>
                  <a:srgbClr val="990000"/>
                </a:solidFill>
              </a:endParaRPr>
            </a:p>
          </p:txBody>
        </p:sp>
      </p:grpSp>
      <p:cxnSp>
        <p:nvCxnSpPr>
          <p:cNvPr id="12721" name="Google Shape;12721;p216"/>
          <p:cNvCxnSpPr/>
          <p:nvPr/>
        </p:nvCxnSpPr>
        <p:spPr>
          <a:xfrm>
            <a:off x="6546368" y="1620358"/>
            <a:ext cx="773700" cy="442200"/>
          </a:xfrm>
          <a:prstGeom prst="bentConnector3">
            <a:avLst>
              <a:gd fmla="val 50000" name="adj1"/>
            </a:avLst>
          </a:prstGeom>
          <a:noFill/>
          <a:ln cap="flat" cmpd="sng" w="19050">
            <a:solidFill>
              <a:schemeClr val="dk2"/>
            </a:solidFill>
            <a:prstDash val="dash"/>
            <a:round/>
            <a:headEnd len="med" w="med" type="none"/>
            <a:tailEnd len="med" w="med" type="stealth"/>
          </a:ln>
        </p:spPr>
      </p:cxnSp>
      <p:sp>
        <p:nvSpPr>
          <p:cNvPr id="12722" name="Google Shape;12722;p216"/>
          <p:cNvSpPr/>
          <p:nvPr/>
        </p:nvSpPr>
        <p:spPr>
          <a:xfrm>
            <a:off x="8067506" y="973113"/>
            <a:ext cx="691500" cy="307800"/>
          </a:xfrm>
          <a:prstGeom prst="roundRect">
            <a:avLst>
              <a:gd fmla="val 5590" name="adj"/>
            </a:avLst>
          </a:prstGeom>
          <a:solidFill>
            <a:srgbClr val="D9EAD3"/>
          </a:solidFill>
          <a:ln cap="flat" cmpd="sng" w="9525">
            <a:solidFill>
              <a:srgbClr val="EFEFEF"/>
            </a:solidFill>
            <a:prstDash val="solid"/>
            <a:round/>
            <a:headEnd len="sm" w="sm" type="none"/>
            <a:tailEnd len="sm" w="sm" type="none"/>
          </a:ln>
          <a:effectLst>
            <a:outerShdw rotWithShape="0" algn="bl" dir="2820000" dist="9525">
              <a:srgbClr val="660000">
                <a:alpha val="50000"/>
              </a:srgbClr>
            </a:outerShdw>
          </a:effectLst>
        </p:spPr>
        <p:txBody>
          <a:bodyPr anchorCtr="0" anchor="ctr" bIns="18000" lIns="18000" spcFirstLastPara="1" rIns="18000" wrap="square" tIns="18000">
            <a:noAutofit/>
          </a:bodyPr>
          <a:lstStyle/>
          <a:p>
            <a:pPr indent="0" lvl="0" marL="0" rtl="0" algn="ctr">
              <a:spcBef>
                <a:spcPts val="0"/>
              </a:spcBef>
              <a:spcAft>
                <a:spcPts val="0"/>
              </a:spcAft>
              <a:buNone/>
            </a:pPr>
            <a:r>
              <a:rPr b="1" lang="es-419" sz="800"/>
              <a:t>&lt;..&gt;</a:t>
            </a:r>
            <a:endParaRPr b="1" sz="800">
              <a:latin typeface="Roboto"/>
              <a:ea typeface="Roboto"/>
              <a:cs typeface="Roboto"/>
              <a:sym typeface="Roboto"/>
            </a:endParaRPr>
          </a:p>
        </p:txBody>
      </p:sp>
      <p:grpSp>
        <p:nvGrpSpPr>
          <p:cNvPr id="12723" name="Google Shape;12723;p216"/>
          <p:cNvGrpSpPr/>
          <p:nvPr/>
        </p:nvGrpSpPr>
        <p:grpSpPr>
          <a:xfrm>
            <a:off x="6527875" y="4006850"/>
            <a:ext cx="2799900" cy="1366800"/>
            <a:chOff x="454975" y="4155250"/>
            <a:chExt cx="2799900" cy="1366800"/>
          </a:xfrm>
        </p:grpSpPr>
        <p:sp>
          <p:nvSpPr>
            <p:cNvPr id="12724" name="Google Shape;12724;p216"/>
            <p:cNvSpPr/>
            <p:nvPr/>
          </p:nvSpPr>
          <p:spPr>
            <a:xfrm>
              <a:off x="454975" y="4155250"/>
              <a:ext cx="2799900" cy="1366800"/>
            </a:xfrm>
            <a:prstGeom prst="roundRect">
              <a:avLst>
                <a:gd fmla="val 3233" name="adj"/>
              </a:avLst>
            </a:prstGeom>
            <a:solidFill>
              <a:srgbClr val="FFFFFF"/>
            </a:solidFill>
            <a:ln cap="flat" cmpd="sng" w="9525">
              <a:solidFill>
                <a:srgbClr val="EFEFEF"/>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t" bIns="18000" lIns="18000" spcFirstLastPara="1" rIns="18000" wrap="square" tIns="18000">
              <a:noAutofit/>
            </a:bodyPr>
            <a:lstStyle/>
            <a:p>
              <a:pPr indent="0" lvl="0" marL="0" rtl="0" algn="ctr">
                <a:spcBef>
                  <a:spcPts val="0"/>
                </a:spcBef>
                <a:spcAft>
                  <a:spcPts val="0"/>
                </a:spcAft>
                <a:buNone/>
              </a:pPr>
              <a:r>
                <a:rPr b="1" i="1" lang="es-419" sz="900">
                  <a:solidFill>
                    <a:srgbClr val="434343"/>
                  </a:solidFill>
                </a:rPr>
                <a:t>Objetivos de la Funcionalidad</a:t>
              </a:r>
              <a:endParaRPr b="1" i="1" sz="900">
                <a:solidFill>
                  <a:srgbClr val="434343"/>
                </a:solidFill>
              </a:endParaRPr>
            </a:p>
          </p:txBody>
        </p:sp>
        <p:sp>
          <p:nvSpPr>
            <p:cNvPr id="12725" name="Google Shape;12725;p216"/>
            <p:cNvSpPr txBox="1"/>
            <p:nvPr/>
          </p:nvSpPr>
          <p:spPr>
            <a:xfrm>
              <a:off x="1764892" y="4415677"/>
              <a:ext cx="1069200" cy="2166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t/>
              </a:r>
              <a:endParaRPr b="1" sz="600"/>
            </a:p>
          </p:txBody>
        </p:sp>
        <p:sp>
          <p:nvSpPr>
            <p:cNvPr id="12726" name="Google Shape;12726;p216"/>
            <p:cNvSpPr txBox="1"/>
            <p:nvPr/>
          </p:nvSpPr>
          <p:spPr>
            <a:xfrm>
              <a:off x="661500" y="4423900"/>
              <a:ext cx="801000" cy="232500"/>
            </a:xfrm>
            <a:prstGeom prst="rect">
              <a:avLst/>
            </a:prstGeom>
            <a:noFill/>
            <a:ln>
              <a:noFill/>
            </a:ln>
          </p:spPr>
          <p:txBody>
            <a:bodyPr anchorCtr="0" anchor="ctr" bIns="0" lIns="0" spcFirstLastPara="1" rIns="0" wrap="square" tIns="0">
              <a:noAutofit/>
            </a:bodyPr>
            <a:lstStyle/>
            <a:p>
              <a:pPr indent="0" lvl="0" marL="0" rtl="0" algn="r">
                <a:spcBef>
                  <a:spcPts val="0"/>
                </a:spcBef>
                <a:spcAft>
                  <a:spcPts val="0"/>
                </a:spcAft>
                <a:buNone/>
              </a:pPr>
              <a:r>
                <a:rPr lang="es-419" sz="700">
                  <a:latin typeface="Arvo"/>
                  <a:ea typeface="Arvo"/>
                  <a:cs typeface="Arvo"/>
                  <a:sym typeface="Arvo"/>
                </a:rPr>
                <a:t>Nombre de la Funcionalidad:</a:t>
              </a:r>
              <a:endParaRPr sz="700">
                <a:latin typeface="Arvo"/>
                <a:ea typeface="Arvo"/>
                <a:cs typeface="Arvo"/>
                <a:sym typeface="Arvo"/>
              </a:endParaRPr>
            </a:p>
            <a:p>
              <a:pPr indent="0" lvl="0" marL="0" rtl="0" algn="r">
                <a:spcBef>
                  <a:spcPts val="0"/>
                </a:spcBef>
                <a:spcAft>
                  <a:spcPts val="0"/>
                </a:spcAft>
                <a:buNone/>
              </a:pPr>
              <a:r>
                <a:rPr i="1" lang="es-419" sz="600">
                  <a:solidFill>
                    <a:srgbClr val="666666"/>
                  </a:solidFill>
                  <a:latin typeface="Arvo"/>
                  <a:ea typeface="Arvo"/>
                  <a:cs typeface="Arvo"/>
                  <a:sym typeface="Arvo"/>
                </a:rPr>
                <a:t>ej: Reserva de citas médicas</a:t>
              </a:r>
              <a:endParaRPr i="1" sz="600">
                <a:solidFill>
                  <a:srgbClr val="666666"/>
                </a:solidFill>
                <a:latin typeface="Arvo"/>
                <a:ea typeface="Arvo"/>
                <a:cs typeface="Arvo"/>
                <a:sym typeface="Arvo"/>
              </a:endParaRPr>
            </a:p>
          </p:txBody>
        </p:sp>
        <p:sp>
          <p:nvSpPr>
            <p:cNvPr id="12727" name="Google Shape;12727;p216"/>
            <p:cNvSpPr txBox="1"/>
            <p:nvPr/>
          </p:nvSpPr>
          <p:spPr>
            <a:xfrm>
              <a:off x="536975" y="5190725"/>
              <a:ext cx="925500" cy="248700"/>
            </a:xfrm>
            <a:prstGeom prst="rect">
              <a:avLst/>
            </a:prstGeom>
            <a:noFill/>
            <a:ln>
              <a:noFill/>
            </a:ln>
          </p:spPr>
          <p:txBody>
            <a:bodyPr anchorCtr="0" anchor="ctr" bIns="0" lIns="0" spcFirstLastPara="1" rIns="0" wrap="square" tIns="0">
              <a:spAutoFit/>
            </a:bodyPr>
            <a:lstStyle/>
            <a:p>
              <a:pPr indent="0" lvl="0" marL="0" marR="0" rtl="0" algn="r">
                <a:lnSpc>
                  <a:spcPct val="85000"/>
                </a:lnSpc>
                <a:spcBef>
                  <a:spcPts val="0"/>
                </a:spcBef>
                <a:spcAft>
                  <a:spcPts val="0"/>
                </a:spcAft>
                <a:buNone/>
              </a:pPr>
              <a:r>
                <a:rPr lang="es-419" sz="700">
                  <a:latin typeface="Arvo"/>
                  <a:ea typeface="Arvo"/>
                  <a:cs typeface="Arvo"/>
                  <a:sym typeface="Arvo"/>
                </a:rPr>
                <a:t>Meta Empresa:</a:t>
              </a:r>
              <a:endParaRPr sz="700">
                <a:latin typeface="Arvo"/>
                <a:ea typeface="Arvo"/>
                <a:cs typeface="Arvo"/>
                <a:sym typeface="Arvo"/>
              </a:endParaRPr>
            </a:p>
            <a:p>
              <a:pPr indent="0" lvl="0" marL="0" marR="0" rtl="0" algn="r">
                <a:lnSpc>
                  <a:spcPct val="85000"/>
                </a:lnSpc>
                <a:spcBef>
                  <a:spcPts val="0"/>
                </a:spcBef>
                <a:spcAft>
                  <a:spcPts val="0"/>
                </a:spcAft>
                <a:buNone/>
              </a:pPr>
              <a:r>
                <a:rPr lang="es-419" sz="500">
                  <a:latin typeface="Arvo"/>
                  <a:ea typeface="Arvo"/>
                  <a:cs typeface="Arvo"/>
                  <a:sym typeface="Arvo"/>
                </a:rPr>
                <a:t>&lt;sustantivo&gt;&lt;adjetivo&gt;</a:t>
              </a:r>
              <a:r>
                <a:rPr lang="es-419" sz="600">
                  <a:solidFill>
                    <a:srgbClr val="000000"/>
                  </a:solidFill>
                </a:rPr>
                <a:t> </a:t>
              </a:r>
              <a:endParaRPr sz="600">
                <a:solidFill>
                  <a:srgbClr val="000000"/>
                </a:solidFill>
              </a:endParaRPr>
            </a:p>
            <a:p>
              <a:pPr indent="0" lvl="0" marL="0" marR="0" rtl="0" algn="r">
                <a:lnSpc>
                  <a:spcPct val="85000"/>
                </a:lnSpc>
                <a:spcBef>
                  <a:spcPts val="0"/>
                </a:spcBef>
                <a:spcAft>
                  <a:spcPts val="0"/>
                </a:spcAft>
                <a:buNone/>
              </a:pPr>
              <a:r>
                <a:rPr i="1" lang="es-419" sz="600">
                  <a:solidFill>
                    <a:srgbClr val="666666"/>
                  </a:solidFill>
                  <a:latin typeface="Arvo"/>
                  <a:ea typeface="Arvo"/>
                  <a:cs typeface="Arvo"/>
                  <a:sym typeface="Arvo"/>
                </a:rPr>
                <a:t>ej: agenda actualizada</a:t>
              </a:r>
              <a:endParaRPr i="1" sz="600">
                <a:latin typeface="Arvo"/>
                <a:ea typeface="Arvo"/>
                <a:cs typeface="Arvo"/>
                <a:sym typeface="Arvo"/>
              </a:endParaRPr>
            </a:p>
          </p:txBody>
        </p:sp>
        <p:sp>
          <p:nvSpPr>
            <p:cNvPr id="12728" name="Google Shape;12728;p216"/>
            <p:cNvSpPr txBox="1"/>
            <p:nvPr/>
          </p:nvSpPr>
          <p:spPr>
            <a:xfrm>
              <a:off x="537000" y="4868925"/>
              <a:ext cx="925500" cy="232500"/>
            </a:xfrm>
            <a:prstGeom prst="rect">
              <a:avLst/>
            </a:prstGeom>
            <a:noFill/>
            <a:ln>
              <a:noFill/>
            </a:ln>
          </p:spPr>
          <p:txBody>
            <a:bodyPr anchorCtr="0" anchor="ctr" bIns="0" lIns="0" spcFirstLastPara="1" rIns="0" wrap="square" tIns="0">
              <a:noAutofit/>
            </a:bodyPr>
            <a:lstStyle/>
            <a:p>
              <a:pPr indent="0" lvl="0" marL="0" rtl="0" algn="r">
                <a:spcBef>
                  <a:spcPts val="0"/>
                </a:spcBef>
                <a:spcAft>
                  <a:spcPts val="0"/>
                </a:spcAft>
                <a:buNone/>
              </a:pPr>
              <a:r>
                <a:rPr lang="es-419" sz="700">
                  <a:latin typeface="Arvo"/>
                  <a:ea typeface="Arvo"/>
                  <a:cs typeface="Arvo"/>
                  <a:sym typeface="Arvo"/>
                </a:rPr>
                <a:t>Poscondición:</a:t>
              </a:r>
              <a:endParaRPr sz="700">
                <a:latin typeface="Arvo"/>
                <a:ea typeface="Arvo"/>
                <a:cs typeface="Arvo"/>
                <a:sym typeface="Arvo"/>
              </a:endParaRPr>
            </a:p>
            <a:p>
              <a:pPr indent="0" lvl="0" marL="0" rtl="0" algn="r">
                <a:lnSpc>
                  <a:spcPct val="85000"/>
                </a:lnSpc>
                <a:spcBef>
                  <a:spcPts val="0"/>
                </a:spcBef>
                <a:spcAft>
                  <a:spcPts val="0"/>
                </a:spcAft>
                <a:buClr>
                  <a:srgbClr val="000000"/>
                </a:buClr>
                <a:buSzPts val="1100"/>
                <a:buFont typeface="Arial"/>
                <a:buNone/>
              </a:pPr>
              <a:r>
                <a:rPr lang="es-419" sz="500">
                  <a:solidFill>
                    <a:srgbClr val="000000"/>
                  </a:solidFill>
                  <a:latin typeface="Arvo"/>
                  <a:ea typeface="Arvo"/>
                  <a:cs typeface="Arvo"/>
                  <a:sym typeface="Arvo"/>
                </a:rPr>
                <a:t>&lt;sustantivo&gt;&lt;adjetivo&gt;</a:t>
              </a:r>
              <a:endParaRPr sz="600">
                <a:latin typeface="Arvo"/>
                <a:ea typeface="Arvo"/>
                <a:cs typeface="Arvo"/>
                <a:sym typeface="Arvo"/>
              </a:endParaRPr>
            </a:p>
            <a:p>
              <a:pPr indent="0" lvl="0" marL="0" rtl="0" algn="r">
                <a:spcBef>
                  <a:spcPts val="0"/>
                </a:spcBef>
                <a:spcAft>
                  <a:spcPts val="0"/>
                </a:spcAft>
                <a:buNone/>
              </a:pPr>
              <a:r>
                <a:rPr i="1" lang="es-419" sz="600">
                  <a:solidFill>
                    <a:srgbClr val="666666"/>
                  </a:solidFill>
                  <a:latin typeface="Arvo"/>
                  <a:ea typeface="Arvo"/>
                  <a:cs typeface="Arvo"/>
                  <a:sym typeface="Arvo"/>
                </a:rPr>
                <a:t>ej: pago  realizado</a:t>
              </a:r>
              <a:endParaRPr i="1" sz="600">
                <a:solidFill>
                  <a:srgbClr val="666666"/>
                </a:solidFill>
                <a:latin typeface="Arvo"/>
                <a:ea typeface="Arvo"/>
                <a:cs typeface="Arvo"/>
                <a:sym typeface="Arvo"/>
              </a:endParaRPr>
            </a:p>
          </p:txBody>
        </p:sp>
        <p:sp>
          <p:nvSpPr>
            <p:cNvPr id="12729" name="Google Shape;12729;p216"/>
            <p:cNvSpPr/>
            <p:nvPr/>
          </p:nvSpPr>
          <p:spPr>
            <a:xfrm>
              <a:off x="1567450" y="4861754"/>
              <a:ext cx="1551300" cy="2166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600">
                <a:latin typeface="Roboto"/>
                <a:ea typeface="Roboto"/>
                <a:cs typeface="Roboto"/>
                <a:sym typeface="Roboto"/>
              </a:endParaRPr>
            </a:p>
          </p:txBody>
        </p:sp>
        <p:sp>
          <p:nvSpPr>
            <p:cNvPr id="12730" name="Google Shape;12730;p216"/>
            <p:cNvSpPr/>
            <p:nvPr/>
          </p:nvSpPr>
          <p:spPr>
            <a:xfrm>
              <a:off x="1567450" y="5207124"/>
              <a:ext cx="1551300" cy="2166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600">
                <a:latin typeface="Roboto"/>
                <a:ea typeface="Roboto"/>
                <a:cs typeface="Roboto"/>
                <a:sym typeface="Roboto"/>
              </a:endParaRPr>
            </a:p>
          </p:txBody>
        </p:sp>
        <p:sp>
          <p:nvSpPr>
            <p:cNvPr id="12731" name="Google Shape;12731;p216"/>
            <p:cNvSpPr txBox="1"/>
            <p:nvPr/>
          </p:nvSpPr>
          <p:spPr>
            <a:xfrm>
              <a:off x="1591275" y="4866157"/>
              <a:ext cx="1527600" cy="203100"/>
            </a:xfrm>
            <a:prstGeom prst="rect">
              <a:avLst/>
            </a:prstGeom>
            <a:solidFill>
              <a:srgbClr val="F3F3F3"/>
            </a:solidFill>
            <a:ln>
              <a:noFill/>
            </a:ln>
          </p:spPr>
          <p:txBody>
            <a:bodyPr anchorCtr="0" anchor="ctr" bIns="18000" lIns="18000" spcFirstLastPara="1" rIns="18000" wrap="square" tIns="18000">
              <a:noAutofit/>
            </a:bodyPr>
            <a:lstStyle/>
            <a:p>
              <a:pPr indent="0" lvl="0" marL="0" rtl="0" algn="l">
                <a:spcBef>
                  <a:spcPts val="0"/>
                </a:spcBef>
                <a:spcAft>
                  <a:spcPts val="0"/>
                </a:spcAft>
                <a:buNone/>
              </a:pPr>
              <a:r>
                <a:t/>
              </a:r>
              <a:endParaRPr b="1" i="1" sz="800">
                <a:solidFill>
                  <a:srgbClr val="434343"/>
                </a:solidFill>
              </a:endParaRPr>
            </a:p>
          </p:txBody>
        </p:sp>
        <p:sp>
          <p:nvSpPr>
            <p:cNvPr id="12732" name="Google Shape;12732;p216"/>
            <p:cNvSpPr txBox="1"/>
            <p:nvPr/>
          </p:nvSpPr>
          <p:spPr>
            <a:xfrm>
              <a:off x="1591275" y="5199725"/>
              <a:ext cx="1527600" cy="203100"/>
            </a:xfrm>
            <a:prstGeom prst="rect">
              <a:avLst/>
            </a:prstGeom>
            <a:solidFill>
              <a:srgbClr val="F3F3F3"/>
            </a:solidFill>
            <a:ln>
              <a:noFill/>
            </a:ln>
          </p:spPr>
          <p:txBody>
            <a:bodyPr anchorCtr="0" anchor="ctr" bIns="18000" lIns="18000" spcFirstLastPara="1" rIns="18000" wrap="square" tIns="18000">
              <a:noAutofit/>
            </a:bodyPr>
            <a:lstStyle/>
            <a:p>
              <a:pPr indent="0" lvl="0" marL="0" rtl="0" algn="l">
                <a:spcBef>
                  <a:spcPts val="0"/>
                </a:spcBef>
                <a:spcAft>
                  <a:spcPts val="0"/>
                </a:spcAft>
                <a:buNone/>
              </a:pPr>
              <a:r>
                <a:t/>
              </a:r>
              <a:endParaRPr b="1" i="1" sz="800">
                <a:solidFill>
                  <a:srgbClr val="434343"/>
                </a:solidFill>
              </a:endParaRPr>
            </a:p>
          </p:txBody>
        </p:sp>
        <p:sp>
          <p:nvSpPr>
            <p:cNvPr id="12733" name="Google Shape;12733;p216"/>
            <p:cNvSpPr txBox="1"/>
            <p:nvPr/>
          </p:nvSpPr>
          <p:spPr>
            <a:xfrm>
              <a:off x="1776867" y="4425173"/>
              <a:ext cx="1069200" cy="2166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t/>
              </a:r>
              <a:endParaRPr b="1" sz="600"/>
            </a:p>
          </p:txBody>
        </p:sp>
        <p:sp>
          <p:nvSpPr>
            <p:cNvPr id="12734" name="Google Shape;12734;p216"/>
            <p:cNvSpPr/>
            <p:nvPr/>
          </p:nvSpPr>
          <p:spPr>
            <a:xfrm>
              <a:off x="1579425" y="4367690"/>
              <a:ext cx="15513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600">
                <a:latin typeface="Roboto"/>
                <a:ea typeface="Roboto"/>
                <a:cs typeface="Roboto"/>
                <a:sym typeface="Roboto"/>
              </a:endParaRPr>
            </a:p>
          </p:txBody>
        </p:sp>
        <p:sp>
          <p:nvSpPr>
            <p:cNvPr id="12735" name="Google Shape;12735;p216"/>
            <p:cNvSpPr txBox="1"/>
            <p:nvPr/>
          </p:nvSpPr>
          <p:spPr>
            <a:xfrm>
              <a:off x="1591275" y="4350201"/>
              <a:ext cx="1527600" cy="351900"/>
            </a:xfrm>
            <a:prstGeom prst="rect">
              <a:avLst/>
            </a:prstGeom>
            <a:noFill/>
            <a:ln>
              <a:noFill/>
            </a:ln>
          </p:spPr>
          <p:txBody>
            <a:bodyPr anchorCtr="0" anchor="ctr" bIns="18000" lIns="18000" spcFirstLastPara="1" rIns="18000" wrap="square" tIns="18000">
              <a:noAutofit/>
            </a:bodyPr>
            <a:lstStyle/>
            <a:p>
              <a:pPr indent="0" lvl="0" marL="0" rtl="0" algn="ctr">
                <a:spcBef>
                  <a:spcPts val="0"/>
                </a:spcBef>
                <a:spcAft>
                  <a:spcPts val="0"/>
                </a:spcAft>
                <a:buNone/>
              </a:pPr>
              <a:r>
                <a:t/>
              </a:r>
              <a:endParaRPr b="1" i="1" sz="1100">
                <a:solidFill>
                  <a:srgbClr val="434343"/>
                </a:solidFill>
              </a:endParaRPr>
            </a:p>
          </p:txBody>
        </p:sp>
      </p:grpSp>
      <p:grpSp>
        <p:nvGrpSpPr>
          <p:cNvPr id="12736" name="Google Shape;12736;p216"/>
          <p:cNvGrpSpPr/>
          <p:nvPr/>
        </p:nvGrpSpPr>
        <p:grpSpPr>
          <a:xfrm>
            <a:off x="6602750" y="2334950"/>
            <a:ext cx="2620800" cy="1493100"/>
            <a:chOff x="6602750" y="2334950"/>
            <a:chExt cx="2620800" cy="1493100"/>
          </a:xfrm>
        </p:grpSpPr>
        <p:sp>
          <p:nvSpPr>
            <p:cNvPr id="12737" name="Google Shape;12737;p216"/>
            <p:cNvSpPr/>
            <p:nvPr/>
          </p:nvSpPr>
          <p:spPr>
            <a:xfrm>
              <a:off x="6602750" y="2334950"/>
              <a:ext cx="2620800" cy="1493100"/>
            </a:xfrm>
            <a:prstGeom prst="roundRect">
              <a:avLst>
                <a:gd fmla="val 3146" name="adj"/>
              </a:avLst>
            </a:prstGeom>
            <a:solidFill>
              <a:srgbClr val="FFFFFF"/>
            </a:solidFill>
            <a:ln cap="flat" cmpd="sng" w="9525">
              <a:solidFill>
                <a:srgbClr val="EFEFEF"/>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t" bIns="18000" lIns="18000" spcFirstLastPara="1" rIns="18000" wrap="square" tIns="18000">
              <a:noAutofit/>
            </a:bodyPr>
            <a:lstStyle/>
            <a:p>
              <a:pPr indent="0" lvl="0" marL="0" rtl="0" algn="r">
                <a:spcBef>
                  <a:spcPts val="0"/>
                </a:spcBef>
                <a:spcAft>
                  <a:spcPts val="0"/>
                </a:spcAft>
                <a:buNone/>
              </a:pPr>
              <a:r>
                <a:t/>
              </a:r>
              <a:endParaRPr b="1" i="1" sz="900">
                <a:solidFill>
                  <a:srgbClr val="434343"/>
                </a:solidFill>
              </a:endParaRPr>
            </a:p>
          </p:txBody>
        </p:sp>
        <p:sp>
          <p:nvSpPr>
            <p:cNvPr id="12738" name="Google Shape;12738;p216"/>
            <p:cNvSpPr txBox="1"/>
            <p:nvPr/>
          </p:nvSpPr>
          <p:spPr>
            <a:xfrm>
              <a:off x="6628575" y="2374450"/>
              <a:ext cx="691500" cy="2658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lang="es-419" sz="700">
                  <a:latin typeface="Arvo"/>
                  <a:ea typeface="Arvo"/>
                  <a:cs typeface="Arvo"/>
                  <a:sym typeface="Arvo"/>
                </a:rPr>
                <a:t>Funcionalidad:</a:t>
              </a:r>
              <a:endParaRPr i="1" sz="600">
                <a:solidFill>
                  <a:srgbClr val="666666"/>
                </a:solidFill>
                <a:latin typeface="Arvo"/>
                <a:ea typeface="Arvo"/>
                <a:cs typeface="Arvo"/>
                <a:sym typeface="Arvo"/>
              </a:endParaRPr>
            </a:p>
          </p:txBody>
        </p:sp>
        <p:sp>
          <p:nvSpPr>
            <p:cNvPr id="12739" name="Google Shape;12739;p216"/>
            <p:cNvSpPr/>
            <p:nvPr/>
          </p:nvSpPr>
          <p:spPr>
            <a:xfrm>
              <a:off x="7333000" y="2430625"/>
              <a:ext cx="1783200" cy="160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600">
                <a:latin typeface="Roboto"/>
                <a:ea typeface="Roboto"/>
                <a:cs typeface="Roboto"/>
                <a:sym typeface="Roboto"/>
              </a:endParaRPr>
            </a:p>
          </p:txBody>
        </p:sp>
        <p:sp>
          <p:nvSpPr>
            <p:cNvPr id="12740" name="Google Shape;12740;p216"/>
            <p:cNvSpPr txBox="1"/>
            <p:nvPr/>
          </p:nvSpPr>
          <p:spPr>
            <a:xfrm>
              <a:off x="7333000" y="2426425"/>
              <a:ext cx="1783200" cy="169200"/>
            </a:xfrm>
            <a:prstGeom prst="rect">
              <a:avLst/>
            </a:prstGeom>
            <a:noFill/>
            <a:ln>
              <a:noFill/>
            </a:ln>
          </p:spPr>
          <p:txBody>
            <a:bodyPr anchorCtr="0" anchor="ctr" bIns="18000" lIns="18000" spcFirstLastPara="1" rIns="18000" wrap="square" tIns="18000">
              <a:noAutofit/>
            </a:bodyPr>
            <a:lstStyle/>
            <a:p>
              <a:pPr indent="0" lvl="0" marL="0" rtl="0" algn="ctr">
                <a:spcBef>
                  <a:spcPts val="0"/>
                </a:spcBef>
                <a:spcAft>
                  <a:spcPts val="0"/>
                </a:spcAft>
                <a:buNone/>
              </a:pPr>
              <a:r>
                <a:rPr b="1" i="1" lang="es-419" sz="800">
                  <a:solidFill>
                    <a:srgbClr val="434343"/>
                  </a:solidFill>
                </a:rPr>
                <a:t>&lt;...&gt;</a:t>
              </a:r>
              <a:endParaRPr b="1" i="1" sz="800">
                <a:solidFill>
                  <a:srgbClr val="434343"/>
                </a:solidFill>
              </a:endParaRPr>
            </a:p>
          </p:txBody>
        </p:sp>
        <p:grpSp>
          <p:nvGrpSpPr>
            <p:cNvPr id="12741" name="Google Shape;12741;p216"/>
            <p:cNvGrpSpPr/>
            <p:nvPr/>
          </p:nvGrpSpPr>
          <p:grpSpPr>
            <a:xfrm>
              <a:off x="6739488" y="2659847"/>
              <a:ext cx="2376625" cy="200100"/>
              <a:chOff x="624700" y="1498750"/>
              <a:chExt cx="2376625" cy="200100"/>
            </a:xfrm>
          </p:grpSpPr>
          <p:sp>
            <p:nvSpPr>
              <p:cNvPr id="12742" name="Google Shape;12742;p216"/>
              <p:cNvSpPr txBox="1"/>
              <p:nvPr/>
            </p:nvSpPr>
            <p:spPr>
              <a:xfrm>
                <a:off x="747725" y="1498750"/>
                <a:ext cx="2253600" cy="200100"/>
              </a:xfrm>
              <a:prstGeom prst="rect">
                <a:avLst/>
              </a:prstGeom>
              <a:solidFill>
                <a:srgbClr val="F3F3F3"/>
              </a:solidFill>
              <a:ln>
                <a:noFill/>
              </a:ln>
            </p:spPr>
            <p:txBody>
              <a:bodyPr anchorCtr="0" anchor="ctr" bIns="18000" lIns="18000" spcFirstLastPara="1" rIns="18000" wrap="square" tIns="18000">
                <a:noAutofit/>
              </a:bodyPr>
              <a:lstStyle/>
              <a:p>
                <a:pPr indent="0" lvl="0" marL="0" rtl="0" algn="l">
                  <a:spcBef>
                    <a:spcPts val="0"/>
                  </a:spcBef>
                  <a:spcAft>
                    <a:spcPts val="0"/>
                  </a:spcAft>
                  <a:buNone/>
                </a:pPr>
                <a:r>
                  <a:t/>
                </a:r>
                <a:endParaRPr sz="800">
                  <a:solidFill>
                    <a:srgbClr val="434343"/>
                  </a:solidFill>
                </a:endParaRPr>
              </a:p>
            </p:txBody>
          </p:sp>
          <p:sp>
            <p:nvSpPr>
              <p:cNvPr id="12743" name="Google Shape;12743;p216"/>
              <p:cNvSpPr txBox="1"/>
              <p:nvPr/>
            </p:nvSpPr>
            <p:spPr>
              <a:xfrm>
                <a:off x="624700" y="1514200"/>
                <a:ext cx="86100" cy="169200"/>
              </a:xfrm>
              <a:prstGeom prst="rect">
                <a:avLst/>
              </a:prstGeom>
              <a:noFill/>
              <a:ln>
                <a:noFill/>
              </a:ln>
            </p:spPr>
            <p:txBody>
              <a:bodyPr anchorCtr="0" anchor="ctr" bIns="0" lIns="0" spcFirstLastPara="1" rIns="0" wrap="square" tIns="0">
                <a:spAutoFit/>
              </a:bodyPr>
              <a:lstStyle/>
              <a:p>
                <a:pPr indent="0" lvl="0" marL="0" rtl="0" algn="r">
                  <a:spcBef>
                    <a:spcPts val="0"/>
                  </a:spcBef>
                  <a:spcAft>
                    <a:spcPts val="0"/>
                  </a:spcAft>
                  <a:buNone/>
                </a:pPr>
                <a:r>
                  <a:rPr lang="es-419" sz="700">
                    <a:latin typeface="Arvo"/>
                    <a:ea typeface="Arvo"/>
                    <a:cs typeface="Arvo"/>
                    <a:sym typeface="Arvo"/>
                  </a:rPr>
                  <a:t>1.</a:t>
                </a:r>
                <a:endParaRPr sz="700">
                  <a:latin typeface="Arvo"/>
                  <a:ea typeface="Arvo"/>
                  <a:cs typeface="Arvo"/>
                  <a:sym typeface="Arvo"/>
                </a:endParaRPr>
              </a:p>
              <a:p>
                <a:pPr indent="0" lvl="0" marL="0" rtl="0" algn="r">
                  <a:spcBef>
                    <a:spcPts val="0"/>
                  </a:spcBef>
                  <a:spcAft>
                    <a:spcPts val="0"/>
                  </a:spcAft>
                  <a:buNone/>
                </a:pPr>
                <a:r>
                  <a:t/>
                </a:r>
                <a:endParaRPr i="1" sz="400">
                  <a:solidFill>
                    <a:srgbClr val="666666"/>
                  </a:solidFill>
                  <a:latin typeface="Arvo"/>
                  <a:ea typeface="Arvo"/>
                  <a:cs typeface="Arvo"/>
                  <a:sym typeface="Arvo"/>
                </a:endParaRPr>
              </a:p>
            </p:txBody>
          </p:sp>
        </p:grpSp>
        <p:grpSp>
          <p:nvGrpSpPr>
            <p:cNvPr id="12744" name="Google Shape;12744;p216"/>
            <p:cNvGrpSpPr/>
            <p:nvPr/>
          </p:nvGrpSpPr>
          <p:grpSpPr>
            <a:xfrm>
              <a:off x="6739488" y="2882384"/>
              <a:ext cx="2376625" cy="200100"/>
              <a:chOff x="624700" y="1498750"/>
              <a:chExt cx="2376625" cy="200100"/>
            </a:xfrm>
          </p:grpSpPr>
          <p:sp>
            <p:nvSpPr>
              <p:cNvPr id="12745" name="Google Shape;12745;p216"/>
              <p:cNvSpPr txBox="1"/>
              <p:nvPr/>
            </p:nvSpPr>
            <p:spPr>
              <a:xfrm>
                <a:off x="747725" y="1498750"/>
                <a:ext cx="2253600" cy="200100"/>
              </a:xfrm>
              <a:prstGeom prst="rect">
                <a:avLst/>
              </a:prstGeom>
              <a:solidFill>
                <a:srgbClr val="F3F3F3"/>
              </a:solidFill>
              <a:ln>
                <a:noFill/>
              </a:ln>
            </p:spPr>
            <p:txBody>
              <a:bodyPr anchorCtr="0" anchor="ctr" bIns="18000" lIns="18000" spcFirstLastPara="1" rIns="18000" wrap="square" tIns="18000">
                <a:noAutofit/>
              </a:bodyPr>
              <a:lstStyle/>
              <a:p>
                <a:pPr indent="0" lvl="0" marL="0" rtl="0" algn="l">
                  <a:spcBef>
                    <a:spcPts val="0"/>
                  </a:spcBef>
                  <a:spcAft>
                    <a:spcPts val="0"/>
                  </a:spcAft>
                  <a:buNone/>
                </a:pPr>
                <a:r>
                  <a:t/>
                </a:r>
                <a:endParaRPr sz="800">
                  <a:solidFill>
                    <a:srgbClr val="434343"/>
                  </a:solidFill>
                </a:endParaRPr>
              </a:p>
            </p:txBody>
          </p:sp>
          <p:sp>
            <p:nvSpPr>
              <p:cNvPr id="12746" name="Google Shape;12746;p216"/>
              <p:cNvSpPr txBox="1"/>
              <p:nvPr/>
            </p:nvSpPr>
            <p:spPr>
              <a:xfrm>
                <a:off x="624700" y="1514200"/>
                <a:ext cx="86100" cy="169200"/>
              </a:xfrm>
              <a:prstGeom prst="rect">
                <a:avLst/>
              </a:prstGeom>
              <a:noFill/>
              <a:ln>
                <a:noFill/>
              </a:ln>
            </p:spPr>
            <p:txBody>
              <a:bodyPr anchorCtr="0" anchor="ctr" bIns="0" lIns="0" spcFirstLastPara="1" rIns="0" wrap="square" tIns="0">
                <a:spAutoFit/>
              </a:bodyPr>
              <a:lstStyle/>
              <a:p>
                <a:pPr indent="0" lvl="0" marL="0" rtl="0" algn="r">
                  <a:spcBef>
                    <a:spcPts val="0"/>
                  </a:spcBef>
                  <a:spcAft>
                    <a:spcPts val="0"/>
                  </a:spcAft>
                  <a:buNone/>
                </a:pPr>
                <a:r>
                  <a:rPr lang="es-419" sz="700">
                    <a:latin typeface="Arvo"/>
                    <a:ea typeface="Arvo"/>
                    <a:cs typeface="Arvo"/>
                    <a:sym typeface="Arvo"/>
                  </a:rPr>
                  <a:t>2.</a:t>
                </a:r>
                <a:endParaRPr sz="700">
                  <a:latin typeface="Arvo"/>
                  <a:ea typeface="Arvo"/>
                  <a:cs typeface="Arvo"/>
                  <a:sym typeface="Arvo"/>
                </a:endParaRPr>
              </a:p>
              <a:p>
                <a:pPr indent="0" lvl="0" marL="0" rtl="0" algn="r">
                  <a:spcBef>
                    <a:spcPts val="0"/>
                  </a:spcBef>
                  <a:spcAft>
                    <a:spcPts val="0"/>
                  </a:spcAft>
                  <a:buNone/>
                </a:pPr>
                <a:r>
                  <a:t/>
                </a:r>
                <a:endParaRPr i="1" sz="400">
                  <a:solidFill>
                    <a:srgbClr val="666666"/>
                  </a:solidFill>
                  <a:latin typeface="Arvo"/>
                  <a:ea typeface="Arvo"/>
                  <a:cs typeface="Arvo"/>
                  <a:sym typeface="Arvo"/>
                </a:endParaRPr>
              </a:p>
            </p:txBody>
          </p:sp>
        </p:grpSp>
        <p:grpSp>
          <p:nvGrpSpPr>
            <p:cNvPr id="12747" name="Google Shape;12747;p216"/>
            <p:cNvGrpSpPr/>
            <p:nvPr/>
          </p:nvGrpSpPr>
          <p:grpSpPr>
            <a:xfrm>
              <a:off x="6739488" y="3104947"/>
              <a:ext cx="2376625" cy="200100"/>
              <a:chOff x="624700" y="1498750"/>
              <a:chExt cx="2376625" cy="200100"/>
            </a:xfrm>
          </p:grpSpPr>
          <p:sp>
            <p:nvSpPr>
              <p:cNvPr id="12748" name="Google Shape;12748;p216"/>
              <p:cNvSpPr txBox="1"/>
              <p:nvPr/>
            </p:nvSpPr>
            <p:spPr>
              <a:xfrm>
                <a:off x="747725" y="1498750"/>
                <a:ext cx="2253600" cy="200100"/>
              </a:xfrm>
              <a:prstGeom prst="rect">
                <a:avLst/>
              </a:prstGeom>
              <a:solidFill>
                <a:srgbClr val="F3F3F3"/>
              </a:solidFill>
              <a:ln>
                <a:noFill/>
              </a:ln>
            </p:spPr>
            <p:txBody>
              <a:bodyPr anchorCtr="0" anchor="ctr" bIns="18000" lIns="18000" spcFirstLastPara="1" rIns="18000" wrap="square" tIns="18000">
                <a:noAutofit/>
              </a:bodyPr>
              <a:lstStyle/>
              <a:p>
                <a:pPr indent="0" lvl="0" marL="0" rtl="0" algn="l">
                  <a:spcBef>
                    <a:spcPts val="0"/>
                  </a:spcBef>
                  <a:spcAft>
                    <a:spcPts val="0"/>
                  </a:spcAft>
                  <a:buNone/>
                </a:pPr>
                <a:r>
                  <a:t/>
                </a:r>
                <a:endParaRPr sz="800">
                  <a:solidFill>
                    <a:srgbClr val="434343"/>
                  </a:solidFill>
                </a:endParaRPr>
              </a:p>
            </p:txBody>
          </p:sp>
          <p:sp>
            <p:nvSpPr>
              <p:cNvPr id="12749" name="Google Shape;12749;p216"/>
              <p:cNvSpPr txBox="1"/>
              <p:nvPr/>
            </p:nvSpPr>
            <p:spPr>
              <a:xfrm>
                <a:off x="624700" y="1514200"/>
                <a:ext cx="86100" cy="169200"/>
              </a:xfrm>
              <a:prstGeom prst="rect">
                <a:avLst/>
              </a:prstGeom>
              <a:noFill/>
              <a:ln>
                <a:noFill/>
              </a:ln>
            </p:spPr>
            <p:txBody>
              <a:bodyPr anchorCtr="0" anchor="ctr" bIns="0" lIns="0" spcFirstLastPara="1" rIns="0" wrap="square" tIns="0">
                <a:spAutoFit/>
              </a:bodyPr>
              <a:lstStyle/>
              <a:p>
                <a:pPr indent="0" lvl="0" marL="0" rtl="0" algn="r">
                  <a:spcBef>
                    <a:spcPts val="0"/>
                  </a:spcBef>
                  <a:spcAft>
                    <a:spcPts val="0"/>
                  </a:spcAft>
                  <a:buNone/>
                </a:pPr>
                <a:r>
                  <a:rPr lang="es-419" sz="700">
                    <a:latin typeface="Arvo"/>
                    <a:ea typeface="Arvo"/>
                    <a:cs typeface="Arvo"/>
                    <a:sym typeface="Arvo"/>
                  </a:rPr>
                  <a:t>3.</a:t>
                </a:r>
                <a:endParaRPr sz="700">
                  <a:latin typeface="Arvo"/>
                  <a:ea typeface="Arvo"/>
                  <a:cs typeface="Arvo"/>
                  <a:sym typeface="Arvo"/>
                </a:endParaRPr>
              </a:p>
              <a:p>
                <a:pPr indent="0" lvl="0" marL="0" rtl="0" algn="r">
                  <a:spcBef>
                    <a:spcPts val="0"/>
                  </a:spcBef>
                  <a:spcAft>
                    <a:spcPts val="0"/>
                  </a:spcAft>
                  <a:buNone/>
                </a:pPr>
                <a:r>
                  <a:t/>
                </a:r>
                <a:endParaRPr i="1" sz="400">
                  <a:solidFill>
                    <a:srgbClr val="666666"/>
                  </a:solidFill>
                  <a:latin typeface="Arvo"/>
                  <a:ea typeface="Arvo"/>
                  <a:cs typeface="Arvo"/>
                  <a:sym typeface="Arvo"/>
                </a:endParaRPr>
              </a:p>
            </p:txBody>
          </p:sp>
        </p:grpSp>
        <p:grpSp>
          <p:nvGrpSpPr>
            <p:cNvPr id="12750" name="Google Shape;12750;p216"/>
            <p:cNvGrpSpPr/>
            <p:nvPr/>
          </p:nvGrpSpPr>
          <p:grpSpPr>
            <a:xfrm>
              <a:off x="6739488" y="3327484"/>
              <a:ext cx="2376625" cy="200100"/>
              <a:chOff x="624700" y="1498750"/>
              <a:chExt cx="2376625" cy="200100"/>
            </a:xfrm>
          </p:grpSpPr>
          <p:sp>
            <p:nvSpPr>
              <p:cNvPr id="12751" name="Google Shape;12751;p216"/>
              <p:cNvSpPr txBox="1"/>
              <p:nvPr/>
            </p:nvSpPr>
            <p:spPr>
              <a:xfrm>
                <a:off x="747725" y="1498750"/>
                <a:ext cx="2253600" cy="200100"/>
              </a:xfrm>
              <a:prstGeom prst="rect">
                <a:avLst/>
              </a:prstGeom>
              <a:solidFill>
                <a:srgbClr val="F3F3F3"/>
              </a:solidFill>
              <a:ln>
                <a:noFill/>
              </a:ln>
            </p:spPr>
            <p:txBody>
              <a:bodyPr anchorCtr="0" anchor="ctr" bIns="18000" lIns="18000" spcFirstLastPara="1" rIns="18000" wrap="square" tIns="18000">
                <a:noAutofit/>
              </a:bodyPr>
              <a:lstStyle/>
              <a:p>
                <a:pPr indent="0" lvl="0" marL="0" rtl="0" algn="l">
                  <a:spcBef>
                    <a:spcPts val="0"/>
                  </a:spcBef>
                  <a:spcAft>
                    <a:spcPts val="0"/>
                  </a:spcAft>
                  <a:buNone/>
                </a:pPr>
                <a:r>
                  <a:t/>
                </a:r>
                <a:endParaRPr sz="800">
                  <a:solidFill>
                    <a:srgbClr val="434343"/>
                  </a:solidFill>
                </a:endParaRPr>
              </a:p>
            </p:txBody>
          </p:sp>
          <p:sp>
            <p:nvSpPr>
              <p:cNvPr id="12752" name="Google Shape;12752;p216"/>
              <p:cNvSpPr txBox="1"/>
              <p:nvPr/>
            </p:nvSpPr>
            <p:spPr>
              <a:xfrm>
                <a:off x="624700" y="1514200"/>
                <a:ext cx="86100" cy="169200"/>
              </a:xfrm>
              <a:prstGeom prst="rect">
                <a:avLst/>
              </a:prstGeom>
              <a:noFill/>
              <a:ln>
                <a:noFill/>
              </a:ln>
            </p:spPr>
            <p:txBody>
              <a:bodyPr anchorCtr="0" anchor="ctr" bIns="0" lIns="0" spcFirstLastPara="1" rIns="0" wrap="square" tIns="0">
                <a:spAutoFit/>
              </a:bodyPr>
              <a:lstStyle/>
              <a:p>
                <a:pPr indent="0" lvl="0" marL="0" rtl="0" algn="r">
                  <a:spcBef>
                    <a:spcPts val="0"/>
                  </a:spcBef>
                  <a:spcAft>
                    <a:spcPts val="0"/>
                  </a:spcAft>
                  <a:buNone/>
                </a:pPr>
                <a:r>
                  <a:rPr lang="es-419" sz="700">
                    <a:latin typeface="Arvo"/>
                    <a:ea typeface="Arvo"/>
                    <a:cs typeface="Arvo"/>
                    <a:sym typeface="Arvo"/>
                  </a:rPr>
                  <a:t>4.</a:t>
                </a:r>
                <a:endParaRPr sz="700">
                  <a:latin typeface="Arvo"/>
                  <a:ea typeface="Arvo"/>
                  <a:cs typeface="Arvo"/>
                  <a:sym typeface="Arvo"/>
                </a:endParaRPr>
              </a:p>
              <a:p>
                <a:pPr indent="0" lvl="0" marL="0" rtl="0" algn="r">
                  <a:spcBef>
                    <a:spcPts val="0"/>
                  </a:spcBef>
                  <a:spcAft>
                    <a:spcPts val="0"/>
                  </a:spcAft>
                  <a:buNone/>
                </a:pPr>
                <a:r>
                  <a:t/>
                </a:r>
                <a:endParaRPr i="1" sz="400">
                  <a:solidFill>
                    <a:srgbClr val="666666"/>
                  </a:solidFill>
                  <a:latin typeface="Arvo"/>
                  <a:ea typeface="Arvo"/>
                  <a:cs typeface="Arvo"/>
                  <a:sym typeface="Arvo"/>
                </a:endParaRPr>
              </a:p>
            </p:txBody>
          </p:sp>
        </p:grpSp>
        <p:grpSp>
          <p:nvGrpSpPr>
            <p:cNvPr id="12753" name="Google Shape;12753;p216"/>
            <p:cNvGrpSpPr/>
            <p:nvPr/>
          </p:nvGrpSpPr>
          <p:grpSpPr>
            <a:xfrm>
              <a:off x="6739488" y="3555909"/>
              <a:ext cx="2376625" cy="200100"/>
              <a:chOff x="624700" y="1498750"/>
              <a:chExt cx="2376625" cy="200100"/>
            </a:xfrm>
          </p:grpSpPr>
          <p:sp>
            <p:nvSpPr>
              <p:cNvPr id="12754" name="Google Shape;12754;p216"/>
              <p:cNvSpPr txBox="1"/>
              <p:nvPr/>
            </p:nvSpPr>
            <p:spPr>
              <a:xfrm>
                <a:off x="747725" y="1498750"/>
                <a:ext cx="2253600" cy="200100"/>
              </a:xfrm>
              <a:prstGeom prst="rect">
                <a:avLst/>
              </a:prstGeom>
              <a:solidFill>
                <a:srgbClr val="F3F3F3"/>
              </a:solidFill>
              <a:ln>
                <a:noFill/>
              </a:ln>
            </p:spPr>
            <p:txBody>
              <a:bodyPr anchorCtr="0" anchor="ctr" bIns="18000" lIns="18000" spcFirstLastPara="1" rIns="18000" wrap="square" tIns="18000">
                <a:noAutofit/>
              </a:bodyPr>
              <a:lstStyle/>
              <a:p>
                <a:pPr indent="0" lvl="0" marL="0" rtl="0" algn="l">
                  <a:spcBef>
                    <a:spcPts val="0"/>
                  </a:spcBef>
                  <a:spcAft>
                    <a:spcPts val="0"/>
                  </a:spcAft>
                  <a:buNone/>
                </a:pPr>
                <a:r>
                  <a:t/>
                </a:r>
                <a:endParaRPr sz="800">
                  <a:solidFill>
                    <a:srgbClr val="434343"/>
                  </a:solidFill>
                </a:endParaRPr>
              </a:p>
            </p:txBody>
          </p:sp>
          <p:sp>
            <p:nvSpPr>
              <p:cNvPr id="12755" name="Google Shape;12755;p216"/>
              <p:cNvSpPr txBox="1"/>
              <p:nvPr/>
            </p:nvSpPr>
            <p:spPr>
              <a:xfrm>
                <a:off x="624700" y="1514200"/>
                <a:ext cx="86100" cy="169200"/>
              </a:xfrm>
              <a:prstGeom prst="rect">
                <a:avLst/>
              </a:prstGeom>
              <a:noFill/>
              <a:ln>
                <a:noFill/>
              </a:ln>
            </p:spPr>
            <p:txBody>
              <a:bodyPr anchorCtr="0" anchor="ctr" bIns="0" lIns="0" spcFirstLastPara="1" rIns="0" wrap="square" tIns="0">
                <a:spAutoFit/>
              </a:bodyPr>
              <a:lstStyle/>
              <a:p>
                <a:pPr indent="0" lvl="0" marL="0" rtl="0" algn="r">
                  <a:spcBef>
                    <a:spcPts val="0"/>
                  </a:spcBef>
                  <a:spcAft>
                    <a:spcPts val="0"/>
                  </a:spcAft>
                  <a:buNone/>
                </a:pPr>
                <a:r>
                  <a:rPr lang="es-419" sz="700">
                    <a:latin typeface="Arvo"/>
                    <a:ea typeface="Arvo"/>
                    <a:cs typeface="Arvo"/>
                    <a:sym typeface="Arvo"/>
                  </a:rPr>
                  <a:t>5.</a:t>
                </a:r>
                <a:endParaRPr sz="700">
                  <a:latin typeface="Arvo"/>
                  <a:ea typeface="Arvo"/>
                  <a:cs typeface="Arvo"/>
                  <a:sym typeface="Arvo"/>
                </a:endParaRPr>
              </a:p>
              <a:p>
                <a:pPr indent="0" lvl="0" marL="0" rtl="0" algn="r">
                  <a:spcBef>
                    <a:spcPts val="0"/>
                  </a:spcBef>
                  <a:spcAft>
                    <a:spcPts val="0"/>
                  </a:spcAft>
                  <a:buNone/>
                </a:pPr>
                <a:r>
                  <a:t/>
                </a:r>
                <a:endParaRPr i="1" sz="400">
                  <a:solidFill>
                    <a:srgbClr val="666666"/>
                  </a:solidFill>
                  <a:latin typeface="Arvo"/>
                  <a:ea typeface="Arvo"/>
                  <a:cs typeface="Arvo"/>
                  <a:sym typeface="Arvo"/>
                </a:endParaRPr>
              </a:p>
            </p:txBody>
          </p:sp>
        </p:grpSp>
      </p:grpSp>
    </p:spTree>
  </p:cSld>
  <p:clrMapOvr>
    <a:masterClrMapping/>
  </p:clrMapOvr>
</p:sldLayout>
</file>

<file path=ppt/slideLayouts/slideLayout2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0.1 Plantilla de Proceso">
  <p:cSld name="TITLE_3">
    <p:spTree>
      <p:nvGrpSpPr>
        <p:cNvPr id="12760" name="Shape 12760"/>
        <p:cNvGrpSpPr/>
        <p:nvPr/>
      </p:nvGrpSpPr>
      <p:grpSpPr>
        <a:xfrm>
          <a:off x="0" y="0"/>
          <a:ext cx="0" cy="0"/>
          <a:chOff x="0" y="0"/>
          <a:chExt cx="0" cy="0"/>
        </a:xfrm>
      </p:grpSpPr>
      <p:sp>
        <p:nvSpPr>
          <p:cNvPr id="12761" name="Google Shape;12761;p218"/>
          <p:cNvSpPr/>
          <p:nvPr/>
        </p:nvSpPr>
        <p:spPr>
          <a:xfrm>
            <a:off x="97888" y="377012"/>
            <a:ext cx="9893400" cy="296700"/>
          </a:xfrm>
          <a:prstGeom prst="roundRect">
            <a:avLst>
              <a:gd fmla="val 22902" name="adj"/>
            </a:avLst>
          </a:prstGeom>
          <a:solidFill>
            <a:srgbClr val="F3F3F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12762" name="Google Shape;12762;p218"/>
          <p:cNvSpPr/>
          <p:nvPr/>
        </p:nvSpPr>
        <p:spPr>
          <a:xfrm>
            <a:off x="77688" y="358938"/>
            <a:ext cx="9935700" cy="6438000"/>
          </a:xfrm>
          <a:prstGeom prst="roundRect">
            <a:avLst>
              <a:gd fmla="val 2618" name="adj"/>
            </a:avLst>
          </a:prstGeom>
          <a:solidFill>
            <a:srgbClr val="FFFFFF"/>
          </a:solidFill>
          <a:ln cap="flat" cmpd="sng" w="38100">
            <a:solidFill>
              <a:srgbClr val="000000"/>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763" name="Google Shape;12763;p218"/>
          <p:cNvCxnSpPr/>
          <p:nvPr/>
        </p:nvCxnSpPr>
        <p:spPr>
          <a:xfrm>
            <a:off x="77688" y="772614"/>
            <a:ext cx="9935700" cy="0"/>
          </a:xfrm>
          <a:prstGeom prst="straightConnector1">
            <a:avLst/>
          </a:prstGeom>
          <a:noFill/>
          <a:ln cap="flat" cmpd="sng" w="19050">
            <a:solidFill>
              <a:srgbClr val="000000"/>
            </a:solidFill>
            <a:prstDash val="solid"/>
            <a:round/>
            <a:headEnd len="med" w="med" type="none"/>
            <a:tailEnd len="med" w="med" type="none"/>
          </a:ln>
        </p:spPr>
      </p:cxnSp>
      <p:cxnSp>
        <p:nvCxnSpPr>
          <p:cNvPr id="12764" name="Google Shape;12764;p218"/>
          <p:cNvCxnSpPr/>
          <p:nvPr/>
        </p:nvCxnSpPr>
        <p:spPr>
          <a:xfrm rot="10800000">
            <a:off x="2439038" y="368188"/>
            <a:ext cx="0" cy="402300"/>
          </a:xfrm>
          <a:prstGeom prst="straightConnector1">
            <a:avLst/>
          </a:prstGeom>
          <a:noFill/>
          <a:ln cap="flat" cmpd="sng" w="19050">
            <a:solidFill>
              <a:srgbClr val="000000"/>
            </a:solidFill>
            <a:prstDash val="solid"/>
            <a:round/>
            <a:headEnd len="med" w="med" type="none"/>
            <a:tailEnd len="med" w="med" type="none"/>
          </a:ln>
        </p:spPr>
      </p:cxnSp>
      <p:sp>
        <p:nvSpPr>
          <p:cNvPr id="12765" name="Google Shape;12765;p218"/>
          <p:cNvSpPr txBox="1"/>
          <p:nvPr>
            <p:ph type="title"/>
          </p:nvPr>
        </p:nvSpPr>
        <p:spPr>
          <a:xfrm flipH="1">
            <a:off x="3219174" y="437575"/>
            <a:ext cx="1731300" cy="2658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200"/>
              <a:buNone/>
              <a:defRPr sz="1200">
                <a:solidFill>
                  <a:srgbClr val="000000"/>
                </a:solidFill>
              </a:defRPr>
            </a:lvl1pPr>
            <a:lvl2pPr lvl="1">
              <a:spcBef>
                <a:spcPts val="0"/>
              </a:spcBef>
              <a:spcAft>
                <a:spcPts val="0"/>
              </a:spcAft>
              <a:buClr>
                <a:srgbClr val="000000"/>
              </a:buClr>
              <a:buSzPts val="1100"/>
              <a:buNone/>
              <a:defRPr sz="1100">
                <a:solidFill>
                  <a:srgbClr val="000000"/>
                </a:solidFill>
              </a:defRPr>
            </a:lvl2pPr>
            <a:lvl3pPr lvl="2">
              <a:spcBef>
                <a:spcPts val="0"/>
              </a:spcBef>
              <a:spcAft>
                <a:spcPts val="0"/>
              </a:spcAft>
              <a:buClr>
                <a:srgbClr val="000000"/>
              </a:buClr>
              <a:buSzPts val="1100"/>
              <a:buNone/>
              <a:defRPr sz="1100">
                <a:solidFill>
                  <a:srgbClr val="000000"/>
                </a:solidFill>
              </a:defRPr>
            </a:lvl3pPr>
            <a:lvl4pPr lvl="3">
              <a:spcBef>
                <a:spcPts val="0"/>
              </a:spcBef>
              <a:spcAft>
                <a:spcPts val="0"/>
              </a:spcAft>
              <a:buClr>
                <a:srgbClr val="000000"/>
              </a:buClr>
              <a:buSzPts val="1100"/>
              <a:buNone/>
              <a:defRPr sz="1100">
                <a:solidFill>
                  <a:srgbClr val="000000"/>
                </a:solidFill>
              </a:defRPr>
            </a:lvl4pPr>
            <a:lvl5pPr lvl="4">
              <a:spcBef>
                <a:spcPts val="0"/>
              </a:spcBef>
              <a:spcAft>
                <a:spcPts val="0"/>
              </a:spcAft>
              <a:buClr>
                <a:srgbClr val="000000"/>
              </a:buClr>
              <a:buSzPts val="1100"/>
              <a:buNone/>
              <a:defRPr sz="1100">
                <a:solidFill>
                  <a:srgbClr val="000000"/>
                </a:solidFill>
              </a:defRPr>
            </a:lvl5pPr>
            <a:lvl6pPr lvl="5">
              <a:spcBef>
                <a:spcPts val="0"/>
              </a:spcBef>
              <a:spcAft>
                <a:spcPts val="0"/>
              </a:spcAft>
              <a:buClr>
                <a:srgbClr val="000000"/>
              </a:buClr>
              <a:buSzPts val="1100"/>
              <a:buNone/>
              <a:defRPr sz="1100">
                <a:solidFill>
                  <a:srgbClr val="000000"/>
                </a:solidFill>
              </a:defRPr>
            </a:lvl6pPr>
            <a:lvl7pPr lvl="6">
              <a:spcBef>
                <a:spcPts val="0"/>
              </a:spcBef>
              <a:spcAft>
                <a:spcPts val="0"/>
              </a:spcAft>
              <a:buClr>
                <a:srgbClr val="000000"/>
              </a:buClr>
              <a:buSzPts val="1100"/>
              <a:buNone/>
              <a:defRPr sz="1100">
                <a:solidFill>
                  <a:srgbClr val="000000"/>
                </a:solidFill>
              </a:defRPr>
            </a:lvl7pPr>
            <a:lvl8pPr lvl="7">
              <a:spcBef>
                <a:spcPts val="0"/>
              </a:spcBef>
              <a:spcAft>
                <a:spcPts val="0"/>
              </a:spcAft>
              <a:buClr>
                <a:srgbClr val="000000"/>
              </a:buClr>
              <a:buSzPts val="1100"/>
              <a:buNone/>
              <a:defRPr sz="1100">
                <a:solidFill>
                  <a:srgbClr val="000000"/>
                </a:solidFill>
              </a:defRPr>
            </a:lvl8pPr>
            <a:lvl9pPr lvl="8">
              <a:spcBef>
                <a:spcPts val="0"/>
              </a:spcBef>
              <a:spcAft>
                <a:spcPts val="0"/>
              </a:spcAft>
              <a:buClr>
                <a:srgbClr val="000000"/>
              </a:buClr>
              <a:buSzPts val="1100"/>
              <a:buNone/>
              <a:defRPr sz="1100">
                <a:solidFill>
                  <a:srgbClr val="000000"/>
                </a:solidFill>
              </a:defRPr>
            </a:lvl9pPr>
          </a:lstStyle>
          <a:p/>
        </p:txBody>
      </p:sp>
      <p:sp>
        <p:nvSpPr>
          <p:cNvPr id="12766" name="Google Shape;12766;p218"/>
          <p:cNvSpPr txBox="1"/>
          <p:nvPr/>
        </p:nvSpPr>
        <p:spPr>
          <a:xfrm>
            <a:off x="2513487" y="437267"/>
            <a:ext cx="679500" cy="2664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b="1" lang="es-419" sz="1100"/>
              <a:t>Proceso:</a:t>
            </a:r>
            <a:endParaRPr b="1" sz="1100"/>
          </a:p>
        </p:txBody>
      </p:sp>
      <p:cxnSp>
        <p:nvCxnSpPr>
          <p:cNvPr id="12767" name="Google Shape;12767;p218"/>
          <p:cNvCxnSpPr/>
          <p:nvPr/>
        </p:nvCxnSpPr>
        <p:spPr>
          <a:xfrm rot="10800000">
            <a:off x="5070754" y="368188"/>
            <a:ext cx="0" cy="402300"/>
          </a:xfrm>
          <a:prstGeom prst="straightConnector1">
            <a:avLst/>
          </a:prstGeom>
          <a:noFill/>
          <a:ln cap="flat" cmpd="sng" w="19050">
            <a:solidFill>
              <a:srgbClr val="000000"/>
            </a:solidFill>
            <a:prstDash val="solid"/>
            <a:round/>
            <a:headEnd len="med" w="med" type="none"/>
            <a:tailEnd len="med" w="med" type="none"/>
          </a:ln>
        </p:spPr>
      </p:cxnSp>
      <p:sp>
        <p:nvSpPr>
          <p:cNvPr id="12768" name="Google Shape;12768;p218"/>
          <p:cNvSpPr/>
          <p:nvPr/>
        </p:nvSpPr>
        <p:spPr>
          <a:xfrm>
            <a:off x="77688" y="349338"/>
            <a:ext cx="2361300" cy="421200"/>
          </a:xfrm>
          <a:prstGeom prst="roundRect">
            <a:avLst>
              <a:gd fmla="val 50000" name="adj"/>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s-419" sz="1200">
                <a:solidFill>
                  <a:srgbClr val="FFFFFF"/>
                </a:solidFill>
              </a:rPr>
              <a:t>Plantilla de proceso</a:t>
            </a:r>
            <a:endParaRPr b="1" sz="1200">
              <a:solidFill>
                <a:srgbClr val="FFFFFF"/>
              </a:solidFill>
            </a:endParaRPr>
          </a:p>
          <a:p>
            <a:pPr indent="0" lvl="0" marL="0" rtl="0" algn="ctr">
              <a:spcBef>
                <a:spcPts val="0"/>
              </a:spcBef>
              <a:spcAft>
                <a:spcPts val="0"/>
              </a:spcAft>
              <a:buNone/>
            </a:pPr>
            <a:r>
              <a:t/>
            </a:r>
            <a:endParaRPr b="1" sz="1200">
              <a:solidFill>
                <a:srgbClr val="FFFFFF"/>
              </a:solidFill>
            </a:endParaRPr>
          </a:p>
        </p:txBody>
      </p:sp>
      <p:sp>
        <p:nvSpPr>
          <p:cNvPr id="12769" name="Google Shape;12769;p218"/>
          <p:cNvSpPr/>
          <p:nvPr/>
        </p:nvSpPr>
        <p:spPr>
          <a:xfrm>
            <a:off x="83988" y="595504"/>
            <a:ext cx="190200" cy="1692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0" name="Google Shape;12770;p218"/>
          <p:cNvSpPr/>
          <p:nvPr/>
        </p:nvSpPr>
        <p:spPr>
          <a:xfrm>
            <a:off x="2292338" y="358938"/>
            <a:ext cx="146700" cy="4023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1" name="Google Shape;12771;p218"/>
          <p:cNvSpPr txBox="1"/>
          <p:nvPr>
            <p:ph idx="1" type="body"/>
          </p:nvPr>
        </p:nvSpPr>
        <p:spPr>
          <a:xfrm>
            <a:off x="641150" y="612125"/>
            <a:ext cx="1770300" cy="160500"/>
          </a:xfrm>
          <a:prstGeom prst="rect">
            <a:avLst/>
          </a:prstGeom>
          <a:noFill/>
          <a:ln>
            <a:noFill/>
          </a:ln>
        </p:spPr>
        <p:txBody>
          <a:bodyPr anchorCtr="0" anchor="t" bIns="0" lIns="0" spcFirstLastPara="1" rIns="0" wrap="square" tIns="0">
            <a:noAutofit/>
          </a:bodyPr>
          <a:lstStyle>
            <a:lvl1pPr indent="-292100" lvl="0" marL="457200" algn="ctr">
              <a:spcBef>
                <a:spcPts val="0"/>
              </a:spcBef>
              <a:spcAft>
                <a:spcPts val="0"/>
              </a:spcAft>
              <a:buClr>
                <a:srgbClr val="FFFFFF"/>
              </a:buClr>
              <a:buSzPts val="1000"/>
              <a:buChar char="●"/>
              <a:defRPr sz="1000">
                <a:solidFill>
                  <a:srgbClr val="FFFFFF"/>
                </a:solidFill>
              </a:defRPr>
            </a:lvl1pPr>
            <a:lvl2pPr indent="-292100" lvl="1" marL="914400" algn="ctr">
              <a:spcBef>
                <a:spcPts val="0"/>
              </a:spcBef>
              <a:spcAft>
                <a:spcPts val="0"/>
              </a:spcAft>
              <a:buClr>
                <a:srgbClr val="FFFFFF"/>
              </a:buClr>
              <a:buSzPts val="1000"/>
              <a:buChar char="○"/>
              <a:defRPr sz="1000">
                <a:solidFill>
                  <a:srgbClr val="FFFFFF"/>
                </a:solidFill>
              </a:defRPr>
            </a:lvl2pPr>
            <a:lvl3pPr indent="-292100" lvl="2" marL="1371600" algn="ctr">
              <a:spcBef>
                <a:spcPts val="0"/>
              </a:spcBef>
              <a:spcAft>
                <a:spcPts val="0"/>
              </a:spcAft>
              <a:buClr>
                <a:srgbClr val="FFFFFF"/>
              </a:buClr>
              <a:buSzPts val="1000"/>
              <a:buChar char="■"/>
              <a:defRPr sz="1000">
                <a:solidFill>
                  <a:srgbClr val="FFFFFF"/>
                </a:solidFill>
              </a:defRPr>
            </a:lvl3pPr>
            <a:lvl4pPr indent="-292100" lvl="3" marL="1828800" algn="ctr">
              <a:spcBef>
                <a:spcPts val="0"/>
              </a:spcBef>
              <a:spcAft>
                <a:spcPts val="0"/>
              </a:spcAft>
              <a:buClr>
                <a:srgbClr val="FFFFFF"/>
              </a:buClr>
              <a:buSzPts val="1000"/>
              <a:buChar char="●"/>
              <a:defRPr sz="1000">
                <a:solidFill>
                  <a:srgbClr val="FFFFFF"/>
                </a:solidFill>
              </a:defRPr>
            </a:lvl4pPr>
            <a:lvl5pPr indent="-292100" lvl="4" marL="2286000" algn="ctr">
              <a:spcBef>
                <a:spcPts val="0"/>
              </a:spcBef>
              <a:spcAft>
                <a:spcPts val="0"/>
              </a:spcAft>
              <a:buClr>
                <a:srgbClr val="FFFFFF"/>
              </a:buClr>
              <a:buSzPts val="1000"/>
              <a:buChar char="○"/>
              <a:defRPr sz="1000">
                <a:solidFill>
                  <a:srgbClr val="FFFFFF"/>
                </a:solidFill>
              </a:defRPr>
            </a:lvl5pPr>
            <a:lvl6pPr indent="-292100" lvl="5" marL="2743200" algn="ctr">
              <a:spcBef>
                <a:spcPts val="0"/>
              </a:spcBef>
              <a:spcAft>
                <a:spcPts val="0"/>
              </a:spcAft>
              <a:buClr>
                <a:srgbClr val="FFFFFF"/>
              </a:buClr>
              <a:buSzPts val="1000"/>
              <a:buChar char="■"/>
              <a:defRPr sz="1000">
                <a:solidFill>
                  <a:srgbClr val="FFFFFF"/>
                </a:solidFill>
              </a:defRPr>
            </a:lvl6pPr>
            <a:lvl7pPr indent="-292100" lvl="6" marL="3200400" algn="ctr">
              <a:spcBef>
                <a:spcPts val="0"/>
              </a:spcBef>
              <a:spcAft>
                <a:spcPts val="0"/>
              </a:spcAft>
              <a:buClr>
                <a:srgbClr val="FFFFFF"/>
              </a:buClr>
              <a:buSzPts val="1000"/>
              <a:buChar char="●"/>
              <a:defRPr sz="1000">
                <a:solidFill>
                  <a:srgbClr val="FFFFFF"/>
                </a:solidFill>
              </a:defRPr>
            </a:lvl7pPr>
            <a:lvl8pPr indent="-292100" lvl="7" marL="3657600" algn="ctr">
              <a:spcBef>
                <a:spcPts val="0"/>
              </a:spcBef>
              <a:spcAft>
                <a:spcPts val="0"/>
              </a:spcAft>
              <a:buClr>
                <a:srgbClr val="FFFFFF"/>
              </a:buClr>
              <a:buSzPts val="1000"/>
              <a:buChar char="○"/>
              <a:defRPr sz="1000">
                <a:solidFill>
                  <a:srgbClr val="FFFFFF"/>
                </a:solidFill>
              </a:defRPr>
            </a:lvl8pPr>
            <a:lvl9pPr indent="-292100" lvl="8" marL="4114800" algn="ctr">
              <a:spcBef>
                <a:spcPts val="0"/>
              </a:spcBef>
              <a:spcAft>
                <a:spcPts val="0"/>
              </a:spcAft>
              <a:buClr>
                <a:srgbClr val="FFFFFF"/>
              </a:buClr>
              <a:buSzPts val="1000"/>
              <a:buChar char="■"/>
              <a:defRPr sz="1000">
                <a:solidFill>
                  <a:srgbClr val="FFFFFF"/>
                </a:solidFill>
              </a:defRPr>
            </a:lvl9pPr>
          </a:lstStyle>
          <a:p/>
        </p:txBody>
      </p:sp>
      <p:sp>
        <p:nvSpPr>
          <p:cNvPr id="12772" name="Google Shape;12772;p218"/>
          <p:cNvSpPr txBox="1"/>
          <p:nvPr/>
        </p:nvSpPr>
        <p:spPr>
          <a:xfrm>
            <a:off x="278183" y="2523036"/>
            <a:ext cx="509100" cy="878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b="1">
              <a:latin typeface="Arvo"/>
              <a:ea typeface="Arvo"/>
              <a:cs typeface="Arvo"/>
              <a:sym typeface="Arvo"/>
            </a:endParaRPr>
          </a:p>
        </p:txBody>
      </p:sp>
      <p:sp>
        <p:nvSpPr>
          <p:cNvPr id="12773" name="Google Shape;12773;p218"/>
          <p:cNvSpPr txBox="1"/>
          <p:nvPr/>
        </p:nvSpPr>
        <p:spPr>
          <a:xfrm>
            <a:off x="278183" y="3536053"/>
            <a:ext cx="509100" cy="878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b="1">
              <a:latin typeface="Arvo"/>
              <a:ea typeface="Arvo"/>
              <a:cs typeface="Arvo"/>
              <a:sym typeface="Arvo"/>
            </a:endParaRPr>
          </a:p>
        </p:txBody>
      </p:sp>
      <p:sp>
        <p:nvSpPr>
          <p:cNvPr id="12774" name="Google Shape;12774;p218"/>
          <p:cNvSpPr txBox="1"/>
          <p:nvPr/>
        </p:nvSpPr>
        <p:spPr>
          <a:xfrm>
            <a:off x="278183" y="4553002"/>
            <a:ext cx="509100" cy="878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b="1">
              <a:latin typeface="Arvo"/>
              <a:ea typeface="Arvo"/>
              <a:cs typeface="Arvo"/>
              <a:sym typeface="Arvo"/>
            </a:endParaRPr>
          </a:p>
        </p:txBody>
      </p:sp>
      <p:sp>
        <p:nvSpPr>
          <p:cNvPr id="12775" name="Google Shape;12775;p218"/>
          <p:cNvSpPr txBox="1"/>
          <p:nvPr/>
        </p:nvSpPr>
        <p:spPr>
          <a:xfrm>
            <a:off x="5191013" y="387663"/>
            <a:ext cx="13026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Finalidad empresa</a:t>
            </a:r>
            <a:endParaRPr b="1" sz="1100"/>
          </a:p>
        </p:txBody>
      </p:sp>
      <p:sp>
        <p:nvSpPr>
          <p:cNvPr id="12776" name="Google Shape;12776;p218"/>
          <p:cNvSpPr txBox="1"/>
          <p:nvPr/>
        </p:nvSpPr>
        <p:spPr>
          <a:xfrm>
            <a:off x="5191013" y="579538"/>
            <a:ext cx="11637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Finalidad cliente</a:t>
            </a:r>
            <a:endParaRPr b="1" sz="1100"/>
          </a:p>
        </p:txBody>
      </p:sp>
      <p:sp>
        <p:nvSpPr>
          <p:cNvPr id="12777" name="Google Shape;12777;p218"/>
          <p:cNvSpPr txBox="1"/>
          <p:nvPr>
            <p:ph idx="2" type="title"/>
          </p:nvPr>
        </p:nvSpPr>
        <p:spPr>
          <a:xfrm flipH="1">
            <a:off x="6546263" y="387663"/>
            <a:ext cx="3350100" cy="1692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000"/>
              <a:buNone/>
              <a:defRPr sz="1000">
                <a:solidFill>
                  <a:srgbClr val="000000"/>
                </a:solidFill>
              </a:defRPr>
            </a:lvl1pPr>
            <a:lvl2pPr lvl="1">
              <a:spcBef>
                <a:spcPts val="0"/>
              </a:spcBef>
              <a:spcAft>
                <a:spcPts val="0"/>
              </a:spcAft>
              <a:buClr>
                <a:srgbClr val="000000"/>
              </a:buClr>
              <a:buSzPts val="1000"/>
              <a:buNone/>
              <a:defRPr sz="1000">
                <a:solidFill>
                  <a:srgbClr val="000000"/>
                </a:solidFill>
              </a:defRPr>
            </a:lvl2pPr>
            <a:lvl3pPr lvl="2">
              <a:spcBef>
                <a:spcPts val="0"/>
              </a:spcBef>
              <a:spcAft>
                <a:spcPts val="0"/>
              </a:spcAft>
              <a:buClr>
                <a:srgbClr val="000000"/>
              </a:buClr>
              <a:buSzPts val="1000"/>
              <a:buNone/>
              <a:defRPr sz="1000">
                <a:solidFill>
                  <a:srgbClr val="000000"/>
                </a:solidFill>
              </a:defRPr>
            </a:lvl3pPr>
            <a:lvl4pPr lvl="3">
              <a:spcBef>
                <a:spcPts val="0"/>
              </a:spcBef>
              <a:spcAft>
                <a:spcPts val="0"/>
              </a:spcAft>
              <a:buClr>
                <a:srgbClr val="000000"/>
              </a:buClr>
              <a:buSzPts val="1000"/>
              <a:buNone/>
              <a:defRPr sz="1000">
                <a:solidFill>
                  <a:srgbClr val="000000"/>
                </a:solidFill>
              </a:defRPr>
            </a:lvl4pPr>
            <a:lvl5pPr lvl="4">
              <a:spcBef>
                <a:spcPts val="0"/>
              </a:spcBef>
              <a:spcAft>
                <a:spcPts val="0"/>
              </a:spcAft>
              <a:buClr>
                <a:srgbClr val="000000"/>
              </a:buClr>
              <a:buSzPts val="1000"/>
              <a:buNone/>
              <a:defRPr sz="1000">
                <a:solidFill>
                  <a:srgbClr val="000000"/>
                </a:solidFill>
              </a:defRPr>
            </a:lvl5pPr>
            <a:lvl6pPr lvl="5">
              <a:spcBef>
                <a:spcPts val="0"/>
              </a:spcBef>
              <a:spcAft>
                <a:spcPts val="0"/>
              </a:spcAft>
              <a:buClr>
                <a:srgbClr val="000000"/>
              </a:buClr>
              <a:buSzPts val="1000"/>
              <a:buNone/>
              <a:defRPr sz="1000">
                <a:solidFill>
                  <a:srgbClr val="000000"/>
                </a:solidFill>
              </a:defRPr>
            </a:lvl6pPr>
            <a:lvl7pPr lvl="6">
              <a:spcBef>
                <a:spcPts val="0"/>
              </a:spcBef>
              <a:spcAft>
                <a:spcPts val="0"/>
              </a:spcAft>
              <a:buClr>
                <a:srgbClr val="000000"/>
              </a:buClr>
              <a:buSzPts val="1000"/>
              <a:buNone/>
              <a:defRPr sz="1000">
                <a:solidFill>
                  <a:srgbClr val="000000"/>
                </a:solidFill>
              </a:defRPr>
            </a:lvl7pPr>
            <a:lvl8pPr lvl="7">
              <a:spcBef>
                <a:spcPts val="0"/>
              </a:spcBef>
              <a:spcAft>
                <a:spcPts val="0"/>
              </a:spcAft>
              <a:buClr>
                <a:srgbClr val="000000"/>
              </a:buClr>
              <a:buSzPts val="1000"/>
              <a:buNone/>
              <a:defRPr sz="1000">
                <a:solidFill>
                  <a:srgbClr val="000000"/>
                </a:solidFill>
              </a:defRPr>
            </a:lvl8pPr>
            <a:lvl9pPr lvl="8">
              <a:spcBef>
                <a:spcPts val="0"/>
              </a:spcBef>
              <a:spcAft>
                <a:spcPts val="0"/>
              </a:spcAft>
              <a:buClr>
                <a:srgbClr val="000000"/>
              </a:buClr>
              <a:buSzPts val="1000"/>
              <a:buNone/>
              <a:defRPr sz="1000">
                <a:solidFill>
                  <a:srgbClr val="000000"/>
                </a:solidFill>
              </a:defRPr>
            </a:lvl9pPr>
          </a:lstStyle>
          <a:p/>
        </p:txBody>
      </p:sp>
      <p:sp>
        <p:nvSpPr>
          <p:cNvPr id="12778" name="Google Shape;12778;p218"/>
          <p:cNvSpPr txBox="1"/>
          <p:nvPr>
            <p:ph idx="3" type="title"/>
          </p:nvPr>
        </p:nvSpPr>
        <p:spPr>
          <a:xfrm flipH="1">
            <a:off x="6546263" y="579538"/>
            <a:ext cx="3350100" cy="1692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000"/>
              <a:buNone/>
              <a:defRPr sz="1000">
                <a:solidFill>
                  <a:srgbClr val="000000"/>
                </a:solidFill>
              </a:defRPr>
            </a:lvl1pPr>
            <a:lvl2pPr lvl="1">
              <a:spcBef>
                <a:spcPts val="0"/>
              </a:spcBef>
              <a:spcAft>
                <a:spcPts val="0"/>
              </a:spcAft>
              <a:buClr>
                <a:srgbClr val="000000"/>
              </a:buClr>
              <a:buSzPts val="1000"/>
              <a:buNone/>
              <a:defRPr sz="1000">
                <a:solidFill>
                  <a:srgbClr val="000000"/>
                </a:solidFill>
              </a:defRPr>
            </a:lvl2pPr>
            <a:lvl3pPr lvl="2">
              <a:spcBef>
                <a:spcPts val="0"/>
              </a:spcBef>
              <a:spcAft>
                <a:spcPts val="0"/>
              </a:spcAft>
              <a:buClr>
                <a:srgbClr val="000000"/>
              </a:buClr>
              <a:buSzPts val="1000"/>
              <a:buNone/>
              <a:defRPr sz="1000">
                <a:solidFill>
                  <a:srgbClr val="000000"/>
                </a:solidFill>
              </a:defRPr>
            </a:lvl3pPr>
            <a:lvl4pPr lvl="3">
              <a:spcBef>
                <a:spcPts val="0"/>
              </a:spcBef>
              <a:spcAft>
                <a:spcPts val="0"/>
              </a:spcAft>
              <a:buClr>
                <a:srgbClr val="000000"/>
              </a:buClr>
              <a:buSzPts val="1000"/>
              <a:buNone/>
              <a:defRPr sz="1000">
                <a:solidFill>
                  <a:srgbClr val="000000"/>
                </a:solidFill>
              </a:defRPr>
            </a:lvl4pPr>
            <a:lvl5pPr lvl="4">
              <a:spcBef>
                <a:spcPts val="0"/>
              </a:spcBef>
              <a:spcAft>
                <a:spcPts val="0"/>
              </a:spcAft>
              <a:buClr>
                <a:srgbClr val="000000"/>
              </a:buClr>
              <a:buSzPts val="1000"/>
              <a:buNone/>
              <a:defRPr sz="1000">
                <a:solidFill>
                  <a:srgbClr val="000000"/>
                </a:solidFill>
              </a:defRPr>
            </a:lvl5pPr>
            <a:lvl6pPr lvl="5">
              <a:spcBef>
                <a:spcPts val="0"/>
              </a:spcBef>
              <a:spcAft>
                <a:spcPts val="0"/>
              </a:spcAft>
              <a:buClr>
                <a:srgbClr val="000000"/>
              </a:buClr>
              <a:buSzPts val="1000"/>
              <a:buNone/>
              <a:defRPr sz="1000">
                <a:solidFill>
                  <a:srgbClr val="000000"/>
                </a:solidFill>
              </a:defRPr>
            </a:lvl6pPr>
            <a:lvl7pPr lvl="6">
              <a:spcBef>
                <a:spcPts val="0"/>
              </a:spcBef>
              <a:spcAft>
                <a:spcPts val="0"/>
              </a:spcAft>
              <a:buClr>
                <a:srgbClr val="000000"/>
              </a:buClr>
              <a:buSzPts val="1000"/>
              <a:buNone/>
              <a:defRPr sz="1000">
                <a:solidFill>
                  <a:srgbClr val="000000"/>
                </a:solidFill>
              </a:defRPr>
            </a:lvl7pPr>
            <a:lvl8pPr lvl="7">
              <a:spcBef>
                <a:spcPts val="0"/>
              </a:spcBef>
              <a:spcAft>
                <a:spcPts val="0"/>
              </a:spcAft>
              <a:buClr>
                <a:srgbClr val="000000"/>
              </a:buClr>
              <a:buSzPts val="1000"/>
              <a:buNone/>
              <a:defRPr sz="1000">
                <a:solidFill>
                  <a:srgbClr val="000000"/>
                </a:solidFill>
              </a:defRPr>
            </a:lvl8pPr>
            <a:lvl9pPr lvl="8">
              <a:spcBef>
                <a:spcPts val="0"/>
              </a:spcBef>
              <a:spcAft>
                <a:spcPts val="0"/>
              </a:spcAft>
              <a:buClr>
                <a:srgbClr val="000000"/>
              </a:buClr>
              <a:buSzPts val="1000"/>
              <a:buNone/>
              <a:defRPr sz="1000">
                <a:solidFill>
                  <a:srgbClr val="000000"/>
                </a:solidFill>
              </a:defRPr>
            </a:lvl9pPr>
          </a:lstStyle>
          <a:p/>
        </p:txBody>
      </p:sp>
      <p:sp>
        <p:nvSpPr>
          <p:cNvPr id="12779" name="Google Shape;12779;p218"/>
          <p:cNvSpPr/>
          <p:nvPr/>
        </p:nvSpPr>
        <p:spPr>
          <a:xfrm>
            <a:off x="263400" y="1781844"/>
            <a:ext cx="7965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sp>
        <p:nvSpPr>
          <p:cNvPr id="12780" name="Google Shape;12780;p218"/>
          <p:cNvSpPr/>
          <p:nvPr/>
        </p:nvSpPr>
        <p:spPr>
          <a:xfrm>
            <a:off x="1179085" y="1781844"/>
            <a:ext cx="16236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cxnSp>
        <p:nvCxnSpPr>
          <p:cNvPr id="12781" name="Google Shape;12781;p218"/>
          <p:cNvCxnSpPr/>
          <p:nvPr/>
        </p:nvCxnSpPr>
        <p:spPr>
          <a:xfrm>
            <a:off x="1971290" y="1777312"/>
            <a:ext cx="2700" cy="446700"/>
          </a:xfrm>
          <a:prstGeom prst="straightConnector1">
            <a:avLst/>
          </a:prstGeom>
          <a:noFill/>
          <a:ln cap="flat" cmpd="sng" w="28575">
            <a:solidFill>
              <a:srgbClr val="D9D9D9"/>
            </a:solidFill>
            <a:prstDash val="solid"/>
            <a:round/>
            <a:headEnd len="sm" w="sm" type="none"/>
            <a:tailEnd len="sm" w="sm" type="none"/>
          </a:ln>
        </p:spPr>
      </p:cxnSp>
      <p:sp>
        <p:nvSpPr>
          <p:cNvPr id="12782" name="Google Shape;12782;p218"/>
          <p:cNvSpPr/>
          <p:nvPr/>
        </p:nvSpPr>
        <p:spPr>
          <a:xfrm>
            <a:off x="2921957" y="1781844"/>
            <a:ext cx="16236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cxnSp>
        <p:nvCxnSpPr>
          <p:cNvPr id="12783" name="Google Shape;12783;p218"/>
          <p:cNvCxnSpPr/>
          <p:nvPr/>
        </p:nvCxnSpPr>
        <p:spPr>
          <a:xfrm>
            <a:off x="3717505" y="1777459"/>
            <a:ext cx="2700" cy="446700"/>
          </a:xfrm>
          <a:prstGeom prst="straightConnector1">
            <a:avLst/>
          </a:prstGeom>
          <a:noFill/>
          <a:ln cap="flat" cmpd="sng" w="28575">
            <a:solidFill>
              <a:srgbClr val="D9D9D9"/>
            </a:solidFill>
            <a:prstDash val="solid"/>
            <a:round/>
            <a:headEnd len="sm" w="sm" type="none"/>
            <a:tailEnd len="sm" w="sm" type="none"/>
          </a:ln>
        </p:spPr>
      </p:cxnSp>
      <p:sp>
        <p:nvSpPr>
          <p:cNvPr id="12784" name="Google Shape;12784;p218"/>
          <p:cNvSpPr/>
          <p:nvPr/>
        </p:nvSpPr>
        <p:spPr>
          <a:xfrm>
            <a:off x="4664829" y="1781844"/>
            <a:ext cx="16236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cxnSp>
        <p:nvCxnSpPr>
          <p:cNvPr id="12785" name="Google Shape;12785;p218"/>
          <p:cNvCxnSpPr/>
          <p:nvPr/>
        </p:nvCxnSpPr>
        <p:spPr>
          <a:xfrm>
            <a:off x="5459249" y="1777300"/>
            <a:ext cx="2700" cy="446700"/>
          </a:xfrm>
          <a:prstGeom prst="straightConnector1">
            <a:avLst/>
          </a:prstGeom>
          <a:noFill/>
          <a:ln cap="flat" cmpd="sng" w="28575">
            <a:solidFill>
              <a:srgbClr val="D9D9D9"/>
            </a:solidFill>
            <a:prstDash val="solid"/>
            <a:round/>
            <a:headEnd len="sm" w="sm" type="none"/>
            <a:tailEnd len="sm" w="sm" type="none"/>
          </a:ln>
        </p:spPr>
      </p:cxnSp>
      <p:sp>
        <p:nvSpPr>
          <p:cNvPr id="12786" name="Google Shape;12786;p218"/>
          <p:cNvSpPr/>
          <p:nvPr/>
        </p:nvSpPr>
        <p:spPr>
          <a:xfrm>
            <a:off x="6418185" y="1781844"/>
            <a:ext cx="7965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sp>
        <p:nvSpPr>
          <p:cNvPr id="12787" name="Google Shape;12787;p218"/>
          <p:cNvSpPr/>
          <p:nvPr/>
        </p:nvSpPr>
        <p:spPr>
          <a:xfrm>
            <a:off x="7344354" y="1781844"/>
            <a:ext cx="24660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cxnSp>
        <p:nvCxnSpPr>
          <p:cNvPr id="12788" name="Google Shape;12788;p218"/>
          <p:cNvCxnSpPr/>
          <p:nvPr/>
        </p:nvCxnSpPr>
        <p:spPr>
          <a:xfrm>
            <a:off x="8159743" y="1777300"/>
            <a:ext cx="2700" cy="446700"/>
          </a:xfrm>
          <a:prstGeom prst="straightConnector1">
            <a:avLst/>
          </a:prstGeom>
          <a:noFill/>
          <a:ln cap="flat" cmpd="sng" w="28575">
            <a:solidFill>
              <a:srgbClr val="D9D9D9"/>
            </a:solidFill>
            <a:prstDash val="solid"/>
            <a:round/>
            <a:headEnd len="sm" w="sm" type="none"/>
            <a:tailEnd len="sm" w="sm" type="none"/>
          </a:ln>
        </p:spPr>
      </p:cxnSp>
      <p:cxnSp>
        <p:nvCxnSpPr>
          <p:cNvPr id="12789" name="Google Shape;12789;p218"/>
          <p:cNvCxnSpPr/>
          <p:nvPr/>
        </p:nvCxnSpPr>
        <p:spPr>
          <a:xfrm>
            <a:off x="8989875" y="1777337"/>
            <a:ext cx="2700" cy="446700"/>
          </a:xfrm>
          <a:prstGeom prst="straightConnector1">
            <a:avLst/>
          </a:prstGeom>
          <a:noFill/>
          <a:ln cap="flat" cmpd="sng" w="28575">
            <a:solidFill>
              <a:srgbClr val="D9D9D9"/>
            </a:solidFill>
            <a:prstDash val="solid"/>
            <a:round/>
            <a:headEnd len="sm" w="sm" type="none"/>
            <a:tailEnd len="sm" w="sm" type="none"/>
          </a:ln>
        </p:spPr>
      </p:cxnSp>
      <p:sp>
        <p:nvSpPr>
          <p:cNvPr id="12790" name="Google Shape;12790;p218"/>
          <p:cNvSpPr/>
          <p:nvPr/>
        </p:nvSpPr>
        <p:spPr>
          <a:xfrm>
            <a:off x="267899" y="2267276"/>
            <a:ext cx="7965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sp>
        <p:nvSpPr>
          <p:cNvPr id="12791" name="Google Shape;12791;p218"/>
          <p:cNvSpPr/>
          <p:nvPr/>
        </p:nvSpPr>
        <p:spPr>
          <a:xfrm>
            <a:off x="1183584" y="2267276"/>
            <a:ext cx="16236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cxnSp>
        <p:nvCxnSpPr>
          <p:cNvPr id="12792" name="Google Shape;12792;p218"/>
          <p:cNvCxnSpPr/>
          <p:nvPr/>
        </p:nvCxnSpPr>
        <p:spPr>
          <a:xfrm>
            <a:off x="1975789" y="2262744"/>
            <a:ext cx="2700" cy="446700"/>
          </a:xfrm>
          <a:prstGeom prst="straightConnector1">
            <a:avLst/>
          </a:prstGeom>
          <a:noFill/>
          <a:ln cap="flat" cmpd="sng" w="28575">
            <a:solidFill>
              <a:srgbClr val="D9D9D9"/>
            </a:solidFill>
            <a:prstDash val="solid"/>
            <a:round/>
            <a:headEnd len="sm" w="sm" type="none"/>
            <a:tailEnd len="sm" w="sm" type="none"/>
          </a:ln>
        </p:spPr>
      </p:cxnSp>
      <p:sp>
        <p:nvSpPr>
          <p:cNvPr id="12793" name="Google Shape;12793;p218"/>
          <p:cNvSpPr/>
          <p:nvPr/>
        </p:nvSpPr>
        <p:spPr>
          <a:xfrm>
            <a:off x="2926456" y="2267276"/>
            <a:ext cx="16236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cxnSp>
        <p:nvCxnSpPr>
          <p:cNvPr id="12794" name="Google Shape;12794;p218"/>
          <p:cNvCxnSpPr/>
          <p:nvPr/>
        </p:nvCxnSpPr>
        <p:spPr>
          <a:xfrm>
            <a:off x="3722005" y="2262891"/>
            <a:ext cx="2700" cy="446700"/>
          </a:xfrm>
          <a:prstGeom prst="straightConnector1">
            <a:avLst/>
          </a:prstGeom>
          <a:noFill/>
          <a:ln cap="flat" cmpd="sng" w="28575">
            <a:solidFill>
              <a:srgbClr val="D9D9D9"/>
            </a:solidFill>
            <a:prstDash val="solid"/>
            <a:round/>
            <a:headEnd len="sm" w="sm" type="none"/>
            <a:tailEnd len="sm" w="sm" type="none"/>
          </a:ln>
        </p:spPr>
      </p:cxnSp>
      <p:sp>
        <p:nvSpPr>
          <p:cNvPr id="12795" name="Google Shape;12795;p218"/>
          <p:cNvSpPr/>
          <p:nvPr/>
        </p:nvSpPr>
        <p:spPr>
          <a:xfrm>
            <a:off x="4669328" y="2267276"/>
            <a:ext cx="16236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cxnSp>
        <p:nvCxnSpPr>
          <p:cNvPr id="12796" name="Google Shape;12796;p218"/>
          <p:cNvCxnSpPr/>
          <p:nvPr/>
        </p:nvCxnSpPr>
        <p:spPr>
          <a:xfrm>
            <a:off x="5463748" y="2262732"/>
            <a:ext cx="2700" cy="446700"/>
          </a:xfrm>
          <a:prstGeom prst="straightConnector1">
            <a:avLst/>
          </a:prstGeom>
          <a:noFill/>
          <a:ln cap="flat" cmpd="sng" w="28575">
            <a:solidFill>
              <a:srgbClr val="D9D9D9"/>
            </a:solidFill>
            <a:prstDash val="solid"/>
            <a:round/>
            <a:headEnd len="sm" w="sm" type="none"/>
            <a:tailEnd len="sm" w="sm" type="none"/>
          </a:ln>
        </p:spPr>
      </p:cxnSp>
      <p:sp>
        <p:nvSpPr>
          <p:cNvPr id="12797" name="Google Shape;12797;p218"/>
          <p:cNvSpPr/>
          <p:nvPr/>
        </p:nvSpPr>
        <p:spPr>
          <a:xfrm>
            <a:off x="6422684" y="2267276"/>
            <a:ext cx="7965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sp>
        <p:nvSpPr>
          <p:cNvPr id="12798" name="Google Shape;12798;p218"/>
          <p:cNvSpPr/>
          <p:nvPr/>
        </p:nvSpPr>
        <p:spPr>
          <a:xfrm>
            <a:off x="7348853" y="2267276"/>
            <a:ext cx="24660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cxnSp>
        <p:nvCxnSpPr>
          <p:cNvPr id="12799" name="Google Shape;12799;p218"/>
          <p:cNvCxnSpPr/>
          <p:nvPr/>
        </p:nvCxnSpPr>
        <p:spPr>
          <a:xfrm>
            <a:off x="8164242" y="2262732"/>
            <a:ext cx="2700" cy="446700"/>
          </a:xfrm>
          <a:prstGeom prst="straightConnector1">
            <a:avLst/>
          </a:prstGeom>
          <a:noFill/>
          <a:ln cap="flat" cmpd="sng" w="28575">
            <a:solidFill>
              <a:srgbClr val="D9D9D9"/>
            </a:solidFill>
            <a:prstDash val="solid"/>
            <a:round/>
            <a:headEnd len="sm" w="sm" type="none"/>
            <a:tailEnd len="sm" w="sm" type="none"/>
          </a:ln>
        </p:spPr>
      </p:cxnSp>
      <p:cxnSp>
        <p:nvCxnSpPr>
          <p:cNvPr id="12800" name="Google Shape;12800;p218"/>
          <p:cNvCxnSpPr/>
          <p:nvPr/>
        </p:nvCxnSpPr>
        <p:spPr>
          <a:xfrm>
            <a:off x="8994374" y="2262769"/>
            <a:ext cx="2700" cy="446700"/>
          </a:xfrm>
          <a:prstGeom prst="straightConnector1">
            <a:avLst/>
          </a:prstGeom>
          <a:noFill/>
          <a:ln cap="flat" cmpd="sng" w="28575">
            <a:solidFill>
              <a:srgbClr val="D9D9D9"/>
            </a:solidFill>
            <a:prstDash val="solid"/>
            <a:round/>
            <a:headEnd len="sm" w="sm" type="none"/>
            <a:tailEnd len="sm" w="sm" type="none"/>
          </a:ln>
        </p:spPr>
      </p:cxnSp>
      <p:sp>
        <p:nvSpPr>
          <p:cNvPr id="12801" name="Google Shape;12801;p218"/>
          <p:cNvSpPr/>
          <p:nvPr/>
        </p:nvSpPr>
        <p:spPr>
          <a:xfrm>
            <a:off x="265150" y="2781289"/>
            <a:ext cx="7965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sp>
        <p:nvSpPr>
          <p:cNvPr id="12802" name="Google Shape;12802;p218"/>
          <p:cNvSpPr/>
          <p:nvPr/>
        </p:nvSpPr>
        <p:spPr>
          <a:xfrm>
            <a:off x="1180835" y="2781289"/>
            <a:ext cx="16236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cxnSp>
        <p:nvCxnSpPr>
          <p:cNvPr id="12803" name="Google Shape;12803;p218"/>
          <p:cNvCxnSpPr/>
          <p:nvPr/>
        </p:nvCxnSpPr>
        <p:spPr>
          <a:xfrm>
            <a:off x="1973040" y="2776758"/>
            <a:ext cx="2700" cy="446700"/>
          </a:xfrm>
          <a:prstGeom prst="straightConnector1">
            <a:avLst/>
          </a:prstGeom>
          <a:noFill/>
          <a:ln cap="flat" cmpd="sng" w="28575">
            <a:solidFill>
              <a:srgbClr val="D9D9D9"/>
            </a:solidFill>
            <a:prstDash val="solid"/>
            <a:round/>
            <a:headEnd len="sm" w="sm" type="none"/>
            <a:tailEnd len="sm" w="sm" type="none"/>
          </a:ln>
        </p:spPr>
      </p:cxnSp>
      <p:sp>
        <p:nvSpPr>
          <p:cNvPr id="12804" name="Google Shape;12804;p218"/>
          <p:cNvSpPr/>
          <p:nvPr/>
        </p:nvSpPr>
        <p:spPr>
          <a:xfrm>
            <a:off x="2923707" y="2781289"/>
            <a:ext cx="16236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cxnSp>
        <p:nvCxnSpPr>
          <p:cNvPr id="12805" name="Google Shape;12805;p218"/>
          <p:cNvCxnSpPr/>
          <p:nvPr/>
        </p:nvCxnSpPr>
        <p:spPr>
          <a:xfrm>
            <a:off x="3719255" y="2776904"/>
            <a:ext cx="2700" cy="446700"/>
          </a:xfrm>
          <a:prstGeom prst="straightConnector1">
            <a:avLst/>
          </a:prstGeom>
          <a:noFill/>
          <a:ln cap="flat" cmpd="sng" w="28575">
            <a:solidFill>
              <a:srgbClr val="D9D9D9"/>
            </a:solidFill>
            <a:prstDash val="solid"/>
            <a:round/>
            <a:headEnd len="sm" w="sm" type="none"/>
            <a:tailEnd len="sm" w="sm" type="none"/>
          </a:ln>
        </p:spPr>
      </p:cxnSp>
      <p:sp>
        <p:nvSpPr>
          <p:cNvPr id="12806" name="Google Shape;12806;p218"/>
          <p:cNvSpPr/>
          <p:nvPr/>
        </p:nvSpPr>
        <p:spPr>
          <a:xfrm>
            <a:off x="4666579" y="2781289"/>
            <a:ext cx="16236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cxnSp>
        <p:nvCxnSpPr>
          <p:cNvPr id="12807" name="Google Shape;12807;p218"/>
          <p:cNvCxnSpPr/>
          <p:nvPr/>
        </p:nvCxnSpPr>
        <p:spPr>
          <a:xfrm>
            <a:off x="5460999" y="2776745"/>
            <a:ext cx="2700" cy="446700"/>
          </a:xfrm>
          <a:prstGeom prst="straightConnector1">
            <a:avLst/>
          </a:prstGeom>
          <a:noFill/>
          <a:ln cap="flat" cmpd="sng" w="28575">
            <a:solidFill>
              <a:srgbClr val="D9D9D9"/>
            </a:solidFill>
            <a:prstDash val="solid"/>
            <a:round/>
            <a:headEnd len="sm" w="sm" type="none"/>
            <a:tailEnd len="sm" w="sm" type="none"/>
          </a:ln>
        </p:spPr>
      </p:cxnSp>
      <p:sp>
        <p:nvSpPr>
          <p:cNvPr id="12808" name="Google Shape;12808;p218"/>
          <p:cNvSpPr/>
          <p:nvPr/>
        </p:nvSpPr>
        <p:spPr>
          <a:xfrm>
            <a:off x="6419935" y="2781289"/>
            <a:ext cx="7965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sp>
        <p:nvSpPr>
          <p:cNvPr id="12809" name="Google Shape;12809;p218"/>
          <p:cNvSpPr/>
          <p:nvPr/>
        </p:nvSpPr>
        <p:spPr>
          <a:xfrm>
            <a:off x="7346104" y="2781289"/>
            <a:ext cx="24660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cxnSp>
        <p:nvCxnSpPr>
          <p:cNvPr id="12810" name="Google Shape;12810;p218"/>
          <p:cNvCxnSpPr/>
          <p:nvPr/>
        </p:nvCxnSpPr>
        <p:spPr>
          <a:xfrm>
            <a:off x="8161493" y="2776745"/>
            <a:ext cx="2700" cy="446700"/>
          </a:xfrm>
          <a:prstGeom prst="straightConnector1">
            <a:avLst/>
          </a:prstGeom>
          <a:noFill/>
          <a:ln cap="flat" cmpd="sng" w="28575">
            <a:solidFill>
              <a:srgbClr val="D9D9D9"/>
            </a:solidFill>
            <a:prstDash val="solid"/>
            <a:round/>
            <a:headEnd len="sm" w="sm" type="none"/>
            <a:tailEnd len="sm" w="sm" type="none"/>
          </a:ln>
        </p:spPr>
      </p:cxnSp>
      <p:cxnSp>
        <p:nvCxnSpPr>
          <p:cNvPr id="12811" name="Google Shape;12811;p218"/>
          <p:cNvCxnSpPr/>
          <p:nvPr/>
        </p:nvCxnSpPr>
        <p:spPr>
          <a:xfrm>
            <a:off x="8991625" y="2776782"/>
            <a:ext cx="2700" cy="446700"/>
          </a:xfrm>
          <a:prstGeom prst="straightConnector1">
            <a:avLst/>
          </a:prstGeom>
          <a:noFill/>
          <a:ln cap="flat" cmpd="sng" w="28575">
            <a:solidFill>
              <a:srgbClr val="D9D9D9"/>
            </a:solidFill>
            <a:prstDash val="solid"/>
            <a:round/>
            <a:headEnd len="sm" w="sm" type="none"/>
            <a:tailEnd len="sm" w="sm" type="none"/>
          </a:ln>
        </p:spPr>
      </p:cxnSp>
      <p:sp>
        <p:nvSpPr>
          <p:cNvPr id="12812" name="Google Shape;12812;p218"/>
          <p:cNvSpPr/>
          <p:nvPr/>
        </p:nvSpPr>
        <p:spPr>
          <a:xfrm>
            <a:off x="269649" y="3266721"/>
            <a:ext cx="7965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sp>
        <p:nvSpPr>
          <p:cNvPr id="12813" name="Google Shape;12813;p218"/>
          <p:cNvSpPr/>
          <p:nvPr/>
        </p:nvSpPr>
        <p:spPr>
          <a:xfrm>
            <a:off x="1185334" y="3266721"/>
            <a:ext cx="16236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cxnSp>
        <p:nvCxnSpPr>
          <p:cNvPr id="12814" name="Google Shape;12814;p218"/>
          <p:cNvCxnSpPr/>
          <p:nvPr/>
        </p:nvCxnSpPr>
        <p:spPr>
          <a:xfrm>
            <a:off x="1977539" y="3262190"/>
            <a:ext cx="2700" cy="446700"/>
          </a:xfrm>
          <a:prstGeom prst="straightConnector1">
            <a:avLst/>
          </a:prstGeom>
          <a:noFill/>
          <a:ln cap="flat" cmpd="sng" w="28575">
            <a:solidFill>
              <a:srgbClr val="D9D9D9"/>
            </a:solidFill>
            <a:prstDash val="solid"/>
            <a:round/>
            <a:headEnd len="sm" w="sm" type="none"/>
            <a:tailEnd len="sm" w="sm" type="none"/>
          </a:ln>
        </p:spPr>
      </p:cxnSp>
      <p:sp>
        <p:nvSpPr>
          <p:cNvPr id="12815" name="Google Shape;12815;p218"/>
          <p:cNvSpPr/>
          <p:nvPr/>
        </p:nvSpPr>
        <p:spPr>
          <a:xfrm>
            <a:off x="2928206" y="3266721"/>
            <a:ext cx="16236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cxnSp>
        <p:nvCxnSpPr>
          <p:cNvPr id="12816" name="Google Shape;12816;p218"/>
          <p:cNvCxnSpPr/>
          <p:nvPr/>
        </p:nvCxnSpPr>
        <p:spPr>
          <a:xfrm>
            <a:off x="3723755" y="3262336"/>
            <a:ext cx="2700" cy="446700"/>
          </a:xfrm>
          <a:prstGeom prst="straightConnector1">
            <a:avLst/>
          </a:prstGeom>
          <a:noFill/>
          <a:ln cap="flat" cmpd="sng" w="28575">
            <a:solidFill>
              <a:srgbClr val="D9D9D9"/>
            </a:solidFill>
            <a:prstDash val="solid"/>
            <a:round/>
            <a:headEnd len="sm" w="sm" type="none"/>
            <a:tailEnd len="sm" w="sm" type="none"/>
          </a:ln>
        </p:spPr>
      </p:cxnSp>
      <p:sp>
        <p:nvSpPr>
          <p:cNvPr id="12817" name="Google Shape;12817;p218"/>
          <p:cNvSpPr/>
          <p:nvPr/>
        </p:nvSpPr>
        <p:spPr>
          <a:xfrm>
            <a:off x="4671078" y="3266721"/>
            <a:ext cx="16236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cxnSp>
        <p:nvCxnSpPr>
          <p:cNvPr id="12818" name="Google Shape;12818;p218"/>
          <p:cNvCxnSpPr/>
          <p:nvPr/>
        </p:nvCxnSpPr>
        <p:spPr>
          <a:xfrm>
            <a:off x="5465498" y="3262178"/>
            <a:ext cx="2700" cy="446700"/>
          </a:xfrm>
          <a:prstGeom prst="straightConnector1">
            <a:avLst/>
          </a:prstGeom>
          <a:noFill/>
          <a:ln cap="flat" cmpd="sng" w="28575">
            <a:solidFill>
              <a:srgbClr val="D9D9D9"/>
            </a:solidFill>
            <a:prstDash val="solid"/>
            <a:round/>
            <a:headEnd len="sm" w="sm" type="none"/>
            <a:tailEnd len="sm" w="sm" type="none"/>
          </a:ln>
        </p:spPr>
      </p:cxnSp>
      <p:sp>
        <p:nvSpPr>
          <p:cNvPr id="12819" name="Google Shape;12819;p218"/>
          <p:cNvSpPr/>
          <p:nvPr/>
        </p:nvSpPr>
        <p:spPr>
          <a:xfrm>
            <a:off x="6424434" y="3266721"/>
            <a:ext cx="7965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sp>
        <p:nvSpPr>
          <p:cNvPr id="12820" name="Google Shape;12820;p218"/>
          <p:cNvSpPr/>
          <p:nvPr/>
        </p:nvSpPr>
        <p:spPr>
          <a:xfrm>
            <a:off x="7350603" y="3266721"/>
            <a:ext cx="24660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cxnSp>
        <p:nvCxnSpPr>
          <p:cNvPr id="12821" name="Google Shape;12821;p218"/>
          <p:cNvCxnSpPr/>
          <p:nvPr/>
        </p:nvCxnSpPr>
        <p:spPr>
          <a:xfrm>
            <a:off x="8165992" y="3262178"/>
            <a:ext cx="2700" cy="446700"/>
          </a:xfrm>
          <a:prstGeom prst="straightConnector1">
            <a:avLst/>
          </a:prstGeom>
          <a:noFill/>
          <a:ln cap="flat" cmpd="sng" w="28575">
            <a:solidFill>
              <a:srgbClr val="D9D9D9"/>
            </a:solidFill>
            <a:prstDash val="solid"/>
            <a:round/>
            <a:headEnd len="sm" w="sm" type="none"/>
            <a:tailEnd len="sm" w="sm" type="none"/>
          </a:ln>
        </p:spPr>
      </p:cxnSp>
      <p:cxnSp>
        <p:nvCxnSpPr>
          <p:cNvPr id="12822" name="Google Shape;12822;p218"/>
          <p:cNvCxnSpPr/>
          <p:nvPr/>
        </p:nvCxnSpPr>
        <p:spPr>
          <a:xfrm>
            <a:off x="8996124" y="3262214"/>
            <a:ext cx="2700" cy="446700"/>
          </a:xfrm>
          <a:prstGeom prst="straightConnector1">
            <a:avLst/>
          </a:prstGeom>
          <a:noFill/>
          <a:ln cap="flat" cmpd="sng" w="28575">
            <a:solidFill>
              <a:srgbClr val="D9D9D9"/>
            </a:solidFill>
            <a:prstDash val="solid"/>
            <a:round/>
            <a:headEnd len="sm" w="sm" type="none"/>
            <a:tailEnd len="sm" w="sm" type="none"/>
          </a:ln>
        </p:spPr>
      </p:cxnSp>
      <p:sp>
        <p:nvSpPr>
          <p:cNvPr id="12823" name="Google Shape;12823;p218"/>
          <p:cNvSpPr/>
          <p:nvPr/>
        </p:nvSpPr>
        <p:spPr>
          <a:xfrm>
            <a:off x="267345" y="3763862"/>
            <a:ext cx="7965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sp>
        <p:nvSpPr>
          <p:cNvPr id="12824" name="Google Shape;12824;p218"/>
          <p:cNvSpPr/>
          <p:nvPr/>
        </p:nvSpPr>
        <p:spPr>
          <a:xfrm>
            <a:off x="1183030" y="3763862"/>
            <a:ext cx="16236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cxnSp>
        <p:nvCxnSpPr>
          <p:cNvPr id="12825" name="Google Shape;12825;p218"/>
          <p:cNvCxnSpPr/>
          <p:nvPr/>
        </p:nvCxnSpPr>
        <p:spPr>
          <a:xfrm>
            <a:off x="1975235" y="3759330"/>
            <a:ext cx="2700" cy="446700"/>
          </a:xfrm>
          <a:prstGeom prst="straightConnector1">
            <a:avLst/>
          </a:prstGeom>
          <a:noFill/>
          <a:ln cap="flat" cmpd="sng" w="28575">
            <a:solidFill>
              <a:srgbClr val="D9D9D9"/>
            </a:solidFill>
            <a:prstDash val="solid"/>
            <a:round/>
            <a:headEnd len="sm" w="sm" type="none"/>
            <a:tailEnd len="sm" w="sm" type="none"/>
          </a:ln>
        </p:spPr>
      </p:cxnSp>
      <p:sp>
        <p:nvSpPr>
          <p:cNvPr id="12826" name="Google Shape;12826;p218"/>
          <p:cNvSpPr/>
          <p:nvPr/>
        </p:nvSpPr>
        <p:spPr>
          <a:xfrm>
            <a:off x="2925902" y="3763862"/>
            <a:ext cx="16236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cxnSp>
        <p:nvCxnSpPr>
          <p:cNvPr id="12827" name="Google Shape;12827;p218"/>
          <p:cNvCxnSpPr/>
          <p:nvPr/>
        </p:nvCxnSpPr>
        <p:spPr>
          <a:xfrm>
            <a:off x="3721450" y="3759477"/>
            <a:ext cx="2700" cy="446700"/>
          </a:xfrm>
          <a:prstGeom prst="straightConnector1">
            <a:avLst/>
          </a:prstGeom>
          <a:noFill/>
          <a:ln cap="flat" cmpd="sng" w="28575">
            <a:solidFill>
              <a:srgbClr val="D9D9D9"/>
            </a:solidFill>
            <a:prstDash val="solid"/>
            <a:round/>
            <a:headEnd len="sm" w="sm" type="none"/>
            <a:tailEnd len="sm" w="sm" type="none"/>
          </a:ln>
        </p:spPr>
      </p:cxnSp>
      <p:sp>
        <p:nvSpPr>
          <p:cNvPr id="12828" name="Google Shape;12828;p218"/>
          <p:cNvSpPr/>
          <p:nvPr/>
        </p:nvSpPr>
        <p:spPr>
          <a:xfrm>
            <a:off x="4668774" y="3763862"/>
            <a:ext cx="16236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cxnSp>
        <p:nvCxnSpPr>
          <p:cNvPr id="12829" name="Google Shape;12829;p218"/>
          <p:cNvCxnSpPr/>
          <p:nvPr/>
        </p:nvCxnSpPr>
        <p:spPr>
          <a:xfrm>
            <a:off x="5463194" y="3759318"/>
            <a:ext cx="2700" cy="446700"/>
          </a:xfrm>
          <a:prstGeom prst="straightConnector1">
            <a:avLst/>
          </a:prstGeom>
          <a:noFill/>
          <a:ln cap="flat" cmpd="sng" w="28575">
            <a:solidFill>
              <a:srgbClr val="D9D9D9"/>
            </a:solidFill>
            <a:prstDash val="solid"/>
            <a:round/>
            <a:headEnd len="sm" w="sm" type="none"/>
            <a:tailEnd len="sm" w="sm" type="none"/>
          </a:ln>
        </p:spPr>
      </p:cxnSp>
      <p:sp>
        <p:nvSpPr>
          <p:cNvPr id="12830" name="Google Shape;12830;p218"/>
          <p:cNvSpPr/>
          <p:nvPr/>
        </p:nvSpPr>
        <p:spPr>
          <a:xfrm>
            <a:off x="6422130" y="3763862"/>
            <a:ext cx="7965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sp>
        <p:nvSpPr>
          <p:cNvPr id="12831" name="Google Shape;12831;p218"/>
          <p:cNvSpPr/>
          <p:nvPr/>
        </p:nvSpPr>
        <p:spPr>
          <a:xfrm>
            <a:off x="7348299" y="3763862"/>
            <a:ext cx="24660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cxnSp>
        <p:nvCxnSpPr>
          <p:cNvPr id="12832" name="Google Shape;12832;p218"/>
          <p:cNvCxnSpPr/>
          <p:nvPr/>
        </p:nvCxnSpPr>
        <p:spPr>
          <a:xfrm>
            <a:off x="8163688" y="3759318"/>
            <a:ext cx="2700" cy="446700"/>
          </a:xfrm>
          <a:prstGeom prst="straightConnector1">
            <a:avLst/>
          </a:prstGeom>
          <a:noFill/>
          <a:ln cap="flat" cmpd="sng" w="28575">
            <a:solidFill>
              <a:srgbClr val="D9D9D9"/>
            </a:solidFill>
            <a:prstDash val="solid"/>
            <a:round/>
            <a:headEnd len="sm" w="sm" type="none"/>
            <a:tailEnd len="sm" w="sm" type="none"/>
          </a:ln>
        </p:spPr>
      </p:cxnSp>
      <p:cxnSp>
        <p:nvCxnSpPr>
          <p:cNvPr id="12833" name="Google Shape;12833;p218"/>
          <p:cNvCxnSpPr/>
          <p:nvPr/>
        </p:nvCxnSpPr>
        <p:spPr>
          <a:xfrm>
            <a:off x="8993820" y="3759355"/>
            <a:ext cx="2700" cy="446700"/>
          </a:xfrm>
          <a:prstGeom prst="straightConnector1">
            <a:avLst/>
          </a:prstGeom>
          <a:noFill/>
          <a:ln cap="flat" cmpd="sng" w="28575">
            <a:solidFill>
              <a:srgbClr val="D9D9D9"/>
            </a:solidFill>
            <a:prstDash val="solid"/>
            <a:round/>
            <a:headEnd len="sm" w="sm" type="none"/>
            <a:tailEnd len="sm" w="sm" type="none"/>
          </a:ln>
        </p:spPr>
      </p:cxnSp>
      <p:sp>
        <p:nvSpPr>
          <p:cNvPr id="12834" name="Google Shape;12834;p218"/>
          <p:cNvSpPr/>
          <p:nvPr/>
        </p:nvSpPr>
        <p:spPr>
          <a:xfrm>
            <a:off x="264596" y="4277875"/>
            <a:ext cx="7965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sp>
        <p:nvSpPr>
          <p:cNvPr id="12835" name="Google Shape;12835;p218"/>
          <p:cNvSpPr/>
          <p:nvPr/>
        </p:nvSpPr>
        <p:spPr>
          <a:xfrm>
            <a:off x="1180280" y="4277875"/>
            <a:ext cx="16236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cxnSp>
        <p:nvCxnSpPr>
          <p:cNvPr id="12836" name="Google Shape;12836;p218"/>
          <p:cNvCxnSpPr/>
          <p:nvPr/>
        </p:nvCxnSpPr>
        <p:spPr>
          <a:xfrm>
            <a:off x="1972486" y="4273343"/>
            <a:ext cx="2700" cy="446700"/>
          </a:xfrm>
          <a:prstGeom prst="straightConnector1">
            <a:avLst/>
          </a:prstGeom>
          <a:noFill/>
          <a:ln cap="flat" cmpd="sng" w="28575">
            <a:solidFill>
              <a:srgbClr val="D9D9D9"/>
            </a:solidFill>
            <a:prstDash val="solid"/>
            <a:round/>
            <a:headEnd len="sm" w="sm" type="none"/>
            <a:tailEnd len="sm" w="sm" type="none"/>
          </a:ln>
        </p:spPr>
      </p:cxnSp>
      <p:sp>
        <p:nvSpPr>
          <p:cNvPr id="12837" name="Google Shape;12837;p218"/>
          <p:cNvSpPr/>
          <p:nvPr/>
        </p:nvSpPr>
        <p:spPr>
          <a:xfrm>
            <a:off x="2923152" y="4277875"/>
            <a:ext cx="16236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cxnSp>
        <p:nvCxnSpPr>
          <p:cNvPr id="12838" name="Google Shape;12838;p218"/>
          <p:cNvCxnSpPr/>
          <p:nvPr/>
        </p:nvCxnSpPr>
        <p:spPr>
          <a:xfrm>
            <a:off x="3718701" y="4273490"/>
            <a:ext cx="2700" cy="446700"/>
          </a:xfrm>
          <a:prstGeom prst="straightConnector1">
            <a:avLst/>
          </a:prstGeom>
          <a:noFill/>
          <a:ln cap="flat" cmpd="sng" w="28575">
            <a:solidFill>
              <a:srgbClr val="D9D9D9"/>
            </a:solidFill>
            <a:prstDash val="solid"/>
            <a:round/>
            <a:headEnd len="sm" w="sm" type="none"/>
            <a:tailEnd len="sm" w="sm" type="none"/>
          </a:ln>
        </p:spPr>
      </p:cxnSp>
      <p:sp>
        <p:nvSpPr>
          <p:cNvPr id="12839" name="Google Shape;12839;p218"/>
          <p:cNvSpPr/>
          <p:nvPr/>
        </p:nvSpPr>
        <p:spPr>
          <a:xfrm>
            <a:off x="4666024" y="4277875"/>
            <a:ext cx="16236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cxnSp>
        <p:nvCxnSpPr>
          <p:cNvPr id="12840" name="Google Shape;12840;p218"/>
          <p:cNvCxnSpPr/>
          <p:nvPr/>
        </p:nvCxnSpPr>
        <p:spPr>
          <a:xfrm>
            <a:off x="5460445" y="4273331"/>
            <a:ext cx="2700" cy="446700"/>
          </a:xfrm>
          <a:prstGeom prst="straightConnector1">
            <a:avLst/>
          </a:prstGeom>
          <a:noFill/>
          <a:ln cap="flat" cmpd="sng" w="28575">
            <a:solidFill>
              <a:srgbClr val="D9D9D9"/>
            </a:solidFill>
            <a:prstDash val="solid"/>
            <a:round/>
            <a:headEnd len="sm" w="sm" type="none"/>
            <a:tailEnd len="sm" w="sm" type="none"/>
          </a:ln>
        </p:spPr>
      </p:cxnSp>
      <p:sp>
        <p:nvSpPr>
          <p:cNvPr id="12841" name="Google Shape;12841;p218"/>
          <p:cNvSpPr/>
          <p:nvPr/>
        </p:nvSpPr>
        <p:spPr>
          <a:xfrm>
            <a:off x="6419381" y="4277875"/>
            <a:ext cx="7965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sp>
        <p:nvSpPr>
          <p:cNvPr id="12842" name="Google Shape;12842;p218"/>
          <p:cNvSpPr/>
          <p:nvPr/>
        </p:nvSpPr>
        <p:spPr>
          <a:xfrm>
            <a:off x="7345550" y="4277875"/>
            <a:ext cx="24660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cxnSp>
        <p:nvCxnSpPr>
          <p:cNvPr id="12843" name="Google Shape;12843;p218"/>
          <p:cNvCxnSpPr/>
          <p:nvPr/>
        </p:nvCxnSpPr>
        <p:spPr>
          <a:xfrm>
            <a:off x="8160939" y="4273331"/>
            <a:ext cx="2700" cy="446700"/>
          </a:xfrm>
          <a:prstGeom prst="straightConnector1">
            <a:avLst/>
          </a:prstGeom>
          <a:noFill/>
          <a:ln cap="flat" cmpd="sng" w="28575">
            <a:solidFill>
              <a:srgbClr val="D9D9D9"/>
            </a:solidFill>
            <a:prstDash val="solid"/>
            <a:round/>
            <a:headEnd len="sm" w="sm" type="none"/>
            <a:tailEnd len="sm" w="sm" type="none"/>
          </a:ln>
        </p:spPr>
      </p:cxnSp>
      <p:cxnSp>
        <p:nvCxnSpPr>
          <p:cNvPr id="12844" name="Google Shape;12844;p218"/>
          <p:cNvCxnSpPr/>
          <p:nvPr/>
        </p:nvCxnSpPr>
        <p:spPr>
          <a:xfrm>
            <a:off x="8991070" y="4273368"/>
            <a:ext cx="2700" cy="446700"/>
          </a:xfrm>
          <a:prstGeom prst="straightConnector1">
            <a:avLst/>
          </a:prstGeom>
          <a:noFill/>
          <a:ln cap="flat" cmpd="sng" w="28575">
            <a:solidFill>
              <a:srgbClr val="D9D9D9"/>
            </a:solidFill>
            <a:prstDash val="solid"/>
            <a:round/>
            <a:headEnd len="sm" w="sm" type="none"/>
            <a:tailEnd len="sm" w="sm" type="none"/>
          </a:ln>
        </p:spPr>
      </p:cxnSp>
      <p:sp>
        <p:nvSpPr>
          <p:cNvPr id="12845" name="Google Shape;12845;p218"/>
          <p:cNvSpPr/>
          <p:nvPr/>
        </p:nvSpPr>
        <p:spPr>
          <a:xfrm>
            <a:off x="269095" y="4763307"/>
            <a:ext cx="7965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sp>
        <p:nvSpPr>
          <p:cNvPr id="12846" name="Google Shape;12846;p218"/>
          <p:cNvSpPr/>
          <p:nvPr/>
        </p:nvSpPr>
        <p:spPr>
          <a:xfrm>
            <a:off x="1184780" y="4763307"/>
            <a:ext cx="16236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cxnSp>
        <p:nvCxnSpPr>
          <p:cNvPr id="12847" name="Google Shape;12847;p218"/>
          <p:cNvCxnSpPr/>
          <p:nvPr/>
        </p:nvCxnSpPr>
        <p:spPr>
          <a:xfrm>
            <a:off x="1976985" y="4758776"/>
            <a:ext cx="2700" cy="446700"/>
          </a:xfrm>
          <a:prstGeom prst="straightConnector1">
            <a:avLst/>
          </a:prstGeom>
          <a:noFill/>
          <a:ln cap="flat" cmpd="sng" w="28575">
            <a:solidFill>
              <a:srgbClr val="D9D9D9"/>
            </a:solidFill>
            <a:prstDash val="solid"/>
            <a:round/>
            <a:headEnd len="sm" w="sm" type="none"/>
            <a:tailEnd len="sm" w="sm" type="none"/>
          </a:ln>
        </p:spPr>
      </p:cxnSp>
      <p:sp>
        <p:nvSpPr>
          <p:cNvPr id="12848" name="Google Shape;12848;p218"/>
          <p:cNvSpPr/>
          <p:nvPr/>
        </p:nvSpPr>
        <p:spPr>
          <a:xfrm>
            <a:off x="2927652" y="4763307"/>
            <a:ext cx="16236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cxnSp>
        <p:nvCxnSpPr>
          <p:cNvPr id="12849" name="Google Shape;12849;p218"/>
          <p:cNvCxnSpPr/>
          <p:nvPr/>
        </p:nvCxnSpPr>
        <p:spPr>
          <a:xfrm>
            <a:off x="3723200" y="4758922"/>
            <a:ext cx="2700" cy="446700"/>
          </a:xfrm>
          <a:prstGeom prst="straightConnector1">
            <a:avLst/>
          </a:prstGeom>
          <a:noFill/>
          <a:ln cap="flat" cmpd="sng" w="28575">
            <a:solidFill>
              <a:srgbClr val="D9D9D9"/>
            </a:solidFill>
            <a:prstDash val="solid"/>
            <a:round/>
            <a:headEnd len="sm" w="sm" type="none"/>
            <a:tailEnd len="sm" w="sm" type="none"/>
          </a:ln>
        </p:spPr>
      </p:cxnSp>
      <p:sp>
        <p:nvSpPr>
          <p:cNvPr id="12850" name="Google Shape;12850;p218"/>
          <p:cNvSpPr/>
          <p:nvPr/>
        </p:nvSpPr>
        <p:spPr>
          <a:xfrm>
            <a:off x="4670524" y="4763307"/>
            <a:ext cx="16236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cxnSp>
        <p:nvCxnSpPr>
          <p:cNvPr id="12851" name="Google Shape;12851;p218"/>
          <p:cNvCxnSpPr/>
          <p:nvPr/>
        </p:nvCxnSpPr>
        <p:spPr>
          <a:xfrm>
            <a:off x="5464944" y="4758764"/>
            <a:ext cx="2700" cy="446700"/>
          </a:xfrm>
          <a:prstGeom prst="straightConnector1">
            <a:avLst/>
          </a:prstGeom>
          <a:noFill/>
          <a:ln cap="flat" cmpd="sng" w="28575">
            <a:solidFill>
              <a:srgbClr val="D9D9D9"/>
            </a:solidFill>
            <a:prstDash val="solid"/>
            <a:round/>
            <a:headEnd len="sm" w="sm" type="none"/>
            <a:tailEnd len="sm" w="sm" type="none"/>
          </a:ln>
        </p:spPr>
      </p:cxnSp>
      <p:sp>
        <p:nvSpPr>
          <p:cNvPr id="12852" name="Google Shape;12852;p218"/>
          <p:cNvSpPr/>
          <p:nvPr/>
        </p:nvSpPr>
        <p:spPr>
          <a:xfrm>
            <a:off x="6423880" y="4763307"/>
            <a:ext cx="7965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sp>
        <p:nvSpPr>
          <p:cNvPr id="12853" name="Google Shape;12853;p218"/>
          <p:cNvSpPr/>
          <p:nvPr/>
        </p:nvSpPr>
        <p:spPr>
          <a:xfrm>
            <a:off x="7350049" y="4763307"/>
            <a:ext cx="24660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cxnSp>
        <p:nvCxnSpPr>
          <p:cNvPr id="12854" name="Google Shape;12854;p218"/>
          <p:cNvCxnSpPr/>
          <p:nvPr/>
        </p:nvCxnSpPr>
        <p:spPr>
          <a:xfrm>
            <a:off x="8165438" y="4758764"/>
            <a:ext cx="2700" cy="446700"/>
          </a:xfrm>
          <a:prstGeom prst="straightConnector1">
            <a:avLst/>
          </a:prstGeom>
          <a:noFill/>
          <a:ln cap="flat" cmpd="sng" w="28575">
            <a:solidFill>
              <a:srgbClr val="D9D9D9"/>
            </a:solidFill>
            <a:prstDash val="solid"/>
            <a:round/>
            <a:headEnd len="sm" w="sm" type="none"/>
            <a:tailEnd len="sm" w="sm" type="none"/>
          </a:ln>
        </p:spPr>
      </p:cxnSp>
      <p:cxnSp>
        <p:nvCxnSpPr>
          <p:cNvPr id="12855" name="Google Shape;12855;p218"/>
          <p:cNvCxnSpPr/>
          <p:nvPr/>
        </p:nvCxnSpPr>
        <p:spPr>
          <a:xfrm>
            <a:off x="8995570" y="4758800"/>
            <a:ext cx="2700" cy="446700"/>
          </a:xfrm>
          <a:prstGeom prst="straightConnector1">
            <a:avLst/>
          </a:prstGeom>
          <a:noFill/>
          <a:ln cap="flat" cmpd="sng" w="28575">
            <a:solidFill>
              <a:srgbClr val="D9D9D9"/>
            </a:solidFill>
            <a:prstDash val="solid"/>
            <a:round/>
            <a:headEnd len="sm" w="sm" type="none"/>
            <a:tailEnd len="sm" w="sm" type="none"/>
          </a:ln>
        </p:spPr>
      </p:cxnSp>
      <p:sp>
        <p:nvSpPr>
          <p:cNvPr id="12856" name="Google Shape;12856;p218"/>
          <p:cNvSpPr/>
          <p:nvPr/>
        </p:nvSpPr>
        <p:spPr>
          <a:xfrm>
            <a:off x="267899" y="5253569"/>
            <a:ext cx="7965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sp>
        <p:nvSpPr>
          <p:cNvPr id="12857" name="Google Shape;12857;p218"/>
          <p:cNvSpPr/>
          <p:nvPr/>
        </p:nvSpPr>
        <p:spPr>
          <a:xfrm>
            <a:off x="1183584" y="5253569"/>
            <a:ext cx="16236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cxnSp>
        <p:nvCxnSpPr>
          <p:cNvPr id="12858" name="Google Shape;12858;p218"/>
          <p:cNvCxnSpPr/>
          <p:nvPr/>
        </p:nvCxnSpPr>
        <p:spPr>
          <a:xfrm>
            <a:off x="1975789" y="5249038"/>
            <a:ext cx="2700" cy="446700"/>
          </a:xfrm>
          <a:prstGeom prst="straightConnector1">
            <a:avLst/>
          </a:prstGeom>
          <a:noFill/>
          <a:ln cap="flat" cmpd="sng" w="28575">
            <a:solidFill>
              <a:srgbClr val="D9D9D9"/>
            </a:solidFill>
            <a:prstDash val="solid"/>
            <a:round/>
            <a:headEnd len="sm" w="sm" type="none"/>
            <a:tailEnd len="sm" w="sm" type="none"/>
          </a:ln>
        </p:spPr>
      </p:cxnSp>
      <p:sp>
        <p:nvSpPr>
          <p:cNvPr id="12859" name="Google Shape;12859;p218"/>
          <p:cNvSpPr/>
          <p:nvPr/>
        </p:nvSpPr>
        <p:spPr>
          <a:xfrm>
            <a:off x="2926456" y="5253569"/>
            <a:ext cx="16236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cxnSp>
        <p:nvCxnSpPr>
          <p:cNvPr id="12860" name="Google Shape;12860;p218"/>
          <p:cNvCxnSpPr/>
          <p:nvPr/>
        </p:nvCxnSpPr>
        <p:spPr>
          <a:xfrm>
            <a:off x="3722005" y="5249184"/>
            <a:ext cx="2700" cy="446700"/>
          </a:xfrm>
          <a:prstGeom prst="straightConnector1">
            <a:avLst/>
          </a:prstGeom>
          <a:noFill/>
          <a:ln cap="flat" cmpd="sng" w="28575">
            <a:solidFill>
              <a:srgbClr val="D9D9D9"/>
            </a:solidFill>
            <a:prstDash val="solid"/>
            <a:round/>
            <a:headEnd len="sm" w="sm" type="none"/>
            <a:tailEnd len="sm" w="sm" type="none"/>
          </a:ln>
        </p:spPr>
      </p:cxnSp>
      <p:sp>
        <p:nvSpPr>
          <p:cNvPr id="12861" name="Google Shape;12861;p218"/>
          <p:cNvSpPr/>
          <p:nvPr/>
        </p:nvSpPr>
        <p:spPr>
          <a:xfrm>
            <a:off x="4669328" y="5253569"/>
            <a:ext cx="16236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cxnSp>
        <p:nvCxnSpPr>
          <p:cNvPr id="12862" name="Google Shape;12862;p218"/>
          <p:cNvCxnSpPr/>
          <p:nvPr/>
        </p:nvCxnSpPr>
        <p:spPr>
          <a:xfrm>
            <a:off x="5463748" y="5249025"/>
            <a:ext cx="2700" cy="446700"/>
          </a:xfrm>
          <a:prstGeom prst="straightConnector1">
            <a:avLst/>
          </a:prstGeom>
          <a:noFill/>
          <a:ln cap="flat" cmpd="sng" w="28575">
            <a:solidFill>
              <a:srgbClr val="D9D9D9"/>
            </a:solidFill>
            <a:prstDash val="solid"/>
            <a:round/>
            <a:headEnd len="sm" w="sm" type="none"/>
            <a:tailEnd len="sm" w="sm" type="none"/>
          </a:ln>
        </p:spPr>
      </p:cxnSp>
      <p:sp>
        <p:nvSpPr>
          <p:cNvPr id="12863" name="Google Shape;12863;p218"/>
          <p:cNvSpPr/>
          <p:nvPr/>
        </p:nvSpPr>
        <p:spPr>
          <a:xfrm>
            <a:off x="6422684" y="5253569"/>
            <a:ext cx="7965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sp>
        <p:nvSpPr>
          <p:cNvPr id="12864" name="Google Shape;12864;p218"/>
          <p:cNvSpPr/>
          <p:nvPr/>
        </p:nvSpPr>
        <p:spPr>
          <a:xfrm>
            <a:off x="7348853" y="5253569"/>
            <a:ext cx="24660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cxnSp>
        <p:nvCxnSpPr>
          <p:cNvPr id="12865" name="Google Shape;12865;p218"/>
          <p:cNvCxnSpPr/>
          <p:nvPr/>
        </p:nvCxnSpPr>
        <p:spPr>
          <a:xfrm>
            <a:off x="8164242" y="5249025"/>
            <a:ext cx="2700" cy="446700"/>
          </a:xfrm>
          <a:prstGeom prst="straightConnector1">
            <a:avLst/>
          </a:prstGeom>
          <a:noFill/>
          <a:ln cap="flat" cmpd="sng" w="28575">
            <a:solidFill>
              <a:srgbClr val="D9D9D9"/>
            </a:solidFill>
            <a:prstDash val="solid"/>
            <a:round/>
            <a:headEnd len="sm" w="sm" type="none"/>
            <a:tailEnd len="sm" w="sm" type="none"/>
          </a:ln>
        </p:spPr>
      </p:cxnSp>
      <p:cxnSp>
        <p:nvCxnSpPr>
          <p:cNvPr id="12866" name="Google Shape;12866;p218"/>
          <p:cNvCxnSpPr/>
          <p:nvPr/>
        </p:nvCxnSpPr>
        <p:spPr>
          <a:xfrm>
            <a:off x="8994374" y="5249062"/>
            <a:ext cx="2700" cy="446700"/>
          </a:xfrm>
          <a:prstGeom prst="straightConnector1">
            <a:avLst/>
          </a:prstGeom>
          <a:noFill/>
          <a:ln cap="flat" cmpd="sng" w="28575">
            <a:solidFill>
              <a:srgbClr val="D9D9D9"/>
            </a:solidFill>
            <a:prstDash val="solid"/>
            <a:round/>
            <a:headEnd len="sm" w="sm" type="none"/>
            <a:tailEnd len="sm" w="sm" type="none"/>
          </a:ln>
        </p:spPr>
      </p:cxnSp>
      <p:sp>
        <p:nvSpPr>
          <p:cNvPr id="12867" name="Google Shape;12867;p218"/>
          <p:cNvSpPr/>
          <p:nvPr/>
        </p:nvSpPr>
        <p:spPr>
          <a:xfrm>
            <a:off x="265150" y="5767582"/>
            <a:ext cx="7965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sp>
        <p:nvSpPr>
          <p:cNvPr id="12868" name="Google Shape;12868;p218"/>
          <p:cNvSpPr/>
          <p:nvPr/>
        </p:nvSpPr>
        <p:spPr>
          <a:xfrm>
            <a:off x="1180835" y="5767582"/>
            <a:ext cx="16236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cxnSp>
        <p:nvCxnSpPr>
          <p:cNvPr id="12869" name="Google Shape;12869;p218"/>
          <p:cNvCxnSpPr/>
          <p:nvPr/>
        </p:nvCxnSpPr>
        <p:spPr>
          <a:xfrm>
            <a:off x="1973040" y="5763051"/>
            <a:ext cx="2700" cy="446700"/>
          </a:xfrm>
          <a:prstGeom prst="straightConnector1">
            <a:avLst/>
          </a:prstGeom>
          <a:noFill/>
          <a:ln cap="flat" cmpd="sng" w="28575">
            <a:solidFill>
              <a:srgbClr val="D9D9D9"/>
            </a:solidFill>
            <a:prstDash val="solid"/>
            <a:round/>
            <a:headEnd len="sm" w="sm" type="none"/>
            <a:tailEnd len="sm" w="sm" type="none"/>
          </a:ln>
        </p:spPr>
      </p:cxnSp>
      <p:sp>
        <p:nvSpPr>
          <p:cNvPr id="12870" name="Google Shape;12870;p218"/>
          <p:cNvSpPr/>
          <p:nvPr/>
        </p:nvSpPr>
        <p:spPr>
          <a:xfrm>
            <a:off x="2923707" y="5767582"/>
            <a:ext cx="16236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cxnSp>
        <p:nvCxnSpPr>
          <p:cNvPr id="12871" name="Google Shape;12871;p218"/>
          <p:cNvCxnSpPr/>
          <p:nvPr/>
        </p:nvCxnSpPr>
        <p:spPr>
          <a:xfrm>
            <a:off x="3719255" y="5763197"/>
            <a:ext cx="2700" cy="446700"/>
          </a:xfrm>
          <a:prstGeom prst="straightConnector1">
            <a:avLst/>
          </a:prstGeom>
          <a:noFill/>
          <a:ln cap="flat" cmpd="sng" w="28575">
            <a:solidFill>
              <a:srgbClr val="D9D9D9"/>
            </a:solidFill>
            <a:prstDash val="solid"/>
            <a:round/>
            <a:headEnd len="sm" w="sm" type="none"/>
            <a:tailEnd len="sm" w="sm" type="none"/>
          </a:ln>
        </p:spPr>
      </p:cxnSp>
      <p:sp>
        <p:nvSpPr>
          <p:cNvPr id="12872" name="Google Shape;12872;p218"/>
          <p:cNvSpPr/>
          <p:nvPr/>
        </p:nvSpPr>
        <p:spPr>
          <a:xfrm>
            <a:off x="4666579" y="5767582"/>
            <a:ext cx="16236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cxnSp>
        <p:nvCxnSpPr>
          <p:cNvPr id="12873" name="Google Shape;12873;p218"/>
          <p:cNvCxnSpPr/>
          <p:nvPr/>
        </p:nvCxnSpPr>
        <p:spPr>
          <a:xfrm>
            <a:off x="5460999" y="5763038"/>
            <a:ext cx="2700" cy="446700"/>
          </a:xfrm>
          <a:prstGeom prst="straightConnector1">
            <a:avLst/>
          </a:prstGeom>
          <a:noFill/>
          <a:ln cap="flat" cmpd="sng" w="28575">
            <a:solidFill>
              <a:srgbClr val="D9D9D9"/>
            </a:solidFill>
            <a:prstDash val="solid"/>
            <a:round/>
            <a:headEnd len="sm" w="sm" type="none"/>
            <a:tailEnd len="sm" w="sm" type="none"/>
          </a:ln>
        </p:spPr>
      </p:cxnSp>
      <p:sp>
        <p:nvSpPr>
          <p:cNvPr id="12874" name="Google Shape;12874;p218"/>
          <p:cNvSpPr/>
          <p:nvPr/>
        </p:nvSpPr>
        <p:spPr>
          <a:xfrm>
            <a:off x="6419935" y="5767582"/>
            <a:ext cx="7965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sp>
        <p:nvSpPr>
          <p:cNvPr id="12875" name="Google Shape;12875;p218"/>
          <p:cNvSpPr/>
          <p:nvPr/>
        </p:nvSpPr>
        <p:spPr>
          <a:xfrm>
            <a:off x="7346104" y="5767582"/>
            <a:ext cx="24660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cxnSp>
        <p:nvCxnSpPr>
          <p:cNvPr id="12876" name="Google Shape;12876;p218"/>
          <p:cNvCxnSpPr/>
          <p:nvPr/>
        </p:nvCxnSpPr>
        <p:spPr>
          <a:xfrm>
            <a:off x="8161493" y="5763038"/>
            <a:ext cx="2700" cy="446700"/>
          </a:xfrm>
          <a:prstGeom prst="straightConnector1">
            <a:avLst/>
          </a:prstGeom>
          <a:noFill/>
          <a:ln cap="flat" cmpd="sng" w="28575">
            <a:solidFill>
              <a:srgbClr val="D9D9D9"/>
            </a:solidFill>
            <a:prstDash val="solid"/>
            <a:round/>
            <a:headEnd len="sm" w="sm" type="none"/>
            <a:tailEnd len="sm" w="sm" type="none"/>
          </a:ln>
        </p:spPr>
      </p:cxnSp>
      <p:cxnSp>
        <p:nvCxnSpPr>
          <p:cNvPr id="12877" name="Google Shape;12877;p218"/>
          <p:cNvCxnSpPr/>
          <p:nvPr/>
        </p:nvCxnSpPr>
        <p:spPr>
          <a:xfrm>
            <a:off x="8991625" y="5763075"/>
            <a:ext cx="2700" cy="446700"/>
          </a:xfrm>
          <a:prstGeom prst="straightConnector1">
            <a:avLst/>
          </a:prstGeom>
          <a:noFill/>
          <a:ln cap="flat" cmpd="sng" w="28575">
            <a:solidFill>
              <a:srgbClr val="D9D9D9"/>
            </a:solidFill>
            <a:prstDash val="solid"/>
            <a:round/>
            <a:headEnd len="sm" w="sm" type="none"/>
            <a:tailEnd len="sm" w="sm" type="none"/>
          </a:ln>
        </p:spPr>
      </p:cxnSp>
      <p:sp>
        <p:nvSpPr>
          <p:cNvPr id="12878" name="Google Shape;12878;p218"/>
          <p:cNvSpPr txBox="1"/>
          <p:nvPr>
            <p:ph idx="4" type="subTitle"/>
          </p:nvPr>
        </p:nvSpPr>
        <p:spPr>
          <a:xfrm>
            <a:off x="263406" y="1782608"/>
            <a:ext cx="7965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12879" name="Google Shape;12879;p218"/>
          <p:cNvSpPr txBox="1"/>
          <p:nvPr>
            <p:ph idx="5" type="subTitle"/>
          </p:nvPr>
        </p:nvSpPr>
        <p:spPr>
          <a:xfrm>
            <a:off x="1177829" y="1782608"/>
            <a:ext cx="7779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12880" name="Google Shape;12880;p218"/>
          <p:cNvSpPr txBox="1"/>
          <p:nvPr>
            <p:ph idx="6" type="subTitle"/>
          </p:nvPr>
        </p:nvSpPr>
        <p:spPr>
          <a:xfrm>
            <a:off x="1988728" y="1782608"/>
            <a:ext cx="8151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12881" name="Google Shape;12881;p218"/>
          <p:cNvSpPr txBox="1"/>
          <p:nvPr>
            <p:ph idx="7" type="subTitle"/>
          </p:nvPr>
        </p:nvSpPr>
        <p:spPr>
          <a:xfrm>
            <a:off x="2923907" y="1782608"/>
            <a:ext cx="7779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12882" name="Google Shape;12882;p218"/>
          <p:cNvSpPr txBox="1"/>
          <p:nvPr>
            <p:ph idx="8" type="subTitle"/>
          </p:nvPr>
        </p:nvSpPr>
        <p:spPr>
          <a:xfrm>
            <a:off x="3734801" y="1782608"/>
            <a:ext cx="8151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12883" name="Google Shape;12883;p218"/>
          <p:cNvSpPr txBox="1"/>
          <p:nvPr>
            <p:ph idx="9" type="subTitle"/>
          </p:nvPr>
        </p:nvSpPr>
        <p:spPr>
          <a:xfrm>
            <a:off x="4669984" y="1782608"/>
            <a:ext cx="7779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12884" name="Google Shape;12884;p218"/>
          <p:cNvSpPr txBox="1"/>
          <p:nvPr>
            <p:ph idx="13" type="subTitle"/>
          </p:nvPr>
        </p:nvSpPr>
        <p:spPr>
          <a:xfrm>
            <a:off x="5480878" y="1782608"/>
            <a:ext cx="8151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12885" name="Google Shape;12885;p218"/>
          <p:cNvSpPr txBox="1"/>
          <p:nvPr>
            <p:ph idx="14" type="subTitle"/>
          </p:nvPr>
        </p:nvSpPr>
        <p:spPr>
          <a:xfrm>
            <a:off x="6410573" y="1782608"/>
            <a:ext cx="8136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12886" name="Google Shape;12886;p218"/>
          <p:cNvSpPr txBox="1"/>
          <p:nvPr>
            <p:ph idx="15" type="subTitle"/>
          </p:nvPr>
        </p:nvSpPr>
        <p:spPr>
          <a:xfrm>
            <a:off x="7344346" y="1782608"/>
            <a:ext cx="7965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12887" name="Google Shape;12887;p218"/>
          <p:cNvSpPr txBox="1"/>
          <p:nvPr>
            <p:ph idx="16" type="subTitle"/>
          </p:nvPr>
        </p:nvSpPr>
        <p:spPr>
          <a:xfrm>
            <a:off x="8181345" y="1782608"/>
            <a:ext cx="7965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12888" name="Google Shape;12888;p218"/>
          <p:cNvSpPr txBox="1"/>
          <p:nvPr>
            <p:ph idx="17" type="subTitle"/>
          </p:nvPr>
        </p:nvSpPr>
        <p:spPr>
          <a:xfrm>
            <a:off x="8998819" y="1782608"/>
            <a:ext cx="8151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12889" name="Google Shape;12889;p218"/>
          <p:cNvSpPr txBox="1"/>
          <p:nvPr>
            <p:ph idx="18" type="subTitle"/>
          </p:nvPr>
        </p:nvSpPr>
        <p:spPr>
          <a:xfrm>
            <a:off x="263406" y="2268846"/>
            <a:ext cx="7965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12890" name="Google Shape;12890;p218"/>
          <p:cNvSpPr txBox="1"/>
          <p:nvPr>
            <p:ph idx="19" type="subTitle"/>
          </p:nvPr>
        </p:nvSpPr>
        <p:spPr>
          <a:xfrm>
            <a:off x="1177829" y="2268846"/>
            <a:ext cx="7779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12891" name="Google Shape;12891;p218"/>
          <p:cNvSpPr txBox="1"/>
          <p:nvPr>
            <p:ph idx="20" type="subTitle"/>
          </p:nvPr>
        </p:nvSpPr>
        <p:spPr>
          <a:xfrm>
            <a:off x="1988728" y="2268846"/>
            <a:ext cx="8151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12892" name="Google Shape;12892;p218"/>
          <p:cNvSpPr txBox="1"/>
          <p:nvPr>
            <p:ph idx="21" type="subTitle"/>
          </p:nvPr>
        </p:nvSpPr>
        <p:spPr>
          <a:xfrm>
            <a:off x="2923907" y="2268846"/>
            <a:ext cx="7779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12893" name="Google Shape;12893;p218"/>
          <p:cNvSpPr txBox="1"/>
          <p:nvPr>
            <p:ph idx="22" type="subTitle"/>
          </p:nvPr>
        </p:nvSpPr>
        <p:spPr>
          <a:xfrm>
            <a:off x="3734801" y="2268846"/>
            <a:ext cx="8151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12894" name="Google Shape;12894;p218"/>
          <p:cNvSpPr txBox="1"/>
          <p:nvPr>
            <p:ph idx="23" type="subTitle"/>
          </p:nvPr>
        </p:nvSpPr>
        <p:spPr>
          <a:xfrm>
            <a:off x="4669984" y="2268846"/>
            <a:ext cx="7779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12895" name="Google Shape;12895;p218"/>
          <p:cNvSpPr txBox="1"/>
          <p:nvPr>
            <p:ph idx="24" type="subTitle"/>
          </p:nvPr>
        </p:nvSpPr>
        <p:spPr>
          <a:xfrm>
            <a:off x="5480878" y="2268846"/>
            <a:ext cx="8151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12896" name="Google Shape;12896;p218"/>
          <p:cNvSpPr txBox="1"/>
          <p:nvPr>
            <p:ph idx="25" type="subTitle"/>
          </p:nvPr>
        </p:nvSpPr>
        <p:spPr>
          <a:xfrm>
            <a:off x="6410573" y="2268846"/>
            <a:ext cx="8136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12897" name="Google Shape;12897;p218"/>
          <p:cNvSpPr txBox="1"/>
          <p:nvPr>
            <p:ph idx="26" type="subTitle"/>
          </p:nvPr>
        </p:nvSpPr>
        <p:spPr>
          <a:xfrm>
            <a:off x="7344346" y="2268846"/>
            <a:ext cx="7965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12898" name="Google Shape;12898;p218"/>
          <p:cNvSpPr txBox="1"/>
          <p:nvPr>
            <p:ph idx="27" type="subTitle"/>
          </p:nvPr>
        </p:nvSpPr>
        <p:spPr>
          <a:xfrm>
            <a:off x="8181345" y="2268846"/>
            <a:ext cx="7965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12899" name="Google Shape;12899;p218"/>
          <p:cNvSpPr txBox="1"/>
          <p:nvPr>
            <p:ph idx="28" type="subTitle"/>
          </p:nvPr>
        </p:nvSpPr>
        <p:spPr>
          <a:xfrm>
            <a:off x="8998819" y="2268846"/>
            <a:ext cx="8151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12900" name="Google Shape;12900;p218"/>
          <p:cNvSpPr txBox="1"/>
          <p:nvPr>
            <p:ph idx="29" type="subTitle"/>
          </p:nvPr>
        </p:nvSpPr>
        <p:spPr>
          <a:xfrm>
            <a:off x="263406" y="2782511"/>
            <a:ext cx="7965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12901" name="Google Shape;12901;p218"/>
          <p:cNvSpPr txBox="1"/>
          <p:nvPr>
            <p:ph idx="30" type="subTitle"/>
          </p:nvPr>
        </p:nvSpPr>
        <p:spPr>
          <a:xfrm>
            <a:off x="1177829" y="2782511"/>
            <a:ext cx="7779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12902" name="Google Shape;12902;p218"/>
          <p:cNvSpPr txBox="1"/>
          <p:nvPr>
            <p:ph idx="31" type="subTitle"/>
          </p:nvPr>
        </p:nvSpPr>
        <p:spPr>
          <a:xfrm>
            <a:off x="1988728" y="2782511"/>
            <a:ext cx="8151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12903" name="Google Shape;12903;p218"/>
          <p:cNvSpPr txBox="1"/>
          <p:nvPr>
            <p:ph idx="32" type="subTitle"/>
          </p:nvPr>
        </p:nvSpPr>
        <p:spPr>
          <a:xfrm>
            <a:off x="2923907" y="2782511"/>
            <a:ext cx="7779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12904" name="Google Shape;12904;p218"/>
          <p:cNvSpPr txBox="1"/>
          <p:nvPr>
            <p:ph idx="33" type="subTitle"/>
          </p:nvPr>
        </p:nvSpPr>
        <p:spPr>
          <a:xfrm>
            <a:off x="3734801" y="2782511"/>
            <a:ext cx="8151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12905" name="Google Shape;12905;p218"/>
          <p:cNvSpPr txBox="1"/>
          <p:nvPr>
            <p:ph idx="34" type="subTitle"/>
          </p:nvPr>
        </p:nvSpPr>
        <p:spPr>
          <a:xfrm>
            <a:off x="4669984" y="2782511"/>
            <a:ext cx="7779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12906" name="Google Shape;12906;p218"/>
          <p:cNvSpPr txBox="1"/>
          <p:nvPr>
            <p:ph idx="35" type="subTitle"/>
          </p:nvPr>
        </p:nvSpPr>
        <p:spPr>
          <a:xfrm>
            <a:off x="5480878" y="2782511"/>
            <a:ext cx="8151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12907" name="Google Shape;12907;p218"/>
          <p:cNvSpPr txBox="1"/>
          <p:nvPr>
            <p:ph idx="36" type="subTitle"/>
          </p:nvPr>
        </p:nvSpPr>
        <p:spPr>
          <a:xfrm>
            <a:off x="6410573" y="2782510"/>
            <a:ext cx="8136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12908" name="Google Shape;12908;p218"/>
          <p:cNvSpPr txBox="1"/>
          <p:nvPr>
            <p:ph idx="37" type="subTitle"/>
          </p:nvPr>
        </p:nvSpPr>
        <p:spPr>
          <a:xfrm>
            <a:off x="7344346" y="2782511"/>
            <a:ext cx="7965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12909" name="Google Shape;12909;p218"/>
          <p:cNvSpPr txBox="1"/>
          <p:nvPr>
            <p:ph idx="38" type="subTitle"/>
          </p:nvPr>
        </p:nvSpPr>
        <p:spPr>
          <a:xfrm>
            <a:off x="8181345" y="2782511"/>
            <a:ext cx="7965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12910" name="Google Shape;12910;p218"/>
          <p:cNvSpPr txBox="1"/>
          <p:nvPr>
            <p:ph idx="39" type="subTitle"/>
          </p:nvPr>
        </p:nvSpPr>
        <p:spPr>
          <a:xfrm>
            <a:off x="8998819" y="2782511"/>
            <a:ext cx="8151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12911" name="Google Shape;12911;p218"/>
          <p:cNvSpPr txBox="1"/>
          <p:nvPr>
            <p:ph idx="40" type="subTitle"/>
          </p:nvPr>
        </p:nvSpPr>
        <p:spPr>
          <a:xfrm>
            <a:off x="263406" y="3269058"/>
            <a:ext cx="7965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12912" name="Google Shape;12912;p218"/>
          <p:cNvSpPr txBox="1"/>
          <p:nvPr>
            <p:ph idx="41" type="subTitle"/>
          </p:nvPr>
        </p:nvSpPr>
        <p:spPr>
          <a:xfrm>
            <a:off x="1177829" y="3269058"/>
            <a:ext cx="7779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12913" name="Google Shape;12913;p218"/>
          <p:cNvSpPr txBox="1"/>
          <p:nvPr>
            <p:ph idx="42" type="subTitle"/>
          </p:nvPr>
        </p:nvSpPr>
        <p:spPr>
          <a:xfrm>
            <a:off x="1988728" y="3269058"/>
            <a:ext cx="8151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12914" name="Google Shape;12914;p218"/>
          <p:cNvSpPr txBox="1"/>
          <p:nvPr>
            <p:ph idx="43" type="subTitle"/>
          </p:nvPr>
        </p:nvSpPr>
        <p:spPr>
          <a:xfrm>
            <a:off x="2923907" y="3269058"/>
            <a:ext cx="7779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12915" name="Google Shape;12915;p218"/>
          <p:cNvSpPr txBox="1"/>
          <p:nvPr>
            <p:ph idx="44" type="subTitle"/>
          </p:nvPr>
        </p:nvSpPr>
        <p:spPr>
          <a:xfrm>
            <a:off x="3734801" y="3269058"/>
            <a:ext cx="8151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12916" name="Google Shape;12916;p218"/>
          <p:cNvSpPr txBox="1"/>
          <p:nvPr>
            <p:ph idx="45" type="subTitle"/>
          </p:nvPr>
        </p:nvSpPr>
        <p:spPr>
          <a:xfrm>
            <a:off x="4669984" y="3269058"/>
            <a:ext cx="7779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12917" name="Google Shape;12917;p218"/>
          <p:cNvSpPr txBox="1"/>
          <p:nvPr>
            <p:ph idx="46" type="subTitle"/>
          </p:nvPr>
        </p:nvSpPr>
        <p:spPr>
          <a:xfrm>
            <a:off x="5480878" y="3269058"/>
            <a:ext cx="8151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12918" name="Google Shape;12918;p218"/>
          <p:cNvSpPr txBox="1"/>
          <p:nvPr>
            <p:ph idx="47" type="subTitle"/>
          </p:nvPr>
        </p:nvSpPr>
        <p:spPr>
          <a:xfrm>
            <a:off x="6410573" y="3269056"/>
            <a:ext cx="8136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12919" name="Google Shape;12919;p218"/>
          <p:cNvSpPr txBox="1"/>
          <p:nvPr>
            <p:ph idx="48" type="subTitle"/>
          </p:nvPr>
        </p:nvSpPr>
        <p:spPr>
          <a:xfrm>
            <a:off x="7344346" y="3269058"/>
            <a:ext cx="7965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12920" name="Google Shape;12920;p218"/>
          <p:cNvSpPr txBox="1"/>
          <p:nvPr>
            <p:ph idx="49" type="subTitle"/>
          </p:nvPr>
        </p:nvSpPr>
        <p:spPr>
          <a:xfrm>
            <a:off x="8181345" y="3269058"/>
            <a:ext cx="7965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12921" name="Google Shape;12921;p218"/>
          <p:cNvSpPr txBox="1"/>
          <p:nvPr>
            <p:ph idx="50" type="subTitle"/>
          </p:nvPr>
        </p:nvSpPr>
        <p:spPr>
          <a:xfrm>
            <a:off x="8998819" y="3269058"/>
            <a:ext cx="8151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12922" name="Google Shape;12922;p218"/>
          <p:cNvSpPr txBox="1"/>
          <p:nvPr>
            <p:ph idx="51" type="subTitle"/>
          </p:nvPr>
        </p:nvSpPr>
        <p:spPr>
          <a:xfrm>
            <a:off x="263406" y="3763699"/>
            <a:ext cx="7965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12923" name="Google Shape;12923;p218"/>
          <p:cNvSpPr txBox="1"/>
          <p:nvPr>
            <p:ph idx="52" type="subTitle"/>
          </p:nvPr>
        </p:nvSpPr>
        <p:spPr>
          <a:xfrm>
            <a:off x="1177829" y="3763699"/>
            <a:ext cx="7779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12924" name="Google Shape;12924;p218"/>
          <p:cNvSpPr txBox="1"/>
          <p:nvPr>
            <p:ph idx="53" type="subTitle"/>
          </p:nvPr>
        </p:nvSpPr>
        <p:spPr>
          <a:xfrm>
            <a:off x="1988728" y="3763699"/>
            <a:ext cx="8151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12925" name="Google Shape;12925;p218"/>
          <p:cNvSpPr txBox="1"/>
          <p:nvPr>
            <p:ph idx="54" type="subTitle"/>
          </p:nvPr>
        </p:nvSpPr>
        <p:spPr>
          <a:xfrm>
            <a:off x="2923907" y="3763699"/>
            <a:ext cx="7779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12926" name="Google Shape;12926;p218"/>
          <p:cNvSpPr txBox="1"/>
          <p:nvPr>
            <p:ph idx="55" type="subTitle"/>
          </p:nvPr>
        </p:nvSpPr>
        <p:spPr>
          <a:xfrm>
            <a:off x="3734801" y="3763699"/>
            <a:ext cx="8151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12927" name="Google Shape;12927;p218"/>
          <p:cNvSpPr txBox="1"/>
          <p:nvPr>
            <p:ph idx="56" type="subTitle"/>
          </p:nvPr>
        </p:nvSpPr>
        <p:spPr>
          <a:xfrm>
            <a:off x="4669984" y="3763699"/>
            <a:ext cx="7779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12928" name="Google Shape;12928;p218"/>
          <p:cNvSpPr txBox="1"/>
          <p:nvPr>
            <p:ph idx="57" type="subTitle"/>
          </p:nvPr>
        </p:nvSpPr>
        <p:spPr>
          <a:xfrm>
            <a:off x="5480878" y="3763699"/>
            <a:ext cx="8151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12929" name="Google Shape;12929;p218"/>
          <p:cNvSpPr txBox="1"/>
          <p:nvPr>
            <p:ph idx="58" type="subTitle"/>
          </p:nvPr>
        </p:nvSpPr>
        <p:spPr>
          <a:xfrm>
            <a:off x="6410573" y="3763697"/>
            <a:ext cx="8136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12930" name="Google Shape;12930;p218"/>
          <p:cNvSpPr txBox="1"/>
          <p:nvPr>
            <p:ph idx="59" type="subTitle"/>
          </p:nvPr>
        </p:nvSpPr>
        <p:spPr>
          <a:xfrm>
            <a:off x="7344346" y="3763699"/>
            <a:ext cx="7965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12931" name="Google Shape;12931;p218"/>
          <p:cNvSpPr txBox="1"/>
          <p:nvPr>
            <p:ph idx="60" type="subTitle"/>
          </p:nvPr>
        </p:nvSpPr>
        <p:spPr>
          <a:xfrm>
            <a:off x="8181345" y="3763699"/>
            <a:ext cx="7965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12932" name="Google Shape;12932;p218"/>
          <p:cNvSpPr txBox="1"/>
          <p:nvPr>
            <p:ph idx="61" type="subTitle"/>
          </p:nvPr>
        </p:nvSpPr>
        <p:spPr>
          <a:xfrm>
            <a:off x="8998819" y="3763699"/>
            <a:ext cx="8151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12933" name="Google Shape;12933;p218"/>
          <p:cNvSpPr txBox="1"/>
          <p:nvPr>
            <p:ph idx="62" type="subTitle"/>
          </p:nvPr>
        </p:nvSpPr>
        <p:spPr>
          <a:xfrm>
            <a:off x="263406" y="4278991"/>
            <a:ext cx="7965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12934" name="Google Shape;12934;p218"/>
          <p:cNvSpPr txBox="1"/>
          <p:nvPr>
            <p:ph idx="63" type="subTitle"/>
          </p:nvPr>
        </p:nvSpPr>
        <p:spPr>
          <a:xfrm>
            <a:off x="1177829" y="4278991"/>
            <a:ext cx="7779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12935" name="Google Shape;12935;p218"/>
          <p:cNvSpPr txBox="1"/>
          <p:nvPr>
            <p:ph idx="64" type="subTitle"/>
          </p:nvPr>
        </p:nvSpPr>
        <p:spPr>
          <a:xfrm>
            <a:off x="1988728" y="4278991"/>
            <a:ext cx="8151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12936" name="Google Shape;12936;p218"/>
          <p:cNvSpPr txBox="1"/>
          <p:nvPr>
            <p:ph idx="65" type="subTitle"/>
          </p:nvPr>
        </p:nvSpPr>
        <p:spPr>
          <a:xfrm>
            <a:off x="2923907" y="4278991"/>
            <a:ext cx="7779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12937" name="Google Shape;12937;p218"/>
          <p:cNvSpPr txBox="1"/>
          <p:nvPr>
            <p:ph idx="66" type="subTitle"/>
          </p:nvPr>
        </p:nvSpPr>
        <p:spPr>
          <a:xfrm>
            <a:off x="3734801" y="4278991"/>
            <a:ext cx="8151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12938" name="Google Shape;12938;p218"/>
          <p:cNvSpPr txBox="1"/>
          <p:nvPr>
            <p:ph idx="67" type="subTitle"/>
          </p:nvPr>
        </p:nvSpPr>
        <p:spPr>
          <a:xfrm>
            <a:off x="4669984" y="4278991"/>
            <a:ext cx="7779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12939" name="Google Shape;12939;p218"/>
          <p:cNvSpPr txBox="1"/>
          <p:nvPr>
            <p:ph idx="68" type="subTitle"/>
          </p:nvPr>
        </p:nvSpPr>
        <p:spPr>
          <a:xfrm>
            <a:off x="5480878" y="4278991"/>
            <a:ext cx="8151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12940" name="Google Shape;12940;p218"/>
          <p:cNvSpPr txBox="1"/>
          <p:nvPr>
            <p:ph idx="69" type="subTitle"/>
          </p:nvPr>
        </p:nvSpPr>
        <p:spPr>
          <a:xfrm>
            <a:off x="6410573" y="4278988"/>
            <a:ext cx="8136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12941" name="Google Shape;12941;p218"/>
          <p:cNvSpPr txBox="1"/>
          <p:nvPr>
            <p:ph idx="70" type="subTitle"/>
          </p:nvPr>
        </p:nvSpPr>
        <p:spPr>
          <a:xfrm>
            <a:off x="7344346" y="4278991"/>
            <a:ext cx="7965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12942" name="Google Shape;12942;p218"/>
          <p:cNvSpPr txBox="1"/>
          <p:nvPr>
            <p:ph idx="71" type="subTitle"/>
          </p:nvPr>
        </p:nvSpPr>
        <p:spPr>
          <a:xfrm>
            <a:off x="8181345" y="4278991"/>
            <a:ext cx="7965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12943" name="Google Shape;12943;p218"/>
          <p:cNvSpPr txBox="1"/>
          <p:nvPr>
            <p:ph idx="72" type="subTitle"/>
          </p:nvPr>
        </p:nvSpPr>
        <p:spPr>
          <a:xfrm>
            <a:off x="8998819" y="4278991"/>
            <a:ext cx="8151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12944" name="Google Shape;12944;p218"/>
          <p:cNvSpPr txBox="1"/>
          <p:nvPr>
            <p:ph idx="73" type="subTitle"/>
          </p:nvPr>
        </p:nvSpPr>
        <p:spPr>
          <a:xfrm>
            <a:off x="264731" y="4765316"/>
            <a:ext cx="7965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12945" name="Google Shape;12945;p218"/>
          <p:cNvSpPr txBox="1"/>
          <p:nvPr>
            <p:ph idx="74" type="subTitle"/>
          </p:nvPr>
        </p:nvSpPr>
        <p:spPr>
          <a:xfrm>
            <a:off x="1179154" y="4765316"/>
            <a:ext cx="7779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12946" name="Google Shape;12946;p218"/>
          <p:cNvSpPr txBox="1"/>
          <p:nvPr>
            <p:ph idx="75" type="subTitle"/>
          </p:nvPr>
        </p:nvSpPr>
        <p:spPr>
          <a:xfrm>
            <a:off x="1990053" y="4765316"/>
            <a:ext cx="8151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12947" name="Google Shape;12947;p218"/>
          <p:cNvSpPr txBox="1"/>
          <p:nvPr>
            <p:ph idx="76" type="subTitle"/>
          </p:nvPr>
        </p:nvSpPr>
        <p:spPr>
          <a:xfrm>
            <a:off x="2925232" y="4765316"/>
            <a:ext cx="7779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12948" name="Google Shape;12948;p218"/>
          <p:cNvSpPr txBox="1"/>
          <p:nvPr>
            <p:ph idx="77" type="subTitle"/>
          </p:nvPr>
        </p:nvSpPr>
        <p:spPr>
          <a:xfrm>
            <a:off x="3736126" y="4765316"/>
            <a:ext cx="8151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12949" name="Google Shape;12949;p218"/>
          <p:cNvSpPr txBox="1"/>
          <p:nvPr>
            <p:ph idx="78" type="subTitle"/>
          </p:nvPr>
        </p:nvSpPr>
        <p:spPr>
          <a:xfrm>
            <a:off x="4671309" y="4765316"/>
            <a:ext cx="7779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12950" name="Google Shape;12950;p218"/>
          <p:cNvSpPr txBox="1"/>
          <p:nvPr>
            <p:ph idx="79" type="subTitle"/>
          </p:nvPr>
        </p:nvSpPr>
        <p:spPr>
          <a:xfrm>
            <a:off x="5482203" y="4765316"/>
            <a:ext cx="8151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12951" name="Google Shape;12951;p218"/>
          <p:cNvSpPr txBox="1"/>
          <p:nvPr>
            <p:ph idx="80" type="subTitle"/>
          </p:nvPr>
        </p:nvSpPr>
        <p:spPr>
          <a:xfrm>
            <a:off x="6411959" y="4765313"/>
            <a:ext cx="8136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12952" name="Google Shape;12952;p218"/>
          <p:cNvSpPr txBox="1"/>
          <p:nvPr>
            <p:ph idx="81" type="subTitle"/>
          </p:nvPr>
        </p:nvSpPr>
        <p:spPr>
          <a:xfrm>
            <a:off x="7345671" y="4765316"/>
            <a:ext cx="7965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12953" name="Google Shape;12953;p218"/>
          <p:cNvSpPr txBox="1"/>
          <p:nvPr>
            <p:ph idx="82" type="subTitle"/>
          </p:nvPr>
        </p:nvSpPr>
        <p:spPr>
          <a:xfrm>
            <a:off x="8182670" y="4765316"/>
            <a:ext cx="7965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12954" name="Google Shape;12954;p218"/>
          <p:cNvSpPr txBox="1"/>
          <p:nvPr>
            <p:ph idx="83" type="subTitle"/>
          </p:nvPr>
        </p:nvSpPr>
        <p:spPr>
          <a:xfrm>
            <a:off x="9000144" y="4765316"/>
            <a:ext cx="8151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12955" name="Google Shape;12955;p218"/>
          <p:cNvSpPr txBox="1"/>
          <p:nvPr>
            <p:ph idx="84" type="subTitle"/>
          </p:nvPr>
        </p:nvSpPr>
        <p:spPr>
          <a:xfrm>
            <a:off x="264731" y="5255657"/>
            <a:ext cx="7965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12956" name="Google Shape;12956;p218"/>
          <p:cNvSpPr txBox="1"/>
          <p:nvPr>
            <p:ph idx="85" type="subTitle"/>
          </p:nvPr>
        </p:nvSpPr>
        <p:spPr>
          <a:xfrm>
            <a:off x="1179154" y="5255657"/>
            <a:ext cx="7779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12957" name="Google Shape;12957;p218"/>
          <p:cNvSpPr txBox="1"/>
          <p:nvPr>
            <p:ph idx="86" type="subTitle"/>
          </p:nvPr>
        </p:nvSpPr>
        <p:spPr>
          <a:xfrm>
            <a:off x="1990053" y="5255657"/>
            <a:ext cx="8151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12958" name="Google Shape;12958;p218"/>
          <p:cNvSpPr txBox="1"/>
          <p:nvPr>
            <p:ph idx="87" type="subTitle"/>
          </p:nvPr>
        </p:nvSpPr>
        <p:spPr>
          <a:xfrm>
            <a:off x="2925232" y="5255657"/>
            <a:ext cx="7779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12959" name="Google Shape;12959;p218"/>
          <p:cNvSpPr txBox="1"/>
          <p:nvPr>
            <p:ph idx="88" type="subTitle"/>
          </p:nvPr>
        </p:nvSpPr>
        <p:spPr>
          <a:xfrm>
            <a:off x="3736126" y="5255657"/>
            <a:ext cx="8151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12960" name="Google Shape;12960;p218"/>
          <p:cNvSpPr txBox="1"/>
          <p:nvPr>
            <p:ph idx="89" type="subTitle"/>
          </p:nvPr>
        </p:nvSpPr>
        <p:spPr>
          <a:xfrm>
            <a:off x="4671309" y="5255657"/>
            <a:ext cx="7779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12961" name="Google Shape;12961;p218"/>
          <p:cNvSpPr txBox="1"/>
          <p:nvPr>
            <p:ph idx="90" type="subTitle"/>
          </p:nvPr>
        </p:nvSpPr>
        <p:spPr>
          <a:xfrm>
            <a:off x="5482203" y="5255657"/>
            <a:ext cx="8151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12962" name="Google Shape;12962;p218"/>
          <p:cNvSpPr txBox="1"/>
          <p:nvPr>
            <p:ph idx="91" type="subTitle"/>
          </p:nvPr>
        </p:nvSpPr>
        <p:spPr>
          <a:xfrm>
            <a:off x="6411959" y="5255653"/>
            <a:ext cx="8136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12963" name="Google Shape;12963;p218"/>
          <p:cNvSpPr txBox="1"/>
          <p:nvPr>
            <p:ph idx="92" type="subTitle"/>
          </p:nvPr>
        </p:nvSpPr>
        <p:spPr>
          <a:xfrm>
            <a:off x="7345671" y="5255657"/>
            <a:ext cx="7965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12964" name="Google Shape;12964;p218"/>
          <p:cNvSpPr txBox="1"/>
          <p:nvPr>
            <p:ph idx="93" type="subTitle"/>
          </p:nvPr>
        </p:nvSpPr>
        <p:spPr>
          <a:xfrm>
            <a:off x="8182670" y="5255657"/>
            <a:ext cx="7965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12965" name="Google Shape;12965;p218"/>
          <p:cNvSpPr txBox="1"/>
          <p:nvPr>
            <p:ph idx="94" type="subTitle"/>
          </p:nvPr>
        </p:nvSpPr>
        <p:spPr>
          <a:xfrm>
            <a:off x="9000144" y="5255657"/>
            <a:ext cx="8151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12966" name="Google Shape;12966;p218"/>
          <p:cNvSpPr txBox="1"/>
          <p:nvPr>
            <p:ph idx="95" type="subTitle"/>
          </p:nvPr>
        </p:nvSpPr>
        <p:spPr>
          <a:xfrm>
            <a:off x="264731" y="5769224"/>
            <a:ext cx="7965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12967" name="Google Shape;12967;p218"/>
          <p:cNvSpPr txBox="1"/>
          <p:nvPr>
            <p:ph idx="96" type="subTitle"/>
          </p:nvPr>
        </p:nvSpPr>
        <p:spPr>
          <a:xfrm>
            <a:off x="1179154" y="5769224"/>
            <a:ext cx="7779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12968" name="Google Shape;12968;p218"/>
          <p:cNvSpPr txBox="1"/>
          <p:nvPr>
            <p:ph idx="97" type="subTitle"/>
          </p:nvPr>
        </p:nvSpPr>
        <p:spPr>
          <a:xfrm>
            <a:off x="1990053" y="5769224"/>
            <a:ext cx="8151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12969" name="Google Shape;12969;p218"/>
          <p:cNvSpPr txBox="1"/>
          <p:nvPr>
            <p:ph idx="98" type="subTitle"/>
          </p:nvPr>
        </p:nvSpPr>
        <p:spPr>
          <a:xfrm>
            <a:off x="2925232" y="5769224"/>
            <a:ext cx="7779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12970" name="Google Shape;12970;p218"/>
          <p:cNvSpPr txBox="1"/>
          <p:nvPr>
            <p:ph idx="99" type="subTitle"/>
          </p:nvPr>
        </p:nvSpPr>
        <p:spPr>
          <a:xfrm>
            <a:off x="3736126" y="5769224"/>
            <a:ext cx="8151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12971" name="Google Shape;12971;p218"/>
          <p:cNvSpPr txBox="1"/>
          <p:nvPr>
            <p:ph idx="100" type="subTitle"/>
          </p:nvPr>
        </p:nvSpPr>
        <p:spPr>
          <a:xfrm>
            <a:off x="4671309" y="5769224"/>
            <a:ext cx="7779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12972" name="Google Shape;12972;p218"/>
          <p:cNvSpPr txBox="1"/>
          <p:nvPr>
            <p:ph idx="101" type="subTitle"/>
          </p:nvPr>
        </p:nvSpPr>
        <p:spPr>
          <a:xfrm>
            <a:off x="5482203" y="5769224"/>
            <a:ext cx="8151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12973" name="Google Shape;12973;p218"/>
          <p:cNvSpPr txBox="1"/>
          <p:nvPr>
            <p:ph idx="102" type="subTitle"/>
          </p:nvPr>
        </p:nvSpPr>
        <p:spPr>
          <a:xfrm>
            <a:off x="6411959" y="5769219"/>
            <a:ext cx="8136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12974" name="Google Shape;12974;p218"/>
          <p:cNvSpPr txBox="1"/>
          <p:nvPr>
            <p:ph idx="103" type="subTitle"/>
          </p:nvPr>
        </p:nvSpPr>
        <p:spPr>
          <a:xfrm>
            <a:off x="7345671" y="5769224"/>
            <a:ext cx="7965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12975" name="Google Shape;12975;p218"/>
          <p:cNvSpPr txBox="1"/>
          <p:nvPr>
            <p:ph idx="104" type="subTitle"/>
          </p:nvPr>
        </p:nvSpPr>
        <p:spPr>
          <a:xfrm>
            <a:off x="8182670" y="5769224"/>
            <a:ext cx="7965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12976" name="Google Shape;12976;p218"/>
          <p:cNvSpPr txBox="1"/>
          <p:nvPr>
            <p:ph idx="105" type="subTitle"/>
          </p:nvPr>
        </p:nvSpPr>
        <p:spPr>
          <a:xfrm>
            <a:off x="9000144" y="5769224"/>
            <a:ext cx="8151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12977" name="Google Shape;12977;p218"/>
          <p:cNvSpPr/>
          <p:nvPr/>
        </p:nvSpPr>
        <p:spPr>
          <a:xfrm>
            <a:off x="2937798" y="843909"/>
            <a:ext cx="1592700" cy="408600"/>
          </a:xfrm>
          <a:prstGeom prst="roundRect">
            <a:avLst>
              <a:gd fmla="val 16667" name="adj"/>
            </a:avLst>
          </a:prstGeom>
          <a:solidFill>
            <a:srgbClr val="D9EAD3"/>
          </a:solidFill>
          <a:ln>
            <a:noFill/>
          </a:ln>
          <a:effectLst>
            <a:outerShdw blurRad="57150" rotWithShape="0" algn="bl" dir="5400000" dist="19050">
              <a:srgbClr val="000000">
                <a:alpha val="49800"/>
              </a:srgbClr>
            </a:outerShdw>
          </a:effectLst>
        </p:spPr>
        <p:txBody>
          <a:bodyPr anchorCtr="0" anchor="ctr" bIns="18000" lIns="18000" spcFirstLastPara="1" rIns="18000" wrap="square" tIns="18000">
            <a:noAutofit/>
          </a:bodyPr>
          <a:lstStyle/>
          <a:p>
            <a:pPr indent="0" lvl="0" marL="0" marR="0" rtl="0" algn="ctr">
              <a:lnSpc>
                <a:spcPct val="100000"/>
              </a:lnSpc>
              <a:spcBef>
                <a:spcPts val="0"/>
              </a:spcBef>
              <a:spcAft>
                <a:spcPts val="0"/>
              </a:spcAft>
              <a:buClr>
                <a:srgbClr val="000000"/>
              </a:buClr>
              <a:buSzPts val="900"/>
              <a:buFont typeface="Arial"/>
              <a:buNone/>
            </a:pPr>
            <a:r>
              <a:rPr b="1" lang="es-419" sz="900">
                <a:latin typeface="Arvo"/>
                <a:ea typeface="Arvo"/>
                <a:cs typeface="Arvo"/>
                <a:sym typeface="Arvo"/>
              </a:rPr>
              <a:t>¿Qué?</a:t>
            </a:r>
            <a:endParaRPr b="1" i="0" sz="900" u="none" cap="none" strike="noStrike">
              <a:solidFill>
                <a:srgbClr val="000000"/>
              </a:solidFill>
              <a:latin typeface="Arvo"/>
              <a:ea typeface="Arvo"/>
              <a:cs typeface="Arvo"/>
              <a:sym typeface="Arvo"/>
            </a:endParaRPr>
          </a:p>
        </p:txBody>
      </p:sp>
      <p:sp>
        <p:nvSpPr>
          <p:cNvPr id="12978" name="Google Shape;12978;p218"/>
          <p:cNvSpPr/>
          <p:nvPr/>
        </p:nvSpPr>
        <p:spPr>
          <a:xfrm>
            <a:off x="6437250" y="843897"/>
            <a:ext cx="781500" cy="408900"/>
          </a:xfrm>
          <a:prstGeom prst="roundRect">
            <a:avLst>
              <a:gd fmla="val 16667" name="adj"/>
            </a:avLst>
          </a:prstGeom>
          <a:solidFill>
            <a:srgbClr val="FFF2CC"/>
          </a:solidFill>
          <a:ln>
            <a:noFill/>
          </a:ln>
          <a:effectLst>
            <a:outerShdw blurRad="57150" rotWithShape="0" algn="bl" dir="5400000" dist="19050">
              <a:srgbClr val="000000">
                <a:alpha val="49800"/>
              </a:srgbClr>
            </a:outerShdw>
          </a:effectLst>
        </p:spPr>
        <p:txBody>
          <a:bodyPr anchorCtr="0" anchor="ctr" bIns="18000" lIns="18000" spcFirstLastPara="1" rIns="18000" wrap="square" tIns="18000">
            <a:noAutofit/>
          </a:bodyPr>
          <a:lstStyle/>
          <a:p>
            <a:pPr indent="0" lvl="0" marL="0" marR="0" rtl="0" algn="ctr">
              <a:lnSpc>
                <a:spcPct val="100000"/>
              </a:lnSpc>
              <a:spcBef>
                <a:spcPts val="0"/>
              </a:spcBef>
              <a:spcAft>
                <a:spcPts val="0"/>
              </a:spcAft>
              <a:buClr>
                <a:srgbClr val="000000"/>
              </a:buClr>
              <a:buSzPts val="900"/>
              <a:buFont typeface="Arial"/>
              <a:buNone/>
            </a:pPr>
            <a:r>
              <a:rPr b="1" lang="es-419" sz="900">
                <a:latin typeface="Arvo"/>
                <a:ea typeface="Arvo"/>
                <a:cs typeface="Arvo"/>
                <a:sym typeface="Arvo"/>
              </a:rPr>
              <a:t>¿Cuándo?</a:t>
            </a:r>
            <a:endParaRPr b="1" i="0" sz="900" u="none" cap="none" strike="noStrike">
              <a:solidFill>
                <a:srgbClr val="000000"/>
              </a:solidFill>
              <a:latin typeface="Arvo"/>
              <a:ea typeface="Arvo"/>
              <a:cs typeface="Arvo"/>
              <a:sym typeface="Arvo"/>
            </a:endParaRPr>
          </a:p>
        </p:txBody>
      </p:sp>
      <p:sp>
        <p:nvSpPr>
          <p:cNvPr id="12979" name="Google Shape;12979;p218"/>
          <p:cNvSpPr/>
          <p:nvPr/>
        </p:nvSpPr>
        <p:spPr>
          <a:xfrm>
            <a:off x="4687703" y="843897"/>
            <a:ext cx="1592700" cy="408600"/>
          </a:xfrm>
          <a:prstGeom prst="roundRect">
            <a:avLst>
              <a:gd fmla="val 16667" name="adj"/>
            </a:avLst>
          </a:prstGeom>
          <a:solidFill>
            <a:srgbClr val="F4CCCC"/>
          </a:solidFill>
          <a:ln>
            <a:noFill/>
          </a:ln>
          <a:effectLst>
            <a:outerShdw blurRad="57150" rotWithShape="0" algn="bl" dir="5400000" dist="19050">
              <a:srgbClr val="000000">
                <a:alpha val="49800"/>
              </a:srgbClr>
            </a:outerShdw>
          </a:effectLst>
        </p:spPr>
        <p:txBody>
          <a:bodyPr anchorCtr="0" anchor="ctr" bIns="18000" lIns="18000" spcFirstLastPara="1" rIns="18000" wrap="square" tIns="18000">
            <a:noAutofit/>
          </a:bodyPr>
          <a:lstStyle/>
          <a:p>
            <a:pPr indent="0" lvl="0" marL="0" marR="0" rtl="0" algn="ctr">
              <a:lnSpc>
                <a:spcPct val="100000"/>
              </a:lnSpc>
              <a:spcBef>
                <a:spcPts val="0"/>
              </a:spcBef>
              <a:spcAft>
                <a:spcPts val="0"/>
              </a:spcAft>
              <a:buClr>
                <a:srgbClr val="000000"/>
              </a:buClr>
              <a:buSzPts val="900"/>
              <a:buFont typeface="Arial"/>
              <a:buNone/>
            </a:pPr>
            <a:r>
              <a:rPr b="1" lang="es-419" sz="900">
                <a:latin typeface="Arvo"/>
                <a:ea typeface="Arvo"/>
                <a:cs typeface="Arvo"/>
                <a:sym typeface="Arvo"/>
              </a:rPr>
              <a:t>¿Dónde?</a:t>
            </a:r>
            <a:endParaRPr b="1" i="0" sz="900" u="none" cap="none" strike="noStrike">
              <a:solidFill>
                <a:srgbClr val="000000"/>
              </a:solidFill>
              <a:latin typeface="Arvo"/>
              <a:ea typeface="Arvo"/>
              <a:cs typeface="Arvo"/>
              <a:sym typeface="Arvo"/>
            </a:endParaRPr>
          </a:p>
        </p:txBody>
      </p:sp>
      <p:sp>
        <p:nvSpPr>
          <p:cNvPr id="12980" name="Google Shape;12980;p218"/>
          <p:cNvSpPr/>
          <p:nvPr/>
        </p:nvSpPr>
        <p:spPr>
          <a:xfrm>
            <a:off x="1169479" y="843909"/>
            <a:ext cx="1631400" cy="448500"/>
          </a:xfrm>
          <a:prstGeom prst="roundRect">
            <a:avLst>
              <a:gd fmla="val 16667" name="adj"/>
            </a:avLst>
          </a:prstGeom>
          <a:solidFill>
            <a:srgbClr val="FFF2CC"/>
          </a:solidFill>
          <a:ln>
            <a:noFill/>
          </a:ln>
          <a:effectLst>
            <a:outerShdw blurRad="57150" rotWithShape="0" algn="bl" dir="5400000" dist="19050">
              <a:srgbClr val="000000">
                <a:alpha val="49800"/>
              </a:srgbClr>
            </a:outerShdw>
          </a:effectLst>
        </p:spPr>
        <p:txBody>
          <a:bodyPr anchorCtr="0" anchor="ctr" bIns="18000" lIns="18000" spcFirstLastPara="1" rIns="18000" wrap="square" tIns="18000">
            <a:noAutofit/>
          </a:bodyPr>
          <a:lstStyle/>
          <a:p>
            <a:pPr indent="0" lvl="0" marL="0" rtl="0" algn="ctr">
              <a:spcBef>
                <a:spcPts val="0"/>
              </a:spcBef>
              <a:spcAft>
                <a:spcPts val="0"/>
              </a:spcAft>
              <a:buClr>
                <a:srgbClr val="000000"/>
              </a:buClr>
              <a:buSzPts val="1100"/>
              <a:buFont typeface="Arial"/>
              <a:buNone/>
            </a:pPr>
            <a:r>
              <a:rPr b="1" lang="es-419" sz="900">
                <a:solidFill>
                  <a:srgbClr val="000000"/>
                </a:solidFill>
              </a:rPr>
              <a:t>¿Quién? </a:t>
            </a:r>
            <a:endParaRPr b="1" sz="900">
              <a:solidFill>
                <a:srgbClr val="000000"/>
              </a:solidFill>
            </a:endParaRPr>
          </a:p>
          <a:p>
            <a:pPr indent="0" lvl="0" marL="0" rtl="0" algn="ctr">
              <a:spcBef>
                <a:spcPts val="0"/>
              </a:spcBef>
              <a:spcAft>
                <a:spcPts val="0"/>
              </a:spcAft>
              <a:buClr>
                <a:srgbClr val="000000"/>
              </a:buClr>
              <a:buSzPts val="1100"/>
              <a:buFont typeface="Arial"/>
              <a:buNone/>
            </a:pPr>
            <a:r>
              <a:rPr b="1" lang="es-419" sz="600">
                <a:solidFill>
                  <a:srgbClr val="000000"/>
                </a:solidFill>
              </a:rPr>
              <a:t>R = responsable. A = Aprobador. C = Consultado. I = Informado. </a:t>
            </a:r>
            <a:endParaRPr b="1" sz="600">
              <a:latin typeface="Arvo"/>
              <a:ea typeface="Arvo"/>
              <a:cs typeface="Arvo"/>
              <a:sym typeface="Arvo"/>
            </a:endParaRPr>
          </a:p>
        </p:txBody>
      </p:sp>
      <p:sp>
        <p:nvSpPr>
          <p:cNvPr id="12981" name="Google Shape;12981;p218"/>
          <p:cNvSpPr/>
          <p:nvPr/>
        </p:nvSpPr>
        <p:spPr>
          <a:xfrm>
            <a:off x="250802" y="843897"/>
            <a:ext cx="781500" cy="448500"/>
          </a:xfrm>
          <a:prstGeom prst="roundRect">
            <a:avLst>
              <a:gd fmla="val 16667" name="adj"/>
            </a:avLst>
          </a:prstGeom>
          <a:solidFill>
            <a:srgbClr val="F3F3F3"/>
          </a:solidFill>
          <a:ln>
            <a:noFill/>
          </a:ln>
          <a:effectLst>
            <a:outerShdw blurRad="57150" rotWithShape="0" algn="bl" dir="5400000" dist="19050">
              <a:srgbClr val="000000">
                <a:alpha val="49800"/>
              </a:srgbClr>
            </a:outerShdw>
          </a:effectLst>
        </p:spPr>
        <p:txBody>
          <a:bodyPr anchorCtr="0" anchor="ctr" bIns="18000" lIns="18000" spcFirstLastPara="1" rIns="18000" wrap="square" tIns="18000">
            <a:noAutofit/>
          </a:bodyPr>
          <a:lstStyle/>
          <a:p>
            <a:pPr indent="0" lvl="0" marL="0" marR="0" rtl="0" algn="ctr">
              <a:lnSpc>
                <a:spcPct val="100000"/>
              </a:lnSpc>
              <a:spcBef>
                <a:spcPts val="0"/>
              </a:spcBef>
              <a:spcAft>
                <a:spcPts val="0"/>
              </a:spcAft>
              <a:buClr>
                <a:srgbClr val="000000"/>
              </a:buClr>
              <a:buSzPts val="900"/>
              <a:buFont typeface="Arial"/>
              <a:buNone/>
            </a:pPr>
            <a:r>
              <a:rPr b="1" lang="es-419" sz="900">
                <a:latin typeface="Arvo"/>
                <a:ea typeface="Arvo"/>
                <a:cs typeface="Arvo"/>
                <a:sym typeface="Arvo"/>
              </a:rPr>
              <a:t>¿Cómo?</a:t>
            </a:r>
            <a:endParaRPr b="1" i="0" sz="900" u="none" cap="none" strike="noStrike">
              <a:solidFill>
                <a:srgbClr val="000000"/>
              </a:solidFill>
              <a:latin typeface="Arvo"/>
              <a:ea typeface="Arvo"/>
              <a:cs typeface="Arvo"/>
              <a:sym typeface="Arvo"/>
            </a:endParaRPr>
          </a:p>
        </p:txBody>
      </p:sp>
      <p:sp>
        <p:nvSpPr>
          <p:cNvPr id="12982" name="Google Shape;12982;p218"/>
          <p:cNvSpPr/>
          <p:nvPr/>
        </p:nvSpPr>
        <p:spPr>
          <a:xfrm>
            <a:off x="7375550" y="843897"/>
            <a:ext cx="2434800" cy="408900"/>
          </a:xfrm>
          <a:prstGeom prst="roundRect">
            <a:avLst>
              <a:gd fmla="val 16667" name="adj"/>
            </a:avLst>
          </a:prstGeom>
          <a:solidFill>
            <a:srgbClr val="B4A7D6"/>
          </a:solidFill>
          <a:ln>
            <a:noFill/>
          </a:ln>
          <a:effectLst>
            <a:outerShdw blurRad="57150" rotWithShape="0" algn="bl" dir="5400000" dist="19050">
              <a:srgbClr val="000000">
                <a:alpha val="49800"/>
              </a:srgbClr>
            </a:outerShdw>
          </a:effectLst>
        </p:spPr>
        <p:txBody>
          <a:bodyPr anchorCtr="0" anchor="ctr" bIns="18000" lIns="18000" spcFirstLastPara="1" rIns="18000" wrap="square" tIns="18000">
            <a:noAutofit/>
          </a:bodyPr>
          <a:lstStyle/>
          <a:p>
            <a:pPr indent="0" lvl="0" marL="0" marR="0" rtl="0" algn="ctr">
              <a:lnSpc>
                <a:spcPct val="100000"/>
              </a:lnSpc>
              <a:spcBef>
                <a:spcPts val="0"/>
              </a:spcBef>
              <a:spcAft>
                <a:spcPts val="0"/>
              </a:spcAft>
              <a:buClr>
                <a:srgbClr val="000000"/>
              </a:buClr>
              <a:buSzPts val="900"/>
              <a:buFont typeface="Arial"/>
              <a:buNone/>
            </a:pPr>
            <a:r>
              <a:rPr b="1" lang="es-419" sz="900">
                <a:latin typeface="Arvo"/>
                <a:ea typeface="Arvo"/>
                <a:cs typeface="Arvo"/>
                <a:sym typeface="Arvo"/>
              </a:rPr>
              <a:t>¿Por qué?</a:t>
            </a:r>
            <a:endParaRPr b="1" sz="900">
              <a:latin typeface="Arvo"/>
              <a:ea typeface="Arvo"/>
              <a:cs typeface="Arvo"/>
              <a:sym typeface="Arvo"/>
            </a:endParaRPr>
          </a:p>
        </p:txBody>
      </p:sp>
      <p:sp>
        <p:nvSpPr>
          <p:cNvPr id="12983" name="Google Shape;12983;p218"/>
          <p:cNvSpPr txBox="1"/>
          <p:nvPr/>
        </p:nvSpPr>
        <p:spPr>
          <a:xfrm>
            <a:off x="9027247" y="1335932"/>
            <a:ext cx="781500" cy="370800"/>
          </a:xfrm>
          <a:prstGeom prst="rect">
            <a:avLst/>
          </a:prstGeom>
          <a:solidFill>
            <a:srgbClr val="B4A7D6"/>
          </a:solidFill>
          <a:ln>
            <a:noFill/>
          </a:ln>
          <a:effectLst>
            <a:outerShdw blurRad="57150" rotWithShape="0" algn="bl" dir="2160000" dist="19050">
              <a:srgbClr val="000000">
                <a:alpha val="78000"/>
              </a:srgbClr>
            </a:outerShdw>
          </a:effectLst>
        </p:spPr>
        <p:txBody>
          <a:bodyPr anchorCtr="0" anchor="ctr" bIns="18000" lIns="18000" spcFirstLastPara="1" rIns="18000" wrap="square" tIns="18000">
            <a:noAutofit/>
          </a:bodyPr>
          <a:lstStyle/>
          <a:p>
            <a:pPr indent="0" lvl="0" marL="0" rtl="0" algn="ctr">
              <a:spcBef>
                <a:spcPts val="0"/>
              </a:spcBef>
              <a:spcAft>
                <a:spcPts val="0"/>
              </a:spcAft>
              <a:buNone/>
            </a:pPr>
            <a:r>
              <a:rPr b="1" lang="es-419" sz="600">
                <a:latin typeface="Arvo"/>
                <a:ea typeface="Arvo"/>
                <a:cs typeface="Arvo"/>
                <a:sym typeface="Arvo"/>
              </a:rPr>
              <a:t>Punto de control / regla de negocio</a:t>
            </a:r>
            <a:endParaRPr b="1" sz="600">
              <a:latin typeface="Arvo"/>
              <a:ea typeface="Arvo"/>
              <a:cs typeface="Arvo"/>
              <a:sym typeface="Arvo"/>
            </a:endParaRPr>
          </a:p>
        </p:txBody>
      </p:sp>
      <p:sp>
        <p:nvSpPr>
          <p:cNvPr id="12984" name="Google Shape;12984;p218"/>
          <p:cNvSpPr txBox="1"/>
          <p:nvPr/>
        </p:nvSpPr>
        <p:spPr>
          <a:xfrm>
            <a:off x="8202044" y="1335932"/>
            <a:ext cx="781500" cy="370800"/>
          </a:xfrm>
          <a:prstGeom prst="rect">
            <a:avLst/>
          </a:prstGeom>
          <a:solidFill>
            <a:srgbClr val="B4A7D6"/>
          </a:solidFill>
          <a:ln>
            <a:noFill/>
          </a:ln>
          <a:effectLst>
            <a:outerShdw blurRad="57150" rotWithShape="0" algn="bl" dir="2160000" dist="19050">
              <a:srgbClr val="000000">
                <a:alpha val="78000"/>
              </a:srgbClr>
            </a:outerShdw>
          </a:effectLst>
        </p:spPr>
        <p:txBody>
          <a:bodyPr anchorCtr="0" anchor="ctr" bIns="18000" lIns="18000" spcFirstLastPara="1" rIns="18000" wrap="square" tIns="18000">
            <a:noAutofit/>
          </a:bodyPr>
          <a:lstStyle/>
          <a:p>
            <a:pPr indent="0" lvl="0" marL="0" rtl="0" algn="ctr">
              <a:spcBef>
                <a:spcPts val="0"/>
              </a:spcBef>
              <a:spcAft>
                <a:spcPts val="0"/>
              </a:spcAft>
              <a:buNone/>
            </a:pPr>
            <a:r>
              <a:rPr b="1" lang="es-419" sz="600">
                <a:latin typeface="Arvo"/>
                <a:ea typeface="Arvo"/>
                <a:cs typeface="Arvo"/>
                <a:sym typeface="Arvo"/>
              </a:rPr>
              <a:t>¿Por qué lo hace?</a:t>
            </a:r>
            <a:endParaRPr b="1" sz="600">
              <a:latin typeface="Arvo"/>
              <a:ea typeface="Arvo"/>
              <a:cs typeface="Arvo"/>
              <a:sym typeface="Arvo"/>
            </a:endParaRPr>
          </a:p>
        </p:txBody>
      </p:sp>
      <p:sp>
        <p:nvSpPr>
          <p:cNvPr id="12985" name="Google Shape;12985;p218"/>
          <p:cNvSpPr txBox="1"/>
          <p:nvPr/>
        </p:nvSpPr>
        <p:spPr>
          <a:xfrm>
            <a:off x="7376842" y="1335932"/>
            <a:ext cx="781500" cy="370800"/>
          </a:xfrm>
          <a:prstGeom prst="rect">
            <a:avLst/>
          </a:prstGeom>
          <a:solidFill>
            <a:srgbClr val="B4A7D6"/>
          </a:solidFill>
          <a:ln>
            <a:noFill/>
          </a:ln>
          <a:effectLst>
            <a:outerShdw blurRad="57150" rotWithShape="0" algn="bl" dir="2160000" dist="19050">
              <a:srgbClr val="000000">
                <a:alpha val="78000"/>
              </a:srgbClr>
            </a:outerShdw>
          </a:effectLst>
        </p:spPr>
        <p:txBody>
          <a:bodyPr anchorCtr="0" anchor="ctr" bIns="18000" lIns="18000" spcFirstLastPara="1" rIns="18000" wrap="square" tIns="18000">
            <a:noAutofit/>
          </a:bodyPr>
          <a:lstStyle/>
          <a:p>
            <a:pPr indent="0" lvl="0" marL="0" rtl="0" algn="ctr">
              <a:spcBef>
                <a:spcPts val="0"/>
              </a:spcBef>
              <a:spcAft>
                <a:spcPts val="0"/>
              </a:spcAft>
              <a:buNone/>
            </a:pPr>
            <a:r>
              <a:rPr b="1" lang="es-419" sz="600">
                <a:latin typeface="Arvo"/>
                <a:ea typeface="Arvo"/>
                <a:cs typeface="Arvo"/>
                <a:sym typeface="Arvo"/>
              </a:rPr>
              <a:t>¿Qué necesita para iniciar?</a:t>
            </a:r>
            <a:endParaRPr b="1" sz="600">
              <a:latin typeface="Arvo"/>
              <a:ea typeface="Arvo"/>
              <a:cs typeface="Arvo"/>
              <a:sym typeface="Arvo"/>
            </a:endParaRPr>
          </a:p>
        </p:txBody>
      </p:sp>
      <p:sp>
        <p:nvSpPr>
          <p:cNvPr id="12986" name="Google Shape;12986;p218"/>
          <p:cNvSpPr txBox="1"/>
          <p:nvPr/>
        </p:nvSpPr>
        <p:spPr>
          <a:xfrm>
            <a:off x="6438453" y="1335932"/>
            <a:ext cx="781500" cy="370800"/>
          </a:xfrm>
          <a:prstGeom prst="rect">
            <a:avLst/>
          </a:prstGeom>
          <a:solidFill>
            <a:srgbClr val="FFF2CC"/>
          </a:solidFill>
          <a:ln>
            <a:noFill/>
          </a:ln>
          <a:effectLst>
            <a:outerShdw blurRad="57150" rotWithShape="0" algn="bl" dir="2160000" dist="19050">
              <a:srgbClr val="000000">
                <a:alpha val="78000"/>
              </a:srgbClr>
            </a:outerShdw>
          </a:effectLst>
        </p:spPr>
        <p:txBody>
          <a:bodyPr anchorCtr="0" anchor="ctr" bIns="18000" lIns="18000" spcFirstLastPara="1" rIns="18000" wrap="square" tIns="18000">
            <a:noAutofit/>
          </a:bodyPr>
          <a:lstStyle/>
          <a:p>
            <a:pPr indent="0" lvl="0" marL="0" rtl="0" algn="ctr">
              <a:spcBef>
                <a:spcPts val="0"/>
              </a:spcBef>
              <a:spcAft>
                <a:spcPts val="0"/>
              </a:spcAft>
              <a:buNone/>
            </a:pPr>
            <a:r>
              <a:rPr b="1" lang="es-419" sz="600">
                <a:latin typeface="Arvo"/>
                <a:ea typeface="Arvo"/>
                <a:cs typeface="Arvo"/>
                <a:sym typeface="Arvo"/>
              </a:rPr>
              <a:t>¿Cuándo lo hace?</a:t>
            </a:r>
            <a:endParaRPr b="1" sz="600">
              <a:latin typeface="Arvo"/>
              <a:ea typeface="Arvo"/>
              <a:cs typeface="Arvo"/>
              <a:sym typeface="Arvo"/>
            </a:endParaRPr>
          </a:p>
        </p:txBody>
      </p:sp>
      <p:sp>
        <p:nvSpPr>
          <p:cNvPr id="12987" name="Google Shape;12987;p218"/>
          <p:cNvSpPr txBox="1"/>
          <p:nvPr/>
        </p:nvSpPr>
        <p:spPr>
          <a:xfrm>
            <a:off x="5504571" y="1335932"/>
            <a:ext cx="781500" cy="370800"/>
          </a:xfrm>
          <a:prstGeom prst="rect">
            <a:avLst/>
          </a:prstGeom>
          <a:solidFill>
            <a:srgbClr val="F4CCCC"/>
          </a:solidFill>
          <a:ln>
            <a:noFill/>
          </a:ln>
          <a:effectLst>
            <a:outerShdw blurRad="57150" rotWithShape="0" algn="bl" dir="2160000" dist="19050">
              <a:srgbClr val="000000">
                <a:alpha val="78000"/>
              </a:srgbClr>
            </a:outerShdw>
          </a:effectLst>
        </p:spPr>
        <p:txBody>
          <a:bodyPr anchorCtr="0" anchor="ctr" bIns="18000" lIns="18000" spcFirstLastPara="1" rIns="18000" wrap="square" tIns="18000">
            <a:noAutofit/>
          </a:bodyPr>
          <a:lstStyle/>
          <a:p>
            <a:pPr indent="0" lvl="0" marL="0" rtl="0" algn="ctr">
              <a:spcBef>
                <a:spcPts val="0"/>
              </a:spcBef>
              <a:spcAft>
                <a:spcPts val="0"/>
              </a:spcAft>
              <a:buNone/>
            </a:pPr>
            <a:r>
              <a:rPr b="1" lang="es-419" sz="600">
                <a:latin typeface="Arvo"/>
                <a:ea typeface="Arvo"/>
                <a:cs typeface="Arvo"/>
                <a:sym typeface="Arvo"/>
              </a:rPr>
              <a:t>¿Dónde lo hace?</a:t>
            </a:r>
            <a:endParaRPr b="1" sz="600">
              <a:latin typeface="Arvo"/>
              <a:ea typeface="Arvo"/>
              <a:cs typeface="Arvo"/>
              <a:sym typeface="Arvo"/>
            </a:endParaRPr>
          </a:p>
        </p:txBody>
      </p:sp>
      <p:sp>
        <p:nvSpPr>
          <p:cNvPr id="12988" name="Google Shape;12988;p218"/>
          <p:cNvSpPr txBox="1"/>
          <p:nvPr/>
        </p:nvSpPr>
        <p:spPr>
          <a:xfrm>
            <a:off x="4679368" y="1335932"/>
            <a:ext cx="781500" cy="370800"/>
          </a:xfrm>
          <a:prstGeom prst="rect">
            <a:avLst/>
          </a:prstGeom>
          <a:solidFill>
            <a:srgbClr val="F4CCCC"/>
          </a:solidFill>
          <a:ln>
            <a:noFill/>
          </a:ln>
          <a:effectLst>
            <a:outerShdw blurRad="57150" rotWithShape="0" algn="bl" dir="2160000" dist="19050">
              <a:srgbClr val="000000">
                <a:alpha val="78000"/>
              </a:srgbClr>
            </a:outerShdw>
          </a:effectLst>
        </p:spPr>
        <p:txBody>
          <a:bodyPr anchorCtr="0" anchor="ctr" bIns="18000" lIns="18000" spcFirstLastPara="1" rIns="18000" wrap="square" tIns="18000">
            <a:noAutofit/>
          </a:bodyPr>
          <a:lstStyle/>
          <a:p>
            <a:pPr indent="0" lvl="0" marL="0" rtl="0" algn="ctr">
              <a:spcBef>
                <a:spcPts val="0"/>
              </a:spcBef>
              <a:spcAft>
                <a:spcPts val="0"/>
              </a:spcAft>
              <a:buNone/>
            </a:pPr>
            <a:r>
              <a:rPr b="1" lang="es-419" sz="600">
                <a:latin typeface="Arvo"/>
                <a:ea typeface="Arvo"/>
                <a:cs typeface="Arvo"/>
                <a:sym typeface="Arvo"/>
              </a:rPr>
              <a:t>¿Recursos con que lo hace?</a:t>
            </a:r>
            <a:endParaRPr b="1" sz="600">
              <a:latin typeface="Arvo"/>
              <a:ea typeface="Arvo"/>
              <a:cs typeface="Arvo"/>
              <a:sym typeface="Arvo"/>
            </a:endParaRPr>
          </a:p>
        </p:txBody>
      </p:sp>
      <p:sp>
        <p:nvSpPr>
          <p:cNvPr id="12989" name="Google Shape;12989;p218"/>
          <p:cNvSpPr txBox="1"/>
          <p:nvPr/>
        </p:nvSpPr>
        <p:spPr>
          <a:xfrm>
            <a:off x="249876" y="1335932"/>
            <a:ext cx="781500" cy="370800"/>
          </a:xfrm>
          <a:prstGeom prst="rect">
            <a:avLst/>
          </a:prstGeom>
          <a:solidFill>
            <a:srgbClr val="F3F3F3"/>
          </a:solidFill>
          <a:ln>
            <a:noFill/>
          </a:ln>
          <a:effectLst>
            <a:outerShdw blurRad="57150" rotWithShape="0" algn="bl" dir="2160000" dist="19050">
              <a:srgbClr val="000000">
                <a:alpha val="78000"/>
              </a:srgbClr>
            </a:outerShdw>
          </a:effectLst>
        </p:spPr>
        <p:txBody>
          <a:bodyPr anchorCtr="0" anchor="ctr" bIns="18000" lIns="18000" spcFirstLastPara="1" rIns="18000" wrap="square" tIns="18000">
            <a:noAutofit/>
          </a:bodyPr>
          <a:lstStyle/>
          <a:p>
            <a:pPr indent="0" lvl="0" marL="0" rtl="0" algn="ctr">
              <a:spcBef>
                <a:spcPts val="0"/>
              </a:spcBef>
              <a:spcAft>
                <a:spcPts val="0"/>
              </a:spcAft>
              <a:buNone/>
            </a:pPr>
            <a:r>
              <a:rPr b="1" lang="es-419" sz="600">
                <a:latin typeface="Arvo"/>
                <a:ea typeface="Arvo"/>
                <a:cs typeface="Arvo"/>
                <a:sym typeface="Arvo"/>
              </a:rPr>
              <a:t>¿Actividad?</a:t>
            </a:r>
            <a:endParaRPr b="1" sz="600">
              <a:latin typeface="Arvo"/>
              <a:ea typeface="Arvo"/>
              <a:cs typeface="Arvo"/>
              <a:sym typeface="Arvo"/>
            </a:endParaRPr>
          </a:p>
        </p:txBody>
      </p:sp>
      <p:sp>
        <p:nvSpPr>
          <p:cNvPr id="12990" name="Google Shape;12990;p218"/>
          <p:cNvSpPr txBox="1"/>
          <p:nvPr/>
        </p:nvSpPr>
        <p:spPr>
          <a:xfrm>
            <a:off x="1995967" y="1335932"/>
            <a:ext cx="781500" cy="370800"/>
          </a:xfrm>
          <a:prstGeom prst="rect">
            <a:avLst/>
          </a:prstGeom>
          <a:solidFill>
            <a:srgbClr val="FFF2CC"/>
          </a:solidFill>
          <a:ln>
            <a:noFill/>
          </a:ln>
          <a:effectLst>
            <a:outerShdw blurRad="57150" rotWithShape="0" algn="bl" dir="2160000" dist="19050">
              <a:srgbClr val="000000">
                <a:alpha val="78000"/>
              </a:srgbClr>
            </a:outerShdw>
          </a:effectLst>
        </p:spPr>
        <p:txBody>
          <a:bodyPr anchorCtr="0" anchor="ctr" bIns="18000" lIns="18000" spcFirstLastPara="1" rIns="18000" wrap="square" tIns="18000">
            <a:noAutofit/>
          </a:bodyPr>
          <a:lstStyle/>
          <a:p>
            <a:pPr indent="0" lvl="0" marL="0" rtl="0" algn="ctr">
              <a:spcBef>
                <a:spcPts val="0"/>
              </a:spcBef>
              <a:spcAft>
                <a:spcPts val="0"/>
              </a:spcAft>
              <a:buNone/>
            </a:pPr>
            <a:r>
              <a:rPr b="1" lang="es-419" sz="600">
                <a:latin typeface="Arvo"/>
                <a:ea typeface="Arvo"/>
                <a:cs typeface="Arvo"/>
                <a:sym typeface="Arvo"/>
              </a:rPr>
              <a:t>¿Roles externos?</a:t>
            </a:r>
            <a:endParaRPr b="1" sz="600">
              <a:latin typeface="Arvo"/>
              <a:ea typeface="Arvo"/>
              <a:cs typeface="Arvo"/>
              <a:sym typeface="Arvo"/>
            </a:endParaRPr>
          </a:p>
        </p:txBody>
      </p:sp>
      <p:sp>
        <p:nvSpPr>
          <p:cNvPr id="12991" name="Google Shape;12991;p218"/>
          <p:cNvSpPr txBox="1"/>
          <p:nvPr/>
        </p:nvSpPr>
        <p:spPr>
          <a:xfrm>
            <a:off x="1170765" y="1335932"/>
            <a:ext cx="781500" cy="370800"/>
          </a:xfrm>
          <a:prstGeom prst="rect">
            <a:avLst/>
          </a:prstGeom>
          <a:solidFill>
            <a:srgbClr val="FFF2CC"/>
          </a:solidFill>
          <a:ln>
            <a:noFill/>
          </a:ln>
          <a:effectLst>
            <a:outerShdw blurRad="57150" rotWithShape="0" algn="bl" dir="2160000" dist="19050">
              <a:srgbClr val="000000">
                <a:alpha val="78000"/>
              </a:srgbClr>
            </a:outerShdw>
          </a:effectLst>
        </p:spPr>
        <p:txBody>
          <a:bodyPr anchorCtr="0" anchor="ctr" bIns="18000" lIns="18000" spcFirstLastPara="1" rIns="18000" wrap="square" tIns="18000">
            <a:noAutofit/>
          </a:bodyPr>
          <a:lstStyle/>
          <a:p>
            <a:pPr indent="0" lvl="0" marL="0" rtl="0" algn="ctr">
              <a:spcBef>
                <a:spcPts val="0"/>
              </a:spcBef>
              <a:spcAft>
                <a:spcPts val="0"/>
              </a:spcAft>
              <a:buNone/>
            </a:pPr>
            <a:r>
              <a:rPr b="1" lang="es-419" sz="600">
                <a:latin typeface="Arvo"/>
                <a:ea typeface="Arvo"/>
                <a:cs typeface="Arvo"/>
                <a:sym typeface="Arvo"/>
              </a:rPr>
              <a:t>¿Roles internos?</a:t>
            </a:r>
            <a:endParaRPr b="1" sz="600">
              <a:latin typeface="Arvo"/>
              <a:ea typeface="Arvo"/>
              <a:cs typeface="Arvo"/>
              <a:sym typeface="Arvo"/>
            </a:endParaRPr>
          </a:p>
        </p:txBody>
      </p:sp>
      <p:sp>
        <p:nvSpPr>
          <p:cNvPr id="12992" name="Google Shape;12992;p218"/>
          <p:cNvSpPr/>
          <p:nvPr/>
        </p:nvSpPr>
        <p:spPr>
          <a:xfrm>
            <a:off x="265150" y="6300982"/>
            <a:ext cx="7965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sp>
        <p:nvSpPr>
          <p:cNvPr id="12993" name="Google Shape;12993;p218"/>
          <p:cNvSpPr/>
          <p:nvPr/>
        </p:nvSpPr>
        <p:spPr>
          <a:xfrm>
            <a:off x="1180835" y="6300982"/>
            <a:ext cx="16236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cxnSp>
        <p:nvCxnSpPr>
          <p:cNvPr id="12994" name="Google Shape;12994;p218"/>
          <p:cNvCxnSpPr/>
          <p:nvPr/>
        </p:nvCxnSpPr>
        <p:spPr>
          <a:xfrm>
            <a:off x="1973040" y="6296451"/>
            <a:ext cx="2700" cy="446700"/>
          </a:xfrm>
          <a:prstGeom prst="straightConnector1">
            <a:avLst/>
          </a:prstGeom>
          <a:noFill/>
          <a:ln cap="flat" cmpd="sng" w="28575">
            <a:solidFill>
              <a:srgbClr val="D9D9D9"/>
            </a:solidFill>
            <a:prstDash val="solid"/>
            <a:round/>
            <a:headEnd len="sm" w="sm" type="none"/>
            <a:tailEnd len="sm" w="sm" type="none"/>
          </a:ln>
        </p:spPr>
      </p:cxnSp>
      <p:sp>
        <p:nvSpPr>
          <p:cNvPr id="12995" name="Google Shape;12995;p218"/>
          <p:cNvSpPr/>
          <p:nvPr/>
        </p:nvSpPr>
        <p:spPr>
          <a:xfrm>
            <a:off x="2923707" y="6300982"/>
            <a:ext cx="16236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cxnSp>
        <p:nvCxnSpPr>
          <p:cNvPr id="12996" name="Google Shape;12996;p218"/>
          <p:cNvCxnSpPr/>
          <p:nvPr/>
        </p:nvCxnSpPr>
        <p:spPr>
          <a:xfrm>
            <a:off x="3719255" y="6296597"/>
            <a:ext cx="2700" cy="446700"/>
          </a:xfrm>
          <a:prstGeom prst="straightConnector1">
            <a:avLst/>
          </a:prstGeom>
          <a:noFill/>
          <a:ln cap="flat" cmpd="sng" w="28575">
            <a:solidFill>
              <a:srgbClr val="D9D9D9"/>
            </a:solidFill>
            <a:prstDash val="solid"/>
            <a:round/>
            <a:headEnd len="sm" w="sm" type="none"/>
            <a:tailEnd len="sm" w="sm" type="none"/>
          </a:ln>
        </p:spPr>
      </p:cxnSp>
      <p:sp>
        <p:nvSpPr>
          <p:cNvPr id="12997" name="Google Shape;12997;p218"/>
          <p:cNvSpPr/>
          <p:nvPr/>
        </p:nvSpPr>
        <p:spPr>
          <a:xfrm>
            <a:off x="4666579" y="6300982"/>
            <a:ext cx="16236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cxnSp>
        <p:nvCxnSpPr>
          <p:cNvPr id="12998" name="Google Shape;12998;p218"/>
          <p:cNvCxnSpPr/>
          <p:nvPr/>
        </p:nvCxnSpPr>
        <p:spPr>
          <a:xfrm>
            <a:off x="5460999" y="6296438"/>
            <a:ext cx="2700" cy="446700"/>
          </a:xfrm>
          <a:prstGeom prst="straightConnector1">
            <a:avLst/>
          </a:prstGeom>
          <a:noFill/>
          <a:ln cap="flat" cmpd="sng" w="28575">
            <a:solidFill>
              <a:srgbClr val="D9D9D9"/>
            </a:solidFill>
            <a:prstDash val="solid"/>
            <a:round/>
            <a:headEnd len="sm" w="sm" type="none"/>
            <a:tailEnd len="sm" w="sm" type="none"/>
          </a:ln>
        </p:spPr>
      </p:cxnSp>
      <p:sp>
        <p:nvSpPr>
          <p:cNvPr id="12999" name="Google Shape;12999;p218"/>
          <p:cNvSpPr/>
          <p:nvPr/>
        </p:nvSpPr>
        <p:spPr>
          <a:xfrm>
            <a:off x="6419935" y="6300982"/>
            <a:ext cx="7965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sp>
        <p:nvSpPr>
          <p:cNvPr id="13000" name="Google Shape;13000;p218"/>
          <p:cNvSpPr/>
          <p:nvPr/>
        </p:nvSpPr>
        <p:spPr>
          <a:xfrm>
            <a:off x="7346104" y="6300982"/>
            <a:ext cx="2466000" cy="4377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080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1" i="0" sz="1500" u="none" cap="none" strike="noStrike">
              <a:solidFill>
                <a:srgbClr val="000000"/>
              </a:solidFill>
              <a:latin typeface="Roboto"/>
              <a:ea typeface="Roboto"/>
              <a:cs typeface="Roboto"/>
              <a:sym typeface="Roboto"/>
            </a:endParaRPr>
          </a:p>
        </p:txBody>
      </p:sp>
      <p:cxnSp>
        <p:nvCxnSpPr>
          <p:cNvPr id="13001" name="Google Shape;13001;p218"/>
          <p:cNvCxnSpPr/>
          <p:nvPr/>
        </p:nvCxnSpPr>
        <p:spPr>
          <a:xfrm>
            <a:off x="8161493" y="6296438"/>
            <a:ext cx="2700" cy="446700"/>
          </a:xfrm>
          <a:prstGeom prst="straightConnector1">
            <a:avLst/>
          </a:prstGeom>
          <a:noFill/>
          <a:ln cap="flat" cmpd="sng" w="28575">
            <a:solidFill>
              <a:srgbClr val="D9D9D9"/>
            </a:solidFill>
            <a:prstDash val="solid"/>
            <a:round/>
            <a:headEnd len="sm" w="sm" type="none"/>
            <a:tailEnd len="sm" w="sm" type="none"/>
          </a:ln>
        </p:spPr>
      </p:cxnSp>
      <p:cxnSp>
        <p:nvCxnSpPr>
          <p:cNvPr id="13002" name="Google Shape;13002;p218"/>
          <p:cNvCxnSpPr/>
          <p:nvPr/>
        </p:nvCxnSpPr>
        <p:spPr>
          <a:xfrm>
            <a:off x="8991625" y="6296475"/>
            <a:ext cx="2700" cy="446700"/>
          </a:xfrm>
          <a:prstGeom prst="straightConnector1">
            <a:avLst/>
          </a:prstGeom>
          <a:noFill/>
          <a:ln cap="flat" cmpd="sng" w="28575">
            <a:solidFill>
              <a:srgbClr val="D9D9D9"/>
            </a:solidFill>
            <a:prstDash val="solid"/>
            <a:round/>
            <a:headEnd len="sm" w="sm" type="none"/>
            <a:tailEnd len="sm" w="sm" type="none"/>
          </a:ln>
        </p:spPr>
      </p:cxnSp>
      <p:sp>
        <p:nvSpPr>
          <p:cNvPr id="13003" name="Google Shape;13003;p218"/>
          <p:cNvSpPr txBox="1"/>
          <p:nvPr>
            <p:ph idx="106" type="subTitle"/>
          </p:nvPr>
        </p:nvSpPr>
        <p:spPr>
          <a:xfrm>
            <a:off x="264731" y="6302624"/>
            <a:ext cx="7965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13004" name="Google Shape;13004;p218"/>
          <p:cNvSpPr txBox="1"/>
          <p:nvPr>
            <p:ph idx="107" type="subTitle"/>
          </p:nvPr>
        </p:nvSpPr>
        <p:spPr>
          <a:xfrm>
            <a:off x="1179154" y="6302624"/>
            <a:ext cx="7779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13005" name="Google Shape;13005;p218"/>
          <p:cNvSpPr txBox="1"/>
          <p:nvPr>
            <p:ph idx="108" type="subTitle"/>
          </p:nvPr>
        </p:nvSpPr>
        <p:spPr>
          <a:xfrm>
            <a:off x="1990053" y="6302624"/>
            <a:ext cx="8151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13006" name="Google Shape;13006;p218"/>
          <p:cNvSpPr txBox="1"/>
          <p:nvPr>
            <p:ph idx="109" type="subTitle"/>
          </p:nvPr>
        </p:nvSpPr>
        <p:spPr>
          <a:xfrm>
            <a:off x="2925232" y="6302624"/>
            <a:ext cx="7779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13007" name="Google Shape;13007;p218"/>
          <p:cNvSpPr txBox="1"/>
          <p:nvPr>
            <p:ph idx="110" type="subTitle"/>
          </p:nvPr>
        </p:nvSpPr>
        <p:spPr>
          <a:xfrm>
            <a:off x="3736126" y="6302624"/>
            <a:ext cx="8151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13008" name="Google Shape;13008;p218"/>
          <p:cNvSpPr txBox="1"/>
          <p:nvPr>
            <p:ph idx="111" type="subTitle"/>
          </p:nvPr>
        </p:nvSpPr>
        <p:spPr>
          <a:xfrm>
            <a:off x="4671309" y="6302624"/>
            <a:ext cx="7779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13009" name="Google Shape;13009;p218"/>
          <p:cNvSpPr txBox="1"/>
          <p:nvPr>
            <p:ph idx="112" type="subTitle"/>
          </p:nvPr>
        </p:nvSpPr>
        <p:spPr>
          <a:xfrm>
            <a:off x="5482203" y="6302624"/>
            <a:ext cx="8151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13010" name="Google Shape;13010;p218"/>
          <p:cNvSpPr txBox="1"/>
          <p:nvPr>
            <p:ph idx="113" type="subTitle"/>
          </p:nvPr>
        </p:nvSpPr>
        <p:spPr>
          <a:xfrm>
            <a:off x="6411959" y="6302619"/>
            <a:ext cx="8136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13011" name="Google Shape;13011;p218"/>
          <p:cNvSpPr txBox="1"/>
          <p:nvPr>
            <p:ph idx="114" type="subTitle"/>
          </p:nvPr>
        </p:nvSpPr>
        <p:spPr>
          <a:xfrm>
            <a:off x="7345671" y="6302624"/>
            <a:ext cx="7965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13012" name="Google Shape;13012;p218"/>
          <p:cNvSpPr txBox="1"/>
          <p:nvPr>
            <p:ph idx="115" type="subTitle"/>
          </p:nvPr>
        </p:nvSpPr>
        <p:spPr>
          <a:xfrm>
            <a:off x="8182670" y="6302624"/>
            <a:ext cx="7965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13013" name="Google Shape;13013;p218"/>
          <p:cNvSpPr txBox="1"/>
          <p:nvPr>
            <p:ph idx="116" type="subTitle"/>
          </p:nvPr>
        </p:nvSpPr>
        <p:spPr>
          <a:xfrm>
            <a:off x="9000144" y="6302624"/>
            <a:ext cx="815100" cy="4377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700"/>
              <a:buFont typeface="Arvo"/>
              <a:buNone/>
              <a:defRPr sz="7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700"/>
              <a:buNone/>
              <a:defRPr sz="700">
                <a:solidFill>
                  <a:srgbClr val="000000"/>
                </a:solidFill>
              </a:defRPr>
            </a:lvl2pPr>
            <a:lvl3pPr lvl="2" algn="ctr">
              <a:lnSpc>
                <a:spcPct val="90000"/>
              </a:lnSpc>
              <a:spcBef>
                <a:spcPts val="0"/>
              </a:spcBef>
              <a:spcAft>
                <a:spcPts val="0"/>
              </a:spcAft>
              <a:buClr>
                <a:srgbClr val="000000"/>
              </a:buClr>
              <a:buSzPts val="700"/>
              <a:buNone/>
              <a:defRPr sz="700">
                <a:solidFill>
                  <a:srgbClr val="000000"/>
                </a:solidFill>
              </a:defRPr>
            </a:lvl3pPr>
            <a:lvl4pPr lvl="3" algn="ctr">
              <a:lnSpc>
                <a:spcPct val="90000"/>
              </a:lnSpc>
              <a:spcBef>
                <a:spcPts val="0"/>
              </a:spcBef>
              <a:spcAft>
                <a:spcPts val="0"/>
              </a:spcAft>
              <a:buClr>
                <a:srgbClr val="000000"/>
              </a:buClr>
              <a:buSzPts val="700"/>
              <a:buNone/>
              <a:defRPr sz="700">
                <a:solidFill>
                  <a:srgbClr val="000000"/>
                </a:solidFill>
              </a:defRPr>
            </a:lvl4pPr>
            <a:lvl5pPr lvl="4" algn="ctr">
              <a:lnSpc>
                <a:spcPct val="90000"/>
              </a:lnSpc>
              <a:spcBef>
                <a:spcPts val="0"/>
              </a:spcBef>
              <a:spcAft>
                <a:spcPts val="0"/>
              </a:spcAft>
              <a:buClr>
                <a:srgbClr val="000000"/>
              </a:buClr>
              <a:buSzPts val="700"/>
              <a:buNone/>
              <a:defRPr sz="700">
                <a:solidFill>
                  <a:srgbClr val="000000"/>
                </a:solidFill>
              </a:defRPr>
            </a:lvl5pPr>
            <a:lvl6pPr lvl="5" algn="ctr">
              <a:lnSpc>
                <a:spcPct val="90000"/>
              </a:lnSpc>
              <a:spcBef>
                <a:spcPts val="0"/>
              </a:spcBef>
              <a:spcAft>
                <a:spcPts val="0"/>
              </a:spcAft>
              <a:buClr>
                <a:srgbClr val="000000"/>
              </a:buClr>
              <a:buSzPts val="700"/>
              <a:buNone/>
              <a:defRPr sz="700">
                <a:solidFill>
                  <a:srgbClr val="000000"/>
                </a:solidFill>
              </a:defRPr>
            </a:lvl6pPr>
            <a:lvl7pPr lvl="6" algn="ctr">
              <a:lnSpc>
                <a:spcPct val="90000"/>
              </a:lnSpc>
              <a:spcBef>
                <a:spcPts val="0"/>
              </a:spcBef>
              <a:spcAft>
                <a:spcPts val="0"/>
              </a:spcAft>
              <a:buClr>
                <a:srgbClr val="000000"/>
              </a:buClr>
              <a:buSzPts val="700"/>
              <a:buNone/>
              <a:defRPr sz="700">
                <a:solidFill>
                  <a:srgbClr val="000000"/>
                </a:solidFill>
              </a:defRPr>
            </a:lvl7pPr>
            <a:lvl8pPr lvl="7" algn="ctr">
              <a:lnSpc>
                <a:spcPct val="90000"/>
              </a:lnSpc>
              <a:spcBef>
                <a:spcPts val="0"/>
              </a:spcBef>
              <a:spcAft>
                <a:spcPts val="0"/>
              </a:spcAft>
              <a:buClr>
                <a:srgbClr val="000000"/>
              </a:buClr>
              <a:buSzPts val="700"/>
              <a:buNone/>
              <a:defRPr sz="700">
                <a:solidFill>
                  <a:srgbClr val="000000"/>
                </a:solidFill>
              </a:defRPr>
            </a:lvl8pPr>
            <a:lvl9pPr lvl="8" algn="ctr">
              <a:lnSpc>
                <a:spcPct val="90000"/>
              </a:lnSpc>
              <a:spcBef>
                <a:spcPts val="0"/>
              </a:spcBef>
              <a:spcAft>
                <a:spcPts val="0"/>
              </a:spcAft>
              <a:buClr>
                <a:srgbClr val="000000"/>
              </a:buClr>
              <a:buSzPts val="700"/>
              <a:buNone/>
              <a:defRPr sz="700">
                <a:solidFill>
                  <a:srgbClr val="000000"/>
                </a:solidFill>
              </a:defRPr>
            </a:lvl9pPr>
          </a:lstStyle>
          <a:p/>
        </p:txBody>
      </p:sp>
      <p:sp>
        <p:nvSpPr>
          <p:cNvPr id="13014" name="Google Shape;13014;p218"/>
          <p:cNvSpPr txBox="1"/>
          <p:nvPr/>
        </p:nvSpPr>
        <p:spPr>
          <a:xfrm>
            <a:off x="84825" y="598125"/>
            <a:ext cx="595500" cy="205800"/>
          </a:xfrm>
          <a:prstGeom prst="rect">
            <a:avLst/>
          </a:prstGeom>
          <a:noFill/>
          <a:ln>
            <a:noFill/>
          </a:ln>
        </p:spPr>
        <p:txBody>
          <a:bodyPr anchorCtr="0" anchor="t" bIns="18000" lIns="18000" spcFirstLastPara="1" rIns="18000" wrap="square" tIns="18000">
            <a:spAutoFit/>
          </a:bodyPr>
          <a:lstStyle/>
          <a:p>
            <a:pPr indent="0" lvl="0" marL="0" rtl="0" algn="l">
              <a:spcBef>
                <a:spcPts val="0"/>
              </a:spcBef>
              <a:spcAft>
                <a:spcPts val="0"/>
              </a:spcAft>
              <a:buNone/>
            </a:pPr>
            <a:r>
              <a:rPr lang="es-419" sz="1100">
                <a:solidFill>
                  <a:srgbClr val="FFFFFF"/>
                </a:solidFill>
              </a:rPr>
              <a:t>Nombre:</a:t>
            </a:r>
            <a:endParaRPr sz="1100">
              <a:solidFill>
                <a:srgbClr val="FFFFFF"/>
              </a:solidFill>
            </a:endParaRPr>
          </a:p>
        </p:txBody>
      </p:sp>
      <p:sp>
        <p:nvSpPr>
          <p:cNvPr id="13015" name="Google Shape;13015;p218"/>
          <p:cNvSpPr txBox="1"/>
          <p:nvPr/>
        </p:nvSpPr>
        <p:spPr>
          <a:xfrm>
            <a:off x="3750158" y="1335932"/>
            <a:ext cx="781500" cy="370800"/>
          </a:xfrm>
          <a:prstGeom prst="rect">
            <a:avLst/>
          </a:prstGeom>
          <a:solidFill>
            <a:srgbClr val="D9EAD3"/>
          </a:solidFill>
          <a:ln>
            <a:noFill/>
          </a:ln>
          <a:effectLst>
            <a:outerShdw blurRad="57150" rotWithShape="0" algn="bl" dir="2160000" dist="19050">
              <a:srgbClr val="000000">
                <a:alpha val="78000"/>
              </a:srgbClr>
            </a:outerShdw>
          </a:effectLst>
        </p:spPr>
        <p:txBody>
          <a:bodyPr anchorCtr="0" anchor="ctr" bIns="18000" lIns="18000" spcFirstLastPara="1" rIns="18000" wrap="square" tIns="18000">
            <a:noAutofit/>
          </a:bodyPr>
          <a:lstStyle/>
          <a:p>
            <a:pPr indent="0" lvl="0" marL="0" rtl="0" algn="ctr">
              <a:spcBef>
                <a:spcPts val="0"/>
              </a:spcBef>
              <a:spcAft>
                <a:spcPts val="0"/>
              </a:spcAft>
              <a:buNone/>
            </a:pPr>
            <a:r>
              <a:rPr b="1" lang="es-419" sz="600">
                <a:latin typeface="Arvo"/>
                <a:ea typeface="Arvo"/>
                <a:cs typeface="Arvo"/>
                <a:sym typeface="Arvo"/>
              </a:rPr>
              <a:t>¿Información adicional del cliente o empresa?</a:t>
            </a:r>
            <a:endParaRPr b="1" sz="600">
              <a:latin typeface="Arvo"/>
              <a:ea typeface="Arvo"/>
              <a:cs typeface="Arvo"/>
              <a:sym typeface="Arvo"/>
            </a:endParaRPr>
          </a:p>
        </p:txBody>
      </p:sp>
      <p:sp>
        <p:nvSpPr>
          <p:cNvPr id="13016" name="Google Shape;13016;p218"/>
          <p:cNvSpPr txBox="1"/>
          <p:nvPr/>
        </p:nvSpPr>
        <p:spPr>
          <a:xfrm>
            <a:off x="2924956" y="1335932"/>
            <a:ext cx="781500" cy="370800"/>
          </a:xfrm>
          <a:prstGeom prst="rect">
            <a:avLst/>
          </a:prstGeom>
          <a:solidFill>
            <a:srgbClr val="D9EAD3"/>
          </a:solidFill>
          <a:ln>
            <a:noFill/>
          </a:ln>
          <a:effectLst>
            <a:outerShdw blurRad="57150" rotWithShape="0" algn="bl" dir="2160000" dist="19050">
              <a:srgbClr val="000000">
                <a:alpha val="78000"/>
              </a:srgbClr>
            </a:outerShdw>
          </a:effectLst>
        </p:spPr>
        <p:txBody>
          <a:bodyPr anchorCtr="0" anchor="ctr" bIns="18000" lIns="18000" spcFirstLastPara="1" rIns="18000" wrap="square" tIns="18000">
            <a:noAutofit/>
          </a:bodyPr>
          <a:lstStyle/>
          <a:p>
            <a:pPr indent="0" lvl="0" marL="0" rtl="0" algn="ctr">
              <a:spcBef>
                <a:spcPts val="0"/>
              </a:spcBef>
              <a:spcAft>
                <a:spcPts val="0"/>
              </a:spcAft>
              <a:buNone/>
            </a:pPr>
            <a:r>
              <a:rPr b="1" lang="es-419" sz="600">
                <a:latin typeface="Arvo"/>
                <a:ea typeface="Arvo"/>
                <a:cs typeface="Arvo"/>
                <a:sym typeface="Arvo"/>
              </a:rPr>
              <a:t>¿Información relevante o core?</a:t>
            </a:r>
            <a:endParaRPr b="1" sz="600">
              <a:latin typeface="Arvo"/>
              <a:ea typeface="Arvo"/>
              <a:cs typeface="Arvo"/>
              <a:sym typeface="Arvo"/>
            </a:endParaRPr>
          </a:p>
        </p:txBody>
      </p:sp>
    </p:spTree>
  </p:cSld>
  <p:clrMapOvr>
    <a:masterClrMapping/>
  </p:clrMapOvr>
</p:sldLayout>
</file>

<file path=ppt/slideLayouts/slideLayout2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0.2 Relaciones Estructurales del Dominio">
  <p:cSld name="TITLE_3_6_2">
    <p:spTree>
      <p:nvGrpSpPr>
        <p:cNvPr id="13017" name="Shape 13017"/>
        <p:cNvGrpSpPr/>
        <p:nvPr/>
      </p:nvGrpSpPr>
      <p:grpSpPr>
        <a:xfrm>
          <a:off x="0" y="0"/>
          <a:ext cx="0" cy="0"/>
          <a:chOff x="0" y="0"/>
          <a:chExt cx="0" cy="0"/>
        </a:xfrm>
      </p:grpSpPr>
      <p:sp>
        <p:nvSpPr>
          <p:cNvPr id="13018" name="Google Shape;13018;p219"/>
          <p:cNvSpPr/>
          <p:nvPr/>
        </p:nvSpPr>
        <p:spPr>
          <a:xfrm>
            <a:off x="77688" y="358938"/>
            <a:ext cx="9935700" cy="6438000"/>
          </a:xfrm>
          <a:prstGeom prst="roundRect">
            <a:avLst>
              <a:gd fmla="val 2618" name="adj"/>
            </a:avLst>
          </a:prstGeom>
          <a:solidFill>
            <a:srgbClr val="FFFFFF"/>
          </a:solidFill>
          <a:ln cap="flat" cmpd="sng" w="38100">
            <a:solidFill>
              <a:srgbClr val="000000"/>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3019" name="Google Shape;13019;p219"/>
          <p:cNvCxnSpPr/>
          <p:nvPr/>
        </p:nvCxnSpPr>
        <p:spPr>
          <a:xfrm>
            <a:off x="77688" y="772614"/>
            <a:ext cx="9935700" cy="0"/>
          </a:xfrm>
          <a:prstGeom prst="straightConnector1">
            <a:avLst/>
          </a:prstGeom>
          <a:noFill/>
          <a:ln cap="flat" cmpd="sng" w="19050">
            <a:solidFill>
              <a:srgbClr val="000000"/>
            </a:solidFill>
            <a:prstDash val="solid"/>
            <a:round/>
            <a:headEnd len="med" w="med" type="none"/>
            <a:tailEnd len="med" w="med" type="none"/>
          </a:ln>
        </p:spPr>
      </p:cxnSp>
      <p:cxnSp>
        <p:nvCxnSpPr>
          <p:cNvPr id="13020" name="Google Shape;13020;p219"/>
          <p:cNvCxnSpPr/>
          <p:nvPr/>
        </p:nvCxnSpPr>
        <p:spPr>
          <a:xfrm rot="10800000">
            <a:off x="2439038" y="368188"/>
            <a:ext cx="0" cy="402300"/>
          </a:xfrm>
          <a:prstGeom prst="straightConnector1">
            <a:avLst/>
          </a:prstGeom>
          <a:noFill/>
          <a:ln cap="flat" cmpd="sng" w="19050">
            <a:solidFill>
              <a:srgbClr val="000000"/>
            </a:solidFill>
            <a:prstDash val="solid"/>
            <a:round/>
            <a:headEnd len="med" w="med" type="none"/>
            <a:tailEnd len="med" w="med" type="none"/>
          </a:ln>
        </p:spPr>
      </p:cxnSp>
      <p:sp>
        <p:nvSpPr>
          <p:cNvPr id="13021" name="Google Shape;13021;p219"/>
          <p:cNvSpPr/>
          <p:nvPr/>
        </p:nvSpPr>
        <p:spPr>
          <a:xfrm>
            <a:off x="77688" y="349338"/>
            <a:ext cx="2361300" cy="421200"/>
          </a:xfrm>
          <a:prstGeom prst="roundRect">
            <a:avLst>
              <a:gd fmla="val 50000" name="adj"/>
            </a:avLst>
          </a:prstGeom>
          <a:solidFill>
            <a:srgbClr val="000000"/>
          </a:solidFill>
          <a:ln cap="flat" cmpd="sng" w="9525">
            <a:solidFill>
              <a:srgbClr val="000000"/>
            </a:solidFill>
            <a:prstDash val="solid"/>
            <a:round/>
            <a:headEnd len="sm" w="sm" type="none"/>
            <a:tailEnd len="sm" w="sm" type="none"/>
          </a:ln>
        </p:spPr>
        <p:txBody>
          <a:bodyPr anchorCtr="0" anchor="ctr" bIns="91425" lIns="0" spcFirstLastPara="1" rIns="0" wrap="square" tIns="91425">
            <a:noAutofit/>
          </a:bodyPr>
          <a:lstStyle/>
          <a:p>
            <a:pPr indent="0" lvl="0" marL="0" rtl="0" algn="ctr">
              <a:spcBef>
                <a:spcPts val="0"/>
              </a:spcBef>
              <a:spcAft>
                <a:spcPts val="0"/>
              </a:spcAft>
              <a:buNone/>
            </a:pPr>
            <a:r>
              <a:rPr b="1" lang="es-419" sz="1100">
                <a:solidFill>
                  <a:srgbClr val="FFFFFF"/>
                </a:solidFill>
              </a:rPr>
              <a:t>Relaciones Estructurales</a:t>
            </a:r>
            <a:endParaRPr b="1" sz="1100">
              <a:solidFill>
                <a:srgbClr val="FFFFFF"/>
              </a:solidFill>
            </a:endParaRPr>
          </a:p>
          <a:p>
            <a:pPr indent="0" lvl="0" marL="0" rtl="0" algn="ctr">
              <a:spcBef>
                <a:spcPts val="0"/>
              </a:spcBef>
              <a:spcAft>
                <a:spcPts val="0"/>
              </a:spcAft>
              <a:buNone/>
            </a:pPr>
            <a:r>
              <a:t/>
            </a:r>
            <a:endParaRPr b="1" sz="1200">
              <a:solidFill>
                <a:srgbClr val="FFFFFF"/>
              </a:solidFill>
            </a:endParaRPr>
          </a:p>
        </p:txBody>
      </p:sp>
      <p:sp>
        <p:nvSpPr>
          <p:cNvPr id="13022" name="Google Shape;13022;p219"/>
          <p:cNvSpPr/>
          <p:nvPr/>
        </p:nvSpPr>
        <p:spPr>
          <a:xfrm>
            <a:off x="83988" y="595504"/>
            <a:ext cx="190200" cy="1692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3" name="Google Shape;13023;p219"/>
          <p:cNvSpPr/>
          <p:nvPr/>
        </p:nvSpPr>
        <p:spPr>
          <a:xfrm>
            <a:off x="2350598" y="358950"/>
            <a:ext cx="88500" cy="4023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4" name="Google Shape;13024;p219"/>
          <p:cNvSpPr/>
          <p:nvPr/>
        </p:nvSpPr>
        <p:spPr>
          <a:xfrm>
            <a:off x="2277739" y="663750"/>
            <a:ext cx="88500" cy="1089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5" name="Google Shape;13025;p219"/>
          <p:cNvSpPr/>
          <p:nvPr/>
        </p:nvSpPr>
        <p:spPr>
          <a:xfrm>
            <a:off x="1195662" y="1008122"/>
            <a:ext cx="2361300" cy="383700"/>
          </a:xfrm>
          <a:prstGeom prst="roundRect">
            <a:avLst>
              <a:gd fmla="val 16667" name="adj"/>
            </a:avLst>
          </a:prstGeom>
          <a:solidFill>
            <a:srgbClr val="FFF2CC"/>
          </a:solidFill>
          <a:ln cap="flat" cmpd="sng" w="9525">
            <a:solidFill>
              <a:srgbClr val="FFF2CC"/>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36000" lIns="0" spcFirstLastPara="1" rIns="0" wrap="square" tIns="36000">
            <a:noAutofit/>
          </a:bodyPr>
          <a:lstStyle/>
          <a:p>
            <a:pPr indent="0" lvl="0" marL="0" marR="0" rtl="0" algn="ctr">
              <a:lnSpc>
                <a:spcPct val="100000"/>
              </a:lnSpc>
              <a:spcBef>
                <a:spcPts val="0"/>
              </a:spcBef>
              <a:spcAft>
                <a:spcPts val="0"/>
              </a:spcAft>
              <a:buClr>
                <a:srgbClr val="000000"/>
              </a:buClr>
              <a:buSzPts val="1100"/>
              <a:buFont typeface="Arial"/>
              <a:buNone/>
            </a:pPr>
            <a:r>
              <a:rPr b="1" lang="es-419" sz="1100">
                <a:latin typeface="Arvo"/>
                <a:ea typeface="Arvo"/>
                <a:cs typeface="Arvo"/>
                <a:sym typeface="Arvo"/>
              </a:rPr>
              <a:t>Concepto 1</a:t>
            </a:r>
            <a:endParaRPr b="1" sz="1100">
              <a:latin typeface="Arvo"/>
              <a:ea typeface="Arvo"/>
              <a:cs typeface="Arvo"/>
              <a:sym typeface="Arvo"/>
            </a:endParaRPr>
          </a:p>
          <a:p>
            <a:pPr indent="0" lvl="0" marL="0" rtl="0" algn="ctr">
              <a:spcBef>
                <a:spcPts val="300"/>
              </a:spcBef>
              <a:spcAft>
                <a:spcPts val="0"/>
              </a:spcAft>
              <a:buClr>
                <a:schemeClr val="dk1"/>
              </a:buClr>
              <a:buSzPts val="1100"/>
              <a:buFont typeface="Arial"/>
              <a:buNone/>
            </a:pPr>
            <a:r>
              <a:rPr lang="es-419" sz="600">
                <a:solidFill>
                  <a:schemeClr val="dk1"/>
                </a:solidFill>
                <a:latin typeface="Arvo"/>
                <a:ea typeface="Arvo"/>
                <a:cs typeface="Arvo"/>
                <a:sym typeface="Arvo"/>
              </a:rPr>
              <a:t>Un(a) &lt;conductor&gt;</a:t>
            </a:r>
            <a:endParaRPr b="1" sz="1100">
              <a:latin typeface="Arvo"/>
              <a:ea typeface="Arvo"/>
              <a:cs typeface="Arvo"/>
              <a:sym typeface="Arvo"/>
            </a:endParaRPr>
          </a:p>
        </p:txBody>
      </p:sp>
      <p:sp>
        <p:nvSpPr>
          <p:cNvPr id="13026" name="Google Shape;13026;p219"/>
          <p:cNvSpPr/>
          <p:nvPr/>
        </p:nvSpPr>
        <p:spPr>
          <a:xfrm>
            <a:off x="5594950" y="1007972"/>
            <a:ext cx="1650900" cy="384000"/>
          </a:xfrm>
          <a:prstGeom prst="roundRect">
            <a:avLst>
              <a:gd fmla="val 16667" name="adj"/>
            </a:avLst>
          </a:prstGeom>
          <a:solidFill>
            <a:srgbClr val="F3F3F3"/>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36000" lIns="0" spcFirstLastPara="1" rIns="0" wrap="square" tIns="36000">
            <a:noAutofit/>
          </a:bodyPr>
          <a:lstStyle/>
          <a:p>
            <a:pPr indent="0" lvl="0" marL="0" marR="0" rtl="0" algn="ctr">
              <a:lnSpc>
                <a:spcPct val="100000"/>
              </a:lnSpc>
              <a:spcBef>
                <a:spcPts val="0"/>
              </a:spcBef>
              <a:spcAft>
                <a:spcPts val="0"/>
              </a:spcAft>
              <a:buClr>
                <a:srgbClr val="000000"/>
              </a:buClr>
              <a:buSzPts val="1100"/>
              <a:buFont typeface="Arial"/>
              <a:buNone/>
            </a:pPr>
            <a:r>
              <a:rPr b="1" lang="es-419" sz="1100">
                <a:latin typeface="Arvo"/>
                <a:ea typeface="Arvo"/>
                <a:cs typeface="Arvo"/>
                <a:sym typeface="Arvo"/>
              </a:rPr>
              <a:t>Multiplicidad</a:t>
            </a:r>
            <a:endParaRPr b="1" sz="1100">
              <a:latin typeface="Arvo"/>
              <a:ea typeface="Arvo"/>
              <a:cs typeface="Arvo"/>
              <a:sym typeface="Arvo"/>
            </a:endParaRPr>
          </a:p>
          <a:p>
            <a:pPr indent="0" lvl="0" marL="0" marR="0" rtl="0" algn="ctr">
              <a:lnSpc>
                <a:spcPct val="100000"/>
              </a:lnSpc>
              <a:spcBef>
                <a:spcPts val="300"/>
              </a:spcBef>
              <a:spcAft>
                <a:spcPts val="0"/>
              </a:spcAft>
              <a:buClr>
                <a:srgbClr val="000000"/>
              </a:buClr>
              <a:buSzPts val="1100"/>
              <a:buFont typeface="Arial"/>
              <a:buNone/>
            </a:pPr>
            <a:r>
              <a:rPr lang="es-419" sz="600">
                <a:latin typeface="Arvo"/>
                <a:ea typeface="Arvo"/>
                <a:cs typeface="Arvo"/>
                <a:sym typeface="Arvo"/>
              </a:rPr>
              <a:t>[Un(a)] - [Un(a) o Varias] - [Cero o Varias]</a:t>
            </a:r>
            <a:endParaRPr sz="600">
              <a:latin typeface="Arvo"/>
              <a:ea typeface="Arvo"/>
              <a:cs typeface="Arvo"/>
              <a:sym typeface="Arvo"/>
            </a:endParaRPr>
          </a:p>
        </p:txBody>
      </p:sp>
      <p:sp>
        <p:nvSpPr>
          <p:cNvPr id="13027" name="Google Shape;13027;p219"/>
          <p:cNvSpPr/>
          <p:nvPr/>
        </p:nvSpPr>
        <p:spPr>
          <a:xfrm>
            <a:off x="3659414" y="1008122"/>
            <a:ext cx="1841700" cy="383700"/>
          </a:xfrm>
          <a:prstGeom prst="roundRect">
            <a:avLst>
              <a:gd fmla="val 16667" name="adj"/>
            </a:avLst>
          </a:prstGeom>
          <a:solidFill>
            <a:srgbClr val="F3F3F3"/>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36000" lIns="0" spcFirstLastPara="1" rIns="0" wrap="square" tIns="36000">
            <a:noAutofit/>
          </a:bodyPr>
          <a:lstStyle/>
          <a:p>
            <a:pPr indent="0" lvl="0" marL="0" marR="0" rtl="0" algn="ctr">
              <a:lnSpc>
                <a:spcPct val="100000"/>
              </a:lnSpc>
              <a:spcBef>
                <a:spcPts val="0"/>
              </a:spcBef>
              <a:spcAft>
                <a:spcPts val="0"/>
              </a:spcAft>
              <a:buClr>
                <a:srgbClr val="000000"/>
              </a:buClr>
              <a:buSzPts val="1100"/>
              <a:buFont typeface="Arial"/>
              <a:buNone/>
            </a:pPr>
            <a:r>
              <a:rPr b="1" lang="es-419" sz="1100">
                <a:latin typeface="Arvo"/>
                <a:ea typeface="Arvo"/>
                <a:cs typeface="Arvo"/>
                <a:sym typeface="Arvo"/>
              </a:rPr>
              <a:t>Texto de la relación</a:t>
            </a:r>
            <a:endParaRPr b="1" sz="1100">
              <a:latin typeface="Arvo"/>
              <a:ea typeface="Arvo"/>
              <a:cs typeface="Arvo"/>
              <a:sym typeface="Arvo"/>
            </a:endParaRPr>
          </a:p>
          <a:p>
            <a:pPr indent="0" lvl="0" marL="0" rtl="0" algn="ctr">
              <a:spcBef>
                <a:spcPts val="300"/>
              </a:spcBef>
              <a:spcAft>
                <a:spcPts val="0"/>
              </a:spcAft>
              <a:buClr>
                <a:schemeClr val="dk1"/>
              </a:buClr>
              <a:buSzPts val="1100"/>
              <a:buFont typeface="Arial"/>
              <a:buNone/>
            </a:pPr>
            <a:r>
              <a:rPr lang="es-419" sz="600">
                <a:solidFill>
                  <a:schemeClr val="dk1"/>
                </a:solidFill>
                <a:latin typeface="Arvo"/>
                <a:ea typeface="Arvo"/>
                <a:cs typeface="Arvo"/>
                <a:sym typeface="Arvo"/>
              </a:rPr>
              <a:t>&lt;conduce&gt;</a:t>
            </a:r>
            <a:endParaRPr b="1" sz="1100">
              <a:latin typeface="Arvo"/>
              <a:ea typeface="Arvo"/>
              <a:cs typeface="Arvo"/>
              <a:sym typeface="Arvo"/>
            </a:endParaRPr>
          </a:p>
        </p:txBody>
      </p:sp>
      <p:sp>
        <p:nvSpPr>
          <p:cNvPr id="13028" name="Google Shape;13028;p219"/>
          <p:cNvSpPr/>
          <p:nvPr/>
        </p:nvSpPr>
        <p:spPr>
          <a:xfrm>
            <a:off x="7339674" y="1007972"/>
            <a:ext cx="2361600" cy="384000"/>
          </a:xfrm>
          <a:prstGeom prst="roundRect">
            <a:avLst>
              <a:gd fmla="val 16667" name="adj"/>
            </a:avLst>
          </a:prstGeom>
          <a:solidFill>
            <a:srgbClr val="FFF2CC"/>
          </a:solidFill>
          <a:ln cap="flat" cmpd="sng" w="9525">
            <a:solidFill>
              <a:srgbClr val="FFF2CC"/>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36000" lIns="0" spcFirstLastPara="1" rIns="0" wrap="square" tIns="36000">
            <a:noAutofit/>
          </a:bodyPr>
          <a:lstStyle/>
          <a:p>
            <a:pPr indent="0" lvl="0" marL="0" marR="0" rtl="0" algn="ctr">
              <a:lnSpc>
                <a:spcPct val="100000"/>
              </a:lnSpc>
              <a:spcBef>
                <a:spcPts val="0"/>
              </a:spcBef>
              <a:spcAft>
                <a:spcPts val="0"/>
              </a:spcAft>
              <a:buClr>
                <a:srgbClr val="000000"/>
              </a:buClr>
              <a:buSzPts val="1100"/>
              <a:buFont typeface="Arial"/>
              <a:buNone/>
            </a:pPr>
            <a:r>
              <a:rPr b="1" lang="es-419" sz="1100">
                <a:latin typeface="Arvo"/>
                <a:ea typeface="Arvo"/>
                <a:cs typeface="Arvo"/>
                <a:sym typeface="Arvo"/>
              </a:rPr>
              <a:t>Concepto 2</a:t>
            </a:r>
            <a:endParaRPr b="1" sz="1100">
              <a:latin typeface="Arvo"/>
              <a:ea typeface="Arvo"/>
              <a:cs typeface="Arvo"/>
              <a:sym typeface="Arvo"/>
            </a:endParaRPr>
          </a:p>
          <a:p>
            <a:pPr indent="0" lvl="0" marL="0" rtl="0" algn="ctr">
              <a:spcBef>
                <a:spcPts val="300"/>
              </a:spcBef>
              <a:spcAft>
                <a:spcPts val="0"/>
              </a:spcAft>
              <a:buClr>
                <a:schemeClr val="dk1"/>
              </a:buClr>
              <a:buSzPts val="1100"/>
              <a:buFont typeface="Arial"/>
              <a:buNone/>
            </a:pPr>
            <a:r>
              <a:rPr lang="es-419" sz="600">
                <a:solidFill>
                  <a:schemeClr val="dk1"/>
                </a:solidFill>
                <a:latin typeface="Arvo"/>
                <a:ea typeface="Arvo"/>
                <a:cs typeface="Arvo"/>
                <a:sym typeface="Arvo"/>
              </a:rPr>
              <a:t>&lt;busetas&gt;</a:t>
            </a:r>
            <a:endParaRPr b="1" sz="1100">
              <a:latin typeface="Arvo"/>
              <a:ea typeface="Arvo"/>
              <a:cs typeface="Arvo"/>
              <a:sym typeface="Arvo"/>
            </a:endParaRPr>
          </a:p>
        </p:txBody>
      </p:sp>
      <p:sp>
        <p:nvSpPr>
          <p:cNvPr id="13029" name="Google Shape;13029;p219"/>
          <p:cNvSpPr/>
          <p:nvPr/>
        </p:nvSpPr>
        <p:spPr>
          <a:xfrm>
            <a:off x="378600" y="1533949"/>
            <a:ext cx="9322800" cy="266400"/>
          </a:xfrm>
          <a:prstGeom prst="roundRect">
            <a:avLst>
              <a:gd fmla="val 12113" name="adj"/>
            </a:avLst>
          </a:prstGeom>
          <a:solidFill>
            <a:srgbClr val="FFFFFF"/>
          </a:solidFill>
          <a:ln cap="flat" cmpd="sng" w="9525">
            <a:solidFill>
              <a:srgbClr val="EFEFEF"/>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6000" spcFirstLastPara="1" rIns="0" wrap="square" tIns="0">
            <a:noAutofit/>
          </a:bodyPr>
          <a:lstStyle/>
          <a:p>
            <a:pPr indent="0" lvl="0" marL="0" rtl="0" algn="l">
              <a:lnSpc>
                <a:spcPct val="120000"/>
              </a:lnSpc>
              <a:spcBef>
                <a:spcPts val="0"/>
              </a:spcBef>
              <a:spcAft>
                <a:spcPts val="0"/>
              </a:spcAft>
              <a:buClr>
                <a:schemeClr val="dk1"/>
              </a:buClr>
              <a:buSzPts val="1100"/>
              <a:buFont typeface="Arial"/>
              <a:buNone/>
            </a:pPr>
            <a:r>
              <a:rPr b="1" lang="es-419" sz="800">
                <a:solidFill>
                  <a:schemeClr val="dk1"/>
                </a:solidFill>
                <a:latin typeface="Arvo"/>
                <a:ea typeface="Arvo"/>
                <a:cs typeface="Arvo"/>
                <a:sym typeface="Arvo"/>
              </a:rPr>
              <a:t>          Un(a)</a:t>
            </a:r>
            <a:endParaRPr b="1" sz="800">
              <a:latin typeface="Arvo"/>
              <a:ea typeface="Arvo"/>
              <a:cs typeface="Arvo"/>
              <a:sym typeface="Arvo"/>
            </a:endParaRPr>
          </a:p>
        </p:txBody>
      </p:sp>
      <p:sp>
        <p:nvSpPr>
          <p:cNvPr id="13030" name="Google Shape;13030;p219"/>
          <p:cNvSpPr txBox="1"/>
          <p:nvPr>
            <p:ph idx="1" type="subTitle"/>
          </p:nvPr>
        </p:nvSpPr>
        <p:spPr>
          <a:xfrm>
            <a:off x="1195650" y="1537620"/>
            <a:ext cx="2361300" cy="2658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cxnSp>
        <p:nvCxnSpPr>
          <p:cNvPr id="13031" name="Google Shape;13031;p219"/>
          <p:cNvCxnSpPr/>
          <p:nvPr/>
        </p:nvCxnSpPr>
        <p:spPr>
          <a:xfrm flipH="1">
            <a:off x="3614691" y="1542000"/>
            <a:ext cx="600" cy="258300"/>
          </a:xfrm>
          <a:prstGeom prst="straightConnector1">
            <a:avLst/>
          </a:prstGeom>
          <a:noFill/>
          <a:ln cap="flat" cmpd="sng" w="28575">
            <a:solidFill>
              <a:srgbClr val="D9D9D9"/>
            </a:solidFill>
            <a:prstDash val="solid"/>
            <a:round/>
            <a:headEnd len="sm" w="sm" type="none"/>
            <a:tailEnd len="sm" w="sm" type="none"/>
          </a:ln>
        </p:spPr>
      </p:cxnSp>
      <p:sp>
        <p:nvSpPr>
          <p:cNvPr id="13032" name="Google Shape;13032;p219"/>
          <p:cNvSpPr txBox="1"/>
          <p:nvPr>
            <p:ph idx="2" type="subTitle"/>
          </p:nvPr>
        </p:nvSpPr>
        <p:spPr>
          <a:xfrm>
            <a:off x="7340100" y="1537624"/>
            <a:ext cx="2361300" cy="2664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sp>
        <p:nvSpPr>
          <p:cNvPr id="13033" name="Google Shape;13033;p219"/>
          <p:cNvSpPr txBox="1"/>
          <p:nvPr>
            <p:ph idx="3" type="subTitle"/>
          </p:nvPr>
        </p:nvSpPr>
        <p:spPr>
          <a:xfrm>
            <a:off x="3673650" y="1537620"/>
            <a:ext cx="1827600" cy="2658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sp>
        <p:nvSpPr>
          <p:cNvPr id="13034" name="Google Shape;13034;p219"/>
          <p:cNvSpPr txBox="1"/>
          <p:nvPr>
            <p:ph idx="4" type="subTitle"/>
          </p:nvPr>
        </p:nvSpPr>
        <p:spPr>
          <a:xfrm>
            <a:off x="5631975" y="1537625"/>
            <a:ext cx="1584600" cy="2664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cxnSp>
        <p:nvCxnSpPr>
          <p:cNvPr id="13035" name="Google Shape;13035;p219"/>
          <p:cNvCxnSpPr/>
          <p:nvPr/>
        </p:nvCxnSpPr>
        <p:spPr>
          <a:xfrm flipH="1">
            <a:off x="5566304" y="1538000"/>
            <a:ext cx="600" cy="258300"/>
          </a:xfrm>
          <a:prstGeom prst="straightConnector1">
            <a:avLst/>
          </a:prstGeom>
          <a:noFill/>
          <a:ln cap="flat" cmpd="sng" w="28575">
            <a:solidFill>
              <a:srgbClr val="D9D9D9"/>
            </a:solidFill>
            <a:prstDash val="solid"/>
            <a:round/>
            <a:headEnd len="sm" w="sm" type="none"/>
            <a:tailEnd len="sm" w="sm" type="none"/>
          </a:ln>
        </p:spPr>
      </p:cxnSp>
      <p:cxnSp>
        <p:nvCxnSpPr>
          <p:cNvPr id="13036" name="Google Shape;13036;p219"/>
          <p:cNvCxnSpPr/>
          <p:nvPr/>
        </p:nvCxnSpPr>
        <p:spPr>
          <a:xfrm flipH="1">
            <a:off x="7292829" y="1537625"/>
            <a:ext cx="600" cy="258300"/>
          </a:xfrm>
          <a:prstGeom prst="straightConnector1">
            <a:avLst/>
          </a:prstGeom>
          <a:noFill/>
          <a:ln cap="flat" cmpd="sng" w="28575">
            <a:solidFill>
              <a:srgbClr val="D9D9D9"/>
            </a:solidFill>
            <a:prstDash val="solid"/>
            <a:round/>
            <a:headEnd len="sm" w="sm" type="none"/>
            <a:tailEnd len="sm" w="sm" type="none"/>
          </a:ln>
        </p:spPr>
      </p:cxnSp>
      <p:cxnSp>
        <p:nvCxnSpPr>
          <p:cNvPr id="13037" name="Google Shape;13037;p219"/>
          <p:cNvCxnSpPr/>
          <p:nvPr/>
        </p:nvCxnSpPr>
        <p:spPr>
          <a:xfrm flipH="1">
            <a:off x="1137291" y="1537625"/>
            <a:ext cx="600" cy="258300"/>
          </a:xfrm>
          <a:prstGeom prst="straightConnector1">
            <a:avLst/>
          </a:prstGeom>
          <a:noFill/>
          <a:ln cap="flat" cmpd="sng" w="28575">
            <a:solidFill>
              <a:srgbClr val="D9D9D9"/>
            </a:solidFill>
            <a:prstDash val="solid"/>
            <a:round/>
            <a:headEnd len="sm" w="sm" type="none"/>
            <a:tailEnd len="sm" w="sm" type="none"/>
          </a:ln>
        </p:spPr>
      </p:cxnSp>
      <p:sp>
        <p:nvSpPr>
          <p:cNvPr id="13038" name="Google Shape;13038;p219"/>
          <p:cNvSpPr/>
          <p:nvPr/>
        </p:nvSpPr>
        <p:spPr>
          <a:xfrm>
            <a:off x="378600" y="1838911"/>
            <a:ext cx="9322800" cy="266400"/>
          </a:xfrm>
          <a:prstGeom prst="roundRect">
            <a:avLst>
              <a:gd fmla="val 12113" name="adj"/>
            </a:avLst>
          </a:prstGeom>
          <a:solidFill>
            <a:srgbClr val="FFFFFF"/>
          </a:solidFill>
          <a:ln cap="flat" cmpd="sng" w="9525">
            <a:solidFill>
              <a:srgbClr val="EFEFEF"/>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6000" spcFirstLastPara="1" rIns="0" wrap="square" tIns="0">
            <a:noAutofit/>
          </a:bodyPr>
          <a:lstStyle/>
          <a:p>
            <a:pPr indent="0" lvl="0" marL="0" rtl="0" algn="l">
              <a:lnSpc>
                <a:spcPct val="120000"/>
              </a:lnSpc>
              <a:spcBef>
                <a:spcPts val="0"/>
              </a:spcBef>
              <a:spcAft>
                <a:spcPts val="0"/>
              </a:spcAft>
              <a:buClr>
                <a:schemeClr val="dk1"/>
              </a:buClr>
              <a:buSzPts val="1100"/>
              <a:buFont typeface="Arial"/>
              <a:buNone/>
            </a:pPr>
            <a:r>
              <a:rPr b="1" lang="es-419" sz="800">
                <a:solidFill>
                  <a:schemeClr val="dk1"/>
                </a:solidFill>
                <a:latin typeface="Arvo"/>
                <a:ea typeface="Arvo"/>
                <a:cs typeface="Arvo"/>
                <a:sym typeface="Arvo"/>
              </a:rPr>
              <a:t>          Un(a)</a:t>
            </a:r>
            <a:endParaRPr b="1" sz="800">
              <a:latin typeface="Arvo"/>
              <a:ea typeface="Arvo"/>
              <a:cs typeface="Arvo"/>
              <a:sym typeface="Arvo"/>
            </a:endParaRPr>
          </a:p>
        </p:txBody>
      </p:sp>
      <p:sp>
        <p:nvSpPr>
          <p:cNvPr id="13039" name="Google Shape;13039;p219"/>
          <p:cNvSpPr txBox="1"/>
          <p:nvPr>
            <p:ph idx="5" type="subTitle"/>
          </p:nvPr>
        </p:nvSpPr>
        <p:spPr>
          <a:xfrm>
            <a:off x="1195650" y="1842582"/>
            <a:ext cx="2361300" cy="2658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cxnSp>
        <p:nvCxnSpPr>
          <p:cNvPr id="13040" name="Google Shape;13040;p219"/>
          <p:cNvCxnSpPr/>
          <p:nvPr/>
        </p:nvCxnSpPr>
        <p:spPr>
          <a:xfrm flipH="1">
            <a:off x="3614691" y="1846962"/>
            <a:ext cx="600" cy="258300"/>
          </a:xfrm>
          <a:prstGeom prst="straightConnector1">
            <a:avLst/>
          </a:prstGeom>
          <a:noFill/>
          <a:ln cap="flat" cmpd="sng" w="28575">
            <a:solidFill>
              <a:srgbClr val="D9D9D9"/>
            </a:solidFill>
            <a:prstDash val="solid"/>
            <a:round/>
            <a:headEnd len="sm" w="sm" type="none"/>
            <a:tailEnd len="sm" w="sm" type="none"/>
          </a:ln>
        </p:spPr>
      </p:cxnSp>
      <p:sp>
        <p:nvSpPr>
          <p:cNvPr id="13041" name="Google Shape;13041;p219"/>
          <p:cNvSpPr txBox="1"/>
          <p:nvPr>
            <p:ph idx="6" type="subTitle"/>
          </p:nvPr>
        </p:nvSpPr>
        <p:spPr>
          <a:xfrm>
            <a:off x="7340100" y="1842586"/>
            <a:ext cx="2361300" cy="2664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sp>
        <p:nvSpPr>
          <p:cNvPr id="13042" name="Google Shape;13042;p219"/>
          <p:cNvSpPr txBox="1"/>
          <p:nvPr>
            <p:ph idx="7" type="subTitle"/>
          </p:nvPr>
        </p:nvSpPr>
        <p:spPr>
          <a:xfrm>
            <a:off x="3673650" y="1842583"/>
            <a:ext cx="1827600" cy="2658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sp>
        <p:nvSpPr>
          <p:cNvPr id="13043" name="Google Shape;13043;p219"/>
          <p:cNvSpPr txBox="1"/>
          <p:nvPr>
            <p:ph idx="8" type="subTitle"/>
          </p:nvPr>
        </p:nvSpPr>
        <p:spPr>
          <a:xfrm>
            <a:off x="5631975" y="1842588"/>
            <a:ext cx="1584600" cy="2664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cxnSp>
        <p:nvCxnSpPr>
          <p:cNvPr id="13044" name="Google Shape;13044;p219"/>
          <p:cNvCxnSpPr/>
          <p:nvPr/>
        </p:nvCxnSpPr>
        <p:spPr>
          <a:xfrm flipH="1">
            <a:off x="5566304" y="1842962"/>
            <a:ext cx="600" cy="258300"/>
          </a:xfrm>
          <a:prstGeom prst="straightConnector1">
            <a:avLst/>
          </a:prstGeom>
          <a:noFill/>
          <a:ln cap="flat" cmpd="sng" w="28575">
            <a:solidFill>
              <a:srgbClr val="D9D9D9"/>
            </a:solidFill>
            <a:prstDash val="solid"/>
            <a:round/>
            <a:headEnd len="sm" w="sm" type="none"/>
            <a:tailEnd len="sm" w="sm" type="none"/>
          </a:ln>
        </p:spPr>
      </p:cxnSp>
      <p:cxnSp>
        <p:nvCxnSpPr>
          <p:cNvPr id="13045" name="Google Shape;13045;p219"/>
          <p:cNvCxnSpPr/>
          <p:nvPr/>
        </p:nvCxnSpPr>
        <p:spPr>
          <a:xfrm flipH="1">
            <a:off x="7292829" y="1842587"/>
            <a:ext cx="600" cy="258300"/>
          </a:xfrm>
          <a:prstGeom prst="straightConnector1">
            <a:avLst/>
          </a:prstGeom>
          <a:noFill/>
          <a:ln cap="flat" cmpd="sng" w="28575">
            <a:solidFill>
              <a:srgbClr val="D9D9D9"/>
            </a:solidFill>
            <a:prstDash val="solid"/>
            <a:round/>
            <a:headEnd len="sm" w="sm" type="none"/>
            <a:tailEnd len="sm" w="sm" type="none"/>
          </a:ln>
        </p:spPr>
      </p:cxnSp>
      <p:cxnSp>
        <p:nvCxnSpPr>
          <p:cNvPr id="13046" name="Google Shape;13046;p219"/>
          <p:cNvCxnSpPr/>
          <p:nvPr/>
        </p:nvCxnSpPr>
        <p:spPr>
          <a:xfrm flipH="1">
            <a:off x="1137291" y="1842587"/>
            <a:ext cx="600" cy="258300"/>
          </a:xfrm>
          <a:prstGeom prst="straightConnector1">
            <a:avLst/>
          </a:prstGeom>
          <a:noFill/>
          <a:ln cap="flat" cmpd="sng" w="28575">
            <a:solidFill>
              <a:srgbClr val="D9D9D9"/>
            </a:solidFill>
            <a:prstDash val="solid"/>
            <a:round/>
            <a:headEnd len="sm" w="sm" type="none"/>
            <a:tailEnd len="sm" w="sm" type="none"/>
          </a:ln>
        </p:spPr>
      </p:cxnSp>
      <p:sp>
        <p:nvSpPr>
          <p:cNvPr id="13047" name="Google Shape;13047;p219"/>
          <p:cNvSpPr/>
          <p:nvPr/>
        </p:nvSpPr>
        <p:spPr>
          <a:xfrm>
            <a:off x="379388" y="2125324"/>
            <a:ext cx="9322800" cy="266400"/>
          </a:xfrm>
          <a:prstGeom prst="roundRect">
            <a:avLst>
              <a:gd fmla="val 12113" name="adj"/>
            </a:avLst>
          </a:prstGeom>
          <a:solidFill>
            <a:srgbClr val="FFFFFF"/>
          </a:solidFill>
          <a:ln cap="flat" cmpd="sng" w="9525">
            <a:solidFill>
              <a:srgbClr val="EFEFEF"/>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6000" spcFirstLastPara="1" rIns="0" wrap="square" tIns="0">
            <a:noAutofit/>
          </a:bodyPr>
          <a:lstStyle/>
          <a:p>
            <a:pPr indent="0" lvl="0" marL="0" rtl="0" algn="l">
              <a:lnSpc>
                <a:spcPct val="120000"/>
              </a:lnSpc>
              <a:spcBef>
                <a:spcPts val="0"/>
              </a:spcBef>
              <a:spcAft>
                <a:spcPts val="0"/>
              </a:spcAft>
              <a:buClr>
                <a:schemeClr val="dk1"/>
              </a:buClr>
              <a:buSzPts val="1100"/>
              <a:buFont typeface="Arial"/>
              <a:buNone/>
            </a:pPr>
            <a:r>
              <a:rPr b="1" lang="es-419" sz="800">
                <a:solidFill>
                  <a:schemeClr val="dk1"/>
                </a:solidFill>
                <a:latin typeface="Arvo"/>
                <a:ea typeface="Arvo"/>
                <a:cs typeface="Arvo"/>
                <a:sym typeface="Arvo"/>
              </a:rPr>
              <a:t>          Un(a)</a:t>
            </a:r>
            <a:endParaRPr b="1" sz="800">
              <a:latin typeface="Arvo"/>
              <a:ea typeface="Arvo"/>
              <a:cs typeface="Arvo"/>
              <a:sym typeface="Arvo"/>
            </a:endParaRPr>
          </a:p>
        </p:txBody>
      </p:sp>
      <p:sp>
        <p:nvSpPr>
          <p:cNvPr id="13048" name="Google Shape;13048;p219"/>
          <p:cNvSpPr txBox="1"/>
          <p:nvPr>
            <p:ph idx="9" type="subTitle"/>
          </p:nvPr>
        </p:nvSpPr>
        <p:spPr>
          <a:xfrm>
            <a:off x="1196438" y="2128995"/>
            <a:ext cx="2361300" cy="2658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cxnSp>
        <p:nvCxnSpPr>
          <p:cNvPr id="13049" name="Google Shape;13049;p219"/>
          <p:cNvCxnSpPr/>
          <p:nvPr/>
        </p:nvCxnSpPr>
        <p:spPr>
          <a:xfrm flipH="1">
            <a:off x="3615479" y="2133375"/>
            <a:ext cx="600" cy="258300"/>
          </a:xfrm>
          <a:prstGeom prst="straightConnector1">
            <a:avLst/>
          </a:prstGeom>
          <a:noFill/>
          <a:ln cap="flat" cmpd="sng" w="28575">
            <a:solidFill>
              <a:srgbClr val="D9D9D9"/>
            </a:solidFill>
            <a:prstDash val="solid"/>
            <a:round/>
            <a:headEnd len="sm" w="sm" type="none"/>
            <a:tailEnd len="sm" w="sm" type="none"/>
          </a:ln>
        </p:spPr>
      </p:cxnSp>
      <p:sp>
        <p:nvSpPr>
          <p:cNvPr id="13050" name="Google Shape;13050;p219"/>
          <p:cNvSpPr txBox="1"/>
          <p:nvPr>
            <p:ph idx="13" type="subTitle"/>
          </p:nvPr>
        </p:nvSpPr>
        <p:spPr>
          <a:xfrm>
            <a:off x="7340888" y="2128999"/>
            <a:ext cx="2361300" cy="2664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sp>
        <p:nvSpPr>
          <p:cNvPr id="13051" name="Google Shape;13051;p219"/>
          <p:cNvSpPr txBox="1"/>
          <p:nvPr>
            <p:ph idx="14" type="subTitle"/>
          </p:nvPr>
        </p:nvSpPr>
        <p:spPr>
          <a:xfrm>
            <a:off x="3674438" y="2128995"/>
            <a:ext cx="1827600" cy="2658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sp>
        <p:nvSpPr>
          <p:cNvPr id="13052" name="Google Shape;13052;p219"/>
          <p:cNvSpPr txBox="1"/>
          <p:nvPr>
            <p:ph idx="15" type="subTitle"/>
          </p:nvPr>
        </p:nvSpPr>
        <p:spPr>
          <a:xfrm>
            <a:off x="5632763" y="2129000"/>
            <a:ext cx="1584600" cy="2664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cxnSp>
        <p:nvCxnSpPr>
          <p:cNvPr id="13053" name="Google Shape;13053;p219"/>
          <p:cNvCxnSpPr/>
          <p:nvPr/>
        </p:nvCxnSpPr>
        <p:spPr>
          <a:xfrm flipH="1">
            <a:off x="5567091" y="2129375"/>
            <a:ext cx="600" cy="258300"/>
          </a:xfrm>
          <a:prstGeom prst="straightConnector1">
            <a:avLst/>
          </a:prstGeom>
          <a:noFill/>
          <a:ln cap="flat" cmpd="sng" w="28575">
            <a:solidFill>
              <a:srgbClr val="D9D9D9"/>
            </a:solidFill>
            <a:prstDash val="solid"/>
            <a:round/>
            <a:headEnd len="sm" w="sm" type="none"/>
            <a:tailEnd len="sm" w="sm" type="none"/>
          </a:ln>
        </p:spPr>
      </p:cxnSp>
      <p:cxnSp>
        <p:nvCxnSpPr>
          <p:cNvPr id="13054" name="Google Shape;13054;p219"/>
          <p:cNvCxnSpPr/>
          <p:nvPr/>
        </p:nvCxnSpPr>
        <p:spPr>
          <a:xfrm flipH="1">
            <a:off x="7293616" y="2129000"/>
            <a:ext cx="600" cy="258300"/>
          </a:xfrm>
          <a:prstGeom prst="straightConnector1">
            <a:avLst/>
          </a:prstGeom>
          <a:noFill/>
          <a:ln cap="flat" cmpd="sng" w="28575">
            <a:solidFill>
              <a:srgbClr val="D9D9D9"/>
            </a:solidFill>
            <a:prstDash val="solid"/>
            <a:round/>
            <a:headEnd len="sm" w="sm" type="none"/>
            <a:tailEnd len="sm" w="sm" type="none"/>
          </a:ln>
        </p:spPr>
      </p:cxnSp>
      <p:cxnSp>
        <p:nvCxnSpPr>
          <p:cNvPr id="13055" name="Google Shape;13055;p219"/>
          <p:cNvCxnSpPr/>
          <p:nvPr/>
        </p:nvCxnSpPr>
        <p:spPr>
          <a:xfrm flipH="1">
            <a:off x="1138079" y="2129000"/>
            <a:ext cx="600" cy="258300"/>
          </a:xfrm>
          <a:prstGeom prst="straightConnector1">
            <a:avLst/>
          </a:prstGeom>
          <a:noFill/>
          <a:ln cap="flat" cmpd="sng" w="28575">
            <a:solidFill>
              <a:srgbClr val="D9D9D9"/>
            </a:solidFill>
            <a:prstDash val="solid"/>
            <a:round/>
            <a:headEnd len="sm" w="sm" type="none"/>
            <a:tailEnd len="sm" w="sm" type="none"/>
          </a:ln>
        </p:spPr>
      </p:cxnSp>
      <p:sp>
        <p:nvSpPr>
          <p:cNvPr id="13056" name="Google Shape;13056;p219"/>
          <p:cNvSpPr/>
          <p:nvPr/>
        </p:nvSpPr>
        <p:spPr>
          <a:xfrm>
            <a:off x="379388" y="2430286"/>
            <a:ext cx="9322800" cy="266400"/>
          </a:xfrm>
          <a:prstGeom prst="roundRect">
            <a:avLst>
              <a:gd fmla="val 12113" name="adj"/>
            </a:avLst>
          </a:prstGeom>
          <a:solidFill>
            <a:srgbClr val="FFFFFF"/>
          </a:solidFill>
          <a:ln cap="flat" cmpd="sng" w="9525">
            <a:solidFill>
              <a:srgbClr val="EFEFEF"/>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6000" spcFirstLastPara="1" rIns="0" wrap="square" tIns="0">
            <a:noAutofit/>
          </a:bodyPr>
          <a:lstStyle/>
          <a:p>
            <a:pPr indent="0" lvl="0" marL="0" rtl="0" algn="l">
              <a:lnSpc>
                <a:spcPct val="120000"/>
              </a:lnSpc>
              <a:spcBef>
                <a:spcPts val="0"/>
              </a:spcBef>
              <a:spcAft>
                <a:spcPts val="0"/>
              </a:spcAft>
              <a:buClr>
                <a:schemeClr val="dk1"/>
              </a:buClr>
              <a:buSzPts val="1100"/>
              <a:buFont typeface="Arial"/>
              <a:buNone/>
            </a:pPr>
            <a:r>
              <a:rPr b="1" lang="es-419" sz="800">
                <a:solidFill>
                  <a:schemeClr val="dk1"/>
                </a:solidFill>
                <a:latin typeface="Arvo"/>
                <a:ea typeface="Arvo"/>
                <a:cs typeface="Arvo"/>
                <a:sym typeface="Arvo"/>
              </a:rPr>
              <a:t>          Un(a)</a:t>
            </a:r>
            <a:endParaRPr b="1" sz="800">
              <a:latin typeface="Arvo"/>
              <a:ea typeface="Arvo"/>
              <a:cs typeface="Arvo"/>
              <a:sym typeface="Arvo"/>
            </a:endParaRPr>
          </a:p>
        </p:txBody>
      </p:sp>
      <p:sp>
        <p:nvSpPr>
          <p:cNvPr id="13057" name="Google Shape;13057;p219"/>
          <p:cNvSpPr txBox="1"/>
          <p:nvPr>
            <p:ph idx="16" type="subTitle"/>
          </p:nvPr>
        </p:nvSpPr>
        <p:spPr>
          <a:xfrm>
            <a:off x="1196438" y="2433957"/>
            <a:ext cx="2361300" cy="2658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cxnSp>
        <p:nvCxnSpPr>
          <p:cNvPr id="13058" name="Google Shape;13058;p219"/>
          <p:cNvCxnSpPr/>
          <p:nvPr/>
        </p:nvCxnSpPr>
        <p:spPr>
          <a:xfrm flipH="1">
            <a:off x="3615479" y="2438337"/>
            <a:ext cx="600" cy="258300"/>
          </a:xfrm>
          <a:prstGeom prst="straightConnector1">
            <a:avLst/>
          </a:prstGeom>
          <a:noFill/>
          <a:ln cap="flat" cmpd="sng" w="28575">
            <a:solidFill>
              <a:srgbClr val="D9D9D9"/>
            </a:solidFill>
            <a:prstDash val="solid"/>
            <a:round/>
            <a:headEnd len="sm" w="sm" type="none"/>
            <a:tailEnd len="sm" w="sm" type="none"/>
          </a:ln>
        </p:spPr>
      </p:cxnSp>
      <p:sp>
        <p:nvSpPr>
          <p:cNvPr id="13059" name="Google Shape;13059;p219"/>
          <p:cNvSpPr txBox="1"/>
          <p:nvPr>
            <p:ph idx="17" type="subTitle"/>
          </p:nvPr>
        </p:nvSpPr>
        <p:spPr>
          <a:xfrm>
            <a:off x="7340888" y="2433961"/>
            <a:ext cx="2361300" cy="2664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sp>
        <p:nvSpPr>
          <p:cNvPr id="13060" name="Google Shape;13060;p219"/>
          <p:cNvSpPr txBox="1"/>
          <p:nvPr>
            <p:ph idx="18" type="subTitle"/>
          </p:nvPr>
        </p:nvSpPr>
        <p:spPr>
          <a:xfrm>
            <a:off x="3674438" y="2433958"/>
            <a:ext cx="1827600" cy="2658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sp>
        <p:nvSpPr>
          <p:cNvPr id="13061" name="Google Shape;13061;p219"/>
          <p:cNvSpPr txBox="1"/>
          <p:nvPr>
            <p:ph idx="19" type="subTitle"/>
          </p:nvPr>
        </p:nvSpPr>
        <p:spPr>
          <a:xfrm>
            <a:off x="5632763" y="2433963"/>
            <a:ext cx="1584600" cy="2664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cxnSp>
        <p:nvCxnSpPr>
          <p:cNvPr id="13062" name="Google Shape;13062;p219"/>
          <p:cNvCxnSpPr/>
          <p:nvPr/>
        </p:nvCxnSpPr>
        <p:spPr>
          <a:xfrm flipH="1">
            <a:off x="5567091" y="2434337"/>
            <a:ext cx="600" cy="258300"/>
          </a:xfrm>
          <a:prstGeom prst="straightConnector1">
            <a:avLst/>
          </a:prstGeom>
          <a:noFill/>
          <a:ln cap="flat" cmpd="sng" w="28575">
            <a:solidFill>
              <a:srgbClr val="D9D9D9"/>
            </a:solidFill>
            <a:prstDash val="solid"/>
            <a:round/>
            <a:headEnd len="sm" w="sm" type="none"/>
            <a:tailEnd len="sm" w="sm" type="none"/>
          </a:ln>
        </p:spPr>
      </p:cxnSp>
      <p:cxnSp>
        <p:nvCxnSpPr>
          <p:cNvPr id="13063" name="Google Shape;13063;p219"/>
          <p:cNvCxnSpPr/>
          <p:nvPr/>
        </p:nvCxnSpPr>
        <p:spPr>
          <a:xfrm flipH="1">
            <a:off x="7293616" y="2433962"/>
            <a:ext cx="600" cy="258300"/>
          </a:xfrm>
          <a:prstGeom prst="straightConnector1">
            <a:avLst/>
          </a:prstGeom>
          <a:noFill/>
          <a:ln cap="flat" cmpd="sng" w="28575">
            <a:solidFill>
              <a:srgbClr val="D9D9D9"/>
            </a:solidFill>
            <a:prstDash val="solid"/>
            <a:round/>
            <a:headEnd len="sm" w="sm" type="none"/>
            <a:tailEnd len="sm" w="sm" type="none"/>
          </a:ln>
        </p:spPr>
      </p:cxnSp>
      <p:cxnSp>
        <p:nvCxnSpPr>
          <p:cNvPr id="13064" name="Google Shape;13064;p219"/>
          <p:cNvCxnSpPr/>
          <p:nvPr/>
        </p:nvCxnSpPr>
        <p:spPr>
          <a:xfrm flipH="1">
            <a:off x="1138079" y="2433962"/>
            <a:ext cx="600" cy="258300"/>
          </a:xfrm>
          <a:prstGeom prst="straightConnector1">
            <a:avLst/>
          </a:prstGeom>
          <a:noFill/>
          <a:ln cap="flat" cmpd="sng" w="28575">
            <a:solidFill>
              <a:srgbClr val="D9D9D9"/>
            </a:solidFill>
            <a:prstDash val="solid"/>
            <a:round/>
            <a:headEnd len="sm" w="sm" type="none"/>
            <a:tailEnd len="sm" w="sm" type="none"/>
          </a:ln>
        </p:spPr>
      </p:cxnSp>
      <p:sp>
        <p:nvSpPr>
          <p:cNvPr id="13065" name="Google Shape;13065;p219"/>
          <p:cNvSpPr/>
          <p:nvPr/>
        </p:nvSpPr>
        <p:spPr>
          <a:xfrm>
            <a:off x="378600" y="2727911"/>
            <a:ext cx="9322800" cy="266400"/>
          </a:xfrm>
          <a:prstGeom prst="roundRect">
            <a:avLst>
              <a:gd fmla="val 12113" name="adj"/>
            </a:avLst>
          </a:prstGeom>
          <a:solidFill>
            <a:srgbClr val="FFFFFF"/>
          </a:solidFill>
          <a:ln cap="flat" cmpd="sng" w="9525">
            <a:solidFill>
              <a:srgbClr val="EFEFEF"/>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6000" spcFirstLastPara="1" rIns="0" wrap="square" tIns="0">
            <a:noAutofit/>
          </a:bodyPr>
          <a:lstStyle/>
          <a:p>
            <a:pPr indent="0" lvl="0" marL="0" rtl="0" algn="l">
              <a:lnSpc>
                <a:spcPct val="120000"/>
              </a:lnSpc>
              <a:spcBef>
                <a:spcPts val="0"/>
              </a:spcBef>
              <a:spcAft>
                <a:spcPts val="0"/>
              </a:spcAft>
              <a:buClr>
                <a:schemeClr val="dk1"/>
              </a:buClr>
              <a:buSzPts val="1100"/>
              <a:buFont typeface="Arial"/>
              <a:buNone/>
            </a:pPr>
            <a:r>
              <a:rPr b="1" lang="es-419" sz="800">
                <a:solidFill>
                  <a:schemeClr val="dk1"/>
                </a:solidFill>
                <a:latin typeface="Arvo"/>
                <a:ea typeface="Arvo"/>
                <a:cs typeface="Arvo"/>
                <a:sym typeface="Arvo"/>
              </a:rPr>
              <a:t>          Un(a)</a:t>
            </a:r>
            <a:endParaRPr b="1" sz="800">
              <a:latin typeface="Arvo"/>
              <a:ea typeface="Arvo"/>
              <a:cs typeface="Arvo"/>
              <a:sym typeface="Arvo"/>
            </a:endParaRPr>
          </a:p>
        </p:txBody>
      </p:sp>
      <p:sp>
        <p:nvSpPr>
          <p:cNvPr id="13066" name="Google Shape;13066;p219"/>
          <p:cNvSpPr txBox="1"/>
          <p:nvPr>
            <p:ph idx="20" type="subTitle"/>
          </p:nvPr>
        </p:nvSpPr>
        <p:spPr>
          <a:xfrm>
            <a:off x="1195650" y="2731582"/>
            <a:ext cx="2361300" cy="2658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cxnSp>
        <p:nvCxnSpPr>
          <p:cNvPr id="13067" name="Google Shape;13067;p219"/>
          <p:cNvCxnSpPr/>
          <p:nvPr/>
        </p:nvCxnSpPr>
        <p:spPr>
          <a:xfrm flipH="1">
            <a:off x="3614691" y="2735962"/>
            <a:ext cx="600" cy="258300"/>
          </a:xfrm>
          <a:prstGeom prst="straightConnector1">
            <a:avLst/>
          </a:prstGeom>
          <a:noFill/>
          <a:ln cap="flat" cmpd="sng" w="28575">
            <a:solidFill>
              <a:srgbClr val="D9D9D9"/>
            </a:solidFill>
            <a:prstDash val="solid"/>
            <a:round/>
            <a:headEnd len="sm" w="sm" type="none"/>
            <a:tailEnd len="sm" w="sm" type="none"/>
          </a:ln>
        </p:spPr>
      </p:cxnSp>
      <p:sp>
        <p:nvSpPr>
          <p:cNvPr id="13068" name="Google Shape;13068;p219"/>
          <p:cNvSpPr txBox="1"/>
          <p:nvPr>
            <p:ph idx="21" type="subTitle"/>
          </p:nvPr>
        </p:nvSpPr>
        <p:spPr>
          <a:xfrm>
            <a:off x="7340100" y="2731586"/>
            <a:ext cx="2361300" cy="2664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sp>
        <p:nvSpPr>
          <p:cNvPr id="13069" name="Google Shape;13069;p219"/>
          <p:cNvSpPr txBox="1"/>
          <p:nvPr>
            <p:ph idx="22" type="subTitle"/>
          </p:nvPr>
        </p:nvSpPr>
        <p:spPr>
          <a:xfrm>
            <a:off x="3673650" y="2731583"/>
            <a:ext cx="1827600" cy="2658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sp>
        <p:nvSpPr>
          <p:cNvPr id="13070" name="Google Shape;13070;p219"/>
          <p:cNvSpPr txBox="1"/>
          <p:nvPr>
            <p:ph idx="23" type="subTitle"/>
          </p:nvPr>
        </p:nvSpPr>
        <p:spPr>
          <a:xfrm>
            <a:off x="5631975" y="2731588"/>
            <a:ext cx="1584600" cy="2664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cxnSp>
        <p:nvCxnSpPr>
          <p:cNvPr id="13071" name="Google Shape;13071;p219"/>
          <p:cNvCxnSpPr/>
          <p:nvPr/>
        </p:nvCxnSpPr>
        <p:spPr>
          <a:xfrm flipH="1">
            <a:off x="5566304" y="2731962"/>
            <a:ext cx="600" cy="258300"/>
          </a:xfrm>
          <a:prstGeom prst="straightConnector1">
            <a:avLst/>
          </a:prstGeom>
          <a:noFill/>
          <a:ln cap="flat" cmpd="sng" w="28575">
            <a:solidFill>
              <a:srgbClr val="D9D9D9"/>
            </a:solidFill>
            <a:prstDash val="solid"/>
            <a:round/>
            <a:headEnd len="sm" w="sm" type="none"/>
            <a:tailEnd len="sm" w="sm" type="none"/>
          </a:ln>
        </p:spPr>
      </p:cxnSp>
      <p:cxnSp>
        <p:nvCxnSpPr>
          <p:cNvPr id="13072" name="Google Shape;13072;p219"/>
          <p:cNvCxnSpPr/>
          <p:nvPr/>
        </p:nvCxnSpPr>
        <p:spPr>
          <a:xfrm flipH="1">
            <a:off x="7292829" y="2731587"/>
            <a:ext cx="600" cy="258300"/>
          </a:xfrm>
          <a:prstGeom prst="straightConnector1">
            <a:avLst/>
          </a:prstGeom>
          <a:noFill/>
          <a:ln cap="flat" cmpd="sng" w="28575">
            <a:solidFill>
              <a:srgbClr val="D9D9D9"/>
            </a:solidFill>
            <a:prstDash val="solid"/>
            <a:round/>
            <a:headEnd len="sm" w="sm" type="none"/>
            <a:tailEnd len="sm" w="sm" type="none"/>
          </a:ln>
        </p:spPr>
      </p:cxnSp>
      <p:cxnSp>
        <p:nvCxnSpPr>
          <p:cNvPr id="13073" name="Google Shape;13073;p219"/>
          <p:cNvCxnSpPr/>
          <p:nvPr/>
        </p:nvCxnSpPr>
        <p:spPr>
          <a:xfrm flipH="1">
            <a:off x="1137291" y="2731587"/>
            <a:ext cx="600" cy="258300"/>
          </a:xfrm>
          <a:prstGeom prst="straightConnector1">
            <a:avLst/>
          </a:prstGeom>
          <a:noFill/>
          <a:ln cap="flat" cmpd="sng" w="28575">
            <a:solidFill>
              <a:srgbClr val="D9D9D9"/>
            </a:solidFill>
            <a:prstDash val="solid"/>
            <a:round/>
            <a:headEnd len="sm" w="sm" type="none"/>
            <a:tailEnd len="sm" w="sm" type="none"/>
          </a:ln>
        </p:spPr>
      </p:cxnSp>
      <p:sp>
        <p:nvSpPr>
          <p:cNvPr id="13074" name="Google Shape;13074;p219"/>
          <p:cNvSpPr/>
          <p:nvPr/>
        </p:nvSpPr>
        <p:spPr>
          <a:xfrm>
            <a:off x="378600" y="3032874"/>
            <a:ext cx="9322800" cy="266400"/>
          </a:xfrm>
          <a:prstGeom prst="roundRect">
            <a:avLst>
              <a:gd fmla="val 12113" name="adj"/>
            </a:avLst>
          </a:prstGeom>
          <a:solidFill>
            <a:srgbClr val="FFFFFF"/>
          </a:solidFill>
          <a:ln cap="flat" cmpd="sng" w="9525">
            <a:solidFill>
              <a:srgbClr val="EFEFEF"/>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6000" spcFirstLastPara="1" rIns="0" wrap="square" tIns="0">
            <a:noAutofit/>
          </a:bodyPr>
          <a:lstStyle/>
          <a:p>
            <a:pPr indent="0" lvl="0" marL="0" rtl="0" algn="l">
              <a:lnSpc>
                <a:spcPct val="120000"/>
              </a:lnSpc>
              <a:spcBef>
                <a:spcPts val="0"/>
              </a:spcBef>
              <a:spcAft>
                <a:spcPts val="0"/>
              </a:spcAft>
              <a:buClr>
                <a:schemeClr val="dk1"/>
              </a:buClr>
              <a:buSzPts val="1100"/>
              <a:buFont typeface="Arial"/>
              <a:buNone/>
            </a:pPr>
            <a:r>
              <a:rPr b="1" lang="es-419" sz="800">
                <a:solidFill>
                  <a:schemeClr val="dk1"/>
                </a:solidFill>
                <a:latin typeface="Arvo"/>
                <a:ea typeface="Arvo"/>
                <a:cs typeface="Arvo"/>
                <a:sym typeface="Arvo"/>
              </a:rPr>
              <a:t>          Un(a)</a:t>
            </a:r>
            <a:endParaRPr b="1" sz="800">
              <a:latin typeface="Arvo"/>
              <a:ea typeface="Arvo"/>
              <a:cs typeface="Arvo"/>
              <a:sym typeface="Arvo"/>
            </a:endParaRPr>
          </a:p>
        </p:txBody>
      </p:sp>
      <p:sp>
        <p:nvSpPr>
          <p:cNvPr id="13075" name="Google Shape;13075;p219"/>
          <p:cNvSpPr txBox="1"/>
          <p:nvPr>
            <p:ph idx="24" type="subTitle"/>
          </p:nvPr>
        </p:nvSpPr>
        <p:spPr>
          <a:xfrm>
            <a:off x="1195650" y="3036545"/>
            <a:ext cx="2361300" cy="2658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cxnSp>
        <p:nvCxnSpPr>
          <p:cNvPr id="13076" name="Google Shape;13076;p219"/>
          <p:cNvCxnSpPr/>
          <p:nvPr/>
        </p:nvCxnSpPr>
        <p:spPr>
          <a:xfrm flipH="1">
            <a:off x="3614691" y="3040925"/>
            <a:ext cx="600" cy="258300"/>
          </a:xfrm>
          <a:prstGeom prst="straightConnector1">
            <a:avLst/>
          </a:prstGeom>
          <a:noFill/>
          <a:ln cap="flat" cmpd="sng" w="28575">
            <a:solidFill>
              <a:srgbClr val="D9D9D9"/>
            </a:solidFill>
            <a:prstDash val="solid"/>
            <a:round/>
            <a:headEnd len="sm" w="sm" type="none"/>
            <a:tailEnd len="sm" w="sm" type="none"/>
          </a:ln>
        </p:spPr>
      </p:cxnSp>
      <p:sp>
        <p:nvSpPr>
          <p:cNvPr id="13077" name="Google Shape;13077;p219"/>
          <p:cNvSpPr txBox="1"/>
          <p:nvPr>
            <p:ph idx="25" type="subTitle"/>
          </p:nvPr>
        </p:nvSpPr>
        <p:spPr>
          <a:xfrm>
            <a:off x="7340100" y="3036549"/>
            <a:ext cx="2361300" cy="2664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sp>
        <p:nvSpPr>
          <p:cNvPr id="13078" name="Google Shape;13078;p219"/>
          <p:cNvSpPr txBox="1"/>
          <p:nvPr>
            <p:ph idx="26" type="subTitle"/>
          </p:nvPr>
        </p:nvSpPr>
        <p:spPr>
          <a:xfrm>
            <a:off x="3673650" y="3036545"/>
            <a:ext cx="1827600" cy="2658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sp>
        <p:nvSpPr>
          <p:cNvPr id="13079" name="Google Shape;13079;p219"/>
          <p:cNvSpPr txBox="1"/>
          <p:nvPr>
            <p:ph idx="27" type="subTitle"/>
          </p:nvPr>
        </p:nvSpPr>
        <p:spPr>
          <a:xfrm>
            <a:off x="5631975" y="3036550"/>
            <a:ext cx="1584600" cy="2664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cxnSp>
        <p:nvCxnSpPr>
          <p:cNvPr id="13080" name="Google Shape;13080;p219"/>
          <p:cNvCxnSpPr/>
          <p:nvPr/>
        </p:nvCxnSpPr>
        <p:spPr>
          <a:xfrm flipH="1">
            <a:off x="5566304" y="3036925"/>
            <a:ext cx="600" cy="258300"/>
          </a:xfrm>
          <a:prstGeom prst="straightConnector1">
            <a:avLst/>
          </a:prstGeom>
          <a:noFill/>
          <a:ln cap="flat" cmpd="sng" w="28575">
            <a:solidFill>
              <a:srgbClr val="D9D9D9"/>
            </a:solidFill>
            <a:prstDash val="solid"/>
            <a:round/>
            <a:headEnd len="sm" w="sm" type="none"/>
            <a:tailEnd len="sm" w="sm" type="none"/>
          </a:ln>
        </p:spPr>
      </p:cxnSp>
      <p:cxnSp>
        <p:nvCxnSpPr>
          <p:cNvPr id="13081" name="Google Shape;13081;p219"/>
          <p:cNvCxnSpPr/>
          <p:nvPr/>
        </p:nvCxnSpPr>
        <p:spPr>
          <a:xfrm flipH="1">
            <a:off x="7292829" y="3036550"/>
            <a:ext cx="600" cy="258300"/>
          </a:xfrm>
          <a:prstGeom prst="straightConnector1">
            <a:avLst/>
          </a:prstGeom>
          <a:noFill/>
          <a:ln cap="flat" cmpd="sng" w="28575">
            <a:solidFill>
              <a:srgbClr val="D9D9D9"/>
            </a:solidFill>
            <a:prstDash val="solid"/>
            <a:round/>
            <a:headEnd len="sm" w="sm" type="none"/>
            <a:tailEnd len="sm" w="sm" type="none"/>
          </a:ln>
        </p:spPr>
      </p:cxnSp>
      <p:cxnSp>
        <p:nvCxnSpPr>
          <p:cNvPr id="13082" name="Google Shape;13082;p219"/>
          <p:cNvCxnSpPr/>
          <p:nvPr/>
        </p:nvCxnSpPr>
        <p:spPr>
          <a:xfrm flipH="1">
            <a:off x="1137291" y="3036550"/>
            <a:ext cx="600" cy="258300"/>
          </a:xfrm>
          <a:prstGeom prst="straightConnector1">
            <a:avLst/>
          </a:prstGeom>
          <a:noFill/>
          <a:ln cap="flat" cmpd="sng" w="28575">
            <a:solidFill>
              <a:srgbClr val="D9D9D9"/>
            </a:solidFill>
            <a:prstDash val="solid"/>
            <a:round/>
            <a:headEnd len="sm" w="sm" type="none"/>
            <a:tailEnd len="sm" w="sm" type="none"/>
          </a:ln>
        </p:spPr>
      </p:cxnSp>
      <p:sp>
        <p:nvSpPr>
          <p:cNvPr id="13083" name="Google Shape;13083;p219"/>
          <p:cNvSpPr/>
          <p:nvPr/>
        </p:nvSpPr>
        <p:spPr>
          <a:xfrm>
            <a:off x="378600" y="3332511"/>
            <a:ext cx="9322800" cy="266400"/>
          </a:xfrm>
          <a:prstGeom prst="roundRect">
            <a:avLst>
              <a:gd fmla="val 12113" name="adj"/>
            </a:avLst>
          </a:prstGeom>
          <a:solidFill>
            <a:srgbClr val="FFFFFF"/>
          </a:solidFill>
          <a:ln cap="flat" cmpd="sng" w="9525">
            <a:solidFill>
              <a:srgbClr val="EFEFEF"/>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6000" spcFirstLastPara="1" rIns="0" wrap="square" tIns="0">
            <a:noAutofit/>
          </a:bodyPr>
          <a:lstStyle/>
          <a:p>
            <a:pPr indent="0" lvl="0" marL="0" rtl="0" algn="l">
              <a:lnSpc>
                <a:spcPct val="120000"/>
              </a:lnSpc>
              <a:spcBef>
                <a:spcPts val="0"/>
              </a:spcBef>
              <a:spcAft>
                <a:spcPts val="0"/>
              </a:spcAft>
              <a:buClr>
                <a:schemeClr val="dk1"/>
              </a:buClr>
              <a:buSzPts val="1100"/>
              <a:buFont typeface="Arial"/>
              <a:buNone/>
            </a:pPr>
            <a:r>
              <a:rPr b="1" lang="es-419" sz="800">
                <a:solidFill>
                  <a:schemeClr val="dk1"/>
                </a:solidFill>
                <a:latin typeface="Arvo"/>
                <a:ea typeface="Arvo"/>
                <a:cs typeface="Arvo"/>
                <a:sym typeface="Arvo"/>
              </a:rPr>
              <a:t>          Un(a)</a:t>
            </a:r>
            <a:endParaRPr b="1" sz="800">
              <a:latin typeface="Arvo"/>
              <a:ea typeface="Arvo"/>
              <a:cs typeface="Arvo"/>
              <a:sym typeface="Arvo"/>
            </a:endParaRPr>
          </a:p>
        </p:txBody>
      </p:sp>
      <p:sp>
        <p:nvSpPr>
          <p:cNvPr id="13084" name="Google Shape;13084;p219"/>
          <p:cNvSpPr txBox="1"/>
          <p:nvPr>
            <p:ph idx="28" type="subTitle"/>
          </p:nvPr>
        </p:nvSpPr>
        <p:spPr>
          <a:xfrm>
            <a:off x="1195650" y="3336182"/>
            <a:ext cx="2361300" cy="2658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cxnSp>
        <p:nvCxnSpPr>
          <p:cNvPr id="13085" name="Google Shape;13085;p219"/>
          <p:cNvCxnSpPr/>
          <p:nvPr/>
        </p:nvCxnSpPr>
        <p:spPr>
          <a:xfrm flipH="1">
            <a:off x="3614691" y="3340562"/>
            <a:ext cx="600" cy="258300"/>
          </a:xfrm>
          <a:prstGeom prst="straightConnector1">
            <a:avLst/>
          </a:prstGeom>
          <a:noFill/>
          <a:ln cap="flat" cmpd="sng" w="28575">
            <a:solidFill>
              <a:srgbClr val="D9D9D9"/>
            </a:solidFill>
            <a:prstDash val="solid"/>
            <a:round/>
            <a:headEnd len="sm" w="sm" type="none"/>
            <a:tailEnd len="sm" w="sm" type="none"/>
          </a:ln>
        </p:spPr>
      </p:cxnSp>
      <p:sp>
        <p:nvSpPr>
          <p:cNvPr id="13086" name="Google Shape;13086;p219"/>
          <p:cNvSpPr txBox="1"/>
          <p:nvPr>
            <p:ph idx="29" type="subTitle"/>
          </p:nvPr>
        </p:nvSpPr>
        <p:spPr>
          <a:xfrm>
            <a:off x="7340100" y="3336186"/>
            <a:ext cx="2361300" cy="2664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sp>
        <p:nvSpPr>
          <p:cNvPr id="13087" name="Google Shape;13087;p219"/>
          <p:cNvSpPr txBox="1"/>
          <p:nvPr>
            <p:ph idx="30" type="subTitle"/>
          </p:nvPr>
        </p:nvSpPr>
        <p:spPr>
          <a:xfrm>
            <a:off x="3673650" y="3336183"/>
            <a:ext cx="1827600" cy="2658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sp>
        <p:nvSpPr>
          <p:cNvPr id="13088" name="Google Shape;13088;p219"/>
          <p:cNvSpPr txBox="1"/>
          <p:nvPr>
            <p:ph idx="31" type="subTitle"/>
          </p:nvPr>
        </p:nvSpPr>
        <p:spPr>
          <a:xfrm>
            <a:off x="5631975" y="3336188"/>
            <a:ext cx="1584600" cy="2664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cxnSp>
        <p:nvCxnSpPr>
          <p:cNvPr id="13089" name="Google Shape;13089;p219"/>
          <p:cNvCxnSpPr/>
          <p:nvPr/>
        </p:nvCxnSpPr>
        <p:spPr>
          <a:xfrm flipH="1">
            <a:off x="5566304" y="3336562"/>
            <a:ext cx="600" cy="258300"/>
          </a:xfrm>
          <a:prstGeom prst="straightConnector1">
            <a:avLst/>
          </a:prstGeom>
          <a:noFill/>
          <a:ln cap="flat" cmpd="sng" w="28575">
            <a:solidFill>
              <a:srgbClr val="D9D9D9"/>
            </a:solidFill>
            <a:prstDash val="solid"/>
            <a:round/>
            <a:headEnd len="sm" w="sm" type="none"/>
            <a:tailEnd len="sm" w="sm" type="none"/>
          </a:ln>
        </p:spPr>
      </p:cxnSp>
      <p:cxnSp>
        <p:nvCxnSpPr>
          <p:cNvPr id="13090" name="Google Shape;13090;p219"/>
          <p:cNvCxnSpPr/>
          <p:nvPr/>
        </p:nvCxnSpPr>
        <p:spPr>
          <a:xfrm flipH="1">
            <a:off x="7292829" y="3336187"/>
            <a:ext cx="600" cy="258300"/>
          </a:xfrm>
          <a:prstGeom prst="straightConnector1">
            <a:avLst/>
          </a:prstGeom>
          <a:noFill/>
          <a:ln cap="flat" cmpd="sng" w="28575">
            <a:solidFill>
              <a:srgbClr val="D9D9D9"/>
            </a:solidFill>
            <a:prstDash val="solid"/>
            <a:round/>
            <a:headEnd len="sm" w="sm" type="none"/>
            <a:tailEnd len="sm" w="sm" type="none"/>
          </a:ln>
        </p:spPr>
      </p:cxnSp>
      <p:cxnSp>
        <p:nvCxnSpPr>
          <p:cNvPr id="13091" name="Google Shape;13091;p219"/>
          <p:cNvCxnSpPr/>
          <p:nvPr/>
        </p:nvCxnSpPr>
        <p:spPr>
          <a:xfrm flipH="1">
            <a:off x="1137291" y="3336187"/>
            <a:ext cx="600" cy="258300"/>
          </a:xfrm>
          <a:prstGeom prst="straightConnector1">
            <a:avLst/>
          </a:prstGeom>
          <a:noFill/>
          <a:ln cap="flat" cmpd="sng" w="28575">
            <a:solidFill>
              <a:srgbClr val="D9D9D9"/>
            </a:solidFill>
            <a:prstDash val="solid"/>
            <a:round/>
            <a:headEnd len="sm" w="sm" type="none"/>
            <a:tailEnd len="sm" w="sm" type="none"/>
          </a:ln>
        </p:spPr>
      </p:cxnSp>
      <p:sp>
        <p:nvSpPr>
          <p:cNvPr id="13092" name="Google Shape;13092;p219"/>
          <p:cNvSpPr/>
          <p:nvPr/>
        </p:nvSpPr>
        <p:spPr>
          <a:xfrm>
            <a:off x="378600" y="3637474"/>
            <a:ext cx="9322800" cy="266400"/>
          </a:xfrm>
          <a:prstGeom prst="roundRect">
            <a:avLst>
              <a:gd fmla="val 12113" name="adj"/>
            </a:avLst>
          </a:prstGeom>
          <a:solidFill>
            <a:srgbClr val="FFFFFF"/>
          </a:solidFill>
          <a:ln cap="flat" cmpd="sng" w="9525">
            <a:solidFill>
              <a:srgbClr val="EFEFEF"/>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6000" spcFirstLastPara="1" rIns="0" wrap="square" tIns="0">
            <a:noAutofit/>
          </a:bodyPr>
          <a:lstStyle/>
          <a:p>
            <a:pPr indent="0" lvl="0" marL="0" rtl="0" algn="l">
              <a:lnSpc>
                <a:spcPct val="120000"/>
              </a:lnSpc>
              <a:spcBef>
                <a:spcPts val="0"/>
              </a:spcBef>
              <a:spcAft>
                <a:spcPts val="0"/>
              </a:spcAft>
              <a:buClr>
                <a:schemeClr val="dk1"/>
              </a:buClr>
              <a:buSzPts val="1100"/>
              <a:buFont typeface="Arial"/>
              <a:buNone/>
            </a:pPr>
            <a:r>
              <a:rPr b="1" lang="es-419" sz="800">
                <a:solidFill>
                  <a:schemeClr val="dk1"/>
                </a:solidFill>
                <a:latin typeface="Arvo"/>
                <a:ea typeface="Arvo"/>
                <a:cs typeface="Arvo"/>
                <a:sym typeface="Arvo"/>
              </a:rPr>
              <a:t>          Un(a)</a:t>
            </a:r>
            <a:endParaRPr b="1" sz="800">
              <a:latin typeface="Arvo"/>
              <a:ea typeface="Arvo"/>
              <a:cs typeface="Arvo"/>
              <a:sym typeface="Arvo"/>
            </a:endParaRPr>
          </a:p>
        </p:txBody>
      </p:sp>
      <p:sp>
        <p:nvSpPr>
          <p:cNvPr id="13093" name="Google Shape;13093;p219"/>
          <p:cNvSpPr txBox="1"/>
          <p:nvPr>
            <p:ph idx="32" type="subTitle"/>
          </p:nvPr>
        </p:nvSpPr>
        <p:spPr>
          <a:xfrm>
            <a:off x="1195650" y="3641145"/>
            <a:ext cx="2361300" cy="2658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cxnSp>
        <p:nvCxnSpPr>
          <p:cNvPr id="13094" name="Google Shape;13094;p219"/>
          <p:cNvCxnSpPr/>
          <p:nvPr/>
        </p:nvCxnSpPr>
        <p:spPr>
          <a:xfrm flipH="1">
            <a:off x="3614691" y="3645525"/>
            <a:ext cx="600" cy="258300"/>
          </a:xfrm>
          <a:prstGeom prst="straightConnector1">
            <a:avLst/>
          </a:prstGeom>
          <a:noFill/>
          <a:ln cap="flat" cmpd="sng" w="28575">
            <a:solidFill>
              <a:srgbClr val="D9D9D9"/>
            </a:solidFill>
            <a:prstDash val="solid"/>
            <a:round/>
            <a:headEnd len="sm" w="sm" type="none"/>
            <a:tailEnd len="sm" w="sm" type="none"/>
          </a:ln>
        </p:spPr>
      </p:cxnSp>
      <p:sp>
        <p:nvSpPr>
          <p:cNvPr id="13095" name="Google Shape;13095;p219"/>
          <p:cNvSpPr txBox="1"/>
          <p:nvPr>
            <p:ph idx="33" type="subTitle"/>
          </p:nvPr>
        </p:nvSpPr>
        <p:spPr>
          <a:xfrm>
            <a:off x="7340100" y="3641149"/>
            <a:ext cx="2361300" cy="2664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sp>
        <p:nvSpPr>
          <p:cNvPr id="13096" name="Google Shape;13096;p219"/>
          <p:cNvSpPr txBox="1"/>
          <p:nvPr>
            <p:ph idx="34" type="subTitle"/>
          </p:nvPr>
        </p:nvSpPr>
        <p:spPr>
          <a:xfrm>
            <a:off x="3673650" y="3641145"/>
            <a:ext cx="1827600" cy="2658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sp>
        <p:nvSpPr>
          <p:cNvPr id="13097" name="Google Shape;13097;p219"/>
          <p:cNvSpPr txBox="1"/>
          <p:nvPr>
            <p:ph idx="35" type="subTitle"/>
          </p:nvPr>
        </p:nvSpPr>
        <p:spPr>
          <a:xfrm>
            <a:off x="5631975" y="3641150"/>
            <a:ext cx="1584600" cy="2664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cxnSp>
        <p:nvCxnSpPr>
          <p:cNvPr id="13098" name="Google Shape;13098;p219"/>
          <p:cNvCxnSpPr/>
          <p:nvPr/>
        </p:nvCxnSpPr>
        <p:spPr>
          <a:xfrm flipH="1">
            <a:off x="5566304" y="3641525"/>
            <a:ext cx="600" cy="258300"/>
          </a:xfrm>
          <a:prstGeom prst="straightConnector1">
            <a:avLst/>
          </a:prstGeom>
          <a:noFill/>
          <a:ln cap="flat" cmpd="sng" w="28575">
            <a:solidFill>
              <a:srgbClr val="D9D9D9"/>
            </a:solidFill>
            <a:prstDash val="solid"/>
            <a:round/>
            <a:headEnd len="sm" w="sm" type="none"/>
            <a:tailEnd len="sm" w="sm" type="none"/>
          </a:ln>
        </p:spPr>
      </p:cxnSp>
      <p:cxnSp>
        <p:nvCxnSpPr>
          <p:cNvPr id="13099" name="Google Shape;13099;p219"/>
          <p:cNvCxnSpPr/>
          <p:nvPr/>
        </p:nvCxnSpPr>
        <p:spPr>
          <a:xfrm flipH="1">
            <a:off x="7292829" y="3641150"/>
            <a:ext cx="600" cy="258300"/>
          </a:xfrm>
          <a:prstGeom prst="straightConnector1">
            <a:avLst/>
          </a:prstGeom>
          <a:noFill/>
          <a:ln cap="flat" cmpd="sng" w="28575">
            <a:solidFill>
              <a:srgbClr val="D9D9D9"/>
            </a:solidFill>
            <a:prstDash val="solid"/>
            <a:round/>
            <a:headEnd len="sm" w="sm" type="none"/>
            <a:tailEnd len="sm" w="sm" type="none"/>
          </a:ln>
        </p:spPr>
      </p:cxnSp>
      <p:cxnSp>
        <p:nvCxnSpPr>
          <p:cNvPr id="13100" name="Google Shape;13100;p219"/>
          <p:cNvCxnSpPr/>
          <p:nvPr/>
        </p:nvCxnSpPr>
        <p:spPr>
          <a:xfrm flipH="1">
            <a:off x="1137291" y="3641150"/>
            <a:ext cx="600" cy="258300"/>
          </a:xfrm>
          <a:prstGeom prst="straightConnector1">
            <a:avLst/>
          </a:prstGeom>
          <a:noFill/>
          <a:ln cap="flat" cmpd="sng" w="28575">
            <a:solidFill>
              <a:srgbClr val="D9D9D9"/>
            </a:solidFill>
            <a:prstDash val="solid"/>
            <a:round/>
            <a:headEnd len="sm" w="sm" type="none"/>
            <a:tailEnd len="sm" w="sm" type="none"/>
          </a:ln>
        </p:spPr>
      </p:cxnSp>
      <p:sp>
        <p:nvSpPr>
          <p:cNvPr id="13101" name="Google Shape;13101;p219"/>
          <p:cNvSpPr/>
          <p:nvPr/>
        </p:nvSpPr>
        <p:spPr>
          <a:xfrm>
            <a:off x="379263" y="3936611"/>
            <a:ext cx="9322800" cy="266400"/>
          </a:xfrm>
          <a:prstGeom prst="roundRect">
            <a:avLst>
              <a:gd fmla="val 12113" name="adj"/>
            </a:avLst>
          </a:prstGeom>
          <a:solidFill>
            <a:srgbClr val="FFFFFF"/>
          </a:solidFill>
          <a:ln cap="flat" cmpd="sng" w="9525">
            <a:solidFill>
              <a:srgbClr val="EFEFEF"/>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6000" spcFirstLastPara="1" rIns="0" wrap="square" tIns="0">
            <a:noAutofit/>
          </a:bodyPr>
          <a:lstStyle/>
          <a:p>
            <a:pPr indent="0" lvl="0" marL="0" rtl="0" algn="l">
              <a:lnSpc>
                <a:spcPct val="120000"/>
              </a:lnSpc>
              <a:spcBef>
                <a:spcPts val="0"/>
              </a:spcBef>
              <a:spcAft>
                <a:spcPts val="0"/>
              </a:spcAft>
              <a:buClr>
                <a:schemeClr val="dk1"/>
              </a:buClr>
              <a:buSzPts val="1100"/>
              <a:buFont typeface="Arial"/>
              <a:buNone/>
            </a:pPr>
            <a:r>
              <a:rPr b="1" lang="es-419" sz="800">
                <a:solidFill>
                  <a:schemeClr val="dk1"/>
                </a:solidFill>
                <a:latin typeface="Arvo"/>
                <a:ea typeface="Arvo"/>
                <a:cs typeface="Arvo"/>
                <a:sym typeface="Arvo"/>
              </a:rPr>
              <a:t>          Un(a)</a:t>
            </a:r>
            <a:endParaRPr b="1" sz="800">
              <a:latin typeface="Arvo"/>
              <a:ea typeface="Arvo"/>
              <a:cs typeface="Arvo"/>
              <a:sym typeface="Arvo"/>
            </a:endParaRPr>
          </a:p>
        </p:txBody>
      </p:sp>
      <p:sp>
        <p:nvSpPr>
          <p:cNvPr id="13102" name="Google Shape;13102;p219"/>
          <p:cNvSpPr txBox="1"/>
          <p:nvPr>
            <p:ph idx="36" type="subTitle"/>
          </p:nvPr>
        </p:nvSpPr>
        <p:spPr>
          <a:xfrm>
            <a:off x="1196313" y="3940282"/>
            <a:ext cx="2361300" cy="2658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cxnSp>
        <p:nvCxnSpPr>
          <p:cNvPr id="13103" name="Google Shape;13103;p219"/>
          <p:cNvCxnSpPr/>
          <p:nvPr/>
        </p:nvCxnSpPr>
        <p:spPr>
          <a:xfrm flipH="1">
            <a:off x="3615354" y="3944662"/>
            <a:ext cx="600" cy="258300"/>
          </a:xfrm>
          <a:prstGeom prst="straightConnector1">
            <a:avLst/>
          </a:prstGeom>
          <a:noFill/>
          <a:ln cap="flat" cmpd="sng" w="28575">
            <a:solidFill>
              <a:srgbClr val="D9D9D9"/>
            </a:solidFill>
            <a:prstDash val="solid"/>
            <a:round/>
            <a:headEnd len="sm" w="sm" type="none"/>
            <a:tailEnd len="sm" w="sm" type="none"/>
          </a:ln>
        </p:spPr>
      </p:cxnSp>
      <p:sp>
        <p:nvSpPr>
          <p:cNvPr id="13104" name="Google Shape;13104;p219"/>
          <p:cNvSpPr txBox="1"/>
          <p:nvPr>
            <p:ph idx="37" type="subTitle"/>
          </p:nvPr>
        </p:nvSpPr>
        <p:spPr>
          <a:xfrm>
            <a:off x="7340763" y="3940286"/>
            <a:ext cx="2361300" cy="2664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sp>
        <p:nvSpPr>
          <p:cNvPr id="13105" name="Google Shape;13105;p219"/>
          <p:cNvSpPr txBox="1"/>
          <p:nvPr>
            <p:ph idx="38" type="subTitle"/>
          </p:nvPr>
        </p:nvSpPr>
        <p:spPr>
          <a:xfrm>
            <a:off x="3674313" y="3940283"/>
            <a:ext cx="1827600" cy="2658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sp>
        <p:nvSpPr>
          <p:cNvPr id="13106" name="Google Shape;13106;p219"/>
          <p:cNvSpPr txBox="1"/>
          <p:nvPr>
            <p:ph idx="39" type="subTitle"/>
          </p:nvPr>
        </p:nvSpPr>
        <p:spPr>
          <a:xfrm>
            <a:off x="5632638" y="3940288"/>
            <a:ext cx="1584600" cy="2664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cxnSp>
        <p:nvCxnSpPr>
          <p:cNvPr id="13107" name="Google Shape;13107;p219"/>
          <p:cNvCxnSpPr/>
          <p:nvPr/>
        </p:nvCxnSpPr>
        <p:spPr>
          <a:xfrm flipH="1">
            <a:off x="5566966" y="3940662"/>
            <a:ext cx="600" cy="258300"/>
          </a:xfrm>
          <a:prstGeom prst="straightConnector1">
            <a:avLst/>
          </a:prstGeom>
          <a:noFill/>
          <a:ln cap="flat" cmpd="sng" w="28575">
            <a:solidFill>
              <a:srgbClr val="D9D9D9"/>
            </a:solidFill>
            <a:prstDash val="solid"/>
            <a:round/>
            <a:headEnd len="sm" w="sm" type="none"/>
            <a:tailEnd len="sm" w="sm" type="none"/>
          </a:ln>
        </p:spPr>
      </p:cxnSp>
      <p:cxnSp>
        <p:nvCxnSpPr>
          <p:cNvPr id="13108" name="Google Shape;13108;p219"/>
          <p:cNvCxnSpPr/>
          <p:nvPr/>
        </p:nvCxnSpPr>
        <p:spPr>
          <a:xfrm flipH="1">
            <a:off x="7293491" y="3940287"/>
            <a:ext cx="600" cy="258300"/>
          </a:xfrm>
          <a:prstGeom prst="straightConnector1">
            <a:avLst/>
          </a:prstGeom>
          <a:noFill/>
          <a:ln cap="flat" cmpd="sng" w="28575">
            <a:solidFill>
              <a:srgbClr val="D9D9D9"/>
            </a:solidFill>
            <a:prstDash val="solid"/>
            <a:round/>
            <a:headEnd len="sm" w="sm" type="none"/>
            <a:tailEnd len="sm" w="sm" type="none"/>
          </a:ln>
        </p:spPr>
      </p:cxnSp>
      <p:cxnSp>
        <p:nvCxnSpPr>
          <p:cNvPr id="13109" name="Google Shape;13109;p219"/>
          <p:cNvCxnSpPr/>
          <p:nvPr/>
        </p:nvCxnSpPr>
        <p:spPr>
          <a:xfrm flipH="1">
            <a:off x="1137954" y="3940287"/>
            <a:ext cx="600" cy="258300"/>
          </a:xfrm>
          <a:prstGeom prst="straightConnector1">
            <a:avLst/>
          </a:prstGeom>
          <a:noFill/>
          <a:ln cap="flat" cmpd="sng" w="28575">
            <a:solidFill>
              <a:srgbClr val="D9D9D9"/>
            </a:solidFill>
            <a:prstDash val="solid"/>
            <a:round/>
            <a:headEnd len="sm" w="sm" type="none"/>
            <a:tailEnd len="sm" w="sm" type="none"/>
          </a:ln>
        </p:spPr>
      </p:cxnSp>
      <p:sp>
        <p:nvSpPr>
          <p:cNvPr id="13110" name="Google Shape;13110;p219"/>
          <p:cNvSpPr/>
          <p:nvPr/>
        </p:nvSpPr>
        <p:spPr>
          <a:xfrm>
            <a:off x="379263" y="4241574"/>
            <a:ext cx="9322800" cy="266400"/>
          </a:xfrm>
          <a:prstGeom prst="roundRect">
            <a:avLst>
              <a:gd fmla="val 12113" name="adj"/>
            </a:avLst>
          </a:prstGeom>
          <a:solidFill>
            <a:srgbClr val="FFFFFF"/>
          </a:solidFill>
          <a:ln cap="flat" cmpd="sng" w="9525">
            <a:solidFill>
              <a:srgbClr val="EFEFEF"/>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6000" spcFirstLastPara="1" rIns="0" wrap="square" tIns="0">
            <a:noAutofit/>
          </a:bodyPr>
          <a:lstStyle/>
          <a:p>
            <a:pPr indent="0" lvl="0" marL="0" rtl="0" algn="l">
              <a:lnSpc>
                <a:spcPct val="120000"/>
              </a:lnSpc>
              <a:spcBef>
                <a:spcPts val="0"/>
              </a:spcBef>
              <a:spcAft>
                <a:spcPts val="0"/>
              </a:spcAft>
              <a:buClr>
                <a:schemeClr val="dk1"/>
              </a:buClr>
              <a:buSzPts val="1100"/>
              <a:buFont typeface="Arial"/>
              <a:buNone/>
            </a:pPr>
            <a:r>
              <a:rPr b="1" lang="es-419" sz="800">
                <a:solidFill>
                  <a:schemeClr val="dk1"/>
                </a:solidFill>
                <a:latin typeface="Arvo"/>
                <a:ea typeface="Arvo"/>
                <a:cs typeface="Arvo"/>
                <a:sym typeface="Arvo"/>
              </a:rPr>
              <a:t>          Un(a)</a:t>
            </a:r>
            <a:endParaRPr b="1" sz="800">
              <a:latin typeface="Arvo"/>
              <a:ea typeface="Arvo"/>
              <a:cs typeface="Arvo"/>
              <a:sym typeface="Arvo"/>
            </a:endParaRPr>
          </a:p>
        </p:txBody>
      </p:sp>
      <p:sp>
        <p:nvSpPr>
          <p:cNvPr id="13111" name="Google Shape;13111;p219"/>
          <p:cNvSpPr txBox="1"/>
          <p:nvPr>
            <p:ph idx="40" type="subTitle"/>
          </p:nvPr>
        </p:nvSpPr>
        <p:spPr>
          <a:xfrm>
            <a:off x="1196313" y="4245245"/>
            <a:ext cx="2361300" cy="2658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cxnSp>
        <p:nvCxnSpPr>
          <p:cNvPr id="13112" name="Google Shape;13112;p219"/>
          <p:cNvCxnSpPr/>
          <p:nvPr/>
        </p:nvCxnSpPr>
        <p:spPr>
          <a:xfrm flipH="1">
            <a:off x="3615354" y="4249625"/>
            <a:ext cx="600" cy="258300"/>
          </a:xfrm>
          <a:prstGeom prst="straightConnector1">
            <a:avLst/>
          </a:prstGeom>
          <a:noFill/>
          <a:ln cap="flat" cmpd="sng" w="28575">
            <a:solidFill>
              <a:srgbClr val="D9D9D9"/>
            </a:solidFill>
            <a:prstDash val="solid"/>
            <a:round/>
            <a:headEnd len="sm" w="sm" type="none"/>
            <a:tailEnd len="sm" w="sm" type="none"/>
          </a:ln>
        </p:spPr>
      </p:cxnSp>
      <p:sp>
        <p:nvSpPr>
          <p:cNvPr id="13113" name="Google Shape;13113;p219"/>
          <p:cNvSpPr txBox="1"/>
          <p:nvPr>
            <p:ph idx="41" type="subTitle"/>
          </p:nvPr>
        </p:nvSpPr>
        <p:spPr>
          <a:xfrm>
            <a:off x="7340763" y="4245249"/>
            <a:ext cx="2361300" cy="2664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sp>
        <p:nvSpPr>
          <p:cNvPr id="13114" name="Google Shape;13114;p219"/>
          <p:cNvSpPr txBox="1"/>
          <p:nvPr>
            <p:ph idx="42" type="subTitle"/>
          </p:nvPr>
        </p:nvSpPr>
        <p:spPr>
          <a:xfrm>
            <a:off x="3674313" y="4245245"/>
            <a:ext cx="1827600" cy="2658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sp>
        <p:nvSpPr>
          <p:cNvPr id="13115" name="Google Shape;13115;p219"/>
          <p:cNvSpPr txBox="1"/>
          <p:nvPr>
            <p:ph idx="43" type="subTitle"/>
          </p:nvPr>
        </p:nvSpPr>
        <p:spPr>
          <a:xfrm>
            <a:off x="5632638" y="4245250"/>
            <a:ext cx="1584600" cy="2664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cxnSp>
        <p:nvCxnSpPr>
          <p:cNvPr id="13116" name="Google Shape;13116;p219"/>
          <p:cNvCxnSpPr/>
          <p:nvPr/>
        </p:nvCxnSpPr>
        <p:spPr>
          <a:xfrm flipH="1">
            <a:off x="5566966" y="4245625"/>
            <a:ext cx="600" cy="258300"/>
          </a:xfrm>
          <a:prstGeom prst="straightConnector1">
            <a:avLst/>
          </a:prstGeom>
          <a:noFill/>
          <a:ln cap="flat" cmpd="sng" w="28575">
            <a:solidFill>
              <a:srgbClr val="D9D9D9"/>
            </a:solidFill>
            <a:prstDash val="solid"/>
            <a:round/>
            <a:headEnd len="sm" w="sm" type="none"/>
            <a:tailEnd len="sm" w="sm" type="none"/>
          </a:ln>
        </p:spPr>
      </p:cxnSp>
      <p:cxnSp>
        <p:nvCxnSpPr>
          <p:cNvPr id="13117" name="Google Shape;13117;p219"/>
          <p:cNvCxnSpPr/>
          <p:nvPr/>
        </p:nvCxnSpPr>
        <p:spPr>
          <a:xfrm flipH="1">
            <a:off x="7293491" y="4245250"/>
            <a:ext cx="600" cy="258300"/>
          </a:xfrm>
          <a:prstGeom prst="straightConnector1">
            <a:avLst/>
          </a:prstGeom>
          <a:noFill/>
          <a:ln cap="flat" cmpd="sng" w="28575">
            <a:solidFill>
              <a:srgbClr val="D9D9D9"/>
            </a:solidFill>
            <a:prstDash val="solid"/>
            <a:round/>
            <a:headEnd len="sm" w="sm" type="none"/>
            <a:tailEnd len="sm" w="sm" type="none"/>
          </a:ln>
        </p:spPr>
      </p:cxnSp>
      <p:cxnSp>
        <p:nvCxnSpPr>
          <p:cNvPr id="13118" name="Google Shape;13118;p219"/>
          <p:cNvCxnSpPr/>
          <p:nvPr/>
        </p:nvCxnSpPr>
        <p:spPr>
          <a:xfrm flipH="1">
            <a:off x="1137954" y="4245250"/>
            <a:ext cx="600" cy="258300"/>
          </a:xfrm>
          <a:prstGeom prst="straightConnector1">
            <a:avLst/>
          </a:prstGeom>
          <a:noFill/>
          <a:ln cap="flat" cmpd="sng" w="28575">
            <a:solidFill>
              <a:srgbClr val="D9D9D9"/>
            </a:solidFill>
            <a:prstDash val="solid"/>
            <a:round/>
            <a:headEnd len="sm" w="sm" type="none"/>
            <a:tailEnd len="sm" w="sm" type="none"/>
          </a:ln>
        </p:spPr>
      </p:cxnSp>
      <p:sp>
        <p:nvSpPr>
          <p:cNvPr id="13119" name="Google Shape;13119;p219"/>
          <p:cNvSpPr/>
          <p:nvPr/>
        </p:nvSpPr>
        <p:spPr>
          <a:xfrm>
            <a:off x="379388" y="4535949"/>
            <a:ext cx="9322800" cy="266400"/>
          </a:xfrm>
          <a:prstGeom prst="roundRect">
            <a:avLst>
              <a:gd fmla="val 12113" name="adj"/>
            </a:avLst>
          </a:prstGeom>
          <a:solidFill>
            <a:srgbClr val="FFFFFF"/>
          </a:solidFill>
          <a:ln cap="flat" cmpd="sng" w="9525">
            <a:solidFill>
              <a:srgbClr val="EFEFEF"/>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6000" spcFirstLastPara="1" rIns="0" wrap="square" tIns="0">
            <a:noAutofit/>
          </a:bodyPr>
          <a:lstStyle/>
          <a:p>
            <a:pPr indent="0" lvl="0" marL="0" rtl="0" algn="l">
              <a:lnSpc>
                <a:spcPct val="120000"/>
              </a:lnSpc>
              <a:spcBef>
                <a:spcPts val="0"/>
              </a:spcBef>
              <a:spcAft>
                <a:spcPts val="0"/>
              </a:spcAft>
              <a:buClr>
                <a:schemeClr val="dk1"/>
              </a:buClr>
              <a:buSzPts val="1100"/>
              <a:buFont typeface="Arial"/>
              <a:buNone/>
            </a:pPr>
            <a:r>
              <a:rPr b="1" lang="es-419" sz="800">
                <a:solidFill>
                  <a:schemeClr val="dk1"/>
                </a:solidFill>
                <a:latin typeface="Arvo"/>
                <a:ea typeface="Arvo"/>
                <a:cs typeface="Arvo"/>
                <a:sym typeface="Arvo"/>
              </a:rPr>
              <a:t>          Un(a)</a:t>
            </a:r>
            <a:endParaRPr b="1" sz="800">
              <a:latin typeface="Arvo"/>
              <a:ea typeface="Arvo"/>
              <a:cs typeface="Arvo"/>
              <a:sym typeface="Arvo"/>
            </a:endParaRPr>
          </a:p>
        </p:txBody>
      </p:sp>
      <p:sp>
        <p:nvSpPr>
          <p:cNvPr id="13120" name="Google Shape;13120;p219"/>
          <p:cNvSpPr txBox="1"/>
          <p:nvPr>
            <p:ph idx="44" type="subTitle"/>
          </p:nvPr>
        </p:nvSpPr>
        <p:spPr>
          <a:xfrm>
            <a:off x="1196438" y="4539620"/>
            <a:ext cx="2361300" cy="2658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cxnSp>
        <p:nvCxnSpPr>
          <p:cNvPr id="13121" name="Google Shape;13121;p219"/>
          <p:cNvCxnSpPr/>
          <p:nvPr/>
        </p:nvCxnSpPr>
        <p:spPr>
          <a:xfrm flipH="1">
            <a:off x="3615479" y="4544000"/>
            <a:ext cx="600" cy="258300"/>
          </a:xfrm>
          <a:prstGeom prst="straightConnector1">
            <a:avLst/>
          </a:prstGeom>
          <a:noFill/>
          <a:ln cap="flat" cmpd="sng" w="28575">
            <a:solidFill>
              <a:srgbClr val="D9D9D9"/>
            </a:solidFill>
            <a:prstDash val="solid"/>
            <a:round/>
            <a:headEnd len="sm" w="sm" type="none"/>
            <a:tailEnd len="sm" w="sm" type="none"/>
          </a:ln>
        </p:spPr>
      </p:cxnSp>
      <p:sp>
        <p:nvSpPr>
          <p:cNvPr id="13122" name="Google Shape;13122;p219"/>
          <p:cNvSpPr txBox="1"/>
          <p:nvPr>
            <p:ph idx="45" type="subTitle"/>
          </p:nvPr>
        </p:nvSpPr>
        <p:spPr>
          <a:xfrm>
            <a:off x="7340888" y="4539624"/>
            <a:ext cx="2361300" cy="2664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sp>
        <p:nvSpPr>
          <p:cNvPr id="13123" name="Google Shape;13123;p219"/>
          <p:cNvSpPr txBox="1"/>
          <p:nvPr>
            <p:ph idx="46" type="subTitle"/>
          </p:nvPr>
        </p:nvSpPr>
        <p:spPr>
          <a:xfrm>
            <a:off x="3674438" y="4539620"/>
            <a:ext cx="1827600" cy="2658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sp>
        <p:nvSpPr>
          <p:cNvPr id="13124" name="Google Shape;13124;p219"/>
          <p:cNvSpPr txBox="1"/>
          <p:nvPr>
            <p:ph idx="47" type="subTitle"/>
          </p:nvPr>
        </p:nvSpPr>
        <p:spPr>
          <a:xfrm>
            <a:off x="5632763" y="4539625"/>
            <a:ext cx="1584600" cy="2664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cxnSp>
        <p:nvCxnSpPr>
          <p:cNvPr id="13125" name="Google Shape;13125;p219"/>
          <p:cNvCxnSpPr/>
          <p:nvPr/>
        </p:nvCxnSpPr>
        <p:spPr>
          <a:xfrm flipH="1">
            <a:off x="5567091" y="4540000"/>
            <a:ext cx="600" cy="258300"/>
          </a:xfrm>
          <a:prstGeom prst="straightConnector1">
            <a:avLst/>
          </a:prstGeom>
          <a:noFill/>
          <a:ln cap="flat" cmpd="sng" w="28575">
            <a:solidFill>
              <a:srgbClr val="D9D9D9"/>
            </a:solidFill>
            <a:prstDash val="solid"/>
            <a:round/>
            <a:headEnd len="sm" w="sm" type="none"/>
            <a:tailEnd len="sm" w="sm" type="none"/>
          </a:ln>
        </p:spPr>
      </p:cxnSp>
      <p:cxnSp>
        <p:nvCxnSpPr>
          <p:cNvPr id="13126" name="Google Shape;13126;p219"/>
          <p:cNvCxnSpPr/>
          <p:nvPr/>
        </p:nvCxnSpPr>
        <p:spPr>
          <a:xfrm flipH="1">
            <a:off x="7293616" y="4539625"/>
            <a:ext cx="600" cy="258300"/>
          </a:xfrm>
          <a:prstGeom prst="straightConnector1">
            <a:avLst/>
          </a:prstGeom>
          <a:noFill/>
          <a:ln cap="flat" cmpd="sng" w="28575">
            <a:solidFill>
              <a:srgbClr val="D9D9D9"/>
            </a:solidFill>
            <a:prstDash val="solid"/>
            <a:round/>
            <a:headEnd len="sm" w="sm" type="none"/>
            <a:tailEnd len="sm" w="sm" type="none"/>
          </a:ln>
        </p:spPr>
      </p:cxnSp>
      <p:cxnSp>
        <p:nvCxnSpPr>
          <p:cNvPr id="13127" name="Google Shape;13127;p219"/>
          <p:cNvCxnSpPr/>
          <p:nvPr/>
        </p:nvCxnSpPr>
        <p:spPr>
          <a:xfrm flipH="1">
            <a:off x="1138079" y="4539625"/>
            <a:ext cx="600" cy="258300"/>
          </a:xfrm>
          <a:prstGeom prst="straightConnector1">
            <a:avLst/>
          </a:prstGeom>
          <a:noFill/>
          <a:ln cap="flat" cmpd="sng" w="28575">
            <a:solidFill>
              <a:srgbClr val="D9D9D9"/>
            </a:solidFill>
            <a:prstDash val="solid"/>
            <a:round/>
            <a:headEnd len="sm" w="sm" type="none"/>
            <a:tailEnd len="sm" w="sm" type="none"/>
          </a:ln>
        </p:spPr>
      </p:cxnSp>
      <p:sp>
        <p:nvSpPr>
          <p:cNvPr id="13128" name="Google Shape;13128;p219"/>
          <p:cNvSpPr/>
          <p:nvPr/>
        </p:nvSpPr>
        <p:spPr>
          <a:xfrm>
            <a:off x="379388" y="4840911"/>
            <a:ext cx="9322800" cy="266400"/>
          </a:xfrm>
          <a:prstGeom prst="roundRect">
            <a:avLst>
              <a:gd fmla="val 12113" name="adj"/>
            </a:avLst>
          </a:prstGeom>
          <a:solidFill>
            <a:srgbClr val="FFFFFF"/>
          </a:solidFill>
          <a:ln cap="flat" cmpd="sng" w="9525">
            <a:solidFill>
              <a:srgbClr val="EFEFEF"/>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6000" spcFirstLastPara="1" rIns="0" wrap="square" tIns="0">
            <a:noAutofit/>
          </a:bodyPr>
          <a:lstStyle/>
          <a:p>
            <a:pPr indent="0" lvl="0" marL="0" rtl="0" algn="l">
              <a:lnSpc>
                <a:spcPct val="120000"/>
              </a:lnSpc>
              <a:spcBef>
                <a:spcPts val="0"/>
              </a:spcBef>
              <a:spcAft>
                <a:spcPts val="0"/>
              </a:spcAft>
              <a:buClr>
                <a:schemeClr val="dk1"/>
              </a:buClr>
              <a:buSzPts val="1100"/>
              <a:buFont typeface="Arial"/>
              <a:buNone/>
            </a:pPr>
            <a:r>
              <a:rPr b="1" lang="es-419" sz="800">
                <a:solidFill>
                  <a:schemeClr val="dk1"/>
                </a:solidFill>
                <a:latin typeface="Arvo"/>
                <a:ea typeface="Arvo"/>
                <a:cs typeface="Arvo"/>
                <a:sym typeface="Arvo"/>
              </a:rPr>
              <a:t>          Un(a)</a:t>
            </a:r>
            <a:endParaRPr b="1" sz="800">
              <a:latin typeface="Arvo"/>
              <a:ea typeface="Arvo"/>
              <a:cs typeface="Arvo"/>
              <a:sym typeface="Arvo"/>
            </a:endParaRPr>
          </a:p>
        </p:txBody>
      </p:sp>
      <p:sp>
        <p:nvSpPr>
          <p:cNvPr id="13129" name="Google Shape;13129;p219"/>
          <p:cNvSpPr txBox="1"/>
          <p:nvPr>
            <p:ph idx="48" type="subTitle"/>
          </p:nvPr>
        </p:nvSpPr>
        <p:spPr>
          <a:xfrm>
            <a:off x="1196438" y="4844582"/>
            <a:ext cx="2361300" cy="2658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cxnSp>
        <p:nvCxnSpPr>
          <p:cNvPr id="13130" name="Google Shape;13130;p219"/>
          <p:cNvCxnSpPr/>
          <p:nvPr/>
        </p:nvCxnSpPr>
        <p:spPr>
          <a:xfrm flipH="1">
            <a:off x="3615479" y="4848962"/>
            <a:ext cx="600" cy="258300"/>
          </a:xfrm>
          <a:prstGeom prst="straightConnector1">
            <a:avLst/>
          </a:prstGeom>
          <a:noFill/>
          <a:ln cap="flat" cmpd="sng" w="28575">
            <a:solidFill>
              <a:srgbClr val="D9D9D9"/>
            </a:solidFill>
            <a:prstDash val="solid"/>
            <a:round/>
            <a:headEnd len="sm" w="sm" type="none"/>
            <a:tailEnd len="sm" w="sm" type="none"/>
          </a:ln>
        </p:spPr>
      </p:cxnSp>
      <p:sp>
        <p:nvSpPr>
          <p:cNvPr id="13131" name="Google Shape;13131;p219"/>
          <p:cNvSpPr txBox="1"/>
          <p:nvPr>
            <p:ph idx="49" type="subTitle"/>
          </p:nvPr>
        </p:nvSpPr>
        <p:spPr>
          <a:xfrm>
            <a:off x="7340888" y="4844586"/>
            <a:ext cx="2361300" cy="2664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sp>
        <p:nvSpPr>
          <p:cNvPr id="13132" name="Google Shape;13132;p219"/>
          <p:cNvSpPr txBox="1"/>
          <p:nvPr>
            <p:ph idx="50" type="subTitle"/>
          </p:nvPr>
        </p:nvSpPr>
        <p:spPr>
          <a:xfrm>
            <a:off x="3674438" y="4844583"/>
            <a:ext cx="1827600" cy="2658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sp>
        <p:nvSpPr>
          <p:cNvPr id="13133" name="Google Shape;13133;p219"/>
          <p:cNvSpPr txBox="1"/>
          <p:nvPr>
            <p:ph idx="51" type="subTitle"/>
          </p:nvPr>
        </p:nvSpPr>
        <p:spPr>
          <a:xfrm>
            <a:off x="5632763" y="4844588"/>
            <a:ext cx="1584600" cy="2664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cxnSp>
        <p:nvCxnSpPr>
          <p:cNvPr id="13134" name="Google Shape;13134;p219"/>
          <p:cNvCxnSpPr/>
          <p:nvPr/>
        </p:nvCxnSpPr>
        <p:spPr>
          <a:xfrm flipH="1">
            <a:off x="5567091" y="4844962"/>
            <a:ext cx="600" cy="258300"/>
          </a:xfrm>
          <a:prstGeom prst="straightConnector1">
            <a:avLst/>
          </a:prstGeom>
          <a:noFill/>
          <a:ln cap="flat" cmpd="sng" w="28575">
            <a:solidFill>
              <a:srgbClr val="D9D9D9"/>
            </a:solidFill>
            <a:prstDash val="solid"/>
            <a:round/>
            <a:headEnd len="sm" w="sm" type="none"/>
            <a:tailEnd len="sm" w="sm" type="none"/>
          </a:ln>
        </p:spPr>
      </p:cxnSp>
      <p:cxnSp>
        <p:nvCxnSpPr>
          <p:cNvPr id="13135" name="Google Shape;13135;p219"/>
          <p:cNvCxnSpPr/>
          <p:nvPr/>
        </p:nvCxnSpPr>
        <p:spPr>
          <a:xfrm flipH="1">
            <a:off x="7293616" y="4844587"/>
            <a:ext cx="600" cy="258300"/>
          </a:xfrm>
          <a:prstGeom prst="straightConnector1">
            <a:avLst/>
          </a:prstGeom>
          <a:noFill/>
          <a:ln cap="flat" cmpd="sng" w="28575">
            <a:solidFill>
              <a:srgbClr val="D9D9D9"/>
            </a:solidFill>
            <a:prstDash val="solid"/>
            <a:round/>
            <a:headEnd len="sm" w="sm" type="none"/>
            <a:tailEnd len="sm" w="sm" type="none"/>
          </a:ln>
        </p:spPr>
      </p:cxnSp>
      <p:cxnSp>
        <p:nvCxnSpPr>
          <p:cNvPr id="13136" name="Google Shape;13136;p219"/>
          <p:cNvCxnSpPr/>
          <p:nvPr/>
        </p:nvCxnSpPr>
        <p:spPr>
          <a:xfrm flipH="1">
            <a:off x="1138079" y="4844587"/>
            <a:ext cx="600" cy="258300"/>
          </a:xfrm>
          <a:prstGeom prst="straightConnector1">
            <a:avLst/>
          </a:prstGeom>
          <a:noFill/>
          <a:ln cap="flat" cmpd="sng" w="28575">
            <a:solidFill>
              <a:srgbClr val="D9D9D9"/>
            </a:solidFill>
            <a:prstDash val="solid"/>
            <a:round/>
            <a:headEnd len="sm" w="sm" type="none"/>
            <a:tailEnd len="sm" w="sm" type="none"/>
          </a:ln>
        </p:spPr>
      </p:cxnSp>
      <p:sp>
        <p:nvSpPr>
          <p:cNvPr id="13137" name="Google Shape;13137;p219"/>
          <p:cNvSpPr/>
          <p:nvPr/>
        </p:nvSpPr>
        <p:spPr>
          <a:xfrm>
            <a:off x="379388" y="5135286"/>
            <a:ext cx="9322800" cy="266400"/>
          </a:xfrm>
          <a:prstGeom prst="roundRect">
            <a:avLst>
              <a:gd fmla="val 12113" name="adj"/>
            </a:avLst>
          </a:prstGeom>
          <a:solidFill>
            <a:srgbClr val="FFFFFF"/>
          </a:solidFill>
          <a:ln cap="flat" cmpd="sng" w="9525">
            <a:solidFill>
              <a:srgbClr val="EFEFEF"/>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6000" spcFirstLastPara="1" rIns="0" wrap="square" tIns="0">
            <a:noAutofit/>
          </a:bodyPr>
          <a:lstStyle/>
          <a:p>
            <a:pPr indent="0" lvl="0" marL="0" rtl="0" algn="l">
              <a:lnSpc>
                <a:spcPct val="120000"/>
              </a:lnSpc>
              <a:spcBef>
                <a:spcPts val="0"/>
              </a:spcBef>
              <a:spcAft>
                <a:spcPts val="0"/>
              </a:spcAft>
              <a:buClr>
                <a:schemeClr val="dk1"/>
              </a:buClr>
              <a:buSzPts val="1100"/>
              <a:buFont typeface="Arial"/>
              <a:buNone/>
            </a:pPr>
            <a:r>
              <a:rPr b="1" lang="es-419" sz="800">
                <a:solidFill>
                  <a:schemeClr val="dk1"/>
                </a:solidFill>
                <a:latin typeface="Arvo"/>
                <a:ea typeface="Arvo"/>
                <a:cs typeface="Arvo"/>
                <a:sym typeface="Arvo"/>
              </a:rPr>
              <a:t>          Un(a)</a:t>
            </a:r>
            <a:endParaRPr b="1" sz="800">
              <a:latin typeface="Arvo"/>
              <a:ea typeface="Arvo"/>
              <a:cs typeface="Arvo"/>
              <a:sym typeface="Arvo"/>
            </a:endParaRPr>
          </a:p>
        </p:txBody>
      </p:sp>
      <p:sp>
        <p:nvSpPr>
          <p:cNvPr id="13138" name="Google Shape;13138;p219"/>
          <p:cNvSpPr txBox="1"/>
          <p:nvPr>
            <p:ph idx="52" type="subTitle"/>
          </p:nvPr>
        </p:nvSpPr>
        <p:spPr>
          <a:xfrm>
            <a:off x="1196438" y="5138957"/>
            <a:ext cx="2361300" cy="2658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cxnSp>
        <p:nvCxnSpPr>
          <p:cNvPr id="13139" name="Google Shape;13139;p219"/>
          <p:cNvCxnSpPr/>
          <p:nvPr/>
        </p:nvCxnSpPr>
        <p:spPr>
          <a:xfrm flipH="1">
            <a:off x="3615479" y="5143337"/>
            <a:ext cx="600" cy="258300"/>
          </a:xfrm>
          <a:prstGeom prst="straightConnector1">
            <a:avLst/>
          </a:prstGeom>
          <a:noFill/>
          <a:ln cap="flat" cmpd="sng" w="28575">
            <a:solidFill>
              <a:srgbClr val="D9D9D9"/>
            </a:solidFill>
            <a:prstDash val="solid"/>
            <a:round/>
            <a:headEnd len="sm" w="sm" type="none"/>
            <a:tailEnd len="sm" w="sm" type="none"/>
          </a:ln>
        </p:spPr>
      </p:cxnSp>
      <p:sp>
        <p:nvSpPr>
          <p:cNvPr id="13140" name="Google Shape;13140;p219"/>
          <p:cNvSpPr txBox="1"/>
          <p:nvPr>
            <p:ph idx="53" type="subTitle"/>
          </p:nvPr>
        </p:nvSpPr>
        <p:spPr>
          <a:xfrm>
            <a:off x="7340888" y="5138961"/>
            <a:ext cx="2361300" cy="2664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sp>
        <p:nvSpPr>
          <p:cNvPr id="13141" name="Google Shape;13141;p219"/>
          <p:cNvSpPr txBox="1"/>
          <p:nvPr>
            <p:ph idx="54" type="subTitle"/>
          </p:nvPr>
        </p:nvSpPr>
        <p:spPr>
          <a:xfrm>
            <a:off x="3674438" y="5138958"/>
            <a:ext cx="1827600" cy="2658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sp>
        <p:nvSpPr>
          <p:cNvPr id="13142" name="Google Shape;13142;p219"/>
          <p:cNvSpPr txBox="1"/>
          <p:nvPr>
            <p:ph idx="55" type="subTitle"/>
          </p:nvPr>
        </p:nvSpPr>
        <p:spPr>
          <a:xfrm>
            <a:off x="5632763" y="5138963"/>
            <a:ext cx="1584600" cy="2664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cxnSp>
        <p:nvCxnSpPr>
          <p:cNvPr id="13143" name="Google Shape;13143;p219"/>
          <p:cNvCxnSpPr/>
          <p:nvPr/>
        </p:nvCxnSpPr>
        <p:spPr>
          <a:xfrm flipH="1">
            <a:off x="5567091" y="5139337"/>
            <a:ext cx="600" cy="258300"/>
          </a:xfrm>
          <a:prstGeom prst="straightConnector1">
            <a:avLst/>
          </a:prstGeom>
          <a:noFill/>
          <a:ln cap="flat" cmpd="sng" w="28575">
            <a:solidFill>
              <a:srgbClr val="D9D9D9"/>
            </a:solidFill>
            <a:prstDash val="solid"/>
            <a:round/>
            <a:headEnd len="sm" w="sm" type="none"/>
            <a:tailEnd len="sm" w="sm" type="none"/>
          </a:ln>
        </p:spPr>
      </p:cxnSp>
      <p:cxnSp>
        <p:nvCxnSpPr>
          <p:cNvPr id="13144" name="Google Shape;13144;p219"/>
          <p:cNvCxnSpPr/>
          <p:nvPr/>
        </p:nvCxnSpPr>
        <p:spPr>
          <a:xfrm flipH="1">
            <a:off x="7293616" y="5138962"/>
            <a:ext cx="600" cy="258300"/>
          </a:xfrm>
          <a:prstGeom prst="straightConnector1">
            <a:avLst/>
          </a:prstGeom>
          <a:noFill/>
          <a:ln cap="flat" cmpd="sng" w="28575">
            <a:solidFill>
              <a:srgbClr val="D9D9D9"/>
            </a:solidFill>
            <a:prstDash val="solid"/>
            <a:round/>
            <a:headEnd len="sm" w="sm" type="none"/>
            <a:tailEnd len="sm" w="sm" type="none"/>
          </a:ln>
        </p:spPr>
      </p:cxnSp>
      <p:cxnSp>
        <p:nvCxnSpPr>
          <p:cNvPr id="13145" name="Google Shape;13145;p219"/>
          <p:cNvCxnSpPr/>
          <p:nvPr/>
        </p:nvCxnSpPr>
        <p:spPr>
          <a:xfrm flipH="1">
            <a:off x="1138079" y="5138962"/>
            <a:ext cx="600" cy="258300"/>
          </a:xfrm>
          <a:prstGeom prst="straightConnector1">
            <a:avLst/>
          </a:prstGeom>
          <a:noFill/>
          <a:ln cap="flat" cmpd="sng" w="28575">
            <a:solidFill>
              <a:srgbClr val="D9D9D9"/>
            </a:solidFill>
            <a:prstDash val="solid"/>
            <a:round/>
            <a:headEnd len="sm" w="sm" type="none"/>
            <a:tailEnd len="sm" w="sm" type="none"/>
          </a:ln>
        </p:spPr>
      </p:cxnSp>
      <p:sp>
        <p:nvSpPr>
          <p:cNvPr id="13146" name="Google Shape;13146;p219"/>
          <p:cNvSpPr/>
          <p:nvPr/>
        </p:nvSpPr>
        <p:spPr>
          <a:xfrm>
            <a:off x="379388" y="5440249"/>
            <a:ext cx="9322800" cy="266400"/>
          </a:xfrm>
          <a:prstGeom prst="roundRect">
            <a:avLst>
              <a:gd fmla="val 12113" name="adj"/>
            </a:avLst>
          </a:prstGeom>
          <a:solidFill>
            <a:srgbClr val="FFFFFF"/>
          </a:solidFill>
          <a:ln cap="flat" cmpd="sng" w="9525">
            <a:solidFill>
              <a:srgbClr val="EFEFEF"/>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6000" spcFirstLastPara="1" rIns="0" wrap="square" tIns="0">
            <a:noAutofit/>
          </a:bodyPr>
          <a:lstStyle/>
          <a:p>
            <a:pPr indent="0" lvl="0" marL="0" rtl="0" algn="l">
              <a:lnSpc>
                <a:spcPct val="120000"/>
              </a:lnSpc>
              <a:spcBef>
                <a:spcPts val="0"/>
              </a:spcBef>
              <a:spcAft>
                <a:spcPts val="0"/>
              </a:spcAft>
              <a:buClr>
                <a:schemeClr val="dk1"/>
              </a:buClr>
              <a:buSzPts val="1100"/>
              <a:buFont typeface="Arial"/>
              <a:buNone/>
            </a:pPr>
            <a:r>
              <a:rPr b="1" lang="es-419" sz="800">
                <a:solidFill>
                  <a:schemeClr val="dk1"/>
                </a:solidFill>
                <a:latin typeface="Arvo"/>
                <a:ea typeface="Arvo"/>
                <a:cs typeface="Arvo"/>
                <a:sym typeface="Arvo"/>
              </a:rPr>
              <a:t>          Un(a)</a:t>
            </a:r>
            <a:endParaRPr b="1" sz="800">
              <a:latin typeface="Arvo"/>
              <a:ea typeface="Arvo"/>
              <a:cs typeface="Arvo"/>
              <a:sym typeface="Arvo"/>
            </a:endParaRPr>
          </a:p>
        </p:txBody>
      </p:sp>
      <p:sp>
        <p:nvSpPr>
          <p:cNvPr id="13147" name="Google Shape;13147;p219"/>
          <p:cNvSpPr txBox="1"/>
          <p:nvPr>
            <p:ph idx="56" type="subTitle"/>
          </p:nvPr>
        </p:nvSpPr>
        <p:spPr>
          <a:xfrm>
            <a:off x="1196438" y="5443920"/>
            <a:ext cx="2361300" cy="2658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cxnSp>
        <p:nvCxnSpPr>
          <p:cNvPr id="13148" name="Google Shape;13148;p219"/>
          <p:cNvCxnSpPr/>
          <p:nvPr/>
        </p:nvCxnSpPr>
        <p:spPr>
          <a:xfrm flipH="1">
            <a:off x="3615479" y="5448300"/>
            <a:ext cx="600" cy="258300"/>
          </a:xfrm>
          <a:prstGeom prst="straightConnector1">
            <a:avLst/>
          </a:prstGeom>
          <a:noFill/>
          <a:ln cap="flat" cmpd="sng" w="28575">
            <a:solidFill>
              <a:srgbClr val="D9D9D9"/>
            </a:solidFill>
            <a:prstDash val="solid"/>
            <a:round/>
            <a:headEnd len="sm" w="sm" type="none"/>
            <a:tailEnd len="sm" w="sm" type="none"/>
          </a:ln>
        </p:spPr>
      </p:cxnSp>
      <p:sp>
        <p:nvSpPr>
          <p:cNvPr id="13149" name="Google Shape;13149;p219"/>
          <p:cNvSpPr txBox="1"/>
          <p:nvPr>
            <p:ph idx="57" type="subTitle"/>
          </p:nvPr>
        </p:nvSpPr>
        <p:spPr>
          <a:xfrm>
            <a:off x="7340888" y="5443924"/>
            <a:ext cx="2361300" cy="2664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sp>
        <p:nvSpPr>
          <p:cNvPr id="13150" name="Google Shape;13150;p219"/>
          <p:cNvSpPr txBox="1"/>
          <p:nvPr>
            <p:ph idx="58" type="subTitle"/>
          </p:nvPr>
        </p:nvSpPr>
        <p:spPr>
          <a:xfrm>
            <a:off x="3674438" y="5443920"/>
            <a:ext cx="1827600" cy="2658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sp>
        <p:nvSpPr>
          <p:cNvPr id="13151" name="Google Shape;13151;p219"/>
          <p:cNvSpPr txBox="1"/>
          <p:nvPr>
            <p:ph idx="59" type="subTitle"/>
          </p:nvPr>
        </p:nvSpPr>
        <p:spPr>
          <a:xfrm>
            <a:off x="5632763" y="5443925"/>
            <a:ext cx="1584600" cy="2664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cxnSp>
        <p:nvCxnSpPr>
          <p:cNvPr id="13152" name="Google Shape;13152;p219"/>
          <p:cNvCxnSpPr/>
          <p:nvPr/>
        </p:nvCxnSpPr>
        <p:spPr>
          <a:xfrm flipH="1">
            <a:off x="5567091" y="5444300"/>
            <a:ext cx="600" cy="258300"/>
          </a:xfrm>
          <a:prstGeom prst="straightConnector1">
            <a:avLst/>
          </a:prstGeom>
          <a:noFill/>
          <a:ln cap="flat" cmpd="sng" w="28575">
            <a:solidFill>
              <a:srgbClr val="D9D9D9"/>
            </a:solidFill>
            <a:prstDash val="solid"/>
            <a:round/>
            <a:headEnd len="sm" w="sm" type="none"/>
            <a:tailEnd len="sm" w="sm" type="none"/>
          </a:ln>
        </p:spPr>
      </p:cxnSp>
      <p:cxnSp>
        <p:nvCxnSpPr>
          <p:cNvPr id="13153" name="Google Shape;13153;p219"/>
          <p:cNvCxnSpPr/>
          <p:nvPr/>
        </p:nvCxnSpPr>
        <p:spPr>
          <a:xfrm flipH="1">
            <a:off x="7293616" y="5443925"/>
            <a:ext cx="600" cy="258300"/>
          </a:xfrm>
          <a:prstGeom prst="straightConnector1">
            <a:avLst/>
          </a:prstGeom>
          <a:noFill/>
          <a:ln cap="flat" cmpd="sng" w="28575">
            <a:solidFill>
              <a:srgbClr val="D9D9D9"/>
            </a:solidFill>
            <a:prstDash val="solid"/>
            <a:round/>
            <a:headEnd len="sm" w="sm" type="none"/>
            <a:tailEnd len="sm" w="sm" type="none"/>
          </a:ln>
        </p:spPr>
      </p:cxnSp>
      <p:cxnSp>
        <p:nvCxnSpPr>
          <p:cNvPr id="13154" name="Google Shape;13154;p219"/>
          <p:cNvCxnSpPr/>
          <p:nvPr/>
        </p:nvCxnSpPr>
        <p:spPr>
          <a:xfrm flipH="1">
            <a:off x="1138079" y="5443925"/>
            <a:ext cx="600" cy="258300"/>
          </a:xfrm>
          <a:prstGeom prst="straightConnector1">
            <a:avLst/>
          </a:prstGeom>
          <a:noFill/>
          <a:ln cap="flat" cmpd="sng" w="28575">
            <a:solidFill>
              <a:srgbClr val="D9D9D9"/>
            </a:solidFill>
            <a:prstDash val="solid"/>
            <a:round/>
            <a:headEnd len="sm" w="sm" type="none"/>
            <a:tailEnd len="sm" w="sm" type="none"/>
          </a:ln>
        </p:spPr>
      </p:cxnSp>
      <p:sp>
        <p:nvSpPr>
          <p:cNvPr id="13155" name="Google Shape;13155;p219"/>
          <p:cNvSpPr/>
          <p:nvPr/>
        </p:nvSpPr>
        <p:spPr>
          <a:xfrm>
            <a:off x="379388" y="5745211"/>
            <a:ext cx="9322800" cy="266400"/>
          </a:xfrm>
          <a:prstGeom prst="roundRect">
            <a:avLst>
              <a:gd fmla="val 12113" name="adj"/>
            </a:avLst>
          </a:prstGeom>
          <a:solidFill>
            <a:srgbClr val="FFFFFF"/>
          </a:solidFill>
          <a:ln cap="flat" cmpd="sng" w="9525">
            <a:solidFill>
              <a:srgbClr val="EFEFEF"/>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6000" spcFirstLastPara="1" rIns="0" wrap="square" tIns="0">
            <a:noAutofit/>
          </a:bodyPr>
          <a:lstStyle/>
          <a:p>
            <a:pPr indent="0" lvl="0" marL="0" rtl="0" algn="l">
              <a:lnSpc>
                <a:spcPct val="120000"/>
              </a:lnSpc>
              <a:spcBef>
                <a:spcPts val="0"/>
              </a:spcBef>
              <a:spcAft>
                <a:spcPts val="0"/>
              </a:spcAft>
              <a:buClr>
                <a:schemeClr val="dk1"/>
              </a:buClr>
              <a:buSzPts val="1100"/>
              <a:buFont typeface="Arial"/>
              <a:buNone/>
            </a:pPr>
            <a:r>
              <a:rPr b="1" lang="es-419" sz="800">
                <a:solidFill>
                  <a:schemeClr val="dk1"/>
                </a:solidFill>
                <a:latin typeface="Arvo"/>
                <a:ea typeface="Arvo"/>
                <a:cs typeface="Arvo"/>
                <a:sym typeface="Arvo"/>
              </a:rPr>
              <a:t>          Un(a)</a:t>
            </a:r>
            <a:endParaRPr b="1" sz="800">
              <a:latin typeface="Arvo"/>
              <a:ea typeface="Arvo"/>
              <a:cs typeface="Arvo"/>
              <a:sym typeface="Arvo"/>
            </a:endParaRPr>
          </a:p>
        </p:txBody>
      </p:sp>
      <p:sp>
        <p:nvSpPr>
          <p:cNvPr id="13156" name="Google Shape;13156;p219"/>
          <p:cNvSpPr txBox="1"/>
          <p:nvPr>
            <p:ph idx="60" type="subTitle"/>
          </p:nvPr>
        </p:nvSpPr>
        <p:spPr>
          <a:xfrm>
            <a:off x="1196438" y="5748882"/>
            <a:ext cx="2361300" cy="2658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cxnSp>
        <p:nvCxnSpPr>
          <p:cNvPr id="13157" name="Google Shape;13157;p219"/>
          <p:cNvCxnSpPr/>
          <p:nvPr/>
        </p:nvCxnSpPr>
        <p:spPr>
          <a:xfrm flipH="1">
            <a:off x="3615479" y="5753262"/>
            <a:ext cx="600" cy="258300"/>
          </a:xfrm>
          <a:prstGeom prst="straightConnector1">
            <a:avLst/>
          </a:prstGeom>
          <a:noFill/>
          <a:ln cap="flat" cmpd="sng" w="28575">
            <a:solidFill>
              <a:srgbClr val="D9D9D9"/>
            </a:solidFill>
            <a:prstDash val="solid"/>
            <a:round/>
            <a:headEnd len="sm" w="sm" type="none"/>
            <a:tailEnd len="sm" w="sm" type="none"/>
          </a:ln>
        </p:spPr>
      </p:cxnSp>
      <p:sp>
        <p:nvSpPr>
          <p:cNvPr id="13158" name="Google Shape;13158;p219"/>
          <p:cNvSpPr txBox="1"/>
          <p:nvPr>
            <p:ph idx="61" type="subTitle"/>
          </p:nvPr>
        </p:nvSpPr>
        <p:spPr>
          <a:xfrm>
            <a:off x="7340888" y="5748886"/>
            <a:ext cx="2361300" cy="2664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sp>
        <p:nvSpPr>
          <p:cNvPr id="13159" name="Google Shape;13159;p219"/>
          <p:cNvSpPr txBox="1"/>
          <p:nvPr>
            <p:ph idx="62" type="subTitle"/>
          </p:nvPr>
        </p:nvSpPr>
        <p:spPr>
          <a:xfrm>
            <a:off x="3674438" y="5748883"/>
            <a:ext cx="1827600" cy="2658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sp>
        <p:nvSpPr>
          <p:cNvPr id="13160" name="Google Shape;13160;p219"/>
          <p:cNvSpPr txBox="1"/>
          <p:nvPr>
            <p:ph idx="63" type="subTitle"/>
          </p:nvPr>
        </p:nvSpPr>
        <p:spPr>
          <a:xfrm>
            <a:off x="5632763" y="5748888"/>
            <a:ext cx="1584600" cy="2664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cxnSp>
        <p:nvCxnSpPr>
          <p:cNvPr id="13161" name="Google Shape;13161;p219"/>
          <p:cNvCxnSpPr/>
          <p:nvPr/>
        </p:nvCxnSpPr>
        <p:spPr>
          <a:xfrm flipH="1">
            <a:off x="5567091" y="5749262"/>
            <a:ext cx="600" cy="258300"/>
          </a:xfrm>
          <a:prstGeom prst="straightConnector1">
            <a:avLst/>
          </a:prstGeom>
          <a:noFill/>
          <a:ln cap="flat" cmpd="sng" w="28575">
            <a:solidFill>
              <a:srgbClr val="D9D9D9"/>
            </a:solidFill>
            <a:prstDash val="solid"/>
            <a:round/>
            <a:headEnd len="sm" w="sm" type="none"/>
            <a:tailEnd len="sm" w="sm" type="none"/>
          </a:ln>
        </p:spPr>
      </p:cxnSp>
      <p:cxnSp>
        <p:nvCxnSpPr>
          <p:cNvPr id="13162" name="Google Shape;13162;p219"/>
          <p:cNvCxnSpPr/>
          <p:nvPr/>
        </p:nvCxnSpPr>
        <p:spPr>
          <a:xfrm flipH="1">
            <a:off x="7293616" y="5748887"/>
            <a:ext cx="600" cy="258300"/>
          </a:xfrm>
          <a:prstGeom prst="straightConnector1">
            <a:avLst/>
          </a:prstGeom>
          <a:noFill/>
          <a:ln cap="flat" cmpd="sng" w="28575">
            <a:solidFill>
              <a:srgbClr val="D9D9D9"/>
            </a:solidFill>
            <a:prstDash val="solid"/>
            <a:round/>
            <a:headEnd len="sm" w="sm" type="none"/>
            <a:tailEnd len="sm" w="sm" type="none"/>
          </a:ln>
        </p:spPr>
      </p:cxnSp>
      <p:cxnSp>
        <p:nvCxnSpPr>
          <p:cNvPr id="13163" name="Google Shape;13163;p219"/>
          <p:cNvCxnSpPr/>
          <p:nvPr/>
        </p:nvCxnSpPr>
        <p:spPr>
          <a:xfrm flipH="1">
            <a:off x="1138079" y="5748887"/>
            <a:ext cx="600" cy="258300"/>
          </a:xfrm>
          <a:prstGeom prst="straightConnector1">
            <a:avLst/>
          </a:prstGeom>
          <a:noFill/>
          <a:ln cap="flat" cmpd="sng" w="28575">
            <a:solidFill>
              <a:srgbClr val="D9D9D9"/>
            </a:solidFill>
            <a:prstDash val="solid"/>
            <a:round/>
            <a:headEnd len="sm" w="sm" type="none"/>
            <a:tailEnd len="sm" w="sm" type="none"/>
          </a:ln>
        </p:spPr>
      </p:cxnSp>
      <p:sp>
        <p:nvSpPr>
          <p:cNvPr id="13164" name="Google Shape;13164;p219"/>
          <p:cNvSpPr/>
          <p:nvPr/>
        </p:nvSpPr>
        <p:spPr>
          <a:xfrm>
            <a:off x="379388" y="6050174"/>
            <a:ext cx="9322800" cy="266400"/>
          </a:xfrm>
          <a:prstGeom prst="roundRect">
            <a:avLst>
              <a:gd fmla="val 12113" name="adj"/>
            </a:avLst>
          </a:prstGeom>
          <a:solidFill>
            <a:srgbClr val="FFFFFF"/>
          </a:solidFill>
          <a:ln cap="flat" cmpd="sng" w="9525">
            <a:solidFill>
              <a:srgbClr val="EFEFEF"/>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6000" spcFirstLastPara="1" rIns="0" wrap="square" tIns="0">
            <a:noAutofit/>
          </a:bodyPr>
          <a:lstStyle/>
          <a:p>
            <a:pPr indent="0" lvl="0" marL="0" rtl="0" algn="l">
              <a:lnSpc>
                <a:spcPct val="120000"/>
              </a:lnSpc>
              <a:spcBef>
                <a:spcPts val="0"/>
              </a:spcBef>
              <a:spcAft>
                <a:spcPts val="0"/>
              </a:spcAft>
              <a:buClr>
                <a:schemeClr val="dk1"/>
              </a:buClr>
              <a:buSzPts val="1100"/>
              <a:buFont typeface="Arial"/>
              <a:buNone/>
            </a:pPr>
            <a:r>
              <a:rPr b="1" lang="es-419" sz="800">
                <a:solidFill>
                  <a:schemeClr val="dk1"/>
                </a:solidFill>
                <a:latin typeface="Arvo"/>
                <a:ea typeface="Arvo"/>
                <a:cs typeface="Arvo"/>
                <a:sym typeface="Arvo"/>
              </a:rPr>
              <a:t>          Un(a)</a:t>
            </a:r>
            <a:endParaRPr b="1" sz="800">
              <a:latin typeface="Arvo"/>
              <a:ea typeface="Arvo"/>
              <a:cs typeface="Arvo"/>
              <a:sym typeface="Arvo"/>
            </a:endParaRPr>
          </a:p>
        </p:txBody>
      </p:sp>
      <p:sp>
        <p:nvSpPr>
          <p:cNvPr id="13165" name="Google Shape;13165;p219"/>
          <p:cNvSpPr txBox="1"/>
          <p:nvPr>
            <p:ph idx="64" type="subTitle"/>
          </p:nvPr>
        </p:nvSpPr>
        <p:spPr>
          <a:xfrm>
            <a:off x="1196438" y="6053845"/>
            <a:ext cx="2361300" cy="2658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cxnSp>
        <p:nvCxnSpPr>
          <p:cNvPr id="13166" name="Google Shape;13166;p219"/>
          <p:cNvCxnSpPr/>
          <p:nvPr/>
        </p:nvCxnSpPr>
        <p:spPr>
          <a:xfrm flipH="1">
            <a:off x="3615479" y="6058225"/>
            <a:ext cx="600" cy="258300"/>
          </a:xfrm>
          <a:prstGeom prst="straightConnector1">
            <a:avLst/>
          </a:prstGeom>
          <a:noFill/>
          <a:ln cap="flat" cmpd="sng" w="28575">
            <a:solidFill>
              <a:srgbClr val="D9D9D9"/>
            </a:solidFill>
            <a:prstDash val="solid"/>
            <a:round/>
            <a:headEnd len="sm" w="sm" type="none"/>
            <a:tailEnd len="sm" w="sm" type="none"/>
          </a:ln>
        </p:spPr>
      </p:cxnSp>
      <p:sp>
        <p:nvSpPr>
          <p:cNvPr id="13167" name="Google Shape;13167;p219"/>
          <p:cNvSpPr txBox="1"/>
          <p:nvPr>
            <p:ph idx="65" type="subTitle"/>
          </p:nvPr>
        </p:nvSpPr>
        <p:spPr>
          <a:xfrm>
            <a:off x="7340888" y="6053849"/>
            <a:ext cx="2361300" cy="2664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sp>
        <p:nvSpPr>
          <p:cNvPr id="13168" name="Google Shape;13168;p219"/>
          <p:cNvSpPr txBox="1"/>
          <p:nvPr>
            <p:ph idx="66" type="subTitle"/>
          </p:nvPr>
        </p:nvSpPr>
        <p:spPr>
          <a:xfrm>
            <a:off x="3674438" y="6053845"/>
            <a:ext cx="1827600" cy="2658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sp>
        <p:nvSpPr>
          <p:cNvPr id="13169" name="Google Shape;13169;p219"/>
          <p:cNvSpPr txBox="1"/>
          <p:nvPr>
            <p:ph idx="67" type="subTitle"/>
          </p:nvPr>
        </p:nvSpPr>
        <p:spPr>
          <a:xfrm>
            <a:off x="5632763" y="6053850"/>
            <a:ext cx="1584600" cy="2664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cxnSp>
        <p:nvCxnSpPr>
          <p:cNvPr id="13170" name="Google Shape;13170;p219"/>
          <p:cNvCxnSpPr/>
          <p:nvPr/>
        </p:nvCxnSpPr>
        <p:spPr>
          <a:xfrm flipH="1">
            <a:off x="5567091" y="6054225"/>
            <a:ext cx="600" cy="258300"/>
          </a:xfrm>
          <a:prstGeom prst="straightConnector1">
            <a:avLst/>
          </a:prstGeom>
          <a:noFill/>
          <a:ln cap="flat" cmpd="sng" w="28575">
            <a:solidFill>
              <a:srgbClr val="D9D9D9"/>
            </a:solidFill>
            <a:prstDash val="solid"/>
            <a:round/>
            <a:headEnd len="sm" w="sm" type="none"/>
            <a:tailEnd len="sm" w="sm" type="none"/>
          </a:ln>
        </p:spPr>
      </p:cxnSp>
      <p:cxnSp>
        <p:nvCxnSpPr>
          <p:cNvPr id="13171" name="Google Shape;13171;p219"/>
          <p:cNvCxnSpPr/>
          <p:nvPr/>
        </p:nvCxnSpPr>
        <p:spPr>
          <a:xfrm flipH="1">
            <a:off x="7293616" y="6053850"/>
            <a:ext cx="600" cy="258300"/>
          </a:xfrm>
          <a:prstGeom prst="straightConnector1">
            <a:avLst/>
          </a:prstGeom>
          <a:noFill/>
          <a:ln cap="flat" cmpd="sng" w="28575">
            <a:solidFill>
              <a:srgbClr val="D9D9D9"/>
            </a:solidFill>
            <a:prstDash val="solid"/>
            <a:round/>
            <a:headEnd len="sm" w="sm" type="none"/>
            <a:tailEnd len="sm" w="sm" type="none"/>
          </a:ln>
        </p:spPr>
      </p:cxnSp>
      <p:cxnSp>
        <p:nvCxnSpPr>
          <p:cNvPr id="13172" name="Google Shape;13172;p219"/>
          <p:cNvCxnSpPr/>
          <p:nvPr/>
        </p:nvCxnSpPr>
        <p:spPr>
          <a:xfrm flipH="1">
            <a:off x="1138079" y="6053850"/>
            <a:ext cx="600" cy="258300"/>
          </a:xfrm>
          <a:prstGeom prst="straightConnector1">
            <a:avLst/>
          </a:prstGeom>
          <a:noFill/>
          <a:ln cap="flat" cmpd="sng" w="28575">
            <a:solidFill>
              <a:srgbClr val="D9D9D9"/>
            </a:solidFill>
            <a:prstDash val="solid"/>
            <a:round/>
            <a:headEnd len="sm" w="sm" type="none"/>
            <a:tailEnd len="sm" w="sm" type="none"/>
          </a:ln>
        </p:spPr>
      </p:cxnSp>
      <p:sp>
        <p:nvSpPr>
          <p:cNvPr id="13173" name="Google Shape;13173;p219"/>
          <p:cNvSpPr/>
          <p:nvPr/>
        </p:nvSpPr>
        <p:spPr>
          <a:xfrm>
            <a:off x="378575" y="6354074"/>
            <a:ext cx="9322800" cy="266400"/>
          </a:xfrm>
          <a:prstGeom prst="roundRect">
            <a:avLst>
              <a:gd fmla="val 12113" name="adj"/>
            </a:avLst>
          </a:prstGeom>
          <a:solidFill>
            <a:srgbClr val="FFFFFF"/>
          </a:solidFill>
          <a:ln cap="flat" cmpd="sng" w="9525">
            <a:solidFill>
              <a:srgbClr val="EFEFEF"/>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6000" spcFirstLastPara="1" rIns="0" wrap="square" tIns="0">
            <a:noAutofit/>
          </a:bodyPr>
          <a:lstStyle/>
          <a:p>
            <a:pPr indent="0" lvl="0" marL="0" rtl="0" algn="l">
              <a:lnSpc>
                <a:spcPct val="120000"/>
              </a:lnSpc>
              <a:spcBef>
                <a:spcPts val="0"/>
              </a:spcBef>
              <a:spcAft>
                <a:spcPts val="0"/>
              </a:spcAft>
              <a:buClr>
                <a:schemeClr val="dk1"/>
              </a:buClr>
              <a:buSzPts val="1100"/>
              <a:buFont typeface="Arial"/>
              <a:buNone/>
            </a:pPr>
            <a:r>
              <a:rPr b="1" lang="es-419" sz="800">
                <a:solidFill>
                  <a:schemeClr val="dk1"/>
                </a:solidFill>
                <a:latin typeface="Arvo"/>
                <a:ea typeface="Arvo"/>
                <a:cs typeface="Arvo"/>
                <a:sym typeface="Arvo"/>
              </a:rPr>
              <a:t>          Un(a)</a:t>
            </a:r>
            <a:endParaRPr b="1" sz="800">
              <a:latin typeface="Arvo"/>
              <a:ea typeface="Arvo"/>
              <a:cs typeface="Arvo"/>
              <a:sym typeface="Arvo"/>
            </a:endParaRPr>
          </a:p>
        </p:txBody>
      </p:sp>
      <p:sp>
        <p:nvSpPr>
          <p:cNvPr id="13174" name="Google Shape;13174;p219"/>
          <p:cNvSpPr txBox="1"/>
          <p:nvPr>
            <p:ph idx="68" type="subTitle"/>
          </p:nvPr>
        </p:nvSpPr>
        <p:spPr>
          <a:xfrm>
            <a:off x="1195625" y="6357745"/>
            <a:ext cx="2361300" cy="2658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cxnSp>
        <p:nvCxnSpPr>
          <p:cNvPr id="13175" name="Google Shape;13175;p219"/>
          <p:cNvCxnSpPr/>
          <p:nvPr/>
        </p:nvCxnSpPr>
        <p:spPr>
          <a:xfrm flipH="1">
            <a:off x="3614666" y="6362125"/>
            <a:ext cx="600" cy="258300"/>
          </a:xfrm>
          <a:prstGeom prst="straightConnector1">
            <a:avLst/>
          </a:prstGeom>
          <a:noFill/>
          <a:ln cap="flat" cmpd="sng" w="28575">
            <a:solidFill>
              <a:srgbClr val="D9D9D9"/>
            </a:solidFill>
            <a:prstDash val="solid"/>
            <a:round/>
            <a:headEnd len="sm" w="sm" type="none"/>
            <a:tailEnd len="sm" w="sm" type="none"/>
          </a:ln>
        </p:spPr>
      </p:cxnSp>
      <p:sp>
        <p:nvSpPr>
          <p:cNvPr id="13176" name="Google Shape;13176;p219"/>
          <p:cNvSpPr txBox="1"/>
          <p:nvPr>
            <p:ph idx="69" type="subTitle"/>
          </p:nvPr>
        </p:nvSpPr>
        <p:spPr>
          <a:xfrm>
            <a:off x="7340075" y="6357749"/>
            <a:ext cx="2361300" cy="2664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sp>
        <p:nvSpPr>
          <p:cNvPr id="13177" name="Google Shape;13177;p219"/>
          <p:cNvSpPr txBox="1"/>
          <p:nvPr>
            <p:ph idx="70" type="subTitle"/>
          </p:nvPr>
        </p:nvSpPr>
        <p:spPr>
          <a:xfrm>
            <a:off x="3673625" y="6357745"/>
            <a:ext cx="1827600" cy="2658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sp>
        <p:nvSpPr>
          <p:cNvPr id="13178" name="Google Shape;13178;p219"/>
          <p:cNvSpPr txBox="1"/>
          <p:nvPr>
            <p:ph idx="71" type="subTitle"/>
          </p:nvPr>
        </p:nvSpPr>
        <p:spPr>
          <a:xfrm>
            <a:off x="5631950" y="6357750"/>
            <a:ext cx="1584600" cy="266400"/>
          </a:xfrm>
          <a:prstGeom prst="rect">
            <a:avLst/>
          </a:prstGeom>
          <a:noFill/>
          <a:ln>
            <a:noFill/>
          </a:ln>
        </p:spPr>
        <p:txBody>
          <a:bodyPr anchorCtr="0" anchor="ctr" bIns="36000" lIns="36000" spcFirstLastPara="1" rIns="36000" wrap="square" tIns="36000">
            <a:noAutofit/>
          </a:bodyPr>
          <a:lstStyle>
            <a:lvl1pPr lvl="0" algn="ctr">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gn="ctr">
              <a:lnSpc>
                <a:spcPct val="90000"/>
              </a:lnSpc>
              <a:spcBef>
                <a:spcPts val="0"/>
              </a:spcBef>
              <a:spcAft>
                <a:spcPts val="0"/>
              </a:spcAft>
              <a:buClr>
                <a:srgbClr val="000000"/>
              </a:buClr>
              <a:buSzPts val="1000"/>
              <a:buNone/>
              <a:defRPr sz="1000">
                <a:solidFill>
                  <a:srgbClr val="000000"/>
                </a:solidFill>
              </a:defRPr>
            </a:lvl2pPr>
            <a:lvl3pPr lvl="2" algn="ctr">
              <a:lnSpc>
                <a:spcPct val="90000"/>
              </a:lnSpc>
              <a:spcBef>
                <a:spcPts val="0"/>
              </a:spcBef>
              <a:spcAft>
                <a:spcPts val="0"/>
              </a:spcAft>
              <a:buClr>
                <a:srgbClr val="000000"/>
              </a:buClr>
              <a:buSzPts val="1000"/>
              <a:buNone/>
              <a:defRPr sz="1000">
                <a:solidFill>
                  <a:srgbClr val="000000"/>
                </a:solidFill>
              </a:defRPr>
            </a:lvl3pPr>
            <a:lvl4pPr lvl="3" algn="ctr">
              <a:lnSpc>
                <a:spcPct val="90000"/>
              </a:lnSpc>
              <a:spcBef>
                <a:spcPts val="0"/>
              </a:spcBef>
              <a:spcAft>
                <a:spcPts val="0"/>
              </a:spcAft>
              <a:buClr>
                <a:srgbClr val="000000"/>
              </a:buClr>
              <a:buSzPts val="1000"/>
              <a:buNone/>
              <a:defRPr sz="1000">
                <a:solidFill>
                  <a:srgbClr val="000000"/>
                </a:solidFill>
              </a:defRPr>
            </a:lvl4pPr>
            <a:lvl5pPr lvl="4" algn="ctr">
              <a:lnSpc>
                <a:spcPct val="90000"/>
              </a:lnSpc>
              <a:spcBef>
                <a:spcPts val="0"/>
              </a:spcBef>
              <a:spcAft>
                <a:spcPts val="0"/>
              </a:spcAft>
              <a:buClr>
                <a:srgbClr val="000000"/>
              </a:buClr>
              <a:buSzPts val="1000"/>
              <a:buNone/>
              <a:defRPr sz="1000">
                <a:solidFill>
                  <a:srgbClr val="000000"/>
                </a:solidFill>
              </a:defRPr>
            </a:lvl5pPr>
            <a:lvl6pPr lvl="5" algn="ctr">
              <a:lnSpc>
                <a:spcPct val="90000"/>
              </a:lnSpc>
              <a:spcBef>
                <a:spcPts val="0"/>
              </a:spcBef>
              <a:spcAft>
                <a:spcPts val="0"/>
              </a:spcAft>
              <a:buClr>
                <a:srgbClr val="000000"/>
              </a:buClr>
              <a:buSzPts val="1000"/>
              <a:buNone/>
              <a:defRPr sz="1000">
                <a:solidFill>
                  <a:srgbClr val="000000"/>
                </a:solidFill>
              </a:defRPr>
            </a:lvl6pPr>
            <a:lvl7pPr lvl="6" algn="ctr">
              <a:lnSpc>
                <a:spcPct val="90000"/>
              </a:lnSpc>
              <a:spcBef>
                <a:spcPts val="0"/>
              </a:spcBef>
              <a:spcAft>
                <a:spcPts val="0"/>
              </a:spcAft>
              <a:buClr>
                <a:srgbClr val="000000"/>
              </a:buClr>
              <a:buSzPts val="1000"/>
              <a:buNone/>
              <a:defRPr sz="1000">
                <a:solidFill>
                  <a:srgbClr val="000000"/>
                </a:solidFill>
              </a:defRPr>
            </a:lvl7pPr>
            <a:lvl8pPr lvl="7" algn="ctr">
              <a:lnSpc>
                <a:spcPct val="90000"/>
              </a:lnSpc>
              <a:spcBef>
                <a:spcPts val="0"/>
              </a:spcBef>
              <a:spcAft>
                <a:spcPts val="0"/>
              </a:spcAft>
              <a:buClr>
                <a:srgbClr val="000000"/>
              </a:buClr>
              <a:buSzPts val="1000"/>
              <a:buNone/>
              <a:defRPr sz="1000">
                <a:solidFill>
                  <a:srgbClr val="000000"/>
                </a:solidFill>
              </a:defRPr>
            </a:lvl8pPr>
            <a:lvl9pPr lvl="8" algn="ctr">
              <a:lnSpc>
                <a:spcPct val="90000"/>
              </a:lnSpc>
              <a:spcBef>
                <a:spcPts val="0"/>
              </a:spcBef>
              <a:spcAft>
                <a:spcPts val="0"/>
              </a:spcAft>
              <a:buClr>
                <a:srgbClr val="000000"/>
              </a:buClr>
              <a:buSzPts val="1000"/>
              <a:buNone/>
              <a:defRPr sz="1000">
                <a:solidFill>
                  <a:srgbClr val="000000"/>
                </a:solidFill>
              </a:defRPr>
            </a:lvl9pPr>
          </a:lstStyle>
          <a:p/>
        </p:txBody>
      </p:sp>
      <p:cxnSp>
        <p:nvCxnSpPr>
          <p:cNvPr id="13179" name="Google Shape;13179;p219"/>
          <p:cNvCxnSpPr/>
          <p:nvPr/>
        </p:nvCxnSpPr>
        <p:spPr>
          <a:xfrm flipH="1">
            <a:off x="5566279" y="6358125"/>
            <a:ext cx="600" cy="258300"/>
          </a:xfrm>
          <a:prstGeom prst="straightConnector1">
            <a:avLst/>
          </a:prstGeom>
          <a:noFill/>
          <a:ln cap="flat" cmpd="sng" w="28575">
            <a:solidFill>
              <a:srgbClr val="D9D9D9"/>
            </a:solidFill>
            <a:prstDash val="solid"/>
            <a:round/>
            <a:headEnd len="sm" w="sm" type="none"/>
            <a:tailEnd len="sm" w="sm" type="none"/>
          </a:ln>
        </p:spPr>
      </p:cxnSp>
      <p:cxnSp>
        <p:nvCxnSpPr>
          <p:cNvPr id="13180" name="Google Shape;13180;p219"/>
          <p:cNvCxnSpPr/>
          <p:nvPr/>
        </p:nvCxnSpPr>
        <p:spPr>
          <a:xfrm flipH="1">
            <a:off x="7292804" y="6357750"/>
            <a:ext cx="600" cy="258300"/>
          </a:xfrm>
          <a:prstGeom prst="straightConnector1">
            <a:avLst/>
          </a:prstGeom>
          <a:noFill/>
          <a:ln cap="flat" cmpd="sng" w="28575">
            <a:solidFill>
              <a:srgbClr val="D9D9D9"/>
            </a:solidFill>
            <a:prstDash val="solid"/>
            <a:round/>
            <a:headEnd len="sm" w="sm" type="none"/>
            <a:tailEnd len="sm" w="sm" type="none"/>
          </a:ln>
        </p:spPr>
      </p:cxnSp>
      <p:cxnSp>
        <p:nvCxnSpPr>
          <p:cNvPr id="13181" name="Google Shape;13181;p219"/>
          <p:cNvCxnSpPr/>
          <p:nvPr/>
        </p:nvCxnSpPr>
        <p:spPr>
          <a:xfrm flipH="1">
            <a:off x="1137266" y="6357750"/>
            <a:ext cx="600" cy="258300"/>
          </a:xfrm>
          <a:prstGeom prst="straightConnector1">
            <a:avLst/>
          </a:prstGeom>
          <a:noFill/>
          <a:ln cap="flat" cmpd="sng" w="28575">
            <a:solidFill>
              <a:srgbClr val="D9D9D9"/>
            </a:solidFill>
            <a:prstDash val="solid"/>
            <a:round/>
            <a:headEnd len="sm" w="sm" type="none"/>
            <a:tailEnd len="sm" w="sm" type="none"/>
          </a:ln>
        </p:spPr>
      </p:cxnSp>
      <p:sp>
        <p:nvSpPr>
          <p:cNvPr id="13182" name="Google Shape;13182;p219"/>
          <p:cNvSpPr txBox="1"/>
          <p:nvPr/>
        </p:nvSpPr>
        <p:spPr>
          <a:xfrm>
            <a:off x="2524025" y="387675"/>
            <a:ext cx="15012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Unid. Organizacional:</a:t>
            </a:r>
            <a:endParaRPr b="1" sz="1100"/>
          </a:p>
        </p:txBody>
      </p:sp>
      <p:sp>
        <p:nvSpPr>
          <p:cNvPr id="13183" name="Google Shape;13183;p219"/>
          <p:cNvSpPr txBox="1"/>
          <p:nvPr/>
        </p:nvSpPr>
        <p:spPr>
          <a:xfrm>
            <a:off x="2524020" y="579550"/>
            <a:ext cx="6846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Alcance:</a:t>
            </a:r>
            <a:endParaRPr b="1" sz="1100"/>
          </a:p>
        </p:txBody>
      </p:sp>
      <p:sp>
        <p:nvSpPr>
          <p:cNvPr id="13184" name="Google Shape;13184;p219"/>
          <p:cNvSpPr txBox="1"/>
          <p:nvPr>
            <p:ph type="title"/>
          </p:nvPr>
        </p:nvSpPr>
        <p:spPr>
          <a:xfrm flipH="1">
            <a:off x="4025374" y="387675"/>
            <a:ext cx="5863200" cy="1692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000"/>
              <a:buNone/>
              <a:defRPr sz="1000">
                <a:solidFill>
                  <a:srgbClr val="000000"/>
                </a:solidFill>
              </a:defRPr>
            </a:lvl1pPr>
            <a:lvl2pPr lvl="1">
              <a:spcBef>
                <a:spcPts val="0"/>
              </a:spcBef>
              <a:spcAft>
                <a:spcPts val="0"/>
              </a:spcAft>
              <a:buClr>
                <a:srgbClr val="000000"/>
              </a:buClr>
              <a:buSzPts val="1000"/>
              <a:buNone/>
              <a:defRPr sz="1000">
                <a:solidFill>
                  <a:srgbClr val="000000"/>
                </a:solidFill>
              </a:defRPr>
            </a:lvl2pPr>
            <a:lvl3pPr lvl="2">
              <a:spcBef>
                <a:spcPts val="0"/>
              </a:spcBef>
              <a:spcAft>
                <a:spcPts val="0"/>
              </a:spcAft>
              <a:buClr>
                <a:srgbClr val="000000"/>
              </a:buClr>
              <a:buSzPts val="1000"/>
              <a:buNone/>
              <a:defRPr sz="1000">
                <a:solidFill>
                  <a:srgbClr val="000000"/>
                </a:solidFill>
              </a:defRPr>
            </a:lvl3pPr>
            <a:lvl4pPr lvl="3">
              <a:spcBef>
                <a:spcPts val="0"/>
              </a:spcBef>
              <a:spcAft>
                <a:spcPts val="0"/>
              </a:spcAft>
              <a:buClr>
                <a:srgbClr val="000000"/>
              </a:buClr>
              <a:buSzPts val="1000"/>
              <a:buNone/>
              <a:defRPr sz="1000">
                <a:solidFill>
                  <a:srgbClr val="000000"/>
                </a:solidFill>
              </a:defRPr>
            </a:lvl4pPr>
            <a:lvl5pPr lvl="4">
              <a:spcBef>
                <a:spcPts val="0"/>
              </a:spcBef>
              <a:spcAft>
                <a:spcPts val="0"/>
              </a:spcAft>
              <a:buClr>
                <a:srgbClr val="000000"/>
              </a:buClr>
              <a:buSzPts val="1000"/>
              <a:buNone/>
              <a:defRPr sz="1000">
                <a:solidFill>
                  <a:srgbClr val="000000"/>
                </a:solidFill>
              </a:defRPr>
            </a:lvl5pPr>
            <a:lvl6pPr lvl="5">
              <a:spcBef>
                <a:spcPts val="0"/>
              </a:spcBef>
              <a:spcAft>
                <a:spcPts val="0"/>
              </a:spcAft>
              <a:buClr>
                <a:srgbClr val="000000"/>
              </a:buClr>
              <a:buSzPts val="1000"/>
              <a:buNone/>
              <a:defRPr sz="1000">
                <a:solidFill>
                  <a:srgbClr val="000000"/>
                </a:solidFill>
              </a:defRPr>
            </a:lvl6pPr>
            <a:lvl7pPr lvl="6">
              <a:spcBef>
                <a:spcPts val="0"/>
              </a:spcBef>
              <a:spcAft>
                <a:spcPts val="0"/>
              </a:spcAft>
              <a:buClr>
                <a:srgbClr val="000000"/>
              </a:buClr>
              <a:buSzPts val="1000"/>
              <a:buNone/>
              <a:defRPr sz="1000">
                <a:solidFill>
                  <a:srgbClr val="000000"/>
                </a:solidFill>
              </a:defRPr>
            </a:lvl7pPr>
            <a:lvl8pPr lvl="7">
              <a:spcBef>
                <a:spcPts val="0"/>
              </a:spcBef>
              <a:spcAft>
                <a:spcPts val="0"/>
              </a:spcAft>
              <a:buClr>
                <a:srgbClr val="000000"/>
              </a:buClr>
              <a:buSzPts val="1000"/>
              <a:buNone/>
              <a:defRPr sz="1000">
                <a:solidFill>
                  <a:srgbClr val="000000"/>
                </a:solidFill>
              </a:defRPr>
            </a:lvl8pPr>
            <a:lvl9pPr lvl="8">
              <a:spcBef>
                <a:spcPts val="0"/>
              </a:spcBef>
              <a:spcAft>
                <a:spcPts val="0"/>
              </a:spcAft>
              <a:buClr>
                <a:srgbClr val="000000"/>
              </a:buClr>
              <a:buSzPts val="1000"/>
              <a:buNone/>
              <a:defRPr sz="1000">
                <a:solidFill>
                  <a:srgbClr val="000000"/>
                </a:solidFill>
              </a:defRPr>
            </a:lvl9pPr>
          </a:lstStyle>
          <a:p/>
        </p:txBody>
      </p:sp>
      <p:sp>
        <p:nvSpPr>
          <p:cNvPr id="13185" name="Google Shape;13185;p219"/>
          <p:cNvSpPr txBox="1"/>
          <p:nvPr>
            <p:ph idx="72" type="title"/>
          </p:nvPr>
        </p:nvSpPr>
        <p:spPr>
          <a:xfrm flipH="1">
            <a:off x="3208773" y="579550"/>
            <a:ext cx="6679800" cy="1692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000"/>
              <a:buNone/>
              <a:defRPr sz="1000">
                <a:solidFill>
                  <a:srgbClr val="000000"/>
                </a:solidFill>
              </a:defRPr>
            </a:lvl1pPr>
            <a:lvl2pPr lvl="1">
              <a:spcBef>
                <a:spcPts val="0"/>
              </a:spcBef>
              <a:spcAft>
                <a:spcPts val="0"/>
              </a:spcAft>
              <a:buClr>
                <a:srgbClr val="000000"/>
              </a:buClr>
              <a:buSzPts val="1000"/>
              <a:buNone/>
              <a:defRPr sz="1000">
                <a:solidFill>
                  <a:srgbClr val="000000"/>
                </a:solidFill>
              </a:defRPr>
            </a:lvl2pPr>
            <a:lvl3pPr lvl="2">
              <a:spcBef>
                <a:spcPts val="0"/>
              </a:spcBef>
              <a:spcAft>
                <a:spcPts val="0"/>
              </a:spcAft>
              <a:buClr>
                <a:srgbClr val="000000"/>
              </a:buClr>
              <a:buSzPts val="1000"/>
              <a:buNone/>
              <a:defRPr sz="1000">
                <a:solidFill>
                  <a:srgbClr val="000000"/>
                </a:solidFill>
              </a:defRPr>
            </a:lvl3pPr>
            <a:lvl4pPr lvl="3">
              <a:spcBef>
                <a:spcPts val="0"/>
              </a:spcBef>
              <a:spcAft>
                <a:spcPts val="0"/>
              </a:spcAft>
              <a:buClr>
                <a:srgbClr val="000000"/>
              </a:buClr>
              <a:buSzPts val="1000"/>
              <a:buNone/>
              <a:defRPr sz="1000">
                <a:solidFill>
                  <a:srgbClr val="000000"/>
                </a:solidFill>
              </a:defRPr>
            </a:lvl4pPr>
            <a:lvl5pPr lvl="4">
              <a:spcBef>
                <a:spcPts val="0"/>
              </a:spcBef>
              <a:spcAft>
                <a:spcPts val="0"/>
              </a:spcAft>
              <a:buClr>
                <a:srgbClr val="000000"/>
              </a:buClr>
              <a:buSzPts val="1000"/>
              <a:buNone/>
              <a:defRPr sz="1000">
                <a:solidFill>
                  <a:srgbClr val="000000"/>
                </a:solidFill>
              </a:defRPr>
            </a:lvl5pPr>
            <a:lvl6pPr lvl="5">
              <a:spcBef>
                <a:spcPts val="0"/>
              </a:spcBef>
              <a:spcAft>
                <a:spcPts val="0"/>
              </a:spcAft>
              <a:buClr>
                <a:srgbClr val="000000"/>
              </a:buClr>
              <a:buSzPts val="1000"/>
              <a:buNone/>
              <a:defRPr sz="1000">
                <a:solidFill>
                  <a:srgbClr val="000000"/>
                </a:solidFill>
              </a:defRPr>
            </a:lvl6pPr>
            <a:lvl7pPr lvl="6">
              <a:spcBef>
                <a:spcPts val="0"/>
              </a:spcBef>
              <a:spcAft>
                <a:spcPts val="0"/>
              </a:spcAft>
              <a:buClr>
                <a:srgbClr val="000000"/>
              </a:buClr>
              <a:buSzPts val="1000"/>
              <a:buNone/>
              <a:defRPr sz="1000">
                <a:solidFill>
                  <a:srgbClr val="000000"/>
                </a:solidFill>
              </a:defRPr>
            </a:lvl7pPr>
            <a:lvl8pPr lvl="7">
              <a:spcBef>
                <a:spcPts val="0"/>
              </a:spcBef>
              <a:spcAft>
                <a:spcPts val="0"/>
              </a:spcAft>
              <a:buClr>
                <a:srgbClr val="000000"/>
              </a:buClr>
              <a:buSzPts val="1000"/>
              <a:buNone/>
              <a:defRPr sz="1000">
                <a:solidFill>
                  <a:srgbClr val="000000"/>
                </a:solidFill>
              </a:defRPr>
            </a:lvl8pPr>
            <a:lvl9pPr lvl="8">
              <a:spcBef>
                <a:spcPts val="0"/>
              </a:spcBef>
              <a:spcAft>
                <a:spcPts val="0"/>
              </a:spcAft>
              <a:buClr>
                <a:srgbClr val="000000"/>
              </a:buClr>
              <a:buSzPts val="1000"/>
              <a:buNone/>
              <a:defRPr sz="1000">
                <a:solidFill>
                  <a:srgbClr val="000000"/>
                </a:solidFill>
              </a:defRPr>
            </a:lvl9pPr>
          </a:lstStyle>
          <a:p/>
        </p:txBody>
      </p:sp>
      <p:sp>
        <p:nvSpPr>
          <p:cNvPr id="13186" name="Google Shape;13186;p219"/>
          <p:cNvSpPr txBox="1"/>
          <p:nvPr>
            <p:ph idx="73" type="body"/>
          </p:nvPr>
        </p:nvSpPr>
        <p:spPr>
          <a:xfrm>
            <a:off x="641150" y="612125"/>
            <a:ext cx="1770300" cy="160500"/>
          </a:xfrm>
          <a:prstGeom prst="rect">
            <a:avLst/>
          </a:prstGeom>
          <a:noFill/>
          <a:ln>
            <a:noFill/>
          </a:ln>
        </p:spPr>
        <p:txBody>
          <a:bodyPr anchorCtr="0" anchor="t" bIns="0" lIns="0" spcFirstLastPara="1" rIns="0" wrap="square" tIns="0">
            <a:noAutofit/>
          </a:bodyPr>
          <a:lstStyle>
            <a:lvl1pPr indent="-292100" lvl="0" marL="457200" algn="ctr">
              <a:spcBef>
                <a:spcPts val="0"/>
              </a:spcBef>
              <a:spcAft>
                <a:spcPts val="0"/>
              </a:spcAft>
              <a:buClr>
                <a:srgbClr val="FFFFFF"/>
              </a:buClr>
              <a:buSzPts val="1000"/>
              <a:buChar char="●"/>
              <a:defRPr sz="1000">
                <a:solidFill>
                  <a:srgbClr val="FFFFFF"/>
                </a:solidFill>
              </a:defRPr>
            </a:lvl1pPr>
            <a:lvl2pPr indent="-292100" lvl="1" marL="914400" algn="ctr">
              <a:spcBef>
                <a:spcPts val="0"/>
              </a:spcBef>
              <a:spcAft>
                <a:spcPts val="0"/>
              </a:spcAft>
              <a:buClr>
                <a:srgbClr val="FFFFFF"/>
              </a:buClr>
              <a:buSzPts val="1000"/>
              <a:buChar char="○"/>
              <a:defRPr sz="1000">
                <a:solidFill>
                  <a:srgbClr val="FFFFFF"/>
                </a:solidFill>
              </a:defRPr>
            </a:lvl2pPr>
            <a:lvl3pPr indent="-292100" lvl="2" marL="1371600" algn="ctr">
              <a:spcBef>
                <a:spcPts val="0"/>
              </a:spcBef>
              <a:spcAft>
                <a:spcPts val="0"/>
              </a:spcAft>
              <a:buClr>
                <a:srgbClr val="FFFFFF"/>
              </a:buClr>
              <a:buSzPts val="1000"/>
              <a:buChar char="■"/>
              <a:defRPr sz="1000">
                <a:solidFill>
                  <a:srgbClr val="FFFFFF"/>
                </a:solidFill>
              </a:defRPr>
            </a:lvl3pPr>
            <a:lvl4pPr indent="-292100" lvl="3" marL="1828800" algn="ctr">
              <a:spcBef>
                <a:spcPts val="0"/>
              </a:spcBef>
              <a:spcAft>
                <a:spcPts val="0"/>
              </a:spcAft>
              <a:buClr>
                <a:srgbClr val="FFFFFF"/>
              </a:buClr>
              <a:buSzPts val="1000"/>
              <a:buChar char="●"/>
              <a:defRPr sz="1000">
                <a:solidFill>
                  <a:srgbClr val="FFFFFF"/>
                </a:solidFill>
              </a:defRPr>
            </a:lvl4pPr>
            <a:lvl5pPr indent="-292100" lvl="4" marL="2286000" algn="ctr">
              <a:spcBef>
                <a:spcPts val="0"/>
              </a:spcBef>
              <a:spcAft>
                <a:spcPts val="0"/>
              </a:spcAft>
              <a:buClr>
                <a:srgbClr val="FFFFFF"/>
              </a:buClr>
              <a:buSzPts val="1000"/>
              <a:buChar char="○"/>
              <a:defRPr sz="1000">
                <a:solidFill>
                  <a:srgbClr val="FFFFFF"/>
                </a:solidFill>
              </a:defRPr>
            </a:lvl5pPr>
            <a:lvl6pPr indent="-292100" lvl="5" marL="2743200" algn="ctr">
              <a:spcBef>
                <a:spcPts val="0"/>
              </a:spcBef>
              <a:spcAft>
                <a:spcPts val="0"/>
              </a:spcAft>
              <a:buClr>
                <a:srgbClr val="FFFFFF"/>
              </a:buClr>
              <a:buSzPts val="1000"/>
              <a:buChar char="■"/>
              <a:defRPr sz="1000">
                <a:solidFill>
                  <a:srgbClr val="FFFFFF"/>
                </a:solidFill>
              </a:defRPr>
            </a:lvl6pPr>
            <a:lvl7pPr indent="-292100" lvl="6" marL="3200400" algn="ctr">
              <a:spcBef>
                <a:spcPts val="0"/>
              </a:spcBef>
              <a:spcAft>
                <a:spcPts val="0"/>
              </a:spcAft>
              <a:buClr>
                <a:srgbClr val="FFFFFF"/>
              </a:buClr>
              <a:buSzPts val="1000"/>
              <a:buChar char="●"/>
              <a:defRPr sz="1000">
                <a:solidFill>
                  <a:srgbClr val="FFFFFF"/>
                </a:solidFill>
              </a:defRPr>
            </a:lvl7pPr>
            <a:lvl8pPr indent="-292100" lvl="7" marL="3657600" algn="ctr">
              <a:spcBef>
                <a:spcPts val="0"/>
              </a:spcBef>
              <a:spcAft>
                <a:spcPts val="0"/>
              </a:spcAft>
              <a:buClr>
                <a:srgbClr val="FFFFFF"/>
              </a:buClr>
              <a:buSzPts val="1000"/>
              <a:buChar char="○"/>
              <a:defRPr sz="1000">
                <a:solidFill>
                  <a:srgbClr val="FFFFFF"/>
                </a:solidFill>
              </a:defRPr>
            </a:lvl8pPr>
            <a:lvl9pPr indent="-292100" lvl="8" marL="4114800" algn="ctr">
              <a:spcBef>
                <a:spcPts val="0"/>
              </a:spcBef>
              <a:spcAft>
                <a:spcPts val="0"/>
              </a:spcAft>
              <a:buClr>
                <a:srgbClr val="FFFFFF"/>
              </a:buClr>
              <a:buSzPts val="1000"/>
              <a:buChar char="■"/>
              <a:defRPr sz="1000">
                <a:solidFill>
                  <a:srgbClr val="FFFFFF"/>
                </a:solidFill>
              </a:defRPr>
            </a:lvl9pPr>
          </a:lstStyle>
          <a:p/>
        </p:txBody>
      </p:sp>
      <p:sp>
        <p:nvSpPr>
          <p:cNvPr id="13187" name="Google Shape;13187;p219"/>
          <p:cNvSpPr txBox="1"/>
          <p:nvPr/>
        </p:nvSpPr>
        <p:spPr>
          <a:xfrm>
            <a:off x="84825" y="598125"/>
            <a:ext cx="595500" cy="205800"/>
          </a:xfrm>
          <a:prstGeom prst="rect">
            <a:avLst/>
          </a:prstGeom>
          <a:noFill/>
          <a:ln>
            <a:noFill/>
          </a:ln>
        </p:spPr>
        <p:txBody>
          <a:bodyPr anchorCtr="0" anchor="t" bIns="18000" lIns="18000" spcFirstLastPara="1" rIns="18000" wrap="square" tIns="18000">
            <a:spAutoFit/>
          </a:bodyPr>
          <a:lstStyle/>
          <a:p>
            <a:pPr indent="0" lvl="0" marL="0" rtl="0" algn="l">
              <a:spcBef>
                <a:spcPts val="0"/>
              </a:spcBef>
              <a:spcAft>
                <a:spcPts val="0"/>
              </a:spcAft>
              <a:buNone/>
            </a:pPr>
            <a:r>
              <a:rPr lang="es-419" sz="1100">
                <a:solidFill>
                  <a:srgbClr val="FFFFFF"/>
                </a:solidFill>
              </a:rPr>
              <a:t>Nombre:</a:t>
            </a:r>
            <a:endParaRPr sz="1100">
              <a:solidFill>
                <a:srgbClr val="FFFFFF"/>
              </a:solidFill>
            </a:endParaRPr>
          </a:p>
        </p:txBody>
      </p:sp>
    </p:spTree>
  </p:cSld>
  <p:clrMapOvr>
    <a:masterClrMapping/>
  </p:clrMapOvr>
</p:sldLayout>
</file>

<file path=ppt/slideLayouts/slideLayout2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0.3 Regla de Negocio">
  <p:cSld name="TITLE_3_6_1_2">
    <p:spTree>
      <p:nvGrpSpPr>
        <p:cNvPr id="13188" name="Shape 13188"/>
        <p:cNvGrpSpPr/>
        <p:nvPr/>
      </p:nvGrpSpPr>
      <p:grpSpPr>
        <a:xfrm>
          <a:off x="0" y="0"/>
          <a:ext cx="0" cy="0"/>
          <a:chOff x="0" y="0"/>
          <a:chExt cx="0" cy="0"/>
        </a:xfrm>
      </p:grpSpPr>
      <p:sp>
        <p:nvSpPr>
          <p:cNvPr id="13189" name="Google Shape;13189;p220"/>
          <p:cNvSpPr/>
          <p:nvPr/>
        </p:nvSpPr>
        <p:spPr>
          <a:xfrm>
            <a:off x="77688" y="358938"/>
            <a:ext cx="9935700" cy="6438000"/>
          </a:xfrm>
          <a:prstGeom prst="roundRect">
            <a:avLst>
              <a:gd fmla="val 2618" name="adj"/>
            </a:avLst>
          </a:prstGeom>
          <a:solidFill>
            <a:srgbClr val="FFFFFF"/>
          </a:solidFill>
          <a:ln cap="flat" cmpd="sng" w="38100">
            <a:solidFill>
              <a:srgbClr val="000000"/>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3190" name="Google Shape;13190;p220"/>
          <p:cNvCxnSpPr/>
          <p:nvPr/>
        </p:nvCxnSpPr>
        <p:spPr>
          <a:xfrm>
            <a:off x="77688" y="772614"/>
            <a:ext cx="9935700" cy="0"/>
          </a:xfrm>
          <a:prstGeom prst="straightConnector1">
            <a:avLst/>
          </a:prstGeom>
          <a:noFill/>
          <a:ln cap="flat" cmpd="sng" w="19050">
            <a:solidFill>
              <a:srgbClr val="000000"/>
            </a:solidFill>
            <a:prstDash val="solid"/>
            <a:round/>
            <a:headEnd len="med" w="med" type="none"/>
            <a:tailEnd len="med" w="med" type="none"/>
          </a:ln>
        </p:spPr>
      </p:cxnSp>
      <p:cxnSp>
        <p:nvCxnSpPr>
          <p:cNvPr id="13191" name="Google Shape;13191;p220"/>
          <p:cNvCxnSpPr/>
          <p:nvPr/>
        </p:nvCxnSpPr>
        <p:spPr>
          <a:xfrm rot="10800000">
            <a:off x="2439038" y="368188"/>
            <a:ext cx="0" cy="402300"/>
          </a:xfrm>
          <a:prstGeom prst="straightConnector1">
            <a:avLst/>
          </a:prstGeom>
          <a:noFill/>
          <a:ln cap="flat" cmpd="sng" w="19050">
            <a:solidFill>
              <a:srgbClr val="000000"/>
            </a:solidFill>
            <a:prstDash val="solid"/>
            <a:round/>
            <a:headEnd len="med" w="med" type="none"/>
            <a:tailEnd len="med" w="med" type="none"/>
          </a:ln>
        </p:spPr>
      </p:cxnSp>
      <p:sp>
        <p:nvSpPr>
          <p:cNvPr id="13192" name="Google Shape;13192;p220"/>
          <p:cNvSpPr txBox="1"/>
          <p:nvPr>
            <p:ph type="title"/>
          </p:nvPr>
        </p:nvSpPr>
        <p:spPr>
          <a:xfrm flipH="1">
            <a:off x="4228300" y="437575"/>
            <a:ext cx="5577600" cy="2658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200"/>
              <a:buNone/>
              <a:defRPr sz="1200">
                <a:solidFill>
                  <a:srgbClr val="000000"/>
                </a:solidFill>
              </a:defRPr>
            </a:lvl1pPr>
            <a:lvl2pPr lvl="1">
              <a:spcBef>
                <a:spcPts val="0"/>
              </a:spcBef>
              <a:spcAft>
                <a:spcPts val="0"/>
              </a:spcAft>
              <a:buClr>
                <a:srgbClr val="000000"/>
              </a:buClr>
              <a:buSzPts val="1100"/>
              <a:buNone/>
              <a:defRPr sz="1100">
                <a:solidFill>
                  <a:srgbClr val="000000"/>
                </a:solidFill>
              </a:defRPr>
            </a:lvl2pPr>
            <a:lvl3pPr lvl="2">
              <a:spcBef>
                <a:spcPts val="0"/>
              </a:spcBef>
              <a:spcAft>
                <a:spcPts val="0"/>
              </a:spcAft>
              <a:buClr>
                <a:srgbClr val="000000"/>
              </a:buClr>
              <a:buSzPts val="1100"/>
              <a:buNone/>
              <a:defRPr sz="1100">
                <a:solidFill>
                  <a:srgbClr val="000000"/>
                </a:solidFill>
              </a:defRPr>
            </a:lvl3pPr>
            <a:lvl4pPr lvl="3">
              <a:spcBef>
                <a:spcPts val="0"/>
              </a:spcBef>
              <a:spcAft>
                <a:spcPts val="0"/>
              </a:spcAft>
              <a:buClr>
                <a:srgbClr val="000000"/>
              </a:buClr>
              <a:buSzPts val="1100"/>
              <a:buNone/>
              <a:defRPr sz="1100">
                <a:solidFill>
                  <a:srgbClr val="000000"/>
                </a:solidFill>
              </a:defRPr>
            </a:lvl4pPr>
            <a:lvl5pPr lvl="4">
              <a:spcBef>
                <a:spcPts val="0"/>
              </a:spcBef>
              <a:spcAft>
                <a:spcPts val="0"/>
              </a:spcAft>
              <a:buClr>
                <a:srgbClr val="000000"/>
              </a:buClr>
              <a:buSzPts val="1100"/>
              <a:buNone/>
              <a:defRPr sz="1100">
                <a:solidFill>
                  <a:srgbClr val="000000"/>
                </a:solidFill>
              </a:defRPr>
            </a:lvl5pPr>
            <a:lvl6pPr lvl="5">
              <a:spcBef>
                <a:spcPts val="0"/>
              </a:spcBef>
              <a:spcAft>
                <a:spcPts val="0"/>
              </a:spcAft>
              <a:buClr>
                <a:srgbClr val="000000"/>
              </a:buClr>
              <a:buSzPts val="1100"/>
              <a:buNone/>
              <a:defRPr sz="1100">
                <a:solidFill>
                  <a:srgbClr val="000000"/>
                </a:solidFill>
              </a:defRPr>
            </a:lvl6pPr>
            <a:lvl7pPr lvl="6">
              <a:spcBef>
                <a:spcPts val="0"/>
              </a:spcBef>
              <a:spcAft>
                <a:spcPts val="0"/>
              </a:spcAft>
              <a:buClr>
                <a:srgbClr val="000000"/>
              </a:buClr>
              <a:buSzPts val="1100"/>
              <a:buNone/>
              <a:defRPr sz="1100">
                <a:solidFill>
                  <a:srgbClr val="000000"/>
                </a:solidFill>
              </a:defRPr>
            </a:lvl7pPr>
            <a:lvl8pPr lvl="7">
              <a:spcBef>
                <a:spcPts val="0"/>
              </a:spcBef>
              <a:spcAft>
                <a:spcPts val="0"/>
              </a:spcAft>
              <a:buClr>
                <a:srgbClr val="000000"/>
              </a:buClr>
              <a:buSzPts val="1100"/>
              <a:buNone/>
              <a:defRPr sz="1100">
                <a:solidFill>
                  <a:srgbClr val="000000"/>
                </a:solidFill>
              </a:defRPr>
            </a:lvl8pPr>
            <a:lvl9pPr lvl="8">
              <a:spcBef>
                <a:spcPts val="0"/>
              </a:spcBef>
              <a:spcAft>
                <a:spcPts val="0"/>
              </a:spcAft>
              <a:buClr>
                <a:srgbClr val="000000"/>
              </a:buClr>
              <a:buSzPts val="1100"/>
              <a:buNone/>
              <a:defRPr sz="1100">
                <a:solidFill>
                  <a:srgbClr val="000000"/>
                </a:solidFill>
              </a:defRPr>
            </a:lvl9pPr>
          </a:lstStyle>
          <a:p/>
        </p:txBody>
      </p:sp>
      <p:sp>
        <p:nvSpPr>
          <p:cNvPr id="13193" name="Google Shape;13193;p220"/>
          <p:cNvSpPr txBox="1"/>
          <p:nvPr/>
        </p:nvSpPr>
        <p:spPr>
          <a:xfrm>
            <a:off x="2513450" y="437275"/>
            <a:ext cx="1641000" cy="2664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b="1" lang="es-419" sz="1100"/>
              <a:t>Procesos involucrados en la regla:</a:t>
            </a:r>
            <a:endParaRPr b="1" sz="1100"/>
          </a:p>
        </p:txBody>
      </p:sp>
      <p:sp>
        <p:nvSpPr>
          <p:cNvPr id="13194" name="Google Shape;13194;p220"/>
          <p:cNvSpPr/>
          <p:nvPr/>
        </p:nvSpPr>
        <p:spPr>
          <a:xfrm>
            <a:off x="77688" y="349338"/>
            <a:ext cx="2361300" cy="421200"/>
          </a:xfrm>
          <a:prstGeom prst="roundRect">
            <a:avLst>
              <a:gd fmla="val 50000" name="adj"/>
            </a:avLst>
          </a:prstGeom>
          <a:solidFill>
            <a:srgbClr val="000000"/>
          </a:solidFill>
          <a:ln cap="flat" cmpd="sng" w="9525">
            <a:solidFill>
              <a:srgbClr val="000000"/>
            </a:solidFill>
            <a:prstDash val="solid"/>
            <a:round/>
            <a:headEnd len="sm" w="sm" type="none"/>
            <a:tailEnd len="sm" w="sm" type="none"/>
          </a:ln>
        </p:spPr>
        <p:txBody>
          <a:bodyPr anchorCtr="0" anchor="ctr" bIns="91425" lIns="0" spcFirstLastPara="1" rIns="0" wrap="square" tIns="91425">
            <a:noAutofit/>
          </a:bodyPr>
          <a:lstStyle/>
          <a:p>
            <a:pPr indent="0" lvl="0" marL="0" rtl="0" algn="ctr">
              <a:spcBef>
                <a:spcPts val="0"/>
              </a:spcBef>
              <a:spcAft>
                <a:spcPts val="0"/>
              </a:spcAft>
              <a:buNone/>
            </a:pPr>
            <a:r>
              <a:rPr b="1" lang="es-419" sz="1100">
                <a:solidFill>
                  <a:srgbClr val="FFFFFF"/>
                </a:solidFill>
              </a:rPr>
              <a:t>Regla de Negocio</a:t>
            </a:r>
            <a:endParaRPr b="1" sz="1100">
              <a:solidFill>
                <a:srgbClr val="FFFFFF"/>
              </a:solidFill>
            </a:endParaRPr>
          </a:p>
          <a:p>
            <a:pPr indent="0" lvl="0" marL="0" rtl="0" algn="ctr">
              <a:spcBef>
                <a:spcPts val="0"/>
              </a:spcBef>
              <a:spcAft>
                <a:spcPts val="0"/>
              </a:spcAft>
              <a:buNone/>
            </a:pPr>
            <a:r>
              <a:t/>
            </a:r>
            <a:endParaRPr b="1" sz="1200">
              <a:solidFill>
                <a:srgbClr val="FFFFFF"/>
              </a:solidFill>
            </a:endParaRPr>
          </a:p>
        </p:txBody>
      </p:sp>
      <p:sp>
        <p:nvSpPr>
          <p:cNvPr id="13195" name="Google Shape;13195;p220"/>
          <p:cNvSpPr/>
          <p:nvPr/>
        </p:nvSpPr>
        <p:spPr>
          <a:xfrm>
            <a:off x="83988" y="595504"/>
            <a:ext cx="190200" cy="1692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6" name="Google Shape;13196;p220"/>
          <p:cNvSpPr/>
          <p:nvPr/>
        </p:nvSpPr>
        <p:spPr>
          <a:xfrm>
            <a:off x="2350598" y="358950"/>
            <a:ext cx="88500" cy="4023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7" name="Google Shape;13197;p220"/>
          <p:cNvSpPr/>
          <p:nvPr/>
        </p:nvSpPr>
        <p:spPr>
          <a:xfrm>
            <a:off x="2277739" y="663750"/>
            <a:ext cx="88500" cy="1089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8" name="Google Shape;13198;p220"/>
          <p:cNvSpPr/>
          <p:nvPr/>
        </p:nvSpPr>
        <p:spPr>
          <a:xfrm>
            <a:off x="1635175" y="2219875"/>
            <a:ext cx="8206800" cy="1399500"/>
          </a:xfrm>
          <a:prstGeom prst="roundRect">
            <a:avLst>
              <a:gd fmla="val 3700"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9" name="Google Shape;13199;p220"/>
          <p:cNvSpPr txBox="1"/>
          <p:nvPr/>
        </p:nvSpPr>
        <p:spPr>
          <a:xfrm>
            <a:off x="121082" y="2118354"/>
            <a:ext cx="1514100" cy="1328100"/>
          </a:xfrm>
          <a:prstGeom prst="rect">
            <a:avLst/>
          </a:prstGeom>
          <a:noFill/>
          <a:ln>
            <a:noFill/>
          </a:ln>
        </p:spPr>
        <p:txBody>
          <a:bodyPr anchorCtr="0" anchor="t" bIns="91425" lIns="91425" spcFirstLastPara="1" rIns="91425" wrap="square" tIns="91425">
            <a:noAutofit/>
          </a:bodyPr>
          <a:lstStyle/>
          <a:p>
            <a:pPr indent="0" lvl="0" marL="45720" rtl="0" algn="r">
              <a:spcBef>
                <a:spcPts val="0"/>
              </a:spcBef>
              <a:spcAft>
                <a:spcPts val="0"/>
              </a:spcAft>
              <a:buNone/>
            </a:pPr>
            <a:r>
              <a:rPr b="1" lang="es-419" sz="1000">
                <a:solidFill>
                  <a:srgbClr val="202124"/>
                </a:solidFill>
                <a:latin typeface="Arvo"/>
                <a:ea typeface="Arvo"/>
                <a:cs typeface="Arvo"/>
                <a:sym typeface="Arvo"/>
              </a:rPr>
              <a:t>El problema que resuelve: </a:t>
            </a:r>
            <a:endParaRPr b="1" sz="1000">
              <a:solidFill>
                <a:srgbClr val="202124"/>
              </a:solidFill>
              <a:latin typeface="Arvo"/>
              <a:ea typeface="Arvo"/>
              <a:cs typeface="Arvo"/>
              <a:sym typeface="Arvo"/>
            </a:endParaRPr>
          </a:p>
          <a:p>
            <a:pPr indent="0" lvl="0" marL="45720" rtl="0" algn="r">
              <a:spcBef>
                <a:spcPts val="0"/>
              </a:spcBef>
              <a:spcAft>
                <a:spcPts val="0"/>
              </a:spcAft>
              <a:buNone/>
            </a:pPr>
            <a:r>
              <a:rPr b="1" lang="es-419" sz="1000">
                <a:solidFill>
                  <a:schemeClr val="dk1"/>
                </a:solidFill>
                <a:latin typeface="Arvo"/>
                <a:ea typeface="Arvo"/>
                <a:cs typeface="Arvo"/>
                <a:sym typeface="Arvo"/>
              </a:rPr>
              <a:t>  </a:t>
            </a:r>
            <a:r>
              <a:rPr i="1" lang="es-419" sz="600">
                <a:solidFill>
                  <a:schemeClr val="dk1"/>
                </a:solidFill>
                <a:latin typeface="Arvo"/>
                <a:ea typeface="Arvo"/>
                <a:cs typeface="Arvo"/>
                <a:sym typeface="Arvo"/>
              </a:rPr>
              <a:t>&lt;e</a:t>
            </a:r>
            <a:r>
              <a:rPr b="1" i="1" lang="es-419" sz="600">
                <a:solidFill>
                  <a:schemeClr val="dk1"/>
                </a:solidFill>
                <a:latin typeface="Arvo"/>
                <a:ea typeface="Arvo"/>
                <a:cs typeface="Arvo"/>
                <a:sym typeface="Arvo"/>
              </a:rPr>
              <a:t>j: </a:t>
            </a:r>
            <a:r>
              <a:rPr i="1" lang="es-419" sz="600">
                <a:solidFill>
                  <a:schemeClr val="dk1"/>
                </a:solidFill>
                <a:latin typeface="Arvo"/>
                <a:ea typeface="Arvo"/>
                <a:cs typeface="Arvo"/>
                <a:sym typeface="Arvo"/>
              </a:rPr>
              <a:t>Un registro escolar debe ser concedido solamente a estudiantes que no estén registrados en la actualidad para este periodo activo. Un estudiante podría registrarse en un solo colegio (para no quedarse sin cupo) mientras busca un colegio que ofrezca mejores condiciones para él&gt;</a:t>
            </a:r>
            <a:endParaRPr i="1" sz="600">
              <a:solidFill>
                <a:schemeClr val="hlink"/>
              </a:solidFill>
              <a:latin typeface="Arvo"/>
              <a:ea typeface="Arvo"/>
              <a:cs typeface="Arvo"/>
              <a:sym typeface="Arvo"/>
            </a:endParaRPr>
          </a:p>
        </p:txBody>
      </p:sp>
      <p:sp>
        <p:nvSpPr>
          <p:cNvPr id="13200" name="Google Shape;13200;p220"/>
          <p:cNvSpPr/>
          <p:nvPr/>
        </p:nvSpPr>
        <p:spPr>
          <a:xfrm>
            <a:off x="1635685" y="3831247"/>
            <a:ext cx="1838700" cy="646500"/>
          </a:xfrm>
          <a:prstGeom prst="roundRect">
            <a:avLst>
              <a:gd fmla="val 6541"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1" name="Google Shape;13201;p220"/>
          <p:cNvSpPr txBox="1"/>
          <p:nvPr/>
        </p:nvSpPr>
        <p:spPr>
          <a:xfrm>
            <a:off x="121075" y="3831250"/>
            <a:ext cx="1454400" cy="6465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0"/>
              </a:spcAft>
              <a:buNone/>
            </a:pPr>
            <a:r>
              <a:rPr b="1" lang="es-419" sz="1000">
                <a:solidFill>
                  <a:schemeClr val="dk1"/>
                </a:solidFill>
                <a:latin typeface="Arvo"/>
                <a:ea typeface="Arvo"/>
                <a:cs typeface="Arvo"/>
                <a:sym typeface="Arvo"/>
              </a:rPr>
              <a:t>Entidad a proteger con la regla:</a:t>
            </a:r>
            <a:endParaRPr b="1" sz="1000">
              <a:solidFill>
                <a:schemeClr val="dk1"/>
              </a:solidFill>
              <a:latin typeface="Arvo"/>
              <a:ea typeface="Arvo"/>
              <a:cs typeface="Arvo"/>
              <a:sym typeface="Arvo"/>
            </a:endParaRPr>
          </a:p>
          <a:p>
            <a:pPr indent="0" lvl="0" marL="0" rtl="0" algn="r">
              <a:lnSpc>
                <a:spcPct val="115000"/>
              </a:lnSpc>
              <a:spcBef>
                <a:spcPts val="0"/>
              </a:spcBef>
              <a:spcAft>
                <a:spcPts val="0"/>
              </a:spcAft>
              <a:buNone/>
            </a:pPr>
            <a:r>
              <a:rPr i="1" lang="es-419" sz="600">
                <a:solidFill>
                  <a:schemeClr val="dk1"/>
                </a:solidFill>
                <a:latin typeface="Arvo"/>
                <a:ea typeface="Arvo"/>
                <a:cs typeface="Arvo"/>
                <a:sym typeface="Arvo"/>
              </a:rPr>
              <a:t>&lt;ej:Registro estudiantil&gt;</a:t>
            </a:r>
            <a:endParaRPr i="1" sz="600">
              <a:solidFill>
                <a:schemeClr val="hlink"/>
              </a:solidFill>
              <a:latin typeface="Arvo"/>
              <a:ea typeface="Arvo"/>
              <a:cs typeface="Arvo"/>
              <a:sym typeface="Arvo"/>
            </a:endParaRPr>
          </a:p>
        </p:txBody>
      </p:sp>
      <p:sp>
        <p:nvSpPr>
          <p:cNvPr id="13202" name="Google Shape;13202;p220"/>
          <p:cNvSpPr/>
          <p:nvPr/>
        </p:nvSpPr>
        <p:spPr>
          <a:xfrm>
            <a:off x="1621925" y="1416400"/>
            <a:ext cx="8206800" cy="711600"/>
          </a:xfrm>
          <a:prstGeom prst="roundRect">
            <a:avLst>
              <a:gd fmla="val 11434"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3" name="Google Shape;13203;p220"/>
          <p:cNvSpPr txBox="1"/>
          <p:nvPr/>
        </p:nvSpPr>
        <p:spPr>
          <a:xfrm>
            <a:off x="6722450" y="3831250"/>
            <a:ext cx="1223100" cy="780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0"/>
              </a:spcAft>
              <a:buNone/>
            </a:pPr>
            <a:r>
              <a:rPr b="1" lang="es-419" sz="1000">
                <a:solidFill>
                  <a:schemeClr val="dk1"/>
                </a:solidFill>
                <a:latin typeface="Arvo"/>
                <a:ea typeface="Arvo"/>
                <a:cs typeface="Arvo"/>
                <a:sym typeface="Arvo"/>
              </a:rPr>
              <a:t>Estado Final de la Entidad si se aprueba la regla:</a:t>
            </a:r>
            <a:endParaRPr b="1" sz="1000">
              <a:solidFill>
                <a:schemeClr val="dk1"/>
              </a:solidFill>
              <a:latin typeface="Arvo"/>
              <a:ea typeface="Arvo"/>
              <a:cs typeface="Arvo"/>
              <a:sym typeface="Arvo"/>
            </a:endParaRPr>
          </a:p>
          <a:p>
            <a:pPr indent="0" lvl="0" marL="0" rtl="0" algn="r">
              <a:lnSpc>
                <a:spcPct val="115000"/>
              </a:lnSpc>
              <a:spcBef>
                <a:spcPts val="0"/>
              </a:spcBef>
              <a:spcAft>
                <a:spcPts val="0"/>
              </a:spcAft>
              <a:buNone/>
            </a:pPr>
            <a:r>
              <a:rPr i="1" lang="es-419" sz="600">
                <a:solidFill>
                  <a:schemeClr val="dk1"/>
                </a:solidFill>
                <a:latin typeface="Arvo"/>
                <a:ea typeface="Arvo"/>
                <a:cs typeface="Arvo"/>
                <a:sym typeface="Arvo"/>
              </a:rPr>
              <a:t>&lt;ej: aprobado&gt;</a:t>
            </a:r>
            <a:endParaRPr i="1" sz="1000">
              <a:solidFill>
                <a:schemeClr val="dk1"/>
              </a:solidFill>
              <a:latin typeface="Arvo"/>
              <a:ea typeface="Arvo"/>
              <a:cs typeface="Arvo"/>
              <a:sym typeface="Arvo"/>
            </a:endParaRPr>
          </a:p>
          <a:p>
            <a:pPr indent="0" lvl="0" marL="45720" rtl="0" algn="r">
              <a:spcBef>
                <a:spcPts val="0"/>
              </a:spcBef>
              <a:spcAft>
                <a:spcPts val="600"/>
              </a:spcAft>
              <a:buNone/>
            </a:pPr>
            <a:r>
              <a:t/>
            </a:r>
            <a:endParaRPr b="1" sz="1200">
              <a:solidFill>
                <a:schemeClr val="dk1"/>
              </a:solidFill>
              <a:latin typeface="Arvo"/>
              <a:ea typeface="Arvo"/>
              <a:cs typeface="Arvo"/>
              <a:sym typeface="Arvo"/>
            </a:endParaRPr>
          </a:p>
        </p:txBody>
      </p:sp>
      <p:sp>
        <p:nvSpPr>
          <p:cNvPr id="13204" name="Google Shape;13204;p220"/>
          <p:cNvSpPr/>
          <p:nvPr/>
        </p:nvSpPr>
        <p:spPr>
          <a:xfrm>
            <a:off x="4734976" y="3831247"/>
            <a:ext cx="1838700" cy="646500"/>
          </a:xfrm>
          <a:prstGeom prst="roundRect">
            <a:avLst>
              <a:gd fmla="val 6541"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5" name="Google Shape;13205;p220"/>
          <p:cNvSpPr/>
          <p:nvPr/>
        </p:nvSpPr>
        <p:spPr>
          <a:xfrm>
            <a:off x="7989981" y="3831265"/>
            <a:ext cx="1851900" cy="646500"/>
          </a:xfrm>
          <a:prstGeom prst="roundRect">
            <a:avLst>
              <a:gd fmla="val 6541"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6" name="Google Shape;13206;p220"/>
          <p:cNvSpPr txBox="1"/>
          <p:nvPr/>
        </p:nvSpPr>
        <p:spPr>
          <a:xfrm>
            <a:off x="3534832" y="3831240"/>
            <a:ext cx="1163700" cy="645000"/>
          </a:xfrm>
          <a:prstGeom prst="rect">
            <a:avLst/>
          </a:prstGeom>
          <a:noFill/>
          <a:ln>
            <a:noFill/>
          </a:ln>
        </p:spPr>
        <p:txBody>
          <a:bodyPr anchorCtr="0" anchor="t" bIns="0" lIns="0" spcFirstLastPara="1" rIns="0" wrap="square" tIns="0">
            <a:spAutoFit/>
          </a:bodyPr>
          <a:lstStyle/>
          <a:p>
            <a:pPr indent="0" lvl="0" marL="0" rtl="0" algn="r">
              <a:lnSpc>
                <a:spcPct val="115000"/>
              </a:lnSpc>
              <a:spcBef>
                <a:spcPts val="0"/>
              </a:spcBef>
              <a:spcAft>
                <a:spcPts val="0"/>
              </a:spcAft>
              <a:buNone/>
            </a:pPr>
            <a:r>
              <a:rPr b="1" lang="es-419" sz="1000">
                <a:solidFill>
                  <a:schemeClr val="dk1"/>
                </a:solidFill>
                <a:latin typeface="Arvo"/>
                <a:ea typeface="Arvo"/>
                <a:cs typeface="Arvo"/>
                <a:sym typeface="Arvo"/>
              </a:rPr>
              <a:t>Estado Inicial de la Entidad:</a:t>
            </a:r>
            <a:endParaRPr b="1" sz="1000">
              <a:solidFill>
                <a:schemeClr val="dk1"/>
              </a:solidFill>
              <a:latin typeface="Arvo"/>
              <a:ea typeface="Arvo"/>
              <a:cs typeface="Arvo"/>
              <a:sym typeface="Arvo"/>
            </a:endParaRPr>
          </a:p>
          <a:p>
            <a:pPr indent="0" lvl="0" marL="0" rtl="0" algn="r">
              <a:lnSpc>
                <a:spcPct val="115000"/>
              </a:lnSpc>
              <a:spcBef>
                <a:spcPts val="0"/>
              </a:spcBef>
              <a:spcAft>
                <a:spcPts val="0"/>
              </a:spcAft>
              <a:buNone/>
            </a:pPr>
            <a:r>
              <a:rPr i="1" lang="es-419" sz="600">
                <a:solidFill>
                  <a:schemeClr val="dk1"/>
                </a:solidFill>
                <a:latin typeface="Arvo"/>
                <a:ea typeface="Arvo"/>
                <a:cs typeface="Arvo"/>
                <a:sym typeface="Arvo"/>
              </a:rPr>
              <a:t>&lt;ej: no aprobado&gt;</a:t>
            </a:r>
            <a:endParaRPr i="1" sz="1000">
              <a:solidFill>
                <a:schemeClr val="dk1"/>
              </a:solidFill>
              <a:latin typeface="Arvo"/>
              <a:ea typeface="Arvo"/>
              <a:cs typeface="Arvo"/>
              <a:sym typeface="Arvo"/>
            </a:endParaRPr>
          </a:p>
          <a:p>
            <a:pPr indent="0" lvl="0" marL="45720" rtl="0" algn="r">
              <a:spcBef>
                <a:spcPts val="0"/>
              </a:spcBef>
              <a:spcAft>
                <a:spcPts val="600"/>
              </a:spcAft>
              <a:buNone/>
            </a:pPr>
            <a:r>
              <a:t/>
            </a:r>
            <a:endParaRPr b="1" sz="1200">
              <a:solidFill>
                <a:schemeClr val="dk1"/>
              </a:solidFill>
              <a:latin typeface="Arvo"/>
              <a:ea typeface="Arvo"/>
              <a:cs typeface="Arvo"/>
              <a:sym typeface="Arvo"/>
            </a:endParaRPr>
          </a:p>
        </p:txBody>
      </p:sp>
      <p:sp>
        <p:nvSpPr>
          <p:cNvPr id="13207" name="Google Shape;13207;p220"/>
          <p:cNvSpPr txBox="1"/>
          <p:nvPr>
            <p:ph idx="1" type="subTitle"/>
          </p:nvPr>
        </p:nvSpPr>
        <p:spPr>
          <a:xfrm>
            <a:off x="1635275" y="2227250"/>
            <a:ext cx="8206800" cy="1399500"/>
          </a:xfrm>
          <a:prstGeom prst="rect">
            <a:avLst/>
          </a:prstGeom>
          <a:noFill/>
          <a:ln>
            <a:noFill/>
          </a:ln>
        </p:spPr>
        <p:txBody>
          <a:bodyPr anchorCtr="0" anchor="t" bIns="36000" lIns="36000" spcFirstLastPara="1" rIns="36000" wrap="square" tIns="36000">
            <a:noAutofit/>
          </a:bodyPr>
          <a:lstStyle>
            <a:lvl1pPr lvl="0">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13208" name="Google Shape;13208;p220"/>
          <p:cNvSpPr txBox="1"/>
          <p:nvPr>
            <p:ph idx="2" type="subTitle"/>
          </p:nvPr>
        </p:nvSpPr>
        <p:spPr>
          <a:xfrm>
            <a:off x="1648125" y="3855575"/>
            <a:ext cx="1831200" cy="646500"/>
          </a:xfrm>
          <a:prstGeom prst="rect">
            <a:avLst/>
          </a:prstGeom>
          <a:noFill/>
          <a:ln>
            <a:noFill/>
          </a:ln>
        </p:spPr>
        <p:txBody>
          <a:bodyPr anchorCtr="0" anchor="t" bIns="36000" lIns="36000" spcFirstLastPara="1" rIns="36000" wrap="square" tIns="36000">
            <a:noAutofit/>
          </a:bodyPr>
          <a:lstStyle>
            <a:lvl1pPr lvl="0">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100000"/>
              </a:lnSpc>
              <a:spcBef>
                <a:spcPts val="0"/>
              </a:spcBef>
              <a:spcAft>
                <a:spcPts val="0"/>
              </a:spcAft>
              <a:buClr>
                <a:srgbClr val="000000"/>
              </a:buClr>
              <a:buSzPts val="800"/>
              <a:buNone/>
              <a:defRPr sz="800">
                <a:solidFill>
                  <a:srgbClr val="000000"/>
                </a:solidFill>
              </a:defRPr>
            </a:lvl2pPr>
            <a:lvl3pPr lvl="2">
              <a:lnSpc>
                <a:spcPct val="100000"/>
              </a:lnSpc>
              <a:spcBef>
                <a:spcPts val="0"/>
              </a:spcBef>
              <a:spcAft>
                <a:spcPts val="0"/>
              </a:spcAft>
              <a:buClr>
                <a:srgbClr val="000000"/>
              </a:buClr>
              <a:buSzPts val="800"/>
              <a:buNone/>
              <a:defRPr sz="800">
                <a:solidFill>
                  <a:srgbClr val="000000"/>
                </a:solidFill>
              </a:defRPr>
            </a:lvl3pPr>
            <a:lvl4pPr lvl="3">
              <a:lnSpc>
                <a:spcPct val="100000"/>
              </a:lnSpc>
              <a:spcBef>
                <a:spcPts val="0"/>
              </a:spcBef>
              <a:spcAft>
                <a:spcPts val="0"/>
              </a:spcAft>
              <a:buClr>
                <a:srgbClr val="000000"/>
              </a:buClr>
              <a:buSzPts val="800"/>
              <a:buNone/>
              <a:defRPr sz="800">
                <a:solidFill>
                  <a:srgbClr val="000000"/>
                </a:solidFill>
              </a:defRPr>
            </a:lvl4pPr>
            <a:lvl5pPr lvl="4">
              <a:lnSpc>
                <a:spcPct val="100000"/>
              </a:lnSpc>
              <a:spcBef>
                <a:spcPts val="0"/>
              </a:spcBef>
              <a:spcAft>
                <a:spcPts val="0"/>
              </a:spcAft>
              <a:buClr>
                <a:srgbClr val="000000"/>
              </a:buClr>
              <a:buSzPts val="800"/>
              <a:buNone/>
              <a:defRPr sz="800">
                <a:solidFill>
                  <a:srgbClr val="000000"/>
                </a:solidFill>
              </a:defRPr>
            </a:lvl5pPr>
            <a:lvl6pPr lvl="5">
              <a:lnSpc>
                <a:spcPct val="100000"/>
              </a:lnSpc>
              <a:spcBef>
                <a:spcPts val="0"/>
              </a:spcBef>
              <a:spcAft>
                <a:spcPts val="0"/>
              </a:spcAft>
              <a:buClr>
                <a:srgbClr val="000000"/>
              </a:buClr>
              <a:buSzPts val="800"/>
              <a:buNone/>
              <a:defRPr sz="800">
                <a:solidFill>
                  <a:srgbClr val="000000"/>
                </a:solidFill>
              </a:defRPr>
            </a:lvl6pPr>
            <a:lvl7pPr lvl="6">
              <a:lnSpc>
                <a:spcPct val="100000"/>
              </a:lnSpc>
              <a:spcBef>
                <a:spcPts val="0"/>
              </a:spcBef>
              <a:spcAft>
                <a:spcPts val="0"/>
              </a:spcAft>
              <a:buClr>
                <a:srgbClr val="000000"/>
              </a:buClr>
              <a:buSzPts val="800"/>
              <a:buNone/>
              <a:defRPr sz="800">
                <a:solidFill>
                  <a:srgbClr val="000000"/>
                </a:solidFill>
              </a:defRPr>
            </a:lvl7pPr>
            <a:lvl8pPr lvl="7">
              <a:lnSpc>
                <a:spcPct val="100000"/>
              </a:lnSpc>
              <a:spcBef>
                <a:spcPts val="0"/>
              </a:spcBef>
              <a:spcAft>
                <a:spcPts val="0"/>
              </a:spcAft>
              <a:buClr>
                <a:srgbClr val="000000"/>
              </a:buClr>
              <a:buSzPts val="800"/>
              <a:buNone/>
              <a:defRPr sz="800">
                <a:solidFill>
                  <a:srgbClr val="000000"/>
                </a:solidFill>
              </a:defRPr>
            </a:lvl8pPr>
            <a:lvl9pPr lvl="8">
              <a:lnSpc>
                <a:spcPct val="100000"/>
              </a:lnSpc>
              <a:spcBef>
                <a:spcPts val="0"/>
              </a:spcBef>
              <a:spcAft>
                <a:spcPts val="0"/>
              </a:spcAft>
              <a:buClr>
                <a:srgbClr val="000000"/>
              </a:buClr>
              <a:buSzPts val="800"/>
              <a:buNone/>
              <a:defRPr sz="800">
                <a:solidFill>
                  <a:srgbClr val="000000"/>
                </a:solidFill>
              </a:defRPr>
            </a:lvl9pPr>
          </a:lstStyle>
          <a:p/>
        </p:txBody>
      </p:sp>
      <p:sp>
        <p:nvSpPr>
          <p:cNvPr id="13209" name="Google Shape;13209;p220"/>
          <p:cNvSpPr/>
          <p:nvPr/>
        </p:nvSpPr>
        <p:spPr>
          <a:xfrm>
            <a:off x="286150" y="4766163"/>
            <a:ext cx="1311300" cy="607500"/>
          </a:xfrm>
          <a:prstGeom prst="roundRect">
            <a:avLst>
              <a:gd fmla="val 9450" name="adj"/>
            </a:avLst>
          </a:prstGeom>
          <a:noFill/>
          <a:ln>
            <a:noFill/>
          </a:ln>
        </p:spPr>
        <p:txBody>
          <a:bodyPr anchorCtr="0" anchor="t" bIns="0" lIns="36000" spcFirstLastPara="1" rIns="0" wrap="square" tIns="0">
            <a:noAutofit/>
          </a:bodyPr>
          <a:lstStyle/>
          <a:p>
            <a:pPr indent="0" lvl="0" marL="0" rtl="0" algn="r">
              <a:lnSpc>
                <a:spcPct val="115000"/>
              </a:lnSpc>
              <a:spcBef>
                <a:spcPts val="0"/>
              </a:spcBef>
              <a:spcAft>
                <a:spcPts val="0"/>
              </a:spcAft>
              <a:buClr>
                <a:schemeClr val="dk1"/>
              </a:buClr>
              <a:buSzPts val="1100"/>
              <a:buFont typeface="Arial"/>
              <a:buNone/>
            </a:pPr>
            <a:r>
              <a:rPr b="1" lang="es-419" sz="1000">
                <a:solidFill>
                  <a:schemeClr val="dk1"/>
                </a:solidFill>
                <a:latin typeface="Arvo"/>
                <a:ea typeface="Arvo"/>
                <a:cs typeface="Arvo"/>
                <a:sym typeface="Arvo"/>
              </a:rPr>
              <a:t>Entidades Participantes:</a:t>
            </a:r>
            <a:endParaRPr sz="1000"/>
          </a:p>
        </p:txBody>
      </p:sp>
      <p:grpSp>
        <p:nvGrpSpPr>
          <p:cNvPr id="13210" name="Google Shape;13210;p220"/>
          <p:cNvGrpSpPr/>
          <p:nvPr/>
        </p:nvGrpSpPr>
        <p:grpSpPr>
          <a:xfrm>
            <a:off x="1670204" y="4672426"/>
            <a:ext cx="3238409" cy="893400"/>
            <a:chOff x="2627447" y="1670375"/>
            <a:chExt cx="3587073" cy="893400"/>
          </a:xfrm>
        </p:grpSpPr>
        <p:sp>
          <p:nvSpPr>
            <p:cNvPr id="13211" name="Google Shape;13211;p220"/>
            <p:cNvSpPr/>
            <p:nvPr/>
          </p:nvSpPr>
          <p:spPr>
            <a:xfrm>
              <a:off x="2627447" y="1670375"/>
              <a:ext cx="1782000" cy="893400"/>
            </a:xfrm>
            <a:prstGeom prst="rect">
              <a:avLst/>
            </a:prstGeom>
            <a:solidFill>
              <a:srgbClr val="FFF2CC"/>
            </a:solidFill>
            <a:ln cap="flat" cmpd="sng" w="9525">
              <a:solidFill>
                <a:srgbClr val="D9EA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2" name="Google Shape;13212;p220"/>
            <p:cNvSpPr/>
            <p:nvPr/>
          </p:nvSpPr>
          <p:spPr>
            <a:xfrm>
              <a:off x="4450520" y="1670375"/>
              <a:ext cx="1764000" cy="893400"/>
            </a:xfrm>
            <a:prstGeom prst="rect">
              <a:avLst/>
            </a:prstGeom>
            <a:solidFill>
              <a:srgbClr val="FFF2CC"/>
            </a:solidFill>
            <a:ln cap="flat" cmpd="sng" w="9525">
              <a:solidFill>
                <a:srgbClr val="F4CCC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cxnSp>
        <p:nvCxnSpPr>
          <p:cNvPr id="13213" name="Google Shape;13213;p220"/>
          <p:cNvCxnSpPr/>
          <p:nvPr/>
        </p:nvCxnSpPr>
        <p:spPr>
          <a:xfrm>
            <a:off x="6548821" y="4666600"/>
            <a:ext cx="0" cy="899700"/>
          </a:xfrm>
          <a:prstGeom prst="straightConnector1">
            <a:avLst/>
          </a:prstGeom>
          <a:noFill/>
          <a:ln cap="flat" cmpd="sng" w="28575">
            <a:solidFill>
              <a:srgbClr val="D9D9D9"/>
            </a:solidFill>
            <a:prstDash val="solid"/>
            <a:round/>
            <a:headEnd len="sm" w="sm" type="none"/>
            <a:tailEnd len="sm" w="sm" type="none"/>
          </a:ln>
        </p:spPr>
      </p:cxnSp>
      <p:grpSp>
        <p:nvGrpSpPr>
          <p:cNvPr id="13214" name="Google Shape;13214;p220"/>
          <p:cNvGrpSpPr/>
          <p:nvPr/>
        </p:nvGrpSpPr>
        <p:grpSpPr>
          <a:xfrm>
            <a:off x="4949628" y="4672426"/>
            <a:ext cx="3238409" cy="893400"/>
            <a:chOff x="2627447" y="1670375"/>
            <a:chExt cx="3587073" cy="893400"/>
          </a:xfrm>
        </p:grpSpPr>
        <p:sp>
          <p:nvSpPr>
            <p:cNvPr id="13215" name="Google Shape;13215;p220"/>
            <p:cNvSpPr/>
            <p:nvPr/>
          </p:nvSpPr>
          <p:spPr>
            <a:xfrm>
              <a:off x="2627447" y="1670375"/>
              <a:ext cx="1782000" cy="893400"/>
            </a:xfrm>
            <a:prstGeom prst="rect">
              <a:avLst/>
            </a:prstGeom>
            <a:solidFill>
              <a:srgbClr val="FFF2CC"/>
            </a:solidFill>
            <a:ln cap="flat" cmpd="sng" w="9525">
              <a:solidFill>
                <a:srgbClr val="D9EA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6" name="Google Shape;13216;p220"/>
            <p:cNvSpPr/>
            <p:nvPr/>
          </p:nvSpPr>
          <p:spPr>
            <a:xfrm>
              <a:off x="4450520" y="1670375"/>
              <a:ext cx="1764000" cy="893400"/>
            </a:xfrm>
            <a:prstGeom prst="rect">
              <a:avLst/>
            </a:prstGeom>
            <a:solidFill>
              <a:srgbClr val="FFF2CC"/>
            </a:solidFill>
            <a:ln cap="flat" cmpd="sng" w="9525">
              <a:solidFill>
                <a:srgbClr val="F4CCC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217" name="Google Shape;13217;p220"/>
          <p:cNvSpPr txBox="1"/>
          <p:nvPr>
            <p:ph idx="3" type="subTitle"/>
          </p:nvPr>
        </p:nvSpPr>
        <p:spPr>
          <a:xfrm>
            <a:off x="4740190" y="3829375"/>
            <a:ext cx="1831200" cy="646500"/>
          </a:xfrm>
          <a:prstGeom prst="rect">
            <a:avLst/>
          </a:prstGeom>
          <a:noFill/>
          <a:ln>
            <a:noFill/>
          </a:ln>
        </p:spPr>
        <p:txBody>
          <a:bodyPr anchorCtr="0" anchor="t" bIns="36000" lIns="36000" spcFirstLastPara="1" rIns="36000" wrap="square" tIns="36000">
            <a:noAutofit/>
          </a:bodyPr>
          <a:lstStyle>
            <a:lvl1pPr lvl="0">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100000"/>
              </a:lnSpc>
              <a:spcBef>
                <a:spcPts val="0"/>
              </a:spcBef>
              <a:spcAft>
                <a:spcPts val="0"/>
              </a:spcAft>
              <a:buClr>
                <a:srgbClr val="000000"/>
              </a:buClr>
              <a:buSzPts val="800"/>
              <a:buNone/>
              <a:defRPr sz="800">
                <a:solidFill>
                  <a:srgbClr val="000000"/>
                </a:solidFill>
              </a:defRPr>
            </a:lvl2pPr>
            <a:lvl3pPr lvl="2">
              <a:lnSpc>
                <a:spcPct val="100000"/>
              </a:lnSpc>
              <a:spcBef>
                <a:spcPts val="0"/>
              </a:spcBef>
              <a:spcAft>
                <a:spcPts val="0"/>
              </a:spcAft>
              <a:buClr>
                <a:srgbClr val="000000"/>
              </a:buClr>
              <a:buSzPts val="800"/>
              <a:buNone/>
              <a:defRPr sz="800">
                <a:solidFill>
                  <a:srgbClr val="000000"/>
                </a:solidFill>
              </a:defRPr>
            </a:lvl3pPr>
            <a:lvl4pPr lvl="3">
              <a:lnSpc>
                <a:spcPct val="100000"/>
              </a:lnSpc>
              <a:spcBef>
                <a:spcPts val="0"/>
              </a:spcBef>
              <a:spcAft>
                <a:spcPts val="0"/>
              </a:spcAft>
              <a:buClr>
                <a:srgbClr val="000000"/>
              </a:buClr>
              <a:buSzPts val="800"/>
              <a:buNone/>
              <a:defRPr sz="800">
                <a:solidFill>
                  <a:srgbClr val="000000"/>
                </a:solidFill>
              </a:defRPr>
            </a:lvl4pPr>
            <a:lvl5pPr lvl="4">
              <a:lnSpc>
                <a:spcPct val="100000"/>
              </a:lnSpc>
              <a:spcBef>
                <a:spcPts val="0"/>
              </a:spcBef>
              <a:spcAft>
                <a:spcPts val="0"/>
              </a:spcAft>
              <a:buClr>
                <a:srgbClr val="000000"/>
              </a:buClr>
              <a:buSzPts val="800"/>
              <a:buNone/>
              <a:defRPr sz="800">
                <a:solidFill>
                  <a:srgbClr val="000000"/>
                </a:solidFill>
              </a:defRPr>
            </a:lvl5pPr>
            <a:lvl6pPr lvl="5">
              <a:lnSpc>
                <a:spcPct val="100000"/>
              </a:lnSpc>
              <a:spcBef>
                <a:spcPts val="0"/>
              </a:spcBef>
              <a:spcAft>
                <a:spcPts val="0"/>
              </a:spcAft>
              <a:buClr>
                <a:srgbClr val="000000"/>
              </a:buClr>
              <a:buSzPts val="800"/>
              <a:buNone/>
              <a:defRPr sz="800">
                <a:solidFill>
                  <a:srgbClr val="000000"/>
                </a:solidFill>
              </a:defRPr>
            </a:lvl6pPr>
            <a:lvl7pPr lvl="6">
              <a:lnSpc>
                <a:spcPct val="100000"/>
              </a:lnSpc>
              <a:spcBef>
                <a:spcPts val="0"/>
              </a:spcBef>
              <a:spcAft>
                <a:spcPts val="0"/>
              </a:spcAft>
              <a:buClr>
                <a:srgbClr val="000000"/>
              </a:buClr>
              <a:buSzPts val="800"/>
              <a:buNone/>
              <a:defRPr sz="800">
                <a:solidFill>
                  <a:srgbClr val="000000"/>
                </a:solidFill>
              </a:defRPr>
            </a:lvl7pPr>
            <a:lvl8pPr lvl="7">
              <a:lnSpc>
                <a:spcPct val="100000"/>
              </a:lnSpc>
              <a:spcBef>
                <a:spcPts val="0"/>
              </a:spcBef>
              <a:spcAft>
                <a:spcPts val="0"/>
              </a:spcAft>
              <a:buClr>
                <a:srgbClr val="000000"/>
              </a:buClr>
              <a:buSzPts val="800"/>
              <a:buNone/>
              <a:defRPr sz="800">
                <a:solidFill>
                  <a:srgbClr val="000000"/>
                </a:solidFill>
              </a:defRPr>
            </a:lvl8pPr>
            <a:lvl9pPr lvl="8">
              <a:lnSpc>
                <a:spcPct val="100000"/>
              </a:lnSpc>
              <a:spcBef>
                <a:spcPts val="0"/>
              </a:spcBef>
              <a:spcAft>
                <a:spcPts val="0"/>
              </a:spcAft>
              <a:buClr>
                <a:srgbClr val="000000"/>
              </a:buClr>
              <a:buSzPts val="800"/>
              <a:buNone/>
              <a:defRPr sz="800">
                <a:solidFill>
                  <a:srgbClr val="000000"/>
                </a:solidFill>
              </a:defRPr>
            </a:lvl9pPr>
          </a:lstStyle>
          <a:p/>
        </p:txBody>
      </p:sp>
      <p:sp>
        <p:nvSpPr>
          <p:cNvPr id="13218" name="Google Shape;13218;p220"/>
          <p:cNvSpPr txBox="1"/>
          <p:nvPr>
            <p:ph idx="4" type="subTitle"/>
          </p:nvPr>
        </p:nvSpPr>
        <p:spPr>
          <a:xfrm>
            <a:off x="7998604" y="3829375"/>
            <a:ext cx="1831200" cy="646500"/>
          </a:xfrm>
          <a:prstGeom prst="rect">
            <a:avLst/>
          </a:prstGeom>
          <a:noFill/>
          <a:ln>
            <a:noFill/>
          </a:ln>
        </p:spPr>
        <p:txBody>
          <a:bodyPr anchorCtr="0" anchor="t" bIns="36000" lIns="36000" spcFirstLastPara="1" rIns="36000" wrap="square" tIns="36000">
            <a:noAutofit/>
          </a:bodyPr>
          <a:lstStyle>
            <a:lvl1pPr lvl="0">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100000"/>
              </a:lnSpc>
              <a:spcBef>
                <a:spcPts val="0"/>
              </a:spcBef>
              <a:spcAft>
                <a:spcPts val="0"/>
              </a:spcAft>
              <a:buClr>
                <a:srgbClr val="000000"/>
              </a:buClr>
              <a:buSzPts val="800"/>
              <a:buNone/>
              <a:defRPr sz="800">
                <a:solidFill>
                  <a:srgbClr val="000000"/>
                </a:solidFill>
              </a:defRPr>
            </a:lvl2pPr>
            <a:lvl3pPr lvl="2">
              <a:lnSpc>
                <a:spcPct val="100000"/>
              </a:lnSpc>
              <a:spcBef>
                <a:spcPts val="0"/>
              </a:spcBef>
              <a:spcAft>
                <a:spcPts val="0"/>
              </a:spcAft>
              <a:buClr>
                <a:srgbClr val="000000"/>
              </a:buClr>
              <a:buSzPts val="800"/>
              <a:buNone/>
              <a:defRPr sz="800">
                <a:solidFill>
                  <a:srgbClr val="000000"/>
                </a:solidFill>
              </a:defRPr>
            </a:lvl3pPr>
            <a:lvl4pPr lvl="3">
              <a:lnSpc>
                <a:spcPct val="100000"/>
              </a:lnSpc>
              <a:spcBef>
                <a:spcPts val="0"/>
              </a:spcBef>
              <a:spcAft>
                <a:spcPts val="0"/>
              </a:spcAft>
              <a:buClr>
                <a:srgbClr val="000000"/>
              </a:buClr>
              <a:buSzPts val="800"/>
              <a:buNone/>
              <a:defRPr sz="800">
                <a:solidFill>
                  <a:srgbClr val="000000"/>
                </a:solidFill>
              </a:defRPr>
            </a:lvl4pPr>
            <a:lvl5pPr lvl="4">
              <a:lnSpc>
                <a:spcPct val="100000"/>
              </a:lnSpc>
              <a:spcBef>
                <a:spcPts val="0"/>
              </a:spcBef>
              <a:spcAft>
                <a:spcPts val="0"/>
              </a:spcAft>
              <a:buClr>
                <a:srgbClr val="000000"/>
              </a:buClr>
              <a:buSzPts val="800"/>
              <a:buNone/>
              <a:defRPr sz="800">
                <a:solidFill>
                  <a:srgbClr val="000000"/>
                </a:solidFill>
              </a:defRPr>
            </a:lvl5pPr>
            <a:lvl6pPr lvl="5">
              <a:lnSpc>
                <a:spcPct val="100000"/>
              </a:lnSpc>
              <a:spcBef>
                <a:spcPts val="0"/>
              </a:spcBef>
              <a:spcAft>
                <a:spcPts val="0"/>
              </a:spcAft>
              <a:buClr>
                <a:srgbClr val="000000"/>
              </a:buClr>
              <a:buSzPts val="800"/>
              <a:buNone/>
              <a:defRPr sz="800">
                <a:solidFill>
                  <a:srgbClr val="000000"/>
                </a:solidFill>
              </a:defRPr>
            </a:lvl6pPr>
            <a:lvl7pPr lvl="6">
              <a:lnSpc>
                <a:spcPct val="100000"/>
              </a:lnSpc>
              <a:spcBef>
                <a:spcPts val="0"/>
              </a:spcBef>
              <a:spcAft>
                <a:spcPts val="0"/>
              </a:spcAft>
              <a:buClr>
                <a:srgbClr val="000000"/>
              </a:buClr>
              <a:buSzPts val="800"/>
              <a:buNone/>
              <a:defRPr sz="800">
                <a:solidFill>
                  <a:srgbClr val="000000"/>
                </a:solidFill>
              </a:defRPr>
            </a:lvl7pPr>
            <a:lvl8pPr lvl="7">
              <a:lnSpc>
                <a:spcPct val="100000"/>
              </a:lnSpc>
              <a:spcBef>
                <a:spcPts val="0"/>
              </a:spcBef>
              <a:spcAft>
                <a:spcPts val="0"/>
              </a:spcAft>
              <a:buClr>
                <a:srgbClr val="000000"/>
              </a:buClr>
              <a:buSzPts val="800"/>
              <a:buNone/>
              <a:defRPr sz="800">
                <a:solidFill>
                  <a:srgbClr val="000000"/>
                </a:solidFill>
              </a:defRPr>
            </a:lvl8pPr>
            <a:lvl9pPr lvl="8">
              <a:lnSpc>
                <a:spcPct val="100000"/>
              </a:lnSpc>
              <a:spcBef>
                <a:spcPts val="0"/>
              </a:spcBef>
              <a:spcAft>
                <a:spcPts val="0"/>
              </a:spcAft>
              <a:buClr>
                <a:srgbClr val="000000"/>
              </a:buClr>
              <a:buSzPts val="800"/>
              <a:buNone/>
              <a:defRPr sz="800">
                <a:solidFill>
                  <a:srgbClr val="000000"/>
                </a:solidFill>
              </a:defRPr>
            </a:lvl9pPr>
          </a:lstStyle>
          <a:p/>
        </p:txBody>
      </p:sp>
      <p:sp>
        <p:nvSpPr>
          <p:cNvPr id="13219" name="Google Shape;13219;p220"/>
          <p:cNvSpPr/>
          <p:nvPr/>
        </p:nvSpPr>
        <p:spPr>
          <a:xfrm>
            <a:off x="1669750" y="4680019"/>
            <a:ext cx="1608900" cy="287400"/>
          </a:xfrm>
          <a:prstGeom prst="rect">
            <a:avLst/>
          </a:prstGeom>
          <a:solidFill>
            <a:srgbClr val="FFF2CC"/>
          </a:solidFill>
          <a:ln cap="flat" cmpd="sng" w="9525">
            <a:solidFill>
              <a:srgbClr val="D9EAD3"/>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s-419" sz="1000">
                <a:solidFill>
                  <a:srgbClr val="666666"/>
                </a:solidFill>
                <a:latin typeface="Arvo"/>
                <a:ea typeface="Arvo"/>
                <a:cs typeface="Arvo"/>
                <a:sym typeface="Arvo"/>
              </a:rPr>
              <a:t>Entidad 1 </a:t>
            </a:r>
            <a:r>
              <a:rPr i="1" lang="es-419" sz="600">
                <a:solidFill>
                  <a:schemeClr val="dk1"/>
                </a:solidFill>
                <a:latin typeface="Arvo"/>
                <a:ea typeface="Arvo"/>
                <a:cs typeface="Arvo"/>
                <a:sym typeface="Arvo"/>
              </a:rPr>
              <a:t>&lt;ej: Estudiante&gt;</a:t>
            </a:r>
            <a:endParaRPr b="1" sz="1000">
              <a:solidFill>
                <a:srgbClr val="666666"/>
              </a:solidFill>
              <a:latin typeface="Arvo"/>
              <a:ea typeface="Arvo"/>
              <a:cs typeface="Arvo"/>
              <a:sym typeface="Arvo"/>
            </a:endParaRPr>
          </a:p>
        </p:txBody>
      </p:sp>
      <p:sp>
        <p:nvSpPr>
          <p:cNvPr id="13220" name="Google Shape;13220;p220"/>
          <p:cNvSpPr/>
          <p:nvPr/>
        </p:nvSpPr>
        <p:spPr>
          <a:xfrm>
            <a:off x="4944270" y="4680020"/>
            <a:ext cx="1608900" cy="287400"/>
          </a:xfrm>
          <a:prstGeom prst="rect">
            <a:avLst/>
          </a:prstGeom>
          <a:solidFill>
            <a:srgbClr val="FFF2CC"/>
          </a:solidFill>
          <a:ln cap="flat" cmpd="sng" w="9525">
            <a:solidFill>
              <a:srgbClr val="D9EAD3"/>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s-419" sz="1000">
                <a:solidFill>
                  <a:srgbClr val="666666"/>
                </a:solidFill>
                <a:latin typeface="Arvo"/>
                <a:ea typeface="Arvo"/>
                <a:cs typeface="Arvo"/>
                <a:sym typeface="Arvo"/>
              </a:rPr>
              <a:t>Entidad 3 </a:t>
            </a:r>
            <a:r>
              <a:rPr i="1" lang="es-419" sz="600">
                <a:solidFill>
                  <a:schemeClr val="dk1"/>
                </a:solidFill>
                <a:latin typeface="Arvo"/>
                <a:ea typeface="Arvo"/>
                <a:cs typeface="Arvo"/>
                <a:sym typeface="Arvo"/>
              </a:rPr>
              <a:t>&lt;ej: Curso&gt;</a:t>
            </a:r>
            <a:endParaRPr b="1" sz="1000">
              <a:solidFill>
                <a:srgbClr val="666666"/>
              </a:solidFill>
              <a:latin typeface="Arvo"/>
              <a:ea typeface="Arvo"/>
              <a:cs typeface="Arvo"/>
              <a:sym typeface="Arvo"/>
            </a:endParaRPr>
          </a:p>
        </p:txBody>
      </p:sp>
      <p:sp>
        <p:nvSpPr>
          <p:cNvPr id="13221" name="Google Shape;13221;p220"/>
          <p:cNvSpPr/>
          <p:nvPr/>
        </p:nvSpPr>
        <p:spPr>
          <a:xfrm>
            <a:off x="6590435" y="4672420"/>
            <a:ext cx="1597800" cy="294900"/>
          </a:xfrm>
          <a:prstGeom prst="rect">
            <a:avLst/>
          </a:prstGeom>
          <a:solidFill>
            <a:srgbClr val="FFF2CC"/>
          </a:solidFill>
          <a:ln cap="flat" cmpd="sng" w="9525">
            <a:solidFill>
              <a:srgbClr val="D9EAD3"/>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s-419" sz="1000">
                <a:solidFill>
                  <a:srgbClr val="666666"/>
                </a:solidFill>
                <a:latin typeface="Arvo"/>
                <a:ea typeface="Arvo"/>
                <a:cs typeface="Arvo"/>
                <a:sym typeface="Arvo"/>
              </a:rPr>
              <a:t>Entidad 4 </a:t>
            </a:r>
            <a:r>
              <a:rPr i="1" lang="es-419" sz="600">
                <a:solidFill>
                  <a:schemeClr val="dk1"/>
                </a:solidFill>
                <a:latin typeface="Arvo"/>
                <a:ea typeface="Arvo"/>
                <a:cs typeface="Arvo"/>
                <a:sym typeface="Arvo"/>
              </a:rPr>
              <a:t>&lt;ej: Periodo&gt;</a:t>
            </a:r>
            <a:endParaRPr b="1" sz="1000">
              <a:solidFill>
                <a:srgbClr val="666666"/>
              </a:solidFill>
              <a:latin typeface="Arvo"/>
              <a:ea typeface="Arvo"/>
              <a:cs typeface="Arvo"/>
              <a:sym typeface="Arvo"/>
            </a:endParaRPr>
          </a:p>
        </p:txBody>
      </p:sp>
      <p:grpSp>
        <p:nvGrpSpPr>
          <p:cNvPr id="13222" name="Google Shape;13222;p220"/>
          <p:cNvGrpSpPr/>
          <p:nvPr/>
        </p:nvGrpSpPr>
        <p:grpSpPr>
          <a:xfrm>
            <a:off x="1670204" y="5595956"/>
            <a:ext cx="3238409" cy="893400"/>
            <a:chOff x="2627447" y="1670375"/>
            <a:chExt cx="3587073" cy="893400"/>
          </a:xfrm>
        </p:grpSpPr>
        <p:sp>
          <p:nvSpPr>
            <p:cNvPr id="13223" name="Google Shape;13223;p220"/>
            <p:cNvSpPr/>
            <p:nvPr/>
          </p:nvSpPr>
          <p:spPr>
            <a:xfrm>
              <a:off x="2627447" y="1670375"/>
              <a:ext cx="1782000" cy="893400"/>
            </a:xfrm>
            <a:prstGeom prst="rect">
              <a:avLst/>
            </a:prstGeom>
            <a:solidFill>
              <a:srgbClr val="F4CCCC"/>
            </a:solidFill>
            <a:ln cap="flat" cmpd="sng" w="9525">
              <a:solidFill>
                <a:srgbClr val="D9EA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4" name="Google Shape;13224;p220"/>
            <p:cNvSpPr/>
            <p:nvPr/>
          </p:nvSpPr>
          <p:spPr>
            <a:xfrm>
              <a:off x="4450520" y="1670375"/>
              <a:ext cx="1764000" cy="893400"/>
            </a:xfrm>
            <a:prstGeom prst="rect">
              <a:avLst/>
            </a:prstGeom>
            <a:solidFill>
              <a:srgbClr val="F4CCCC"/>
            </a:solidFill>
            <a:ln cap="flat" cmpd="sng" w="9525">
              <a:solidFill>
                <a:srgbClr val="F4CCC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cxnSp>
        <p:nvCxnSpPr>
          <p:cNvPr id="13225" name="Google Shape;13225;p220"/>
          <p:cNvCxnSpPr/>
          <p:nvPr/>
        </p:nvCxnSpPr>
        <p:spPr>
          <a:xfrm>
            <a:off x="6548821" y="5590130"/>
            <a:ext cx="0" cy="899700"/>
          </a:xfrm>
          <a:prstGeom prst="straightConnector1">
            <a:avLst/>
          </a:prstGeom>
          <a:noFill/>
          <a:ln cap="flat" cmpd="sng" w="28575">
            <a:solidFill>
              <a:srgbClr val="D9D9D9"/>
            </a:solidFill>
            <a:prstDash val="solid"/>
            <a:round/>
            <a:headEnd len="sm" w="sm" type="none"/>
            <a:tailEnd len="sm" w="sm" type="none"/>
          </a:ln>
        </p:spPr>
      </p:cxnSp>
      <p:grpSp>
        <p:nvGrpSpPr>
          <p:cNvPr id="13226" name="Google Shape;13226;p220"/>
          <p:cNvGrpSpPr/>
          <p:nvPr/>
        </p:nvGrpSpPr>
        <p:grpSpPr>
          <a:xfrm>
            <a:off x="4949628" y="5595956"/>
            <a:ext cx="3238409" cy="893400"/>
            <a:chOff x="2627447" y="1670375"/>
            <a:chExt cx="3587073" cy="893400"/>
          </a:xfrm>
        </p:grpSpPr>
        <p:sp>
          <p:nvSpPr>
            <p:cNvPr id="13227" name="Google Shape;13227;p220"/>
            <p:cNvSpPr/>
            <p:nvPr/>
          </p:nvSpPr>
          <p:spPr>
            <a:xfrm>
              <a:off x="2627447" y="1670375"/>
              <a:ext cx="1782000" cy="893400"/>
            </a:xfrm>
            <a:prstGeom prst="rect">
              <a:avLst/>
            </a:prstGeom>
            <a:solidFill>
              <a:srgbClr val="F4CCCC"/>
            </a:solidFill>
            <a:ln cap="flat" cmpd="sng" w="9525">
              <a:solidFill>
                <a:srgbClr val="D9EA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8" name="Google Shape;13228;p220"/>
            <p:cNvSpPr/>
            <p:nvPr/>
          </p:nvSpPr>
          <p:spPr>
            <a:xfrm>
              <a:off x="4450520" y="1670375"/>
              <a:ext cx="1764000" cy="893400"/>
            </a:xfrm>
            <a:prstGeom prst="rect">
              <a:avLst/>
            </a:prstGeom>
            <a:solidFill>
              <a:srgbClr val="F4CCCC"/>
            </a:solidFill>
            <a:ln cap="flat" cmpd="sng" w="9525">
              <a:solidFill>
                <a:srgbClr val="F4CCC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229" name="Google Shape;13229;p220"/>
          <p:cNvSpPr/>
          <p:nvPr/>
        </p:nvSpPr>
        <p:spPr>
          <a:xfrm>
            <a:off x="1671578" y="5596051"/>
            <a:ext cx="1608900" cy="294900"/>
          </a:xfrm>
          <a:prstGeom prst="rect">
            <a:avLst/>
          </a:prstGeom>
          <a:solidFill>
            <a:srgbClr val="F4CCCC"/>
          </a:solidFill>
          <a:ln cap="flat" cmpd="sng" w="9525">
            <a:solidFill>
              <a:srgbClr val="D9EAD3"/>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s-419" sz="1000">
                <a:solidFill>
                  <a:srgbClr val="666666"/>
                </a:solidFill>
                <a:latin typeface="Arvo"/>
                <a:ea typeface="Arvo"/>
                <a:cs typeface="Arvo"/>
                <a:sym typeface="Arvo"/>
              </a:rPr>
              <a:t>Estado 1 </a:t>
            </a:r>
            <a:r>
              <a:rPr i="1" lang="es-419" sz="600">
                <a:solidFill>
                  <a:schemeClr val="dk1"/>
                </a:solidFill>
                <a:latin typeface="Arvo"/>
                <a:ea typeface="Arvo"/>
                <a:cs typeface="Arvo"/>
                <a:sym typeface="Arvo"/>
              </a:rPr>
              <a:t>&lt;ej:  Activo y no registrado&gt;</a:t>
            </a:r>
            <a:endParaRPr b="1" sz="1000">
              <a:solidFill>
                <a:srgbClr val="666666"/>
              </a:solidFill>
              <a:latin typeface="Arvo"/>
              <a:ea typeface="Arvo"/>
              <a:cs typeface="Arvo"/>
              <a:sym typeface="Arvo"/>
            </a:endParaRPr>
          </a:p>
        </p:txBody>
      </p:sp>
      <p:sp>
        <p:nvSpPr>
          <p:cNvPr id="13230" name="Google Shape;13230;p220"/>
          <p:cNvSpPr/>
          <p:nvPr/>
        </p:nvSpPr>
        <p:spPr>
          <a:xfrm>
            <a:off x="3313635" y="5596051"/>
            <a:ext cx="1597800" cy="294900"/>
          </a:xfrm>
          <a:prstGeom prst="rect">
            <a:avLst/>
          </a:prstGeom>
          <a:solidFill>
            <a:srgbClr val="F4CCCC"/>
          </a:solidFill>
          <a:ln cap="flat" cmpd="sng" w="9525">
            <a:solidFill>
              <a:srgbClr val="D9EAD3"/>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s-419" sz="1000">
                <a:solidFill>
                  <a:srgbClr val="666666"/>
                </a:solidFill>
                <a:latin typeface="Arvo"/>
                <a:ea typeface="Arvo"/>
                <a:cs typeface="Arvo"/>
                <a:sym typeface="Arvo"/>
              </a:rPr>
              <a:t>Estado 2 </a:t>
            </a:r>
            <a:r>
              <a:rPr i="1" lang="es-419" sz="600">
                <a:solidFill>
                  <a:schemeClr val="dk1"/>
                </a:solidFill>
                <a:latin typeface="Arvo"/>
                <a:ea typeface="Arvo"/>
                <a:cs typeface="Arvo"/>
                <a:sym typeface="Arvo"/>
              </a:rPr>
              <a:t>&lt;ej: en Funcionamiento&gt;</a:t>
            </a:r>
            <a:endParaRPr b="1" sz="1000">
              <a:solidFill>
                <a:srgbClr val="666666"/>
              </a:solidFill>
              <a:latin typeface="Arvo"/>
              <a:ea typeface="Arvo"/>
              <a:cs typeface="Arvo"/>
              <a:sym typeface="Arvo"/>
            </a:endParaRPr>
          </a:p>
        </p:txBody>
      </p:sp>
      <p:sp>
        <p:nvSpPr>
          <p:cNvPr id="13231" name="Google Shape;13231;p220"/>
          <p:cNvSpPr/>
          <p:nvPr/>
        </p:nvSpPr>
        <p:spPr>
          <a:xfrm>
            <a:off x="4951479" y="5603550"/>
            <a:ext cx="1608900" cy="287400"/>
          </a:xfrm>
          <a:prstGeom prst="rect">
            <a:avLst/>
          </a:prstGeom>
          <a:solidFill>
            <a:srgbClr val="F4CCCC"/>
          </a:solidFill>
          <a:ln cap="flat" cmpd="sng" w="9525">
            <a:solidFill>
              <a:srgbClr val="D9EAD3"/>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s-419" sz="1000">
                <a:solidFill>
                  <a:srgbClr val="666666"/>
                </a:solidFill>
                <a:latin typeface="Arvo"/>
                <a:ea typeface="Arvo"/>
                <a:cs typeface="Arvo"/>
                <a:sym typeface="Arvo"/>
              </a:rPr>
              <a:t>Estado 3 </a:t>
            </a:r>
            <a:r>
              <a:rPr i="1" lang="es-419" sz="600">
                <a:solidFill>
                  <a:schemeClr val="dk1"/>
                </a:solidFill>
                <a:latin typeface="Arvo"/>
                <a:ea typeface="Arvo"/>
                <a:cs typeface="Arvo"/>
                <a:sym typeface="Arvo"/>
              </a:rPr>
              <a:t>&lt;ej: Con Cupo&gt;</a:t>
            </a:r>
            <a:endParaRPr b="1" sz="1000">
              <a:solidFill>
                <a:srgbClr val="666666"/>
              </a:solidFill>
              <a:latin typeface="Arvo"/>
              <a:ea typeface="Arvo"/>
              <a:cs typeface="Arvo"/>
              <a:sym typeface="Arvo"/>
            </a:endParaRPr>
          </a:p>
        </p:txBody>
      </p:sp>
      <p:sp>
        <p:nvSpPr>
          <p:cNvPr id="13232" name="Google Shape;13232;p220"/>
          <p:cNvSpPr/>
          <p:nvPr/>
        </p:nvSpPr>
        <p:spPr>
          <a:xfrm>
            <a:off x="6593211" y="5596126"/>
            <a:ext cx="1595100" cy="294900"/>
          </a:xfrm>
          <a:prstGeom prst="rect">
            <a:avLst/>
          </a:prstGeom>
          <a:solidFill>
            <a:srgbClr val="F4CCCC"/>
          </a:solidFill>
          <a:ln cap="flat" cmpd="sng" w="9525">
            <a:solidFill>
              <a:srgbClr val="D9EAD3"/>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s-419" sz="1000">
                <a:solidFill>
                  <a:srgbClr val="666666"/>
                </a:solidFill>
                <a:latin typeface="Arvo"/>
                <a:ea typeface="Arvo"/>
                <a:cs typeface="Arvo"/>
                <a:sym typeface="Arvo"/>
              </a:rPr>
              <a:t>Estado 4 </a:t>
            </a:r>
            <a:r>
              <a:rPr i="1" lang="es-419" sz="600">
                <a:solidFill>
                  <a:schemeClr val="dk1"/>
                </a:solidFill>
                <a:latin typeface="Arvo"/>
                <a:ea typeface="Arvo"/>
                <a:cs typeface="Arvo"/>
                <a:sym typeface="Arvo"/>
              </a:rPr>
              <a:t>&lt;ej: Registrado&gt;</a:t>
            </a:r>
            <a:endParaRPr b="1" sz="1000">
              <a:solidFill>
                <a:srgbClr val="666666"/>
              </a:solidFill>
              <a:latin typeface="Arvo"/>
              <a:ea typeface="Arvo"/>
              <a:cs typeface="Arvo"/>
              <a:sym typeface="Arvo"/>
            </a:endParaRPr>
          </a:p>
        </p:txBody>
      </p:sp>
      <p:sp>
        <p:nvSpPr>
          <p:cNvPr id="13233" name="Google Shape;13233;p220"/>
          <p:cNvSpPr/>
          <p:nvPr/>
        </p:nvSpPr>
        <p:spPr>
          <a:xfrm>
            <a:off x="3313635" y="4680020"/>
            <a:ext cx="1595100" cy="287400"/>
          </a:xfrm>
          <a:prstGeom prst="rect">
            <a:avLst/>
          </a:prstGeom>
          <a:solidFill>
            <a:srgbClr val="FFF2CC"/>
          </a:solidFill>
          <a:ln cap="flat" cmpd="sng" w="9525">
            <a:solidFill>
              <a:srgbClr val="D9EAD3"/>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s-419" sz="1000">
                <a:solidFill>
                  <a:srgbClr val="666666"/>
                </a:solidFill>
                <a:latin typeface="Arvo"/>
                <a:ea typeface="Arvo"/>
                <a:cs typeface="Arvo"/>
                <a:sym typeface="Arvo"/>
              </a:rPr>
              <a:t>Entidad 2 </a:t>
            </a:r>
            <a:r>
              <a:rPr i="1" lang="es-419" sz="600">
                <a:solidFill>
                  <a:schemeClr val="dk1"/>
                </a:solidFill>
                <a:latin typeface="Arvo"/>
                <a:ea typeface="Arvo"/>
                <a:cs typeface="Arvo"/>
                <a:sym typeface="Arvo"/>
              </a:rPr>
              <a:t>&lt;ej: Colegio&gt;</a:t>
            </a:r>
            <a:endParaRPr b="1" sz="1000">
              <a:solidFill>
                <a:srgbClr val="666666"/>
              </a:solidFill>
              <a:latin typeface="Arvo"/>
              <a:ea typeface="Arvo"/>
              <a:cs typeface="Arvo"/>
              <a:sym typeface="Arvo"/>
            </a:endParaRPr>
          </a:p>
        </p:txBody>
      </p:sp>
      <p:sp>
        <p:nvSpPr>
          <p:cNvPr id="13234" name="Google Shape;13234;p220"/>
          <p:cNvSpPr txBox="1"/>
          <p:nvPr/>
        </p:nvSpPr>
        <p:spPr>
          <a:xfrm>
            <a:off x="121075" y="1356352"/>
            <a:ext cx="1514100" cy="711600"/>
          </a:xfrm>
          <a:prstGeom prst="rect">
            <a:avLst/>
          </a:prstGeom>
          <a:noFill/>
          <a:ln>
            <a:noFill/>
          </a:ln>
        </p:spPr>
        <p:txBody>
          <a:bodyPr anchorCtr="0" anchor="t" bIns="91425" lIns="91425" spcFirstLastPara="1" rIns="91425" wrap="square" tIns="91425">
            <a:noAutofit/>
          </a:bodyPr>
          <a:lstStyle/>
          <a:p>
            <a:pPr indent="0" lvl="0" marL="45720" rtl="0" algn="r">
              <a:spcBef>
                <a:spcPts val="0"/>
              </a:spcBef>
              <a:spcAft>
                <a:spcPts val="0"/>
              </a:spcAft>
              <a:buNone/>
            </a:pPr>
            <a:r>
              <a:rPr b="1" lang="es-419" sz="1000">
                <a:solidFill>
                  <a:srgbClr val="202124"/>
                </a:solidFill>
                <a:latin typeface="Arvo"/>
                <a:ea typeface="Arvo"/>
                <a:cs typeface="Arvo"/>
                <a:sym typeface="Arvo"/>
              </a:rPr>
              <a:t>Descripción de la regla: </a:t>
            </a:r>
            <a:endParaRPr b="1" sz="1000">
              <a:solidFill>
                <a:srgbClr val="202124"/>
              </a:solidFill>
              <a:latin typeface="Arvo"/>
              <a:ea typeface="Arvo"/>
              <a:cs typeface="Arvo"/>
              <a:sym typeface="Arvo"/>
            </a:endParaRPr>
          </a:p>
          <a:p>
            <a:pPr indent="0" lvl="0" marL="45720" rtl="0" algn="r">
              <a:spcBef>
                <a:spcPts val="0"/>
              </a:spcBef>
              <a:spcAft>
                <a:spcPts val="0"/>
              </a:spcAft>
              <a:buNone/>
            </a:pPr>
            <a:r>
              <a:rPr b="1" lang="es-419" sz="1000">
                <a:solidFill>
                  <a:schemeClr val="dk1"/>
                </a:solidFill>
                <a:latin typeface="Arvo"/>
                <a:ea typeface="Arvo"/>
                <a:cs typeface="Arvo"/>
                <a:sym typeface="Arvo"/>
              </a:rPr>
              <a:t>  </a:t>
            </a:r>
            <a:r>
              <a:rPr i="1" lang="es-419" sz="600">
                <a:solidFill>
                  <a:schemeClr val="dk1"/>
                </a:solidFill>
                <a:latin typeface="Arvo"/>
                <a:ea typeface="Arvo"/>
                <a:cs typeface="Arvo"/>
                <a:sym typeface="Arvo"/>
              </a:rPr>
              <a:t>&lt;e</a:t>
            </a:r>
            <a:r>
              <a:rPr b="1" i="1" lang="es-419" sz="600">
                <a:solidFill>
                  <a:schemeClr val="dk1"/>
                </a:solidFill>
                <a:latin typeface="Arvo"/>
                <a:ea typeface="Arvo"/>
                <a:cs typeface="Arvo"/>
                <a:sym typeface="Arvo"/>
              </a:rPr>
              <a:t>j: </a:t>
            </a:r>
            <a:r>
              <a:rPr i="1" lang="es-419" sz="600">
                <a:solidFill>
                  <a:schemeClr val="dk1"/>
                </a:solidFill>
                <a:latin typeface="Arvo"/>
                <a:ea typeface="Arvo"/>
                <a:cs typeface="Arvo"/>
                <a:sym typeface="Arvo"/>
              </a:rPr>
              <a:t>La regla garantiza la optimización de los recursos del estado&gt;</a:t>
            </a:r>
            <a:endParaRPr i="1" sz="600">
              <a:solidFill>
                <a:schemeClr val="hlink"/>
              </a:solidFill>
              <a:latin typeface="Arvo"/>
              <a:ea typeface="Arvo"/>
              <a:cs typeface="Arvo"/>
              <a:sym typeface="Arvo"/>
            </a:endParaRPr>
          </a:p>
        </p:txBody>
      </p:sp>
      <p:sp>
        <p:nvSpPr>
          <p:cNvPr id="13235" name="Google Shape;13235;p220"/>
          <p:cNvSpPr/>
          <p:nvPr/>
        </p:nvSpPr>
        <p:spPr>
          <a:xfrm>
            <a:off x="1621925" y="883000"/>
            <a:ext cx="8206800" cy="473400"/>
          </a:xfrm>
          <a:prstGeom prst="roundRect">
            <a:avLst>
              <a:gd fmla="val 11434"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6" name="Google Shape;13236;p220"/>
          <p:cNvSpPr txBox="1"/>
          <p:nvPr>
            <p:ph idx="5" type="subTitle"/>
          </p:nvPr>
        </p:nvSpPr>
        <p:spPr>
          <a:xfrm>
            <a:off x="1635275" y="916205"/>
            <a:ext cx="8206800" cy="402300"/>
          </a:xfrm>
          <a:prstGeom prst="rect">
            <a:avLst/>
          </a:prstGeom>
          <a:noFill/>
          <a:ln>
            <a:noFill/>
          </a:ln>
        </p:spPr>
        <p:txBody>
          <a:bodyPr anchorCtr="0" anchor="t" bIns="36000" lIns="36000" spcFirstLastPara="1" rIns="36000" wrap="square" tIns="36000">
            <a:noAutofit/>
          </a:bodyPr>
          <a:lstStyle>
            <a:lvl1pPr lvl="0">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13237" name="Google Shape;13237;p220"/>
          <p:cNvSpPr txBox="1"/>
          <p:nvPr/>
        </p:nvSpPr>
        <p:spPr>
          <a:xfrm>
            <a:off x="121075" y="822952"/>
            <a:ext cx="1514100" cy="711600"/>
          </a:xfrm>
          <a:prstGeom prst="rect">
            <a:avLst/>
          </a:prstGeom>
          <a:noFill/>
          <a:ln>
            <a:noFill/>
          </a:ln>
        </p:spPr>
        <p:txBody>
          <a:bodyPr anchorCtr="0" anchor="t" bIns="91425" lIns="91425" spcFirstLastPara="1" rIns="91425" wrap="square" tIns="91425">
            <a:noAutofit/>
          </a:bodyPr>
          <a:lstStyle/>
          <a:p>
            <a:pPr indent="0" lvl="0" marL="45720" rtl="0" algn="r">
              <a:spcBef>
                <a:spcPts val="0"/>
              </a:spcBef>
              <a:spcAft>
                <a:spcPts val="0"/>
              </a:spcAft>
              <a:buNone/>
            </a:pPr>
            <a:r>
              <a:rPr b="1" lang="es-419" sz="1000">
                <a:solidFill>
                  <a:srgbClr val="202124"/>
                </a:solidFill>
                <a:latin typeface="Arvo"/>
                <a:ea typeface="Arvo"/>
                <a:cs typeface="Arvo"/>
                <a:sym typeface="Arvo"/>
              </a:rPr>
              <a:t>Código y Nombre de la regla: </a:t>
            </a:r>
            <a:endParaRPr b="1" sz="1000">
              <a:solidFill>
                <a:srgbClr val="202124"/>
              </a:solidFill>
              <a:latin typeface="Arvo"/>
              <a:ea typeface="Arvo"/>
              <a:cs typeface="Arvo"/>
              <a:sym typeface="Arvo"/>
            </a:endParaRPr>
          </a:p>
          <a:p>
            <a:pPr indent="0" lvl="0" marL="45720" rtl="0" algn="r">
              <a:spcBef>
                <a:spcPts val="0"/>
              </a:spcBef>
              <a:spcAft>
                <a:spcPts val="0"/>
              </a:spcAft>
              <a:buNone/>
            </a:pPr>
            <a:r>
              <a:rPr b="1" lang="es-419" sz="1000">
                <a:solidFill>
                  <a:schemeClr val="dk1"/>
                </a:solidFill>
                <a:latin typeface="Arvo"/>
                <a:ea typeface="Arvo"/>
                <a:cs typeface="Arvo"/>
                <a:sym typeface="Arvo"/>
              </a:rPr>
              <a:t>  </a:t>
            </a:r>
            <a:r>
              <a:rPr i="1" lang="es-419" sz="600">
                <a:solidFill>
                  <a:schemeClr val="dk1"/>
                </a:solidFill>
                <a:latin typeface="Arvo"/>
                <a:ea typeface="Arvo"/>
                <a:cs typeface="Arvo"/>
                <a:sym typeface="Arvo"/>
              </a:rPr>
              <a:t>&lt;e</a:t>
            </a:r>
            <a:r>
              <a:rPr b="1" i="1" lang="es-419" sz="600">
                <a:solidFill>
                  <a:schemeClr val="dk1"/>
                </a:solidFill>
                <a:latin typeface="Arvo"/>
                <a:ea typeface="Arvo"/>
                <a:cs typeface="Arvo"/>
                <a:sym typeface="Arvo"/>
              </a:rPr>
              <a:t>j: </a:t>
            </a:r>
            <a:r>
              <a:rPr i="1" lang="es-419" sz="600">
                <a:solidFill>
                  <a:schemeClr val="dk1"/>
                </a:solidFill>
                <a:latin typeface="Arvo"/>
                <a:ea typeface="Arvo"/>
                <a:cs typeface="Arvo"/>
                <a:sym typeface="Arvo"/>
              </a:rPr>
              <a:t>Regla 01&gt;</a:t>
            </a:r>
            <a:endParaRPr i="1" sz="600">
              <a:solidFill>
                <a:schemeClr val="hlink"/>
              </a:solidFill>
              <a:latin typeface="Arvo"/>
              <a:ea typeface="Arvo"/>
              <a:cs typeface="Arvo"/>
              <a:sym typeface="Arvo"/>
            </a:endParaRPr>
          </a:p>
        </p:txBody>
      </p:sp>
      <p:sp>
        <p:nvSpPr>
          <p:cNvPr id="13238" name="Google Shape;13238;p220"/>
          <p:cNvSpPr txBox="1"/>
          <p:nvPr>
            <p:ph idx="6" type="subTitle"/>
          </p:nvPr>
        </p:nvSpPr>
        <p:spPr>
          <a:xfrm>
            <a:off x="1635175" y="1466748"/>
            <a:ext cx="8206800" cy="607500"/>
          </a:xfrm>
          <a:prstGeom prst="rect">
            <a:avLst/>
          </a:prstGeom>
          <a:noFill/>
          <a:ln>
            <a:noFill/>
          </a:ln>
        </p:spPr>
        <p:txBody>
          <a:bodyPr anchorCtr="0" anchor="t" bIns="36000" lIns="36000" spcFirstLastPara="1" rIns="36000" wrap="square" tIns="36000">
            <a:noAutofit/>
          </a:bodyPr>
          <a:lstStyle>
            <a:lvl1pPr lvl="0">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13239" name="Google Shape;13239;p220"/>
          <p:cNvSpPr/>
          <p:nvPr/>
        </p:nvSpPr>
        <p:spPr>
          <a:xfrm>
            <a:off x="8231895" y="4671575"/>
            <a:ext cx="1592700" cy="893400"/>
          </a:xfrm>
          <a:prstGeom prst="rect">
            <a:avLst/>
          </a:prstGeom>
          <a:solidFill>
            <a:srgbClr val="FFF2CC"/>
          </a:solidFill>
          <a:ln cap="flat" cmpd="sng" w="9525">
            <a:solidFill>
              <a:srgbClr val="F4CCC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0" name="Google Shape;13240;p220"/>
          <p:cNvSpPr/>
          <p:nvPr/>
        </p:nvSpPr>
        <p:spPr>
          <a:xfrm>
            <a:off x="8226833" y="4671570"/>
            <a:ext cx="1597800" cy="294900"/>
          </a:xfrm>
          <a:prstGeom prst="rect">
            <a:avLst/>
          </a:prstGeom>
          <a:solidFill>
            <a:srgbClr val="FFF2CC"/>
          </a:solidFill>
          <a:ln cap="flat" cmpd="sng" w="9525">
            <a:solidFill>
              <a:srgbClr val="D9EAD3"/>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s-419" sz="1000">
                <a:solidFill>
                  <a:srgbClr val="666666"/>
                </a:solidFill>
                <a:latin typeface="Arvo"/>
                <a:ea typeface="Arvo"/>
                <a:cs typeface="Arvo"/>
                <a:sym typeface="Arvo"/>
              </a:rPr>
              <a:t>Entidad 5 </a:t>
            </a:r>
            <a:r>
              <a:rPr i="1" lang="es-419" sz="600">
                <a:solidFill>
                  <a:schemeClr val="dk1"/>
                </a:solidFill>
                <a:latin typeface="Arvo"/>
                <a:ea typeface="Arvo"/>
                <a:cs typeface="Arvo"/>
                <a:sym typeface="Arvo"/>
              </a:rPr>
              <a:t>&lt;ej: Periodo&gt;</a:t>
            </a:r>
            <a:endParaRPr b="1" sz="1000">
              <a:solidFill>
                <a:srgbClr val="666666"/>
              </a:solidFill>
              <a:latin typeface="Arvo"/>
              <a:ea typeface="Arvo"/>
              <a:cs typeface="Arvo"/>
              <a:sym typeface="Arvo"/>
            </a:endParaRPr>
          </a:p>
        </p:txBody>
      </p:sp>
      <p:sp>
        <p:nvSpPr>
          <p:cNvPr id="13241" name="Google Shape;13241;p220"/>
          <p:cNvSpPr/>
          <p:nvPr/>
        </p:nvSpPr>
        <p:spPr>
          <a:xfrm>
            <a:off x="8231895" y="5595105"/>
            <a:ext cx="1592700" cy="893400"/>
          </a:xfrm>
          <a:prstGeom prst="rect">
            <a:avLst/>
          </a:prstGeom>
          <a:solidFill>
            <a:srgbClr val="F4CCCC"/>
          </a:solidFill>
          <a:ln cap="flat" cmpd="sng" w="9525">
            <a:solidFill>
              <a:srgbClr val="F4CCC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2" name="Google Shape;13242;p220"/>
          <p:cNvSpPr/>
          <p:nvPr/>
        </p:nvSpPr>
        <p:spPr>
          <a:xfrm>
            <a:off x="8229609" y="5595276"/>
            <a:ext cx="1595100" cy="294900"/>
          </a:xfrm>
          <a:prstGeom prst="rect">
            <a:avLst/>
          </a:prstGeom>
          <a:solidFill>
            <a:srgbClr val="F4CCCC"/>
          </a:solidFill>
          <a:ln cap="flat" cmpd="sng" w="9525">
            <a:solidFill>
              <a:srgbClr val="D9EAD3"/>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s-419" sz="1000">
                <a:solidFill>
                  <a:srgbClr val="666666"/>
                </a:solidFill>
                <a:latin typeface="Arvo"/>
                <a:ea typeface="Arvo"/>
                <a:cs typeface="Arvo"/>
                <a:sym typeface="Arvo"/>
              </a:rPr>
              <a:t>Estado 5 </a:t>
            </a:r>
            <a:r>
              <a:rPr i="1" lang="es-419" sz="600">
                <a:solidFill>
                  <a:schemeClr val="dk1"/>
                </a:solidFill>
                <a:latin typeface="Arvo"/>
                <a:ea typeface="Arvo"/>
                <a:cs typeface="Arvo"/>
                <a:sym typeface="Arvo"/>
              </a:rPr>
              <a:t>&lt;ej: Registrado&gt;</a:t>
            </a:r>
            <a:endParaRPr b="1" sz="1000">
              <a:solidFill>
                <a:srgbClr val="666666"/>
              </a:solidFill>
              <a:latin typeface="Arvo"/>
              <a:ea typeface="Arvo"/>
              <a:cs typeface="Arvo"/>
              <a:sym typeface="Arvo"/>
            </a:endParaRPr>
          </a:p>
        </p:txBody>
      </p:sp>
      <p:sp>
        <p:nvSpPr>
          <p:cNvPr id="13243" name="Google Shape;13243;p220"/>
          <p:cNvSpPr txBox="1"/>
          <p:nvPr>
            <p:ph idx="7" type="subTitle"/>
          </p:nvPr>
        </p:nvSpPr>
        <p:spPr>
          <a:xfrm>
            <a:off x="8258625" y="5890100"/>
            <a:ext cx="1547400" cy="572700"/>
          </a:xfrm>
          <a:prstGeom prst="rect">
            <a:avLst/>
          </a:prstGeom>
          <a:noFill/>
          <a:ln>
            <a:noFill/>
          </a:ln>
        </p:spPr>
        <p:txBody>
          <a:bodyPr anchorCtr="0" anchor="t" bIns="36000" lIns="36000" spcFirstLastPara="1" rIns="36000" wrap="square" tIns="36000">
            <a:noAutofit/>
          </a:bodyPr>
          <a:lstStyle>
            <a:lvl1pPr lvl="0">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13244" name="Google Shape;13244;p220"/>
          <p:cNvSpPr/>
          <p:nvPr/>
        </p:nvSpPr>
        <p:spPr>
          <a:xfrm>
            <a:off x="286150" y="5662100"/>
            <a:ext cx="1311300" cy="711600"/>
          </a:xfrm>
          <a:prstGeom prst="roundRect">
            <a:avLst>
              <a:gd fmla="val 9450" name="adj"/>
            </a:avLst>
          </a:prstGeom>
          <a:noFill/>
          <a:ln>
            <a:noFill/>
          </a:ln>
        </p:spPr>
        <p:txBody>
          <a:bodyPr anchorCtr="0" anchor="t" bIns="0" lIns="36000" spcFirstLastPara="1" rIns="0" wrap="square" tIns="0">
            <a:noAutofit/>
          </a:bodyPr>
          <a:lstStyle/>
          <a:p>
            <a:pPr indent="0" lvl="0" marL="0" rtl="0" algn="r">
              <a:lnSpc>
                <a:spcPct val="115000"/>
              </a:lnSpc>
              <a:spcBef>
                <a:spcPts val="0"/>
              </a:spcBef>
              <a:spcAft>
                <a:spcPts val="0"/>
              </a:spcAft>
              <a:buClr>
                <a:schemeClr val="dk1"/>
              </a:buClr>
              <a:buSzPts val="1100"/>
              <a:buFont typeface="Arial"/>
              <a:buNone/>
            </a:pPr>
            <a:r>
              <a:rPr b="1" lang="es-419" sz="1000">
                <a:solidFill>
                  <a:schemeClr val="dk1"/>
                </a:solidFill>
                <a:latin typeface="Arvo"/>
                <a:ea typeface="Arvo"/>
                <a:cs typeface="Arvo"/>
                <a:sym typeface="Arvo"/>
              </a:rPr>
              <a:t>Estado Entidades Participantes:</a:t>
            </a:r>
            <a:endParaRPr b="1" sz="1000">
              <a:solidFill>
                <a:schemeClr val="dk1"/>
              </a:solidFill>
              <a:latin typeface="Arvo"/>
              <a:ea typeface="Arvo"/>
              <a:cs typeface="Arvo"/>
              <a:sym typeface="Arvo"/>
            </a:endParaRPr>
          </a:p>
          <a:p>
            <a:pPr indent="0" lvl="0" marL="0" rtl="0" algn="r">
              <a:lnSpc>
                <a:spcPct val="115000"/>
              </a:lnSpc>
              <a:spcBef>
                <a:spcPts val="0"/>
              </a:spcBef>
              <a:spcAft>
                <a:spcPts val="0"/>
              </a:spcAft>
              <a:buClr>
                <a:schemeClr val="dk1"/>
              </a:buClr>
              <a:buSzPts val="1100"/>
              <a:buFont typeface="Arial"/>
              <a:buNone/>
            </a:pPr>
            <a:r>
              <a:rPr i="1" lang="es-419" sz="600">
                <a:solidFill>
                  <a:schemeClr val="dk1"/>
                </a:solidFill>
                <a:latin typeface="Arvo"/>
                <a:ea typeface="Arvo"/>
                <a:cs typeface="Arvo"/>
                <a:sym typeface="Arvo"/>
              </a:rPr>
              <a:t>&lt;ej:Es el estado que deben tener las entidades para que la regla se apruebe&gt;</a:t>
            </a:r>
            <a:endParaRPr b="1" sz="1000">
              <a:solidFill>
                <a:schemeClr val="dk1"/>
              </a:solidFill>
              <a:latin typeface="Arvo"/>
              <a:ea typeface="Arvo"/>
              <a:cs typeface="Arvo"/>
              <a:sym typeface="Arvo"/>
            </a:endParaRPr>
          </a:p>
        </p:txBody>
      </p:sp>
      <p:sp>
        <p:nvSpPr>
          <p:cNvPr id="13245" name="Google Shape;13245;p220"/>
          <p:cNvSpPr txBox="1"/>
          <p:nvPr>
            <p:ph idx="8" type="subTitle"/>
          </p:nvPr>
        </p:nvSpPr>
        <p:spPr>
          <a:xfrm>
            <a:off x="8250538" y="4976000"/>
            <a:ext cx="1547400" cy="572700"/>
          </a:xfrm>
          <a:prstGeom prst="rect">
            <a:avLst/>
          </a:prstGeom>
          <a:noFill/>
          <a:ln>
            <a:noFill/>
          </a:ln>
        </p:spPr>
        <p:txBody>
          <a:bodyPr anchorCtr="0" anchor="t" bIns="36000" lIns="36000" spcFirstLastPara="1" rIns="36000" wrap="square" tIns="36000">
            <a:noAutofit/>
          </a:bodyPr>
          <a:lstStyle>
            <a:lvl1pPr lvl="0">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13246" name="Google Shape;13246;p220"/>
          <p:cNvSpPr txBox="1"/>
          <p:nvPr>
            <p:ph idx="9" type="subTitle"/>
          </p:nvPr>
        </p:nvSpPr>
        <p:spPr>
          <a:xfrm>
            <a:off x="6623600" y="5890100"/>
            <a:ext cx="1547400" cy="572700"/>
          </a:xfrm>
          <a:prstGeom prst="rect">
            <a:avLst/>
          </a:prstGeom>
          <a:noFill/>
          <a:ln>
            <a:noFill/>
          </a:ln>
        </p:spPr>
        <p:txBody>
          <a:bodyPr anchorCtr="0" anchor="t" bIns="36000" lIns="36000" spcFirstLastPara="1" rIns="36000" wrap="square" tIns="36000">
            <a:noAutofit/>
          </a:bodyPr>
          <a:lstStyle>
            <a:lvl1pPr lvl="0">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13247" name="Google Shape;13247;p220"/>
          <p:cNvSpPr txBox="1"/>
          <p:nvPr>
            <p:ph idx="13" type="subTitle"/>
          </p:nvPr>
        </p:nvSpPr>
        <p:spPr>
          <a:xfrm>
            <a:off x="6615513" y="4976000"/>
            <a:ext cx="1547400" cy="572700"/>
          </a:xfrm>
          <a:prstGeom prst="rect">
            <a:avLst/>
          </a:prstGeom>
          <a:noFill/>
          <a:ln>
            <a:noFill/>
          </a:ln>
        </p:spPr>
        <p:txBody>
          <a:bodyPr anchorCtr="0" anchor="t" bIns="36000" lIns="36000" spcFirstLastPara="1" rIns="36000" wrap="square" tIns="36000">
            <a:noAutofit/>
          </a:bodyPr>
          <a:lstStyle>
            <a:lvl1pPr lvl="0">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13248" name="Google Shape;13248;p220"/>
          <p:cNvSpPr txBox="1"/>
          <p:nvPr>
            <p:ph idx="14" type="subTitle"/>
          </p:nvPr>
        </p:nvSpPr>
        <p:spPr>
          <a:xfrm>
            <a:off x="4982225" y="5899625"/>
            <a:ext cx="1547400" cy="572700"/>
          </a:xfrm>
          <a:prstGeom prst="rect">
            <a:avLst/>
          </a:prstGeom>
          <a:noFill/>
          <a:ln>
            <a:noFill/>
          </a:ln>
        </p:spPr>
        <p:txBody>
          <a:bodyPr anchorCtr="0" anchor="t" bIns="36000" lIns="36000" spcFirstLastPara="1" rIns="36000" wrap="square" tIns="36000">
            <a:noAutofit/>
          </a:bodyPr>
          <a:lstStyle>
            <a:lvl1pPr lvl="0">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13249" name="Google Shape;13249;p220"/>
          <p:cNvSpPr txBox="1"/>
          <p:nvPr>
            <p:ph idx="15" type="subTitle"/>
          </p:nvPr>
        </p:nvSpPr>
        <p:spPr>
          <a:xfrm>
            <a:off x="4974138" y="4985525"/>
            <a:ext cx="1547400" cy="572700"/>
          </a:xfrm>
          <a:prstGeom prst="rect">
            <a:avLst/>
          </a:prstGeom>
          <a:noFill/>
          <a:ln>
            <a:noFill/>
          </a:ln>
        </p:spPr>
        <p:txBody>
          <a:bodyPr anchorCtr="0" anchor="t" bIns="36000" lIns="36000" spcFirstLastPara="1" rIns="36000" wrap="square" tIns="36000">
            <a:noAutofit/>
          </a:bodyPr>
          <a:lstStyle>
            <a:lvl1pPr lvl="0">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13250" name="Google Shape;13250;p220"/>
          <p:cNvSpPr txBox="1"/>
          <p:nvPr>
            <p:ph idx="16" type="subTitle"/>
          </p:nvPr>
        </p:nvSpPr>
        <p:spPr>
          <a:xfrm>
            <a:off x="3337275" y="5899625"/>
            <a:ext cx="1547400" cy="572700"/>
          </a:xfrm>
          <a:prstGeom prst="rect">
            <a:avLst/>
          </a:prstGeom>
          <a:noFill/>
          <a:ln>
            <a:noFill/>
          </a:ln>
        </p:spPr>
        <p:txBody>
          <a:bodyPr anchorCtr="0" anchor="t" bIns="36000" lIns="36000" spcFirstLastPara="1" rIns="36000" wrap="square" tIns="36000">
            <a:noAutofit/>
          </a:bodyPr>
          <a:lstStyle>
            <a:lvl1pPr lvl="0">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13251" name="Google Shape;13251;p220"/>
          <p:cNvSpPr txBox="1"/>
          <p:nvPr>
            <p:ph idx="17" type="subTitle"/>
          </p:nvPr>
        </p:nvSpPr>
        <p:spPr>
          <a:xfrm>
            <a:off x="3329188" y="4985525"/>
            <a:ext cx="1547400" cy="572700"/>
          </a:xfrm>
          <a:prstGeom prst="rect">
            <a:avLst/>
          </a:prstGeom>
          <a:noFill/>
          <a:ln>
            <a:noFill/>
          </a:ln>
        </p:spPr>
        <p:txBody>
          <a:bodyPr anchorCtr="0" anchor="t" bIns="36000" lIns="36000" spcFirstLastPara="1" rIns="36000" wrap="square" tIns="36000">
            <a:noAutofit/>
          </a:bodyPr>
          <a:lstStyle>
            <a:lvl1pPr lvl="0">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13252" name="Google Shape;13252;p220"/>
          <p:cNvSpPr txBox="1"/>
          <p:nvPr>
            <p:ph idx="18" type="subTitle"/>
          </p:nvPr>
        </p:nvSpPr>
        <p:spPr>
          <a:xfrm>
            <a:off x="1709688" y="5899625"/>
            <a:ext cx="1547400" cy="572700"/>
          </a:xfrm>
          <a:prstGeom prst="rect">
            <a:avLst/>
          </a:prstGeom>
          <a:noFill/>
          <a:ln>
            <a:noFill/>
          </a:ln>
        </p:spPr>
        <p:txBody>
          <a:bodyPr anchorCtr="0" anchor="t" bIns="36000" lIns="36000" spcFirstLastPara="1" rIns="36000" wrap="square" tIns="36000">
            <a:noAutofit/>
          </a:bodyPr>
          <a:lstStyle>
            <a:lvl1pPr lvl="0">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13253" name="Google Shape;13253;p220"/>
          <p:cNvSpPr txBox="1"/>
          <p:nvPr>
            <p:ph idx="19" type="subTitle"/>
          </p:nvPr>
        </p:nvSpPr>
        <p:spPr>
          <a:xfrm>
            <a:off x="1701600" y="4985525"/>
            <a:ext cx="1547400" cy="572700"/>
          </a:xfrm>
          <a:prstGeom prst="rect">
            <a:avLst/>
          </a:prstGeom>
          <a:noFill/>
          <a:ln>
            <a:noFill/>
          </a:ln>
        </p:spPr>
        <p:txBody>
          <a:bodyPr anchorCtr="0" anchor="t" bIns="36000" lIns="36000" spcFirstLastPara="1" rIns="36000" wrap="square" tIns="36000">
            <a:noAutofit/>
          </a:bodyPr>
          <a:lstStyle>
            <a:lvl1pPr lvl="0">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10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cxnSp>
        <p:nvCxnSpPr>
          <p:cNvPr id="13254" name="Google Shape;13254;p220"/>
          <p:cNvCxnSpPr/>
          <p:nvPr/>
        </p:nvCxnSpPr>
        <p:spPr>
          <a:xfrm flipH="1">
            <a:off x="3295713" y="4675275"/>
            <a:ext cx="4200" cy="1810800"/>
          </a:xfrm>
          <a:prstGeom prst="straightConnector1">
            <a:avLst/>
          </a:prstGeom>
          <a:noFill/>
          <a:ln cap="flat" cmpd="sng" w="28575">
            <a:solidFill>
              <a:srgbClr val="B7B7B7"/>
            </a:solidFill>
            <a:prstDash val="solid"/>
            <a:round/>
            <a:headEnd len="sm" w="sm" type="none"/>
            <a:tailEnd len="sm" w="sm" type="none"/>
          </a:ln>
        </p:spPr>
      </p:cxnSp>
      <p:cxnSp>
        <p:nvCxnSpPr>
          <p:cNvPr id="13255" name="Google Shape;13255;p220"/>
          <p:cNvCxnSpPr/>
          <p:nvPr/>
        </p:nvCxnSpPr>
        <p:spPr>
          <a:xfrm flipH="1">
            <a:off x="4928413" y="4673763"/>
            <a:ext cx="4200" cy="1810800"/>
          </a:xfrm>
          <a:prstGeom prst="straightConnector1">
            <a:avLst/>
          </a:prstGeom>
          <a:noFill/>
          <a:ln cap="flat" cmpd="sng" w="28575">
            <a:solidFill>
              <a:srgbClr val="B7B7B7"/>
            </a:solidFill>
            <a:prstDash val="solid"/>
            <a:round/>
            <a:headEnd len="sm" w="sm" type="none"/>
            <a:tailEnd len="sm" w="sm" type="none"/>
          </a:ln>
        </p:spPr>
      </p:cxnSp>
      <p:cxnSp>
        <p:nvCxnSpPr>
          <p:cNvPr id="13256" name="Google Shape;13256;p220"/>
          <p:cNvCxnSpPr/>
          <p:nvPr/>
        </p:nvCxnSpPr>
        <p:spPr>
          <a:xfrm flipH="1">
            <a:off x="6574676" y="4675263"/>
            <a:ext cx="4200" cy="1810800"/>
          </a:xfrm>
          <a:prstGeom prst="straightConnector1">
            <a:avLst/>
          </a:prstGeom>
          <a:noFill/>
          <a:ln cap="flat" cmpd="sng" w="28575">
            <a:solidFill>
              <a:srgbClr val="B7B7B7"/>
            </a:solidFill>
            <a:prstDash val="solid"/>
            <a:round/>
            <a:headEnd len="sm" w="sm" type="none"/>
            <a:tailEnd len="sm" w="sm" type="none"/>
          </a:ln>
        </p:spPr>
      </p:cxnSp>
      <p:cxnSp>
        <p:nvCxnSpPr>
          <p:cNvPr id="13257" name="Google Shape;13257;p220"/>
          <p:cNvCxnSpPr/>
          <p:nvPr/>
        </p:nvCxnSpPr>
        <p:spPr>
          <a:xfrm flipH="1">
            <a:off x="8210076" y="4677525"/>
            <a:ext cx="4200" cy="1810800"/>
          </a:xfrm>
          <a:prstGeom prst="straightConnector1">
            <a:avLst/>
          </a:prstGeom>
          <a:noFill/>
          <a:ln cap="flat" cmpd="sng" w="28575">
            <a:solidFill>
              <a:srgbClr val="B7B7B7"/>
            </a:solidFill>
            <a:prstDash val="solid"/>
            <a:round/>
            <a:headEnd len="sm" w="sm" type="none"/>
            <a:tailEnd len="sm" w="sm" type="none"/>
          </a:ln>
        </p:spPr>
      </p:cxnSp>
      <p:sp>
        <p:nvSpPr>
          <p:cNvPr id="13258" name="Google Shape;13258;p220"/>
          <p:cNvSpPr txBox="1"/>
          <p:nvPr>
            <p:ph idx="20" type="body"/>
          </p:nvPr>
        </p:nvSpPr>
        <p:spPr>
          <a:xfrm>
            <a:off x="641150" y="612125"/>
            <a:ext cx="1770300" cy="160500"/>
          </a:xfrm>
          <a:prstGeom prst="rect">
            <a:avLst/>
          </a:prstGeom>
          <a:noFill/>
          <a:ln>
            <a:noFill/>
          </a:ln>
        </p:spPr>
        <p:txBody>
          <a:bodyPr anchorCtr="0" anchor="t" bIns="0" lIns="0" spcFirstLastPara="1" rIns="0" wrap="square" tIns="0">
            <a:noAutofit/>
          </a:bodyPr>
          <a:lstStyle>
            <a:lvl1pPr indent="-292100" lvl="0" marL="457200" algn="ctr">
              <a:spcBef>
                <a:spcPts val="0"/>
              </a:spcBef>
              <a:spcAft>
                <a:spcPts val="0"/>
              </a:spcAft>
              <a:buClr>
                <a:srgbClr val="FFFFFF"/>
              </a:buClr>
              <a:buSzPts val="1000"/>
              <a:buChar char="●"/>
              <a:defRPr sz="1000">
                <a:solidFill>
                  <a:srgbClr val="FFFFFF"/>
                </a:solidFill>
              </a:defRPr>
            </a:lvl1pPr>
            <a:lvl2pPr indent="-292100" lvl="1" marL="914400" algn="ctr">
              <a:spcBef>
                <a:spcPts val="0"/>
              </a:spcBef>
              <a:spcAft>
                <a:spcPts val="0"/>
              </a:spcAft>
              <a:buClr>
                <a:srgbClr val="FFFFFF"/>
              </a:buClr>
              <a:buSzPts val="1000"/>
              <a:buChar char="○"/>
              <a:defRPr sz="1000">
                <a:solidFill>
                  <a:srgbClr val="FFFFFF"/>
                </a:solidFill>
              </a:defRPr>
            </a:lvl2pPr>
            <a:lvl3pPr indent="-292100" lvl="2" marL="1371600" algn="ctr">
              <a:spcBef>
                <a:spcPts val="0"/>
              </a:spcBef>
              <a:spcAft>
                <a:spcPts val="0"/>
              </a:spcAft>
              <a:buClr>
                <a:srgbClr val="FFFFFF"/>
              </a:buClr>
              <a:buSzPts val="1000"/>
              <a:buChar char="■"/>
              <a:defRPr sz="1000">
                <a:solidFill>
                  <a:srgbClr val="FFFFFF"/>
                </a:solidFill>
              </a:defRPr>
            </a:lvl3pPr>
            <a:lvl4pPr indent="-292100" lvl="3" marL="1828800" algn="ctr">
              <a:spcBef>
                <a:spcPts val="0"/>
              </a:spcBef>
              <a:spcAft>
                <a:spcPts val="0"/>
              </a:spcAft>
              <a:buClr>
                <a:srgbClr val="FFFFFF"/>
              </a:buClr>
              <a:buSzPts val="1000"/>
              <a:buChar char="●"/>
              <a:defRPr sz="1000">
                <a:solidFill>
                  <a:srgbClr val="FFFFFF"/>
                </a:solidFill>
              </a:defRPr>
            </a:lvl4pPr>
            <a:lvl5pPr indent="-292100" lvl="4" marL="2286000" algn="ctr">
              <a:spcBef>
                <a:spcPts val="0"/>
              </a:spcBef>
              <a:spcAft>
                <a:spcPts val="0"/>
              </a:spcAft>
              <a:buClr>
                <a:srgbClr val="FFFFFF"/>
              </a:buClr>
              <a:buSzPts val="1000"/>
              <a:buChar char="○"/>
              <a:defRPr sz="1000">
                <a:solidFill>
                  <a:srgbClr val="FFFFFF"/>
                </a:solidFill>
              </a:defRPr>
            </a:lvl5pPr>
            <a:lvl6pPr indent="-292100" lvl="5" marL="2743200" algn="ctr">
              <a:spcBef>
                <a:spcPts val="0"/>
              </a:spcBef>
              <a:spcAft>
                <a:spcPts val="0"/>
              </a:spcAft>
              <a:buClr>
                <a:srgbClr val="FFFFFF"/>
              </a:buClr>
              <a:buSzPts val="1000"/>
              <a:buChar char="■"/>
              <a:defRPr sz="1000">
                <a:solidFill>
                  <a:srgbClr val="FFFFFF"/>
                </a:solidFill>
              </a:defRPr>
            </a:lvl6pPr>
            <a:lvl7pPr indent="-292100" lvl="6" marL="3200400" algn="ctr">
              <a:spcBef>
                <a:spcPts val="0"/>
              </a:spcBef>
              <a:spcAft>
                <a:spcPts val="0"/>
              </a:spcAft>
              <a:buClr>
                <a:srgbClr val="FFFFFF"/>
              </a:buClr>
              <a:buSzPts val="1000"/>
              <a:buChar char="●"/>
              <a:defRPr sz="1000">
                <a:solidFill>
                  <a:srgbClr val="FFFFFF"/>
                </a:solidFill>
              </a:defRPr>
            </a:lvl7pPr>
            <a:lvl8pPr indent="-292100" lvl="7" marL="3657600" algn="ctr">
              <a:spcBef>
                <a:spcPts val="0"/>
              </a:spcBef>
              <a:spcAft>
                <a:spcPts val="0"/>
              </a:spcAft>
              <a:buClr>
                <a:srgbClr val="FFFFFF"/>
              </a:buClr>
              <a:buSzPts val="1000"/>
              <a:buChar char="○"/>
              <a:defRPr sz="1000">
                <a:solidFill>
                  <a:srgbClr val="FFFFFF"/>
                </a:solidFill>
              </a:defRPr>
            </a:lvl8pPr>
            <a:lvl9pPr indent="-292100" lvl="8" marL="4114800" algn="ctr">
              <a:spcBef>
                <a:spcPts val="0"/>
              </a:spcBef>
              <a:spcAft>
                <a:spcPts val="0"/>
              </a:spcAft>
              <a:buClr>
                <a:srgbClr val="FFFFFF"/>
              </a:buClr>
              <a:buSzPts val="1000"/>
              <a:buChar char="■"/>
              <a:defRPr sz="1000">
                <a:solidFill>
                  <a:srgbClr val="FFFFFF"/>
                </a:solidFill>
              </a:defRPr>
            </a:lvl9pPr>
          </a:lstStyle>
          <a:p/>
        </p:txBody>
      </p:sp>
      <p:sp>
        <p:nvSpPr>
          <p:cNvPr id="13259" name="Google Shape;13259;p220"/>
          <p:cNvSpPr txBox="1"/>
          <p:nvPr/>
        </p:nvSpPr>
        <p:spPr>
          <a:xfrm>
            <a:off x="84825" y="598125"/>
            <a:ext cx="595500" cy="205800"/>
          </a:xfrm>
          <a:prstGeom prst="rect">
            <a:avLst/>
          </a:prstGeom>
          <a:noFill/>
          <a:ln>
            <a:noFill/>
          </a:ln>
        </p:spPr>
        <p:txBody>
          <a:bodyPr anchorCtr="0" anchor="t" bIns="18000" lIns="18000" spcFirstLastPara="1" rIns="18000" wrap="square" tIns="18000">
            <a:spAutoFit/>
          </a:bodyPr>
          <a:lstStyle/>
          <a:p>
            <a:pPr indent="0" lvl="0" marL="0" rtl="0" algn="l">
              <a:spcBef>
                <a:spcPts val="0"/>
              </a:spcBef>
              <a:spcAft>
                <a:spcPts val="0"/>
              </a:spcAft>
              <a:buNone/>
            </a:pPr>
            <a:r>
              <a:rPr lang="es-419" sz="1100">
                <a:solidFill>
                  <a:srgbClr val="FFFFFF"/>
                </a:solidFill>
              </a:rPr>
              <a:t>Nombre:</a:t>
            </a:r>
            <a:endParaRPr sz="1100">
              <a:solidFill>
                <a:srgbClr val="FFFFFF"/>
              </a:solidFill>
            </a:endParaRPr>
          </a:p>
        </p:txBody>
      </p:sp>
    </p:spTree>
  </p:cSld>
  <p:clrMapOvr>
    <a:masterClrMapping/>
  </p:clrMapOvr>
</p:sldLayout>
</file>

<file path=ppt/slideLayouts/slideLayout2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0.4 Estructura de Proceso">
  <p:cSld name="TITLE_3_6_1_1">
    <p:spTree>
      <p:nvGrpSpPr>
        <p:cNvPr id="13260" name="Shape 13260"/>
        <p:cNvGrpSpPr/>
        <p:nvPr/>
      </p:nvGrpSpPr>
      <p:grpSpPr>
        <a:xfrm>
          <a:off x="0" y="0"/>
          <a:ext cx="0" cy="0"/>
          <a:chOff x="0" y="0"/>
          <a:chExt cx="0" cy="0"/>
        </a:xfrm>
      </p:grpSpPr>
      <p:sp>
        <p:nvSpPr>
          <p:cNvPr id="13261" name="Google Shape;13261;p221"/>
          <p:cNvSpPr/>
          <p:nvPr/>
        </p:nvSpPr>
        <p:spPr>
          <a:xfrm>
            <a:off x="77688" y="358938"/>
            <a:ext cx="9935700" cy="6438000"/>
          </a:xfrm>
          <a:prstGeom prst="roundRect">
            <a:avLst>
              <a:gd fmla="val 2618" name="adj"/>
            </a:avLst>
          </a:prstGeom>
          <a:solidFill>
            <a:srgbClr val="FFFFFF"/>
          </a:solidFill>
          <a:ln cap="flat" cmpd="sng" w="38100">
            <a:solidFill>
              <a:srgbClr val="000000"/>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3262" name="Google Shape;13262;p221"/>
          <p:cNvCxnSpPr/>
          <p:nvPr/>
        </p:nvCxnSpPr>
        <p:spPr>
          <a:xfrm>
            <a:off x="77688" y="772614"/>
            <a:ext cx="9935700" cy="0"/>
          </a:xfrm>
          <a:prstGeom prst="straightConnector1">
            <a:avLst/>
          </a:prstGeom>
          <a:noFill/>
          <a:ln cap="flat" cmpd="sng" w="19050">
            <a:solidFill>
              <a:srgbClr val="000000"/>
            </a:solidFill>
            <a:prstDash val="solid"/>
            <a:round/>
            <a:headEnd len="med" w="med" type="none"/>
            <a:tailEnd len="med" w="med" type="none"/>
          </a:ln>
        </p:spPr>
      </p:cxnSp>
      <p:cxnSp>
        <p:nvCxnSpPr>
          <p:cNvPr id="13263" name="Google Shape;13263;p221"/>
          <p:cNvCxnSpPr/>
          <p:nvPr/>
        </p:nvCxnSpPr>
        <p:spPr>
          <a:xfrm rot="10800000">
            <a:off x="2439038" y="368188"/>
            <a:ext cx="0" cy="402300"/>
          </a:xfrm>
          <a:prstGeom prst="straightConnector1">
            <a:avLst/>
          </a:prstGeom>
          <a:noFill/>
          <a:ln cap="flat" cmpd="sng" w="19050">
            <a:solidFill>
              <a:srgbClr val="000000"/>
            </a:solidFill>
            <a:prstDash val="solid"/>
            <a:round/>
            <a:headEnd len="med" w="med" type="none"/>
            <a:tailEnd len="med" w="med" type="none"/>
          </a:ln>
        </p:spPr>
      </p:cxnSp>
      <p:sp>
        <p:nvSpPr>
          <p:cNvPr id="13264" name="Google Shape;13264;p221"/>
          <p:cNvSpPr/>
          <p:nvPr/>
        </p:nvSpPr>
        <p:spPr>
          <a:xfrm>
            <a:off x="77688" y="349338"/>
            <a:ext cx="2361300" cy="421200"/>
          </a:xfrm>
          <a:prstGeom prst="roundRect">
            <a:avLst>
              <a:gd fmla="val 50000" name="adj"/>
            </a:avLst>
          </a:prstGeom>
          <a:solidFill>
            <a:srgbClr val="000000"/>
          </a:solidFill>
          <a:ln cap="flat" cmpd="sng" w="9525">
            <a:solidFill>
              <a:srgbClr val="000000"/>
            </a:solidFill>
            <a:prstDash val="solid"/>
            <a:round/>
            <a:headEnd len="sm" w="sm" type="none"/>
            <a:tailEnd len="sm" w="sm" type="none"/>
          </a:ln>
        </p:spPr>
        <p:txBody>
          <a:bodyPr anchorCtr="0" anchor="ctr" bIns="91425" lIns="0" spcFirstLastPara="1" rIns="0" wrap="square" tIns="91425">
            <a:noAutofit/>
          </a:bodyPr>
          <a:lstStyle/>
          <a:p>
            <a:pPr indent="0" lvl="0" marL="0" rtl="0" algn="ctr">
              <a:spcBef>
                <a:spcPts val="0"/>
              </a:spcBef>
              <a:spcAft>
                <a:spcPts val="0"/>
              </a:spcAft>
              <a:buNone/>
            </a:pPr>
            <a:r>
              <a:rPr b="1" lang="es-419" sz="1100">
                <a:solidFill>
                  <a:srgbClr val="FFFFFF"/>
                </a:solidFill>
              </a:rPr>
              <a:t>Estructura de Procesos</a:t>
            </a:r>
            <a:endParaRPr b="1" sz="1100">
              <a:solidFill>
                <a:srgbClr val="FFFFFF"/>
              </a:solidFill>
            </a:endParaRPr>
          </a:p>
          <a:p>
            <a:pPr indent="0" lvl="0" marL="0" rtl="0" algn="ctr">
              <a:spcBef>
                <a:spcPts val="0"/>
              </a:spcBef>
              <a:spcAft>
                <a:spcPts val="0"/>
              </a:spcAft>
              <a:buNone/>
            </a:pPr>
            <a:r>
              <a:t/>
            </a:r>
            <a:endParaRPr b="1" sz="1200">
              <a:solidFill>
                <a:srgbClr val="FFFFFF"/>
              </a:solidFill>
            </a:endParaRPr>
          </a:p>
        </p:txBody>
      </p:sp>
      <p:sp>
        <p:nvSpPr>
          <p:cNvPr id="13265" name="Google Shape;13265;p221"/>
          <p:cNvSpPr/>
          <p:nvPr/>
        </p:nvSpPr>
        <p:spPr>
          <a:xfrm>
            <a:off x="83988" y="595504"/>
            <a:ext cx="190200" cy="1692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6" name="Google Shape;13266;p221"/>
          <p:cNvSpPr/>
          <p:nvPr/>
        </p:nvSpPr>
        <p:spPr>
          <a:xfrm>
            <a:off x="2350598" y="358950"/>
            <a:ext cx="88500" cy="4023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7" name="Google Shape;13267;p221"/>
          <p:cNvSpPr/>
          <p:nvPr/>
        </p:nvSpPr>
        <p:spPr>
          <a:xfrm>
            <a:off x="2277739" y="663750"/>
            <a:ext cx="88500" cy="1089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8" name="Google Shape;13268;p221"/>
          <p:cNvSpPr txBox="1"/>
          <p:nvPr/>
        </p:nvSpPr>
        <p:spPr>
          <a:xfrm>
            <a:off x="2524025" y="387675"/>
            <a:ext cx="15012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Unid. Organizacional:</a:t>
            </a:r>
            <a:endParaRPr b="1" sz="1100"/>
          </a:p>
        </p:txBody>
      </p:sp>
      <p:sp>
        <p:nvSpPr>
          <p:cNvPr id="13269" name="Google Shape;13269;p221"/>
          <p:cNvSpPr txBox="1"/>
          <p:nvPr/>
        </p:nvSpPr>
        <p:spPr>
          <a:xfrm>
            <a:off x="2524020" y="579550"/>
            <a:ext cx="6846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Alcance:</a:t>
            </a:r>
            <a:endParaRPr b="1" sz="1100"/>
          </a:p>
        </p:txBody>
      </p:sp>
      <p:sp>
        <p:nvSpPr>
          <p:cNvPr id="13270" name="Google Shape;13270;p221"/>
          <p:cNvSpPr txBox="1"/>
          <p:nvPr>
            <p:ph type="title"/>
          </p:nvPr>
        </p:nvSpPr>
        <p:spPr>
          <a:xfrm flipH="1">
            <a:off x="4025374" y="387675"/>
            <a:ext cx="5863200" cy="1692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000"/>
              <a:buNone/>
              <a:defRPr sz="1000">
                <a:solidFill>
                  <a:srgbClr val="000000"/>
                </a:solidFill>
              </a:defRPr>
            </a:lvl1pPr>
            <a:lvl2pPr lvl="1">
              <a:spcBef>
                <a:spcPts val="0"/>
              </a:spcBef>
              <a:spcAft>
                <a:spcPts val="0"/>
              </a:spcAft>
              <a:buClr>
                <a:srgbClr val="000000"/>
              </a:buClr>
              <a:buSzPts val="1000"/>
              <a:buNone/>
              <a:defRPr sz="1000">
                <a:solidFill>
                  <a:srgbClr val="000000"/>
                </a:solidFill>
              </a:defRPr>
            </a:lvl2pPr>
            <a:lvl3pPr lvl="2">
              <a:spcBef>
                <a:spcPts val="0"/>
              </a:spcBef>
              <a:spcAft>
                <a:spcPts val="0"/>
              </a:spcAft>
              <a:buClr>
                <a:srgbClr val="000000"/>
              </a:buClr>
              <a:buSzPts val="1000"/>
              <a:buNone/>
              <a:defRPr sz="1000">
                <a:solidFill>
                  <a:srgbClr val="000000"/>
                </a:solidFill>
              </a:defRPr>
            </a:lvl3pPr>
            <a:lvl4pPr lvl="3">
              <a:spcBef>
                <a:spcPts val="0"/>
              </a:spcBef>
              <a:spcAft>
                <a:spcPts val="0"/>
              </a:spcAft>
              <a:buClr>
                <a:srgbClr val="000000"/>
              </a:buClr>
              <a:buSzPts val="1000"/>
              <a:buNone/>
              <a:defRPr sz="1000">
                <a:solidFill>
                  <a:srgbClr val="000000"/>
                </a:solidFill>
              </a:defRPr>
            </a:lvl4pPr>
            <a:lvl5pPr lvl="4">
              <a:spcBef>
                <a:spcPts val="0"/>
              </a:spcBef>
              <a:spcAft>
                <a:spcPts val="0"/>
              </a:spcAft>
              <a:buClr>
                <a:srgbClr val="000000"/>
              </a:buClr>
              <a:buSzPts val="1000"/>
              <a:buNone/>
              <a:defRPr sz="1000">
                <a:solidFill>
                  <a:srgbClr val="000000"/>
                </a:solidFill>
              </a:defRPr>
            </a:lvl5pPr>
            <a:lvl6pPr lvl="5">
              <a:spcBef>
                <a:spcPts val="0"/>
              </a:spcBef>
              <a:spcAft>
                <a:spcPts val="0"/>
              </a:spcAft>
              <a:buClr>
                <a:srgbClr val="000000"/>
              </a:buClr>
              <a:buSzPts val="1000"/>
              <a:buNone/>
              <a:defRPr sz="1000">
                <a:solidFill>
                  <a:srgbClr val="000000"/>
                </a:solidFill>
              </a:defRPr>
            </a:lvl6pPr>
            <a:lvl7pPr lvl="6">
              <a:spcBef>
                <a:spcPts val="0"/>
              </a:spcBef>
              <a:spcAft>
                <a:spcPts val="0"/>
              </a:spcAft>
              <a:buClr>
                <a:srgbClr val="000000"/>
              </a:buClr>
              <a:buSzPts val="1000"/>
              <a:buNone/>
              <a:defRPr sz="1000">
                <a:solidFill>
                  <a:srgbClr val="000000"/>
                </a:solidFill>
              </a:defRPr>
            </a:lvl7pPr>
            <a:lvl8pPr lvl="7">
              <a:spcBef>
                <a:spcPts val="0"/>
              </a:spcBef>
              <a:spcAft>
                <a:spcPts val="0"/>
              </a:spcAft>
              <a:buClr>
                <a:srgbClr val="000000"/>
              </a:buClr>
              <a:buSzPts val="1000"/>
              <a:buNone/>
              <a:defRPr sz="1000">
                <a:solidFill>
                  <a:srgbClr val="000000"/>
                </a:solidFill>
              </a:defRPr>
            </a:lvl8pPr>
            <a:lvl9pPr lvl="8">
              <a:spcBef>
                <a:spcPts val="0"/>
              </a:spcBef>
              <a:spcAft>
                <a:spcPts val="0"/>
              </a:spcAft>
              <a:buClr>
                <a:srgbClr val="000000"/>
              </a:buClr>
              <a:buSzPts val="1000"/>
              <a:buNone/>
              <a:defRPr sz="1000">
                <a:solidFill>
                  <a:srgbClr val="000000"/>
                </a:solidFill>
              </a:defRPr>
            </a:lvl9pPr>
          </a:lstStyle>
          <a:p/>
        </p:txBody>
      </p:sp>
      <p:sp>
        <p:nvSpPr>
          <p:cNvPr id="13271" name="Google Shape;13271;p221"/>
          <p:cNvSpPr txBox="1"/>
          <p:nvPr>
            <p:ph idx="2" type="title"/>
          </p:nvPr>
        </p:nvSpPr>
        <p:spPr>
          <a:xfrm flipH="1">
            <a:off x="3208773" y="579550"/>
            <a:ext cx="6679800" cy="1692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000"/>
              <a:buNone/>
              <a:defRPr sz="1000">
                <a:solidFill>
                  <a:srgbClr val="000000"/>
                </a:solidFill>
              </a:defRPr>
            </a:lvl1pPr>
            <a:lvl2pPr lvl="1">
              <a:spcBef>
                <a:spcPts val="0"/>
              </a:spcBef>
              <a:spcAft>
                <a:spcPts val="0"/>
              </a:spcAft>
              <a:buClr>
                <a:srgbClr val="000000"/>
              </a:buClr>
              <a:buSzPts val="1000"/>
              <a:buNone/>
              <a:defRPr sz="1000">
                <a:solidFill>
                  <a:srgbClr val="000000"/>
                </a:solidFill>
              </a:defRPr>
            </a:lvl2pPr>
            <a:lvl3pPr lvl="2">
              <a:spcBef>
                <a:spcPts val="0"/>
              </a:spcBef>
              <a:spcAft>
                <a:spcPts val="0"/>
              </a:spcAft>
              <a:buClr>
                <a:srgbClr val="000000"/>
              </a:buClr>
              <a:buSzPts val="1000"/>
              <a:buNone/>
              <a:defRPr sz="1000">
                <a:solidFill>
                  <a:srgbClr val="000000"/>
                </a:solidFill>
              </a:defRPr>
            </a:lvl3pPr>
            <a:lvl4pPr lvl="3">
              <a:spcBef>
                <a:spcPts val="0"/>
              </a:spcBef>
              <a:spcAft>
                <a:spcPts val="0"/>
              </a:spcAft>
              <a:buClr>
                <a:srgbClr val="000000"/>
              </a:buClr>
              <a:buSzPts val="1000"/>
              <a:buNone/>
              <a:defRPr sz="1000">
                <a:solidFill>
                  <a:srgbClr val="000000"/>
                </a:solidFill>
              </a:defRPr>
            </a:lvl4pPr>
            <a:lvl5pPr lvl="4">
              <a:spcBef>
                <a:spcPts val="0"/>
              </a:spcBef>
              <a:spcAft>
                <a:spcPts val="0"/>
              </a:spcAft>
              <a:buClr>
                <a:srgbClr val="000000"/>
              </a:buClr>
              <a:buSzPts val="1000"/>
              <a:buNone/>
              <a:defRPr sz="1000">
                <a:solidFill>
                  <a:srgbClr val="000000"/>
                </a:solidFill>
              </a:defRPr>
            </a:lvl5pPr>
            <a:lvl6pPr lvl="5">
              <a:spcBef>
                <a:spcPts val="0"/>
              </a:spcBef>
              <a:spcAft>
                <a:spcPts val="0"/>
              </a:spcAft>
              <a:buClr>
                <a:srgbClr val="000000"/>
              </a:buClr>
              <a:buSzPts val="1000"/>
              <a:buNone/>
              <a:defRPr sz="1000">
                <a:solidFill>
                  <a:srgbClr val="000000"/>
                </a:solidFill>
              </a:defRPr>
            </a:lvl6pPr>
            <a:lvl7pPr lvl="6">
              <a:spcBef>
                <a:spcPts val="0"/>
              </a:spcBef>
              <a:spcAft>
                <a:spcPts val="0"/>
              </a:spcAft>
              <a:buClr>
                <a:srgbClr val="000000"/>
              </a:buClr>
              <a:buSzPts val="1000"/>
              <a:buNone/>
              <a:defRPr sz="1000">
                <a:solidFill>
                  <a:srgbClr val="000000"/>
                </a:solidFill>
              </a:defRPr>
            </a:lvl7pPr>
            <a:lvl8pPr lvl="7">
              <a:spcBef>
                <a:spcPts val="0"/>
              </a:spcBef>
              <a:spcAft>
                <a:spcPts val="0"/>
              </a:spcAft>
              <a:buClr>
                <a:srgbClr val="000000"/>
              </a:buClr>
              <a:buSzPts val="1000"/>
              <a:buNone/>
              <a:defRPr sz="1000">
                <a:solidFill>
                  <a:srgbClr val="000000"/>
                </a:solidFill>
              </a:defRPr>
            </a:lvl8pPr>
            <a:lvl9pPr lvl="8">
              <a:spcBef>
                <a:spcPts val="0"/>
              </a:spcBef>
              <a:spcAft>
                <a:spcPts val="0"/>
              </a:spcAft>
              <a:buClr>
                <a:srgbClr val="000000"/>
              </a:buClr>
              <a:buSzPts val="1000"/>
              <a:buNone/>
              <a:defRPr sz="1000">
                <a:solidFill>
                  <a:srgbClr val="000000"/>
                </a:solidFill>
              </a:defRPr>
            </a:lvl9pPr>
          </a:lstStyle>
          <a:p/>
        </p:txBody>
      </p:sp>
      <p:sp>
        <p:nvSpPr>
          <p:cNvPr id="13272" name="Google Shape;13272;p221"/>
          <p:cNvSpPr txBox="1"/>
          <p:nvPr>
            <p:ph idx="1" type="body"/>
          </p:nvPr>
        </p:nvSpPr>
        <p:spPr>
          <a:xfrm>
            <a:off x="641150" y="612125"/>
            <a:ext cx="1770300" cy="160500"/>
          </a:xfrm>
          <a:prstGeom prst="rect">
            <a:avLst/>
          </a:prstGeom>
          <a:noFill/>
          <a:ln>
            <a:noFill/>
          </a:ln>
        </p:spPr>
        <p:txBody>
          <a:bodyPr anchorCtr="0" anchor="t" bIns="0" lIns="0" spcFirstLastPara="1" rIns="0" wrap="square" tIns="0">
            <a:noAutofit/>
          </a:bodyPr>
          <a:lstStyle>
            <a:lvl1pPr indent="-292100" lvl="0" marL="457200" algn="ctr">
              <a:spcBef>
                <a:spcPts val="0"/>
              </a:spcBef>
              <a:spcAft>
                <a:spcPts val="0"/>
              </a:spcAft>
              <a:buClr>
                <a:srgbClr val="FFFFFF"/>
              </a:buClr>
              <a:buSzPts val="1000"/>
              <a:buChar char="●"/>
              <a:defRPr sz="1000">
                <a:solidFill>
                  <a:srgbClr val="FFFFFF"/>
                </a:solidFill>
              </a:defRPr>
            </a:lvl1pPr>
            <a:lvl2pPr indent="-292100" lvl="1" marL="914400" algn="ctr">
              <a:spcBef>
                <a:spcPts val="0"/>
              </a:spcBef>
              <a:spcAft>
                <a:spcPts val="0"/>
              </a:spcAft>
              <a:buClr>
                <a:srgbClr val="FFFFFF"/>
              </a:buClr>
              <a:buSzPts val="1000"/>
              <a:buChar char="○"/>
              <a:defRPr sz="1000">
                <a:solidFill>
                  <a:srgbClr val="FFFFFF"/>
                </a:solidFill>
              </a:defRPr>
            </a:lvl2pPr>
            <a:lvl3pPr indent="-292100" lvl="2" marL="1371600" algn="ctr">
              <a:spcBef>
                <a:spcPts val="0"/>
              </a:spcBef>
              <a:spcAft>
                <a:spcPts val="0"/>
              </a:spcAft>
              <a:buClr>
                <a:srgbClr val="FFFFFF"/>
              </a:buClr>
              <a:buSzPts val="1000"/>
              <a:buChar char="■"/>
              <a:defRPr sz="1000">
                <a:solidFill>
                  <a:srgbClr val="FFFFFF"/>
                </a:solidFill>
              </a:defRPr>
            </a:lvl3pPr>
            <a:lvl4pPr indent="-292100" lvl="3" marL="1828800" algn="ctr">
              <a:spcBef>
                <a:spcPts val="0"/>
              </a:spcBef>
              <a:spcAft>
                <a:spcPts val="0"/>
              </a:spcAft>
              <a:buClr>
                <a:srgbClr val="FFFFFF"/>
              </a:buClr>
              <a:buSzPts val="1000"/>
              <a:buChar char="●"/>
              <a:defRPr sz="1000">
                <a:solidFill>
                  <a:srgbClr val="FFFFFF"/>
                </a:solidFill>
              </a:defRPr>
            </a:lvl4pPr>
            <a:lvl5pPr indent="-292100" lvl="4" marL="2286000" algn="ctr">
              <a:spcBef>
                <a:spcPts val="0"/>
              </a:spcBef>
              <a:spcAft>
                <a:spcPts val="0"/>
              </a:spcAft>
              <a:buClr>
                <a:srgbClr val="FFFFFF"/>
              </a:buClr>
              <a:buSzPts val="1000"/>
              <a:buChar char="○"/>
              <a:defRPr sz="1000">
                <a:solidFill>
                  <a:srgbClr val="FFFFFF"/>
                </a:solidFill>
              </a:defRPr>
            </a:lvl5pPr>
            <a:lvl6pPr indent="-292100" lvl="5" marL="2743200" algn="ctr">
              <a:spcBef>
                <a:spcPts val="0"/>
              </a:spcBef>
              <a:spcAft>
                <a:spcPts val="0"/>
              </a:spcAft>
              <a:buClr>
                <a:srgbClr val="FFFFFF"/>
              </a:buClr>
              <a:buSzPts val="1000"/>
              <a:buChar char="■"/>
              <a:defRPr sz="1000">
                <a:solidFill>
                  <a:srgbClr val="FFFFFF"/>
                </a:solidFill>
              </a:defRPr>
            </a:lvl6pPr>
            <a:lvl7pPr indent="-292100" lvl="6" marL="3200400" algn="ctr">
              <a:spcBef>
                <a:spcPts val="0"/>
              </a:spcBef>
              <a:spcAft>
                <a:spcPts val="0"/>
              </a:spcAft>
              <a:buClr>
                <a:srgbClr val="FFFFFF"/>
              </a:buClr>
              <a:buSzPts val="1000"/>
              <a:buChar char="●"/>
              <a:defRPr sz="1000">
                <a:solidFill>
                  <a:srgbClr val="FFFFFF"/>
                </a:solidFill>
              </a:defRPr>
            </a:lvl7pPr>
            <a:lvl8pPr indent="-292100" lvl="7" marL="3657600" algn="ctr">
              <a:spcBef>
                <a:spcPts val="0"/>
              </a:spcBef>
              <a:spcAft>
                <a:spcPts val="0"/>
              </a:spcAft>
              <a:buClr>
                <a:srgbClr val="FFFFFF"/>
              </a:buClr>
              <a:buSzPts val="1000"/>
              <a:buChar char="○"/>
              <a:defRPr sz="1000">
                <a:solidFill>
                  <a:srgbClr val="FFFFFF"/>
                </a:solidFill>
              </a:defRPr>
            </a:lvl8pPr>
            <a:lvl9pPr indent="-292100" lvl="8" marL="4114800" algn="ctr">
              <a:spcBef>
                <a:spcPts val="0"/>
              </a:spcBef>
              <a:spcAft>
                <a:spcPts val="0"/>
              </a:spcAft>
              <a:buClr>
                <a:srgbClr val="FFFFFF"/>
              </a:buClr>
              <a:buSzPts val="1000"/>
              <a:buChar char="■"/>
              <a:defRPr sz="1000">
                <a:solidFill>
                  <a:srgbClr val="FFFFFF"/>
                </a:solidFill>
              </a:defRPr>
            </a:lvl9pPr>
          </a:lstStyle>
          <a:p/>
        </p:txBody>
      </p:sp>
      <p:sp>
        <p:nvSpPr>
          <p:cNvPr id="13273" name="Google Shape;13273;p221"/>
          <p:cNvSpPr txBox="1"/>
          <p:nvPr/>
        </p:nvSpPr>
        <p:spPr>
          <a:xfrm>
            <a:off x="84825" y="598125"/>
            <a:ext cx="595500" cy="205800"/>
          </a:xfrm>
          <a:prstGeom prst="rect">
            <a:avLst/>
          </a:prstGeom>
          <a:noFill/>
          <a:ln>
            <a:noFill/>
          </a:ln>
        </p:spPr>
        <p:txBody>
          <a:bodyPr anchorCtr="0" anchor="t" bIns="18000" lIns="18000" spcFirstLastPara="1" rIns="18000" wrap="square" tIns="18000">
            <a:spAutoFit/>
          </a:bodyPr>
          <a:lstStyle/>
          <a:p>
            <a:pPr indent="0" lvl="0" marL="0" rtl="0" algn="l">
              <a:spcBef>
                <a:spcPts val="0"/>
              </a:spcBef>
              <a:spcAft>
                <a:spcPts val="0"/>
              </a:spcAft>
              <a:buNone/>
            </a:pPr>
            <a:r>
              <a:rPr lang="es-419" sz="1100">
                <a:solidFill>
                  <a:srgbClr val="FFFFFF"/>
                </a:solidFill>
              </a:rPr>
              <a:t>Nombre:</a:t>
            </a:r>
            <a:endParaRPr sz="1100">
              <a:solidFill>
                <a:srgbClr val="FFFFFF"/>
              </a:solidFill>
            </a:endParaRPr>
          </a:p>
        </p:txBody>
      </p:sp>
      <p:sp>
        <p:nvSpPr>
          <p:cNvPr id="13274" name="Google Shape;13274;p221"/>
          <p:cNvSpPr/>
          <p:nvPr/>
        </p:nvSpPr>
        <p:spPr>
          <a:xfrm>
            <a:off x="-4273050" y="-78277"/>
            <a:ext cx="3615600" cy="6902700"/>
          </a:xfrm>
          <a:prstGeom prst="roundRect">
            <a:avLst>
              <a:gd fmla="val 4230" name="adj"/>
            </a:avLst>
          </a:prstGeom>
          <a:solidFill>
            <a:srgbClr val="F3F3F3"/>
          </a:solidFill>
          <a:ln cap="flat" cmpd="sng" w="9525">
            <a:solidFill>
              <a:srgbClr val="F3F3F3"/>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t" bIns="91425" lIns="91425" spcFirstLastPara="1" rIns="91425" wrap="square" tIns="91425">
            <a:noAutofit/>
          </a:bodyPr>
          <a:lstStyle/>
          <a:p>
            <a:pPr indent="0" lvl="0" marL="0" rtl="0" algn="ctr">
              <a:spcBef>
                <a:spcPts val="0"/>
              </a:spcBef>
              <a:spcAft>
                <a:spcPts val="0"/>
              </a:spcAft>
              <a:buNone/>
            </a:pPr>
            <a:r>
              <a:rPr i="1" lang="es-419"/>
              <a:t>Paleta</a:t>
            </a:r>
            <a:endParaRPr i="1"/>
          </a:p>
        </p:txBody>
      </p:sp>
    </p:spTree>
  </p:cSld>
  <p:clrMapOvr>
    <a:masterClrMapping/>
  </p:clrMapOvr>
</p:sldLayout>
</file>

<file path=ppt/slideLayouts/slideLayout2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0.5 Situaciones Problemáticas">
  <p:cSld name="CUSTOM_4">
    <p:spTree>
      <p:nvGrpSpPr>
        <p:cNvPr id="13275" name="Shape 13275"/>
        <p:cNvGrpSpPr/>
        <p:nvPr/>
      </p:nvGrpSpPr>
      <p:grpSpPr>
        <a:xfrm>
          <a:off x="0" y="0"/>
          <a:ext cx="0" cy="0"/>
          <a:chOff x="0" y="0"/>
          <a:chExt cx="0" cy="0"/>
        </a:xfrm>
      </p:grpSpPr>
      <p:sp>
        <p:nvSpPr>
          <p:cNvPr id="13276" name="Google Shape;13276;p222"/>
          <p:cNvSpPr/>
          <p:nvPr/>
        </p:nvSpPr>
        <p:spPr>
          <a:xfrm>
            <a:off x="77688" y="358938"/>
            <a:ext cx="9935700" cy="6438000"/>
          </a:xfrm>
          <a:prstGeom prst="roundRect">
            <a:avLst>
              <a:gd fmla="val 2618" name="adj"/>
            </a:avLst>
          </a:prstGeom>
          <a:solidFill>
            <a:srgbClr val="FFFFFF"/>
          </a:solidFill>
          <a:ln cap="flat" cmpd="sng" w="38100">
            <a:solidFill>
              <a:srgbClr val="000000"/>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7" name="Google Shape;13277;p222"/>
          <p:cNvSpPr txBox="1"/>
          <p:nvPr/>
        </p:nvSpPr>
        <p:spPr>
          <a:xfrm>
            <a:off x="223709" y="849702"/>
            <a:ext cx="9669600" cy="390000"/>
          </a:xfrm>
          <a:prstGeom prst="rect">
            <a:avLst/>
          </a:prstGeom>
          <a:solidFill>
            <a:srgbClr val="EB7C35"/>
          </a:solidFill>
          <a:ln cap="flat" cmpd="sng" w="38100">
            <a:solidFill>
              <a:srgbClr val="EB7C35"/>
            </a:solidFill>
            <a:prstDash val="solid"/>
            <a:round/>
            <a:headEnd len="sm" w="sm" type="none"/>
            <a:tailEnd len="sm" w="sm" type="none"/>
          </a:ln>
          <a:effectLst>
            <a:outerShdw blurRad="63500" dir="8100000" dist="38100">
              <a:srgbClr val="000000">
                <a:alpha val="39610"/>
              </a:srgbClr>
            </a:outerShdw>
          </a:effectLst>
        </p:spPr>
        <p:txBody>
          <a:bodyPr anchorCtr="0" anchor="t" bIns="41050" lIns="82100" spcFirstLastPara="1" rIns="82100" wrap="square" tIns="41050">
            <a:noAutofit/>
          </a:bodyPr>
          <a:lstStyle/>
          <a:p>
            <a:pPr indent="0" lvl="0" marL="0" marR="0" rtl="0" algn="l">
              <a:lnSpc>
                <a:spcPct val="100000"/>
              </a:lnSpc>
              <a:spcBef>
                <a:spcPts val="0"/>
              </a:spcBef>
              <a:spcAft>
                <a:spcPts val="0"/>
              </a:spcAft>
              <a:buNone/>
            </a:pPr>
            <a:r>
              <a:t/>
            </a:r>
            <a:endParaRPr b="0" i="0" sz="1600" u="none">
              <a:solidFill>
                <a:schemeClr val="dk1"/>
              </a:solidFill>
              <a:latin typeface="Arial"/>
              <a:ea typeface="Arial"/>
              <a:cs typeface="Arial"/>
              <a:sym typeface="Arial"/>
            </a:endParaRPr>
          </a:p>
        </p:txBody>
      </p:sp>
      <p:sp>
        <p:nvSpPr>
          <p:cNvPr id="13278" name="Google Shape;13278;p222"/>
          <p:cNvSpPr txBox="1"/>
          <p:nvPr/>
        </p:nvSpPr>
        <p:spPr>
          <a:xfrm>
            <a:off x="223709" y="849702"/>
            <a:ext cx="9669600" cy="5851800"/>
          </a:xfrm>
          <a:prstGeom prst="rect">
            <a:avLst/>
          </a:prstGeom>
          <a:noFill/>
          <a:ln cap="flat" cmpd="sng" w="28575">
            <a:solidFill>
              <a:srgbClr val="EB7C35"/>
            </a:solidFill>
            <a:prstDash val="solid"/>
            <a:round/>
            <a:headEnd len="sm" w="sm" type="none"/>
            <a:tailEnd len="sm" w="sm" type="none"/>
          </a:ln>
        </p:spPr>
        <p:txBody>
          <a:bodyPr anchorCtr="0" anchor="t" bIns="41050" lIns="82100" spcFirstLastPara="1" rIns="82100" wrap="square" tIns="41050">
            <a:noAutofit/>
          </a:bodyPr>
          <a:lstStyle/>
          <a:p>
            <a:pPr indent="0" lvl="0" marL="0" marR="0" rtl="0" algn="l">
              <a:lnSpc>
                <a:spcPct val="100000"/>
              </a:lnSpc>
              <a:spcBef>
                <a:spcPts val="0"/>
              </a:spcBef>
              <a:spcAft>
                <a:spcPts val="0"/>
              </a:spcAft>
              <a:buNone/>
            </a:pPr>
            <a:r>
              <a:t/>
            </a:r>
            <a:endParaRPr b="0" i="0" sz="1600" u="none">
              <a:solidFill>
                <a:schemeClr val="dk1"/>
              </a:solidFill>
              <a:latin typeface="Arial"/>
              <a:ea typeface="Arial"/>
              <a:cs typeface="Arial"/>
              <a:sym typeface="Arial"/>
            </a:endParaRPr>
          </a:p>
        </p:txBody>
      </p:sp>
      <p:sp>
        <p:nvSpPr>
          <p:cNvPr id="13279" name="Google Shape;13279;p222"/>
          <p:cNvSpPr txBox="1"/>
          <p:nvPr/>
        </p:nvSpPr>
        <p:spPr>
          <a:xfrm>
            <a:off x="-3508600" y="843725"/>
            <a:ext cx="2892000" cy="5671200"/>
          </a:xfrm>
          <a:prstGeom prst="rect">
            <a:avLst/>
          </a:prstGeom>
          <a:solidFill>
            <a:schemeClr val="lt1"/>
          </a:solidFill>
          <a:ln cap="flat" cmpd="sng" w="28575">
            <a:solidFill>
              <a:srgbClr val="BFBFBF"/>
            </a:solidFill>
            <a:prstDash val="solid"/>
            <a:round/>
            <a:headEnd len="sm" w="sm" type="none"/>
            <a:tailEnd len="sm" w="sm" type="none"/>
          </a:ln>
        </p:spPr>
        <p:txBody>
          <a:bodyPr anchorCtr="0" anchor="t" bIns="41050" lIns="82100" spcFirstLastPara="1" rIns="82100" wrap="square" tIns="41050">
            <a:noAutofit/>
          </a:bodyPr>
          <a:lstStyle/>
          <a:p>
            <a:pPr indent="0" lvl="0" marL="0" marR="0" rtl="0" algn="l">
              <a:lnSpc>
                <a:spcPct val="100000"/>
              </a:lnSpc>
              <a:spcBef>
                <a:spcPts val="0"/>
              </a:spcBef>
              <a:spcAft>
                <a:spcPts val="0"/>
              </a:spcAft>
              <a:buNone/>
            </a:pPr>
            <a:r>
              <a:t/>
            </a:r>
            <a:endParaRPr b="0" i="0" sz="1600" u="none">
              <a:solidFill>
                <a:schemeClr val="dk1"/>
              </a:solidFill>
              <a:latin typeface="Arial"/>
              <a:ea typeface="Arial"/>
              <a:cs typeface="Arial"/>
              <a:sym typeface="Arial"/>
            </a:endParaRPr>
          </a:p>
        </p:txBody>
      </p:sp>
      <p:sp>
        <p:nvSpPr>
          <p:cNvPr id="13280" name="Google Shape;13280;p222"/>
          <p:cNvSpPr txBox="1"/>
          <p:nvPr/>
        </p:nvSpPr>
        <p:spPr>
          <a:xfrm>
            <a:off x="-3508600" y="843725"/>
            <a:ext cx="2892000" cy="408300"/>
          </a:xfrm>
          <a:prstGeom prst="rect">
            <a:avLst/>
          </a:prstGeom>
          <a:solidFill>
            <a:srgbClr val="EEEEEE"/>
          </a:solidFill>
          <a:ln cap="flat" cmpd="sng" w="19050">
            <a:solidFill>
              <a:srgbClr val="BFBFBF"/>
            </a:solidFill>
            <a:prstDash val="solid"/>
            <a:round/>
            <a:headEnd len="sm" w="sm" type="none"/>
            <a:tailEnd len="sm" w="sm" type="none"/>
          </a:ln>
        </p:spPr>
        <p:txBody>
          <a:bodyPr anchorCtr="0" anchor="t" bIns="41050" lIns="82100" spcFirstLastPara="1" rIns="82100" wrap="square" tIns="41050">
            <a:noAutofit/>
          </a:bodyPr>
          <a:lstStyle/>
          <a:p>
            <a:pPr indent="0" lvl="0" marL="0" marR="0" rtl="0" algn="ctr">
              <a:lnSpc>
                <a:spcPct val="100000"/>
              </a:lnSpc>
              <a:spcBef>
                <a:spcPts val="0"/>
              </a:spcBef>
              <a:spcAft>
                <a:spcPts val="0"/>
              </a:spcAft>
              <a:buClr>
                <a:schemeClr val="dk1"/>
              </a:buClr>
              <a:buSzPts val="1600"/>
              <a:buFont typeface="Arial"/>
              <a:buNone/>
            </a:pPr>
            <a:r>
              <a:rPr b="1" i="0" lang="es-419" sz="1600" u="none">
                <a:solidFill>
                  <a:schemeClr val="dk1"/>
                </a:solidFill>
                <a:latin typeface="Arvo"/>
                <a:ea typeface="Arvo"/>
                <a:cs typeface="Arvo"/>
                <a:sym typeface="Arvo"/>
              </a:rPr>
              <a:t>Brain Storming</a:t>
            </a:r>
            <a:endParaRPr sz="1300">
              <a:latin typeface="Arvo"/>
              <a:ea typeface="Arvo"/>
              <a:cs typeface="Arvo"/>
              <a:sym typeface="Arvo"/>
            </a:endParaRPr>
          </a:p>
        </p:txBody>
      </p:sp>
      <p:sp>
        <p:nvSpPr>
          <p:cNvPr id="13281" name="Google Shape;13281;p222"/>
          <p:cNvSpPr txBox="1"/>
          <p:nvPr/>
        </p:nvSpPr>
        <p:spPr>
          <a:xfrm>
            <a:off x="221124" y="841575"/>
            <a:ext cx="9669600" cy="408000"/>
          </a:xfrm>
          <a:prstGeom prst="rect">
            <a:avLst/>
          </a:prstGeom>
          <a:noFill/>
          <a:ln>
            <a:noFill/>
          </a:ln>
        </p:spPr>
        <p:txBody>
          <a:bodyPr anchorCtr="0" anchor="ctr" bIns="41050" lIns="82100" spcFirstLastPara="1" rIns="82100" wrap="square" tIns="41050">
            <a:noAutofit/>
          </a:bodyPr>
          <a:lstStyle/>
          <a:p>
            <a:pPr indent="0" lvl="0" marL="0" marR="0" rtl="0" algn="ctr">
              <a:lnSpc>
                <a:spcPct val="100000"/>
              </a:lnSpc>
              <a:spcBef>
                <a:spcPts val="0"/>
              </a:spcBef>
              <a:spcAft>
                <a:spcPts val="0"/>
              </a:spcAft>
              <a:buClr>
                <a:schemeClr val="lt1"/>
              </a:buClr>
              <a:buSzPts val="2200"/>
              <a:buFont typeface="Open Sans"/>
              <a:buNone/>
            </a:pPr>
            <a:r>
              <a:rPr b="1" lang="es-419">
                <a:solidFill>
                  <a:schemeClr val="lt1"/>
                </a:solidFill>
                <a:latin typeface="Arvo"/>
                <a:ea typeface="Arvo"/>
                <a:cs typeface="Arvo"/>
                <a:sym typeface="Arvo"/>
              </a:rPr>
              <a:t>Cardsorting</a:t>
            </a:r>
            <a:endParaRPr>
              <a:latin typeface="Arvo"/>
              <a:ea typeface="Arvo"/>
              <a:cs typeface="Arvo"/>
              <a:sym typeface="Arvo"/>
            </a:endParaRPr>
          </a:p>
        </p:txBody>
      </p:sp>
      <p:sp>
        <p:nvSpPr>
          <p:cNvPr id="13282" name="Google Shape;13282;p222"/>
          <p:cNvSpPr txBox="1"/>
          <p:nvPr/>
        </p:nvSpPr>
        <p:spPr>
          <a:xfrm>
            <a:off x="306397" y="1373931"/>
            <a:ext cx="4694100" cy="1689000"/>
          </a:xfrm>
          <a:prstGeom prst="rect">
            <a:avLst/>
          </a:prstGeom>
          <a:solidFill>
            <a:schemeClr val="lt1"/>
          </a:solidFill>
          <a:ln cap="flat" cmpd="sng" w="28575">
            <a:solidFill>
              <a:srgbClr val="BFBFBF"/>
            </a:solidFill>
            <a:prstDash val="solid"/>
            <a:round/>
            <a:headEnd len="sm" w="sm" type="none"/>
            <a:tailEnd len="sm" w="sm" type="none"/>
          </a:ln>
        </p:spPr>
        <p:txBody>
          <a:bodyPr anchorCtr="0" anchor="t" bIns="41050" lIns="82100" spcFirstLastPara="1" rIns="82100" wrap="square" tIns="41050">
            <a:noAutofit/>
          </a:bodyPr>
          <a:lstStyle/>
          <a:p>
            <a:pPr indent="0" lvl="0" marL="0" marR="0" rtl="0" algn="l">
              <a:lnSpc>
                <a:spcPct val="100000"/>
              </a:lnSpc>
              <a:spcBef>
                <a:spcPts val="0"/>
              </a:spcBef>
              <a:spcAft>
                <a:spcPts val="0"/>
              </a:spcAft>
              <a:buNone/>
            </a:pPr>
            <a:r>
              <a:t/>
            </a:r>
            <a:endParaRPr b="0" i="0" sz="1600" u="none">
              <a:solidFill>
                <a:schemeClr val="dk1"/>
              </a:solidFill>
              <a:latin typeface="Arial"/>
              <a:ea typeface="Arial"/>
              <a:cs typeface="Arial"/>
              <a:sym typeface="Arial"/>
            </a:endParaRPr>
          </a:p>
        </p:txBody>
      </p:sp>
      <p:sp>
        <p:nvSpPr>
          <p:cNvPr id="13283" name="Google Shape;13283;p222"/>
          <p:cNvSpPr txBox="1"/>
          <p:nvPr/>
        </p:nvSpPr>
        <p:spPr>
          <a:xfrm>
            <a:off x="306397" y="1373931"/>
            <a:ext cx="4694100" cy="282000"/>
          </a:xfrm>
          <a:prstGeom prst="rect">
            <a:avLst/>
          </a:prstGeom>
          <a:solidFill>
            <a:srgbClr val="FED86F"/>
          </a:solidFill>
          <a:ln cap="flat" cmpd="sng" w="19050">
            <a:solidFill>
              <a:srgbClr val="BFBFBF"/>
            </a:solidFill>
            <a:prstDash val="solid"/>
            <a:round/>
            <a:headEnd len="sm" w="sm" type="none"/>
            <a:tailEnd len="sm" w="sm" type="none"/>
          </a:ln>
        </p:spPr>
        <p:txBody>
          <a:bodyPr anchorCtr="0" anchor="t" bIns="41050" lIns="82100" spcFirstLastPara="1" rIns="82100" wrap="square" tIns="41050">
            <a:noAutofit/>
          </a:bodyPr>
          <a:lstStyle/>
          <a:p>
            <a:pPr indent="0" lvl="0" marL="0" marR="0" rtl="0" algn="l">
              <a:lnSpc>
                <a:spcPct val="100000"/>
              </a:lnSpc>
              <a:spcBef>
                <a:spcPts val="0"/>
              </a:spcBef>
              <a:spcAft>
                <a:spcPts val="0"/>
              </a:spcAft>
              <a:buClr>
                <a:schemeClr val="dk1"/>
              </a:buClr>
              <a:buSzPts val="1400"/>
              <a:buFont typeface="Arial"/>
              <a:buNone/>
            </a:pPr>
            <a:r>
              <a:rPr b="1" lang="es-419" sz="1200">
                <a:solidFill>
                  <a:schemeClr val="dk1"/>
                </a:solidFill>
                <a:latin typeface="Arvo"/>
                <a:ea typeface="Arvo"/>
                <a:cs typeface="Arvo"/>
                <a:sym typeface="Arvo"/>
              </a:rPr>
              <a:t>Variable Identificada </a:t>
            </a:r>
            <a:r>
              <a:rPr b="1" i="0" lang="es-419" sz="1200" u="none">
                <a:solidFill>
                  <a:schemeClr val="dk1"/>
                </a:solidFill>
                <a:latin typeface="Arvo"/>
                <a:ea typeface="Arvo"/>
                <a:cs typeface="Arvo"/>
                <a:sym typeface="Arvo"/>
              </a:rPr>
              <a:t>1: </a:t>
            </a:r>
            <a:endParaRPr sz="1200">
              <a:latin typeface="Arvo"/>
              <a:ea typeface="Arvo"/>
              <a:cs typeface="Arvo"/>
              <a:sym typeface="Arvo"/>
            </a:endParaRPr>
          </a:p>
        </p:txBody>
      </p:sp>
      <p:sp>
        <p:nvSpPr>
          <p:cNvPr id="13284" name="Google Shape;13284;p222"/>
          <p:cNvSpPr txBox="1"/>
          <p:nvPr/>
        </p:nvSpPr>
        <p:spPr>
          <a:xfrm>
            <a:off x="314150" y="3149807"/>
            <a:ext cx="4694100" cy="1691100"/>
          </a:xfrm>
          <a:prstGeom prst="rect">
            <a:avLst/>
          </a:prstGeom>
          <a:solidFill>
            <a:schemeClr val="lt1"/>
          </a:solidFill>
          <a:ln cap="flat" cmpd="sng" w="28575">
            <a:solidFill>
              <a:srgbClr val="BFBFBF"/>
            </a:solidFill>
            <a:prstDash val="solid"/>
            <a:round/>
            <a:headEnd len="sm" w="sm" type="none"/>
            <a:tailEnd len="sm" w="sm" type="none"/>
          </a:ln>
        </p:spPr>
        <p:txBody>
          <a:bodyPr anchorCtr="0" anchor="t" bIns="41050" lIns="82100" spcFirstLastPara="1" rIns="82100" wrap="square" tIns="41050">
            <a:noAutofit/>
          </a:bodyPr>
          <a:lstStyle/>
          <a:p>
            <a:pPr indent="0" lvl="0" marL="0" marR="0" rtl="0" algn="l">
              <a:lnSpc>
                <a:spcPct val="100000"/>
              </a:lnSpc>
              <a:spcBef>
                <a:spcPts val="0"/>
              </a:spcBef>
              <a:spcAft>
                <a:spcPts val="0"/>
              </a:spcAft>
              <a:buNone/>
            </a:pPr>
            <a:r>
              <a:t/>
            </a:r>
            <a:endParaRPr b="0" i="0" sz="1600" u="none">
              <a:solidFill>
                <a:schemeClr val="dk1"/>
              </a:solidFill>
              <a:latin typeface="Arial"/>
              <a:ea typeface="Arial"/>
              <a:cs typeface="Arial"/>
              <a:sym typeface="Arial"/>
            </a:endParaRPr>
          </a:p>
        </p:txBody>
      </p:sp>
      <p:sp>
        <p:nvSpPr>
          <p:cNvPr id="13285" name="Google Shape;13285;p222"/>
          <p:cNvSpPr txBox="1"/>
          <p:nvPr/>
        </p:nvSpPr>
        <p:spPr>
          <a:xfrm>
            <a:off x="314150" y="3149807"/>
            <a:ext cx="4694100" cy="282000"/>
          </a:xfrm>
          <a:prstGeom prst="rect">
            <a:avLst/>
          </a:prstGeom>
          <a:solidFill>
            <a:srgbClr val="FED86F"/>
          </a:solidFill>
          <a:ln cap="flat" cmpd="sng" w="19050">
            <a:solidFill>
              <a:srgbClr val="BFBFBF"/>
            </a:solidFill>
            <a:prstDash val="solid"/>
            <a:round/>
            <a:headEnd len="sm" w="sm" type="none"/>
            <a:tailEnd len="sm" w="sm" type="none"/>
          </a:ln>
        </p:spPr>
        <p:txBody>
          <a:bodyPr anchorCtr="0" anchor="t" bIns="41050" lIns="82100" spcFirstLastPara="1" rIns="82100" wrap="square" tIns="41050">
            <a:noAutofit/>
          </a:bodyPr>
          <a:lstStyle/>
          <a:p>
            <a:pPr indent="0" lvl="0" marL="0" marR="0" rtl="0" algn="l">
              <a:lnSpc>
                <a:spcPct val="100000"/>
              </a:lnSpc>
              <a:spcBef>
                <a:spcPts val="0"/>
              </a:spcBef>
              <a:spcAft>
                <a:spcPts val="0"/>
              </a:spcAft>
              <a:buClr>
                <a:schemeClr val="dk1"/>
              </a:buClr>
              <a:buSzPts val="1400"/>
              <a:buFont typeface="Arial"/>
              <a:buNone/>
            </a:pPr>
            <a:r>
              <a:rPr b="1" lang="es-419" sz="1200">
                <a:solidFill>
                  <a:schemeClr val="dk1"/>
                </a:solidFill>
                <a:latin typeface="Arvo"/>
                <a:ea typeface="Arvo"/>
                <a:cs typeface="Arvo"/>
                <a:sym typeface="Arvo"/>
              </a:rPr>
              <a:t>Variable Identificada </a:t>
            </a:r>
            <a:r>
              <a:rPr b="1" i="0" lang="es-419" sz="1200" u="none">
                <a:solidFill>
                  <a:schemeClr val="dk1"/>
                </a:solidFill>
                <a:latin typeface="Arvo"/>
                <a:ea typeface="Arvo"/>
                <a:cs typeface="Arvo"/>
                <a:sym typeface="Arvo"/>
              </a:rPr>
              <a:t>2: </a:t>
            </a:r>
            <a:endParaRPr sz="1200">
              <a:latin typeface="Arvo"/>
              <a:ea typeface="Arvo"/>
              <a:cs typeface="Arvo"/>
              <a:sym typeface="Arvo"/>
            </a:endParaRPr>
          </a:p>
        </p:txBody>
      </p:sp>
      <p:sp>
        <p:nvSpPr>
          <p:cNvPr id="13286" name="Google Shape;13286;p222"/>
          <p:cNvSpPr txBox="1"/>
          <p:nvPr/>
        </p:nvSpPr>
        <p:spPr>
          <a:xfrm>
            <a:off x="306397" y="4933811"/>
            <a:ext cx="4694100" cy="1689000"/>
          </a:xfrm>
          <a:prstGeom prst="rect">
            <a:avLst/>
          </a:prstGeom>
          <a:solidFill>
            <a:schemeClr val="lt1"/>
          </a:solidFill>
          <a:ln cap="flat" cmpd="sng" w="28575">
            <a:solidFill>
              <a:srgbClr val="BFBFBF"/>
            </a:solidFill>
            <a:prstDash val="solid"/>
            <a:round/>
            <a:headEnd len="sm" w="sm" type="none"/>
            <a:tailEnd len="sm" w="sm" type="none"/>
          </a:ln>
        </p:spPr>
        <p:txBody>
          <a:bodyPr anchorCtr="0" anchor="t" bIns="41050" lIns="82100" spcFirstLastPara="1" rIns="82100" wrap="square" tIns="41050">
            <a:noAutofit/>
          </a:bodyPr>
          <a:lstStyle/>
          <a:p>
            <a:pPr indent="0" lvl="0" marL="0" marR="0" rtl="0" algn="l">
              <a:lnSpc>
                <a:spcPct val="100000"/>
              </a:lnSpc>
              <a:spcBef>
                <a:spcPts val="0"/>
              </a:spcBef>
              <a:spcAft>
                <a:spcPts val="0"/>
              </a:spcAft>
              <a:buNone/>
            </a:pPr>
            <a:r>
              <a:t/>
            </a:r>
            <a:endParaRPr b="0" i="0" sz="1600" u="none">
              <a:solidFill>
                <a:schemeClr val="dk1"/>
              </a:solidFill>
              <a:latin typeface="Arial"/>
              <a:ea typeface="Arial"/>
              <a:cs typeface="Arial"/>
              <a:sym typeface="Arial"/>
            </a:endParaRPr>
          </a:p>
        </p:txBody>
      </p:sp>
      <p:sp>
        <p:nvSpPr>
          <p:cNvPr id="13287" name="Google Shape;13287;p222"/>
          <p:cNvSpPr txBox="1"/>
          <p:nvPr/>
        </p:nvSpPr>
        <p:spPr>
          <a:xfrm>
            <a:off x="306397" y="4933811"/>
            <a:ext cx="4694100" cy="282000"/>
          </a:xfrm>
          <a:prstGeom prst="rect">
            <a:avLst/>
          </a:prstGeom>
          <a:solidFill>
            <a:srgbClr val="FED86F"/>
          </a:solidFill>
          <a:ln cap="flat" cmpd="sng" w="19050">
            <a:solidFill>
              <a:srgbClr val="BFBFBF"/>
            </a:solidFill>
            <a:prstDash val="solid"/>
            <a:round/>
            <a:headEnd len="sm" w="sm" type="none"/>
            <a:tailEnd len="sm" w="sm" type="none"/>
          </a:ln>
        </p:spPr>
        <p:txBody>
          <a:bodyPr anchorCtr="0" anchor="t" bIns="41050" lIns="82100" spcFirstLastPara="1" rIns="82100" wrap="square" tIns="41050">
            <a:noAutofit/>
          </a:bodyPr>
          <a:lstStyle/>
          <a:p>
            <a:pPr indent="0" lvl="0" marL="0" marR="0" rtl="0" algn="l">
              <a:lnSpc>
                <a:spcPct val="100000"/>
              </a:lnSpc>
              <a:spcBef>
                <a:spcPts val="0"/>
              </a:spcBef>
              <a:spcAft>
                <a:spcPts val="0"/>
              </a:spcAft>
              <a:buClr>
                <a:schemeClr val="dk1"/>
              </a:buClr>
              <a:buSzPts val="1400"/>
              <a:buFont typeface="Arial"/>
              <a:buNone/>
            </a:pPr>
            <a:r>
              <a:rPr b="1" lang="es-419" sz="1200">
                <a:solidFill>
                  <a:schemeClr val="dk1"/>
                </a:solidFill>
                <a:latin typeface="Arvo"/>
                <a:ea typeface="Arvo"/>
                <a:cs typeface="Arvo"/>
                <a:sym typeface="Arvo"/>
              </a:rPr>
              <a:t>Variable Identificada </a:t>
            </a:r>
            <a:r>
              <a:rPr b="1" i="0" lang="es-419" sz="1200" u="none">
                <a:solidFill>
                  <a:schemeClr val="dk1"/>
                </a:solidFill>
                <a:latin typeface="Arvo"/>
                <a:ea typeface="Arvo"/>
                <a:cs typeface="Arvo"/>
                <a:sym typeface="Arvo"/>
              </a:rPr>
              <a:t>3: </a:t>
            </a:r>
            <a:endParaRPr sz="1200">
              <a:latin typeface="Arvo"/>
              <a:ea typeface="Arvo"/>
              <a:cs typeface="Arvo"/>
              <a:sym typeface="Arvo"/>
            </a:endParaRPr>
          </a:p>
        </p:txBody>
      </p:sp>
      <p:sp>
        <p:nvSpPr>
          <p:cNvPr id="13288" name="Google Shape;13288;p222"/>
          <p:cNvSpPr txBox="1"/>
          <p:nvPr/>
        </p:nvSpPr>
        <p:spPr>
          <a:xfrm>
            <a:off x="-3408589" y="1350965"/>
            <a:ext cx="819300" cy="736200"/>
          </a:xfrm>
          <a:prstGeom prst="rect">
            <a:avLst/>
          </a:prstGeom>
          <a:solidFill>
            <a:srgbClr val="FDEEA5"/>
          </a:solidFill>
          <a:ln cap="flat" cmpd="sng" w="9525">
            <a:solidFill>
              <a:srgbClr val="FCE46F"/>
            </a:solidFill>
            <a:prstDash val="solid"/>
            <a:round/>
            <a:headEnd len="sm" w="sm" type="none"/>
            <a:tailEnd len="sm" w="sm" type="none"/>
          </a:ln>
          <a:effectLst>
            <a:outerShdw blurRad="63500" dir="8100000" dist="38100">
              <a:srgbClr val="000000">
                <a:alpha val="39610"/>
              </a:srgbClr>
            </a:outerShdw>
          </a:effectLst>
        </p:spPr>
        <p:txBody>
          <a:bodyPr anchorCtr="0" anchor="t" bIns="41050" lIns="82100" spcFirstLastPara="1" rIns="82100" wrap="square" tIns="41050">
            <a:noAutofit/>
          </a:bodyPr>
          <a:lstStyle/>
          <a:p>
            <a:pPr indent="0" lvl="0" marL="0" marR="0" rtl="0" algn="l">
              <a:lnSpc>
                <a:spcPct val="100000"/>
              </a:lnSpc>
              <a:spcBef>
                <a:spcPts val="0"/>
              </a:spcBef>
              <a:spcAft>
                <a:spcPts val="0"/>
              </a:spcAft>
              <a:buNone/>
            </a:pPr>
            <a:r>
              <a:t/>
            </a:r>
            <a:endParaRPr b="0" i="0" sz="1600" u="none">
              <a:solidFill>
                <a:schemeClr val="dk1"/>
              </a:solidFill>
              <a:latin typeface="Arial"/>
              <a:ea typeface="Arial"/>
              <a:cs typeface="Arial"/>
              <a:sym typeface="Arial"/>
            </a:endParaRPr>
          </a:p>
        </p:txBody>
      </p:sp>
      <p:sp>
        <p:nvSpPr>
          <p:cNvPr id="13289" name="Google Shape;13289;p222"/>
          <p:cNvSpPr txBox="1"/>
          <p:nvPr/>
        </p:nvSpPr>
        <p:spPr>
          <a:xfrm>
            <a:off x="-2474754" y="1350965"/>
            <a:ext cx="821100" cy="736200"/>
          </a:xfrm>
          <a:prstGeom prst="rect">
            <a:avLst/>
          </a:prstGeom>
          <a:solidFill>
            <a:srgbClr val="FDEEA5"/>
          </a:solidFill>
          <a:ln cap="flat" cmpd="sng" w="9525">
            <a:solidFill>
              <a:srgbClr val="FCE46F"/>
            </a:solidFill>
            <a:prstDash val="solid"/>
            <a:round/>
            <a:headEnd len="sm" w="sm" type="none"/>
            <a:tailEnd len="sm" w="sm" type="none"/>
          </a:ln>
          <a:effectLst>
            <a:outerShdw blurRad="63500" dir="8100000" dist="38100">
              <a:srgbClr val="000000">
                <a:alpha val="39610"/>
              </a:srgbClr>
            </a:outerShdw>
          </a:effectLst>
        </p:spPr>
        <p:txBody>
          <a:bodyPr anchorCtr="0" anchor="t" bIns="41050" lIns="82100" spcFirstLastPara="1" rIns="82100" wrap="square" tIns="41050">
            <a:noAutofit/>
          </a:bodyPr>
          <a:lstStyle/>
          <a:p>
            <a:pPr indent="0" lvl="0" marL="0" marR="0" rtl="0" algn="l">
              <a:lnSpc>
                <a:spcPct val="100000"/>
              </a:lnSpc>
              <a:spcBef>
                <a:spcPts val="0"/>
              </a:spcBef>
              <a:spcAft>
                <a:spcPts val="0"/>
              </a:spcAft>
              <a:buNone/>
            </a:pPr>
            <a:r>
              <a:t/>
            </a:r>
            <a:endParaRPr b="0" i="0" sz="1600" u="none">
              <a:solidFill>
                <a:schemeClr val="dk1"/>
              </a:solidFill>
              <a:latin typeface="Arial"/>
              <a:ea typeface="Arial"/>
              <a:cs typeface="Arial"/>
              <a:sym typeface="Arial"/>
            </a:endParaRPr>
          </a:p>
        </p:txBody>
      </p:sp>
      <p:sp>
        <p:nvSpPr>
          <p:cNvPr id="13290" name="Google Shape;13290;p222"/>
          <p:cNvSpPr txBox="1"/>
          <p:nvPr/>
        </p:nvSpPr>
        <p:spPr>
          <a:xfrm>
            <a:off x="-1536099" y="1350965"/>
            <a:ext cx="821100" cy="736200"/>
          </a:xfrm>
          <a:prstGeom prst="rect">
            <a:avLst/>
          </a:prstGeom>
          <a:solidFill>
            <a:srgbClr val="FDEEA5"/>
          </a:solidFill>
          <a:ln cap="flat" cmpd="sng" w="9525">
            <a:solidFill>
              <a:srgbClr val="FCE46F"/>
            </a:solidFill>
            <a:prstDash val="solid"/>
            <a:round/>
            <a:headEnd len="sm" w="sm" type="none"/>
            <a:tailEnd len="sm" w="sm" type="none"/>
          </a:ln>
          <a:effectLst>
            <a:outerShdw blurRad="63500" dir="8100000" dist="38100">
              <a:srgbClr val="000000">
                <a:alpha val="39610"/>
              </a:srgbClr>
            </a:outerShdw>
          </a:effectLst>
        </p:spPr>
        <p:txBody>
          <a:bodyPr anchorCtr="0" anchor="t" bIns="41050" lIns="82100" spcFirstLastPara="1" rIns="82100" wrap="square" tIns="41050">
            <a:noAutofit/>
          </a:bodyPr>
          <a:lstStyle/>
          <a:p>
            <a:pPr indent="0" lvl="0" marL="0" marR="0" rtl="0" algn="l">
              <a:lnSpc>
                <a:spcPct val="100000"/>
              </a:lnSpc>
              <a:spcBef>
                <a:spcPts val="0"/>
              </a:spcBef>
              <a:spcAft>
                <a:spcPts val="0"/>
              </a:spcAft>
              <a:buNone/>
            </a:pPr>
            <a:r>
              <a:t/>
            </a:r>
            <a:endParaRPr b="0" i="0" sz="1600" u="none">
              <a:solidFill>
                <a:schemeClr val="dk1"/>
              </a:solidFill>
              <a:latin typeface="Arial"/>
              <a:ea typeface="Arial"/>
              <a:cs typeface="Arial"/>
              <a:sym typeface="Arial"/>
            </a:endParaRPr>
          </a:p>
        </p:txBody>
      </p:sp>
      <p:sp>
        <p:nvSpPr>
          <p:cNvPr id="13291" name="Google Shape;13291;p222"/>
          <p:cNvSpPr txBox="1"/>
          <p:nvPr/>
        </p:nvSpPr>
        <p:spPr>
          <a:xfrm>
            <a:off x="-3408589" y="2204372"/>
            <a:ext cx="819300" cy="736200"/>
          </a:xfrm>
          <a:prstGeom prst="rect">
            <a:avLst/>
          </a:prstGeom>
          <a:solidFill>
            <a:srgbClr val="FDEEA5"/>
          </a:solidFill>
          <a:ln cap="flat" cmpd="sng" w="9525">
            <a:solidFill>
              <a:srgbClr val="FCE46F"/>
            </a:solidFill>
            <a:prstDash val="solid"/>
            <a:round/>
            <a:headEnd len="sm" w="sm" type="none"/>
            <a:tailEnd len="sm" w="sm" type="none"/>
          </a:ln>
          <a:effectLst>
            <a:outerShdw blurRad="63500" dir="8100000" dist="38100">
              <a:srgbClr val="000000">
                <a:alpha val="39610"/>
              </a:srgbClr>
            </a:outerShdw>
          </a:effectLst>
        </p:spPr>
        <p:txBody>
          <a:bodyPr anchorCtr="0" anchor="t" bIns="41050" lIns="82100" spcFirstLastPara="1" rIns="82100" wrap="square" tIns="41050">
            <a:noAutofit/>
          </a:bodyPr>
          <a:lstStyle/>
          <a:p>
            <a:pPr indent="0" lvl="0" marL="0" marR="0" rtl="0" algn="l">
              <a:lnSpc>
                <a:spcPct val="100000"/>
              </a:lnSpc>
              <a:spcBef>
                <a:spcPts val="0"/>
              </a:spcBef>
              <a:spcAft>
                <a:spcPts val="0"/>
              </a:spcAft>
              <a:buNone/>
            </a:pPr>
            <a:r>
              <a:t/>
            </a:r>
            <a:endParaRPr b="0" i="0" sz="1600" u="none">
              <a:solidFill>
                <a:schemeClr val="dk1"/>
              </a:solidFill>
              <a:latin typeface="Arial"/>
              <a:ea typeface="Arial"/>
              <a:cs typeface="Arial"/>
              <a:sym typeface="Arial"/>
            </a:endParaRPr>
          </a:p>
        </p:txBody>
      </p:sp>
      <p:sp>
        <p:nvSpPr>
          <p:cNvPr id="13292" name="Google Shape;13292;p222"/>
          <p:cNvSpPr txBox="1"/>
          <p:nvPr/>
        </p:nvSpPr>
        <p:spPr>
          <a:xfrm>
            <a:off x="-2474754" y="2204372"/>
            <a:ext cx="821100" cy="736200"/>
          </a:xfrm>
          <a:prstGeom prst="rect">
            <a:avLst/>
          </a:prstGeom>
          <a:solidFill>
            <a:srgbClr val="FDEEA5"/>
          </a:solidFill>
          <a:ln cap="flat" cmpd="sng" w="9525">
            <a:solidFill>
              <a:srgbClr val="FCE46F"/>
            </a:solidFill>
            <a:prstDash val="solid"/>
            <a:round/>
            <a:headEnd len="sm" w="sm" type="none"/>
            <a:tailEnd len="sm" w="sm" type="none"/>
          </a:ln>
          <a:effectLst>
            <a:outerShdw blurRad="63500" dir="8100000" dist="38100">
              <a:srgbClr val="000000">
                <a:alpha val="39610"/>
              </a:srgbClr>
            </a:outerShdw>
          </a:effectLst>
        </p:spPr>
        <p:txBody>
          <a:bodyPr anchorCtr="0" anchor="t" bIns="41050" lIns="82100" spcFirstLastPara="1" rIns="82100" wrap="square" tIns="41050">
            <a:noAutofit/>
          </a:bodyPr>
          <a:lstStyle/>
          <a:p>
            <a:pPr indent="0" lvl="0" marL="0" marR="0" rtl="0" algn="l">
              <a:lnSpc>
                <a:spcPct val="100000"/>
              </a:lnSpc>
              <a:spcBef>
                <a:spcPts val="0"/>
              </a:spcBef>
              <a:spcAft>
                <a:spcPts val="0"/>
              </a:spcAft>
              <a:buNone/>
            </a:pPr>
            <a:r>
              <a:t/>
            </a:r>
            <a:endParaRPr b="0" i="0" sz="1600" u="none">
              <a:solidFill>
                <a:schemeClr val="dk1"/>
              </a:solidFill>
              <a:latin typeface="Arial"/>
              <a:ea typeface="Arial"/>
              <a:cs typeface="Arial"/>
              <a:sym typeface="Arial"/>
            </a:endParaRPr>
          </a:p>
        </p:txBody>
      </p:sp>
      <p:sp>
        <p:nvSpPr>
          <p:cNvPr id="13293" name="Google Shape;13293;p222"/>
          <p:cNvSpPr txBox="1"/>
          <p:nvPr/>
        </p:nvSpPr>
        <p:spPr>
          <a:xfrm>
            <a:off x="-1536099" y="2204372"/>
            <a:ext cx="821100" cy="736200"/>
          </a:xfrm>
          <a:prstGeom prst="rect">
            <a:avLst/>
          </a:prstGeom>
          <a:solidFill>
            <a:srgbClr val="FDEEA5"/>
          </a:solidFill>
          <a:ln cap="flat" cmpd="sng" w="9525">
            <a:solidFill>
              <a:srgbClr val="FCE46F"/>
            </a:solidFill>
            <a:prstDash val="solid"/>
            <a:round/>
            <a:headEnd len="sm" w="sm" type="none"/>
            <a:tailEnd len="sm" w="sm" type="none"/>
          </a:ln>
          <a:effectLst>
            <a:outerShdw blurRad="63500" dir="8100000" dist="38100">
              <a:srgbClr val="000000">
                <a:alpha val="39610"/>
              </a:srgbClr>
            </a:outerShdw>
          </a:effectLst>
        </p:spPr>
        <p:txBody>
          <a:bodyPr anchorCtr="0" anchor="t" bIns="41050" lIns="82100" spcFirstLastPara="1" rIns="82100" wrap="square" tIns="41050">
            <a:noAutofit/>
          </a:bodyPr>
          <a:lstStyle/>
          <a:p>
            <a:pPr indent="0" lvl="0" marL="0" marR="0" rtl="0" algn="l">
              <a:lnSpc>
                <a:spcPct val="100000"/>
              </a:lnSpc>
              <a:spcBef>
                <a:spcPts val="0"/>
              </a:spcBef>
              <a:spcAft>
                <a:spcPts val="0"/>
              </a:spcAft>
              <a:buNone/>
            </a:pPr>
            <a:r>
              <a:t/>
            </a:r>
            <a:endParaRPr b="0" i="0" sz="1600" u="none">
              <a:solidFill>
                <a:schemeClr val="dk1"/>
              </a:solidFill>
              <a:latin typeface="Arial"/>
              <a:ea typeface="Arial"/>
              <a:cs typeface="Arial"/>
              <a:sym typeface="Arial"/>
            </a:endParaRPr>
          </a:p>
        </p:txBody>
      </p:sp>
      <p:sp>
        <p:nvSpPr>
          <p:cNvPr id="13294" name="Google Shape;13294;p222"/>
          <p:cNvSpPr txBox="1"/>
          <p:nvPr/>
        </p:nvSpPr>
        <p:spPr>
          <a:xfrm>
            <a:off x="-3408589" y="3078973"/>
            <a:ext cx="819300" cy="736200"/>
          </a:xfrm>
          <a:prstGeom prst="rect">
            <a:avLst/>
          </a:prstGeom>
          <a:solidFill>
            <a:srgbClr val="FDEEA5"/>
          </a:solidFill>
          <a:ln cap="flat" cmpd="sng" w="9525">
            <a:solidFill>
              <a:srgbClr val="FCE46F"/>
            </a:solidFill>
            <a:prstDash val="solid"/>
            <a:round/>
            <a:headEnd len="sm" w="sm" type="none"/>
            <a:tailEnd len="sm" w="sm" type="none"/>
          </a:ln>
          <a:effectLst>
            <a:outerShdw blurRad="63500" dir="8100000" dist="38100">
              <a:srgbClr val="000000">
                <a:alpha val="39610"/>
              </a:srgbClr>
            </a:outerShdw>
          </a:effectLst>
        </p:spPr>
        <p:txBody>
          <a:bodyPr anchorCtr="0" anchor="t" bIns="41050" lIns="82100" spcFirstLastPara="1" rIns="82100" wrap="square" tIns="41050">
            <a:noAutofit/>
          </a:bodyPr>
          <a:lstStyle/>
          <a:p>
            <a:pPr indent="0" lvl="0" marL="0" marR="0" rtl="0" algn="l">
              <a:lnSpc>
                <a:spcPct val="100000"/>
              </a:lnSpc>
              <a:spcBef>
                <a:spcPts val="0"/>
              </a:spcBef>
              <a:spcAft>
                <a:spcPts val="0"/>
              </a:spcAft>
              <a:buNone/>
            </a:pPr>
            <a:r>
              <a:t/>
            </a:r>
            <a:endParaRPr b="0" i="0" sz="1600" u="none">
              <a:solidFill>
                <a:schemeClr val="dk1"/>
              </a:solidFill>
              <a:latin typeface="Arial"/>
              <a:ea typeface="Arial"/>
              <a:cs typeface="Arial"/>
              <a:sym typeface="Arial"/>
            </a:endParaRPr>
          </a:p>
        </p:txBody>
      </p:sp>
      <p:sp>
        <p:nvSpPr>
          <p:cNvPr id="13295" name="Google Shape;13295;p222"/>
          <p:cNvSpPr txBox="1"/>
          <p:nvPr/>
        </p:nvSpPr>
        <p:spPr>
          <a:xfrm>
            <a:off x="-2474754" y="3078973"/>
            <a:ext cx="821100" cy="736200"/>
          </a:xfrm>
          <a:prstGeom prst="rect">
            <a:avLst/>
          </a:prstGeom>
          <a:solidFill>
            <a:srgbClr val="FDEEA5"/>
          </a:solidFill>
          <a:ln cap="flat" cmpd="sng" w="9525">
            <a:solidFill>
              <a:srgbClr val="FCE46F"/>
            </a:solidFill>
            <a:prstDash val="solid"/>
            <a:round/>
            <a:headEnd len="sm" w="sm" type="none"/>
            <a:tailEnd len="sm" w="sm" type="none"/>
          </a:ln>
          <a:effectLst>
            <a:outerShdw blurRad="63500" dir="8100000" dist="38100">
              <a:srgbClr val="000000">
                <a:alpha val="39610"/>
              </a:srgbClr>
            </a:outerShdw>
          </a:effectLst>
        </p:spPr>
        <p:txBody>
          <a:bodyPr anchorCtr="0" anchor="t" bIns="41050" lIns="82100" spcFirstLastPara="1" rIns="82100" wrap="square" tIns="41050">
            <a:noAutofit/>
          </a:bodyPr>
          <a:lstStyle/>
          <a:p>
            <a:pPr indent="0" lvl="0" marL="0" marR="0" rtl="0" algn="l">
              <a:lnSpc>
                <a:spcPct val="100000"/>
              </a:lnSpc>
              <a:spcBef>
                <a:spcPts val="0"/>
              </a:spcBef>
              <a:spcAft>
                <a:spcPts val="0"/>
              </a:spcAft>
              <a:buNone/>
            </a:pPr>
            <a:r>
              <a:t/>
            </a:r>
            <a:endParaRPr b="0" i="0" sz="1600" u="none">
              <a:solidFill>
                <a:schemeClr val="dk1"/>
              </a:solidFill>
              <a:latin typeface="Arial"/>
              <a:ea typeface="Arial"/>
              <a:cs typeface="Arial"/>
              <a:sym typeface="Arial"/>
            </a:endParaRPr>
          </a:p>
        </p:txBody>
      </p:sp>
      <p:sp>
        <p:nvSpPr>
          <p:cNvPr id="13296" name="Google Shape;13296;p222"/>
          <p:cNvSpPr txBox="1"/>
          <p:nvPr/>
        </p:nvSpPr>
        <p:spPr>
          <a:xfrm>
            <a:off x="-1536099" y="3078973"/>
            <a:ext cx="821100" cy="736200"/>
          </a:xfrm>
          <a:prstGeom prst="rect">
            <a:avLst/>
          </a:prstGeom>
          <a:solidFill>
            <a:srgbClr val="FDEEA5"/>
          </a:solidFill>
          <a:ln cap="flat" cmpd="sng" w="9525">
            <a:solidFill>
              <a:srgbClr val="FCE46F"/>
            </a:solidFill>
            <a:prstDash val="solid"/>
            <a:round/>
            <a:headEnd len="sm" w="sm" type="none"/>
            <a:tailEnd len="sm" w="sm" type="none"/>
          </a:ln>
          <a:effectLst>
            <a:outerShdw blurRad="63500" dir="8100000" dist="38100">
              <a:srgbClr val="000000">
                <a:alpha val="39610"/>
              </a:srgbClr>
            </a:outerShdw>
          </a:effectLst>
        </p:spPr>
        <p:txBody>
          <a:bodyPr anchorCtr="0" anchor="t" bIns="41050" lIns="82100" spcFirstLastPara="1" rIns="82100" wrap="square" tIns="41050">
            <a:noAutofit/>
          </a:bodyPr>
          <a:lstStyle/>
          <a:p>
            <a:pPr indent="0" lvl="0" marL="0" marR="0" rtl="0" algn="l">
              <a:lnSpc>
                <a:spcPct val="100000"/>
              </a:lnSpc>
              <a:spcBef>
                <a:spcPts val="0"/>
              </a:spcBef>
              <a:spcAft>
                <a:spcPts val="0"/>
              </a:spcAft>
              <a:buNone/>
            </a:pPr>
            <a:r>
              <a:t/>
            </a:r>
            <a:endParaRPr b="0" i="0" sz="1600" u="none">
              <a:solidFill>
                <a:schemeClr val="dk1"/>
              </a:solidFill>
              <a:latin typeface="Arial"/>
              <a:ea typeface="Arial"/>
              <a:cs typeface="Arial"/>
              <a:sym typeface="Arial"/>
            </a:endParaRPr>
          </a:p>
        </p:txBody>
      </p:sp>
      <p:sp>
        <p:nvSpPr>
          <p:cNvPr id="13297" name="Google Shape;13297;p222"/>
          <p:cNvSpPr txBox="1"/>
          <p:nvPr/>
        </p:nvSpPr>
        <p:spPr>
          <a:xfrm>
            <a:off x="-3408589" y="3930967"/>
            <a:ext cx="819300" cy="736200"/>
          </a:xfrm>
          <a:prstGeom prst="rect">
            <a:avLst/>
          </a:prstGeom>
          <a:solidFill>
            <a:srgbClr val="FDEEA5"/>
          </a:solidFill>
          <a:ln cap="flat" cmpd="sng" w="9525">
            <a:solidFill>
              <a:srgbClr val="FCE46F"/>
            </a:solidFill>
            <a:prstDash val="solid"/>
            <a:round/>
            <a:headEnd len="sm" w="sm" type="none"/>
            <a:tailEnd len="sm" w="sm" type="none"/>
          </a:ln>
          <a:effectLst>
            <a:outerShdw blurRad="63500" dir="8100000" dist="38100">
              <a:srgbClr val="000000">
                <a:alpha val="39610"/>
              </a:srgbClr>
            </a:outerShdw>
          </a:effectLst>
        </p:spPr>
        <p:txBody>
          <a:bodyPr anchorCtr="0" anchor="t" bIns="41050" lIns="82100" spcFirstLastPara="1" rIns="82100" wrap="square" tIns="41050">
            <a:noAutofit/>
          </a:bodyPr>
          <a:lstStyle/>
          <a:p>
            <a:pPr indent="0" lvl="0" marL="0" marR="0" rtl="0" algn="l">
              <a:lnSpc>
                <a:spcPct val="100000"/>
              </a:lnSpc>
              <a:spcBef>
                <a:spcPts val="0"/>
              </a:spcBef>
              <a:spcAft>
                <a:spcPts val="0"/>
              </a:spcAft>
              <a:buNone/>
            </a:pPr>
            <a:r>
              <a:t/>
            </a:r>
            <a:endParaRPr b="0" i="0" sz="1600" u="none">
              <a:solidFill>
                <a:schemeClr val="dk1"/>
              </a:solidFill>
              <a:latin typeface="Arial"/>
              <a:ea typeface="Arial"/>
              <a:cs typeface="Arial"/>
              <a:sym typeface="Arial"/>
            </a:endParaRPr>
          </a:p>
        </p:txBody>
      </p:sp>
      <p:sp>
        <p:nvSpPr>
          <p:cNvPr id="13298" name="Google Shape;13298;p222"/>
          <p:cNvSpPr txBox="1"/>
          <p:nvPr/>
        </p:nvSpPr>
        <p:spPr>
          <a:xfrm>
            <a:off x="-2474754" y="3930967"/>
            <a:ext cx="821100" cy="736200"/>
          </a:xfrm>
          <a:prstGeom prst="rect">
            <a:avLst/>
          </a:prstGeom>
          <a:solidFill>
            <a:srgbClr val="FDEEA5"/>
          </a:solidFill>
          <a:ln cap="flat" cmpd="sng" w="9525">
            <a:solidFill>
              <a:srgbClr val="FCE46F"/>
            </a:solidFill>
            <a:prstDash val="solid"/>
            <a:round/>
            <a:headEnd len="sm" w="sm" type="none"/>
            <a:tailEnd len="sm" w="sm" type="none"/>
          </a:ln>
          <a:effectLst>
            <a:outerShdw blurRad="63500" dir="8100000" dist="38100">
              <a:srgbClr val="000000">
                <a:alpha val="39610"/>
              </a:srgbClr>
            </a:outerShdw>
          </a:effectLst>
        </p:spPr>
        <p:txBody>
          <a:bodyPr anchorCtr="0" anchor="t" bIns="41050" lIns="82100" spcFirstLastPara="1" rIns="82100" wrap="square" tIns="41050">
            <a:noAutofit/>
          </a:bodyPr>
          <a:lstStyle/>
          <a:p>
            <a:pPr indent="0" lvl="0" marL="0" marR="0" rtl="0" algn="l">
              <a:lnSpc>
                <a:spcPct val="100000"/>
              </a:lnSpc>
              <a:spcBef>
                <a:spcPts val="0"/>
              </a:spcBef>
              <a:spcAft>
                <a:spcPts val="0"/>
              </a:spcAft>
              <a:buNone/>
            </a:pPr>
            <a:r>
              <a:t/>
            </a:r>
            <a:endParaRPr b="0" i="0" sz="1600" u="none">
              <a:solidFill>
                <a:schemeClr val="dk1"/>
              </a:solidFill>
              <a:latin typeface="Arial"/>
              <a:ea typeface="Arial"/>
              <a:cs typeface="Arial"/>
              <a:sym typeface="Arial"/>
            </a:endParaRPr>
          </a:p>
        </p:txBody>
      </p:sp>
      <p:sp>
        <p:nvSpPr>
          <p:cNvPr id="13299" name="Google Shape;13299;p222"/>
          <p:cNvSpPr txBox="1"/>
          <p:nvPr/>
        </p:nvSpPr>
        <p:spPr>
          <a:xfrm>
            <a:off x="-1536099" y="3930967"/>
            <a:ext cx="821100" cy="736200"/>
          </a:xfrm>
          <a:prstGeom prst="rect">
            <a:avLst/>
          </a:prstGeom>
          <a:solidFill>
            <a:srgbClr val="FDEEA5"/>
          </a:solidFill>
          <a:ln cap="flat" cmpd="sng" w="9525">
            <a:solidFill>
              <a:srgbClr val="FCE46F"/>
            </a:solidFill>
            <a:prstDash val="solid"/>
            <a:round/>
            <a:headEnd len="sm" w="sm" type="none"/>
            <a:tailEnd len="sm" w="sm" type="none"/>
          </a:ln>
          <a:effectLst>
            <a:outerShdw blurRad="63500" dir="8100000" dist="38100">
              <a:srgbClr val="000000">
                <a:alpha val="39610"/>
              </a:srgbClr>
            </a:outerShdw>
          </a:effectLst>
        </p:spPr>
        <p:txBody>
          <a:bodyPr anchorCtr="0" anchor="t" bIns="41050" lIns="82100" spcFirstLastPara="1" rIns="82100" wrap="square" tIns="41050">
            <a:noAutofit/>
          </a:bodyPr>
          <a:lstStyle/>
          <a:p>
            <a:pPr indent="0" lvl="0" marL="0" marR="0" rtl="0" algn="l">
              <a:lnSpc>
                <a:spcPct val="100000"/>
              </a:lnSpc>
              <a:spcBef>
                <a:spcPts val="0"/>
              </a:spcBef>
              <a:spcAft>
                <a:spcPts val="0"/>
              </a:spcAft>
              <a:buNone/>
            </a:pPr>
            <a:r>
              <a:t/>
            </a:r>
            <a:endParaRPr b="0" i="0" sz="1600" u="none">
              <a:solidFill>
                <a:schemeClr val="dk1"/>
              </a:solidFill>
              <a:latin typeface="Arial"/>
              <a:ea typeface="Arial"/>
              <a:cs typeface="Arial"/>
              <a:sym typeface="Arial"/>
            </a:endParaRPr>
          </a:p>
        </p:txBody>
      </p:sp>
      <p:sp>
        <p:nvSpPr>
          <p:cNvPr id="13300" name="Google Shape;13300;p222"/>
          <p:cNvSpPr txBox="1"/>
          <p:nvPr/>
        </p:nvSpPr>
        <p:spPr>
          <a:xfrm>
            <a:off x="-3408589" y="4787200"/>
            <a:ext cx="819300" cy="736200"/>
          </a:xfrm>
          <a:prstGeom prst="rect">
            <a:avLst/>
          </a:prstGeom>
          <a:solidFill>
            <a:srgbClr val="FDEEA5"/>
          </a:solidFill>
          <a:ln cap="flat" cmpd="sng" w="9525">
            <a:solidFill>
              <a:srgbClr val="FCE46F"/>
            </a:solidFill>
            <a:prstDash val="solid"/>
            <a:round/>
            <a:headEnd len="sm" w="sm" type="none"/>
            <a:tailEnd len="sm" w="sm" type="none"/>
          </a:ln>
          <a:effectLst>
            <a:outerShdw blurRad="63500" dir="8100000" dist="38100">
              <a:srgbClr val="000000">
                <a:alpha val="39610"/>
              </a:srgbClr>
            </a:outerShdw>
          </a:effectLst>
        </p:spPr>
        <p:txBody>
          <a:bodyPr anchorCtr="0" anchor="t" bIns="41050" lIns="82100" spcFirstLastPara="1" rIns="82100" wrap="square" tIns="41050">
            <a:noAutofit/>
          </a:bodyPr>
          <a:lstStyle/>
          <a:p>
            <a:pPr indent="0" lvl="0" marL="0" marR="0" rtl="0" algn="l">
              <a:lnSpc>
                <a:spcPct val="100000"/>
              </a:lnSpc>
              <a:spcBef>
                <a:spcPts val="0"/>
              </a:spcBef>
              <a:spcAft>
                <a:spcPts val="0"/>
              </a:spcAft>
              <a:buNone/>
            </a:pPr>
            <a:r>
              <a:t/>
            </a:r>
            <a:endParaRPr b="0" i="0" sz="1600" u="none">
              <a:solidFill>
                <a:schemeClr val="dk1"/>
              </a:solidFill>
              <a:latin typeface="Arial"/>
              <a:ea typeface="Arial"/>
              <a:cs typeface="Arial"/>
              <a:sym typeface="Arial"/>
            </a:endParaRPr>
          </a:p>
        </p:txBody>
      </p:sp>
      <p:sp>
        <p:nvSpPr>
          <p:cNvPr id="13301" name="Google Shape;13301;p222"/>
          <p:cNvSpPr txBox="1"/>
          <p:nvPr/>
        </p:nvSpPr>
        <p:spPr>
          <a:xfrm>
            <a:off x="-2474754" y="4787200"/>
            <a:ext cx="821100" cy="736200"/>
          </a:xfrm>
          <a:prstGeom prst="rect">
            <a:avLst/>
          </a:prstGeom>
          <a:solidFill>
            <a:srgbClr val="FDEEA5"/>
          </a:solidFill>
          <a:ln cap="flat" cmpd="sng" w="9525">
            <a:solidFill>
              <a:srgbClr val="FCE46F"/>
            </a:solidFill>
            <a:prstDash val="solid"/>
            <a:round/>
            <a:headEnd len="sm" w="sm" type="none"/>
            <a:tailEnd len="sm" w="sm" type="none"/>
          </a:ln>
          <a:effectLst>
            <a:outerShdw blurRad="63500" dir="8100000" dist="38100">
              <a:srgbClr val="000000">
                <a:alpha val="39610"/>
              </a:srgbClr>
            </a:outerShdw>
          </a:effectLst>
        </p:spPr>
        <p:txBody>
          <a:bodyPr anchorCtr="0" anchor="t" bIns="41050" lIns="82100" spcFirstLastPara="1" rIns="82100" wrap="square" tIns="41050">
            <a:noAutofit/>
          </a:bodyPr>
          <a:lstStyle/>
          <a:p>
            <a:pPr indent="0" lvl="0" marL="0" marR="0" rtl="0" algn="l">
              <a:lnSpc>
                <a:spcPct val="100000"/>
              </a:lnSpc>
              <a:spcBef>
                <a:spcPts val="0"/>
              </a:spcBef>
              <a:spcAft>
                <a:spcPts val="0"/>
              </a:spcAft>
              <a:buNone/>
            </a:pPr>
            <a:r>
              <a:t/>
            </a:r>
            <a:endParaRPr b="0" i="0" sz="1600" u="none">
              <a:solidFill>
                <a:schemeClr val="dk1"/>
              </a:solidFill>
              <a:latin typeface="Arial"/>
              <a:ea typeface="Arial"/>
              <a:cs typeface="Arial"/>
              <a:sym typeface="Arial"/>
            </a:endParaRPr>
          </a:p>
        </p:txBody>
      </p:sp>
      <p:sp>
        <p:nvSpPr>
          <p:cNvPr id="13302" name="Google Shape;13302;p222"/>
          <p:cNvSpPr txBox="1"/>
          <p:nvPr/>
        </p:nvSpPr>
        <p:spPr>
          <a:xfrm>
            <a:off x="-1536099" y="4787200"/>
            <a:ext cx="821100" cy="736200"/>
          </a:xfrm>
          <a:prstGeom prst="rect">
            <a:avLst/>
          </a:prstGeom>
          <a:solidFill>
            <a:srgbClr val="FDEEA5"/>
          </a:solidFill>
          <a:ln cap="flat" cmpd="sng" w="9525">
            <a:solidFill>
              <a:srgbClr val="FCE46F"/>
            </a:solidFill>
            <a:prstDash val="solid"/>
            <a:round/>
            <a:headEnd len="sm" w="sm" type="none"/>
            <a:tailEnd len="sm" w="sm" type="none"/>
          </a:ln>
          <a:effectLst>
            <a:outerShdw blurRad="63500" dir="8100000" dist="38100">
              <a:srgbClr val="000000">
                <a:alpha val="39610"/>
              </a:srgbClr>
            </a:outerShdw>
          </a:effectLst>
        </p:spPr>
        <p:txBody>
          <a:bodyPr anchorCtr="0" anchor="t" bIns="41050" lIns="82100" spcFirstLastPara="1" rIns="82100" wrap="square" tIns="41050">
            <a:noAutofit/>
          </a:bodyPr>
          <a:lstStyle/>
          <a:p>
            <a:pPr indent="0" lvl="0" marL="0" marR="0" rtl="0" algn="l">
              <a:lnSpc>
                <a:spcPct val="100000"/>
              </a:lnSpc>
              <a:spcBef>
                <a:spcPts val="0"/>
              </a:spcBef>
              <a:spcAft>
                <a:spcPts val="0"/>
              </a:spcAft>
              <a:buNone/>
            </a:pPr>
            <a:r>
              <a:t/>
            </a:r>
            <a:endParaRPr b="0" i="0" sz="1600" u="none">
              <a:solidFill>
                <a:schemeClr val="dk1"/>
              </a:solidFill>
              <a:latin typeface="Arial"/>
              <a:ea typeface="Arial"/>
              <a:cs typeface="Arial"/>
              <a:sym typeface="Arial"/>
            </a:endParaRPr>
          </a:p>
        </p:txBody>
      </p:sp>
      <p:sp>
        <p:nvSpPr>
          <p:cNvPr id="13303" name="Google Shape;13303;p222"/>
          <p:cNvSpPr txBox="1"/>
          <p:nvPr/>
        </p:nvSpPr>
        <p:spPr>
          <a:xfrm>
            <a:off x="-3408589" y="5640607"/>
            <a:ext cx="819300" cy="736200"/>
          </a:xfrm>
          <a:prstGeom prst="rect">
            <a:avLst/>
          </a:prstGeom>
          <a:solidFill>
            <a:srgbClr val="FDEEA5"/>
          </a:solidFill>
          <a:ln cap="flat" cmpd="sng" w="9525">
            <a:solidFill>
              <a:srgbClr val="FCE46F"/>
            </a:solidFill>
            <a:prstDash val="solid"/>
            <a:round/>
            <a:headEnd len="sm" w="sm" type="none"/>
            <a:tailEnd len="sm" w="sm" type="none"/>
          </a:ln>
          <a:effectLst>
            <a:outerShdw blurRad="63500" dir="8100000" dist="38100">
              <a:srgbClr val="000000">
                <a:alpha val="39610"/>
              </a:srgbClr>
            </a:outerShdw>
          </a:effectLst>
        </p:spPr>
        <p:txBody>
          <a:bodyPr anchorCtr="0" anchor="t" bIns="41050" lIns="82100" spcFirstLastPara="1" rIns="82100" wrap="square" tIns="41050">
            <a:noAutofit/>
          </a:bodyPr>
          <a:lstStyle/>
          <a:p>
            <a:pPr indent="0" lvl="0" marL="0" marR="0" rtl="0" algn="l">
              <a:lnSpc>
                <a:spcPct val="100000"/>
              </a:lnSpc>
              <a:spcBef>
                <a:spcPts val="0"/>
              </a:spcBef>
              <a:spcAft>
                <a:spcPts val="0"/>
              </a:spcAft>
              <a:buNone/>
            </a:pPr>
            <a:r>
              <a:t/>
            </a:r>
            <a:endParaRPr b="0" i="0" sz="1600" u="none">
              <a:solidFill>
                <a:schemeClr val="dk1"/>
              </a:solidFill>
              <a:latin typeface="Arial"/>
              <a:ea typeface="Arial"/>
              <a:cs typeface="Arial"/>
              <a:sym typeface="Arial"/>
            </a:endParaRPr>
          </a:p>
        </p:txBody>
      </p:sp>
      <p:sp>
        <p:nvSpPr>
          <p:cNvPr id="13304" name="Google Shape;13304;p222"/>
          <p:cNvSpPr txBox="1"/>
          <p:nvPr/>
        </p:nvSpPr>
        <p:spPr>
          <a:xfrm>
            <a:off x="-2474754" y="5640607"/>
            <a:ext cx="821100" cy="736200"/>
          </a:xfrm>
          <a:prstGeom prst="rect">
            <a:avLst/>
          </a:prstGeom>
          <a:solidFill>
            <a:srgbClr val="FDEEA5"/>
          </a:solidFill>
          <a:ln cap="flat" cmpd="sng" w="9525">
            <a:solidFill>
              <a:srgbClr val="FCE46F"/>
            </a:solidFill>
            <a:prstDash val="solid"/>
            <a:round/>
            <a:headEnd len="sm" w="sm" type="none"/>
            <a:tailEnd len="sm" w="sm" type="none"/>
          </a:ln>
          <a:effectLst>
            <a:outerShdw blurRad="63500" dir="8100000" dist="38100">
              <a:srgbClr val="000000">
                <a:alpha val="39610"/>
              </a:srgbClr>
            </a:outerShdw>
          </a:effectLst>
        </p:spPr>
        <p:txBody>
          <a:bodyPr anchorCtr="0" anchor="t" bIns="41050" lIns="82100" spcFirstLastPara="1" rIns="82100" wrap="square" tIns="41050">
            <a:noAutofit/>
          </a:bodyPr>
          <a:lstStyle/>
          <a:p>
            <a:pPr indent="0" lvl="0" marL="0" marR="0" rtl="0" algn="l">
              <a:lnSpc>
                <a:spcPct val="100000"/>
              </a:lnSpc>
              <a:spcBef>
                <a:spcPts val="0"/>
              </a:spcBef>
              <a:spcAft>
                <a:spcPts val="0"/>
              </a:spcAft>
              <a:buNone/>
            </a:pPr>
            <a:r>
              <a:t/>
            </a:r>
            <a:endParaRPr b="0" i="0" sz="1600" u="none">
              <a:solidFill>
                <a:schemeClr val="dk1"/>
              </a:solidFill>
              <a:latin typeface="Arial"/>
              <a:ea typeface="Arial"/>
              <a:cs typeface="Arial"/>
              <a:sym typeface="Arial"/>
            </a:endParaRPr>
          </a:p>
        </p:txBody>
      </p:sp>
      <p:sp>
        <p:nvSpPr>
          <p:cNvPr id="13305" name="Google Shape;13305;p222"/>
          <p:cNvSpPr txBox="1"/>
          <p:nvPr/>
        </p:nvSpPr>
        <p:spPr>
          <a:xfrm>
            <a:off x="-1536099" y="5640607"/>
            <a:ext cx="821100" cy="736200"/>
          </a:xfrm>
          <a:prstGeom prst="rect">
            <a:avLst/>
          </a:prstGeom>
          <a:solidFill>
            <a:srgbClr val="FDEEA5"/>
          </a:solidFill>
          <a:ln cap="flat" cmpd="sng" w="9525">
            <a:solidFill>
              <a:srgbClr val="FCE46F"/>
            </a:solidFill>
            <a:prstDash val="solid"/>
            <a:round/>
            <a:headEnd len="sm" w="sm" type="none"/>
            <a:tailEnd len="sm" w="sm" type="none"/>
          </a:ln>
          <a:effectLst>
            <a:outerShdw blurRad="63500" dir="8100000" dist="38100">
              <a:srgbClr val="000000">
                <a:alpha val="39610"/>
              </a:srgbClr>
            </a:outerShdw>
          </a:effectLst>
        </p:spPr>
        <p:txBody>
          <a:bodyPr anchorCtr="0" anchor="t" bIns="41050" lIns="82100" spcFirstLastPara="1" rIns="82100" wrap="square" tIns="41050">
            <a:noAutofit/>
          </a:bodyPr>
          <a:lstStyle/>
          <a:p>
            <a:pPr indent="0" lvl="0" marL="0" marR="0" rtl="0" algn="l">
              <a:lnSpc>
                <a:spcPct val="100000"/>
              </a:lnSpc>
              <a:spcBef>
                <a:spcPts val="0"/>
              </a:spcBef>
              <a:spcAft>
                <a:spcPts val="0"/>
              </a:spcAft>
              <a:buNone/>
            </a:pPr>
            <a:r>
              <a:t/>
            </a:r>
            <a:endParaRPr b="0" i="0" sz="1600" u="none">
              <a:solidFill>
                <a:schemeClr val="dk1"/>
              </a:solidFill>
              <a:latin typeface="Arial"/>
              <a:ea typeface="Arial"/>
              <a:cs typeface="Arial"/>
              <a:sym typeface="Arial"/>
            </a:endParaRPr>
          </a:p>
        </p:txBody>
      </p:sp>
      <p:sp>
        <p:nvSpPr>
          <p:cNvPr id="13306" name="Google Shape;13306;p222"/>
          <p:cNvSpPr txBox="1"/>
          <p:nvPr/>
        </p:nvSpPr>
        <p:spPr>
          <a:xfrm>
            <a:off x="430431" y="1754573"/>
            <a:ext cx="1364700" cy="1207200"/>
          </a:xfrm>
          <a:prstGeom prst="rect">
            <a:avLst/>
          </a:prstGeom>
          <a:solidFill>
            <a:srgbClr val="FDEEA5"/>
          </a:solidFill>
          <a:ln cap="flat" cmpd="sng" w="9525">
            <a:solidFill>
              <a:srgbClr val="FCE46F"/>
            </a:solidFill>
            <a:prstDash val="solid"/>
            <a:round/>
            <a:headEnd len="sm" w="sm" type="none"/>
            <a:tailEnd len="sm" w="sm" type="none"/>
          </a:ln>
          <a:effectLst>
            <a:outerShdw blurRad="63500" dir="8100000" dist="38100">
              <a:srgbClr val="000000">
                <a:alpha val="39610"/>
              </a:srgbClr>
            </a:outerShdw>
          </a:effectLst>
        </p:spPr>
        <p:txBody>
          <a:bodyPr anchorCtr="0" anchor="t" bIns="41050" lIns="82100" spcFirstLastPara="1" rIns="82100" wrap="square" tIns="41050">
            <a:noAutofit/>
          </a:bodyPr>
          <a:lstStyle/>
          <a:p>
            <a:pPr indent="0" lvl="0" marL="0" marR="0" rtl="0" algn="l">
              <a:lnSpc>
                <a:spcPct val="100000"/>
              </a:lnSpc>
              <a:spcBef>
                <a:spcPts val="0"/>
              </a:spcBef>
              <a:spcAft>
                <a:spcPts val="0"/>
              </a:spcAft>
              <a:buNone/>
            </a:pPr>
            <a:r>
              <a:t/>
            </a:r>
            <a:endParaRPr b="0" i="0" sz="1600" u="none">
              <a:solidFill>
                <a:schemeClr val="dk1"/>
              </a:solidFill>
              <a:latin typeface="Arial"/>
              <a:ea typeface="Arial"/>
              <a:cs typeface="Arial"/>
              <a:sym typeface="Arial"/>
            </a:endParaRPr>
          </a:p>
        </p:txBody>
      </p:sp>
      <p:sp>
        <p:nvSpPr>
          <p:cNvPr id="13307" name="Google Shape;13307;p222"/>
          <p:cNvSpPr txBox="1"/>
          <p:nvPr/>
        </p:nvSpPr>
        <p:spPr>
          <a:xfrm>
            <a:off x="1984719" y="1750509"/>
            <a:ext cx="1364700" cy="1208100"/>
          </a:xfrm>
          <a:prstGeom prst="rect">
            <a:avLst/>
          </a:prstGeom>
          <a:solidFill>
            <a:srgbClr val="FDEEA5"/>
          </a:solidFill>
          <a:ln cap="flat" cmpd="sng" w="9525">
            <a:solidFill>
              <a:srgbClr val="FCE46F"/>
            </a:solidFill>
            <a:prstDash val="solid"/>
            <a:round/>
            <a:headEnd len="sm" w="sm" type="none"/>
            <a:tailEnd len="sm" w="sm" type="none"/>
          </a:ln>
          <a:effectLst>
            <a:outerShdw blurRad="63500" dir="8100000" dist="38100">
              <a:srgbClr val="000000">
                <a:alpha val="39610"/>
              </a:srgbClr>
            </a:outerShdw>
          </a:effectLst>
        </p:spPr>
        <p:txBody>
          <a:bodyPr anchorCtr="0" anchor="t" bIns="41050" lIns="82100" spcFirstLastPara="1" rIns="82100" wrap="square" tIns="41050">
            <a:noAutofit/>
          </a:bodyPr>
          <a:lstStyle/>
          <a:p>
            <a:pPr indent="0" lvl="0" marL="0" marR="0" rtl="0" algn="l">
              <a:lnSpc>
                <a:spcPct val="100000"/>
              </a:lnSpc>
              <a:spcBef>
                <a:spcPts val="0"/>
              </a:spcBef>
              <a:spcAft>
                <a:spcPts val="0"/>
              </a:spcAft>
              <a:buNone/>
            </a:pPr>
            <a:r>
              <a:t/>
            </a:r>
            <a:endParaRPr b="0" i="0" sz="1600" u="none">
              <a:solidFill>
                <a:schemeClr val="dk1"/>
              </a:solidFill>
              <a:latin typeface="Arial"/>
              <a:ea typeface="Arial"/>
              <a:cs typeface="Arial"/>
              <a:sym typeface="Arial"/>
            </a:endParaRPr>
          </a:p>
        </p:txBody>
      </p:sp>
      <p:sp>
        <p:nvSpPr>
          <p:cNvPr id="13308" name="Google Shape;13308;p222"/>
          <p:cNvSpPr txBox="1"/>
          <p:nvPr/>
        </p:nvSpPr>
        <p:spPr>
          <a:xfrm>
            <a:off x="3522212" y="1750509"/>
            <a:ext cx="1364700" cy="1208100"/>
          </a:xfrm>
          <a:prstGeom prst="rect">
            <a:avLst/>
          </a:prstGeom>
          <a:solidFill>
            <a:srgbClr val="FDEEA5"/>
          </a:solidFill>
          <a:ln cap="flat" cmpd="sng" w="9525">
            <a:solidFill>
              <a:srgbClr val="FCE46F"/>
            </a:solidFill>
            <a:prstDash val="solid"/>
            <a:round/>
            <a:headEnd len="sm" w="sm" type="none"/>
            <a:tailEnd len="sm" w="sm" type="none"/>
          </a:ln>
          <a:effectLst>
            <a:outerShdw blurRad="63500" dir="8100000" dist="38100">
              <a:srgbClr val="000000">
                <a:alpha val="39610"/>
              </a:srgbClr>
            </a:outerShdw>
          </a:effectLst>
        </p:spPr>
        <p:txBody>
          <a:bodyPr anchorCtr="0" anchor="t" bIns="41050" lIns="82100" spcFirstLastPara="1" rIns="82100" wrap="square" tIns="41050">
            <a:noAutofit/>
          </a:bodyPr>
          <a:lstStyle/>
          <a:p>
            <a:pPr indent="0" lvl="0" marL="0" marR="0" rtl="0" algn="l">
              <a:lnSpc>
                <a:spcPct val="100000"/>
              </a:lnSpc>
              <a:spcBef>
                <a:spcPts val="0"/>
              </a:spcBef>
              <a:spcAft>
                <a:spcPts val="0"/>
              </a:spcAft>
              <a:buNone/>
            </a:pPr>
            <a:r>
              <a:t/>
            </a:r>
            <a:endParaRPr b="0" i="0" sz="1600" u="none">
              <a:solidFill>
                <a:schemeClr val="dk1"/>
              </a:solidFill>
              <a:latin typeface="Arial"/>
              <a:ea typeface="Arial"/>
              <a:cs typeface="Arial"/>
              <a:sym typeface="Arial"/>
            </a:endParaRPr>
          </a:p>
        </p:txBody>
      </p:sp>
      <p:sp>
        <p:nvSpPr>
          <p:cNvPr id="13309" name="Google Shape;13309;p222"/>
          <p:cNvSpPr txBox="1"/>
          <p:nvPr/>
        </p:nvSpPr>
        <p:spPr>
          <a:xfrm>
            <a:off x="439474" y="3520967"/>
            <a:ext cx="1364700" cy="1208100"/>
          </a:xfrm>
          <a:prstGeom prst="rect">
            <a:avLst/>
          </a:prstGeom>
          <a:solidFill>
            <a:srgbClr val="FDEEA5"/>
          </a:solidFill>
          <a:ln cap="flat" cmpd="sng" w="9525">
            <a:solidFill>
              <a:srgbClr val="FCE46F"/>
            </a:solidFill>
            <a:prstDash val="solid"/>
            <a:round/>
            <a:headEnd len="sm" w="sm" type="none"/>
            <a:tailEnd len="sm" w="sm" type="none"/>
          </a:ln>
          <a:effectLst>
            <a:outerShdw blurRad="63500" dir="8100000" dist="38100">
              <a:srgbClr val="000000">
                <a:alpha val="39610"/>
              </a:srgbClr>
            </a:outerShdw>
          </a:effectLst>
        </p:spPr>
        <p:txBody>
          <a:bodyPr anchorCtr="0" anchor="t" bIns="41050" lIns="82100" spcFirstLastPara="1" rIns="82100" wrap="square" tIns="41050">
            <a:noAutofit/>
          </a:bodyPr>
          <a:lstStyle/>
          <a:p>
            <a:pPr indent="0" lvl="0" marL="0" marR="0" rtl="0" algn="l">
              <a:lnSpc>
                <a:spcPct val="100000"/>
              </a:lnSpc>
              <a:spcBef>
                <a:spcPts val="0"/>
              </a:spcBef>
              <a:spcAft>
                <a:spcPts val="0"/>
              </a:spcAft>
              <a:buNone/>
            </a:pPr>
            <a:r>
              <a:t/>
            </a:r>
            <a:endParaRPr b="0" i="0" sz="1600" u="none">
              <a:solidFill>
                <a:schemeClr val="dk1"/>
              </a:solidFill>
              <a:latin typeface="Arial"/>
              <a:ea typeface="Arial"/>
              <a:cs typeface="Arial"/>
              <a:sym typeface="Arial"/>
            </a:endParaRPr>
          </a:p>
        </p:txBody>
      </p:sp>
      <p:sp>
        <p:nvSpPr>
          <p:cNvPr id="13310" name="Google Shape;13310;p222"/>
          <p:cNvSpPr txBox="1"/>
          <p:nvPr/>
        </p:nvSpPr>
        <p:spPr>
          <a:xfrm>
            <a:off x="1992471" y="3518258"/>
            <a:ext cx="1364700" cy="1207200"/>
          </a:xfrm>
          <a:prstGeom prst="rect">
            <a:avLst/>
          </a:prstGeom>
          <a:solidFill>
            <a:srgbClr val="FDEEA5"/>
          </a:solidFill>
          <a:ln cap="flat" cmpd="sng" w="9525">
            <a:solidFill>
              <a:srgbClr val="FCE46F"/>
            </a:solidFill>
            <a:prstDash val="solid"/>
            <a:round/>
            <a:headEnd len="sm" w="sm" type="none"/>
            <a:tailEnd len="sm" w="sm" type="none"/>
          </a:ln>
          <a:effectLst>
            <a:outerShdw blurRad="63500" dir="8100000" dist="38100">
              <a:srgbClr val="000000">
                <a:alpha val="39610"/>
              </a:srgbClr>
            </a:outerShdw>
          </a:effectLst>
        </p:spPr>
        <p:txBody>
          <a:bodyPr anchorCtr="0" anchor="t" bIns="41050" lIns="82100" spcFirstLastPara="1" rIns="82100" wrap="square" tIns="41050">
            <a:noAutofit/>
          </a:bodyPr>
          <a:lstStyle/>
          <a:p>
            <a:pPr indent="0" lvl="0" marL="0" marR="0" rtl="0" algn="l">
              <a:lnSpc>
                <a:spcPct val="100000"/>
              </a:lnSpc>
              <a:spcBef>
                <a:spcPts val="0"/>
              </a:spcBef>
              <a:spcAft>
                <a:spcPts val="0"/>
              </a:spcAft>
              <a:buNone/>
            </a:pPr>
            <a:r>
              <a:t/>
            </a:r>
            <a:endParaRPr b="0" i="0" sz="1600" u="none">
              <a:solidFill>
                <a:schemeClr val="dk1"/>
              </a:solidFill>
              <a:latin typeface="Arial"/>
              <a:ea typeface="Arial"/>
              <a:cs typeface="Arial"/>
              <a:sym typeface="Arial"/>
            </a:endParaRPr>
          </a:p>
        </p:txBody>
      </p:sp>
      <p:sp>
        <p:nvSpPr>
          <p:cNvPr id="13311" name="Google Shape;13311;p222"/>
          <p:cNvSpPr txBox="1"/>
          <p:nvPr/>
        </p:nvSpPr>
        <p:spPr>
          <a:xfrm>
            <a:off x="3531256" y="3518258"/>
            <a:ext cx="1364700" cy="1207200"/>
          </a:xfrm>
          <a:prstGeom prst="rect">
            <a:avLst/>
          </a:prstGeom>
          <a:solidFill>
            <a:srgbClr val="FDEEA5"/>
          </a:solidFill>
          <a:ln cap="flat" cmpd="sng" w="9525">
            <a:solidFill>
              <a:srgbClr val="FCE46F"/>
            </a:solidFill>
            <a:prstDash val="solid"/>
            <a:round/>
            <a:headEnd len="sm" w="sm" type="none"/>
            <a:tailEnd len="sm" w="sm" type="none"/>
          </a:ln>
          <a:effectLst>
            <a:outerShdw blurRad="63500" dir="8100000" dist="38100">
              <a:srgbClr val="000000">
                <a:alpha val="39610"/>
              </a:srgbClr>
            </a:outerShdw>
          </a:effectLst>
        </p:spPr>
        <p:txBody>
          <a:bodyPr anchorCtr="0" anchor="t" bIns="41050" lIns="82100" spcFirstLastPara="1" rIns="82100" wrap="square" tIns="41050">
            <a:noAutofit/>
          </a:bodyPr>
          <a:lstStyle/>
          <a:p>
            <a:pPr indent="0" lvl="0" marL="0" marR="0" rtl="0" algn="l">
              <a:lnSpc>
                <a:spcPct val="100000"/>
              </a:lnSpc>
              <a:spcBef>
                <a:spcPts val="0"/>
              </a:spcBef>
              <a:spcAft>
                <a:spcPts val="0"/>
              </a:spcAft>
              <a:buNone/>
            </a:pPr>
            <a:r>
              <a:t/>
            </a:r>
            <a:endParaRPr b="0" i="0" sz="1600" u="none">
              <a:solidFill>
                <a:schemeClr val="dk1"/>
              </a:solidFill>
              <a:latin typeface="Arial"/>
              <a:ea typeface="Arial"/>
              <a:cs typeface="Arial"/>
              <a:sym typeface="Arial"/>
            </a:endParaRPr>
          </a:p>
        </p:txBody>
      </p:sp>
      <p:sp>
        <p:nvSpPr>
          <p:cNvPr id="13312" name="Google Shape;13312;p222"/>
          <p:cNvSpPr txBox="1"/>
          <p:nvPr/>
        </p:nvSpPr>
        <p:spPr>
          <a:xfrm>
            <a:off x="430431" y="5311744"/>
            <a:ext cx="1364700" cy="1207200"/>
          </a:xfrm>
          <a:prstGeom prst="rect">
            <a:avLst/>
          </a:prstGeom>
          <a:solidFill>
            <a:srgbClr val="FDEEA5"/>
          </a:solidFill>
          <a:ln cap="flat" cmpd="sng" w="9525">
            <a:solidFill>
              <a:srgbClr val="FCE46F"/>
            </a:solidFill>
            <a:prstDash val="solid"/>
            <a:round/>
            <a:headEnd len="sm" w="sm" type="none"/>
            <a:tailEnd len="sm" w="sm" type="none"/>
          </a:ln>
          <a:effectLst>
            <a:outerShdw blurRad="63500" dir="8100000" dist="38100">
              <a:srgbClr val="000000">
                <a:alpha val="39610"/>
              </a:srgbClr>
            </a:outerShdw>
          </a:effectLst>
        </p:spPr>
        <p:txBody>
          <a:bodyPr anchorCtr="0" anchor="t" bIns="41050" lIns="82100" spcFirstLastPara="1" rIns="82100" wrap="square" tIns="41050">
            <a:noAutofit/>
          </a:bodyPr>
          <a:lstStyle/>
          <a:p>
            <a:pPr indent="0" lvl="0" marL="0" marR="0" rtl="0" algn="l">
              <a:lnSpc>
                <a:spcPct val="100000"/>
              </a:lnSpc>
              <a:spcBef>
                <a:spcPts val="0"/>
              </a:spcBef>
              <a:spcAft>
                <a:spcPts val="0"/>
              </a:spcAft>
              <a:buNone/>
            </a:pPr>
            <a:r>
              <a:t/>
            </a:r>
            <a:endParaRPr b="0" i="0" sz="1600" u="none">
              <a:solidFill>
                <a:schemeClr val="dk1"/>
              </a:solidFill>
              <a:latin typeface="Arial"/>
              <a:ea typeface="Arial"/>
              <a:cs typeface="Arial"/>
              <a:sym typeface="Arial"/>
            </a:endParaRPr>
          </a:p>
        </p:txBody>
      </p:sp>
      <p:sp>
        <p:nvSpPr>
          <p:cNvPr id="13313" name="Google Shape;13313;p222"/>
          <p:cNvSpPr txBox="1"/>
          <p:nvPr/>
        </p:nvSpPr>
        <p:spPr>
          <a:xfrm>
            <a:off x="1984719" y="5307680"/>
            <a:ext cx="1364700" cy="1207200"/>
          </a:xfrm>
          <a:prstGeom prst="rect">
            <a:avLst/>
          </a:prstGeom>
          <a:solidFill>
            <a:srgbClr val="FDEEA5"/>
          </a:solidFill>
          <a:ln cap="flat" cmpd="sng" w="9525">
            <a:solidFill>
              <a:srgbClr val="FCE46F"/>
            </a:solidFill>
            <a:prstDash val="solid"/>
            <a:round/>
            <a:headEnd len="sm" w="sm" type="none"/>
            <a:tailEnd len="sm" w="sm" type="none"/>
          </a:ln>
          <a:effectLst>
            <a:outerShdw blurRad="63500" dir="8100000" dist="38100">
              <a:srgbClr val="000000">
                <a:alpha val="39610"/>
              </a:srgbClr>
            </a:outerShdw>
          </a:effectLst>
        </p:spPr>
        <p:txBody>
          <a:bodyPr anchorCtr="0" anchor="t" bIns="41050" lIns="82100" spcFirstLastPara="1" rIns="82100" wrap="square" tIns="41050">
            <a:noAutofit/>
          </a:bodyPr>
          <a:lstStyle/>
          <a:p>
            <a:pPr indent="0" lvl="0" marL="0" marR="0" rtl="0" algn="l">
              <a:lnSpc>
                <a:spcPct val="100000"/>
              </a:lnSpc>
              <a:spcBef>
                <a:spcPts val="0"/>
              </a:spcBef>
              <a:spcAft>
                <a:spcPts val="0"/>
              </a:spcAft>
              <a:buNone/>
            </a:pPr>
            <a:r>
              <a:t/>
            </a:r>
            <a:endParaRPr b="0" i="0" sz="1600" u="none">
              <a:solidFill>
                <a:schemeClr val="dk1"/>
              </a:solidFill>
              <a:latin typeface="Arial"/>
              <a:ea typeface="Arial"/>
              <a:cs typeface="Arial"/>
              <a:sym typeface="Arial"/>
            </a:endParaRPr>
          </a:p>
        </p:txBody>
      </p:sp>
      <p:sp>
        <p:nvSpPr>
          <p:cNvPr id="13314" name="Google Shape;13314;p222"/>
          <p:cNvSpPr txBox="1"/>
          <p:nvPr/>
        </p:nvSpPr>
        <p:spPr>
          <a:xfrm>
            <a:off x="3522212" y="5307680"/>
            <a:ext cx="1364700" cy="1207200"/>
          </a:xfrm>
          <a:prstGeom prst="rect">
            <a:avLst/>
          </a:prstGeom>
          <a:solidFill>
            <a:srgbClr val="FDEEA5"/>
          </a:solidFill>
          <a:ln cap="flat" cmpd="sng" w="9525">
            <a:solidFill>
              <a:srgbClr val="FCE46F"/>
            </a:solidFill>
            <a:prstDash val="solid"/>
            <a:round/>
            <a:headEnd len="sm" w="sm" type="none"/>
            <a:tailEnd len="sm" w="sm" type="none"/>
          </a:ln>
          <a:effectLst>
            <a:outerShdw blurRad="63500" dir="8100000" dist="38100">
              <a:srgbClr val="000000">
                <a:alpha val="39610"/>
              </a:srgbClr>
            </a:outerShdw>
          </a:effectLst>
        </p:spPr>
        <p:txBody>
          <a:bodyPr anchorCtr="0" anchor="t" bIns="41050" lIns="82100" spcFirstLastPara="1" rIns="82100" wrap="square" tIns="41050">
            <a:noAutofit/>
          </a:bodyPr>
          <a:lstStyle/>
          <a:p>
            <a:pPr indent="0" lvl="0" marL="0" marR="0" rtl="0" algn="l">
              <a:lnSpc>
                <a:spcPct val="100000"/>
              </a:lnSpc>
              <a:spcBef>
                <a:spcPts val="0"/>
              </a:spcBef>
              <a:spcAft>
                <a:spcPts val="0"/>
              </a:spcAft>
              <a:buNone/>
            </a:pPr>
            <a:r>
              <a:t/>
            </a:r>
            <a:endParaRPr b="0" i="0" sz="1600" u="none">
              <a:solidFill>
                <a:schemeClr val="dk1"/>
              </a:solidFill>
              <a:latin typeface="Arial"/>
              <a:ea typeface="Arial"/>
              <a:cs typeface="Arial"/>
              <a:sym typeface="Arial"/>
            </a:endParaRPr>
          </a:p>
        </p:txBody>
      </p:sp>
      <p:grpSp>
        <p:nvGrpSpPr>
          <p:cNvPr id="13315" name="Google Shape;13315;p222"/>
          <p:cNvGrpSpPr/>
          <p:nvPr/>
        </p:nvGrpSpPr>
        <p:grpSpPr>
          <a:xfrm>
            <a:off x="5134631" y="1373921"/>
            <a:ext cx="4686912" cy="5248958"/>
            <a:chOff x="111125" y="561600"/>
            <a:chExt cx="5760000" cy="6192000"/>
          </a:xfrm>
        </p:grpSpPr>
        <p:sp>
          <p:nvSpPr>
            <p:cNvPr id="13316" name="Google Shape;13316;p222"/>
            <p:cNvSpPr txBox="1"/>
            <p:nvPr/>
          </p:nvSpPr>
          <p:spPr>
            <a:xfrm>
              <a:off x="111125" y="561600"/>
              <a:ext cx="5760000" cy="6192000"/>
            </a:xfrm>
            <a:prstGeom prst="rect">
              <a:avLst/>
            </a:prstGeom>
            <a:solidFill>
              <a:schemeClr val="lt1"/>
            </a:solidFill>
            <a:ln cap="flat" cmpd="sng" w="38100">
              <a:solidFill>
                <a:srgbClr val="0DC3C3"/>
              </a:solidFill>
              <a:prstDash val="solid"/>
              <a:round/>
              <a:headEnd len="sm" w="sm" type="none"/>
              <a:tailEnd len="sm" w="sm" type="none"/>
            </a:ln>
            <a:effectLst>
              <a:outerShdw blurRad="63500" dir="10800000" dist="38100">
                <a:srgbClr val="000000">
                  <a:alpha val="39610"/>
                </a:srgbClr>
              </a:outerShdw>
            </a:effectLst>
          </p:spPr>
          <p:txBody>
            <a:bodyPr anchorCtr="0" anchor="t" bIns="41050" lIns="82100" spcFirstLastPara="1" rIns="82100" wrap="square" tIns="41050">
              <a:noAutofit/>
            </a:bodyPr>
            <a:lstStyle/>
            <a:p>
              <a:pPr indent="0" lvl="0" marL="0" marR="0" rtl="0" algn="l">
                <a:lnSpc>
                  <a:spcPct val="100000"/>
                </a:lnSpc>
                <a:spcBef>
                  <a:spcPts val="0"/>
                </a:spcBef>
                <a:spcAft>
                  <a:spcPts val="0"/>
                </a:spcAft>
                <a:buNone/>
              </a:pPr>
              <a:r>
                <a:t/>
              </a:r>
              <a:endParaRPr b="0" i="0" sz="1600" u="none">
                <a:solidFill>
                  <a:schemeClr val="dk1"/>
                </a:solidFill>
                <a:latin typeface="Arial"/>
                <a:ea typeface="Arial"/>
                <a:cs typeface="Arial"/>
                <a:sym typeface="Arial"/>
              </a:endParaRPr>
            </a:p>
          </p:txBody>
        </p:sp>
        <p:sp>
          <p:nvSpPr>
            <p:cNvPr id="13317" name="Google Shape;13317;p222"/>
            <p:cNvSpPr txBox="1"/>
            <p:nvPr/>
          </p:nvSpPr>
          <p:spPr>
            <a:xfrm>
              <a:off x="111125" y="561600"/>
              <a:ext cx="5760000" cy="353100"/>
            </a:xfrm>
            <a:prstGeom prst="rect">
              <a:avLst/>
            </a:prstGeom>
            <a:solidFill>
              <a:srgbClr val="0DC3C3"/>
            </a:solidFill>
            <a:ln>
              <a:noFill/>
            </a:ln>
          </p:spPr>
          <p:txBody>
            <a:bodyPr anchorCtr="0" anchor="t" bIns="41050" lIns="82100" spcFirstLastPara="1" rIns="82100" wrap="square" tIns="41050">
              <a:noAutofit/>
            </a:bodyPr>
            <a:lstStyle/>
            <a:p>
              <a:pPr indent="0" lvl="0" marL="0" marR="0" rtl="0" algn="l">
                <a:lnSpc>
                  <a:spcPct val="100000"/>
                </a:lnSpc>
                <a:spcBef>
                  <a:spcPts val="0"/>
                </a:spcBef>
                <a:spcAft>
                  <a:spcPts val="0"/>
                </a:spcAft>
                <a:buNone/>
              </a:pPr>
              <a:r>
                <a:t/>
              </a:r>
              <a:endParaRPr b="0" i="0" sz="1600" u="none">
                <a:solidFill>
                  <a:schemeClr val="dk1"/>
                </a:solidFill>
                <a:latin typeface="Arial"/>
                <a:ea typeface="Arial"/>
                <a:cs typeface="Arial"/>
                <a:sym typeface="Arial"/>
              </a:endParaRPr>
            </a:p>
          </p:txBody>
        </p:sp>
      </p:grpSp>
      <p:sp>
        <p:nvSpPr>
          <p:cNvPr id="13318" name="Google Shape;13318;p222"/>
          <p:cNvSpPr txBox="1"/>
          <p:nvPr/>
        </p:nvSpPr>
        <p:spPr>
          <a:xfrm>
            <a:off x="5126889" y="1326520"/>
            <a:ext cx="4694700" cy="340800"/>
          </a:xfrm>
          <a:prstGeom prst="rect">
            <a:avLst/>
          </a:prstGeom>
          <a:noFill/>
          <a:ln>
            <a:noFill/>
          </a:ln>
        </p:spPr>
        <p:txBody>
          <a:bodyPr anchorCtr="0" anchor="ctr" bIns="41050" lIns="82100" spcFirstLastPara="1" rIns="82100" wrap="square" tIns="41050">
            <a:noAutofit/>
          </a:bodyPr>
          <a:lstStyle/>
          <a:p>
            <a:pPr indent="0" lvl="0" marL="0" marR="0" rtl="0" algn="ctr">
              <a:lnSpc>
                <a:spcPct val="100000"/>
              </a:lnSpc>
              <a:spcBef>
                <a:spcPts val="0"/>
              </a:spcBef>
              <a:spcAft>
                <a:spcPts val="0"/>
              </a:spcAft>
              <a:buClr>
                <a:schemeClr val="lt1"/>
              </a:buClr>
              <a:buSzPts val="1800"/>
              <a:buFont typeface="Arial"/>
              <a:buNone/>
            </a:pPr>
            <a:r>
              <a:rPr b="1" lang="es-419" sz="1200">
                <a:solidFill>
                  <a:schemeClr val="lt1"/>
                </a:solidFill>
                <a:latin typeface="Arvo"/>
                <a:ea typeface="Arvo"/>
                <a:cs typeface="Arvo"/>
                <a:sym typeface="Arvo"/>
              </a:rPr>
              <a:t>Situaciones Problemáticas</a:t>
            </a:r>
            <a:endParaRPr sz="1200">
              <a:latin typeface="Arvo"/>
              <a:ea typeface="Arvo"/>
              <a:cs typeface="Arvo"/>
              <a:sym typeface="Arvo"/>
            </a:endParaRPr>
          </a:p>
        </p:txBody>
      </p:sp>
      <p:sp>
        <p:nvSpPr>
          <p:cNvPr id="13319" name="Google Shape;13319;p222"/>
          <p:cNvSpPr txBox="1"/>
          <p:nvPr/>
        </p:nvSpPr>
        <p:spPr>
          <a:xfrm>
            <a:off x="5278055" y="1886981"/>
            <a:ext cx="4446900" cy="1414200"/>
          </a:xfrm>
          <a:prstGeom prst="rect">
            <a:avLst/>
          </a:prstGeom>
          <a:solidFill>
            <a:srgbClr val="FED86F"/>
          </a:solidFill>
          <a:ln cap="flat" cmpd="sng" w="9525">
            <a:solidFill>
              <a:srgbClr val="FCE46F"/>
            </a:solidFill>
            <a:prstDash val="solid"/>
            <a:round/>
            <a:headEnd len="sm" w="sm" type="none"/>
            <a:tailEnd len="sm" w="sm" type="none"/>
          </a:ln>
          <a:effectLst>
            <a:outerShdw blurRad="63500" dir="8100000" dist="38100">
              <a:srgbClr val="000000">
                <a:alpha val="39610"/>
              </a:srgbClr>
            </a:outerShdw>
          </a:effectLst>
        </p:spPr>
        <p:txBody>
          <a:bodyPr anchorCtr="0" anchor="t" bIns="41050" lIns="82100" spcFirstLastPara="1" rIns="82100" wrap="square" tIns="41050">
            <a:noAutofit/>
          </a:bodyPr>
          <a:lstStyle/>
          <a:p>
            <a:pPr indent="0" lvl="0" marL="0" marR="0" rtl="0" algn="l">
              <a:lnSpc>
                <a:spcPct val="100000"/>
              </a:lnSpc>
              <a:spcBef>
                <a:spcPts val="0"/>
              </a:spcBef>
              <a:spcAft>
                <a:spcPts val="0"/>
              </a:spcAft>
              <a:buClr>
                <a:schemeClr val="dk1"/>
              </a:buClr>
              <a:buSzPts val="1300"/>
              <a:buFont typeface="Arial"/>
              <a:buNone/>
            </a:pPr>
            <a:r>
              <a:rPr b="1" lang="es-419" sz="1200">
                <a:solidFill>
                  <a:schemeClr val="dk1"/>
                </a:solidFill>
                <a:latin typeface="Arvo"/>
                <a:ea typeface="Arvo"/>
                <a:cs typeface="Arvo"/>
                <a:sym typeface="Arvo"/>
              </a:rPr>
              <a:t>Situación Problemática </a:t>
            </a:r>
            <a:r>
              <a:rPr b="1" i="0" lang="es-419" sz="1200" u="none">
                <a:solidFill>
                  <a:schemeClr val="dk1"/>
                </a:solidFill>
                <a:latin typeface="Arvo"/>
                <a:ea typeface="Arvo"/>
                <a:cs typeface="Arvo"/>
                <a:sym typeface="Arvo"/>
              </a:rPr>
              <a:t>1:</a:t>
            </a:r>
            <a:endParaRPr b="1" i="0" sz="1200" u="none">
              <a:solidFill>
                <a:schemeClr val="dk1"/>
              </a:solidFill>
              <a:latin typeface="Arvo"/>
              <a:ea typeface="Arvo"/>
              <a:cs typeface="Arvo"/>
              <a:sym typeface="Arvo"/>
            </a:endParaRPr>
          </a:p>
          <a:p>
            <a:pPr indent="0" lvl="0" marL="0" marR="0" rtl="0" algn="l">
              <a:lnSpc>
                <a:spcPct val="100000"/>
              </a:lnSpc>
              <a:spcBef>
                <a:spcPts val="0"/>
              </a:spcBef>
              <a:spcAft>
                <a:spcPts val="0"/>
              </a:spcAft>
              <a:buClr>
                <a:schemeClr val="dk1"/>
              </a:buClr>
              <a:buSzPts val="1300"/>
              <a:buFont typeface="Arial"/>
              <a:buNone/>
            </a:pPr>
            <a:r>
              <a:t/>
            </a:r>
            <a:endParaRPr b="1" sz="1300">
              <a:solidFill>
                <a:schemeClr val="dk1"/>
              </a:solidFill>
            </a:endParaRPr>
          </a:p>
          <a:p>
            <a:pPr indent="0" lvl="0" marL="0" marR="0" rtl="0" algn="l">
              <a:lnSpc>
                <a:spcPct val="100000"/>
              </a:lnSpc>
              <a:spcBef>
                <a:spcPts val="0"/>
              </a:spcBef>
              <a:spcAft>
                <a:spcPts val="0"/>
              </a:spcAft>
              <a:buClr>
                <a:schemeClr val="dk1"/>
              </a:buClr>
              <a:buSzPts val="1300"/>
              <a:buFont typeface="Arial"/>
              <a:buNone/>
            </a:pPr>
            <a:r>
              <a:t/>
            </a:r>
            <a:endParaRPr b="1" sz="1800">
              <a:solidFill>
                <a:schemeClr val="dk1"/>
              </a:solidFill>
            </a:endParaRPr>
          </a:p>
          <a:p>
            <a:pPr indent="0" lvl="0" marL="0" rtl="0" algn="l">
              <a:spcBef>
                <a:spcPts val="0"/>
              </a:spcBef>
              <a:spcAft>
                <a:spcPts val="0"/>
              </a:spcAft>
              <a:buClr>
                <a:schemeClr val="dk1"/>
              </a:buClr>
              <a:buSzPts val="1300"/>
              <a:buFont typeface="Arial"/>
              <a:buNone/>
            </a:pPr>
            <a:r>
              <a:rPr b="1" lang="es-419" sz="1200">
                <a:solidFill>
                  <a:schemeClr val="dk1"/>
                </a:solidFill>
                <a:latin typeface="Arvo"/>
                <a:ea typeface="Arvo"/>
                <a:cs typeface="Arvo"/>
                <a:sym typeface="Arvo"/>
              </a:rPr>
              <a:t>Situaciones Deseada 1: </a:t>
            </a:r>
            <a:endParaRPr b="1" sz="1200">
              <a:solidFill>
                <a:schemeClr val="dk1"/>
              </a:solidFill>
              <a:latin typeface="Arvo"/>
              <a:ea typeface="Arvo"/>
              <a:cs typeface="Arvo"/>
              <a:sym typeface="Arvo"/>
            </a:endParaRPr>
          </a:p>
        </p:txBody>
      </p:sp>
      <p:sp>
        <p:nvSpPr>
          <p:cNvPr id="13320" name="Google Shape;13320;p222"/>
          <p:cNvSpPr txBox="1"/>
          <p:nvPr/>
        </p:nvSpPr>
        <p:spPr>
          <a:xfrm>
            <a:off x="5278055" y="3436639"/>
            <a:ext cx="4446900" cy="1413000"/>
          </a:xfrm>
          <a:prstGeom prst="rect">
            <a:avLst/>
          </a:prstGeom>
          <a:solidFill>
            <a:srgbClr val="FED86F"/>
          </a:solidFill>
          <a:ln cap="flat" cmpd="sng" w="9525">
            <a:solidFill>
              <a:srgbClr val="FCE46F"/>
            </a:solidFill>
            <a:prstDash val="solid"/>
            <a:round/>
            <a:headEnd len="sm" w="sm" type="none"/>
            <a:tailEnd len="sm" w="sm" type="none"/>
          </a:ln>
          <a:effectLst>
            <a:outerShdw blurRad="63500" dir="8100000" dist="38100">
              <a:srgbClr val="000000">
                <a:alpha val="39610"/>
              </a:srgbClr>
            </a:outerShdw>
          </a:effectLst>
        </p:spPr>
        <p:txBody>
          <a:bodyPr anchorCtr="0" anchor="t" bIns="41050" lIns="82100" spcFirstLastPara="1" rIns="82100" wrap="square" tIns="41050">
            <a:noAutofit/>
          </a:bodyPr>
          <a:lstStyle/>
          <a:p>
            <a:pPr indent="0" lvl="0" marL="0" marR="0" rtl="0" algn="l">
              <a:lnSpc>
                <a:spcPct val="100000"/>
              </a:lnSpc>
              <a:spcBef>
                <a:spcPts val="0"/>
              </a:spcBef>
              <a:spcAft>
                <a:spcPts val="0"/>
              </a:spcAft>
              <a:buClr>
                <a:schemeClr val="dk1"/>
              </a:buClr>
              <a:buSzPts val="1300"/>
              <a:buFont typeface="Arial"/>
              <a:buNone/>
            </a:pPr>
            <a:r>
              <a:rPr b="1" lang="es-419" sz="1200">
                <a:solidFill>
                  <a:schemeClr val="dk1"/>
                </a:solidFill>
                <a:latin typeface="Arvo"/>
                <a:ea typeface="Arvo"/>
                <a:cs typeface="Arvo"/>
                <a:sym typeface="Arvo"/>
              </a:rPr>
              <a:t>Situación Problemática </a:t>
            </a:r>
            <a:r>
              <a:rPr b="1" i="0" lang="es-419" sz="1200" u="none">
                <a:solidFill>
                  <a:schemeClr val="dk1"/>
                </a:solidFill>
                <a:latin typeface="Arvo"/>
                <a:ea typeface="Arvo"/>
                <a:cs typeface="Arvo"/>
                <a:sym typeface="Arvo"/>
              </a:rPr>
              <a:t>2:</a:t>
            </a:r>
            <a:endParaRPr b="1" i="0" sz="1200" u="none">
              <a:solidFill>
                <a:schemeClr val="dk1"/>
              </a:solidFill>
              <a:latin typeface="Arvo"/>
              <a:ea typeface="Arvo"/>
              <a:cs typeface="Arvo"/>
              <a:sym typeface="Arvo"/>
            </a:endParaRPr>
          </a:p>
          <a:p>
            <a:pPr indent="0" lvl="0" marL="0" marR="0" rtl="0" algn="l">
              <a:lnSpc>
                <a:spcPct val="100000"/>
              </a:lnSpc>
              <a:spcBef>
                <a:spcPts val="0"/>
              </a:spcBef>
              <a:spcAft>
                <a:spcPts val="0"/>
              </a:spcAft>
              <a:buClr>
                <a:schemeClr val="dk1"/>
              </a:buClr>
              <a:buSzPts val="1300"/>
              <a:buFont typeface="Arial"/>
              <a:buNone/>
            </a:pPr>
            <a:r>
              <a:t/>
            </a:r>
            <a:endParaRPr b="1" sz="1300">
              <a:solidFill>
                <a:schemeClr val="dk1"/>
              </a:solidFill>
            </a:endParaRPr>
          </a:p>
          <a:p>
            <a:pPr indent="0" lvl="0" marL="0" marR="0" rtl="0" algn="l">
              <a:lnSpc>
                <a:spcPct val="100000"/>
              </a:lnSpc>
              <a:spcBef>
                <a:spcPts val="0"/>
              </a:spcBef>
              <a:spcAft>
                <a:spcPts val="0"/>
              </a:spcAft>
              <a:buClr>
                <a:schemeClr val="dk1"/>
              </a:buClr>
              <a:buSzPts val="1300"/>
              <a:buFont typeface="Arial"/>
              <a:buNone/>
            </a:pPr>
            <a:r>
              <a:t/>
            </a:r>
            <a:endParaRPr b="1" sz="1300">
              <a:solidFill>
                <a:schemeClr val="dk1"/>
              </a:solidFill>
            </a:endParaRPr>
          </a:p>
          <a:p>
            <a:pPr indent="0" lvl="0" marL="0" rtl="0" algn="l">
              <a:spcBef>
                <a:spcPts val="0"/>
              </a:spcBef>
              <a:spcAft>
                <a:spcPts val="0"/>
              </a:spcAft>
              <a:buClr>
                <a:schemeClr val="dk1"/>
              </a:buClr>
              <a:buSzPts val="1300"/>
              <a:buFont typeface="Arial"/>
              <a:buNone/>
            </a:pPr>
            <a:r>
              <a:rPr b="1" lang="es-419" sz="1300">
                <a:solidFill>
                  <a:schemeClr val="dk1"/>
                </a:solidFill>
              </a:rPr>
              <a:t>Situaciones Deseada 2: </a:t>
            </a:r>
            <a:endParaRPr b="1" sz="1300">
              <a:solidFill>
                <a:schemeClr val="dk1"/>
              </a:solidFill>
            </a:endParaRPr>
          </a:p>
        </p:txBody>
      </p:sp>
      <p:sp>
        <p:nvSpPr>
          <p:cNvPr id="13321" name="Google Shape;13321;p222"/>
          <p:cNvSpPr txBox="1"/>
          <p:nvPr/>
        </p:nvSpPr>
        <p:spPr>
          <a:xfrm>
            <a:off x="5278055" y="4990361"/>
            <a:ext cx="4446900" cy="1414200"/>
          </a:xfrm>
          <a:prstGeom prst="rect">
            <a:avLst/>
          </a:prstGeom>
          <a:solidFill>
            <a:srgbClr val="FED86F"/>
          </a:solidFill>
          <a:ln cap="flat" cmpd="sng" w="9525">
            <a:solidFill>
              <a:srgbClr val="FCE46F"/>
            </a:solidFill>
            <a:prstDash val="solid"/>
            <a:round/>
            <a:headEnd len="sm" w="sm" type="none"/>
            <a:tailEnd len="sm" w="sm" type="none"/>
          </a:ln>
          <a:effectLst>
            <a:outerShdw blurRad="63500" dir="8100000" dist="38100">
              <a:srgbClr val="000000">
                <a:alpha val="39610"/>
              </a:srgbClr>
            </a:outerShdw>
          </a:effectLst>
        </p:spPr>
        <p:txBody>
          <a:bodyPr anchorCtr="0" anchor="t" bIns="41050" lIns="82100" spcFirstLastPara="1" rIns="82100" wrap="square" tIns="41050">
            <a:noAutofit/>
          </a:bodyPr>
          <a:lstStyle/>
          <a:p>
            <a:pPr indent="0" lvl="0" marL="0" marR="0" rtl="0" algn="l">
              <a:lnSpc>
                <a:spcPct val="100000"/>
              </a:lnSpc>
              <a:spcBef>
                <a:spcPts val="0"/>
              </a:spcBef>
              <a:spcAft>
                <a:spcPts val="0"/>
              </a:spcAft>
              <a:buClr>
                <a:schemeClr val="dk1"/>
              </a:buClr>
              <a:buSzPts val="1300"/>
              <a:buFont typeface="Arial"/>
              <a:buNone/>
            </a:pPr>
            <a:r>
              <a:rPr b="1" lang="es-419" sz="1200">
                <a:solidFill>
                  <a:schemeClr val="dk1"/>
                </a:solidFill>
                <a:latin typeface="Arvo"/>
                <a:ea typeface="Arvo"/>
                <a:cs typeface="Arvo"/>
                <a:sym typeface="Arvo"/>
              </a:rPr>
              <a:t>Situación Problemática </a:t>
            </a:r>
            <a:r>
              <a:rPr b="1" i="0" lang="es-419" sz="1200" u="none">
                <a:solidFill>
                  <a:schemeClr val="dk1"/>
                </a:solidFill>
                <a:latin typeface="Arvo"/>
                <a:ea typeface="Arvo"/>
                <a:cs typeface="Arvo"/>
                <a:sym typeface="Arvo"/>
              </a:rPr>
              <a:t>3:</a:t>
            </a:r>
            <a:endParaRPr b="1" i="0" sz="1200" u="none">
              <a:solidFill>
                <a:schemeClr val="dk1"/>
              </a:solidFill>
              <a:latin typeface="Arvo"/>
              <a:ea typeface="Arvo"/>
              <a:cs typeface="Arvo"/>
              <a:sym typeface="Arvo"/>
            </a:endParaRPr>
          </a:p>
          <a:p>
            <a:pPr indent="0" lvl="0" marL="0" marR="0" rtl="0" algn="l">
              <a:lnSpc>
                <a:spcPct val="100000"/>
              </a:lnSpc>
              <a:spcBef>
                <a:spcPts val="0"/>
              </a:spcBef>
              <a:spcAft>
                <a:spcPts val="0"/>
              </a:spcAft>
              <a:buClr>
                <a:schemeClr val="dk1"/>
              </a:buClr>
              <a:buSzPts val="1300"/>
              <a:buFont typeface="Arial"/>
              <a:buNone/>
            </a:pPr>
            <a:r>
              <a:t/>
            </a:r>
            <a:endParaRPr b="1" sz="1300">
              <a:solidFill>
                <a:schemeClr val="dk1"/>
              </a:solidFill>
            </a:endParaRPr>
          </a:p>
          <a:p>
            <a:pPr indent="0" lvl="0" marL="0" marR="0" rtl="0" algn="l">
              <a:lnSpc>
                <a:spcPct val="100000"/>
              </a:lnSpc>
              <a:spcBef>
                <a:spcPts val="0"/>
              </a:spcBef>
              <a:spcAft>
                <a:spcPts val="0"/>
              </a:spcAft>
              <a:buClr>
                <a:schemeClr val="dk1"/>
              </a:buClr>
              <a:buSzPts val="1300"/>
              <a:buFont typeface="Arial"/>
              <a:buNone/>
            </a:pPr>
            <a:r>
              <a:t/>
            </a:r>
            <a:endParaRPr b="1" sz="1300">
              <a:solidFill>
                <a:schemeClr val="dk1"/>
              </a:solidFill>
            </a:endParaRPr>
          </a:p>
          <a:p>
            <a:pPr indent="0" lvl="0" marL="0" rtl="0" algn="l">
              <a:spcBef>
                <a:spcPts val="0"/>
              </a:spcBef>
              <a:spcAft>
                <a:spcPts val="0"/>
              </a:spcAft>
              <a:buClr>
                <a:schemeClr val="dk1"/>
              </a:buClr>
              <a:buSzPts val="1300"/>
              <a:buFont typeface="Arial"/>
              <a:buNone/>
            </a:pPr>
            <a:r>
              <a:rPr b="1" lang="es-419" sz="1200">
                <a:solidFill>
                  <a:schemeClr val="dk1"/>
                </a:solidFill>
                <a:latin typeface="Arvo"/>
                <a:ea typeface="Arvo"/>
                <a:cs typeface="Arvo"/>
                <a:sym typeface="Arvo"/>
              </a:rPr>
              <a:t>Situaciones Deseada 3: </a:t>
            </a:r>
            <a:endParaRPr b="1" sz="1200">
              <a:solidFill>
                <a:schemeClr val="dk1"/>
              </a:solidFill>
              <a:latin typeface="Arvo"/>
              <a:ea typeface="Arvo"/>
              <a:cs typeface="Arvo"/>
              <a:sym typeface="Arvo"/>
            </a:endParaRPr>
          </a:p>
        </p:txBody>
      </p:sp>
      <p:cxnSp>
        <p:nvCxnSpPr>
          <p:cNvPr id="13322" name="Google Shape;13322;p222"/>
          <p:cNvCxnSpPr/>
          <p:nvPr/>
        </p:nvCxnSpPr>
        <p:spPr>
          <a:xfrm>
            <a:off x="77688" y="772614"/>
            <a:ext cx="9935700" cy="0"/>
          </a:xfrm>
          <a:prstGeom prst="straightConnector1">
            <a:avLst/>
          </a:prstGeom>
          <a:noFill/>
          <a:ln cap="flat" cmpd="sng" w="19050">
            <a:solidFill>
              <a:srgbClr val="000000"/>
            </a:solidFill>
            <a:prstDash val="solid"/>
            <a:round/>
            <a:headEnd len="med" w="med" type="none"/>
            <a:tailEnd len="med" w="med" type="none"/>
          </a:ln>
        </p:spPr>
      </p:cxnSp>
      <p:cxnSp>
        <p:nvCxnSpPr>
          <p:cNvPr id="13323" name="Google Shape;13323;p222"/>
          <p:cNvCxnSpPr/>
          <p:nvPr/>
        </p:nvCxnSpPr>
        <p:spPr>
          <a:xfrm rot="10800000">
            <a:off x="2439038" y="368188"/>
            <a:ext cx="0" cy="402300"/>
          </a:xfrm>
          <a:prstGeom prst="straightConnector1">
            <a:avLst/>
          </a:prstGeom>
          <a:noFill/>
          <a:ln cap="flat" cmpd="sng" w="19050">
            <a:solidFill>
              <a:srgbClr val="000000"/>
            </a:solidFill>
            <a:prstDash val="solid"/>
            <a:round/>
            <a:headEnd len="med" w="med" type="none"/>
            <a:tailEnd len="med" w="med" type="none"/>
          </a:ln>
        </p:spPr>
      </p:cxnSp>
      <p:sp>
        <p:nvSpPr>
          <p:cNvPr id="13324" name="Google Shape;13324;p222"/>
          <p:cNvSpPr/>
          <p:nvPr/>
        </p:nvSpPr>
        <p:spPr>
          <a:xfrm>
            <a:off x="77688" y="349338"/>
            <a:ext cx="2361300" cy="421200"/>
          </a:xfrm>
          <a:prstGeom prst="roundRect">
            <a:avLst>
              <a:gd fmla="val 50000" name="adj"/>
            </a:avLst>
          </a:prstGeom>
          <a:solidFill>
            <a:srgbClr val="000000"/>
          </a:solidFill>
          <a:ln cap="flat" cmpd="sng" w="9525">
            <a:solidFill>
              <a:srgbClr val="000000"/>
            </a:solidFill>
            <a:prstDash val="solid"/>
            <a:round/>
            <a:headEnd len="sm" w="sm" type="none"/>
            <a:tailEnd len="sm" w="sm" type="none"/>
          </a:ln>
        </p:spPr>
        <p:txBody>
          <a:bodyPr anchorCtr="0" anchor="t" bIns="54000" lIns="0" spcFirstLastPara="1" rIns="0" wrap="square" tIns="18000">
            <a:noAutofit/>
          </a:bodyPr>
          <a:lstStyle/>
          <a:p>
            <a:pPr indent="0" lvl="0" marL="0" rtl="0" algn="ctr">
              <a:spcBef>
                <a:spcPts val="0"/>
              </a:spcBef>
              <a:spcAft>
                <a:spcPts val="0"/>
              </a:spcAft>
              <a:buNone/>
            </a:pPr>
            <a:r>
              <a:rPr b="1" lang="es-419" sz="1100">
                <a:solidFill>
                  <a:srgbClr val="FFFFFF"/>
                </a:solidFill>
              </a:rPr>
              <a:t>Situaciones Problemáticas</a:t>
            </a:r>
            <a:endParaRPr b="1" sz="1200">
              <a:solidFill>
                <a:srgbClr val="FFFFFF"/>
              </a:solidFill>
            </a:endParaRPr>
          </a:p>
        </p:txBody>
      </p:sp>
      <p:sp>
        <p:nvSpPr>
          <p:cNvPr id="13325" name="Google Shape;13325;p222"/>
          <p:cNvSpPr/>
          <p:nvPr/>
        </p:nvSpPr>
        <p:spPr>
          <a:xfrm>
            <a:off x="83988" y="595504"/>
            <a:ext cx="190200" cy="1692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6" name="Google Shape;13326;p222"/>
          <p:cNvSpPr/>
          <p:nvPr/>
        </p:nvSpPr>
        <p:spPr>
          <a:xfrm>
            <a:off x="2350598" y="358950"/>
            <a:ext cx="88500" cy="4023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7" name="Google Shape;13327;p222"/>
          <p:cNvSpPr/>
          <p:nvPr/>
        </p:nvSpPr>
        <p:spPr>
          <a:xfrm>
            <a:off x="2277739" y="663750"/>
            <a:ext cx="88500" cy="1089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8" name="Google Shape;13328;p222"/>
          <p:cNvSpPr txBox="1"/>
          <p:nvPr>
            <p:ph idx="1" type="subTitle"/>
          </p:nvPr>
        </p:nvSpPr>
        <p:spPr>
          <a:xfrm>
            <a:off x="482600" y="1820725"/>
            <a:ext cx="1251900" cy="1091700"/>
          </a:xfrm>
          <a:prstGeom prst="rect">
            <a:avLst/>
          </a:prstGeom>
          <a:noFill/>
          <a:ln>
            <a:noFill/>
          </a:ln>
        </p:spPr>
        <p:txBody>
          <a:bodyPr anchorCtr="0" anchor="ctr" bIns="18000" lIns="18000" spcFirstLastPara="1" rIns="18000" wrap="square" tIns="18000">
            <a:noAutofit/>
          </a:bodyPr>
          <a:lstStyle>
            <a:lvl1pPr lvl="0" algn="ctr">
              <a:spcBef>
                <a:spcPts val="0"/>
              </a:spcBef>
              <a:spcAft>
                <a:spcPts val="0"/>
              </a:spcAft>
              <a:buSzPts val="900"/>
              <a:buNone/>
              <a:defRPr sz="900"/>
            </a:lvl1pPr>
            <a:lvl2pPr lvl="1" algn="ctr">
              <a:spcBef>
                <a:spcPts val="200"/>
              </a:spcBef>
              <a:spcAft>
                <a:spcPts val="0"/>
              </a:spcAft>
              <a:buSzPts val="1400"/>
              <a:buNone/>
              <a:defRPr/>
            </a:lvl2pPr>
            <a:lvl3pPr lvl="2" algn="ctr">
              <a:spcBef>
                <a:spcPts val="0"/>
              </a:spcBef>
              <a:spcAft>
                <a:spcPts val="0"/>
              </a:spcAft>
              <a:buSzPts val="1400"/>
              <a:buNone/>
              <a:defRPr/>
            </a:lvl3pPr>
            <a:lvl4pPr lvl="3" algn="ctr">
              <a:spcBef>
                <a:spcPts val="0"/>
              </a:spcBef>
              <a:spcAft>
                <a:spcPts val="0"/>
              </a:spcAft>
              <a:buSzPts val="1400"/>
              <a:buNone/>
              <a:defRPr/>
            </a:lvl4pPr>
            <a:lvl5pPr lvl="4" algn="ctr">
              <a:spcBef>
                <a:spcPts val="0"/>
              </a:spcBef>
              <a:spcAft>
                <a:spcPts val="0"/>
              </a:spcAft>
              <a:buSzPts val="1400"/>
              <a:buNone/>
              <a:defRPr/>
            </a:lvl5pPr>
            <a:lvl6pPr lvl="5" algn="ctr">
              <a:spcBef>
                <a:spcPts val="0"/>
              </a:spcBef>
              <a:spcAft>
                <a:spcPts val="0"/>
              </a:spcAft>
              <a:buSzPts val="1400"/>
              <a:buNone/>
              <a:defRPr/>
            </a:lvl6pPr>
            <a:lvl7pPr lvl="6" algn="ctr">
              <a:spcBef>
                <a:spcPts val="0"/>
              </a:spcBef>
              <a:spcAft>
                <a:spcPts val="0"/>
              </a:spcAft>
              <a:buSzPts val="1400"/>
              <a:buNone/>
              <a:defRPr/>
            </a:lvl7pPr>
            <a:lvl8pPr lvl="7" algn="ctr">
              <a:spcBef>
                <a:spcPts val="0"/>
              </a:spcBef>
              <a:spcAft>
                <a:spcPts val="0"/>
              </a:spcAft>
              <a:buSzPts val="1400"/>
              <a:buNone/>
              <a:defRPr/>
            </a:lvl8pPr>
            <a:lvl9pPr lvl="8" algn="ctr">
              <a:spcBef>
                <a:spcPts val="0"/>
              </a:spcBef>
              <a:spcAft>
                <a:spcPts val="0"/>
              </a:spcAft>
              <a:buSzPts val="1400"/>
              <a:buNone/>
              <a:defRPr/>
            </a:lvl9pPr>
          </a:lstStyle>
          <a:p/>
        </p:txBody>
      </p:sp>
      <p:sp>
        <p:nvSpPr>
          <p:cNvPr id="13329" name="Google Shape;13329;p222"/>
          <p:cNvSpPr txBox="1"/>
          <p:nvPr>
            <p:ph idx="2" type="subTitle"/>
          </p:nvPr>
        </p:nvSpPr>
        <p:spPr>
          <a:xfrm>
            <a:off x="2026369" y="1820725"/>
            <a:ext cx="1251900" cy="1091700"/>
          </a:xfrm>
          <a:prstGeom prst="rect">
            <a:avLst/>
          </a:prstGeom>
          <a:noFill/>
          <a:ln>
            <a:noFill/>
          </a:ln>
        </p:spPr>
        <p:txBody>
          <a:bodyPr anchorCtr="0" anchor="ctr" bIns="18000" lIns="18000" spcFirstLastPara="1" rIns="18000" wrap="square" tIns="18000">
            <a:noAutofit/>
          </a:bodyPr>
          <a:lstStyle>
            <a:lvl1pPr lvl="0" algn="ctr">
              <a:spcBef>
                <a:spcPts val="0"/>
              </a:spcBef>
              <a:spcAft>
                <a:spcPts val="0"/>
              </a:spcAft>
              <a:buSzPts val="900"/>
              <a:buNone/>
              <a:defRPr sz="900"/>
            </a:lvl1pPr>
            <a:lvl2pPr lvl="1" algn="ctr">
              <a:spcBef>
                <a:spcPts val="200"/>
              </a:spcBef>
              <a:spcAft>
                <a:spcPts val="0"/>
              </a:spcAft>
              <a:buSzPts val="1400"/>
              <a:buNone/>
              <a:defRPr/>
            </a:lvl2pPr>
            <a:lvl3pPr lvl="2" algn="ctr">
              <a:spcBef>
                <a:spcPts val="0"/>
              </a:spcBef>
              <a:spcAft>
                <a:spcPts val="0"/>
              </a:spcAft>
              <a:buSzPts val="1400"/>
              <a:buNone/>
              <a:defRPr/>
            </a:lvl3pPr>
            <a:lvl4pPr lvl="3" algn="ctr">
              <a:spcBef>
                <a:spcPts val="0"/>
              </a:spcBef>
              <a:spcAft>
                <a:spcPts val="0"/>
              </a:spcAft>
              <a:buSzPts val="1400"/>
              <a:buNone/>
              <a:defRPr/>
            </a:lvl4pPr>
            <a:lvl5pPr lvl="4" algn="ctr">
              <a:spcBef>
                <a:spcPts val="0"/>
              </a:spcBef>
              <a:spcAft>
                <a:spcPts val="0"/>
              </a:spcAft>
              <a:buSzPts val="1400"/>
              <a:buNone/>
              <a:defRPr/>
            </a:lvl5pPr>
            <a:lvl6pPr lvl="5" algn="ctr">
              <a:spcBef>
                <a:spcPts val="0"/>
              </a:spcBef>
              <a:spcAft>
                <a:spcPts val="0"/>
              </a:spcAft>
              <a:buSzPts val="1400"/>
              <a:buNone/>
              <a:defRPr/>
            </a:lvl6pPr>
            <a:lvl7pPr lvl="6" algn="ctr">
              <a:spcBef>
                <a:spcPts val="0"/>
              </a:spcBef>
              <a:spcAft>
                <a:spcPts val="0"/>
              </a:spcAft>
              <a:buSzPts val="1400"/>
              <a:buNone/>
              <a:defRPr/>
            </a:lvl7pPr>
            <a:lvl8pPr lvl="7" algn="ctr">
              <a:spcBef>
                <a:spcPts val="0"/>
              </a:spcBef>
              <a:spcAft>
                <a:spcPts val="0"/>
              </a:spcAft>
              <a:buSzPts val="1400"/>
              <a:buNone/>
              <a:defRPr/>
            </a:lvl8pPr>
            <a:lvl9pPr lvl="8" algn="ctr">
              <a:spcBef>
                <a:spcPts val="0"/>
              </a:spcBef>
              <a:spcAft>
                <a:spcPts val="0"/>
              </a:spcAft>
              <a:buSzPts val="1400"/>
              <a:buNone/>
              <a:defRPr/>
            </a:lvl9pPr>
          </a:lstStyle>
          <a:p/>
        </p:txBody>
      </p:sp>
      <p:sp>
        <p:nvSpPr>
          <p:cNvPr id="13330" name="Google Shape;13330;p222"/>
          <p:cNvSpPr txBox="1"/>
          <p:nvPr>
            <p:ph idx="3" type="subTitle"/>
          </p:nvPr>
        </p:nvSpPr>
        <p:spPr>
          <a:xfrm>
            <a:off x="3570138" y="1820725"/>
            <a:ext cx="1251900" cy="1091700"/>
          </a:xfrm>
          <a:prstGeom prst="rect">
            <a:avLst/>
          </a:prstGeom>
          <a:noFill/>
          <a:ln>
            <a:noFill/>
          </a:ln>
        </p:spPr>
        <p:txBody>
          <a:bodyPr anchorCtr="0" anchor="ctr" bIns="18000" lIns="18000" spcFirstLastPara="1" rIns="18000" wrap="square" tIns="18000">
            <a:noAutofit/>
          </a:bodyPr>
          <a:lstStyle>
            <a:lvl1pPr lvl="0" algn="ctr">
              <a:spcBef>
                <a:spcPts val="0"/>
              </a:spcBef>
              <a:spcAft>
                <a:spcPts val="0"/>
              </a:spcAft>
              <a:buSzPts val="900"/>
              <a:buNone/>
              <a:defRPr sz="900"/>
            </a:lvl1pPr>
            <a:lvl2pPr lvl="1" algn="ctr">
              <a:spcBef>
                <a:spcPts val="200"/>
              </a:spcBef>
              <a:spcAft>
                <a:spcPts val="0"/>
              </a:spcAft>
              <a:buSzPts val="1400"/>
              <a:buNone/>
              <a:defRPr/>
            </a:lvl2pPr>
            <a:lvl3pPr lvl="2" algn="ctr">
              <a:spcBef>
                <a:spcPts val="0"/>
              </a:spcBef>
              <a:spcAft>
                <a:spcPts val="0"/>
              </a:spcAft>
              <a:buSzPts val="1400"/>
              <a:buNone/>
              <a:defRPr/>
            </a:lvl3pPr>
            <a:lvl4pPr lvl="3" algn="ctr">
              <a:spcBef>
                <a:spcPts val="0"/>
              </a:spcBef>
              <a:spcAft>
                <a:spcPts val="0"/>
              </a:spcAft>
              <a:buSzPts val="1400"/>
              <a:buNone/>
              <a:defRPr/>
            </a:lvl4pPr>
            <a:lvl5pPr lvl="4" algn="ctr">
              <a:spcBef>
                <a:spcPts val="0"/>
              </a:spcBef>
              <a:spcAft>
                <a:spcPts val="0"/>
              </a:spcAft>
              <a:buSzPts val="1400"/>
              <a:buNone/>
              <a:defRPr/>
            </a:lvl5pPr>
            <a:lvl6pPr lvl="5" algn="ctr">
              <a:spcBef>
                <a:spcPts val="0"/>
              </a:spcBef>
              <a:spcAft>
                <a:spcPts val="0"/>
              </a:spcAft>
              <a:buSzPts val="1400"/>
              <a:buNone/>
              <a:defRPr/>
            </a:lvl6pPr>
            <a:lvl7pPr lvl="6" algn="ctr">
              <a:spcBef>
                <a:spcPts val="0"/>
              </a:spcBef>
              <a:spcAft>
                <a:spcPts val="0"/>
              </a:spcAft>
              <a:buSzPts val="1400"/>
              <a:buNone/>
              <a:defRPr/>
            </a:lvl7pPr>
            <a:lvl8pPr lvl="7" algn="ctr">
              <a:spcBef>
                <a:spcPts val="0"/>
              </a:spcBef>
              <a:spcAft>
                <a:spcPts val="0"/>
              </a:spcAft>
              <a:buSzPts val="1400"/>
              <a:buNone/>
              <a:defRPr/>
            </a:lvl8pPr>
            <a:lvl9pPr lvl="8" algn="ctr">
              <a:spcBef>
                <a:spcPts val="0"/>
              </a:spcBef>
              <a:spcAft>
                <a:spcPts val="0"/>
              </a:spcAft>
              <a:buSzPts val="1400"/>
              <a:buNone/>
              <a:defRPr/>
            </a:lvl9pPr>
          </a:lstStyle>
          <a:p/>
        </p:txBody>
      </p:sp>
      <p:sp>
        <p:nvSpPr>
          <p:cNvPr id="13331" name="Google Shape;13331;p222"/>
          <p:cNvSpPr txBox="1"/>
          <p:nvPr>
            <p:ph idx="4" type="subTitle"/>
          </p:nvPr>
        </p:nvSpPr>
        <p:spPr>
          <a:xfrm>
            <a:off x="482600" y="3573325"/>
            <a:ext cx="1251900" cy="1091700"/>
          </a:xfrm>
          <a:prstGeom prst="rect">
            <a:avLst/>
          </a:prstGeom>
          <a:noFill/>
          <a:ln>
            <a:noFill/>
          </a:ln>
        </p:spPr>
        <p:txBody>
          <a:bodyPr anchorCtr="0" anchor="ctr" bIns="18000" lIns="18000" spcFirstLastPara="1" rIns="18000" wrap="square" tIns="18000">
            <a:noAutofit/>
          </a:bodyPr>
          <a:lstStyle>
            <a:lvl1pPr lvl="0" algn="ctr">
              <a:spcBef>
                <a:spcPts val="0"/>
              </a:spcBef>
              <a:spcAft>
                <a:spcPts val="0"/>
              </a:spcAft>
              <a:buSzPts val="900"/>
              <a:buNone/>
              <a:defRPr sz="900"/>
            </a:lvl1pPr>
            <a:lvl2pPr lvl="1" algn="ctr">
              <a:spcBef>
                <a:spcPts val="200"/>
              </a:spcBef>
              <a:spcAft>
                <a:spcPts val="0"/>
              </a:spcAft>
              <a:buSzPts val="1400"/>
              <a:buNone/>
              <a:defRPr/>
            </a:lvl2pPr>
            <a:lvl3pPr lvl="2" algn="ctr">
              <a:spcBef>
                <a:spcPts val="0"/>
              </a:spcBef>
              <a:spcAft>
                <a:spcPts val="0"/>
              </a:spcAft>
              <a:buSzPts val="1400"/>
              <a:buNone/>
              <a:defRPr/>
            </a:lvl3pPr>
            <a:lvl4pPr lvl="3" algn="ctr">
              <a:spcBef>
                <a:spcPts val="0"/>
              </a:spcBef>
              <a:spcAft>
                <a:spcPts val="0"/>
              </a:spcAft>
              <a:buSzPts val="1400"/>
              <a:buNone/>
              <a:defRPr/>
            </a:lvl4pPr>
            <a:lvl5pPr lvl="4" algn="ctr">
              <a:spcBef>
                <a:spcPts val="0"/>
              </a:spcBef>
              <a:spcAft>
                <a:spcPts val="0"/>
              </a:spcAft>
              <a:buSzPts val="1400"/>
              <a:buNone/>
              <a:defRPr/>
            </a:lvl5pPr>
            <a:lvl6pPr lvl="5" algn="ctr">
              <a:spcBef>
                <a:spcPts val="0"/>
              </a:spcBef>
              <a:spcAft>
                <a:spcPts val="0"/>
              </a:spcAft>
              <a:buSzPts val="1400"/>
              <a:buNone/>
              <a:defRPr/>
            </a:lvl6pPr>
            <a:lvl7pPr lvl="6" algn="ctr">
              <a:spcBef>
                <a:spcPts val="0"/>
              </a:spcBef>
              <a:spcAft>
                <a:spcPts val="0"/>
              </a:spcAft>
              <a:buSzPts val="1400"/>
              <a:buNone/>
              <a:defRPr/>
            </a:lvl7pPr>
            <a:lvl8pPr lvl="7" algn="ctr">
              <a:spcBef>
                <a:spcPts val="0"/>
              </a:spcBef>
              <a:spcAft>
                <a:spcPts val="0"/>
              </a:spcAft>
              <a:buSzPts val="1400"/>
              <a:buNone/>
              <a:defRPr/>
            </a:lvl8pPr>
            <a:lvl9pPr lvl="8" algn="ctr">
              <a:spcBef>
                <a:spcPts val="0"/>
              </a:spcBef>
              <a:spcAft>
                <a:spcPts val="0"/>
              </a:spcAft>
              <a:buSzPts val="1400"/>
              <a:buNone/>
              <a:defRPr/>
            </a:lvl9pPr>
          </a:lstStyle>
          <a:p/>
        </p:txBody>
      </p:sp>
      <p:sp>
        <p:nvSpPr>
          <p:cNvPr id="13332" name="Google Shape;13332;p222"/>
          <p:cNvSpPr txBox="1"/>
          <p:nvPr>
            <p:ph idx="5" type="subTitle"/>
          </p:nvPr>
        </p:nvSpPr>
        <p:spPr>
          <a:xfrm>
            <a:off x="2026369" y="3573325"/>
            <a:ext cx="1251900" cy="1091700"/>
          </a:xfrm>
          <a:prstGeom prst="rect">
            <a:avLst/>
          </a:prstGeom>
          <a:noFill/>
          <a:ln>
            <a:noFill/>
          </a:ln>
        </p:spPr>
        <p:txBody>
          <a:bodyPr anchorCtr="0" anchor="ctr" bIns="18000" lIns="18000" spcFirstLastPara="1" rIns="18000" wrap="square" tIns="18000">
            <a:noAutofit/>
          </a:bodyPr>
          <a:lstStyle>
            <a:lvl1pPr lvl="0" algn="ctr">
              <a:spcBef>
                <a:spcPts val="0"/>
              </a:spcBef>
              <a:spcAft>
                <a:spcPts val="0"/>
              </a:spcAft>
              <a:buSzPts val="900"/>
              <a:buNone/>
              <a:defRPr sz="900"/>
            </a:lvl1pPr>
            <a:lvl2pPr lvl="1" algn="ctr">
              <a:spcBef>
                <a:spcPts val="200"/>
              </a:spcBef>
              <a:spcAft>
                <a:spcPts val="0"/>
              </a:spcAft>
              <a:buSzPts val="1400"/>
              <a:buNone/>
              <a:defRPr/>
            </a:lvl2pPr>
            <a:lvl3pPr lvl="2" algn="ctr">
              <a:spcBef>
                <a:spcPts val="0"/>
              </a:spcBef>
              <a:spcAft>
                <a:spcPts val="0"/>
              </a:spcAft>
              <a:buSzPts val="1400"/>
              <a:buNone/>
              <a:defRPr/>
            </a:lvl3pPr>
            <a:lvl4pPr lvl="3" algn="ctr">
              <a:spcBef>
                <a:spcPts val="0"/>
              </a:spcBef>
              <a:spcAft>
                <a:spcPts val="0"/>
              </a:spcAft>
              <a:buSzPts val="1400"/>
              <a:buNone/>
              <a:defRPr/>
            </a:lvl4pPr>
            <a:lvl5pPr lvl="4" algn="ctr">
              <a:spcBef>
                <a:spcPts val="0"/>
              </a:spcBef>
              <a:spcAft>
                <a:spcPts val="0"/>
              </a:spcAft>
              <a:buSzPts val="1400"/>
              <a:buNone/>
              <a:defRPr/>
            </a:lvl5pPr>
            <a:lvl6pPr lvl="5" algn="ctr">
              <a:spcBef>
                <a:spcPts val="0"/>
              </a:spcBef>
              <a:spcAft>
                <a:spcPts val="0"/>
              </a:spcAft>
              <a:buSzPts val="1400"/>
              <a:buNone/>
              <a:defRPr/>
            </a:lvl6pPr>
            <a:lvl7pPr lvl="6" algn="ctr">
              <a:spcBef>
                <a:spcPts val="0"/>
              </a:spcBef>
              <a:spcAft>
                <a:spcPts val="0"/>
              </a:spcAft>
              <a:buSzPts val="1400"/>
              <a:buNone/>
              <a:defRPr/>
            </a:lvl7pPr>
            <a:lvl8pPr lvl="7" algn="ctr">
              <a:spcBef>
                <a:spcPts val="0"/>
              </a:spcBef>
              <a:spcAft>
                <a:spcPts val="0"/>
              </a:spcAft>
              <a:buSzPts val="1400"/>
              <a:buNone/>
              <a:defRPr/>
            </a:lvl8pPr>
            <a:lvl9pPr lvl="8" algn="ctr">
              <a:spcBef>
                <a:spcPts val="0"/>
              </a:spcBef>
              <a:spcAft>
                <a:spcPts val="0"/>
              </a:spcAft>
              <a:buSzPts val="1400"/>
              <a:buNone/>
              <a:defRPr/>
            </a:lvl9pPr>
          </a:lstStyle>
          <a:p/>
        </p:txBody>
      </p:sp>
      <p:sp>
        <p:nvSpPr>
          <p:cNvPr id="13333" name="Google Shape;13333;p222"/>
          <p:cNvSpPr txBox="1"/>
          <p:nvPr>
            <p:ph idx="6" type="subTitle"/>
          </p:nvPr>
        </p:nvSpPr>
        <p:spPr>
          <a:xfrm>
            <a:off x="3570138" y="3573325"/>
            <a:ext cx="1251900" cy="1091700"/>
          </a:xfrm>
          <a:prstGeom prst="rect">
            <a:avLst/>
          </a:prstGeom>
          <a:noFill/>
          <a:ln>
            <a:noFill/>
          </a:ln>
        </p:spPr>
        <p:txBody>
          <a:bodyPr anchorCtr="0" anchor="ctr" bIns="18000" lIns="18000" spcFirstLastPara="1" rIns="18000" wrap="square" tIns="18000">
            <a:noAutofit/>
          </a:bodyPr>
          <a:lstStyle>
            <a:lvl1pPr lvl="0" algn="ctr">
              <a:spcBef>
                <a:spcPts val="0"/>
              </a:spcBef>
              <a:spcAft>
                <a:spcPts val="0"/>
              </a:spcAft>
              <a:buSzPts val="900"/>
              <a:buNone/>
              <a:defRPr sz="900"/>
            </a:lvl1pPr>
            <a:lvl2pPr lvl="1" algn="ctr">
              <a:spcBef>
                <a:spcPts val="200"/>
              </a:spcBef>
              <a:spcAft>
                <a:spcPts val="0"/>
              </a:spcAft>
              <a:buSzPts val="1400"/>
              <a:buNone/>
              <a:defRPr/>
            </a:lvl2pPr>
            <a:lvl3pPr lvl="2" algn="ctr">
              <a:spcBef>
                <a:spcPts val="0"/>
              </a:spcBef>
              <a:spcAft>
                <a:spcPts val="0"/>
              </a:spcAft>
              <a:buSzPts val="1400"/>
              <a:buNone/>
              <a:defRPr/>
            </a:lvl3pPr>
            <a:lvl4pPr lvl="3" algn="ctr">
              <a:spcBef>
                <a:spcPts val="0"/>
              </a:spcBef>
              <a:spcAft>
                <a:spcPts val="0"/>
              </a:spcAft>
              <a:buSzPts val="1400"/>
              <a:buNone/>
              <a:defRPr/>
            </a:lvl4pPr>
            <a:lvl5pPr lvl="4" algn="ctr">
              <a:spcBef>
                <a:spcPts val="0"/>
              </a:spcBef>
              <a:spcAft>
                <a:spcPts val="0"/>
              </a:spcAft>
              <a:buSzPts val="1400"/>
              <a:buNone/>
              <a:defRPr/>
            </a:lvl5pPr>
            <a:lvl6pPr lvl="5" algn="ctr">
              <a:spcBef>
                <a:spcPts val="0"/>
              </a:spcBef>
              <a:spcAft>
                <a:spcPts val="0"/>
              </a:spcAft>
              <a:buSzPts val="1400"/>
              <a:buNone/>
              <a:defRPr/>
            </a:lvl6pPr>
            <a:lvl7pPr lvl="6" algn="ctr">
              <a:spcBef>
                <a:spcPts val="0"/>
              </a:spcBef>
              <a:spcAft>
                <a:spcPts val="0"/>
              </a:spcAft>
              <a:buSzPts val="1400"/>
              <a:buNone/>
              <a:defRPr/>
            </a:lvl7pPr>
            <a:lvl8pPr lvl="7" algn="ctr">
              <a:spcBef>
                <a:spcPts val="0"/>
              </a:spcBef>
              <a:spcAft>
                <a:spcPts val="0"/>
              </a:spcAft>
              <a:buSzPts val="1400"/>
              <a:buNone/>
              <a:defRPr/>
            </a:lvl8pPr>
            <a:lvl9pPr lvl="8" algn="ctr">
              <a:spcBef>
                <a:spcPts val="0"/>
              </a:spcBef>
              <a:spcAft>
                <a:spcPts val="0"/>
              </a:spcAft>
              <a:buSzPts val="1400"/>
              <a:buNone/>
              <a:defRPr/>
            </a:lvl9pPr>
          </a:lstStyle>
          <a:p/>
        </p:txBody>
      </p:sp>
      <p:sp>
        <p:nvSpPr>
          <p:cNvPr id="13334" name="Google Shape;13334;p222"/>
          <p:cNvSpPr txBox="1"/>
          <p:nvPr>
            <p:ph idx="7" type="subTitle"/>
          </p:nvPr>
        </p:nvSpPr>
        <p:spPr>
          <a:xfrm>
            <a:off x="482600" y="5382356"/>
            <a:ext cx="1251900" cy="1091700"/>
          </a:xfrm>
          <a:prstGeom prst="rect">
            <a:avLst/>
          </a:prstGeom>
          <a:noFill/>
          <a:ln>
            <a:noFill/>
          </a:ln>
        </p:spPr>
        <p:txBody>
          <a:bodyPr anchorCtr="0" anchor="ctr" bIns="18000" lIns="18000" spcFirstLastPara="1" rIns="18000" wrap="square" tIns="18000">
            <a:noAutofit/>
          </a:bodyPr>
          <a:lstStyle>
            <a:lvl1pPr lvl="0" algn="ctr">
              <a:spcBef>
                <a:spcPts val="0"/>
              </a:spcBef>
              <a:spcAft>
                <a:spcPts val="0"/>
              </a:spcAft>
              <a:buSzPts val="900"/>
              <a:buNone/>
              <a:defRPr sz="900"/>
            </a:lvl1pPr>
            <a:lvl2pPr lvl="1" algn="ctr">
              <a:spcBef>
                <a:spcPts val="200"/>
              </a:spcBef>
              <a:spcAft>
                <a:spcPts val="0"/>
              </a:spcAft>
              <a:buSzPts val="1400"/>
              <a:buNone/>
              <a:defRPr/>
            </a:lvl2pPr>
            <a:lvl3pPr lvl="2" algn="ctr">
              <a:spcBef>
                <a:spcPts val="0"/>
              </a:spcBef>
              <a:spcAft>
                <a:spcPts val="0"/>
              </a:spcAft>
              <a:buSzPts val="1400"/>
              <a:buNone/>
              <a:defRPr/>
            </a:lvl3pPr>
            <a:lvl4pPr lvl="3" algn="ctr">
              <a:spcBef>
                <a:spcPts val="0"/>
              </a:spcBef>
              <a:spcAft>
                <a:spcPts val="0"/>
              </a:spcAft>
              <a:buSzPts val="1400"/>
              <a:buNone/>
              <a:defRPr/>
            </a:lvl4pPr>
            <a:lvl5pPr lvl="4" algn="ctr">
              <a:spcBef>
                <a:spcPts val="0"/>
              </a:spcBef>
              <a:spcAft>
                <a:spcPts val="0"/>
              </a:spcAft>
              <a:buSzPts val="1400"/>
              <a:buNone/>
              <a:defRPr/>
            </a:lvl5pPr>
            <a:lvl6pPr lvl="5" algn="ctr">
              <a:spcBef>
                <a:spcPts val="0"/>
              </a:spcBef>
              <a:spcAft>
                <a:spcPts val="0"/>
              </a:spcAft>
              <a:buSzPts val="1400"/>
              <a:buNone/>
              <a:defRPr/>
            </a:lvl6pPr>
            <a:lvl7pPr lvl="6" algn="ctr">
              <a:spcBef>
                <a:spcPts val="0"/>
              </a:spcBef>
              <a:spcAft>
                <a:spcPts val="0"/>
              </a:spcAft>
              <a:buSzPts val="1400"/>
              <a:buNone/>
              <a:defRPr/>
            </a:lvl7pPr>
            <a:lvl8pPr lvl="7" algn="ctr">
              <a:spcBef>
                <a:spcPts val="0"/>
              </a:spcBef>
              <a:spcAft>
                <a:spcPts val="0"/>
              </a:spcAft>
              <a:buSzPts val="1400"/>
              <a:buNone/>
              <a:defRPr/>
            </a:lvl8pPr>
            <a:lvl9pPr lvl="8" algn="ctr">
              <a:spcBef>
                <a:spcPts val="0"/>
              </a:spcBef>
              <a:spcAft>
                <a:spcPts val="0"/>
              </a:spcAft>
              <a:buSzPts val="1400"/>
              <a:buNone/>
              <a:defRPr/>
            </a:lvl9pPr>
          </a:lstStyle>
          <a:p/>
        </p:txBody>
      </p:sp>
      <p:sp>
        <p:nvSpPr>
          <p:cNvPr id="13335" name="Google Shape;13335;p222"/>
          <p:cNvSpPr txBox="1"/>
          <p:nvPr>
            <p:ph idx="8" type="subTitle"/>
          </p:nvPr>
        </p:nvSpPr>
        <p:spPr>
          <a:xfrm>
            <a:off x="2026369" y="5382356"/>
            <a:ext cx="1251900" cy="1091700"/>
          </a:xfrm>
          <a:prstGeom prst="rect">
            <a:avLst/>
          </a:prstGeom>
          <a:noFill/>
          <a:ln>
            <a:noFill/>
          </a:ln>
        </p:spPr>
        <p:txBody>
          <a:bodyPr anchorCtr="0" anchor="ctr" bIns="18000" lIns="18000" spcFirstLastPara="1" rIns="18000" wrap="square" tIns="18000">
            <a:noAutofit/>
          </a:bodyPr>
          <a:lstStyle>
            <a:lvl1pPr lvl="0" algn="ctr">
              <a:spcBef>
                <a:spcPts val="0"/>
              </a:spcBef>
              <a:spcAft>
                <a:spcPts val="0"/>
              </a:spcAft>
              <a:buSzPts val="900"/>
              <a:buNone/>
              <a:defRPr sz="900"/>
            </a:lvl1pPr>
            <a:lvl2pPr lvl="1" algn="ctr">
              <a:spcBef>
                <a:spcPts val="200"/>
              </a:spcBef>
              <a:spcAft>
                <a:spcPts val="0"/>
              </a:spcAft>
              <a:buSzPts val="1400"/>
              <a:buNone/>
              <a:defRPr/>
            </a:lvl2pPr>
            <a:lvl3pPr lvl="2" algn="ctr">
              <a:spcBef>
                <a:spcPts val="0"/>
              </a:spcBef>
              <a:spcAft>
                <a:spcPts val="0"/>
              </a:spcAft>
              <a:buSzPts val="1400"/>
              <a:buNone/>
              <a:defRPr/>
            </a:lvl3pPr>
            <a:lvl4pPr lvl="3" algn="ctr">
              <a:spcBef>
                <a:spcPts val="0"/>
              </a:spcBef>
              <a:spcAft>
                <a:spcPts val="0"/>
              </a:spcAft>
              <a:buSzPts val="1400"/>
              <a:buNone/>
              <a:defRPr/>
            </a:lvl4pPr>
            <a:lvl5pPr lvl="4" algn="ctr">
              <a:spcBef>
                <a:spcPts val="0"/>
              </a:spcBef>
              <a:spcAft>
                <a:spcPts val="0"/>
              </a:spcAft>
              <a:buSzPts val="1400"/>
              <a:buNone/>
              <a:defRPr/>
            </a:lvl5pPr>
            <a:lvl6pPr lvl="5" algn="ctr">
              <a:spcBef>
                <a:spcPts val="0"/>
              </a:spcBef>
              <a:spcAft>
                <a:spcPts val="0"/>
              </a:spcAft>
              <a:buSzPts val="1400"/>
              <a:buNone/>
              <a:defRPr/>
            </a:lvl6pPr>
            <a:lvl7pPr lvl="6" algn="ctr">
              <a:spcBef>
                <a:spcPts val="0"/>
              </a:spcBef>
              <a:spcAft>
                <a:spcPts val="0"/>
              </a:spcAft>
              <a:buSzPts val="1400"/>
              <a:buNone/>
              <a:defRPr/>
            </a:lvl7pPr>
            <a:lvl8pPr lvl="7" algn="ctr">
              <a:spcBef>
                <a:spcPts val="0"/>
              </a:spcBef>
              <a:spcAft>
                <a:spcPts val="0"/>
              </a:spcAft>
              <a:buSzPts val="1400"/>
              <a:buNone/>
              <a:defRPr/>
            </a:lvl8pPr>
            <a:lvl9pPr lvl="8" algn="ctr">
              <a:spcBef>
                <a:spcPts val="0"/>
              </a:spcBef>
              <a:spcAft>
                <a:spcPts val="0"/>
              </a:spcAft>
              <a:buSzPts val="1400"/>
              <a:buNone/>
              <a:defRPr/>
            </a:lvl9pPr>
          </a:lstStyle>
          <a:p/>
        </p:txBody>
      </p:sp>
      <p:sp>
        <p:nvSpPr>
          <p:cNvPr id="13336" name="Google Shape;13336;p222"/>
          <p:cNvSpPr txBox="1"/>
          <p:nvPr>
            <p:ph idx="9" type="subTitle"/>
          </p:nvPr>
        </p:nvSpPr>
        <p:spPr>
          <a:xfrm>
            <a:off x="3570138" y="5382356"/>
            <a:ext cx="1251900" cy="1091700"/>
          </a:xfrm>
          <a:prstGeom prst="rect">
            <a:avLst/>
          </a:prstGeom>
          <a:noFill/>
          <a:ln>
            <a:noFill/>
          </a:ln>
        </p:spPr>
        <p:txBody>
          <a:bodyPr anchorCtr="0" anchor="ctr" bIns="18000" lIns="18000" spcFirstLastPara="1" rIns="18000" wrap="square" tIns="18000">
            <a:noAutofit/>
          </a:bodyPr>
          <a:lstStyle>
            <a:lvl1pPr lvl="0" algn="ctr">
              <a:spcBef>
                <a:spcPts val="0"/>
              </a:spcBef>
              <a:spcAft>
                <a:spcPts val="0"/>
              </a:spcAft>
              <a:buSzPts val="900"/>
              <a:buNone/>
              <a:defRPr sz="900"/>
            </a:lvl1pPr>
            <a:lvl2pPr lvl="1" algn="ctr">
              <a:spcBef>
                <a:spcPts val="200"/>
              </a:spcBef>
              <a:spcAft>
                <a:spcPts val="0"/>
              </a:spcAft>
              <a:buSzPts val="1400"/>
              <a:buNone/>
              <a:defRPr/>
            </a:lvl2pPr>
            <a:lvl3pPr lvl="2" algn="ctr">
              <a:spcBef>
                <a:spcPts val="0"/>
              </a:spcBef>
              <a:spcAft>
                <a:spcPts val="0"/>
              </a:spcAft>
              <a:buSzPts val="1400"/>
              <a:buNone/>
              <a:defRPr/>
            </a:lvl3pPr>
            <a:lvl4pPr lvl="3" algn="ctr">
              <a:spcBef>
                <a:spcPts val="0"/>
              </a:spcBef>
              <a:spcAft>
                <a:spcPts val="0"/>
              </a:spcAft>
              <a:buSzPts val="1400"/>
              <a:buNone/>
              <a:defRPr/>
            </a:lvl4pPr>
            <a:lvl5pPr lvl="4" algn="ctr">
              <a:spcBef>
                <a:spcPts val="0"/>
              </a:spcBef>
              <a:spcAft>
                <a:spcPts val="0"/>
              </a:spcAft>
              <a:buSzPts val="1400"/>
              <a:buNone/>
              <a:defRPr/>
            </a:lvl5pPr>
            <a:lvl6pPr lvl="5" algn="ctr">
              <a:spcBef>
                <a:spcPts val="0"/>
              </a:spcBef>
              <a:spcAft>
                <a:spcPts val="0"/>
              </a:spcAft>
              <a:buSzPts val="1400"/>
              <a:buNone/>
              <a:defRPr/>
            </a:lvl6pPr>
            <a:lvl7pPr lvl="6" algn="ctr">
              <a:spcBef>
                <a:spcPts val="0"/>
              </a:spcBef>
              <a:spcAft>
                <a:spcPts val="0"/>
              </a:spcAft>
              <a:buSzPts val="1400"/>
              <a:buNone/>
              <a:defRPr/>
            </a:lvl7pPr>
            <a:lvl8pPr lvl="7" algn="ctr">
              <a:spcBef>
                <a:spcPts val="0"/>
              </a:spcBef>
              <a:spcAft>
                <a:spcPts val="0"/>
              </a:spcAft>
              <a:buSzPts val="1400"/>
              <a:buNone/>
              <a:defRPr/>
            </a:lvl8pPr>
            <a:lvl9pPr lvl="8" algn="ctr">
              <a:spcBef>
                <a:spcPts val="0"/>
              </a:spcBef>
              <a:spcAft>
                <a:spcPts val="0"/>
              </a:spcAft>
              <a:buSzPts val="1400"/>
              <a:buNone/>
              <a:defRPr/>
            </a:lvl9pPr>
          </a:lstStyle>
          <a:p/>
        </p:txBody>
      </p:sp>
      <p:sp>
        <p:nvSpPr>
          <p:cNvPr id="13337" name="Google Shape;13337;p222"/>
          <p:cNvSpPr txBox="1"/>
          <p:nvPr>
            <p:ph idx="13" type="subTitle"/>
          </p:nvPr>
        </p:nvSpPr>
        <p:spPr>
          <a:xfrm>
            <a:off x="5337575" y="2135025"/>
            <a:ext cx="4319400" cy="390000"/>
          </a:xfrm>
          <a:prstGeom prst="rect">
            <a:avLst/>
          </a:prstGeom>
          <a:noFill/>
          <a:ln>
            <a:noFill/>
          </a:ln>
        </p:spPr>
        <p:txBody>
          <a:bodyPr anchorCtr="0" anchor="ctr" bIns="18000" lIns="18000" spcFirstLastPara="1" rIns="18000" wrap="square" tIns="18000">
            <a:noAutofit/>
          </a:bodyPr>
          <a:lstStyle>
            <a:lvl1pPr lvl="0" algn="ctr">
              <a:spcBef>
                <a:spcPts val="0"/>
              </a:spcBef>
              <a:spcAft>
                <a:spcPts val="0"/>
              </a:spcAft>
              <a:buSzPts val="900"/>
              <a:buFont typeface="Arvo"/>
              <a:buNone/>
              <a:defRPr sz="900">
                <a:latin typeface="Arvo"/>
                <a:ea typeface="Arvo"/>
                <a:cs typeface="Arvo"/>
                <a:sym typeface="Arvo"/>
              </a:defRPr>
            </a:lvl1pPr>
            <a:lvl2pPr lvl="1" algn="ctr">
              <a:spcBef>
                <a:spcPts val="200"/>
              </a:spcBef>
              <a:spcAft>
                <a:spcPts val="0"/>
              </a:spcAft>
              <a:buSzPts val="1400"/>
              <a:buNone/>
              <a:defRPr/>
            </a:lvl2pPr>
            <a:lvl3pPr lvl="2" algn="ctr">
              <a:spcBef>
                <a:spcPts val="0"/>
              </a:spcBef>
              <a:spcAft>
                <a:spcPts val="0"/>
              </a:spcAft>
              <a:buSzPts val="1400"/>
              <a:buNone/>
              <a:defRPr/>
            </a:lvl3pPr>
            <a:lvl4pPr lvl="3" algn="ctr">
              <a:spcBef>
                <a:spcPts val="0"/>
              </a:spcBef>
              <a:spcAft>
                <a:spcPts val="0"/>
              </a:spcAft>
              <a:buSzPts val="1400"/>
              <a:buNone/>
              <a:defRPr/>
            </a:lvl4pPr>
            <a:lvl5pPr lvl="4" algn="ctr">
              <a:spcBef>
                <a:spcPts val="0"/>
              </a:spcBef>
              <a:spcAft>
                <a:spcPts val="0"/>
              </a:spcAft>
              <a:buSzPts val="1400"/>
              <a:buNone/>
              <a:defRPr/>
            </a:lvl5pPr>
            <a:lvl6pPr lvl="5" algn="ctr">
              <a:spcBef>
                <a:spcPts val="0"/>
              </a:spcBef>
              <a:spcAft>
                <a:spcPts val="0"/>
              </a:spcAft>
              <a:buSzPts val="1400"/>
              <a:buNone/>
              <a:defRPr/>
            </a:lvl6pPr>
            <a:lvl7pPr lvl="6" algn="ctr">
              <a:spcBef>
                <a:spcPts val="0"/>
              </a:spcBef>
              <a:spcAft>
                <a:spcPts val="0"/>
              </a:spcAft>
              <a:buSzPts val="1400"/>
              <a:buNone/>
              <a:defRPr/>
            </a:lvl7pPr>
            <a:lvl8pPr lvl="7" algn="ctr">
              <a:spcBef>
                <a:spcPts val="0"/>
              </a:spcBef>
              <a:spcAft>
                <a:spcPts val="0"/>
              </a:spcAft>
              <a:buSzPts val="1400"/>
              <a:buNone/>
              <a:defRPr/>
            </a:lvl8pPr>
            <a:lvl9pPr lvl="8" algn="ctr">
              <a:spcBef>
                <a:spcPts val="0"/>
              </a:spcBef>
              <a:spcAft>
                <a:spcPts val="0"/>
              </a:spcAft>
              <a:buSzPts val="1400"/>
              <a:buNone/>
              <a:defRPr/>
            </a:lvl9pPr>
          </a:lstStyle>
          <a:p/>
        </p:txBody>
      </p:sp>
      <p:sp>
        <p:nvSpPr>
          <p:cNvPr id="13338" name="Google Shape;13338;p222"/>
          <p:cNvSpPr txBox="1"/>
          <p:nvPr>
            <p:ph idx="14" type="subTitle"/>
          </p:nvPr>
        </p:nvSpPr>
        <p:spPr>
          <a:xfrm>
            <a:off x="5337575" y="3678794"/>
            <a:ext cx="4319400" cy="390000"/>
          </a:xfrm>
          <a:prstGeom prst="rect">
            <a:avLst/>
          </a:prstGeom>
          <a:noFill/>
          <a:ln>
            <a:noFill/>
          </a:ln>
        </p:spPr>
        <p:txBody>
          <a:bodyPr anchorCtr="0" anchor="ctr" bIns="18000" lIns="18000" spcFirstLastPara="1" rIns="18000" wrap="square" tIns="18000">
            <a:noAutofit/>
          </a:bodyPr>
          <a:lstStyle>
            <a:lvl1pPr lvl="0" algn="ctr">
              <a:spcBef>
                <a:spcPts val="0"/>
              </a:spcBef>
              <a:spcAft>
                <a:spcPts val="0"/>
              </a:spcAft>
              <a:buSzPts val="900"/>
              <a:buFont typeface="Arvo"/>
              <a:buNone/>
              <a:defRPr sz="900">
                <a:latin typeface="Arvo"/>
                <a:ea typeface="Arvo"/>
                <a:cs typeface="Arvo"/>
                <a:sym typeface="Arvo"/>
              </a:defRPr>
            </a:lvl1pPr>
            <a:lvl2pPr lvl="1" algn="ctr">
              <a:spcBef>
                <a:spcPts val="200"/>
              </a:spcBef>
              <a:spcAft>
                <a:spcPts val="0"/>
              </a:spcAft>
              <a:buSzPts val="1400"/>
              <a:buFont typeface="Arvo"/>
              <a:buNone/>
              <a:defRPr>
                <a:latin typeface="Arvo"/>
                <a:ea typeface="Arvo"/>
                <a:cs typeface="Arvo"/>
                <a:sym typeface="Arvo"/>
              </a:defRPr>
            </a:lvl2pPr>
            <a:lvl3pPr lvl="2" algn="ctr">
              <a:spcBef>
                <a:spcPts val="0"/>
              </a:spcBef>
              <a:spcAft>
                <a:spcPts val="0"/>
              </a:spcAft>
              <a:buSzPts val="1400"/>
              <a:buFont typeface="Arvo"/>
              <a:buNone/>
              <a:defRPr>
                <a:latin typeface="Arvo"/>
                <a:ea typeface="Arvo"/>
                <a:cs typeface="Arvo"/>
                <a:sym typeface="Arvo"/>
              </a:defRPr>
            </a:lvl3pPr>
            <a:lvl4pPr lvl="3" algn="ctr">
              <a:spcBef>
                <a:spcPts val="0"/>
              </a:spcBef>
              <a:spcAft>
                <a:spcPts val="0"/>
              </a:spcAft>
              <a:buSzPts val="1400"/>
              <a:buFont typeface="Arvo"/>
              <a:buNone/>
              <a:defRPr>
                <a:latin typeface="Arvo"/>
                <a:ea typeface="Arvo"/>
                <a:cs typeface="Arvo"/>
                <a:sym typeface="Arvo"/>
              </a:defRPr>
            </a:lvl4pPr>
            <a:lvl5pPr lvl="4" algn="ctr">
              <a:spcBef>
                <a:spcPts val="0"/>
              </a:spcBef>
              <a:spcAft>
                <a:spcPts val="0"/>
              </a:spcAft>
              <a:buSzPts val="1400"/>
              <a:buFont typeface="Arvo"/>
              <a:buNone/>
              <a:defRPr>
                <a:latin typeface="Arvo"/>
                <a:ea typeface="Arvo"/>
                <a:cs typeface="Arvo"/>
                <a:sym typeface="Arvo"/>
              </a:defRPr>
            </a:lvl5pPr>
            <a:lvl6pPr lvl="5" algn="ctr">
              <a:spcBef>
                <a:spcPts val="0"/>
              </a:spcBef>
              <a:spcAft>
                <a:spcPts val="0"/>
              </a:spcAft>
              <a:buSzPts val="1400"/>
              <a:buFont typeface="Arvo"/>
              <a:buNone/>
              <a:defRPr>
                <a:latin typeface="Arvo"/>
                <a:ea typeface="Arvo"/>
                <a:cs typeface="Arvo"/>
                <a:sym typeface="Arvo"/>
              </a:defRPr>
            </a:lvl6pPr>
            <a:lvl7pPr lvl="6" algn="ctr">
              <a:spcBef>
                <a:spcPts val="0"/>
              </a:spcBef>
              <a:spcAft>
                <a:spcPts val="0"/>
              </a:spcAft>
              <a:buSzPts val="1400"/>
              <a:buFont typeface="Arvo"/>
              <a:buNone/>
              <a:defRPr>
                <a:latin typeface="Arvo"/>
                <a:ea typeface="Arvo"/>
                <a:cs typeface="Arvo"/>
                <a:sym typeface="Arvo"/>
              </a:defRPr>
            </a:lvl7pPr>
            <a:lvl8pPr lvl="7" algn="ctr">
              <a:spcBef>
                <a:spcPts val="0"/>
              </a:spcBef>
              <a:spcAft>
                <a:spcPts val="0"/>
              </a:spcAft>
              <a:buSzPts val="1400"/>
              <a:buFont typeface="Arvo"/>
              <a:buNone/>
              <a:defRPr>
                <a:latin typeface="Arvo"/>
                <a:ea typeface="Arvo"/>
                <a:cs typeface="Arvo"/>
                <a:sym typeface="Arvo"/>
              </a:defRPr>
            </a:lvl8pPr>
            <a:lvl9pPr lvl="8" algn="ctr">
              <a:spcBef>
                <a:spcPts val="0"/>
              </a:spcBef>
              <a:spcAft>
                <a:spcPts val="0"/>
              </a:spcAft>
              <a:buSzPts val="1400"/>
              <a:buFont typeface="Arvo"/>
              <a:buNone/>
              <a:defRPr>
                <a:latin typeface="Arvo"/>
                <a:ea typeface="Arvo"/>
                <a:cs typeface="Arvo"/>
                <a:sym typeface="Arvo"/>
              </a:defRPr>
            </a:lvl9pPr>
          </a:lstStyle>
          <a:p/>
        </p:txBody>
      </p:sp>
      <p:sp>
        <p:nvSpPr>
          <p:cNvPr id="13339" name="Google Shape;13339;p222"/>
          <p:cNvSpPr txBox="1"/>
          <p:nvPr>
            <p:ph idx="15" type="subTitle"/>
          </p:nvPr>
        </p:nvSpPr>
        <p:spPr>
          <a:xfrm>
            <a:off x="5337575" y="5242331"/>
            <a:ext cx="4319400" cy="390000"/>
          </a:xfrm>
          <a:prstGeom prst="rect">
            <a:avLst/>
          </a:prstGeom>
          <a:noFill/>
          <a:ln>
            <a:noFill/>
          </a:ln>
        </p:spPr>
        <p:txBody>
          <a:bodyPr anchorCtr="0" anchor="ctr" bIns="18000" lIns="18000" spcFirstLastPara="1" rIns="18000" wrap="square" tIns="18000">
            <a:noAutofit/>
          </a:bodyPr>
          <a:lstStyle>
            <a:lvl1pPr lvl="0" algn="ctr">
              <a:spcBef>
                <a:spcPts val="0"/>
              </a:spcBef>
              <a:spcAft>
                <a:spcPts val="0"/>
              </a:spcAft>
              <a:buSzPts val="900"/>
              <a:buFont typeface="Arvo"/>
              <a:buNone/>
              <a:defRPr sz="900">
                <a:latin typeface="Arvo"/>
                <a:ea typeface="Arvo"/>
                <a:cs typeface="Arvo"/>
                <a:sym typeface="Arvo"/>
              </a:defRPr>
            </a:lvl1pPr>
            <a:lvl2pPr lvl="1" algn="ctr">
              <a:spcBef>
                <a:spcPts val="200"/>
              </a:spcBef>
              <a:spcAft>
                <a:spcPts val="0"/>
              </a:spcAft>
              <a:buSzPts val="1400"/>
              <a:buNone/>
              <a:defRPr/>
            </a:lvl2pPr>
            <a:lvl3pPr lvl="2" algn="ctr">
              <a:spcBef>
                <a:spcPts val="0"/>
              </a:spcBef>
              <a:spcAft>
                <a:spcPts val="0"/>
              </a:spcAft>
              <a:buSzPts val="1400"/>
              <a:buNone/>
              <a:defRPr/>
            </a:lvl3pPr>
            <a:lvl4pPr lvl="3" algn="ctr">
              <a:spcBef>
                <a:spcPts val="0"/>
              </a:spcBef>
              <a:spcAft>
                <a:spcPts val="0"/>
              </a:spcAft>
              <a:buSzPts val="1400"/>
              <a:buNone/>
              <a:defRPr/>
            </a:lvl4pPr>
            <a:lvl5pPr lvl="4" algn="ctr">
              <a:spcBef>
                <a:spcPts val="0"/>
              </a:spcBef>
              <a:spcAft>
                <a:spcPts val="0"/>
              </a:spcAft>
              <a:buSzPts val="1400"/>
              <a:buNone/>
              <a:defRPr/>
            </a:lvl5pPr>
            <a:lvl6pPr lvl="5" algn="ctr">
              <a:spcBef>
                <a:spcPts val="0"/>
              </a:spcBef>
              <a:spcAft>
                <a:spcPts val="0"/>
              </a:spcAft>
              <a:buSzPts val="1400"/>
              <a:buNone/>
              <a:defRPr/>
            </a:lvl6pPr>
            <a:lvl7pPr lvl="6" algn="ctr">
              <a:spcBef>
                <a:spcPts val="0"/>
              </a:spcBef>
              <a:spcAft>
                <a:spcPts val="0"/>
              </a:spcAft>
              <a:buSzPts val="1400"/>
              <a:buNone/>
              <a:defRPr/>
            </a:lvl7pPr>
            <a:lvl8pPr lvl="7" algn="ctr">
              <a:spcBef>
                <a:spcPts val="0"/>
              </a:spcBef>
              <a:spcAft>
                <a:spcPts val="0"/>
              </a:spcAft>
              <a:buSzPts val="1400"/>
              <a:buNone/>
              <a:defRPr/>
            </a:lvl8pPr>
            <a:lvl9pPr lvl="8" algn="ctr">
              <a:spcBef>
                <a:spcPts val="0"/>
              </a:spcBef>
              <a:spcAft>
                <a:spcPts val="0"/>
              </a:spcAft>
              <a:buSzPts val="1400"/>
              <a:buNone/>
              <a:defRPr/>
            </a:lvl9pPr>
          </a:lstStyle>
          <a:p/>
        </p:txBody>
      </p:sp>
      <p:sp>
        <p:nvSpPr>
          <p:cNvPr id="13340" name="Google Shape;13340;p222"/>
          <p:cNvSpPr txBox="1"/>
          <p:nvPr>
            <p:ph idx="16" type="subTitle"/>
          </p:nvPr>
        </p:nvSpPr>
        <p:spPr>
          <a:xfrm>
            <a:off x="-3411750" y="1350875"/>
            <a:ext cx="821100" cy="736200"/>
          </a:xfrm>
          <a:prstGeom prst="rect">
            <a:avLst/>
          </a:prstGeom>
          <a:noFill/>
          <a:ln>
            <a:noFill/>
          </a:ln>
        </p:spPr>
        <p:txBody>
          <a:bodyPr anchorCtr="0" anchor="ctr" bIns="36000" lIns="36000" spcFirstLastPara="1" rIns="36000" wrap="square" tIns="36000">
            <a:noAutofit/>
          </a:bodyPr>
          <a:lstStyle>
            <a:lvl1pPr lvl="0" algn="ctr">
              <a:spcBef>
                <a:spcPts val="0"/>
              </a:spcBef>
              <a:spcAft>
                <a:spcPts val="0"/>
              </a:spcAft>
              <a:buSzPts val="800"/>
              <a:buFont typeface="Arvo"/>
              <a:buNone/>
              <a:defRPr sz="800">
                <a:latin typeface="Arvo"/>
                <a:ea typeface="Arvo"/>
                <a:cs typeface="Arvo"/>
                <a:sym typeface="Arvo"/>
              </a:defRPr>
            </a:lvl1pPr>
            <a:lvl2pPr lvl="1" algn="ctr">
              <a:spcBef>
                <a:spcPts val="200"/>
              </a:spcBef>
              <a:spcAft>
                <a:spcPts val="0"/>
              </a:spcAft>
              <a:buSzPts val="800"/>
              <a:buFont typeface="Arvo"/>
              <a:buNone/>
              <a:defRPr sz="800">
                <a:latin typeface="Arvo"/>
                <a:ea typeface="Arvo"/>
                <a:cs typeface="Arvo"/>
                <a:sym typeface="Arvo"/>
              </a:defRPr>
            </a:lvl2pPr>
            <a:lvl3pPr lvl="2" algn="ctr">
              <a:spcBef>
                <a:spcPts val="0"/>
              </a:spcBef>
              <a:spcAft>
                <a:spcPts val="0"/>
              </a:spcAft>
              <a:buSzPts val="800"/>
              <a:buFont typeface="Arvo"/>
              <a:buNone/>
              <a:defRPr sz="800">
                <a:latin typeface="Arvo"/>
                <a:ea typeface="Arvo"/>
                <a:cs typeface="Arvo"/>
                <a:sym typeface="Arvo"/>
              </a:defRPr>
            </a:lvl3pPr>
            <a:lvl4pPr lvl="3" algn="ctr">
              <a:spcBef>
                <a:spcPts val="0"/>
              </a:spcBef>
              <a:spcAft>
                <a:spcPts val="0"/>
              </a:spcAft>
              <a:buSzPts val="800"/>
              <a:buFont typeface="Arvo"/>
              <a:buNone/>
              <a:defRPr sz="800">
                <a:latin typeface="Arvo"/>
                <a:ea typeface="Arvo"/>
                <a:cs typeface="Arvo"/>
                <a:sym typeface="Arvo"/>
              </a:defRPr>
            </a:lvl4pPr>
            <a:lvl5pPr lvl="4" algn="ctr">
              <a:spcBef>
                <a:spcPts val="0"/>
              </a:spcBef>
              <a:spcAft>
                <a:spcPts val="0"/>
              </a:spcAft>
              <a:buSzPts val="800"/>
              <a:buFont typeface="Arvo"/>
              <a:buNone/>
              <a:defRPr sz="800">
                <a:latin typeface="Arvo"/>
                <a:ea typeface="Arvo"/>
                <a:cs typeface="Arvo"/>
                <a:sym typeface="Arvo"/>
              </a:defRPr>
            </a:lvl5pPr>
            <a:lvl6pPr lvl="5" algn="ctr">
              <a:spcBef>
                <a:spcPts val="0"/>
              </a:spcBef>
              <a:spcAft>
                <a:spcPts val="0"/>
              </a:spcAft>
              <a:buSzPts val="800"/>
              <a:buFont typeface="Arvo"/>
              <a:buNone/>
              <a:defRPr sz="800">
                <a:latin typeface="Arvo"/>
                <a:ea typeface="Arvo"/>
                <a:cs typeface="Arvo"/>
                <a:sym typeface="Arvo"/>
              </a:defRPr>
            </a:lvl6pPr>
            <a:lvl7pPr lvl="6" algn="ctr">
              <a:spcBef>
                <a:spcPts val="0"/>
              </a:spcBef>
              <a:spcAft>
                <a:spcPts val="0"/>
              </a:spcAft>
              <a:buSzPts val="800"/>
              <a:buFont typeface="Arvo"/>
              <a:buNone/>
              <a:defRPr sz="800">
                <a:latin typeface="Arvo"/>
                <a:ea typeface="Arvo"/>
                <a:cs typeface="Arvo"/>
                <a:sym typeface="Arvo"/>
              </a:defRPr>
            </a:lvl7pPr>
            <a:lvl8pPr lvl="7" algn="ctr">
              <a:spcBef>
                <a:spcPts val="0"/>
              </a:spcBef>
              <a:spcAft>
                <a:spcPts val="0"/>
              </a:spcAft>
              <a:buSzPts val="800"/>
              <a:buFont typeface="Arvo"/>
              <a:buNone/>
              <a:defRPr sz="800">
                <a:latin typeface="Arvo"/>
                <a:ea typeface="Arvo"/>
                <a:cs typeface="Arvo"/>
                <a:sym typeface="Arvo"/>
              </a:defRPr>
            </a:lvl8pPr>
            <a:lvl9pPr lvl="8" algn="ctr">
              <a:spcBef>
                <a:spcPts val="0"/>
              </a:spcBef>
              <a:spcAft>
                <a:spcPts val="0"/>
              </a:spcAft>
              <a:buSzPts val="800"/>
              <a:buFont typeface="Arvo"/>
              <a:buNone/>
              <a:defRPr sz="800">
                <a:latin typeface="Arvo"/>
                <a:ea typeface="Arvo"/>
                <a:cs typeface="Arvo"/>
                <a:sym typeface="Arvo"/>
              </a:defRPr>
            </a:lvl9pPr>
          </a:lstStyle>
          <a:p/>
        </p:txBody>
      </p:sp>
      <p:sp>
        <p:nvSpPr>
          <p:cNvPr id="13341" name="Google Shape;13341;p222"/>
          <p:cNvSpPr txBox="1"/>
          <p:nvPr>
            <p:ph idx="17" type="subTitle"/>
          </p:nvPr>
        </p:nvSpPr>
        <p:spPr>
          <a:xfrm>
            <a:off x="-2475750" y="1350875"/>
            <a:ext cx="821100" cy="736200"/>
          </a:xfrm>
          <a:prstGeom prst="rect">
            <a:avLst/>
          </a:prstGeom>
          <a:noFill/>
          <a:ln>
            <a:noFill/>
          </a:ln>
        </p:spPr>
        <p:txBody>
          <a:bodyPr anchorCtr="0" anchor="ctr" bIns="36000" lIns="36000" spcFirstLastPara="1" rIns="36000" wrap="square" tIns="36000">
            <a:noAutofit/>
          </a:bodyPr>
          <a:lstStyle>
            <a:lvl1pPr lvl="0" algn="ctr">
              <a:spcBef>
                <a:spcPts val="0"/>
              </a:spcBef>
              <a:spcAft>
                <a:spcPts val="0"/>
              </a:spcAft>
              <a:buSzPts val="800"/>
              <a:buFont typeface="Arvo"/>
              <a:buNone/>
              <a:defRPr sz="800">
                <a:latin typeface="Arvo"/>
                <a:ea typeface="Arvo"/>
                <a:cs typeface="Arvo"/>
                <a:sym typeface="Arvo"/>
              </a:defRPr>
            </a:lvl1pPr>
            <a:lvl2pPr lvl="1" algn="ctr">
              <a:spcBef>
                <a:spcPts val="200"/>
              </a:spcBef>
              <a:spcAft>
                <a:spcPts val="0"/>
              </a:spcAft>
              <a:buSzPts val="800"/>
              <a:buFont typeface="Arvo"/>
              <a:buNone/>
              <a:defRPr sz="800">
                <a:latin typeface="Arvo"/>
                <a:ea typeface="Arvo"/>
                <a:cs typeface="Arvo"/>
                <a:sym typeface="Arvo"/>
              </a:defRPr>
            </a:lvl2pPr>
            <a:lvl3pPr lvl="2" algn="ctr">
              <a:spcBef>
                <a:spcPts val="0"/>
              </a:spcBef>
              <a:spcAft>
                <a:spcPts val="0"/>
              </a:spcAft>
              <a:buSzPts val="800"/>
              <a:buFont typeface="Arvo"/>
              <a:buNone/>
              <a:defRPr sz="800">
                <a:latin typeface="Arvo"/>
                <a:ea typeface="Arvo"/>
                <a:cs typeface="Arvo"/>
                <a:sym typeface="Arvo"/>
              </a:defRPr>
            </a:lvl3pPr>
            <a:lvl4pPr lvl="3" algn="ctr">
              <a:spcBef>
                <a:spcPts val="0"/>
              </a:spcBef>
              <a:spcAft>
                <a:spcPts val="0"/>
              </a:spcAft>
              <a:buSzPts val="800"/>
              <a:buFont typeface="Arvo"/>
              <a:buNone/>
              <a:defRPr sz="800">
                <a:latin typeface="Arvo"/>
                <a:ea typeface="Arvo"/>
                <a:cs typeface="Arvo"/>
                <a:sym typeface="Arvo"/>
              </a:defRPr>
            </a:lvl4pPr>
            <a:lvl5pPr lvl="4" algn="ctr">
              <a:spcBef>
                <a:spcPts val="0"/>
              </a:spcBef>
              <a:spcAft>
                <a:spcPts val="0"/>
              </a:spcAft>
              <a:buSzPts val="800"/>
              <a:buFont typeface="Arvo"/>
              <a:buNone/>
              <a:defRPr sz="800">
                <a:latin typeface="Arvo"/>
                <a:ea typeface="Arvo"/>
                <a:cs typeface="Arvo"/>
                <a:sym typeface="Arvo"/>
              </a:defRPr>
            </a:lvl5pPr>
            <a:lvl6pPr lvl="5" algn="ctr">
              <a:spcBef>
                <a:spcPts val="0"/>
              </a:spcBef>
              <a:spcAft>
                <a:spcPts val="0"/>
              </a:spcAft>
              <a:buSzPts val="800"/>
              <a:buFont typeface="Arvo"/>
              <a:buNone/>
              <a:defRPr sz="800">
                <a:latin typeface="Arvo"/>
                <a:ea typeface="Arvo"/>
                <a:cs typeface="Arvo"/>
                <a:sym typeface="Arvo"/>
              </a:defRPr>
            </a:lvl6pPr>
            <a:lvl7pPr lvl="6" algn="ctr">
              <a:spcBef>
                <a:spcPts val="0"/>
              </a:spcBef>
              <a:spcAft>
                <a:spcPts val="0"/>
              </a:spcAft>
              <a:buSzPts val="800"/>
              <a:buFont typeface="Arvo"/>
              <a:buNone/>
              <a:defRPr sz="800">
                <a:latin typeface="Arvo"/>
                <a:ea typeface="Arvo"/>
                <a:cs typeface="Arvo"/>
                <a:sym typeface="Arvo"/>
              </a:defRPr>
            </a:lvl7pPr>
            <a:lvl8pPr lvl="7" algn="ctr">
              <a:spcBef>
                <a:spcPts val="0"/>
              </a:spcBef>
              <a:spcAft>
                <a:spcPts val="0"/>
              </a:spcAft>
              <a:buSzPts val="800"/>
              <a:buFont typeface="Arvo"/>
              <a:buNone/>
              <a:defRPr sz="800">
                <a:latin typeface="Arvo"/>
                <a:ea typeface="Arvo"/>
                <a:cs typeface="Arvo"/>
                <a:sym typeface="Arvo"/>
              </a:defRPr>
            </a:lvl8pPr>
            <a:lvl9pPr lvl="8" algn="ctr">
              <a:spcBef>
                <a:spcPts val="0"/>
              </a:spcBef>
              <a:spcAft>
                <a:spcPts val="0"/>
              </a:spcAft>
              <a:buSzPts val="800"/>
              <a:buFont typeface="Arvo"/>
              <a:buNone/>
              <a:defRPr sz="800">
                <a:latin typeface="Arvo"/>
                <a:ea typeface="Arvo"/>
                <a:cs typeface="Arvo"/>
                <a:sym typeface="Arvo"/>
              </a:defRPr>
            </a:lvl9pPr>
          </a:lstStyle>
          <a:p/>
        </p:txBody>
      </p:sp>
      <p:sp>
        <p:nvSpPr>
          <p:cNvPr id="13342" name="Google Shape;13342;p222"/>
          <p:cNvSpPr txBox="1"/>
          <p:nvPr>
            <p:ph idx="18" type="subTitle"/>
          </p:nvPr>
        </p:nvSpPr>
        <p:spPr>
          <a:xfrm>
            <a:off x="-1536150" y="1350975"/>
            <a:ext cx="821100" cy="736200"/>
          </a:xfrm>
          <a:prstGeom prst="rect">
            <a:avLst/>
          </a:prstGeom>
          <a:noFill/>
          <a:ln>
            <a:noFill/>
          </a:ln>
        </p:spPr>
        <p:txBody>
          <a:bodyPr anchorCtr="0" anchor="ctr" bIns="36000" lIns="36000" spcFirstLastPara="1" rIns="36000" wrap="square" tIns="36000">
            <a:noAutofit/>
          </a:bodyPr>
          <a:lstStyle>
            <a:lvl1pPr lvl="0" algn="ctr">
              <a:spcBef>
                <a:spcPts val="0"/>
              </a:spcBef>
              <a:spcAft>
                <a:spcPts val="0"/>
              </a:spcAft>
              <a:buSzPts val="800"/>
              <a:buFont typeface="Arvo"/>
              <a:buNone/>
              <a:defRPr sz="800">
                <a:latin typeface="Arvo"/>
                <a:ea typeface="Arvo"/>
                <a:cs typeface="Arvo"/>
                <a:sym typeface="Arvo"/>
              </a:defRPr>
            </a:lvl1pPr>
            <a:lvl2pPr lvl="1" algn="ctr">
              <a:spcBef>
                <a:spcPts val="200"/>
              </a:spcBef>
              <a:spcAft>
                <a:spcPts val="0"/>
              </a:spcAft>
              <a:buSzPts val="800"/>
              <a:buFont typeface="Arvo"/>
              <a:buNone/>
              <a:defRPr sz="800">
                <a:latin typeface="Arvo"/>
                <a:ea typeface="Arvo"/>
                <a:cs typeface="Arvo"/>
                <a:sym typeface="Arvo"/>
              </a:defRPr>
            </a:lvl2pPr>
            <a:lvl3pPr lvl="2" algn="ctr">
              <a:spcBef>
                <a:spcPts val="0"/>
              </a:spcBef>
              <a:spcAft>
                <a:spcPts val="0"/>
              </a:spcAft>
              <a:buSzPts val="800"/>
              <a:buFont typeface="Arvo"/>
              <a:buNone/>
              <a:defRPr sz="800">
                <a:latin typeface="Arvo"/>
                <a:ea typeface="Arvo"/>
                <a:cs typeface="Arvo"/>
                <a:sym typeface="Arvo"/>
              </a:defRPr>
            </a:lvl3pPr>
            <a:lvl4pPr lvl="3" algn="ctr">
              <a:spcBef>
                <a:spcPts val="0"/>
              </a:spcBef>
              <a:spcAft>
                <a:spcPts val="0"/>
              </a:spcAft>
              <a:buSzPts val="800"/>
              <a:buFont typeface="Arvo"/>
              <a:buNone/>
              <a:defRPr sz="800">
                <a:latin typeface="Arvo"/>
                <a:ea typeface="Arvo"/>
                <a:cs typeface="Arvo"/>
                <a:sym typeface="Arvo"/>
              </a:defRPr>
            </a:lvl4pPr>
            <a:lvl5pPr lvl="4" algn="ctr">
              <a:spcBef>
                <a:spcPts val="0"/>
              </a:spcBef>
              <a:spcAft>
                <a:spcPts val="0"/>
              </a:spcAft>
              <a:buSzPts val="800"/>
              <a:buFont typeface="Arvo"/>
              <a:buNone/>
              <a:defRPr sz="800">
                <a:latin typeface="Arvo"/>
                <a:ea typeface="Arvo"/>
                <a:cs typeface="Arvo"/>
                <a:sym typeface="Arvo"/>
              </a:defRPr>
            </a:lvl5pPr>
            <a:lvl6pPr lvl="5" algn="ctr">
              <a:spcBef>
                <a:spcPts val="0"/>
              </a:spcBef>
              <a:spcAft>
                <a:spcPts val="0"/>
              </a:spcAft>
              <a:buSzPts val="800"/>
              <a:buFont typeface="Arvo"/>
              <a:buNone/>
              <a:defRPr sz="800">
                <a:latin typeface="Arvo"/>
                <a:ea typeface="Arvo"/>
                <a:cs typeface="Arvo"/>
                <a:sym typeface="Arvo"/>
              </a:defRPr>
            </a:lvl6pPr>
            <a:lvl7pPr lvl="6" algn="ctr">
              <a:spcBef>
                <a:spcPts val="0"/>
              </a:spcBef>
              <a:spcAft>
                <a:spcPts val="0"/>
              </a:spcAft>
              <a:buSzPts val="800"/>
              <a:buFont typeface="Arvo"/>
              <a:buNone/>
              <a:defRPr sz="800">
                <a:latin typeface="Arvo"/>
                <a:ea typeface="Arvo"/>
                <a:cs typeface="Arvo"/>
                <a:sym typeface="Arvo"/>
              </a:defRPr>
            </a:lvl7pPr>
            <a:lvl8pPr lvl="7" algn="ctr">
              <a:spcBef>
                <a:spcPts val="0"/>
              </a:spcBef>
              <a:spcAft>
                <a:spcPts val="0"/>
              </a:spcAft>
              <a:buSzPts val="800"/>
              <a:buFont typeface="Arvo"/>
              <a:buNone/>
              <a:defRPr sz="800">
                <a:latin typeface="Arvo"/>
                <a:ea typeface="Arvo"/>
                <a:cs typeface="Arvo"/>
                <a:sym typeface="Arvo"/>
              </a:defRPr>
            </a:lvl8pPr>
            <a:lvl9pPr lvl="8" algn="ctr">
              <a:spcBef>
                <a:spcPts val="0"/>
              </a:spcBef>
              <a:spcAft>
                <a:spcPts val="0"/>
              </a:spcAft>
              <a:buSzPts val="800"/>
              <a:buFont typeface="Arvo"/>
              <a:buNone/>
              <a:defRPr sz="800">
                <a:latin typeface="Arvo"/>
                <a:ea typeface="Arvo"/>
                <a:cs typeface="Arvo"/>
                <a:sym typeface="Arvo"/>
              </a:defRPr>
            </a:lvl9pPr>
          </a:lstStyle>
          <a:p/>
        </p:txBody>
      </p:sp>
      <p:sp>
        <p:nvSpPr>
          <p:cNvPr id="13343" name="Google Shape;13343;p222"/>
          <p:cNvSpPr txBox="1"/>
          <p:nvPr>
            <p:ph idx="19" type="subTitle"/>
          </p:nvPr>
        </p:nvSpPr>
        <p:spPr>
          <a:xfrm>
            <a:off x="-3411750" y="2204525"/>
            <a:ext cx="821100" cy="736200"/>
          </a:xfrm>
          <a:prstGeom prst="rect">
            <a:avLst/>
          </a:prstGeom>
          <a:noFill/>
          <a:ln>
            <a:noFill/>
          </a:ln>
        </p:spPr>
        <p:txBody>
          <a:bodyPr anchorCtr="0" anchor="ctr" bIns="36000" lIns="36000" spcFirstLastPara="1" rIns="36000" wrap="square" tIns="36000">
            <a:noAutofit/>
          </a:bodyPr>
          <a:lstStyle>
            <a:lvl1pPr lvl="0" algn="ctr">
              <a:spcBef>
                <a:spcPts val="0"/>
              </a:spcBef>
              <a:spcAft>
                <a:spcPts val="0"/>
              </a:spcAft>
              <a:buSzPts val="800"/>
              <a:buFont typeface="Arvo"/>
              <a:buNone/>
              <a:defRPr sz="800">
                <a:latin typeface="Arvo"/>
                <a:ea typeface="Arvo"/>
                <a:cs typeface="Arvo"/>
                <a:sym typeface="Arvo"/>
              </a:defRPr>
            </a:lvl1pPr>
            <a:lvl2pPr lvl="1" algn="ctr">
              <a:spcBef>
                <a:spcPts val="200"/>
              </a:spcBef>
              <a:spcAft>
                <a:spcPts val="0"/>
              </a:spcAft>
              <a:buSzPts val="800"/>
              <a:buFont typeface="Arvo"/>
              <a:buNone/>
              <a:defRPr sz="800">
                <a:latin typeface="Arvo"/>
                <a:ea typeface="Arvo"/>
                <a:cs typeface="Arvo"/>
                <a:sym typeface="Arvo"/>
              </a:defRPr>
            </a:lvl2pPr>
            <a:lvl3pPr lvl="2" algn="ctr">
              <a:spcBef>
                <a:spcPts val="0"/>
              </a:spcBef>
              <a:spcAft>
                <a:spcPts val="0"/>
              </a:spcAft>
              <a:buSzPts val="800"/>
              <a:buFont typeface="Arvo"/>
              <a:buNone/>
              <a:defRPr sz="800">
                <a:latin typeface="Arvo"/>
                <a:ea typeface="Arvo"/>
                <a:cs typeface="Arvo"/>
                <a:sym typeface="Arvo"/>
              </a:defRPr>
            </a:lvl3pPr>
            <a:lvl4pPr lvl="3" algn="ctr">
              <a:spcBef>
                <a:spcPts val="0"/>
              </a:spcBef>
              <a:spcAft>
                <a:spcPts val="0"/>
              </a:spcAft>
              <a:buSzPts val="800"/>
              <a:buFont typeface="Arvo"/>
              <a:buNone/>
              <a:defRPr sz="800">
                <a:latin typeface="Arvo"/>
                <a:ea typeface="Arvo"/>
                <a:cs typeface="Arvo"/>
                <a:sym typeface="Arvo"/>
              </a:defRPr>
            </a:lvl4pPr>
            <a:lvl5pPr lvl="4" algn="ctr">
              <a:spcBef>
                <a:spcPts val="0"/>
              </a:spcBef>
              <a:spcAft>
                <a:spcPts val="0"/>
              </a:spcAft>
              <a:buSzPts val="800"/>
              <a:buFont typeface="Arvo"/>
              <a:buNone/>
              <a:defRPr sz="800">
                <a:latin typeface="Arvo"/>
                <a:ea typeface="Arvo"/>
                <a:cs typeface="Arvo"/>
                <a:sym typeface="Arvo"/>
              </a:defRPr>
            </a:lvl5pPr>
            <a:lvl6pPr lvl="5" algn="ctr">
              <a:spcBef>
                <a:spcPts val="0"/>
              </a:spcBef>
              <a:spcAft>
                <a:spcPts val="0"/>
              </a:spcAft>
              <a:buSzPts val="800"/>
              <a:buFont typeface="Arvo"/>
              <a:buNone/>
              <a:defRPr sz="800">
                <a:latin typeface="Arvo"/>
                <a:ea typeface="Arvo"/>
                <a:cs typeface="Arvo"/>
                <a:sym typeface="Arvo"/>
              </a:defRPr>
            </a:lvl6pPr>
            <a:lvl7pPr lvl="6" algn="ctr">
              <a:spcBef>
                <a:spcPts val="0"/>
              </a:spcBef>
              <a:spcAft>
                <a:spcPts val="0"/>
              </a:spcAft>
              <a:buSzPts val="800"/>
              <a:buFont typeface="Arvo"/>
              <a:buNone/>
              <a:defRPr sz="800">
                <a:latin typeface="Arvo"/>
                <a:ea typeface="Arvo"/>
                <a:cs typeface="Arvo"/>
                <a:sym typeface="Arvo"/>
              </a:defRPr>
            </a:lvl7pPr>
            <a:lvl8pPr lvl="7" algn="ctr">
              <a:spcBef>
                <a:spcPts val="0"/>
              </a:spcBef>
              <a:spcAft>
                <a:spcPts val="0"/>
              </a:spcAft>
              <a:buSzPts val="800"/>
              <a:buFont typeface="Arvo"/>
              <a:buNone/>
              <a:defRPr sz="800">
                <a:latin typeface="Arvo"/>
                <a:ea typeface="Arvo"/>
                <a:cs typeface="Arvo"/>
                <a:sym typeface="Arvo"/>
              </a:defRPr>
            </a:lvl8pPr>
            <a:lvl9pPr lvl="8" algn="ctr">
              <a:spcBef>
                <a:spcPts val="0"/>
              </a:spcBef>
              <a:spcAft>
                <a:spcPts val="0"/>
              </a:spcAft>
              <a:buSzPts val="800"/>
              <a:buFont typeface="Arvo"/>
              <a:buNone/>
              <a:defRPr sz="800">
                <a:latin typeface="Arvo"/>
                <a:ea typeface="Arvo"/>
                <a:cs typeface="Arvo"/>
                <a:sym typeface="Arvo"/>
              </a:defRPr>
            </a:lvl9pPr>
          </a:lstStyle>
          <a:p/>
        </p:txBody>
      </p:sp>
      <p:sp>
        <p:nvSpPr>
          <p:cNvPr id="13344" name="Google Shape;13344;p222"/>
          <p:cNvSpPr txBox="1"/>
          <p:nvPr>
            <p:ph idx="20" type="subTitle"/>
          </p:nvPr>
        </p:nvSpPr>
        <p:spPr>
          <a:xfrm>
            <a:off x="-2475750" y="2204525"/>
            <a:ext cx="821100" cy="736200"/>
          </a:xfrm>
          <a:prstGeom prst="rect">
            <a:avLst/>
          </a:prstGeom>
          <a:noFill/>
          <a:ln>
            <a:noFill/>
          </a:ln>
        </p:spPr>
        <p:txBody>
          <a:bodyPr anchorCtr="0" anchor="ctr" bIns="36000" lIns="36000" spcFirstLastPara="1" rIns="36000" wrap="square" tIns="36000">
            <a:noAutofit/>
          </a:bodyPr>
          <a:lstStyle>
            <a:lvl1pPr lvl="0" algn="ctr">
              <a:spcBef>
                <a:spcPts val="0"/>
              </a:spcBef>
              <a:spcAft>
                <a:spcPts val="0"/>
              </a:spcAft>
              <a:buSzPts val="800"/>
              <a:buFont typeface="Arvo"/>
              <a:buNone/>
              <a:defRPr sz="800">
                <a:latin typeface="Arvo"/>
                <a:ea typeface="Arvo"/>
                <a:cs typeface="Arvo"/>
                <a:sym typeface="Arvo"/>
              </a:defRPr>
            </a:lvl1pPr>
            <a:lvl2pPr lvl="1" algn="ctr">
              <a:spcBef>
                <a:spcPts val="200"/>
              </a:spcBef>
              <a:spcAft>
                <a:spcPts val="0"/>
              </a:spcAft>
              <a:buSzPts val="800"/>
              <a:buFont typeface="Arvo"/>
              <a:buNone/>
              <a:defRPr sz="800">
                <a:latin typeface="Arvo"/>
                <a:ea typeface="Arvo"/>
                <a:cs typeface="Arvo"/>
                <a:sym typeface="Arvo"/>
              </a:defRPr>
            </a:lvl2pPr>
            <a:lvl3pPr lvl="2" algn="ctr">
              <a:spcBef>
                <a:spcPts val="0"/>
              </a:spcBef>
              <a:spcAft>
                <a:spcPts val="0"/>
              </a:spcAft>
              <a:buSzPts val="800"/>
              <a:buFont typeface="Arvo"/>
              <a:buNone/>
              <a:defRPr sz="800">
                <a:latin typeface="Arvo"/>
                <a:ea typeface="Arvo"/>
                <a:cs typeface="Arvo"/>
                <a:sym typeface="Arvo"/>
              </a:defRPr>
            </a:lvl3pPr>
            <a:lvl4pPr lvl="3" algn="ctr">
              <a:spcBef>
                <a:spcPts val="0"/>
              </a:spcBef>
              <a:spcAft>
                <a:spcPts val="0"/>
              </a:spcAft>
              <a:buSzPts val="800"/>
              <a:buFont typeface="Arvo"/>
              <a:buNone/>
              <a:defRPr sz="800">
                <a:latin typeface="Arvo"/>
                <a:ea typeface="Arvo"/>
                <a:cs typeface="Arvo"/>
                <a:sym typeface="Arvo"/>
              </a:defRPr>
            </a:lvl4pPr>
            <a:lvl5pPr lvl="4" algn="ctr">
              <a:spcBef>
                <a:spcPts val="0"/>
              </a:spcBef>
              <a:spcAft>
                <a:spcPts val="0"/>
              </a:spcAft>
              <a:buSzPts val="800"/>
              <a:buFont typeface="Arvo"/>
              <a:buNone/>
              <a:defRPr sz="800">
                <a:latin typeface="Arvo"/>
                <a:ea typeface="Arvo"/>
                <a:cs typeface="Arvo"/>
                <a:sym typeface="Arvo"/>
              </a:defRPr>
            </a:lvl5pPr>
            <a:lvl6pPr lvl="5" algn="ctr">
              <a:spcBef>
                <a:spcPts val="0"/>
              </a:spcBef>
              <a:spcAft>
                <a:spcPts val="0"/>
              </a:spcAft>
              <a:buSzPts val="800"/>
              <a:buFont typeface="Arvo"/>
              <a:buNone/>
              <a:defRPr sz="800">
                <a:latin typeface="Arvo"/>
                <a:ea typeface="Arvo"/>
                <a:cs typeface="Arvo"/>
                <a:sym typeface="Arvo"/>
              </a:defRPr>
            </a:lvl6pPr>
            <a:lvl7pPr lvl="6" algn="ctr">
              <a:spcBef>
                <a:spcPts val="0"/>
              </a:spcBef>
              <a:spcAft>
                <a:spcPts val="0"/>
              </a:spcAft>
              <a:buSzPts val="800"/>
              <a:buFont typeface="Arvo"/>
              <a:buNone/>
              <a:defRPr sz="800">
                <a:latin typeface="Arvo"/>
                <a:ea typeface="Arvo"/>
                <a:cs typeface="Arvo"/>
                <a:sym typeface="Arvo"/>
              </a:defRPr>
            </a:lvl7pPr>
            <a:lvl8pPr lvl="7" algn="ctr">
              <a:spcBef>
                <a:spcPts val="0"/>
              </a:spcBef>
              <a:spcAft>
                <a:spcPts val="0"/>
              </a:spcAft>
              <a:buSzPts val="800"/>
              <a:buFont typeface="Arvo"/>
              <a:buNone/>
              <a:defRPr sz="800">
                <a:latin typeface="Arvo"/>
                <a:ea typeface="Arvo"/>
                <a:cs typeface="Arvo"/>
                <a:sym typeface="Arvo"/>
              </a:defRPr>
            </a:lvl8pPr>
            <a:lvl9pPr lvl="8" algn="ctr">
              <a:spcBef>
                <a:spcPts val="0"/>
              </a:spcBef>
              <a:spcAft>
                <a:spcPts val="0"/>
              </a:spcAft>
              <a:buSzPts val="800"/>
              <a:buFont typeface="Arvo"/>
              <a:buNone/>
              <a:defRPr sz="800">
                <a:latin typeface="Arvo"/>
                <a:ea typeface="Arvo"/>
                <a:cs typeface="Arvo"/>
                <a:sym typeface="Arvo"/>
              </a:defRPr>
            </a:lvl9pPr>
          </a:lstStyle>
          <a:p/>
        </p:txBody>
      </p:sp>
      <p:sp>
        <p:nvSpPr>
          <p:cNvPr id="13345" name="Google Shape;13345;p222"/>
          <p:cNvSpPr txBox="1"/>
          <p:nvPr>
            <p:ph idx="21" type="subTitle"/>
          </p:nvPr>
        </p:nvSpPr>
        <p:spPr>
          <a:xfrm>
            <a:off x="-1536150" y="2204375"/>
            <a:ext cx="821100" cy="736200"/>
          </a:xfrm>
          <a:prstGeom prst="rect">
            <a:avLst/>
          </a:prstGeom>
          <a:noFill/>
          <a:ln>
            <a:noFill/>
          </a:ln>
        </p:spPr>
        <p:txBody>
          <a:bodyPr anchorCtr="0" anchor="ctr" bIns="36000" lIns="36000" spcFirstLastPara="1" rIns="36000" wrap="square" tIns="36000">
            <a:noAutofit/>
          </a:bodyPr>
          <a:lstStyle>
            <a:lvl1pPr lvl="0" algn="ctr">
              <a:spcBef>
                <a:spcPts val="0"/>
              </a:spcBef>
              <a:spcAft>
                <a:spcPts val="0"/>
              </a:spcAft>
              <a:buSzPts val="800"/>
              <a:buFont typeface="Arvo"/>
              <a:buNone/>
              <a:defRPr sz="800">
                <a:latin typeface="Arvo"/>
                <a:ea typeface="Arvo"/>
                <a:cs typeface="Arvo"/>
                <a:sym typeface="Arvo"/>
              </a:defRPr>
            </a:lvl1pPr>
            <a:lvl2pPr lvl="1" algn="ctr">
              <a:spcBef>
                <a:spcPts val="200"/>
              </a:spcBef>
              <a:spcAft>
                <a:spcPts val="0"/>
              </a:spcAft>
              <a:buSzPts val="800"/>
              <a:buFont typeface="Arvo"/>
              <a:buNone/>
              <a:defRPr sz="800">
                <a:latin typeface="Arvo"/>
                <a:ea typeface="Arvo"/>
                <a:cs typeface="Arvo"/>
                <a:sym typeface="Arvo"/>
              </a:defRPr>
            </a:lvl2pPr>
            <a:lvl3pPr lvl="2" algn="ctr">
              <a:spcBef>
                <a:spcPts val="0"/>
              </a:spcBef>
              <a:spcAft>
                <a:spcPts val="0"/>
              </a:spcAft>
              <a:buSzPts val="800"/>
              <a:buFont typeface="Arvo"/>
              <a:buNone/>
              <a:defRPr sz="800">
                <a:latin typeface="Arvo"/>
                <a:ea typeface="Arvo"/>
                <a:cs typeface="Arvo"/>
                <a:sym typeface="Arvo"/>
              </a:defRPr>
            </a:lvl3pPr>
            <a:lvl4pPr lvl="3" algn="ctr">
              <a:spcBef>
                <a:spcPts val="0"/>
              </a:spcBef>
              <a:spcAft>
                <a:spcPts val="0"/>
              </a:spcAft>
              <a:buSzPts val="800"/>
              <a:buFont typeface="Arvo"/>
              <a:buNone/>
              <a:defRPr sz="800">
                <a:latin typeface="Arvo"/>
                <a:ea typeface="Arvo"/>
                <a:cs typeface="Arvo"/>
                <a:sym typeface="Arvo"/>
              </a:defRPr>
            </a:lvl4pPr>
            <a:lvl5pPr lvl="4" algn="ctr">
              <a:spcBef>
                <a:spcPts val="0"/>
              </a:spcBef>
              <a:spcAft>
                <a:spcPts val="0"/>
              </a:spcAft>
              <a:buSzPts val="800"/>
              <a:buFont typeface="Arvo"/>
              <a:buNone/>
              <a:defRPr sz="800">
                <a:latin typeface="Arvo"/>
                <a:ea typeface="Arvo"/>
                <a:cs typeface="Arvo"/>
                <a:sym typeface="Arvo"/>
              </a:defRPr>
            </a:lvl5pPr>
            <a:lvl6pPr lvl="5" algn="ctr">
              <a:spcBef>
                <a:spcPts val="0"/>
              </a:spcBef>
              <a:spcAft>
                <a:spcPts val="0"/>
              </a:spcAft>
              <a:buSzPts val="800"/>
              <a:buFont typeface="Arvo"/>
              <a:buNone/>
              <a:defRPr sz="800">
                <a:latin typeface="Arvo"/>
                <a:ea typeface="Arvo"/>
                <a:cs typeface="Arvo"/>
                <a:sym typeface="Arvo"/>
              </a:defRPr>
            </a:lvl6pPr>
            <a:lvl7pPr lvl="6" algn="ctr">
              <a:spcBef>
                <a:spcPts val="0"/>
              </a:spcBef>
              <a:spcAft>
                <a:spcPts val="0"/>
              </a:spcAft>
              <a:buSzPts val="800"/>
              <a:buFont typeface="Arvo"/>
              <a:buNone/>
              <a:defRPr sz="800">
                <a:latin typeface="Arvo"/>
                <a:ea typeface="Arvo"/>
                <a:cs typeface="Arvo"/>
                <a:sym typeface="Arvo"/>
              </a:defRPr>
            </a:lvl7pPr>
            <a:lvl8pPr lvl="7" algn="ctr">
              <a:spcBef>
                <a:spcPts val="0"/>
              </a:spcBef>
              <a:spcAft>
                <a:spcPts val="0"/>
              </a:spcAft>
              <a:buSzPts val="800"/>
              <a:buFont typeface="Arvo"/>
              <a:buNone/>
              <a:defRPr sz="800">
                <a:latin typeface="Arvo"/>
                <a:ea typeface="Arvo"/>
                <a:cs typeface="Arvo"/>
                <a:sym typeface="Arvo"/>
              </a:defRPr>
            </a:lvl8pPr>
            <a:lvl9pPr lvl="8" algn="ctr">
              <a:spcBef>
                <a:spcPts val="0"/>
              </a:spcBef>
              <a:spcAft>
                <a:spcPts val="0"/>
              </a:spcAft>
              <a:buSzPts val="800"/>
              <a:buFont typeface="Arvo"/>
              <a:buNone/>
              <a:defRPr sz="800">
                <a:latin typeface="Arvo"/>
                <a:ea typeface="Arvo"/>
                <a:cs typeface="Arvo"/>
                <a:sym typeface="Arvo"/>
              </a:defRPr>
            </a:lvl9pPr>
          </a:lstStyle>
          <a:p/>
        </p:txBody>
      </p:sp>
      <p:sp>
        <p:nvSpPr>
          <p:cNvPr id="13346" name="Google Shape;13346;p222"/>
          <p:cNvSpPr txBox="1"/>
          <p:nvPr>
            <p:ph idx="22" type="subTitle"/>
          </p:nvPr>
        </p:nvSpPr>
        <p:spPr>
          <a:xfrm>
            <a:off x="-3411750" y="3078975"/>
            <a:ext cx="821100" cy="736200"/>
          </a:xfrm>
          <a:prstGeom prst="rect">
            <a:avLst/>
          </a:prstGeom>
          <a:noFill/>
          <a:ln>
            <a:noFill/>
          </a:ln>
        </p:spPr>
        <p:txBody>
          <a:bodyPr anchorCtr="0" anchor="ctr" bIns="36000" lIns="36000" spcFirstLastPara="1" rIns="36000" wrap="square" tIns="36000">
            <a:noAutofit/>
          </a:bodyPr>
          <a:lstStyle>
            <a:lvl1pPr lvl="0" algn="ctr">
              <a:spcBef>
                <a:spcPts val="0"/>
              </a:spcBef>
              <a:spcAft>
                <a:spcPts val="0"/>
              </a:spcAft>
              <a:buSzPts val="800"/>
              <a:buFont typeface="Arvo"/>
              <a:buNone/>
              <a:defRPr sz="800">
                <a:latin typeface="Arvo"/>
                <a:ea typeface="Arvo"/>
                <a:cs typeface="Arvo"/>
                <a:sym typeface="Arvo"/>
              </a:defRPr>
            </a:lvl1pPr>
            <a:lvl2pPr lvl="1" algn="ctr">
              <a:spcBef>
                <a:spcPts val="200"/>
              </a:spcBef>
              <a:spcAft>
                <a:spcPts val="0"/>
              </a:spcAft>
              <a:buSzPts val="800"/>
              <a:buFont typeface="Arvo"/>
              <a:buNone/>
              <a:defRPr sz="800">
                <a:latin typeface="Arvo"/>
                <a:ea typeface="Arvo"/>
                <a:cs typeface="Arvo"/>
                <a:sym typeface="Arvo"/>
              </a:defRPr>
            </a:lvl2pPr>
            <a:lvl3pPr lvl="2" algn="ctr">
              <a:spcBef>
                <a:spcPts val="0"/>
              </a:spcBef>
              <a:spcAft>
                <a:spcPts val="0"/>
              </a:spcAft>
              <a:buSzPts val="800"/>
              <a:buFont typeface="Arvo"/>
              <a:buNone/>
              <a:defRPr sz="800">
                <a:latin typeface="Arvo"/>
                <a:ea typeface="Arvo"/>
                <a:cs typeface="Arvo"/>
                <a:sym typeface="Arvo"/>
              </a:defRPr>
            </a:lvl3pPr>
            <a:lvl4pPr lvl="3" algn="ctr">
              <a:spcBef>
                <a:spcPts val="0"/>
              </a:spcBef>
              <a:spcAft>
                <a:spcPts val="0"/>
              </a:spcAft>
              <a:buSzPts val="800"/>
              <a:buFont typeface="Arvo"/>
              <a:buNone/>
              <a:defRPr sz="800">
                <a:latin typeface="Arvo"/>
                <a:ea typeface="Arvo"/>
                <a:cs typeface="Arvo"/>
                <a:sym typeface="Arvo"/>
              </a:defRPr>
            </a:lvl4pPr>
            <a:lvl5pPr lvl="4" algn="ctr">
              <a:spcBef>
                <a:spcPts val="0"/>
              </a:spcBef>
              <a:spcAft>
                <a:spcPts val="0"/>
              </a:spcAft>
              <a:buSzPts val="800"/>
              <a:buFont typeface="Arvo"/>
              <a:buNone/>
              <a:defRPr sz="800">
                <a:latin typeface="Arvo"/>
                <a:ea typeface="Arvo"/>
                <a:cs typeface="Arvo"/>
                <a:sym typeface="Arvo"/>
              </a:defRPr>
            </a:lvl5pPr>
            <a:lvl6pPr lvl="5" algn="ctr">
              <a:spcBef>
                <a:spcPts val="0"/>
              </a:spcBef>
              <a:spcAft>
                <a:spcPts val="0"/>
              </a:spcAft>
              <a:buSzPts val="800"/>
              <a:buFont typeface="Arvo"/>
              <a:buNone/>
              <a:defRPr sz="800">
                <a:latin typeface="Arvo"/>
                <a:ea typeface="Arvo"/>
                <a:cs typeface="Arvo"/>
                <a:sym typeface="Arvo"/>
              </a:defRPr>
            </a:lvl6pPr>
            <a:lvl7pPr lvl="6" algn="ctr">
              <a:spcBef>
                <a:spcPts val="0"/>
              </a:spcBef>
              <a:spcAft>
                <a:spcPts val="0"/>
              </a:spcAft>
              <a:buSzPts val="800"/>
              <a:buFont typeface="Arvo"/>
              <a:buNone/>
              <a:defRPr sz="800">
                <a:latin typeface="Arvo"/>
                <a:ea typeface="Arvo"/>
                <a:cs typeface="Arvo"/>
                <a:sym typeface="Arvo"/>
              </a:defRPr>
            </a:lvl7pPr>
            <a:lvl8pPr lvl="7" algn="ctr">
              <a:spcBef>
                <a:spcPts val="0"/>
              </a:spcBef>
              <a:spcAft>
                <a:spcPts val="0"/>
              </a:spcAft>
              <a:buSzPts val="800"/>
              <a:buFont typeface="Arvo"/>
              <a:buNone/>
              <a:defRPr sz="800">
                <a:latin typeface="Arvo"/>
                <a:ea typeface="Arvo"/>
                <a:cs typeface="Arvo"/>
                <a:sym typeface="Arvo"/>
              </a:defRPr>
            </a:lvl8pPr>
            <a:lvl9pPr lvl="8" algn="ctr">
              <a:spcBef>
                <a:spcPts val="0"/>
              </a:spcBef>
              <a:spcAft>
                <a:spcPts val="0"/>
              </a:spcAft>
              <a:buSzPts val="800"/>
              <a:buFont typeface="Arvo"/>
              <a:buNone/>
              <a:defRPr sz="800">
                <a:latin typeface="Arvo"/>
                <a:ea typeface="Arvo"/>
                <a:cs typeface="Arvo"/>
                <a:sym typeface="Arvo"/>
              </a:defRPr>
            </a:lvl9pPr>
          </a:lstStyle>
          <a:p/>
        </p:txBody>
      </p:sp>
      <p:sp>
        <p:nvSpPr>
          <p:cNvPr id="13347" name="Google Shape;13347;p222"/>
          <p:cNvSpPr txBox="1"/>
          <p:nvPr>
            <p:ph idx="23" type="subTitle"/>
          </p:nvPr>
        </p:nvSpPr>
        <p:spPr>
          <a:xfrm>
            <a:off x="-2475750" y="3078975"/>
            <a:ext cx="821100" cy="736200"/>
          </a:xfrm>
          <a:prstGeom prst="rect">
            <a:avLst/>
          </a:prstGeom>
          <a:noFill/>
          <a:ln>
            <a:noFill/>
          </a:ln>
        </p:spPr>
        <p:txBody>
          <a:bodyPr anchorCtr="0" anchor="ctr" bIns="36000" lIns="36000" spcFirstLastPara="1" rIns="36000" wrap="square" tIns="36000">
            <a:noAutofit/>
          </a:bodyPr>
          <a:lstStyle>
            <a:lvl1pPr lvl="0" algn="ctr">
              <a:spcBef>
                <a:spcPts val="0"/>
              </a:spcBef>
              <a:spcAft>
                <a:spcPts val="0"/>
              </a:spcAft>
              <a:buSzPts val="800"/>
              <a:buFont typeface="Arvo"/>
              <a:buNone/>
              <a:defRPr sz="800">
                <a:latin typeface="Arvo"/>
                <a:ea typeface="Arvo"/>
                <a:cs typeface="Arvo"/>
                <a:sym typeface="Arvo"/>
              </a:defRPr>
            </a:lvl1pPr>
            <a:lvl2pPr lvl="1" algn="ctr">
              <a:spcBef>
                <a:spcPts val="200"/>
              </a:spcBef>
              <a:spcAft>
                <a:spcPts val="0"/>
              </a:spcAft>
              <a:buSzPts val="800"/>
              <a:buFont typeface="Arvo"/>
              <a:buNone/>
              <a:defRPr sz="800">
                <a:latin typeface="Arvo"/>
                <a:ea typeface="Arvo"/>
                <a:cs typeface="Arvo"/>
                <a:sym typeface="Arvo"/>
              </a:defRPr>
            </a:lvl2pPr>
            <a:lvl3pPr lvl="2" algn="ctr">
              <a:spcBef>
                <a:spcPts val="0"/>
              </a:spcBef>
              <a:spcAft>
                <a:spcPts val="0"/>
              </a:spcAft>
              <a:buSzPts val="800"/>
              <a:buFont typeface="Arvo"/>
              <a:buNone/>
              <a:defRPr sz="800">
                <a:latin typeface="Arvo"/>
                <a:ea typeface="Arvo"/>
                <a:cs typeface="Arvo"/>
                <a:sym typeface="Arvo"/>
              </a:defRPr>
            </a:lvl3pPr>
            <a:lvl4pPr lvl="3" algn="ctr">
              <a:spcBef>
                <a:spcPts val="0"/>
              </a:spcBef>
              <a:spcAft>
                <a:spcPts val="0"/>
              </a:spcAft>
              <a:buSzPts val="800"/>
              <a:buFont typeface="Arvo"/>
              <a:buNone/>
              <a:defRPr sz="800">
                <a:latin typeface="Arvo"/>
                <a:ea typeface="Arvo"/>
                <a:cs typeface="Arvo"/>
                <a:sym typeface="Arvo"/>
              </a:defRPr>
            </a:lvl4pPr>
            <a:lvl5pPr lvl="4" algn="ctr">
              <a:spcBef>
                <a:spcPts val="0"/>
              </a:spcBef>
              <a:spcAft>
                <a:spcPts val="0"/>
              </a:spcAft>
              <a:buSzPts val="800"/>
              <a:buFont typeface="Arvo"/>
              <a:buNone/>
              <a:defRPr sz="800">
                <a:latin typeface="Arvo"/>
                <a:ea typeface="Arvo"/>
                <a:cs typeface="Arvo"/>
                <a:sym typeface="Arvo"/>
              </a:defRPr>
            </a:lvl5pPr>
            <a:lvl6pPr lvl="5" algn="ctr">
              <a:spcBef>
                <a:spcPts val="0"/>
              </a:spcBef>
              <a:spcAft>
                <a:spcPts val="0"/>
              </a:spcAft>
              <a:buSzPts val="800"/>
              <a:buFont typeface="Arvo"/>
              <a:buNone/>
              <a:defRPr sz="800">
                <a:latin typeface="Arvo"/>
                <a:ea typeface="Arvo"/>
                <a:cs typeface="Arvo"/>
                <a:sym typeface="Arvo"/>
              </a:defRPr>
            </a:lvl6pPr>
            <a:lvl7pPr lvl="6" algn="ctr">
              <a:spcBef>
                <a:spcPts val="0"/>
              </a:spcBef>
              <a:spcAft>
                <a:spcPts val="0"/>
              </a:spcAft>
              <a:buSzPts val="800"/>
              <a:buFont typeface="Arvo"/>
              <a:buNone/>
              <a:defRPr sz="800">
                <a:latin typeface="Arvo"/>
                <a:ea typeface="Arvo"/>
                <a:cs typeface="Arvo"/>
                <a:sym typeface="Arvo"/>
              </a:defRPr>
            </a:lvl7pPr>
            <a:lvl8pPr lvl="7" algn="ctr">
              <a:spcBef>
                <a:spcPts val="0"/>
              </a:spcBef>
              <a:spcAft>
                <a:spcPts val="0"/>
              </a:spcAft>
              <a:buSzPts val="800"/>
              <a:buFont typeface="Arvo"/>
              <a:buNone/>
              <a:defRPr sz="800">
                <a:latin typeface="Arvo"/>
                <a:ea typeface="Arvo"/>
                <a:cs typeface="Arvo"/>
                <a:sym typeface="Arvo"/>
              </a:defRPr>
            </a:lvl8pPr>
            <a:lvl9pPr lvl="8" algn="ctr">
              <a:spcBef>
                <a:spcPts val="0"/>
              </a:spcBef>
              <a:spcAft>
                <a:spcPts val="0"/>
              </a:spcAft>
              <a:buSzPts val="800"/>
              <a:buFont typeface="Arvo"/>
              <a:buNone/>
              <a:defRPr sz="800">
                <a:latin typeface="Arvo"/>
                <a:ea typeface="Arvo"/>
                <a:cs typeface="Arvo"/>
                <a:sym typeface="Arvo"/>
              </a:defRPr>
            </a:lvl9pPr>
          </a:lstStyle>
          <a:p/>
        </p:txBody>
      </p:sp>
      <p:sp>
        <p:nvSpPr>
          <p:cNvPr id="13348" name="Google Shape;13348;p222"/>
          <p:cNvSpPr txBox="1"/>
          <p:nvPr>
            <p:ph idx="24" type="subTitle"/>
          </p:nvPr>
        </p:nvSpPr>
        <p:spPr>
          <a:xfrm>
            <a:off x="-1536150" y="3078975"/>
            <a:ext cx="821100" cy="736200"/>
          </a:xfrm>
          <a:prstGeom prst="rect">
            <a:avLst/>
          </a:prstGeom>
          <a:noFill/>
          <a:ln>
            <a:noFill/>
          </a:ln>
        </p:spPr>
        <p:txBody>
          <a:bodyPr anchorCtr="0" anchor="ctr" bIns="36000" lIns="36000" spcFirstLastPara="1" rIns="36000" wrap="square" tIns="36000">
            <a:noAutofit/>
          </a:bodyPr>
          <a:lstStyle>
            <a:lvl1pPr lvl="0" algn="ctr">
              <a:spcBef>
                <a:spcPts val="0"/>
              </a:spcBef>
              <a:spcAft>
                <a:spcPts val="0"/>
              </a:spcAft>
              <a:buSzPts val="800"/>
              <a:buFont typeface="Arvo"/>
              <a:buNone/>
              <a:defRPr sz="800">
                <a:latin typeface="Arvo"/>
                <a:ea typeface="Arvo"/>
                <a:cs typeface="Arvo"/>
                <a:sym typeface="Arvo"/>
              </a:defRPr>
            </a:lvl1pPr>
            <a:lvl2pPr lvl="1" algn="ctr">
              <a:spcBef>
                <a:spcPts val="200"/>
              </a:spcBef>
              <a:spcAft>
                <a:spcPts val="0"/>
              </a:spcAft>
              <a:buSzPts val="800"/>
              <a:buFont typeface="Arvo"/>
              <a:buNone/>
              <a:defRPr sz="800">
                <a:latin typeface="Arvo"/>
                <a:ea typeface="Arvo"/>
                <a:cs typeface="Arvo"/>
                <a:sym typeface="Arvo"/>
              </a:defRPr>
            </a:lvl2pPr>
            <a:lvl3pPr lvl="2" algn="ctr">
              <a:spcBef>
                <a:spcPts val="0"/>
              </a:spcBef>
              <a:spcAft>
                <a:spcPts val="0"/>
              </a:spcAft>
              <a:buSzPts val="800"/>
              <a:buFont typeface="Arvo"/>
              <a:buNone/>
              <a:defRPr sz="800">
                <a:latin typeface="Arvo"/>
                <a:ea typeface="Arvo"/>
                <a:cs typeface="Arvo"/>
                <a:sym typeface="Arvo"/>
              </a:defRPr>
            </a:lvl3pPr>
            <a:lvl4pPr lvl="3" algn="ctr">
              <a:spcBef>
                <a:spcPts val="0"/>
              </a:spcBef>
              <a:spcAft>
                <a:spcPts val="0"/>
              </a:spcAft>
              <a:buSzPts val="800"/>
              <a:buFont typeface="Arvo"/>
              <a:buNone/>
              <a:defRPr sz="800">
                <a:latin typeface="Arvo"/>
                <a:ea typeface="Arvo"/>
                <a:cs typeface="Arvo"/>
                <a:sym typeface="Arvo"/>
              </a:defRPr>
            </a:lvl4pPr>
            <a:lvl5pPr lvl="4" algn="ctr">
              <a:spcBef>
                <a:spcPts val="0"/>
              </a:spcBef>
              <a:spcAft>
                <a:spcPts val="0"/>
              </a:spcAft>
              <a:buSzPts val="800"/>
              <a:buFont typeface="Arvo"/>
              <a:buNone/>
              <a:defRPr sz="800">
                <a:latin typeface="Arvo"/>
                <a:ea typeface="Arvo"/>
                <a:cs typeface="Arvo"/>
                <a:sym typeface="Arvo"/>
              </a:defRPr>
            </a:lvl5pPr>
            <a:lvl6pPr lvl="5" algn="ctr">
              <a:spcBef>
                <a:spcPts val="0"/>
              </a:spcBef>
              <a:spcAft>
                <a:spcPts val="0"/>
              </a:spcAft>
              <a:buSzPts val="800"/>
              <a:buFont typeface="Arvo"/>
              <a:buNone/>
              <a:defRPr sz="800">
                <a:latin typeface="Arvo"/>
                <a:ea typeface="Arvo"/>
                <a:cs typeface="Arvo"/>
                <a:sym typeface="Arvo"/>
              </a:defRPr>
            </a:lvl6pPr>
            <a:lvl7pPr lvl="6" algn="ctr">
              <a:spcBef>
                <a:spcPts val="0"/>
              </a:spcBef>
              <a:spcAft>
                <a:spcPts val="0"/>
              </a:spcAft>
              <a:buSzPts val="800"/>
              <a:buFont typeface="Arvo"/>
              <a:buNone/>
              <a:defRPr sz="800">
                <a:latin typeface="Arvo"/>
                <a:ea typeface="Arvo"/>
                <a:cs typeface="Arvo"/>
                <a:sym typeface="Arvo"/>
              </a:defRPr>
            </a:lvl7pPr>
            <a:lvl8pPr lvl="7" algn="ctr">
              <a:spcBef>
                <a:spcPts val="0"/>
              </a:spcBef>
              <a:spcAft>
                <a:spcPts val="0"/>
              </a:spcAft>
              <a:buSzPts val="800"/>
              <a:buFont typeface="Arvo"/>
              <a:buNone/>
              <a:defRPr sz="800">
                <a:latin typeface="Arvo"/>
                <a:ea typeface="Arvo"/>
                <a:cs typeface="Arvo"/>
                <a:sym typeface="Arvo"/>
              </a:defRPr>
            </a:lvl8pPr>
            <a:lvl9pPr lvl="8" algn="ctr">
              <a:spcBef>
                <a:spcPts val="0"/>
              </a:spcBef>
              <a:spcAft>
                <a:spcPts val="0"/>
              </a:spcAft>
              <a:buSzPts val="800"/>
              <a:buFont typeface="Arvo"/>
              <a:buNone/>
              <a:defRPr sz="800">
                <a:latin typeface="Arvo"/>
                <a:ea typeface="Arvo"/>
                <a:cs typeface="Arvo"/>
                <a:sym typeface="Arvo"/>
              </a:defRPr>
            </a:lvl9pPr>
          </a:lstStyle>
          <a:p/>
        </p:txBody>
      </p:sp>
      <p:sp>
        <p:nvSpPr>
          <p:cNvPr id="13349" name="Google Shape;13349;p222"/>
          <p:cNvSpPr txBox="1"/>
          <p:nvPr>
            <p:ph idx="25" type="subTitle"/>
          </p:nvPr>
        </p:nvSpPr>
        <p:spPr>
          <a:xfrm>
            <a:off x="-3411750" y="3934675"/>
            <a:ext cx="819300" cy="736200"/>
          </a:xfrm>
          <a:prstGeom prst="rect">
            <a:avLst/>
          </a:prstGeom>
          <a:noFill/>
          <a:ln>
            <a:noFill/>
          </a:ln>
        </p:spPr>
        <p:txBody>
          <a:bodyPr anchorCtr="0" anchor="ctr" bIns="36000" lIns="36000" spcFirstLastPara="1" rIns="36000" wrap="square" tIns="36000">
            <a:noAutofit/>
          </a:bodyPr>
          <a:lstStyle>
            <a:lvl1pPr lvl="0" algn="ctr">
              <a:spcBef>
                <a:spcPts val="0"/>
              </a:spcBef>
              <a:spcAft>
                <a:spcPts val="0"/>
              </a:spcAft>
              <a:buSzPts val="800"/>
              <a:buFont typeface="Arvo"/>
              <a:buNone/>
              <a:defRPr sz="800">
                <a:latin typeface="Arvo"/>
                <a:ea typeface="Arvo"/>
                <a:cs typeface="Arvo"/>
                <a:sym typeface="Arvo"/>
              </a:defRPr>
            </a:lvl1pPr>
            <a:lvl2pPr lvl="1" algn="ctr">
              <a:spcBef>
                <a:spcPts val="200"/>
              </a:spcBef>
              <a:spcAft>
                <a:spcPts val="0"/>
              </a:spcAft>
              <a:buSzPts val="800"/>
              <a:buFont typeface="Arvo"/>
              <a:buNone/>
              <a:defRPr sz="800">
                <a:latin typeface="Arvo"/>
                <a:ea typeface="Arvo"/>
                <a:cs typeface="Arvo"/>
                <a:sym typeface="Arvo"/>
              </a:defRPr>
            </a:lvl2pPr>
            <a:lvl3pPr lvl="2" algn="ctr">
              <a:spcBef>
                <a:spcPts val="0"/>
              </a:spcBef>
              <a:spcAft>
                <a:spcPts val="0"/>
              </a:spcAft>
              <a:buSzPts val="800"/>
              <a:buFont typeface="Arvo"/>
              <a:buNone/>
              <a:defRPr sz="800">
                <a:latin typeface="Arvo"/>
                <a:ea typeface="Arvo"/>
                <a:cs typeface="Arvo"/>
                <a:sym typeface="Arvo"/>
              </a:defRPr>
            </a:lvl3pPr>
            <a:lvl4pPr lvl="3" algn="ctr">
              <a:spcBef>
                <a:spcPts val="0"/>
              </a:spcBef>
              <a:spcAft>
                <a:spcPts val="0"/>
              </a:spcAft>
              <a:buSzPts val="800"/>
              <a:buFont typeface="Arvo"/>
              <a:buNone/>
              <a:defRPr sz="800">
                <a:latin typeface="Arvo"/>
                <a:ea typeface="Arvo"/>
                <a:cs typeface="Arvo"/>
                <a:sym typeface="Arvo"/>
              </a:defRPr>
            </a:lvl4pPr>
            <a:lvl5pPr lvl="4" algn="ctr">
              <a:spcBef>
                <a:spcPts val="0"/>
              </a:spcBef>
              <a:spcAft>
                <a:spcPts val="0"/>
              </a:spcAft>
              <a:buSzPts val="800"/>
              <a:buFont typeface="Arvo"/>
              <a:buNone/>
              <a:defRPr sz="800">
                <a:latin typeface="Arvo"/>
                <a:ea typeface="Arvo"/>
                <a:cs typeface="Arvo"/>
                <a:sym typeface="Arvo"/>
              </a:defRPr>
            </a:lvl5pPr>
            <a:lvl6pPr lvl="5" algn="ctr">
              <a:spcBef>
                <a:spcPts val="0"/>
              </a:spcBef>
              <a:spcAft>
                <a:spcPts val="0"/>
              </a:spcAft>
              <a:buSzPts val="800"/>
              <a:buFont typeface="Arvo"/>
              <a:buNone/>
              <a:defRPr sz="800">
                <a:latin typeface="Arvo"/>
                <a:ea typeface="Arvo"/>
                <a:cs typeface="Arvo"/>
                <a:sym typeface="Arvo"/>
              </a:defRPr>
            </a:lvl6pPr>
            <a:lvl7pPr lvl="6" algn="ctr">
              <a:spcBef>
                <a:spcPts val="0"/>
              </a:spcBef>
              <a:spcAft>
                <a:spcPts val="0"/>
              </a:spcAft>
              <a:buSzPts val="800"/>
              <a:buFont typeface="Arvo"/>
              <a:buNone/>
              <a:defRPr sz="800">
                <a:latin typeface="Arvo"/>
                <a:ea typeface="Arvo"/>
                <a:cs typeface="Arvo"/>
                <a:sym typeface="Arvo"/>
              </a:defRPr>
            </a:lvl7pPr>
            <a:lvl8pPr lvl="7" algn="ctr">
              <a:spcBef>
                <a:spcPts val="0"/>
              </a:spcBef>
              <a:spcAft>
                <a:spcPts val="0"/>
              </a:spcAft>
              <a:buSzPts val="800"/>
              <a:buFont typeface="Arvo"/>
              <a:buNone/>
              <a:defRPr sz="800">
                <a:latin typeface="Arvo"/>
                <a:ea typeface="Arvo"/>
                <a:cs typeface="Arvo"/>
                <a:sym typeface="Arvo"/>
              </a:defRPr>
            </a:lvl8pPr>
            <a:lvl9pPr lvl="8" algn="ctr">
              <a:spcBef>
                <a:spcPts val="0"/>
              </a:spcBef>
              <a:spcAft>
                <a:spcPts val="0"/>
              </a:spcAft>
              <a:buSzPts val="800"/>
              <a:buFont typeface="Arvo"/>
              <a:buNone/>
              <a:defRPr sz="800">
                <a:latin typeface="Arvo"/>
                <a:ea typeface="Arvo"/>
                <a:cs typeface="Arvo"/>
                <a:sym typeface="Arvo"/>
              </a:defRPr>
            </a:lvl9pPr>
          </a:lstStyle>
          <a:p/>
        </p:txBody>
      </p:sp>
      <p:sp>
        <p:nvSpPr>
          <p:cNvPr id="13350" name="Google Shape;13350;p222"/>
          <p:cNvSpPr txBox="1"/>
          <p:nvPr>
            <p:ph idx="26" type="subTitle"/>
          </p:nvPr>
        </p:nvSpPr>
        <p:spPr>
          <a:xfrm>
            <a:off x="-2475750" y="3934675"/>
            <a:ext cx="819300" cy="736200"/>
          </a:xfrm>
          <a:prstGeom prst="rect">
            <a:avLst/>
          </a:prstGeom>
          <a:noFill/>
          <a:ln>
            <a:noFill/>
          </a:ln>
        </p:spPr>
        <p:txBody>
          <a:bodyPr anchorCtr="0" anchor="ctr" bIns="36000" lIns="36000" spcFirstLastPara="1" rIns="36000" wrap="square" tIns="36000">
            <a:noAutofit/>
          </a:bodyPr>
          <a:lstStyle>
            <a:lvl1pPr lvl="0" algn="ctr">
              <a:spcBef>
                <a:spcPts val="0"/>
              </a:spcBef>
              <a:spcAft>
                <a:spcPts val="0"/>
              </a:spcAft>
              <a:buSzPts val="800"/>
              <a:buFont typeface="Arvo"/>
              <a:buNone/>
              <a:defRPr sz="800">
                <a:latin typeface="Arvo"/>
                <a:ea typeface="Arvo"/>
                <a:cs typeface="Arvo"/>
                <a:sym typeface="Arvo"/>
              </a:defRPr>
            </a:lvl1pPr>
            <a:lvl2pPr lvl="1" algn="ctr">
              <a:spcBef>
                <a:spcPts val="200"/>
              </a:spcBef>
              <a:spcAft>
                <a:spcPts val="0"/>
              </a:spcAft>
              <a:buSzPts val="800"/>
              <a:buFont typeface="Arvo"/>
              <a:buNone/>
              <a:defRPr sz="800">
                <a:latin typeface="Arvo"/>
                <a:ea typeface="Arvo"/>
                <a:cs typeface="Arvo"/>
                <a:sym typeface="Arvo"/>
              </a:defRPr>
            </a:lvl2pPr>
            <a:lvl3pPr lvl="2" algn="ctr">
              <a:spcBef>
                <a:spcPts val="0"/>
              </a:spcBef>
              <a:spcAft>
                <a:spcPts val="0"/>
              </a:spcAft>
              <a:buSzPts val="800"/>
              <a:buFont typeface="Arvo"/>
              <a:buNone/>
              <a:defRPr sz="800">
                <a:latin typeface="Arvo"/>
                <a:ea typeface="Arvo"/>
                <a:cs typeface="Arvo"/>
                <a:sym typeface="Arvo"/>
              </a:defRPr>
            </a:lvl3pPr>
            <a:lvl4pPr lvl="3" algn="ctr">
              <a:spcBef>
                <a:spcPts val="0"/>
              </a:spcBef>
              <a:spcAft>
                <a:spcPts val="0"/>
              </a:spcAft>
              <a:buSzPts val="800"/>
              <a:buFont typeface="Arvo"/>
              <a:buNone/>
              <a:defRPr sz="800">
                <a:latin typeface="Arvo"/>
                <a:ea typeface="Arvo"/>
                <a:cs typeface="Arvo"/>
                <a:sym typeface="Arvo"/>
              </a:defRPr>
            </a:lvl4pPr>
            <a:lvl5pPr lvl="4" algn="ctr">
              <a:spcBef>
                <a:spcPts val="0"/>
              </a:spcBef>
              <a:spcAft>
                <a:spcPts val="0"/>
              </a:spcAft>
              <a:buSzPts val="800"/>
              <a:buFont typeface="Arvo"/>
              <a:buNone/>
              <a:defRPr sz="800">
                <a:latin typeface="Arvo"/>
                <a:ea typeface="Arvo"/>
                <a:cs typeface="Arvo"/>
                <a:sym typeface="Arvo"/>
              </a:defRPr>
            </a:lvl5pPr>
            <a:lvl6pPr lvl="5" algn="ctr">
              <a:spcBef>
                <a:spcPts val="0"/>
              </a:spcBef>
              <a:spcAft>
                <a:spcPts val="0"/>
              </a:spcAft>
              <a:buSzPts val="800"/>
              <a:buFont typeface="Arvo"/>
              <a:buNone/>
              <a:defRPr sz="800">
                <a:latin typeface="Arvo"/>
                <a:ea typeface="Arvo"/>
                <a:cs typeface="Arvo"/>
                <a:sym typeface="Arvo"/>
              </a:defRPr>
            </a:lvl6pPr>
            <a:lvl7pPr lvl="6" algn="ctr">
              <a:spcBef>
                <a:spcPts val="0"/>
              </a:spcBef>
              <a:spcAft>
                <a:spcPts val="0"/>
              </a:spcAft>
              <a:buSzPts val="800"/>
              <a:buFont typeface="Arvo"/>
              <a:buNone/>
              <a:defRPr sz="800">
                <a:latin typeface="Arvo"/>
                <a:ea typeface="Arvo"/>
                <a:cs typeface="Arvo"/>
                <a:sym typeface="Arvo"/>
              </a:defRPr>
            </a:lvl7pPr>
            <a:lvl8pPr lvl="7" algn="ctr">
              <a:spcBef>
                <a:spcPts val="0"/>
              </a:spcBef>
              <a:spcAft>
                <a:spcPts val="0"/>
              </a:spcAft>
              <a:buSzPts val="800"/>
              <a:buFont typeface="Arvo"/>
              <a:buNone/>
              <a:defRPr sz="800">
                <a:latin typeface="Arvo"/>
                <a:ea typeface="Arvo"/>
                <a:cs typeface="Arvo"/>
                <a:sym typeface="Arvo"/>
              </a:defRPr>
            </a:lvl8pPr>
            <a:lvl9pPr lvl="8" algn="ctr">
              <a:spcBef>
                <a:spcPts val="0"/>
              </a:spcBef>
              <a:spcAft>
                <a:spcPts val="0"/>
              </a:spcAft>
              <a:buSzPts val="800"/>
              <a:buFont typeface="Arvo"/>
              <a:buNone/>
              <a:defRPr sz="800">
                <a:latin typeface="Arvo"/>
                <a:ea typeface="Arvo"/>
                <a:cs typeface="Arvo"/>
                <a:sym typeface="Arvo"/>
              </a:defRPr>
            </a:lvl9pPr>
          </a:lstStyle>
          <a:p/>
        </p:txBody>
      </p:sp>
      <p:sp>
        <p:nvSpPr>
          <p:cNvPr id="13351" name="Google Shape;13351;p222"/>
          <p:cNvSpPr txBox="1"/>
          <p:nvPr>
            <p:ph idx="27" type="subTitle"/>
          </p:nvPr>
        </p:nvSpPr>
        <p:spPr>
          <a:xfrm>
            <a:off x="-1536150" y="3930975"/>
            <a:ext cx="821100" cy="736200"/>
          </a:xfrm>
          <a:prstGeom prst="rect">
            <a:avLst/>
          </a:prstGeom>
          <a:noFill/>
          <a:ln>
            <a:noFill/>
          </a:ln>
        </p:spPr>
        <p:txBody>
          <a:bodyPr anchorCtr="0" anchor="ctr" bIns="36000" lIns="36000" spcFirstLastPara="1" rIns="36000" wrap="square" tIns="36000">
            <a:noAutofit/>
          </a:bodyPr>
          <a:lstStyle>
            <a:lvl1pPr lvl="0" algn="ctr">
              <a:spcBef>
                <a:spcPts val="0"/>
              </a:spcBef>
              <a:spcAft>
                <a:spcPts val="0"/>
              </a:spcAft>
              <a:buSzPts val="800"/>
              <a:buFont typeface="Arvo"/>
              <a:buNone/>
              <a:defRPr sz="800">
                <a:latin typeface="Arvo"/>
                <a:ea typeface="Arvo"/>
                <a:cs typeface="Arvo"/>
                <a:sym typeface="Arvo"/>
              </a:defRPr>
            </a:lvl1pPr>
            <a:lvl2pPr lvl="1" algn="ctr">
              <a:spcBef>
                <a:spcPts val="200"/>
              </a:spcBef>
              <a:spcAft>
                <a:spcPts val="0"/>
              </a:spcAft>
              <a:buSzPts val="800"/>
              <a:buFont typeface="Arvo"/>
              <a:buNone/>
              <a:defRPr sz="800">
                <a:latin typeface="Arvo"/>
                <a:ea typeface="Arvo"/>
                <a:cs typeface="Arvo"/>
                <a:sym typeface="Arvo"/>
              </a:defRPr>
            </a:lvl2pPr>
            <a:lvl3pPr lvl="2" algn="ctr">
              <a:spcBef>
                <a:spcPts val="0"/>
              </a:spcBef>
              <a:spcAft>
                <a:spcPts val="0"/>
              </a:spcAft>
              <a:buSzPts val="800"/>
              <a:buFont typeface="Arvo"/>
              <a:buNone/>
              <a:defRPr sz="800">
                <a:latin typeface="Arvo"/>
                <a:ea typeface="Arvo"/>
                <a:cs typeface="Arvo"/>
                <a:sym typeface="Arvo"/>
              </a:defRPr>
            </a:lvl3pPr>
            <a:lvl4pPr lvl="3" algn="ctr">
              <a:spcBef>
                <a:spcPts val="0"/>
              </a:spcBef>
              <a:spcAft>
                <a:spcPts val="0"/>
              </a:spcAft>
              <a:buSzPts val="800"/>
              <a:buFont typeface="Arvo"/>
              <a:buNone/>
              <a:defRPr sz="800">
                <a:latin typeface="Arvo"/>
                <a:ea typeface="Arvo"/>
                <a:cs typeface="Arvo"/>
                <a:sym typeface="Arvo"/>
              </a:defRPr>
            </a:lvl4pPr>
            <a:lvl5pPr lvl="4" algn="ctr">
              <a:spcBef>
                <a:spcPts val="0"/>
              </a:spcBef>
              <a:spcAft>
                <a:spcPts val="0"/>
              </a:spcAft>
              <a:buSzPts val="800"/>
              <a:buFont typeface="Arvo"/>
              <a:buNone/>
              <a:defRPr sz="800">
                <a:latin typeface="Arvo"/>
                <a:ea typeface="Arvo"/>
                <a:cs typeface="Arvo"/>
                <a:sym typeface="Arvo"/>
              </a:defRPr>
            </a:lvl5pPr>
            <a:lvl6pPr lvl="5" algn="ctr">
              <a:spcBef>
                <a:spcPts val="0"/>
              </a:spcBef>
              <a:spcAft>
                <a:spcPts val="0"/>
              </a:spcAft>
              <a:buSzPts val="800"/>
              <a:buFont typeface="Arvo"/>
              <a:buNone/>
              <a:defRPr sz="800">
                <a:latin typeface="Arvo"/>
                <a:ea typeface="Arvo"/>
                <a:cs typeface="Arvo"/>
                <a:sym typeface="Arvo"/>
              </a:defRPr>
            </a:lvl6pPr>
            <a:lvl7pPr lvl="6" algn="ctr">
              <a:spcBef>
                <a:spcPts val="0"/>
              </a:spcBef>
              <a:spcAft>
                <a:spcPts val="0"/>
              </a:spcAft>
              <a:buSzPts val="800"/>
              <a:buFont typeface="Arvo"/>
              <a:buNone/>
              <a:defRPr sz="800">
                <a:latin typeface="Arvo"/>
                <a:ea typeface="Arvo"/>
                <a:cs typeface="Arvo"/>
                <a:sym typeface="Arvo"/>
              </a:defRPr>
            </a:lvl7pPr>
            <a:lvl8pPr lvl="7" algn="ctr">
              <a:spcBef>
                <a:spcPts val="0"/>
              </a:spcBef>
              <a:spcAft>
                <a:spcPts val="0"/>
              </a:spcAft>
              <a:buSzPts val="800"/>
              <a:buFont typeface="Arvo"/>
              <a:buNone/>
              <a:defRPr sz="800">
                <a:latin typeface="Arvo"/>
                <a:ea typeface="Arvo"/>
                <a:cs typeface="Arvo"/>
                <a:sym typeface="Arvo"/>
              </a:defRPr>
            </a:lvl8pPr>
            <a:lvl9pPr lvl="8" algn="ctr">
              <a:spcBef>
                <a:spcPts val="0"/>
              </a:spcBef>
              <a:spcAft>
                <a:spcPts val="0"/>
              </a:spcAft>
              <a:buSzPts val="800"/>
              <a:buFont typeface="Arvo"/>
              <a:buNone/>
              <a:defRPr sz="800">
                <a:latin typeface="Arvo"/>
                <a:ea typeface="Arvo"/>
                <a:cs typeface="Arvo"/>
                <a:sym typeface="Arvo"/>
              </a:defRPr>
            </a:lvl9pPr>
          </a:lstStyle>
          <a:p/>
        </p:txBody>
      </p:sp>
      <p:sp>
        <p:nvSpPr>
          <p:cNvPr id="13352" name="Google Shape;13352;p222"/>
          <p:cNvSpPr txBox="1"/>
          <p:nvPr>
            <p:ph idx="28" type="subTitle"/>
          </p:nvPr>
        </p:nvSpPr>
        <p:spPr>
          <a:xfrm>
            <a:off x="-3401850" y="4787200"/>
            <a:ext cx="819300" cy="736200"/>
          </a:xfrm>
          <a:prstGeom prst="rect">
            <a:avLst/>
          </a:prstGeom>
          <a:noFill/>
          <a:ln>
            <a:noFill/>
          </a:ln>
        </p:spPr>
        <p:txBody>
          <a:bodyPr anchorCtr="0" anchor="ctr" bIns="36000" lIns="36000" spcFirstLastPara="1" rIns="36000" wrap="square" tIns="36000">
            <a:noAutofit/>
          </a:bodyPr>
          <a:lstStyle>
            <a:lvl1pPr lvl="0" algn="ctr">
              <a:spcBef>
                <a:spcPts val="0"/>
              </a:spcBef>
              <a:spcAft>
                <a:spcPts val="0"/>
              </a:spcAft>
              <a:buSzPts val="800"/>
              <a:buFont typeface="Arvo"/>
              <a:buNone/>
              <a:defRPr sz="800">
                <a:latin typeface="Arvo"/>
                <a:ea typeface="Arvo"/>
                <a:cs typeface="Arvo"/>
                <a:sym typeface="Arvo"/>
              </a:defRPr>
            </a:lvl1pPr>
            <a:lvl2pPr lvl="1" algn="ctr">
              <a:spcBef>
                <a:spcPts val="200"/>
              </a:spcBef>
              <a:spcAft>
                <a:spcPts val="0"/>
              </a:spcAft>
              <a:buSzPts val="800"/>
              <a:buFont typeface="Arvo"/>
              <a:buNone/>
              <a:defRPr sz="800">
                <a:latin typeface="Arvo"/>
                <a:ea typeface="Arvo"/>
                <a:cs typeface="Arvo"/>
                <a:sym typeface="Arvo"/>
              </a:defRPr>
            </a:lvl2pPr>
            <a:lvl3pPr lvl="2" algn="ctr">
              <a:spcBef>
                <a:spcPts val="0"/>
              </a:spcBef>
              <a:spcAft>
                <a:spcPts val="0"/>
              </a:spcAft>
              <a:buSzPts val="800"/>
              <a:buFont typeface="Arvo"/>
              <a:buNone/>
              <a:defRPr sz="800">
                <a:latin typeface="Arvo"/>
                <a:ea typeface="Arvo"/>
                <a:cs typeface="Arvo"/>
                <a:sym typeface="Arvo"/>
              </a:defRPr>
            </a:lvl3pPr>
            <a:lvl4pPr lvl="3" algn="ctr">
              <a:spcBef>
                <a:spcPts val="0"/>
              </a:spcBef>
              <a:spcAft>
                <a:spcPts val="0"/>
              </a:spcAft>
              <a:buSzPts val="800"/>
              <a:buFont typeface="Arvo"/>
              <a:buNone/>
              <a:defRPr sz="800">
                <a:latin typeface="Arvo"/>
                <a:ea typeface="Arvo"/>
                <a:cs typeface="Arvo"/>
                <a:sym typeface="Arvo"/>
              </a:defRPr>
            </a:lvl4pPr>
            <a:lvl5pPr lvl="4" algn="ctr">
              <a:spcBef>
                <a:spcPts val="0"/>
              </a:spcBef>
              <a:spcAft>
                <a:spcPts val="0"/>
              </a:spcAft>
              <a:buSzPts val="800"/>
              <a:buFont typeface="Arvo"/>
              <a:buNone/>
              <a:defRPr sz="800">
                <a:latin typeface="Arvo"/>
                <a:ea typeface="Arvo"/>
                <a:cs typeface="Arvo"/>
                <a:sym typeface="Arvo"/>
              </a:defRPr>
            </a:lvl5pPr>
            <a:lvl6pPr lvl="5" algn="ctr">
              <a:spcBef>
                <a:spcPts val="0"/>
              </a:spcBef>
              <a:spcAft>
                <a:spcPts val="0"/>
              </a:spcAft>
              <a:buSzPts val="800"/>
              <a:buFont typeface="Arvo"/>
              <a:buNone/>
              <a:defRPr sz="800">
                <a:latin typeface="Arvo"/>
                <a:ea typeface="Arvo"/>
                <a:cs typeface="Arvo"/>
                <a:sym typeface="Arvo"/>
              </a:defRPr>
            </a:lvl6pPr>
            <a:lvl7pPr lvl="6" algn="ctr">
              <a:spcBef>
                <a:spcPts val="0"/>
              </a:spcBef>
              <a:spcAft>
                <a:spcPts val="0"/>
              </a:spcAft>
              <a:buSzPts val="800"/>
              <a:buFont typeface="Arvo"/>
              <a:buNone/>
              <a:defRPr sz="800">
                <a:latin typeface="Arvo"/>
                <a:ea typeface="Arvo"/>
                <a:cs typeface="Arvo"/>
                <a:sym typeface="Arvo"/>
              </a:defRPr>
            </a:lvl7pPr>
            <a:lvl8pPr lvl="7" algn="ctr">
              <a:spcBef>
                <a:spcPts val="0"/>
              </a:spcBef>
              <a:spcAft>
                <a:spcPts val="0"/>
              </a:spcAft>
              <a:buSzPts val="800"/>
              <a:buFont typeface="Arvo"/>
              <a:buNone/>
              <a:defRPr sz="800">
                <a:latin typeface="Arvo"/>
                <a:ea typeface="Arvo"/>
                <a:cs typeface="Arvo"/>
                <a:sym typeface="Arvo"/>
              </a:defRPr>
            </a:lvl8pPr>
            <a:lvl9pPr lvl="8" algn="ctr">
              <a:spcBef>
                <a:spcPts val="0"/>
              </a:spcBef>
              <a:spcAft>
                <a:spcPts val="0"/>
              </a:spcAft>
              <a:buSzPts val="800"/>
              <a:buFont typeface="Arvo"/>
              <a:buNone/>
              <a:defRPr sz="800">
                <a:latin typeface="Arvo"/>
                <a:ea typeface="Arvo"/>
                <a:cs typeface="Arvo"/>
                <a:sym typeface="Arvo"/>
              </a:defRPr>
            </a:lvl9pPr>
          </a:lstStyle>
          <a:p/>
        </p:txBody>
      </p:sp>
      <p:sp>
        <p:nvSpPr>
          <p:cNvPr id="13353" name="Google Shape;13353;p222"/>
          <p:cNvSpPr txBox="1"/>
          <p:nvPr>
            <p:ph idx="29" type="subTitle"/>
          </p:nvPr>
        </p:nvSpPr>
        <p:spPr>
          <a:xfrm>
            <a:off x="-2475750" y="4787200"/>
            <a:ext cx="829200" cy="736200"/>
          </a:xfrm>
          <a:prstGeom prst="rect">
            <a:avLst/>
          </a:prstGeom>
          <a:noFill/>
          <a:ln>
            <a:noFill/>
          </a:ln>
        </p:spPr>
        <p:txBody>
          <a:bodyPr anchorCtr="0" anchor="ctr" bIns="36000" lIns="36000" spcFirstLastPara="1" rIns="36000" wrap="square" tIns="36000">
            <a:noAutofit/>
          </a:bodyPr>
          <a:lstStyle>
            <a:lvl1pPr lvl="0" algn="ctr">
              <a:spcBef>
                <a:spcPts val="0"/>
              </a:spcBef>
              <a:spcAft>
                <a:spcPts val="0"/>
              </a:spcAft>
              <a:buSzPts val="800"/>
              <a:buFont typeface="Arvo"/>
              <a:buNone/>
              <a:defRPr sz="800">
                <a:latin typeface="Arvo"/>
                <a:ea typeface="Arvo"/>
                <a:cs typeface="Arvo"/>
                <a:sym typeface="Arvo"/>
              </a:defRPr>
            </a:lvl1pPr>
            <a:lvl2pPr lvl="1" algn="ctr">
              <a:spcBef>
                <a:spcPts val="200"/>
              </a:spcBef>
              <a:spcAft>
                <a:spcPts val="0"/>
              </a:spcAft>
              <a:buSzPts val="800"/>
              <a:buFont typeface="Arvo"/>
              <a:buNone/>
              <a:defRPr sz="800">
                <a:latin typeface="Arvo"/>
                <a:ea typeface="Arvo"/>
                <a:cs typeface="Arvo"/>
                <a:sym typeface="Arvo"/>
              </a:defRPr>
            </a:lvl2pPr>
            <a:lvl3pPr lvl="2" algn="ctr">
              <a:spcBef>
                <a:spcPts val="0"/>
              </a:spcBef>
              <a:spcAft>
                <a:spcPts val="0"/>
              </a:spcAft>
              <a:buSzPts val="800"/>
              <a:buFont typeface="Arvo"/>
              <a:buNone/>
              <a:defRPr sz="800">
                <a:latin typeface="Arvo"/>
                <a:ea typeface="Arvo"/>
                <a:cs typeface="Arvo"/>
                <a:sym typeface="Arvo"/>
              </a:defRPr>
            </a:lvl3pPr>
            <a:lvl4pPr lvl="3" algn="ctr">
              <a:spcBef>
                <a:spcPts val="0"/>
              </a:spcBef>
              <a:spcAft>
                <a:spcPts val="0"/>
              </a:spcAft>
              <a:buSzPts val="800"/>
              <a:buFont typeface="Arvo"/>
              <a:buNone/>
              <a:defRPr sz="800">
                <a:latin typeface="Arvo"/>
                <a:ea typeface="Arvo"/>
                <a:cs typeface="Arvo"/>
                <a:sym typeface="Arvo"/>
              </a:defRPr>
            </a:lvl4pPr>
            <a:lvl5pPr lvl="4" algn="ctr">
              <a:spcBef>
                <a:spcPts val="0"/>
              </a:spcBef>
              <a:spcAft>
                <a:spcPts val="0"/>
              </a:spcAft>
              <a:buSzPts val="800"/>
              <a:buFont typeface="Arvo"/>
              <a:buNone/>
              <a:defRPr sz="800">
                <a:latin typeface="Arvo"/>
                <a:ea typeface="Arvo"/>
                <a:cs typeface="Arvo"/>
                <a:sym typeface="Arvo"/>
              </a:defRPr>
            </a:lvl5pPr>
            <a:lvl6pPr lvl="5" algn="ctr">
              <a:spcBef>
                <a:spcPts val="0"/>
              </a:spcBef>
              <a:spcAft>
                <a:spcPts val="0"/>
              </a:spcAft>
              <a:buSzPts val="800"/>
              <a:buFont typeface="Arvo"/>
              <a:buNone/>
              <a:defRPr sz="800">
                <a:latin typeface="Arvo"/>
                <a:ea typeface="Arvo"/>
                <a:cs typeface="Arvo"/>
                <a:sym typeface="Arvo"/>
              </a:defRPr>
            </a:lvl6pPr>
            <a:lvl7pPr lvl="6" algn="ctr">
              <a:spcBef>
                <a:spcPts val="0"/>
              </a:spcBef>
              <a:spcAft>
                <a:spcPts val="0"/>
              </a:spcAft>
              <a:buSzPts val="800"/>
              <a:buFont typeface="Arvo"/>
              <a:buNone/>
              <a:defRPr sz="800">
                <a:latin typeface="Arvo"/>
                <a:ea typeface="Arvo"/>
                <a:cs typeface="Arvo"/>
                <a:sym typeface="Arvo"/>
              </a:defRPr>
            </a:lvl7pPr>
            <a:lvl8pPr lvl="7" algn="ctr">
              <a:spcBef>
                <a:spcPts val="0"/>
              </a:spcBef>
              <a:spcAft>
                <a:spcPts val="0"/>
              </a:spcAft>
              <a:buSzPts val="800"/>
              <a:buFont typeface="Arvo"/>
              <a:buNone/>
              <a:defRPr sz="800">
                <a:latin typeface="Arvo"/>
                <a:ea typeface="Arvo"/>
                <a:cs typeface="Arvo"/>
                <a:sym typeface="Arvo"/>
              </a:defRPr>
            </a:lvl8pPr>
            <a:lvl9pPr lvl="8" algn="ctr">
              <a:spcBef>
                <a:spcPts val="0"/>
              </a:spcBef>
              <a:spcAft>
                <a:spcPts val="0"/>
              </a:spcAft>
              <a:buSzPts val="800"/>
              <a:buFont typeface="Arvo"/>
              <a:buNone/>
              <a:defRPr sz="800">
                <a:latin typeface="Arvo"/>
                <a:ea typeface="Arvo"/>
                <a:cs typeface="Arvo"/>
                <a:sym typeface="Arvo"/>
              </a:defRPr>
            </a:lvl9pPr>
          </a:lstStyle>
          <a:p/>
        </p:txBody>
      </p:sp>
      <p:sp>
        <p:nvSpPr>
          <p:cNvPr id="13354" name="Google Shape;13354;p222"/>
          <p:cNvSpPr txBox="1"/>
          <p:nvPr>
            <p:ph idx="30" type="subTitle"/>
          </p:nvPr>
        </p:nvSpPr>
        <p:spPr>
          <a:xfrm>
            <a:off x="-1536150" y="4787200"/>
            <a:ext cx="819300" cy="736200"/>
          </a:xfrm>
          <a:prstGeom prst="rect">
            <a:avLst/>
          </a:prstGeom>
          <a:noFill/>
          <a:ln>
            <a:noFill/>
          </a:ln>
        </p:spPr>
        <p:txBody>
          <a:bodyPr anchorCtr="0" anchor="ctr" bIns="36000" lIns="36000" spcFirstLastPara="1" rIns="36000" wrap="square" tIns="36000">
            <a:noAutofit/>
          </a:bodyPr>
          <a:lstStyle>
            <a:lvl1pPr lvl="0" algn="ctr">
              <a:spcBef>
                <a:spcPts val="0"/>
              </a:spcBef>
              <a:spcAft>
                <a:spcPts val="0"/>
              </a:spcAft>
              <a:buSzPts val="800"/>
              <a:buFont typeface="Arvo"/>
              <a:buNone/>
              <a:defRPr sz="800">
                <a:latin typeface="Arvo"/>
                <a:ea typeface="Arvo"/>
                <a:cs typeface="Arvo"/>
                <a:sym typeface="Arvo"/>
              </a:defRPr>
            </a:lvl1pPr>
            <a:lvl2pPr lvl="1" algn="ctr">
              <a:spcBef>
                <a:spcPts val="200"/>
              </a:spcBef>
              <a:spcAft>
                <a:spcPts val="0"/>
              </a:spcAft>
              <a:buSzPts val="800"/>
              <a:buFont typeface="Arvo"/>
              <a:buNone/>
              <a:defRPr sz="800">
                <a:latin typeface="Arvo"/>
                <a:ea typeface="Arvo"/>
                <a:cs typeface="Arvo"/>
                <a:sym typeface="Arvo"/>
              </a:defRPr>
            </a:lvl2pPr>
            <a:lvl3pPr lvl="2" algn="ctr">
              <a:spcBef>
                <a:spcPts val="0"/>
              </a:spcBef>
              <a:spcAft>
                <a:spcPts val="0"/>
              </a:spcAft>
              <a:buSzPts val="800"/>
              <a:buFont typeface="Arvo"/>
              <a:buNone/>
              <a:defRPr sz="800">
                <a:latin typeface="Arvo"/>
                <a:ea typeface="Arvo"/>
                <a:cs typeface="Arvo"/>
                <a:sym typeface="Arvo"/>
              </a:defRPr>
            </a:lvl3pPr>
            <a:lvl4pPr lvl="3" algn="ctr">
              <a:spcBef>
                <a:spcPts val="0"/>
              </a:spcBef>
              <a:spcAft>
                <a:spcPts val="0"/>
              </a:spcAft>
              <a:buSzPts val="800"/>
              <a:buFont typeface="Arvo"/>
              <a:buNone/>
              <a:defRPr sz="800">
                <a:latin typeface="Arvo"/>
                <a:ea typeface="Arvo"/>
                <a:cs typeface="Arvo"/>
                <a:sym typeface="Arvo"/>
              </a:defRPr>
            </a:lvl4pPr>
            <a:lvl5pPr lvl="4" algn="ctr">
              <a:spcBef>
                <a:spcPts val="0"/>
              </a:spcBef>
              <a:spcAft>
                <a:spcPts val="0"/>
              </a:spcAft>
              <a:buSzPts val="800"/>
              <a:buFont typeface="Arvo"/>
              <a:buNone/>
              <a:defRPr sz="800">
                <a:latin typeface="Arvo"/>
                <a:ea typeface="Arvo"/>
                <a:cs typeface="Arvo"/>
                <a:sym typeface="Arvo"/>
              </a:defRPr>
            </a:lvl5pPr>
            <a:lvl6pPr lvl="5" algn="ctr">
              <a:spcBef>
                <a:spcPts val="0"/>
              </a:spcBef>
              <a:spcAft>
                <a:spcPts val="0"/>
              </a:spcAft>
              <a:buSzPts val="800"/>
              <a:buFont typeface="Arvo"/>
              <a:buNone/>
              <a:defRPr sz="800">
                <a:latin typeface="Arvo"/>
                <a:ea typeface="Arvo"/>
                <a:cs typeface="Arvo"/>
                <a:sym typeface="Arvo"/>
              </a:defRPr>
            </a:lvl6pPr>
            <a:lvl7pPr lvl="6" algn="ctr">
              <a:spcBef>
                <a:spcPts val="0"/>
              </a:spcBef>
              <a:spcAft>
                <a:spcPts val="0"/>
              </a:spcAft>
              <a:buSzPts val="800"/>
              <a:buFont typeface="Arvo"/>
              <a:buNone/>
              <a:defRPr sz="800">
                <a:latin typeface="Arvo"/>
                <a:ea typeface="Arvo"/>
                <a:cs typeface="Arvo"/>
                <a:sym typeface="Arvo"/>
              </a:defRPr>
            </a:lvl7pPr>
            <a:lvl8pPr lvl="7" algn="ctr">
              <a:spcBef>
                <a:spcPts val="0"/>
              </a:spcBef>
              <a:spcAft>
                <a:spcPts val="0"/>
              </a:spcAft>
              <a:buSzPts val="800"/>
              <a:buFont typeface="Arvo"/>
              <a:buNone/>
              <a:defRPr sz="800">
                <a:latin typeface="Arvo"/>
                <a:ea typeface="Arvo"/>
                <a:cs typeface="Arvo"/>
                <a:sym typeface="Arvo"/>
              </a:defRPr>
            </a:lvl8pPr>
            <a:lvl9pPr lvl="8" algn="ctr">
              <a:spcBef>
                <a:spcPts val="0"/>
              </a:spcBef>
              <a:spcAft>
                <a:spcPts val="0"/>
              </a:spcAft>
              <a:buSzPts val="800"/>
              <a:buFont typeface="Arvo"/>
              <a:buNone/>
              <a:defRPr sz="800">
                <a:latin typeface="Arvo"/>
                <a:ea typeface="Arvo"/>
                <a:cs typeface="Arvo"/>
                <a:sym typeface="Arvo"/>
              </a:defRPr>
            </a:lvl9pPr>
          </a:lstStyle>
          <a:p/>
        </p:txBody>
      </p:sp>
      <p:sp>
        <p:nvSpPr>
          <p:cNvPr id="13355" name="Google Shape;13355;p222"/>
          <p:cNvSpPr txBox="1"/>
          <p:nvPr>
            <p:ph idx="31" type="subTitle"/>
          </p:nvPr>
        </p:nvSpPr>
        <p:spPr>
          <a:xfrm>
            <a:off x="-3411750" y="5640725"/>
            <a:ext cx="829200" cy="736200"/>
          </a:xfrm>
          <a:prstGeom prst="rect">
            <a:avLst/>
          </a:prstGeom>
          <a:noFill/>
          <a:ln>
            <a:noFill/>
          </a:ln>
        </p:spPr>
        <p:txBody>
          <a:bodyPr anchorCtr="0" anchor="ctr" bIns="36000" lIns="36000" spcFirstLastPara="1" rIns="36000" wrap="square" tIns="36000">
            <a:noAutofit/>
          </a:bodyPr>
          <a:lstStyle>
            <a:lvl1pPr lvl="0" algn="ctr">
              <a:spcBef>
                <a:spcPts val="0"/>
              </a:spcBef>
              <a:spcAft>
                <a:spcPts val="0"/>
              </a:spcAft>
              <a:buSzPts val="800"/>
              <a:buFont typeface="Arvo"/>
              <a:buNone/>
              <a:defRPr sz="800">
                <a:latin typeface="Arvo"/>
                <a:ea typeface="Arvo"/>
                <a:cs typeface="Arvo"/>
                <a:sym typeface="Arvo"/>
              </a:defRPr>
            </a:lvl1pPr>
            <a:lvl2pPr lvl="1" algn="ctr">
              <a:spcBef>
                <a:spcPts val="200"/>
              </a:spcBef>
              <a:spcAft>
                <a:spcPts val="0"/>
              </a:spcAft>
              <a:buSzPts val="800"/>
              <a:buFont typeface="Arvo"/>
              <a:buNone/>
              <a:defRPr sz="800">
                <a:latin typeface="Arvo"/>
                <a:ea typeface="Arvo"/>
                <a:cs typeface="Arvo"/>
                <a:sym typeface="Arvo"/>
              </a:defRPr>
            </a:lvl2pPr>
            <a:lvl3pPr lvl="2" algn="ctr">
              <a:spcBef>
                <a:spcPts val="0"/>
              </a:spcBef>
              <a:spcAft>
                <a:spcPts val="0"/>
              </a:spcAft>
              <a:buSzPts val="800"/>
              <a:buFont typeface="Arvo"/>
              <a:buNone/>
              <a:defRPr sz="800">
                <a:latin typeface="Arvo"/>
                <a:ea typeface="Arvo"/>
                <a:cs typeface="Arvo"/>
                <a:sym typeface="Arvo"/>
              </a:defRPr>
            </a:lvl3pPr>
            <a:lvl4pPr lvl="3" algn="ctr">
              <a:spcBef>
                <a:spcPts val="0"/>
              </a:spcBef>
              <a:spcAft>
                <a:spcPts val="0"/>
              </a:spcAft>
              <a:buSzPts val="800"/>
              <a:buFont typeface="Arvo"/>
              <a:buNone/>
              <a:defRPr sz="800">
                <a:latin typeface="Arvo"/>
                <a:ea typeface="Arvo"/>
                <a:cs typeface="Arvo"/>
                <a:sym typeface="Arvo"/>
              </a:defRPr>
            </a:lvl4pPr>
            <a:lvl5pPr lvl="4" algn="ctr">
              <a:spcBef>
                <a:spcPts val="0"/>
              </a:spcBef>
              <a:spcAft>
                <a:spcPts val="0"/>
              </a:spcAft>
              <a:buSzPts val="800"/>
              <a:buFont typeface="Arvo"/>
              <a:buNone/>
              <a:defRPr sz="800">
                <a:latin typeface="Arvo"/>
                <a:ea typeface="Arvo"/>
                <a:cs typeface="Arvo"/>
                <a:sym typeface="Arvo"/>
              </a:defRPr>
            </a:lvl5pPr>
            <a:lvl6pPr lvl="5" algn="ctr">
              <a:spcBef>
                <a:spcPts val="0"/>
              </a:spcBef>
              <a:spcAft>
                <a:spcPts val="0"/>
              </a:spcAft>
              <a:buSzPts val="800"/>
              <a:buFont typeface="Arvo"/>
              <a:buNone/>
              <a:defRPr sz="800">
                <a:latin typeface="Arvo"/>
                <a:ea typeface="Arvo"/>
                <a:cs typeface="Arvo"/>
                <a:sym typeface="Arvo"/>
              </a:defRPr>
            </a:lvl6pPr>
            <a:lvl7pPr lvl="6" algn="ctr">
              <a:spcBef>
                <a:spcPts val="0"/>
              </a:spcBef>
              <a:spcAft>
                <a:spcPts val="0"/>
              </a:spcAft>
              <a:buSzPts val="800"/>
              <a:buFont typeface="Arvo"/>
              <a:buNone/>
              <a:defRPr sz="800">
                <a:latin typeface="Arvo"/>
                <a:ea typeface="Arvo"/>
                <a:cs typeface="Arvo"/>
                <a:sym typeface="Arvo"/>
              </a:defRPr>
            </a:lvl7pPr>
            <a:lvl8pPr lvl="7" algn="ctr">
              <a:spcBef>
                <a:spcPts val="0"/>
              </a:spcBef>
              <a:spcAft>
                <a:spcPts val="0"/>
              </a:spcAft>
              <a:buSzPts val="800"/>
              <a:buFont typeface="Arvo"/>
              <a:buNone/>
              <a:defRPr sz="800">
                <a:latin typeface="Arvo"/>
                <a:ea typeface="Arvo"/>
                <a:cs typeface="Arvo"/>
                <a:sym typeface="Arvo"/>
              </a:defRPr>
            </a:lvl8pPr>
            <a:lvl9pPr lvl="8" algn="ctr">
              <a:spcBef>
                <a:spcPts val="0"/>
              </a:spcBef>
              <a:spcAft>
                <a:spcPts val="0"/>
              </a:spcAft>
              <a:buSzPts val="800"/>
              <a:buFont typeface="Arvo"/>
              <a:buNone/>
              <a:defRPr sz="800">
                <a:latin typeface="Arvo"/>
                <a:ea typeface="Arvo"/>
                <a:cs typeface="Arvo"/>
                <a:sym typeface="Arvo"/>
              </a:defRPr>
            </a:lvl9pPr>
          </a:lstStyle>
          <a:p/>
        </p:txBody>
      </p:sp>
      <p:sp>
        <p:nvSpPr>
          <p:cNvPr id="13356" name="Google Shape;13356;p222"/>
          <p:cNvSpPr txBox="1"/>
          <p:nvPr>
            <p:ph idx="32" type="subTitle"/>
          </p:nvPr>
        </p:nvSpPr>
        <p:spPr>
          <a:xfrm>
            <a:off x="-2477575" y="5640725"/>
            <a:ext cx="819300" cy="736200"/>
          </a:xfrm>
          <a:prstGeom prst="rect">
            <a:avLst/>
          </a:prstGeom>
          <a:noFill/>
          <a:ln>
            <a:noFill/>
          </a:ln>
        </p:spPr>
        <p:txBody>
          <a:bodyPr anchorCtr="0" anchor="ctr" bIns="36000" lIns="36000" spcFirstLastPara="1" rIns="36000" wrap="square" tIns="36000">
            <a:noAutofit/>
          </a:bodyPr>
          <a:lstStyle>
            <a:lvl1pPr lvl="0" algn="ctr">
              <a:spcBef>
                <a:spcPts val="0"/>
              </a:spcBef>
              <a:spcAft>
                <a:spcPts val="0"/>
              </a:spcAft>
              <a:buSzPts val="800"/>
              <a:buFont typeface="Arvo"/>
              <a:buNone/>
              <a:defRPr sz="800">
                <a:latin typeface="Arvo"/>
                <a:ea typeface="Arvo"/>
                <a:cs typeface="Arvo"/>
                <a:sym typeface="Arvo"/>
              </a:defRPr>
            </a:lvl1pPr>
            <a:lvl2pPr lvl="1" algn="ctr">
              <a:spcBef>
                <a:spcPts val="200"/>
              </a:spcBef>
              <a:spcAft>
                <a:spcPts val="0"/>
              </a:spcAft>
              <a:buSzPts val="800"/>
              <a:buFont typeface="Arvo"/>
              <a:buNone/>
              <a:defRPr sz="800">
                <a:latin typeface="Arvo"/>
                <a:ea typeface="Arvo"/>
                <a:cs typeface="Arvo"/>
                <a:sym typeface="Arvo"/>
              </a:defRPr>
            </a:lvl2pPr>
            <a:lvl3pPr lvl="2" algn="ctr">
              <a:spcBef>
                <a:spcPts val="0"/>
              </a:spcBef>
              <a:spcAft>
                <a:spcPts val="0"/>
              </a:spcAft>
              <a:buSzPts val="800"/>
              <a:buFont typeface="Arvo"/>
              <a:buNone/>
              <a:defRPr sz="800">
                <a:latin typeface="Arvo"/>
                <a:ea typeface="Arvo"/>
                <a:cs typeface="Arvo"/>
                <a:sym typeface="Arvo"/>
              </a:defRPr>
            </a:lvl3pPr>
            <a:lvl4pPr lvl="3" algn="ctr">
              <a:spcBef>
                <a:spcPts val="0"/>
              </a:spcBef>
              <a:spcAft>
                <a:spcPts val="0"/>
              </a:spcAft>
              <a:buSzPts val="800"/>
              <a:buFont typeface="Arvo"/>
              <a:buNone/>
              <a:defRPr sz="800">
                <a:latin typeface="Arvo"/>
                <a:ea typeface="Arvo"/>
                <a:cs typeface="Arvo"/>
                <a:sym typeface="Arvo"/>
              </a:defRPr>
            </a:lvl4pPr>
            <a:lvl5pPr lvl="4" algn="ctr">
              <a:spcBef>
                <a:spcPts val="0"/>
              </a:spcBef>
              <a:spcAft>
                <a:spcPts val="0"/>
              </a:spcAft>
              <a:buSzPts val="800"/>
              <a:buFont typeface="Arvo"/>
              <a:buNone/>
              <a:defRPr sz="800">
                <a:latin typeface="Arvo"/>
                <a:ea typeface="Arvo"/>
                <a:cs typeface="Arvo"/>
                <a:sym typeface="Arvo"/>
              </a:defRPr>
            </a:lvl5pPr>
            <a:lvl6pPr lvl="5" algn="ctr">
              <a:spcBef>
                <a:spcPts val="0"/>
              </a:spcBef>
              <a:spcAft>
                <a:spcPts val="0"/>
              </a:spcAft>
              <a:buSzPts val="800"/>
              <a:buFont typeface="Arvo"/>
              <a:buNone/>
              <a:defRPr sz="800">
                <a:latin typeface="Arvo"/>
                <a:ea typeface="Arvo"/>
                <a:cs typeface="Arvo"/>
                <a:sym typeface="Arvo"/>
              </a:defRPr>
            </a:lvl6pPr>
            <a:lvl7pPr lvl="6" algn="ctr">
              <a:spcBef>
                <a:spcPts val="0"/>
              </a:spcBef>
              <a:spcAft>
                <a:spcPts val="0"/>
              </a:spcAft>
              <a:buSzPts val="800"/>
              <a:buFont typeface="Arvo"/>
              <a:buNone/>
              <a:defRPr sz="800">
                <a:latin typeface="Arvo"/>
                <a:ea typeface="Arvo"/>
                <a:cs typeface="Arvo"/>
                <a:sym typeface="Arvo"/>
              </a:defRPr>
            </a:lvl7pPr>
            <a:lvl8pPr lvl="7" algn="ctr">
              <a:spcBef>
                <a:spcPts val="0"/>
              </a:spcBef>
              <a:spcAft>
                <a:spcPts val="0"/>
              </a:spcAft>
              <a:buSzPts val="800"/>
              <a:buFont typeface="Arvo"/>
              <a:buNone/>
              <a:defRPr sz="800">
                <a:latin typeface="Arvo"/>
                <a:ea typeface="Arvo"/>
                <a:cs typeface="Arvo"/>
                <a:sym typeface="Arvo"/>
              </a:defRPr>
            </a:lvl8pPr>
            <a:lvl9pPr lvl="8" algn="ctr">
              <a:spcBef>
                <a:spcPts val="0"/>
              </a:spcBef>
              <a:spcAft>
                <a:spcPts val="0"/>
              </a:spcAft>
              <a:buSzPts val="800"/>
              <a:buFont typeface="Arvo"/>
              <a:buNone/>
              <a:defRPr sz="800">
                <a:latin typeface="Arvo"/>
                <a:ea typeface="Arvo"/>
                <a:cs typeface="Arvo"/>
                <a:sym typeface="Arvo"/>
              </a:defRPr>
            </a:lvl9pPr>
          </a:lstStyle>
          <a:p/>
        </p:txBody>
      </p:sp>
      <p:sp>
        <p:nvSpPr>
          <p:cNvPr id="13357" name="Google Shape;13357;p222"/>
          <p:cNvSpPr txBox="1"/>
          <p:nvPr>
            <p:ph idx="33" type="subTitle"/>
          </p:nvPr>
        </p:nvSpPr>
        <p:spPr>
          <a:xfrm>
            <a:off x="-1541575" y="5640600"/>
            <a:ext cx="829200" cy="736200"/>
          </a:xfrm>
          <a:prstGeom prst="rect">
            <a:avLst/>
          </a:prstGeom>
          <a:noFill/>
          <a:ln>
            <a:noFill/>
          </a:ln>
        </p:spPr>
        <p:txBody>
          <a:bodyPr anchorCtr="0" anchor="ctr" bIns="36000" lIns="36000" spcFirstLastPara="1" rIns="36000" wrap="square" tIns="36000">
            <a:noAutofit/>
          </a:bodyPr>
          <a:lstStyle>
            <a:lvl1pPr lvl="0" algn="ctr">
              <a:spcBef>
                <a:spcPts val="0"/>
              </a:spcBef>
              <a:spcAft>
                <a:spcPts val="0"/>
              </a:spcAft>
              <a:buSzPts val="800"/>
              <a:buFont typeface="Arvo"/>
              <a:buNone/>
              <a:defRPr sz="800">
                <a:latin typeface="Arvo"/>
                <a:ea typeface="Arvo"/>
                <a:cs typeface="Arvo"/>
                <a:sym typeface="Arvo"/>
              </a:defRPr>
            </a:lvl1pPr>
            <a:lvl2pPr lvl="1" algn="ctr">
              <a:spcBef>
                <a:spcPts val="200"/>
              </a:spcBef>
              <a:spcAft>
                <a:spcPts val="0"/>
              </a:spcAft>
              <a:buSzPts val="800"/>
              <a:buFont typeface="Arvo"/>
              <a:buNone/>
              <a:defRPr sz="800">
                <a:latin typeface="Arvo"/>
                <a:ea typeface="Arvo"/>
                <a:cs typeface="Arvo"/>
                <a:sym typeface="Arvo"/>
              </a:defRPr>
            </a:lvl2pPr>
            <a:lvl3pPr lvl="2" algn="ctr">
              <a:spcBef>
                <a:spcPts val="0"/>
              </a:spcBef>
              <a:spcAft>
                <a:spcPts val="0"/>
              </a:spcAft>
              <a:buSzPts val="800"/>
              <a:buFont typeface="Arvo"/>
              <a:buNone/>
              <a:defRPr sz="800">
                <a:latin typeface="Arvo"/>
                <a:ea typeface="Arvo"/>
                <a:cs typeface="Arvo"/>
                <a:sym typeface="Arvo"/>
              </a:defRPr>
            </a:lvl3pPr>
            <a:lvl4pPr lvl="3" algn="ctr">
              <a:spcBef>
                <a:spcPts val="0"/>
              </a:spcBef>
              <a:spcAft>
                <a:spcPts val="0"/>
              </a:spcAft>
              <a:buSzPts val="800"/>
              <a:buFont typeface="Arvo"/>
              <a:buNone/>
              <a:defRPr sz="800">
                <a:latin typeface="Arvo"/>
                <a:ea typeface="Arvo"/>
                <a:cs typeface="Arvo"/>
                <a:sym typeface="Arvo"/>
              </a:defRPr>
            </a:lvl4pPr>
            <a:lvl5pPr lvl="4" algn="ctr">
              <a:spcBef>
                <a:spcPts val="0"/>
              </a:spcBef>
              <a:spcAft>
                <a:spcPts val="0"/>
              </a:spcAft>
              <a:buSzPts val="800"/>
              <a:buFont typeface="Arvo"/>
              <a:buNone/>
              <a:defRPr sz="800">
                <a:latin typeface="Arvo"/>
                <a:ea typeface="Arvo"/>
                <a:cs typeface="Arvo"/>
                <a:sym typeface="Arvo"/>
              </a:defRPr>
            </a:lvl5pPr>
            <a:lvl6pPr lvl="5" algn="ctr">
              <a:spcBef>
                <a:spcPts val="0"/>
              </a:spcBef>
              <a:spcAft>
                <a:spcPts val="0"/>
              </a:spcAft>
              <a:buSzPts val="800"/>
              <a:buFont typeface="Arvo"/>
              <a:buNone/>
              <a:defRPr sz="800">
                <a:latin typeface="Arvo"/>
                <a:ea typeface="Arvo"/>
                <a:cs typeface="Arvo"/>
                <a:sym typeface="Arvo"/>
              </a:defRPr>
            </a:lvl6pPr>
            <a:lvl7pPr lvl="6" algn="ctr">
              <a:spcBef>
                <a:spcPts val="0"/>
              </a:spcBef>
              <a:spcAft>
                <a:spcPts val="0"/>
              </a:spcAft>
              <a:buSzPts val="800"/>
              <a:buFont typeface="Arvo"/>
              <a:buNone/>
              <a:defRPr sz="800">
                <a:latin typeface="Arvo"/>
                <a:ea typeface="Arvo"/>
                <a:cs typeface="Arvo"/>
                <a:sym typeface="Arvo"/>
              </a:defRPr>
            </a:lvl7pPr>
            <a:lvl8pPr lvl="7" algn="ctr">
              <a:spcBef>
                <a:spcPts val="0"/>
              </a:spcBef>
              <a:spcAft>
                <a:spcPts val="0"/>
              </a:spcAft>
              <a:buSzPts val="800"/>
              <a:buFont typeface="Arvo"/>
              <a:buNone/>
              <a:defRPr sz="800">
                <a:latin typeface="Arvo"/>
                <a:ea typeface="Arvo"/>
                <a:cs typeface="Arvo"/>
                <a:sym typeface="Arvo"/>
              </a:defRPr>
            </a:lvl8pPr>
            <a:lvl9pPr lvl="8" algn="ctr">
              <a:spcBef>
                <a:spcPts val="0"/>
              </a:spcBef>
              <a:spcAft>
                <a:spcPts val="0"/>
              </a:spcAft>
              <a:buSzPts val="800"/>
              <a:buFont typeface="Arvo"/>
              <a:buNone/>
              <a:defRPr sz="800">
                <a:latin typeface="Arvo"/>
                <a:ea typeface="Arvo"/>
                <a:cs typeface="Arvo"/>
                <a:sym typeface="Arvo"/>
              </a:defRPr>
            </a:lvl9pPr>
          </a:lstStyle>
          <a:p/>
        </p:txBody>
      </p:sp>
      <p:sp>
        <p:nvSpPr>
          <p:cNvPr id="13358" name="Google Shape;13358;p222"/>
          <p:cNvSpPr txBox="1"/>
          <p:nvPr>
            <p:ph idx="34" type="subTitle"/>
          </p:nvPr>
        </p:nvSpPr>
        <p:spPr>
          <a:xfrm>
            <a:off x="5337575" y="4331637"/>
            <a:ext cx="4319400" cy="390000"/>
          </a:xfrm>
          <a:prstGeom prst="rect">
            <a:avLst/>
          </a:prstGeom>
          <a:noFill/>
          <a:ln>
            <a:noFill/>
          </a:ln>
        </p:spPr>
        <p:txBody>
          <a:bodyPr anchorCtr="0" anchor="ctr" bIns="18000" lIns="18000" spcFirstLastPara="1" rIns="18000" wrap="square" tIns="18000">
            <a:noAutofit/>
          </a:bodyPr>
          <a:lstStyle>
            <a:lvl1pPr lvl="0" algn="ctr">
              <a:spcBef>
                <a:spcPts val="0"/>
              </a:spcBef>
              <a:spcAft>
                <a:spcPts val="0"/>
              </a:spcAft>
              <a:buSzPts val="900"/>
              <a:buFont typeface="Arvo"/>
              <a:buNone/>
              <a:defRPr sz="900">
                <a:latin typeface="Arvo"/>
                <a:ea typeface="Arvo"/>
                <a:cs typeface="Arvo"/>
                <a:sym typeface="Arvo"/>
              </a:defRPr>
            </a:lvl1pPr>
            <a:lvl2pPr lvl="1" algn="ctr">
              <a:spcBef>
                <a:spcPts val="200"/>
              </a:spcBef>
              <a:spcAft>
                <a:spcPts val="0"/>
              </a:spcAft>
              <a:buSzPts val="1400"/>
              <a:buNone/>
              <a:defRPr/>
            </a:lvl2pPr>
            <a:lvl3pPr lvl="2" algn="ctr">
              <a:spcBef>
                <a:spcPts val="0"/>
              </a:spcBef>
              <a:spcAft>
                <a:spcPts val="0"/>
              </a:spcAft>
              <a:buSzPts val="1400"/>
              <a:buNone/>
              <a:defRPr/>
            </a:lvl3pPr>
            <a:lvl4pPr lvl="3" algn="ctr">
              <a:spcBef>
                <a:spcPts val="0"/>
              </a:spcBef>
              <a:spcAft>
                <a:spcPts val="0"/>
              </a:spcAft>
              <a:buSzPts val="1400"/>
              <a:buNone/>
              <a:defRPr/>
            </a:lvl4pPr>
            <a:lvl5pPr lvl="4" algn="ctr">
              <a:spcBef>
                <a:spcPts val="0"/>
              </a:spcBef>
              <a:spcAft>
                <a:spcPts val="0"/>
              </a:spcAft>
              <a:buSzPts val="1400"/>
              <a:buNone/>
              <a:defRPr/>
            </a:lvl5pPr>
            <a:lvl6pPr lvl="5" algn="ctr">
              <a:spcBef>
                <a:spcPts val="0"/>
              </a:spcBef>
              <a:spcAft>
                <a:spcPts val="0"/>
              </a:spcAft>
              <a:buSzPts val="1400"/>
              <a:buNone/>
              <a:defRPr/>
            </a:lvl6pPr>
            <a:lvl7pPr lvl="6" algn="ctr">
              <a:spcBef>
                <a:spcPts val="0"/>
              </a:spcBef>
              <a:spcAft>
                <a:spcPts val="0"/>
              </a:spcAft>
              <a:buSzPts val="1400"/>
              <a:buNone/>
              <a:defRPr/>
            </a:lvl7pPr>
            <a:lvl8pPr lvl="7" algn="ctr">
              <a:spcBef>
                <a:spcPts val="0"/>
              </a:spcBef>
              <a:spcAft>
                <a:spcPts val="0"/>
              </a:spcAft>
              <a:buSzPts val="1400"/>
              <a:buNone/>
              <a:defRPr/>
            </a:lvl8pPr>
            <a:lvl9pPr lvl="8" algn="ctr">
              <a:spcBef>
                <a:spcPts val="0"/>
              </a:spcBef>
              <a:spcAft>
                <a:spcPts val="0"/>
              </a:spcAft>
              <a:buSzPts val="1400"/>
              <a:buNone/>
              <a:defRPr/>
            </a:lvl9pPr>
          </a:lstStyle>
          <a:p/>
        </p:txBody>
      </p:sp>
      <p:sp>
        <p:nvSpPr>
          <p:cNvPr id="13359" name="Google Shape;13359;p222"/>
          <p:cNvSpPr txBox="1"/>
          <p:nvPr>
            <p:ph idx="35" type="subTitle"/>
          </p:nvPr>
        </p:nvSpPr>
        <p:spPr>
          <a:xfrm>
            <a:off x="5337575" y="5888594"/>
            <a:ext cx="4319400" cy="390000"/>
          </a:xfrm>
          <a:prstGeom prst="rect">
            <a:avLst/>
          </a:prstGeom>
          <a:noFill/>
          <a:ln>
            <a:noFill/>
          </a:ln>
        </p:spPr>
        <p:txBody>
          <a:bodyPr anchorCtr="0" anchor="ctr" bIns="18000" lIns="18000" spcFirstLastPara="1" rIns="18000" wrap="square" tIns="18000">
            <a:noAutofit/>
          </a:bodyPr>
          <a:lstStyle>
            <a:lvl1pPr lvl="0" algn="ctr">
              <a:spcBef>
                <a:spcPts val="0"/>
              </a:spcBef>
              <a:spcAft>
                <a:spcPts val="0"/>
              </a:spcAft>
              <a:buSzPts val="900"/>
              <a:buFont typeface="Arvo"/>
              <a:buNone/>
              <a:defRPr sz="900">
                <a:latin typeface="Arvo"/>
                <a:ea typeface="Arvo"/>
                <a:cs typeface="Arvo"/>
                <a:sym typeface="Arvo"/>
              </a:defRPr>
            </a:lvl1pPr>
            <a:lvl2pPr lvl="1" algn="ctr">
              <a:spcBef>
                <a:spcPts val="200"/>
              </a:spcBef>
              <a:spcAft>
                <a:spcPts val="0"/>
              </a:spcAft>
              <a:buSzPts val="1400"/>
              <a:buFont typeface="Arvo"/>
              <a:buNone/>
              <a:defRPr>
                <a:latin typeface="Arvo"/>
                <a:ea typeface="Arvo"/>
                <a:cs typeface="Arvo"/>
                <a:sym typeface="Arvo"/>
              </a:defRPr>
            </a:lvl2pPr>
            <a:lvl3pPr lvl="2" algn="ctr">
              <a:spcBef>
                <a:spcPts val="0"/>
              </a:spcBef>
              <a:spcAft>
                <a:spcPts val="0"/>
              </a:spcAft>
              <a:buSzPts val="1400"/>
              <a:buFont typeface="Arvo"/>
              <a:buNone/>
              <a:defRPr>
                <a:latin typeface="Arvo"/>
                <a:ea typeface="Arvo"/>
                <a:cs typeface="Arvo"/>
                <a:sym typeface="Arvo"/>
              </a:defRPr>
            </a:lvl3pPr>
            <a:lvl4pPr lvl="3" algn="ctr">
              <a:spcBef>
                <a:spcPts val="0"/>
              </a:spcBef>
              <a:spcAft>
                <a:spcPts val="0"/>
              </a:spcAft>
              <a:buSzPts val="1400"/>
              <a:buFont typeface="Arvo"/>
              <a:buNone/>
              <a:defRPr>
                <a:latin typeface="Arvo"/>
                <a:ea typeface="Arvo"/>
                <a:cs typeface="Arvo"/>
                <a:sym typeface="Arvo"/>
              </a:defRPr>
            </a:lvl4pPr>
            <a:lvl5pPr lvl="4" algn="ctr">
              <a:spcBef>
                <a:spcPts val="0"/>
              </a:spcBef>
              <a:spcAft>
                <a:spcPts val="0"/>
              </a:spcAft>
              <a:buSzPts val="1400"/>
              <a:buFont typeface="Arvo"/>
              <a:buNone/>
              <a:defRPr>
                <a:latin typeface="Arvo"/>
                <a:ea typeface="Arvo"/>
                <a:cs typeface="Arvo"/>
                <a:sym typeface="Arvo"/>
              </a:defRPr>
            </a:lvl5pPr>
            <a:lvl6pPr lvl="5" algn="ctr">
              <a:spcBef>
                <a:spcPts val="0"/>
              </a:spcBef>
              <a:spcAft>
                <a:spcPts val="0"/>
              </a:spcAft>
              <a:buSzPts val="1400"/>
              <a:buFont typeface="Arvo"/>
              <a:buNone/>
              <a:defRPr>
                <a:latin typeface="Arvo"/>
                <a:ea typeface="Arvo"/>
                <a:cs typeface="Arvo"/>
                <a:sym typeface="Arvo"/>
              </a:defRPr>
            </a:lvl6pPr>
            <a:lvl7pPr lvl="6" algn="ctr">
              <a:spcBef>
                <a:spcPts val="0"/>
              </a:spcBef>
              <a:spcAft>
                <a:spcPts val="0"/>
              </a:spcAft>
              <a:buSzPts val="1400"/>
              <a:buFont typeface="Arvo"/>
              <a:buNone/>
              <a:defRPr>
                <a:latin typeface="Arvo"/>
                <a:ea typeface="Arvo"/>
                <a:cs typeface="Arvo"/>
                <a:sym typeface="Arvo"/>
              </a:defRPr>
            </a:lvl7pPr>
            <a:lvl8pPr lvl="7" algn="ctr">
              <a:spcBef>
                <a:spcPts val="0"/>
              </a:spcBef>
              <a:spcAft>
                <a:spcPts val="0"/>
              </a:spcAft>
              <a:buSzPts val="1400"/>
              <a:buFont typeface="Arvo"/>
              <a:buNone/>
              <a:defRPr>
                <a:latin typeface="Arvo"/>
                <a:ea typeface="Arvo"/>
                <a:cs typeface="Arvo"/>
                <a:sym typeface="Arvo"/>
              </a:defRPr>
            </a:lvl8pPr>
            <a:lvl9pPr lvl="8" algn="ctr">
              <a:spcBef>
                <a:spcPts val="0"/>
              </a:spcBef>
              <a:spcAft>
                <a:spcPts val="0"/>
              </a:spcAft>
              <a:buSzPts val="1400"/>
              <a:buFont typeface="Arvo"/>
              <a:buNone/>
              <a:defRPr>
                <a:latin typeface="Arvo"/>
                <a:ea typeface="Arvo"/>
                <a:cs typeface="Arvo"/>
                <a:sym typeface="Arvo"/>
              </a:defRPr>
            </a:lvl9pPr>
          </a:lstStyle>
          <a:p/>
        </p:txBody>
      </p:sp>
      <p:sp>
        <p:nvSpPr>
          <p:cNvPr id="13360" name="Google Shape;13360;p222"/>
          <p:cNvSpPr txBox="1"/>
          <p:nvPr>
            <p:ph idx="36" type="subTitle"/>
          </p:nvPr>
        </p:nvSpPr>
        <p:spPr>
          <a:xfrm>
            <a:off x="5337575" y="2820825"/>
            <a:ext cx="4319400" cy="390000"/>
          </a:xfrm>
          <a:prstGeom prst="rect">
            <a:avLst/>
          </a:prstGeom>
          <a:noFill/>
          <a:ln>
            <a:noFill/>
          </a:ln>
        </p:spPr>
        <p:txBody>
          <a:bodyPr anchorCtr="0" anchor="ctr" bIns="18000" lIns="18000" spcFirstLastPara="1" rIns="18000" wrap="square" tIns="18000">
            <a:noAutofit/>
          </a:bodyPr>
          <a:lstStyle>
            <a:lvl1pPr lvl="0" algn="ctr">
              <a:spcBef>
                <a:spcPts val="0"/>
              </a:spcBef>
              <a:spcAft>
                <a:spcPts val="0"/>
              </a:spcAft>
              <a:buSzPts val="900"/>
              <a:buFont typeface="Arvo"/>
              <a:buNone/>
              <a:defRPr sz="900">
                <a:latin typeface="Arvo"/>
                <a:ea typeface="Arvo"/>
                <a:cs typeface="Arvo"/>
                <a:sym typeface="Arvo"/>
              </a:defRPr>
            </a:lvl1pPr>
            <a:lvl2pPr lvl="1" algn="ctr">
              <a:spcBef>
                <a:spcPts val="200"/>
              </a:spcBef>
              <a:spcAft>
                <a:spcPts val="0"/>
              </a:spcAft>
              <a:buSzPts val="1400"/>
              <a:buNone/>
              <a:defRPr/>
            </a:lvl2pPr>
            <a:lvl3pPr lvl="2" algn="ctr">
              <a:spcBef>
                <a:spcPts val="0"/>
              </a:spcBef>
              <a:spcAft>
                <a:spcPts val="0"/>
              </a:spcAft>
              <a:buSzPts val="1400"/>
              <a:buNone/>
              <a:defRPr/>
            </a:lvl3pPr>
            <a:lvl4pPr lvl="3" algn="ctr">
              <a:spcBef>
                <a:spcPts val="0"/>
              </a:spcBef>
              <a:spcAft>
                <a:spcPts val="0"/>
              </a:spcAft>
              <a:buSzPts val="1400"/>
              <a:buNone/>
              <a:defRPr/>
            </a:lvl4pPr>
            <a:lvl5pPr lvl="4" algn="ctr">
              <a:spcBef>
                <a:spcPts val="0"/>
              </a:spcBef>
              <a:spcAft>
                <a:spcPts val="0"/>
              </a:spcAft>
              <a:buSzPts val="1400"/>
              <a:buNone/>
              <a:defRPr/>
            </a:lvl5pPr>
            <a:lvl6pPr lvl="5" algn="ctr">
              <a:spcBef>
                <a:spcPts val="0"/>
              </a:spcBef>
              <a:spcAft>
                <a:spcPts val="0"/>
              </a:spcAft>
              <a:buSzPts val="1400"/>
              <a:buNone/>
              <a:defRPr/>
            </a:lvl6pPr>
            <a:lvl7pPr lvl="6" algn="ctr">
              <a:spcBef>
                <a:spcPts val="0"/>
              </a:spcBef>
              <a:spcAft>
                <a:spcPts val="0"/>
              </a:spcAft>
              <a:buSzPts val="1400"/>
              <a:buNone/>
              <a:defRPr/>
            </a:lvl7pPr>
            <a:lvl8pPr lvl="7" algn="ctr">
              <a:spcBef>
                <a:spcPts val="0"/>
              </a:spcBef>
              <a:spcAft>
                <a:spcPts val="0"/>
              </a:spcAft>
              <a:buSzPts val="1400"/>
              <a:buNone/>
              <a:defRPr/>
            </a:lvl8pPr>
            <a:lvl9pPr lvl="8" algn="ctr">
              <a:spcBef>
                <a:spcPts val="0"/>
              </a:spcBef>
              <a:spcAft>
                <a:spcPts val="0"/>
              </a:spcAft>
              <a:buSzPts val="1400"/>
              <a:buNone/>
              <a:defRPr/>
            </a:lvl9pPr>
          </a:lstStyle>
          <a:p/>
        </p:txBody>
      </p:sp>
      <p:sp>
        <p:nvSpPr>
          <p:cNvPr id="13361" name="Google Shape;13361;p222"/>
          <p:cNvSpPr txBox="1"/>
          <p:nvPr/>
        </p:nvSpPr>
        <p:spPr>
          <a:xfrm>
            <a:off x="2524025" y="387675"/>
            <a:ext cx="15012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Unid. Organizacional:</a:t>
            </a:r>
            <a:endParaRPr b="1" sz="1100"/>
          </a:p>
        </p:txBody>
      </p:sp>
      <p:sp>
        <p:nvSpPr>
          <p:cNvPr id="13362" name="Google Shape;13362;p222"/>
          <p:cNvSpPr txBox="1"/>
          <p:nvPr/>
        </p:nvSpPr>
        <p:spPr>
          <a:xfrm>
            <a:off x="2524020" y="579550"/>
            <a:ext cx="6846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Alcance:</a:t>
            </a:r>
            <a:endParaRPr b="1" sz="1100"/>
          </a:p>
        </p:txBody>
      </p:sp>
      <p:sp>
        <p:nvSpPr>
          <p:cNvPr id="13363" name="Google Shape;13363;p222"/>
          <p:cNvSpPr txBox="1"/>
          <p:nvPr>
            <p:ph type="title"/>
          </p:nvPr>
        </p:nvSpPr>
        <p:spPr>
          <a:xfrm flipH="1">
            <a:off x="4025374" y="387675"/>
            <a:ext cx="5863200" cy="1692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000"/>
              <a:buNone/>
              <a:defRPr sz="1000">
                <a:solidFill>
                  <a:srgbClr val="000000"/>
                </a:solidFill>
              </a:defRPr>
            </a:lvl1pPr>
            <a:lvl2pPr lvl="1">
              <a:spcBef>
                <a:spcPts val="0"/>
              </a:spcBef>
              <a:spcAft>
                <a:spcPts val="0"/>
              </a:spcAft>
              <a:buClr>
                <a:srgbClr val="000000"/>
              </a:buClr>
              <a:buSzPts val="1000"/>
              <a:buNone/>
              <a:defRPr sz="1000">
                <a:solidFill>
                  <a:srgbClr val="000000"/>
                </a:solidFill>
              </a:defRPr>
            </a:lvl2pPr>
            <a:lvl3pPr lvl="2">
              <a:spcBef>
                <a:spcPts val="0"/>
              </a:spcBef>
              <a:spcAft>
                <a:spcPts val="0"/>
              </a:spcAft>
              <a:buClr>
                <a:srgbClr val="000000"/>
              </a:buClr>
              <a:buSzPts val="1000"/>
              <a:buNone/>
              <a:defRPr sz="1000">
                <a:solidFill>
                  <a:srgbClr val="000000"/>
                </a:solidFill>
              </a:defRPr>
            </a:lvl3pPr>
            <a:lvl4pPr lvl="3">
              <a:spcBef>
                <a:spcPts val="0"/>
              </a:spcBef>
              <a:spcAft>
                <a:spcPts val="0"/>
              </a:spcAft>
              <a:buClr>
                <a:srgbClr val="000000"/>
              </a:buClr>
              <a:buSzPts val="1000"/>
              <a:buNone/>
              <a:defRPr sz="1000">
                <a:solidFill>
                  <a:srgbClr val="000000"/>
                </a:solidFill>
              </a:defRPr>
            </a:lvl4pPr>
            <a:lvl5pPr lvl="4">
              <a:spcBef>
                <a:spcPts val="0"/>
              </a:spcBef>
              <a:spcAft>
                <a:spcPts val="0"/>
              </a:spcAft>
              <a:buClr>
                <a:srgbClr val="000000"/>
              </a:buClr>
              <a:buSzPts val="1000"/>
              <a:buNone/>
              <a:defRPr sz="1000">
                <a:solidFill>
                  <a:srgbClr val="000000"/>
                </a:solidFill>
              </a:defRPr>
            </a:lvl5pPr>
            <a:lvl6pPr lvl="5">
              <a:spcBef>
                <a:spcPts val="0"/>
              </a:spcBef>
              <a:spcAft>
                <a:spcPts val="0"/>
              </a:spcAft>
              <a:buClr>
                <a:srgbClr val="000000"/>
              </a:buClr>
              <a:buSzPts val="1000"/>
              <a:buNone/>
              <a:defRPr sz="1000">
                <a:solidFill>
                  <a:srgbClr val="000000"/>
                </a:solidFill>
              </a:defRPr>
            </a:lvl6pPr>
            <a:lvl7pPr lvl="6">
              <a:spcBef>
                <a:spcPts val="0"/>
              </a:spcBef>
              <a:spcAft>
                <a:spcPts val="0"/>
              </a:spcAft>
              <a:buClr>
                <a:srgbClr val="000000"/>
              </a:buClr>
              <a:buSzPts val="1000"/>
              <a:buNone/>
              <a:defRPr sz="1000">
                <a:solidFill>
                  <a:srgbClr val="000000"/>
                </a:solidFill>
              </a:defRPr>
            </a:lvl7pPr>
            <a:lvl8pPr lvl="7">
              <a:spcBef>
                <a:spcPts val="0"/>
              </a:spcBef>
              <a:spcAft>
                <a:spcPts val="0"/>
              </a:spcAft>
              <a:buClr>
                <a:srgbClr val="000000"/>
              </a:buClr>
              <a:buSzPts val="1000"/>
              <a:buNone/>
              <a:defRPr sz="1000">
                <a:solidFill>
                  <a:srgbClr val="000000"/>
                </a:solidFill>
              </a:defRPr>
            </a:lvl8pPr>
            <a:lvl9pPr lvl="8">
              <a:spcBef>
                <a:spcPts val="0"/>
              </a:spcBef>
              <a:spcAft>
                <a:spcPts val="0"/>
              </a:spcAft>
              <a:buClr>
                <a:srgbClr val="000000"/>
              </a:buClr>
              <a:buSzPts val="1000"/>
              <a:buNone/>
              <a:defRPr sz="1000">
                <a:solidFill>
                  <a:srgbClr val="000000"/>
                </a:solidFill>
              </a:defRPr>
            </a:lvl9pPr>
          </a:lstStyle>
          <a:p/>
        </p:txBody>
      </p:sp>
      <p:sp>
        <p:nvSpPr>
          <p:cNvPr id="13364" name="Google Shape;13364;p222"/>
          <p:cNvSpPr txBox="1"/>
          <p:nvPr>
            <p:ph idx="37" type="title"/>
          </p:nvPr>
        </p:nvSpPr>
        <p:spPr>
          <a:xfrm flipH="1">
            <a:off x="3208773" y="579550"/>
            <a:ext cx="6679800" cy="1692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000"/>
              <a:buNone/>
              <a:defRPr sz="1000">
                <a:solidFill>
                  <a:srgbClr val="000000"/>
                </a:solidFill>
              </a:defRPr>
            </a:lvl1pPr>
            <a:lvl2pPr lvl="1">
              <a:spcBef>
                <a:spcPts val="0"/>
              </a:spcBef>
              <a:spcAft>
                <a:spcPts val="0"/>
              </a:spcAft>
              <a:buClr>
                <a:srgbClr val="000000"/>
              </a:buClr>
              <a:buSzPts val="1000"/>
              <a:buNone/>
              <a:defRPr sz="1000">
                <a:solidFill>
                  <a:srgbClr val="000000"/>
                </a:solidFill>
              </a:defRPr>
            </a:lvl2pPr>
            <a:lvl3pPr lvl="2">
              <a:spcBef>
                <a:spcPts val="0"/>
              </a:spcBef>
              <a:spcAft>
                <a:spcPts val="0"/>
              </a:spcAft>
              <a:buClr>
                <a:srgbClr val="000000"/>
              </a:buClr>
              <a:buSzPts val="1000"/>
              <a:buNone/>
              <a:defRPr sz="1000">
                <a:solidFill>
                  <a:srgbClr val="000000"/>
                </a:solidFill>
              </a:defRPr>
            </a:lvl3pPr>
            <a:lvl4pPr lvl="3">
              <a:spcBef>
                <a:spcPts val="0"/>
              </a:spcBef>
              <a:spcAft>
                <a:spcPts val="0"/>
              </a:spcAft>
              <a:buClr>
                <a:srgbClr val="000000"/>
              </a:buClr>
              <a:buSzPts val="1000"/>
              <a:buNone/>
              <a:defRPr sz="1000">
                <a:solidFill>
                  <a:srgbClr val="000000"/>
                </a:solidFill>
              </a:defRPr>
            </a:lvl4pPr>
            <a:lvl5pPr lvl="4">
              <a:spcBef>
                <a:spcPts val="0"/>
              </a:spcBef>
              <a:spcAft>
                <a:spcPts val="0"/>
              </a:spcAft>
              <a:buClr>
                <a:srgbClr val="000000"/>
              </a:buClr>
              <a:buSzPts val="1000"/>
              <a:buNone/>
              <a:defRPr sz="1000">
                <a:solidFill>
                  <a:srgbClr val="000000"/>
                </a:solidFill>
              </a:defRPr>
            </a:lvl5pPr>
            <a:lvl6pPr lvl="5">
              <a:spcBef>
                <a:spcPts val="0"/>
              </a:spcBef>
              <a:spcAft>
                <a:spcPts val="0"/>
              </a:spcAft>
              <a:buClr>
                <a:srgbClr val="000000"/>
              </a:buClr>
              <a:buSzPts val="1000"/>
              <a:buNone/>
              <a:defRPr sz="1000">
                <a:solidFill>
                  <a:srgbClr val="000000"/>
                </a:solidFill>
              </a:defRPr>
            </a:lvl6pPr>
            <a:lvl7pPr lvl="6">
              <a:spcBef>
                <a:spcPts val="0"/>
              </a:spcBef>
              <a:spcAft>
                <a:spcPts val="0"/>
              </a:spcAft>
              <a:buClr>
                <a:srgbClr val="000000"/>
              </a:buClr>
              <a:buSzPts val="1000"/>
              <a:buNone/>
              <a:defRPr sz="1000">
                <a:solidFill>
                  <a:srgbClr val="000000"/>
                </a:solidFill>
              </a:defRPr>
            </a:lvl7pPr>
            <a:lvl8pPr lvl="7">
              <a:spcBef>
                <a:spcPts val="0"/>
              </a:spcBef>
              <a:spcAft>
                <a:spcPts val="0"/>
              </a:spcAft>
              <a:buClr>
                <a:srgbClr val="000000"/>
              </a:buClr>
              <a:buSzPts val="1000"/>
              <a:buNone/>
              <a:defRPr sz="1000">
                <a:solidFill>
                  <a:srgbClr val="000000"/>
                </a:solidFill>
              </a:defRPr>
            </a:lvl8pPr>
            <a:lvl9pPr lvl="8">
              <a:spcBef>
                <a:spcPts val="0"/>
              </a:spcBef>
              <a:spcAft>
                <a:spcPts val="0"/>
              </a:spcAft>
              <a:buClr>
                <a:srgbClr val="000000"/>
              </a:buClr>
              <a:buSzPts val="1000"/>
              <a:buNone/>
              <a:defRPr sz="1000">
                <a:solidFill>
                  <a:srgbClr val="000000"/>
                </a:solidFill>
              </a:defRPr>
            </a:lvl9pPr>
          </a:lstStyle>
          <a:p/>
        </p:txBody>
      </p:sp>
      <p:sp>
        <p:nvSpPr>
          <p:cNvPr id="13365" name="Google Shape;13365;p222"/>
          <p:cNvSpPr txBox="1"/>
          <p:nvPr>
            <p:ph idx="38" type="body"/>
          </p:nvPr>
        </p:nvSpPr>
        <p:spPr>
          <a:xfrm>
            <a:off x="641150" y="612125"/>
            <a:ext cx="1770300" cy="160500"/>
          </a:xfrm>
          <a:prstGeom prst="rect">
            <a:avLst/>
          </a:prstGeom>
          <a:noFill/>
          <a:ln>
            <a:noFill/>
          </a:ln>
        </p:spPr>
        <p:txBody>
          <a:bodyPr anchorCtr="0" anchor="t" bIns="0" lIns="0" spcFirstLastPara="1" rIns="0" wrap="square" tIns="0">
            <a:noAutofit/>
          </a:bodyPr>
          <a:lstStyle>
            <a:lvl1pPr indent="-292100" lvl="0" marL="457200" algn="ctr">
              <a:spcBef>
                <a:spcPts val="0"/>
              </a:spcBef>
              <a:spcAft>
                <a:spcPts val="0"/>
              </a:spcAft>
              <a:buClr>
                <a:srgbClr val="FFFFFF"/>
              </a:buClr>
              <a:buSzPts val="1000"/>
              <a:buChar char="●"/>
              <a:defRPr sz="1000">
                <a:solidFill>
                  <a:srgbClr val="FFFFFF"/>
                </a:solidFill>
              </a:defRPr>
            </a:lvl1pPr>
            <a:lvl2pPr indent="-292100" lvl="1" marL="914400" algn="ctr">
              <a:spcBef>
                <a:spcPts val="0"/>
              </a:spcBef>
              <a:spcAft>
                <a:spcPts val="0"/>
              </a:spcAft>
              <a:buClr>
                <a:srgbClr val="FFFFFF"/>
              </a:buClr>
              <a:buSzPts val="1000"/>
              <a:buChar char="○"/>
              <a:defRPr sz="1000">
                <a:solidFill>
                  <a:srgbClr val="FFFFFF"/>
                </a:solidFill>
              </a:defRPr>
            </a:lvl2pPr>
            <a:lvl3pPr indent="-292100" lvl="2" marL="1371600" algn="ctr">
              <a:spcBef>
                <a:spcPts val="0"/>
              </a:spcBef>
              <a:spcAft>
                <a:spcPts val="0"/>
              </a:spcAft>
              <a:buClr>
                <a:srgbClr val="FFFFFF"/>
              </a:buClr>
              <a:buSzPts val="1000"/>
              <a:buChar char="■"/>
              <a:defRPr sz="1000">
                <a:solidFill>
                  <a:srgbClr val="FFFFFF"/>
                </a:solidFill>
              </a:defRPr>
            </a:lvl3pPr>
            <a:lvl4pPr indent="-292100" lvl="3" marL="1828800" algn="ctr">
              <a:spcBef>
                <a:spcPts val="0"/>
              </a:spcBef>
              <a:spcAft>
                <a:spcPts val="0"/>
              </a:spcAft>
              <a:buClr>
                <a:srgbClr val="FFFFFF"/>
              </a:buClr>
              <a:buSzPts val="1000"/>
              <a:buChar char="●"/>
              <a:defRPr sz="1000">
                <a:solidFill>
                  <a:srgbClr val="FFFFFF"/>
                </a:solidFill>
              </a:defRPr>
            </a:lvl4pPr>
            <a:lvl5pPr indent="-292100" lvl="4" marL="2286000" algn="ctr">
              <a:spcBef>
                <a:spcPts val="0"/>
              </a:spcBef>
              <a:spcAft>
                <a:spcPts val="0"/>
              </a:spcAft>
              <a:buClr>
                <a:srgbClr val="FFFFFF"/>
              </a:buClr>
              <a:buSzPts val="1000"/>
              <a:buChar char="○"/>
              <a:defRPr sz="1000">
                <a:solidFill>
                  <a:srgbClr val="FFFFFF"/>
                </a:solidFill>
              </a:defRPr>
            </a:lvl5pPr>
            <a:lvl6pPr indent="-292100" lvl="5" marL="2743200" algn="ctr">
              <a:spcBef>
                <a:spcPts val="0"/>
              </a:spcBef>
              <a:spcAft>
                <a:spcPts val="0"/>
              </a:spcAft>
              <a:buClr>
                <a:srgbClr val="FFFFFF"/>
              </a:buClr>
              <a:buSzPts val="1000"/>
              <a:buChar char="■"/>
              <a:defRPr sz="1000">
                <a:solidFill>
                  <a:srgbClr val="FFFFFF"/>
                </a:solidFill>
              </a:defRPr>
            </a:lvl6pPr>
            <a:lvl7pPr indent="-292100" lvl="6" marL="3200400" algn="ctr">
              <a:spcBef>
                <a:spcPts val="0"/>
              </a:spcBef>
              <a:spcAft>
                <a:spcPts val="0"/>
              </a:spcAft>
              <a:buClr>
                <a:srgbClr val="FFFFFF"/>
              </a:buClr>
              <a:buSzPts val="1000"/>
              <a:buChar char="●"/>
              <a:defRPr sz="1000">
                <a:solidFill>
                  <a:srgbClr val="FFFFFF"/>
                </a:solidFill>
              </a:defRPr>
            </a:lvl7pPr>
            <a:lvl8pPr indent="-292100" lvl="7" marL="3657600" algn="ctr">
              <a:spcBef>
                <a:spcPts val="0"/>
              </a:spcBef>
              <a:spcAft>
                <a:spcPts val="0"/>
              </a:spcAft>
              <a:buClr>
                <a:srgbClr val="FFFFFF"/>
              </a:buClr>
              <a:buSzPts val="1000"/>
              <a:buChar char="○"/>
              <a:defRPr sz="1000">
                <a:solidFill>
                  <a:srgbClr val="FFFFFF"/>
                </a:solidFill>
              </a:defRPr>
            </a:lvl8pPr>
            <a:lvl9pPr indent="-292100" lvl="8" marL="4114800" algn="ctr">
              <a:spcBef>
                <a:spcPts val="0"/>
              </a:spcBef>
              <a:spcAft>
                <a:spcPts val="0"/>
              </a:spcAft>
              <a:buClr>
                <a:srgbClr val="FFFFFF"/>
              </a:buClr>
              <a:buSzPts val="1000"/>
              <a:buChar char="■"/>
              <a:defRPr sz="1000">
                <a:solidFill>
                  <a:srgbClr val="FFFFFF"/>
                </a:solidFill>
              </a:defRPr>
            </a:lvl9pPr>
          </a:lstStyle>
          <a:p/>
        </p:txBody>
      </p:sp>
      <p:sp>
        <p:nvSpPr>
          <p:cNvPr id="13366" name="Google Shape;13366;p222"/>
          <p:cNvSpPr txBox="1"/>
          <p:nvPr/>
        </p:nvSpPr>
        <p:spPr>
          <a:xfrm>
            <a:off x="84825" y="598125"/>
            <a:ext cx="595500" cy="205800"/>
          </a:xfrm>
          <a:prstGeom prst="rect">
            <a:avLst/>
          </a:prstGeom>
          <a:noFill/>
          <a:ln>
            <a:noFill/>
          </a:ln>
        </p:spPr>
        <p:txBody>
          <a:bodyPr anchorCtr="0" anchor="t" bIns="18000" lIns="18000" spcFirstLastPara="1" rIns="18000" wrap="square" tIns="18000">
            <a:spAutoFit/>
          </a:bodyPr>
          <a:lstStyle/>
          <a:p>
            <a:pPr indent="0" lvl="0" marL="0" rtl="0" algn="l">
              <a:spcBef>
                <a:spcPts val="0"/>
              </a:spcBef>
              <a:spcAft>
                <a:spcPts val="0"/>
              </a:spcAft>
              <a:buNone/>
            </a:pPr>
            <a:r>
              <a:rPr lang="es-419" sz="1100">
                <a:solidFill>
                  <a:srgbClr val="FFFFFF"/>
                </a:solidFill>
              </a:rPr>
              <a:t>Nombre:</a:t>
            </a:r>
            <a:endParaRPr sz="1100">
              <a:solidFill>
                <a:srgbClr val="FFFFFF"/>
              </a:solidFill>
            </a:endParaRPr>
          </a:p>
        </p:txBody>
      </p:sp>
    </p:spTree>
  </p:cSld>
  <p:clrMapOvr>
    <a:masterClrMapping/>
  </p:clrMapOvr>
</p:sldLayout>
</file>

<file path=ppt/slideLayouts/slideLayout2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4 Problemas a Resolver">
  <p:cSld name="TITLE_3_6_1_1_1_1">
    <p:spTree>
      <p:nvGrpSpPr>
        <p:cNvPr id="13367" name="Shape 13367"/>
        <p:cNvGrpSpPr/>
        <p:nvPr/>
      </p:nvGrpSpPr>
      <p:grpSpPr>
        <a:xfrm>
          <a:off x="0" y="0"/>
          <a:ext cx="0" cy="0"/>
          <a:chOff x="0" y="0"/>
          <a:chExt cx="0" cy="0"/>
        </a:xfrm>
      </p:grpSpPr>
      <p:sp>
        <p:nvSpPr>
          <p:cNvPr id="13368" name="Google Shape;13368;p223"/>
          <p:cNvSpPr/>
          <p:nvPr/>
        </p:nvSpPr>
        <p:spPr>
          <a:xfrm>
            <a:off x="97888" y="377012"/>
            <a:ext cx="9893400" cy="296700"/>
          </a:xfrm>
          <a:prstGeom prst="roundRect">
            <a:avLst>
              <a:gd fmla="val 22902" name="adj"/>
            </a:avLst>
          </a:prstGeom>
          <a:solidFill>
            <a:srgbClr val="F3F3F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13369" name="Google Shape;13369;p223"/>
          <p:cNvSpPr/>
          <p:nvPr/>
        </p:nvSpPr>
        <p:spPr>
          <a:xfrm>
            <a:off x="77688" y="358938"/>
            <a:ext cx="9935700" cy="6438000"/>
          </a:xfrm>
          <a:prstGeom prst="roundRect">
            <a:avLst>
              <a:gd fmla="val 2618" name="adj"/>
            </a:avLst>
          </a:prstGeom>
          <a:solidFill>
            <a:srgbClr val="FFFFFF"/>
          </a:solidFill>
          <a:ln cap="flat" cmpd="sng" w="38100">
            <a:solidFill>
              <a:srgbClr val="000000"/>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3370" name="Google Shape;13370;p223"/>
          <p:cNvCxnSpPr/>
          <p:nvPr/>
        </p:nvCxnSpPr>
        <p:spPr>
          <a:xfrm>
            <a:off x="77688" y="772614"/>
            <a:ext cx="9935700" cy="0"/>
          </a:xfrm>
          <a:prstGeom prst="straightConnector1">
            <a:avLst/>
          </a:prstGeom>
          <a:noFill/>
          <a:ln cap="flat" cmpd="sng" w="19050">
            <a:solidFill>
              <a:srgbClr val="000000"/>
            </a:solidFill>
            <a:prstDash val="solid"/>
            <a:round/>
            <a:headEnd len="med" w="med" type="none"/>
            <a:tailEnd len="med" w="med" type="none"/>
          </a:ln>
        </p:spPr>
      </p:cxnSp>
      <p:cxnSp>
        <p:nvCxnSpPr>
          <p:cNvPr id="13371" name="Google Shape;13371;p223"/>
          <p:cNvCxnSpPr/>
          <p:nvPr/>
        </p:nvCxnSpPr>
        <p:spPr>
          <a:xfrm rot="10800000">
            <a:off x="2439038" y="368188"/>
            <a:ext cx="0" cy="402300"/>
          </a:xfrm>
          <a:prstGeom prst="straightConnector1">
            <a:avLst/>
          </a:prstGeom>
          <a:noFill/>
          <a:ln cap="flat" cmpd="sng" w="19050">
            <a:solidFill>
              <a:srgbClr val="000000"/>
            </a:solidFill>
            <a:prstDash val="solid"/>
            <a:round/>
            <a:headEnd len="med" w="med" type="none"/>
            <a:tailEnd len="med" w="med" type="none"/>
          </a:ln>
        </p:spPr>
      </p:cxnSp>
      <p:sp>
        <p:nvSpPr>
          <p:cNvPr id="13372" name="Google Shape;13372;p223"/>
          <p:cNvSpPr/>
          <p:nvPr/>
        </p:nvSpPr>
        <p:spPr>
          <a:xfrm>
            <a:off x="77688" y="349338"/>
            <a:ext cx="2361300" cy="421200"/>
          </a:xfrm>
          <a:prstGeom prst="roundRect">
            <a:avLst>
              <a:gd fmla="val 50000" name="adj"/>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s-419" sz="1200">
                <a:solidFill>
                  <a:srgbClr val="FFFFFF"/>
                </a:solidFill>
              </a:rPr>
              <a:t>Problemas a Resolver</a:t>
            </a:r>
            <a:endParaRPr b="1" sz="1200">
              <a:solidFill>
                <a:srgbClr val="FFFFFF"/>
              </a:solidFill>
            </a:endParaRPr>
          </a:p>
          <a:p>
            <a:pPr indent="0" lvl="0" marL="0" rtl="0" algn="ctr">
              <a:spcBef>
                <a:spcPts val="0"/>
              </a:spcBef>
              <a:spcAft>
                <a:spcPts val="0"/>
              </a:spcAft>
              <a:buNone/>
            </a:pPr>
            <a:r>
              <a:t/>
            </a:r>
            <a:endParaRPr b="1" sz="1200">
              <a:solidFill>
                <a:srgbClr val="FFFFFF"/>
              </a:solidFill>
            </a:endParaRPr>
          </a:p>
        </p:txBody>
      </p:sp>
      <p:sp>
        <p:nvSpPr>
          <p:cNvPr id="13373" name="Google Shape;13373;p223"/>
          <p:cNvSpPr/>
          <p:nvPr/>
        </p:nvSpPr>
        <p:spPr>
          <a:xfrm>
            <a:off x="83988" y="595504"/>
            <a:ext cx="190200" cy="1692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4" name="Google Shape;13374;p223"/>
          <p:cNvSpPr/>
          <p:nvPr/>
        </p:nvSpPr>
        <p:spPr>
          <a:xfrm>
            <a:off x="2292338" y="358938"/>
            <a:ext cx="146700" cy="4023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375" name="Google Shape;13375;p223"/>
          <p:cNvGrpSpPr/>
          <p:nvPr/>
        </p:nvGrpSpPr>
        <p:grpSpPr>
          <a:xfrm>
            <a:off x="276364" y="879032"/>
            <a:ext cx="9529364" cy="605153"/>
            <a:chOff x="276364" y="879032"/>
            <a:chExt cx="9529364" cy="605153"/>
          </a:xfrm>
        </p:grpSpPr>
        <p:sp>
          <p:nvSpPr>
            <p:cNvPr id="13376" name="Google Shape;13376;p223"/>
            <p:cNvSpPr/>
            <p:nvPr/>
          </p:nvSpPr>
          <p:spPr>
            <a:xfrm>
              <a:off x="2657880" y="879032"/>
              <a:ext cx="3546300" cy="266400"/>
            </a:xfrm>
            <a:prstGeom prst="roundRect">
              <a:avLst>
                <a:gd fmla="val 16667" name="adj"/>
              </a:avLst>
            </a:prstGeom>
            <a:solidFill>
              <a:srgbClr val="F9CB9C"/>
            </a:solidFill>
            <a:ln>
              <a:noFill/>
            </a:ln>
            <a:effectLst>
              <a:outerShdw blurRad="57150" rotWithShape="0" algn="bl" dir="5400000" dist="19050">
                <a:srgbClr val="000000">
                  <a:alpha val="49800"/>
                </a:srgbClr>
              </a:outerShdw>
            </a:effectLst>
          </p:spPr>
          <p:txBody>
            <a:bodyPr anchorCtr="0" anchor="ctr" bIns="36000" lIns="0" spcFirstLastPara="1" rIns="0" wrap="square" tIns="36000">
              <a:noAutofit/>
            </a:bodyPr>
            <a:lstStyle/>
            <a:p>
              <a:pPr indent="0" lvl="0" marL="0" marR="0" rtl="0" algn="ctr">
                <a:lnSpc>
                  <a:spcPct val="100000"/>
                </a:lnSpc>
                <a:spcBef>
                  <a:spcPts val="0"/>
                </a:spcBef>
                <a:spcAft>
                  <a:spcPts val="0"/>
                </a:spcAft>
                <a:buClr>
                  <a:srgbClr val="000000"/>
                </a:buClr>
                <a:buSzPts val="1100"/>
                <a:buFont typeface="Arial"/>
                <a:buNone/>
              </a:pPr>
              <a:r>
                <a:rPr b="1" lang="es-419" sz="1200">
                  <a:latin typeface="Arvo"/>
                  <a:ea typeface="Arvo"/>
                  <a:cs typeface="Arvo"/>
                  <a:sym typeface="Arvo"/>
                </a:rPr>
                <a:t>Situación</a:t>
              </a:r>
              <a:endParaRPr b="1" i="0" sz="1200" u="none" cap="none" strike="noStrike">
                <a:solidFill>
                  <a:srgbClr val="000000"/>
                </a:solidFill>
                <a:latin typeface="Arvo"/>
                <a:ea typeface="Arvo"/>
                <a:cs typeface="Arvo"/>
                <a:sym typeface="Arvo"/>
              </a:endParaRPr>
            </a:p>
          </p:txBody>
        </p:sp>
        <p:sp>
          <p:nvSpPr>
            <p:cNvPr id="13377" name="Google Shape;13377;p223"/>
            <p:cNvSpPr/>
            <p:nvPr/>
          </p:nvSpPr>
          <p:spPr>
            <a:xfrm>
              <a:off x="2657914" y="1209498"/>
              <a:ext cx="1731600" cy="265800"/>
            </a:xfrm>
            <a:prstGeom prst="roundRect">
              <a:avLst>
                <a:gd fmla="val 16667" name="adj"/>
              </a:avLst>
            </a:prstGeom>
            <a:solidFill>
              <a:srgbClr val="D9EAD3"/>
            </a:solidFill>
            <a:ln>
              <a:noFill/>
            </a:ln>
            <a:effectLst>
              <a:outerShdw blurRad="57150" rotWithShape="0" algn="bl" dir="5400000" dist="19050">
                <a:srgbClr val="000000">
                  <a:alpha val="49800"/>
                </a:srgbClr>
              </a:outerShdw>
            </a:effectLst>
          </p:spPr>
          <p:txBody>
            <a:bodyPr anchorCtr="0" anchor="ctr" bIns="36000" lIns="0" spcFirstLastPara="1" rIns="0" wrap="square" tIns="36000">
              <a:noAutofit/>
            </a:bodyPr>
            <a:lstStyle/>
            <a:p>
              <a:pPr indent="0" lvl="0" marL="0" marR="0" rtl="0" algn="ctr">
                <a:lnSpc>
                  <a:spcPct val="100000"/>
                </a:lnSpc>
                <a:spcBef>
                  <a:spcPts val="0"/>
                </a:spcBef>
                <a:spcAft>
                  <a:spcPts val="0"/>
                </a:spcAft>
                <a:buClr>
                  <a:srgbClr val="000000"/>
                </a:buClr>
                <a:buSzPts val="1100"/>
                <a:buFont typeface="Arial"/>
                <a:buNone/>
              </a:pPr>
              <a:r>
                <a:rPr b="1" lang="es-419" sz="1200">
                  <a:latin typeface="Arvo"/>
                  <a:ea typeface="Arvo"/>
                  <a:cs typeface="Arvo"/>
                  <a:sym typeface="Arvo"/>
                </a:rPr>
                <a:t>Aceptable</a:t>
              </a:r>
              <a:endParaRPr b="1" i="0" sz="1200" u="none" cap="none" strike="noStrike">
                <a:solidFill>
                  <a:srgbClr val="000000"/>
                </a:solidFill>
                <a:latin typeface="Arvo"/>
                <a:ea typeface="Arvo"/>
                <a:cs typeface="Arvo"/>
                <a:sym typeface="Arvo"/>
              </a:endParaRPr>
            </a:p>
          </p:txBody>
        </p:sp>
        <p:sp>
          <p:nvSpPr>
            <p:cNvPr id="13378" name="Google Shape;13378;p223"/>
            <p:cNvSpPr/>
            <p:nvPr/>
          </p:nvSpPr>
          <p:spPr>
            <a:xfrm>
              <a:off x="6273346" y="887785"/>
              <a:ext cx="1731600" cy="596400"/>
            </a:xfrm>
            <a:prstGeom prst="roundRect">
              <a:avLst>
                <a:gd fmla="val 16667" name="adj"/>
              </a:avLst>
            </a:prstGeom>
            <a:solidFill>
              <a:srgbClr val="EAD1DC"/>
            </a:solidFill>
            <a:ln>
              <a:noFill/>
            </a:ln>
            <a:effectLst>
              <a:outerShdw blurRad="57150" rotWithShape="0" algn="bl" dir="5400000" dist="19050">
                <a:srgbClr val="000000">
                  <a:alpha val="49800"/>
                </a:srgbClr>
              </a:outerShdw>
            </a:effectLst>
          </p:spPr>
          <p:txBody>
            <a:bodyPr anchorCtr="0" anchor="ctr" bIns="36000" lIns="0" spcFirstLastPara="1" rIns="0" wrap="square" tIns="36000">
              <a:noAutofit/>
            </a:bodyPr>
            <a:lstStyle/>
            <a:p>
              <a:pPr indent="0" lvl="0" marL="0" marR="0" rtl="0" algn="ctr">
                <a:lnSpc>
                  <a:spcPct val="100000"/>
                </a:lnSpc>
                <a:spcBef>
                  <a:spcPts val="0"/>
                </a:spcBef>
                <a:spcAft>
                  <a:spcPts val="0"/>
                </a:spcAft>
                <a:buClr>
                  <a:srgbClr val="000000"/>
                </a:buClr>
                <a:buSzPts val="1100"/>
                <a:buFont typeface="Arial"/>
                <a:buNone/>
              </a:pPr>
              <a:r>
                <a:rPr b="1" lang="es-419" sz="1200">
                  <a:latin typeface="Arvo"/>
                  <a:ea typeface="Arvo"/>
                  <a:cs typeface="Arvo"/>
                  <a:sym typeface="Arvo"/>
                </a:rPr>
                <a:t>Problema</a:t>
              </a:r>
              <a:endParaRPr b="1" i="0" sz="1200" u="none" cap="none" strike="noStrike">
                <a:solidFill>
                  <a:srgbClr val="000000"/>
                </a:solidFill>
                <a:latin typeface="Arvo"/>
                <a:ea typeface="Arvo"/>
                <a:cs typeface="Arvo"/>
                <a:sym typeface="Arvo"/>
              </a:endParaRPr>
            </a:p>
          </p:txBody>
        </p:sp>
        <p:sp>
          <p:nvSpPr>
            <p:cNvPr id="13379" name="Google Shape;13379;p223"/>
            <p:cNvSpPr/>
            <p:nvPr/>
          </p:nvSpPr>
          <p:spPr>
            <a:xfrm>
              <a:off x="4472538" y="1209498"/>
              <a:ext cx="1731600" cy="265800"/>
            </a:xfrm>
            <a:prstGeom prst="roundRect">
              <a:avLst>
                <a:gd fmla="val 16667" name="adj"/>
              </a:avLst>
            </a:prstGeom>
            <a:solidFill>
              <a:srgbClr val="F4CCCC"/>
            </a:solidFill>
            <a:ln>
              <a:noFill/>
            </a:ln>
            <a:effectLst>
              <a:outerShdw blurRad="57150" rotWithShape="0" algn="bl" dir="5400000" dist="19050">
                <a:srgbClr val="000000">
                  <a:alpha val="49800"/>
                </a:srgbClr>
              </a:outerShdw>
            </a:effectLst>
          </p:spPr>
          <p:txBody>
            <a:bodyPr anchorCtr="0" anchor="ctr" bIns="36000" lIns="0" spcFirstLastPara="1" rIns="0" wrap="square" tIns="36000">
              <a:noAutofit/>
            </a:bodyPr>
            <a:lstStyle/>
            <a:p>
              <a:pPr indent="0" lvl="0" marL="0" marR="0" rtl="0" algn="ctr">
                <a:lnSpc>
                  <a:spcPct val="100000"/>
                </a:lnSpc>
                <a:spcBef>
                  <a:spcPts val="0"/>
                </a:spcBef>
                <a:spcAft>
                  <a:spcPts val="0"/>
                </a:spcAft>
                <a:buClr>
                  <a:srgbClr val="000000"/>
                </a:buClr>
                <a:buSzPts val="1100"/>
                <a:buFont typeface="Arial"/>
                <a:buNone/>
              </a:pPr>
              <a:r>
                <a:rPr b="1" lang="es-419" sz="1200">
                  <a:latin typeface="Arvo"/>
                  <a:ea typeface="Arvo"/>
                  <a:cs typeface="Arvo"/>
                  <a:sym typeface="Arvo"/>
                </a:rPr>
                <a:t>Actual</a:t>
              </a:r>
              <a:endParaRPr b="1" i="0" sz="1200" u="none" cap="none" strike="noStrike">
                <a:solidFill>
                  <a:srgbClr val="000000"/>
                </a:solidFill>
                <a:latin typeface="Arvo"/>
                <a:ea typeface="Arvo"/>
                <a:cs typeface="Arvo"/>
                <a:sym typeface="Arvo"/>
              </a:endParaRPr>
            </a:p>
          </p:txBody>
        </p:sp>
        <p:sp>
          <p:nvSpPr>
            <p:cNvPr id="13380" name="Google Shape;13380;p223"/>
            <p:cNvSpPr/>
            <p:nvPr/>
          </p:nvSpPr>
          <p:spPr>
            <a:xfrm>
              <a:off x="843586" y="887785"/>
              <a:ext cx="1731300" cy="596400"/>
            </a:xfrm>
            <a:prstGeom prst="roundRect">
              <a:avLst>
                <a:gd fmla="val 16667" name="adj"/>
              </a:avLst>
            </a:prstGeom>
            <a:solidFill>
              <a:srgbClr val="FFF2CC"/>
            </a:solidFill>
            <a:ln>
              <a:noFill/>
            </a:ln>
            <a:effectLst>
              <a:outerShdw blurRad="57150" rotWithShape="0" algn="bl" dir="5400000" dist="19050">
                <a:srgbClr val="000000">
                  <a:alpha val="49800"/>
                </a:srgbClr>
              </a:outerShdw>
            </a:effectLst>
          </p:spPr>
          <p:txBody>
            <a:bodyPr anchorCtr="0" anchor="ctr" bIns="36000" lIns="0" spcFirstLastPara="1" rIns="0" wrap="square" tIns="36000">
              <a:noAutofit/>
            </a:bodyPr>
            <a:lstStyle/>
            <a:p>
              <a:pPr indent="0" lvl="0" marL="0" marR="0" rtl="0" algn="ctr">
                <a:lnSpc>
                  <a:spcPct val="100000"/>
                </a:lnSpc>
                <a:spcBef>
                  <a:spcPts val="0"/>
                </a:spcBef>
                <a:spcAft>
                  <a:spcPts val="0"/>
                </a:spcAft>
                <a:buClr>
                  <a:srgbClr val="000000"/>
                </a:buClr>
                <a:buSzPts val="1100"/>
                <a:buFont typeface="Arial"/>
                <a:buNone/>
              </a:pPr>
              <a:r>
                <a:rPr b="1" lang="es-419" sz="1200">
                  <a:latin typeface="Arvo"/>
                  <a:ea typeface="Arvo"/>
                  <a:cs typeface="Arvo"/>
                  <a:sym typeface="Arvo"/>
                </a:rPr>
                <a:t>Causa</a:t>
              </a:r>
              <a:endParaRPr b="1" sz="1200">
                <a:latin typeface="Arvo"/>
                <a:ea typeface="Arvo"/>
                <a:cs typeface="Arvo"/>
                <a:sym typeface="Arvo"/>
              </a:endParaRPr>
            </a:p>
          </p:txBody>
        </p:sp>
        <p:sp>
          <p:nvSpPr>
            <p:cNvPr id="13381" name="Google Shape;13381;p223"/>
            <p:cNvSpPr/>
            <p:nvPr/>
          </p:nvSpPr>
          <p:spPr>
            <a:xfrm>
              <a:off x="276364" y="887785"/>
              <a:ext cx="484200" cy="596400"/>
            </a:xfrm>
            <a:prstGeom prst="roundRect">
              <a:avLst>
                <a:gd fmla="val 16667" name="adj"/>
              </a:avLst>
            </a:prstGeom>
            <a:solidFill>
              <a:srgbClr val="F3F3F3"/>
            </a:solidFill>
            <a:ln>
              <a:noFill/>
            </a:ln>
            <a:effectLst>
              <a:outerShdw blurRad="57150" rotWithShape="0" algn="bl" dir="5400000" dist="19050">
                <a:srgbClr val="000000">
                  <a:alpha val="49800"/>
                </a:srgbClr>
              </a:outerShdw>
            </a:effectLst>
          </p:spPr>
          <p:txBody>
            <a:bodyPr anchorCtr="0" anchor="ctr" bIns="36000" lIns="0" spcFirstLastPara="1" rIns="0" wrap="square" tIns="36000">
              <a:noAutofit/>
            </a:bodyPr>
            <a:lstStyle/>
            <a:p>
              <a:pPr indent="0" lvl="0" marL="0" marR="0" rtl="0" algn="ctr">
                <a:lnSpc>
                  <a:spcPct val="100000"/>
                </a:lnSpc>
                <a:spcBef>
                  <a:spcPts val="0"/>
                </a:spcBef>
                <a:spcAft>
                  <a:spcPts val="0"/>
                </a:spcAft>
                <a:buClr>
                  <a:srgbClr val="000000"/>
                </a:buClr>
                <a:buSzPts val="1100"/>
                <a:buFont typeface="Arial"/>
                <a:buNone/>
              </a:pPr>
              <a:r>
                <a:rPr b="1" lang="es-419" sz="1200">
                  <a:latin typeface="Arvo"/>
                  <a:ea typeface="Arvo"/>
                  <a:cs typeface="Arvo"/>
                  <a:sym typeface="Arvo"/>
                </a:rPr>
                <a:t>#</a:t>
              </a:r>
              <a:endParaRPr b="1" i="0" sz="1200" u="none" cap="none" strike="noStrike">
                <a:solidFill>
                  <a:srgbClr val="000000"/>
                </a:solidFill>
                <a:latin typeface="Arvo"/>
                <a:ea typeface="Arvo"/>
                <a:cs typeface="Arvo"/>
                <a:sym typeface="Arvo"/>
              </a:endParaRPr>
            </a:p>
          </p:txBody>
        </p:sp>
        <p:sp>
          <p:nvSpPr>
            <p:cNvPr id="13382" name="Google Shape;13382;p223"/>
            <p:cNvSpPr/>
            <p:nvPr/>
          </p:nvSpPr>
          <p:spPr>
            <a:xfrm>
              <a:off x="8074128" y="887785"/>
              <a:ext cx="1731600" cy="596400"/>
            </a:xfrm>
            <a:prstGeom prst="roundRect">
              <a:avLst>
                <a:gd fmla="val 16667" name="adj"/>
              </a:avLst>
            </a:prstGeom>
            <a:solidFill>
              <a:srgbClr val="CFE2F3"/>
            </a:solidFill>
            <a:ln>
              <a:noFill/>
            </a:ln>
            <a:effectLst>
              <a:outerShdw blurRad="57150" rotWithShape="0" algn="bl" dir="5400000" dist="19050">
                <a:srgbClr val="000000">
                  <a:alpha val="49800"/>
                </a:srgbClr>
              </a:outerShdw>
            </a:effectLst>
          </p:spPr>
          <p:txBody>
            <a:bodyPr anchorCtr="0" anchor="ctr" bIns="36000" lIns="0" spcFirstLastPara="1" rIns="0" wrap="square" tIns="36000">
              <a:noAutofit/>
            </a:bodyPr>
            <a:lstStyle/>
            <a:p>
              <a:pPr indent="0" lvl="0" marL="0" marR="0" rtl="0" algn="ctr">
                <a:lnSpc>
                  <a:spcPct val="100000"/>
                </a:lnSpc>
                <a:spcBef>
                  <a:spcPts val="0"/>
                </a:spcBef>
                <a:spcAft>
                  <a:spcPts val="0"/>
                </a:spcAft>
                <a:buClr>
                  <a:srgbClr val="000000"/>
                </a:buClr>
                <a:buSzPts val="1100"/>
                <a:buFont typeface="Arial"/>
                <a:buNone/>
              </a:pPr>
              <a:r>
                <a:rPr b="1" lang="es-419" sz="1200">
                  <a:latin typeface="Arvo"/>
                  <a:ea typeface="Arvo"/>
                  <a:cs typeface="Arvo"/>
                  <a:sym typeface="Arvo"/>
                </a:rPr>
                <a:t>Efecto</a:t>
              </a:r>
              <a:endParaRPr b="1" sz="1200">
                <a:latin typeface="Arvo"/>
                <a:ea typeface="Arvo"/>
                <a:cs typeface="Arvo"/>
                <a:sym typeface="Arvo"/>
              </a:endParaRPr>
            </a:p>
          </p:txBody>
        </p:sp>
      </p:grpSp>
      <p:grpSp>
        <p:nvGrpSpPr>
          <p:cNvPr id="13383" name="Google Shape;13383;p223"/>
          <p:cNvGrpSpPr/>
          <p:nvPr/>
        </p:nvGrpSpPr>
        <p:grpSpPr>
          <a:xfrm>
            <a:off x="274200" y="1581909"/>
            <a:ext cx="9531600" cy="561583"/>
            <a:chOff x="274200" y="1663702"/>
            <a:chExt cx="9531600" cy="900550"/>
          </a:xfrm>
        </p:grpSpPr>
        <p:sp>
          <p:nvSpPr>
            <p:cNvPr id="13384" name="Google Shape;13384;p223"/>
            <p:cNvSpPr/>
            <p:nvPr/>
          </p:nvSpPr>
          <p:spPr>
            <a:xfrm>
              <a:off x="274200" y="1663702"/>
              <a:ext cx="9531600" cy="9000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600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t/>
              </a:r>
              <a:endParaRPr b="1" i="0" sz="1800" u="none" cap="none" strike="noStrike">
                <a:solidFill>
                  <a:srgbClr val="000000"/>
                </a:solidFill>
                <a:latin typeface="Roboto"/>
                <a:ea typeface="Roboto"/>
                <a:cs typeface="Roboto"/>
                <a:sym typeface="Roboto"/>
              </a:endParaRPr>
            </a:p>
          </p:txBody>
        </p:sp>
        <p:cxnSp>
          <p:nvCxnSpPr>
            <p:cNvPr id="13385" name="Google Shape;13385;p223"/>
            <p:cNvCxnSpPr/>
            <p:nvPr/>
          </p:nvCxnSpPr>
          <p:spPr>
            <a:xfrm>
              <a:off x="805925" y="1664552"/>
              <a:ext cx="0" cy="899700"/>
            </a:xfrm>
            <a:prstGeom prst="straightConnector1">
              <a:avLst/>
            </a:prstGeom>
            <a:noFill/>
            <a:ln cap="flat" cmpd="sng" w="28575">
              <a:solidFill>
                <a:srgbClr val="D9D9D9"/>
              </a:solidFill>
              <a:prstDash val="solid"/>
              <a:round/>
              <a:headEnd len="sm" w="sm" type="none"/>
              <a:tailEnd len="sm" w="sm" type="none"/>
            </a:ln>
          </p:spPr>
        </p:cxnSp>
        <p:cxnSp>
          <p:nvCxnSpPr>
            <p:cNvPr id="13386" name="Google Shape;13386;p223"/>
            <p:cNvCxnSpPr/>
            <p:nvPr/>
          </p:nvCxnSpPr>
          <p:spPr>
            <a:xfrm>
              <a:off x="2607089" y="1664552"/>
              <a:ext cx="0" cy="899700"/>
            </a:xfrm>
            <a:prstGeom prst="straightConnector1">
              <a:avLst/>
            </a:prstGeom>
            <a:noFill/>
            <a:ln cap="flat" cmpd="sng" w="28575">
              <a:solidFill>
                <a:srgbClr val="D9D9D9"/>
              </a:solidFill>
              <a:prstDash val="solid"/>
              <a:round/>
              <a:headEnd len="sm" w="sm" type="none"/>
              <a:tailEnd len="sm" w="sm" type="none"/>
            </a:ln>
          </p:spPr>
        </p:cxnSp>
        <p:cxnSp>
          <p:nvCxnSpPr>
            <p:cNvPr id="13387" name="Google Shape;13387;p223"/>
            <p:cNvCxnSpPr/>
            <p:nvPr/>
          </p:nvCxnSpPr>
          <p:spPr>
            <a:xfrm>
              <a:off x="4429180" y="1664552"/>
              <a:ext cx="0" cy="899700"/>
            </a:xfrm>
            <a:prstGeom prst="straightConnector1">
              <a:avLst/>
            </a:prstGeom>
            <a:noFill/>
            <a:ln cap="flat" cmpd="sng" w="28575">
              <a:solidFill>
                <a:srgbClr val="B7B7B7"/>
              </a:solidFill>
              <a:prstDash val="solid"/>
              <a:round/>
              <a:headEnd len="sm" w="sm" type="none"/>
              <a:tailEnd len="sm" w="sm" type="none"/>
            </a:ln>
          </p:spPr>
        </p:cxnSp>
        <p:cxnSp>
          <p:nvCxnSpPr>
            <p:cNvPr id="13388" name="Google Shape;13388;p223"/>
            <p:cNvCxnSpPr/>
            <p:nvPr/>
          </p:nvCxnSpPr>
          <p:spPr>
            <a:xfrm>
              <a:off x="6237052" y="1664552"/>
              <a:ext cx="0" cy="899700"/>
            </a:xfrm>
            <a:prstGeom prst="straightConnector1">
              <a:avLst/>
            </a:prstGeom>
            <a:noFill/>
            <a:ln cap="flat" cmpd="sng" w="28575">
              <a:solidFill>
                <a:srgbClr val="D9D9D9"/>
              </a:solidFill>
              <a:prstDash val="solid"/>
              <a:round/>
              <a:headEnd len="sm" w="sm" type="none"/>
              <a:tailEnd len="sm" w="sm" type="none"/>
            </a:ln>
          </p:spPr>
        </p:cxnSp>
        <p:cxnSp>
          <p:nvCxnSpPr>
            <p:cNvPr id="13389" name="Google Shape;13389;p223"/>
            <p:cNvCxnSpPr/>
            <p:nvPr/>
          </p:nvCxnSpPr>
          <p:spPr>
            <a:xfrm>
              <a:off x="8031107" y="1664552"/>
              <a:ext cx="0" cy="899700"/>
            </a:xfrm>
            <a:prstGeom prst="straightConnector1">
              <a:avLst/>
            </a:prstGeom>
            <a:noFill/>
            <a:ln cap="flat" cmpd="sng" w="28575">
              <a:solidFill>
                <a:srgbClr val="D9D9D9"/>
              </a:solidFill>
              <a:prstDash val="solid"/>
              <a:round/>
              <a:headEnd len="sm" w="sm" type="none"/>
              <a:tailEnd len="sm" w="sm" type="none"/>
            </a:ln>
          </p:spPr>
        </p:cxnSp>
        <p:sp>
          <p:nvSpPr>
            <p:cNvPr id="13390" name="Google Shape;13390;p223"/>
            <p:cNvSpPr/>
            <p:nvPr/>
          </p:nvSpPr>
          <p:spPr>
            <a:xfrm>
              <a:off x="2627447" y="1670375"/>
              <a:ext cx="1782000" cy="893400"/>
            </a:xfrm>
            <a:prstGeom prst="rect">
              <a:avLst/>
            </a:prstGeom>
            <a:solidFill>
              <a:srgbClr val="D9EAD3"/>
            </a:solidFill>
            <a:ln cap="flat" cmpd="sng" w="9525">
              <a:solidFill>
                <a:srgbClr val="D9EA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1" name="Google Shape;13391;p223"/>
            <p:cNvSpPr/>
            <p:nvPr/>
          </p:nvSpPr>
          <p:spPr>
            <a:xfrm>
              <a:off x="4450520" y="1670375"/>
              <a:ext cx="1764000" cy="893400"/>
            </a:xfrm>
            <a:prstGeom prst="rect">
              <a:avLst/>
            </a:prstGeom>
            <a:solidFill>
              <a:srgbClr val="F4CCCC"/>
            </a:solidFill>
            <a:ln cap="flat" cmpd="sng" w="9525">
              <a:solidFill>
                <a:srgbClr val="F4CCC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92" name="Google Shape;13392;p223"/>
          <p:cNvGrpSpPr/>
          <p:nvPr/>
        </p:nvGrpSpPr>
        <p:grpSpPr>
          <a:xfrm>
            <a:off x="274200" y="2878041"/>
            <a:ext cx="9531600" cy="561583"/>
            <a:chOff x="274200" y="1663702"/>
            <a:chExt cx="9531600" cy="900550"/>
          </a:xfrm>
        </p:grpSpPr>
        <p:sp>
          <p:nvSpPr>
            <p:cNvPr id="13393" name="Google Shape;13393;p223"/>
            <p:cNvSpPr/>
            <p:nvPr/>
          </p:nvSpPr>
          <p:spPr>
            <a:xfrm>
              <a:off x="274200" y="1663702"/>
              <a:ext cx="9531600" cy="9000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600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t/>
              </a:r>
              <a:endParaRPr b="1" i="0" sz="1800" u="none" cap="none" strike="noStrike">
                <a:solidFill>
                  <a:srgbClr val="000000"/>
                </a:solidFill>
                <a:latin typeface="Roboto"/>
                <a:ea typeface="Roboto"/>
                <a:cs typeface="Roboto"/>
                <a:sym typeface="Roboto"/>
              </a:endParaRPr>
            </a:p>
          </p:txBody>
        </p:sp>
        <p:cxnSp>
          <p:nvCxnSpPr>
            <p:cNvPr id="13394" name="Google Shape;13394;p223"/>
            <p:cNvCxnSpPr/>
            <p:nvPr/>
          </p:nvCxnSpPr>
          <p:spPr>
            <a:xfrm>
              <a:off x="805925" y="1664552"/>
              <a:ext cx="0" cy="899700"/>
            </a:xfrm>
            <a:prstGeom prst="straightConnector1">
              <a:avLst/>
            </a:prstGeom>
            <a:noFill/>
            <a:ln cap="flat" cmpd="sng" w="28575">
              <a:solidFill>
                <a:srgbClr val="D9D9D9"/>
              </a:solidFill>
              <a:prstDash val="solid"/>
              <a:round/>
              <a:headEnd len="sm" w="sm" type="none"/>
              <a:tailEnd len="sm" w="sm" type="none"/>
            </a:ln>
          </p:spPr>
        </p:cxnSp>
        <p:cxnSp>
          <p:nvCxnSpPr>
            <p:cNvPr id="13395" name="Google Shape;13395;p223"/>
            <p:cNvCxnSpPr/>
            <p:nvPr/>
          </p:nvCxnSpPr>
          <p:spPr>
            <a:xfrm>
              <a:off x="2607089" y="1664552"/>
              <a:ext cx="0" cy="899700"/>
            </a:xfrm>
            <a:prstGeom prst="straightConnector1">
              <a:avLst/>
            </a:prstGeom>
            <a:noFill/>
            <a:ln cap="flat" cmpd="sng" w="28575">
              <a:solidFill>
                <a:srgbClr val="D9D9D9"/>
              </a:solidFill>
              <a:prstDash val="solid"/>
              <a:round/>
              <a:headEnd len="sm" w="sm" type="none"/>
              <a:tailEnd len="sm" w="sm" type="none"/>
            </a:ln>
          </p:spPr>
        </p:cxnSp>
        <p:cxnSp>
          <p:nvCxnSpPr>
            <p:cNvPr id="13396" name="Google Shape;13396;p223"/>
            <p:cNvCxnSpPr/>
            <p:nvPr/>
          </p:nvCxnSpPr>
          <p:spPr>
            <a:xfrm>
              <a:off x="4429180" y="1664552"/>
              <a:ext cx="0" cy="899700"/>
            </a:xfrm>
            <a:prstGeom prst="straightConnector1">
              <a:avLst/>
            </a:prstGeom>
            <a:noFill/>
            <a:ln cap="flat" cmpd="sng" w="28575">
              <a:solidFill>
                <a:srgbClr val="B7B7B7"/>
              </a:solidFill>
              <a:prstDash val="solid"/>
              <a:round/>
              <a:headEnd len="sm" w="sm" type="none"/>
              <a:tailEnd len="sm" w="sm" type="none"/>
            </a:ln>
          </p:spPr>
        </p:cxnSp>
        <p:cxnSp>
          <p:nvCxnSpPr>
            <p:cNvPr id="13397" name="Google Shape;13397;p223"/>
            <p:cNvCxnSpPr/>
            <p:nvPr/>
          </p:nvCxnSpPr>
          <p:spPr>
            <a:xfrm>
              <a:off x="6237052" y="1664552"/>
              <a:ext cx="0" cy="899700"/>
            </a:xfrm>
            <a:prstGeom prst="straightConnector1">
              <a:avLst/>
            </a:prstGeom>
            <a:noFill/>
            <a:ln cap="flat" cmpd="sng" w="28575">
              <a:solidFill>
                <a:srgbClr val="D9D9D9"/>
              </a:solidFill>
              <a:prstDash val="solid"/>
              <a:round/>
              <a:headEnd len="sm" w="sm" type="none"/>
              <a:tailEnd len="sm" w="sm" type="none"/>
            </a:ln>
          </p:spPr>
        </p:cxnSp>
        <p:cxnSp>
          <p:nvCxnSpPr>
            <p:cNvPr id="13398" name="Google Shape;13398;p223"/>
            <p:cNvCxnSpPr/>
            <p:nvPr/>
          </p:nvCxnSpPr>
          <p:spPr>
            <a:xfrm>
              <a:off x="8031107" y="1664552"/>
              <a:ext cx="0" cy="899700"/>
            </a:xfrm>
            <a:prstGeom prst="straightConnector1">
              <a:avLst/>
            </a:prstGeom>
            <a:noFill/>
            <a:ln cap="flat" cmpd="sng" w="28575">
              <a:solidFill>
                <a:srgbClr val="D9D9D9"/>
              </a:solidFill>
              <a:prstDash val="solid"/>
              <a:round/>
              <a:headEnd len="sm" w="sm" type="none"/>
              <a:tailEnd len="sm" w="sm" type="none"/>
            </a:ln>
          </p:spPr>
        </p:cxnSp>
        <p:sp>
          <p:nvSpPr>
            <p:cNvPr id="13399" name="Google Shape;13399;p223"/>
            <p:cNvSpPr/>
            <p:nvPr/>
          </p:nvSpPr>
          <p:spPr>
            <a:xfrm>
              <a:off x="2627447" y="1670375"/>
              <a:ext cx="1782000" cy="893400"/>
            </a:xfrm>
            <a:prstGeom prst="rect">
              <a:avLst/>
            </a:prstGeom>
            <a:solidFill>
              <a:srgbClr val="D9EAD3"/>
            </a:solidFill>
            <a:ln cap="flat" cmpd="sng" w="9525">
              <a:solidFill>
                <a:srgbClr val="D9EA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0" name="Google Shape;13400;p223"/>
            <p:cNvSpPr/>
            <p:nvPr/>
          </p:nvSpPr>
          <p:spPr>
            <a:xfrm>
              <a:off x="4450520" y="1670375"/>
              <a:ext cx="1764000" cy="893400"/>
            </a:xfrm>
            <a:prstGeom prst="rect">
              <a:avLst/>
            </a:prstGeom>
            <a:solidFill>
              <a:srgbClr val="F4CCCC"/>
            </a:solidFill>
            <a:ln cap="flat" cmpd="sng" w="9525">
              <a:solidFill>
                <a:srgbClr val="F4CCC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01" name="Google Shape;13401;p223"/>
          <p:cNvGrpSpPr/>
          <p:nvPr/>
        </p:nvGrpSpPr>
        <p:grpSpPr>
          <a:xfrm>
            <a:off x="274200" y="3526110"/>
            <a:ext cx="9531600" cy="561583"/>
            <a:chOff x="274200" y="1663702"/>
            <a:chExt cx="9531600" cy="900550"/>
          </a:xfrm>
        </p:grpSpPr>
        <p:sp>
          <p:nvSpPr>
            <p:cNvPr id="13402" name="Google Shape;13402;p223"/>
            <p:cNvSpPr/>
            <p:nvPr/>
          </p:nvSpPr>
          <p:spPr>
            <a:xfrm>
              <a:off x="274200" y="1663702"/>
              <a:ext cx="9531600" cy="9000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600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t/>
              </a:r>
              <a:endParaRPr b="1" i="0" sz="1800" u="none" cap="none" strike="noStrike">
                <a:solidFill>
                  <a:srgbClr val="000000"/>
                </a:solidFill>
                <a:latin typeface="Roboto"/>
                <a:ea typeface="Roboto"/>
                <a:cs typeface="Roboto"/>
                <a:sym typeface="Roboto"/>
              </a:endParaRPr>
            </a:p>
          </p:txBody>
        </p:sp>
        <p:cxnSp>
          <p:nvCxnSpPr>
            <p:cNvPr id="13403" name="Google Shape;13403;p223"/>
            <p:cNvCxnSpPr/>
            <p:nvPr/>
          </p:nvCxnSpPr>
          <p:spPr>
            <a:xfrm>
              <a:off x="805925" y="1664552"/>
              <a:ext cx="0" cy="899700"/>
            </a:xfrm>
            <a:prstGeom prst="straightConnector1">
              <a:avLst/>
            </a:prstGeom>
            <a:noFill/>
            <a:ln cap="flat" cmpd="sng" w="28575">
              <a:solidFill>
                <a:srgbClr val="D9D9D9"/>
              </a:solidFill>
              <a:prstDash val="solid"/>
              <a:round/>
              <a:headEnd len="sm" w="sm" type="none"/>
              <a:tailEnd len="sm" w="sm" type="none"/>
            </a:ln>
          </p:spPr>
        </p:cxnSp>
        <p:cxnSp>
          <p:nvCxnSpPr>
            <p:cNvPr id="13404" name="Google Shape;13404;p223"/>
            <p:cNvCxnSpPr/>
            <p:nvPr/>
          </p:nvCxnSpPr>
          <p:spPr>
            <a:xfrm>
              <a:off x="2607089" y="1664552"/>
              <a:ext cx="0" cy="899700"/>
            </a:xfrm>
            <a:prstGeom prst="straightConnector1">
              <a:avLst/>
            </a:prstGeom>
            <a:noFill/>
            <a:ln cap="flat" cmpd="sng" w="28575">
              <a:solidFill>
                <a:srgbClr val="D9D9D9"/>
              </a:solidFill>
              <a:prstDash val="solid"/>
              <a:round/>
              <a:headEnd len="sm" w="sm" type="none"/>
              <a:tailEnd len="sm" w="sm" type="none"/>
            </a:ln>
          </p:spPr>
        </p:cxnSp>
        <p:cxnSp>
          <p:nvCxnSpPr>
            <p:cNvPr id="13405" name="Google Shape;13405;p223"/>
            <p:cNvCxnSpPr/>
            <p:nvPr/>
          </p:nvCxnSpPr>
          <p:spPr>
            <a:xfrm>
              <a:off x="4429180" y="1664552"/>
              <a:ext cx="0" cy="899700"/>
            </a:xfrm>
            <a:prstGeom prst="straightConnector1">
              <a:avLst/>
            </a:prstGeom>
            <a:noFill/>
            <a:ln cap="flat" cmpd="sng" w="28575">
              <a:solidFill>
                <a:srgbClr val="B7B7B7"/>
              </a:solidFill>
              <a:prstDash val="solid"/>
              <a:round/>
              <a:headEnd len="sm" w="sm" type="none"/>
              <a:tailEnd len="sm" w="sm" type="none"/>
            </a:ln>
          </p:spPr>
        </p:cxnSp>
        <p:cxnSp>
          <p:nvCxnSpPr>
            <p:cNvPr id="13406" name="Google Shape;13406;p223"/>
            <p:cNvCxnSpPr/>
            <p:nvPr/>
          </p:nvCxnSpPr>
          <p:spPr>
            <a:xfrm>
              <a:off x="6237052" y="1664552"/>
              <a:ext cx="0" cy="899700"/>
            </a:xfrm>
            <a:prstGeom prst="straightConnector1">
              <a:avLst/>
            </a:prstGeom>
            <a:noFill/>
            <a:ln cap="flat" cmpd="sng" w="28575">
              <a:solidFill>
                <a:srgbClr val="D9D9D9"/>
              </a:solidFill>
              <a:prstDash val="solid"/>
              <a:round/>
              <a:headEnd len="sm" w="sm" type="none"/>
              <a:tailEnd len="sm" w="sm" type="none"/>
            </a:ln>
          </p:spPr>
        </p:cxnSp>
        <p:cxnSp>
          <p:nvCxnSpPr>
            <p:cNvPr id="13407" name="Google Shape;13407;p223"/>
            <p:cNvCxnSpPr/>
            <p:nvPr/>
          </p:nvCxnSpPr>
          <p:spPr>
            <a:xfrm>
              <a:off x="8031107" y="1664552"/>
              <a:ext cx="0" cy="899700"/>
            </a:xfrm>
            <a:prstGeom prst="straightConnector1">
              <a:avLst/>
            </a:prstGeom>
            <a:noFill/>
            <a:ln cap="flat" cmpd="sng" w="28575">
              <a:solidFill>
                <a:srgbClr val="D9D9D9"/>
              </a:solidFill>
              <a:prstDash val="solid"/>
              <a:round/>
              <a:headEnd len="sm" w="sm" type="none"/>
              <a:tailEnd len="sm" w="sm" type="none"/>
            </a:ln>
          </p:spPr>
        </p:cxnSp>
        <p:sp>
          <p:nvSpPr>
            <p:cNvPr id="13408" name="Google Shape;13408;p223"/>
            <p:cNvSpPr/>
            <p:nvPr/>
          </p:nvSpPr>
          <p:spPr>
            <a:xfrm>
              <a:off x="2627447" y="1670375"/>
              <a:ext cx="1782000" cy="893400"/>
            </a:xfrm>
            <a:prstGeom prst="rect">
              <a:avLst/>
            </a:prstGeom>
            <a:solidFill>
              <a:srgbClr val="D9EAD3"/>
            </a:solidFill>
            <a:ln cap="flat" cmpd="sng" w="9525">
              <a:solidFill>
                <a:srgbClr val="D9EA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9" name="Google Shape;13409;p223"/>
            <p:cNvSpPr/>
            <p:nvPr/>
          </p:nvSpPr>
          <p:spPr>
            <a:xfrm>
              <a:off x="4450520" y="1670375"/>
              <a:ext cx="1764000" cy="893400"/>
            </a:xfrm>
            <a:prstGeom prst="rect">
              <a:avLst/>
            </a:prstGeom>
            <a:solidFill>
              <a:srgbClr val="F4CCCC"/>
            </a:solidFill>
            <a:ln cap="flat" cmpd="sng" w="9525">
              <a:solidFill>
                <a:srgbClr val="F4CCC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10" name="Google Shape;13410;p223"/>
          <p:cNvGrpSpPr/>
          <p:nvPr/>
        </p:nvGrpSpPr>
        <p:grpSpPr>
          <a:xfrm>
            <a:off x="274200" y="4174179"/>
            <a:ext cx="9531600" cy="561583"/>
            <a:chOff x="274200" y="1663702"/>
            <a:chExt cx="9531600" cy="900550"/>
          </a:xfrm>
        </p:grpSpPr>
        <p:sp>
          <p:nvSpPr>
            <p:cNvPr id="13411" name="Google Shape;13411;p223"/>
            <p:cNvSpPr/>
            <p:nvPr/>
          </p:nvSpPr>
          <p:spPr>
            <a:xfrm>
              <a:off x="274200" y="1663702"/>
              <a:ext cx="9531600" cy="9000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600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t/>
              </a:r>
              <a:endParaRPr b="1" i="0" sz="1800" u="none" cap="none" strike="noStrike">
                <a:solidFill>
                  <a:srgbClr val="000000"/>
                </a:solidFill>
                <a:latin typeface="Roboto"/>
                <a:ea typeface="Roboto"/>
                <a:cs typeface="Roboto"/>
                <a:sym typeface="Roboto"/>
              </a:endParaRPr>
            </a:p>
          </p:txBody>
        </p:sp>
        <p:cxnSp>
          <p:nvCxnSpPr>
            <p:cNvPr id="13412" name="Google Shape;13412;p223"/>
            <p:cNvCxnSpPr/>
            <p:nvPr/>
          </p:nvCxnSpPr>
          <p:spPr>
            <a:xfrm>
              <a:off x="805925" y="1664552"/>
              <a:ext cx="0" cy="899700"/>
            </a:xfrm>
            <a:prstGeom prst="straightConnector1">
              <a:avLst/>
            </a:prstGeom>
            <a:noFill/>
            <a:ln cap="flat" cmpd="sng" w="28575">
              <a:solidFill>
                <a:srgbClr val="D9D9D9"/>
              </a:solidFill>
              <a:prstDash val="solid"/>
              <a:round/>
              <a:headEnd len="sm" w="sm" type="none"/>
              <a:tailEnd len="sm" w="sm" type="none"/>
            </a:ln>
          </p:spPr>
        </p:cxnSp>
        <p:cxnSp>
          <p:nvCxnSpPr>
            <p:cNvPr id="13413" name="Google Shape;13413;p223"/>
            <p:cNvCxnSpPr/>
            <p:nvPr/>
          </p:nvCxnSpPr>
          <p:spPr>
            <a:xfrm>
              <a:off x="2607089" y="1664552"/>
              <a:ext cx="0" cy="899700"/>
            </a:xfrm>
            <a:prstGeom prst="straightConnector1">
              <a:avLst/>
            </a:prstGeom>
            <a:noFill/>
            <a:ln cap="flat" cmpd="sng" w="28575">
              <a:solidFill>
                <a:srgbClr val="D9D9D9"/>
              </a:solidFill>
              <a:prstDash val="solid"/>
              <a:round/>
              <a:headEnd len="sm" w="sm" type="none"/>
              <a:tailEnd len="sm" w="sm" type="none"/>
            </a:ln>
          </p:spPr>
        </p:cxnSp>
        <p:cxnSp>
          <p:nvCxnSpPr>
            <p:cNvPr id="13414" name="Google Shape;13414;p223"/>
            <p:cNvCxnSpPr/>
            <p:nvPr/>
          </p:nvCxnSpPr>
          <p:spPr>
            <a:xfrm>
              <a:off x="4429180" y="1664552"/>
              <a:ext cx="0" cy="899700"/>
            </a:xfrm>
            <a:prstGeom prst="straightConnector1">
              <a:avLst/>
            </a:prstGeom>
            <a:noFill/>
            <a:ln cap="flat" cmpd="sng" w="28575">
              <a:solidFill>
                <a:srgbClr val="B7B7B7"/>
              </a:solidFill>
              <a:prstDash val="solid"/>
              <a:round/>
              <a:headEnd len="sm" w="sm" type="none"/>
              <a:tailEnd len="sm" w="sm" type="none"/>
            </a:ln>
          </p:spPr>
        </p:cxnSp>
        <p:cxnSp>
          <p:nvCxnSpPr>
            <p:cNvPr id="13415" name="Google Shape;13415;p223"/>
            <p:cNvCxnSpPr/>
            <p:nvPr/>
          </p:nvCxnSpPr>
          <p:spPr>
            <a:xfrm>
              <a:off x="6237052" y="1664552"/>
              <a:ext cx="0" cy="899700"/>
            </a:xfrm>
            <a:prstGeom prst="straightConnector1">
              <a:avLst/>
            </a:prstGeom>
            <a:noFill/>
            <a:ln cap="flat" cmpd="sng" w="28575">
              <a:solidFill>
                <a:srgbClr val="D9D9D9"/>
              </a:solidFill>
              <a:prstDash val="solid"/>
              <a:round/>
              <a:headEnd len="sm" w="sm" type="none"/>
              <a:tailEnd len="sm" w="sm" type="none"/>
            </a:ln>
          </p:spPr>
        </p:cxnSp>
        <p:cxnSp>
          <p:nvCxnSpPr>
            <p:cNvPr id="13416" name="Google Shape;13416;p223"/>
            <p:cNvCxnSpPr/>
            <p:nvPr/>
          </p:nvCxnSpPr>
          <p:spPr>
            <a:xfrm>
              <a:off x="8031107" y="1664552"/>
              <a:ext cx="0" cy="899700"/>
            </a:xfrm>
            <a:prstGeom prst="straightConnector1">
              <a:avLst/>
            </a:prstGeom>
            <a:noFill/>
            <a:ln cap="flat" cmpd="sng" w="28575">
              <a:solidFill>
                <a:srgbClr val="D9D9D9"/>
              </a:solidFill>
              <a:prstDash val="solid"/>
              <a:round/>
              <a:headEnd len="sm" w="sm" type="none"/>
              <a:tailEnd len="sm" w="sm" type="none"/>
            </a:ln>
          </p:spPr>
        </p:cxnSp>
        <p:sp>
          <p:nvSpPr>
            <p:cNvPr id="13417" name="Google Shape;13417;p223"/>
            <p:cNvSpPr/>
            <p:nvPr/>
          </p:nvSpPr>
          <p:spPr>
            <a:xfrm>
              <a:off x="2627447" y="1670375"/>
              <a:ext cx="1782000" cy="893400"/>
            </a:xfrm>
            <a:prstGeom prst="rect">
              <a:avLst/>
            </a:prstGeom>
            <a:solidFill>
              <a:srgbClr val="D9EAD3"/>
            </a:solidFill>
            <a:ln cap="flat" cmpd="sng" w="9525">
              <a:solidFill>
                <a:srgbClr val="D9EA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8" name="Google Shape;13418;p223"/>
            <p:cNvSpPr/>
            <p:nvPr/>
          </p:nvSpPr>
          <p:spPr>
            <a:xfrm>
              <a:off x="4450520" y="1670375"/>
              <a:ext cx="1764000" cy="893400"/>
            </a:xfrm>
            <a:prstGeom prst="rect">
              <a:avLst/>
            </a:prstGeom>
            <a:solidFill>
              <a:srgbClr val="F4CCCC"/>
            </a:solidFill>
            <a:ln cap="flat" cmpd="sng" w="9525">
              <a:solidFill>
                <a:srgbClr val="F4CCC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419" name="Google Shape;13419;p223"/>
          <p:cNvSpPr txBox="1"/>
          <p:nvPr>
            <p:ph idx="1" type="subTitle"/>
          </p:nvPr>
        </p:nvSpPr>
        <p:spPr>
          <a:xfrm>
            <a:off x="832100" y="1581903"/>
            <a:ext cx="1750500" cy="5616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13420" name="Google Shape;13420;p223"/>
          <p:cNvSpPr txBox="1"/>
          <p:nvPr>
            <p:ph idx="2" type="subTitle"/>
          </p:nvPr>
        </p:nvSpPr>
        <p:spPr>
          <a:xfrm>
            <a:off x="2631411" y="1581903"/>
            <a:ext cx="1771500" cy="5616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13421" name="Google Shape;13421;p223"/>
          <p:cNvSpPr txBox="1"/>
          <p:nvPr>
            <p:ph idx="3" type="subTitle"/>
          </p:nvPr>
        </p:nvSpPr>
        <p:spPr>
          <a:xfrm>
            <a:off x="4460203" y="1581903"/>
            <a:ext cx="1750500" cy="5616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13422" name="Google Shape;13422;p223"/>
          <p:cNvSpPr txBox="1"/>
          <p:nvPr>
            <p:ph idx="4" type="subTitle"/>
          </p:nvPr>
        </p:nvSpPr>
        <p:spPr>
          <a:xfrm>
            <a:off x="6269339" y="1581903"/>
            <a:ext cx="1731300" cy="5616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13423" name="Google Shape;13423;p223"/>
          <p:cNvSpPr txBox="1"/>
          <p:nvPr>
            <p:ph idx="5" type="subTitle"/>
          </p:nvPr>
        </p:nvSpPr>
        <p:spPr>
          <a:xfrm>
            <a:off x="8053914" y="1581903"/>
            <a:ext cx="1731300" cy="5616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grpSp>
        <p:nvGrpSpPr>
          <p:cNvPr id="13424" name="Google Shape;13424;p223"/>
          <p:cNvGrpSpPr/>
          <p:nvPr/>
        </p:nvGrpSpPr>
        <p:grpSpPr>
          <a:xfrm>
            <a:off x="274200" y="2229971"/>
            <a:ext cx="9531600" cy="561583"/>
            <a:chOff x="274200" y="1663702"/>
            <a:chExt cx="9531600" cy="900550"/>
          </a:xfrm>
        </p:grpSpPr>
        <p:sp>
          <p:nvSpPr>
            <p:cNvPr id="13425" name="Google Shape;13425;p223"/>
            <p:cNvSpPr/>
            <p:nvPr/>
          </p:nvSpPr>
          <p:spPr>
            <a:xfrm>
              <a:off x="274200" y="1663702"/>
              <a:ext cx="9531600" cy="9000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600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t/>
              </a:r>
              <a:endParaRPr b="1" i="0" sz="1800" u="none" cap="none" strike="noStrike">
                <a:solidFill>
                  <a:srgbClr val="000000"/>
                </a:solidFill>
                <a:latin typeface="Roboto"/>
                <a:ea typeface="Roboto"/>
                <a:cs typeface="Roboto"/>
                <a:sym typeface="Roboto"/>
              </a:endParaRPr>
            </a:p>
          </p:txBody>
        </p:sp>
        <p:cxnSp>
          <p:nvCxnSpPr>
            <p:cNvPr id="13426" name="Google Shape;13426;p223"/>
            <p:cNvCxnSpPr/>
            <p:nvPr/>
          </p:nvCxnSpPr>
          <p:spPr>
            <a:xfrm>
              <a:off x="805925" y="1664552"/>
              <a:ext cx="0" cy="899700"/>
            </a:xfrm>
            <a:prstGeom prst="straightConnector1">
              <a:avLst/>
            </a:prstGeom>
            <a:noFill/>
            <a:ln cap="flat" cmpd="sng" w="28575">
              <a:solidFill>
                <a:srgbClr val="D9D9D9"/>
              </a:solidFill>
              <a:prstDash val="solid"/>
              <a:round/>
              <a:headEnd len="sm" w="sm" type="none"/>
              <a:tailEnd len="sm" w="sm" type="none"/>
            </a:ln>
          </p:spPr>
        </p:cxnSp>
        <p:cxnSp>
          <p:nvCxnSpPr>
            <p:cNvPr id="13427" name="Google Shape;13427;p223"/>
            <p:cNvCxnSpPr/>
            <p:nvPr/>
          </p:nvCxnSpPr>
          <p:spPr>
            <a:xfrm>
              <a:off x="2607089" y="1664552"/>
              <a:ext cx="0" cy="899700"/>
            </a:xfrm>
            <a:prstGeom prst="straightConnector1">
              <a:avLst/>
            </a:prstGeom>
            <a:noFill/>
            <a:ln cap="flat" cmpd="sng" w="28575">
              <a:solidFill>
                <a:srgbClr val="D9D9D9"/>
              </a:solidFill>
              <a:prstDash val="solid"/>
              <a:round/>
              <a:headEnd len="sm" w="sm" type="none"/>
              <a:tailEnd len="sm" w="sm" type="none"/>
            </a:ln>
          </p:spPr>
        </p:cxnSp>
        <p:cxnSp>
          <p:nvCxnSpPr>
            <p:cNvPr id="13428" name="Google Shape;13428;p223"/>
            <p:cNvCxnSpPr/>
            <p:nvPr/>
          </p:nvCxnSpPr>
          <p:spPr>
            <a:xfrm>
              <a:off x="4429180" y="1664552"/>
              <a:ext cx="0" cy="899700"/>
            </a:xfrm>
            <a:prstGeom prst="straightConnector1">
              <a:avLst/>
            </a:prstGeom>
            <a:noFill/>
            <a:ln cap="flat" cmpd="sng" w="28575">
              <a:solidFill>
                <a:srgbClr val="B7B7B7"/>
              </a:solidFill>
              <a:prstDash val="solid"/>
              <a:round/>
              <a:headEnd len="sm" w="sm" type="none"/>
              <a:tailEnd len="sm" w="sm" type="none"/>
            </a:ln>
          </p:spPr>
        </p:cxnSp>
        <p:cxnSp>
          <p:nvCxnSpPr>
            <p:cNvPr id="13429" name="Google Shape;13429;p223"/>
            <p:cNvCxnSpPr/>
            <p:nvPr/>
          </p:nvCxnSpPr>
          <p:spPr>
            <a:xfrm>
              <a:off x="6237052" y="1664552"/>
              <a:ext cx="0" cy="899700"/>
            </a:xfrm>
            <a:prstGeom prst="straightConnector1">
              <a:avLst/>
            </a:prstGeom>
            <a:noFill/>
            <a:ln cap="flat" cmpd="sng" w="28575">
              <a:solidFill>
                <a:srgbClr val="D9D9D9"/>
              </a:solidFill>
              <a:prstDash val="solid"/>
              <a:round/>
              <a:headEnd len="sm" w="sm" type="none"/>
              <a:tailEnd len="sm" w="sm" type="none"/>
            </a:ln>
          </p:spPr>
        </p:cxnSp>
        <p:cxnSp>
          <p:nvCxnSpPr>
            <p:cNvPr id="13430" name="Google Shape;13430;p223"/>
            <p:cNvCxnSpPr/>
            <p:nvPr/>
          </p:nvCxnSpPr>
          <p:spPr>
            <a:xfrm>
              <a:off x="8031107" y="1664552"/>
              <a:ext cx="0" cy="899700"/>
            </a:xfrm>
            <a:prstGeom prst="straightConnector1">
              <a:avLst/>
            </a:prstGeom>
            <a:noFill/>
            <a:ln cap="flat" cmpd="sng" w="28575">
              <a:solidFill>
                <a:srgbClr val="D9D9D9"/>
              </a:solidFill>
              <a:prstDash val="solid"/>
              <a:round/>
              <a:headEnd len="sm" w="sm" type="none"/>
              <a:tailEnd len="sm" w="sm" type="none"/>
            </a:ln>
          </p:spPr>
        </p:cxnSp>
        <p:sp>
          <p:nvSpPr>
            <p:cNvPr id="13431" name="Google Shape;13431;p223"/>
            <p:cNvSpPr/>
            <p:nvPr/>
          </p:nvSpPr>
          <p:spPr>
            <a:xfrm>
              <a:off x="2627447" y="1670375"/>
              <a:ext cx="1782000" cy="893400"/>
            </a:xfrm>
            <a:prstGeom prst="rect">
              <a:avLst/>
            </a:prstGeom>
            <a:solidFill>
              <a:srgbClr val="D9EAD3"/>
            </a:solidFill>
            <a:ln cap="flat" cmpd="sng" w="9525">
              <a:solidFill>
                <a:srgbClr val="D9EA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2" name="Google Shape;13432;p223"/>
            <p:cNvSpPr/>
            <p:nvPr/>
          </p:nvSpPr>
          <p:spPr>
            <a:xfrm>
              <a:off x="4450520" y="1670375"/>
              <a:ext cx="1764000" cy="893400"/>
            </a:xfrm>
            <a:prstGeom prst="rect">
              <a:avLst/>
            </a:prstGeom>
            <a:solidFill>
              <a:srgbClr val="F4CCCC"/>
            </a:solidFill>
            <a:ln cap="flat" cmpd="sng" w="9525">
              <a:solidFill>
                <a:srgbClr val="F4CCC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433" name="Google Shape;13433;p223"/>
          <p:cNvSpPr txBox="1"/>
          <p:nvPr/>
        </p:nvSpPr>
        <p:spPr>
          <a:xfrm>
            <a:off x="277302" y="1581966"/>
            <a:ext cx="509100" cy="5616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s-419">
                <a:latin typeface="Arvo"/>
                <a:ea typeface="Arvo"/>
                <a:cs typeface="Arvo"/>
                <a:sym typeface="Arvo"/>
              </a:rPr>
              <a:t>1</a:t>
            </a:r>
            <a:endParaRPr b="1">
              <a:latin typeface="Arvo"/>
              <a:ea typeface="Arvo"/>
              <a:cs typeface="Arvo"/>
              <a:sym typeface="Arvo"/>
            </a:endParaRPr>
          </a:p>
        </p:txBody>
      </p:sp>
      <p:sp>
        <p:nvSpPr>
          <p:cNvPr id="13434" name="Google Shape;13434;p223"/>
          <p:cNvSpPr txBox="1"/>
          <p:nvPr>
            <p:ph idx="6" type="subTitle"/>
          </p:nvPr>
        </p:nvSpPr>
        <p:spPr>
          <a:xfrm>
            <a:off x="832100" y="2878393"/>
            <a:ext cx="1750500" cy="5616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13435" name="Google Shape;13435;p223"/>
          <p:cNvSpPr txBox="1"/>
          <p:nvPr>
            <p:ph idx="7" type="subTitle"/>
          </p:nvPr>
        </p:nvSpPr>
        <p:spPr>
          <a:xfrm>
            <a:off x="2631411" y="2878393"/>
            <a:ext cx="1771500" cy="5616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13436" name="Google Shape;13436;p223"/>
          <p:cNvSpPr txBox="1"/>
          <p:nvPr>
            <p:ph idx="8" type="subTitle"/>
          </p:nvPr>
        </p:nvSpPr>
        <p:spPr>
          <a:xfrm>
            <a:off x="4460203" y="2878393"/>
            <a:ext cx="1750500" cy="5616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13437" name="Google Shape;13437;p223"/>
          <p:cNvSpPr txBox="1"/>
          <p:nvPr>
            <p:ph idx="9" type="subTitle"/>
          </p:nvPr>
        </p:nvSpPr>
        <p:spPr>
          <a:xfrm>
            <a:off x="6269339" y="2878393"/>
            <a:ext cx="1731300" cy="5616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13438" name="Google Shape;13438;p223"/>
          <p:cNvSpPr txBox="1"/>
          <p:nvPr>
            <p:ph idx="13" type="subTitle"/>
          </p:nvPr>
        </p:nvSpPr>
        <p:spPr>
          <a:xfrm>
            <a:off x="8053914" y="2878393"/>
            <a:ext cx="1731300" cy="5616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13439" name="Google Shape;13439;p223"/>
          <p:cNvSpPr txBox="1"/>
          <p:nvPr/>
        </p:nvSpPr>
        <p:spPr>
          <a:xfrm>
            <a:off x="277302" y="2878456"/>
            <a:ext cx="509100" cy="5616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s-419">
                <a:latin typeface="Arvo"/>
                <a:ea typeface="Arvo"/>
                <a:cs typeface="Arvo"/>
                <a:sym typeface="Arvo"/>
              </a:rPr>
              <a:t>3</a:t>
            </a:r>
            <a:endParaRPr b="1">
              <a:latin typeface="Arvo"/>
              <a:ea typeface="Arvo"/>
              <a:cs typeface="Arvo"/>
              <a:sym typeface="Arvo"/>
            </a:endParaRPr>
          </a:p>
        </p:txBody>
      </p:sp>
      <p:sp>
        <p:nvSpPr>
          <p:cNvPr id="13440" name="Google Shape;13440;p223"/>
          <p:cNvSpPr txBox="1"/>
          <p:nvPr>
            <p:ph idx="14" type="subTitle"/>
          </p:nvPr>
        </p:nvSpPr>
        <p:spPr>
          <a:xfrm>
            <a:off x="832100" y="3528393"/>
            <a:ext cx="1750500" cy="5616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13441" name="Google Shape;13441;p223"/>
          <p:cNvSpPr txBox="1"/>
          <p:nvPr>
            <p:ph idx="15" type="subTitle"/>
          </p:nvPr>
        </p:nvSpPr>
        <p:spPr>
          <a:xfrm>
            <a:off x="2631411" y="3528393"/>
            <a:ext cx="1771500" cy="5616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13442" name="Google Shape;13442;p223"/>
          <p:cNvSpPr txBox="1"/>
          <p:nvPr>
            <p:ph idx="16" type="subTitle"/>
          </p:nvPr>
        </p:nvSpPr>
        <p:spPr>
          <a:xfrm>
            <a:off x="832100" y="2230907"/>
            <a:ext cx="1750500" cy="5616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13443" name="Google Shape;13443;p223"/>
          <p:cNvSpPr txBox="1"/>
          <p:nvPr>
            <p:ph idx="17" type="subTitle"/>
          </p:nvPr>
        </p:nvSpPr>
        <p:spPr>
          <a:xfrm>
            <a:off x="2631411" y="2230907"/>
            <a:ext cx="1771500" cy="5616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13444" name="Google Shape;13444;p223"/>
          <p:cNvSpPr txBox="1"/>
          <p:nvPr>
            <p:ph idx="18" type="subTitle"/>
          </p:nvPr>
        </p:nvSpPr>
        <p:spPr>
          <a:xfrm>
            <a:off x="4460203" y="2230907"/>
            <a:ext cx="1750500" cy="5616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13445" name="Google Shape;13445;p223"/>
          <p:cNvSpPr txBox="1"/>
          <p:nvPr>
            <p:ph idx="19" type="subTitle"/>
          </p:nvPr>
        </p:nvSpPr>
        <p:spPr>
          <a:xfrm>
            <a:off x="6269339" y="2230907"/>
            <a:ext cx="1731300" cy="5616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13446" name="Google Shape;13446;p223"/>
          <p:cNvSpPr txBox="1"/>
          <p:nvPr>
            <p:ph idx="20" type="subTitle"/>
          </p:nvPr>
        </p:nvSpPr>
        <p:spPr>
          <a:xfrm>
            <a:off x="8053914" y="2230907"/>
            <a:ext cx="1731300" cy="5616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13447" name="Google Shape;13447;p223"/>
          <p:cNvSpPr txBox="1"/>
          <p:nvPr/>
        </p:nvSpPr>
        <p:spPr>
          <a:xfrm>
            <a:off x="277302" y="2230969"/>
            <a:ext cx="509100" cy="5616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s-419">
                <a:latin typeface="Arvo"/>
                <a:ea typeface="Arvo"/>
                <a:cs typeface="Arvo"/>
                <a:sym typeface="Arvo"/>
              </a:rPr>
              <a:t>2</a:t>
            </a:r>
            <a:endParaRPr b="1">
              <a:latin typeface="Arvo"/>
              <a:ea typeface="Arvo"/>
              <a:cs typeface="Arvo"/>
              <a:sym typeface="Arvo"/>
            </a:endParaRPr>
          </a:p>
        </p:txBody>
      </p:sp>
      <p:sp>
        <p:nvSpPr>
          <p:cNvPr id="13448" name="Google Shape;13448;p223"/>
          <p:cNvSpPr txBox="1"/>
          <p:nvPr>
            <p:ph idx="21" type="subTitle"/>
          </p:nvPr>
        </p:nvSpPr>
        <p:spPr>
          <a:xfrm>
            <a:off x="4460203" y="3528393"/>
            <a:ext cx="1750500" cy="5616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13449" name="Google Shape;13449;p223"/>
          <p:cNvSpPr txBox="1"/>
          <p:nvPr>
            <p:ph idx="22" type="subTitle"/>
          </p:nvPr>
        </p:nvSpPr>
        <p:spPr>
          <a:xfrm>
            <a:off x="6269339" y="3528393"/>
            <a:ext cx="1731300" cy="5616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13450" name="Google Shape;13450;p223"/>
          <p:cNvSpPr txBox="1"/>
          <p:nvPr>
            <p:ph idx="23" type="subTitle"/>
          </p:nvPr>
        </p:nvSpPr>
        <p:spPr>
          <a:xfrm>
            <a:off x="8053914" y="3528393"/>
            <a:ext cx="1731300" cy="5616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13451" name="Google Shape;13451;p223"/>
          <p:cNvSpPr txBox="1"/>
          <p:nvPr/>
        </p:nvSpPr>
        <p:spPr>
          <a:xfrm>
            <a:off x="277302" y="3528456"/>
            <a:ext cx="509100" cy="5616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s-419">
                <a:latin typeface="Arvo"/>
                <a:ea typeface="Arvo"/>
                <a:cs typeface="Arvo"/>
                <a:sym typeface="Arvo"/>
              </a:rPr>
              <a:t>4</a:t>
            </a:r>
            <a:endParaRPr b="1">
              <a:latin typeface="Arvo"/>
              <a:ea typeface="Arvo"/>
              <a:cs typeface="Arvo"/>
              <a:sym typeface="Arvo"/>
            </a:endParaRPr>
          </a:p>
        </p:txBody>
      </p:sp>
      <p:sp>
        <p:nvSpPr>
          <p:cNvPr id="13452" name="Google Shape;13452;p223"/>
          <p:cNvSpPr txBox="1"/>
          <p:nvPr>
            <p:ph idx="24" type="subTitle"/>
          </p:nvPr>
        </p:nvSpPr>
        <p:spPr>
          <a:xfrm>
            <a:off x="832100" y="4174052"/>
            <a:ext cx="1750500" cy="5616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13453" name="Google Shape;13453;p223"/>
          <p:cNvSpPr txBox="1"/>
          <p:nvPr>
            <p:ph idx="25" type="subTitle"/>
          </p:nvPr>
        </p:nvSpPr>
        <p:spPr>
          <a:xfrm>
            <a:off x="2631411" y="4174052"/>
            <a:ext cx="1771500" cy="5616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13454" name="Google Shape;13454;p223"/>
          <p:cNvSpPr txBox="1"/>
          <p:nvPr>
            <p:ph idx="26" type="subTitle"/>
          </p:nvPr>
        </p:nvSpPr>
        <p:spPr>
          <a:xfrm>
            <a:off x="4460203" y="4174052"/>
            <a:ext cx="1750500" cy="5616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13455" name="Google Shape;13455;p223"/>
          <p:cNvSpPr txBox="1"/>
          <p:nvPr>
            <p:ph idx="27" type="subTitle"/>
          </p:nvPr>
        </p:nvSpPr>
        <p:spPr>
          <a:xfrm>
            <a:off x="6269339" y="4174052"/>
            <a:ext cx="1731300" cy="5616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13456" name="Google Shape;13456;p223"/>
          <p:cNvSpPr txBox="1"/>
          <p:nvPr>
            <p:ph idx="28" type="subTitle"/>
          </p:nvPr>
        </p:nvSpPr>
        <p:spPr>
          <a:xfrm>
            <a:off x="8053914" y="4174052"/>
            <a:ext cx="1731300" cy="5616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13457" name="Google Shape;13457;p223"/>
          <p:cNvSpPr txBox="1"/>
          <p:nvPr/>
        </p:nvSpPr>
        <p:spPr>
          <a:xfrm>
            <a:off x="277302" y="4174114"/>
            <a:ext cx="509100" cy="5616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s-419">
                <a:latin typeface="Arvo"/>
                <a:ea typeface="Arvo"/>
                <a:cs typeface="Arvo"/>
                <a:sym typeface="Arvo"/>
              </a:rPr>
              <a:t>5</a:t>
            </a:r>
            <a:endParaRPr b="1">
              <a:latin typeface="Arvo"/>
              <a:ea typeface="Arvo"/>
              <a:cs typeface="Arvo"/>
              <a:sym typeface="Arvo"/>
            </a:endParaRPr>
          </a:p>
        </p:txBody>
      </p:sp>
      <p:grpSp>
        <p:nvGrpSpPr>
          <p:cNvPr id="13458" name="Google Shape;13458;p223"/>
          <p:cNvGrpSpPr/>
          <p:nvPr/>
        </p:nvGrpSpPr>
        <p:grpSpPr>
          <a:xfrm>
            <a:off x="274200" y="4826044"/>
            <a:ext cx="9531600" cy="561583"/>
            <a:chOff x="274200" y="1663702"/>
            <a:chExt cx="9531600" cy="900550"/>
          </a:xfrm>
        </p:grpSpPr>
        <p:sp>
          <p:nvSpPr>
            <p:cNvPr id="13459" name="Google Shape;13459;p223"/>
            <p:cNvSpPr/>
            <p:nvPr/>
          </p:nvSpPr>
          <p:spPr>
            <a:xfrm>
              <a:off x="274200" y="1663702"/>
              <a:ext cx="9531600" cy="9000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600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t/>
              </a:r>
              <a:endParaRPr b="1" i="0" sz="1800" u="none" cap="none" strike="noStrike">
                <a:solidFill>
                  <a:srgbClr val="000000"/>
                </a:solidFill>
                <a:latin typeface="Roboto"/>
                <a:ea typeface="Roboto"/>
                <a:cs typeface="Roboto"/>
                <a:sym typeface="Roboto"/>
              </a:endParaRPr>
            </a:p>
          </p:txBody>
        </p:sp>
        <p:cxnSp>
          <p:nvCxnSpPr>
            <p:cNvPr id="13460" name="Google Shape;13460;p223"/>
            <p:cNvCxnSpPr/>
            <p:nvPr/>
          </p:nvCxnSpPr>
          <p:spPr>
            <a:xfrm>
              <a:off x="805925" y="1664552"/>
              <a:ext cx="0" cy="899700"/>
            </a:xfrm>
            <a:prstGeom prst="straightConnector1">
              <a:avLst/>
            </a:prstGeom>
            <a:noFill/>
            <a:ln cap="flat" cmpd="sng" w="28575">
              <a:solidFill>
                <a:srgbClr val="D9D9D9"/>
              </a:solidFill>
              <a:prstDash val="solid"/>
              <a:round/>
              <a:headEnd len="sm" w="sm" type="none"/>
              <a:tailEnd len="sm" w="sm" type="none"/>
            </a:ln>
          </p:spPr>
        </p:cxnSp>
        <p:cxnSp>
          <p:nvCxnSpPr>
            <p:cNvPr id="13461" name="Google Shape;13461;p223"/>
            <p:cNvCxnSpPr/>
            <p:nvPr/>
          </p:nvCxnSpPr>
          <p:spPr>
            <a:xfrm>
              <a:off x="2607089" y="1664552"/>
              <a:ext cx="0" cy="899700"/>
            </a:xfrm>
            <a:prstGeom prst="straightConnector1">
              <a:avLst/>
            </a:prstGeom>
            <a:noFill/>
            <a:ln cap="flat" cmpd="sng" w="28575">
              <a:solidFill>
                <a:srgbClr val="D9D9D9"/>
              </a:solidFill>
              <a:prstDash val="solid"/>
              <a:round/>
              <a:headEnd len="sm" w="sm" type="none"/>
              <a:tailEnd len="sm" w="sm" type="none"/>
            </a:ln>
          </p:spPr>
        </p:cxnSp>
        <p:cxnSp>
          <p:nvCxnSpPr>
            <p:cNvPr id="13462" name="Google Shape;13462;p223"/>
            <p:cNvCxnSpPr/>
            <p:nvPr/>
          </p:nvCxnSpPr>
          <p:spPr>
            <a:xfrm>
              <a:off x="4429180" y="1664552"/>
              <a:ext cx="0" cy="899700"/>
            </a:xfrm>
            <a:prstGeom prst="straightConnector1">
              <a:avLst/>
            </a:prstGeom>
            <a:noFill/>
            <a:ln cap="flat" cmpd="sng" w="28575">
              <a:solidFill>
                <a:srgbClr val="B7B7B7"/>
              </a:solidFill>
              <a:prstDash val="solid"/>
              <a:round/>
              <a:headEnd len="sm" w="sm" type="none"/>
              <a:tailEnd len="sm" w="sm" type="none"/>
            </a:ln>
          </p:spPr>
        </p:cxnSp>
        <p:cxnSp>
          <p:nvCxnSpPr>
            <p:cNvPr id="13463" name="Google Shape;13463;p223"/>
            <p:cNvCxnSpPr/>
            <p:nvPr/>
          </p:nvCxnSpPr>
          <p:spPr>
            <a:xfrm>
              <a:off x="6237052" y="1664552"/>
              <a:ext cx="0" cy="899700"/>
            </a:xfrm>
            <a:prstGeom prst="straightConnector1">
              <a:avLst/>
            </a:prstGeom>
            <a:noFill/>
            <a:ln cap="flat" cmpd="sng" w="28575">
              <a:solidFill>
                <a:srgbClr val="D9D9D9"/>
              </a:solidFill>
              <a:prstDash val="solid"/>
              <a:round/>
              <a:headEnd len="sm" w="sm" type="none"/>
              <a:tailEnd len="sm" w="sm" type="none"/>
            </a:ln>
          </p:spPr>
        </p:cxnSp>
        <p:cxnSp>
          <p:nvCxnSpPr>
            <p:cNvPr id="13464" name="Google Shape;13464;p223"/>
            <p:cNvCxnSpPr/>
            <p:nvPr/>
          </p:nvCxnSpPr>
          <p:spPr>
            <a:xfrm>
              <a:off x="8031107" y="1664552"/>
              <a:ext cx="0" cy="899700"/>
            </a:xfrm>
            <a:prstGeom prst="straightConnector1">
              <a:avLst/>
            </a:prstGeom>
            <a:noFill/>
            <a:ln cap="flat" cmpd="sng" w="28575">
              <a:solidFill>
                <a:srgbClr val="D9D9D9"/>
              </a:solidFill>
              <a:prstDash val="solid"/>
              <a:round/>
              <a:headEnd len="sm" w="sm" type="none"/>
              <a:tailEnd len="sm" w="sm" type="none"/>
            </a:ln>
          </p:spPr>
        </p:cxnSp>
        <p:sp>
          <p:nvSpPr>
            <p:cNvPr id="13465" name="Google Shape;13465;p223"/>
            <p:cNvSpPr/>
            <p:nvPr/>
          </p:nvSpPr>
          <p:spPr>
            <a:xfrm>
              <a:off x="2627447" y="1670375"/>
              <a:ext cx="1782000" cy="893400"/>
            </a:xfrm>
            <a:prstGeom prst="rect">
              <a:avLst/>
            </a:prstGeom>
            <a:solidFill>
              <a:srgbClr val="D9EAD3"/>
            </a:solidFill>
            <a:ln cap="flat" cmpd="sng" w="9525">
              <a:solidFill>
                <a:srgbClr val="D9EA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6" name="Google Shape;13466;p223"/>
            <p:cNvSpPr/>
            <p:nvPr/>
          </p:nvSpPr>
          <p:spPr>
            <a:xfrm>
              <a:off x="4450520" y="1670375"/>
              <a:ext cx="1764000" cy="893400"/>
            </a:xfrm>
            <a:prstGeom prst="rect">
              <a:avLst/>
            </a:prstGeom>
            <a:solidFill>
              <a:srgbClr val="F4CCCC"/>
            </a:solidFill>
            <a:ln cap="flat" cmpd="sng" w="9525">
              <a:solidFill>
                <a:srgbClr val="F4CCC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67" name="Google Shape;13467;p223"/>
          <p:cNvGrpSpPr/>
          <p:nvPr/>
        </p:nvGrpSpPr>
        <p:grpSpPr>
          <a:xfrm>
            <a:off x="274200" y="5474113"/>
            <a:ext cx="9531600" cy="561583"/>
            <a:chOff x="274200" y="1663702"/>
            <a:chExt cx="9531600" cy="900550"/>
          </a:xfrm>
        </p:grpSpPr>
        <p:sp>
          <p:nvSpPr>
            <p:cNvPr id="13468" name="Google Shape;13468;p223"/>
            <p:cNvSpPr/>
            <p:nvPr/>
          </p:nvSpPr>
          <p:spPr>
            <a:xfrm>
              <a:off x="274200" y="1663702"/>
              <a:ext cx="9531600" cy="9000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600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t/>
              </a:r>
              <a:endParaRPr b="1" i="0" sz="1800" u="none" cap="none" strike="noStrike">
                <a:solidFill>
                  <a:srgbClr val="000000"/>
                </a:solidFill>
                <a:latin typeface="Roboto"/>
                <a:ea typeface="Roboto"/>
                <a:cs typeface="Roboto"/>
                <a:sym typeface="Roboto"/>
              </a:endParaRPr>
            </a:p>
          </p:txBody>
        </p:sp>
        <p:cxnSp>
          <p:nvCxnSpPr>
            <p:cNvPr id="13469" name="Google Shape;13469;p223"/>
            <p:cNvCxnSpPr/>
            <p:nvPr/>
          </p:nvCxnSpPr>
          <p:spPr>
            <a:xfrm>
              <a:off x="805925" y="1664552"/>
              <a:ext cx="0" cy="899700"/>
            </a:xfrm>
            <a:prstGeom prst="straightConnector1">
              <a:avLst/>
            </a:prstGeom>
            <a:noFill/>
            <a:ln cap="flat" cmpd="sng" w="28575">
              <a:solidFill>
                <a:srgbClr val="D9D9D9"/>
              </a:solidFill>
              <a:prstDash val="solid"/>
              <a:round/>
              <a:headEnd len="sm" w="sm" type="none"/>
              <a:tailEnd len="sm" w="sm" type="none"/>
            </a:ln>
          </p:spPr>
        </p:cxnSp>
        <p:cxnSp>
          <p:nvCxnSpPr>
            <p:cNvPr id="13470" name="Google Shape;13470;p223"/>
            <p:cNvCxnSpPr/>
            <p:nvPr/>
          </p:nvCxnSpPr>
          <p:spPr>
            <a:xfrm>
              <a:off x="2607089" y="1664552"/>
              <a:ext cx="0" cy="899700"/>
            </a:xfrm>
            <a:prstGeom prst="straightConnector1">
              <a:avLst/>
            </a:prstGeom>
            <a:noFill/>
            <a:ln cap="flat" cmpd="sng" w="28575">
              <a:solidFill>
                <a:srgbClr val="D9D9D9"/>
              </a:solidFill>
              <a:prstDash val="solid"/>
              <a:round/>
              <a:headEnd len="sm" w="sm" type="none"/>
              <a:tailEnd len="sm" w="sm" type="none"/>
            </a:ln>
          </p:spPr>
        </p:cxnSp>
        <p:cxnSp>
          <p:nvCxnSpPr>
            <p:cNvPr id="13471" name="Google Shape;13471;p223"/>
            <p:cNvCxnSpPr/>
            <p:nvPr/>
          </p:nvCxnSpPr>
          <p:spPr>
            <a:xfrm>
              <a:off x="4429180" y="1664552"/>
              <a:ext cx="0" cy="899700"/>
            </a:xfrm>
            <a:prstGeom prst="straightConnector1">
              <a:avLst/>
            </a:prstGeom>
            <a:noFill/>
            <a:ln cap="flat" cmpd="sng" w="28575">
              <a:solidFill>
                <a:srgbClr val="B7B7B7"/>
              </a:solidFill>
              <a:prstDash val="solid"/>
              <a:round/>
              <a:headEnd len="sm" w="sm" type="none"/>
              <a:tailEnd len="sm" w="sm" type="none"/>
            </a:ln>
          </p:spPr>
        </p:cxnSp>
        <p:cxnSp>
          <p:nvCxnSpPr>
            <p:cNvPr id="13472" name="Google Shape;13472;p223"/>
            <p:cNvCxnSpPr/>
            <p:nvPr/>
          </p:nvCxnSpPr>
          <p:spPr>
            <a:xfrm>
              <a:off x="6237052" y="1664552"/>
              <a:ext cx="0" cy="899700"/>
            </a:xfrm>
            <a:prstGeom prst="straightConnector1">
              <a:avLst/>
            </a:prstGeom>
            <a:noFill/>
            <a:ln cap="flat" cmpd="sng" w="28575">
              <a:solidFill>
                <a:srgbClr val="D9D9D9"/>
              </a:solidFill>
              <a:prstDash val="solid"/>
              <a:round/>
              <a:headEnd len="sm" w="sm" type="none"/>
              <a:tailEnd len="sm" w="sm" type="none"/>
            </a:ln>
          </p:spPr>
        </p:cxnSp>
        <p:cxnSp>
          <p:nvCxnSpPr>
            <p:cNvPr id="13473" name="Google Shape;13473;p223"/>
            <p:cNvCxnSpPr/>
            <p:nvPr/>
          </p:nvCxnSpPr>
          <p:spPr>
            <a:xfrm>
              <a:off x="8031107" y="1664552"/>
              <a:ext cx="0" cy="899700"/>
            </a:xfrm>
            <a:prstGeom prst="straightConnector1">
              <a:avLst/>
            </a:prstGeom>
            <a:noFill/>
            <a:ln cap="flat" cmpd="sng" w="28575">
              <a:solidFill>
                <a:srgbClr val="D9D9D9"/>
              </a:solidFill>
              <a:prstDash val="solid"/>
              <a:round/>
              <a:headEnd len="sm" w="sm" type="none"/>
              <a:tailEnd len="sm" w="sm" type="none"/>
            </a:ln>
          </p:spPr>
        </p:cxnSp>
        <p:sp>
          <p:nvSpPr>
            <p:cNvPr id="13474" name="Google Shape;13474;p223"/>
            <p:cNvSpPr/>
            <p:nvPr/>
          </p:nvSpPr>
          <p:spPr>
            <a:xfrm>
              <a:off x="2627447" y="1670375"/>
              <a:ext cx="1782000" cy="893400"/>
            </a:xfrm>
            <a:prstGeom prst="rect">
              <a:avLst/>
            </a:prstGeom>
            <a:solidFill>
              <a:srgbClr val="D9EAD3"/>
            </a:solidFill>
            <a:ln cap="flat" cmpd="sng" w="9525">
              <a:solidFill>
                <a:srgbClr val="D9EA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5" name="Google Shape;13475;p223"/>
            <p:cNvSpPr/>
            <p:nvPr/>
          </p:nvSpPr>
          <p:spPr>
            <a:xfrm>
              <a:off x="4450520" y="1670375"/>
              <a:ext cx="1764000" cy="893400"/>
            </a:xfrm>
            <a:prstGeom prst="rect">
              <a:avLst/>
            </a:prstGeom>
            <a:solidFill>
              <a:srgbClr val="F4CCCC"/>
            </a:solidFill>
            <a:ln cap="flat" cmpd="sng" w="9525">
              <a:solidFill>
                <a:srgbClr val="F4CCC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76" name="Google Shape;13476;p223"/>
          <p:cNvGrpSpPr/>
          <p:nvPr/>
        </p:nvGrpSpPr>
        <p:grpSpPr>
          <a:xfrm>
            <a:off x="274200" y="6122182"/>
            <a:ext cx="9531600" cy="561583"/>
            <a:chOff x="274200" y="1663702"/>
            <a:chExt cx="9531600" cy="900550"/>
          </a:xfrm>
        </p:grpSpPr>
        <p:sp>
          <p:nvSpPr>
            <p:cNvPr id="13477" name="Google Shape;13477;p223"/>
            <p:cNvSpPr/>
            <p:nvPr/>
          </p:nvSpPr>
          <p:spPr>
            <a:xfrm>
              <a:off x="274200" y="1663702"/>
              <a:ext cx="9531600" cy="9000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600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t/>
              </a:r>
              <a:endParaRPr b="1" i="0" sz="1800" u="none" cap="none" strike="noStrike">
                <a:solidFill>
                  <a:srgbClr val="000000"/>
                </a:solidFill>
                <a:latin typeface="Roboto"/>
                <a:ea typeface="Roboto"/>
                <a:cs typeface="Roboto"/>
                <a:sym typeface="Roboto"/>
              </a:endParaRPr>
            </a:p>
          </p:txBody>
        </p:sp>
        <p:cxnSp>
          <p:nvCxnSpPr>
            <p:cNvPr id="13478" name="Google Shape;13478;p223"/>
            <p:cNvCxnSpPr/>
            <p:nvPr/>
          </p:nvCxnSpPr>
          <p:spPr>
            <a:xfrm>
              <a:off x="805925" y="1664552"/>
              <a:ext cx="0" cy="899700"/>
            </a:xfrm>
            <a:prstGeom prst="straightConnector1">
              <a:avLst/>
            </a:prstGeom>
            <a:noFill/>
            <a:ln cap="flat" cmpd="sng" w="28575">
              <a:solidFill>
                <a:srgbClr val="D9D9D9"/>
              </a:solidFill>
              <a:prstDash val="solid"/>
              <a:round/>
              <a:headEnd len="sm" w="sm" type="none"/>
              <a:tailEnd len="sm" w="sm" type="none"/>
            </a:ln>
          </p:spPr>
        </p:cxnSp>
        <p:cxnSp>
          <p:nvCxnSpPr>
            <p:cNvPr id="13479" name="Google Shape;13479;p223"/>
            <p:cNvCxnSpPr/>
            <p:nvPr/>
          </p:nvCxnSpPr>
          <p:spPr>
            <a:xfrm>
              <a:off x="2607089" y="1664552"/>
              <a:ext cx="0" cy="899700"/>
            </a:xfrm>
            <a:prstGeom prst="straightConnector1">
              <a:avLst/>
            </a:prstGeom>
            <a:noFill/>
            <a:ln cap="flat" cmpd="sng" w="28575">
              <a:solidFill>
                <a:srgbClr val="D9D9D9"/>
              </a:solidFill>
              <a:prstDash val="solid"/>
              <a:round/>
              <a:headEnd len="sm" w="sm" type="none"/>
              <a:tailEnd len="sm" w="sm" type="none"/>
            </a:ln>
          </p:spPr>
        </p:cxnSp>
        <p:cxnSp>
          <p:nvCxnSpPr>
            <p:cNvPr id="13480" name="Google Shape;13480;p223"/>
            <p:cNvCxnSpPr/>
            <p:nvPr/>
          </p:nvCxnSpPr>
          <p:spPr>
            <a:xfrm>
              <a:off x="4429180" y="1664552"/>
              <a:ext cx="0" cy="899700"/>
            </a:xfrm>
            <a:prstGeom prst="straightConnector1">
              <a:avLst/>
            </a:prstGeom>
            <a:noFill/>
            <a:ln cap="flat" cmpd="sng" w="28575">
              <a:solidFill>
                <a:srgbClr val="B7B7B7"/>
              </a:solidFill>
              <a:prstDash val="solid"/>
              <a:round/>
              <a:headEnd len="sm" w="sm" type="none"/>
              <a:tailEnd len="sm" w="sm" type="none"/>
            </a:ln>
          </p:spPr>
        </p:cxnSp>
        <p:cxnSp>
          <p:nvCxnSpPr>
            <p:cNvPr id="13481" name="Google Shape;13481;p223"/>
            <p:cNvCxnSpPr/>
            <p:nvPr/>
          </p:nvCxnSpPr>
          <p:spPr>
            <a:xfrm>
              <a:off x="6237052" y="1664552"/>
              <a:ext cx="0" cy="899700"/>
            </a:xfrm>
            <a:prstGeom prst="straightConnector1">
              <a:avLst/>
            </a:prstGeom>
            <a:noFill/>
            <a:ln cap="flat" cmpd="sng" w="28575">
              <a:solidFill>
                <a:srgbClr val="D9D9D9"/>
              </a:solidFill>
              <a:prstDash val="solid"/>
              <a:round/>
              <a:headEnd len="sm" w="sm" type="none"/>
              <a:tailEnd len="sm" w="sm" type="none"/>
            </a:ln>
          </p:spPr>
        </p:cxnSp>
        <p:cxnSp>
          <p:nvCxnSpPr>
            <p:cNvPr id="13482" name="Google Shape;13482;p223"/>
            <p:cNvCxnSpPr/>
            <p:nvPr/>
          </p:nvCxnSpPr>
          <p:spPr>
            <a:xfrm>
              <a:off x="8031107" y="1664552"/>
              <a:ext cx="0" cy="899700"/>
            </a:xfrm>
            <a:prstGeom prst="straightConnector1">
              <a:avLst/>
            </a:prstGeom>
            <a:noFill/>
            <a:ln cap="flat" cmpd="sng" w="28575">
              <a:solidFill>
                <a:srgbClr val="D9D9D9"/>
              </a:solidFill>
              <a:prstDash val="solid"/>
              <a:round/>
              <a:headEnd len="sm" w="sm" type="none"/>
              <a:tailEnd len="sm" w="sm" type="none"/>
            </a:ln>
          </p:spPr>
        </p:cxnSp>
        <p:sp>
          <p:nvSpPr>
            <p:cNvPr id="13483" name="Google Shape;13483;p223"/>
            <p:cNvSpPr/>
            <p:nvPr/>
          </p:nvSpPr>
          <p:spPr>
            <a:xfrm>
              <a:off x="2627447" y="1670375"/>
              <a:ext cx="1782000" cy="893400"/>
            </a:xfrm>
            <a:prstGeom prst="rect">
              <a:avLst/>
            </a:prstGeom>
            <a:solidFill>
              <a:srgbClr val="D9EAD3"/>
            </a:solidFill>
            <a:ln cap="flat" cmpd="sng" w="9525">
              <a:solidFill>
                <a:srgbClr val="D9EA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4" name="Google Shape;13484;p223"/>
            <p:cNvSpPr/>
            <p:nvPr/>
          </p:nvSpPr>
          <p:spPr>
            <a:xfrm>
              <a:off x="4450520" y="1670375"/>
              <a:ext cx="1764000" cy="893400"/>
            </a:xfrm>
            <a:prstGeom prst="rect">
              <a:avLst/>
            </a:prstGeom>
            <a:solidFill>
              <a:srgbClr val="F4CCCC"/>
            </a:solidFill>
            <a:ln cap="flat" cmpd="sng" w="9525">
              <a:solidFill>
                <a:srgbClr val="F4CCC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485" name="Google Shape;13485;p223"/>
          <p:cNvSpPr txBox="1"/>
          <p:nvPr>
            <p:ph idx="29" type="subTitle"/>
          </p:nvPr>
        </p:nvSpPr>
        <p:spPr>
          <a:xfrm>
            <a:off x="832100" y="4826396"/>
            <a:ext cx="1750500" cy="5616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13486" name="Google Shape;13486;p223"/>
          <p:cNvSpPr txBox="1"/>
          <p:nvPr>
            <p:ph idx="30" type="subTitle"/>
          </p:nvPr>
        </p:nvSpPr>
        <p:spPr>
          <a:xfrm>
            <a:off x="2631411" y="4826396"/>
            <a:ext cx="1771500" cy="5616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13487" name="Google Shape;13487;p223"/>
          <p:cNvSpPr txBox="1"/>
          <p:nvPr>
            <p:ph idx="31" type="subTitle"/>
          </p:nvPr>
        </p:nvSpPr>
        <p:spPr>
          <a:xfrm>
            <a:off x="4460203" y="4826396"/>
            <a:ext cx="1750500" cy="5616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13488" name="Google Shape;13488;p223"/>
          <p:cNvSpPr txBox="1"/>
          <p:nvPr>
            <p:ph idx="32" type="subTitle"/>
          </p:nvPr>
        </p:nvSpPr>
        <p:spPr>
          <a:xfrm>
            <a:off x="6269339" y="4826396"/>
            <a:ext cx="1731300" cy="5616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13489" name="Google Shape;13489;p223"/>
          <p:cNvSpPr txBox="1"/>
          <p:nvPr>
            <p:ph idx="33" type="subTitle"/>
          </p:nvPr>
        </p:nvSpPr>
        <p:spPr>
          <a:xfrm>
            <a:off x="8053914" y="4826396"/>
            <a:ext cx="1731300" cy="5616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13490" name="Google Shape;13490;p223"/>
          <p:cNvSpPr txBox="1"/>
          <p:nvPr/>
        </p:nvSpPr>
        <p:spPr>
          <a:xfrm>
            <a:off x="277302" y="4826459"/>
            <a:ext cx="509100" cy="5616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s-419">
                <a:latin typeface="Arvo"/>
                <a:ea typeface="Arvo"/>
                <a:cs typeface="Arvo"/>
                <a:sym typeface="Arvo"/>
              </a:rPr>
              <a:t>6</a:t>
            </a:r>
            <a:endParaRPr b="1">
              <a:latin typeface="Arvo"/>
              <a:ea typeface="Arvo"/>
              <a:cs typeface="Arvo"/>
              <a:sym typeface="Arvo"/>
            </a:endParaRPr>
          </a:p>
        </p:txBody>
      </p:sp>
      <p:sp>
        <p:nvSpPr>
          <p:cNvPr id="13491" name="Google Shape;13491;p223"/>
          <p:cNvSpPr txBox="1"/>
          <p:nvPr>
            <p:ph idx="34" type="subTitle"/>
          </p:nvPr>
        </p:nvSpPr>
        <p:spPr>
          <a:xfrm>
            <a:off x="832100" y="5476396"/>
            <a:ext cx="1750500" cy="5616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13492" name="Google Shape;13492;p223"/>
          <p:cNvSpPr txBox="1"/>
          <p:nvPr>
            <p:ph idx="35" type="subTitle"/>
          </p:nvPr>
        </p:nvSpPr>
        <p:spPr>
          <a:xfrm>
            <a:off x="2631411" y="5476396"/>
            <a:ext cx="1771500" cy="5616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13493" name="Google Shape;13493;p223"/>
          <p:cNvSpPr txBox="1"/>
          <p:nvPr>
            <p:ph idx="36" type="subTitle"/>
          </p:nvPr>
        </p:nvSpPr>
        <p:spPr>
          <a:xfrm>
            <a:off x="4460203" y="5476396"/>
            <a:ext cx="1750500" cy="5616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13494" name="Google Shape;13494;p223"/>
          <p:cNvSpPr txBox="1"/>
          <p:nvPr>
            <p:ph idx="37" type="subTitle"/>
          </p:nvPr>
        </p:nvSpPr>
        <p:spPr>
          <a:xfrm>
            <a:off x="6269339" y="5476396"/>
            <a:ext cx="1731300" cy="5616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13495" name="Google Shape;13495;p223"/>
          <p:cNvSpPr txBox="1"/>
          <p:nvPr>
            <p:ph idx="38" type="subTitle"/>
          </p:nvPr>
        </p:nvSpPr>
        <p:spPr>
          <a:xfrm>
            <a:off x="8053914" y="5476396"/>
            <a:ext cx="1731300" cy="5616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13496" name="Google Shape;13496;p223"/>
          <p:cNvSpPr txBox="1"/>
          <p:nvPr/>
        </p:nvSpPr>
        <p:spPr>
          <a:xfrm>
            <a:off x="277302" y="5476459"/>
            <a:ext cx="509100" cy="5616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s-419">
                <a:latin typeface="Arvo"/>
                <a:ea typeface="Arvo"/>
                <a:cs typeface="Arvo"/>
                <a:sym typeface="Arvo"/>
              </a:rPr>
              <a:t>7</a:t>
            </a:r>
            <a:endParaRPr b="1">
              <a:latin typeface="Arvo"/>
              <a:ea typeface="Arvo"/>
              <a:cs typeface="Arvo"/>
              <a:sym typeface="Arvo"/>
            </a:endParaRPr>
          </a:p>
        </p:txBody>
      </p:sp>
      <p:sp>
        <p:nvSpPr>
          <p:cNvPr id="13497" name="Google Shape;13497;p223"/>
          <p:cNvSpPr txBox="1"/>
          <p:nvPr>
            <p:ph idx="39" type="subTitle"/>
          </p:nvPr>
        </p:nvSpPr>
        <p:spPr>
          <a:xfrm>
            <a:off x="832100" y="6122055"/>
            <a:ext cx="1750500" cy="5616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13498" name="Google Shape;13498;p223"/>
          <p:cNvSpPr txBox="1"/>
          <p:nvPr>
            <p:ph idx="40" type="subTitle"/>
          </p:nvPr>
        </p:nvSpPr>
        <p:spPr>
          <a:xfrm>
            <a:off x="2631411" y="6122055"/>
            <a:ext cx="1771500" cy="5616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13499" name="Google Shape;13499;p223"/>
          <p:cNvSpPr txBox="1"/>
          <p:nvPr>
            <p:ph idx="41" type="subTitle"/>
          </p:nvPr>
        </p:nvSpPr>
        <p:spPr>
          <a:xfrm>
            <a:off x="4460203" y="6122055"/>
            <a:ext cx="1750500" cy="5616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13500" name="Google Shape;13500;p223"/>
          <p:cNvSpPr txBox="1"/>
          <p:nvPr>
            <p:ph idx="42" type="subTitle"/>
          </p:nvPr>
        </p:nvSpPr>
        <p:spPr>
          <a:xfrm>
            <a:off x="6269339" y="6122055"/>
            <a:ext cx="1731300" cy="5616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13501" name="Google Shape;13501;p223"/>
          <p:cNvSpPr txBox="1"/>
          <p:nvPr>
            <p:ph idx="43" type="subTitle"/>
          </p:nvPr>
        </p:nvSpPr>
        <p:spPr>
          <a:xfrm>
            <a:off x="8053914" y="6122055"/>
            <a:ext cx="1731300" cy="5616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13502" name="Google Shape;13502;p223"/>
          <p:cNvSpPr txBox="1"/>
          <p:nvPr/>
        </p:nvSpPr>
        <p:spPr>
          <a:xfrm>
            <a:off x="277302" y="6122117"/>
            <a:ext cx="509100" cy="5616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s-419">
                <a:latin typeface="Arvo"/>
                <a:ea typeface="Arvo"/>
                <a:cs typeface="Arvo"/>
                <a:sym typeface="Arvo"/>
              </a:rPr>
              <a:t>8</a:t>
            </a:r>
            <a:endParaRPr b="1">
              <a:latin typeface="Arvo"/>
              <a:ea typeface="Arvo"/>
              <a:cs typeface="Arvo"/>
              <a:sym typeface="Arvo"/>
            </a:endParaRPr>
          </a:p>
        </p:txBody>
      </p:sp>
      <p:sp>
        <p:nvSpPr>
          <p:cNvPr id="13503" name="Google Shape;13503;p223"/>
          <p:cNvSpPr txBox="1"/>
          <p:nvPr/>
        </p:nvSpPr>
        <p:spPr>
          <a:xfrm>
            <a:off x="2524025" y="387675"/>
            <a:ext cx="15012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Unid. Organizacional:</a:t>
            </a:r>
            <a:endParaRPr b="1" sz="1100"/>
          </a:p>
        </p:txBody>
      </p:sp>
      <p:sp>
        <p:nvSpPr>
          <p:cNvPr id="13504" name="Google Shape;13504;p223"/>
          <p:cNvSpPr txBox="1"/>
          <p:nvPr/>
        </p:nvSpPr>
        <p:spPr>
          <a:xfrm>
            <a:off x="2524020" y="579550"/>
            <a:ext cx="6846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Alcance:</a:t>
            </a:r>
            <a:endParaRPr b="1" sz="1100"/>
          </a:p>
        </p:txBody>
      </p:sp>
      <p:sp>
        <p:nvSpPr>
          <p:cNvPr id="13505" name="Google Shape;13505;p223"/>
          <p:cNvSpPr txBox="1"/>
          <p:nvPr>
            <p:ph type="title"/>
          </p:nvPr>
        </p:nvSpPr>
        <p:spPr>
          <a:xfrm flipH="1">
            <a:off x="4025374" y="387675"/>
            <a:ext cx="5863200" cy="1692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000"/>
              <a:buNone/>
              <a:defRPr sz="1000">
                <a:solidFill>
                  <a:srgbClr val="000000"/>
                </a:solidFill>
              </a:defRPr>
            </a:lvl1pPr>
            <a:lvl2pPr lvl="1">
              <a:spcBef>
                <a:spcPts val="0"/>
              </a:spcBef>
              <a:spcAft>
                <a:spcPts val="0"/>
              </a:spcAft>
              <a:buClr>
                <a:srgbClr val="000000"/>
              </a:buClr>
              <a:buSzPts val="1000"/>
              <a:buNone/>
              <a:defRPr sz="1000">
                <a:solidFill>
                  <a:srgbClr val="000000"/>
                </a:solidFill>
              </a:defRPr>
            </a:lvl2pPr>
            <a:lvl3pPr lvl="2">
              <a:spcBef>
                <a:spcPts val="0"/>
              </a:spcBef>
              <a:spcAft>
                <a:spcPts val="0"/>
              </a:spcAft>
              <a:buClr>
                <a:srgbClr val="000000"/>
              </a:buClr>
              <a:buSzPts val="1000"/>
              <a:buNone/>
              <a:defRPr sz="1000">
                <a:solidFill>
                  <a:srgbClr val="000000"/>
                </a:solidFill>
              </a:defRPr>
            </a:lvl3pPr>
            <a:lvl4pPr lvl="3">
              <a:spcBef>
                <a:spcPts val="0"/>
              </a:spcBef>
              <a:spcAft>
                <a:spcPts val="0"/>
              </a:spcAft>
              <a:buClr>
                <a:srgbClr val="000000"/>
              </a:buClr>
              <a:buSzPts val="1000"/>
              <a:buNone/>
              <a:defRPr sz="1000">
                <a:solidFill>
                  <a:srgbClr val="000000"/>
                </a:solidFill>
              </a:defRPr>
            </a:lvl4pPr>
            <a:lvl5pPr lvl="4">
              <a:spcBef>
                <a:spcPts val="0"/>
              </a:spcBef>
              <a:spcAft>
                <a:spcPts val="0"/>
              </a:spcAft>
              <a:buClr>
                <a:srgbClr val="000000"/>
              </a:buClr>
              <a:buSzPts val="1000"/>
              <a:buNone/>
              <a:defRPr sz="1000">
                <a:solidFill>
                  <a:srgbClr val="000000"/>
                </a:solidFill>
              </a:defRPr>
            </a:lvl5pPr>
            <a:lvl6pPr lvl="5">
              <a:spcBef>
                <a:spcPts val="0"/>
              </a:spcBef>
              <a:spcAft>
                <a:spcPts val="0"/>
              </a:spcAft>
              <a:buClr>
                <a:srgbClr val="000000"/>
              </a:buClr>
              <a:buSzPts val="1000"/>
              <a:buNone/>
              <a:defRPr sz="1000">
                <a:solidFill>
                  <a:srgbClr val="000000"/>
                </a:solidFill>
              </a:defRPr>
            </a:lvl6pPr>
            <a:lvl7pPr lvl="6">
              <a:spcBef>
                <a:spcPts val="0"/>
              </a:spcBef>
              <a:spcAft>
                <a:spcPts val="0"/>
              </a:spcAft>
              <a:buClr>
                <a:srgbClr val="000000"/>
              </a:buClr>
              <a:buSzPts val="1000"/>
              <a:buNone/>
              <a:defRPr sz="1000">
                <a:solidFill>
                  <a:srgbClr val="000000"/>
                </a:solidFill>
              </a:defRPr>
            </a:lvl7pPr>
            <a:lvl8pPr lvl="7">
              <a:spcBef>
                <a:spcPts val="0"/>
              </a:spcBef>
              <a:spcAft>
                <a:spcPts val="0"/>
              </a:spcAft>
              <a:buClr>
                <a:srgbClr val="000000"/>
              </a:buClr>
              <a:buSzPts val="1000"/>
              <a:buNone/>
              <a:defRPr sz="1000">
                <a:solidFill>
                  <a:srgbClr val="000000"/>
                </a:solidFill>
              </a:defRPr>
            </a:lvl8pPr>
            <a:lvl9pPr lvl="8">
              <a:spcBef>
                <a:spcPts val="0"/>
              </a:spcBef>
              <a:spcAft>
                <a:spcPts val="0"/>
              </a:spcAft>
              <a:buClr>
                <a:srgbClr val="000000"/>
              </a:buClr>
              <a:buSzPts val="1000"/>
              <a:buNone/>
              <a:defRPr sz="1000">
                <a:solidFill>
                  <a:srgbClr val="000000"/>
                </a:solidFill>
              </a:defRPr>
            </a:lvl9pPr>
          </a:lstStyle>
          <a:p/>
        </p:txBody>
      </p:sp>
      <p:sp>
        <p:nvSpPr>
          <p:cNvPr id="13506" name="Google Shape;13506;p223"/>
          <p:cNvSpPr txBox="1"/>
          <p:nvPr>
            <p:ph idx="44" type="title"/>
          </p:nvPr>
        </p:nvSpPr>
        <p:spPr>
          <a:xfrm flipH="1">
            <a:off x="3208773" y="579550"/>
            <a:ext cx="6679800" cy="1692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000"/>
              <a:buNone/>
              <a:defRPr sz="1000">
                <a:solidFill>
                  <a:srgbClr val="000000"/>
                </a:solidFill>
              </a:defRPr>
            </a:lvl1pPr>
            <a:lvl2pPr lvl="1">
              <a:spcBef>
                <a:spcPts val="0"/>
              </a:spcBef>
              <a:spcAft>
                <a:spcPts val="0"/>
              </a:spcAft>
              <a:buClr>
                <a:srgbClr val="000000"/>
              </a:buClr>
              <a:buSzPts val="1000"/>
              <a:buNone/>
              <a:defRPr sz="1000">
                <a:solidFill>
                  <a:srgbClr val="000000"/>
                </a:solidFill>
              </a:defRPr>
            </a:lvl2pPr>
            <a:lvl3pPr lvl="2">
              <a:spcBef>
                <a:spcPts val="0"/>
              </a:spcBef>
              <a:spcAft>
                <a:spcPts val="0"/>
              </a:spcAft>
              <a:buClr>
                <a:srgbClr val="000000"/>
              </a:buClr>
              <a:buSzPts val="1000"/>
              <a:buNone/>
              <a:defRPr sz="1000">
                <a:solidFill>
                  <a:srgbClr val="000000"/>
                </a:solidFill>
              </a:defRPr>
            </a:lvl3pPr>
            <a:lvl4pPr lvl="3">
              <a:spcBef>
                <a:spcPts val="0"/>
              </a:spcBef>
              <a:spcAft>
                <a:spcPts val="0"/>
              </a:spcAft>
              <a:buClr>
                <a:srgbClr val="000000"/>
              </a:buClr>
              <a:buSzPts val="1000"/>
              <a:buNone/>
              <a:defRPr sz="1000">
                <a:solidFill>
                  <a:srgbClr val="000000"/>
                </a:solidFill>
              </a:defRPr>
            </a:lvl4pPr>
            <a:lvl5pPr lvl="4">
              <a:spcBef>
                <a:spcPts val="0"/>
              </a:spcBef>
              <a:spcAft>
                <a:spcPts val="0"/>
              </a:spcAft>
              <a:buClr>
                <a:srgbClr val="000000"/>
              </a:buClr>
              <a:buSzPts val="1000"/>
              <a:buNone/>
              <a:defRPr sz="1000">
                <a:solidFill>
                  <a:srgbClr val="000000"/>
                </a:solidFill>
              </a:defRPr>
            </a:lvl5pPr>
            <a:lvl6pPr lvl="5">
              <a:spcBef>
                <a:spcPts val="0"/>
              </a:spcBef>
              <a:spcAft>
                <a:spcPts val="0"/>
              </a:spcAft>
              <a:buClr>
                <a:srgbClr val="000000"/>
              </a:buClr>
              <a:buSzPts val="1000"/>
              <a:buNone/>
              <a:defRPr sz="1000">
                <a:solidFill>
                  <a:srgbClr val="000000"/>
                </a:solidFill>
              </a:defRPr>
            </a:lvl6pPr>
            <a:lvl7pPr lvl="6">
              <a:spcBef>
                <a:spcPts val="0"/>
              </a:spcBef>
              <a:spcAft>
                <a:spcPts val="0"/>
              </a:spcAft>
              <a:buClr>
                <a:srgbClr val="000000"/>
              </a:buClr>
              <a:buSzPts val="1000"/>
              <a:buNone/>
              <a:defRPr sz="1000">
                <a:solidFill>
                  <a:srgbClr val="000000"/>
                </a:solidFill>
              </a:defRPr>
            </a:lvl7pPr>
            <a:lvl8pPr lvl="7">
              <a:spcBef>
                <a:spcPts val="0"/>
              </a:spcBef>
              <a:spcAft>
                <a:spcPts val="0"/>
              </a:spcAft>
              <a:buClr>
                <a:srgbClr val="000000"/>
              </a:buClr>
              <a:buSzPts val="1000"/>
              <a:buNone/>
              <a:defRPr sz="1000">
                <a:solidFill>
                  <a:srgbClr val="000000"/>
                </a:solidFill>
              </a:defRPr>
            </a:lvl8pPr>
            <a:lvl9pPr lvl="8">
              <a:spcBef>
                <a:spcPts val="0"/>
              </a:spcBef>
              <a:spcAft>
                <a:spcPts val="0"/>
              </a:spcAft>
              <a:buClr>
                <a:srgbClr val="000000"/>
              </a:buClr>
              <a:buSzPts val="1000"/>
              <a:buNone/>
              <a:defRPr sz="1000">
                <a:solidFill>
                  <a:srgbClr val="000000"/>
                </a:solidFill>
              </a:defRPr>
            </a:lvl9pPr>
          </a:lstStyle>
          <a:p/>
        </p:txBody>
      </p:sp>
      <p:sp>
        <p:nvSpPr>
          <p:cNvPr id="13507" name="Google Shape;13507;p223"/>
          <p:cNvSpPr txBox="1"/>
          <p:nvPr>
            <p:ph idx="45" type="body"/>
          </p:nvPr>
        </p:nvSpPr>
        <p:spPr>
          <a:xfrm>
            <a:off x="641150" y="612125"/>
            <a:ext cx="1770300" cy="160500"/>
          </a:xfrm>
          <a:prstGeom prst="rect">
            <a:avLst/>
          </a:prstGeom>
          <a:noFill/>
          <a:ln>
            <a:noFill/>
          </a:ln>
        </p:spPr>
        <p:txBody>
          <a:bodyPr anchorCtr="0" anchor="t" bIns="0" lIns="0" spcFirstLastPara="1" rIns="0" wrap="square" tIns="0">
            <a:noAutofit/>
          </a:bodyPr>
          <a:lstStyle>
            <a:lvl1pPr indent="-292100" lvl="0" marL="457200" algn="ctr">
              <a:spcBef>
                <a:spcPts val="0"/>
              </a:spcBef>
              <a:spcAft>
                <a:spcPts val="0"/>
              </a:spcAft>
              <a:buClr>
                <a:srgbClr val="FFFFFF"/>
              </a:buClr>
              <a:buSzPts val="1000"/>
              <a:buChar char="●"/>
              <a:defRPr sz="1000">
                <a:solidFill>
                  <a:srgbClr val="FFFFFF"/>
                </a:solidFill>
              </a:defRPr>
            </a:lvl1pPr>
            <a:lvl2pPr indent="-292100" lvl="1" marL="914400" algn="ctr">
              <a:spcBef>
                <a:spcPts val="0"/>
              </a:spcBef>
              <a:spcAft>
                <a:spcPts val="0"/>
              </a:spcAft>
              <a:buClr>
                <a:srgbClr val="FFFFFF"/>
              </a:buClr>
              <a:buSzPts val="1000"/>
              <a:buChar char="○"/>
              <a:defRPr sz="1000">
                <a:solidFill>
                  <a:srgbClr val="FFFFFF"/>
                </a:solidFill>
              </a:defRPr>
            </a:lvl2pPr>
            <a:lvl3pPr indent="-292100" lvl="2" marL="1371600" algn="ctr">
              <a:spcBef>
                <a:spcPts val="0"/>
              </a:spcBef>
              <a:spcAft>
                <a:spcPts val="0"/>
              </a:spcAft>
              <a:buClr>
                <a:srgbClr val="FFFFFF"/>
              </a:buClr>
              <a:buSzPts val="1000"/>
              <a:buChar char="■"/>
              <a:defRPr sz="1000">
                <a:solidFill>
                  <a:srgbClr val="FFFFFF"/>
                </a:solidFill>
              </a:defRPr>
            </a:lvl3pPr>
            <a:lvl4pPr indent="-292100" lvl="3" marL="1828800" algn="ctr">
              <a:spcBef>
                <a:spcPts val="0"/>
              </a:spcBef>
              <a:spcAft>
                <a:spcPts val="0"/>
              </a:spcAft>
              <a:buClr>
                <a:srgbClr val="FFFFFF"/>
              </a:buClr>
              <a:buSzPts val="1000"/>
              <a:buChar char="●"/>
              <a:defRPr sz="1000">
                <a:solidFill>
                  <a:srgbClr val="FFFFFF"/>
                </a:solidFill>
              </a:defRPr>
            </a:lvl4pPr>
            <a:lvl5pPr indent="-292100" lvl="4" marL="2286000" algn="ctr">
              <a:spcBef>
                <a:spcPts val="0"/>
              </a:spcBef>
              <a:spcAft>
                <a:spcPts val="0"/>
              </a:spcAft>
              <a:buClr>
                <a:srgbClr val="FFFFFF"/>
              </a:buClr>
              <a:buSzPts val="1000"/>
              <a:buChar char="○"/>
              <a:defRPr sz="1000">
                <a:solidFill>
                  <a:srgbClr val="FFFFFF"/>
                </a:solidFill>
              </a:defRPr>
            </a:lvl5pPr>
            <a:lvl6pPr indent="-292100" lvl="5" marL="2743200" algn="ctr">
              <a:spcBef>
                <a:spcPts val="0"/>
              </a:spcBef>
              <a:spcAft>
                <a:spcPts val="0"/>
              </a:spcAft>
              <a:buClr>
                <a:srgbClr val="FFFFFF"/>
              </a:buClr>
              <a:buSzPts val="1000"/>
              <a:buChar char="■"/>
              <a:defRPr sz="1000">
                <a:solidFill>
                  <a:srgbClr val="FFFFFF"/>
                </a:solidFill>
              </a:defRPr>
            </a:lvl6pPr>
            <a:lvl7pPr indent="-292100" lvl="6" marL="3200400" algn="ctr">
              <a:spcBef>
                <a:spcPts val="0"/>
              </a:spcBef>
              <a:spcAft>
                <a:spcPts val="0"/>
              </a:spcAft>
              <a:buClr>
                <a:srgbClr val="FFFFFF"/>
              </a:buClr>
              <a:buSzPts val="1000"/>
              <a:buChar char="●"/>
              <a:defRPr sz="1000">
                <a:solidFill>
                  <a:srgbClr val="FFFFFF"/>
                </a:solidFill>
              </a:defRPr>
            </a:lvl7pPr>
            <a:lvl8pPr indent="-292100" lvl="7" marL="3657600" algn="ctr">
              <a:spcBef>
                <a:spcPts val="0"/>
              </a:spcBef>
              <a:spcAft>
                <a:spcPts val="0"/>
              </a:spcAft>
              <a:buClr>
                <a:srgbClr val="FFFFFF"/>
              </a:buClr>
              <a:buSzPts val="1000"/>
              <a:buChar char="○"/>
              <a:defRPr sz="1000">
                <a:solidFill>
                  <a:srgbClr val="FFFFFF"/>
                </a:solidFill>
              </a:defRPr>
            </a:lvl8pPr>
            <a:lvl9pPr indent="-292100" lvl="8" marL="4114800" algn="ctr">
              <a:spcBef>
                <a:spcPts val="0"/>
              </a:spcBef>
              <a:spcAft>
                <a:spcPts val="0"/>
              </a:spcAft>
              <a:buClr>
                <a:srgbClr val="FFFFFF"/>
              </a:buClr>
              <a:buSzPts val="1000"/>
              <a:buChar char="■"/>
              <a:defRPr sz="1000">
                <a:solidFill>
                  <a:srgbClr val="FFFFFF"/>
                </a:solidFill>
              </a:defRPr>
            </a:lvl9pPr>
          </a:lstStyle>
          <a:p/>
        </p:txBody>
      </p:sp>
      <p:sp>
        <p:nvSpPr>
          <p:cNvPr id="13508" name="Google Shape;13508;p223"/>
          <p:cNvSpPr txBox="1"/>
          <p:nvPr/>
        </p:nvSpPr>
        <p:spPr>
          <a:xfrm>
            <a:off x="84825" y="598125"/>
            <a:ext cx="595500" cy="205800"/>
          </a:xfrm>
          <a:prstGeom prst="rect">
            <a:avLst/>
          </a:prstGeom>
          <a:noFill/>
          <a:ln>
            <a:noFill/>
          </a:ln>
        </p:spPr>
        <p:txBody>
          <a:bodyPr anchorCtr="0" anchor="t" bIns="18000" lIns="18000" spcFirstLastPara="1" rIns="18000" wrap="square" tIns="18000">
            <a:spAutoFit/>
          </a:bodyPr>
          <a:lstStyle/>
          <a:p>
            <a:pPr indent="0" lvl="0" marL="0" rtl="0" algn="l">
              <a:spcBef>
                <a:spcPts val="0"/>
              </a:spcBef>
              <a:spcAft>
                <a:spcPts val="0"/>
              </a:spcAft>
              <a:buNone/>
            </a:pPr>
            <a:r>
              <a:rPr lang="es-419" sz="1100">
                <a:solidFill>
                  <a:srgbClr val="FFFFFF"/>
                </a:solidFill>
              </a:rPr>
              <a:t>Nombre:</a:t>
            </a:r>
            <a:endParaRPr sz="1100">
              <a:solidFill>
                <a:srgbClr val="FFFFFF"/>
              </a:solidFill>
            </a:endParaRPr>
          </a:p>
        </p:txBody>
      </p:sp>
    </p:spTree>
  </p:cSld>
  <p:clrMapOvr>
    <a:masterClrMapping/>
  </p:clrMapOvr>
</p:sldLayout>
</file>

<file path=ppt/slideLayouts/slideLayout2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0.6 Recorrido del Cliente">
  <p:cSld name="TITLE_3_6_1_1_1_1_1">
    <p:spTree>
      <p:nvGrpSpPr>
        <p:cNvPr id="13509" name="Shape 13509"/>
        <p:cNvGrpSpPr/>
        <p:nvPr/>
      </p:nvGrpSpPr>
      <p:grpSpPr>
        <a:xfrm>
          <a:off x="0" y="0"/>
          <a:ext cx="0" cy="0"/>
          <a:chOff x="0" y="0"/>
          <a:chExt cx="0" cy="0"/>
        </a:xfrm>
      </p:grpSpPr>
      <p:sp>
        <p:nvSpPr>
          <p:cNvPr id="13510" name="Google Shape;13510;p224"/>
          <p:cNvSpPr/>
          <p:nvPr/>
        </p:nvSpPr>
        <p:spPr>
          <a:xfrm>
            <a:off x="97888" y="377012"/>
            <a:ext cx="9893400" cy="296700"/>
          </a:xfrm>
          <a:prstGeom prst="roundRect">
            <a:avLst>
              <a:gd fmla="val 22902" name="adj"/>
            </a:avLst>
          </a:prstGeom>
          <a:solidFill>
            <a:srgbClr val="F3F3F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13511" name="Google Shape;13511;p224"/>
          <p:cNvSpPr/>
          <p:nvPr/>
        </p:nvSpPr>
        <p:spPr>
          <a:xfrm>
            <a:off x="77688" y="358938"/>
            <a:ext cx="9935700" cy="6438000"/>
          </a:xfrm>
          <a:prstGeom prst="roundRect">
            <a:avLst>
              <a:gd fmla="val 2618" name="adj"/>
            </a:avLst>
          </a:prstGeom>
          <a:solidFill>
            <a:srgbClr val="FFFFFF"/>
          </a:solidFill>
          <a:ln cap="flat" cmpd="sng" w="38100">
            <a:solidFill>
              <a:srgbClr val="000000"/>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3512" name="Google Shape;13512;p224"/>
          <p:cNvCxnSpPr/>
          <p:nvPr/>
        </p:nvCxnSpPr>
        <p:spPr>
          <a:xfrm>
            <a:off x="77688" y="772614"/>
            <a:ext cx="9935700" cy="0"/>
          </a:xfrm>
          <a:prstGeom prst="straightConnector1">
            <a:avLst/>
          </a:prstGeom>
          <a:noFill/>
          <a:ln cap="flat" cmpd="sng" w="19050">
            <a:solidFill>
              <a:srgbClr val="000000"/>
            </a:solidFill>
            <a:prstDash val="solid"/>
            <a:round/>
            <a:headEnd len="med" w="med" type="none"/>
            <a:tailEnd len="med" w="med" type="none"/>
          </a:ln>
        </p:spPr>
      </p:cxnSp>
      <p:cxnSp>
        <p:nvCxnSpPr>
          <p:cNvPr id="13513" name="Google Shape;13513;p224"/>
          <p:cNvCxnSpPr/>
          <p:nvPr/>
        </p:nvCxnSpPr>
        <p:spPr>
          <a:xfrm rot="10800000">
            <a:off x="2439038" y="368188"/>
            <a:ext cx="0" cy="402300"/>
          </a:xfrm>
          <a:prstGeom prst="straightConnector1">
            <a:avLst/>
          </a:prstGeom>
          <a:noFill/>
          <a:ln cap="flat" cmpd="sng" w="19050">
            <a:solidFill>
              <a:srgbClr val="000000"/>
            </a:solidFill>
            <a:prstDash val="solid"/>
            <a:round/>
            <a:headEnd len="med" w="med" type="none"/>
            <a:tailEnd len="med" w="med" type="none"/>
          </a:ln>
        </p:spPr>
      </p:cxnSp>
      <p:sp>
        <p:nvSpPr>
          <p:cNvPr id="13514" name="Google Shape;13514;p224"/>
          <p:cNvSpPr txBox="1"/>
          <p:nvPr>
            <p:ph type="title"/>
          </p:nvPr>
        </p:nvSpPr>
        <p:spPr>
          <a:xfrm flipH="1">
            <a:off x="3219174" y="437575"/>
            <a:ext cx="1731300" cy="2658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200"/>
              <a:buNone/>
              <a:defRPr sz="1200">
                <a:solidFill>
                  <a:srgbClr val="000000"/>
                </a:solidFill>
              </a:defRPr>
            </a:lvl1pPr>
            <a:lvl2pPr lvl="1">
              <a:spcBef>
                <a:spcPts val="0"/>
              </a:spcBef>
              <a:spcAft>
                <a:spcPts val="0"/>
              </a:spcAft>
              <a:buClr>
                <a:srgbClr val="000000"/>
              </a:buClr>
              <a:buSzPts val="1100"/>
              <a:buNone/>
              <a:defRPr sz="1100">
                <a:solidFill>
                  <a:srgbClr val="000000"/>
                </a:solidFill>
              </a:defRPr>
            </a:lvl2pPr>
            <a:lvl3pPr lvl="2">
              <a:spcBef>
                <a:spcPts val="0"/>
              </a:spcBef>
              <a:spcAft>
                <a:spcPts val="0"/>
              </a:spcAft>
              <a:buClr>
                <a:srgbClr val="000000"/>
              </a:buClr>
              <a:buSzPts val="1100"/>
              <a:buNone/>
              <a:defRPr sz="1100">
                <a:solidFill>
                  <a:srgbClr val="000000"/>
                </a:solidFill>
              </a:defRPr>
            </a:lvl3pPr>
            <a:lvl4pPr lvl="3">
              <a:spcBef>
                <a:spcPts val="0"/>
              </a:spcBef>
              <a:spcAft>
                <a:spcPts val="0"/>
              </a:spcAft>
              <a:buClr>
                <a:srgbClr val="000000"/>
              </a:buClr>
              <a:buSzPts val="1100"/>
              <a:buNone/>
              <a:defRPr sz="1100">
                <a:solidFill>
                  <a:srgbClr val="000000"/>
                </a:solidFill>
              </a:defRPr>
            </a:lvl4pPr>
            <a:lvl5pPr lvl="4">
              <a:spcBef>
                <a:spcPts val="0"/>
              </a:spcBef>
              <a:spcAft>
                <a:spcPts val="0"/>
              </a:spcAft>
              <a:buClr>
                <a:srgbClr val="000000"/>
              </a:buClr>
              <a:buSzPts val="1100"/>
              <a:buNone/>
              <a:defRPr sz="1100">
                <a:solidFill>
                  <a:srgbClr val="000000"/>
                </a:solidFill>
              </a:defRPr>
            </a:lvl5pPr>
            <a:lvl6pPr lvl="5">
              <a:spcBef>
                <a:spcPts val="0"/>
              </a:spcBef>
              <a:spcAft>
                <a:spcPts val="0"/>
              </a:spcAft>
              <a:buClr>
                <a:srgbClr val="000000"/>
              </a:buClr>
              <a:buSzPts val="1100"/>
              <a:buNone/>
              <a:defRPr sz="1100">
                <a:solidFill>
                  <a:srgbClr val="000000"/>
                </a:solidFill>
              </a:defRPr>
            </a:lvl6pPr>
            <a:lvl7pPr lvl="6">
              <a:spcBef>
                <a:spcPts val="0"/>
              </a:spcBef>
              <a:spcAft>
                <a:spcPts val="0"/>
              </a:spcAft>
              <a:buClr>
                <a:srgbClr val="000000"/>
              </a:buClr>
              <a:buSzPts val="1100"/>
              <a:buNone/>
              <a:defRPr sz="1100">
                <a:solidFill>
                  <a:srgbClr val="000000"/>
                </a:solidFill>
              </a:defRPr>
            </a:lvl7pPr>
            <a:lvl8pPr lvl="7">
              <a:spcBef>
                <a:spcPts val="0"/>
              </a:spcBef>
              <a:spcAft>
                <a:spcPts val="0"/>
              </a:spcAft>
              <a:buClr>
                <a:srgbClr val="000000"/>
              </a:buClr>
              <a:buSzPts val="1100"/>
              <a:buNone/>
              <a:defRPr sz="1100">
                <a:solidFill>
                  <a:srgbClr val="000000"/>
                </a:solidFill>
              </a:defRPr>
            </a:lvl8pPr>
            <a:lvl9pPr lvl="8">
              <a:spcBef>
                <a:spcPts val="0"/>
              </a:spcBef>
              <a:spcAft>
                <a:spcPts val="0"/>
              </a:spcAft>
              <a:buClr>
                <a:srgbClr val="000000"/>
              </a:buClr>
              <a:buSzPts val="1100"/>
              <a:buNone/>
              <a:defRPr sz="1100">
                <a:solidFill>
                  <a:srgbClr val="000000"/>
                </a:solidFill>
              </a:defRPr>
            </a:lvl9pPr>
          </a:lstStyle>
          <a:p/>
        </p:txBody>
      </p:sp>
      <p:sp>
        <p:nvSpPr>
          <p:cNvPr id="13515" name="Google Shape;13515;p224"/>
          <p:cNvSpPr txBox="1"/>
          <p:nvPr/>
        </p:nvSpPr>
        <p:spPr>
          <a:xfrm>
            <a:off x="2513487" y="437267"/>
            <a:ext cx="679500" cy="2664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b="1" lang="es-419" sz="1100"/>
              <a:t>Proceso o Servicio:</a:t>
            </a:r>
            <a:endParaRPr b="1" sz="1100"/>
          </a:p>
        </p:txBody>
      </p:sp>
      <p:cxnSp>
        <p:nvCxnSpPr>
          <p:cNvPr id="13516" name="Google Shape;13516;p224"/>
          <p:cNvCxnSpPr/>
          <p:nvPr/>
        </p:nvCxnSpPr>
        <p:spPr>
          <a:xfrm rot="10800000">
            <a:off x="5070754" y="368188"/>
            <a:ext cx="0" cy="402300"/>
          </a:xfrm>
          <a:prstGeom prst="straightConnector1">
            <a:avLst/>
          </a:prstGeom>
          <a:noFill/>
          <a:ln cap="flat" cmpd="sng" w="19050">
            <a:solidFill>
              <a:srgbClr val="000000"/>
            </a:solidFill>
            <a:prstDash val="solid"/>
            <a:round/>
            <a:headEnd len="med" w="med" type="none"/>
            <a:tailEnd len="med" w="med" type="none"/>
          </a:ln>
        </p:spPr>
      </p:cxnSp>
      <p:sp>
        <p:nvSpPr>
          <p:cNvPr id="13517" name="Google Shape;13517;p224"/>
          <p:cNvSpPr txBox="1"/>
          <p:nvPr/>
        </p:nvSpPr>
        <p:spPr>
          <a:xfrm>
            <a:off x="5191013" y="387663"/>
            <a:ext cx="13026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Finalidad empresa:</a:t>
            </a:r>
            <a:endParaRPr b="1" sz="1100"/>
          </a:p>
        </p:txBody>
      </p:sp>
      <p:sp>
        <p:nvSpPr>
          <p:cNvPr id="13518" name="Google Shape;13518;p224"/>
          <p:cNvSpPr txBox="1"/>
          <p:nvPr/>
        </p:nvSpPr>
        <p:spPr>
          <a:xfrm>
            <a:off x="5191013" y="579538"/>
            <a:ext cx="11637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Finalidad cliente:</a:t>
            </a:r>
            <a:endParaRPr b="1" sz="1100"/>
          </a:p>
        </p:txBody>
      </p:sp>
      <p:sp>
        <p:nvSpPr>
          <p:cNvPr id="13519" name="Google Shape;13519;p224"/>
          <p:cNvSpPr/>
          <p:nvPr/>
        </p:nvSpPr>
        <p:spPr>
          <a:xfrm>
            <a:off x="77688" y="349338"/>
            <a:ext cx="2361300" cy="421200"/>
          </a:xfrm>
          <a:prstGeom prst="roundRect">
            <a:avLst>
              <a:gd fmla="val 50000" name="adj"/>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s-419" sz="1200">
                <a:solidFill>
                  <a:srgbClr val="FFFFFF"/>
                </a:solidFill>
              </a:rPr>
              <a:t>Recorrido del Cliente</a:t>
            </a:r>
            <a:endParaRPr b="1" sz="1200">
              <a:solidFill>
                <a:srgbClr val="FFFFFF"/>
              </a:solidFill>
            </a:endParaRPr>
          </a:p>
          <a:p>
            <a:pPr indent="0" lvl="0" marL="0" rtl="0" algn="ctr">
              <a:spcBef>
                <a:spcPts val="0"/>
              </a:spcBef>
              <a:spcAft>
                <a:spcPts val="0"/>
              </a:spcAft>
              <a:buNone/>
            </a:pPr>
            <a:r>
              <a:t/>
            </a:r>
            <a:endParaRPr b="1" sz="1200">
              <a:solidFill>
                <a:srgbClr val="FFFFFF"/>
              </a:solidFill>
            </a:endParaRPr>
          </a:p>
        </p:txBody>
      </p:sp>
      <p:sp>
        <p:nvSpPr>
          <p:cNvPr id="13520" name="Google Shape;13520;p224"/>
          <p:cNvSpPr/>
          <p:nvPr/>
        </p:nvSpPr>
        <p:spPr>
          <a:xfrm>
            <a:off x="83988" y="595504"/>
            <a:ext cx="190200" cy="1692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1" name="Google Shape;13521;p224"/>
          <p:cNvSpPr/>
          <p:nvPr/>
        </p:nvSpPr>
        <p:spPr>
          <a:xfrm>
            <a:off x="2292338" y="358938"/>
            <a:ext cx="146700" cy="4023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2" name="Google Shape;13522;p224"/>
          <p:cNvSpPr txBox="1"/>
          <p:nvPr>
            <p:ph idx="2" type="title"/>
          </p:nvPr>
        </p:nvSpPr>
        <p:spPr>
          <a:xfrm flipH="1">
            <a:off x="6546263" y="387663"/>
            <a:ext cx="3350100" cy="1692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000"/>
              <a:buNone/>
              <a:defRPr sz="1000">
                <a:solidFill>
                  <a:srgbClr val="000000"/>
                </a:solidFill>
              </a:defRPr>
            </a:lvl1pPr>
            <a:lvl2pPr lvl="1">
              <a:spcBef>
                <a:spcPts val="0"/>
              </a:spcBef>
              <a:spcAft>
                <a:spcPts val="0"/>
              </a:spcAft>
              <a:buClr>
                <a:srgbClr val="000000"/>
              </a:buClr>
              <a:buSzPts val="1000"/>
              <a:buNone/>
              <a:defRPr sz="1000">
                <a:solidFill>
                  <a:srgbClr val="000000"/>
                </a:solidFill>
              </a:defRPr>
            </a:lvl2pPr>
            <a:lvl3pPr lvl="2">
              <a:spcBef>
                <a:spcPts val="0"/>
              </a:spcBef>
              <a:spcAft>
                <a:spcPts val="0"/>
              </a:spcAft>
              <a:buClr>
                <a:srgbClr val="000000"/>
              </a:buClr>
              <a:buSzPts val="1000"/>
              <a:buNone/>
              <a:defRPr sz="1000">
                <a:solidFill>
                  <a:srgbClr val="000000"/>
                </a:solidFill>
              </a:defRPr>
            </a:lvl3pPr>
            <a:lvl4pPr lvl="3">
              <a:spcBef>
                <a:spcPts val="0"/>
              </a:spcBef>
              <a:spcAft>
                <a:spcPts val="0"/>
              </a:spcAft>
              <a:buClr>
                <a:srgbClr val="000000"/>
              </a:buClr>
              <a:buSzPts val="1000"/>
              <a:buNone/>
              <a:defRPr sz="1000">
                <a:solidFill>
                  <a:srgbClr val="000000"/>
                </a:solidFill>
              </a:defRPr>
            </a:lvl4pPr>
            <a:lvl5pPr lvl="4">
              <a:spcBef>
                <a:spcPts val="0"/>
              </a:spcBef>
              <a:spcAft>
                <a:spcPts val="0"/>
              </a:spcAft>
              <a:buClr>
                <a:srgbClr val="000000"/>
              </a:buClr>
              <a:buSzPts val="1000"/>
              <a:buNone/>
              <a:defRPr sz="1000">
                <a:solidFill>
                  <a:srgbClr val="000000"/>
                </a:solidFill>
              </a:defRPr>
            </a:lvl5pPr>
            <a:lvl6pPr lvl="5">
              <a:spcBef>
                <a:spcPts val="0"/>
              </a:spcBef>
              <a:spcAft>
                <a:spcPts val="0"/>
              </a:spcAft>
              <a:buClr>
                <a:srgbClr val="000000"/>
              </a:buClr>
              <a:buSzPts val="1000"/>
              <a:buNone/>
              <a:defRPr sz="1000">
                <a:solidFill>
                  <a:srgbClr val="000000"/>
                </a:solidFill>
              </a:defRPr>
            </a:lvl6pPr>
            <a:lvl7pPr lvl="6">
              <a:spcBef>
                <a:spcPts val="0"/>
              </a:spcBef>
              <a:spcAft>
                <a:spcPts val="0"/>
              </a:spcAft>
              <a:buClr>
                <a:srgbClr val="000000"/>
              </a:buClr>
              <a:buSzPts val="1000"/>
              <a:buNone/>
              <a:defRPr sz="1000">
                <a:solidFill>
                  <a:srgbClr val="000000"/>
                </a:solidFill>
              </a:defRPr>
            </a:lvl7pPr>
            <a:lvl8pPr lvl="7">
              <a:spcBef>
                <a:spcPts val="0"/>
              </a:spcBef>
              <a:spcAft>
                <a:spcPts val="0"/>
              </a:spcAft>
              <a:buClr>
                <a:srgbClr val="000000"/>
              </a:buClr>
              <a:buSzPts val="1000"/>
              <a:buNone/>
              <a:defRPr sz="1000">
                <a:solidFill>
                  <a:srgbClr val="000000"/>
                </a:solidFill>
              </a:defRPr>
            </a:lvl8pPr>
            <a:lvl9pPr lvl="8">
              <a:spcBef>
                <a:spcPts val="0"/>
              </a:spcBef>
              <a:spcAft>
                <a:spcPts val="0"/>
              </a:spcAft>
              <a:buClr>
                <a:srgbClr val="000000"/>
              </a:buClr>
              <a:buSzPts val="1000"/>
              <a:buNone/>
              <a:defRPr sz="1000">
                <a:solidFill>
                  <a:srgbClr val="000000"/>
                </a:solidFill>
              </a:defRPr>
            </a:lvl9pPr>
          </a:lstStyle>
          <a:p/>
        </p:txBody>
      </p:sp>
      <p:sp>
        <p:nvSpPr>
          <p:cNvPr id="13523" name="Google Shape;13523;p224"/>
          <p:cNvSpPr txBox="1"/>
          <p:nvPr>
            <p:ph idx="3" type="title"/>
          </p:nvPr>
        </p:nvSpPr>
        <p:spPr>
          <a:xfrm flipH="1">
            <a:off x="6546263" y="579538"/>
            <a:ext cx="3350100" cy="1692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000"/>
              <a:buNone/>
              <a:defRPr sz="1000">
                <a:solidFill>
                  <a:srgbClr val="000000"/>
                </a:solidFill>
              </a:defRPr>
            </a:lvl1pPr>
            <a:lvl2pPr lvl="1">
              <a:spcBef>
                <a:spcPts val="0"/>
              </a:spcBef>
              <a:spcAft>
                <a:spcPts val="0"/>
              </a:spcAft>
              <a:buClr>
                <a:srgbClr val="000000"/>
              </a:buClr>
              <a:buSzPts val="1000"/>
              <a:buNone/>
              <a:defRPr sz="1000">
                <a:solidFill>
                  <a:srgbClr val="000000"/>
                </a:solidFill>
              </a:defRPr>
            </a:lvl2pPr>
            <a:lvl3pPr lvl="2">
              <a:spcBef>
                <a:spcPts val="0"/>
              </a:spcBef>
              <a:spcAft>
                <a:spcPts val="0"/>
              </a:spcAft>
              <a:buClr>
                <a:srgbClr val="000000"/>
              </a:buClr>
              <a:buSzPts val="1000"/>
              <a:buNone/>
              <a:defRPr sz="1000">
                <a:solidFill>
                  <a:srgbClr val="000000"/>
                </a:solidFill>
              </a:defRPr>
            </a:lvl3pPr>
            <a:lvl4pPr lvl="3">
              <a:spcBef>
                <a:spcPts val="0"/>
              </a:spcBef>
              <a:spcAft>
                <a:spcPts val="0"/>
              </a:spcAft>
              <a:buClr>
                <a:srgbClr val="000000"/>
              </a:buClr>
              <a:buSzPts val="1000"/>
              <a:buNone/>
              <a:defRPr sz="1000">
                <a:solidFill>
                  <a:srgbClr val="000000"/>
                </a:solidFill>
              </a:defRPr>
            </a:lvl4pPr>
            <a:lvl5pPr lvl="4">
              <a:spcBef>
                <a:spcPts val="0"/>
              </a:spcBef>
              <a:spcAft>
                <a:spcPts val="0"/>
              </a:spcAft>
              <a:buClr>
                <a:srgbClr val="000000"/>
              </a:buClr>
              <a:buSzPts val="1000"/>
              <a:buNone/>
              <a:defRPr sz="1000">
                <a:solidFill>
                  <a:srgbClr val="000000"/>
                </a:solidFill>
              </a:defRPr>
            </a:lvl5pPr>
            <a:lvl6pPr lvl="5">
              <a:spcBef>
                <a:spcPts val="0"/>
              </a:spcBef>
              <a:spcAft>
                <a:spcPts val="0"/>
              </a:spcAft>
              <a:buClr>
                <a:srgbClr val="000000"/>
              </a:buClr>
              <a:buSzPts val="1000"/>
              <a:buNone/>
              <a:defRPr sz="1000">
                <a:solidFill>
                  <a:srgbClr val="000000"/>
                </a:solidFill>
              </a:defRPr>
            </a:lvl6pPr>
            <a:lvl7pPr lvl="6">
              <a:spcBef>
                <a:spcPts val="0"/>
              </a:spcBef>
              <a:spcAft>
                <a:spcPts val="0"/>
              </a:spcAft>
              <a:buClr>
                <a:srgbClr val="000000"/>
              </a:buClr>
              <a:buSzPts val="1000"/>
              <a:buNone/>
              <a:defRPr sz="1000">
                <a:solidFill>
                  <a:srgbClr val="000000"/>
                </a:solidFill>
              </a:defRPr>
            </a:lvl7pPr>
            <a:lvl8pPr lvl="7">
              <a:spcBef>
                <a:spcPts val="0"/>
              </a:spcBef>
              <a:spcAft>
                <a:spcPts val="0"/>
              </a:spcAft>
              <a:buClr>
                <a:srgbClr val="000000"/>
              </a:buClr>
              <a:buSzPts val="1000"/>
              <a:buNone/>
              <a:defRPr sz="1000">
                <a:solidFill>
                  <a:srgbClr val="000000"/>
                </a:solidFill>
              </a:defRPr>
            </a:lvl8pPr>
            <a:lvl9pPr lvl="8">
              <a:spcBef>
                <a:spcPts val="0"/>
              </a:spcBef>
              <a:spcAft>
                <a:spcPts val="0"/>
              </a:spcAft>
              <a:buClr>
                <a:srgbClr val="000000"/>
              </a:buClr>
              <a:buSzPts val="1000"/>
              <a:buNone/>
              <a:defRPr sz="1000">
                <a:solidFill>
                  <a:srgbClr val="000000"/>
                </a:solidFill>
              </a:defRPr>
            </a:lvl9pPr>
          </a:lstStyle>
          <a:p/>
        </p:txBody>
      </p:sp>
      <p:sp>
        <p:nvSpPr>
          <p:cNvPr id="13524" name="Google Shape;13524;p224"/>
          <p:cNvSpPr/>
          <p:nvPr/>
        </p:nvSpPr>
        <p:spPr>
          <a:xfrm>
            <a:off x="215766" y="5842775"/>
            <a:ext cx="9664500" cy="726900"/>
          </a:xfrm>
          <a:prstGeom prst="roundRect">
            <a:avLst>
              <a:gd fmla="val 14745" name="adj"/>
            </a:avLst>
          </a:prstGeom>
          <a:solidFill>
            <a:srgbClr val="F3F3F3"/>
          </a:solidFill>
          <a:ln cap="flat" cmpd="sng" w="9525">
            <a:solidFill>
              <a:srgbClr val="666666"/>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i="1" lang="es-419">
                <a:solidFill>
                  <a:srgbClr val="CCCCCC"/>
                </a:solidFill>
              </a:rPr>
              <a:t>Terceros         -         Terceros         -         Terceros         -         Terceros         -         Terceros</a:t>
            </a:r>
            <a:endParaRPr b="1" i="1">
              <a:solidFill>
                <a:srgbClr val="CCCCCC"/>
              </a:solidFill>
            </a:endParaRPr>
          </a:p>
        </p:txBody>
      </p:sp>
      <p:grpSp>
        <p:nvGrpSpPr>
          <p:cNvPr id="13525" name="Google Shape;13525;p224"/>
          <p:cNvGrpSpPr/>
          <p:nvPr/>
        </p:nvGrpSpPr>
        <p:grpSpPr>
          <a:xfrm>
            <a:off x="216411" y="1423705"/>
            <a:ext cx="9665547" cy="91376"/>
            <a:chOff x="184725" y="1341225"/>
            <a:chExt cx="9688800" cy="108600"/>
          </a:xfrm>
        </p:grpSpPr>
        <p:sp>
          <p:nvSpPr>
            <p:cNvPr id="13526" name="Google Shape;13526;p224"/>
            <p:cNvSpPr txBox="1"/>
            <p:nvPr/>
          </p:nvSpPr>
          <p:spPr>
            <a:xfrm>
              <a:off x="184725" y="1341225"/>
              <a:ext cx="9688800" cy="108600"/>
            </a:xfrm>
            <a:prstGeom prst="rect">
              <a:avLst/>
            </a:prstGeom>
            <a:solidFill>
              <a:srgbClr val="CCCCCC"/>
            </a:solidFill>
            <a:ln cap="flat" cmpd="sng" w="9525">
              <a:solidFill>
                <a:srgbClr val="B7B7B7"/>
              </a:solidFill>
              <a:prstDash val="solid"/>
              <a:round/>
              <a:headEnd len="sm" w="sm" type="none"/>
              <a:tailEnd len="sm" w="sm" type="none"/>
            </a:ln>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cxnSp>
          <p:nvCxnSpPr>
            <p:cNvPr id="13527" name="Google Shape;13527;p224"/>
            <p:cNvCxnSpPr>
              <a:stCxn id="13526" idx="1"/>
              <a:endCxn id="13526" idx="3"/>
            </p:cNvCxnSpPr>
            <p:nvPr/>
          </p:nvCxnSpPr>
          <p:spPr>
            <a:xfrm>
              <a:off x="184725" y="1395525"/>
              <a:ext cx="9688800" cy="0"/>
            </a:xfrm>
            <a:prstGeom prst="straightConnector1">
              <a:avLst/>
            </a:prstGeom>
            <a:noFill/>
            <a:ln cap="flat" cmpd="sng" w="9525">
              <a:solidFill>
                <a:srgbClr val="424242"/>
              </a:solidFill>
              <a:prstDash val="dash"/>
              <a:round/>
              <a:headEnd len="med" w="med" type="none"/>
              <a:tailEnd len="med" w="med" type="none"/>
            </a:ln>
          </p:spPr>
        </p:cxnSp>
        <p:cxnSp>
          <p:nvCxnSpPr>
            <p:cNvPr id="13528" name="Google Shape;13528;p224"/>
            <p:cNvCxnSpPr/>
            <p:nvPr/>
          </p:nvCxnSpPr>
          <p:spPr>
            <a:xfrm>
              <a:off x="609706" y="1396148"/>
              <a:ext cx="303300" cy="600"/>
            </a:xfrm>
            <a:prstGeom prst="straightConnector1">
              <a:avLst/>
            </a:prstGeom>
            <a:noFill/>
            <a:ln cap="flat" cmpd="sng" w="28575">
              <a:solidFill>
                <a:srgbClr val="999999"/>
              </a:solidFill>
              <a:prstDash val="solid"/>
              <a:round/>
              <a:headEnd len="med" w="med" type="none"/>
              <a:tailEnd len="med" w="med" type="stealth"/>
            </a:ln>
          </p:spPr>
        </p:cxnSp>
        <p:cxnSp>
          <p:nvCxnSpPr>
            <p:cNvPr id="13529" name="Google Shape;13529;p224"/>
            <p:cNvCxnSpPr/>
            <p:nvPr/>
          </p:nvCxnSpPr>
          <p:spPr>
            <a:xfrm>
              <a:off x="1371600" y="1394979"/>
              <a:ext cx="303300" cy="600"/>
            </a:xfrm>
            <a:prstGeom prst="straightConnector1">
              <a:avLst/>
            </a:prstGeom>
            <a:noFill/>
            <a:ln cap="flat" cmpd="sng" w="28575">
              <a:solidFill>
                <a:srgbClr val="999999"/>
              </a:solidFill>
              <a:prstDash val="solid"/>
              <a:round/>
              <a:headEnd len="med" w="med" type="none"/>
              <a:tailEnd len="med" w="med" type="stealth"/>
            </a:ln>
          </p:spPr>
        </p:cxnSp>
        <p:cxnSp>
          <p:nvCxnSpPr>
            <p:cNvPr id="13530" name="Google Shape;13530;p224"/>
            <p:cNvCxnSpPr/>
            <p:nvPr/>
          </p:nvCxnSpPr>
          <p:spPr>
            <a:xfrm>
              <a:off x="2224624" y="1396148"/>
              <a:ext cx="303300" cy="600"/>
            </a:xfrm>
            <a:prstGeom prst="straightConnector1">
              <a:avLst/>
            </a:prstGeom>
            <a:noFill/>
            <a:ln cap="flat" cmpd="sng" w="28575">
              <a:solidFill>
                <a:srgbClr val="999999"/>
              </a:solidFill>
              <a:prstDash val="solid"/>
              <a:round/>
              <a:headEnd len="med" w="med" type="none"/>
              <a:tailEnd len="med" w="med" type="stealth"/>
            </a:ln>
          </p:spPr>
        </p:cxnSp>
        <p:cxnSp>
          <p:nvCxnSpPr>
            <p:cNvPr id="13531" name="Google Shape;13531;p224"/>
            <p:cNvCxnSpPr/>
            <p:nvPr/>
          </p:nvCxnSpPr>
          <p:spPr>
            <a:xfrm>
              <a:off x="2986518" y="1394979"/>
              <a:ext cx="303300" cy="600"/>
            </a:xfrm>
            <a:prstGeom prst="straightConnector1">
              <a:avLst/>
            </a:prstGeom>
            <a:noFill/>
            <a:ln cap="flat" cmpd="sng" w="28575">
              <a:solidFill>
                <a:srgbClr val="999999"/>
              </a:solidFill>
              <a:prstDash val="solid"/>
              <a:round/>
              <a:headEnd len="med" w="med" type="none"/>
              <a:tailEnd len="med" w="med" type="stealth"/>
            </a:ln>
          </p:spPr>
        </p:cxnSp>
        <p:cxnSp>
          <p:nvCxnSpPr>
            <p:cNvPr id="13532" name="Google Shape;13532;p224"/>
            <p:cNvCxnSpPr/>
            <p:nvPr/>
          </p:nvCxnSpPr>
          <p:spPr>
            <a:xfrm>
              <a:off x="3758233" y="1396148"/>
              <a:ext cx="303300" cy="600"/>
            </a:xfrm>
            <a:prstGeom prst="straightConnector1">
              <a:avLst/>
            </a:prstGeom>
            <a:noFill/>
            <a:ln cap="flat" cmpd="sng" w="28575">
              <a:solidFill>
                <a:srgbClr val="999999"/>
              </a:solidFill>
              <a:prstDash val="solid"/>
              <a:round/>
              <a:headEnd len="med" w="med" type="none"/>
              <a:tailEnd len="med" w="med" type="stealth"/>
            </a:ln>
          </p:spPr>
        </p:cxnSp>
        <p:cxnSp>
          <p:nvCxnSpPr>
            <p:cNvPr id="13533" name="Google Shape;13533;p224"/>
            <p:cNvCxnSpPr/>
            <p:nvPr/>
          </p:nvCxnSpPr>
          <p:spPr>
            <a:xfrm>
              <a:off x="4520126" y="1394979"/>
              <a:ext cx="303300" cy="600"/>
            </a:xfrm>
            <a:prstGeom prst="straightConnector1">
              <a:avLst/>
            </a:prstGeom>
            <a:noFill/>
            <a:ln cap="flat" cmpd="sng" w="28575">
              <a:solidFill>
                <a:srgbClr val="999999"/>
              </a:solidFill>
              <a:prstDash val="solid"/>
              <a:round/>
              <a:headEnd len="med" w="med" type="none"/>
              <a:tailEnd len="med" w="med" type="stealth"/>
            </a:ln>
          </p:spPr>
        </p:cxnSp>
        <p:cxnSp>
          <p:nvCxnSpPr>
            <p:cNvPr id="13534" name="Google Shape;13534;p224"/>
            <p:cNvCxnSpPr/>
            <p:nvPr/>
          </p:nvCxnSpPr>
          <p:spPr>
            <a:xfrm>
              <a:off x="5373150" y="1396148"/>
              <a:ext cx="303300" cy="600"/>
            </a:xfrm>
            <a:prstGeom prst="straightConnector1">
              <a:avLst/>
            </a:prstGeom>
            <a:noFill/>
            <a:ln cap="flat" cmpd="sng" w="28575">
              <a:solidFill>
                <a:srgbClr val="999999"/>
              </a:solidFill>
              <a:prstDash val="solid"/>
              <a:round/>
              <a:headEnd len="med" w="med" type="none"/>
              <a:tailEnd len="med" w="med" type="stealth"/>
            </a:ln>
          </p:spPr>
        </p:cxnSp>
        <p:cxnSp>
          <p:nvCxnSpPr>
            <p:cNvPr id="13535" name="Google Shape;13535;p224"/>
            <p:cNvCxnSpPr/>
            <p:nvPr/>
          </p:nvCxnSpPr>
          <p:spPr>
            <a:xfrm>
              <a:off x="6135044" y="1394979"/>
              <a:ext cx="303300" cy="600"/>
            </a:xfrm>
            <a:prstGeom prst="straightConnector1">
              <a:avLst/>
            </a:prstGeom>
            <a:noFill/>
            <a:ln cap="flat" cmpd="sng" w="28575">
              <a:solidFill>
                <a:srgbClr val="999999"/>
              </a:solidFill>
              <a:prstDash val="solid"/>
              <a:round/>
              <a:headEnd len="med" w="med" type="none"/>
              <a:tailEnd len="med" w="med" type="stealth"/>
            </a:ln>
          </p:spPr>
        </p:cxnSp>
        <p:cxnSp>
          <p:nvCxnSpPr>
            <p:cNvPr id="13536" name="Google Shape;13536;p224"/>
            <p:cNvCxnSpPr/>
            <p:nvPr/>
          </p:nvCxnSpPr>
          <p:spPr>
            <a:xfrm>
              <a:off x="6934094" y="1394979"/>
              <a:ext cx="303300" cy="600"/>
            </a:xfrm>
            <a:prstGeom prst="straightConnector1">
              <a:avLst/>
            </a:prstGeom>
            <a:noFill/>
            <a:ln cap="flat" cmpd="sng" w="28575">
              <a:solidFill>
                <a:srgbClr val="999999"/>
              </a:solidFill>
              <a:prstDash val="solid"/>
              <a:round/>
              <a:headEnd len="med" w="med" type="none"/>
              <a:tailEnd len="med" w="med" type="stealth"/>
            </a:ln>
          </p:spPr>
        </p:cxnSp>
        <p:cxnSp>
          <p:nvCxnSpPr>
            <p:cNvPr id="13537" name="Google Shape;13537;p224"/>
            <p:cNvCxnSpPr/>
            <p:nvPr/>
          </p:nvCxnSpPr>
          <p:spPr>
            <a:xfrm>
              <a:off x="7705809" y="1396148"/>
              <a:ext cx="303300" cy="600"/>
            </a:xfrm>
            <a:prstGeom prst="straightConnector1">
              <a:avLst/>
            </a:prstGeom>
            <a:noFill/>
            <a:ln cap="flat" cmpd="sng" w="28575">
              <a:solidFill>
                <a:srgbClr val="999999"/>
              </a:solidFill>
              <a:prstDash val="solid"/>
              <a:round/>
              <a:headEnd len="med" w="med" type="none"/>
              <a:tailEnd len="med" w="med" type="stealth"/>
            </a:ln>
          </p:spPr>
        </p:cxnSp>
        <p:cxnSp>
          <p:nvCxnSpPr>
            <p:cNvPr id="13538" name="Google Shape;13538;p224"/>
            <p:cNvCxnSpPr/>
            <p:nvPr/>
          </p:nvCxnSpPr>
          <p:spPr>
            <a:xfrm>
              <a:off x="8467703" y="1394979"/>
              <a:ext cx="303300" cy="600"/>
            </a:xfrm>
            <a:prstGeom prst="straightConnector1">
              <a:avLst/>
            </a:prstGeom>
            <a:noFill/>
            <a:ln cap="flat" cmpd="sng" w="28575">
              <a:solidFill>
                <a:srgbClr val="999999"/>
              </a:solidFill>
              <a:prstDash val="solid"/>
              <a:round/>
              <a:headEnd len="med" w="med" type="none"/>
              <a:tailEnd len="med" w="med" type="stealth"/>
            </a:ln>
          </p:spPr>
        </p:cxnSp>
        <p:cxnSp>
          <p:nvCxnSpPr>
            <p:cNvPr id="13539" name="Google Shape;13539;p224"/>
            <p:cNvCxnSpPr/>
            <p:nvPr/>
          </p:nvCxnSpPr>
          <p:spPr>
            <a:xfrm>
              <a:off x="9320727" y="1396148"/>
              <a:ext cx="303300" cy="600"/>
            </a:xfrm>
            <a:prstGeom prst="straightConnector1">
              <a:avLst/>
            </a:prstGeom>
            <a:noFill/>
            <a:ln cap="flat" cmpd="sng" w="28575">
              <a:solidFill>
                <a:srgbClr val="999999"/>
              </a:solidFill>
              <a:prstDash val="solid"/>
              <a:round/>
              <a:headEnd len="med" w="med" type="none"/>
              <a:tailEnd len="med" w="med" type="stealth"/>
            </a:ln>
          </p:spPr>
        </p:cxnSp>
      </p:grpSp>
      <p:sp>
        <p:nvSpPr>
          <p:cNvPr id="13540" name="Google Shape;13540;p224"/>
          <p:cNvSpPr txBox="1"/>
          <p:nvPr>
            <p:ph idx="1" type="body"/>
          </p:nvPr>
        </p:nvSpPr>
        <p:spPr>
          <a:xfrm>
            <a:off x="641150" y="612125"/>
            <a:ext cx="1770300" cy="160500"/>
          </a:xfrm>
          <a:prstGeom prst="rect">
            <a:avLst/>
          </a:prstGeom>
          <a:noFill/>
          <a:ln>
            <a:noFill/>
          </a:ln>
        </p:spPr>
        <p:txBody>
          <a:bodyPr anchorCtr="0" anchor="t" bIns="0" lIns="0" spcFirstLastPara="1" rIns="0" wrap="square" tIns="0">
            <a:noAutofit/>
          </a:bodyPr>
          <a:lstStyle>
            <a:lvl1pPr indent="-292100" lvl="0" marL="457200" algn="ctr">
              <a:spcBef>
                <a:spcPts val="0"/>
              </a:spcBef>
              <a:spcAft>
                <a:spcPts val="0"/>
              </a:spcAft>
              <a:buClr>
                <a:srgbClr val="FFFFFF"/>
              </a:buClr>
              <a:buSzPts val="1000"/>
              <a:buChar char="●"/>
              <a:defRPr sz="1000">
                <a:solidFill>
                  <a:srgbClr val="FFFFFF"/>
                </a:solidFill>
              </a:defRPr>
            </a:lvl1pPr>
            <a:lvl2pPr indent="-292100" lvl="1" marL="914400" algn="ctr">
              <a:spcBef>
                <a:spcPts val="0"/>
              </a:spcBef>
              <a:spcAft>
                <a:spcPts val="0"/>
              </a:spcAft>
              <a:buClr>
                <a:srgbClr val="FFFFFF"/>
              </a:buClr>
              <a:buSzPts val="1000"/>
              <a:buChar char="○"/>
              <a:defRPr sz="1000">
                <a:solidFill>
                  <a:srgbClr val="FFFFFF"/>
                </a:solidFill>
              </a:defRPr>
            </a:lvl2pPr>
            <a:lvl3pPr indent="-292100" lvl="2" marL="1371600" algn="ctr">
              <a:spcBef>
                <a:spcPts val="0"/>
              </a:spcBef>
              <a:spcAft>
                <a:spcPts val="0"/>
              </a:spcAft>
              <a:buClr>
                <a:srgbClr val="FFFFFF"/>
              </a:buClr>
              <a:buSzPts val="1000"/>
              <a:buChar char="■"/>
              <a:defRPr sz="1000">
                <a:solidFill>
                  <a:srgbClr val="FFFFFF"/>
                </a:solidFill>
              </a:defRPr>
            </a:lvl3pPr>
            <a:lvl4pPr indent="-292100" lvl="3" marL="1828800" algn="ctr">
              <a:spcBef>
                <a:spcPts val="0"/>
              </a:spcBef>
              <a:spcAft>
                <a:spcPts val="0"/>
              </a:spcAft>
              <a:buClr>
                <a:srgbClr val="FFFFFF"/>
              </a:buClr>
              <a:buSzPts val="1000"/>
              <a:buChar char="●"/>
              <a:defRPr sz="1000">
                <a:solidFill>
                  <a:srgbClr val="FFFFFF"/>
                </a:solidFill>
              </a:defRPr>
            </a:lvl4pPr>
            <a:lvl5pPr indent="-292100" lvl="4" marL="2286000" algn="ctr">
              <a:spcBef>
                <a:spcPts val="0"/>
              </a:spcBef>
              <a:spcAft>
                <a:spcPts val="0"/>
              </a:spcAft>
              <a:buClr>
                <a:srgbClr val="FFFFFF"/>
              </a:buClr>
              <a:buSzPts val="1000"/>
              <a:buChar char="○"/>
              <a:defRPr sz="1000">
                <a:solidFill>
                  <a:srgbClr val="FFFFFF"/>
                </a:solidFill>
              </a:defRPr>
            </a:lvl5pPr>
            <a:lvl6pPr indent="-292100" lvl="5" marL="2743200" algn="ctr">
              <a:spcBef>
                <a:spcPts val="0"/>
              </a:spcBef>
              <a:spcAft>
                <a:spcPts val="0"/>
              </a:spcAft>
              <a:buClr>
                <a:srgbClr val="FFFFFF"/>
              </a:buClr>
              <a:buSzPts val="1000"/>
              <a:buChar char="■"/>
              <a:defRPr sz="1000">
                <a:solidFill>
                  <a:srgbClr val="FFFFFF"/>
                </a:solidFill>
              </a:defRPr>
            </a:lvl6pPr>
            <a:lvl7pPr indent="-292100" lvl="6" marL="3200400" algn="ctr">
              <a:spcBef>
                <a:spcPts val="0"/>
              </a:spcBef>
              <a:spcAft>
                <a:spcPts val="0"/>
              </a:spcAft>
              <a:buClr>
                <a:srgbClr val="FFFFFF"/>
              </a:buClr>
              <a:buSzPts val="1000"/>
              <a:buChar char="●"/>
              <a:defRPr sz="1000">
                <a:solidFill>
                  <a:srgbClr val="FFFFFF"/>
                </a:solidFill>
              </a:defRPr>
            </a:lvl7pPr>
            <a:lvl8pPr indent="-292100" lvl="7" marL="3657600" algn="ctr">
              <a:spcBef>
                <a:spcPts val="0"/>
              </a:spcBef>
              <a:spcAft>
                <a:spcPts val="0"/>
              </a:spcAft>
              <a:buClr>
                <a:srgbClr val="FFFFFF"/>
              </a:buClr>
              <a:buSzPts val="1000"/>
              <a:buChar char="○"/>
              <a:defRPr sz="1000">
                <a:solidFill>
                  <a:srgbClr val="FFFFFF"/>
                </a:solidFill>
              </a:defRPr>
            </a:lvl8pPr>
            <a:lvl9pPr indent="-292100" lvl="8" marL="4114800" algn="ctr">
              <a:spcBef>
                <a:spcPts val="0"/>
              </a:spcBef>
              <a:spcAft>
                <a:spcPts val="0"/>
              </a:spcAft>
              <a:buClr>
                <a:srgbClr val="FFFFFF"/>
              </a:buClr>
              <a:buSzPts val="1000"/>
              <a:buChar char="■"/>
              <a:defRPr sz="1000">
                <a:solidFill>
                  <a:srgbClr val="FFFFFF"/>
                </a:solidFill>
              </a:defRPr>
            </a:lvl9pPr>
          </a:lstStyle>
          <a:p/>
        </p:txBody>
      </p:sp>
      <p:sp>
        <p:nvSpPr>
          <p:cNvPr id="13541" name="Google Shape;13541;p224"/>
          <p:cNvSpPr txBox="1"/>
          <p:nvPr/>
        </p:nvSpPr>
        <p:spPr>
          <a:xfrm>
            <a:off x="84825" y="598125"/>
            <a:ext cx="595500" cy="205800"/>
          </a:xfrm>
          <a:prstGeom prst="rect">
            <a:avLst/>
          </a:prstGeom>
          <a:noFill/>
          <a:ln>
            <a:noFill/>
          </a:ln>
        </p:spPr>
        <p:txBody>
          <a:bodyPr anchorCtr="0" anchor="t" bIns="18000" lIns="18000" spcFirstLastPara="1" rIns="18000" wrap="square" tIns="18000">
            <a:spAutoFit/>
          </a:bodyPr>
          <a:lstStyle/>
          <a:p>
            <a:pPr indent="0" lvl="0" marL="0" rtl="0" algn="l">
              <a:spcBef>
                <a:spcPts val="0"/>
              </a:spcBef>
              <a:spcAft>
                <a:spcPts val="0"/>
              </a:spcAft>
              <a:buNone/>
            </a:pPr>
            <a:r>
              <a:rPr lang="es-419" sz="1100">
                <a:solidFill>
                  <a:srgbClr val="FFFFFF"/>
                </a:solidFill>
              </a:rPr>
              <a:t>Nombre:</a:t>
            </a:r>
            <a:endParaRPr sz="1100">
              <a:solidFill>
                <a:srgbClr val="FFFFFF"/>
              </a:solidFill>
            </a:endParaRPr>
          </a:p>
        </p:txBody>
      </p:sp>
      <p:sp>
        <p:nvSpPr>
          <p:cNvPr id="13542" name="Google Shape;13542;p224"/>
          <p:cNvSpPr/>
          <p:nvPr/>
        </p:nvSpPr>
        <p:spPr>
          <a:xfrm>
            <a:off x="-4273050" y="-78277"/>
            <a:ext cx="3615600" cy="6902700"/>
          </a:xfrm>
          <a:prstGeom prst="roundRect">
            <a:avLst>
              <a:gd fmla="val 4230" name="adj"/>
            </a:avLst>
          </a:prstGeom>
          <a:solidFill>
            <a:srgbClr val="F3F3F3"/>
          </a:solidFill>
          <a:ln cap="flat" cmpd="sng" w="9525">
            <a:solidFill>
              <a:srgbClr val="F3F3F3"/>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t" bIns="91425" lIns="91425" spcFirstLastPara="1" rIns="91425" wrap="square" tIns="91425">
            <a:noAutofit/>
          </a:bodyPr>
          <a:lstStyle/>
          <a:p>
            <a:pPr indent="0" lvl="0" marL="0" rtl="0" algn="ctr">
              <a:spcBef>
                <a:spcPts val="0"/>
              </a:spcBef>
              <a:spcAft>
                <a:spcPts val="0"/>
              </a:spcAft>
              <a:buNone/>
            </a:pPr>
            <a:r>
              <a:rPr i="1" lang="es-419"/>
              <a:t>Paleta</a:t>
            </a:r>
            <a:endParaRPr i="1"/>
          </a:p>
        </p:txBody>
      </p:sp>
    </p:spTree>
  </p:cSld>
  <p:clrMapOvr>
    <a:masterClrMapping/>
  </p:clrMapOvr>
</p:sldLayout>
</file>

<file path=ppt/slideLayouts/slideLayout2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0.7 Escenarios Vividos">
  <p:cSld name="TITLE_3_6_1_1_1_1_1_1">
    <p:spTree>
      <p:nvGrpSpPr>
        <p:cNvPr id="13543" name="Shape 13543"/>
        <p:cNvGrpSpPr/>
        <p:nvPr/>
      </p:nvGrpSpPr>
      <p:grpSpPr>
        <a:xfrm>
          <a:off x="0" y="0"/>
          <a:ext cx="0" cy="0"/>
          <a:chOff x="0" y="0"/>
          <a:chExt cx="0" cy="0"/>
        </a:xfrm>
      </p:grpSpPr>
      <p:sp>
        <p:nvSpPr>
          <p:cNvPr id="13544" name="Google Shape;13544;p225"/>
          <p:cNvSpPr/>
          <p:nvPr/>
        </p:nvSpPr>
        <p:spPr>
          <a:xfrm>
            <a:off x="97888" y="377012"/>
            <a:ext cx="9893400" cy="296700"/>
          </a:xfrm>
          <a:prstGeom prst="roundRect">
            <a:avLst>
              <a:gd fmla="val 22902" name="adj"/>
            </a:avLst>
          </a:prstGeom>
          <a:solidFill>
            <a:srgbClr val="F3F3F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13545" name="Google Shape;13545;p225"/>
          <p:cNvSpPr/>
          <p:nvPr/>
        </p:nvSpPr>
        <p:spPr>
          <a:xfrm>
            <a:off x="77688" y="358938"/>
            <a:ext cx="9935700" cy="6438000"/>
          </a:xfrm>
          <a:prstGeom prst="roundRect">
            <a:avLst>
              <a:gd fmla="val 2618" name="adj"/>
            </a:avLst>
          </a:prstGeom>
          <a:solidFill>
            <a:srgbClr val="FFFFFF"/>
          </a:solidFill>
          <a:ln cap="flat" cmpd="sng" w="38100">
            <a:solidFill>
              <a:srgbClr val="000000"/>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3546" name="Google Shape;13546;p225"/>
          <p:cNvCxnSpPr/>
          <p:nvPr/>
        </p:nvCxnSpPr>
        <p:spPr>
          <a:xfrm>
            <a:off x="77688" y="772614"/>
            <a:ext cx="9935700" cy="0"/>
          </a:xfrm>
          <a:prstGeom prst="straightConnector1">
            <a:avLst/>
          </a:prstGeom>
          <a:noFill/>
          <a:ln cap="flat" cmpd="sng" w="19050">
            <a:solidFill>
              <a:srgbClr val="000000"/>
            </a:solidFill>
            <a:prstDash val="solid"/>
            <a:round/>
            <a:headEnd len="med" w="med" type="none"/>
            <a:tailEnd len="med" w="med" type="none"/>
          </a:ln>
        </p:spPr>
      </p:cxnSp>
      <p:cxnSp>
        <p:nvCxnSpPr>
          <p:cNvPr id="13547" name="Google Shape;13547;p225"/>
          <p:cNvCxnSpPr/>
          <p:nvPr/>
        </p:nvCxnSpPr>
        <p:spPr>
          <a:xfrm rot="10800000">
            <a:off x="2439038" y="368188"/>
            <a:ext cx="0" cy="402300"/>
          </a:xfrm>
          <a:prstGeom prst="straightConnector1">
            <a:avLst/>
          </a:prstGeom>
          <a:noFill/>
          <a:ln cap="flat" cmpd="sng" w="19050">
            <a:solidFill>
              <a:srgbClr val="000000"/>
            </a:solidFill>
            <a:prstDash val="solid"/>
            <a:round/>
            <a:headEnd len="med" w="med" type="none"/>
            <a:tailEnd len="med" w="med" type="none"/>
          </a:ln>
        </p:spPr>
      </p:cxnSp>
      <p:sp>
        <p:nvSpPr>
          <p:cNvPr id="13548" name="Google Shape;13548;p225"/>
          <p:cNvSpPr txBox="1"/>
          <p:nvPr>
            <p:ph type="title"/>
          </p:nvPr>
        </p:nvSpPr>
        <p:spPr>
          <a:xfrm flipH="1">
            <a:off x="3219174" y="437575"/>
            <a:ext cx="1731300" cy="2658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200"/>
              <a:buNone/>
              <a:defRPr sz="1200">
                <a:solidFill>
                  <a:srgbClr val="000000"/>
                </a:solidFill>
              </a:defRPr>
            </a:lvl1pPr>
            <a:lvl2pPr lvl="1">
              <a:spcBef>
                <a:spcPts val="0"/>
              </a:spcBef>
              <a:spcAft>
                <a:spcPts val="0"/>
              </a:spcAft>
              <a:buClr>
                <a:srgbClr val="000000"/>
              </a:buClr>
              <a:buSzPts val="1100"/>
              <a:buNone/>
              <a:defRPr sz="1100">
                <a:solidFill>
                  <a:srgbClr val="000000"/>
                </a:solidFill>
              </a:defRPr>
            </a:lvl2pPr>
            <a:lvl3pPr lvl="2">
              <a:spcBef>
                <a:spcPts val="0"/>
              </a:spcBef>
              <a:spcAft>
                <a:spcPts val="0"/>
              </a:spcAft>
              <a:buClr>
                <a:srgbClr val="000000"/>
              </a:buClr>
              <a:buSzPts val="1100"/>
              <a:buNone/>
              <a:defRPr sz="1100">
                <a:solidFill>
                  <a:srgbClr val="000000"/>
                </a:solidFill>
              </a:defRPr>
            </a:lvl3pPr>
            <a:lvl4pPr lvl="3">
              <a:spcBef>
                <a:spcPts val="0"/>
              </a:spcBef>
              <a:spcAft>
                <a:spcPts val="0"/>
              </a:spcAft>
              <a:buClr>
                <a:srgbClr val="000000"/>
              </a:buClr>
              <a:buSzPts val="1100"/>
              <a:buNone/>
              <a:defRPr sz="1100">
                <a:solidFill>
                  <a:srgbClr val="000000"/>
                </a:solidFill>
              </a:defRPr>
            </a:lvl4pPr>
            <a:lvl5pPr lvl="4">
              <a:spcBef>
                <a:spcPts val="0"/>
              </a:spcBef>
              <a:spcAft>
                <a:spcPts val="0"/>
              </a:spcAft>
              <a:buClr>
                <a:srgbClr val="000000"/>
              </a:buClr>
              <a:buSzPts val="1100"/>
              <a:buNone/>
              <a:defRPr sz="1100">
                <a:solidFill>
                  <a:srgbClr val="000000"/>
                </a:solidFill>
              </a:defRPr>
            </a:lvl5pPr>
            <a:lvl6pPr lvl="5">
              <a:spcBef>
                <a:spcPts val="0"/>
              </a:spcBef>
              <a:spcAft>
                <a:spcPts val="0"/>
              </a:spcAft>
              <a:buClr>
                <a:srgbClr val="000000"/>
              </a:buClr>
              <a:buSzPts val="1100"/>
              <a:buNone/>
              <a:defRPr sz="1100">
                <a:solidFill>
                  <a:srgbClr val="000000"/>
                </a:solidFill>
              </a:defRPr>
            </a:lvl6pPr>
            <a:lvl7pPr lvl="6">
              <a:spcBef>
                <a:spcPts val="0"/>
              </a:spcBef>
              <a:spcAft>
                <a:spcPts val="0"/>
              </a:spcAft>
              <a:buClr>
                <a:srgbClr val="000000"/>
              </a:buClr>
              <a:buSzPts val="1100"/>
              <a:buNone/>
              <a:defRPr sz="1100">
                <a:solidFill>
                  <a:srgbClr val="000000"/>
                </a:solidFill>
              </a:defRPr>
            </a:lvl7pPr>
            <a:lvl8pPr lvl="7">
              <a:spcBef>
                <a:spcPts val="0"/>
              </a:spcBef>
              <a:spcAft>
                <a:spcPts val="0"/>
              </a:spcAft>
              <a:buClr>
                <a:srgbClr val="000000"/>
              </a:buClr>
              <a:buSzPts val="1100"/>
              <a:buNone/>
              <a:defRPr sz="1100">
                <a:solidFill>
                  <a:srgbClr val="000000"/>
                </a:solidFill>
              </a:defRPr>
            </a:lvl8pPr>
            <a:lvl9pPr lvl="8">
              <a:spcBef>
                <a:spcPts val="0"/>
              </a:spcBef>
              <a:spcAft>
                <a:spcPts val="0"/>
              </a:spcAft>
              <a:buClr>
                <a:srgbClr val="000000"/>
              </a:buClr>
              <a:buSzPts val="1100"/>
              <a:buNone/>
              <a:defRPr sz="1100">
                <a:solidFill>
                  <a:srgbClr val="000000"/>
                </a:solidFill>
              </a:defRPr>
            </a:lvl9pPr>
          </a:lstStyle>
          <a:p/>
        </p:txBody>
      </p:sp>
      <p:sp>
        <p:nvSpPr>
          <p:cNvPr id="13549" name="Google Shape;13549;p225"/>
          <p:cNvSpPr txBox="1"/>
          <p:nvPr/>
        </p:nvSpPr>
        <p:spPr>
          <a:xfrm>
            <a:off x="2513487" y="437267"/>
            <a:ext cx="679500" cy="2664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b="1" lang="es-419" sz="1100"/>
              <a:t>Proceso o servicio:</a:t>
            </a:r>
            <a:endParaRPr b="1" sz="1100"/>
          </a:p>
        </p:txBody>
      </p:sp>
      <p:cxnSp>
        <p:nvCxnSpPr>
          <p:cNvPr id="13550" name="Google Shape;13550;p225"/>
          <p:cNvCxnSpPr/>
          <p:nvPr/>
        </p:nvCxnSpPr>
        <p:spPr>
          <a:xfrm rot="10800000">
            <a:off x="5070754" y="368188"/>
            <a:ext cx="0" cy="402300"/>
          </a:xfrm>
          <a:prstGeom prst="straightConnector1">
            <a:avLst/>
          </a:prstGeom>
          <a:noFill/>
          <a:ln cap="flat" cmpd="sng" w="19050">
            <a:solidFill>
              <a:srgbClr val="000000"/>
            </a:solidFill>
            <a:prstDash val="solid"/>
            <a:round/>
            <a:headEnd len="med" w="med" type="none"/>
            <a:tailEnd len="med" w="med" type="none"/>
          </a:ln>
        </p:spPr>
      </p:cxnSp>
      <p:sp>
        <p:nvSpPr>
          <p:cNvPr id="13551" name="Google Shape;13551;p225"/>
          <p:cNvSpPr txBox="1"/>
          <p:nvPr/>
        </p:nvSpPr>
        <p:spPr>
          <a:xfrm>
            <a:off x="5191013" y="387663"/>
            <a:ext cx="13026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Finalidad empresa:</a:t>
            </a:r>
            <a:endParaRPr b="1" sz="1100"/>
          </a:p>
        </p:txBody>
      </p:sp>
      <p:sp>
        <p:nvSpPr>
          <p:cNvPr id="13552" name="Google Shape;13552;p225"/>
          <p:cNvSpPr txBox="1"/>
          <p:nvPr/>
        </p:nvSpPr>
        <p:spPr>
          <a:xfrm>
            <a:off x="5191013" y="579538"/>
            <a:ext cx="11637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Finalidad cliente:</a:t>
            </a:r>
            <a:endParaRPr b="1" sz="1100"/>
          </a:p>
        </p:txBody>
      </p:sp>
      <p:sp>
        <p:nvSpPr>
          <p:cNvPr id="13553" name="Google Shape;13553;p225"/>
          <p:cNvSpPr/>
          <p:nvPr/>
        </p:nvSpPr>
        <p:spPr>
          <a:xfrm>
            <a:off x="77688" y="349338"/>
            <a:ext cx="2361300" cy="421200"/>
          </a:xfrm>
          <a:prstGeom prst="roundRect">
            <a:avLst>
              <a:gd fmla="val 50000" name="adj"/>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s-419" sz="1200">
                <a:solidFill>
                  <a:srgbClr val="FFFFFF"/>
                </a:solidFill>
              </a:rPr>
              <a:t>Escenario Vivido</a:t>
            </a:r>
            <a:endParaRPr b="1" sz="1200">
              <a:solidFill>
                <a:srgbClr val="FFFFFF"/>
              </a:solidFill>
            </a:endParaRPr>
          </a:p>
          <a:p>
            <a:pPr indent="0" lvl="0" marL="0" rtl="0" algn="ctr">
              <a:spcBef>
                <a:spcPts val="0"/>
              </a:spcBef>
              <a:spcAft>
                <a:spcPts val="0"/>
              </a:spcAft>
              <a:buNone/>
            </a:pPr>
            <a:r>
              <a:t/>
            </a:r>
            <a:endParaRPr b="1" sz="1200">
              <a:solidFill>
                <a:srgbClr val="FFFFFF"/>
              </a:solidFill>
            </a:endParaRPr>
          </a:p>
        </p:txBody>
      </p:sp>
      <p:sp>
        <p:nvSpPr>
          <p:cNvPr id="13554" name="Google Shape;13554;p225"/>
          <p:cNvSpPr/>
          <p:nvPr/>
        </p:nvSpPr>
        <p:spPr>
          <a:xfrm>
            <a:off x="83988" y="595504"/>
            <a:ext cx="190200" cy="1692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5" name="Google Shape;13555;p225"/>
          <p:cNvSpPr/>
          <p:nvPr/>
        </p:nvSpPr>
        <p:spPr>
          <a:xfrm>
            <a:off x="2292338" y="358938"/>
            <a:ext cx="146700" cy="4023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6" name="Google Shape;13556;p225"/>
          <p:cNvSpPr txBox="1"/>
          <p:nvPr>
            <p:ph idx="2" type="title"/>
          </p:nvPr>
        </p:nvSpPr>
        <p:spPr>
          <a:xfrm flipH="1">
            <a:off x="6546263" y="387663"/>
            <a:ext cx="3350100" cy="1692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000"/>
              <a:buNone/>
              <a:defRPr sz="1000">
                <a:solidFill>
                  <a:srgbClr val="000000"/>
                </a:solidFill>
              </a:defRPr>
            </a:lvl1pPr>
            <a:lvl2pPr lvl="1">
              <a:spcBef>
                <a:spcPts val="0"/>
              </a:spcBef>
              <a:spcAft>
                <a:spcPts val="0"/>
              </a:spcAft>
              <a:buClr>
                <a:srgbClr val="000000"/>
              </a:buClr>
              <a:buSzPts val="1000"/>
              <a:buNone/>
              <a:defRPr sz="1000">
                <a:solidFill>
                  <a:srgbClr val="000000"/>
                </a:solidFill>
              </a:defRPr>
            </a:lvl2pPr>
            <a:lvl3pPr lvl="2">
              <a:spcBef>
                <a:spcPts val="0"/>
              </a:spcBef>
              <a:spcAft>
                <a:spcPts val="0"/>
              </a:spcAft>
              <a:buClr>
                <a:srgbClr val="000000"/>
              </a:buClr>
              <a:buSzPts val="1000"/>
              <a:buNone/>
              <a:defRPr sz="1000">
                <a:solidFill>
                  <a:srgbClr val="000000"/>
                </a:solidFill>
              </a:defRPr>
            </a:lvl3pPr>
            <a:lvl4pPr lvl="3">
              <a:spcBef>
                <a:spcPts val="0"/>
              </a:spcBef>
              <a:spcAft>
                <a:spcPts val="0"/>
              </a:spcAft>
              <a:buClr>
                <a:srgbClr val="000000"/>
              </a:buClr>
              <a:buSzPts val="1000"/>
              <a:buNone/>
              <a:defRPr sz="1000">
                <a:solidFill>
                  <a:srgbClr val="000000"/>
                </a:solidFill>
              </a:defRPr>
            </a:lvl4pPr>
            <a:lvl5pPr lvl="4">
              <a:spcBef>
                <a:spcPts val="0"/>
              </a:spcBef>
              <a:spcAft>
                <a:spcPts val="0"/>
              </a:spcAft>
              <a:buClr>
                <a:srgbClr val="000000"/>
              </a:buClr>
              <a:buSzPts val="1000"/>
              <a:buNone/>
              <a:defRPr sz="1000">
                <a:solidFill>
                  <a:srgbClr val="000000"/>
                </a:solidFill>
              </a:defRPr>
            </a:lvl5pPr>
            <a:lvl6pPr lvl="5">
              <a:spcBef>
                <a:spcPts val="0"/>
              </a:spcBef>
              <a:spcAft>
                <a:spcPts val="0"/>
              </a:spcAft>
              <a:buClr>
                <a:srgbClr val="000000"/>
              </a:buClr>
              <a:buSzPts val="1000"/>
              <a:buNone/>
              <a:defRPr sz="1000">
                <a:solidFill>
                  <a:srgbClr val="000000"/>
                </a:solidFill>
              </a:defRPr>
            </a:lvl6pPr>
            <a:lvl7pPr lvl="6">
              <a:spcBef>
                <a:spcPts val="0"/>
              </a:spcBef>
              <a:spcAft>
                <a:spcPts val="0"/>
              </a:spcAft>
              <a:buClr>
                <a:srgbClr val="000000"/>
              </a:buClr>
              <a:buSzPts val="1000"/>
              <a:buNone/>
              <a:defRPr sz="1000">
                <a:solidFill>
                  <a:srgbClr val="000000"/>
                </a:solidFill>
              </a:defRPr>
            </a:lvl7pPr>
            <a:lvl8pPr lvl="7">
              <a:spcBef>
                <a:spcPts val="0"/>
              </a:spcBef>
              <a:spcAft>
                <a:spcPts val="0"/>
              </a:spcAft>
              <a:buClr>
                <a:srgbClr val="000000"/>
              </a:buClr>
              <a:buSzPts val="1000"/>
              <a:buNone/>
              <a:defRPr sz="1000">
                <a:solidFill>
                  <a:srgbClr val="000000"/>
                </a:solidFill>
              </a:defRPr>
            </a:lvl8pPr>
            <a:lvl9pPr lvl="8">
              <a:spcBef>
                <a:spcPts val="0"/>
              </a:spcBef>
              <a:spcAft>
                <a:spcPts val="0"/>
              </a:spcAft>
              <a:buClr>
                <a:srgbClr val="000000"/>
              </a:buClr>
              <a:buSzPts val="1000"/>
              <a:buNone/>
              <a:defRPr sz="1000">
                <a:solidFill>
                  <a:srgbClr val="000000"/>
                </a:solidFill>
              </a:defRPr>
            </a:lvl9pPr>
          </a:lstStyle>
          <a:p/>
        </p:txBody>
      </p:sp>
      <p:sp>
        <p:nvSpPr>
          <p:cNvPr id="13557" name="Google Shape;13557;p225"/>
          <p:cNvSpPr txBox="1"/>
          <p:nvPr>
            <p:ph idx="3" type="title"/>
          </p:nvPr>
        </p:nvSpPr>
        <p:spPr>
          <a:xfrm flipH="1">
            <a:off x="6546263" y="579538"/>
            <a:ext cx="3350100" cy="1692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000"/>
              <a:buNone/>
              <a:defRPr sz="1000">
                <a:solidFill>
                  <a:srgbClr val="000000"/>
                </a:solidFill>
              </a:defRPr>
            </a:lvl1pPr>
            <a:lvl2pPr lvl="1">
              <a:spcBef>
                <a:spcPts val="0"/>
              </a:spcBef>
              <a:spcAft>
                <a:spcPts val="0"/>
              </a:spcAft>
              <a:buClr>
                <a:srgbClr val="000000"/>
              </a:buClr>
              <a:buSzPts val="1000"/>
              <a:buNone/>
              <a:defRPr sz="1000">
                <a:solidFill>
                  <a:srgbClr val="000000"/>
                </a:solidFill>
              </a:defRPr>
            </a:lvl2pPr>
            <a:lvl3pPr lvl="2">
              <a:spcBef>
                <a:spcPts val="0"/>
              </a:spcBef>
              <a:spcAft>
                <a:spcPts val="0"/>
              </a:spcAft>
              <a:buClr>
                <a:srgbClr val="000000"/>
              </a:buClr>
              <a:buSzPts val="1000"/>
              <a:buNone/>
              <a:defRPr sz="1000">
                <a:solidFill>
                  <a:srgbClr val="000000"/>
                </a:solidFill>
              </a:defRPr>
            </a:lvl3pPr>
            <a:lvl4pPr lvl="3">
              <a:spcBef>
                <a:spcPts val="0"/>
              </a:spcBef>
              <a:spcAft>
                <a:spcPts val="0"/>
              </a:spcAft>
              <a:buClr>
                <a:srgbClr val="000000"/>
              </a:buClr>
              <a:buSzPts val="1000"/>
              <a:buNone/>
              <a:defRPr sz="1000">
                <a:solidFill>
                  <a:srgbClr val="000000"/>
                </a:solidFill>
              </a:defRPr>
            </a:lvl4pPr>
            <a:lvl5pPr lvl="4">
              <a:spcBef>
                <a:spcPts val="0"/>
              </a:spcBef>
              <a:spcAft>
                <a:spcPts val="0"/>
              </a:spcAft>
              <a:buClr>
                <a:srgbClr val="000000"/>
              </a:buClr>
              <a:buSzPts val="1000"/>
              <a:buNone/>
              <a:defRPr sz="1000">
                <a:solidFill>
                  <a:srgbClr val="000000"/>
                </a:solidFill>
              </a:defRPr>
            </a:lvl5pPr>
            <a:lvl6pPr lvl="5">
              <a:spcBef>
                <a:spcPts val="0"/>
              </a:spcBef>
              <a:spcAft>
                <a:spcPts val="0"/>
              </a:spcAft>
              <a:buClr>
                <a:srgbClr val="000000"/>
              </a:buClr>
              <a:buSzPts val="1000"/>
              <a:buNone/>
              <a:defRPr sz="1000">
                <a:solidFill>
                  <a:srgbClr val="000000"/>
                </a:solidFill>
              </a:defRPr>
            </a:lvl6pPr>
            <a:lvl7pPr lvl="6">
              <a:spcBef>
                <a:spcPts val="0"/>
              </a:spcBef>
              <a:spcAft>
                <a:spcPts val="0"/>
              </a:spcAft>
              <a:buClr>
                <a:srgbClr val="000000"/>
              </a:buClr>
              <a:buSzPts val="1000"/>
              <a:buNone/>
              <a:defRPr sz="1000">
                <a:solidFill>
                  <a:srgbClr val="000000"/>
                </a:solidFill>
              </a:defRPr>
            </a:lvl7pPr>
            <a:lvl8pPr lvl="7">
              <a:spcBef>
                <a:spcPts val="0"/>
              </a:spcBef>
              <a:spcAft>
                <a:spcPts val="0"/>
              </a:spcAft>
              <a:buClr>
                <a:srgbClr val="000000"/>
              </a:buClr>
              <a:buSzPts val="1000"/>
              <a:buNone/>
              <a:defRPr sz="1000">
                <a:solidFill>
                  <a:srgbClr val="000000"/>
                </a:solidFill>
              </a:defRPr>
            </a:lvl8pPr>
            <a:lvl9pPr lvl="8">
              <a:spcBef>
                <a:spcPts val="0"/>
              </a:spcBef>
              <a:spcAft>
                <a:spcPts val="0"/>
              </a:spcAft>
              <a:buClr>
                <a:srgbClr val="000000"/>
              </a:buClr>
              <a:buSzPts val="1000"/>
              <a:buNone/>
              <a:defRPr sz="1000">
                <a:solidFill>
                  <a:srgbClr val="000000"/>
                </a:solidFill>
              </a:defRPr>
            </a:lvl9pPr>
          </a:lstStyle>
          <a:p/>
        </p:txBody>
      </p:sp>
      <p:grpSp>
        <p:nvGrpSpPr>
          <p:cNvPr id="13558" name="Google Shape;13558;p225"/>
          <p:cNvGrpSpPr/>
          <p:nvPr/>
        </p:nvGrpSpPr>
        <p:grpSpPr>
          <a:xfrm>
            <a:off x="187550" y="875833"/>
            <a:ext cx="4396608" cy="5774659"/>
            <a:chOff x="111125" y="561600"/>
            <a:chExt cx="5760000" cy="6192000"/>
          </a:xfrm>
        </p:grpSpPr>
        <p:sp>
          <p:nvSpPr>
            <p:cNvPr id="13559" name="Google Shape;13559;p225"/>
            <p:cNvSpPr txBox="1"/>
            <p:nvPr/>
          </p:nvSpPr>
          <p:spPr>
            <a:xfrm>
              <a:off x="111125" y="561600"/>
              <a:ext cx="5760000" cy="6192000"/>
            </a:xfrm>
            <a:prstGeom prst="rect">
              <a:avLst/>
            </a:prstGeom>
            <a:solidFill>
              <a:srgbClr val="FFFFFF"/>
            </a:solidFill>
            <a:ln cap="flat" cmpd="sng" w="38100">
              <a:solidFill>
                <a:srgbClr val="0DC3C3"/>
              </a:solidFill>
              <a:prstDash val="solid"/>
              <a:round/>
              <a:headEnd len="sm" w="sm" type="none"/>
              <a:tailEnd len="sm" w="sm" type="none"/>
            </a:ln>
            <a:effectLst>
              <a:outerShdw blurRad="63500" dir="10800000" dist="38100">
                <a:srgbClr val="000000">
                  <a:alpha val="39220"/>
                </a:srgbClr>
              </a:outerShdw>
            </a:effectLst>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Arial"/>
                <a:ea typeface="Arial"/>
                <a:cs typeface="Arial"/>
                <a:sym typeface="Arial"/>
              </a:endParaRPr>
            </a:p>
          </p:txBody>
        </p:sp>
        <p:sp>
          <p:nvSpPr>
            <p:cNvPr id="13560" name="Google Shape;13560;p225"/>
            <p:cNvSpPr txBox="1"/>
            <p:nvPr/>
          </p:nvSpPr>
          <p:spPr>
            <a:xfrm>
              <a:off x="111125" y="561600"/>
              <a:ext cx="5760000" cy="352500"/>
            </a:xfrm>
            <a:prstGeom prst="rect">
              <a:avLst/>
            </a:prstGeom>
            <a:solidFill>
              <a:srgbClr val="0DC3C3"/>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FFFFFF"/>
                </a:buClr>
                <a:buSzPts val="1800"/>
                <a:buFont typeface="Arial"/>
                <a:buNone/>
              </a:pPr>
              <a:r>
                <a:rPr b="1" lang="es-419" sz="1300">
                  <a:solidFill>
                    <a:srgbClr val="FFFFFF"/>
                  </a:solidFill>
                  <a:latin typeface="Arvo"/>
                  <a:ea typeface="Arvo"/>
                  <a:cs typeface="Arvo"/>
                  <a:sym typeface="Arvo"/>
                </a:rPr>
                <a:t>Escenario</a:t>
              </a:r>
              <a:endParaRPr i="0" sz="1300" u="none" cap="none" strike="noStrike">
                <a:solidFill>
                  <a:srgbClr val="000000"/>
                </a:solidFill>
                <a:latin typeface="Arvo"/>
                <a:ea typeface="Arvo"/>
                <a:cs typeface="Arvo"/>
                <a:sym typeface="Arvo"/>
              </a:endParaRPr>
            </a:p>
          </p:txBody>
        </p:sp>
      </p:grpSp>
      <p:grpSp>
        <p:nvGrpSpPr>
          <p:cNvPr id="13561" name="Google Shape;13561;p225"/>
          <p:cNvGrpSpPr/>
          <p:nvPr/>
        </p:nvGrpSpPr>
        <p:grpSpPr>
          <a:xfrm>
            <a:off x="4728159" y="875834"/>
            <a:ext cx="5135352" cy="5774659"/>
            <a:chOff x="6025601" y="561600"/>
            <a:chExt cx="5773302" cy="6192000"/>
          </a:xfrm>
        </p:grpSpPr>
        <p:sp>
          <p:nvSpPr>
            <p:cNvPr id="13562" name="Google Shape;13562;p225"/>
            <p:cNvSpPr txBox="1"/>
            <p:nvPr/>
          </p:nvSpPr>
          <p:spPr>
            <a:xfrm>
              <a:off x="6025601" y="561600"/>
              <a:ext cx="5760600" cy="6192000"/>
            </a:xfrm>
            <a:prstGeom prst="rect">
              <a:avLst/>
            </a:prstGeom>
            <a:solidFill>
              <a:srgbClr val="FFFFFF"/>
            </a:solidFill>
            <a:ln cap="flat" cmpd="sng" w="38100">
              <a:solidFill>
                <a:srgbClr val="96479C"/>
              </a:solidFill>
              <a:prstDash val="solid"/>
              <a:round/>
              <a:headEnd len="sm" w="sm" type="none"/>
              <a:tailEnd len="sm" w="sm" type="none"/>
            </a:ln>
            <a:effectLst>
              <a:outerShdw blurRad="63500" dir="10800000" dist="38100">
                <a:srgbClr val="000000">
                  <a:alpha val="39220"/>
                </a:srgbClr>
              </a:outerShdw>
            </a:effectLst>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Arial"/>
                <a:ea typeface="Arial"/>
                <a:cs typeface="Arial"/>
                <a:sym typeface="Arial"/>
              </a:endParaRPr>
            </a:p>
          </p:txBody>
        </p:sp>
        <p:sp>
          <p:nvSpPr>
            <p:cNvPr id="13563" name="Google Shape;13563;p225"/>
            <p:cNvSpPr txBox="1"/>
            <p:nvPr/>
          </p:nvSpPr>
          <p:spPr>
            <a:xfrm>
              <a:off x="6038303" y="561600"/>
              <a:ext cx="5760600" cy="352500"/>
            </a:xfrm>
            <a:prstGeom prst="rect">
              <a:avLst/>
            </a:prstGeom>
            <a:solidFill>
              <a:srgbClr val="96479C"/>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FFFFFF"/>
                </a:buClr>
                <a:buSzPts val="1800"/>
                <a:buFont typeface="Arial"/>
                <a:buNone/>
              </a:pPr>
              <a:r>
                <a:rPr b="1" lang="es-419" sz="1200">
                  <a:solidFill>
                    <a:srgbClr val="FFFFFF"/>
                  </a:solidFill>
                  <a:latin typeface="Arvo"/>
                  <a:ea typeface="Arvo"/>
                  <a:cs typeface="Arvo"/>
                  <a:sym typeface="Arvo"/>
                </a:rPr>
                <a:t>Sistema de Información</a:t>
              </a:r>
              <a:endParaRPr i="0" sz="1200" u="none" cap="none" strike="noStrike">
                <a:solidFill>
                  <a:srgbClr val="000000"/>
                </a:solidFill>
                <a:latin typeface="Arvo"/>
                <a:ea typeface="Arvo"/>
                <a:cs typeface="Arvo"/>
                <a:sym typeface="Arvo"/>
              </a:endParaRPr>
            </a:p>
          </p:txBody>
        </p:sp>
      </p:grpSp>
      <p:grpSp>
        <p:nvGrpSpPr>
          <p:cNvPr id="13564" name="Google Shape;13564;p225"/>
          <p:cNvGrpSpPr/>
          <p:nvPr/>
        </p:nvGrpSpPr>
        <p:grpSpPr>
          <a:xfrm>
            <a:off x="4862100" y="1326042"/>
            <a:ext cx="2365102" cy="1823291"/>
            <a:chOff x="4977080" y="1509325"/>
            <a:chExt cx="2028911" cy="1321800"/>
          </a:xfrm>
        </p:grpSpPr>
        <p:sp>
          <p:nvSpPr>
            <p:cNvPr id="13565" name="Google Shape;13565;p225"/>
            <p:cNvSpPr txBox="1"/>
            <p:nvPr/>
          </p:nvSpPr>
          <p:spPr>
            <a:xfrm>
              <a:off x="4977092" y="1509325"/>
              <a:ext cx="2028900" cy="1321800"/>
            </a:xfrm>
            <a:prstGeom prst="rect">
              <a:avLst/>
            </a:prstGeom>
            <a:solidFill>
              <a:srgbClr val="FFFFFF"/>
            </a:solidFill>
            <a:ln cap="flat" cmpd="sng" w="38100">
              <a:solidFill>
                <a:srgbClr val="BFBFBF"/>
              </a:solidFill>
              <a:prstDash val="solid"/>
              <a:round/>
              <a:headEnd len="sm" w="sm" type="none"/>
              <a:tailEnd len="sm" w="sm" type="none"/>
            </a:ln>
            <a:effectLst>
              <a:outerShdw blurRad="63500" dir="2700000" dist="38100">
                <a:srgbClr val="000000">
                  <a:alpha val="39220"/>
                </a:srgbClr>
              </a:outerShdw>
            </a:effectLst>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Arial"/>
                <a:ea typeface="Arial"/>
                <a:cs typeface="Arial"/>
                <a:sym typeface="Arial"/>
              </a:endParaRPr>
            </a:p>
          </p:txBody>
        </p:sp>
        <p:sp>
          <p:nvSpPr>
            <p:cNvPr id="13566" name="Google Shape;13566;p225"/>
            <p:cNvSpPr txBox="1"/>
            <p:nvPr/>
          </p:nvSpPr>
          <p:spPr>
            <a:xfrm>
              <a:off x="4977080" y="1520404"/>
              <a:ext cx="2028900" cy="192600"/>
            </a:xfrm>
            <a:prstGeom prst="rect">
              <a:avLst/>
            </a:prstGeom>
            <a:solidFill>
              <a:srgbClr val="BFBFBF"/>
            </a:solidFill>
            <a:ln>
              <a:noFill/>
            </a:ln>
          </p:spPr>
          <p:txBody>
            <a:bodyPr anchorCtr="0" anchor="ctr" bIns="0" lIns="0" spcFirstLastPara="1" rIns="0" wrap="square" tIns="0">
              <a:noAutofit/>
            </a:bodyPr>
            <a:lstStyle/>
            <a:p>
              <a:pPr indent="0" lvl="0" marL="0" marR="0" rtl="0" algn="ctr">
                <a:lnSpc>
                  <a:spcPct val="100000"/>
                </a:lnSpc>
                <a:spcBef>
                  <a:spcPts val="0"/>
                </a:spcBef>
                <a:spcAft>
                  <a:spcPts val="0"/>
                </a:spcAft>
                <a:buClr>
                  <a:srgbClr val="000000"/>
                </a:buClr>
                <a:buSzPts val="1800"/>
                <a:buFont typeface="Arial"/>
                <a:buNone/>
              </a:pPr>
              <a:r>
                <a:rPr b="1" i="0" lang="es-419" sz="1000" u="none" cap="none" strike="noStrike">
                  <a:solidFill>
                    <a:srgbClr val="000000"/>
                  </a:solidFill>
                  <a:latin typeface="Arvo"/>
                  <a:ea typeface="Arvo"/>
                  <a:cs typeface="Arvo"/>
                  <a:sym typeface="Arvo"/>
                </a:rPr>
                <a:t>Formularios - P</a:t>
              </a:r>
              <a:r>
                <a:rPr b="1" lang="es-419" sz="1000">
                  <a:latin typeface="Arvo"/>
                  <a:ea typeface="Arvo"/>
                  <a:cs typeface="Arvo"/>
                  <a:sym typeface="Arvo"/>
                </a:rPr>
                <a:t>rocesos</a:t>
              </a:r>
              <a:endParaRPr i="0" sz="1000" u="none" cap="none" strike="noStrike">
                <a:solidFill>
                  <a:srgbClr val="000000"/>
                </a:solidFill>
                <a:latin typeface="Arvo"/>
                <a:ea typeface="Arvo"/>
                <a:cs typeface="Arvo"/>
                <a:sym typeface="Arvo"/>
              </a:endParaRPr>
            </a:p>
          </p:txBody>
        </p:sp>
      </p:grpSp>
      <p:grpSp>
        <p:nvGrpSpPr>
          <p:cNvPr id="13567" name="Google Shape;13567;p225"/>
          <p:cNvGrpSpPr/>
          <p:nvPr/>
        </p:nvGrpSpPr>
        <p:grpSpPr>
          <a:xfrm>
            <a:off x="4862112" y="3288193"/>
            <a:ext cx="2365090" cy="1583535"/>
            <a:chOff x="4977091" y="2931792"/>
            <a:chExt cx="2028901" cy="1147988"/>
          </a:xfrm>
        </p:grpSpPr>
        <p:sp>
          <p:nvSpPr>
            <p:cNvPr id="13568" name="Google Shape;13568;p225"/>
            <p:cNvSpPr txBox="1"/>
            <p:nvPr/>
          </p:nvSpPr>
          <p:spPr>
            <a:xfrm>
              <a:off x="4977092" y="2944881"/>
              <a:ext cx="2028900" cy="1134900"/>
            </a:xfrm>
            <a:prstGeom prst="rect">
              <a:avLst/>
            </a:prstGeom>
            <a:solidFill>
              <a:srgbClr val="FFFFFF"/>
            </a:solidFill>
            <a:ln cap="flat" cmpd="sng" w="38100">
              <a:solidFill>
                <a:srgbClr val="D9D9D9"/>
              </a:solidFill>
              <a:prstDash val="solid"/>
              <a:round/>
              <a:headEnd len="sm" w="sm" type="none"/>
              <a:tailEnd len="sm" w="sm" type="none"/>
            </a:ln>
            <a:effectLst>
              <a:outerShdw blurRad="63500" dir="2700000" dist="38100">
                <a:srgbClr val="000000">
                  <a:alpha val="39220"/>
                </a:srgbClr>
              </a:outerShdw>
            </a:effectLst>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Arial"/>
                <a:ea typeface="Arial"/>
                <a:cs typeface="Arial"/>
                <a:sym typeface="Arial"/>
              </a:endParaRPr>
            </a:p>
          </p:txBody>
        </p:sp>
        <p:sp>
          <p:nvSpPr>
            <p:cNvPr id="13569" name="Google Shape;13569;p225"/>
            <p:cNvSpPr txBox="1"/>
            <p:nvPr/>
          </p:nvSpPr>
          <p:spPr>
            <a:xfrm>
              <a:off x="4977091" y="2931792"/>
              <a:ext cx="2028900" cy="208500"/>
            </a:xfrm>
            <a:prstGeom prst="rect">
              <a:avLst/>
            </a:prstGeom>
            <a:solidFill>
              <a:srgbClr val="F2F2F2"/>
            </a:solidFill>
            <a:ln cap="flat" cmpd="sng" w="9525">
              <a:solidFill>
                <a:srgbClr val="D9D9D9"/>
              </a:solidFill>
              <a:prstDash val="solid"/>
              <a:miter lim="800000"/>
              <a:headEnd len="sm" w="sm" type="none"/>
              <a:tailEnd len="sm" w="sm" type="none"/>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rPr b="1" lang="es-419" sz="1000">
                  <a:latin typeface="Arvo"/>
                  <a:ea typeface="Arvo"/>
                  <a:cs typeface="Arvo"/>
                  <a:sym typeface="Arvo"/>
                </a:rPr>
                <a:t>Formulario </a:t>
              </a:r>
              <a:r>
                <a:rPr b="1" i="0" lang="es-419" sz="1000" u="none" cap="none" strike="noStrike">
                  <a:solidFill>
                    <a:srgbClr val="000000"/>
                  </a:solidFill>
                  <a:latin typeface="Arvo"/>
                  <a:ea typeface="Arvo"/>
                  <a:cs typeface="Arvo"/>
                  <a:sym typeface="Arvo"/>
                </a:rPr>
                <a:t>- </a:t>
              </a:r>
              <a:r>
                <a:rPr b="1" lang="es-419" sz="1000">
                  <a:latin typeface="Arvo"/>
                  <a:ea typeface="Arvo"/>
                  <a:cs typeface="Arvo"/>
                  <a:sym typeface="Arvo"/>
                </a:rPr>
                <a:t>Soporte</a:t>
              </a:r>
              <a:endParaRPr i="0" sz="1000" u="none" cap="none" strike="noStrike">
                <a:solidFill>
                  <a:srgbClr val="000000"/>
                </a:solidFill>
                <a:latin typeface="Arvo"/>
                <a:ea typeface="Arvo"/>
                <a:cs typeface="Arvo"/>
                <a:sym typeface="Arvo"/>
              </a:endParaRPr>
            </a:p>
          </p:txBody>
        </p:sp>
      </p:grpSp>
      <p:grpSp>
        <p:nvGrpSpPr>
          <p:cNvPr id="13570" name="Google Shape;13570;p225"/>
          <p:cNvGrpSpPr/>
          <p:nvPr/>
        </p:nvGrpSpPr>
        <p:grpSpPr>
          <a:xfrm>
            <a:off x="4862466" y="5042037"/>
            <a:ext cx="2365089" cy="1466001"/>
            <a:chOff x="4977394" y="4203246"/>
            <a:chExt cx="2028900" cy="1062781"/>
          </a:xfrm>
        </p:grpSpPr>
        <p:sp>
          <p:nvSpPr>
            <p:cNvPr id="13571" name="Google Shape;13571;p225"/>
            <p:cNvSpPr txBox="1"/>
            <p:nvPr/>
          </p:nvSpPr>
          <p:spPr>
            <a:xfrm>
              <a:off x="4977394" y="4216328"/>
              <a:ext cx="2028900" cy="1049700"/>
            </a:xfrm>
            <a:prstGeom prst="rect">
              <a:avLst/>
            </a:prstGeom>
            <a:solidFill>
              <a:srgbClr val="FFFFFF"/>
            </a:solidFill>
            <a:ln cap="flat" cmpd="sng" w="38100">
              <a:solidFill>
                <a:srgbClr val="72BFC5"/>
              </a:solidFill>
              <a:prstDash val="solid"/>
              <a:round/>
              <a:headEnd len="sm" w="sm" type="none"/>
              <a:tailEnd len="sm" w="sm" type="none"/>
            </a:ln>
            <a:effectLst>
              <a:outerShdw blurRad="63500" dir="2700000" dist="38100">
                <a:srgbClr val="000000">
                  <a:alpha val="39220"/>
                </a:srgbClr>
              </a:outerShdw>
            </a:effectLst>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Arial"/>
                <a:ea typeface="Arial"/>
                <a:cs typeface="Arial"/>
                <a:sym typeface="Arial"/>
              </a:endParaRPr>
            </a:p>
          </p:txBody>
        </p:sp>
        <p:sp>
          <p:nvSpPr>
            <p:cNvPr id="13572" name="Google Shape;13572;p225"/>
            <p:cNvSpPr txBox="1"/>
            <p:nvPr/>
          </p:nvSpPr>
          <p:spPr>
            <a:xfrm>
              <a:off x="4977394" y="4203246"/>
              <a:ext cx="2028900" cy="182100"/>
            </a:xfrm>
            <a:prstGeom prst="rect">
              <a:avLst/>
            </a:prstGeom>
            <a:solidFill>
              <a:srgbClr val="72BFC5"/>
            </a:solidFill>
            <a:ln cap="flat" cmpd="sng" w="38100">
              <a:solidFill>
                <a:srgbClr val="72BFC5"/>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rPr b="1" i="0" lang="es-419" sz="1000" u="none" cap="none" strike="noStrike">
                  <a:solidFill>
                    <a:srgbClr val="000000"/>
                  </a:solidFill>
                  <a:latin typeface="Arvo"/>
                  <a:ea typeface="Arvo"/>
                  <a:cs typeface="Arvo"/>
                  <a:sym typeface="Arvo"/>
                </a:rPr>
                <a:t>Formularios - D</a:t>
              </a:r>
              <a:r>
                <a:rPr b="1" lang="es-419" sz="1000">
                  <a:latin typeface="Arvo"/>
                  <a:ea typeface="Arvo"/>
                  <a:cs typeface="Arvo"/>
                  <a:sym typeface="Arvo"/>
                </a:rPr>
                <a:t>ialogo</a:t>
              </a:r>
              <a:endParaRPr i="0" sz="1000" u="none" cap="none" strike="noStrike">
                <a:solidFill>
                  <a:srgbClr val="000000"/>
                </a:solidFill>
                <a:latin typeface="Arvo"/>
                <a:ea typeface="Arvo"/>
                <a:cs typeface="Arvo"/>
                <a:sym typeface="Arvo"/>
              </a:endParaRPr>
            </a:p>
          </p:txBody>
        </p:sp>
      </p:grpSp>
      <p:grpSp>
        <p:nvGrpSpPr>
          <p:cNvPr id="13573" name="Google Shape;13573;p225"/>
          <p:cNvGrpSpPr/>
          <p:nvPr/>
        </p:nvGrpSpPr>
        <p:grpSpPr>
          <a:xfrm>
            <a:off x="7414088" y="1326038"/>
            <a:ext cx="2297245" cy="1823436"/>
            <a:chOff x="7166313" y="1509322"/>
            <a:chExt cx="1970700" cy="1321905"/>
          </a:xfrm>
        </p:grpSpPr>
        <p:sp>
          <p:nvSpPr>
            <p:cNvPr id="13574" name="Google Shape;13574;p225"/>
            <p:cNvSpPr txBox="1"/>
            <p:nvPr/>
          </p:nvSpPr>
          <p:spPr>
            <a:xfrm>
              <a:off x="7166313" y="1510328"/>
              <a:ext cx="1970700" cy="1320900"/>
            </a:xfrm>
            <a:prstGeom prst="rect">
              <a:avLst/>
            </a:prstGeom>
            <a:solidFill>
              <a:srgbClr val="FFFFFF"/>
            </a:solidFill>
            <a:ln cap="flat" cmpd="sng" w="38100">
              <a:solidFill>
                <a:srgbClr val="D9D9D9"/>
              </a:solidFill>
              <a:prstDash val="solid"/>
              <a:round/>
              <a:headEnd len="sm" w="sm" type="none"/>
              <a:tailEnd len="sm" w="sm" type="none"/>
            </a:ln>
            <a:effectLst>
              <a:outerShdw blurRad="63500" dir="2700000" dist="38100">
                <a:srgbClr val="000000">
                  <a:alpha val="39220"/>
                </a:srgbClr>
              </a:outerShdw>
            </a:effectLst>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Arial"/>
                <a:ea typeface="Arial"/>
                <a:cs typeface="Arial"/>
                <a:sym typeface="Arial"/>
              </a:endParaRPr>
            </a:p>
          </p:txBody>
        </p:sp>
        <p:sp>
          <p:nvSpPr>
            <p:cNvPr id="13575" name="Google Shape;13575;p225"/>
            <p:cNvSpPr txBox="1"/>
            <p:nvPr/>
          </p:nvSpPr>
          <p:spPr>
            <a:xfrm>
              <a:off x="7166313" y="1509322"/>
              <a:ext cx="1970700" cy="181800"/>
            </a:xfrm>
            <a:prstGeom prst="rect">
              <a:avLst/>
            </a:prstGeom>
            <a:solidFill>
              <a:srgbClr val="F2F2F2"/>
            </a:solidFill>
            <a:ln cap="flat" cmpd="sng" w="38100">
              <a:solidFill>
                <a:srgbClr val="D9D9D9"/>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rPr b="1" lang="es-419" sz="1000">
                  <a:latin typeface="Arvo"/>
                  <a:ea typeface="Arvo"/>
                  <a:cs typeface="Arvo"/>
                  <a:sym typeface="Arvo"/>
                </a:rPr>
                <a:t>Entidades </a:t>
              </a:r>
              <a:r>
                <a:rPr b="1" i="0" lang="es-419" sz="1000" u="none" cap="none" strike="noStrike">
                  <a:solidFill>
                    <a:srgbClr val="000000"/>
                  </a:solidFill>
                  <a:latin typeface="Arvo"/>
                  <a:ea typeface="Arvo"/>
                  <a:cs typeface="Arvo"/>
                  <a:sym typeface="Arvo"/>
                </a:rPr>
                <a:t>- </a:t>
              </a:r>
              <a:r>
                <a:rPr b="1" lang="es-419" sz="1000">
                  <a:latin typeface="Arvo"/>
                  <a:ea typeface="Arvo"/>
                  <a:cs typeface="Arvo"/>
                  <a:sym typeface="Arvo"/>
                </a:rPr>
                <a:t>Dominio</a:t>
              </a:r>
              <a:endParaRPr b="1" i="0" sz="1000" u="none" cap="none" strike="noStrike">
                <a:solidFill>
                  <a:srgbClr val="000000"/>
                </a:solidFill>
                <a:latin typeface="Arvo"/>
                <a:ea typeface="Arvo"/>
                <a:cs typeface="Arvo"/>
                <a:sym typeface="Arvo"/>
              </a:endParaRPr>
            </a:p>
          </p:txBody>
        </p:sp>
      </p:grpSp>
      <p:grpSp>
        <p:nvGrpSpPr>
          <p:cNvPr id="13576" name="Google Shape;13576;p225"/>
          <p:cNvGrpSpPr/>
          <p:nvPr/>
        </p:nvGrpSpPr>
        <p:grpSpPr>
          <a:xfrm>
            <a:off x="7413883" y="3312381"/>
            <a:ext cx="2297249" cy="3195411"/>
            <a:chOff x="7166309" y="2980271"/>
            <a:chExt cx="1970704" cy="2285701"/>
          </a:xfrm>
        </p:grpSpPr>
        <p:sp>
          <p:nvSpPr>
            <p:cNvPr id="13577" name="Google Shape;13577;p225"/>
            <p:cNvSpPr txBox="1"/>
            <p:nvPr/>
          </p:nvSpPr>
          <p:spPr>
            <a:xfrm>
              <a:off x="7166313" y="2980272"/>
              <a:ext cx="1970700" cy="2285700"/>
            </a:xfrm>
            <a:prstGeom prst="rect">
              <a:avLst/>
            </a:prstGeom>
            <a:solidFill>
              <a:srgbClr val="FFFFFF"/>
            </a:solidFill>
            <a:ln cap="flat" cmpd="sng" w="38100">
              <a:solidFill>
                <a:srgbClr val="C00000"/>
              </a:solidFill>
              <a:prstDash val="solid"/>
              <a:round/>
              <a:headEnd len="sm" w="sm" type="none"/>
              <a:tailEnd len="sm" w="sm" type="none"/>
            </a:ln>
            <a:effectLst>
              <a:outerShdw blurRad="63500" dir="2700000" dist="38100">
                <a:srgbClr val="000000">
                  <a:alpha val="39220"/>
                </a:srgbClr>
              </a:outerShdw>
            </a:effectLst>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Arial"/>
                <a:ea typeface="Arial"/>
                <a:cs typeface="Arial"/>
                <a:sym typeface="Arial"/>
              </a:endParaRPr>
            </a:p>
          </p:txBody>
        </p:sp>
        <p:sp>
          <p:nvSpPr>
            <p:cNvPr id="13578" name="Google Shape;13578;p225"/>
            <p:cNvSpPr txBox="1"/>
            <p:nvPr/>
          </p:nvSpPr>
          <p:spPr>
            <a:xfrm>
              <a:off x="7166309" y="2980271"/>
              <a:ext cx="1970700" cy="171300"/>
            </a:xfrm>
            <a:prstGeom prst="rect">
              <a:avLst/>
            </a:prstGeom>
            <a:solidFill>
              <a:srgbClr val="C00000"/>
            </a:solidFill>
            <a:ln cap="flat" cmpd="sng" w="38100">
              <a:solidFill>
                <a:srgbClr val="C00000"/>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FFFFFF"/>
                </a:buClr>
                <a:buSzPts val="1800"/>
                <a:buFont typeface="Arial"/>
                <a:buNone/>
              </a:pPr>
              <a:r>
                <a:rPr b="1" lang="es-419" sz="1000">
                  <a:solidFill>
                    <a:srgbClr val="FFFFFF"/>
                  </a:solidFill>
                  <a:latin typeface="Arvo"/>
                  <a:ea typeface="Arvo"/>
                  <a:cs typeface="Arvo"/>
                  <a:sym typeface="Arvo"/>
                </a:rPr>
                <a:t>Comunicación</a:t>
              </a:r>
              <a:endParaRPr i="0" sz="1000" u="none" cap="none" strike="noStrike">
                <a:solidFill>
                  <a:srgbClr val="000000"/>
                </a:solidFill>
                <a:latin typeface="Arvo"/>
                <a:ea typeface="Arvo"/>
                <a:cs typeface="Arvo"/>
                <a:sym typeface="Arvo"/>
              </a:endParaRPr>
            </a:p>
          </p:txBody>
        </p:sp>
      </p:grpSp>
      <p:sp>
        <p:nvSpPr>
          <p:cNvPr id="13579" name="Google Shape;13579;p225"/>
          <p:cNvSpPr txBox="1"/>
          <p:nvPr>
            <p:ph idx="1" type="body"/>
          </p:nvPr>
        </p:nvSpPr>
        <p:spPr>
          <a:xfrm>
            <a:off x="641150" y="612125"/>
            <a:ext cx="1770300" cy="160500"/>
          </a:xfrm>
          <a:prstGeom prst="rect">
            <a:avLst/>
          </a:prstGeom>
          <a:noFill/>
          <a:ln>
            <a:noFill/>
          </a:ln>
        </p:spPr>
        <p:txBody>
          <a:bodyPr anchorCtr="0" anchor="t" bIns="0" lIns="0" spcFirstLastPara="1" rIns="0" wrap="square" tIns="0">
            <a:noAutofit/>
          </a:bodyPr>
          <a:lstStyle>
            <a:lvl1pPr indent="-292100" lvl="0" marL="457200" algn="ctr">
              <a:spcBef>
                <a:spcPts val="0"/>
              </a:spcBef>
              <a:spcAft>
                <a:spcPts val="0"/>
              </a:spcAft>
              <a:buClr>
                <a:srgbClr val="FFFFFF"/>
              </a:buClr>
              <a:buSzPts val="1000"/>
              <a:buChar char="●"/>
              <a:defRPr sz="1000">
                <a:solidFill>
                  <a:srgbClr val="FFFFFF"/>
                </a:solidFill>
              </a:defRPr>
            </a:lvl1pPr>
            <a:lvl2pPr indent="-292100" lvl="1" marL="914400" algn="ctr">
              <a:spcBef>
                <a:spcPts val="0"/>
              </a:spcBef>
              <a:spcAft>
                <a:spcPts val="0"/>
              </a:spcAft>
              <a:buClr>
                <a:srgbClr val="FFFFFF"/>
              </a:buClr>
              <a:buSzPts val="1000"/>
              <a:buChar char="○"/>
              <a:defRPr sz="1000">
                <a:solidFill>
                  <a:srgbClr val="FFFFFF"/>
                </a:solidFill>
              </a:defRPr>
            </a:lvl2pPr>
            <a:lvl3pPr indent="-292100" lvl="2" marL="1371600" algn="ctr">
              <a:spcBef>
                <a:spcPts val="0"/>
              </a:spcBef>
              <a:spcAft>
                <a:spcPts val="0"/>
              </a:spcAft>
              <a:buClr>
                <a:srgbClr val="FFFFFF"/>
              </a:buClr>
              <a:buSzPts val="1000"/>
              <a:buChar char="■"/>
              <a:defRPr sz="1000">
                <a:solidFill>
                  <a:srgbClr val="FFFFFF"/>
                </a:solidFill>
              </a:defRPr>
            </a:lvl3pPr>
            <a:lvl4pPr indent="-292100" lvl="3" marL="1828800" algn="ctr">
              <a:spcBef>
                <a:spcPts val="0"/>
              </a:spcBef>
              <a:spcAft>
                <a:spcPts val="0"/>
              </a:spcAft>
              <a:buClr>
                <a:srgbClr val="FFFFFF"/>
              </a:buClr>
              <a:buSzPts val="1000"/>
              <a:buChar char="●"/>
              <a:defRPr sz="1000">
                <a:solidFill>
                  <a:srgbClr val="FFFFFF"/>
                </a:solidFill>
              </a:defRPr>
            </a:lvl4pPr>
            <a:lvl5pPr indent="-292100" lvl="4" marL="2286000" algn="ctr">
              <a:spcBef>
                <a:spcPts val="0"/>
              </a:spcBef>
              <a:spcAft>
                <a:spcPts val="0"/>
              </a:spcAft>
              <a:buClr>
                <a:srgbClr val="FFFFFF"/>
              </a:buClr>
              <a:buSzPts val="1000"/>
              <a:buChar char="○"/>
              <a:defRPr sz="1000">
                <a:solidFill>
                  <a:srgbClr val="FFFFFF"/>
                </a:solidFill>
              </a:defRPr>
            </a:lvl5pPr>
            <a:lvl6pPr indent="-292100" lvl="5" marL="2743200" algn="ctr">
              <a:spcBef>
                <a:spcPts val="0"/>
              </a:spcBef>
              <a:spcAft>
                <a:spcPts val="0"/>
              </a:spcAft>
              <a:buClr>
                <a:srgbClr val="FFFFFF"/>
              </a:buClr>
              <a:buSzPts val="1000"/>
              <a:buChar char="■"/>
              <a:defRPr sz="1000">
                <a:solidFill>
                  <a:srgbClr val="FFFFFF"/>
                </a:solidFill>
              </a:defRPr>
            </a:lvl6pPr>
            <a:lvl7pPr indent="-292100" lvl="6" marL="3200400" algn="ctr">
              <a:spcBef>
                <a:spcPts val="0"/>
              </a:spcBef>
              <a:spcAft>
                <a:spcPts val="0"/>
              </a:spcAft>
              <a:buClr>
                <a:srgbClr val="FFFFFF"/>
              </a:buClr>
              <a:buSzPts val="1000"/>
              <a:buChar char="●"/>
              <a:defRPr sz="1000">
                <a:solidFill>
                  <a:srgbClr val="FFFFFF"/>
                </a:solidFill>
              </a:defRPr>
            </a:lvl7pPr>
            <a:lvl8pPr indent="-292100" lvl="7" marL="3657600" algn="ctr">
              <a:spcBef>
                <a:spcPts val="0"/>
              </a:spcBef>
              <a:spcAft>
                <a:spcPts val="0"/>
              </a:spcAft>
              <a:buClr>
                <a:srgbClr val="FFFFFF"/>
              </a:buClr>
              <a:buSzPts val="1000"/>
              <a:buChar char="○"/>
              <a:defRPr sz="1000">
                <a:solidFill>
                  <a:srgbClr val="FFFFFF"/>
                </a:solidFill>
              </a:defRPr>
            </a:lvl8pPr>
            <a:lvl9pPr indent="-292100" lvl="8" marL="4114800" algn="ctr">
              <a:spcBef>
                <a:spcPts val="0"/>
              </a:spcBef>
              <a:spcAft>
                <a:spcPts val="0"/>
              </a:spcAft>
              <a:buClr>
                <a:srgbClr val="FFFFFF"/>
              </a:buClr>
              <a:buSzPts val="1000"/>
              <a:buChar char="■"/>
              <a:defRPr sz="1000">
                <a:solidFill>
                  <a:srgbClr val="FFFFFF"/>
                </a:solidFill>
              </a:defRPr>
            </a:lvl9pPr>
          </a:lstStyle>
          <a:p/>
        </p:txBody>
      </p:sp>
      <p:sp>
        <p:nvSpPr>
          <p:cNvPr id="13580" name="Google Shape;13580;p225"/>
          <p:cNvSpPr txBox="1"/>
          <p:nvPr/>
        </p:nvSpPr>
        <p:spPr>
          <a:xfrm>
            <a:off x="84825" y="598125"/>
            <a:ext cx="595500" cy="205800"/>
          </a:xfrm>
          <a:prstGeom prst="rect">
            <a:avLst/>
          </a:prstGeom>
          <a:noFill/>
          <a:ln>
            <a:noFill/>
          </a:ln>
        </p:spPr>
        <p:txBody>
          <a:bodyPr anchorCtr="0" anchor="t" bIns="18000" lIns="18000" spcFirstLastPara="1" rIns="18000" wrap="square" tIns="18000">
            <a:spAutoFit/>
          </a:bodyPr>
          <a:lstStyle/>
          <a:p>
            <a:pPr indent="0" lvl="0" marL="0" rtl="0" algn="l">
              <a:spcBef>
                <a:spcPts val="0"/>
              </a:spcBef>
              <a:spcAft>
                <a:spcPts val="0"/>
              </a:spcAft>
              <a:buNone/>
            </a:pPr>
            <a:r>
              <a:rPr lang="es-419" sz="1100">
                <a:solidFill>
                  <a:srgbClr val="FFFFFF"/>
                </a:solidFill>
              </a:rPr>
              <a:t>Nombre:</a:t>
            </a:r>
            <a:endParaRPr sz="1100">
              <a:solidFill>
                <a:srgbClr val="FFFFFF"/>
              </a:solidFill>
            </a:endParaRPr>
          </a:p>
        </p:txBody>
      </p:sp>
      <p:sp>
        <p:nvSpPr>
          <p:cNvPr id="13581" name="Google Shape;13581;p225"/>
          <p:cNvSpPr txBox="1"/>
          <p:nvPr/>
        </p:nvSpPr>
        <p:spPr>
          <a:xfrm>
            <a:off x="-5257800" y="838200"/>
            <a:ext cx="4648200" cy="6248400"/>
          </a:xfrm>
          <a:prstGeom prst="rect">
            <a:avLst/>
          </a:prstGeom>
          <a:solidFill>
            <a:srgbClr val="FFFFFF"/>
          </a:solidFill>
          <a:ln cap="flat" cmpd="sng" w="9525">
            <a:solidFill>
              <a:srgbClr val="00B0F0"/>
            </a:solidFill>
            <a:prstDash val="solid"/>
            <a:round/>
            <a:headEnd len="sm" w="sm" type="none"/>
            <a:tailEnd len="sm" w="sm" type="none"/>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A6A6A6"/>
              </a:buClr>
              <a:buSzPts val="1700"/>
              <a:buFont typeface="Tahoma"/>
              <a:buNone/>
            </a:pPr>
            <a:r>
              <a:rPr b="1" i="0" lang="es-419" sz="1700" u="none">
                <a:solidFill>
                  <a:srgbClr val="A6A6A6"/>
                </a:solidFill>
                <a:latin typeface="Tahoma"/>
                <a:ea typeface="Tahoma"/>
                <a:cs typeface="Tahoma"/>
                <a:sym typeface="Tahoma"/>
              </a:rPr>
              <a:t>                                                           Fichas</a:t>
            </a:r>
            <a:endParaRPr/>
          </a:p>
          <a:p>
            <a:pPr indent="0" lvl="0" marL="0" marR="0" rtl="0" algn="r">
              <a:lnSpc>
                <a:spcPct val="100000"/>
              </a:lnSpc>
              <a:spcBef>
                <a:spcPts val="0"/>
              </a:spcBef>
              <a:spcAft>
                <a:spcPts val="0"/>
              </a:spcAft>
              <a:buClr>
                <a:srgbClr val="A6A6A6"/>
              </a:buClr>
              <a:buSzPts val="1700"/>
              <a:buFont typeface="Tahoma"/>
              <a:buNone/>
            </a:pPr>
            <a:r>
              <a:rPr b="1" i="0" lang="es-419" sz="1700" u="none">
                <a:solidFill>
                  <a:srgbClr val="A6A6A6"/>
                </a:solidFill>
                <a:latin typeface="Tahoma"/>
                <a:ea typeface="Tahoma"/>
                <a:cs typeface="Tahoma"/>
                <a:sym typeface="Tahoma"/>
              </a:rPr>
              <a:t>Worker</a:t>
            </a:r>
            <a:endParaRPr/>
          </a:p>
        </p:txBody>
      </p:sp>
      <p:sp>
        <p:nvSpPr>
          <p:cNvPr id="13582" name="Google Shape;13582;p225"/>
          <p:cNvSpPr txBox="1"/>
          <p:nvPr/>
        </p:nvSpPr>
        <p:spPr>
          <a:xfrm>
            <a:off x="10283825" y="838200"/>
            <a:ext cx="4319700" cy="6248400"/>
          </a:xfrm>
          <a:prstGeom prst="rect">
            <a:avLst/>
          </a:prstGeom>
          <a:solidFill>
            <a:srgbClr val="FFFFFF"/>
          </a:solidFill>
          <a:ln cap="flat" cmpd="sng" w="9525">
            <a:solidFill>
              <a:srgbClr val="00B0F0"/>
            </a:solidFill>
            <a:prstDash val="solid"/>
            <a:round/>
            <a:headEnd len="sm" w="sm" type="none"/>
            <a:tailEnd len="sm" w="sm" type="none"/>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A6A6A6"/>
              </a:buClr>
              <a:buSzPts val="1800"/>
              <a:buFont typeface="Tahoma"/>
              <a:buNone/>
            </a:pPr>
            <a:r>
              <a:rPr b="1" i="0" lang="es-419" sz="1800" u="none">
                <a:solidFill>
                  <a:srgbClr val="A6A6A6"/>
                </a:solidFill>
                <a:latin typeface="Tahoma"/>
                <a:ea typeface="Tahoma"/>
                <a:cs typeface="Tahoma"/>
                <a:sym typeface="Tahoma"/>
              </a:rPr>
              <a:t>  </a:t>
            </a:r>
            <a:r>
              <a:rPr b="1" i="0" lang="es-419" sz="1700" u="none">
                <a:solidFill>
                  <a:srgbClr val="A6A6A6"/>
                </a:solidFill>
                <a:latin typeface="Tahoma"/>
                <a:ea typeface="Tahoma"/>
                <a:cs typeface="Tahoma"/>
                <a:sym typeface="Tahoma"/>
              </a:rPr>
              <a:t>Fichas</a:t>
            </a:r>
            <a:endParaRPr/>
          </a:p>
          <a:p>
            <a:pPr indent="0" lvl="0" marL="0" marR="0" rtl="0" algn="l">
              <a:lnSpc>
                <a:spcPct val="100000"/>
              </a:lnSpc>
              <a:spcBef>
                <a:spcPts val="0"/>
              </a:spcBef>
              <a:spcAft>
                <a:spcPts val="0"/>
              </a:spcAft>
              <a:buClr>
                <a:srgbClr val="A6A6A6"/>
              </a:buClr>
              <a:buSzPts val="1700"/>
              <a:buFont typeface="Tahoma"/>
              <a:buNone/>
            </a:pPr>
            <a:r>
              <a:rPr b="1" i="0" lang="es-419" sz="1700" u="none">
                <a:solidFill>
                  <a:srgbClr val="A6A6A6"/>
                </a:solidFill>
                <a:latin typeface="Tahoma"/>
                <a:ea typeface="Tahoma"/>
                <a:cs typeface="Tahoma"/>
                <a:sym typeface="Tahoma"/>
              </a:rPr>
              <a:t>Usuarios</a:t>
            </a:r>
            <a:endParaRPr/>
          </a:p>
        </p:txBody>
      </p:sp>
      <p:sp>
        <p:nvSpPr>
          <p:cNvPr id="13583" name="Google Shape;13583;p225"/>
          <p:cNvSpPr txBox="1"/>
          <p:nvPr/>
        </p:nvSpPr>
        <p:spPr>
          <a:xfrm>
            <a:off x="-5257800" y="7199312"/>
            <a:ext cx="7924800" cy="811200"/>
          </a:xfrm>
          <a:prstGeom prst="rect">
            <a:avLst/>
          </a:prstGeom>
          <a:solidFill>
            <a:srgbClr val="FFFFFF"/>
          </a:solidFill>
          <a:ln cap="flat" cmpd="sng" w="9525">
            <a:solidFill>
              <a:srgbClr val="00B0F0"/>
            </a:solidFill>
            <a:prstDash val="solid"/>
            <a:round/>
            <a:headEnd len="sm" w="sm" type="none"/>
            <a:tailEnd len="sm" w="sm" type="none"/>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A6A6A6"/>
              </a:buClr>
              <a:buSzPts val="1700"/>
              <a:buFont typeface="Tahoma"/>
              <a:buNone/>
            </a:pPr>
            <a:r>
              <a:rPr b="1" i="0" lang="es-419" sz="1700" u="none">
                <a:solidFill>
                  <a:srgbClr val="A6A6A6"/>
                </a:solidFill>
                <a:latin typeface="Tahoma"/>
                <a:ea typeface="Tahoma"/>
                <a:cs typeface="Tahoma"/>
                <a:sym typeface="Tahoma"/>
              </a:rPr>
              <a:t>Elementos</a:t>
            </a:r>
            <a:endParaRPr/>
          </a:p>
        </p:txBody>
      </p:sp>
      <p:sp>
        <p:nvSpPr>
          <p:cNvPr id="13584" name="Google Shape;13584;p225"/>
          <p:cNvSpPr txBox="1"/>
          <p:nvPr/>
        </p:nvSpPr>
        <p:spPr>
          <a:xfrm>
            <a:off x="2820976" y="7199300"/>
            <a:ext cx="11782500" cy="811200"/>
          </a:xfrm>
          <a:prstGeom prst="rect">
            <a:avLst/>
          </a:prstGeom>
          <a:solidFill>
            <a:srgbClr val="FFFFFF"/>
          </a:solidFill>
          <a:ln cap="flat" cmpd="sng" w="9525">
            <a:solidFill>
              <a:srgbClr val="00B0F0"/>
            </a:solidFill>
            <a:prstDash val="solid"/>
            <a:round/>
            <a:headEnd len="sm" w="sm" type="none"/>
            <a:tailEnd len="sm" w="sm" type="none"/>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A6A6A6"/>
              </a:buClr>
              <a:buSzPts val="1700"/>
              <a:buFont typeface="Tahoma"/>
              <a:buNone/>
            </a:pPr>
            <a:r>
              <a:rPr b="1" i="0" lang="es-419" sz="1700" u="none">
                <a:solidFill>
                  <a:srgbClr val="A6A6A6"/>
                </a:solidFill>
                <a:latin typeface="Tahoma"/>
                <a:ea typeface="Tahoma"/>
                <a:cs typeface="Tahoma"/>
                <a:sym typeface="Tahoma"/>
              </a:rPr>
              <a:t>Comunicación</a:t>
            </a:r>
            <a:endParaRPr/>
          </a:p>
        </p:txBody>
      </p:sp>
    </p:spTree>
  </p:cSld>
  <p:clrMapOvr>
    <a:masterClrMapping/>
  </p:clrMapOvr>
</p:sldLayout>
</file>

<file path=ppt/slideLayouts/slideLayout2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1 Problema y Posicionamiento">
  <p:cSld name="TITLE_3_6_1_1_1_1_1_1_1_2_1">
    <p:spTree>
      <p:nvGrpSpPr>
        <p:cNvPr id="13585" name="Shape 13585"/>
        <p:cNvGrpSpPr/>
        <p:nvPr/>
      </p:nvGrpSpPr>
      <p:grpSpPr>
        <a:xfrm>
          <a:off x="0" y="0"/>
          <a:ext cx="0" cy="0"/>
          <a:chOff x="0" y="0"/>
          <a:chExt cx="0" cy="0"/>
        </a:xfrm>
      </p:grpSpPr>
      <p:sp>
        <p:nvSpPr>
          <p:cNvPr id="13586" name="Google Shape;13586;p226"/>
          <p:cNvSpPr/>
          <p:nvPr/>
        </p:nvSpPr>
        <p:spPr>
          <a:xfrm>
            <a:off x="77688" y="358938"/>
            <a:ext cx="9935700" cy="6438000"/>
          </a:xfrm>
          <a:prstGeom prst="roundRect">
            <a:avLst>
              <a:gd fmla="val 2618" name="adj"/>
            </a:avLst>
          </a:prstGeom>
          <a:solidFill>
            <a:srgbClr val="FFFFFF"/>
          </a:solidFill>
          <a:ln cap="flat" cmpd="sng" w="38100">
            <a:solidFill>
              <a:srgbClr val="000000"/>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3587" name="Google Shape;13587;p226"/>
          <p:cNvCxnSpPr/>
          <p:nvPr/>
        </p:nvCxnSpPr>
        <p:spPr>
          <a:xfrm>
            <a:off x="77688" y="772614"/>
            <a:ext cx="9935700" cy="0"/>
          </a:xfrm>
          <a:prstGeom prst="straightConnector1">
            <a:avLst/>
          </a:prstGeom>
          <a:noFill/>
          <a:ln cap="flat" cmpd="sng" w="19050">
            <a:solidFill>
              <a:srgbClr val="000000"/>
            </a:solidFill>
            <a:prstDash val="solid"/>
            <a:round/>
            <a:headEnd len="med" w="med" type="none"/>
            <a:tailEnd len="med" w="med" type="none"/>
          </a:ln>
        </p:spPr>
      </p:cxnSp>
      <p:cxnSp>
        <p:nvCxnSpPr>
          <p:cNvPr id="13588" name="Google Shape;13588;p226"/>
          <p:cNvCxnSpPr/>
          <p:nvPr/>
        </p:nvCxnSpPr>
        <p:spPr>
          <a:xfrm rot="10800000">
            <a:off x="2439038" y="368188"/>
            <a:ext cx="0" cy="402300"/>
          </a:xfrm>
          <a:prstGeom prst="straightConnector1">
            <a:avLst/>
          </a:prstGeom>
          <a:noFill/>
          <a:ln cap="flat" cmpd="sng" w="19050">
            <a:solidFill>
              <a:srgbClr val="000000"/>
            </a:solidFill>
            <a:prstDash val="solid"/>
            <a:round/>
            <a:headEnd len="med" w="med" type="none"/>
            <a:tailEnd len="med" w="med" type="none"/>
          </a:ln>
        </p:spPr>
      </p:cxnSp>
      <p:sp>
        <p:nvSpPr>
          <p:cNvPr id="13589" name="Google Shape;13589;p226"/>
          <p:cNvSpPr/>
          <p:nvPr/>
        </p:nvSpPr>
        <p:spPr>
          <a:xfrm>
            <a:off x="77688" y="349338"/>
            <a:ext cx="2361300" cy="421200"/>
          </a:xfrm>
          <a:prstGeom prst="roundRect">
            <a:avLst>
              <a:gd fmla="val 50000" name="adj"/>
            </a:avLst>
          </a:prstGeom>
          <a:solidFill>
            <a:srgbClr val="000000"/>
          </a:solidFill>
          <a:ln cap="flat" cmpd="sng" w="9525">
            <a:solidFill>
              <a:srgbClr val="000000"/>
            </a:solidFill>
            <a:prstDash val="solid"/>
            <a:round/>
            <a:headEnd len="sm" w="sm" type="none"/>
            <a:tailEnd len="sm" w="sm" type="none"/>
          </a:ln>
        </p:spPr>
        <p:txBody>
          <a:bodyPr anchorCtr="0" anchor="ctr" bIns="91425" lIns="0" spcFirstLastPara="1" rIns="0" wrap="square" tIns="91425">
            <a:noAutofit/>
          </a:bodyPr>
          <a:lstStyle/>
          <a:p>
            <a:pPr indent="0" lvl="0" marL="0" rtl="0" algn="ctr">
              <a:spcBef>
                <a:spcPts val="0"/>
              </a:spcBef>
              <a:spcAft>
                <a:spcPts val="0"/>
              </a:spcAft>
              <a:buNone/>
            </a:pPr>
            <a:r>
              <a:rPr b="1" lang="es-419" sz="1100">
                <a:solidFill>
                  <a:srgbClr val="FFFFFF"/>
                </a:solidFill>
              </a:rPr>
              <a:t>Problema y Posicionamiento</a:t>
            </a:r>
            <a:endParaRPr b="1" sz="1100">
              <a:solidFill>
                <a:srgbClr val="FFFFFF"/>
              </a:solidFill>
            </a:endParaRPr>
          </a:p>
          <a:p>
            <a:pPr indent="0" lvl="0" marL="0" rtl="0" algn="ctr">
              <a:spcBef>
                <a:spcPts val="0"/>
              </a:spcBef>
              <a:spcAft>
                <a:spcPts val="0"/>
              </a:spcAft>
              <a:buNone/>
            </a:pPr>
            <a:r>
              <a:t/>
            </a:r>
            <a:endParaRPr b="1" sz="1200">
              <a:solidFill>
                <a:srgbClr val="FFFFFF"/>
              </a:solidFill>
            </a:endParaRPr>
          </a:p>
        </p:txBody>
      </p:sp>
      <p:sp>
        <p:nvSpPr>
          <p:cNvPr id="13590" name="Google Shape;13590;p226"/>
          <p:cNvSpPr/>
          <p:nvPr/>
        </p:nvSpPr>
        <p:spPr>
          <a:xfrm>
            <a:off x="83988" y="595504"/>
            <a:ext cx="190200" cy="1692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1" name="Google Shape;13591;p226"/>
          <p:cNvSpPr/>
          <p:nvPr/>
        </p:nvSpPr>
        <p:spPr>
          <a:xfrm>
            <a:off x="2350598" y="358950"/>
            <a:ext cx="88500" cy="4023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2" name="Google Shape;13592;p226"/>
          <p:cNvSpPr/>
          <p:nvPr/>
        </p:nvSpPr>
        <p:spPr>
          <a:xfrm>
            <a:off x="2277739" y="663750"/>
            <a:ext cx="88500" cy="1089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3" name="Google Shape;13593;p226"/>
          <p:cNvSpPr txBox="1"/>
          <p:nvPr/>
        </p:nvSpPr>
        <p:spPr>
          <a:xfrm>
            <a:off x="391660" y="3997709"/>
            <a:ext cx="1594500" cy="246300"/>
          </a:xfrm>
          <a:prstGeom prst="rect">
            <a:avLst/>
          </a:prstGeom>
          <a:noFill/>
          <a:ln>
            <a:noFill/>
          </a:ln>
        </p:spPr>
        <p:txBody>
          <a:bodyPr anchorCtr="0" anchor="t" bIns="0" lIns="0" spcFirstLastPara="1" rIns="72000" wrap="square" tIns="0">
            <a:spAutoFit/>
          </a:bodyPr>
          <a:lstStyle/>
          <a:p>
            <a:pPr indent="0" lvl="0" marL="45720" rtl="0" algn="r">
              <a:spcBef>
                <a:spcPts val="0"/>
              </a:spcBef>
              <a:spcAft>
                <a:spcPts val="0"/>
              </a:spcAft>
              <a:buNone/>
            </a:pPr>
            <a:r>
              <a:rPr b="1" lang="es-419" sz="1000">
                <a:solidFill>
                  <a:srgbClr val="202124"/>
                </a:solidFill>
                <a:latin typeface="Arvo"/>
                <a:ea typeface="Arvo"/>
                <a:cs typeface="Arvo"/>
                <a:sym typeface="Arvo"/>
              </a:rPr>
              <a:t>Para:</a:t>
            </a:r>
            <a:r>
              <a:rPr b="1" lang="es-419" sz="1000">
                <a:solidFill>
                  <a:schemeClr val="dk1"/>
                </a:solidFill>
                <a:latin typeface="Arvo"/>
                <a:ea typeface="Arvo"/>
                <a:cs typeface="Arvo"/>
                <a:sym typeface="Arvo"/>
              </a:rPr>
              <a:t> </a:t>
            </a:r>
            <a:endParaRPr b="1" sz="1000">
              <a:solidFill>
                <a:schemeClr val="dk1"/>
              </a:solidFill>
              <a:latin typeface="Arvo"/>
              <a:ea typeface="Arvo"/>
              <a:cs typeface="Arvo"/>
              <a:sym typeface="Arvo"/>
            </a:endParaRPr>
          </a:p>
          <a:p>
            <a:pPr indent="0" lvl="0" marL="45720" rtl="0" algn="r">
              <a:spcBef>
                <a:spcPts val="0"/>
              </a:spcBef>
              <a:spcAft>
                <a:spcPts val="0"/>
              </a:spcAft>
              <a:buNone/>
            </a:pPr>
            <a:r>
              <a:rPr i="1" lang="es-419" sz="600">
                <a:solidFill>
                  <a:schemeClr val="dk1"/>
                </a:solidFill>
                <a:latin typeface="Arvo"/>
                <a:ea typeface="Arvo"/>
                <a:cs typeface="Arvo"/>
                <a:sym typeface="Arvo"/>
              </a:rPr>
              <a:t>&lt;[Cliente objetivo]&gt;</a:t>
            </a:r>
            <a:endParaRPr sz="600">
              <a:solidFill>
                <a:schemeClr val="hlink"/>
              </a:solidFill>
              <a:highlight>
                <a:srgbClr val="FFFF00"/>
              </a:highlight>
              <a:latin typeface="Arvo"/>
              <a:ea typeface="Arvo"/>
              <a:cs typeface="Arvo"/>
              <a:sym typeface="Arvo"/>
            </a:endParaRPr>
          </a:p>
        </p:txBody>
      </p:sp>
      <p:sp>
        <p:nvSpPr>
          <p:cNvPr id="13594" name="Google Shape;13594;p226"/>
          <p:cNvSpPr txBox="1"/>
          <p:nvPr/>
        </p:nvSpPr>
        <p:spPr>
          <a:xfrm>
            <a:off x="256507" y="4394654"/>
            <a:ext cx="1731300" cy="369300"/>
          </a:xfrm>
          <a:prstGeom prst="rect">
            <a:avLst/>
          </a:prstGeom>
          <a:noFill/>
          <a:ln>
            <a:noFill/>
          </a:ln>
        </p:spPr>
        <p:txBody>
          <a:bodyPr anchorCtr="0" anchor="t" bIns="0" lIns="0" spcFirstLastPara="1" rIns="72000" wrap="square" tIns="0">
            <a:spAutoFit/>
          </a:bodyPr>
          <a:lstStyle/>
          <a:p>
            <a:pPr indent="0" lvl="0" marL="45720" rtl="0" algn="r">
              <a:spcBef>
                <a:spcPts val="0"/>
              </a:spcBef>
              <a:spcAft>
                <a:spcPts val="0"/>
              </a:spcAft>
              <a:buNone/>
            </a:pPr>
            <a:r>
              <a:rPr b="1" lang="es-419" sz="1000">
                <a:solidFill>
                  <a:schemeClr val="dk1"/>
                </a:solidFill>
                <a:latin typeface="Arvo"/>
                <a:ea typeface="Arvo"/>
                <a:cs typeface="Arvo"/>
                <a:sym typeface="Arvo"/>
              </a:rPr>
              <a:t>Quién:                         </a:t>
            </a:r>
            <a:r>
              <a:rPr b="1" lang="es-419" sz="1200">
                <a:solidFill>
                  <a:schemeClr val="dk1"/>
                </a:solidFill>
                <a:latin typeface="Arvo"/>
                <a:ea typeface="Arvo"/>
                <a:cs typeface="Arvo"/>
                <a:sym typeface="Arvo"/>
              </a:rPr>
              <a:t> </a:t>
            </a:r>
            <a:r>
              <a:rPr i="1" lang="es-419" sz="600">
                <a:solidFill>
                  <a:schemeClr val="dk1"/>
                </a:solidFill>
                <a:latin typeface="Arvo"/>
                <a:ea typeface="Arvo"/>
                <a:cs typeface="Arvo"/>
                <a:sym typeface="Arvo"/>
              </a:rPr>
              <a:t>&lt;[Declaración de la necesidad u oportunidad]&gt;</a:t>
            </a:r>
            <a:endParaRPr sz="600">
              <a:solidFill>
                <a:schemeClr val="hlink"/>
              </a:solidFill>
              <a:highlight>
                <a:srgbClr val="FFFF00"/>
              </a:highlight>
              <a:latin typeface="Arvo"/>
              <a:ea typeface="Arvo"/>
              <a:cs typeface="Arvo"/>
              <a:sym typeface="Arvo"/>
            </a:endParaRPr>
          </a:p>
        </p:txBody>
      </p:sp>
      <p:sp>
        <p:nvSpPr>
          <p:cNvPr id="13595" name="Google Shape;13595;p226"/>
          <p:cNvSpPr txBox="1"/>
          <p:nvPr/>
        </p:nvSpPr>
        <p:spPr>
          <a:xfrm>
            <a:off x="403322" y="4858127"/>
            <a:ext cx="1594500" cy="277200"/>
          </a:xfrm>
          <a:prstGeom prst="rect">
            <a:avLst/>
          </a:prstGeom>
          <a:noFill/>
          <a:ln>
            <a:noFill/>
          </a:ln>
        </p:spPr>
        <p:txBody>
          <a:bodyPr anchorCtr="0" anchor="t" bIns="0" lIns="0" spcFirstLastPara="1" rIns="72000" wrap="square" tIns="0">
            <a:spAutoFit/>
          </a:bodyPr>
          <a:lstStyle/>
          <a:p>
            <a:pPr indent="0" lvl="0" marL="45720" rtl="0" algn="r">
              <a:spcBef>
                <a:spcPts val="0"/>
              </a:spcBef>
              <a:spcAft>
                <a:spcPts val="0"/>
              </a:spcAft>
              <a:buNone/>
            </a:pPr>
            <a:r>
              <a:rPr b="1" lang="es-419" sz="1000">
                <a:solidFill>
                  <a:schemeClr val="dk1"/>
                </a:solidFill>
                <a:latin typeface="Arvo"/>
                <a:ea typeface="Arvo"/>
                <a:cs typeface="Arvo"/>
                <a:sym typeface="Arvo"/>
              </a:rPr>
              <a:t>El </a:t>
            </a:r>
            <a:r>
              <a:rPr b="1" lang="es-419" sz="900">
                <a:solidFill>
                  <a:schemeClr val="dk1"/>
                </a:solidFill>
                <a:latin typeface="Arvo"/>
                <a:ea typeface="Arvo"/>
                <a:cs typeface="Arvo"/>
                <a:sym typeface="Arvo"/>
              </a:rPr>
              <a:t>(nombre comercial)</a:t>
            </a:r>
            <a:r>
              <a:rPr b="1" lang="es-419" sz="1000">
                <a:solidFill>
                  <a:schemeClr val="dk1"/>
                </a:solidFill>
                <a:latin typeface="Arvo"/>
                <a:ea typeface="Arvo"/>
                <a:cs typeface="Arvo"/>
                <a:sym typeface="Arvo"/>
              </a:rPr>
              <a:t>: </a:t>
            </a:r>
            <a:r>
              <a:rPr b="1" lang="es-419" sz="1200">
                <a:solidFill>
                  <a:schemeClr val="dk1"/>
                </a:solidFill>
                <a:latin typeface="Arvo"/>
                <a:ea typeface="Arvo"/>
                <a:cs typeface="Arvo"/>
                <a:sym typeface="Arvo"/>
              </a:rPr>
              <a:t> </a:t>
            </a:r>
            <a:r>
              <a:rPr i="1" lang="es-419" sz="600">
                <a:solidFill>
                  <a:schemeClr val="dk1"/>
                </a:solidFill>
                <a:latin typeface="Arvo"/>
                <a:ea typeface="Arvo"/>
                <a:cs typeface="Arvo"/>
                <a:sym typeface="Arvo"/>
              </a:rPr>
              <a:t>&lt;es una [categoría empresarial]&gt;</a:t>
            </a:r>
            <a:endParaRPr sz="600">
              <a:solidFill>
                <a:schemeClr val="hlink"/>
              </a:solidFill>
              <a:highlight>
                <a:srgbClr val="FFFF00"/>
              </a:highlight>
              <a:latin typeface="Arvo"/>
              <a:ea typeface="Arvo"/>
              <a:cs typeface="Arvo"/>
              <a:sym typeface="Arvo"/>
            </a:endParaRPr>
          </a:p>
        </p:txBody>
      </p:sp>
      <p:sp>
        <p:nvSpPr>
          <p:cNvPr id="13596" name="Google Shape;13596;p226"/>
          <p:cNvSpPr txBox="1"/>
          <p:nvPr/>
        </p:nvSpPr>
        <p:spPr>
          <a:xfrm>
            <a:off x="51719" y="5352392"/>
            <a:ext cx="1941000" cy="338700"/>
          </a:xfrm>
          <a:prstGeom prst="rect">
            <a:avLst/>
          </a:prstGeom>
          <a:noFill/>
          <a:ln>
            <a:noFill/>
          </a:ln>
        </p:spPr>
        <p:txBody>
          <a:bodyPr anchorCtr="0" anchor="t" bIns="0" lIns="0" spcFirstLastPara="1" rIns="72000" wrap="square" tIns="0">
            <a:spAutoFit/>
          </a:bodyPr>
          <a:lstStyle/>
          <a:p>
            <a:pPr indent="0" lvl="0" marL="45720" rtl="0" algn="r">
              <a:spcBef>
                <a:spcPts val="0"/>
              </a:spcBef>
              <a:spcAft>
                <a:spcPts val="0"/>
              </a:spcAft>
              <a:buNone/>
            </a:pPr>
            <a:r>
              <a:rPr b="1" lang="es-419" sz="1000">
                <a:solidFill>
                  <a:schemeClr val="dk1"/>
                </a:solidFill>
                <a:latin typeface="Arvo"/>
                <a:ea typeface="Arvo"/>
                <a:cs typeface="Arvo"/>
                <a:sym typeface="Arvo"/>
              </a:rPr>
              <a:t>Que:</a:t>
            </a:r>
            <a:endParaRPr b="1" sz="1000">
              <a:solidFill>
                <a:schemeClr val="dk1"/>
              </a:solidFill>
              <a:latin typeface="Arvo"/>
              <a:ea typeface="Arvo"/>
              <a:cs typeface="Arvo"/>
              <a:sym typeface="Arvo"/>
            </a:endParaRPr>
          </a:p>
          <a:p>
            <a:pPr indent="0" lvl="0" marL="45720" rtl="0" algn="r">
              <a:spcBef>
                <a:spcPts val="0"/>
              </a:spcBef>
              <a:spcAft>
                <a:spcPts val="0"/>
              </a:spcAft>
              <a:buNone/>
            </a:pPr>
            <a:r>
              <a:rPr i="1" lang="es-419" sz="600">
                <a:solidFill>
                  <a:schemeClr val="dk1"/>
                </a:solidFill>
                <a:latin typeface="Arvo"/>
                <a:ea typeface="Arvo"/>
                <a:cs typeface="Arvo"/>
                <a:sym typeface="Arvo"/>
              </a:rPr>
              <a:t>&lt;[</a:t>
            </a:r>
            <a:r>
              <a:rPr i="1" lang="es-419" sz="600">
                <a:solidFill>
                  <a:srgbClr val="202124"/>
                </a:solidFill>
                <a:latin typeface="Arvo"/>
                <a:ea typeface="Arvo"/>
                <a:cs typeface="Arvo"/>
                <a:sym typeface="Arvo"/>
              </a:rPr>
              <a:t>declaración de beneficio clave; es decir, cuál es la razón de peso para hacer negocios con]</a:t>
            </a:r>
            <a:r>
              <a:rPr i="1" lang="es-419" sz="600">
                <a:solidFill>
                  <a:schemeClr val="dk1"/>
                </a:solidFill>
                <a:latin typeface="Arvo"/>
                <a:ea typeface="Arvo"/>
                <a:cs typeface="Arvo"/>
                <a:sym typeface="Arvo"/>
              </a:rPr>
              <a:t>&gt;</a:t>
            </a:r>
            <a:endParaRPr sz="600">
              <a:solidFill>
                <a:schemeClr val="hlink"/>
              </a:solidFill>
              <a:highlight>
                <a:srgbClr val="FFFF00"/>
              </a:highlight>
              <a:latin typeface="Arvo"/>
              <a:ea typeface="Arvo"/>
              <a:cs typeface="Arvo"/>
              <a:sym typeface="Arvo"/>
            </a:endParaRPr>
          </a:p>
        </p:txBody>
      </p:sp>
      <p:sp>
        <p:nvSpPr>
          <p:cNvPr id="13597" name="Google Shape;13597;p226"/>
          <p:cNvSpPr txBox="1"/>
          <p:nvPr/>
        </p:nvSpPr>
        <p:spPr>
          <a:xfrm>
            <a:off x="355697" y="6305248"/>
            <a:ext cx="1670700" cy="338700"/>
          </a:xfrm>
          <a:prstGeom prst="rect">
            <a:avLst/>
          </a:prstGeom>
          <a:noFill/>
          <a:ln>
            <a:noFill/>
          </a:ln>
        </p:spPr>
        <p:txBody>
          <a:bodyPr anchorCtr="0" anchor="t" bIns="0" lIns="0" spcFirstLastPara="1" rIns="72000" wrap="square" tIns="0">
            <a:spAutoFit/>
          </a:bodyPr>
          <a:lstStyle/>
          <a:p>
            <a:pPr indent="0" lvl="0" marL="45720" rtl="0" algn="r">
              <a:spcBef>
                <a:spcPts val="0"/>
              </a:spcBef>
              <a:spcAft>
                <a:spcPts val="0"/>
              </a:spcAft>
              <a:buNone/>
            </a:pPr>
            <a:r>
              <a:rPr b="1" lang="es-419" sz="1000">
                <a:solidFill>
                  <a:schemeClr val="dk1"/>
                </a:solidFill>
                <a:latin typeface="Arvo"/>
                <a:ea typeface="Arvo"/>
                <a:cs typeface="Arvo"/>
                <a:sym typeface="Arvo"/>
              </a:rPr>
              <a:t>Este negocio:</a:t>
            </a:r>
            <a:endParaRPr b="1" sz="1000">
              <a:solidFill>
                <a:schemeClr val="dk1"/>
              </a:solidFill>
              <a:latin typeface="Arvo"/>
              <a:ea typeface="Arvo"/>
              <a:cs typeface="Arvo"/>
              <a:sym typeface="Arvo"/>
            </a:endParaRPr>
          </a:p>
          <a:p>
            <a:pPr indent="0" lvl="0" marL="45720" rtl="0" algn="r">
              <a:spcBef>
                <a:spcPts val="0"/>
              </a:spcBef>
              <a:spcAft>
                <a:spcPts val="0"/>
              </a:spcAft>
              <a:buNone/>
            </a:pPr>
            <a:r>
              <a:rPr i="1" lang="es-419" sz="600">
                <a:solidFill>
                  <a:schemeClr val="dk1"/>
                </a:solidFill>
                <a:latin typeface="Arvo"/>
                <a:ea typeface="Arvo"/>
                <a:cs typeface="Arvo"/>
                <a:sym typeface="Arvo"/>
              </a:rPr>
              <a:t>&lt;</a:t>
            </a:r>
            <a:r>
              <a:rPr i="1" lang="es-419" sz="600">
                <a:solidFill>
                  <a:srgbClr val="202124"/>
                </a:solidFill>
                <a:latin typeface="Arvo"/>
                <a:ea typeface="Arvo"/>
                <a:cs typeface="Arvo"/>
                <a:sym typeface="Arvo"/>
              </a:rPr>
              <a:t>[declaración de diferenciación primaria]</a:t>
            </a:r>
            <a:r>
              <a:rPr i="1" lang="es-419" sz="600">
                <a:solidFill>
                  <a:schemeClr val="dk1"/>
                </a:solidFill>
                <a:latin typeface="Arvo"/>
                <a:ea typeface="Arvo"/>
                <a:cs typeface="Arvo"/>
                <a:sym typeface="Arvo"/>
              </a:rPr>
              <a:t>&gt;</a:t>
            </a:r>
            <a:endParaRPr sz="600">
              <a:solidFill>
                <a:schemeClr val="hlink"/>
              </a:solidFill>
              <a:highlight>
                <a:srgbClr val="FFFF00"/>
              </a:highlight>
              <a:latin typeface="Arvo"/>
              <a:ea typeface="Arvo"/>
              <a:cs typeface="Arvo"/>
              <a:sym typeface="Arvo"/>
            </a:endParaRPr>
          </a:p>
        </p:txBody>
      </p:sp>
      <p:sp>
        <p:nvSpPr>
          <p:cNvPr id="13598" name="Google Shape;13598;p226"/>
          <p:cNvSpPr txBox="1"/>
          <p:nvPr/>
        </p:nvSpPr>
        <p:spPr>
          <a:xfrm>
            <a:off x="317597" y="5834060"/>
            <a:ext cx="1670700" cy="246300"/>
          </a:xfrm>
          <a:prstGeom prst="rect">
            <a:avLst/>
          </a:prstGeom>
          <a:noFill/>
          <a:ln>
            <a:noFill/>
          </a:ln>
        </p:spPr>
        <p:txBody>
          <a:bodyPr anchorCtr="0" anchor="t" bIns="0" lIns="0" spcFirstLastPara="1" rIns="72000" wrap="square" tIns="0">
            <a:spAutoFit/>
          </a:bodyPr>
          <a:lstStyle/>
          <a:p>
            <a:pPr indent="0" lvl="0" marL="45720" rtl="0" algn="r">
              <a:spcBef>
                <a:spcPts val="0"/>
              </a:spcBef>
              <a:spcAft>
                <a:spcPts val="0"/>
              </a:spcAft>
              <a:buNone/>
            </a:pPr>
            <a:r>
              <a:rPr b="1" lang="es-419" sz="1000">
                <a:solidFill>
                  <a:schemeClr val="dk1"/>
                </a:solidFill>
                <a:latin typeface="Arvo"/>
                <a:ea typeface="Arvo"/>
                <a:cs typeface="Arvo"/>
                <a:sym typeface="Arvo"/>
              </a:rPr>
              <a:t>A diferencia de:</a:t>
            </a:r>
            <a:endParaRPr b="1" sz="1000">
              <a:solidFill>
                <a:schemeClr val="dk1"/>
              </a:solidFill>
              <a:latin typeface="Arvo"/>
              <a:ea typeface="Arvo"/>
              <a:cs typeface="Arvo"/>
              <a:sym typeface="Arvo"/>
            </a:endParaRPr>
          </a:p>
          <a:p>
            <a:pPr indent="0" lvl="0" marL="45720" rtl="0" algn="r">
              <a:spcBef>
                <a:spcPts val="0"/>
              </a:spcBef>
              <a:spcAft>
                <a:spcPts val="0"/>
              </a:spcAft>
              <a:buNone/>
            </a:pPr>
            <a:r>
              <a:rPr i="1" lang="es-419" sz="600">
                <a:solidFill>
                  <a:schemeClr val="dk1"/>
                </a:solidFill>
                <a:latin typeface="Arvo"/>
                <a:ea typeface="Arvo"/>
                <a:cs typeface="Arvo"/>
                <a:sym typeface="Arvo"/>
              </a:rPr>
              <a:t>&lt;</a:t>
            </a:r>
            <a:r>
              <a:rPr i="1" lang="es-419" sz="600">
                <a:solidFill>
                  <a:srgbClr val="202124"/>
                </a:solidFill>
                <a:latin typeface="Arvo"/>
                <a:ea typeface="Arvo"/>
                <a:cs typeface="Arvo"/>
                <a:sym typeface="Arvo"/>
              </a:rPr>
              <a:t>[alternativa competitiva primaria]</a:t>
            </a:r>
            <a:r>
              <a:rPr i="1" lang="es-419" sz="600">
                <a:solidFill>
                  <a:schemeClr val="dk1"/>
                </a:solidFill>
                <a:latin typeface="Arvo"/>
                <a:ea typeface="Arvo"/>
                <a:cs typeface="Arvo"/>
                <a:sym typeface="Arvo"/>
              </a:rPr>
              <a:t>&gt;</a:t>
            </a:r>
            <a:endParaRPr sz="600">
              <a:solidFill>
                <a:schemeClr val="hlink"/>
              </a:solidFill>
              <a:highlight>
                <a:srgbClr val="FFFF00"/>
              </a:highlight>
              <a:latin typeface="Arvo"/>
              <a:ea typeface="Arvo"/>
              <a:cs typeface="Arvo"/>
              <a:sym typeface="Arvo"/>
            </a:endParaRPr>
          </a:p>
        </p:txBody>
      </p:sp>
      <p:sp>
        <p:nvSpPr>
          <p:cNvPr id="13599" name="Google Shape;13599;p226"/>
          <p:cNvSpPr/>
          <p:nvPr/>
        </p:nvSpPr>
        <p:spPr>
          <a:xfrm>
            <a:off x="1984125" y="3952697"/>
            <a:ext cx="7778400" cy="421200"/>
          </a:xfrm>
          <a:prstGeom prst="roundRect">
            <a:avLst>
              <a:gd fmla="val 6541"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3600" name="Google Shape;13600;p226"/>
          <p:cNvCxnSpPr/>
          <p:nvPr/>
        </p:nvCxnSpPr>
        <p:spPr>
          <a:xfrm rot="10800000">
            <a:off x="328664" y="3302470"/>
            <a:ext cx="9430500" cy="600"/>
          </a:xfrm>
          <a:prstGeom prst="straightConnector1">
            <a:avLst/>
          </a:prstGeom>
          <a:noFill/>
          <a:ln cap="flat" cmpd="sng" w="19050">
            <a:solidFill>
              <a:srgbClr val="B7B7B7"/>
            </a:solidFill>
            <a:prstDash val="solid"/>
            <a:round/>
            <a:headEnd len="med" w="med" type="none"/>
            <a:tailEnd len="med" w="med" type="none"/>
          </a:ln>
        </p:spPr>
      </p:cxnSp>
      <p:sp>
        <p:nvSpPr>
          <p:cNvPr id="13601" name="Google Shape;13601;p226"/>
          <p:cNvSpPr/>
          <p:nvPr/>
        </p:nvSpPr>
        <p:spPr>
          <a:xfrm>
            <a:off x="422600" y="871377"/>
            <a:ext cx="9310800" cy="383700"/>
          </a:xfrm>
          <a:prstGeom prst="roundRect">
            <a:avLst>
              <a:gd fmla="val 16667" name="adj"/>
            </a:avLst>
          </a:prstGeom>
          <a:solidFill>
            <a:srgbClr val="D9D9D9"/>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36000" lIns="0" spcFirstLastPara="1" rIns="0" wrap="square" tIns="36000">
            <a:noAutofit/>
          </a:bodyPr>
          <a:lstStyle/>
          <a:p>
            <a:pPr indent="0" lvl="0" marL="0" marR="0" rtl="0" algn="ctr">
              <a:lnSpc>
                <a:spcPct val="100000"/>
              </a:lnSpc>
              <a:spcBef>
                <a:spcPts val="0"/>
              </a:spcBef>
              <a:spcAft>
                <a:spcPts val="0"/>
              </a:spcAft>
              <a:buClr>
                <a:srgbClr val="000000"/>
              </a:buClr>
              <a:buSzPts val="1100"/>
              <a:buFont typeface="Arial"/>
              <a:buNone/>
            </a:pPr>
            <a:r>
              <a:rPr b="1" lang="es-419" sz="1100">
                <a:latin typeface="Arvo"/>
                <a:ea typeface="Arvo"/>
                <a:cs typeface="Arvo"/>
                <a:sym typeface="Arvo"/>
              </a:rPr>
              <a:t>Definición del problema</a:t>
            </a:r>
            <a:endParaRPr b="1" i="0" sz="1100" u="none" cap="none" strike="noStrike">
              <a:solidFill>
                <a:srgbClr val="000000"/>
              </a:solidFill>
              <a:latin typeface="Arvo"/>
              <a:ea typeface="Arvo"/>
              <a:cs typeface="Arvo"/>
              <a:sym typeface="Arvo"/>
            </a:endParaRPr>
          </a:p>
        </p:txBody>
      </p:sp>
      <p:sp>
        <p:nvSpPr>
          <p:cNvPr id="13602" name="Google Shape;13602;p226"/>
          <p:cNvSpPr/>
          <p:nvPr/>
        </p:nvSpPr>
        <p:spPr>
          <a:xfrm>
            <a:off x="415350" y="3468366"/>
            <a:ext cx="9310800" cy="383700"/>
          </a:xfrm>
          <a:prstGeom prst="roundRect">
            <a:avLst>
              <a:gd fmla="val 16667" name="adj"/>
            </a:avLst>
          </a:prstGeom>
          <a:solidFill>
            <a:srgbClr val="D9D9D9"/>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36000" lIns="0" spcFirstLastPara="1" rIns="0" wrap="square" tIns="36000">
            <a:noAutofit/>
          </a:bodyPr>
          <a:lstStyle/>
          <a:p>
            <a:pPr indent="0" lvl="0" marL="0" marR="0" rtl="0" algn="ctr">
              <a:lnSpc>
                <a:spcPct val="100000"/>
              </a:lnSpc>
              <a:spcBef>
                <a:spcPts val="0"/>
              </a:spcBef>
              <a:spcAft>
                <a:spcPts val="0"/>
              </a:spcAft>
              <a:buClr>
                <a:srgbClr val="000000"/>
              </a:buClr>
              <a:buSzPts val="1100"/>
              <a:buFont typeface="Arial"/>
              <a:buNone/>
            </a:pPr>
            <a:r>
              <a:rPr b="1" lang="es-419" sz="1100">
                <a:latin typeface="Arvo"/>
                <a:ea typeface="Arvo"/>
                <a:cs typeface="Arvo"/>
                <a:sym typeface="Arvo"/>
              </a:rPr>
              <a:t>Declaración de la posición del negocio</a:t>
            </a:r>
            <a:endParaRPr b="1" i="0" sz="1100" u="none" cap="none" strike="noStrike">
              <a:solidFill>
                <a:srgbClr val="000000"/>
              </a:solidFill>
              <a:latin typeface="Arvo"/>
              <a:ea typeface="Arvo"/>
              <a:cs typeface="Arvo"/>
              <a:sym typeface="Arvo"/>
            </a:endParaRPr>
          </a:p>
        </p:txBody>
      </p:sp>
      <p:sp>
        <p:nvSpPr>
          <p:cNvPr id="13603" name="Google Shape;13603;p226"/>
          <p:cNvSpPr/>
          <p:nvPr/>
        </p:nvSpPr>
        <p:spPr>
          <a:xfrm>
            <a:off x="1984125" y="4419495"/>
            <a:ext cx="7778400" cy="421200"/>
          </a:xfrm>
          <a:prstGeom prst="roundRect">
            <a:avLst>
              <a:gd fmla="val 6541"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4" name="Google Shape;13604;p226"/>
          <p:cNvSpPr/>
          <p:nvPr/>
        </p:nvSpPr>
        <p:spPr>
          <a:xfrm>
            <a:off x="1984125" y="4886293"/>
            <a:ext cx="7778400" cy="421200"/>
          </a:xfrm>
          <a:prstGeom prst="roundRect">
            <a:avLst>
              <a:gd fmla="val 6541"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5" name="Google Shape;13605;p226"/>
          <p:cNvSpPr/>
          <p:nvPr/>
        </p:nvSpPr>
        <p:spPr>
          <a:xfrm>
            <a:off x="1984125" y="5353091"/>
            <a:ext cx="7778400" cy="421200"/>
          </a:xfrm>
          <a:prstGeom prst="roundRect">
            <a:avLst>
              <a:gd fmla="val 6541"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6" name="Google Shape;13606;p226"/>
          <p:cNvSpPr/>
          <p:nvPr/>
        </p:nvSpPr>
        <p:spPr>
          <a:xfrm>
            <a:off x="1984125" y="5819888"/>
            <a:ext cx="7778400" cy="421200"/>
          </a:xfrm>
          <a:prstGeom prst="roundRect">
            <a:avLst>
              <a:gd fmla="val 6541"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7" name="Google Shape;13607;p226"/>
          <p:cNvSpPr/>
          <p:nvPr/>
        </p:nvSpPr>
        <p:spPr>
          <a:xfrm>
            <a:off x="1984125" y="6286688"/>
            <a:ext cx="7778400" cy="421200"/>
          </a:xfrm>
          <a:prstGeom prst="roundRect">
            <a:avLst>
              <a:gd fmla="val 6541"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8" name="Google Shape;13608;p226"/>
          <p:cNvSpPr txBox="1"/>
          <p:nvPr>
            <p:ph idx="1" type="subTitle"/>
          </p:nvPr>
        </p:nvSpPr>
        <p:spPr>
          <a:xfrm>
            <a:off x="2001800" y="6305600"/>
            <a:ext cx="7742400" cy="383700"/>
          </a:xfrm>
          <a:prstGeom prst="rect">
            <a:avLst/>
          </a:prstGeom>
          <a:noFill/>
          <a:ln>
            <a:noFill/>
          </a:ln>
        </p:spPr>
        <p:txBody>
          <a:bodyPr anchorCtr="0" anchor="ctr" bIns="36000" lIns="36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13609" name="Google Shape;13609;p226"/>
          <p:cNvSpPr/>
          <p:nvPr/>
        </p:nvSpPr>
        <p:spPr>
          <a:xfrm>
            <a:off x="2001800" y="2762941"/>
            <a:ext cx="7778400" cy="421200"/>
          </a:xfrm>
          <a:prstGeom prst="roundRect">
            <a:avLst>
              <a:gd fmla="val 6541"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0" name="Google Shape;13610;p226"/>
          <p:cNvSpPr/>
          <p:nvPr/>
        </p:nvSpPr>
        <p:spPr>
          <a:xfrm>
            <a:off x="2001800" y="2300754"/>
            <a:ext cx="7778400" cy="421200"/>
          </a:xfrm>
          <a:prstGeom prst="roundRect">
            <a:avLst>
              <a:gd fmla="val 6541"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1" name="Google Shape;13611;p226"/>
          <p:cNvSpPr/>
          <p:nvPr/>
        </p:nvSpPr>
        <p:spPr>
          <a:xfrm>
            <a:off x="2001800" y="1839291"/>
            <a:ext cx="7778400" cy="421200"/>
          </a:xfrm>
          <a:prstGeom prst="roundRect">
            <a:avLst>
              <a:gd fmla="val 6541"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2" name="Google Shape;13612;p226"/>
          <p:cNvSpPr/>
          <p:nvPr/>
        </p:nvSpPr>
        <p:spPr>
          <a:xfrm>
            <a:off x="2001800" y="1371049"/>
            <a:ext cx="7778400" cy="421200"/>
          </a:xfrm>
          <a:prstGeom prst="roundRect">
            <a:avLst>
              <a:gd fmla="val 6541"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3" name="Google Shape;13613;p226"/>
          <p:cNvSpPr txBox="1"/>
          <p:nvPr/>
        </p:nvSpPr>
        <p:spPr>
          <a:xfrm>
            <a:off x="229201" y="1371050"/>
            <a:ext cx="1814100" cy="246300"/>
          </a:xfrm>
          <a:prstGeom prst="rect">
            <a:avLst/>
          </a:prstGeom>
          <a:noFill/>
          <a:ln>
            <a:noFill/>
          </a:ln>
        </p:spPr>
        <p:txBody>
          <a:bodyPr anchorCtr="0" anchor="t" bIns="0" lIns="0" spcFirstLastPara="1" rIns="72000" wrap="square" tIns="0">
            <a:spAutoFit/>
          </a:bodyPr>
          <a:lstStyle/>
          <a:p>
            <a:pPr indent="0" lvl="0" marL="45720" rtl="0" algn="r">
              <a:spcBef>
                <a:spcPts val="0"/>
              </a:spcBef>
              <a:spcAft>
                <a:spcPts val="0"/>
              </a:spcAft>
              <a:buNone/>
            </a:pPr>
            <a:r>
              <a:rPr b="1" lang="es-419" sz="1000">
                <a:solidFill>
                  <a:srgbClr val="202124"/>
                </a:solidFill>
                <a:latin typeface="Arvo"/>
                <a:ea typeface="Arvo"/>
                <a:cs typeface="Arvo"/>
                <a:sym typeface="Arvo"/>
              </a:rPr>
              <a:t>El problema de:</a:t>
            </a:r>
            <a:endParaRPr b="1" sz="1000">
              <a:solidFill>
                <a:schemeClr val="dk1"/>
              </a:solidFill>
              <a:latin typeface="Arvo"/>
              <a:ea typeface="Arvo"/>
              <a:cs typeface="Arvo"/>
              <a:sym typeface="Arvo"/>
            </a:endParaRPr>
          </a:p>
          <a:p>
            <a:pPr indent="0" lvl="0" marL="45720" rtl="0" algn="r">
              <a:spcBef>
                <a:spcPts val="0"/>
              </a:spcBef>
              <a:spcAft>
                <a:spcPts val="0"/>
              </a:spcAft>
              <a:buNone/>
            </a:pPr>
            <a:r>
              <a:rPr i="1" lang="es-419" sz="600">
                <a:solidFill>
                  <a:schemeClr val="dk1"/>
                </a:solidFill>
                <a:latin typeface="Arvo"/>
                <a:ea typeface="Arvo"/>
                <a:cs typeface="Arvo"/>
                <a:sym typeface="Arvo"/>
              </a:rPr>
              <a:t>&lt;[Describe el problema]&gt;</a:t>
            </a:r>
            <a:endParaRPr sz="600">
              <a:solidFill>
                <a:schemeClr val="hlink"/>
              </a:solidFill>
              <a:highlight>
                <a:srgbClr val="FFFF00"/>
              </a:highlight>
              <a:latin typeface="Arvo"/>
              <a:ea typeface="Arvo"/>
              <a:cs typeface="Arvo"/>
              <a:sym typeface="Arvo"/>
            </a:endParaRPr>
          </a:p>
        </p:txBody>
      </p:sp>
      <p:sp>
        <p:nvSpPr>
          <p:cNvPr id="13614" name="Google Shape;13614;p226"/>
          <p:cNvSpPr txBox="1"/>
          <p:nvPr/>
        </p:nvSpPr>
        <p:spPr>
          <a:xfrm>
            <a:off x="412846" y="1839296"/>
            <a:ext cx="1594500" cy="338700"/>
          </a:xfrm>
          <a:prstGeom prst="rect">
            <a:avLst/>
          </a:prstGeom>
          <a:noFill/>
          <a:ln>
            <a:noFill/>
          </a:ln>
        </p:spPr>
        <p:txBody>
          <a:bodyPr anchorCtr="0" anchor="t" bIns="0" lIns="0" spcFirstLastPara="1" rIns="72000" wrap="square" tIns="0">
            <a:spAutoFit/>
          </a:bodyPr>
          <a:lstStyle/>
          <a:p>
            <a:pPr indent="0" lvl="0" marL="45720" rtl="0" algn="r">
              <a:spcBef>
                <a:spcPts val="0"/>
              </a:spcBef>
              <a:spcAft>
                <a:spcPts val="0"/>
              </a:spcAft>
              <a:buNone/>
            </a:pPr>
            <a:r>
              <a:rPr b="1" lang="es-419" sz="1000">
                <a:solidFill>
                  <a:schemeClr val="dk1"/>
                </a:solidFill>
                <a:latin typeface="Arvo"/>
                <a:ea typeface="Arvo"/>
                <a:cs typeface="Arvo"/>
                <a:sym typeface="Arvo"/>
              </a:rPr>
              <a:t>Afecta:</a:t>
            </a:r>
            <a:endParaRPr b="1" sz="1000">
              <a:solidFill>
                <a:schemeClr val="dk1"/>
              </a:solidFill>
              <a:latin typeface="Arvo"/>
              <a:ea typeface="Arvo"/>
              <a:cs typeface="Arvo"/>
              <a:sym typeface="Arvo"/>
            </a:endParaRPr>
          </a:p>
          <a:p>
            <a:pPr indent="0" lvl="0" marL="45720" rtl="0" algn="r">
              <a:spcBef>
                <a:spcPts val="0"/>
              </a:spcBef>
              <a:spcAft>
                <a:spcPts val="0"/>
              </a:spcAft>
              <a:buNone/>
            </a:pPr>
            <a:r>
              <a:rPr i="1" lang="es-419" sz="600">
                <a:solidFill>
                  <a:schemeClr val="dk1"/>
                </a:solidFill>
                <a:latin typeface="Arvo"/>
                <a:ea typeface="Arvo"/>
                <a:cs typeface="Arvo"/>
                <a:sym typeface="Arvo"/>
              </a:rPr>
              <a:t>&lt;[quiénes son las partes interesadas afectadas por el problema]&gt;</a:t>
            </a:r>
            <a:endParaRPr sz="600">
              <a:solidFill>
                <a:schemeClr val="hlink"/>
              </a:solidFill>
              <a:highlight>
                <a:srgbClr val="FFFF00"/>
              </a:highlight>
              <a:latin typeface="Arvo"/>
              <a:ea typeface="Arvo"/>
              <a:cs typeface="Arvo"/>
              <a:sym typeface="Arvo"/>
            </a:endParaRPr>
          </a:p>
        </p:txBody>
      </p:sp>
      <p:sp>
        <p:nvSpPr>
          <p:cNvPr id="13615" name="Google Shape;13615;p226"/>
          <p:cNvSpPr txBox="1"/>
          <p:nvPr/>
        </p:nvSpPr>
        <p:spPr>
          <a:xfrm>
            <a:off x="229200" y="2321300"/>
            <a:ext cx="1786200" cy="277200"/>
          </a:xfrm>
          <a:prstGeom prst="rect">
            <a:avLst/>
          </a:prstGeom>
          <a:noFill/>
          <a:ln>
            <a:noFill/>
          </a:ln>
        </p:spPr>
        <p:txBody>
          <a:bodyPr anchorCtr="0" anchor="t" bIns="0" lIns="0" spcFirstLastPara="1" rIns="72000" wrap="square" tIns="0">
            <a:spAutoFit/>
          </a:bodyPr>
          <a:lstStyle/>
          <a:p>
            <a:pPr indent="0" lvl="0" marL="45720" rtl="0" algn="r">
              <a:spcBef>
                <a:spcPts val="0"/>
              </a:spcBef>
              <a:spcAft>
                <a:spcPts val="0"/>
              </a:spcAft>
              <a:buNone/>
            </a:pPr>
            <a:r>
              <a:rPr b="1" lang="es-419" sz="1000">
                <a:solidFill>
                  <a:schemeClr val="dk1"/>
                </a:solidFill>
                <a:latin typeface="Arvo"/>
                <a:ea typeface="Arvo"/>
                <a:cs typeface="Arvo"/>
                <a:sym typeface="Arvo"/>
              </a:rPr>
              <a:t>Cuyo impacto es:             </a:t>
            </a:r>
            <a:r>
              <a:rPr b="1" lang="es-419" sz="1200">
                <a:solidFill>
                  <a:schemeClr val="dk1"/>
                </a:solidFill>
                <a:latin typeface="Arvo"/>
                <a:ea typeface="Arvo"/>
                <a:cs typeface="Arvo"/>
                <a:sym typeface="Arvo"/>
              </a:rPr>
              <a:t> </a:t>
            </a:r>
            <a:r>
              <a:rPr i="1" lang="es-419" sz="600">
                <a:solidFill>
                  <a:schemeClr val="dk1"/>
                </a:solidFill>
                <a:latin typeface="Arvo"/>
                <a:ea typeface="Arvo"/>
                <a:cs typeface="Arvo"/>
                <a:sym typeface="Arvo"/>
              </a:rPr>
              <a:t>&lt;[cuál es el impacto del problema]&gt;</a:t>
            </a:r>
            <a:endParaRPr sz="600">
              <a:solidFill>
                <a:schemeClr val="hlink"/>
              </a:solidFill>
              <a:highlight>
                <a:srgbClr val="FFFF00"/>
              </a:highlight>
              <a:latin typeface="Arvo"/>
              <a:ea typeface="Arvo"/>
              <a:cs typeface="Arvo"/>
              <a:sym typeface="Arvo"/>
            </a:endParaRPr>
          </a:p>
        </p:txBody>
      </p:sp>
      <p:sp>
        <p:nvSpPr>
          <p:cNvPr id="13616" name="Google Shape;13616;p226"/>
          <p:cNvSpPr txBox="1"/>
          <p:nvPr/>
        </p:nvSpPr>
        <p:spPr>
          <a:xfrm>
            <a:off x="108875" y="2765850"/>
            <a:ext cx="1889400" cy="369300"/>
          </a:xfrm>
          <a:prstGeom prst="rect">
            <a:avLst/>
          </a:prstGeom>
          <a:noFill/>
          <a:ln>
            <a:noFill/>
          </a:ln>
        </p:spPr>
        <p:txBody>
          <a:bodyPr anchorCtr="0" anchor="t" bIns="0" lIns="0" spcFirstLastPara="1" rIns="72000" wrap="square" tIns="0">
            <a:spAutoFit/>
          </a:bodyPr>
          <a:lstStyle/>
          <a:p>
            <a:pPr indent="0" lvl="0" marL="45720" rtl="0" algn="r">
              <a:spcBef>
                <a:spcPts val="0"/>
              </a:spcBef>
              <a:spcAft>
                <a:spcPts val="0"/>
              </a:spcAft>
              <a:buNone/>
            </a:pPr>
            <a:r>
              <a:rPr b="1" lang="es-419" sz="1000">
                <a:solidFill>
                  <a:schemeClr val="dk1"/>
                </a:solidFill>
                <a:latin typeface="Arvo"/>
                <a:ea typeface="Arvo"/>
                <a:cs typeface="Arvo"/>
                <a:sym typeface="Arvo"/>
              </a:rPr>
              <a:t>Una solución exitosa sería:                          </a:t>
            </a:r>
            <a:r>
              <a:rPr b="1" lang="es-419" sz="1200">
                <a:solidFill>
                  <a:schemeClr val="dk1"/>
                </a:solidFill>
                <a:latin typeface="Arvo"/>
                <a:ea typeface="Arvo"/>
                <a:cs typeface="Arvo"/>
                <a:sym typeface="Arvo"/>
              </a:rPr>
              <a:t> </a:t>
            </a:r>
            <a:r>
              <a:rPr i="1" lang="es-419" sz="600">
                <a:solidFill>
                  <a:schemeClr val="dk1"/>
                </a:solidFill>
                <a:latin typeface="Arvo"/>
                <a:ea typeface="Arvo"/>
                <a:cs typeface="Arvo"/>
                <a:sym typeface="Arvo"/>
              </a:rPr>
              <a:t>&lt;[enumere algunos beneficios clave de una solución exitosa]&gt;</a:t>
            </a:r>
            <a:endParaRPr sz="600">
              <a:solidFill>
                <a:schemeClr val="hlink"/>
              </a:solidFill>
              <a:highlight>
                <a:srgbClr val="FFFF00"/>
              </a:highlight>
              <a:latin typeface="Arvo"/>
              <a:ea typeface="Arvo"/>
              <a:cs typeface="Arvo"/>
              <a:sym typeface="Arvo"/>
            </a:endParaRPr>
          </a:p>
        </p:txBody>
      </p:sp>
      <p:sp>
        <p:nvSpPr>
          <p:cNvPr id="13617" name="Google Shape;13617;p226"/>
          <p:cNvSpPr txBox="1"/>
          <p:nvPr>
            <p:ph idx="2" type="subTitle"/>
          </p:nvPr>
        </p:nvSpPr>
        <p:spPr>
          <a:xfrm>
            <a:off x="2019800" y="5838650"/>
            <a:ext cx="7742400" cy="383700"/>
          </a:xfrm>
          <a:prstGeom prst="rect">
            <a:avLst/>
          </a:prstGeom>
          <a:noFill/>
          <a:ln>
            <a:noFill/>
          </a:ln>
        </p:spPr>
        <p:txBody>
          <a:bodyPr anchorCtr="0" anchor="ctr" bIns="36000" lIns="36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13618" name="Google Shape;13618;p226"/>
          <p:cNvSpPr txBox="1"/>
          <p:nvPr>
            <p:ph idx="3" type="subTitle"/>
          </p:nvPr>
        </p:nvSpPr>
        <p:spPr>
          <a:xfrm>
            <a:off x="2002125" y="5371850"/>
            <a:ext cx="7742400" cy="383700"/>
          </a:xfrm>
          <a:prstGeom prst="rect">
            <a:avLst/>
          </a:prstGeom>
          <a:noFill/>
          <a:ln>
            <a:noFill/>
          </a:ln>
        </p:spPr>
        <p:txBody>
          <a:bodyPr anchorCtr="0" anchor="ctr" bIns="36000" lIns="36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13619" name="Google Shape;13619;p226"/>
          <p:cNvSpPr txBox="1"/>
          <p:nvPr>
            <p:ph idx="4" type="subTitle"/>
          </p:nvPr>
        </p:nvSpPr>
        <p:spPr>
          <a:xfrm>
            <a:off x="2002125" y="4905050"/>
            <a:ext cx="7742400" cy="383700"/>
          </a:xfrm>
          <a:prstGeom prst="rect">
            <a:avLst/>
          </a:prstGeom>
          <a:noFill/>
          <a:ln>
            <a:noFill/>
          </a:ln>
        </p:spPr>
        <p:txBody>
          <a:bodyPr anchorCtr="0" anchor="ctr" bIns="36000" lIns="36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13620" name="Google Shape;13620;p226"/>
          <p:cNvSpPr txBox="1"/>
          <p:nvPr>
            <p:ph idx="5" type="subTitle"/>
          </p:nvPr>
        </p:nvSpPr>
        <p:spPr>
          <a:xfrm>
            <a:off x="2001800" y="4424163"/>
            <a:ext cx="7742400" cy="383700"/>
          </a:xfrm>
          <a:prstGeom prst="rect">
            <a:avLst/>
          </a:prstGeom>
          <a:noFill/>
          <a:ln>
            <a:noFill/>
          </a:ln>
        </p:spPr>
        <p:txBody>
          <a:bodyPr anchorCtr="0" anchor="ctr" bIns="36000" lIns="36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13621" name="Google Shape;13621;p226"/>
          <p:cNvSpPr txBox="1"/>
          <p:nvPr>
            <p:ph idx="6" type="subTitle"/>
          </p:nvPr>
        </p:nvSpPr>
        <p:spPr>
          <a:xfrm>
            <a:off x="2001800" y="3946275"/>
            <a:ext cx="7742400" cy="383700"/>
          </a:xfrm>
          <a:prstGeom prst="rect">
            <a:avLst/>
          </a:prstGeom>
          <a:noFill/>
          <a:ln>
            <a:noFill/>
          </a:ln>
        </p:spPr>
        <p:txBody>
          <a:bodyPr anchorCtr="0" anchor="ctr" bIns="36000" lIns="36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13622" name="Google Shape;13622;p226"/>
          <p:cNvSpPr txBox="1"/>
          <p:nvPr>
            <p:ph idx="7" type="subTitle"/>
          </p:nvPr>
        </p:nvSpPr>
        <p:spPr>
          <a:xfrm>
            <a:off x="2019800" y="2763138"/>
            <a:ext cx="7742400" cy="383700"/>
          </a:xfrm>
          <a:prstGeom prst="rect">
            <a:avLst/>
          </a:prstGeom>
          <a:noFill/>
          <a:ln>
            <a:noFill/>
          </a:ln>
        </p:spPr>
        <p:txBody>
          <a:bodyPr anchorCtr="0" anchor="ctr" bIns="36000" lIns="36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13623" name="Google Shape;13623;p226"/>
          <p:cNvSpPr txBox="1"/>
          <p:nvPr>
            <p:ph idx="8" type="subTitle"/>
          </p:nvPr>
        </p:nvSpPr>
        <p:spPr>
          <a:xfrm>
            <a:off x="2019800" y="2319863"/>
            <a:ext cx="7742400" cy="383700"/>
          </a:xfrm>
          <a:prstGeom prst="rect">
            <a:avLst/>
          </a:prstGeom>
          <a:noFill/>
          <a:ln>
            <a:noFill/>
          </a:ln>
        </p:spPr>
        <p:txBody>
          <a:bodyPr anchorCtr="0" anchor="ctr" bIns="36000" lIns="36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13624" name="Google Shape;13624;p226"/>
          <p:cNvSpPr txBox="1"/>
          <p:nvPr>
            <p:ph idx="9" type="subTitle"/>
          </p:nvPr>
        </p:nvSpPr>
        <p:spPr>
          <a:xfrm>
            <a:off x="2019800" y="1854638"/>
            <a:ext cx="7742400" cy="383700"/>
          </a:xfrm>
          <a:prstGeom prst="rect">
            <a:avLst/>
          </a:prstGeom>
          <a:noFill/>
          <a:ln>
            <a:noFill/>
          </a:ln>
        </p:spPr>
        <p:txBody>
          <a:bodyPr anchorCtr="0" anchor="ctr" bIns="36000" lIns="36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13625" name="Google Shape;13625;p226"/>
          <p:cNvSpPr txBox="1"/>
          <p:nvPr>
            <p:ph idx="13" type="subTitle"/>
          </p:nvPr>
        </p:nvSpPr>
        <p:spPr>
          <a:xfrm>
            <a:off x="2019800" y="1422763"/>
            <a:ext cx="7742400" cy="383700"/>
          </a:xfrm>
          <a:prstGeom prst="rect">
            <a:avLst/>
          </a:prstGeom>
          <a:noFill/>
          <a:ln>
            <a:noFill/>
          </a:ln>
        </p:spPr>
        <p:txBody>
          <a:bodyPr anchorCtr="0" anchor="ctr" bIns="36000" lIns="36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13626" name="Google Shape;13626;p226"/>
          <p:cNvSpPr txBox="1"/>
          <p:nvPr/>
        </p:nvSpPr>
        <p:spPr>
          <a:xfrm>
            <a:off x="2524025" y="387675"/>
            <a:ext cx="15012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Unid. Organizacional:</a:t>
            </a:r>
            <a:endParaRPr b="1" sz="1100"/>
          </a:p>
        </p:txBody>
      </p:sp>
      <p:sp>
        <p:nvSpPr>
          <p:cNvPr id="13627" name="Google Shape;13627;p226"/>
          <p:cNvSpPr txBox="1"/>
          <p:nvPr/>
        </p:nvSpPr>
        <p:spPr>
          <a:xfrm>
            <a:off x="2524020" y="579550"/>
            <a:ext cx="6846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Alcance:</a:t>
            </a:r>
            <a:endParaRPr b="1" sz="1100"/>
          </a:p>
        </p:txBody>
      </p:sp>
      <p:sp>
        <p:nvSpPr>
          <p:cNvPr id="13628" name="Google Shape;13628;p226"/>
          <p:cNvSpPr txBox="1"/>
          <p:nvPr>
            <p:ph type="title"/>
          </p:nvPr>
        </p:nvSpPr>
        <p:spPr>
          <a:xfrm flipH="1">
            <a:off x="4025374" y="387675"/>
            <a:ext cx="5863200" cy="1692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000"/>
              <a:buNone/>
              <a:defRPr sz="1000">
                <a:solidFill>
                  <a:srgbClr val="000000"/>
                </a:solidFill>
              </a:defRPr>
            </a:lvl1pPr>
            <a:lvl2pPr lvl="1">
              <a:spcBef>
                <a:spcPts val="0"/>
              </a:spcBef>
              <a:spcAft>
                <a:spcPts val="0"/>
              </a:spcAft>
              <a:buClr>
                <a:srgbClr val="000000"/>
              </a:buClr>
              <a:buSzPts val="1000"/>
              <a:buNone/>
              <a:defRPr sz="1000">
                <a:solidFill>
                  <a:srgbClr val="000000"/>
                </a:solidFill>
              </a:defRPr>
            </a:lvl2pPr>
            <a:lvl3pPr lvl="2">
              <a:spcBef>
                <a:spcPts val="0"/>
              </a:spcBef>
              <a:spcAft>
                <a:spcPts val="0"/>
              </a:spcAft>
              <a:buClr>
                <a:srgbClr val="000000"/>
              </a:buClr>
              <a:buSzPts val="1000"/>
              <a:buNone/>
              <a:defRPr sz="1000">
                <a:solidFill>
                  <a:srgbClr val="000000"/>
                </a:solidFill>
              </a:defRPr>
            </a:lvl3pPr>
            <a:lvl4pPr lvl="3">
              <a:spcBef>
                <a:spcPts val="0"/>
              </a:spcBef>
              <a:spcAft>
                <a:spcPts val="0"/>
              </a:spcAft>
              <a:buClr>
                <a:srgbClr val="000000"/>
              </a:buClr>
              <a:buSzPts val="1000"/>
              <a:buNone/>
              <a:defRPr sz="1000">
                <a:solidFill>
                  <a:srgbClr val="000000"/>
                </a:solidFill>
              </a:defRPr>
            </a:lvl4pPr>
            <a:lvl5pPr lvl="4">
              <a:spcBef>
                <a:spcPts val="0"/>
              </a:spcBef>
              <a:spcAft>
                <a:spcPts val="0"/>
              </a:spcAft>
              <a:buClr>
                <a:srgbClr val="000000"/>
              </a:buClr>
              <a:buSzPts val="1000"/>
              <a:buNone/>
              <a:defRPr sz="1000">
                <a:solidFill>
                  <a:srgbClr val="000000"/>
                </a:solidFill>
              </a:defRPr>
            </a:lvl5pPr>
            <a:lvl6pPr lvl="5">
              <a:spcBef>
                <a:spcPts val="0"/>
              </a:spcBef>
              <a:spcAft>
                <a:spcPts val="0"/>
              </a:spcAft>
              <a:buClr>
                <a:srgbClr val="000000"/>
              </a:buClr>
              <a:buSzPts val="1000"/>
              <a:buNone/>
              <a:defRPr sz="1000">
                <a:solidFill>
                  <a:srgbClr val="000000"/>
                </a:solidFill>
              </a:defRPr>
            </a:lvl6pPr>
            <a:lvl7pPr lvl="6">
              <a:spcBef>
                <a:spcPts val="0"/>
              </a:spcBef>
              <a:spcAft>
                <a:spcPts val="0"/>
              </a:spcAft>
              <a:buClr>
                <a:srgbClr val="000000"/>
              </a:buClr>
              <a:buSzPts val="1000"/>
              <a:buNone/>
              <a:defRPr sz="1000">
                <a:solidFill>
                  <a:srgbClr val="000000"/>
                </a:solidFill>
              </a:defRPr>
            </a:lvl7pPr>
            <a:lvl8pPr lvl="7">
              <a:spcBef>
                <a:spcPts val="0"/>
              </a:spcBef>
              <a:spcAft>
                <a:spcPts val="0"/>
              </a:spcAft>
              <a:buClr>
                <a:srgbClr val="000000"/>
              </a:buClr>
              <a:buSzPts val="1000"/>
              <a:buNone/>
              <a:defRPr sz="1000">
                <a:solidFill>
                  <a:srgbClr val="000000"/>
                </a:solidFill>
              </a:defRPr>
            </a:lvl8pPr>
            <a:lvl9pPr lvl="8">
              <a:spcBef>
                <a:spcPts val="0"/>
              </a:spcBef>
              <a:spcAft>
                <a:spcPts val="0"/>
              </a:spcAft>
              <a:buClr>
                <a:srgbClr val="000000"/>
              </a:buClr>
              <a:buSzPts val="1000"/>
              <a:buNone/>
              <a:defRPr sz="1000">
                <a:solidFill>
                  <a:srgbClr val="000000"/>
                </a:solidFill>
              </a:defRPr>
            </a:lvl9pPr>
          </a:lstStyle>
          <a:p/>
        </p:txBody>
      </p:sp>
      <p:sp>
        <p:nvSpPr>
          <p:cNvPr id="13629" name="Google Shape;13629;p226"/>
          <p:cNvSpPr txBox="1"/>
          <p:nvPr>
            <p:ph idx="14" type="title"/>
          </p:nvPr>
        </p:nvSpPr>
        <p:spPr>
          <a:xfrm flipH="1">
            <a:off x="3208773" y="579550"/>
            <a:ext cx="6679800" cy="1692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000"/>
              <a:buNone/>
              <a:defRPr sz="1000">
                <a:solidFill>
                  <a:srgbClr val="000000"/>
                </a:solidFill>
              </a:defRPr>
            </a:lvl1pPr>
            <a:lvl2pPr lvl="1">
              <a:spcBef>
                <a:spcPts val="0"/>
              </a:spcBef>
              <a:spcAft>
                <a:spcPts val="0"/>
              </a:spcAft>
              <a:buClr>
                <a:srgbClr val="000000"/>
              </a:buClr>
              <a:buSzPts val="1000"/>
              <a:buNone/>
              <a:defRPr sz="1000">
                <a:solidFill>
                  <a:srgbClr val="000000"/>
                </a:solidFill>
              </a:defRPr>
            </a:lvl2pPr>
            <a:lvl3pPr lvl="2">
              <a:spcBef>
                <a:spcPts val="0"/>
              </a:spcBef>
              <a:spcAft>
                <a:spcPts val="0"/>
              </a:spcAft>
              <a:buClr>
                <a:srgbClr val="000000"/>
              </a:buClr>
              <a:buSzPts val="1000"/>
              <a:buNone/>
              <a:defRPr sz="1000">
                <a:solidFill>
                  <a:srgbClr val="000000"/>
                </a:solidFill>
              </a:defRPr>
            </a:lvl3pPr>
            <a:lvl4pPr lvl="3">
              <a:spcBef>
                <a:spcPts val="0"/>
              </a:spcBef>
              <a:spcAft>
                <a:spcPts val="0"/>
              </a:spcAft>
              <a:buClr>
                <a:srgbClr val="000000"/>
              </a:buClr>
              <a:buSzPts val="1000"/>
              <a:buNone/>
              <a:defRPr sz="1000">
                <a:solidFill>
                  <a:srgbClr val="000000"/>
                </a:solidFill>
              </a:defRPr>
            </a:lvl4pPr>
            <a:lvl5pPr lvl="4">
              <a:spcBef>
                <a:spcPts val="0"/>
              </a:spcBef>
              <a:spcAft>
                <a:spcPts val="0"/>
              </a:spcAft>
              <a:buClr>
                <a:srgbClr val="000000"/>
              </a:buClr>
              <a:buSzPts val="1000"/>
              <a:buNone/>
              <a:defRPr sz="1000">
                <a:solidFill>
                  <a:srgbClr val="000000"/>
                </a:solidFill>
              </a:defRPr>
            </a:lvl5pPr>
            <a:lvl6pPr lvl="5">
              <a:spcBef>
                <a:spcPts val="0"/>
              </a:spcBef>
              <a:spcAft>
                <a:spcPts val="0"/>
              </a:spcAft>
              <a:buClr>
                <a:srgbClr val="000000"/>
              </a:buClr>
              <a:buSzPts val="1000"/>
              <a:buNone/>
              <a:defRPr sz="1000">
                <a:solidFill>
                  <a:srgbClr val="000000"/>
                </a:solidFill>
              </a:defRPr>
            </a:lvl6pPr>
            <a:lvl7pPr lvl="6">
              <a:spcBef>
                <a:spcPts val="0"/>
              </a:spcBef>
              <a:spcAft>
                <a:spcPts val="0"/>
              </a:spcAft>
              <a:buClr>
                <a:srgbClr val="000000"/>
              </a:buClr>
              <a:buSzPts val="1000"/>
              <a:buNone/>
              <a:defRPr sz="1000">
                <a:solidFill>
                  <a:srgbClr val="000000"/>
                </a:solidFill>
              </a:defRPr>
            </a:lvl7pPr>
            <a:lvl8pPr lvl="7">
              <a:spcBef>
                <a:spcPts val="0"/>
              </a:spcBef>
              <a:spcAft>
                <a:spcPts val="0"/>
              </a:spcAft>
              <a:buClr>
                <a:srgbClr val="000000"/>
              </a:buClr>
              <a:buSzPts val="1000"/>
              <a:buNone/>
              <a:defRPr sz="1000">
                <a:solidFill>
                  <a:srgbClr val="000000"/>
                </a:solidFill>
              </a:defRPr>
            </a:lvl8pPr>
            <a:lvl9pPr lvl="8">
              <a:spcBef>
                <a:spcPts val="0"/>
              </a:spcBef>
              <a:spcAft>
                <a:spcPts val="0"/>
              </a:spcAft>
              <a:buClr>
                <a:srgbClr val="000000"/>
              </a:buClr>
              <a:buSzPts val="1000"/>
              <a:buNone/>
              <a:defRPr sz="1000">
                <a:solidFill>
                  <a:srgbClr val="000000"/>
                </a:solidFill>
              </a:defRPr>
            </a:lvl9pPr>
          </a:lstStyle>
          <a:p/>
        </p:txBody>
      </p:sp>
      <p:sp>
        <p:nvSpPr>
          <p:cNvPr id="13630" name="Google Shape;13630;p226"/>
          <p:cNvSpPr txBox="1"/>
          <p:nvPr>
            <p:ph idx="15" type="body"/>
          </p:nvPr>
        </p:nvSpPr>
        <p:spPr>
          <a:xfrm>
            <a:off x="641150" y="612125"/>
            <a:ext cx="1770300" cy="160500"/>
          </a:xfrm>
          <a:prstGeom prst="rect">
            <a:avLst/>
          </a:prstGeom>
          <a:noFill/>
          <a:ln>
            <a:noFill/>
          </a:ln>
        </p:spPr>
        <p:txBody>
          <a:bodyPr anchorCtr="0" anchor="t" bIns="0" lIns="0" spcFirstLastPara="1" rIns="0" wrap="square" tIns="0">
            <a:noAutofit/>
          </a:bodyPr>
          <a:lstStyle>
            <a:lvl1pPr indent="-292100" lvl="0" marL="457200" algn="ctr">
              <a:spcBef>
                <a:spcPts val="0"/>
              </a:spcBef>
              <a:spcAft>
                <a:spcPts val="0"/>
              </a:spcAft>
              <a:buClr>
                <a:srgbClr val="FFFFFF"/>
              </a:buClr>
              <a:buSzPts val="1000"/>
              <a:buChar char="●"/>
              <a:defRPr sz="1000">
                <a:solidFill>
                  <a:srgbClr val="FFFFFF"/>
                </a:solidFill>
              </a:defRPr>
            </a:lvl1pPr>
            <a:lvl2pPr indent="-292100" lvl="1" marL="914400" algn="ctr">
              <a:spcBef>
                <a:spcPts val="0"/>
              </a:spcBef>
              <a:spcAft>
                <a:spcPts val="0"/>
              </a:spcAft>
              <a:buClr>
                <a:srgbClr val="FFFFFF"/>
              </a:buClr>
              <a:buSzPts val="1000"/>
              <a:buChar char="○"/>
              <a:defRPr sz="1000">
                <a:solidFill>
                  <a:srgbClr val="FFFFFF"/>
                </a:solidFill>
              </a:defRPr>
            </a:lvl2pPr>
            <a:lvl3pPr indent="-292100" lvl="2" marL="1371600" algn="ctr">
              <a:spcBef>
                <a:spcPts val="0"/>
              </a:spcBef>
              <a:spcAft>
                <a:spcPts val="0"/>
              </a:spcAft>
              <a:buClr>
                <a:srgbClr val="FFFFFF"/>
              </a:buClr>
              <a:buSzPts val="1000"/>
              <a:buChar char="■"/>
              <a:defRPr sz="1000">
                <a:solidFill>
                  <a:srgbClr val="FFFFFF"/>
                </a:solidFill>
              </a:defRPr>
            </a:lvl3pPr>
            <a:lvl4pPr indent="-292100" lvl="3" marL="1828800" algn="ctr">
              <a:spcBef>
                <a:spcPts val="0"/>
              </a:spcBef>
              <a:spcAft>
                <a:spcPts val="0"/>
              </a:spcAft>
              <a:buClr>
                <a:srgbClr val="FFFFFF"/>
              </a:buClr>
              <a:buSzPts val="1000"/>
              <a:buChar char="●"/>
              <a:defRPr sz="1000">
                <a:solidFill>
                  <a:srgbClr val="FFFFFF"/>
                </a:solidFill>
              </a:defRPr>
            </a:lvl4pPr>
            <a:lvl5pPr indent="-292100" lvl="4" marL="2286000" algn="ctr">
              <a:spcBef>
                <a:spcPts val="0"/>
              </a:spcBef>
              <a:spcAft>
                <a:spcPts val="0"/>
              </a:spcAft>
              <a:buClr>
                <a:srgbClr val="FFFFFF"/>
              </a:buClr>
              <a:buSzPts val="1000"/>
              <a:buChar char="○"/>
              <a:defRPr sz="1000">
                <a:solidFill>
                  <a:srgbClr val="FFFFFF"/>
                </a:solidFill>
              </a:defRPr>
            </a:lvl5pPr>
            <a:lvl6pPr indent="-292100" lvl="5" marL="2743200" algn="ctr">
              <a:spcBef>
                <a:spcPts val="0"/>
              </a:spcBef>
              <a:spcAft>
                <a:spcPts val="0"/>
              </a:spcAft>
              <a:buClr>
                <a:srgbClr val="FFFFFF"/>
              </a:buClr>
              <a:buSzPts val="1000"/>
              <a:buChar char="■"/>
              <a:defRPr sz="1000">
                <a:solidFill>
                  <a:srgbClr val="FFFFFF"/>
                </a:solidFill>
              </a:defRPr>
            </a:lvl6pPr>
            <a:lvl7pPr indent="-292100" lvl="6" marL="3200400" algn="ctr">
              <a:spcBef>
                <a:spcPts val="0"/>
              </a:spcBef>
              <a:spcAft>
                <a:spcPts val="0"/>
              </a:spcAft>
              <a:buClr>
                <a:srgbClr val="FFFFFF"/>
              </a:buClr>
              <a:buSzPts val="1000"/>
              <a:buChar char="●"/>
              <a:defRPr sz="1000">
                <a:solidFill>
                  <a:srgbClr val="FFFFFF"/>
                </a:solidFill>
              </a:defRPr>
            </a:lvl7pPr>
            <a:lvl8pPr indent="-292100" lvl="7" marL="3657600" algn="ctr">
              <a:spcBef>
                <a:spcPts val="0"/>
              </a:spcBef>
              <a:spcAft>
                <a:spcPts val="0"/>
              </a:spcAft>
              <a:buClr>
                <a:srgbClr val="FFFFFF"/>
              </a:buClr>
              <a:buSzPts val="1000"/>
              <a:buChar char="○"/>
              <a:defRPr sz="1000">
                <a:solidFill>
                  <a:srgbClr val="FFFFFF"/>
                </a:solidFill>
              </a:defRPr>
            </a:lvl8pPr>
            <a:lvl9pPr indent="-292100" lvl="8" marL="4114800" algn="ctr">
              <a:spcBef>
                <a:spcPts val="0"/>
              </a:spcBef>
              <a:spcAft>
                <a:spcPts val="0"/>
              </a:spcAft>
              <a:buClr>
                <a:srgbClr val="FFFFFF"/>
              </a:buClr>
              <a:buSzPts val="1000"/>
              <a:buChar char="■"/>
              <a:defRPr sz="1000">
                <a:solidFill>
                  <a:srgbClr val="FFFFFF"/>
                </a:solidFill>
              </a:defRPr>
            </a:lvl9pPr>
          </a:lstStyle>
          <a:p/>
        </p:txBody>
      </p:sp>
      <p:sp>
        <p:nvSpPr>
          <p:cNvPr id="13631" name="Google Shape;13631;p226"/>
          <p:cNvSpPr txBox="1"/>
          <p:nvPr/>
        </p:nvSpPr>
        <p:spPr>
          <a:xfrm>
            <a:off x="84825" y="598125"/>
            <a:ext cx="595500" cy="205800"/>
          </a:xfrm>
          <a:prstGeom prst="rect">
            <a:avLst/>
          </a:prstGeom>
          <a:noFill/>
          <a:ln>
            <a:noFill/>
          </a:ln>
        </p:spPr>
        <p:txBody>
          <a:bodyPr anchorCtr="0" anchor="t" bIns="18000" lIns="18000" spcFirstLastPara="1" rIns="18000" wrap="square" tIns="18000">
            <a:spAutoFit/>
          </a:bodyPr>
          <a:lstStyle/>
          <a:p>
            <a:pPr indent="0" lvl="0" marL="0" rtl="0" algn="l">
              <a:spcBef>
                <a:spcPts val="0"/>
              </a:spcBef>
              <a:spcAft>
                <a:spcPts val="0"/>
              </a:spcAft>
              <a:buNone/>
            </a:pPr>
            <a:r>
              <a:rPr lang="es-419" sz="1100">
                <a:solidFill>
                  <a:srgbClr val="FFFFFF"/>
                </a:solidFill>
              </a:rPr>
              <a:t>Nombre:</a:t>
            </a:r>
            <a:endParaRPr sz="1100">
              <a:solidFill>
                <a:srgbClr val="FFFFFF"/>
              </a:solidFill>
            </a:endParaRPr>
          </a:p>
        </p:txBody>
      </p:sp>
    </p:spTree>
  </p:cSld>
  <p:clrMapOvr>
    <a:masterClrMapping/>
  </p:clrMapOvr>
</p:sldLayout>
</file>

<file path=ppt/slideLayouts/slideLayout2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2 Perfil Stakeholders">
  <p:cSld name="TITLE_3_6_1_1_1_1_1_1_1_1">
    <p:spTree>
      <p:nvGrpSpPr>
        <p:cNvPr id="13632" name="Shape 13632"/>
        <p:cNvGrpSpPr/>
        <p:nvPr/>
      </p:nvGrpSpPr>
      <p:grpSpPr>
        <a:xfrm>
          <a:off x="0" y="0"/>
          <a:ext cx="0" cy="0"/>
          <a:chOff x="0" y="0"/>
          <a:chExt cx="0" cy="0"/>
        </a:xfrm>
      </p:grpSpPr>
      <p:sp>
        <p:nvSpPr>
          <p:cNvPr id="13633" name="Google Shape;13633;p227"/>
          <p:cNvSpPr/>
          <p:nvPr/>
        </p:nvSpPr>
        <p:spPr>
          <a:xfrm>
            <a:off x="97888" y="377012"/>
            <a:ext cx="9893400" cy="296700"/>
          </a:xfrm>
          <a:prstGeom prst="roundRect">
            <a:avLst>
              <a:gd fmla="val 22902" name="adj"/>
            </a:avLst>
          </a:prstGeom>
          <a:solidFill>
            <a:srgbClr val="F3F3F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13634" name="Google Shape;13634;p227"/>
          <p:cNvSpPr/>
          <p:nvPr/>
        </p:nvSpPr>
        <p:spPr>
          <a:xfrm>
            <a:off x="77688" y="358938"/>
            <a:ext cx="9935700" cy="6438000"/>
          </a:xfrm>
          <a:prstGeom prst="roundRect">
            <a:avLst>
              <a:gd fmla="val 2618" name="adj"/>
            </a:avLst>
          </a:prstGeom>
          <a:solidFill>
            <a:srgbClr val="FFFFFF"/>
          </a:solidFill>
          <a:ln cap="flat" cmpd="sng" w="38100">
            <a:solidFill>
              <a:srgbClr val="000000"/>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3635" name="Google Shape;13635;p227"/>
          <p:cNvCxnSpPr/>
          <p:nvPr/>
        </p:nvCxnSpPr>
        <p:spPr>
          <a:xfrm>
            <a:off x="77688" y="772614"/>
            <a:ext cx="9935700" cy="0"/>
          </a:xfrm>
          <a:prstGeom prst="straightConnector1">
            <a:avLst/>
          </a:prstGeom>
          <a:noFill/>
          <a:ln cap="flat" cmpd="sng" w="19050">
            <a:solidFill>
              <a:srgbClr val="000000"/>
            </a:solidFill>
            <a:prstDash val="solid"/>
            <a:round/>
            <a:headEnd len="med" w="med" type="none"/>
            <a:tailEnd len="med" w="med" type="none"/>
          </a:ln>
        </p:spPr>
      </p:cxnSp>
      <p:cxnSp>
        <p:nvCxnSpPr>
          <p:cNvPr id="13636" name="Google Shape;13636;p227"/>
          <p:cNvCxnSpPr/>
          <p:nvPr/>
        </p:nvCxnSpPr>
        <p:spPr>
          <a:xfrm rot="10800000">
            <a:off x="2439038" y="368188"/>
            <a:ext cx="0" cy="402300"/>
          </a:xfrm>
          <a:prstGeom prst="straightConnector1">
            <a:avLst/>
          </a:prstGeom>
          <a:noFill/>
          <a:ln cap="flat" cmpd="sng" w="19050">
            <a:solidFill>
              <a:srgbClr val="000000"/>
            </a:solidFill>
            <a:prstDash val="solid"/>
            <a:round/>
            <a:headEnd len="med" w="med" type="none"/>
            <a:tailEnd len="med" w="med" type="none"/>
          </a:ln>
        </p:spPr>
      </p:cxnSp>
      <p:sp>
        <p:nvSpPr>
          <p:cNvPr id="13637" name="Google Shape;13637;p227"/>
          <p:cNvSpPr/>
          <p:nvPr/>
        </p:nvSpPr>
        <p:spPr>
          <a:xfrm>
            <a:off x="77688" y="349338"/>
            <a:ext cx="2361300" cy="421200"/>
          </a:xfrm>
          <a:prstGeom prst="roundRect">
            <a:avLst>
              <a:gd fmla="val 50000" name="adj"/>
            </a:avLst>
          </a:prstGeom>
          <a:solidFill>
            <a:srgbClr val="000000"/>
          </a:solidFill>
          <a:ln cap="flat" cmpd="sng" w="9525">
            <a:solidFill>
              <a:srgbClr val="000000"/>
            </a:solidFill>
            <a:prstDash val="solid"/>
            <a:round/>
            <a:headEnd len="sm" w="sm" type="none"/>
            <a:tailEnd len="sm" w="sm" type="none"/>
          </a:ln>
        </p:spPr>
        <p:txBody>
          <a:bodyPr anchorCtr="0" anchor="ctr" bIns="91425" lIns="0" spcFirstLastPara="1" rIns="0" wrap="square" tIns="91425">
            <a:noAutofit/>
          </a:bodyPr>
          <a:lstStyle/>
          <a:p>
            <a:pPr indent="0" lvl="0" marL="0" rtl="0" algn="ctr">
              <a:spcBef>
                <a:spcPts val="0"/>
              </a:spcBef>
              <a:spcAft>
                <a:spcPts val="0"/>
              </a:spcAft>
              <a:buNone/>
            </a:pPr>
            <a:r>
              <a:rPr b="1" lang="es-419" sz="1100">
                <a:solidFill>
                  <a:srgbClr val="FFFFFF"/>
                </a:solidFill>
              </a:rPr>
              <a:t>Perfil Stakeholders</a:t>
            </a:r>
            <a:endParaRPr b="1" sz="1100">
              <a:solidFill>
                <a:srgbClr val="FFFFFF"/>
              </a:solidFill>
            </a:endParaRPr>
          </a:p>
          <a:p>
            <a:pPr indent="0" lvl="0" marL="0" rtl="0" algn="ctr">
              <a:spcBef>
                <a:spcPts val="0"/>
              </a:spcBef>
              <a:spcAft>
                <a:spcPts val="0"/>
              </a:spcAft>
              <a:buNone/>
            </a:pPr>
            <a:r>
              <a:t/>
            </a:r>
            <a:endParaRPr b="1" sz="1200">
              <a:solidFill>
                <a:srgbClr val="FFFFFF"/>
              </a:solidFill>
            </a:endParaRPr>
          </a:p>
        </p:txBody>
      </p:sp>
      <p:sp>
        <p:nvSpPr>
          <p:cNvPr id="13638" name="Google Shape;13638;p227"/>
          <p:cNvSpPr/>
          <p:nvPr/>
        </p:nvSpPr>
        <p:spPr>
          <a:xfrm>
            <a:off x="83988" y="595504"/>
            <a:ext cx="190200" cy="1692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9" name="Google Shape;13639;p227"/>
          <p:cNvSpPr/>
          <p:nvPr/>
        </p:nvSpPr>
        <p:spPr>
          <a:xfrm>
            <a:off x="2350598" y="358950"/>
            <a:ext cx="88500" cy="4023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0" name="Google Shape;13640;p227"/>
          <p:cNvSpPr/>
          <p:nvPr/>
        </p:nvSpPr>
        <p:spPr>
          <a:xfrm>
            <a:off x="2277739" y="663750"/>
            <a:ext cx="88500" cy="1089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1" name="Google Shape;13641;p227"/>
          <p:cNvSpPr/>
          <p:nvPr/>
        </p:nvSpPr>
        <p:spPr>
          <a:xfrm>
            <a:off x="3477925" y="1091465"/>
            <a:ext cx="6172500" cy="554100"/>
          </a:xfrm>
          <a:prstGeom prst="roundRect">
            <a:avLst>
              <a:gd fmla="val 6541"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2" name="Google Shape;13642;p227"/>
          <p:cNvSpPr txBox="1"/>
          <p:nvPr/>
        </p:nvSpPr>
        <p:spPr>
          <a:xfrm>
            <a:off x="454807" y="1057862"/>
            <a:ext cx="3000000" cy="540000"/>
          </a:xfrm>
          <a:prstGeom prst="rect">
            <a:avLst/>
          </a:prstGeom>
          <a:noFill/>
          <a:ln>
            <a:noFill/>
          </a:ln>
        </p:spPr>
        <p:txBody>
          <a:bodyPr anchorCtr="0" anchor="t" bIns="54000" lIns="54000" spcFirstLastPara="1" rIns="54000" wrap="square" tIns="54000">
            <a:spAutoFit/>
          </a:bodyPr>
          <a:lstStyle/>
          <a:p>
            <a:pPr indent="0" lvl="0" marL="0" rtl="0" algn="r">
              <a:spcBef>
                <a:spcPts val="0"/>
              </a:spcBef>
              <a:spcAft>
                <a:spcPts val="0"/>
              </a:spcAft>
              <a:buNone/>
            </a:pPr>
            <a:r>
              <a:rPr b="1" lang="es-419" sz="1000">
                <a:solidFill>
                  <a:schemeClr val="dk1"/>
                </a:solidFill>
                <a:latin typeface="Arvo"/>
                <a:ea typeface="Arvo"/>
                <a:cs typeface="Arvo"/>
                <a:sym typeface="Arvo"/>
              </a:rPr>
              <a:t>Representante </a:t>
            </a:r>
            <a:endParaRPr b="1" sz="1000">
              <a:solidFill>
                <a:schemeClr val="dk1"/>
              </a:solidFill>
              <a:latin typeface="Arvo"/>
              <a:ea typeface="Arvo"/>
              <a:cs typeface="Arvo"/>
              <a:sym typeface="Arvo"/>
            </a:endParaRPr>
          </a:p>
          <a:p>
            <a:pPr indent="0" lvl="0" marL="0" rtl="0" algn="r">
              <a:spcBef>
                <a:spcPts val="0"/>
              </a:spcBef>
              <a:spcAft>
                <a:spcPts val="0"/>
              </a:spcAft>
              <a:buNone/>
            </a:pPr>
            <a:r>
              <a:rPr i="1" lang="es-419" sz="600">
                <a:solidFill>
                  <a:schemeClr val="dk1"/>
                </a:solidFill>
                <a:latin typeface="Arvo"/>
                <a:ea typeface="Arvo"/>
                <a:cs typeface="Arvo"/>
                <a:sym typeface="Arvo"/>
              </a:rPr>
              <a:t>&lt;[Quién es el representante de las partes interesadas del proyecto?  (Esto es opcional, si está documentado en otro lugar.) Lo que queremos aquí son nombres.]&gt;</a:t>
            </a:r>
            <a:endParaRPr i="1" sz="600">
              <a:solidFill>
                <a:schemeClr val="dk1"/>
              </a:solidFill>
              <a:latin typeface="Arvo"/>
              <a:ea typeface="Arvo"/>
              <a:cs typeface="Arvo"/>
              <a:sym typeface="Arvo"/>
            </a:endParaRPr>
          </a:p>
        </p:txBody>
      </p:sp>
      <p:sp>
        <p:nvSpPr>
          <p:cNvPr id="13643" name="Google Shape;13643;p227"/>
          <p:cNvSpPr txBox="1"/>
          <p:nvPr/>
        </p:nvSpPr>
        <p:spPr>
          <a:xfrm>
            <a:off x="480000" y="1771845"/>
            <a:ext cx="3000000" cy="431100"/>
          </a:xfrm>
          <a:prstGeom prst="rect">
            <a:avLst/>
          </a:prstGeom>
          <a:noFill/>
          <a:ln>
            <a:noFill/>
          </a:ln>
        </p:spPr>
        <p:txBody>
          <a:bodyPr anchorCtr="0" anchor="t" bIns="91425" lIns="91425" spcFirstLastPara="1" rIns="91425" wrap="square" tIns="91425">
            <a:spAutoFit/>
          </a:bodyPr>
          <a:lstStyle/>
          <a:p>
            <a:pPr indent="0" lvl="0" marL="0" rtl="0" algn="r">
              <a:spcBef>
                <a:spcPts val="0"/>
              </a:spcBef>
              <a:spcAft>
                <a:spcPts val="0"/>
              </a:spcAft>
              <a:buNone/>
            </a:pPr>
            <a:r>
              <a:rPr b="1" lang="es-419" sz="1000">
                <a:solidFill>
                  <a:schemeClr val="dk1"/>
                </a:solidFill>
                <a:latin typeface="Arvo"/>
                <a:ea typeface="Arvo"/>
                <a:cs typeface="Arvo"/>
                <a:sym typeface="Arvo"/>
              </a:rPr>
              <a:t>Descripción</a:t>
            </a:r>
            <a:endParaRPr b="1" sz="1000">
              <a:solidFill>
                <a:schemeClr val="dk1"/>
              </a:solidFill>
              <a:latin typeface="Roboto"/>
              <a:ea typeface="Roboto"/>
              <a:cs typeface="Roboto"/>
              <a:sym typeface="Roboto"/>
            </a:endParaRPr>
          </a:p>
          <a:p>
            <a:pPr indent="0" lvl="0" marL="0" rtl="0" algn="r">
              <a:spcBef>
                <a:spcPts val="0"/>
              </a:spcBef>
              <a:spcAft>
                <a:spcPts val="0"/>
              </a:spcAft>
              <a:buNone/>
            </a:pPr>
            <a:r>
              <a:rPr i="1" lang="es-419" sz="600">
                <a:solidFill>
                  <a:schemeClr val="dk1"/>
                </a:solidFill>
                <a:latin typeface="Arvo"/>
                <a:ea typeface="Arvo"/>
                <a:cs typeface="Arvo"/>
                <a:sym typeface="Arvo"/>
              </a:rPr>
              <a:t>&lt;[Breve descripción del tipo de actor.]&gt;</a:t>
            </a:r>
            <a:endParaRPr i="1"/>
          </a:p>
        </p:txBody>
      </p:sp>
      <p:sp>
        <p:nvSpPr>
          <p:cNvPr id="13644" name="Google Shape;13644;p227"/>
          <p:cNvSpPr txBox="1"/>
          <p:nvPr/>
        </p:nvSpPr>
        <p:spPr>
          <a:xfrm>
            <a:off x="480000" y="2432750"/>
            <a:ext cx="3000000" cy="431100"/>
          </a:xfrm>
          <a:prstGeom prst="rect">
            <a:avLst/>
          </a:prstGeom>
          <a:noFill/>
          <a:ln>
            <a:noFill/>
          </a:ln>
        </p:spPr>
        <p:txBody>
          <a:bodyPr anchorCtr="0" anchor="t" bIns="91425" lIns="91425" spcFirstLastPara="1" rIns="91425" wrap="square" tIns="91425">
            <a:spAutoFit/>
          </a:bodyPr>
          <a:lstStyle/>
          <a:p>
            <a:pPr indent="0" lvl="0" marL="0" rtl="0" algn="r">
              <a:spcBef>
                <a:spcPts val="0"/>
              </a:spcBef>
              <a:spcAft>
                <a:spcPts val="0"/>
              </a:spcAft>
              <a:buNone/>
            </a:pPr>
            <a:r>
              <a:rPr b="1" lang="es-419" sz="1000">
                <a:solidFill>
                  <a:schemeClr val="dk1"/>
                </a:solidFill>
                <a:latin typeface="Arvo"/>
                <a:ea typeface="Arvo"/>
                <a:cs typeface="Arvo"/>
                <a:sym typeface="Arvo"/>
              </a:rPr>
              <a:t>Tipo</a:t>
            </a:r>
            <a:endParaRPr b="1" sz="1000">
              <a:solidFill>
                <a:schemeClr val="dk1"/>
              </a:solidFill>
              <a:latin typeface="Arvo"/>
              <a:ea typeface="Arvo"/>
              <a:cs typeface="Arvo"/>
              <a:sym typeface="Arvo"/>
            </a:endParaRPr>
          </a:p>
          <a:p>
            <a:pPr indent="0" lvl="0" marL="0" rtl="0" algn="r">
              <a:spcBef>
                <a:spcPts val="0"/>
              </a:spcBef>
              <a:spcAft>
                <a:spcPts val="0"/>
              </a:spcAft>
              <a:buNone/>
            </a:pPr>
            <a:r>
              <a:rPr i="1" lang="es-419" sz="600">
                <a:solidFill>
                  <a:schemeClr val="dk1"/>
                </a:solidFill>
                <a:latin typeface="Arvo"/>
                <a:ea typeface="Arvo"/>
                <a:cs typeface="Arvo"/>
                <a:sym typeface="Arvo"/>
              </a:rPr>
              <a:t>&lt;[Califique la experiencia y los antecedentes de las partes interesadas]&gt;</a:t>
            </a:r>
            <a:endParaRPr i="1"/>
          </a:p>
        </p:txBody>
      </p:sp>
      <p:sp>
        <p:nvSpPr>
          <p:cNvPr id="13645" name="Google Shape;13645;p227"/>
          <p:cNvSpPr txBox="1"/>
          <p:nvPr/>
        </p:nvSpPr>
        <p:spPr>
          <a:xfrm>
            <a:off x="480000" y="3063356"/>
            <a:ext cx="3000000" cy="615600"/>
          </a:xfrm>
          <a:prstGeom prst="rect">
            <a:avLst/>
          </a:prstGeom>
          <a:noFill/>
          <a:ln>
            <a:noFill/>
          </a:ln>
        </p:spPr>
        <p:txBody>
          <a:bodyPr anchorCtr="0" anchor="t" bIns="91425" lIns="91425" spcFirstLastPara="1" rIns="91425" wrap="square" tIns="91425">
            <a:spAutoFit/>
          </a:bodyPr>
          <a:lstStyle/>
          <a:p>
            <a:pPr indent="0" lvl="0" marL="0" rtl="0" algn="r">
              <a:spcBef>
                <a:spcPts val="0"/>
              </a:spcBef>
              <a:spcAft>
                <a:spcPts val="0"/>
              </a:spcAft>
              <a:buNone/>
            </a:pPr>
            <a:r>
              <a:rPr b="1" lang="es-419" sz="1000">
                <a:solidFill>
                  <a:schemeClr val="dk1"/>
                </a:solidFill>
                <a:latin typeface="Arvo"/>
                <a:ea typeface="Arvo"/>
                <a:cs typeface="Arvo"/>
                <a:sym typeface="Arvo"/>
              </a:rPr>
              <a:t>Responsabilidades </a:t>
            </a:r>
            <a:endParaRPr b="1" sz="1000">
              <a:solidFill>
                <a:schemeClr val="dk1"/>
              </a:solidFill>
              <a:latin typeface="Arvo"/>
              <a:ea typeface="Arvo"/>
              <a:cs typeface="Arvo"/>
              <a:sym typeface="Arvo"/>
            </a:endParaRPr>
          </a:p>
          <a:p>
            <a:pPr indent="0" lvl="0" marL="0" rtl="0" algn="r">
              <a:spcBef>
                <a:spcPts val="0"/>
              </a:spcBef>
              <a:spcAft>
                <a:spcPts val="0"/>
              </a:spcAft>
              <a:buNone/>
            </a:pPr>
            <a:r>
              <a:rPr i="1" lang="es-419" sz="600">
                <a:solidFill>
                  <a:schemeClr val="dk1"/>
                </a:solidFill>
                <a:latin typeface="Arvo"/>
                <a:ea typeface="Arvo"/>
                <a:cs typeface="Arvo"/>
                <a:sym typeface="Arvo"/>
              </a:rPr>
              <a:t>&lt;[Enumere las responsabilidades clave de la parte interesada con respecto a los cambios que se están realizando, es decir, su interes como parte interesada .]&gt;</a:t>
            </a:r>
            <a:endParaRPr i="1"/>
          </a:p>
        </p:txBody>
      </p:sp>
      <p:sp>
        <p:nvSpPr>
          <p:cNvPr id="13646" name="Google Shape;13646;p227"/>
          <p:cNvSpPr txBox="1"/>
          <p:nvPr/>
        </p:nvSpPr>
        <p:spPr>
          <a:xfrm>
            <a:off x="480000" y="3771590"/>
            <a:ext cx="3000000" cy="431100"/>
          </a:xfrm>
          <a:prstGeom prst="rect">
            <a:avLst/>
          </a:prstGeom>
          <a:noFill/>
          <a:ln>
            <a:noFill/>
          </a:ln>
        </p:spPr>
        <p:txBody>
          <a:bodyPr anchorCtr="0" anchor="t" bIns="91425" lIns="91425" spcFirstLastPara="1" rIns="91425" wrap="square" tIns="91425">
            <a:spAutoFit/>
          </a:bodyPr>
          <a:lstStyle/>
          <a:p>
            <a:pPr indent="0" lvl="0" marL="0" rtl="0" algn="r">
              <a:spcBef>
                <a:spcPts val="0"/>
              </a:spcBef>
              <a:spcAft>
                <a:spcPts val="0"/>
              </a:spcAft>
              <a:buNone/>
            </a:pPr>
            <a:r>
              <a:rPr b="1" lang="es-419" sz="1000">
                <a:solidFill>
                  <a:schemeClr val="dk1"/>
                </a:solidFill>
                <a:latin typeface="Arvo"/>
                <a:ea typeface="Arvo"/>
                <a:cs typeface="Arvo"/>
                <a:sym typeface="Arvo"/>
              </a:rPr>
              <a:t>Criterios de Éxito</a:t>
            </a:r>
            <a:endParaRPr b="1" sz="1000">
              <a:solidFill>
                <a:schemeClr val="dk1"/>
              </a:solidFill>
              <a:latin typeface="Arvo"/>
              <a:ea typeface="Arvo"/>
              <a:cs typeface="Arvo"/>
              <a:sym typeface="Arvo"/>
            </a:endParaRPr>
          </a:p>
          <a:p>
            <a:pPr indent="0" lvl="0" marL="0" rtl="0" algn="r">
              <a:spcBef>
                <a:spcPts val="0"/>
              </a:spcBef>
              <a:spcAft>
                <a:spcPts val="0"/>
              </a:spcAft>
              <a:buNone/>
            </a:pPr>
            <a:r>
              <a:rPr i="1" lang="es-419" sz="600">
                <a:solidFill>
                  <a:schemeClr val="dk1"/>
                </a:solidFill>
                <a:latin typeface="Arvo"/>
                <a:ea typeface="Arvo"/>
                <a:cs typeface="Arvo"/>
                <a:sym typeface="Arvo"/>
              </a:rPr>
              <a:t>&lt;[¿Cómo define el actor el éxito?¿Cómo se recompensa el interesado?]&gt;</a:t>
            </a:r>
            <a:endParaRPr i="1"/>
          </a:p>
        </p:txBody>
      </p:sp>
      <p:sp>
        <p:nvSpPr>
          <p:cNvPr id="13647" name="Google Shape;13647;p227"/>
          <p:cNvSpPr txBox="1"/>
          <p:nvPr/>
        </p:nvSpPr>
        <p:spPr>
          <a:xfrm>
            <a:off x="480000" y="4432197"/>
            <a:ext cx="3000000" cy="615600"/>
          </a:xfrm>
          <a:prstGeom prst="rect">
            <a:avLst/>
          </a:prstGeom>
          <a:noFill/>
          <a:ln>
            <a:noFill/>
          </a:ln>
        </p:spPr>
        <p:txBody>
          <a:bodyPr anchorCtr="0" anchor="t" bIns="91425" lIns="91425" spcFirstLastPara="1" rIns="91425" wrap="square" tIns="91425">
            <a:spAutoFit/>
          </a:bodyPr>
          <a:lstStyle/>
          <a:p>
            <a:pPr indent="0" lvl="0" marL="0" rtl="0" algn="r">
              <a:spcBef>
                <a:spcPts val="0"/>
              </a:spcBef>
              <a:spcAft>
                <a:spcPts val="0"/>
              </a:spcAft>
              <a:buNone/>
            </a:pPr>
            <a:r>
              <a:rPr b="1" lang="es-419" sz="1000">
                <a:solidFill>
                  <a:schemeClr val="dk1"/>
                </a:solidFill>
                <a:latin typeface="Arvo"/>
                <a:ea typeface="Arvo"/>
                <a:cs typeface="Arvo"/>
                <a:sym typeface="Arvo"/>
              </a:rPr>
              <a:t>Intervención</a:t>
            </a:r>
            <a:endParaRPr b="1" sz="1000">
              <a:solidFill>
                <a:schemeClr val="dk1"/>
              </a:solidFill>
              <a:latin typeface="Arvo"/>
              <a:ea typeface="Arvo"/>
              <a:cs typeface="Arvo"/>
              <a:sym typeface="Arvo"/>
            </a:endParaRPr>
          </a:p>
          <a:p>
            <a:pPr indent="0" lvl="0" marL="0" rtl="0" algn="r">
              <a:spcBef>
                <a:spcPts val="0"/>
              </a:spcBef>
              <a:spcAft>
                <a:spcPts val="0"/>
              </a:spcAft>
              <a:buNone/>
            </a:pPr>
            <a:r>
              <a:rPr i="1" lang="es-419" sz="600">
                <a:solidFill>
                  <a:schemeClr val="dk1"/>
                </a:solidFill>
                <a:latin typeface="Arvo"/>
                <a:ea typeface="Arvo"/>
                <a:cs typeface="Arvo"/>
                <a:sym typeface="Arvo"/>
              </a:rPr>
              <a:t> &lt;[</a:t>
            </a:r>
            <a:r>
              <a:rPr i="1" lang="es-419" sz="600">
                <a:solidFill>
                  <a:srgbClr val="202124"/>
                </a:solidFill>
                <a:latin typeface="Arvo"/>
                <a:ea typeface="Arvo"/>
                <a:cs typeface="Arvo"/>
                <a:sym typeface="Arvo"/>
              </a:rPr>
              <a:t>¿Cómo participa la parte interesada en el proyecto? Relacionarse, cuando sea posible, con los roles de Rational Unified Process, es decir, Revisor de modelos de casos de uso empresarial, etc.</a:t>
            </a:r>
            <a:r>
              <a:rPr i="1" lang="es-419" sz="600">
                <a:solidFill>
                  <a:schemeClr val="dk1"/>
                </a:solidFill>
                <a:latin typeface="Arvo"/>
                <a:ea typeface="Arvo"/>
                <a:cs typeface="Arvo"/>
                <a:sym typeface="Arvo"/>
              </a:rPr>
              <a:t>]&gt;</a:t>
            </a:r>
            <a:endParaRPr i="1"/>
          </a:p>
        </p:txBody>
      </p:sp>
      <p:sp>
        <p:nvSpPr>
          <p:cNvPr id="13648" name="Google Shape;13648;p227"/>
          <p:cNvSpPr txBox="1"/>
          <p:nvPr/>
        </p:nvSpPr>
        <p:spPr>
          <a:xfrm>
            <a:off x="480000" y="5105400"/>
            <a:ext cx="3000000" cy="646500"/>
          </a:xfrm>
          <a:prstGeom prst="rect">
            <a:avLst/>
          </a:prstGeom>
          <a:noFill/>
          <a:ln>
            <a:noFill/>
          </a:ln>
        </p:spPr>
        <p:txBody>
          <a:bodyPr anchorCtr="0" anchor="t" bIns="91425" lIns="91425" spcFirstLastPara="1" rIns="91425" wrap="square" tIns="91425">
            <a:spAutoFit/>
          </a:bodyPr>
          <a:lstStyle/>
          <a:p>
            <a:pPr indent="0" lvl="0" marL="0" rtl="0" algn="r">
              <a:spcBef>
                <a:spcPts val="0"/>
              </a:spcBef>
              <a:spcAft>
                <a:spcPts val="0"/>
              </a:spcAft>
              <a:buNone/>
            </a:pPr>
            <a:r>
              <a:rPr b="1" lang="es-419" sz="1000">
                <a:solidFill>
                  <a:schemeClr val="dk1"/>
                </a:solidFill>
                <a:latin typeface="Arvo"/>
                <a:ea typeface="Arvo"/>
                <a:cs typeface="Arvo"/>
                <a:sym typeface="Arvo"/>
              </a:rPr>
              <a:t>Entregables </a:t>
            </a:r>
            <a:r>
              <a:rPr b="1" lang="es-419" sz="1200">
                <a:solidFill>
                  <a:schemeClr val="dk1"/>
                </a:solidFill>
                <a:latin typeface="Arvo"/>
                <a:ea typeface="Arvo"/>
                <a:cs typeface="Arvo"/>
                <a:sym typeface="Arvo"/>
              </a:rPr>
              <a:t>                                                         </a:t>
            </a:r>
            <a:r>
              <a:rPr i="1" lang="es-419" sz="1200">
                <a:solidFill>
                  <a:schemeClr val="dk1"/>
                </a:solidFill>
                <a:latin typeface="Arvo"/>
                <a:ea typeface="Arvo"/>
                <a:cs typeface="Arvo"/>
                <a:sym typeface="Arvo"/>
              </a:rPr>
              <a:t> </a:t>
            </a:r>
            <a:r>
              <a:rPr i="1" lang="es-419" sz="600">
                <a:solidFill>
                  <a:schemeClr val="dk1"/>
                </a:solidFill>
                <a:latin typeface="Arvo"/>
                <a:ea typeface="Arvo"/>
                <a:cs typeface="Arvo"/>
                <a:sym typeface="Arvo"/>
              </a:rPr>
              <a:t>&lt;[</a:t>
            </a:r>
            <a:r>
              <a:rPr i="1" lang="es-419" sz="600">
                <a:solidFill>
                  <a:srgbClr val="202124"/>
                </a:solidFill>
                <a:latin typeface="Arvo"/>
                <a:ea typeface="Arvo"/>
                <a:cs typeface="Arvo"/>
                <a:sym typeface="Arvo"/>
              </a:rPr>
              <a:t>¿Hay entregables adicionales requeridos por las partes interesadas? Estos podrían ser entregables del proyecto o resultados del sistema en desarrollo.</a:t>
            </a:r>
            <a:r>
              <a:rPr i="1" lang="es-419" sz="600">
                <a:solidFill>
                  <a:schemeClr val="dk1"/>
                </a:solidFill>
                <a:latin typeface="Arvo"/>
                <a:ea typeface="Arvo"/>
                <a:cs typeface="Arvo"/>
                <a:sym typeface="Arvo"/>
              </a:rPr>
              <a:t>]&gt;</a:t>
            </a:r>
            <a:endParaRPr i="1"/>
          </a:p>
        </p:txBody>
      </p:sp>
      <p:sp>
        <p:nvSpPr>
          <p:cNvPr id="13649" name="Google Shape;13649;p227"/>
          <p:cNvSpPr txBox="1"/>
          <p:nvPr/>
        </p:nvSpPr>
        <p:spPr>
          <a:xfrm>
            <a:off x="480000" y="5863213"/>
            <a:ext cx="3000000" cy="523200"/>
          </a:xfrm>
          <a:prstGeom prst="rect">
            <a:avLst/>
          </a:prstGeom>
          <a:noFill/>
          <a:ln>
            <a:noFill/>
          </a:ln>
        </p:spPr>
        <p:txBody>
          <a:bodyPr anchorCtr="0" anchor="t" bIns="91425" lIns="91425" spcFirstLastPara="1" rIns="91425" wrap="square" tIns="91425">
            <a:spAutoFit/>
          </a:bodyPr>
          <a:lstStyle/>
          <a:p>
            <a:pPr indent="0" lvl="0" marL="0" rtl="0" algn="r">
              <a:spcBef>
                <a:spcPts val="0"/>
              </a:spcBef>
              <a:spcAft>
                <a:spcPts val="0"/>
              </a:spcAft>
              <a:buNone/>
            </a:pPr>
            <a:r>
              <a:rPr b="1" lang="es-419" sz="1000">
                <a:solidFill>
                  <a:schemeClr val="dk1"/>
                </a:solidFill>
                <a:latin typeface="Arvo"/>
                <a:ea typeface="Arvo"/>
                <a:cs typeface="Arvo"/>
                <a:sym typeface="Arvo"/>
              </a:rPr>
              <a:t>Comentarios y problemas</a:t>
            </a:r>
            <a:endParaRPr b="1" sz="1000">
              <a:solidFill>
                <a:schemeClr val="dk1"/>
              </a:solidFill>
              <a:latin typeface="Roboto"/>
              <a:ea typeface="Roboto"/>
              <a:cs typeface="Roboto"/>
              <a:sym typeface="Roboto"/>
            </a:endParaRPr>
          </a:p>
          <a:p>
            <a:pPr indent="0" lvl="0" marL="0" rtl="0" algn="r">
              <a:spcBef>
                <a:spcPts val="0"/>
              </a:spcBef>
              <a:spcAft>
                <a:spcPts val="0"/>
              </a:spcAft>
              <a:buNone/>
            </a:pPr>
            <a:r>
              <a:rPr i="1" lang="es-419" sz="600">
                <a:solidFill>
                  <a:schemeClr val="dk1"/>
                </a:solidFill>
                <a:latin typeface="Arvo"/>
                <a:ea typeface="Arvo"/>
                <a:cs typeface="Arvo"/>
                <a:sym typeface="Arvo"/>
              </a:rPr>
              <a:t>&lt;[</a:t>
            </a:r>
            <a:r>
              <a:rPr i="1" lang="es-419" sz="600">
                <a:solidFill>
                  <a:srgbClr val="202124"/>
                </a:solidFill>
                <a:latin typeface="Arvo"/>
                <a:ea typeface="Arvo"/>
                <a:cs typeface="Arvo"/>
                <a:sym typeface="Arvo"/>
              </a:rPr>
              <a:t>Los problemas que interfieren con el éxito y cualquier otra información relevante van aquí.</a:t>
            </a:r>
            <a:r>
              <a:rPr lang="es-419" sz="600">
                <a:solidFill>
                  <a:schemeClr val="dk1"/>
                </a:solidFill>
                <a:latin typeface="Arvo"/>
                <a:ea typeface="Arvo"/>
                <a:cs typeface="Arvo"/>
                <a:sym typeface="Arvo"/>
              </a:rPr>
              <a:t>.]&gt;</a:t>
            </a:r>
            <a:endParaRPr>
              <a:solidFill>
                <a:schemeClr val="dk1"/>
              </a:solidFill>
            </a:endParaRPr>
          </a:p>
        </p:txBody>
      </p:sp>
      <p:sp>
        <p:nvSpPr>
          <p:cNvPr id="13650" name="Google Shape;13650;p227"/>
          <p:cNvSpPr/>
          <p:nvPr/>
        </p:nvSpPr>
        <p:spPr>
          <a:xfrm>
            <a:off x="3477925" y="1797374"/>
            <a:ext cx="6172500" cy="554100"/>
          </a:xfrm>
          <a:prstGeom prst="roundRect">
            <a:avLst>
              <a:gd fmla="val 6541"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1" name="Google Shape;13651;p227"/>
          <p:cNvSpPr/>
          <p:nvPr/>
        </p:nvSpPr>
        <p:spPr>
          <a:xfrm>
            <a:off x="3477925" y="2478950"/>
            <a:ext cx="6172500" cy="461700"/>
          </a:xfrm>
          <a:prstGeom prst="roundRect">
            <a:avLst>
              <a:gd fmla="val 6541"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2" name="Google Shape;13652;p227"/>
          <p:cNvSpPr/>
          <p:nvPr/>
        </p:nvSpPr>
        <p:spPr>
          <a:xfrm>
            <a:off x="3477925" y="3075952"/>
            <a:ext cx="6172500" cy="554100"/>
          </a:xfrm>
          <a:prstGeom prst="roundRect">
            <a:avLst>
              <a:gd fmla="val 6541"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3" name="Google Shape;13653;p227"/>
          <p:cNvSpPr/>
          <p:nvPr/>
        </p:nvSpPr>
        <p:spPr>
          <a:xfrm>
            <a:off x="3477925" y="3780000"/>
            <a:ext cx="6172500" cy="554100"/>
          </a:xfrm>
          <a:prstGeom prst="roundRect">
            <a:avLst>
              <a:gd fmla="val 6541"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4" name="Google Shape;13654;p227"/>
          <p:cNvSpPr/>
          <p:nvPr/>
        </p:nvSpPr>
        <p:spPr>
          <a:xfrm>
            <a:off x="3477925" y="4486807"/>
            <a:ext cx="6172500" cy="554100"/>
          </a:xfrm>
          <a:prstGeom prst="roundRect">
            <a:avLst>
              <a:gd fmla="val 6541"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5" name="Google Shape;13655;p227"/>
          <p:cNvSpPr/>
          <p:nvPr/>
        </p:nvSpPr>
        <p:spPr>
          <a:xfrm>
            <a:off x="3477925" y="5197800"/>
            <a:ext cx="6172500" cy="554100"/>
          </a:xfrm>
          <a:prstGeom prst="roundRect">
            <a:avLst>
              <a:gd fmla="val 6541"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6" name="Google Shape;13656;p227"/>
          <p:cNvSpPr/>
          <p:nvPr/>
        </p:nvSpPr>
        <p:spPr>
          <a:xfrm>
            <a:off x="3477925" y="5913600"/>
            <a:ext cx="6172500" cy="554100"/>
          </a:xfrm>
          <a:prstGeom prst="roundRect">
            <a:avLst>
              <a:gd fmla="val 6541"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7" name="Google Shape;13657;p227"/>
          <p:cNvSpPr txBox="1"/>
          <p:nvPr>
            <p:ph idx="1" type="subTitle"/>
          </p:nvPr>
        </p:nvSpPr>
        <p:spPr>
          <a:xfrm>
            <a:off x="3470925" y="1085668"/>
            <a:ext cx="6172500" cy="570900"/>
          </a:xfrm>
          <a:prstGeom prst="rect">
            <a:avLst/>
          </a:prstGeom>
          <a:noFill/>
          <a:ln>
            <a:noFill/>
          </a:ln>
        </p:spPr>
        <p:txBody>
          <a:bodyPr anchorCtr="0" anchor="ctr" bIns="36000" lIns="36000" spcFirstLastPara="1" rIns="36000" wrap="square" tIns="36000">
            <a:noAutofit/>
          </a:bodyPr>
          <a:lstStyle>
            <a:lvl1pPr lvl="0">
              <a:lnSpc>
                <a:spcPct val="90000"/>
              </a:lnSpc>
              <a:spcBef>
                <a:spcPts val="0"/>
              </a:spcBef>
              <a:spcAft>
                <a:spcPts val="0"/>
              </a:spcAft>
              <a:buClr>
                <a:srgbClr val="000000"/>
              </a:buClr>
              <a:buSzPts val="1000"/>
              <a:buFont typeface="Arvo"/>
              <a:buNone/>
              <a:defRPr sz="10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1000"/>
              <a:buNone/>
              <a:defRPr sz="1000">
                <a:solidFill>
                  <a:srgbClr val="000000"/>
                </a:solidFill>
              </a:defRPr>
            </a:lvl2pPr>
            <a:lvl3pPr lvl="2">
              <a:lnSpc>
                <a:spcPct val="90000"/>
              </a:lnSpc>
              <a:spcBef>
                <a:spcPts val="0"/>
              </a:spcBef>
              <a:spcAft>
                <a:spcPts val="0"/>
              </a:spcAft>
              <a:buClr>
                <a:srgbClr val="000000"/>
              </a:buClr>
              <a:buSzPts val="1000"/>
              <a:buNone/>
              <a:defRPr sz="1000">
                <a:solidFill>
                  <a:srgbClr val="000000"/>
                </a:solidFill>
              </a:defRPr>
            </a:lvl3pPr>
            <a:lvl4pPr lvl="3">
              <a:lnSpc>
                <a:spcPct val="90000"/>
              </a:lnSpc>
              <a:spcBef>
                <a:spcPts val="0"/>
              </a:spcBef>
              <a:spcAft>
                <a:spcPts val="0"/>
              </a:spcAft>
              <a:buClr>
                <a:srgbClr val="000000"/>
              </a:buClr>
              <a:buSzPts val="1000"/>
              <a:buNone/>
              <a:defRPr sz="1000">
                <a:solidFill>
                  <a:srgbClr val="000000"/>
                </a:solidFill>
              </a:defRPr>
            </a:lvl4pPr>
            <a:lvl5pPr lvl="4">
              <a:lnSpc>
                <a:spcPct val="90000"/>
              </a:lnSpc>
              <a:spcBef>
                <a:spcPts val="0"/>
              </a:spcBef>
              <a:spcAft>
                <a:spcPts val="0"/>
              </a:spcAft>
              <a:buClr>
                <a:srgbClr val="000000"/>
              </a:buClr>
              <a:buSzPts val="1000"/>
              <a:buNone/>
              <a:defRPr sz="1000">
                <a:solidFill>
                  <a:srgbClr val="000000"/>
                </a:solidFill>
              </a:defRPr>
            </a:lvl5pPr>
            <a:lvl6pPr lvl="5">
              <a:lnSpc>
                <a:spcPct val="90000"/>
              </a:lnSpc>
              <a:spcBef>
                <a:spcPts val="0"/>
              </a:spcBef>
              <a:spcAft>
                <a:spcPts val="0"/>
              </a:spcAft>
              <a:buClr>
                <a:srgbClr val="000000"/>
              </a:buClr>
              <a:buSzPts val="1000"/>
              <a:buNone/>
              <a:defRPr sz="1000">
                <a:solidFill>
                  <a:srgbClr val="000000"/>
                </a:solidFill>
              </a:defRPr>
            </a:lvl6pPr>
            <a:lvl7pPr lvl="6">
              <a:lnSpc>
                <a:spcPct val="90000"/>
              </a:lnSpc>
              <a:spcBef>
                <a:spcPts val="0"/>
              </a:spcBef>
              <a:spcAft>
                <a:spcPts val="0"/>
              </a:spcAft>
              <a:buClr>
                <a:srgbClr val="000000"/>
              </a:buClr>
              <a:buSzPts val="1000"/>
              <a:buNone/>
              <a:defRPr sz="1000">
                <a:solidFill>
                  <a:srgbClr val="000000"/>
                </a:solidFill>
              </a:defRPr>
            </a:lvl7pPr>
            <a:lvl8pPr lvl="7">
              <a:lnSpc>
                <a:spcPct val="90000"/>
              </a:lnSpc>
              <a:spcBef>
                <a:spcPts val="0"/>
              </a:spcBef>
              <a:spcAft>
                <a:spcPts val="0"/>
              </a:spcAft>
              <a:buClr>
                <a:srgbClr val="000000"/>
              </a:buClr>
              <a:buSzPts val="1000"/>
              <a:buNone/>
              <a:defRPr sz="1000">
                <a:solidFill>
                  <a:srgbClr val="000000"/>
                </a:solidFill>
              </a:defRPr>
            </a:lvl8pPr>
            <a:lvl9pPr lvl="8">
              <a:lnSpc>
                <a:spcPct val="90000"/>
              </a:lnSpc>
              <a:spcBef>
                <a:spcPts val="0"/>
              </a:spcBef>
              <a:spcAft>
                <a:spcPts val="0"/>
              </a:spcAft>
              <a:buClr>
                <a:srgbClr val="000000"/>
              </a:buClr>
              <a:buSzPts val="1000"/>
              <a:buNone/>
              <a:defRPr sz="1000">
                <a:solidFill>
                  <a:srgbClr val="000000"/>
                </a:solidFill>
              </a:defRPr>
            </a:lvl9pPr>
          </a:lstStyle>
          <a:p/>
        </p:txBody>
      </p:sp>
      <p:sp>
        <p:nvSpPr>
          <p:cNvPr id="13658" name="Google Shape;13658;p227"/>
          <p:cNvSpPr txBox="1"/>
          <p:nvPr>
            <p:ph idx="2" type="subTitle"/>
          </p:nvPr>
        </p:nvSpPr>
        <p:spPr>
          <a:xfrm>
            <a:off x="3470925" y="1790790"/>
            <a:ext cx="6172500" cy="570900"/>
          </a:xfrm>
          <a:prstGeom prst="rect">
            <a:avLst/>
          </a:prstGeom>
          <a:noFill/>
          <a:ln>
            <a:noFill/>
          </a:ln>
        </p:spPr>
        <p:txBody>
          <a:bodyPr anchorCtr="0" anchor="ctr" bIns="36000" lIns="36000" spcFirstLastPara="1" rIns="36000" wrap="square" tIns="36000">
            <a:noAutofit/>
          </a:bodyPr>
          <a:lstStyle>
            <a:lvl1pPr lvl="0">
              <a:lnSpc>
                <a:spcPct val="90000"/>
              </a:lnSpc>
              <a:spcBef>
                <a:spcPts val="0"/>
              </a:spcBef>
              <a:spcAft>
                <a:spcPts val="0"/>
              </a:spcAft>
              <a:buClr>
                <a:srgbClr val="000000"/>
              </a:buClr>
              <a:buSzPts val="1000"/>
              <a:buFont typeface="Arvo"/>
              <a:buNone/>
              <a:defRPr sz="10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1000"/>
              <a:buNone/>
              <a:defRPr sz="1000">
                <a:solidFill>
                  <a:srgbClr val="000000"/>
                </a:solidFill>
              </a:defRPr>
            </a:lvl2pPr>
            <a:lvl3pPr lvl="2">
              <a:lnSpc>
                <a:spcPct val="90000"/>
              </a:lnSpc>
              <a:spcBef>
                <a:spcPts val="0"/>
              </a:spcBef>
              <a:spcAft>
                <a:spcPts val="0"/>
              </a:spcAft>
              <a:buClr>
                <a:srgbClr val="000000"/>
              </a:buClr>
              <a:buSzPts val="1000"/>
              <a:buNone/>
              <a:defRPr sz="1000">
                <a:solidFill>
                  <a:srgbClr val="000000"/>
                </a:solidFill>
              </a:defRPr>
            </a:lvl3pPr>
            <a:lvl4pPr lvl="3">
              <a:lnSpc>
                <a:spcPct val="90000"/>
              </a:lnSpc>
              <a:spcBef>
                <a:spcPts val="0"/>
              </a:spcBef>
              <a:spcAft>
                <a:spcPts val="0"/>
              </a:spcAft>
              <a:buClr>
                <a:srgbClr val="000000"/>
              </a:buClr>
              <a:buSzPts val="1000"/>
              <a:buNone/>
              <a:defRPr sz="1000">
                <a:solidFill>
                  <a:srgbClr val="000000"/>
                </a:solidFill>
              </a:defRPr>
            </a:lvl4pPr>
            <a:lvl5pPr lvl="4">
              <a:lnSpc>
                <a:spcPct val="90000"/>
              </a:lnSpc>
              <a:spcBef>
                <a:spcPts val="0"/>
              </a:spcBef>
              <a:spcAft>
                <a:spcPts val="0"/>
              </a:spcAft>
              <a:buClr>
                <a:srgbClr val="000000"/>
              </a:buClr>
              <a:buSzPts val="1000"/>
              <a:buNone/>
              <a:defRPr sz="1000">
                <a:solidFill>
                  <a:srgbClr val="000000"/>
                </a:solidFill>
              </a:defRPr>
            </a:lvl5pPr>
            <a:lvl6pPr lvl="5">
              <a:lnSpc>
                <a:spcPct val="90000"/>
              </a:lnSpc>
              <a:spcBef>
                <a:spcPts val="0"/>
              </a:spcBef>
              <a:spcAft>
                <a:spcPts val="0"/>
              </a:spcAft>
              <a:buClr>
                <a:srgbClr val="000000"/>
              </a:buClr>
              <a:buSzPts val="1000"/>
              <a:buNone/>
              <a:defRPr sz="1000">
                <a:solidFill>
                  <a:srgbClr val="000000"/>
                </a:solidFill>
              </a:defRPr>
            </a:lvl6pPr>
            <a:lvl7pPr lvl="6">
              <a:lnSpc>
                <a:spcPct val="90000"/>
              </a:lnSpc>
              <a:spcBef>
                <a:spcPts val="0"/>
              </a:spcBef>
              <a:spcAft>
                <a:spcPts val="0"/>
              </a:spcAft>
              <a:buClr>
                <a:srgbClr val="000000"/>
              </a:buClr>
              <a:buSzPts val="1000"/>
              <a:buNone/>
              <a:defRPr sz="1000">
                <a:solidFill>
                  <a:srgbClr val="000000"/>
                </a:solidFill>
              </a:defRPr>
            </a:lvl7pPr>
            <a:lvl8pPr lvl="7">
              <a:lnSpc>
                <a:spcPct val="90000"/>
              </a:lnSpc>
              <a:spcBef>
                <a:spcPts val="0"/>
              </a:spcBef>
              <a:spcAft>
                <a:spcPts val="0"/>
              </a:spcAft>
              <a:buClr>
                <a:srgbClr val="000000"/>
              </a:buClr>
              <a:buSzPts val="1000"/>
              <a:buNone/>
              <a:defRPr sz="1000">
                <a:solidFill>
                  <a:srgbClr val="000000"/>
                </a:solidFill>
              </a:defRPr>
            </a:lvl8pPr>
            <a:lvl9pPr lvl="8">
              <a:lnSpc>
                <a:spcPct val="90000"/>
              </a:lnSpc>
              <a:spcBef>
                <a:spcPts val="0"/>
              </a:spcBef>
              <a:spcAft>
                <a:spcPts val="0"/>
              </a:spcAft>
              <a:buClr>
                <a:srgbClr val="000000"/>
              </a:buClr>
              <a:buSzPts val="1000"/>
              <a:buNone/>
              <a:defRPr sz="1000">
                <a:solidFill>
                  <a:srgbClr val="000000"/>
                </a:solidFill>
              </a:defRPr>
            </a:lvl9pPr>
          </a:lstStyle>
          <a:p/>
        </p:txBody>
      </p:sp>
      <p:sp>
        <p:nvSpPr>
          <p:cNvPr id="13659" name="Google Shape;13659;p227"/>
          <p:cNvSpPr txBox="1"/>
          <p:nvPr>
            <p:ph idx="3" type="subTitle"/>
          </p:nvPr>
        </p:nvSpPr>
        <p:spPr>
          <a:xfrm>
            <a:off x="3470925" y="2476595"/>
            <a:ext cx="6172500" cy="461700"/>
          </a:xfrm>
          <a:prstGeom prst="rect">
            <a:avLst/>
          </a:prstGeom>
          <a:noFill/>
          <a:ln>
            <a:noFill/>
          </a:ln>
        </p:spPr>
        <p:txBody>
          <a:bodyPr anchorCtr="0" anchor="ctr" bIns="36000" lIns="36000" spcFirstLastPara="1" rIns="36000" wrap="square" tIns="36000">
            <a:noAutofit/>
          </a:bodyPr>
          <a:lstStyle>
            <a:lvl1pPr lvl="0">
              <a:lnSpc>
                <a:spcPct val="90000"/>
              </a:lnSpc>
              <a:spcBef>
                <a:spcPts val="0"/>
              </a:spcBef>
              <a:spcAft>
                <a:spcPts val="0"/>
              </a:spcAft>
              <a:buClr>
                <a:srgbClr val="000000"/>
              </a:buClr>
              <a:buSzPts val="1000"/>
              <a:buFont typeface="Arvo"/>
              <a:buNone/>
              <a:defRPr sz="10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1000"/>
              <a:buNone/>
              <a:defRPr sz="1000">
                <a:solidFill>
                  <a:srgbClr val="000000"/>
                </a:solidFill>
              </a:defRPr>
            </a:lvl2pPr>
            <a:lvl3pPr lvl="2">
              <a:lnSpc>
                <a:spcPct val="90000"/>
              </a:lnSpc>
              <a:spcBef>
                <a:spcPts val="0"/>
              </a:spcBef>
              <a:spcAft>
                <a:spcPts val="0"/>
              </a:spcAft>
              <a:buClr>
                <a:srgbClr val="000000"/>
              </a:buClr>
              <a:buSzPts val="1000"/>
              <a:buNone/>
              <a:defRPr sz="1000">
                <a:solidFill>
                  <a:srgbClr val="000000"/>
                </a:solidFill>
              </a:defRPr>
            </a:lvl3pPr>
            <a:lvl4pPr lvl="3">
              <a:lnSpc>
                <a:spcPct val="90000"/>
              </a:lnSpc>
              <a:spcBef>
                <a:spcPts val="0"/>
              </a:spcBef>
              <a:spcAft>
                <a:spcPts val="0"/>
              </a:spcAft>
              <a:buClr>
                <a:srgbClr val="000000"/>
              </a:buClr>
              <a:buSzPts val="1000"/>
              <a:buNone/>
              <a:defRPr sz="1000">
                <a:solidFill>
                  <a:srgbClr val="000000"/>
                </a:solidFill>
              </a:defRPr>
            </a:lvl4pPr>
            <a:lvl5pPr lvl="4">
              <a:lnSpc>
                <a:spcPct val="90000"/>
              </a:lnSpc>
              <a:spcBef>
                <a:spcPts val="0"/>
              </a:spcBef>
              <a:spcAft>
                <a:spcPts val="0"/>
              </a:spcAft>
              <a:buClr>
                <a:srgbClr val="000000"/>
              </a:buClr>
              <a:buSzPts val="1000"/>
              <a:buNone/>
              <a:defRPr sz="1000">
                <a:solidFill>
                  <a:srgbClr val="000000"/>
                </a:solidFill>
              </a:defRPr>
            </a:lvl5pPr>
            <a:lvl6pPr lvl="5">
              <a:lnSpc>
                <a:spcPct val="90000"/>
              </a:lnSpc>
              <a:spcBef>
                <a:spcPts val="0"/>
              </a:spcBef>
              <a:spcAft>
                <a:spcPts val="0"/>
              </a:spcAft>
              <a:buClr>
                <a:srgbClr val="000000"/>
              </a:buClr>
              <a:buSzPts val="1000"/>
              <a:buNone/>
              <a:defRPr sz="1000">
                <a:solidFill>
                  <a:srgbClr val="000000"/>
                </a:solidFill>
              </a:defRPr>
            </a:lvl6pPr>
            <a:lvl7pPr lvl="6">
              <a:lnSpc>
                <a:spcPct val="90000"/>
              </a:lnSpc>
              <a:spcBef>
                <a:spcPts val="0"/>
              </a:spcBef>
              <a:spcAft>
                <a:spcPts val="0"/>
              </a:spcAft>
              <a:buClr>
                <a:srgbClr val="000000"/>
              </a:buClr>
              <a:buSzPts val="1000"/>
              <a:buNone/>
              <a:defRPr sz="1000">
                <a:solidFill>
                  <a:srgbClr val="000000"/>
                </a:solidFill>
              </a:defRPr>
            </a:lvl7pPr>
            <a:lvl8pPr lvl="7">
              <a:lnSpc>
                <a:spcPct val="90000"/>
              </a:lnSpc>
              <a:spcBef>
                <a:spcPts val="0"/>
              </a:spcBef>
              <a:spcAft>
                <a:spcPts val="0"/>
              </a:spcAft>
              <a:buClr>
                <a:srgbClr val="000000"/>
              </a:buClr>
              <a:buSzPts val="1000"/>
              <a:buNone/>
              <a:defRPr sz="1000">
                <a:solidFill>
                  <a:srgbClr val="000000"/>
                </a:solidFill>
              </a:defRPr>
            </a:lvl8pPr>
            <a:lvl9pPr lvl="8">
              <a:lnSpc>
                <a:spcPct val="90000"/>
              </a:lnSpc>
              <a:spcBef>
                <a:spcPts val="0"/>
              </a:spcBef>
              <a:spcAft>
                <a:spcPts val="0"/>
              </a:spcAft>
              <a:buClr>
                <a:srgbClr val="000000"/>
              </a:buClr>
              <a:buSzPts val="1000"/>
              <a:buNone/>
              <a:defRPr sz="1000">
                <a:solidFill>
                  <a:srgbClr val="000000"/>
                </a:solidFill>
              </a:defRPr>
            </a:lvl9pPr>
          </a:lstStyle>
          <a:p/>
        </p:txBody>
      </p:sp>
      <p:sp>
        <p:nvSpPr>
          <p:cNvPr id="13660" name="Google Shape;13660;p227"/>
          <p:cNvSpPr txBox="1"/>
          <p:nvPr>
            <p:ph idx="4" type="subTitle"/>
          </p:nvPr>
        </p:nvSpPr>
        <p:spPr>
          <a:xfrm>
            <a:off x="3470925" y="3073604"/>
            <a:ext cx="6172500" cy="570900"/>
          </a:xfrm>
          <a:prstGeom prst="rect">
            <a:avLst/>
          </a:prstGeom>
          <a:noFill/>
          <a:ln>
            <a:noFill/>
          </a:ln>
        </p:spPr>
        <p:txBody>
          <a:bodyPr anchorCtr="0" anchor="ctr" bIns="36000" lIns="36000" spcFirstLastPara="1" rIns="36000" wrap="square" tIns="36000">
            <a:noAutofit/>
          </a:bodyPr>
          <a:lstStyle>
            <a:lvl1pPr lvl="0">
              <a:lnSpc>
                <a:spcPct val="90000"/>
              </a:lnSpc>
              <a:spcBef>
                <a:spcPts val="0"/>
              </a:spcBef>
              <a:spcAft>
                <a:spcPts val="0"/>
              </a:spcAft>
              <a:buClr>
                <a:srgbClr val="000000"/>
              </a:buClr>
              <a:buSzPts val="1000"/>
              <a:buFont typeface="Arvo"/>
              <a:buNone/>
              <a:defRPr sz="10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1000"/>
              <a:buNone/>
              <a:defRPr sz="1000">
                <a:solidFill>
                  <a:srgbClr val="000000"/>
                </a:solidFill>
              </a:defRPr>
            </a:lvl2pPr>
            <a:lvl3pPr lvl="2">
              <a:lnSpc>
                <a:spcPct val="90000"/>
              </a:lnSpc>
              <a:spcBef>
                <a:spcPts val="0"/>
              </a:spcBef>
              <a:spcAft>
                <a:spcPts val="0"/>
              </a:spcAft>
              <a:buClr>
                <a:srgbClr val="000000"/>
              </a:buClr>
              <a:buSzPts val="1000"/>
              <a:buNone/>
              <a:defRPr sz="1000">
                <a:solidFill>
                  <a:srgbClr val="000000"/>
                </a:solidFill>
              </a:defRPr>
            </a:lvl3pPr>
            <a:lvl4pPr lvl="3">
              <a:lnSpc>
                <a:spcPct val="90000"/>
              </a:lnSpc>
              <a:spcBef>
                <a:spcPts val="0"/>
              </a:spcBef>
              <a:spcAft>
                <a:spcPts val="0"/>
              </a:spcAft>
              <a:buClr>
                <a:srgbClr val="000000"/>
              </a:buClr>
              <a:buSzPts val="1000"/>
              <a:buNone/>
              <a:defRPr sz="1000">
                <a:solidFill>
                  <a:srgbClr val="000000"/>
                </a:solidFill>
              </a:defRPr>
            </a:lvl4pPr>
            <a:lvl5pPr lvl="4">
              <a:lnSpc>
                <a:spcPct val="90000"/>
              </a:lnSpc>
              <a:spcBef>
                <a:spcPts val="0"/>
              </a:spcBef>
              <a:spcAft>
                <a:spcPts val="0"/>
              </a:spcAft>
              <a:buClr>
                <a:srgbClr val="000000"/>
              </a:buClr>
              <a:buSzPts val="1000"/>
              <a:buNone/>
              <a:defRPr sz="1000">
                <a:solidFill>
                  <a:srgbClr val="000000"/>
                </a:solidFill>
              </a:defRPr>
            </a:lvl5pPr>
            <a:lvl6pPr lvl="5">
              <a:lnSpc>
                <a:spcPct val="90000"/>
              </a:lnSpc>
              <a:spcBef>
                <a:spcPts val="0"/>
              </a:spcBef>
              <a:spcAft>
                <a:spcPts val="0"/>
              </a:spcAft>
              <a:buClr>
                <a:srgbClr val="000000"/>
              </a:buClr>
              <a:buSzPts val="1000"/>
              <a:buNone/>
              <a:defRPr sz="1000">
                <a:solidFill>
                  <a:srgbClr val="000000"/>
                </a:solidFill>
              </a:defRPr>
            </a:lvl6pPr>
            <a:lvl7pPr lvl="6">
              <a:lnSpc>
                <a:spcPct val="90000"/>
              </a:lnSpc>
              <a:spcBef>
                <a:spcPts val="0"/>
              </a:spcBef>
              <a:spcAft>
                <a:spcPts val="0"/>
              </a:spcAft>
              <a:buClr>
                <a:srgbClr val="000000"/>
              </a:buClr>
              <a:buSzPts val="1000"/>
              <a:buNone/>
              <a:defRPr sz="1000">
                <a:solidFill>
                  <a:srgbClr val="000000"/>
                </a:solidFill>
              </a:defRPr>
            </a:lvl7pPr>
            <a:lvl8pPr lvl="7">
              <a:lnSpc>
                <a:spcPct val="90000"/>
              </a:lnSpc>
              <a:spcBef>
                <a:spcPts val="0"/>
              </a:spcBef>
              <a:spcAft>
                <a:spcPts val="0"/>
              </a:spcAft>
              <a:buClr>
                <a:srgbClr val="000000"/>
              </a:buClr>
              <a:buSzPts val="1000"/>
              <a:buNone/>
              <a:defRPr sz="1000">
                <a:solidFill>
                  <a:srgbClr val="000000"/>
                </a:solidFill>
              </a:defRPr>
            </a:lvl8pPr>
            <a:lvl9pPr lvl="8">
              <a:lnSpc>
                <a:spcPct val="90000"/>
              </a:lnSpc>
              <a:spcBef>
                <a:spcPts val="0"/>
              </a:spcBef>
              <a:spcAft>
                <a:spcPts val="0"/>
              </a:spcAft>
              <a:buClr>
                <a:srgbClr val="000000"/>
              </a:buClr>
              <a:buSzPts val="1000"/>
              <a:buNone/>
              <a:defRPr sz="1000">
                <a:solidFill>
                  <a:srgbClr val="000000"/>
                </a:solidFill>
              </a:defRPr>
            </a:lvl9pPr>
          </a:lstStyle>
          <a:p/>
        </p:txBody>
      </p:sp>
      <p:sp>
        <p:nvSpPr>
          <p:cNvPr id="13661" name="Google Shape;13661;p227"/>
          <p:cNvSpPr txBox="1"/>
          <p:nvPr>
            <p:ph idx="5" type="subTitle"/>
          </p:nvPr>
        </p:nvSpPr>
        <p:spPr>
          <a:xfrm>
            <a:off x="3470925" y="3772001"/>
            <a:ext cx="6172500" cy="570900"/>
          </a:xfrm>
          <a:prstGeom prst="rect">
            <a:avLst/>
          </a:prstGeom>
          <a:noFill/>
          <a:ln>
            <a:noFill/>
          </a:ln>
        </p:spPr>
        <p:txBody>
          <a:bodyPr anchorCtr="0" anchor="ctr" bIns="36000" lIns="36000" spcFirstLastPara="1" rIns="36000" wrap="square" tIns="36000">
            <a:noAutofit/>
          </a:bodyPr>
          <a:lstStyle>
            <a:lvl1pPr lvl="0">
              <a:lnSpc>
                <a:spcPct val="90000"/>
              </a:lnSpc>
              <a:spcBef>
                <a:spcPts val="0"/>
              </a:spcBef>
              <a:spcAft>
                <a:spcPts val="0"/>
              </a:spcAft>
              <a:buClr>
                <a:srgbClr val="000000"/>
              </a:buClr>
              <a:buSzPts val="1000"/>
              <a:buFont typeface="Arvo"/>
              <a:buNone/>
              <a:defRPr sz="10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1000"/>
              <a:buNone/>
              <a:defRPr sz="1000">
                <a:solidFill>
                  <a:srgbClr val="000000"/>
                </a:solidFill>
              </a:defRPr>
            </a:lvl2pPr>
            <a:lvl3pPr lvl="2">
              <a:lnSpc>
                <a:spcPct val="90000"/>
              </a:lnSpc>
              <a:spcBef>
                <a:spcPts val="0"/>
              </a:spcBef>
              <a:spcAft>
                <a:spcPts val="0"/>
              </a:spcAft>
              <a:buClr>
                <a:srgbClr val="000000"/>
              </a:buClr>
              <a:buSzPts val="1000"/>
              <a:buNone/>
              <a:defRPr sz="1000">
                <a:solidFill>
                  <a:srgbClr val="000000"/>
                </a:solidFill>
              </a:defRPr>
            </a:lvl3pPr>
            <a:lvl4pPr lvl="3">
              <a:lnSpc>
                <a:spcPct val="90000"/>
              </a:lnSpc>
              <a:spcBef>
                <a:spcPts val="0"/>
              </a:spcBef>
              <a:spcAft>
                <a:spcPts val="0"/>
              </a:spcAft>
              <a:buClr>
                <a:srgbClr val="000000"/>
              </a:buClr>
              <a:buSzPts val="1000"/>
              <a:buNone/>
              <a:defRPr sz="1000">
                <a:solidFill>
                  <a:srgbClr val="000000"/>
                </a:solidFill>
              </a:defRPr>
            </a:lvl4pPr>
            <a:lvl5pPr lvl="4">
              <a:lnSpc>
                <a:spcPct val="90000"/>
              </a:lnSpc>
              <a:spcBef>
                <a:spcPts val="0"/>
              </a:spcBef>
              <a:spcAft>
                <a:spcPts val="0"/>
              </a:spcAft>
              <a:buClr>
                <a:srgbClr val="000000"/>
              </a:buClr>
              <a:buSzPts val="1000"/>
              <a:buNone/>
              <a:defRPr sz="1000">
                <a:solidFill>
                  <a:srgbClr val="000000"/>
                </a:solidFill>
              </a:defRPr>
            </a:lvl5pPr>
            <a:lvl6pPr lvl="5">
              <a:lnSpc>
                <a:spcPct val="90000"/>
              </a:lnSpc>
              <a:spcBef>
                <a:spcPts val="0"/>
              </a:spcBef>
              <a:spcAft>
                <a:spcPts val="0"/>
              </a:spcAft>
              <a:buClr>
                <a:srgbClr val="000000"/>
              </a:buClr>
              <a:buSzPts val="1000"/>
              <a:buNone/>
              <a:defRPr sz="1000">
                <a:solidFill>
                  <a:srgbClr val="000000"/>
                </a:solidFill>
              </a:defRPr>
            </a:lvl6pPr>
            <a:lvl7pPr lvl="6">
              <a:lnSpc>
                <a:spcPct val="90000"/>
              </a:lnSpc>
              <a:spcBef>
                <a:spcPts val="0"/>
              </a:spcBef>
              <a:spcAft>
                <a:spcPts val="0"/>
              </a:spcAft>
              <a:buClr>
                <a:srgbClr val="000000"/>
              </a:buClr>
              <a:buSzPts val="1000"/>
              <a:buNone/>
              <a:defRPr sz="1000">
                <a:solidFill>
                  <a:srgbClr val="000000"/>
                </a:solidFill>
              </a:defRPr>
            </a:lvl7pPr>
            <a:lvl8pPr lvl="7">
              <a:lnSpc>
                <a:spcPct val="90000"/>
              </a:lnSpc>
              <a:spcBef>
                <a:spcPts val="0"/>
              </a:spcBef>
              <a:spcAft>
                <a:spcPts val="0"/>
              </a:spcAft>
              <a:buClr>
                <a:srgbClr val="000000"/>
              </a:buClr>
              <a:buSzPts val="1000"/>
              <a:buNone/>
              <a:defRPr sz="1000">
                <a:solidFill>
                  <a:srgbClr val="000000"/>
                </a:solidFill>
              </a:defRPr>
            </a:lvl8pPr>
            <a:lvl9pPr lvl="8">
              <a:lnSpc>
                <a:spcPct val="90000"/>
              </a:lnSpc>
              <a:spcBef>
                <a:spcPts val="0"/>
              </a:spcBef>
              <a:spcAft>
                <a:spcPts val="0"/>
              </a:spcAft>
              <a:buClr>
                <a:srgbClr val="000000"/>
              </a:buClr>
              <a:buSzPts val="1000"/>
              <a:buNone/>
              <a:defRPr sz="1000">
                <a:solidFill>
                  <a:srgbClr val="000000"/>
                </a:solidFill>
              </a:defRPr>
            </a:lvl9pPr>
          </a:lstStyle>
          <a:p/>
        </p:txBody>
      </p:sp>
      <p:sp>
        <p:nvSpPr>
          <p:cNvPr id="13662" name="Google Shape;13662;p227"/>
          <p:cNvSpPr txBox="1"/>
          <p:nvPr>
            <p:ph idx="6" type="subTitle"/>
          </p:nvPr>
        </p:nvSpPr>
        <p:spPr>
          <a:xfrm>
            <a:off x="3470925" y="4470397"/>
            <a:ext cx="6172500" cy="570900"/>
          </a:xfrm>
          <a:prstGeom prst="rect">
            <a:avLst/>
          </a:prstGeom>
          <a:noFill/>
          <a:ln>
            <a:noFill/>
          </a:ln>
        </p:spPr>
        <p:txBody>
          <a:bodyPr anchorCtr="0" anchor="ctr" bIns="36000" lIns="36000" spcFirstLastPara="1" rIns="36000" wrap="square" tIns="36000">
            <a:noAutofit/>
          </a:bodyPr>
          <a:lstStyle>
            <a:lvl1pPr lvl="0">
              <a:lnSpc>
                <a:spcPct val="90000"/>
              </a:lnSpc>
              <a:spcBef>
                <a:spcPts val="0"/>
              </a:spcBef>
              <a:spcAft>
                <a:spcPts val="0"/>
              </a:spcAft>
              <a:buClr>
                <a:srgbClr val="000000"/>
              </a:buClr>
              <a:buSzPts val="1000"/>
              <a:buFont typeface="Arvo"/>
              <a:buNone/>
              <a:defRPr sz="10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1000"/>
              <a:buNone/>
              <a:defRPr sz="1000">
                <a:solidFill>
                  <a:srgbClr val="000000"/>
                </a:solidFill>
              </a:defRPr>
            </a:lvl2pPr>
            <a:lvl3pPr lvl="2">
              <a:lnSpc>
                <a:spcPct val="90000"/>
              </a:lnSpc>
              <a:spcBef>
                <a:spcPts val="0"/>
              </a:spcBef>
              <a:spcAft>
                <a:spcPts val="0"/>
              </a:spcAft>
              <a:buClr>
                <a:srgbClr val="000000"/>
              </a:buClr>
              <a:buSzPts val="1000"/>
              <a:buNone/>
              <a:defRPr sz="1000">
                <a:solidFill>
                  <a:srgbClr val="000000"/>
                </a:solidFill>
              </a:defRPr>
            </a:lvl3pPr>
            <a:lvl4pPr lvl="3">
              <a:lnSpc>
                <a:spcPct val="90000"/>
              </a:lnSpc>
              <a:spcBef>
                <a:spcPts val="0"/>
              </a:spcBef>
              <a:spcAft>
                <a:spcPts val="0"/>
              </a:spcAft>
              <a:buClr>
                <a:srgbClr val="000000"/>
              </a:buClr>
              <a:buSzPts val="1000"/>
              <a:buNone/>
              <a:defRPr sz="1000">
                <a:solidFill>
                  <a:srgbClr val="000000"/>
                </a:solidFill>
              </a:defRPr>
            </a:lvl4pPr>
            <a:lvl5pPr lvl="4">
              <a:lnSpc>
                <a:spcPct val="90000"/>
              </a:lnSpc>
              <a:spcBef>
                <a:spcPts val="0"/>
              </a:spcBef>
              <a:spcAft>
                <a:spcPts val="0"/>
              </a:spcAft>
              <a:buClr>
                <a:srgbClr val="000000"/>
              </a:buClr>
              <a:buSzPts val="1000"/>
              <a:buNone/>
              <a:defRPr sz="1000">
                <a:solidFill>
                  <a:srgbClr val="000000"/>
                </a:solidFill>
              </a:defRPr>
            </a:lvl5pPr>
            <a:lvl6pPr lvl="5">
              <a:lnSpc>
                <a:spcPct val="90000"/>
              </a:lnSpc>
              <a:spcBef>
                <a:spcPts val="0"/>
              </a:spcBef>
              <a:spcAft>
                <a:spcPts val="0"/>
              </a:spcAft>
              <a:buClr>
                <a:srgbClr val="000000"/>
              </a:buClr>
              <a:buSzPts val="1000"/>
              <a:buNone/>
              <a:defRPr sz="1000">
                <a:solidFill>
                  <a:srgbClr val="000000"/>
                </a:solidFill>
              </a:defRPr>
            </a:lvl6pPr>
            <a:lvl7pPr lvl="6">
              <a:lnSpc>
                <a:spcPct val="90000"/>
              </a:lnSpc>
              <a:spcBef>
                <a:spcPts val="0"/>
              </a:spcBef>
              <a:spcAft>
                <a:spcPts val="0"/>
              </a:spcAft>
              <a:buClr>
                <a:srgbClr val="000000"/>
              </a:buClr>
              <a:buSzPts val="1000"/>
              <a:buNone/>
              <a:defRPr sz="1000">
                <a:solidFill>
                  <a:srgbClr val="000000"/>
                </a:solidFill>
              </a:defRPr>
            </a:lvl7pPr>
            <a:lvl8pPr lvl="7">
              <a:lnSpc>
                <a:spcPct val="90000"/>
              </a:lnSpc>
              <a:spcBef>
                <a:spcPts val="0"/>
              </a:spcBef>
              <a:spcAft>
                <a:spcPts val="0"/>
              </a:spcAft>
              <a:buClr>
                <a:srgbClr val="000000"/>
              </a:buClr>
              <a:buSzPts val="1000"/>
              <a:buNone/>
              <a:defRPr sz="1000">
                <a:solidFill>
                  <a:srgbClr val="000000"/>
                </a:solidFill>
              </a:defRPr>
            </a:lvl8pPr>
            <a:lvl9pPr lvl="8">
              <a:lnSpc>
                <a:spcPct val="90000"/>
              </a:lnSpc>
              <a:spcBef>
                <a:spcPts val="0"/>
              </a:spcBef>
              <a:spcAft>
                <a:spcPts val="0"/>
              </a:spcAft>
              <a:buClr>
                <a:srgbClr val="000000"/>
              </a:buClr>
              <a:buSzPts val="1000"/>
              <a:buNone/>
              <a:defRPr sz="1000">
                <a:solidFill>
                  <a:srgbClr val="000000"/>
                </a:solidFill>
              </a:defRPr>
            </a:lvl9pPr>
          </a:lstStyle>
          <a:p/>
        </p:txBody>
      </p:sp>
      <p:sp>
        <p:nvSpPr>
          <p:cNvPr id="13663" name="Google Shape;13663;p227"/>
          <p:cNvSpPr txBox="1"/>
          <p:nvPr>
            <p:ph idx="7" type="subTitle"/>
          </p:nvPr>
        </p:nvSpPr>
        <p:spPr>
          <a:xfrm>
            <a:off x="3470925" y="5194607"/>
            <a:ext cx="6172500" cy="570900"/>
          </a:xfrm>
          <a:prstGeom prst="rect">
            <a:avLst/>
          </a:prstGeom>
          <a:noFill/>
          <a:ln>
            <a:noFill/>
          </a:ln>
        </p:spPr>
        <p:txBody>
          <a:bodyPr anchorCtr="0" anchor="ctr" bIns="36000" lIns="36000" spcFirstLastPara="1" rIns="36000" wrap="square" tIns="36000">
            <a:noAutofit/>
          </a:bodyPr>
          <a:lstStyle>
            <a:lvl1pPr lvl="0">
              <a:lnSpc>
                <a:spcPct val="90000"/>
              </a:lnSpc>
              <a:spcBef>
                <a:spcPts val="0"/>
              </a:spcBef>
              <a:spcAft>
                <a:spcPts val="0"/>
              </a:spcAft>
              <a:buClr>
                <a:srgbClr val="000000"/>
              </a:buClr>
              <a:buSzPts val="1000"/>
              <a:buFont typeface="Arvo"/>
              <a:buNone/>
              <a:defRPr sz="10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1000"/>
              <a:buNone/>
              <a:defRPr sz="1000">
                <a:solidFill>
                  <a:srgbClr val="000000"/>
                </a:solidFill>
              </a:defRPr>
            </a:lvl2pPr>
            <a:lvl3pPr lvl="2">
              <a:lnSpc>
                <a:spcPct val="90000"/>
              </a:lnSpc>
              <a:spcBef>
                <a:spcPts val="0"/>
              </a:spcBef>
              <a:spcAft>
                <a:spcPts val="0"/>
              </a:spcAft>
              <a:buClr>
                <a:srgbClr val="000000"/>
              </a:buClr>
              <a:buSzPts val="1000"/>
              <a:buNone/>
              <a:defRPr sz="1000">
                <a:solidFill>
                  <a:srgbClr val="000000"/>
                </a:solidFill>
              </a:defRPr>
            </a:lvl3pPr>
            <a:lvl4pPr lvl="3">
              <a:lnSpc>
                <a:spcPct val="90000"/>
              </a:lnSpc>
              <a:spcBef>
                <a:spcPts val="0"/>
              </a:spcBef>
              <a:spcAft>
                <a:spcPts val="0"/>
              </a:spcAft>
              <a:buClr>
                <a:srgbClr val="000000"/>
              </a:buClr>
              <a:buSzPts val="1000"/>
              <a:buNone/>
              <a:defRPr sz="1000">
                <a:solidFill>
                  <a:srgbClr val="000000"/>
                </a:solidFill>
              </a:defRPr>
            </a:lvl4pPr>
            <a:lvl5pPr lvl="4">
              <a:lnSpc>
                <a:spcPct val="90000"/>
              </a:lnSpc>
              <a:spcBef>
                <a:spcPts val="0"/>
              </a:spcBef>
              <a:spcAft>
                <a:spcPts val="0"/>
              </a:spcAft>
              <a:buClr>
                <a:srgbClr val="000000"/>
              </a:buClr>
              <a:buSzPts val="1000"/>
              <a:buNone/>
              <a:defRPr sz="1000">
                <a:solidFill>
                  <a:srgbClr val="000000"/>
                </a:solidFill>
              </a:defRPr>
            </a:lvl5pPr>
            <a:lvl6pPr lvl="5">
              <a:lnSpc>
                <a:spcPct val="90000"/>
              </a:lnSpc>
              <a:spcBef>
                <a:spcPts val="0"/>
              </a:spcBef>
              <a:spcAft>
                <a:spcPts val="0"/>
              </a:spcAft>
              <a:buClr>
                <a:srgbClr val="000000"/>
              </a:buClr>
              <a:buSzPts val="1000"/>
              <a:buNone/>
              <a:defRPr sz="1000">
                <a:solidFill>
                  <a:srgbClr val="000000"/>
                </a:solidFill>
              </a:defRPr>
            </a:lvl6pPr>
            <a:lvl7pPr lvl="6">
              <a:lnSpc>
                <a:spcPct val="90000"/>
              </a:lnSpc>
              <a:spcBef>
                <a:spcPts val="0"/>
              </a:spcBef>
              <a:spcAft>
                <a:spcPts val="0"/>
              </a:spcAft>
              <a:buClr>
                <a:srgbClr val="000000"/>
              </a:buClr>
              <a:buSzPts val="1000"/>
              <a:buNone/>
              <a:defRPr sz="1000">
                <a:solidFill>
                  <a:srgbClr val="000000"/>
                </a:solidFill>
              </a:defRPr>
            </a:lvl7pPr>
            <a:lvl8pPr lvl="7">
              <a:lnSpc>
                <a:spcPct val="90000"/>
              </a:lnSpc>
              <a:spcBef>
                <a:spcPts val="0"/>
              </a:spcBef>
              <a:spcAft>
                <a:spcPts val="0"/>
              </a:spcAft>
              <a:buClr>
                <a:srgbClr val="000000"/>
              </a:buClr>
              <a:buSzPts val="1000"/>
              <a:buNone/>
              <a:defRPr sz="1000">
                <a:solidFill>
                  <a:srgbClr val="000000"/>
                </a:solidFill>
              </a:defRPr>
            </a:lvl8pPr>
            <a:lvl9pPr lvl="8">
              <a:lnSpc>
                <a:spcPct val="90000"/>
              </a:lnSpc>
              <a:spcBef>
                <a:spcPts val="0"/>
              </a:spcBef>
              <a:spcAft>
                <a:spcPts val="0"/>
              </a:spcAft>
              <a:buClr>
                <a:srgbClr val="000000"/>
              </a:buClr>
              <a:buSzPts val="1000"/>
              <a:buNone/>
              <a:defRPr sz="1000">
                <a:solidFill>
                  <a:srgbClr val="000000"/>
                </a:solidFill>
              </a:defRPr>
            </a:lvl9pPr>
          </a:lstStyle>
          <a:p/>
        </p:txBody>
      </p:sp>
      <p:sp>
        <p:nvSpPr>
          <p:cNvPr id="13664" name="Google Shape;13664;p227"/>
          <p:cNvSpPr txBox="1"/>
          <p:nvPr>
            <p:ph idx="8" type="subTitle"/>
          </p:nvPr>
        </p:nvSpPr>
        <p:spPr>
          <a:xfrm>
            <a:off x="3470925" y="5905600"/>
            <a:ext cx="6172500" cy="570900"/>
          </a:xfrm>
          <a:prstGeom prst="rect">
            <a:avLst/>
          </a:prstGeom>
          <a:noFill/>
          <a:ln>
            <a:noFill/>
          </a:ln>
        </p:spPr>
        <p:txBody>
          <a:bodyPr anchorCtr="0" anchor="ctr" bIns="36000" lIns="36000" spcFirstLastPara="1" rIns="36000" wrap="square" tIns="36000">
            <a:noAutofit/>
          </a:bodyPr>
          <a:lstStyle>
            <a:lvl1pPr lvl="0">
              <a:lnSpc>
                <a:spcPct val="90000"/>
              </a:lnSpc>
              <a:spcBef>
                <a:spcPts val="0"/>
              </a:spcBef>
              <a:spcAft>
                <a:spcPts val="0"/>
              </a:spcAft>
              <a:buClr>
                <a:srgbClr val="000000"/>
              </a:buClr>
              <a:buSzPts val="1000"/>
              <a:buFont typeface="Arvo"/>
              <a:buNone/>
              <a:defRPr sz="10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1000"/>
              <a:buNone/>
              <a:defRPr sz="1000">
                <a:solidFill>
                  <a:srgbClr val="000000"/>
                </a:solidFill>
              </a:defRPr>
            </a:lvl2pPr>
            <a:lvl3pPr lvl="2">
              <a:lnSpc>
                <a:spcPct val="90000"/>
              </a:lnSpc>
              <a:spcBef>
                <a:spcPts val="0"/>
              </a:spcBef>
              <a:spcAft>
                <a:spcPts val="0"/>
              </a:spcAft>
              <a:buClr>
                <a:srgbClr val="000000"/>
              </a:buClr>
              <a:buSzPts val="1000"/>
              <a:buNone/>
              <a:defRPr sz="1000">
                <a:solidFill>
                  <a:srgbClr val="000000"/>
                </a:solidFill>
              </a:defRPr>
            </a:lvl3pPr>
            <a:lvl4pPr lvl="3">
              <a:lnSpc>
                <a:spcPct val="90000"/>
              </a:lnSpc>
              <a:spcBef>
                <a:spcPts val="0"/>
              </a:spcBef>
              <a:spcAft>
                <a:spcPts val="0"/>
              </a:spcAft>
              <a:buClr>
                <a:srgbClr val="000000"/>
              </a:buClr>
              <a:buSzPts val="1000"/>
              <a:buNone/>
              <a:defRPr sz="1000">
                <a:solidFill>
                  <a:srgbClr val="000000"/>
                </a:solidFill>
              </a:defRPr>
            </a:lvl4pPr>
            <a:lvl5pPr lvl="4">
              <a:lnSpc>
                <a:spcPct val="90000"/>
              </a:lnSpc>
              <a:spcBef>
                <a:spcPts val="0"/>
              </a:spcBef>
              <a:spcAft>
                <a:spcPts val="0"/>
              </a:spcAft>
              <a:buClr>
                <a:srgbClr val="000000"/>
              </a:buClr>
              <a:buSzPts val="1000"/>
              <a:buNone/>
              <a:defRPr sz="1000">
                <a:solidFill>
                  <a:srgbClr val="000000"/>
                </a:solidFill>
              </a:defRPr>
            </a:lvl5pPr>
            <a:lvl6pPr lvl="5">
              <a:lnSpc>
                <a:spcPct val="90000"/>
              </a:lnSpc>
              <a:spcBef>
                <a:spcPts val="0"/>
              </a:spcBef>
              <a:spcAft>
                <a:spcPts val="0"/>
              </a:spcAft>
              <a:buClr>
                <a:srgbClr val="000000"/>
              </a:buClr>
              <a:buSzPts val="1000"/>
              <a:buNone/>
              <a:defRPr sz="1000">
                <a:solidFill>
                  <a:srgbClr val="000000"/>
                </a:solidFill>
              </a:defRPr>
            </a:lvl6pPr>
            <a:lvl7pPr lvl="6">
              <a:lnSpc>
                <a:spcPct val="90000"/>
              </a:lnSpc>
              <a:spcBef>
                <a:spcPts val="0"/>
              </a:spcBef>
              <a:spcAft>
                <a:spcPts val="0"/>
              </a:spcAft>
              <a:buClr>
                <a:srgbClr val="000000"/>
              </a:buClr>
              <a:buSzPts val="1000"/>
              <a:buNone/>
              <a:defRPr sz="1000">
                <a:solidFill>
                  <a:srgbClr val="000000"/>
                </a:solidFill>
              </a:defRPr>
            </a:lvl7pPr>
            <a:lvl8pPr lvl="7">
              <a:lnSpc>
                <a:spcPct val="90000"/>
              </a:lnSpc>
              <a:spcBef>
                <a:spcPts val="0"/>
              </a:spcBef>
              <a:spcAft>
                <a:spcPts val="0"/>
              </a:spcAft>
              <a:buClr>
                <a:srgbClr val="000000"/>
              </a:buClr>
              <a:buSzPts val="1000"/>
              <a:buNone/>
              <a:defRPr sz="1000">
                <a:solidFill>
                  <a:srgbClr val="000000"/>
                </a:solidFill>
              </a:defRPr>
            </a:lvl8pPr>
            <a:lvl9pPr lvl="8">
              <a:lnSpc>
                <a:spcPct val="90000"/>
              </a:lnSpc>
              <a:spcBef>
                <a:spcPts val="0"/>
              </a:spcBef>
              <a:spcAft>
                <a:spcPts val="0"/>
              </a:spcAft>
              <a:buClr>
                <a:srgbClr val="000000"/>
              </a:buClr>
              <a:buSzPts val="1000"/>
              <a:buNone/>
              <a:defRPr sz="1000">
                <a:solidFill>
                  <a:srgbClr val="000000"/>
                </a:solidFill>
              </a:defRPr>
            </a:lvl9pPr>
          </a:lstStyle>
          <a:p/>
        </p:txBody>
      </p:sp>
      <p:sp>
        <p:nvSpPr>
          <p:cNvPr id="13665" name="Google Shape;13665;p227"/>
          <p:cNvSpPr txBox="1"/>
          <p:nvPr/>
        </p:nvSpPr>
        <p:spPr>
          <a:xfrm>
            <a:off x="2524025" y="387675"/>
            <a:ext cx="15012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Unid. Organizacional:</a:t>
            </a:r>
            <a:endParaRPr b="1" sz="1100"/>
          </a:p>
        </p:txBody>
      </p:sp>
      <p:sp>
        <p:nvSpPr>
          <p:cNvPr id="13666" name="Google Shape;13666;p227"/>
          <p:cNvSpPr txBox="1"/>
          <p:nvPr/>
        </p:nvSpPr>
        <p:spPr>
          <a:xfrm>
            <a:off x="2524020" y="579550"/>
            <a:ext cx="6846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Alcance:</a:t>
            </a:r>
            <a:endParaRPr b="1" sz="1100"/>
          </a:p>
        </p:txBody>
      </p:sp>
      <p:sp>
        <p:nvSpPr>
          <p:cNvPr id="13667" name="Google Shape;13667;p227"/>
          <p:cNvSpPr txBox="1"/>
          <p:nvPr>
            <p:ph type="title"/>
          </p:nvPr>
        </p:nvSpPr>
        <p:spPr>
          <a:xfrm flipH="1">
            <a:off x="4025374" y="387675"/>
            <a:ext cx="5863200" cy="1692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000"/>
              <a:buNone/>
              <a:defRPr sz="1000">
                <a:solidFill>
                  <a:srgbClr val="000000"/>
                </a:solidFill>
              </a:defRPr>
            </a:lvl1pPr>
            <a:lvl2pPr lvl="1">
              <a:spcBef>
                <a:spcPts val="0"/>
              </a:spcBef>
              <a:spcAft>
                <a:spcPts val="0"/>
              </a:spcAft>
              <a:buClr>
                <a:srgbClr val="000000"/>
              </a:buClr>
              <a:buSzPts val="1000"/>
              <a:buNone/>
              <a:defRPr sz="1000">
                <a:solidFill>
                  <a:srgbClr val="000000"/>
                </a:solidFill>
              </a:defRPr>
            </a:lvl2pPr>
            <a:lvl3pPr lvl="2">
              <a:spcBef>
                <a:spcPts val="0"/>
              </a:spcBef>
              <a:spcAft>
                <a:spcPts val="0"/>
              </a:spcAft>
              <a:buClr>
                <a:srgbClr val="000000"/>
              </a:buClr>
              <a:buSzPts val="1000"/>
              <a:buNone/>
              <a:defRPr sz="1000">
                <a:solidFill>
                  <a:srgbClr val="000000"/>
                </a:solidFill>
              </a:defRPr>
            </a:lvl3pPr>
            <a:lvl4pPr lvl="3">
              <a:spcBef>
                <a:spcPts val="0"/>
              </a:spcBef>
              <a:spcAft>
                <a:spcPts val="0"/>
              </a:spcAft>
              <a:buClr>
                <a:srgbClr val="000000"/>
              </a:buClr>
              <a:buSzPts val="1000"/>
              <a:buNone/>
              <a:defRPr sz="1000">
                <a:solidFill>
                  <a:srgbClr val="000000"/>
                </a:solidFill>
              </a:defRPr>
            </a:lvl4pPr>
            <a:lvl5pPr lvl="4">
              <a:spcBef>
                <a:spcPts val="0"/>
              </a:spcBef>
              <a:spcAft>
                <a:spcPts val="0"/>
              </a:spcAft>
              <a:buClr>
                <a:srgbClr val="000000"/>
              </a:buClr>
              <a:buSzPts val="1000"/>
              <a:buNone/>
              <a:defRPr sz="1000">
                <a:solidFill>
                  <a:srgbClr val="000000"/>
                </a:solidFill>
              </a:defRPr>
            </a:lvl5pPr>
            <a:lvl6pPr lvl="5">
              <a:spcBef>
                <a:spcPts val="0"/>
              </a:spcBef>
              <a:spcAft>
                <a:spcPts val="0"/>
              </a:spcAft>
              <a:buClr>
                <a:srgbClr val="000000"/>
              </a:buClr>
              <a:buSzPts val="1000"/>
              <a:buNone/>
              <a:defRPr sz="1000">
                <a:solidFill>
                  <a:srgbClr val="000000"/>
                </a:solidFill>
              </a:defRPr>
            </a:lvl6pPr>
            <a:lvl7pPr lvl="6">
              <a:spcBef>
                <a:spcPts val="0"/>
              </a:spcBef>
              <a:spcAft>
                <a:spcPts val="0"/>
              </a:spcAft>
              <a:buClr>
                <a:srgbClr val="000000"/>
              </a:buClr>
              <a:buSzPts val="1000"/>
              <a:buNone/>
              <a:defRPr sz="1000">
                <a:solidFill>
                  <a:srgbClr val="000000"/>
                </a:solidFill>
              </a:defRPr>
            </a:lvl7pPr>
            <a:lvl8pPr lvl="7">
              <a:spcBef>
                <a:spcPts val="0"/>
              </a:spcBef>
              <a:spcAft>
                <a:spcPts val="0"/>
              </a:spcAft>
              <a:buClr>
                <a:srgbClr val="000000"/>
              </a:buClr>
              <a:buSzPts val="1000"/>
              <a:buNone/>
              <a:defRPr sz="1000">
                <a:solidFill>
                  <a:srgbClr val="000000"/>
                </a:solidFill>
              </a:defRPr>
            </a:lvl8pPr>
            <a:lvl9pPr lvl="8">
              <a:spcBef>
                <a:spcPts val="0"/>
              </a:spcBef>
              <a:spcAft>
                <a:spcPts val="0"/>
              </a:spcAft>
              <a:buClr>
                <a:srgbClr val="000000"/>
              </a:buClr>
              <a:buSzPts val="1000"/>
              <a:buNone/>
              <a:defRPr sz="1000">
                <a:solidFill>
                  <a:srgbClr val="000000"/>
                </a:solidFill>
              </a:defRPr>
            </a:lvl9pPr>
          </a:lstStyle>
          <a:p/>
        </p:txBody>
      </p:sp>
      <p:sp>
        <p:nvSpPr>
          <p:cNvPr id="13668" name="Google Shape;13668;p227"/>
          <p:cNvSpPr txBox="1"/>
          <p:nvPr>
            <p:ph idx="9" type="title"/>
          </p:nvPr>
        </p:nvSpPr>
        <p:spPr>
          <a:xfrm flipH="1">
            <a:off x="3208773" y="579550"/>
            <a:ext cx="6679800" cy="1692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000"/>
              <a:buNone/>
              <a:defRPr sz="1000">
                <a:solidFill>
                  <a:srgbClr val="000000"/>
                </a:solidFill>
              </a:defRPr>
            </a:lvl1pPr>
            <a:lvl2pPr lvl="1">
              <a:spcBef>
                <a:spcPts val="0"/>
              </a:spcBef>
              <a:spcAft>
                <a:spcPts val="0"/>
              </a:spcAft>
              <a:buClr>
                <a:srgbClr val="000000"/>
              </a:buClr>
              <a:buSzPts val="1000"/>
              <a:buNone/>
              <a:defRPr sz="1000">
                <a:solidFill>
                  <a:srgbClr val="000000"/>
                </a:solidFill>
              </a:defRPr>
            </a:lvl2pPr>
            <a:lvl3pPr lvl="2">
              <a:spcBef>
                <a:spcPts val="0"/>
              </a:spcBef>
              <a:spcAft>
                <a:spcPts val="0"/>
              </a:spcAft>
              <a:buClr>
                <a:srgbClr val="000000"/>
              </a:buClr>
              <a:buSzPts val="1000"/>
              <a:buNone/>
              <a:defRPr sz="1000">
                <a:solidFill>
                  <a:srgbClr val="000000"/>
                </a:solidFill>
              </a:defRPr>
            </a:lvl3pPr>
            <a:lvl4pPr lvl="3">
              <a:spcBef>
                <a:spcPts val="0"/>
              </a:spcBef>
              <a:spcAft>
                <a:spcPts val="0"/>
              </a:spcAft>
              <a:buClr>
                <a:srgbClr val="000000"/>
              </a:buClr>
              <a:buSzPts val="1000"/>
              <a:buNone/>
              <a:defRPr sz="1000">
                <a:solidFill>
                  <a:srgbClr val="000000"/>
                </a:solidFill>
              </a:defRPr>
            </a:lvl4pPr>
            <a:lvl5pPr lvl="4">
              <a:spcBef>
                <a:spcPts val="0"/>
              </a:spcBef>
              <a:spcAft>
                <a:spcPts val="0"/>
              </a:spcAft>
              <a:buClr>
                <a:srgbClr val="000000"/>
              </a:buClr>
              <a:buSzPts val="1000"/>
              <a:buNone/>
              <a:defRPr sz="1000">
                <a:solidFill>
                  <a:srgbClr val="000000"/>
                </a:solidFill>
              </a:defRPr>
            </a:lvl5pPr>
            <a:lvl6pPr lvl="5">
              <a:spcBef>
                <a:spcPts val="0"/>
              </a:spcBef>
              <a:spcAft>
                <a:spcPts val="0"/>
              </a:spcAft>
              <a:buClr>
                <a:srgbClr val="000000"/>
              </a:buClr>
              <a:buSzPts val="1000"/>
              <a:buNone/>
              <a:defRPr sz="1000">
                <a:solidFill>
                  <a:srgbClr val="000000"/>
                </a:solidFill>
              </a:defRPr>
            </a:lvl6pPr>
            <a:lvl7pPr lvl="6">
              <a:spcBef>
                <a:spcPts val="0"/>
              </a:spcBef>
              <a:spcAft>
                <a:spcPts val="0"/>
              </a:spcAft>
              <a:buClr>
                <a:srgbClr val="000000"/>
              </a:buClr>
              <a:buSzPts val="1000"/>
              <a:buNone/>
              <a:defRPr sz="1000">
                <a:solidFill>
                  <a:srgbClr val="000000"/>
                </a:solidFill>
              </a:defRPr>
            </a:lvl7pPr>
            <a:lvl8pPr lvl="7">
              <a:spcBef>
                <a:spcPts val="0"/>
              </a:spcBef>
              <a:spcAft>
                <a:spcPts val="0"/>
              </a:spcAft>
              <a:buClr>
                <a:srgbClr val="000000"/>
              </a:buClr>
              <a:buSzPts val="1000"/>
              <a:buNone/>
              <a:defRPr sz="1000">
                <a:solidFill>
                  <a:srgbClr val="000000"/>
                </a:solidFill>
              </a:defRPr>
            </a:lvl8pPr>
            <a:lvl9pPr lvl="8">
              <a:spcBef>
                <a:spcPts val="0"/>
              </a:spcBef>
              <a:spcAft>
                <a:spcPts val="0"/>
              </a:spcAft>
              <a:buClr>
                <a:srgbClr val="000000"/>
              </a:buClr>
              <a:buSzPts val="1000"/>
              <a:buNone/>
              <a:defRPr sz="1000">
                <a:solidFill>
                  <a:srgbClr val="000000"/>
                </a:solidFill>
              </a:defRPr>
            </a:lvl9pPr>
          </a:lstStyle>
          <a:p/>
        </p:txBody>
      </p:sp>
      <p:sp>
        <p:nvSpPr>
          <p:cNvPr id="13669" name="Google Shape;13669;p227"/>
          <p:cNvSpPr txBox="1"/>
          <p:nvPr>
            <p:ph idx="13" type="body"/>
          </p:nvPr>
        </p:nvSpPr>
        <p:spPr>
          <a:xfrm>
            <a:off x="641150" y="612125"/>
            <a:ext cx="1770300" cy="160500"/>
          </a:xfrm>
          <a:prstGeom prst="rect">
            <a:avLst/>
          </a:prstGeom>
          <a:noFill/>
          <a:ln>
            <a:noFill/>
          </a:ln>
        </p:spPr>
        <p:txBody>
          <a:bodyPr anchorCtr="0" anchor="t" bIns="0" lIns="0" spcFirstLastPara="1" rIns="0" wrap="square" tIns="0">
            <a:noAutofit/>
          </a:bodyPr>
          <a:lstStyle>
            <a:lvl1pPr indent="-292100" lvl="0" marL="457200" algn="ctr">
              <a:spcBef>
                <a:spcPts val="0"/>
              </a:spcBef>
              <a:spcAft>
                <a:spcPts val="0"/>
              </a:spcAft>
              <a:buClr>
                <a:srgbClr val="FFFFFF"/>
              </a:buClr>
              <a:buSzPts val="1000"/>
              <a:buChar char="●"/>
              <a:defRPr sz="1000">
                <a:solidFill>
                  <a:srgbClr val="FFFFFF"/>
                </a:solidFill>
              </a:defRPr>
            </a:lvl1pPr>
            <a:lvl2pPr indent="-292100" lvl="1" marL="914400" algn="ctr">
              <a:spcBef>
                <a:spcPts val="0"/>
              </a:spcBef>
              <a:spcAft>
                <a:spcPts val="0"/>
              </a:spcAft>
              <a:buClr>
                <a:srgbClr val="FFFFFF"/>
              </a:buClr>
              <a:buSzPts val="1000"/>
              <a:buChar char="○"/>
              <a:defRPr sz="1000">
                <a:solidFill>
                  <a:srgbClr val="FFFFFF"/>
                </a:solidFill>
              </a:defRPr>
            </a:lvl2pPr>
            <a:lvl3pPr indent="-292100" lvl="2" marL="1371600" algn="ctr">
              <a:spcBef>
                <a:spcPts val="0"/>
              </a:spcBef>
              <a:spcAft>
                <a:spcPts val="0"/>
              </a:spcAft>
              <a:buClr>
                <a:srgbClr val="FFFFFF"/>
              </a:buClr>
              <a:buSzPts val="1000"/>
              <a:buChar char="■"/>
              <a:defRPr sz="1000">
                <a:solidFill>
                  <a:srgbClr val="FFFFFF"/>
                </a:solidFill>
              </a:defRPr>
            </a:lvl3pPr>
            <a:lvl4pPr indent="-292100" lvl="3" marL="1828800" algn="ctr">
              <a:spcBef>
                <a:spcPts val="0"/>
              </a:spcBef>
              <a:spcAft>
                <a:spcPts val="0"/>
              </a:spcAft>
              <a:buClr>
                <a:srgbClr val="FFFFFF"/>
              </a:buClr>
              <a:buSzPts val="1000"/>
              <a:buChar char="●"/>
              <a:defRPr sz="1000">
                <a:solidFill>
                  <a:srgbClr val="FFFFFF"/>
                </a:solidFill>
              </a:defRPr>
            </a:lvl4pPr>
            <a:lvl5pPr indent="-292100" lvl="4" marL="2286000" algn="ctr">
              <a:spcBef>
                <a:spcPts val="0"/>
              </a:spcBef>
              <a:spcAft>
                <a:spcPts val="0"/>
              </a:spcAft>
              <a:buClr>
                <a:srgbClr val="FFFFFF"/>
              </a:buClr>
              <a:buSzPts val="1000"/>
              <a:buChar char="○"/>
              <a:defRPr sz="1000">
                <a:solidFill>
                  <a:srgbClr val="FFFFFF"/>
                </a:solidFill>
              </a:defRPr>
            </a:lvl5pPr>
            <a:lvl6pPr indent="-292100" lvl="5" marL="2743200" algn="ctr">
              <a:spcBef>
                <a:spcPts val="0"/>
              </a:spcBef>
              <a:spcAft>
                <a:spcPts val="0"/>
              </a:spcAft>
              <a:buClr>
                <a:srgbClr val="FFFFFF"/>
              </a:buClr>
              <a:buSzPts val="1000"/>
              <a:buChar char="■"/>
              <a:defRPr sz="1000">
                <a:solidFill>
                  <a:srgbClr val="FFFFFF"/>
                </a:solidFill>
              </a:defRPr>
            </a:lvl6pPr>
            <a:lvl7pPr indent="-292100" lvl="6" marL="3200400" algn="ctr">
              <a:spcBef>
                <a:spcPts val="0"/>
              </a:spcBef>
              <a:spcAft>
                <a:spcPts val="0"/>
              </a:spcAft>
              <a:buClr>
                <a:srgbClr val="FFFFFF"/>
              </a:buClr>
              <a:buSzPts val="1000"/>
              <a:buChar char="●"/>
              <a:defRPr sz="1000">
                <a:solidFill>
                  <a:srgbClr val="FFFFFF"/>
                </a:solidFill>
              </a:defRPr>
            </a:lvl7pPr>
            <a:lvl8pPr indent="-292100" lvl="7" marL="3657600" algn="ctr">
              <a:spcBef>
                <a:spcPts val="0"/>
              </a:spcBef>
              <a:spcAft>
                <a:spcPts val="0"/>
              </a:spcAft>
              <a:buClr>
                <a:srgbClr val="FFFFFF"/>
              </a:buClr>
              <a:buSzPts val="1000"/>
              <a:buChar char="○"/>
              <a:defRPr sz="1000">
                <a:solidFill>
                  <a:srgbClr val="FFFFFF"/>
                </a:solidFill>
              </a:defRPr>
            </a:lvl8pPr>
            <a:lvl9pPr indent="-292100" lvl="8" marL="4114800" algn="ctr">
              <a:spcBef>
                <a:spcPts val="0"/>
              </a:spcBef>
              <a:spcAft>
                <a:spcPts val="0"/>
              </a:spcAft>
              <a:buClr>
                <a:srgbClr val="FFFFFF"/>
              </a:buClr>
              <a:buSzPts val="1000"/>
              <a:buChar char="■"/>
              <a:defRPr sz="1000">
                <a:solidFill>
                  <a:srgbClr val="FFFFFF"/>
                </a:solidFill>
              </a:defRPr>
            </a:lvl9pPr>
          </a:lstStyle>
          <a:p/>
        </p:txBody>
      </p:sp>
      <p:sp>
        <p:nvSpPr>
          <p:cNvPr id="13670" name="Google Shape;13670;p227"/>
          <p:cNvSpPr txBox="1"/>
          <p:nvPr/>
        </p:nvSpPr>
        <p:spPr>
          <a:xfrm>
            <a:off x="84825" y="598125"/>
            <a:ext cx="595500" cy="205800"/>
          </a:xfrm>
          <a:prstGeom prst="rect">
            <a:avLst/>
          </a:prstGeom>
          <a:noFill/>
          <a:ln>
            <a:noFill/>
          </a:ln>
        </p:spPr>
        <p:txBody>
          <a:bodyPr anchorCtr="0" anchor="t" bIns="18000" lIns="18000" spcFirstLastPara="1" rIns="18000" wrap="square" tIns="18000">
            <a:spAutoFit/>
          </a:bodyPr>
          <a:lstStyle/>
          <a:p>
            <a:pPr indent="0" lvl="0" marL="0" rtl="0" algn="l">
              <a:spcBef>
                <a:spcPts val="0"/>
              </a:spcBef>
              <a:spcAft>
                <a:spcPts val="0"/>
              </a:spcAft>
              <a:buNone/>
            </a:pPr>
            <a:r>
              <a:rPr lang="es-419" sz="1100">
                <a:solidFill>
                  <a:srgbClr val="FFFFFF"/>
                </a:solidFill>
              </a:rPr>
              <a:t>Nombre:</a:t>
            </a:r>
            <a:endParaRPr sz="1100">
              <a:solidFill>
                <a:srgbClr val="FFFFFF"/>
              </a:solidFill>
            </a:endParaRPr>
          </a:p>
        </p:txBody>
      </p:sp>
    </p:spTree>
  </p:cSld>
  <p:clrMapOvr>
    <a:masterClrMapping/>
  </p:clrMapOvr>
</p:sldLayout>
</file>

<file path=ppt/slideLayouts/slideLayout2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3 Perfil Cliente">
  <p:cSld name="TITLE_3_6_1_1_1_1_1_1_1_1_1">
    <p:spTree>
      <p:nvGrpSpPr>
        <p:cNvPr id="13671" name="Shape 13671"/>
        <p:cNvGrpSpPr/>
        <p:nvPr/>
      </p:nvGrpSpPr>
      <p:grpSpPr>
        <a:xfrm>
          <a:off x="0" y="0"/>
          <a:ext cx="0" cy="0"/>
          <a:chOff x="0" y="0"/>
          <a:chExt cx="0" cy="0"/>
        </a:xfrm>
      </p:grpSpPr>
      <p:sp>
        <p:nvSpPr>
          <p:cNvPr id="13672" name="Google Shape;13672;p228"/>
          <p:cNvSpPr/>
          <p:nvPr/>
        </p:nvSpPr>
        <p:spPr>
          <a:xfrm>
            <a:off x="97888" y="377012"/>
            <a:ext cx="9893400" cy="296700"/>
          </a:xfrm>
          <a:prstGeom prst="roundRect">
            <a:avLst>
              <a:gd fmla="val 22902" name="adj"/>
            </a:avLst>
          </a:prstGeom>
          <a:solidFill>
            <a:srgbClr val="F3F3F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13673" name="Google Shape;13673;p228"/>
          <p:cNvSpPr/>
          <p:nvPr/>
        </p:nvSpPr>
        <p:spPr>
          <a:xfrm>
            <a:off x="77688" y="358938"/>
            <a:ext cx="9935700" cy="6438000"/>
          </a:xfrm>
          <a:prstGeom prst="roundRect">
            <a:avLst>
              <a:gd fmla="val 2618" name="adj"/>
            </a:avLst>
          </a:prstGeom>
          <a:solidFill>
            <a:srgbClr val="FFFFFF"/>
          </a:solidFill>
          <a:ln cap="flat" cmpd="sng" w="38100">
            <a:solidFill>
              <a:srgbClr val="000000"/>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3674" name="Google Shape;13674;p228"/>
          <p:cNvCxnSpPr/>
          <p:nvPr/>
        </p:nvCxnSpPr>
        <p:spPr>
          <a:xfrm>
            <a:off x="77688" y="772614"/>
            <a:ext cx="9935700" cy="0"/>
          </a:xfrm>
          <a:prstGeom prst="straightConnector1">
            <a:avLst/>
          </a:prstGeom>
          <a:noFill/>
          <a:ln cap="flat" cmpd="sng" w="19050">
            <a:solidFill>
              <a:srgbClr val="000000"/>
            </a:solidFill>
            <a:prstDash val="solid"/>
            <a:round/>
            <a:headEnd len="med" w="med" type="none"/>
            <a:tailEnd len="med" w="med" type="none"/>
          </a:ln>
        </p:spPr>
      </p:cxnSp>
      <p:cxnSp>
        <p:nvCxnSpPr>
          <p:cNvPr id="13675" name="Google Shape;13675;p228"/>
          <p:cNvCxnSpPr/>
          <p:nvPr/>
        </p:nvCxnSpPr>
        <p:spPr>
          <a:xfrm rot="10800000">
            <a:off x="2439038" y="368188"/>
            <a:ext cx="0" cy="402300"/>
          </a:xfrm>
          <a:prstGeom prst="straightConnector1">
            <a:avLst/>
          </a:prstGeom>
          <a:noFill/>
          <a:ln cap="flat" cmpd="sng" w="19050">
            <a:solidFill>
              <a:srgbClr val="000000"/>
            </a:solidFill>
            <a:prstDash val="solid"/>
            <a:round/>
            <a:headEnd len="med" w="med" type="none"/>
            <a:tailEnd len="med" w="med" type="none"/>
          </a:ln>
        </p:spPr>
      </p:cxnSp>
      <p:sp>
        <p:nvSpPr>
          <p:cNvPr id="13676" name="Google Shape;13676;p228"/>
          <p:cNvSpPr/>
          <p:nvPr/>
        </p:nvSpPr>
        <p:spPr>
          <a:xfrm>
            <a:off x="77688" y="349338"/>
            <a:ext cx="2361300" cy="421200"/>
          </a:xfrm>
          <a:prstGeom prst="roundRect">
            <a:avLst>
              <a:gd fmla="val 50000" name="adj"/>
            </a:avLst>
          </a:prstGeom>
          <a:solidFill>
            <a:srgbClr val="000000"/>
          </a:solidFill>
          <a:ln cap="flat" cmpd="sng" w="9525">
            <a:solidFill>
              <a:srgbClr val="000000"/>
            </a:solidFill>
            <a:prstDash val="solid"/>
            <a:round/>
            <a:headEnd len="sm" w="sm" type="none"/>
            <a:tailEnd len="sm" w="sm" type="none"/>
          </a:ln>
        </p:spPr>
        <p:txBody>
          <a:bodyPr anchorCtr="0" anchor="ctr" bIns="91425" lIns="0" spcFirstLastPara="1" rIns="0" wrap="square" tIns="91425">
            <a:noAutofit/>
          </a:bodyPr>
          <a:lstStyle/>
          <a:p>
            <a:pPr indent="0" lvl="0" marL="0" rtl="0" algn="ctr">
              <a:spcBef>
                <a:spcPts val="0"/>
              </a:spcBef>
              <a:spcAft>
                <a:spcPts val="0"/>
              </a:spcAft>
              <a:buNone/>
            </a:pPr>
            <a:r>
              <a:rPr b="1" lang="es-419" sz="1100">
                <a:solidFill>
                  <a:srgbClr val="FFFFFF"/>
                </a:solidFill>
              </a:rPr>
              <a:t>Perfil Cliente</a:t>
            </a:r>
            <a:endParaRPr b="1" sz="1100">
              <a:solidFill>
                <a:srgbClr val="FFFFFF"/>
              </a:solidFill>
            </a:endParaRPr>
          </a:p>
          <a:p>
            <a:pPr indent="0" lvl="0" marL="0" rtl="0" algn="ctr">
              <a:spcBef>
                <a:spcPts val="0"/>
              </a:spcBef>
              <a:spcAft>
                <a:spcPts val="0"/>
              </a:spcAft>
              <a:buNone/>
            </a:pPr>
            <a:r>
              <a:t/>
            </a:r>
            <a:endParaRPr b="1" sz="1200">
              <a:solidFill>
                <a:srgbClr val="FFFFFF"/>
              </a:solidFill>
            </a:endParaRPr>
          </a:p>
        </p:txBody>
      </p:sp>
      <p:sp>
        <p:nvSpPr>
          <p:cNvPr id="13677" name="Google Shape;13677;p228"/>
          <p:cNvSpPr/>
          <p:nvPr/>
        </p:nvSpPr>
        <p:spPr>
          <a:xfrm>
            <a:off x="83988" y="595504"/>
            <a:ext cx="190200" cy="1692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8" name="Google Shape;13678;p228"/>
          <p:cNvSpPr/>
          <p:nvPr/>
        </p:nvSpPr>
        <p:spPr>
          <a:xfrm>
            <a:off x="2350598" y="358950"/>
            <a:ext cx="88500" cy="4023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9" name="Google Shape;13679;p228"/>
          <p:cNvSpPr/>
          <p:nvPr/>
        </p:nvSpPr>
        <p:spPr>
          <a:xfrm>
            <a:off x="2277739" y="663750"/>
            <a:ext cx="88500" cy="1089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0" name="Google Shape;13680;p228"/>
          <p:cNvSpPr/>
          <p:nvPr/>
        </p:nvSpPr>
        <p:spPr>
          <a:xfrm>
            <a:off x="3477925" y="1396265"/>
            <a:ext cx="6172500" cy="554100"/>
          </a:xfrm>
          <a:prstGeom prst="roundRect">
            <a:avLst>
              <a:gd fmla="val 6541"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1" name="Google Shape;13681;p228"/>
          <p:cNvSpPr txBox="1"/>
          <p:nvPr/>
        </p:nvSpPr>
        <p:spPr>
          <a:xfrm>
            <a:off x="454807" y="1362662"/>
            <a:ext cx="3000000" cy="540000"/>
          </a:xfrm>
          <a:prstGeom prst="rect">
            <a:avLst/>
          </a:prstGeom>
          <a:noFill/>
          <a:ln>
            <a:noFill/>
          </a:ln>
        </p:spPr>
        <p:txBody>
          <a:bodyPr anchorCtr="0" anchor="t" bIns="54000" lIns="54000" spcFirstLastPara="1" rIns="54000" wrap="square" tIns="54000">
            <a:spAutoFit/>
          </a:bodyPr>
          <a:lstStyle/>
          <a:p>
            <a:pPr indent="0" lvl="0" marL="0" rtl="0" algn="r">
              <a:spcBef>
                <a:spcPts val="0"/>
              </a:spcBef>
              <a:spcAft>
                <a:spcPts val="0"/>
              </a:spcAft>
              <a:buNone/>
            </a:pPr>
            <a:r>
              <a:rPr b="1" lang="es-419" sz="1000">
                <a:solidFill>
                  <a:schemeClr val="dk1"/>
                </a:solidFill>
                <a:latin typeface="Arvo"/>
                <a:ea typeface="Arvo"/>
                <a:cs typeface="Arvo"/>
                <a:sym typeface="Arvo"/>
              </a:rPr>
              <a:t>Representante </a:t>
            </a:r>
            <a:endParaRPr b="1" sz="1000">
              <a:solidFill>
                <a:schemeClr val="dk1"/>
              </a:solidFill>
              <a:latin typeface="Arvo"/>
              <a:ea typeface="Arvo"/>
              <a:cs typeface="Arvo"/>
              <a:sym typeface="Arvo"/>
            </a:endParaRPr>
          </a:p>
          <a:p>
            <a:pPr indent="0" lvl="0" marL="0" rtl="0" algn="r">
              <a:spcBef>
                <a:spcPts val="0"/>
              </a:spcBef>
              <a:spcAft>
                <a:spcPts val="0"/>
              </a:spcAft>
              <a:buNone/>
            </a:pPr>
            <a:r>
              <a:rPr i="1" lang="es-419" sz="600">
                <a:solidFill>
                  <a:schemeClr val="dk1"/>
                </a:solidFill>
                <a:latin typeface="Arvo"/>
                <a:ea typeface="Arvo"/>
                <a:cs typeface="Arvo"/>
                <a:sym typeface="Arvo"/>
              </a:rPr>
              <a:t>&lt;[Quién es el representante de las partes interesadas del proyecto?  (Esto es opcional, si está documentado en otro lugar.) Lo que queremos aquí son nombres.]&gt;</a:t>
            </a:r>
            <a:endParaRPr i="1" sz="600">
              <a:solidFill>
                <a:schemeClr val="dk1"/>
              </a:solidFill>
              <a:latin typeface="Arvo"/>
              <a:ea typeface="Arvo"/>
              <a:cs typeface="Arvo"/>
              <a:sym typeface="Arvo"/>
            </a:endParaRPr>
          </a:p>
        </p:txBody>
      </p:sp>
      <p:sp>
        <p:nvSpPr>
          <p:cNvPr id="13682" name="Google Shape;13682;p228"/>
          <p:cNvSpPr txBox="1"/>
          <p:nvPr/>
        </p:nvSpPr>
        <p:spPr>
          <a:xfrm>
            <a:off x="480000" y="2076645"/>
            <a:ext cx="3000000" cy="431100"/>
          </a:xfrm>
          <a:prstGeom prst="rect">
            <a:avLst/>
          </a:prstGeom>
          <a:noFill/>
          <a:ln>
            <a:noFill/>
          </a:ln>
        </p:spPr>
        <p:txBody>
          <a:bodyPr anchorCtr="0" anchor="t" bIns="91425" lIns="91425" spcFirstLastPara="1" rIns="91425" wrap="square" tIns="91425">
            <a:spAutoFit/>
          </a:bodyPr>
          <a:lstStyle/>
          <a:p>
            <a:pPr indent="0" lvl="0" marL="0" rtl="0" algn="r">
              <a:spcBef>
                <a:spcPts val="0"/>
              </a:spcBef>
              <a:spcAft>
                <a:spcPts val="0"/>
              </a:spcAft>
              <a:buNone/>
            </a:pPr>
            <a:r>
              <a:rPr b="1" lang="es-419" sz="1000">
                <a:solidFill>
                  <a:schemeClr val="dk1"/>
                </a:solidFill>
                <a:latin typeface="Arvo"/>
                <a:ea typeface="Arvo"/>
                <a:cs typeface="Arvo"/>
                <a:sym typeface="Arvo"/>
              </a:rPr>
              <a:t>Descripción</a:t>
            </a:r>
            <a:endParaRPr b="1" sz="1000">
              <a:solidFill>
                <a:schemeClr val="dk1"/>
              </a:solidFill>
              <a:latin typeface="Roboto"/>
              <a:ea typeface="Roboto"/>
              <a:cs typeface="Roboto"/>
              <a:sym typeface="Roboto"/>
            </a:endParaRPr>
          </a:p>
          <a:p>
            <a:pPr indent="0" lvl="0" marL="0" rtl="0" algn="r">
              <a:spcBef>
                <a:spcPts val="0"/>
              </a:spcBef>
              <a:spcAft>
                <a:spcPts val="0"/>
              </a:spcAft>
              <a:buNone/>
            </a:pPr>
            <a:r>
              <a:rPr i="1" lang="es-419" sz="600">
                <a:solidFill>
                  <a:schemeClr val="dk1"/>
                </a:solidFill>
                <a:latin typeface="Arvo"/>
                <a:ea typeface="Arvo"/>
                <a:cs typeface="Arvo"/>
                <a:sym typeface="Arvo"/>
              </a:rPr>
              <a:t>&lt;[Breve descripción del tipo de actor.]&gt;</a:t>
            </a:r>
            <a:endParaRPr i="1"/>
          </a:p>
        </p:txBody>
      </p:sp>
      <p:sp>
        <p:nvSpPr>
          <p:cNvPr id="13683" name="Google Shape;13683;p228"/>
          <p:cNvSpPr txBox="1"/>
          <p:nvPr/>
        </p:nvSpPr>
        <p:spPr>
          <a:xfrm>
            <a:off x="480000" y="2737550"/>
            <a:ext cx="3000000" cy="431100"/>
          </a:xfrm>
          <a:prstGeom prst="rect">
            <a:avLst/>
          </a:prstGeom>
          <a:noFill/>
          <a:ln>
            <a:noFill/>
          </a:ln>
        </p:spPr>
        <p:txBody>
          <a:bodyPr anchorCtr="0" anchor="t" bIns="91425" lIns="91425" spcFirstLastPara="1" rIns="91425" wrap="square" tIns="91425">
            <a:spAutoFit/>
          </a:bodyPr>
          <a:lstStyle/>
          <a:p>
            <a:pPr indent="0" lvl="0" marL="0" rtl="0" algn="r">
              <a:spcBef>
                <a:spcPts val="0"/>
              </a:spcBef>
              <a:spcAft>
                <a:spcPts val="0"/>
              </a:spcAft>
              <a:buNone/>
            </a:pPr>
            <a:r>
              <a:rPr b="1" lang="es-419" sz="1000">
                <a:solidFill>
                  <a:schemeClr val="dk1"/>
                </a:solidFill>
                <a:latin typeface="Arvo"/>
                <a:ea typeface="Arvo"/>
                <a:cs typeface="Arvo"/>
                <a:sym typeface="Arvo"/>
              </a:rPr>
              <a:t>Tipo</a:t>
            </a:r>
            <a:endParaRPr b="1" sz="1000">
              <a:solidFill>
                <a:schemeClr val="dk1"/>
              </a:solidFill>
              <a:latin typeface="Arvo"/>
              <a:ea typeface="Arvo"/>
              <a:cs typeface="Arvo"/>
              <a:sym typeface="Arvo"/>
            </a:endParaRPr>
          </a:p>
          <a:p>
            <a:pPr indent="0" lvl="0" marL="0" rtl="0" algn="r">
              <a:spcBef>
                <a:spcPts val="0"/>
              </a:spcBef>
              <a:spcAft>
                <a:spcPts val="0"/>
              </a:spcAft>
              <a:buNone/>
            </a:pPr>
            <a:r>
              <a:rPr i="1" lang="es-419" sz="600">
                <a:solidFill>
                  <a:schemeClr val="dk1"/>
                </a:solidFill>
                <a:latin typeface="Arvo"/>
                <a:ea typeface="Arvo"/>
                <a:cs typeface="Arvo"/>
                <a:sym typeface="Arvo"/>
              </a:rPr>
              <a:t>&lt;[Califique la experiencia y los antecedentes de las partes interesadas]&gt;</a:t>
            </a:r>
            <a:endParaRPr i="1"/>
          </a:p>
        </p:txBody>
      </p:sp>
      <p:sp>
        <p:nvSpPr>
          <p:cNvPr id="13684" name="Google Shape;13684;p228"/>
          <p:cNvSpPr txBox="1"/>
          <p:nvPr/>
        </p:nvSpPr>
        <p:spPr>
          <a:xfrm>
            <a:off x="480000" y="3352800"/>
            <a:ext cx="3000000" cy="431100"/>
          </a:xfrm>
          <a:prstGeom prst="rect">
            <a:avLst/>
          </a:prstGeom>
          <a:noFill/>
          <a:ln>
            <a:noFill/>
          </a:ln>
        </p:spPr>
        <p:txBody>
          <a:bodyPr anchorCtr="0" anchor="t" bIns="91425" lIns="91425" spcFirstLastPara="1" rIns="91425" wrap="square" tIns="91425">
            <a:spAutoFit/>
          </a:bodyPr>
          <a:lstStyle/>
          <a:p>
            <a:pPr indent="0" lvl="0" marL="0" rtl="0" algn="r">
              <a:spcBef>
                <a:spcPts val="0"/>
              </a:spcBef>
              <a:spcAft>
                <a:spcPts val="0"/>
              </a:spcAft>
              <a:buNone/>
            </a:pPr>
            <a:r>
              <a:rPr b="1" lang="es-419" sz="1000">
                <a:solidFill>
                  <a:schemeClr val="dk1"/>
                </a:solidFill>
                <a:latin typeface="Arvo"/>
                <a:ea typeface="Arvo"/>
                <a:cs typeface="Arvo"/>
                <a:sym typeface="Arvo"/>
              </a:rPr>
              <a:t>Criterios de Éxito</a:t>
            </a:r>
            <a:endParaRPr b="1" sz="1000">
              <a:solidFill>
                <a:schemeClr val="dk1"/>
              </a:solidFill>
              <a:latin typeface="Arvo"/>
              <a:ea typeface="Arvo"/>
              <a:cs typeface="Arvo"/>
              <a:sym typeface="Arvo"/>
            </a:endParaRPr>
          </a:p>
          <a:p>
            <a:pPr indent="0" lvl="0" marL="0" rtl="0" algn="r">
              <a:spcBef>
                <a:spcPts val="0"/>
              </a:spcBef>
              <a:spcAft>
                <a:spcPts val="0"/>
              </a:spcAft>
              <a:buNone/>
            </a:pPr>
            <a:r>
              <a:rPr i="1" lang="es-419" sz="600">
                <a:solidFill>
                  <a:schemeClr val="dk1"/>
                </a:solidFill>
                <a:latin typeface="Arvo"/>
                <a:ea typeface="Arvo"/>
                <a:cs typeface="Arvo"/>
                <a:sym typeface="Arvo"/>
              </a:rPr>
              <a:t>&lt;[¿Cómo define el el actor el éxito?¿Cómo se recompensa el interesado?]&gt;</a:t>
            </a:r>
            <a:endParaRPr i="1"/>
          </a:p>
        </p:txBody>
      </p:sp>
      <p:sp>
        <p:nvSpPr>
          <p:cNvPr id="13685" name="Google Shape;13685;p228"/>
          <p:cNvSpPr txBox="1"/>
          <p:nvPr/>
        </p:nvSpPr>
        <p:spPr>
          <a:xfrm>
            <a:off x="480000" y="4013407"/>
            <a:ext cx="3000000" cy="615600"/>
          </a:xfrm>
          <a:prstGeom prst="rect">
            <a:avLst/>
          </a:prstGeom>
          <a:noFill/>
          <a:ln>
            <a:noFill/>
          </a:ln>
        </p:spPr>
        <p:txBody>
          <a:bodyPr anchorCtr="0" anchor="t" bIns="91425" lIns="91425" spcFirstLastPara="1" rIns="91425" wrap="square" tIns="91425">
            <a:spAutoFit/>
          </a:bodyPr>
          <a:lstStyle/>
          <a:p>
            <a:pPr indent="0" lvl="0" marL="0" rtl="0" algn="r">
              <a:spcBef>
                <a:spcPts val="0"/>
              </a:spcBef>
              <a:spcAft>
                <a:spcPts val="0"/>
              </a:spcAft>
              <a:buNone/>
            </a:pPr>
            <a:r>
              <a:rPr b="1" lang="es-419" sz="1000">
                <a:solidFill>
                  <a:schemeClr val="dk1"/>
                </a:solidFill>
                <a:latin typeface="Arvo"/>
                <a:ea typeface="Arvo"/>
                <a:cs typeface="Arvo"/>
                <a:sym typeface="Arvo"/>
              </a:rPr>
              <a:t>Intervención</a:t>
            </a:r>
            <a:endParaRPr b="1" sz="1000">
              <a:solidFill>
                <a:schemeClr val="dk1"/>
              </a:solidFill>
              <a:latin typeface="Arvo"/>
              <a:ea typeface="Arvo"/>
              <a:cs typeface="Arvo"/>
              <a:sym typeface="Arvo"/>
            </a:endParaRPr>
          </a:p>
          <a:p>
            <a:pPr indent="0" lvl="0" marL="0" rtl="0" algn="r">
              <a:spcBef>
                <a:spcPts val="0"/>
              </a:spcBef>
              <a:spcAft>
                <a:spcPts val="0"/>
              </a:spcAft>
              <a:buNone/>
            </a:pPr>
            <a:r>
              <a:rPr i="1" lang="es-419" sz="600">
                <a:solidFill>
                  <a:schemeClr val="dk1"/>
                </a:solidFill>
                <a:latin typeface="Arvo"/>
                <a:ea typeface="Arvo"/>
                <a:cs typeface="Arvo"/>
                <a:sym typeface="Arvo"/>
              </a:rPr>
              <a:t> &lt;[</a:t>
            </a:r>
            <a:r>
              <a:rPr i="1" lang="es-419" sz="600">
                <a:solidFill>
                  <a:srgbClr val="202124"/>
                </a:solidFill>
                <a:latin typeface="Arvo"/>
                <a:ea typeface="Arvo"/>
                <a:cs typeface="Arvo"/>
                <a:sym typeface="Arvo"/>
              </a:rPr>
              <a:t>¿Cómo participa la parte interesada en el proyecto? Relacionarse, cuando sea posible, con los roles de Rational Unified Process, es decir, Revisor de modelos de casos de uso empresarial, etc.</a:t>
            </a:r>
            <a:r>
              <a:rPr i="1" lang="es-419" sz="600">
                <a:solidFill>
                  <a:schemeClr val="dk1"/>
                </a:solidFill>
                <a:latin typeface="Arvo"/>
                <a:ea typeface="Arvo"/>
                <a:cs typeface="Arvo"/>
                <a:sym typeface="Arvo"/>
              </a:rPr>
              <a:t>]&gt;</a:t>
            </a:r>
            <a:endParaRPr i="1"/>
          </a:p>
        </p:txBody>
      </p:sp>
      <p:sp>
        <p:nvSpPr>
          <p:cNvPr id="13686" name="Google Shape;13686;p228"/>
          <p:cNvSpPr txBox="1"/>
          <p:nvPr/>
        </p:nvSpPr>
        <p:spPr>
          <a:xfrm>
            <a:off x="480000" y="4686610"/>
            <a:ext cx="3000000" cy="646500"/>
          </a:xfrm>
          <a:prstGeom prst="rect">
            <a:avLst/>
          </a:prstGeom>
          <a:noFill/>
          <a:ln>
            <a:noFill/>
          </a:ln>
        </p:spPr>
        <p:txBody>
          <a:bodyPr anchorCtr="0" anchor="t" bIns="91425" lIns="91425" spcFirstLastPara="1" rIns="91425" wrap="square" tIns="91425">
            <a:spAutoFit/>
          </a:bodyPr>
          <a:lstStyle/>
          <a:p>
            <a:pPr indent="0" lvl="0" marL="0" rtl="0" algn="r">
              <a:spcBef>
                <a:spcPts val="0"/>
              </a:spcBef>
              <a:spcAft>
                <a:spcPts val="0"/>
              </a:spcAft>
              <a:buNone/>
            </a:pPr>
            <a:r>
              <a:rPr b="1" lang="es-419" sz="1000">
                <a:solidFill>
                  <a:schemeClr val="dk1"/>
                </a:solidFill>
                <a:latin typeface="Arvo"/>
                <a:ea typeface="Arvo"/>
                <a:cs typeface="Arvo"/>
                <a:sym typeface="Arvo"/>
              </a:rPr>
              <a:t>Entregables </a:t>
            </a:r>
            <a:r>
              <a:rPr b="1" lang="es-419" sz="1200">
                <a:solidFill>
                  <a:schemeClr val="dk1"/>
                </a:solidFill>
                <a:latin typeface="Arvo"/>
                <a:ea typeface="Arvo"/>
                <a:cs typeface="Arvo"/>
                <a:sym typeface="Arvo"/>
              </a:rPr>
              <a:t>                                                         </a:t>
            </a:r>
            <a:r>
              <a:rPr i="1" lang="es-419" sz="1200">
                <a:solidFill>
                  <a:schemeClr val="dk1"/>
                </a:solidFill>
                <a:latin typeface="Arvo"/>
                <a:ea typeface="Arvo"/>
                <a:cs typeface="Arvo"/>
                <a:sym typeface="Arvo"/>
              </a:rPr>
              <a:t> </a:t>
            </a:r>
            <a:r>
              <a:rPr i="1" lang="es-419" sz="600">
                <a:solidFill>
                  <a:schemeClr val="dk1"/>
                </a:solidFill>
                <a:latin typeface="Arvo"/>
                <a:ea typeface="Arvo"/>
                <a:cs typeface="Arvo"/>
                <a:sym typeface="Arvo"/>
              </a:rPr>
              <a:t>&lt;[</a:t>
            </a:r>
            <a:r>
              <a:rPr i="1" lang="es-419" sz="600">
                <a:solidFill>
                  <a:srgbClr val="202124"/>
                </a:solidFill>
                <a:latin typeface="Arvo"/>
                <a:ea typeface="Arvo"/>
                <a:cs typeface="Arvo"/>
                <a:sym typeface="Arvo"/>
              </a:rPr>
              <a:t>¿Hay entregables adicionales requeridos por las partes interesadas? Estos podrían ser entregables del proyecto o resultados del sistema en desarrollo.</a:t>
            </a:r>
            <a:r>
              <a:rPr i="1" lang="es-419" sz="600">
                <a:solidFill>
                  <a:schemeClr val="dk1"/>
                </a:solidFill>
                <a:latin typeface="Arvo"/>
                <a:ea typeface="Arvo"/>
                <a:cs typeface="Arvo"/>
                <a:sym typeface="Arvo"/>
              </a:rPr>
              <a:t>]&gt;</a:t>
            </a:r>
            <a:endParaRPr i="1"/>
          </a:p>
        </p:txBody>
      </p:sp>
      <p:sp>
        <p:nvSpPr>
          <p:cNvPr id="13687" name="Google Shape;13687;p228"/>
          <p:cNvSpPr txBox="1"/>
          <p:nvPr/>
        </p:nvSpPr>
        <p:spPr>
          <a:xfrm>
            <a:off x="480000" y="5444423"/>
            <a:ext cx="3000000" cy="523200"/>
          </a:xfrm>
          <a:prstGeom prst="rect">
            <a:avLst/>
          </a:prstGeom>
          <a:noFill/>
          <a:ln>
            <a:noFill/>
          </a:ln>
        </p:spPr>
        <p:txBody>
          <a:bodyPr anchorCtr="0" anchor="t" bIns="91425" lIns="91425" spcFirstLastPara="1" rIns="91425" wrap="square" tIns="91425">
            <a:spAutoFit/>
          </a:bodyPr>
          <a:lstStyle/>
          <a:p>
            <a:pPr indent="0" lvl="0" marL="0" rtl="0" algn="r">
              <a:spcBef>
                <a:spcPts val="0"/>
              </a:spcBef>
              <a:spcAft>
                <a:spcPts val="0"/>
              </a:spcAft>
              <a:buNone/>
            </a:pPr>
            <a:r>
              <a:rPr b="1" lang="es-419" sz="1000">
                <a:solidFill>
                  <a:schemeClr val="dk1"/>
                </a:solidFill>
                <a:latin typeface="Arvo"/>
                <a:ea typeface="Arvo"/>
                <a:cs typeface="Arvo"/>
                <a:sym typeface="Arvo"/>
              </a:rPr>
              <a:t>Comentarios y problemas</a:t>
            </a:r>
            <a:endParaRPr b="1" sz="1000">
              <a:solidFill>
                <a:schemeClr val="dk1"/>
              </a:solidFill>
              <a:latin typeface="Roboto"/>
              <a:ea typeface="Roboto"/>
              <a:cs typeface="Roboto"/>
              <a:sym typeface="Roboto"/>
            </a:endParaRPr>
          </a:p>
          <a:p>
            <a:pPr indent="0" lvl="0" marL="0" rtl="0" algn="r">
              <a:spcBef>
                <a:spcPts val="0"/>
              </a:spcBef>
              <a:spcAft>
                <a:spcPts val="0"/>
              </a:spcAft>
              <a:buNone/>
            </a:pPr>
            <a:r>
              <a:rPr i="1" lang="es-419" sz="600">
                <a:solidFill>
                  <a:schemeClr val="dk1"/>
                </a:solidFill>
                <a:latin typeface="Arvo"/>
                <a:ea typeface="Arvo"/>
                <a:cs typeface="Arvo"/>
                <a:sym typeface="Arvo"/>
              </a:rPr>
              <a:t>&lt;[</a:t>
            </a:r>
            <a:r>
              <a:rPr i="1" lang="es-419" sz="600">
                <a:solidFill>
                  <a:srgbClr val="202124"/>
                </a:solidFill>
                <a:latin typeface="Arvo"/>
                <a:ea typeface="Arvo"/>
                <a:cs typeface="Arvo"/>
                <a:sym typeface="Arvo"/>
              </a:rPr>
              <a:t>Los problemas que interfieren con el éxito y cualquier otra información relevante van aquí.</a:t>
            </a:r>
            <a:r>
              <a:rPr lang="es-419" sz="600">
                <a:solidFill>
                  <a:schemeClr val="dk1"/>
                </a:solidFill>
                <a:latin typeface="Arvo"/>
                <a:ea typeface="Arvo"/>
                <a:cs typeface="Arvo"/>
                <a:sym typeface="Arvo"/>
              </a:rPr>
              <a:t>.]&gt;</a:t>
            </a:r>
            <a:endParaRPr>
              <a:solidFill>
                <a:schemeClr val="dk1"/>
              </a:solidFill>
            </a:endParaRPr>
          </a:p>
        </p:txBody>
      </p:sp>
      <p:sp>
        <p:nvSpPr>
          <p:cNvPr id="13688" name="Google Shape;13688;p228"/>
          <p:cNvSpPr/>
          <p:nvPr/>
        </p:nvSpPr>
        <p:spPr>
          <a:xfrm>
            <a:off x="3477925" y="2102174"/>
            <a:ext cx="6172500" cy="554100"/>
          </a:xfrm>
          <a:prstGeom prst="roundRect">
            <a:avLst>
              <a:gd fmla="val 6541"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9" name="Google Shape;13689;p228"/>
          <p:cNvSpPr/>
          <p:nvPr/>
        </p:nvSpPr>
        <p:spPr>
          <a:xfrm>
            <a:off x="3477925" y="2783750"/>
            <a:ext cx="6172500" cy="461700"/>
          </a:xfrm>
          <a:prstGeom prst="roundRect">
            <a:avLst>
              <a:gd fmla="val 6541"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0" name="Google Shape;13690;p228"/>
          <p:cNvSpPr/>
          <p:nvPr/>
        </p:nvSpPr>
        <p:spPr>
          <a:xfrm>
            <a:off x="3477925" y="3361210"/>
            <a:ext cx="6172500" cy="554100"/>
          </a:xfrm>
          <a:prstGeom prst="roundRect">
            <a:avLst>
              <a:gd fmla="val 6541"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1" name="Google Shape;13691;p228"/>
          <p:cNvSpPr/>
          <p:nvPr/>
        </p:nvSpPr>
        <p:spPr>
          <a:xfrm>
            <a:off x="3477925" y="4068017"/>
            <a:ext cx="6172500" cy="554100"/>
          </a:xfrm>
          <a:prstGeom prst="roundRect">
            <a:avLst>
              <a:gd fmla="val 6541"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2" name="Google Shape;13692;p228"/>
          <p:cNvSpPr/>
          <p:nvPr/>
        </p:nvSpPr>
        <p:spPr>
          <a:xfrm>
            <a:off x="3477925" y="4779010"/>
            <a:ext cx="6172500" cy="554100"/>
          </a:xfrm>
          <a:prstGeom prst="roundRect">
            <a:avLst>
              <a:gd fmla="val 6541"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3" name="Google Shape;13693;p228"/>
          <p:cNvSpPr/>
          <p:nvPr/>
        </p:nvSpPr>
        <p:spPr>
          <a:xfrm>
            <a:off x="3477925" y="5494810"/>
            <a:ext cx="6172500" cy="554100"/>
          </a:xfrm>
          <a:prstGeom prst="roundRect">
            <a:avLst>
              <a:gd fmla="val 6541"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4" name="Google Shape;13694;p228"/>
          <p:cNvSpPr txBox="1"/>
          <p:nvPr>
            <p:ph idx="1" type="subTitle"/>
          </p:nvPr>
        </p:nvSpPr>
        <p:spPr>
          <a:xfrm>
            <a:off x="3470925" y="1390468"/>
            <a:ext cx="6172500" cy="570900"/>
          </a:xfrm>
          <a:prstGeom prst="rect">
            <a:avLst/>
          </a:prstGeom>
          <a:noFill/>
          <a:ln>
            <a:noFill/>
          </a:ln>
        </p:spPr>
        <p:txBody>
          <a:bodyPr anchorCtr="0" anchor="ctr" bIns="36000" lIns="36000" spcFirstLastPara="1" rIns="36000" wrap="square" tIns="36000">
            <a:noAutofit/>
          </a:bodyPr>
          <a:lstStyle>
            <a:lvl1pPr lvl="0">
              <a:lnSpc>
                <a:spcPct val="90000"/>
              </a:lnSpc>
              <a:spcBef>
                <a:spcPts val="0"/>
              </a:spcBef>
              <a:spcAft>
                <a:spcPts val="0"/>
              </a:spcAft>
              <a:buClr>
                <a:srgbClr val="000000"/>
              </a:buClr>
              <a:buSzPts val="1000"/>
              <a:buFont typeface="Arvo"/>
              <a:buNone/>
              <a:defRPr sz="10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1000"/>
              <a:buNone/>
              <a:defRPr sz="1000">
                <a:solidFill>
                  <a:srgbClr val="000000"/>
                </a:solidFill>
              </a:defRPr>
            </a:lvl2pPr>
            <a:lvl3pPr lvl="2">
              <a:lnSpc>
                <a:spcPct val="90000"/>
              </a:lnSpc>
              <a:spcBef>
                <a:spcPts val="0"/>
              </a:spcBef>
              <a:spcAft>
                <a:spcPts val="0"/>
              </a:spcAft>
              <a:buClr>
                <a:srgbClr val="000000"/>
              </a:buClr>
              <a:buSzPts val="1000"/>
              <a:buNone/>
              <a:defRPr sz="1000">
                <a:solidFill>
                  <a:srgbClr val="000000"/>
                </a:solidFill>
              </a:defRPr>
            </a:lvl3pPr>
            <a:lvl4pPr lvl="3">
              <a:lnSpc>
                <a:spcPct val="90000"/>
              </a:lnSpc>
              <a:spcBef>
                <a:spcPts val="0"/>
              </a:spcBef>
              <a:spcAft>
                <a:spcPts val="0"/>
              </a:spcAft>
              <a:buClr>
                <a:srgbClr val="000000"/>
              </a:buClr>
              <a:buSzPts val="1000"/>
              <a:buNone/>
              <a:defRPr sz="1000">
                <a:solidFill>
                  <a:srgbClr val="000000"/>
                </a:solidFill>
              </a:defRPr>
            </a:lvl4pPr>
            <a:lvl5pPr lvl="4">
              <a:lnSpc>
                <a:spcPct val="90000"/>
              </a:lnSpc>
              <a:spcBef>
                <a:spcPts val="0"/>
              </a:spcBef>
              <a:spcAft>
                <a:spcPts val="0"/>
              </a:spcAft>
              <a:buClr>
                <a:srgbClr val="000000"/>
              </a:buClr>
              <a:buSzPts val="1000"/>
              <a:buNone/>
              <a:defRPr sz="1000">
                <a:solidFill>
                  <a:srgbClr val="000000"/>
                </a:solidFill>
              </a:defRPr>
            </a:lvl5pPr>
            <a:lvl6pPr lvl="5">
              <a:lnSpc>
                <a:spcPct val="90000"/>
              </a:lnSpc>
              <a:spcBef>
                <a:spcPts val="0"/>
              </a:spcBef>
              <a:spcAft>
                <a:spcPts val="0"/>
              </a:spcAft>
              <a:buClr>
                <a:srgbClr val="000000"/>
              </a:buClr>
              <a:buSzPts val="1000"/>
              <a:buNone/>
              <a:defRPr sz="1000">
                <a:solidFill>
                  <a:srgbClr val="000000"/>
                </a:solidFill>
              </a:defRPr>
            </a:lvl6pPr>
            <a:lvl7pPr lvl="6">
              <a:lnSpc>
                <a:spcPct val="90000"/>
              </a:lnSpc>
              <a:spcBef>
                <a:spcPts val="0"/>
              </a:spcBef>
              <a:spcAft>
                <a:spcPts val="0"/>
              </a:spcAft>
              <a:buClr>
                <a:srgbClr val="000000"/>
              </a:buClr>
              <a:buSzPts val="1000"/>
              <a:buNone/>
              <a:defRPr sz="1000">
                <a:solidFill>
                  <a:srgbClr val="000000"/>
                </a:solidFill>
              </a:defRPr>
            </a:lvl7pPr>
            <a:lvl8pPr lvl="7">
              <a:lnSpc>
                <a:spcPct val="90000"/>
              </a:lnSpc>
              <a:spcBef>
                <a:spcPts val="0"/>
              </a:spcBef>
              <a:spcAft>
                <a:spcPts val="0"/>
              </a:spcAft>
              <a:buClr>
                <a:srgbClr val="000000"/>
              </a:buClr>
              <a:buSzPts val="1000"/>
              <a:buNone/>
              <a:defRPr sz="1000">
                <a:solidFill>
                  <a:srgbClr val="000000"/>
                </a:solidFill>
              </a:defRPr>
            </a:lvl8pPr>
            <a:lvl9pPr lvl="8">
              <a:lnSpc>
                <a:spcPct val="90000"/>
              </a:lnSpc>
              <a:spcBef>
                <a:spcPts val="0"/>
              </a:spcBef>
              <a:spcAft>
                <a:spcPts val="0"/>
              </a:spcAft>
              <a:buClr>
                <a:srgbClr val="000000"/>
              </a:buClr>
              <a:buSzPts val="1000"/>
              <a:buNone/>
              <a:defRPr sz="1000">
                <a:solidFill>
                  <a:srgbClr val="000000"/>
                </a:solidFill>
              </a:defRPr>
            </a:lvl9pPr>
          </a:lstStyle>
          <a:p/>
        </p:txBody>
      </p:sp>
      <p:sp>
        <p:nvSpPr>
          <p:cNvPr id="13695" name="Google Shape;13695;p228"/>
          <p:cNvSpPr txBox="1"/>
          <p:nvPr>
            <p:ph idx="2" type="subTitle"/>
          </p:nvPr>
        </p:nvSpPr>
        <p:spPr>
          <a:xfrm>
            <a:off x="3470925" y="2095590"/>
            <a:ext cx="6172500" cy="570900"/>
          </a:xfrm>
          <a:prstGeom prst="rect">
            <a:avLst/>
          </a:prstGeom>
          <a:noFill/>
          <a:ln>
            <a:noFill/>
          </a:ln>
        </p:spPr>
        <p:txBody>
          <a:bodyPr anchorCtr="0" anchor="ctr" bIns="36000" lIns="36000" spcFirstLastPara="1" rIns="36000" wrap="square" tIns="36000">
            <a:noAutofit/>
          </a:bodyPr>
          <a:lstStyle>
            <a:lvl1pPr lvl="0">
              <a:lnSpc>
                <a:spcPct val="90000"/>
              </a:lnSpc>
              <a:spcBef>
                <a:spcPts val="0"/>
              </a:spcBef>
              <a:spcAft>
                <a:spcPts val="0"/>
              </a:spcAft>
              <a:buClr>
                <a:srgbClr val="000000"/>
              </a:buClr>
              <a:buSzPts val="1000"/>
              <a:buFont typeface="Arvo"/>
              <a:buNone/>
              <a:defRPr sz="10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1000"/>
              <a:buNone/>
              <a:defRPr sz="1000">
                <a:solidFill>
                  <a:srgbClr val="000000"/>
                </a:solidFill>
              </a:defRPr>
            </a:lvl2pPr>
            <a:lvl3pPr lvl="2">
              <a:lnSpc>
                <a:spcPct val="90000"/>
              </a:lnSpc>
              <a:spcBef>
                <a:spcPts val="0"/>
              </a:spcBef>
              <a:spcAft>
                <a:spcPts val="0"/>
              </a:spcAft>
              <a:buClr>
                <a:srgbClr val="000000"/>
              </a:buClr>
              <a:buSzPts val="1000"/>
              <a:buNone/>
              <a:defRPr sz="1000">
                <a:solidFill>
                  <a:srgbClr val="000000"/>
                </a:solidFill>
              </a:defRPr>
            </a:lvl3pPr>
            <a:lvl4pPr lvl="3">
              <a:lnSpc>
                <a:spcPct val="90000"/>
              </a:lnSpc>
              <a:spcBef>
                <a:spcPts val="0"/>
              </a:spcBef>
              <a:spcAft>
                <a:spcPts val="0"/>
              </a:spcAft>
              <a:buClr>
                <a:srgbClr val="000000"/>
              </a:buClr>
              <a:buSzPts val="1000"/>
              <a:buNone/>
              <a:defRPr sz="1000">
                <a:solidFill>
                  <a:srgbClr val="000000"/>
                </a:solidFill>
              </a:defRPr>
            </a:lvl4pPr>
            <a:lvl5pPr lvl="4">
              <a:lnSpc>
                <a:spcPct val="90000"/>
              </a:lnSpc>
              <a:spcBef>
                <a:spcPts val="0"/>
              </a:spcBef>
              <a:spcAft>
                <a:spcPts val="0"/>
              </a:spcAft>
              <a:buClr>
                <a:srgbClr val="000000"/>
              </a:buClr>
              <a:buSzPts val="1000"/>
              <a:buNone/>
              <a:defRPr sz="1000">
                <a:solidFill>
                  <a:srgbClr val="000000"/>
                </a:solidFill>
              </a:defRPr>
            </a:lvl5pPr>
            <a:lvl6pPr lvl="5">
              <a:lnSpc>
                <a:spcPct val="90000"/>
              </a:lnSpc>
              <a:spcBef>
                <a:spcPts val="0"/>
              </a:spcBef>
              <a:spcAft>
                <a:spcPts val="0"/>
              </a:spcAft>
              <a:buClr>
                <a:srgbClr val="000000"/>
              </a:buClr>
              <a:buSzPts val="1000"/>
              <a:buNone/>
              <a:defRPr sz="1000">
                <a:solidFill>
                  <a:srgbClr val="000000"/>
                </a:solidFill>
              </a:defRPr>
            </a:lvl6pPr>
            <a:lvl7pPr lvl="6">
              <a:lnSpc>
                <a:spcPct val="90000"/>
              </a:lnSpc>
              <a:spcBef>
                <a:spcPts val="0"/>
              </a:spcBef>
              <a:spcAft>
                <a:spcPts val="0"/>
              </a:spcAft>
              <a:buClr>
                <a:srgbClr val="000000"/>
              </a:buClr>
              <a:buSzPts val="1000"/>
              <a:buNone/>
              <a:defRPr sz="1000">
                <a:solidFill>
                  <a:srgbClr val="000000"/>
                </a:solidFill>
              </a:defRPr>
            </a:lvl7pPr>
            <a:lvl8pPr lvl="7">
              <a:lnSpc>
                <a:spcPct val="90000"/>
              </a:lnSpc>
              <a:spcBef>
                <a:spcPts val="0"/>
              </a:spcBef>
              <a:spcAft>
                <a:spcPts val="0"/>
              </a:spcAft>
              <a:buClr>
                <a:srgbClr val="000000"/>
              </a:buClr>
              <a:buSzPts val="1000"/>
              <a:buNone/>
              <a:defRPr sz="1000">
                <a:solidFill>
                  <a:srgbClr val="000000"/>
                </a:solidFill>
              </a:defRPr>
            </a:lvl8pPr>
            <a:lvl9pPr lvl="8">
              <a:lnSpc>
                <a:spcPct val="90000"/>
              </a:lnSpc>
              <a:spcBef>
                <a:spcPts val="0"/>
              </a:spcBef>
              <a:spcAft>
                <a:spcPts val="0"/>
              </a:spcAft>
              <a:buClr>
                <a:srgbClr val="000000"/>
              </a:buClr>
              <a:buSzPts val="1000"/>
              <a:buNone/>
              <a:defRPr sz="1000">
                <a:solidFill>
                  <a:srgbClr val="000000"/>
                </a:solidFill>
              </a:defRPr>
            </a:lvl9pPr>
          </a:lstStyle>
          <a:p/>
        </p:txBody>
      </p:sp>
      <p:sp>
        <p:nvSpPr>
          <p:cNvPr id="13696" name="Google Shape;13696;p228"/>
          <p:cNvSpPr txBox="1"/>
          <p:nvPr>
            <p:ph idx="3" type="subTitle"/>
          </p:nvPr>
        </p:nvSpPr>
        <p:spPr>
          <a:xfrm>
            <a:off x="3470925" y="2781395"/>
            <a:ext cx="6172500" cy="461700"/>
          </a:xfrm>
          <a:prstGeom prst="rect">
            <a:avLst/>
          </a:prstGeom>
          <a:noFill/>
          <a:ln>
            <a:noFill/>
          </a:ln>
        </p:spPr>
        <p:txBody>
          <a:bodyPr anchorCtr="0" anchor="ctr" bIns="36000" lIns="36000" spcFirstLastPara="1" rIns="36000" wrap="square" tIns="36000">
            <a:noAutofit/>
          </a:bodyPr>
          <a:lstStyle>
            <a:lvl1pPr lvl="0">
              <a:lnSpc>
                <a:spcPct val="90000"/>
              </a:lnSpc>
              <a:spcBef>
                <a:spcPts val="0"/>
              </a:spcBef>
              <a:spcAft>
                <a:spcPts val="0"/>
              </a:spcAft>
              <a:buClr>
                <a:srgbClr val="000000"/>
              </a:buClr>
              <a:buSzPts val="1000"/>
              <a:buFont typeface="Arvo"/>
              <a:buNone/>
              <a:defRPr sz="10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1000"/>
              <a:buNone/>
              <a:defRPr sz="1000">
                <a:solidFill>
                  <a:srgbClr val="000000"/>
                </a:solidFill>
              </a:defRPr>
            </a:lvl2pPr>
            <a:lvl3pPr lvl="2">
              <a:lnSpc>
                <a:spcPct val="90000"/>
              </a:lnSpc>
              <a:spcBef>
                <a:spcPts val="0"/>
              </a:spcBef>
              <a:spcAft>
                <a:spcPts val="0"/>
              </a:spcAft>
              <a:buClr>
                <a:srgbClr val="000000"/>
              </a:buClr>
              <a:buSzPts val="1000"/>
              <a:buNone/>
              <a:defRPr sz="1000">
                <a:solidFill>
                  <a:srgbClr val="000000"/>
                </a:solidFill>
              </a:defRPr>
            </a:lvl3pPr>
            <a:lvl4pPr lvl="3">
              <a:lnSpc>
                <a:spcPct val="90000"/>
              </a:lnSpc>
              <a:spcBef>
                <a:spcPts val="0"/>
              </a:spcBef>
              <a:spcAft>
                <a:spcPts val="0"/>
              </a:spcAft>
              <a:buClr>
                <a:srgbClr val="000000"/>
              </a:buClr>
              <a:buSzPts val="1000"/>
              <a:buNone/>
              <a:defRPr sz="1000">
                <a:solidFill>
                  <a:srgbClr val="000000"/>
                </a:solidFill>
              </a:defRPr>
            </a:lvl4pPr>
            <a:lvl5pPr lvl="4">
              <a:lnSpc>
                <a:spcPct val="90000"/>
              </a:lnSpc>
              <a:spcBef>
                <a:spcPts val="0"/>
              </a:spcBef>
              <a:spcAft>
                <a:spcPts val="0"/>
              </a:spcAft>
              <a:buClr>
                <a:srgbClr val="000000"/>
              </a:buClr>
              <a:buSzPts val="1000"/>
              <a:buNone/>
              <a:defRPr sz="1000">
                <a:solidFill>
                  <a:srgbClr val="000000"/>
                </a:solidFill>
              </a:defRPr>
            </a:lvl5pPr>
            <a:lvl6pPr lvl="5">
              <a:lnSpc>
                <a:spcPct val="90000"/>
              </a:lnSpc>
              <a:spcBef>
                <a:spcPts val="0"/>
              </a:spcBef>
              <a:spcAft>
                <a:spcPts val="0"/>
              </a:spcAft>
              <a:buClr>
                <a:srgbClr val="000000"/>
              </a:buClr>
              <a:buSzPts val="1000"/>
              <a:buNone/>
              <a:defRPr sz="1000">
                <a:solidFill>
                  <a:srgbClr val="000000"/>
                </a:solidFill>
              </a:defRPr>
            </a:lvl6pPr>
            <a:lvl7pPr lvl="6">
              <a:lnSpc>
                <a:spcPct val="90000"/>
              </a:lnSpc>
              <a:spcBef>
                <a:spcPts val="0"/>
              </a:spcBef>
              <a:spcAft>
                <a:spcPts val="0"/>
              </a:spcAft>
              <a:buClr>
                <a:srgbClr val="000000"/>
              </a:buClr>
              <a:buSzPts val="1000"/>
              <a:buNone/>
              <a:defRPr sz="1000">
                <a:solidFill>
                  <a:srgbClr val="000000"/>
                </a:solidFill>
              </a:defRPr>
            </a:lvl7pPr>
            <a:lvl8pPr lvl="7">
              <a:lnSpc>
                <a:spcPct val="90000"/>
              </a:lnSpc>
              <a:spcBef>
                <a:spcPts val="0"/>
              </a:spcBef>
              <a:spcAft>
                <a:spcPts val="0"/>
              </a:spcAft>
              <a:buClr>
                <a:srgbClr val="000000"/>
              </a:buClr>
              <a:buSzPts val="1000"/>
              <a:buNone/>
              <a:defRPr sz="1000">
                <a:solidFill>
                  <a:srgbClr val="000000"/>
                </a:solidFill>
              </a:defRPr>
            </a:lvl8pPr>
            <a:lvl9pPr lvl="8">
              <a:lnSpc>
                <a:spcPct val="90000"/>
              </a:lnSpc>
              <a:spcBef>
                <a:spcPts val="0"/>
              </a:spcBef>
              <a:spcAft>
                <a:spcPts val="0"/>
              </a:spcAft>
              <a:buClr>
                <a:srgbClr val="000000"/>
              </a:buClr>
              <a:buSzPts val="1000"/>
              <a:buNone/>
              <a:defRPr sz="1000">
                <a:solidFill>
                  <a:srgbClr val="000000"/>
                </a:solidFill>
              </a:defRPr>
            </a:lvl9pPr>
          </a:lstStyle>
          <a:p/>
        </p:txBody>
      </p:sp>
      <p:sp>
        <p:nvSpPr>
          <p:cNvPr id="13697" name="Google Shape;13697;p228"/>
          <p:cNvSpPr txBox="1"/>
          <p:nvPr>
            <p:ph idx="4" type="subTitle"/>
          </p:nvPr>
        </p:nvSpPr>
        <p:spPr>
          <a:xfrm>
            <a:off x="3470925" y="3353211"/>
            <a:ext cx="6172500" cy="570900"/>
          </a:xfrm>
          <a:prstGeom prst="rect">
            <a:avLst/>
          </a:prstGeom>
          <a:noFill/>
          <a:ln>
            <a:noFill/>
          </a:ln>
        </p:spPr>
        <p:txBody>
          <a:bodyPr anchorCtr="0" anchor="ctr" bIns="36000" lIns="36000" spcFirstLastPara="1" rIns="36000" wrap="square" tIns="36000">
            <a:noAutofit/>
          </a:bodyPr>
          <a:lstStyle>
            <a:lvl1pPr lvl="0">
              <a:lnSpc>
                <a:spcPct val="90000"/>
              </a:lnSpc>
              <a:spcBef>
                <a:spcPts val="0"/>
              </a:spcBef>
              <a:spcAft>
                <a:spcPts val="0"/>
              </a:spcAft>
              <a:buClr>
                <a:srgbClr val="000000"/>
              </a:buClr>
              <a:buSzPts val="1000"/>
              <a:buFont typeface="Arvo"/>
              <a:buNone/>
              <a:defRPr sz="10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1000"/>
              <a:buNone/>
              <a:defRPr sz="1000">
                <a:solidFill>
                  <a:srgbClr val="000000"/>
                </a:solidFill>
              </a:defRPr>
            </a:lvl2pPr>
            <a:lvl3pPr lvl="2">
              <a:lnSpc>
                <a:spcPct val="90000"/>
              </a:lnSpc>
              <a:spcBef>
                <a:spcPts val="0"/>
              </a:spcBef>
              <a:spcAft>
                <a:spcPts val="0"/>
              </a:spcAft>
              <a:buClr>
                <a:srgbClr val="000000"/>
              </a:buClr>
              <a:buSzPts val="1000"/>
              <a:buNone/>
              <a:defRPr sz="1000">
                <a:solidFill>
                  <a:srgbClr val="000000"/>
                </a:solidFill>
              </a:defRPr>
            </a:lvl3pPr>
            <a:lvl4pPr lvl="3">
              <a:lnSpc>
                <a:spcPct val="90000"/>
              </a:lnSpc>
              <a:spcBef>
                <a:spcPts val="0"/>
              </a:spcBef>
              <a:spcAft>
                <a:spcPts val="0"/>
              </a:spcAft>
              <a:buClr>
                <a:srgbClr val="000000"/>
              </a:buClr>
              <a:buSzPts val="1000"/>
              <a:buNone/>
              <a:defRPr sz="1000">
                <a:solidFill>
                  <a:srgbClr val="000000"/>
                </a:solidFill>
              </a:defRPr>
            </a:lvl4pPr>
            <a:lvl5pPr lvl="4">
              <a:lnSpc>
                <a:spcPct val="90000"/>
              </a:lnSpc>
              <a:spcBef>
                <a:spcPts val="0"/>
              </a:spcBef>
              <a:spcAft>
                <a:spcPts val="0"/>
              </a:spcAft>
              <a:buClr>
                <a:srgbClr val="000000"/>
              </a:buClr>
              <a:buSzPts val="1000"/>
              <a:buNone/>
              <a:defRPr sz="1000">
                <a:solidFill>
                  <a:srgbClr val="000000"/>
                </a:solidFill>
              </a:defRPr>
            </a:lvl5pPr>
            <a:lvl6pPr lvl="5">
              <a:lnSpc>
                <a:spcPct val="90000"/>
              </a:lnSpc>
              <a:spcBef>
                <a:spcPts val="0"/>
              </a:spcBef>
              <a:spcAft>
                <a:spcPts val="0"/>
              </a:spcAft>
              <a:buClr>
                <a:srgbClr val="000000"/>
              </a:buClr>
              <a:buSzPts val="1000"/>
              <a:buNone/>
              <a:defRPr sz="1000">
                <a:solidFill>
                  <a:srgbClr val="000000"/>
                </a:solidFill>
              </a:defRPr>
            </a:lvl6pPr>
            <a:lvl7pPr lvl="6">
              <a:lnSpc>
                <a:spcPct val="90000"/>
              </a:lnSpc>
              <a:spcBef>
                <a:spcPts val="0"/>
              </a:spcBef>
              <a:spcAft>
                <a:spcPts val="0"/>
              </a:spcAft>
              <a:buClr>
                <a:srgbClr val="000000"/>
              </a:buClr>
              <a:buSzPts val="1000"/>
              <a:buNone/>
              <a:defRPr sz="1000">
                <a:solidFill>
                  <a:srgbClr val="000000"/>
                </a:solidFill>
              </a:defRPr>
            </a:lvl7pPr>
            <a:lvl8pPr lvl="7">
              <a:lnSpc>
                <a:spcPct val="90000"/>
              </a:lnSpc>
              <a:spcBef>
                <a:spcPts val="0"/>
              </a:spcBef>
              <a:spcAft>
                <a:spcPts val="0"/>
              </a:spcAft>
              <a:buClr>
                <a:srgbClr val="000000"/>
              </a:buClr>
              <a:buSzPts val="1000"/>
              <a:buNone/>
              <a:defRPr sz="1000">
                <a:solidFill>
                  <a:srgbClr val="000000"/>
                </a:solidFill>
              </a:defRPr>
            </a:lvl8pPr>
            <a:lvl9pPr lvl="8">
              <a:lnSpc>
                <a:spcPct val="90000"/>
              </a:lnSpc>
              <a:spcBef>
                <a:spcPts val="0"/>
              </a:spcBef>
              <a:spcAft>
                <a:spcPts val="0"/>
              </a:spcAft>
              <a:buClr>
                <a:srgbClr val="000000"/>
              </a:buClr>
              <a:buSzPts val="1000"/>
              <a:buNone/>
              <a:defRPr sz="1000">
                <a:solidFill>
                  <a:srgbClr val="000000"/>
                </a:solidFill>
              </a:defRPr>
            </a:lvl9pPr>
          </a:lstStyle>
          <a:p/>
        </p:txBody>
      </p:sp>
      <p:sp>
        <p:nvSpPr>
          <p:cNvPr id="13698" name="Google Shape;13698;p228"/>
          <p:cNvSpPr txBox="1"/>
          <p:nvPr>
            <p:ph idx="5" type="subTitle"/>
          </p:nvPr>
        </p:nvSpPr>
        <p:spPr>
          <a:xfrm>
            <a:off x="3470925" y="4051607"/>
            <a:ext cx="6172500" cy="570900"/>
          </a:xfrm>
          <a:prstGeom prst="rect">
            <a:avLst/>
          </a:prstGeom>
          <a:noFill/>
          <a:ln>
            <a:noFill/>
          </a:ln>
        </p:spPr>
        <p:txBody>
          <a:bodyPr anchorCtr="0" anchor="ctr" bIns="36000" lIns="36000" spcFirstLastPara="1" rIns="36000" wrap="square" tIns="36000">
            <a:noAutofit/>
          </a:bodyPr>
          <a:lstStyle>
            <a:lvl1pPr lvl="0">
              <a:lnSpc>
                <a:spcPct val="90000"/>
              </a:lnSpc>
              <a:spcBef>
                <a:spcPts val="0"/>
              </a:spcBef>
              <a:spcAft>
                <a:spcPts val="0"/>
              </a:spcAft>
              <a:buClr>
                <a:srgbClr val="000000"/>
              </a:buClr>
              <a:buSzPts val="1000"/>
              <a:buFont typeface="Arvo"/>
              <a:buNone/>
              <a:defRPr sz="10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1000"/>
              <a:buNone/>
              <a:defRPr sz="1000">
                <a:solidFill>
                  <a:srgbClr val="000000"/>
                </a:solidFill>
              </a:defRPr>
            </a:lvl2pPr>
            <a:lvl3pPr lvl="2">
              <a:lnSpc>
                <a:spcPct val="90000"/>
              </a:lnSpc>
              <a:spcBef>
                <a:spcPts val="0"/>
              </a:spcBef>
              <a:spcAft>
                <a:spcPts val="0"/>
              </a:spcAft>
              <a:buClr>
                <a:srgbClr val="000000"/>
              </a:buClr>
              <a:buSzPts val="1000"/>
              <a:buNone/>
              <a:defRPr sz="1000">
                <a:solidFill>
                  <a:srgbClr val="000000"/>
                </a:solidFill>
              </a:defRPr>
            </a:lvl3pPr>
            <a:lvl4pPr lvl="3">
              <a:lnSpc>
                <a:spcPct val="90000"/>
              </a:lnSpc>
              <a:spcBef>
                <a:spcPts val="0"/>
              </a:spcBef>
              <a:spcAft>
                <a:spcPts val="0"/>
              </a:spcAft>
              <a:buClr>
                <a:srgbClr val="000000"/>
              </a:buClr>
              <a:buSzPts val="1000"/>
              <a:buNone/>
              <a:defRPr sz="1000">
                <a:solidFill>
                  <a:srgbClr val="000000"/>
                </a:solidFill>
              </a:defRPr>
            </a:lvl4pPr>
            <a:lvl5pPr lvl="4">
              <a:lnSpc>
                <a:spcPct val="90000"/>
              </a:lnSpc>
              <a:spcBef>
                <a:spcPts val="0"/>
              </a:spcBef>
              <a:spcAft>
                <a:spcPts val="0"/>
              </a:spcAft>
              <a:buClr>
                <a:srgbClr val="000000"/>
              </a:buClr>
              <a:buSzPts val="1000"/>
              <a:buNone/>
              <a:defRPr sz="1000">
                <a:solidFill>
                  <a:srgbClr val="000000"/>
                </a:solidFill>
              </a:defRPr>
            </a:lvl5pPr>
            <a:lvl6pPr lvl="5">
              <a:lnSpc>
                <a:spcPct val="90000"/>
              </a:lnSpc>
              <a:spcBef>
                <a:spcPts val="0"/>
              </a:spcBef>
              <a:spcAft>
                <a:spcPts val="0"/>
              </a:spcAft>
              <a:buClr>
                <a:srgbClr val="000000"/>
              </a:buClr>
              <a:buSzPts val="1000"/>
              <a:buNone/>
              <a:defRPr sz="1000">
                <a:solidFill>
                  <a:srgbClr val="000000"/>
                </a:solidFill>
              </a:defRPr>
            </a:lvl6pPr>
            <a:lvl7pPr lvl="6">
              <a:lnSpc>
                <a:spcPct val="90000"/>
              </a:lnSpc>
              <a:spcBef>
                <a:spcPts val="0"/>
              </a:spcBef>
              <a:spcAft>
                <a:spcPts val="0"/>
              </a:spcAft>
              <a:buClr>
                <a:srgbClr val="000000"/>
              </a:buClr>
              <a:buSzPts val="1000"/>
              <a:buNone/>
              <a:defRPr sz="1000">
                <a:solidFill>
                  <a:srgbClr val="000000"/>
                </a:solidFill>
              </a:defRPr>
            </a:lvl7pPr>
            <a:lvl8pPr lvl="7">
              <a:lnSpc>
                <a:spcPct val="90000"/>
              </a:lnSpc>
              <a:spcBef>
                <a:spcPts val="0"/>
              </a:spcBef>
              <a:spcAft>
                <a:spcPts val="0"/>
              </a:spcAft>
              <a:buClr>
                <a:srgbClr val="000000"/>
              </a:buClr>
              <a:buSzPts val="1000"/>
              <a:buNone/>
              <a:defRPr sz="1000">
                <a:solidFill>
                  <a:srgbClr val="000000"/>
                </a:solidFill>
              </a:defRPr>
            </a:lvl8pPr>
            <a:lvl9pPr lvl="8">
              <a:lnSpc>
                <a:spcPct val="90000"/>
              </a:lnSpc>
              <a:spcBef>
                <a:spcPts val="0"/>
              </a:spcBef>
              <a:spcAft>
                <a:spcPts val="0"/>
              </a:spcAft>
              <a:buClr>
                <a:srgbClr val="000000"/>
              </a:buClr>
              <a:buSzPts val="1000"/>
              <a:buNone/>
              <a:defRPr sz="1000">
                <a:solidFill>
                  <a:srgbClr val="000000"/>
                </a:solidFill>
              </a:defRPr>
            </a:lvl9pPr>
          </a:lstStyle>
          <a:p/>
        </p:txBody>
      </p:sp>
      <p:sp>
        <p:nvSpPr>
          <p:cNvPr id="13699" name="Google Shape;13699;p228"/>
          <p:cNvSpPr txBox="1"/>
          <p:nvPr>
            <p:ph idx="6" type="subTitle"/>
          </p:nvPr>
        </p:nvSpPr>
        <p:spPr>
          <a:xfrm>
            <a:off x="3470925" y="4775817"/>
            <a:ext cx="6172500" cy="570900"/>
          </a:xfrm>
          <a:prstGeom prst="rect">
            <a:avLst/>
          </a:prstGeom>
          <a:noFill/>
          <a:ln>
            <a:noFill/>
          </a:ln>
        </p:spPr>
        <p:txBody>
          <a:bodyPr anchorCtr="0" anchor="ctr" bIns="36000" lIns="36000" spcFirstLastPara="1" rIns="36000" wrap="square" tIns="36000">
            <a:noAutofit/>
          </a:bodyPr>
          <a:lstStyle>
            <a:lvl1pPr lvl="0">
              <a:lnSpc>
                <a:spcPct val="90000"/>
              </a:lnSpc>
              <a:spcBef>
                <a:spcPts val="0"/>
              </a:spcBef>
              <a:spcAft>
                <a:spcPts val="0"/>
              </a:spcAft>
              <a:buClr>
                <a:srgbClr val="000000"/>
              </a:buClr>
              <a:buSzPts val="1000"/>
              <a:buFont typeface="Arvo"/>
              <a:buNone/>
              <a:defRPr sz="10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1000"/>
              <a:buNone/>
              <a:defRPr sz="1000">
                <a:solidFill>
                  <a:srgbClr val="000000"/>
                </a:solidFill>
              </a:defRPr>
            </a:lvl2pPr>
            <a:lvl3pPr lvl="2">
              <a:lnSpc>
                <a:spcPct val="90000"/>
              </a:lnSpc>
              <a:spcBef>
                <a:spcPts val="0"/>
              </a:spcBef>
              <a:spcAft>
                <a:spcPts val="0"/>
              </a:spcAft>
              <a:buClr>
                <a:srgbClr val="000000"/>
              </a:buClr>
              <a:buSzPts val="1000"/>
              <a:buNone/>
              <a:defRPr sz="1000">
                <a:solidFill>
                  <a:srgbClr val="000000"/>
                </a:solidFill>
              </a:defRPr>
            </a:lvl3pPr>
            <a:lvl4pPr lvl="3">
              <a:lnSpc>
                <a:spcPct val="90000"/>
              </a:lnSpc>
              <a:spcBef>
                <a:spcPts val="0"/>
              </a:spcBef>
              <a:spcAft>
                <a:spcPts val="0"/>
              </a:spcAft>
              <a:buClr>
                <a:srgbClr val="000000"/>
              </a:buClr>
              <a:buSzPts val="1000"/>
              <a:buNone/>
              <a:defRPr sz="1000">
                <a:solidFill>
                  <a:srgbClr val="000000"/>
                </a:solidFill>
              </a:defRPr>
            </a:lvl4pPr>
            <a:lvl5pPr lvl="4">
              <a:lnSpc>
                <a:spcPct val="90000"/>
              </a:lnSpc>
              <a:spcBef>
                <a:spcPts val="0"/>
              </a:spcBef>
              <a:spcAft>
                <a:spcPts val="0"/>
              </a:spcAft>
              <a:buClr>
                <a:srgbClr val="000000"/>
              </a:buClr>
              <a:buSzPts val="1000"/>
              <a:buNone/>
              <a:defRPr sz="1000">
                <a:solidFill>
                  <a:srgbClr val="000000"/>
                </a:solidFill>
              </a:defRPr>
            </a:lvl5pPr>
            <a:lvl6pPr lvl="5">
              <a:lnSpc>
                <a:spcPct val="90000"/>
              </a:lnSpc>
              <a:spcBef>
                <a:spcPts val="0"/>
              </a:spcBef>
              <a:spcAft>
                <a:spcPts val="0"/>
              </a:spcAft>
              <a:buClr>
                <a:srgbClr val="000000"/>
              </a:buClr>
              <a:buSzPts val="1000"/>
              <a:buNone/>
              <a:defRPr sz="1000">
                <a:solidFill>
                  <a:srgbClr val="000000"/>
                </a:solidFill>
              </a:defRPr>
            </a:lvl6pPr>
            <a:lvl7pPr lvl="6">
              <a:lnSpc>
                <a:spcPct val="90000"/>
              </a:lnSpc>
              <a:spcBef>
                <a:spcPts val="0"/>
              </a:spcBef>
              <a:spcAft>
                <a:spcPts val="0"/>
              </a:spcAft>
              <a:buClr>
                <a:srgbClr val="000000"/>
              </a:buClr>
              <a:buSzPts val="1000"/>
              <a:buNone/>
              <a:defRPr sz="1000">
                <a:solidFill>
                  <a:srgbClr val="000000"/>
                </a:solidFill>
              </a:defRPr>
            </a:lvl7pPr>
            <a:lvl8pPr lvl="7">
              <a:lnSpc>
                <a:spcPct val="90000"/>
              </a:lnSpc>
              <a:spcBef>
                <a:spcPts val="0"/>
              </a:spcBef>
              <a:spcAft>
                <a:spcPts val="0"/>
              </a:spcAft>
              <a:buClr>
                <a:srgbClr val="000000"/>
              </a:buClr>
              <a:buSzPts val="1000"/>
              <a:buNone/>
              <a:defRPr sz="1000">
                <a:solidFill>
                  <a:srgbClr val="000000"/>
                </a:solidFill>
              </a:defRPr>
            </a:lvl8pPr>
            <a:lvl9pPr lvl="8">
              <a:lnSpc>
                <a:spcPct val="90000"/>
              </a:lnSpc>
              <a:spcBef>
                <a:spcPts val="0"/>
              </a:spcBef>
              <a:spcAft>
                <a:spcPts val="0"/>
              </a:spcAft>
              <a:buClr>
                <a:srgbClr val="000000"/>
              </a:buClr>
              <a:buSzPts val="1000"/>
              <a:buNone/>
              <a:defRPr sz="1000">
                <a:solidFill>
                  <a:srgbClr val="000000"/>
                </a:solidFill>
              </a:defRPr>
            </a:lvl9pPr>
          </a:lstStyle>
          <a:p/>
        </p:txBody>
      </p:sp>
      <p:sp>
        <p:nvSpPr>
          <p:cNvPr id="13700" name="Google Shape;13700;p228"/>
          <p:cNvSpPr txBox="1"/>
          <p:nvPr>
            <p:ph idx="7" type="subTitle"/>
          </p:nvPr>
        </p:nvSpPr>
        <p:spPr>
          <a:xfrm>
            <a:off x="3470925" y="5486810"/>
            <a:ext cx="6172500" cy="570900"/>
          </a:xfrm>
          <a:prstGeom prst="rect">
            <a:avLst/>
          </a:prstGeom>
          <a:noFill/>
          <a:ln>
            <a:noFill/>
          </a:ln>
        </p:spPr>
        <p:txBody>
          <a:bodyPr anchorCtr="0" anchor="ctr" bIns="36000" lIns="36000" spcFirstLastPara="1" rIns="36000" wrap="square" tIns="36000">
            <a:noAutofit/>
          </a:bodyPr>
          <a:lstStyle>
            <a:lvl1pPr lvl="0">
              <a:lnSpc>
                <a:spcPct val="90000"/>
              </a:lnSpc>
              <a:spcBef>
                <a:spcPts val="0"/>
              </a:spcBef>
              <a:spcAft>
                <a:spcPts val="0"/>
              </a:spcAft>
              <a:buClr>
                <a:srgbClr val="000000"/>
              </a:buClr>
              <a:buSzPts val="1000"/>
              <a:buFont typeface="Arvo"/>
              <a:buNone/>
              <a:defRPr sz="10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1000"/>
              <a:buNone/>
              <a:defRPr sz="1000">
                <a:solidFill>
                  <a:srgbClr val="000000"/>
                </a:solidFill>
              </a:defRPr>
            </a:lvl2pPr>
            <a:lvl3pPr lvl="2">
              <a:lnSpc>
                <a:spcPct val="90000"/>
              </a:lnSpc>
              <a:spcBef>
                <a:spcPts val="0"/>
              </a:spcBef>
              <a:spcAft>
                <a:spcPts val="0"/>
              </a:spcAft>
              <a:buClr>
                <a:srgbClr val="000000"/>
              </a:buClr>
              <a:buSzPts val="1000"/>
              <a:buNone/>
              <a:defRPr sz="1000">
                <a:solidFill>
                  <a:srgbClr val="000000"/>
                </a:solidFill>
              </a:defRPr>
            </a:lvl3pPr>
            <a:lvl4pPr lvl="3">
              <a:lnSpc>
                <a:spcPct val="90000"/>
              </a:lnSpc>
              <a:spcBef>
                <a:spcPts val="0"/>
              </a:spcBef>
              <a:spcAft>
                <a:spcPts val="0"/>
              </a:spcAft>
              <a:buClr>
                <a:srgbClr val="000000"/>
              </a:buClr>
              <a:buSzPts val="1000"/>
              <a:buNone/>
              <a:defRPr sz="1000">
                <a:solidFill>
                  <a:srgbClr val="000000"/>
                </a:solidFill>
              </a:defRPr>
            </a:lvl4pPr>
            <a:lvl5pPr lvl="4">
              <a:lnSpc>
                <a:spcPct val="90000"/>
              </a:lnSpc>
              <a:spcBef>
                <a:spcPts val="0"/>
              </a:spcBef>
              <a:spcAft>
                <a:spcPts val="0"/>
              </a:spcAft>
              <a:buClr>
                <a:srgbClr val="000000"/>
              </a:buClr>
              <a:buSzPts val="1000"/>
              <a:buNone/>
              <a:defRPr sz="1000">
                <a:solidFill>
                  <a:srgbClr val="000000"/>
                </a:solidFill>
              </a:defRPr>
            </a:lvl5pPr>
            <a:lvl6pPr lvl="5">
              <a:lnSpc>
                <a:spcPct val="90000"/>
              </a:lnSpc>
              <a:spcBef>
                <a:spcPts val="0"/>
              </a:spcBef>
              <a:spcAft>
                <a:spcPts val="0"/>
              </a:spcAft>
              <a:buClr>
                <a:srgbClr val="000000"/>
              </a:buClr>
              <a:buSzPts val="1000"/>
              <a:buNone/>
              <a:defRPr sz="1000">
                <a:solidFill>
                  <a:srgbClr val="000000"/>
                </a:solidFill>
              </a:defRPr>
            </a:lvl6pPr>
            <a:lvl7pPr lvl="6">
              <a:lnSpc>
                <a:spcPct val="90000"/>
              </a:lnSpc>
              <a:spcBef>
                <a:spcPts val="0"/>
              </a:spcBef>
              <a:spcAft>
                <a:spcPts val="0"/>
              </a:spcAft>
              <a:buClr>
                <a:srgbClr val="000000"/>
              </a:buClr>
              <a:buSzPts val="1000"/>
              <a:buNone/>
              <a:defRPr sz="1000">
                <a:solidFill>
                  <a:srgbClr val="000000"/>
                </a:solidFill>
              </a:defRPr>
            </a:lvl7pPr>
            <a:lvl8pPr lvl="7">
              <a:lnSpc>
                <a:spcPct val="90000"/>
              </a:lnSpc>
              <a:spcBef>
                <a:spcPts val="0"/>
              </a:spcBef>
              <a:spcAft>
                <a:spcPts val="0"/>
              </a:spcAft>
              <a:buClr>
                <a:srgbClr val="000000"/>
              </a:buClr>
              <a:buSzPts val="1000"/>
              <a:buNone/>
              <a:defRPr sz="1000">
                <a:solidFill>
                  <a:srgbClr val="000000"/>
                </a:solidFill>
              </a:defRPr>
            </a:lvl8pPr>
            <a:lvl9pPr lvl="8">
              <a:lnSpc>
                <a:spcPct val="90000"/>
              </a:lnSpc>
              <a:spcBef>
                <a:spcPts val="0"/>
              </a:spcBef>
              <a:spcAft>
                <a:spcPts val="0"/>
              </a:spcAft>
              <a:buClr>
                <a:srgbClr val="000000"/>
              </a:buClr>
              <a:buSzPts val="1000"/>
              <a:buNone/>
              <a:defRPr sz="1000">
                <a:solidFill>
                  <a:srgbClr val="000000"/>
                </a:solidFill>
              </a:defRPr>
            </a:lvl9pPr>
          </a:lstStyle>
          <a:p/>
        </p:txBody>
      </p:sp>
      <p:sp>
        <p:nvSpPr>
          <p:cNvPr id="13701" name="Google Shape;13701;p228"/>
          <p:cNvSpPr txBox="1"/>
          <p:nvPr>
            <p:ph type="title"/>
          </p:nvPr>
        </p:nvSpPr>
        <p:spPr>
          <a:xfrm flipH="1">
            <a:off x="3219178" y="437575"/>
            <a:ext cx="6540000" cy="2658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200"/>
              <a:buNone/>
              <a:defRPr sz="1200">
                <a:solidFill>
                  <a:srgbClr val="000000"/>
                </a:solidFill>
              </a:defRPr>
            </a:lvl1pPr>
            <a:lvl2pPr lvl="1">
              <a:spcBef>
                <a:spcPts val="0"/>
              </a:spcBef>
              <a:spcAft>
                <a:spcPts val="0"/>
              </a:spcAft>
              <a:buClr>
                <a:srgbClr val="000000"/>
              </a:buClr>
              <a:buSzPts val="1100"/>
              <a:buNone/>
              <a:defRPr sz="1100">
                <a:solidFill>
                  <a:srgbClr val="000000"/>
                </a:solidFill>
              </a:defRPr>
            </a:lvl2pPr>
            <a:lvl3pPr lvl="2">
              <a:spcBef>
                <a:spcPts val="0"/>
              </a:spcBef>
              <a:spcAft>
                <a:spcPts val="0"/>
              </a:spcAft>
              <a:buClr>
                <a:srgbClr val="000000"/>
              </a:buClr>
              <a:buSzPts val="1100"/>
              <a:buNone/>
              <a:defRPr sz="1100">
                <a:solidFill>
                  <a:srgbClr val="000000"/>
                </a:solidFill>
              </a:defRPr>
            </a:lvl3pPr>
            <a:lvl4pPr lvl="3">
              <a:spcBef>
                <a:spcPts val="0"/>
              </a:spcBef>
              <a:spcAft>
                <a:spcPts val="0"/>
              </a:spcAft>
              <a:buClr>
                <a:srgbClr val="000000"/>
              </a:buClr>
              <a:buSzPts val="1100"/>
              <a:buNone/>
              <a:defRPr sz="1100">
                <a:solidFill>
                  <a:srgbClr val="000000"/>
                </a:solidFill>
              </a:defRPr>
            </a:lvl4pPr>
            <a:lvl5pPr lvl="4">
              <a:spcBef>
                <a:spcPts val="0"/>
              </a:spcBef>
              <a:spcAft>
                <a:spcPts val="0"/>
              </a:spcAft>
              <a:buClr>
                <a:srgbClr val="000000"/>
              </a:buClr>
              <a:buSzPts val="1100"/>
              <a:buNone/>
              <a:defRPr sz="1100">
                <a:solidFill>
                  <a:srgbClr val="000000"/>
                </a:solidFill>
              </a:defRPr>
            </a:lvl5pPr>
            <a:lvl6pPr lvl="5">
              <a:spcBef>
                <a:spcPts val="0"/>
              </a:spcBef>
              <a:spcAft>
                <a:spcPts val="0"/>
              </a:spcAft>
              <a:buClr>
                <a:srgbClr val="000000"/>
              </a:buClr>
              <a:buSzPts val="1100"/>
              <a:buNone/>
              <a:defRPr sz="1100">
                <a:solidFill>
                  <a:srgbClr val="000000"/>
                </a:solidFill>
              </a:defRPr>
            </a:lvl6pPr>
            <a:lvl7pPr lvl="6">
              <a:spcBef>
                <a:spcPts val="0"/>
              </a:spcBef>
              <a:spcAft>
                <a:spcPts val="0"/>
              </a:spcAft>
              <a:buClr>
                <a:srgbClr val="000000"/>
              </a:buClr>
              <a:buSzPts val="1100"/>
              <a:buNone/>
              <a:defRPr sz="1100">
                <a:solidFill>
                  <a:srgbClr val="000000"/>
                </a:solidFill>
              </a:defRPr>
            </a:lvl7pPr>
            <a:lvl8pPr lvl="7">
              <a:spcBef>
                <a:spcPts val="0"/>
              </a:spcBef>
              <a:spcAft>
                <a:spcPts val="0"/>
              </a:spcAft>
              <a:buClr>
                <a:srgbClr val="000000"/>
              </a:buClr>
              <a:buSzPts val="1100"/>
              <a:buNone/>
              <a:defRPr sz="1100">
                <a:solidFill>
                  <a:srgbClr val="000000"/>
                </a:solidFill>
              </a:defRPr>
            </a:lvl8pPr>
            <a:lvl9pPr lvl="8">
              <a:spcBef>
                <a:spcPts val="0"/>
              </a:spcBef>
              <a:spcAft>
                <a:spcPts val="0"/>
              </a:spcAft>
              <a:buClr>
                <a:srgbClr val="000000"/>
              </a:buClr>
              <a:buSzPts val="1100"/>
              <a:buNone/>
              <a:defRPr sz="1100">
                <a:solidFill>
                  <a:srgbClr val="000000"/>
                </a:solidFill>
              </a:defRPr>
            </a:lvl9pPr>
          </a:lstStyle>
          <a:p/>
        </p:txBody>
      </p:sp>
      <p:sp>
        <p:nvSpPr>
          <p:cNvPr id="13702" name="Google Shape;13702;p228"/>
          <p:cNvSpPr txBox="1"/>
          <p:nvPr/>
        </p:nvSpPr>
        <p:spPr>
          <a:xfrm>
            <a:off x="2513487" y="437267"/>
            <a:ext cx="679500" cy="2664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b="1" lang="es-419" sz="1100"/>
              <a:t>Empresa:</a:t>
            </a:r>
            <a:endParaRPr b="1" sz="1100"/>
          </a:p>
        </p:txBody>
      </p:sp>
      <p:sp>
        <p:nvSpPr>
          <p:cNvPr id="13703" name="Google Shape;13703;p228"/>
          <p:cNvSpPr txBox="1"/>
          <p:nvPr>
            <p:ph idx="8" type="body"/>
          </p:nvPr>
        </p:nvSpPr>
        <p:spPr>
          <a:xfrm>
            <a:off x="641150" y="612125"/>
            <a:ext cx="1770300" cy="160500"/>
          </a:xfrm>
          <a:prstGeom prst="rect">
            <a:avLst/>
          </a:prstGeom>
          <a:noFill/>
          <a:ln>
            <a:noFill/>
          </a:ln>
        </p:spPr>
        <p:txBody>
          <a:bodyPr anchorCtr="0" anchor="t" bIns="0" lIns="0" spcFirstLastPara="1" rIns="0" wrap="square" tIns="0">
            <a:noAutofit/>
          </a:bodyPr>
          <a:lstStyle>
            <a:lvl1pPr indent="-292100" lvl="0" marL="457200" algn="ctr">
              <a:spcBef>
                <a:spcPts val="0"/>
              </a:spcBef>
              <a:spcAft>
                <a:spcPts val="0"/>
              </a:spcAft>
              <a:buClr>
                <a:srgbClr val="FFFFFF"/>
              </a:buClr>
              <a:buSzPts val="1000"/>
              <a:buChar char="●"/>
              <a:defRPr sz="1000">
                <a:solidFill>
                  <a:srgbClr val="FFFFFF"/>
                </a:solidFill>
              </a:defRPr>
            </a:lvl1pPr>
            <a:lvl2pPr indent="-292100" lvl="1" marL="914400" algn="ctr">
              <a:spcBef>
                <a:spcPts val="0"/>
              </a:spcBef>
              <a:spcAft>
                <a:spcPts val="0"/>
              </a:spcAft>
              <a:buClr>
                <a:srgbClr val="FFFFFF"/>
              </a:buClr>
              <a:buSzPts val="1000"/>
              <a:buChar char="○"/>
              <a:defRPr sz="1000">
                <a:solidFill>
                  <a:srgbClr val="FFFFFF"/>
                </a:solidFill>
              </a:defRPr>
            </a:lvl2pPr>
            <a:lvl3pPr indent="-292100" lvl="2" marL="1371600" algn="ctr">
              <a:spcBef>
                <a:spcPts val="0"/>
              </a:spcBef>
              <a:spcAft>
                <a:spcPts val="0"/>
              </a:spcAft>
              <a:buClr>
                <a:srgbClr val="FFFFFF"/>
              </a:buClr>
              <a:buSzPts val="1000"/>
              <a:buChar char="■"/>
              <a:defRPr sz="1000">
                <a:solidFill>
                  <a:srgbClr val="FFFFFF"/>
                </a:solidFill>
              </a:defRPr>
            </a:lvl3pPr>
            <a:lvl4pPr indent="-292100" lvl="3" marL="1828800" algn="ctr">
              <a:spcBef>
                <a:spcPts val="0"/>
              </a:spcBef>
              <a:spcAft>
                <a:spcPts val="0"/>
              </a:spcAft>
              <a:buClr>
                <a:srgbClr val="FFFFFF"/>
              </a:buClr>
              <a:buSzPts val="1000"/>
              <a:buChar char="●"/>
              <a:defRPr sz="1000">
                <a:solidFill>
                  <a:srgbClr val="FFFFFF"/>
                </a:solidFill>
              </a:defRPr>
            </a:lvl4pPr>
            <a:lvl5pPr indent="-292100" lvl="4" marL="2286000" algn="ctr">
              <a:spcBef>
                <a:spcPts val="0"/>
              </a:spcBef>
              <a:spcAft>
                <a:spcPts val="0"/>
              </a:spcAft>
              <a:buClr>
                <a:srgbClr val="FFFFFF"/>
              </a:buClr>
              <a:buSzPts val="1000"/>
              <a:buChar char="○"/>
              <a:defRPr sz="1000">
                <a:solidFill>
                  <a:srgbClr val="FFFFFF"/>
                </a:solidFill>
              </a:defRPr>
            </a:lvl5pPr>
            <a:lvl6pPr indent="-292100" lvl="5" marL="2743200" algn="ctr">
              <a:spcBef>
                <a:spcPts val="0"/>
              </a:spcBef>
              <a:spcAft>
                <a:spcPts val="0"/>
              </a:spcAft>
              <a:buClr>
                <a:srgbClr val="FFFFFF"/>
              </a:buClr>
              <a:buSzPts val="1000"/>
              <a:buChar char="■"/>
              <a:defRPr sz="1000">
                <a:solidFill>
                  <a:srgbClr val="FFFFFF"/>
                </a:solidFill>
              </a:defRPr>
            </a:lvl6pPr>
            <a:lvl7pPr indent="-292100" lvl="6" marL="3200400" algn="ctr">
              <a:spcBef>
                <a:spcPts val="0"/>
              </a:spcBef>
              <a:spcAft>
                <a:spcPts val="0"/>
              </a:spcAft>
              <a:buClr>
                <a:srgbClr val="FFFFFF"/>
              </a:buClr>
              <a:buSzPts val="1000"/>
              <a:buChar char="●"/>
              <a:defRPr sz="1000">
                <a:solidFill>
                  <a:srgbClr val="FFFFFF"/>
                </a:solidFill>
              </a:defRPr>
            </a:lvl7pPr>
            <a:lvl8pPr indent="-292100" lvl="7" marL="3657600" algn="ctr">
              <a:spcBef>
                <a:spcPts val="0"/>
              </a:spcBef>
              <a:spcAft>
                <a:spcPts val="0"/>
              </a:spcAft>
              <a:buClr>
                <a:srgbClr val="FFFFFF"/>
              </a:buClr>
              <a:buSzPts val="1000"/>
              <a:buChar char="○"/>
              <a:defRPr sz="1000">
                <a:solidFill>
                  <a:srgbClr val="FFFFFF"/>
                </a:solidFill>
              </a:defRPr>
            </a:lvl8pPr>
            <a:lvl9pPr indent="-292100" lvl="8" marL="4114800" algn="ctr">
              <a:spcBef>
                <a:spcPts val="0"/>
              </a:spcBef>
              <a:spcAft>
                <a:spcPts val="0"/>
              </a:spcAft>
              <a:buClr>
                <a:srgbClr val="FFFFFF"/>
              </a:buClr>
              <a:buSzPts val="1000"/>
              <a:buChar char="■"/>
              <a:defRPr sz="1000">
                <a:solidFill>
                  <a:srgbClr val="FFFFFF"/>
                </a:solidFill>
              </a:defRPr>
            </a:lvl9pPr>
          </a:lstStyle>
          <a:p/>
        </p:txBody>
      </p:sp>
      <p:sp>
        <p:nvSpPr>
          <p:cNvPr id="13704" name="Google Shape;13704;p228"/>
          <p:cNvSpPr txBox="1"/>
          <p:nvPr/>
        </p:nvSpPr>
        <p:spPr>
          <a:xfrm>
            <a:off x="84825" y="598125"/>
            <a:ext cx="595500" cy="205800"/>
          </a:xfrm>
          <a:prstGeom prst="rect">
            <a:avLst/>
          </a:prstGeom>
          <a:noFill/>
          <a:ln>
            <a:noFill/>
          </a:ln>
        </p:spPr>
        <p:txBody>
          <a:bodyPr anchorCtr="0" anchor="t" bIns="18000" lIns="18000" spcFirstLastPara="1" rIns="18000" wrap="square" tIns="18000">
            <a:spAutoFit/>
          </a:bodyPr>
          <a:lstStyle/>
          <a:p>
            <a:pPr indent="0" lvl="0" marL="0" rtl="0" algn="l">
              <a:spcBef>
                <a:spcPts val="0"/>
              </a:spcBef>
              <a:spcAft>
                <a:spcPts val="0"/>
              </a:spcAft>
              <a:buNone/>
            </a:pPr>
            <a:r>
              <a:rPr lang="es-419" sz="1100">
                <a:solidFill>
                  <a:srgbClr val="FFFFFF"/>
                </a:solidFill>
              </a:rPr>
              <a:t>Nombre:</a:t>
            </a:r>
            <a:endParaRPr sz="1100">
              <a:solidFill>
                <a:srgbClr val="FFFFFF"/>
              </a:solidFill>
            </a:endParaRPr>
          </a:p>
        </p:txBody>
      </p:sp>
    </p:spTree>
  </p:cSld>
  <p:clrMapOvr>
    <a:masterClrMapping/>
  </p:clrMapOvr>
</p:sldLayout>
</file>

<file path=ppt/slideLayouts/slideLayout2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5 Diagrama de Espina de Pescado">
  <p:cSld name="TITLE_3_6_1_1_1_1_1_1_1_1_1_1">
    <p:spTree>
      <p:nvGrpSpPr>
        <p:cNvPr id="13705" name="Shape 13705"/>
        <p:cNvGrpSpPr/>
        <p:nvPr/>
      </p:nvGrpSpPr>
      <p:grpSpPr>
        <a:xfrm>
          <a:off x="0" y="0"/>
          <a:ext cx="0" cy="0"/>
          <a:chOff x="0" y="0"/>
          <a:chExt cx="0" cy="0"/>
        </a:xfrm>
      </p:grpSpPr>
      <p:sp>
        <p:nvSpPr>
          <p:cNvPr id="13706" name="Google Shape;13706;p229"/>
          <p:cNvSpPr txBox="1"/>
          <p:nvPr/>
        </p:nvSpPr>
        <p:spPr>
          <a:xfrm>
            <a:off x="2896942" y="1046542"/>
            <a:ext cx="1069200" cy="2166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t/>
            </a:r>
            <a:endParaRPr b="1" sz="600"/>
          </a:p>
        </p:txBody>
      </p:sp>
      <p:sp>
        <p:nvSpPr>
          <p:cNvPr id="13707" name="Google Shape;13707;p229"/>
          <p:cNvSpPr txBox="1"/>
          <p:nvPr/>
        </p:nvSpPr>
        <p:spPr>
          <a:xfrm>
            <a:off x="4101686" y="1046542"/>
            <a:ext cx="1163700" cy="2166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t/>
            </a:r>
            <a:endParaRPr b="1" sz="600"/>
          </a:p>
        </p:txBody>
      </p:sp>
      <p:sp>
        <p:nvSpPr>
          <p:cNvPr id="13708" name="Google Shape;13708;p229"/>
          <p:cNvSpPr txBox="1"/>
          <p:nvPr/>
        </p:nvSpPr>
        <p:spPr>
          <a:xfrm>
            <a:off x="6603322" y="1046542"/>
            <a:ext cx="1163700" cy="2166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t/>
            </a:r>
            <a:endParaRPr b="1" sz="600"/>
          </a:p>
        </p:txBody>
      </p:sp>
      <p:sp>
        <p:nvSpPr>
          <p:cNvPr id="13709" name="Google Shape;13709;p229"/>
          <p:cNvSpPr txBox="1"/>
          <p:nvPr/>
        </p:nvSpPr>
        <p:spPr>
          <a:xfrm>
            <a:off x="5400218" y="1046542"/>
            <a:ext cx="1203000" cy="2166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t/>
            </a:r>
            <a:endParaRPr b="1" sz="600"/>
          </a:p>
        </p:txBody>
      </p:sp>
      <p:sp>
        <p:nvSpPr>
          <p:cNvPr id="13710" name="Google Shape;13710;p229"/>
          <p:cNvSpPr/>
          <p:nvPr/>
        </p:nvSpPr>
        <p:spPr>
          <a:xfrm>
            <a:off x="97888" y="377012"/>
            <a:ext cx="9893400" cy="296700"/>
          </a:xfrm>
          <a:prstGeom prst="roundRect">
            <a:avLst>
              <a:gd fmla="val 22902" name="adj"/>
            </a:avLst>
          </a:prstGeom>
          <a:solidFill>
            <a:srgbClr val="F3F3F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13711" name="Google Shape;13711;p229"/>
          <p:cNvSpPr/>
          <p:nvPr/>
        </p:nvSpPr>
        <p:spPr>
          <a:xfrm>
            <a:off x="77688" y="358938"/>
            <a:ext cx="9935700" cy="6438000"/>
          </a:xfrm>
          <a:prstGeom prst="roundRect">
            <a:avLst>
              <a:gd fmla="val 2618" name="adj"/>
            </a:avLst>
          </a:prstGeom>
          <a:solidFill>
            <a:srgbClr val="FFFFFF"/>
          </a:solidFill>
          <a:ln cap="flat" cmpd="sng" w="38100">
            <a:solidFill>
              <a:srgbClr val="000000"/>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3712" name="Google Shape;13712;p229"/>
          <p:cNvCxnSpPr/>
          <p:nvPr/>
        </p:nvCxnSpPr>
        <p:spPr>
          <a:xfrm>
            <a:off x="77688" y="772614"/>
            <a:ext cx="9935700" cy="0"/>
          </a:xfrm>
          <a:prstGeom prst="straightConnector1">
            <a:avLst/>
          </a:prstGeom>
          <a:noFill/>
          <a:ln cap="flat" cmpd="sng" w="19050">
            <a:solidFill>
              <a:srgbClr val="000000"/>
            </a:solidFill>
            <a:prstDash val="solid"/>
            <a:round/>
            <a:headEnd len="med" w="med" type="none"/>
            <a:tailEnd len="med" w="med" type="none"/>
          </a:ln>
        </p:spPr>
      </p:cxnSp>
      <p:cxnSp>
        <p:nvCxnSpPr>
          <p:cNvPr id="13713" name="Google Shape;13713;p229"/>
          <p:cNvCxnSpPr/>
          <p:nvPr/>
        </p:nvCxnSpPr>
        <p:spPr>
          <a:xfrm rot="10800000">
            <a:off x="2439038" y="368188"/>
            <a:ext cx="0" cy="402300"/>
          </a:xfrm>
          <a:prstGeom prst="straightConnector1">
            <a:avLst/>
          </a:prstGeom>
          <a:noFill/>
          <a:ln cap="flat" cmpd="sng" w="19050">
            <a:solidFill>
              <a:srgbClr val="000000"/>
            </a:solidFill>
            <a:prstDash val="solid"/>
            <a:round/>
            <a:headEnd len="med" w="med" type="none"/>
            <a:tailEnd len="med" w="med" type="none"/>
          </a:ln>
        </p:spPr>
      </p:cxnSp>
      <p:sp>
        <p:nvSpPr>
          <p:cNvPr id="13714" name="Google Shape;13714;p229"/>
          <p:cNvSpPr txBox="1"/>
          <p:nvPr/>
        </p:nvSpPr>
        <p:spPr>
          <a:xfrm>
            <a:off x="2896947" y="1353252"/>
            <a:ext cx="1069200" cy="2043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t/>
            </a:r>
            <a:endParaRPr b="1" sz="600"/>
          </a:p>
        </p:txBody>
      </p:sp>
      <p:sp>
        <p:nvSpPr>
          <p:cNvPr id="13715" name="Google Shape;13715;p229"/>
          <p:cNvSpPr txBox="1"/>
          <p:nvPr/>
        </p:nvSpPr>
        <p:spPr>
          <a:xfrm>
            <a:off x="4101689" y="1353252"/>
            <a:ext cx="1163700" cy="2043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t/>
            </a:r>
            <a:endParaRPr b="1" sz="600"/>
          </a:p>
        </p:txBody>
      </p:sp>
      <p:sp>
        <p:nvSpPr>
          <p:cNvPr id="13716" name="Google Shape;13716;p229"/>
          <p:cNvSpPr txBox="1"/>
          <p:nvPr/>
        </p:nvSpPr>
        <p:spPr>
          <a:xfrm>
            <a:off x="6603320" y="1353252"/>
            <a:ext cx="1163700" cy="2043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t/>
            </a:r>
            <a:endParaRPr b="1" sz="600"/>
          </a:p>
        </p:txBody>
      </p:sp>
      <p:sp>
        <p:nvSpPr>
          <p:cNvPr id="13717" name="Google Shape;13717;p229"/>
          <p:cNvSpPr txBox="1"/>
          <p:nvPr/>
        </p:nvSpPr>
        <p:spPr>
          <a:xfrm>
            <a:off x="7901849" y="1353252"/>
            <a:ext cx="1163700" cy="2043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t/>
            </a:r>
            <a:endParaRPr b="1" sz="600"/>
          </a:p>
        </p:txBody>
      </p:sp>
      <p:sp>
        <p:nvSpPr>
          <p:cNvPr id="13718" name="Google Shape;13718;p229"/>
          <p:cNvSpPr txBox="1"/>
          <p:nvPr/>
        </p:nvSpPr>
        <p:spPr>
          <a:xfrm>
            <a:off x="5400218" y="1353252"/>
            <a:ext cx="1203000" cy="2043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t/>
            </a:r>
            <a:endParaRPr b="1" sz="600"/>
          </a:p>
        </p:txBody>
      </p:sp>
      <p:sp>
        <p:nvSpPr>
          <p:cNvPr id="13719" name="Google Shape;13719;p229"/>
          <p:cNvSpPr/>
          <p:nvPr/>
        </p:nvSpPr>
        <p:spPr>
          <a:xfrm>
            <a:off x="77688" y="349338"/>
            <a:ext cx="2361300" cy="421200"/>
          </a:xfrm>
          <a:prstGeom prst="roundRect">
            <a:avLst>
              <a:gd fmla="val 50000" name="adj"/>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s-419" sz="1200">
                <a:solidFill>
                  <a:srgbClr val="FFFFFF"/>
                </a:solidFill>
              </a:rPr>
              <a:t>Espina de Pescado</a:t>
            </a:r>
            <a:endParaRPr b="1" sz="1200">
              <a:solidFill>
                <a:srgbClr val="FFFFFF"/>
              </a:solidFill>
            </a:endParaRPr>
          </a:p>
          <a:p>
            <a:pPr indent="0" lvl="0" marL="0" rtl="0" algn="ctr">
              <a:spcBef>
                <a:spcPts val="0"/>
              </a:spcBef>
              <a:spcAft>
                <a:spcPts val="0"/>
              </a:spcAft>
              <a:buNone/>
            </a:pPr>
            <a:r>
              <a:t/>
            </a:r>
            <a:endParaRPr b="1" sz="1200">
              <a:solidFill>
                <a:srgbClr val="FFFFFF"/>
              </a:solidFill>
            </a:endParaRPr>
          </a:p>
        </p:txBody>
      </p:sp>
      <p:sp>
        <p:nvSpPr>
          <p:cNvPr id="13720" name="Google Shape;13720;p229"/>
          <p:cNvSpPr/>
          <p:nvPr/>
        </p:nvSpPr>
        <p:spPr>
          <a:xfrm>
            <a:off x="83988" y="595504"/>
            <a:ext cx="190200" cy="1692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1" name="Google Shape;13721;p229"/>
          <p:cNvSpPr/>
          <p:nvPr/>
        </p:nvSpPr>
        <p:spPr>
          <a:xfrm>
            <a:off x="2292338" y="358938"/>
            <a:ext cx="146700" cy="4023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3722" name="Google Shape;13722;p229"/>
          <p:cNvCxnSpPr>
            <a:endCxn id="13723" idx="1"/>
          </p:cNvCxnSpPr>
          <p:nvPr/>
        </p:nvCxnSpPr>
        <p:spPr>
          <a:xfrm>
            <a:off x="1829160" y="3778194"/>
            <a:ext cx="6424800" cy="0"/>
          </a:xfrm>
          <a:prstGeom prst="straightConnector1">
            <a:avLst/>
          </a:prstGeom>
          <a:noFill/>
          <a:ln cap="flat" cmpd="sng" w="28575">
            <a:solidFill>
              <a:srgbClr val="B7B7B7"/>
            </a:solidFill>
            <a:prstDash val="solid"/>
            <a:round/>
            <a:headEnd len="med" w="med" type="none"/>
            <a:tailEnd len="med" w="med" type="none"/>
          </a:ln>
        </p:spPr>
      </p:cxnSp>
      <p:grpSp>
        <p:nvGrpSpPr>
          <p:cNvPr id="13724" name="Google Shape;13724;p229"/>
          <p:cNvGrpSpPr/>
          <p:nvPr/>
        </p:nvGrpSpPr>
        <p:grpSpPr>
          <a:xfrm>
            <a:off x="8253955" y="2617263"/>
            <a:ext cx="1403566" cy="2008514"/>
            <a:chOff x="6640325" y="1397829"/>
            <a:chExt cx="1202404" cy="1616250"/>
          </a:xfrm>
        </p:grpSpPr>
        <p:sp>
          <p:nvSpPr>
            <p:cNvPr id="13723" name="Google Shape;13723;p229"/>
            <p:cNvSpPr/>
            <p:nvPr/>
          </p:nvSpPr>
          <p:spPr>
            <a:xfrm>
              <a:off x="6640329" y="1649979"/>
              <a:ext cx="1202400" cy="1364100"/>
            </a:xfrm>
            <a:prstGeom prst="rect">
              <a:avLst/>
            </a:prstGeom>
            <a:noFill/>
            <a:ln cap="flat" cmpd="sng" w="28575">
              <a:solidFill>
                <a:srgbClr val="B7B7B7"/>
              </a:solidFill>
              <a:prstDash val="dash"/>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5" name="Google Shape;13725;p229"/>
            <p:cNvSpPr txBox="1"/>
            <p:nvPr/>
          </p:nvSpPr>
          <p:spPr>
            <a:xfrm>
              <a:off x="6640325" y="1397829"/>
              <a:ext cx="1202400" cy="2325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b="1" lang="es-419" sz="1200">
                  <a:latin typeface="Arvo"/>
                  <a:ea typeface="Arvo"/>
                  <a:cs typeface="Arvo"/>
                  <a:sym typeface="Arvo"/>
                </a:rPr>
                <a:t>Efecto</a:t>
              </a:r>
              <a:endParaRPr b="1" sz="1200">
                <a:latin typeface="Arvo"/>
                <a:ea typeface="Arvo"/>
                <a:cs typeface="Arvo"/>
                <a:sym typeface="Arvo"/>
              </a:endParaRPr>
            </a:p>
          </p:txBody>
        </p:sp>
      </p:grpSp>
      <p:sp>
        <p:nvSpPr>
          <p:cNvPr id="13726" name="Google Shape;13726;p229"/>
          <p:cNvSpPr txBox="1"/>
          <p:nvPr/>
        </p:nvSpPr>
        <p:spPr>
          <a:xfrm>
            <a:off x="422488" y="991034"/>
            <a:ext cx="7130100" cy="2847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b="1" lang="es-419" sz="1200">
                <a:latin typeface="Arvo"/>
                <a:ea typeface="Arvo"/>
                <a:cs typeface="Arvo"/>
                <a:sym typeface="Arvo"/>
              </a:rPr>
              <a:t>Causas</a:t>
            </a:r>
            <a:endParaRPr b="1" sz="1200">
              <a:latin typeface="Arvo"/>
              <a:ea typeface="Arvo"/>
              <a:cs typeface="Arvo"/>
              <a:sym typeface="Arvo"/>
            </a:endParaRPr>
          </a:p>
        </p:txBody>
      </p:sp>
      <p:cxnSp>
        <p:nvCxnSpPr>
          <p:cNvPr id="13727" name="Google Shape;13727;p229"/>
          <p:cNvCxnSpPr>
            <a:stCxn id="13728" idx="2"/>
          </p:cNvCxnSpPr>
          <p:nvPr/>
        </p:nvCxnSpPr>
        <p:spPr>
          <a:xfrm>
            <a:off x="1200538" y="2294495"/>
            <a:ext cx="634800" cy="1479000"/>
          </a:xfrm>
          <a:prstGeom prst="straightConnector1">
            <a:avLst/>
          </a:prstGeom>
          <a:noFill/>
          <a:ln cap="flat" cmpd="sng" w="28575">
            <a:solidFill>
              <a:srgbClr val="B7B7B7"/>
            </a:solidFill>
            <a:prstDash val="solid"/>
            <a:round/>
            <a:headEnd len="med" w="med" type="none"/>
            <a:tailEnd len="med" w="med" type="none"/>
          </a:ln>
        </p:spPr>
      </p:cxnSp>
      <p:cxnSp>
        <p:nvCxnSpPr>
          <p:cNvPr id="13729" name="Google Shape;13729;p229"/>
          <p:cNvCxnSpPr>
            <a:stCxn id="13730" idx="0"/>
          </p:cNvCxnSpPr>
          <p:nvPr/>
        </p:nvCxnSpPr>
        <p:spPr>
          <a:xfrm flipH="1" rot="10800000">
            <a:off x="1200538" y="3780121"/>
            <a:ext cx="638400" cy="1486500"/>
          </a:xfrm>
          <a:prstGeom prst="straightConnector1">
            <a:avLst/>
          </a:prstGeom>
          <a:noFill/>
          <a:ln cap="flat" cmpd="sng" w="28575">
            <a:solidFill>
              <a:srgbClr val="B7B7B7"/>
            </a:solidFill>
            <a:prstDash val="solid"/>
            <a:round/>
            <a:headEnd len="med" w="med" type="none"/>
            <a:tailEnd len="med" w="med" type="none"/>
          </a:ln>
        </p:spPr>
      </p:cxnSp>
      <p:cxnSp>
        <p:nvCxnSpPr>
          <p:cNvPr id="13731" name="Google Shape;13731;p229"/>
          <p:cNvCxnSpPr>
            <a:stCxn id="13732" idx="2"/>
          </p:cNvCxnSpPr>
          <p:nvPr/>
        </p:nvCxnSpPr>
        <p:spPr>
          <a:xfrm>
            <a:off x="3058506" y="2294495"/>
            <a:ext cx="545100" cy="1483500"/>
          </a:xfrm>
          <a:prstGeom prst="straightConnector1">
            <a:avLst/>
          </a:prstGeom>
          <a:noFill/>
          <a:ln cap="flat" cmpd="sng" w="28575">
            <a:solidFill>
              <a:srgbClr val="B7B7B7"/>
            </a:solidFill>
            <a:prstDash val="solid"/>
            <a:round/>
            <a:headEnd len="med" w="med" type="none"/>
            <a:tailEnd len="med" w="med" type="none"/>
          </a:ln>
        </p:spPr>
      </p:cxnSp>
      <p:cxnSp>
        <p:nvCxnSpPr>
          <p:cNvPr id="13733" name="Google Shape;13733;p229"/>
          <p:cNvCxnSpPr>
            <a:stCxn id="13734" idx="0"/>
          </p:cNvCxnSpPr>
          <p:nvPr/>
        </p:nvCxnSpPr>
        <p:spPr>
          <a:xfrm flipH="1" rot="10800000">
            <a:off x="3058506" y="3778021"/>
            <a:ext cx="545100" cy="1488600"/>
          </a:xfrm>
          <a:prstGeom prst="straightConnector1">
            <a:avLst/>
          </a:prstGeom>
          <a:noFill/>
          <a:ln cap="flat" cmpd="sng" w="28575">
            <a:solidFill>
              <a:srgbClr val="B7B7B7"/>
            </a:solidFill>
            <a:prstDash val="solid"/>
            <a:round/>
            <a:headEnd len="med" w="med" type="none"/>
            <a:tailEnd len="med" w="med" type="none"/>
          </a:ln>
        </p:spPr>
      </p:cxnSp>
      <p:cxnSp>
        <p:nvCxnSpPr>
          <p:cNvPr id="13735" name="Google Shape;13735;p229"/>
          <p:cNvCxnSpPr>
            <a:stCxn id="13736" idx="2"/>
          </p:cNvCxnSpPr>
          <p:nvPr/>
        </p:nvCxnSpPr>
        <p:spPr>
          <a:xfrm>
            <a:off x="4916493" y="2294495"/>
            <a:ext cx="545700" cy="1492500"/>
          </a:xfrm>
          <a:prstGeom prst="straightConnector1">
            <a:avLst/>
          </a:prstGeom>
          <a:noFill/>
          <a:ln cap="flat" cmpd="sng" w="28575">
            <a:solidFill>
              <a:srgbClr val="B7B7B7"/>
            </a:solidFill>
            <a:prstDash val="solid"/>
            <a:round/>
            <a:headEnd len="med" w="med" type="none"/>
            <a:tailEnd len="med" w="med" type="none"/>
          </a:ln>
        </p:spPr>
      </p:cxnSp>
      <p:cxnSp>
        <p:nvCxnSpPr>
          <p:cNvPr id="13737" name="Google Shape;13737;p229"/>
          <p:cNvCxnSpPr>
            <a:stCxn id="13738" idx="0"/>
          </p:cNvCxnSpPr>
          <p:nvPr/>
        </p:nvCxnSpPr>
        <p:spPr>
          <a:xfrm flipH="1" rot="10800000">
            <a:off x="4916493" y="3773521"/>
            <a:ext cx="536700" cy="1493100"/>
          </a:xfrm>
          <a:prstGeom prst="straightConnector1">
            <a:avLst/>
          </a:prstGeom>
          <a:noFill/>
          <a:ln cap="flat" cmpd="sng" w="28575">
            <a:solidFill>
              <a:srgbClr val="B7B7B7"/>
            </a:solidFill>
            <a:prstDash val="solid"/>
            <a:round/>
            <a:headEnd len="med" w="med" type="none"/>
            <a:tailEnd len="med" w="med" type="none"/>
          </a:ln>
        </p:spPr>
      </p:cxnSp>
      <p:cxnSp>
        <p:nvCxnSpPr>
          <p:cNvPr id="13739" name="Google Shape;13739;p229"/>
          <p:cNvCxnSpPr>
            <a:stCxn id="13740" idx="2"/>
          </p:cNvCxnSpPr>
          <p:nvPr/>
        </p:nvCxnSpPr>
        <p:spPr>
          <a:xfrm>
            <a:off x="6774468" y="2294495"/>
            <a:ext cx="542100" cy="1488000"/>
          </a:xfrm>
          <a:prstGeom prst="straightConnector1">
            <a:avLst/>
          </a:prstGeom>
          <a:noFill/>
          <a:ln cap="flat" cmpd="sng" w="28575">
            <a:solidFill>
              <a:srgbClr val="B7B7B7"/>
            </a:solidFill>
            <a:prstDash val="solid"/>
            <a:round/>
            <a:headEnd len="med" w="med" type="none"/>
            <a:tailEnd len="med" w="med" type="none"/>
          </a:ln>
        </p:spPr>
      </p:cxnSp>
      <p:cxnSp>
        <p:nvCxnSpPr>
          <p:cNvPr id="13741" name="Google Shape;13741;p229"/>
          <p:cNvCxnSpPr>
            <a:stCxn id="13742" idx="0"/>
          </p:cNvCxnSpPr>
          <p:nvPr/>
        </p:nvCxnSpPr>
        <p:spPr>
          <a:xfrm flipH="1" rot="10800000">
            <a:off x="6774468" y="3778021"/>
            <a:ext cx="537600" cy="1488600"/>
          </a:xfrm>
          <a:prstGeom prst="straightConnector1">
            <a:avLst/>
          </a:prstGeom>
          <a:noFill/>
          <a:ln cap="flat" cmpd="sng" w="28575">
            <a:solidFill>
              <a:srgbClr val="B7B7B7"/>
            </a:solidFill>
            <a:prstDash val="solid"/>
            <a:round/>
            <a:headEnd len="med" w="med" type="none"/>
            <a:tailEnd len="med" w="med" type="none"/>
          </a:ln>
        </p:spPr>
      </p:cxnSp>
      <p:sp>
        <p:nvSpPr>
          <p:cNvPr id="13728" name="Google Shape;13728;p229"/>
          <p:cNvSpPr/>
          <p:nvPr/>
        </p:nvSpPr>
        <p:spPr>
          <a:xfrm>
            <a:off x="422488" y="1344695"/>
            <a:ext cx="1556100" cy="949800"/>
          </a:xfrm>
          <a:prstGeom prst="roundRect">
            <a:avLst>
              <a:gd fmla="val 16667" name="adj"/>
            </a:avLst>
          </a:prstGeom>
          <a:solidFill>
            <a:srgbClr val="F3F3F3"/>
          </a:solidFill>
          <a:ln cap="flat" cmpd="sng" w="19050">
            <a:solidFill>
              <a:srgbClr val="CCCCCC"/>
            </a:solidFill>
            <a:prstDash val="dash"/>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2" name="Google Shape;13732;p229"/>
          <p:cNvSpPr/>
          <p:nvPr/>
        </p:nvSpPr>
        <p:spPr>
          <a:xfrm>
            <a:off x="2280456" y="1344695"/>
            <a:ext cx="1556100" cy="949800"/>
          </a:xfrm>
          <a:prstGeom prst="roundRect">
            <a:avLst>
              <a:gd fmla="val 16667" name="adj"/>
            </a:avLst>
          </a:prstGeom>
          <a:solidFill>
            <a:srgbClr val="F3F3F3"/>
          </a:solidFill>
          <a:ln cap="flat" cmpd="sng" w="19050">
            <a:solidFill>
              <a:srgbClr val="CCCCCC"/>
            </a:solidFill>
            <a:prstDash val="dash"/>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6" name="Google Shape;13736;p229"/>
          <p:cNvSpPr/>
          <p:nvPr/>
        </p:nvSpPr>
        <p:spPr>
          <a:xfrm>
            <a:off x="4138443" y="1344695"/>
            <a:ext cx="1556100" cy="949800"/>
          </a:xfrm>
          <a:prstGeom prst="roundRect">
            <a:avLst>
              <a:gd fmla="val 16667" name="adj"/>
            </a:avLst>
          </a:prstGeom>
          <a:solidFill>
            <a:srgbClr val="F3F3F3"/>
          </a:solidFill>
          <a:ln cap="flat" cmpd="sng" w="19050">
            <a:solidFill>
              <a:srgbClr val="CCCCCC"/>
            </a:solidFill>
            <a:prstDash val="dash"/>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0" name="Google Shape;13740;p229"/>
          <p:cNvSpPr/>
          <p:nvPr/>
        </p:nvSpPr>
        <p:spPr>
          <a:xfrm>
            <a:off x="5996418" y="1344695"/>
            <a:ext cx="1556100" cy="949800"/>
          </a:xfrm>
          <a:prstGeom prst="roundRect">
            <a:avLst>
              <a:gd fmla="val 16667" name="adj"/>
            </a:avLst>
          </a:prstGeom>
          <a:solidFill>
            <a:srgbClr val="F3F3F3"/>
          </a:solidFill>
          <a:ln cap="flat" cmpd="sng" w="19050">
            <a:solidFill>
              <a:srgbClr val="CCCCCC"/>
            </a:solidFill>
            <a:prstDash val="dash"/>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0" name="Google Shape;13730;p229"/>
          <p:cNvSpPr/>
          <p:nvPr/>
        </p:nvSpPr>
        <p:spPr>
          <a:xfrm>
            <a:off x="422488" y="5266621"/>
            <a:ext cx="1556100" cy="949800"/>
          </a:xfrm>
          <a:prstGeom prst="roundRect">
            <a:avLst>
              <a:gd fmla="val 16667" name="adj"/>
            </a:avLst>
          </a:prstGeom>
          <a:solidFill>
            <a:srgbClr val="F3F3F3"/>
          </a:solidFill>
          <a:ln cap="flat" cmpd="sng" w="19050">
            <a:solidFill>
              <a:srgbClr val="CCCCCC"/>
            </a:solidFill>
            <a:prstDash val="dash"/>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4" name="Google Shape;13734;p229"/>
          <p:cNvSpPr/>
          <p:nvPr/>
        </p:nvSpPr>
        <p:spPr>
          <a:xfrm>
            <a:off x="2280456" y="5266621"/>
            <a:ext cx="1556100" cy="949800"/>
          </a:xfrm>
          <a:prstGeom prst="roundRect">
            <a:avLst>
              <a:gd fmla="val 16667" name="adj"/>
            </a:avLst>
          </a:prstGeom>
          <a:solidFill>
            <a:srgbClr val="F3F3F3"/>
          </a:solidFill>
          <a:ln cap="flat" cmpd="sng" w="19050">
            <a:solidFill>
              <a:srgbClr val="CCCCCC"/>
            </a:solidFill>
            <a:prstDash val="dash"/>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8" name="Google Shape;13738;p229"/>
          <p:cNvSpPr/>
          <p:nvPr/>
        </p:nvSpPr>
        <p:spPr>
          <a:xfrm>
            <a:off x="4138443" y="5266621"/>
            <a:ext cx="1556100" cy="949800"/>
          </a:xfrm>
          <a:prstGeom prst="roundRect">
            <a:avLst>
              <a:gd fmla="val 16667" name="adj"/>
            </a:avLst>
          </a:prstGeom>
          <a:solidFill>
            <a:srgbClr val="F3F3F3"/>
          </a:solidFill>
          <a:ln cap="flat" cmpd="sng" w="19050">
            <a:solidFill>
              <a:srgbClr val="CCCCCC"/>
            </a:solidFill>
            <a:prstDash val="dash"/>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2" name="Google Shape;13742;p229"/>
          <p:cNvSpPr/>
          <p:nvPr/>
        </p:nvSpPr>
        <p:spPr>
          <a:xfrm>
            <a:off x="5996418" y="5266621"/>
            <a:ext cx="1556100" cy="949800"/>
          </a:xfrm>
          <a:prstGeom prst="roundRect">
            <a:avLst>
              <a:gd fmla="val 16667" name="adj"/>
            </a:avLst>
          </a:prstGeom>
          <a:solidFill>
            <a:srgbClr val="F3F3F3"/>
          </a:solidFill>
          <a:ln cap="flat" cmpd="sng" w="19050">
            <a:solidFill>
              <a:srgbClr val="CCCCCC"/>
            </a:solidFill>
            <a:prstDash val="dash"/>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3" name="Google Shape;13743;p229"/>
          <p:cNvSpPr txBox="1"/>
          <p:nvPr/>
        </p:nvSpPr>
        <p:spPr>
          <a:xfrm>
            <a:off x="422488" y="6222945"/>
            <a:ext cx="7130100" cy="2847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b="1" lang="es-419" sz="1200">
                <a:latin typeface="Arvo"/>
                <a:ea typeface="Arvo"/>
                <a:cs typeface="Arvo"/>
                <a:sym typeface="Arvo"/>
              </a:rPr>
              <a:t>Causas</a:t>
            </a:r>
            <a:endParaRPr b="1" sz="1200">
              <a:latin typeface="Arvo"/>
              <a:ea typeface="Arvo"/>
              <a:cs typeface="Arvo"/>
              <a:sym typeface="Arvo"/>
            </a:endParaRPr>
          </a:p>
        </p:txBody>
      </p:sp>
      <p:sp>
        <p:nvSpPr>
          <p:cNvPr id="13744" name="Google Shape;13744;p229"/>
          <p:cNvSpPr txBox="1"/>
          <p:nvPr>
            <p:ph idx="1" type="subTitle"/>
          </p:nvPr>
        </p:nvSpPr>
        <p:spPr>
          <a:xfrm>
            <a:off x="422525" y="1344634"/>
            <a:ext cx="1556100" cy="949800"/>
          </a:xfrm>
          <a:prstGeom prst="rect">
            <a:avLst/>
          </a:prstGeom>
          <a:noFill/>
          <a:ln>
            <a:noFill/>
          </a:ln>
        </p:spPr>
        <p:txBody>
          <a:bodyPr anchorCtr="0" anchor="ctr" bIns="72000" lIns="72000" spcFirstLastPara="1" rIns="72000" wrap="square" tIns="72000">
            <a:noAutofit/>
          </a:bodyPr>
          <a:lstStyle>
            <a:lvl1pPr lvl="0">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spcBef>
                <a:spcPts val="0"/>
              </a:spcBef>
              <a:spcAft>
                <a:spcPts val="0"/>
              </a:spcAft>
              <a:buSzPts val="800"/>
              <a:buFont typeface="Arvo"/>
              <a:buNone/>
              <a:defRPr sz="800">
                <a:latin typeface="Arvo"/>
                <a:ea typeface="Arvo"/>
                <a:cs typeface="Arvo"/>
                <a:sym typeface="Arvo"/>
              </a:defRPr>
            </a:lvl2pPr>
            <a:lvl3pPr lvl="2">
              <a:spcBef>
                <a:spcPts val="0"/>
              </a:spcBef>
              <a:spcAft>
                <a:spcPts val="0"/>
              </a:spcAft>
              <a:buSzPts val="800"/>
              <a:buFont typeface="Arvo"/>
              <a:buNone/>
              <a:defRPr sz="800">
                <a:latin typeface="Arvo"/>
                <a:ea typeface="Arvo"/>
                <a:cs typeface="Arvo"/>
                <a:sym typeface="Arvo"/>
              </a:defRPr>
            </a:lvl3pPr>
            <a:lvl4pPr lvl="3">
              <a:spcBef>
                <a:spcPts val="0"/>
              </a:spcBef>
              <a:spcAft>
                <a:spcPts val="0"/>
              </a:spcAft>
              <a:buSzPts val="800"/>
              <a:buFont typeface="Arvo"/>
              <a:buNone/>
              <a:defRPr sz="800">
                <a:latin typeface="Arvo"/>
                <a:ea typeface="Arvo"/>
                <a:cs typeface="Arvo"/>
                <a:sym typeface="Arvo"/>
              </a:defRPr>
            </a:lvl4pPr>
            <a:lvl5pPr lvl="4">
              <a:spcBef>
                <a:spcPts val="0"/>
              </a:spcBef>
              <a:spcAft>
                <a:spcPts val="0"/>
              </a:spcAft>
              <a:buSzPts val="800"/>
              <a:buFont typeface="Arvo"/>
              <a:buNone/>
              <a:defRPr sz="800">
                <a:latin typeface="Arvo"/>
                <a:ea typeface="Arvo"/>
                <a:cs typeface="Arvo"/>
                <a:sym typeface="Arvo"/>
              </a:defRPr>
            </a:lvl5pPr>
            <a:lvl6pPr lvl="5">
              <a:spcBef>
                <a:spcPts val="0"/>
              </a:spcBef>
              <a:spcAft>
                <a:spcPts val="0"/>
              </a:spcAft>
              <a:buSzPts val="800"/>
              <a:buFont typeface="Arvo"/>
              <a:buNone/>
              <a:defRPr sz="800">
                <a:latin typeface="Arvo"/>
                <a:ea typeface="Arvo"/>
                <a:cs typeface="Arvo"/>
                <a:sym typeface="Arvo"/>
              </a:defRPr>
            </a:lvl6pPr>
            <a:lvl7pPr lvl="6">
              <a:spcBef>
                <a:spcPts val="0"/>
              </a:spcBef>
              <a:spcAft>
                <a:spcPts val="0"/>
              </a:spcAft>
              <a:buSzPts val="800"/>
              <a:buFont typeface="Arvo"/>
              <a:buNone/>
              <a:defRPr sz="800">
                <a:latin typeface="Arvo"/>
                <a:ea typeface="Arvo"/>
                <a:cs typeface="Arvo"/>
                <a:sym typeface="Arvo"/>
              </a:defRPr>
            </a:lvl7pPr>
            <a:lvl8pPr lvl="7">
              <a:spcBef>
                <a:spcPts val="0"/>
              </a:spcBef>
              <a:spcAft>
                <a:spcPts val="0"/>
              </a:spcAft>
              <a:buSzPts val="800"/>
              <a:buFont typeface="Arvo"/>
              <a:buNone/>
              <a:defRPr sz="800">
                <a:latin typeface="Arvo"/>
                <a:ea typeface="Arvo"/>
                <a:cs typeface="Arvo"/>
                <a:sym typeface="Arvo"/>
              </a:defRPr>
            </a:lvl8pPr>
            <a:lvl9pPr lvl="8">
              <a:spcBef>
                <a:spcPts val="0"/>
              </a:spcBef>
              <a:spcAft>
                <a:spcPts val="0"/>
              </a:spcAft>
              <a:buSzPts val="800"/>
              <a:buFont typeface="Arvo"/>
              <a:buNone/>
              <a:defRPr sz="800">
                <a:latin typeface="Arvo"/>
                <a:ea typeface="Arvo"/>
                <a:cs typeface="Arvo"/>
                <a:sym typeface="Arvo"/>
              </a:defRPr>
            </a:lvl9pPr>
          </a:lstStyle>
          <a:p/>
        </p:txBody>
      </p:sp>
      <p:sp>
        <p:nvSpPr>
          <p:cNvPr id="13745" name="Google Shape;13745;p229"/>
          <p:cNvSpPr txBox="1"/>
          <p:nvPr>
            <p:ph idx="2" type="subTitle"/>
          </p:nvPr>
        </p:nvSpPr>
        <p:spPr>
          <a:xfrm>
            <a:off x="2282415" y="1344634"/>
            <a:ext cx="1556100" cy="949800"/>
          </a:xfrm>
          <a:prstGeom prst="rect">
            <a:avLst/>
          </a:prstGeom>
          <a:noFill/>
          <a:ln>
            <a:noFill/>
          </a:ln>
        </p:spPr>
        <p:txBody>
          <a:bodyPr anchorCtr="0" anchor="ctr" bIns="72000" lIns="72000" spcFirstLastPara="1" rIns="72000" wrap="square" tIns="72000">
            <a:noAutofit/>
          </a:bodyPr>
          <a:lstStyle>
            <a:lvl1pPr lvl="0">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spcBef>
                <a:spcPts val="0"/>
              </a:spcBef>
              <a:spcAft>
                <a:spcPts val="0"/>
              </a:spcAft>
              <a:buSzPts val="800"/>
              <a:buFont typeface="Arvo"/>
              <a:buNone/>
              <a:defRPr sz="800">
                <a:latin typeface="Arvo"/>
                <a:ea typeface="Arvo"/>
                <a:cs typeface="Arvo"/>
                <a:sym typeface="Arvo"/>
              </a:defRPr>
            </a:lvl2pPr>
            <a:lvl3pPr lvl="2">
              <a:spcBef>
                <a:spcPts val="0"/>
              </a:spcBef>
              <a:spcAft>
                <a:spcPts val="0"/>
              </a:spcAft>
              <a:buSzPts val="800"/>
              <a:buFont typeface="Arvo"/>
              <a:buNone/>
              <a:defRPr sz="800">
                <a:latin typeface="Arvo"/>
                <a:ea typeface="Arvo"/>
                <a:cs typeface="Arvo"/>
                <a:sym typeface="Arvo"/>
              </a:defRPr>
            </a:lvl3pPr>
            <a:lvl4pPr lvl="3">
              <a:spcBef>
                <a:spcPts val="0"/>
              </a:spcBef>
              <a:spcAft>
                <a:spcPts val="0"/>
              </a:spcAft>
              <a:buSzPts val="800"/>
              <a:buFont typeface="Arvo"/>
              <a:buNone/>
              <a:defRPr sz="800">
                <a:latin typeface="Arvo"/>
                <a:ea typeface="Arvo"/>
                <a:cs typeface="Arvo"/>
                <a:sym typeface="Arvo"/>
              </a:defRPr>
            </a:lvl4pPr>
            <a:lvl5pPr lvl="4">
              <a:spcBef>
                <a:spcPts val="0"/>
              </a:spcBef>
              <a:spcAft>
                <a:spcPts val="0"/>
              </a:spcAft>
              <a:buSzPts val="800"/>
              <a:buFont typeface="Arvo"/>
              <a:buNone/>
              <a:defRPr sz="800">
                <a:latin typeface="Arvo"/>
                <a:ea typeface="Arvo"/>
                <a:cs typeface="Arvo"/>
                <a:sym typeface="Arvo"/>
              </a:defRPr>
            </a:lvl5pPr>
            <a:lvl6pPr lvl="5">
              <a:spcBef>
                <a:spcPts val="0"/>
              </a:spcBef>
              <a:spcAft>
                <a:spcPts val="0"/>
              </a:spcAft>
              <a:buSzPts val="800"/>
              <a:buFont typeface="Arvo"/>
              <a:buNone/>
              <a:defRPr sz="800">
                <a:latin typeface="Arvo"/>
                <a:ea typeface="Arvo"/>
                <a:cs typeface="Arvo"/>
                <a:sym typeface="Arvo"/>
              </a:defRPr>
            </a:lvl6pPr>
            <a:lvl7pPr lvl="6">
              <a:spcBef>
                <a:spcPts val="0"/>
              </a:spcBef>
              <a:spcAft>
                <a:spcPts val="0"/>
              </a:spcAft>
              <a:buSzPts val="800"/>
              <a:buFont typeface="Arvo"/>
              <a:buNone/>
              <a:defRPr sz="800">
                <a:latin typeface="Arvo"/>
                <a:ea typeface="Arvo"/>
                <a:cs typeface="Arvo"/>
                <a:sym typeface="Arvo"/>
              </a:defRPr>
            </a:lvl7pPr>
            <a:lvl8pPr lvl="7">
              <a:spcBef>
                <a:spcPts val="0"/>
              </a:spcBef>
              <a:spcAft>
                <a:spcPts val="0"/>
              </a:spcAft>
              <a:buSzPts val="800"/>
              <a:buFont typeface="Arvo"/>
              <a:buNone/>
              <a:defRPr sz="800">
                <a:latin typeface="Arvo"/>
                <a:ea typeface="Arvo"/>
                <a:cs typeface="Arvo"/>
                <a:sym typeface="Arvo"/>
              </a:defRPr>
            </a:lvl8pPr>
            <a:lvl9pPr lvl="8">
              <a:spcBef>
                <a:spcPts val="0"/>
              </a:spcBef>
              <a:spcAft>
                <a:spcPts val="0"/>
              </a:spcAft>
              <a:buSzPts val="800"/>
              <a:buFont typeface="Arvo"/>
              <a:buNone/>
              <a:defRPr sz="800">
                <a:latin typeface="Arvo"/>
                <a:ea typeface="Arvo"/>
                <a:cs typeface="Arvo"/>
                <a:sym typeface="Arvo"/>
              </a:defRPr>
            </a:lvl9pPr>
          </a:lstStyle>
          <a:p/>
        </p:txBody>
      </p:sp>
      <p:sp>
        <p:nvSpPr>
          <p:cNvPr id="13746" name="Google Shape;13746;p229"/>
          <p:cNvSpPr txBox="1"/>
          <p:nvPr>
            <p:ph idx="3" type="subTitle"/>
          </p:nvPr>
        </p:nvSpPr>
        <p:spPr>
          <a:xfrm>
            <a:off x="4138559" y="1344634"/>
            <a:ext cx="1556100" cy="949800"/>
          </a:xfrm>
          <a:prstGeom prst="rect">
            <a:avLst/>
          </a:prstGeom>
          <a:noFill/>
          <a:ln>
            <a:noFill/>
          </a:ln>
        </p:spPr>
        <p:txBody>
          <a:bodyPr anchorCtr="0" anchor="ctr" bIns="72000" lIns="72000" spcFirstLastPara="1" rIns="72000" wrap="square" tIns="72000">
            <a:noAutofit/>
          </a:bodyPr>
          <a:lstStyle>
            <a:lvl1pPr lvl="0">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spcBef>
                <a:spcPts val="0"/>
              </a:spcBef>
              <a:spcAft>
                <a:spcPts val="0"/>
              </a:spcAft>
              <a:buSzPts val="800"/>
              <a:buFont typeface="Arvo"/>
              <a:buNone/>
              <a:defRPr sz="800">
                <a:latin typeface="Arvo"/>
                <a:ea typeface="Arvo"/>
                <a:cs typeface="Arvo"/>
                <a:sym typeface="Arvo"/>
              </a:defRPr>
            </a:lvl2pPr>
            <a:lvl3pPr lvl="2">
              <a:spcBef>
                <a:spcPts val="0"/>
              </a:spcBef>
              <a:spcAft>
                <a:spcPts val="0"/>
              </a:spcAft>
              <a:buSzPts val="800"/>
              <a:buFont typeface="Arvo"/>
              <a:buNone/>
              <a:defRPr sz="800">
                <a:latin typeface="Arvo"/>
                <a:ea typeface="Arvo"/>
                <a:cs typeface="Arvo"/>
                <a:sym typeface="Arvo"/>
              </a:defRPr>
            </a:lvl3pPr>
            <a:lvl4pPr lvl="3">
              <a:spcBef>
                <a:spcPts val="0"/>
              </a:spcBef>
              <a:spcAft>
                <a:spcPts val="0"/>
              </a:spcAft>
              <a:buSzPts val="800"/>
              <a:buFont typeface="Arvo"/>
              <a:buNone/>
              <a:defRPr sz="800">
                <a:latin typeface="Arvo"/>
                <a:ea typeface="Arvo"/>
                <a:cs typeface="Arvo"/>
                <a:sym typeface="Arvo"/>
              </a:defRPr>
            </a:lvl4pPr>
            <a:lvl5pPr lvl="4">
              <a:spcBef>
                <a:spcPts val="0"/>
              </a:spcBef>
              <a:spcAft>
                <a:spcPts val="0"/>
              </a:spcAft>
              <a:buSzPts val="800"/>
              <a:buFont typeface="Arvo"/>
              <a:buNone/>
              <a:defRPr sz="800">
                <a:latin typeface="Arvo"/>
                <a:ea typeface="Arvo"/>
                <a:cs typeface="Arvo"/>
                <a:sym typeface="Arvo"/>
              </a:defRPr>
            </a:lvl5pPr>
            <a:lvl6pPr lvl="5">
              <a:spcBef>
                <a:spcPts val="0"/>
              </a:spcBef>
              <a:spcAft>
                <a:spcPts val="0"/>
              </a:spcAft>
              <a:buSzPts val="800"/>
              <a:buFont typeface="Arvo"/>
              <a:buNone/>
              <a:defRPr sz="800">
                <a:latin typeface="Arvo"/>
                <a:ea typeface="Arvo"/>
                <a:cs typeface="Arvo"/>
                <a:sym typeface="Arvo"/>
              </a:defRPr>
            </a:lvl6pPr>
            <a:lvl7pPr lvl="6">
              <a:spcBef>
                <a:spcPts val="0"/>
              </a:spcBef>
              <a:spcAft>
                <a:spcPts val="0"/>
              </a:spcAft>
              <a:buSzPts val="800"/>
              <a:buFont typeface="Arvo"/>
              <a:buNone/>
              <a:defRPr sz="800">
                <a:latin typeface="Arvo"/>
                <a:ea typeface="Arvo"/>
                <a:cs typeface="Arvo"/>
                <a:sym typeface="Arvo"/>
              </a:defRPr>
            </a:lvl7pPr>
            <a:lvl8pPr lvl="7">
              <a:spcBef>
                <a:spcPts val="0"/>
              </a:spcBef>
              <a:spcAft>
                <a:spcPts val="0"/>
              </a:spcAft>
              <a:buSzPts val="800"/>
              <a:buFont typeface="Arvo"/>
              <a:buNone/>
              <a:defRPr sz="800">
                <a:latin typeface="Arvo"/>
                <a:ea typeface="Arvo"/>
                <a:cs typeface="Arvo"/>
                <a:sym typeface="Arvo"/>
              </a:defRPr>
            </a:lvl8pPr>
            <a:lvl9pPr lvl="8">
              <a:spcBef>
                <a:spcPts val="0"/>
              </a:spcBef>
              <a:spcAft>
                <a:spcPts val="0"/>
              </a:spcAft>
              <a:buSzPts val="800"/>
              <a:buFont typeface="Arvo"/>
              <a:buNone/>
              <a:defRPr sz="800">
                <a:latin typeface="Arvo"/>
                <a:ea typeface="Arvo"/>
                <a:cs typeface="Arvo"/>
                <a:sym typeface="Arvo"/>
              </a:defRPr>
            </a:lvl9pPr>
          </a:lstStyle>
          <a:p/>
        </p:txBody>
      </p:sp>
      <p:sp>
        <p:nvSpPr>
          <p:cNvPr id="13747" name="Google Shape;13747;p229"/>
          <p:cNvSpPr txBox="1"/>
          <p:nvPr>
            <p:ph idx="4" type="subTitle"/>
          </p:nvPr>
        </p:nvSpPr>
        <p:spPr>
          <a:xfrm>
            <a:off x="5998449" y="1344634"/>
            <a:ext cx="1556100" cy="949800"/>
          </a:xfrm>
          <a:prstGeom prst="rect">
            <a:avLst/>
          </a:prstGeom>
          <a:noFill/>
          <a:ln>
            <a:noFill/>
          </a:ln>
        </p:spPr>
        <p:txBody>
          <a:bodyPr anchorCtr="0" anchor="ctr" bIns="72000" lIns="72000" spcFirstLastPara="1" rIns="72000" wrap="square" tIns="72000">
            <a:noAutofit/>
          </a:bodyPr>
          <a:lstStyle>
            <a:lvl1pPr lvl="0">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spcBef>
                <a:spcPts val="0"/>
              </a:spcBef>
              <a:spcAft>
                <a:spcPts val="0"/>
              </a:spcAft>
              <a:buSzPts val="800"/>
              <a:buFont typeface="Arvo"/>
              <a:buNone/>
              <a:defRPr sz="800">
                <a:latin typeface="Arvo"/>
                <a:ea typeface="Arvo"/>
                <a:cs typeface="Arvo"/>
                <a:sym typeface="Arvo"/>
              </a:defRPr>
            </a:lvl2pPr>
            <a:lvl3pPr lvl="2">
              <a:spcBef>
                <a:spcPts val="0"/>
              </a:spcBef>
              <a:spcAft>
                <a:spcPts val="0"/>
              </a:spcAft>
              <a:buSzPts val="800"/>
              <a:buFont typeface="Arvo"/>
              <a:buNone/>
              <a:defRPr sz="800">
                <a:latin typeface="Arvo"/>
                <a:ea typeface="Arvo"/>
                <a:cs typeface="Arvo"/>
                <a:sym typeface="Arvo"/>
              </a:defRPr>
            </a:lvl3pPr>
            <a:lvl4pPr lvl="3">
              <a:spcBef>
                <a:spcPts val="0"/>
              </a:spcBef>
              <a:spcAft>
                <a:spcPts val="0"/>
              </a:spcAft>
              <a:buSzPts val="800"/>
              <a:buFont typeface="Arvo"/>
              <a:buNone/>
              <a:defRPr sz="800">
                <a:latin typeface="Arvo"/>
                <a:ea typeface="Arvo"/>
                <a:cs typeface="Arvo"/>
                <a:sym typeface="Arvo"/>
              </a:defRPr>
            </a:lvl4pPr>
            <a:lvl5pPr lvl="4">
              <a:spcBef>
                <a:spcPts val="0"/>
              </a:spcBef>
              <a:spcAft>
                <a:spcPts val="0"/>
              </a:spcAft>
              <a:buSzPts val="800"/>
              <a:buFont typeface="Arvo"/>
              <a:buNone/>
              <a:defRPr sz="800">
                <a:latin typeface="Arvo"/>
                <a:ea typeface="Arvo"/>
                <a:cs typeface="Arvo"/>
                <a:sym typeface="Arvo"/>
              </a:defRPr>
            </a:lvl5pPr>
            <a:lvl6pPr lvl="5">
              <a:spcBef>
                <a:spcPts val="0"/>
              </a:spcBef>
              <a:spcAft>
                <a:spcPts val="0"/>
              </a:spcAft>
              <a:buSzPts val="800"/>
              <a:buFont typeface="Arvo"/>
              <a:buNone/>
              <a:defRPr sz="800">
                <a:latin typeface="Arvo"/>
                <a:ea typeface="Arvo"/>
                <a:cs typeface="Arvo"/>
                <a:sym typeface="Arvo"/>
              </a:defRPr>
            </a:lvl6pPr>
            <a:lvl7pPr lvl="6">
              <a:spcBef>
                <a:spcPts val="0"/>
              </a:spcBef>
              <a:spcAft>
                <a:spcPts val="0"/>
              </a:spcAft>
              <a:buSzPts val="800"/>
              <a:buFont typeface="Arvo"/>
              <a:buNone/>
              <a:defRPr sz="800">
                <a:latin typeface="Arvo"/>
                <a:ea typeface="Arvo"/>
                <a:cs typeface="Arvo"/>
                <a:sym typeface="Arvo"/>
              </a:defRPr>
            </a:lvl7pPr>
            <a:lvl8pPr lvl="7">
              <a:spcBef>
                <a:spcPts val="0"/>
              </a:spcBef>
              <a:spcAft>
                <a:spcPts val="0"/>
              </a:spcAft>
              <a:buSzPts val="800"/>
              <a:buFont typeface="Arvo"/>
              <a:buNone/>
              <a:defRPr sz="800">
                <a:latin typeface="Arvo"/>
                <a:ea typeface="Arvo"/>
                <a:cs typeface="Arvo"/>
                <a:sym typeface="Arvo"/>
              </a:defRPr>
            </a:lvl8pPr>
            <a:lvl9pPr lvl="8">
              <a:spcBef>
                <a:spcPts val="0"/>
              </a:spcBef>
              <a:spcAft>
                <a:spcPts val="0"/>
              </a:spcAft>
              <a:buSzPts val="800"/>
              <a:buFont typeface="Arvo"/>
              <a:buNone/>
              <a:defRPr sz="800">
                <a:latin typeface="Arvo"/>
                <a:ea typeface="Arvo"/>
                <a:cs typeface="Arvo"/>
                <a:sym typeface="Arvo"/>
              </a:defRPr>
            </a:lvl9pPr>
          </a:lstStyle>
          <a:p/>
        </p:txBody>
      </p:sp>
      <p:sp>
        <p:nvSpPr>
          <p:cNvPr id="13748" name="Google Shape;13748;p229"/>
          <p:cNvSpPr txBox="1"/>
          <p:nvPr>
            <p:ph idx="5" type="subTitle"/>
          </p:nvPr>
        </p:nvSpPr>
        <p:spPr>
          <a:xfrm>
            <a:off x="422525" y="5266845"/>
            <a:ext cx="1556100" cy="949800"/>
          </a:xfrm>
          <a:prstGeom prst="rect">
            <a:avLst/>
          </a:prstGeom>
          <a:noFill/>
          <a:ln>
            <a:noFill/>
          </a:ln>
        </p:spPr>
        <p:txBody>
          <a:bodyPr anchorCtr="0" anchor="ctr" bIns="72000" lIns="72000" spcFirstLastPara="1" rIns="72000" wrap="square" tIns="72000">
            <a:noAutofit/>
          </a:bodyPr>
          <a:lstStyle>
            <a:lvl1pPr lvl="0">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spcBef>
                <a:spcPts val="0"/>
              </a:spcBef>
              <a:spcAft>
                <a:spcPts val="0"/>
              </a:spcAft>
              <a:buSzPts val="800"/>
              <a:buFont typeface="Arvo"/>
              <a:buNone/>
              <a:defRPr sz="800">
                <a:latin typeface="Arvo"/>
                <a:ea typeface="Arvo"/>
                <a:cs typeface="Arvo"/>
                <a:sym typeface="Arvo"/>
              </a:defRPr>
            </a:lvl2pPr>
            <a:lvl3pPr lvl="2">
              <a:spcBef>
                <a:spcPts val="0"/>
              </a:spcBef>
              <a:spcAft>
                <a:spcPts val="0"/>
              </a:spcAft>
              <a:buSzPts val="800"/>
              <a:buFont typeface="Arvo"/>
              <a:buNone/>
              <a:defRPr sz="800">
                <a:latin typeface="Arvo"/>
                <a:ea typeface="Arvo"/>
                <a:cs typeface="Arvo"/>
                <a:sym typeface="Arvo"/>
              </a:defRPr>
            </a:lvl3pPr>
            <a:lvl4pPr lvl="3">
              <a:spcBef>
                <a:spcPts val="0"/>
              </a:spcBef>
              <a:spcAft>
                <a:spcPts val="0"/>
              </a:spcAft>
              <a:buSzPts val="800"/>
              <a:buFont typeface="Arvo"/>
              <a:buNone/>
              <a:defRPr sz="800">
                <a:latin typeface="Arvo"/>
                <a:ea typeface="Arvo"/>
                <a:cs typeface="Arvo"/>
                <a:sym typeface="Arvo"/>
              </a:defRPr>
            </a:lvl4pPr>
            <a:lvl5pPr lvl="4">
              <a:spcBef>
                <a:spcPts val="0"/>
              </a:spcBef>
              <a:spcAft>
                <a:spcPts val="0"/>
              </a:spcAft>
              <a:buSzPts val="800"/>
              <a:buFont typeface="Arvo"/>
              <a:buNone/>
              <a:defRPr sz="800">
                <a:latin typeface="Arvo"/>
                <a:ea typeface="Arvo"/>
                <a:cs typeface="Arvo"/>
                <a:sym typeface="Arvo"/>
              </a:defRPr>
            </a:lvl5pPr>
            <a:lvl6pPr lvl="5">
              <a:spcBef>
                <a:spcPts val="0"/>
              </a:spcBef>
              <a:spcAft>
                <a:spcPts val="0"/>
              </a:spcAft>
              <a:buSzPts val="800"/>
              <a:buFont typeface="Arvo"/>
              <a:buNone/>
              <a:defRPr sz="800">
                <a:latin typeface="Arvo"/>
                <a:ea typeface="Arvo"/>
                <a:cs typeface="Arvo"/>
                <a:sym typeface="Arvo"/>
              </a:defRPr>
            </a:lvl6pPr>
            <a:lvl7pPr lvl="6">
              <a:spcBef>
                <a:spcPts val="0"/>
              </a:spcBef>
              <a:spcAft>
                <a:spcPts val="0"/>
              </a:spcAft>
              <a:buSzPts val="800"/>
              <a:buFont typeface="Arvo"/>
              <a:buNone/>
              <a:defRPr sz="800">
                <a:latin typeface="Arvo"/>
                <a:ea typeface="Arvo"/>
                <a:cs typeface="Arvo"/>
                <a:sym typeface="Arvo"/>
              </a:defRPr>
            </a:lvl7pPr>
            <a:lvl8pPr lvl="7">
              <a:spcBef>
                <a:spcPts val="0"/>
              </a:spcBef>
              <a:spcAft>
                <a:spcPts val="0"/>
              </a:spcAft>
              <a:buSzPts val="800"/>
              <a:buFont typeface="Arvo"/>
              <a:buNone/>
              <a:defRPr sz="800">
                <a:latin typeface="Arvo"/>
                <a:ea typeface="Arvo"/>
                <a:cs typeface="Arvo"/>
                <a:sym typeface="Arvo"/>
              </a:defRPr>
            </a:lvl8pPr>
            <a:lvl9pPr lvl="8">
              <a:spcBef>
                <a:spcPts val="0"/>
              </a:spcBef>
              <a:spcAft>
                <a:spcPts val="0"/>
              </a:spcAft>
              <a:buSzPts val="800"/>
              <a:buFont typeface="Arvo"/>
              <a:buNone/>
              <a:defRPr sz="800">
                <a:latin typeface="Arvo"/>
                <a:ea typeface="Arvo"/>
                <a:cs typeface="Arvo"/>
                <a:sym typeface="Arvo"/>
              </a:defRPr>
            </a:lvl9pPr>
          </a:lstStyle>
          <a:p/>
        </p:txBody>
      </p:sp>
      <p:sp>
        <p:nvSpPr>
          <p:cNvPr id="13749" name="Google Shape;13749;p229"/>
          <p:cNvSpPr txBox="1"/>
          <p:nvPr>
            <p:ph idx="6" type="subTitle"/>
          </p:nvPr>
        </p:nvSpPr>
        <p:spPr>
          <a:xfrm>
            <a:off x="2282415" y="5266845"/>
            <a:ext cx="1556100" cy="949800"/>
          </a:xfrm>
          <a:prstGeom prst="rect">
            <a:avLst/>
          </a:prstGeom>
          <a:noFill/>
          <a:ln>
            <a:noFill/>
          </a:ln>
        </p:spPr>
        <p:txBody>
          <a:bodyPr anchorCtr="0" anchor="ctr" bIns="72000" lIns="72000" spcFirstLastPara="1" rIns="72000" wrap="square" tIns="72000">
            <a:noAutofit/>
          </a:bodyPr>
          <a:lstStyle>
            <a:lvl1pPr lvl="0">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spcBef>
                <a:spcPts val="0"/>
              </a:spcBef>
              <a:spcAft>
                <a:spcPts val="0"/>
              </a:spcAft>
              <a:buSzPts val="800"/>
              <a:buFont typeface="Arvo"/>
              <a:buNone/>
              <a:defRPr sz="800">
                <a:latin typeface="Arvo"/>
                <a:ea typeface="Arvo"/>
                <a:cs typeface="Arvo"/>
                <a:sym typeface="Arvo"/>
              </a:defRPr>
            </a:lvl2pPr>
            <a:lvl3pPr lvl="2">
              <a:spcBef>
                <a:spcPts val="0"/>
              </a:spcBef>
              <a:spcAft>
                <a:spcPts val="0"/>
              </a:spcAft>
              <a:buSzPts val="800"/>
              <a:buFont typeface="Arvo"/>
              <a:buNone/>
              <a:defRPr sz="800">
                <a:latin typeface="Arvo"/>
                <a:ea typeface="Arvo"/>
                <a:cs typeface="Arvo"/>
                <a:sym typeface="Arvo"/>
              </a:defRPr>
            </a:lvl3pPr>
            <a:lvl4pPr lvl="3">
              <a:spcBef>
                <a:spcPts val="0"/>
              </a:spcBef>
              <a:spcAft>
                <a:spcPts val="0"/>
              </a:spcAft>
              <a:buSzPts val="800"/>
              <a:buFont typeface="Arvo"/>
              <a:buNone/>
              <a:defRPr sz="800">
                <a:latin typeface="Arvo"/>
                <a:ea typeface="Arvo"/>
                <a:cs typeface="Arvo"/>
                <a:sym typeface="Arvo"/>
              </a:defRPr>
            </a:lvl4pPr>
            <a:lvl5pPr lvl="4">
              <a:spcBef>
                <a:spcPts val="0"/>
              </a:spcBef>
              <a:spcAft>
                <a:spcPts val="0"/>
              </a:spcAft>
              <a:buSzPts val="800"/>
              <a:buFont typeface="Arvo"/>
              <a:buNone/>
              <a:defRPr sz="800">
                <a:latin typeface="Arvo"/>
                <a:ea typeface="Arvo"/>
                <a:cs typeface="Arvo"/>
                <a:sym typeface="Arvo"/>
              </a:defRPr>
            </a:lvl5pPr>
            <a:lvl6pPr lvl="5">
              <a:spcBef>
                <a:spcPts val="0"/>
              </a:spcBef>
              <a:spcAft>
                <a:spcPts val="0"/>
              </a:spcAft>
              <a:buSzPts val="800"/>
              <a:buFont typeface="Arvo"/>
              <a:buNone/>
              <a:defRPr sz="800">
                <a:latin typeface="Arvo"/>
                <a:ea typeface="Arvo"/>
                <a:cs typeface="Arvo"/>
                <a:sym typeface="Arvo"/>
              </a:defRPr>
            </a:lvl6pPr>
            <a:lvl7pPr lvl="6">
              <a:spcBef>
                <a:spcPts val="0"/>
              </a:spcBef>
              <a:spcAft>
                <a:spcPts val="0"/>
              </a:spcAft>
              <a:buSzPts val="800"/>
              <a:buFont typeface="Arvo"/>
              <a:buNone/>
              <a:defRPr sz="800">
                <a:latin typeface="Arvo"/>
                <a:ea typeface="Arvo"/>
                <a:cs typeface="Arvo"/>
                <a:sym typeface="Arvo"/>
              </a:defRPr>
            </a:lvl7pPr>
            <a:lvl8pPr lvl="7">
              <a:spcBef>
                <a:spcPts val="0"/>
              </a:spcBef>
              <a:spcAft>
                <a:spcPts val="0"/>
              </a:spcAft>
              <a:buSzPts val="800"/>
              <a:buFont typeface="Arvo"/>
              <a:buNone/>
              <a:defRPr sz="800">
                <a:latin typeface="Arvo"/>
                <a:ea typeface="Arvo"/>
                <a:cs typeface="Arvo"/>
                <a:sym typeface="Arvo"/>
              </a:defRPr>
            </a:lvl8pPr>
            <a:lvl9pPr lvl="8">
              <a:spcBef>
                <a:spcPts val="0"/>
              </a:spcBef>
              <a:spcAft>
                <a:spcPts val="0"/>
              </a:spcAft>
              <a:buSzPts val="800"/>
              <a:buFont typeface="Arvo"/>
              <a:buNone/>
              <a:defRPr sz="800">
                <a:latin typeface="Arvo"/>
                <a:ea typeface="Arvo"/>
                <a:cs typeface="Arvo"/>
                <a:sym typeface="Arvo"/>
              </a:defRPr>
            </a:lvl9pPr>
          </a:lstStyle>
          <a:p/>
        </p:txBody>
      </p:sp>
      <p:sp>
        <p:nvSpPr>
          <p:cNvPr id="13750" name="Google Shape;13750;p229"/>
          <p:cNvSpPr txBox="1"/>
          <p:nvPr>
            <p:ph idx="7" type="subTitle"/>
          </p:nvPr>
        </p:nvSpPr>
        <p:spPr>
          <a:xfrm>
            <a:off x="4138559" y="5266845"/>
            <a:ext cx="1556100" cy="949800"/>
          </a:xfrm>
          <a:prstGeom prst="rect">
            <a:avLst/>
          </a:prstGeom>
          <a:noFill/>
          <a:ln>
            <a:noFill/>
          </a:ln>
        </p:spPr>
        <p:txBody>
          <a:bodyPr anchorCtr="0" anchor="ctr" bIns="72000" lIns="72000" spcFirstLastPara="1" rIns="72000" wrap="square" tIns="72000">
            <a:noAutofit/>
          </a:bodyPr>
          <a:lstStyle>
            <a:lvl1pPr lvl="0">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spcBef>
                <a:spcPts val="0"/>
              </a:spcBef>
              <a:spcAft>
                <a:spcPts val="0"/>
              </a:spcAft>
              <a:buSzPts val="800"/>
              <a:buFont typeface="Arvo"/>
              <a:buNone/>
              <a:defRPr sz="800">
                <a:latin typeface="Arvo"/>
                <a:ea typeface="Arvo"/>
                <a:cs typeface="Arvo"/>
                <a:sym typeface="Arvo"/>
              </a:defRPr>
            </a:lvl2pPr>
            <a:lvl3pPr lvl="2">
              <a:spcBef>
                <a:spcPts val="0"/>
              </a:spcBef>
              <a:spcAft>
                <a:spcPts val="0"/>
              </a:spcAft>
              <a:buSzPts val="800"/>
              <a:buFont typeface="Arvo"/>
              <a:buNone/>
              <a:defRPr sz="800">
                <a:latin typeface="Arvo"/>
                <a:ea typeface="Arvo"/>
                <a:cs typeface="Arvo"/>
                <a:sym typeface="Arvo"/>
              </a:defRPr>
            </a:lvl3pPr>
            <a:lvl4pPr lvl="3">
              <a:spcBef>
                <a:spcPts val="0"/>
              </a:spcBef>
              <a:spcAft>
                <a:spcPts val="0"/>
              </a:spcAft>
              <a:buSzPts val="800"/>
              <a:buFont typeface="Arvo"/>
              <a:buNone/>
              <a:defRPr sz="800">
                <a:latin typeface="Arvo"/>
                <a:ea typeface="Arvo"/>
                <a:cs typeface="Arvo"/>
                <a:sym typeface="Arvo"/>
              </a:defRPr>
            </a:lvl4pPr>
            <a:lvl5pPr lvl="4">
              <a:spcBef>
                <a:spcPts val="0"/>
              </a:spcBef>
              <a:spcAft>
                <a:spcPts val="0"/>
              </a:spcAft>
              <a:buSzPts val="800"/>
              <a:buFont typeface="Arvo"/>
              <a:buNone/>
              <a:defRPr sz="800">
                <a:latin typeface="Arvo"/>
                <a:ea typeface="Arvo"/>
                <a:cs typeface="Arvo"/>
                <a:sym typeface="Arvo"/>
              </a:defRPr>
            </a:lvl5pPr>
            <a:lvl6pPr lvl="5">
              <a:spcBef>
                <a:spcPts val="0"/>
              </a:spcBef>
              <a:spcAft>
                <a:spcPts val="0"/>
              </a:spcAft>
              <a:buSzPts val="800"/>
              <a:buFont typeface="Arvo"/>
              <a:buNone/>
              <a:defRPr sz="800">
                <a:latin typeface="Arvo"/>
                <a:ea typeface="Arvo"/>
                <a:cs typeface="Arvo"/>
                <a:sym typeface="Arvo"/>
              </a:defRPr>
            </a:lvl6pPr>
            <a:lvl7pPr lvl="6">
              <a:spcBef>
                <a:spcPts val="0"/>
              </a:spcBef>
              <a:spcAft>
                <a:spcPts val="0"/>
              </a:spcAft>
              <a:buSzPts val="800"/>
              <a:buFont typeface="Arvo"/>
              <a:buNone/>
              <a:defRPr sz="800">
                <a:latin typeface="Arvo"/>
                <a:ea typeface="Arvo"/>
                <a:cs typeface="Arvo"/>
                <a:sym typeface="Arvo"/>
              </a:defRPr>
            </a:lvl7pPr>
            <a:lvl8pPr lvl="7">
              <a:spcBef>
                <a:spcPts val="0"/>
              </a:spcBef>
              <a:spcAft>
                <a:spcPts val="0"/>
              </a:spcAft>
              <a:buSzPts val="800"/>
              <a:buFont typeface="Arvo"/>
              <a:buNone/>
              <a:defRPr sz="800">
                <a:latin typeface="Arvo"/>
                <a:ea typeface="Arvo"/>
                <a:cs typeface="Arvo"/>
                <a:sym typeface="Arvo"/>
              </a:defRPr>
            </a:lvl8pPr>
            <a:lvl9pPr lvl="8">
              <a:spcBef>
                <a:spcPts val="0"/>
              </a:spcBef>
              <a:spcAft>
                <a:spcPts val="0"/>
              </a:spcAft>
              <a:buSzPts val="800"/>
              <a:buFont typeface="Arvo"/>
              <a:buNone/>
              <a:defRPr sz="800">
                <a:latin typeface="Arvo"/>
                <a:ea typeface="Arvo"/>
                <a:cs typeface="Arvo"/>
                <a:sym typeface="Arvo"/>
              </a:defRPr>
            </a:lvl9pPr>
          </a:lstStyle>
          <a:p/>
        </p:txBody>
      </p:sp>
      <p:sp>
        <p:nvSpPr>
          <p:cNvPr id="13751" name="Google Shape;13751;p229"/>
          <p:cNvSpPr txBox="1"/>
          <p:nvPr>
            <p:ph idx="8" type="subTitle"/>
          </p:nvPr>
        </p:nvSpPr>
        <p:spPr>
          <a:xfrm>
            <a:off x="5998449" y="5266845"/>
            <a:ext cx="1556100" cy="949800"/>
          </a:xfrm>
          <a:prstGeom prst="rect">
            <a:avLst/>
          </a:prstGeom>
          <a:noFill/>
          <a:ln>
            <a:noFill/>
          </a:ln>
        </p:spPr>
        <p:txBody>
          <a:bodyPr anchorCtr="0" anchor="ctr" bIns="72000" lIns="72000" spcFirstLastPara="1" rIns="72000" wrap="square" tIns="72000">
            <a:noAutofit/>
          </a:bodyPr>
          <a:lstStyle>
            <a:lvl1pPr lvl="0">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spcBef>
                <a:spcPts val="0"/>
              </a:spcBef>
              <a:spcAft>
                <a:spcPts val="0"/>
              </a:spcAft>
              <a:buSzPts val="800"/>
              <a:buFont typeface="Arvo"/>
              <a:buNone/>
              <a:defRPr sz="800">
                <a:latin typeface="Arvo"/>
                <a:ea typeface="Arvo"/>
                <a:cs typeface="Arvo"/>
                <a:sym typeface="Arvo"/>
              </a:defRPr>
            </a:lvl2pPr>
            <a:lvl3pPr lvl="2">
              <a:spcBef>
                <a:spcPts val="0"/>
              </a:spcBef>
              <a:spcAft>
                <a:spcPts val="0"/>
              </a:spcAft>
              <a:buSzPts val="800"/>
              <a:buFont typeface="Arvo"/>
              <a:buNone/>
              <a:defRPr sz="800">
                <a:latin typeface="Arvo"/>
                <a:ea typeface="Arvo"/>
                <a:cs typeface="Arvo"/>
                <a:sym typeface="Arvo"/>
              </a:defRPr>
            </a:lvl3pPr>
            <a:lvl4pPr lvl="3">
              <a:spcBef>
                <a:spcPts val="0"/>
              </a:spcBef>
              <a:spcAft>
                <a:spcPts val="0"/>
              </a:spcAft>
              <a:buSzPts val="800"/>
              <a:buFont typeface="Arvo"/>
              <a:buNone/>
              <a:defRPr sz="800">
                <a:latin typeface="Arvo"/>
                <a:ea typeface="Arvo"/>
                <a:cs typeface="Arvo"/>
                <a:sym typeface="Arvo"/>
              </a:defRPr>
            </a:lvl4pPr>
            <a:lvl5pPr lvl="4">
              <a:spcBef>
                <a:spcPts val="0"/>
              </a:spcBef>
              <a:spcAft>
                <a:spcPts val="0"/>
              </a:spcAft>
              <a:buSzPts val="800"/>
              <a:buFont typeface="Arvo"/>
              <a:buNone/>
              <a:defRPr sz="800">
                <a:latin typeface="Arvo"/>
                <a:ea typeface="Arvo"/>
                <a:cs typeface="Arvo"/>
                <a:sym typeface="Arvo"/>
              </a:defRPr>
            </a:lvl5pPr>
            <a:lvl6pPr lvl="5">
              <a:spcBef>
                <a:spcPts val="0"/>
              </a:spcBef>
              <a:spcAft>
                <a:spcPts val="0"/>
              </a:spcAft>
              <a:buSzPts val="800"/>
              <a:buFont typeface="Arvo"/>
              <a:buNone/>
              <a:defRPr sz="800">
                <a:latin typeface="Arvo"/>
                <a:ea typeface="Arvo"/>
                <a:cs typeface="Arvo"/>
                <a:sym typeface="Arvo"/>
              </a:defRPr>
            </a:lvl6pPr>
            <a:lvl7pPr lvl="6">
              <a:spcBef>
                <a:spcPts val="0"/>
              </a:spcBef>
              <a:spcAft>
                <a:spcPts val="0"/>
              </a:spcAft>
              <a:buSzPts val="800"/>
              <a:buFont typeface="Arvo"/>
              <a:buNone/>
              <a:defRPr sz="800">
                <a:latin typeface="Arvo"/>
                <a:ea typeface="Arvo"/>
                <a:cs typeface="Arvo"/>
                <a:sym typeface="Arvo"/>
              </a:defRPr>
            </a:lvl7pPr>
            <a:lvl8pPr lvl="7">
              <a:spcBef>
                <a:spcPts val="0"/>
              </a:spcBef>
              <a:spcAft>
                <a:spcPts val="0"/>
              </a:spcAft>
              <a:buSzPts val="800"/>
              <a:buFont typeface="Arvo"/>
              <a:buNone/>
              <a:defRPr sz="800">
                <a:latin typeface="Arvo"/>
                <a:ea typeface="Arvo"/>
                <a:cs typeface="Arvo"/>
                <a:sym typeface="Arvo"/>
              </a:defRPr>
            </a:lvl8pPr>
            <a:lvl9pPr lvl="8">
              <a:spcBef>
                <a:spcPts val="0"/>
              </a:spcBef>
              <a:spcAft>
                <a:spcPts val="0"/>
              </a:spcAft>
              <a:buSzPts val="800"/>
              <a:buFont typeface="Arvo"/>
              <a:buNone/>
              <a:defRPr sz="800">
                <a:latin typeface="Arvo"/>
                <a:ea typeface="Arvo"/>
                <a:cs typeface="Arvo"/>
                <a:sym typeface="Arvo"/>
              </a:defRPr>
            </a:lvl9pPr>
          </a:lstStyle>
          <a:p/>
        </p:txBody>
      </p:sp>
      <p:sp>
        <p:nvSpPr>
          <p:cNvPr id="13752" name="Google Shape;13752;p229"/>
          <p:cNvSpPr txBox="1"/>
          <p:nvPr>
            <p:ph idx="9" type="subTitle"/>
          </p:nvPr>
        </p:nvSpPr>
        <p:spPr>
          <a:xfrm>
            <a:off x="8253950" y="2929759"/>
            <a:ext cx="1403700" cy="1696200"/>
          </a:xfrm>
          <a:prstGeom prst="rect">
            <a:avLst/>
          </a:prstGeom>
          <a:noFill/>
          <a:ln>
            <a:noFill/>
          </a:ln>
        </p:spPr>
        <p:txBody>
          <a:bodyPr anchorCtr="0" anchor="ctr" bIns="72000" lIns="72000" spcFirstLastPara="1" rIns="72000" wrap="square" tIns="72000">
            <a:noAutofit/>
          </a:bodyPr>
          <a:lstStyle>
            <a:lvl1pPr lvl="0">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spcBef>
                <a:spcPts val="0"/>
              </a:spcBef>
              <a:spcAft>
                <a:spcPts val="0"/>
              </a:spcAft>
              <a:buSzPts val="800"/>
              <a:buFont typeface="Arvo"/>
              <a:buNone/>
              <a:defRPr sz="800">
                <a:latin typeface="Arvo"/>
                <a:ea typeface="Arvo"/>
                <a:cs typeface="Arvo"/>
                <a:sym typeface="Arvo"/>
              </a:defRPr>
            </a:lvl2pPr>
            <a:lvl3pPr lvl="2">
              <a:spcBef>
                <a:spcPts val="0"/>
              </a:spcBef>
              <a:spcAft>
                <a:spcPts val="0"/>
              </a:spcAft>
              <a:buSzPts val="800"/>
              <a:buFont typeface="Arvo"/>
              <a:buNone/>
              <a:defRPr sz="800">
                <a:latin typeface="Arvo"/>
                <a:ea typeface="Arvo"/>
                <a:cs typeface="Arvo"/>
                <a:sym typeface="Arvo"/>
              </a:defRPr>
            </a:lvl3pPr>
            <a:lvl4pPr lvl="3">
              <a:spcBef>
                <a:spcPts val="0"/>
              </a:spcBef>
              <a:spcAft>
                <a:spcPts val="0"/>
              </a:spcAft>
              <a:buSzPts val="800"/>
              <a:buFont typeface="Arvo"/>
              <a:buNone/>
              <a:defRPr sz="800">
                <a:latin typeface="Arvo"/>
                <a:ea typeface="Arvo"/>
                <a:cs typeface="Arvo"/>
                <a:sym typeface="Arvo"/>
              </a:defRPr>
            </a:lvl4pPr>
            <a:lvl5pPr lvl="4">
              <a:spcBef>
                <a:spcPts val="0"/>
              </a:spcBef>
              <a:spcAft>
                <a:spcPts val="0"/>
              </a:spcAft>
              <a:buSzPts val="800"/>
              <a:buFont typeface="Arvo"/>
              <a:buNone/>
              <a:defRPr sz="800">
                <a:latin typeface="Arvo"/>
                <a:ea typeface="Arvo"/>
                <a:cs typeface="Arvo"/>
                <a:sym typeface="Arvo"/>
              </a:defRPr>
            </a:lvl5pPr>
            <a:lvl6pPr lvl="5">
              <a:spcBef>
                <a:spcPts val="0"/>
              </a:spcBef>
              <a:spcAft>
                <a:spcPts val="0"/>
              </a:spcAft>
              <a:buSzPts val="800"/>
              <a:buFont typeface="Arvo"/>
              <a:buNone/>
              <a:defRPr sz="800">
                <a:latin typeface="Arvo"/>
                <a:ea typeface="Arvo"/>
                <a:cs typeface="Arvo"/>
                <a:sym typeface="Arvo"/>
              </a:defRPr>
            </a:lvl6pPr>
            <a:lvl7pPr lvl="6">
              <a:spcBef>
                <a:spcPts val="0"/>
              </a:spcBef>
              <a:spcAft>
                <a:spcPts val="0"/>
              </a:spcAft>
              <a:buSzPts val="800"/>
              <a:buFont typeface="Arvo"/>
              <a:buNone/>
              <a:defRPr sz="800">
                <a:latin typeface="Arvo"/>
                <a:ea typeface="Arvo"/>
                <a:cs typeface="Arvo"/>
                <a:sym typeface="Arvo"/>
              </a:defRPr>
            </a:lvl7pPr>
            <a:lvl8pPr lvl="7">
              <a:spcBef>
                <a:spcPts val="0"/>
              </a:spcBef>
              <a:spcAft>
                <a:spcPts val="0"/>
              </a:spcAft>
              <a:buSzPts val="800"/>
              <a:buFont typeface="Arvo"/>
              <a:buNone/>
              <a:defRPr sz="800">
                <a:latin typeface="Arvo"/>
                <a:ea typeface="Arvo"/>
                <a:cs typeface="Arvo"/>
                <a:sym typeface="Arvo"/>
              </a:defRPr>
            </a:lvl8pPr>
            <a:lvl9pPr lvl="8">
              <a:spcBef>
                <a:spcPts val="0"/>
              </a:spcBef>
              <a:spcAft>
                <a:spcPts val="0"/>
              </a:spcAft>
              <a:buSzPts val="800"/>
              <a:buFont typeface="Arvo"/>
              <a:buNone/>
              <a:defRPr sz="800">
                <a:latin typeface="Arvo"/>
                <a:ea typeface="Arvo"/>
                <a:cs typeface="Arvo"/>
                <a:sym typeface="Arvo"/>
              </a:defRPr>
            </a:lvl9pPr>
          </a:lstStyle>
          <a:p/>
        </p:txBody>
      </p:sp>
      <p:sp>
        <p:nvSpPr>
          <p:cNvPr id="13753" name="Google Shape;13753;p229"/>
          <p:cNvSpPr txBox="1"/>
          <p:nvPr/>
        </p:nvSpPr>
        <p:spPr>
          <a:xfrm>
            <a:off x="2524025" y="387675"/>
            <a:ext cx="15012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Unid. Organizacional:</a:t>
            </a:r>
            <a:endParaRPr b="1" sz="1100"/>
          </a:p>
        </p:txBody>
      </p:sp>
      <p:sp>
        <p:nvSpPr>
          <p:cNvPr id="13754" name="Google Shape;13754;p229"/>
          <p:cNvSpPr txBox="1"/>
          <p:nvPr/>
        </p:nvSpPr>
        <p:spPr>
          <a:xfrm>
            <a:off x="2524020" y="579550"/>
            <a:ext cx="6846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Alcance:</a:t>
            </a:r>
            <a:endParaRPr b="1" sz="1100"/>
          </a:p>
        </p:txBody>
      </p:sp>
      <p:sp>
        <p:nvSpPr>
          <p:cNvPr id="13755" name="Google Shape;13755;p229"/>
          <p:cNvSpPr txBox="1"/>
          <p:nvPr>
            <p:ph type="title"/>
          </p:nvPr>
        </p:nvSpPr>
        <p:spPr>
          <a:xfrm flipH="1">
            <a:off x="4025374" y="387675"/>
            <a:ext cx="5863200" cy="1692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000"/>
              <a:buNone/>
              <a:defRPr sz="1000">
                <a:solidFill>
                  <a:srgbClr val="000000"/>
                </a:solidFill>
              </a:defRPr>
            </a:lvl1pPr>
            <a:lvl2pPr lvl="1">
              <a:spcBef>
                <a:spcPts val="0"/>
              </a:spcBef>
              <a:spcAft>
                <a:spcPts val="0"/>
              </a:spcAft>
              <a:buClr>
                <a:srgbClr val="000000"/>
              </a:buClr>
              <a:buSzPts val="1000"/>
              <a:buNone/>
              <a:defRPr sz="1000">
                <a:solidFill>
                  <a:srgbClr val="000000"/>
                </a:solidFill>
              </a:defRPr>
            </a:lvl2pPr>
            <a:lvl3pPr lvl="2">
              <a:spcBef>
                <a:spcPts val="0"/>
              </a:spcBef>
              <a:spcAft>
                <a:spcPts val="0"/>
              </a:spcAft>
              <a:buClr>
                <a:srgbClr val="000000"/>
              </a:buClr>
              <a:buSzPts val="1000"/>
              <a:buNone/>
              <a:defRPr sz="1000">
                <a:solidFill>
                  <a:srgbClr val="000000"/>
                </a:solidFill>
              </a:defRPr>
            </a:lvl3pPr>
            <a:lvl4pPr lvl="3">
              <a:spcBef>
                <a:spcPts val="0"/>
              </a:spcBef>
              <a:spcAft>
                <a:spcPts val="0"/>
              </a:spcAft>
              <a:buClr>
                <a:srgbClr val="000000"/>
              </a:buClr>
              <a:buSzPts val="1000"/>
              <a:buNone/>
              <a:defRPr sz="1000">
                <a:solidFill>
                  <a:srgbClr val="000000"/>
                </a:solidFill>
              </a:defRPr>
            </a:lvl4pPr>
            <a:lvl5pPr lvl="4">
              <a:spcBef>
                <a:spcPts val="0"/>
              </a:spcBef>
              <a:spcAft>
                <a:spcPts val="0"/>
              </a:spcAft>
              <a:buClr>
                <a:srgbClr val="000000"/>
              </a:buClr>
              <a:buSzPts val="1000"/>
              <a:buNone/>
              <a:defRPr sz="1000">
                <a:solidFill>
                  <a:srgbClr val="000000"/>
                </a:solidFill>
              </a:defRPr>
            </a:lvl5pPr>
            <a:lvl6pPr lvl="5">
              <a:spcBef>
                <a:spcPts val="0"/>
              </a:spcBef>
              <a:spcAft>
                <a:spcPts val="0"/>
              </a:spcAft>
              <a:buClr>
                <a:srgbClr val="000000"/>
              </a:buClr>
              <a:buSzPts val="1000"/>
              <a:buNone/>
              <a:defRPr sz="1000">
                <a:solidFill>
                  <a:srgbClr val="000000"/>
                </a:solidFill>
              </a:defRPr>
            </a:lvl6pPr>
            <a:lvl7pPr lvl="6">
              <a:spcBef>
                <a:spcPts val="0"/>
              </a:spcBef>
              <a:spcAft>
                <a:spcPts val="0"/>
              </a:spcAft>
              <a:buClr>
                <a:srgbClr val="000000"/>
              </a:buClr>
              <a:buSzPts val="1000"/>
              <a:buNone/>
              <a:defRPr sz="1000">
                <a:solidFill>
                  <a:srgbClr val="000000"/>
                </a:solidFill>
              </a:defRPr>
            </a:lvl7pPr>
            <a:lvl8pPr lvl="7">
              <a:spcBef>
                <a:spcPts val="0"/>
              </a:spcBef>
              <a:spcAft>
                <a:spcPts val="0"/>
              </a:spcAft>
              <a:buClr>
                <a:srgbClr val="000000"/>
              </a:buClr>
              <a:buSzPts val="1000"/>
              <a:buNone/>
              <a:defRPr sz="1000">
                <a:solidFill>
                  <a:srgbClr val="000000"/>
                </a:solidFill>
              </a:defRPr>
            </a:lvl8pPr>
            <a:lvl9pPr lvl="8">
              <a:spcBef>
                <a:spcPts val="0"/>
              </a:spcBef>
              <a:spcAft>
                <a:spcPts val="0"/>
              </a:spcAft>
              <a:buClr>
                <a:srgbClr val="000000"/>
              </a:buClr>
              <a:buSzPts val="1000"/>
              <a:buNone/>
              <a:defRPr sz="1000">
                <a:solidFill>
                  <a:srgbClr val="000000"/>
                </a:solidFill>
              </a:defRPr>
            </a:lvl9pPr>
          </a:lstStyle>
          <a:p/>
        </p:txBody>
      </p:sp>
      <p:sp>
        <p:nvSpPr>
          <p:cNvPr id="13756" name="Google Shape;13756;p229"/>
          <p:cNvSpPr txBox="1"/>
          <p:nvPr>
            <p:ph idx="13" type="title"/>
          </p:nvPr>
        </p:nvSpPr>
        <p:spPr>
          <a:xfrm flipH="1">
            <a:off x="3208773" y="579550"/>
            <a:ext cx="6679800" cy="1692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000"/>
              <a:buNone/>
              <a:defRPr sz="1000">
                <a:solidFill>
                  <a:srgbClr val="000000"/>
                </a:solidFill>
              </a:defRPr>
            </a:lvl1pPr>
            <a:lvl2pPr lvl="1">
              <a:spcBef>
                <a:spcPts val="0"/>
              </a:spcBef>
              <a:spcAft>
                <a:spcPts val="0"/>
              </a:spcAft>
              <a:buClr>
                <a:srgbClr val="000000"/>
              </a:buClr>
              <a:buSzPts val="1000"/>
              <a:buNone/>
              <a:defRPr sz="1000">
                <a:solidFill>
                  <a:srgbClr val="000000"/>
                </a:solidFill>
              </a:defRPr>
            </a:lvl2pPr>
            <a:lvl3pPr lvl="2">
              <a:spcBef>
                <a:spcPts val="0"/>
              </a:spcBef>
              <a:spcAft>
                <a:spcPts val="0"/>
              </a:spcAft>
              <a:buClr>
                <a:srgbClr val="000000"/>
              </a:buClr>
              <a:buSzPts val="1000"/>
              <a:buNone/>
              <a:defRPr sz="1000">
                <a:solidFill>
                  <a:srgbClr val="000000"/>
                </a:solidFill>
              </a:defRPr>
            </a:lvl3pPr>
            <a:lvl4pPr lvl="3">
              <a:spcBef>
                <a:spcPts val="0"/>
              </a:spcBef>
              <a:spcAft>
                <a:spcPts val="0"/>
              </a:spcAft>
              <a:buClr>
                <a:srgbClr val="000000"/>
              </a:buClr>
              <a:buSzPts val="1000"/>
              <a:buNone/>
              <a:defRPr sz="1000">
                <a:solidFill>
                  <a:srgbClr val="000000"/>
                </a:solidFill>
              </a:defRPr>
            </a:lvl4pPr>
            <a:lvl5pPr lvl="4">
              <a:spcBef>
                <a:spcPts val="0"/>
              </a:spcBef>
              <a:spcAft>
                <a:spcPts val="0"/>
              </a:spcAft>
              <a:buClr>
                <a:srgbClr val="000000"/>
              </a:buClr>
              <a:buSzPts val="1000"/>
              <a:buNone/>
              <a:defRPr sz="1000">
                <a:solidFill>
                  <a:srgbClr val="000000"/>
                </a:solidFill>
              </a:defRPr>
            </a:lvl5pPr>
            <a:lvl6pPr lvl="5">
              <a:spcBef>
                <a:spcPts val="0"/>
              </a:spcBef>
              <a:spcAft>
                <a:spcPts val="0"/>
              </a:spcAft>
              <a:buClr>
                <a:srgbClr val="000000"/>
              </a:buClr>
              <a:buSzPts val="1000"/>
              <a:buNone/>
              <a:defRPr sz="1000">
                <a:solidFill>
                  <a:srgbClr val="000000"/>
                </a:solidFill>
              </a:defRPr>
            </a:lvl6pPr>
            <a:lvl7pPr lvl="6">
              <a:spcBef>
                <a:spcPts val="0"/>
              </a:spcBef>
              <a:spcAft>
                <a:spcPts val="0"/>
              </a:spcAft>
              <a:buClr>
                <a:srgbClr val="000000"/>
              </a:buClr>
              <a:buSzPts val="1000"/>
              <a:buNone/>
              <a:defRPr sz="1000">
                <a:solidFill>
                  <a:srgbClr val="000000"/>
                </a:solidFill>
              </a:defRPr>
            </a:lvl7pPr>
            <a:lvl8pPr lvl="7">
              <a:spcBef>
                <a:spcPts val="0"/>
              </a:spcBef>
              <a:spcAft>
                <a:spcPts val="0"/>
              </a:spcAft>
              <a:buClr>
                <a:srgbClr val="000000"/>
              </a:buClr>
              <a:buSzPts val="1000"/>
              <a:buNone/>
              <a:defRPr sz="1000">
                <a:solidFill>
                  <a:srgbClr val="000000"/>
                </a:solidFill>
              </a:defRPr>
            </a:lvl8pPr>
            <a:lvl9pPr lvl="8">
              <a:spcBef>
                <a:spcPts val="0"/>
              </a:spcBef>
              <a:spcAft>
                <a:spcPts val="0"/>
              </a:spcAft>
              <a:buClr>
                <a:srgbClr val="000000"/>
              </a:buClr>
              <a:buSzPts val="1000"/>
              <a:buNone/>
              <a:defRPr sz="1000">
                <a:solidFill>
                  <a:srgbClr val="000000"/>
                </a:solidFill>
              </a:defRPr>
            </a:lvl9pPr>
          </a:lstStyle>
          <a:p/>
        </p:txBody>
      </p:sp>
      <p:sp>
        <p:nvSpPr>
          <p:cNvPr id="13757" name="Google Shape;13757;p229"/>
          <p:cNvSpPr txBox="1"/>
          <p:nvPr>
            <p:ph idx="14" type="body"/>
          </p:nvPr>
        </p:nvSpPr>
        <p:spPr>
          <a:xfrm>
            <a:off x="641150" y="612125"/>
            <a:ext cx="1770300" cy="160500"/>
          </a:xfrm>
          <a:prstGeom prst="rect">
            <a:avLst/>
          </a:prstGeom>
          <a:noFill/>
          <a:ln>
            <a:noFill/>
          </a:ln>
        </p:spPr>
        <p:txBody>
          <a:bodyPr anchorCtr="0" anchor="t" bIns="0" lIns="0" spcFirstLastPara="1" rIns="0" wrap="square" tIns="0">
            <a:noAutofit/>
          </a:bodyPr>
          <a:lstStyle>
            <a:lvl1pPr indent="-292100" lvl="0" marL="457200" algn="ctr">
              <a:spcBef>
                <a:spcPts val="0"/>
              </a:spcBef>
              <a:spcAft>
                <a:spcPts val="0"/>
              </a:spcAft>
              <a:buClr>
                <a:srgbClr val="FFFFFF"/>
              </a:buClr>
              <a:buSzPts val="1000"/>
              <a:buChar char="●"/>
              <a:defRPr sz="1000">
                <a:solidFill>
                  <a:srgbClr val="FFFFFF"/>
                </a:solidFill>
              </a:defRPr>
            </a:lvl1pPr>
            <a:lvl2pPr indent="-292100" lvl="1" marL="914400" algn="ctr">
              <a:spcBef>
                <a:spcPts val="0"/>
              </a:spcBef>
              <a:spcAft>
                <a:spcPts val="0"/>
              </a:spcAft>
              <a:buClr>
                <a:srgbClr val="FFFFFF"/>
              </a:buClr>
              <a:buSzPts val="1000"/>
              <a:buChar char="○"/>
              <a:defRPr sz="1000">
                <a:solidFill>
                  <a:srgbClr val="FFFFFF"/>
                </a:solidFill>
              </a:defRPr>
            </a:lvl2pPr>
            <a:lvl3pPr indent="-292100" lvl="2" marL="1371600" algn="ctr">
              <a:spcBef>
                <a:spcPts val="0"/>
              </a:spcBef>
              <a:spcAft>
                <a:spcPts val="0"/>
              </a:spcAft>
              <a:buClr>
                <a:srgbClr val="FFFFFF"/>
              </a:buClr>
              <a:buSzPts val="1000"/>
              <a:buChar char="■"/>
              <a:defRPr sz="1000">
                <a:solidFill>
                  <a:srgbClr val="FFFFFF"/>
                </a:solidFill>
              </a:defRPr>
            </a:lvl3pPr>
            <a:lvl4pPr indent="-292100" lvl="3" marL="1828800" algn="ctr">
              <a:spcBef>
                <a:spcPts val="0"/>
              </a:spcBef>
              <a:spcAft>
                <a:spcPts val="0"/>
              </a:spcAft>
              <a:buClr>
                <a:srgbClr val="FFFFFF"/>
              </a:buClr>
              <a:buSzPts val="1000"/>
              <a:buChar char="●"/>
              <a:defRPr sz="1000">
                <a:solidFill>
                  <a:srgbClr val="FFFFFF"/>
                </a:solidFill>
              </a:defRPr>
            </a:lvl4pPr>
            <a:lvl5pPr indent="-292100" lvl="4" marL="2286000" algn="ctr">
              <a:spcBef>
                <a:spcPts val="0"/>
              </a:spcBef>
              <a:spcAft>
                <a:spcPts val="0"/>
              </a:spcAft>
              <a:buClr>
                <a:srgbClr val="FFFFFF"/>
              </a:buClr>
              <a:buSzPts val="1000"/>
              <a:buChar char="○"/>
              <a:defRPr sz="1000">
                <a:solidFill>
                  <a:srgbClr val="FFFFFF"/>
                </a:solidFill>
              </a:defRPr>
            </a:lvl5pPr>
            <a:lvl6pPr indent="-292100" lvl="5" marL="2743200" algn="ctr">
              <a:spcBef>
                <a:spcPts val="0"/>
              </a:spcBef>
              <a:spcAft>
                <a:spcPts val="0"/>
              </a:spcAft>
              <a:buClr>
                <a:srgbClr val="FFFFFF"/>
              </a:buClr>
              <a:buSzPts val="1000"/>
              <a:buChar char="■"/>
              <a:defRPr sz="1000">
                <a:solidFill>
                  <a:srgbClr val="FFFFFF"/>
                </a:solidFill>
              </a:defRPr>
            </a:lvl6pPr>
            <a:lvl7pPr indent="-292100" lvl="6" marL="3200400" algn="ctr">
              <a:spcBef>
                <a:spcPts val="0"/>
              </a:spcBef>
              <a:spcAft>
                <a:spcPts val="0"/>
              </a:spcAft>
              <a:buClr>
                <a:srgbClr val="FFFFFF"/>
              </a:buClr>
              <a:buSzPts val="1000"/>
              <a:buChar char="●"/>
              <a:defRPr sz="1000">
                <a:solidFill>
                  <a:srgbClr val="FFFFFF"/>
                </a:solidFill>
              </a:defRPr>
            </a:lvl7pPr>
            <a:lvl8pPr indent="-292100" lvl="7" marL="3657600" algn="ctr">
              <a:spcBef>
                <a:spcPts val="0"/>
              </a:spcBef>
              <a:spcAft>
                <a:spcPts val="0"/>
              </a:spcAft>
              <a:buClr>
                <a:srgbClr val="FFFFFF"/>
              </a:buClr>
              <a:buSzPts val="1000"/>
              <a:buChar char="○"/>
              <a:defRPr sz="1000">
                <a:solidFill>
                  <a:srgbClr val="FFFFFF"/>
                </a:solidFill>
              </a:defRPr>
            </a:lvl8pPr>
            <a:lvl9pPr indent="-292100" lvl="8" marL="4114800" algn="ctr">
              <a:spcBef>
                <a:spcPts val="0"/>
              </a:spcBef>
              <a:spcAft>
                <a:spcPts val="0"/>
              </a:spcAft>
              <a:buClr>
                <a:srgbClr val="FFFFFF"/>
              </a:buClr>
              <a:buSzPts val="1000"/>
              <a:buChar char="■"/>
              <a:defRPr sz="1000">
                <a:solidFill>
                  <a:srgbClr val="FFFFFF"/>
                </a:solidFill>
              </a:defRPr>
            </a:lvl9pPr>
          </a:lstStyle>
          <a:p/>
        </p:txBody>
      </p:sp>
      <p:sp>
        <p:nvSpPr>
          <p:cNvPr id="13758" name="Google Shape;13758;p229"/>
          <p:cNvSpPr txBox="1"/>
          <p:nvPr/>
        </p:nvSpPr>
        <p:spPr>
          <a:xfrm>
            <a:off x="84825" y="598125"/>
            <a:ext cx="595500" cy="205800"/>
          </a:xfrm>
          <a:prstGeom prst="rect">
            <a:avLst/>
          </a:prstGeom>
          <a:noFill/>
          <a:ln>
            <a:noFill/>
          </a:ln>
        </p:spPr>
        <p:txBody>
          <a:bodyPr anchorCtr="0" anchor="t" bIns="18000" lIns="18000" spcFirstLastPara="1" rIns="18000" wrap="square" tIns="18000">
            <a:spAutoFit/>
          </a:bodyPr>
          <a:lstStyle/>
          <a:p>
            <a:pPr indent="0" lvl="0" marL="0" rtl="0" algn="l">
              <a:spcBef>
                <a:spcPts val="0"/>
              </a:spcBef>
              <a:spcAft>
                <a:spcPts val="0"/>
              </a:spcAft>
              <a:buNone/>
            </a:pPr>
            <a:r>
              <a:rPr lang="es-419" sz="1100">
                <a:solidFill>
                  <a:srgbClr val="FFFFFF"/>
                </a:solidFill>
              </a:rPr>
              <a:t>Nombre:</a:t>
            </a:r>
            <a:endParaRPr sz="1100">
              <a:solidFill>
                <a:srgbClr val="FFFFFF"/>
              </a:solidFill>
            </a:endParaRPr>
          </a:p>
        </p:txBody>
      </p:sp>
    </p:spTree>
  </p:cSld>
  <p:clrMapOvr>
    <a:masterClrMapping/>
  </p:clrMapOvr>
</p:sldLayout>
</file>

<file path=ppt/slideLayouts/slideLayout2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6 Diagrama de Pareto">
  <p:cSld name="TITLE_3_6_1_1_1_1_1_1_1_1_1_1_1">
    <p:spTree>
      <p:nvGrpSpPr>
        <p:cNvPr id="13759" name="Shape 13759"/>
        <p:cNvGrpSpPr/>
        <p:nvPr/>
      </p:nvGrpSpPr>
      <p:grpSpPr>
        <a:xfrm>
          <a:off x="0" y="0"/>
          <a:ext cx="0" cy="0"/>
          <a:chOff x="0" y="0"/>
          <a:chExt cx="0" cy="0"/>
        </a:xfrm>
      </p:grpSpPr>
      <p:sp>
        <p:nvSpPr>
          <p:cNvPr id="13760" name="Google Shape;13760;p230"/>
          <p:cNvSpPr/>
          <p:nvPr/>
        </p:nvSpPr>
        <p:spPr>
          <a:xfrm>
            <a:off x="97888" y="377012"/>
            <a:ext cx="9893400" cy="296700"/>
          </a:xfrm>
          <a:prstGeom prst="roundRect">
            <a:avLst>
              <a:gd fmla="val 22902" name="adj"/>
            </a:avLst>
          </a:prstGeom>
          <a:solidFill>
            <a:srgbClr val="F3F3F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13761" name="Google Shape;13761;p230"/>
          <p:cNvSpPr/>
          <p:nvPr/>
        </p:nvSpPr>
        <p:spPr>
          <a:xfrm>
            <a:off x="77688" y="358938"/>
            <a:ext cx="9935700" cy="6438000"/>
          </a:xfrm>
          <a:prstGeom prst="roundRect">
            <a:avLst>
              <a:gd fmla="val 2618" name="adj"/>
            </a:avLst>
          </a:prstGeom>
          <a:solidFill>
            <a:srgbClr val="FFFFFF"/>
          </a:solidFill>
          <a:ln cap="flat" cmpd="sng" w="38100">
            <a:solidFill>
              <a:srgbClr val="000000"/>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3762" name="Google Shape;13762;p230"/>
          <p:cNvCxnSpPr/>
          <p:nvPr/>
        </p:nvCxnSpPr>
        <p:spPr>
          <a:xfrm>
            <a:off x="77688" y="772614"/>
            <a:ext cx="9935700" cy="0"/>
          </a:xfrm>
          <a:prstGeom prst="straightConnector1">
            <a:avLst/>
          </a:prstGeom>
          <a:noFill/>
          <a:ln cap="flat" cmpd="sng" w="19050">
            <a:solidFill>
              <a:srgbClr val="000000"/>
            </a:solidFill>
            <a:prstDash val="solid"/>
            <a:round/>
            <a:headEnd len="med" w="med" type="none"/>
            <a:tailEnd len="med" w="med" type="none"/>
          </a:ln>
        </p:spPr>
      </p:cxnSp>
      <p:cxnSp>
        <p:nvCxnSpPr>
          <p:cNvPr id="13763" name="Google Shape;13763;p230"/>
          <p:cNvCxnSpPr/>
          <p:nvPr/>
        </p:nvCxnSpPr>
        <p:spPr>
          <a:xfrm rot="10800000">
            <a:off x="2439038" y="368188"/>
            <a:ext cx="0" cy="402300"/>
          </a:xfrm>
          <a:prstGeom prst="straightConnector1">
            <a:avLst/>
          </a:prstGeom>
          <a:noFill/>
          <a:ln cap="flat" cmpd="sng" w="19050">
            <a:solidFill>
              <a:srgbClr val="000000"/>
            </a:solidFill>
            <a:prstDash val="solid"/>
            <a:round/>
            <a:headEnd len="med" w="med" type="none"/>
            <a:tailEnd len="med" w="med" type="none"/>
          </a:ln>
        </p:spPr>
      </p:cxnSp>
      <p:sp>
        <p:nvSpPr>
          <p:cNvPr id="13764" name="Google Shape;13764;p230"/>
          <p:cNvSpPr/>
          <p:nvPr/>
        </p:nvSpPr>
        <p:spPr>
          <a:xfrm>
            <a:off x="77688" y="349338"/>
            <a:ext cx="2361300" cy="421200"/>
          </a:xfrm>
          <a:prstGeom prst="roundRect">
            <a:avLst>
              <a:gd fmla="val 50000" name="adj"/>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s-419" sz="1200">
                <a:solidFill>
                  <a:srgbClr val="FFFFFF"/>
                </a:solidFill>
              </a:rPr>
              <a:t>Diagrama de Pareto</a:t>
            </a:r>
            <a:endParaRPr b="1" sz="1200">
              <a:solidFill>
                <a:srgbClr val="FFFFFF"/>
              </a:solidFill>
            </a:endParaRPr>
          </a:p>
          <a:p>
            <a:pPr indent="0" lvl="0" marL="0" rtl="0" algn="ctr">
              <a:spcBef>
                <a:spcPts val="0"/>
              </a:spcBef>
              <a:spcAft>
                <a:spcPts val="0"/>
              </a:spcAft>
              <a:buNone/>
            </a:pPr>
            <a:r>
              <a:t/>
            </a:r>
            <a:endParaRPr b="1" sz="1200">
              <a:solidFill>
                <a:srgbClr val="FFFFFF"/>
              </a:solidFill>
            </a:endParaRPr>
          </a:p>
        </p:txBody>
      </p:sp>
      <p:sp>
        <p:nvSpPr>
          <p:cNvPr id="13765" name="Google Shape;13765;p230"/>
          <p:cNvSpPr/>
          <p:nvPr/>
        </p:nvSpPr>
        <p:spPr>
          <a:xfrm>
            <a:off x="83988" y="595504"/>
            <a:ext cx="190200" cy="1692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6" name="Google Shape;13766;p230"/>
          <p:cNvSpPr/>
          <p:nvPr/>
        </p:nvSpPr>
        <p:spPr>
          <a:xfrm>
            <a:off x="2292338" y="358938"/>
            <a:ext cx="146700" cy="4023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7" name="Google Shape;13767;p230"/>
          <p:cNvSpPr txBox="1"/>
          <p:nvPr/>
        </p:nvSpPr>
        <p:spPr>
          <a:xfrm>
            <a:off x="2524025" y="387675"/>
            <a:ext cx="15012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Unid. Organizacional:</a:t>
            </a:r>
            <a:endParaRPr b="1" sz="1100"/>
          </a:p>
        </p:txBody>
      </p:sp>
      <p:sp>
        <p:nvSpPr>
          <p:cNvPr id="13768" name="Google Shape;13768;p230"/>
          <p:cNvSpPr txBox="1"/>
          <p:nvPr/>
        </p:nvSpPr>
        <p:spPr>
          <a:xfrm>
            <a:off x="2524020" y="579550"/>
            <a:ext cx="6846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Alcance:</a:t>
            </a:r>
            <a:endParaRPr b="1" sz="1100"/>
          </a:p>
        </p:txBody>
      </p:sp>
      <p:sp>
        <p:nvSpPr>
          <p:cNvPr id="13769" name="Google Shape;13769;p230"/>
          <p:cNvSpPr txBox="1"/>
          <p:nvPr>
            <p:ph type="title"/>
          </p:nvPr>
        </p:nvSpPr>
        <p:spPr>
          <a:xfrm flipH="1">
            <a:off x="4025374" y="387675"/>
            <a:ext cx="5863200" cy="1692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000"/>
              <a:buNone/>
              <a:defRPr sz="1000">
                <a:solidFill>
                  <a:srgbClr val="000000"/>
                </a:solidFill>
              </a:defRPr>
            </a:lvl1pPr>
            <a:lvl2pPr lvl="1">
              <a:spcBef>
                <a:spcPts val="0"/>
              </a:spcBef>
              <a:spcAft>
                <a:spcPts val="0"/>
              </a:spcAft>
              <a:buClr>
                <a:srgbClr val="000000"/>
              </a:buClr>
              <a:buSzPts val="1000"/>
              <a:buNone/>
              <a:defRPr sz="1000">
                <a:solidFill>
                  <a:srgbClr val="000000"/>
                </a:solidFill>
              </a:defRPr>
            </a:lvl2pPr>
            <a:lvl3pPr lvl="2">
              <a:spcBef>
                <a:spcPts val="0"/>
              </a:spcBef>
              <a:spcAft>
                <a:spcPts val="0"/>
              </a:spcAft>
              <a:buClr>
                <a:srgbClr val="000000"/>
              </a:buClr>
              <a:buSzPts val="1000"/>
              <a:buNone/>
              <a:defRPr sz="1000">
                <a:solidFill>
                  <a:srgbClr val="000000"/>
                </a:solidFill>
              </a:defRPr>
            </a:lvl3pPr>
            <a:lvl4pPr lvl="3">
              <a:spcBef>
                <a:spcPts val="0"/>
              </a:spcBef>
              <a:spcAft>
                <a:spcPts val="0"/>
              </a:spcAft>
              <a:buClr>
                <a:srgbClr val="000000"/>
              </a:buClr>
              <a:buSzPts val="1000"/>
              <a:buNone/>
              <a:defRPr sz="1000">
                <a:solidFill>
                  <a:srgbClr val="000000"/>
                </a:solidFill>
              </a:defRPr>
            </a:lvl4pPr>
            <a:lvl5pPr lvl="4">
              <a:spcBef>
                <a:spcPts val="0"/>
              </a:spcBef>
              <a:spcAft>
                <a:spcPts val="0"/>
              </a:spcAft>
              <a:buClr>
                <a:srgbClr val="000000"/>
              </a:buClr>
              <a:buSzPts val="1000"/>
              <a:buNone/>
              <a:defRPr sz="1000">
                <a:solidFill>
                  <a:srgbClr val="000000"/>
                </a:solidFill>
              </a:defRPr>
            </a:lvl5pPr>
            <a:lvl6pPr lvl="5">
              <a:spcBef>
                <a:spcPts val="0"/>
              </a:spcBef>
              <a:spcAft>
                <a:spcPts val="0"/>
              </a:spcAft>
              <a:buClr>
                <a:srgbClr val="000000"/>
              </a:buClr>
              <a:buSzPts val="1000"/>
              <a:buNone/>
              <a:defRPr sz="1000">
                <a:solidFill>
                  <a:srgbClr val="000000"/>
                </a:solidFill>
              </a:defRPr>
            </a:lvl6pPr>
            <a:lvl7pPr lvl="6">
              <a:spcBef>
                <a:spcPts val="0"/>
              </a:spcBef>
              <a:spcAft>
                <a:spcPts val="0"/>
              </a:spcAft>
              <a:buClr>
                <a:srgbClr val="000000"/>
              </a:buClr>
              <a:buSzPts val="1000"/>
              <a:buNone/>
              <a:defRPr sz="1000">
                <a:solidFill>
                  <a:srgbClr val="000000"/>
                </a:solidFill>
              </a:defRPr>
            </a:lvl7pPr>
            <a:lvl8pPr lvl="7">
              <a:spcBef>
                <a:spcPts val="0"/>
              </a:spcBef>
              <a:spcAft>
                <a:spcPts val="0"/>
              </a:spcAft>
              <a:buClr>
                <a:srgbClr val="000000"/>
              </a:buClr>
              <a:buSzPts val="1000"/>
              <a:buNone/>
              <a:defRPr sz="1000">
                <a:solidFill>
                  <a:srgbClr val="000000"/>
                </a:solidFill>
              </a:defRPr>
            </a:lvl8pPr>
            <a:lvl9pPr lvl="8">
              <a:spcBef>
                <a:spcPts val="0"/>
              </a:spcBef>
              <a:spcAft>
                <a:spcPts val="0"/>
              </a:spcAft>
              <a:buClr>
                <a:srgbClr val="000000"/>
              </a:buClr>
              <a:buSzPts val="1000"/>
              <a:buNone/>
              <a:defRPr sz="1000">
                <a:solidFill>
                  <a:srgbClr val="000000"/>
                </a:solidFill>
              </a:defRPr>
            </a:lvl9pPr>
          </a:lstStyle>
          <a:p/>
        </p:txBody>
      </p:sp>
      <p:sp>
        <p:nvSpPr>
          <p:cNvPr id="13770" name="Google Shape;13770;p230"/>
          <p:cNvSpPr txBox="1"/>
          <p:nvPr>
            <p:ph idx="2" type="title"/>
          </p:nvPr>
        </p:nvSpPr>
        <p:spPr>
          <a:xfrm flipH="1">
            <a:off x="3208773" y="579550"/>
            <a:ext cx="6679800" cy="1692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000"/>
              <a:buNone/>
              <a:defRPr sz="1000">
                <a:solidFill>
                  <a:srgbClr val="000000"/>
                </a:solidFill>
              </a:defRPr>
            </a:lvl1pPr>
            <a:lvl2pPr lvl="1">
              <a:spcBef>
                <a:spcPts val="0"/>
              </a:spcBef>
              <a:spcAft>
                <a:spcPts val="0"/>
              </a:spcAft>
              <a:buClr>
                <a:srgbClr val="000000"/>
              </a:buClr>
              <a:buSzPts val="1000"/>
              <a:buNone/>
              <a:defRPr sz="1000">
                <a:solidFill>
                  <a:srgbClr val="000000"/>
                </a:solidFill>
              </a:defRPr>
            </a:lvl2pPr>
            <a:lvl3pPr lvl="2">
              <a:spcBef>
                <a:spcPts val="0"/>
              </a:spcBef>
              <a:spcAft>
                <a:spcPts val="0"/>
              </a:spcAft>
              <a:buClr>
                <a:srgbClr val="000000"/>
              </a:buClr>
              <a:buSzPts val="1000"/>
              <a:buNone/>
              <a:defRPr sz="1000">
                <a:solidFill>
                  <a:srgbClr val="000000"/>
                </a:solidFill>
              </a:defRPr>
            </a:lvl3pPr>
            <a:lvl4pPr lvl="3">
              <a:spcBef>
                <a:spcPts val="0"/>
              </a:spcBef>
              <a:spcAft>
                <a:spcPts val="0"/>
              </a:spcAft>
              <a:buClr>
                <a:srgbClr val="000000"/>
              </a:buClr>
              <a:buSzPts val="1000"/>
              <a:buNone/>
              <a:defRPr sz="1000">
                <a:solidFill>
                  <a:srgbClr val="000000"/>
                </a:solidFill>
              </a:defRPr>
            </a:lvl4pPr>
            <a:lvl5pPr lvl="4">
              <a:spcBef>
                <a:spcPts val="0"/>
              </a:spcBef>
              <a:spcAft>
                <a:spcPts val="0"/>
              </a:spcAft>
              <a:buClr>
                <a:srgbClr val="000000"/>
              </a:buClr>
              <a:buSzPts val="1000"/>
              <a:buNone/>
              <a:defRPr sz="1000">
                <a:solidFill>
                  <a:srgbClr val="000000"/>
                </a:solidFill>
              </a:defRPr>
            </a:lvl5pPr>
            <a:lvl6pPr lvl="5">
              <a:spcBef>
                <a:spcPts val="0"/>
              </a:spcBef>
              <a:spcAft>
                <a:spcPts val="0"/>
              </a:spcAft>
              <a:buClr>
                <a:srgbClr val="000000"/>
              </a:buClr>
              <a:buSzPts val="1000"/>
              <a:buNone/>
              <a:defRPr sz="1000">
                <a:solidFill>
                  <a:srgbClr val="000000"/>
                </a:solidFill>
              </a:defRPr>
            </a:lvl6pPr>
            <a:lvl7pPr lvl="6">
              <a:spcBef>
                <a:spcPts val="0"/>
              </a:spcBef>
              <a:spcAft>
                <a:spcPts val="0"/>
              </a:spcAft>
              <a:buClr>
                <a:srgbClr val="000000"/>
              </a:buClr>
              <a:buSzPts val="1000"/>
              <a:buNone/>
              <a:defRPr sz="1000">
                <a:solidFill>
                  <a:srgbClr val="000000"/>
                </a:solidFill>
              </a:defRPr>
            </a:lvl7pPr>
            <a:lvl8pPr lvl="7">
              <a:spcBef>
                <a:spcPts val="0"/>
              </a:spcBef>
              <a:spcAft>
                <a:spcPts val="0"/>
              </a:spcAft>
              <a:buClr>
                <a:srgbClr val="000000"/>
              </a:buClr>
              <a:buSzPts val="1000"/>
              <a:buNone/>
              <a:defRPr sz="1000">
                <a:solidFill>
                  <a:srgbClr val="000000"/>
                </a:solidFill>
              </a:defRPr>
            </a:lvl8pPr>
            <a:lvl9pPr lvl="8">
              <a:spcBef>
                <a:spcPts val="0"/>
              </a:spcBef>
              <a:spcAft>
                <a:spcPts val="0"/>
              </a:spcAft>
              <a:buClr>
                <a:srgbClr val="000000"/>
              </a:buClr>
              <a:buSzPts val="1000"/>
              <a:buNone/>
              <a:defRPr sz="1000">
                <a:solidFill>
                  <a:srgbClr val="000000"/>
                </a:solidFill>
              </a:defRPr>
            </a:lvl9pPr>
          </a:lstStyle>
          <a:p/>
        </p:txBody>
      </p:sp>
      <p:sp>
        <p:nvSpPr>
          <p:cNvPr id="13771" name="Google Shape;13771;p230"/>
          <p:cNvSpPr txBox="1"/>
          <p:nvPr>
            <p:ph idx="1" type="body"/>
          </p:nvPr>
        </p:nvSpPr>
        <p:spPr>
          <a:xfrm>
            <a:off x="641150" y="612125"/>
            <a:ext cx="1770300" cy="160500"/>
          </a:xfrm>
          <a:prstGeom prst="rect">
            <a:avLst/>
          </a:prstGeom>
          <a:noFill/>
          <a:ln>
            <a:noFill/>
          </a:ln>
        </p:spPr>
        <p:txBody>
          <a:bodyPr anchorCtr="0" anchor="t" bIns="0" lIns="0" spcFirstLastPara="1" rIns="0" wrap="square" tIns="0">
            <a:noAutofit/>
          </a:bodyPr>
          <a:lstStyle>
            <a:lvl1pPr indent="-292100" lvl="0" marL="457200" algn="ctr">
              <a:spcBef>
                <a:spcPts val="0"/>
              </a:spcBef>
              <a:spcAft>
                <a:spcPts val="0"/>
              </a:spcAft>
              <a:buClr>
                <a:srgbClr val="FFFFFF"/>
              </a:buClr>
              <a:buSzPts val="1000"/>
              <a:buChar char="●"/>
              <a:defRPr sz="1000">
                <a:solidFill>
                  <a:srgbClr val="FFFFFF"/>
                </a:solidFill>
              </a:defRPr>
            </a:lvl1pPr>
            <a:lvl2pPr indent="-292100" lvl="1" marL="914400" algn="ctr">
              <a:spcBef>
                <a:spcPts val="0"/>
              </a:spcBef>
              <a:spcAft>
                <a:spcPts val="0"/>
              </a:spcAft>
              <a:buClr>
                <a:srgbClr val="FFFFFF"/>
              </a:buClr>
              <a:buSzPts val="1000"/>
              <a:buChar char="○"/>
              <a:defRPr sz="1000">
                <a:solidFill>
                  <a:srgbClr val="FFFFFF"/>
                </a:solidFill>
              </a:defRPr>
            </a:lvl2pPr>
            <a:lvl3pPr indent="-292100" lvl="2" marL="1371600" algn="ctr">
              <a:spcBef>
                <a:spcPts val="0"/>
              </a:spcBef>
              <a:spcAft>
                <a:spcPts val="0"/>
              </a:spcAft>
              <a:buClr>
                <a:srgbClr val="FFFFFF"/>
              </a:buClr>
              <a:buSzPts val="1000"/>
              <a:buChar char="■"/>
              <a:defRPr sz="1000">
                <a:solidFill>
                  <a:srgbClr val="FFFFFF"/>
                </a:solidFill>
              </a:defRPr>
            </a:lvl3pPr>
            <a:lvl4pPr indent="-292100" lvl="3" marL="1828800" algn="ctr">
              <a:spcBef>
                <a:spcPts val="0"/>
              </a:spcBef>
              <a:spcAft>
                <a:spcPts val="0"/>
              </a:spcAft>
              <a:buClr>
                <a:srgbClr val="FFFFFF"/>
              </a:buClr>
              <a:buSzPts val="1000"/>
              <a:buChar char="●"/>
              <a:defRPr sz="1000">
                <a:solidFill>
                  <a:srgbClr val="FFFFFF"/>
                </a:solidFill>
              </a:defRPr>
            </a:lvl4pPr>
            <a:lvl5pPr indent="-292100" lvl="4" marL="2286000" algn="ctr">
              <a:spcBef>
                <a:spcPts val="0"/>
              </a:spcBef>
              <a:spcAft>
                <a:spcPts val="0"/>
              </a:spcAft>
              <a:buClr>
                <a:srgbClr val="FFFFFF"/>
              </a:buClr>
              <a:buSzPts val="1000"/>
              <a:buChar char="○"/>
              <a:defRPr sz="1000">
                <a:solidFill>
                  <a:srgbClr val="FFFFFF"/>
                </a:solidFill>
              </a:defRPr>
            </a:lvl5pPr>
            <a:lvl6pPr indent="-292100" lvl="5" marL="2743200" algn="ctr">
              <a:spcBef>
                <a:spcPts val="0"/>
              </a:spcBef>
              <a:spcAft>
                <a:spcPts val="0"/>
              </a:spcAft>
              <a:buClr>
                <a:srgbClr val="FFFFFF"/>
              </a:buClr>
              <a:buSzPts val="1000"/>
              <a:buChar char="■"/>
              <a:defRPr sz="1000">
                <a:solidFill>
                  <a:srgbClr val="FFFFFF"/>
                </a:solidFill>
              </a:defRPr>
            </a:lvl6pPr>
            <a:lvl7pPr indent="-292100" lvl="6" marL="3200400" algn="ctr">
              <a:spcBef>
                <a:spcPts val="0"/>
              </a:spcBef>
              <a:spcAft>
                <a:spcPts val="0"/>
              </a:spcAft>
              <a:buClr>
                <a:srgbClr val="FFFFFF"/>
              </a:buClr>
              <a:buSzPts val="1000"/>
              <a:buChar char="●"/>
              <a:defRPr sz="1000">
                <a:solidFill>
                  <a:srgbClr val="FFFFFF"/>
                </a:solidFill>
              </a:defRPr>
            </a:lvl7pPr>
            <a:lvl8pPr indent="-292100" lvl="7" marL="3657600" algn="ctr">
              <a:spcBef>
                <a:spcPts val="0"/>
              </a:spcBef>
              <a:spcAft>
                <a:spcPts val="0"/>
              </a:spcAft>
              <a:buClr>
                <a:srgbClr val="FFFFFF"/>
              </a:buClr>
              <a:buSzPts val="1000"/>
              <a:buChar char="○"/>
              <a:defRPr sz="1000">
                <a:solidFill>
                  <a:srgbClr val="FFFFFF"/>
                </a:solidFill>
              </a:defRPr>
            </a:lvl8pPr>
            <a:lvl9pPr indent="-292100" lvl="8" marL="4114800" algn="ctr">
              <a:spcBef>
                <a:spcPts val="0"/>
              </a:spcBef>
              <a:spcAft>
                <a:spcPts val="0"/>
              </a:spcAft>
              <a:buClr>
                <a:srgbClr val="FFFFFF"/>
              </a:buClr>
              <a:buSzPts val="1000"/>
              <a:buChar char="■"/>
              <a:defRPr sz="1000">
                <a:solidFill>
                  <a:srgbClr val="FFFFFF"/>
                </a:solidFill>
              </a:defRPr>
            </a:lvl9pPr>
          </a:lstStyle>
          <a:p/>
        </p:txBody>
      </p:sp>
      <p:sp>
        <p:nvSpPr>
          <p:cNvPr id="13772" name="Google Shape;13772;p230"/>
          <p:cNvSpPr txBox="1"/>
          <p:nvPr/>
        </p:nvSpPr>
        <p:spPr>
          <a:xfrm>
            <a:off x="84825" y="598125"/>
            <a:ext cx="595500" cy="205800"/>
          </a:xfrm>
          <a:prstGeom prst="rect">
            <a:avLst/>
          </a:prstGeom>
          <a:noFill/>
          <a:ln>
            <a:noFill/>
          </a:ln>
        </p:spPr>
        <p:txBody>
          <a:bodyPr anchorCtr="0" anchor="t" bIns="18000" lIns="18000" spcFirstLastPara="1" rIns="18000" wrap="square" tIns="18000">
            <a:spAutoFit/>
          </a:bodyPr>
          <a:lstStyle/>
          <a:p>
            <a:pPr indent="0" lvl="0" marL="0" rtl="0" algn="l">
              <a:spcBef>
                <a:spcPts val="0"/>
              </a:spcBef>
              <a:spcAft>
                <a:spcPts val="0"/>
              </a:spcAft>
              <a:buNone/>
            </a:pPr>
            <a:r>
              <a:rPr lang="es-419" sz="1100">
                <a:solidFill>
                  <a:srgbClr val="FFFFFF"/>
                </a:solidFill>
              </a:rPr>
              <a:t>Nombre:</a:t>
            </a:r>
            <a:endParaRPr sz="1100">
              <a:solidFill>
                <a:srgbClr val="FFFFFF"/>
              </a:solidFill>
            </a:endParaRPr>
          </a:p>
        </p:txBody>
      </p:sp>
    </p:spTree>
  </p:cSld>
  <p:clrMapOvr>
    <a:masterClrMapping/>
  </p:clrMapOvr>
</p:sldLayout>
</file>

<file path=ppt/slideLayouts/slideLayout2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2. Formulario en Papel">
  <p:cSld name="TITLE_3_6_1_1_1_1_1_1_1_1_1_1_1_1">
    <p:spTree>
      <p:nvGrpSpPr>
        <p:cNvPr id="13773" name="Shape 13773"/>
        <p:cNvGrpSpPr/>
        <p:nvPr/>
      </p:nvGrpSpPr>
      <p:grpSpPr>
        <a:xfrm>
          <a:off x="0" y="0"/>
          <a:ext cx="0" cy="0"/>
          <a:chOff x="0" y="0"/>
          <a:chExt cx="0" cy="0"/>
        </a:xfrm>
      </p:grpSpPr>
      <p:sp>
        <p:nvSpPr>
          <p:cNvPr id="13774" name="Google Shape;13774;p231"/>
          <p:cNvSpPr/>
          <p:nvPr/>
        </p:nvSpPr>
        <p:spPr>
          <a:xfrm>
            <a:off x="97888" y="377012"/>
            <a:ext cx="9893400" cy="296700"/>
          </a:xfrm>
          <a:prstGeom prst="roundRect">
            <a:avLst>
              <a:gd fmla="val 22902" name="adj"/>
            </a:avLst>
          </a:prstGeom>
          <a:solidFill>
            <a:srgbClr val="F3F3F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13775" name="Google Shape;13775;p231"/>
          <p:cNvSpPr/>
          <p:nvPr/>
        </p:nvSpPr>
        <p:spPr>
          <a:xfrm>
            <a:off x="77688" y="358938"/>
            <a:ext cx="9935700" cy="6438000"/>
          </a:xfrm>
          <a:prstGeom prst="roundRect">
            <a:avLst>
              <a:gd fmla="val 2618" name="adj"/>
            </a:avLst>
          </a:prstGeom>
          <a:solidFill>
            <a:srgbClr val="FFFFFF"/>
          </a:solidFill>
          <a:ln cap="flat" cmpd="sng" w="38100">
            <a:solidFill>
              <a:srgbClr val="000000"/>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3776" name="Google Shape;13776;p231"/>
          <p:cNvCxnSpPr/>
          <p:nvPr/>
        </p:nvCxnSpPr>
        <p:spPr>
          <a:xfrm>
            <a:off x="77688" y="772614"/>
            <a:ext cx="9935700" cy="0"/>
          </a:xfrm>
          <a:prstGeom prst="straightConnector1">
            <a:avLst/>
          </a:prstGeom>
          <a:noFill/>
          <a:ln cap="flat" cmpd="sng" w="19050">
            <a:solidFill>
              <a:srgbClr val="000000"/>
            </a:solidFill>
            <a:prstDash val="solid"/>
            <a:round/>
            <a:headEnd len="med" w="med" type="none"/>
            <a:tailEnd len="med" w="med" type="none"/>
          </a:ln>
        </p:spPr>
      </p:cxnSp>
      <p:cxnSp>
        <p:nvCxnSpPr>
          <p:cNvPr id="13777" name="Google Shape;13777;p231"/>
          <p:cNvCxnSpPr/>
          <p:nvPr/>
        </p:nvCxnSpPr>
        <p:spPr>
          <a:xfrm rot="10800000">
            <a:off x="2439038" y="368188"/>
            <a:ext cx="0" cy="402300"/>
          </a:xfrm>
          <a:prstGeom prst="straightConnector1">
            <a:avLst/>
          </a:prstGeom>
          <a:noFill/>
          <a:ln cap="flat" cmpd="sng" w="19050">
            <a:solidFill>
              <a:srgbClr val="000000"/>
            </a:solidFill>
            <a:prstDash val="solid"/>
            <a:round/>
            <a:headEnd len="med" w="med" type="none"/>
            <a:tailEnd len="med" w="med" type="none"/>
          </a:ln>
        </p:spPr>
      </p:cxnSp>
      <p:sp>
        <p:nvSpPr>
          <p:cNvPr id="13778" name="Google Shape;13778;p231"/>
          <p:cNvSpPr txBox="1"/>
          <p:nvPr>
            <p:ph type="title"/>
          </p:nvPr>
        </p:nvSpPr>
        <p:spPr>
          <a:xfrm flipH="1">
            <a:off x="4817550" y="437575"/>
            <a:ext cx="5055600" cy="2658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200"/>
              <a:buNone/>
              <a:defRPr sz="1200">
                <a:solidFill>
                  <a:srgbClr val="000000"/>
                </a:solidFill>
              </a:defRPr>
            </a:lvl1pPr>
            <a:lvl2pPr lvl="1">
              <a:spcBef>
                <a:spcPts val="0"/>
              </a:spcBef>
              <a:spcAft>
                <a:spcPts val="0"/>
              </a:spcAft>
              <a:buClr>
                <a:srgbClr val="000000"/>
              </a:buClr>
              <a:buSzPts val="1100"/>
              <a:buNone/>
              <a:defRPr sz="1100">
                <a:solidFill>
                  <a:srgbClr val="000000"/>
                </a:solidFill>
              </a:defRPr>
            </a:lvl2pPr>
            <a:lvl3pPr lvl="2">
              <a:spcBef>
                <a:spcPts val="0"/>
              </a:spcBef>
              <a:spcAft>
                <a:spcPts val="0"/>
              </a:spcAft>
              <a:buClr>
                <a:srgbClr val="000000"/>
              </a:buClr>
              <a:buSzPts val="1100"/>
              <a:buNone/>
              <a:defRPr sz="1100">
                <a:solidFill>
                  <a:srgbClr val="000000"/>
                </a:solidFill>
              </a:defRPr>
            </a:lvl3pPr>
            <a:lvl4pPr lvl="3">
              <a:spcBef>
                <a:spcPts val="0"/>
              </a:spcBef>
              <a:spcAft>
                <a:spcPts val="0"/>
              </a:spcAft>
              <a:buClr>
                <a:srgbClr val="000000"/>
              </a:buClr>
              <a:buSzPts val="1100"/>
              <a:buNone/>
              <a:defRPr sz="1100">
                <a:solidFill>
                  <a:srgbClr val="000000"/>
                </a:solidFill>
              </a:defRPr>
            </a:lvl4pPr>
            <a:lvl5pPr lvl="4">
              <a:spcBef>
                <a:spcPts val="0"/>
              </a:spcBef>
              <a:spcAft>
                <a:spcPts val="0"/>
              </a:spcAft>
              <a:buClr>
                <a:srgbClr val="000000"/>
              </a:buClr>
              <a:buSzPts val="1100"/>
              <a:buNone/>
              <a:defRPr sz="1100">
                <a:solidFill>
                  <a:srgbClr val="000000"/>
                </a:solidFill>
              </a:defRPr>
            </a:lvl5pPr>
            <a:lvl6pPr lvl="5">
              <a:spcBef>
                <a:spcPts val="0"/>
              </a:spcBef>
              <a:spcAft>
                <a:spcPts val="0"/>
              </a:spcAft>
              <a:buClr>
                <a:srgbClr val="000000"/>
              </a:buClr>
              <a:buSzPts val="1100"/>
              <a:buNone/>
              <a:defRPr sz="1100">
                <a:solidFill>
                  <a:srgbClr val="000000"/>
                </a:solidFill>
              </a:defRPr>
            </a:lvl6pPr>
            <a:lvl7pPr lvl="6">
              <a:spcBef>
                <a:spcPts val="0"/>
              </a:spcBef>
              <a:spcAft>
                <a:spcPts val="0"/>
              </a:spcAft>
              <a:buClr>
                <a:srgbClr val="000000"/>
              </a:buClr>
              <a:buSzPts val="1100"/>
              <a:buNone/>
              <a:defRPr sz="1100">
                <a:solidFill>
                  <a:srgbClr val="000000"/>
                </a:solidFill>
              </a:defRPr>
            </a:lvl7pPr>
            <a:lvl8pPr lvl="7">
              <a:spcBef>
                <a:spcPts val="0"/>
              </a:spcBef>
              <a:spcAft>
                <a:spcPts val="0"/>
              </a:spcAft>
              <a:buClr>
                <a:srgbClr val="000000"/>
              </a:buClr>
              <a:buSzPts val="1100"/>
              <a:buNone/>
              <a:defRPr sz="1100">
                <a:solidFill>
                  <a:srgbClr val="000000"/>
                </a:solidFill>
              </a:defRPr>
            </a:lvl8pPr>
            <a:lvl9pPr lvl="8">
              <a:spcBef>
                <a:spcPts val="0"/>
              </a:spcBef>
              <a:spcAft>
                <a:spcPts val="0"/>
              </a:spcAft>
              <a:buClr>
                <a:srgbClr val="000000"/>
              </a:buClr>
              <a:buSzPts val="1100"/>
              <a:buNone/>
              <a:defRPr sz="1100">
                <a:solidFill>
                  <a:srgbClr val="000000"/>
                </a:solidFill>
              </a:defRPr>
            </a:lvl9pPr>
          </a:lstStyle>
          <a:p/>
        </p:txBody>
      </p:sp>
      <p:sp>
        <p:nvSpPr>
          <p:cNvPr id="13779" name="Google Shape;13779;p231"/>
          <p:cNvSpPr txBox="1"/>
          <p:nvPr/>
        </p:nvSpPr>
        <p:spPr>
          <a:xfrm>
            <a:off x="2513449" y="437275"/>
            <a:ext cx="2304000" cy="2664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b="1" lang="es-419" sz="1100"/>
              <a:t>Nombre del proceso relacionado:</a:t>
            </a:r>
            <a:endParaRPr b="1" sz="1100"/>
          </a:p>
        </p:txBody>
      </p:sp>
      <p:sp>
        <p:nvSpPr>
          <p:cNvPr id="13780" name="Google Shape;13780;p231"/>
          <p:cNvSpPr/>
          <p:nvPr/>
        </p:nvSpPr>
        <p:spPr>
          <a:xfrm>
            <a:off x="77688" y="349338"/>
            <a:ext cx="2361300" cy="421200"/>
          </a:xfrm>
          <a:prstGeom prst="roundRect">
            <a:avLst>
              <a:gd fmla="val 50000" name="adj"/>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s-419" sz="1200">
                <a:solidFill>
                  <a:srgbClr val="FFFFFF"/>
                </a:solidFill>
              </a:rPr>
              <a:t>Formularios en Papel</a:t>
            </a:r>
            <a:endParaRPr b="1" sz="1200">
              <a:solidFill>
                <a:srgbClr val="FFFFFF"/>
              </a:solidFill>
            </a:endParaRPr>
          </a:p>
          <a:p>
            <a:pPr indent="0" lvl="0" marL="0" rtl="0" algn="ctr">
              <a:spcBef>
                <a:spcPts val="0"/>
              </a:spcBef>
              <a:spcAft>
                <a:spcPts val="0"/>
              </a:spcAft>
              <a:buNone/>
            </a:pPr>
            <a:r>
              <a:t/>
            </a:r>
            <a:endParaRPr b="1" sz="1200">
              <a:solidFill>
                <a:srgbClr val="FFFFFF"/>
              </a:solidFill>
            </a:endParaRPr>
          </a:p>
        </p:txBody>
      </p:sp>
      <p:sp>
        <p:nvSpPr>
          <p:cNvPr id="13781" name="Google Shape;13781;p231"/>
          <p:cNvSpPr/>
          <p:nvPr/>
        </p:nvSpPr>
        <p:spPr>
          <a:xfrm>
            <a:off x="83988" y="595504"/>
            <a:ext cx="190200" cy="1692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2" name="Google Shape;13782;p231"/>
          <p:cNvSpPr/>
          <p:nvPr/>
        </p:nvSpPr>
        <p:spPr>
          <a:xfrm>
            <a:off x="2292338" y="358938"/>
            <a:ext cx="146700" cy="4023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3" name="Google Shape;13783;p231"/>
          <p:cNvSpPr/>
          <p:nvPr/>
        </p:nvSpPr>
        <p:spPr>
          <a:xfrm>
            <a:off x="206861" y="899179"/>
            <a:ext cx="2304000" cy="3843000"/>
          </a:xfrm>
          <a:prstGeom prst="roundRect">
            <a:avLst>
              <a:gd fmla="val 4586" name="adj"/>
            </a:avLst>
          </a:prstGeom>
          <a:solidFill>
            <a:srgbClr val="FFFFFF"/>
          </a:solidFill>
          <a:ln cap="flat" cmpd="sng" w="9525">
            <a:solidFill>
              <a:srgbClr val="B7B7B7"/>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t" bIns="36000" lIns="0" spcFirstLastPara="1" rIns="0" wrap="square" tIns="54000">
            <a:noAutofit/>
          </a:bodyPr>
          <a:lstStyle/>
          <a:p>
            <a:pPr indent="0" lvl="0" marL="0" marR="0" rtl="0" algn="ctr">
              <a:lnSpc>
                <a:spcPct val="100000"/>
              </a:lnSpc>
              <a:spcBef>
                <a:spcPts val="0"/>
              </a:spcBef>
              <a:spcAft>
                <a:spcPts val="0"/>
              </a:spcAft>
              <a:buClr>
                <a:srgbClr val="000000"/>
              </a:buClr>
              <a:buSzPts val="1100"/>
              <a:buFont typeface="Arial"/>
              <a:buNone/>
            </a:pPr>
            <a:r>
              <a:rPr b="1" i="1" lang="es-419" sz="1100">
                <a:latin typeface="Arvo"/>
                <a:ea typeface="Arvo"/>
                <a:cs typeface="Arvo"/>
                <a:sym typeface="Arvo"/>
              </a:rPr>
              <a:t>Formulario Core</a:t>
            </a:r>
            <a:endParaRPr b="1" i="1" sz="1100">
              <a:latin typeface="Arvo"/>
              <a:ea typeface="Arvo"/>
              <a:cs typeface="Arvo"/>
              <a:sym typeface="Arvo"/>
            </a:endParaRPr>
          </a:p>
        </p:txBody>
      </p:sp>
      <p:sp>
        <p:nvSpPr>
          <p:cNvPr id="13784" name="Google Shape;13784;p231"/>
          <p:cNvSpPr/>
          <p:nvPr/>
        </p:nvSpPr>
        <p:spPr>
          <a:xfrm>
            <a:off x="2660949" y="899179"/>
            <a:ext cx="2304000" cy="3843000"/>
          </a:xfrm>
          <a:prstGeom prst="roundRect">
            <a:avLst>
              <a:gd fmla="val 4586" name="adj"/>
            </a:avLst>
          </a:prstGeom>
          <a:solidFill>
            <a:srgbClr val="FFFFFF"/>
          </a:solidFill>
          <a:ln cap="flat" cmpd="sng" w="9525">
            <a:solidFill>
              <a:srgbClr val="B7B7B7"/>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t" bIns="36000" lIns="0" spcFirstLastPara="1" rIns="0" wrap="square" tIns="54000">
            <a:noAutofit/>
          </a:bodyPr>
          <a:lstStyle/>
          <a:p>
            <a:pPr indent="0" lvl="0" marL="0" marR="0" rtl="0" algn="ctr">
              <a:lnSpc>
                <a:spcPct val="100000"/>
              </a:lnSpc>
              <a:spcBef>
                <a:spcPts val="0"/>
              </a:spcBef>
              <a:spcAft>
                <a:spcPts val="0"/>
              </a:spcAft>
              <a:buClr>
                <a:srgbClr val="000000"/>
              </a:buClr>
              <a:buSzPts val="1100"/>
              <a:buFont typeface="Arial"/>
              <a:buNone/>
            </a:pPr>
            <a:r>
              <a:rPr b="1" i="1" lang="es-419" sz="1100">
                <a:latin typeface="Arvo"/>
                <a:ea typeface="Arvo"/>
                <a:cs typeface="Arvo"/>
                <a:sym typeface="Arvo"/>
              </a:rPr>
              <a:t>Formulario Core</a:t>
            </a:r>
            <a:endParaRPr b="1" i="1" sz="1100">
              <a:latin typeface="Arvo"/>
              <a:ea typeface="Arvo"/>
              <a:cs typeface="Arvo"/>
              <a:sym typeface="Arvo"/>
            </a:endParaRPr>
          </a:p>
        </p:txBody>
      </p:sp>
      <p:sp>
        <p:nvSpPr>
          <p:cNvPr id="13785" name="Google Shape;13785;p231"/>
          <p:cNvSpPr/>
          <p:nvPr/>
        </p:nvSpPr>
        <p:spPr>
          <a:xfrm>
            <a:off x="5115049" y="899179"/>
            <a:ext cx="2304000" cy="3843000"/>
          </a:xfrm>
          <a:prstGeom prst="roundRect">
            <a:avLst>
              <a:gd fmla="val 4586" name="adj"/>
            </a:avLst>
          </a:prstGeom>
          <a:solidFill>
            <a:srgbClr val="F4CCCC"/>
          </a:solidFill>
          <a:ln cap="flat" cmpd="sng" w="9525">
            <a:solidFill>
              <a:srgbClr val="B7B7B7"/>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t" bIns="36000" lIns="0" spcFirstLastPara="1" rIns="0" wrap="square" tIns="54000">
            <a:noAutofit/>
          </a:bodyPr>
          <a:lstStyle/>
          <a:p>
            <a:pPr indent="0" lvl="0" marL="0" marR="0" rtl="0" algn="ctr">
              <a:lnSpc>
                <a:spcPct val="100000"/>
              </a:lnSpc>
              <a:spcBef>
                <a:spcPts val="0"/>
              </a:spcBef>
              <a:spcAft>
                <a:spcPts val="0"/>
              </a:spcAft>
              <a:buClr>
                <a:srgbClr val="000000"/>
              </a:buClr>
              <a:buSzPts val="1100"/>
              <a:buFont typeface="Arial"/>
              <a:buNone/>
            </a:pPr>
            <a:r>
              <a:rPr b="1" i="1" lang="es-419" sz="1100">
                <a:latin typeface="Arvo"/>
                <a:ea typeface="Arvo"/>
                <a:cs typeface="Arvo"/>
                <a:sym typeface="Arvo"/>
              </a:rPr>
              <a:t>Formulario Soporte</a:t>
            </a:r>
            <a:endParaRPr b="1" i="1" sz="1100">
              <a:latin typeface="Arvo"/>
              <a:ea typeface="Arvo"/>
              <a:cs typeface="Arvo"/>
              <a:sym typeface="Arvo"/>
            </a:endParaRPr>
          </a:p>
        </p:txBody>
      </p:sp>
      <p:sp>
        <p:nvSpPr>
          <p:cNvPr id="13786" name="Google Shape;13786;p231"/>
          <p:cNvSpPr/>
          <p:nvPr/>
        </p:nvSpPr>
        <p:spPr>
          <a:xfrm>
            <a:off x="7569149" y="899179"/>
            <a:ext cx="2304000" cy="3843000"/>
          </a:xfrm>
          <a:prstGeom prst="roundRect">
            <a:avLst>
              <a:gd fmla="val 4586" name="adj"/>
            </a:avLst>
          </a:prstGeom>
          <a:solidFill>
            <a:srgbClr val="C9DAF8"/>
          </a:solidFill>
          <a:ln cap="flat" cmpd="sng" w="9525">
            <a:solidFill>
              <a:srgbClr val="B7B7B7"/>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t" bIns="36000" lIns="0" spcFirstLastPara="1" rIns="0" wrap="square" tIns="54000">
            <a:noAutofit/>
          </a:bodyPr>
          <a:lstStyle/>
          <a:p>
            <a:pPr indent="0" lvl="0" marL="0" marR="0" rtl="0" algn="ctr">
              <a:lnSpc>
                <a:spcPct val="100000"/>
              </a:lnSpc>
              <a:spcBef>
                <a:spcPts val="0"/>
              </a:spcBef>
              <a:spcAft>
                <a:spcPts val="0"/>
              </a:spcAft>
              <a:buClr>
                <a:srgbClr val="000000"/>
              </a:buClr>
              <a:buSzPts val="1100"/>
              <a:buFont typeface="Arial"/>
              <a:buNone/>
            </a:pPr>
            <a:r>
              <a:rPr b="1" i="1" lang="es-419" sz="1100">
                <a:latin typeface="Arvo"/>
                <a:ea typeface="Arvo"/>
                <a:cs typeface="Arvo"/>
                <a:sym typeface="Arvo"/>
              </a:rPr>
              <a:t>Formulario Diálogo </a:t>
            </a:r>
            <a:endParaRPr b="1" i="1" sz="1100">
              <a:latin typeface="Arvo"/>
              <a:ea typeface="Arvo"/>
              <a:cs typeface="Arvo"/>
              <a:sym typeface="Arvo"/>
            </a:endParaRPr>
          </a:p>
        </p:txBody>
      </p:sp>
      <p:grpSp>
        <p:nvGrpSpPr>
          <p:cNvPr id="13787" name="Google Shape;13787;p231"/>
          <p:cNvGrpSpPr/>
          <p:nvPr/>
        </p:nvGrpSpPr>
        <p:grpSpPr>
          <a:xfrm>
            <a:off x="206850" y="4870200"/>
            <a:ext cx="2304000" cy="1774800"/>
            <a:chOff x="206850" y="4871675"/>
            <a:chExt cx="2304000" cy="1774800"/>
          </a:xfrm>
        </p:grpSpPr>
        <p:sp>
          <p:nvSpPr>
            <p:cNvPr id="13788" name="Google Shape;13788;p231"/>
            <p:cNvSpPr/>
            <p:nvPr/>
          </p:nvSpPr>
          <p:spPr>
            <a:xfrm>
              <a:off x="206850" y="4871675"/>
              <a:ext cx="2304000" cy="1774800"/>
            </a:xfrm>
            <a:prstGeom prst="roundRect">
              <a:avLst>
                <a:gd fmla="val 4586" name="adj"/>
              </a:avLst>
            </a:prstGeom>
            <a:solidFill>
              <a:srgbClr val="FFFFFF"/>
            </a:solidFill>
            <a:ln cap="flat" cmpd="sng" w="9525">
              <a:solidFill>
                <a:srgbClr val="B7B7B7"/>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t" bIns="36000" lIns="0" spcFirstLastPara="1" rIns="0" wrap="square" tIns="93600">
              <a:noAutofit/>
            </a:bodyPr>
            <a:lstStyle/>
            <a:p>
              <a:pPr indent="0" lvl="0" marL="0" marR="0" rtl="0" algn="ctr">
                <a:lnSpc>
                  <a:spcPct val="100000"/>
                </a:lnSpc>
                <a:spcBef>
                  <a:spcPts val="0"/>
                </a:spcBef>
                <a:spcAft>
                  <a:spcPts val="0"/>
                </a:spcAft>
                <a:buClr>
                  <a:srgbClr val="000000"/>
                </a:buClr>
                <a:buSzPts val="1100"/>
                <a:buFont typeface="Arial"/>
                <a:buNone/>
              </a:pPr>
              <a:r>
                <a:rPr b="1" i="1" lang="es-419" sz="1100">
                  <a:latin typeface="Arvo"/>
                  <a:ea typeface="Arvo"/>
                  <a:cs typeface="Arvo"/>
                  <a:sym typeface="Arvo"/>
                </a:rPr>
                <a:t>Verificación de usuario </a:t>
              </a:r>
              <a:endParaRPr b="1" i="1" sz="1100">
                <a:latin typeface="Arvo"/>
                <a:ea typeface="Arvo"/>
                <a:cs typeface="Arvo"/>
                <a:sym typeface="Arvo"/>
              </a:endParaRPr>
            </a:p>
          </p:txBody>
        </p:sp>
        <p:cxnSp>
          <p:nvCxnSpPr>
            <p:cNvPr id="13789" name="Google Shape;13789;p231"/>
            <p:cNvCxnSpPr/>
            <p:nvPr/>
          </p:nvCxnSpPr>
          <p:spPr>
            <a:xfrm>
              <a:off x="323200" y="5263211"/>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13790" name="Google Shape;13790;p231"/>
            <p:cNvCxnSpPr/>
            <p:nvPr/>
          </p:nvCxnSpPr>
          <p:spPr>
            <a:xfrm>
              <a:off x="328111" y="5268080"/>
              <a:ext cx="205800" cy="0"/>
            </a:xfrm>
            <a:prstGeom prst="straightConnector1">
              <a:avLst/>
            </a:prstGeom>
            <a:noFill/>
            <a:ln cap="flat" cmpd="sng" w="9525">
              <a:solidFill>
                <a:srgbClr val="B7B7B7"/>
              </a:solidFill>
              <a:prstDash val="solid"/>
              <a:round/>
              <a:headEnd len="med" w="med" type="none"/>
              <a:tailEnd len="med" w="med" type="none"/>
            </a:ln>
          </p:spPr>
        </p:cxnSp>
        <p:cxnSp>
          <p:nvCxnSpPr>
            <p:cNvPr id="13791" name="Google Shape;13791;p231"/>
            <p:cNvCxnSpPr/>
            <p:nvPr/>
          </p:nvCxnSpPr>
          <p:spPr>
            <a:xfrm>
              <a:off x="2393699" y="5263211"/>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13792" name="Google Shape;13792;p231"/>
            <p:cNvCxnSpPr/>
            <p:nvPr/>
          </p:nvCxnSpPr>
          <p:spPr>
            <a:xfrm>
              <a:off x="2182733" y="5268080"/>
              <a:ext cx="205800" cy="0"/>
            </a:xfrm>
            <a:prstGeom prst="straightConnector1">
              <a:avLst/>
            </a:prstGeom>
            <a:noFill/>
            <a:ln cap="flat" cmpd="sng" w="9525">
              <a:solidFill>
                <a:srgbClr val="B7B7B7"/>
              </a:solidFill>
              <a:prstDash val="solid"/>
              <a:round/>
              <a:headEnd len="med" w="med" type="none"/>
              <a:tailEnd len="med" w="med" type="none"/>
            </a:ln>
          </p:spPr>
        </p:cxnSp>
        <p:cxnSp>
          <p:nvCxnSpPr>
            <p:cNvPr id="13793" name="Google Shape;13793;p231"/>
            <p:cNvCxnSpPr/>
            <p:nvPr/>
          </p:nvCxnSpPr>
          <p:spPr>
            <a:xfrm>
              <a:off x="323200" y="6277115"/>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13794" name="Google Shape;13794;p231"/>
            <p:cNvCxnSpPr/>
            <p:nvPr/>
          </p:nvCxnSpPr>
          <p:spPr>
            <a:xfrm>
              <a:off x="328111" y="6482688"/>
              <a:ext cx="205800" cy="0"/>
            </a:xfrm>
            <a:prstGeom prst="straightConnector1">
              <a:avLst/>
            </a:prstGeom>
            <a:noFill/>
            <a:ln cap="flat" cmpd="sng" w="9525">
              <a:solidFill>
                <a:srgbClr val="B7B7B7"/>
              </a:solidFill>
              <a:prstDash val="solid"/>
              <a:round/>
              <a:headEnd len="med" w="med" type="none"/>
              <a:tailEnd len="med" w="med" type="none"/>
            </a:ln>
          </p:spPr>
        </p:cxnSp>
        <p:cxnSp>
          <p:nvCxnSpPr>
            <p:cNvPr id="13795" name="Google Shape;13795;p231"/>
            <p:cNvCxnSpPr/>
            <p:nvPr/>
          </p:nvCxnSpPr>
          <p:spPr>
            <a:xfrm>
              <a:off x="2393699" y="6277115"/>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13796" name="Google Shape;13796;p231"/>
            <p:cNvCxnSpPr/>
            <p:nvPr/>
          </p:nvCxnSpPr>
          <p:spPr>
            <a:xfrm>
              <a:off x="2183105" y="6482688"/>
              <a:ext cx="205800" cy="0"/>
            </a:xfrm>
            <a:prstGeom prst="straightConnector1">
              <a:avLst/>
            </a:prstGeom>
            <a:noFill/>
            <a:ln cap="flat" cmpd="sng" w="9525">
              <a:solidFill>
                <a:srgbClr val="B7B7B7"/>
              </a:solidFill>
              <a:prstDash val="solid"/>
              <a:round/>
              <a:headEnd len="med" w="med" type="none"/>
              <a:tailEnd len="med" w="med" type="none"/>
            </a:ln>
          </p:spPr>
        </p:cxnSp>
      </p:grpSp>
      <p:grpSp>
        <p:nvGrpSpPr>
          <p:cNvPr id="13797" name="Google Shape;13797;p231"/>
          <p:cNvGrpSpPr/>
          <p:nvPr/>
        </p:nvGrpSpPr>
        <p:grpSpPr>
          <a:xfrm>
            <a:off x="2660950" y="4870200"/>
            <a:ext cx="2304000" cy="1774800"/>
            <a:chOff x="206850" y="4871675"/>
            <a:chExt cx="2304000" cy="1774800"/>
          </a:xfrm>
        </p:grpSpPr>
        <p:sp>
          <p:nvSpPr>
            <p:cNvPr id="13798" name="Google Shape;13798;p231"/>
            <p:cNvSpPr/>
            <p:nvPr/>
          </p:nvSpPr>
          <p:spPr>
            <a:xfrm>
              <a:off x="206850" y="4871675"/>
              <a:ext cx="2304000" cy="1774800"/>
            </a:xfrm>
            <a:prstGeom prst="roundRect">
              <a:avLst>
                <a:gd fmla="val 4586" name="adj"/>
              </a:avLst>
            </a:prstGeom>
            <a:solidFill>
              <a:srgbClr val="FFFFFF"/>
            </a:solidFill>
            <a:ln cap="flat" cmpd="sng" w="9525">
              <a:solidFill>
                <a:srgbClr val="B7B7B7"/>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t" bIns="36000" lIns="0" spcFirstLastPara="1" rIns="0" wrap="square" tIns="93600">
              <a:noAutofit/>
            </a:bodyPr>
            <a:lstStyle/>
            <a:p>
              <a:pPr indent="0" lvl="0" marL="0" marR="0" rtl="0" algn="ctr">
                <a:lnSpc>
                  <a:spcPct val="100000"/>
                </a:lnSpc>
                <a:spcBef>
                  <a:spcPts val="0"/>
                </a:spcBef>
                <a:spcAft>
                  <a:spcPts val="0"/>
                </a:spcAft>
                <a:buClr>
                  <a:srgbClr val="000000"/>
                </a:buClr>
                <a:buSzPts val="1100"/>
                <a:buFont typeface="Arial"/>
                <a:buNone/>
              </a:pPr>
              <a:r>
                <a:rPr b="1" i="1" lang="es-419" sz="1100">
                  <a:latin typeface="Arvo"/>
                  <a:ea typeface="Arvo"/>
                  <a:cs typeface="Arvo"/>
                  <a:sym typeface="Arvo"/>
                </a:rPr>
                <a:t>Verificación de usuario </a:t>
              </a:r>
              <a:endParaRPr b="1" i="1" sz="1100">
                <a:latin typeface="Arvo"/>
                <a:ea typeface="Arvo"/>
                <a:cs typeface="Arvo"/>
                <a:sym typeface="Arvo"/>
              </a:endParaRPr>
            </a:p>
          </p:txBody>
        </p:sp>
        <p:cxnSp>
          <p:nvCxnSpPr>
            <p:cNvPr id="13799" name="Google Shape;13799;p231"/>
            <p:cNvCxnSpPr/>
            <p:nvPr/>
          </p:nvCxnSpPr>
          <p:spPr>
            <a:xfrm>
              <a:off x="323200" y="5263211"/>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13800" name="Google Shape;13800;p231"/>
            <p:cNvCxnSpPr/>
            <p:nvPr/>
          </p:nvCxnSpPr>
          <p:spPr>
            <a:xfrm>
              <a:off x="328111" y="5268080"/>
              <a:ext cx="205800" cy="0"/>
            </a:xfrm>
            <a:prstGeom prst="straightConnector1">
              <a:avLst/>
            </a:prstGeom>
            <a:noFill/>
            <a:ln cap="flat" cmpd="sng" w="9525">
              <a:solidFill>
                <a:srgbClr val="B7B7B7"/>
              </a:solidFill>
              <a:prstDash val="solid"/>
              <a:round/>
              <a:headEnd len="med" w="med" type="none"/>
              <a:tailEnd len="med" w="med" type="none"/>
            </a:ln>
          </p:spPr>
        </p:cxnSp>
        <p:cxnSp>
          <p:nvCxnSpPr>
            <p:cNvPr id="13801" name="Google Shape;13801;p231"/>
            <p:cNvCxnSpPr/>
            <p:nvPr/>
          </p:nvCxnSpPr>
          <p:spPr>
            <a:xfrm>
              <a:off x="2393699" y="5263211"/>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13802" name="Google Shape;13802;p231"/>
            <p:cNvCxnSpPr/>
            <p:nvPr/>
          </p:nvCxnSpPr>
          <p:spPr>
            <a:xfrm>
              <a:off x="2182733" y="5268080"/>
              <a:ext cx="205800" cy="0"/>
            </a:xfrm>
            <a:prstGeom prst="straightConnector1">
              <a:avLst/>
            </a:prstGeom>
            <a:noFill/>
            <a:ln cap="flat" cmpd="sng" w="9525">
              <a:solidFill>
                <a:srgbClr val="B7B7B7"/>
              </a:solidFill>
              <a:prstDash val="solid"/>
              <a:round/>
              <a:headEnd len="med" w="med" type="none"/>
              <a:tailEnd len="med" w="med" type="none"/>
            </a:ln>
          </p:spPr>
        </p:cxnSp>
        <p:cxnSp>
          <p:nvCxnSpPr>
            <p:cNvPr id="13803" name="Google Shape;13803;p231"/>
            <p:cNvCxnSpPr/>
            <p:nvPr/>
          </p:nvCxnSpPr>
          <p:spPr>
            <a:xfrm>
              <a:off x="323200" y="6277115"/>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13804" name="Google Shape;13804;p231"/>
            <p:cNvCxnSpPr/>
            <p:nvPr/>
          </p:nvCxnSpPr>
          <p:spPr>
            <a:xfrm>
              <a:off x="328111" y="6482688"/>
              <a:ext cx="205800" cy="0"/>
            </a:xfrm>
            <a:prstGeom prst="straightConnector1">
              <a:avLst/>
            </a:prstGeom>
            <a:noFill/>
            <a:ln cap="flat" cmpd="sng" w="9525">
              <a:solidFill>
                <a:srgbClr val="B7B7B7"/>
              </a:solidFill>
              <a:prstDash val="solid"/>
              <a:round/>
              <a:headEnd len="med" w="med" type="none"/>
              <a:tailEnd len="med" w="med" type="none"/>
            </a:ln>
          </p:spPr>
        </p:cxnSp>
        <p:cxnSp>
          <p:nvCxnSpPr>
            <p:cNvPr id="13805" name="Google Shape;13805;p231"/>
            <p:cNvCxnSpPr/>
            <p:nvPr/>
          </p:nvCxnSpPr>
          <p:spPr>
            <a:xfrm>
              <a:off x="2393699" y="6277115"/>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13806" name="Google Shape;13806;p231"/>
            <p:cNvCxnSpPr/>
            <p:nvPr/>
          </p:nvCxnSpPr>
          <p:spPr>
            <a:xfrm>
              <a:off x="2183105" y="6482688"/>
              <a:ext cx="205800" cy="0"/>
            </a:xfrm>
            <a:prstGeom prst="straightConnector1">
              <a:avLst/>
            </a:prstGeom>
            <a:noFill/>
            <a:ln cap="flat" cmpd="sng" w="9525">
              <a:solidFill>
                <a:srgbClr val="B7B7B7"/>
              </a:solidFill>
              <a:prstDash val="solid"/>
              <a:round/>
              <a:headEnd len="med" w="med" type="none"/>
              <a:tailEnd len="med" w="med" type="none"/>
            </a:ln>
          </p:spPr>
        </p:cxnSp>
      </p:grpSp>
      <p:grpSp>
        <p:nvGrpSpPr>
          <p:cNvPr id="13807" name="Google Shape;13807;p231"/>
          <p:cNvGrpSpPr/>
          <p:nvPr/>
        </p:nvGrpSpPr>
        <p:grpSpPr>
          <a:xfrm>
            <a:off x="5115050" y="4870200"/>
            <a:ext cx="2304000" cy="1774800"/>
            <a:chOff x="5115050" y="4870200"/>
            <a:chExt cx="2304000" cy="1774800"/>
          </a:xfrm>
        </p:grpSpPr>
        <p:sp>
          <p:nvSpPr>
            <p:cNvPr id="13808" name="Google Shape;13808;p231"/>
            <p:cNvSpPr/>
            <p:nvPr/>
          </p:nvSpPr>
          <p:spPr>
            <a:xfrm>
              <a:off x="5115050" y="4870200"/>
              <a:ext cx="2304000" cy="1774800"/>
            </a:xfrm>
            <a:prstGeom prst="roundRect">
              <a:avLst>
                <a:gd fmla="val 4586" name="adj"/>
              </a:avLst>
            </a:prstGeom>
            <a:solidFill>
              <a:srgbClr val="F4CCCC"/>
            </a:solidFill>
            <a:ln cap="flat" cmpd="sng" w="9525">
              <a:solidFill>
                <a:srgbClr val="B7B7B7"/>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t" bIns="36000" lIns="0" spcFirstLastPara="1" rIns="0" wrap="square" tIns="93600">
              <a:noAutofit/>
            </a:bodyPr>
            <a:lstStyle/>
            <a:p>
              <a:pPr indent="0" lvl="0" marL="0" marR="0" rtl="0" algn="ctr">
                <a:lnSpc>
                  <a:spcPct val="100000"/>
                </a:lnSpc>
                <a:spcBef>
                  <a:spcPts val="0"/>
                </a:spcBef>
                <a:spcAft>
                  <a:spcPts val="0"/>
                </a:spcAft>
                <a:buClr>
                  <a:srgbClr val="000000"/>
                </a:buClr>
                <a:buSzPts val="1100"/>
                <a:buFont typeface="Arial"/>
                <a:buNone/>
              </a:pPr>
              <a:r>
                <a:rPr b="1" i="1" lang="es-419" sz="1100">
                  <a:latin typeface="Arvo"/>
                  <a:ea typeface="Arvo"/>
                  <a:cs typeface="Arvo"/>
                  <a:sym typeface="Arvo"/>
                </a:rPr>
                <a:t>Verificación de usuario </a:t>
              </a:r>
              <a:endParaRPr b="1" i="1" sz="1100">
                <a:latin typeface="Arvo"/>
                <a:ea typeface="Arvo"/>
                <a:cs typeface="Arvo"/>
                <a:sym typeface="Arvo"/>
              </a:endParaRPr>
            </a:p>
          </p:txBody>
        </p:sp>
        <p:cxnSp>
          <p:nvCxnSpPr>
            <p:cNvPr id="13809" name="Google Shape;13809;p231"/>
            <p:cNvCxnSpPr/>
            <p:nvPr/>
          </p:nvCxnSpPr>
          <p:spPr>
            <a:xfrm>
              <a:off x="5231400" y="5261736"/>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13810" name="Google Shape;13810;p231"/>
            <p:cNvCxnSpPr/>
            <p:nvPr/>
          </p:nvCxnSpPr>
          <p:spPr>
            <a:xfrm>
              <a:off x="5231400" y="6275640"/>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13811" name="Google Shape;13811;p231"/>
            <p:cNvCxnSpPr/>
            <p:nvPr/>
          </p:nvCxnSpPr>
          <p:spPr>
            <a:xfrm>
              <a:off x="5236311" y="5266605"/>
              <a:ext cx="205800" cy="0"/>
            </a:xfrm>
            <a:prstGeom prst="straightConnector1">
              <a:avLst/>
            </a:prstGeom>
            <a:noFill/>
            <a:ln cap="flat" cmpd="sng" w="9525">
              <a:solidFill>
                <a:srgbClr val="B7B7B7"/>
              </a:solidFill>
              <a:prstDash val="solid"/>
              <a:round/>
              <a:headEnd len="med" w="med" type="none"/>
              <a:tailEnd len="med" w="med" type="none"/>
            </a:ln>
          </p:spPr>
        </p:cxnSp>
        <p:cxnSp>
          <p:nvCxnSpPr>
            <p:cNvPr id="13812" name="Google Shape;13812;p231"/>
            <p:cNvCxnSpPr/>
            <p:nvPr/>
          </p:nvCxnSpPr>
          <p:spPr>
            <a:xfrm>
              <a:off x="7301899" y="5261736"/>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13813" name="Google Shape;13813;p231"/>
            <p:cNvCxnSpPr/>
            <p:nvPr/>
          </p:nvCxnSpPr>
          <p:spPr>
            <a:xfrm>
              <a:off x="7090933" y="5266605"/>
              <a:ext cx="205800" cy="0"/>
            </a:xfrm>
            <a:prstGeom prst="straightConnector1">
              <a:avLst/>
            </a:prstGeom>
            <a:noFill/>
            <a:ln cap="flat" cmpd="sng" w="9525">
              <a:solidFill>
                <a:srgbClr val="B7B7B7"/>
              </a:solidFill>
              <a:prstDash val="solid"/>
              <a:round/>
              <a:headEnd len="med" w="med" type="none"/>
              <a:tailEnd len="med" w="med" type="none"/>
            </a:ln>
          </p:spPr>
        </p:cxnSp>
        <p:cxnSp>
          <p:nvCxnSpPr>
            <p:cNvPr id="13814" name="Google Shape;13814;p231"/>
            <p:cNvCxnSpPr/>
            <p:nvPr/>
          </p:nvCxnSpPr>
          <p:spPr>
            <a:xfrm>
              <a:off x="5236311" y="6481213"/>
              <a:ext cx="205800" cy="0"/>
            </a:xfrm>
            <a:prstGeom prst="straightConnector1">
              <a:avLst/>
            </a:prstGeom>
            <a:noFill/>
            <a:ln cap="flat" cmpd="sng" w="9525">
              <a:solidFill>
                <a:srgbClr val="B7B7B7"/>
              </a:solidFill>
              <a:prstDash val="solid"/>
              <a:round/>
              <a:headEnd len="med" w="med" type="none"/>
              <a:tailEnd len="med" w="med" type="none"/>
            </a:ln>
          </p:spPr>
        </p:cxnSp>
        <p:cxnSp>
          <p:nvCxnSpPr>
            <p:cNvPr id="13815" name="Google Shape;13815;p231"/>
            <p:cNvCxnSpPr/>
            <p:nvPr/>
          </p:nvCxnSpPr>
          <p:spPr>
            <a:xfrm>
              <a:off x="7301899" y="6275640"/>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13816" name="Google Shape;13816;p231"/>
            <p:cNvCxnSpPr/>
            <p:nvPr/>
          </p:nvCxnSpPr>
          <p:spPr>
            <a:xfrm>
              <a:off x="7091305" y="6481213"/>
              <a:ext cx="205800" cy="0"/>
            </a:xfrm>
            <a:prstGeom prst="straightConnector1">
              <a:avLst/>
            </a:prstGeom>
            <a:noFill/>
            <a:ln cap="flat" cmpd="sng" w="9525">
              <a:solidFill>
                <a:srgbClr val="B7B7B7"/>
              </a:solidFill>
              <a:prstDash val="solid"/>
              <a:round/>
              <a:headEnd len="med" w="med" type="none"/>
              <a:tailEnd len="med" w="med" type="none"/>
            </a:ln>
          </p:spPr>
        </p:cxnSp>
      </p:grpSp>
      <p:grpSp>
        <p:nvGrpSpPr>
          <p:cNvPr id="13817" name="Google Shape;13817;p231"/>
          <p:cNvGrpSpPr/>
          <p:nvPr/>
        </p:nvGrpSpPr>
        <p:grpSpPr>
          <a:xfrm>
            <a:off x="7569150" y="4870200"/>
            <a:ext cx="2304000" cy="1774800"/>
            <a:chOff x="7569150" y="4870200"/>
            <a:chExt cx="2304000" cy="1774800"/>
          </a:xfrm>
        </p:grpSpPr>
        <p:sp>
          <p:nvSpPr>
            <p:cNvPr id="13818" name="Google Shape;13818;p231"/>
            <p:cNvSpPr/>
            <p:nvPr/>
          </p:nvSpPr>
          <p:spPr>
            <a:xfrm>
              <a:off x="7569150" y="4870200"/>
              <a:ext cx="2304000" cy="1774800"/>
            </a:xfrm>
            <a:prstGeom prst="roundRect">
              <a:avLst>
                <a:gd fmla="val 4586" name="adj"/>
              </a:avLst>
            </a:prstGeom>
            <a:solidFill>
              <a:srgbClr val="C9DAF8"/>
            </a:solidFill>
            <a:ln cap="flat" cmpd="sng" w="9525">
              <a:solidFill>
                <a:srgbClr val="B7B7B7"/>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t" bIns="36000" lIns="0" spcFirstLastPara="1" rIns="0" wrap="square" tIns="93600">
              <a:noAutofit/>
            </a:bodyPr>
            <a:lstStyle/>
            <a:p>
              <a:pPr indent="0" lvl="0" marL="0" marR="0" rtl="0" algn="ctr">
                <a:lnSpc>
                  <a:spcPct val="100000"/>
                </a:lnSpc>
                <a:spcBef>
                  <a:spcPts val="0"/>
                </a:spcBef>
                <a:spcAft>
                  <a:spcPts val="0"/>
                </a:spcAft>
                <a:buClr>
                  <a:srgbClr val="000000"/>
                </a:buClr>
                <a:buSzPts val="1100"/>
                <a:buFont typeface="Arial"/>
                <a:buNone/>
              </a:pPr>
              <a:r>
                <a:rPr b="1" i="1" lang="es-419" sz="1100">
                  <a:latin typeface="Arvo"/>
                  <a:ea typeface="Arvo"/>
                  <a:cs typeface="Arvo"/>
                  <a:sym typeface="Arvo"/>
                </a:rPr>
                <a:t>Verificación de usuario </a:t>
              </a:r>
              <a:endParaRPr b="1" i="1" sz="1100">
                <a:latin typeface="Arvo"/>
                <a:ea typeface="Arvo"/>
                <a:cs typeface="Arvo"/>
                <a:sym typeface="Arvo"/>
              </a:endParaRPr>
            </a:p>
          </p:txBody>
        </p:sp>
        <p:cxnSp>
          <p:nvCxnSpPr>
            <p:cNvPr id="13819" name="Google Shape;13819;p231"/>
            <p:cNvCxnSpPr/>
            <p:nvPr/>
          </p:nvCxnSpPr>
          <p:spPr>
            <a:xfrm>
              <a:off x="7685500" y="5261736"/>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13820" name="Google Shape;13820;p231"/>
            <p:cNvCxnSpPr/>
            <p:nvPr/>
          </p:nvCxnSpPr>
          <p:spPr>
            <a:xfrm>
              <a:off x="7690411" y="5266605"/>
              <a:ext cx="205800" cy="0"/>
            </a:xfrm>
            <a:prstGeom prst="straightConnector1">
              <a:avLst/>
            </a:prstGeom>
            <a:noFill/>
            <a:ln cap="flat" cmpd="sng" w="9525">
              <a:solidFill>
                <a:srgbClr val="B7B7B7"/>
              </a:solidFill>
              <a:prstDash val="solid"/>
              <a:round/>
              <a:headEnd len="med" w="med" type="none"/>
              <a:tailEnd len="med" w="med" type="none"/>
            </a:ln>
          </p:spPr>
        </p:cxnSp>
        <p:cxnSp>
          <p:nvCxnSpPr>
            <p:cNvPr id="13821" name="Google Shape;13821;p231"/>
            <p:cNvCxnSpPr/>
            <p:nvPr/>
          </p:nvCxnSpPr>
          <p:spPr>
            <a:xfrm>
              <a:off x="9755999" y="5261736"/>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13822" name="Google Shape;13822;p231"/>
            <p:cNvCxnSpPr/>
            <p:nvPr/>
          </p:nvCxnSpPr>
          <p:spPr>
            <a:xfrm>
              <a:off x="9545033" y="5266605"/>
              <a:ext cx="205800" cy="0"/>
            </a:xfrm>
            <a:prstGeom prst="straightConnector1">
              <a:avLst/>
            </a:prstGeom>
            <a:noFill/>
            <a:ln cap="flat" cmpd="sng" w="9525">
              <a:solidFill>
                <a:srgbClr val="B7B7B7"/>
              </a:solidFill>
              <a:prstDash val="solid"/>
              <a:round/>
              <a:headEnd len="med" w="med" type="none"/>
              <a:tailEnd len="med" w="med" type="none"/>
            </a:ln>
          </p:spPr>
        </p:cxnSp>
        <p:cxnSp>
          <p:nvCxnSpPr>
            <p:cNvPr id="13823" name="Google Shape;13823;p231"/>
            <p:cNvCxnSpPr/>
            <p:nvPr/>
          </p:nvCxnSpPr>
          <p:spPr>
            <a:xfrm>
              <a:off x="7685500" y="6275640"/>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13824" name="Google Shape;13824;p231"/>
            <p:cNvCxnSpPr/>
            <p:nvPr/>
          </p:nvCxnSpPr>
          <p:spPr>
            <a:xfrm>
              <a:off x="7690411" y="6481213"/>
              <a:ext cx="205800" cy="0"/>
            </a:xfrm>
            <a:prstGeom prst="straightConnector1">
              <a:avLst/>
            </a:prstGeom>
            <a:noFill/>
            <a:ln cap="flat" cmpd="sng" w="9525">
              <a:solidFill>
                <a:srgbClr val="B7B7B7"/>
              </a:solidFill>
              <a:prstDash val="solid"/>
              <a:round/>
              <a:headEnd len="med" w="med" type="none"/>
              <a:tailEnd len="med" w="med" type="none"/>
            </a:ln>
          </p:spPr>
        </p:cxnSp>
        <p:cxnSp>
          <p:nvCxnSpPr>
            <p:cNvPr id="13825" name="Google Shape;13825;p231"/>
            <p:cNvCxnSpPr/>
            <p:nvPr/>
          </p:nvCxnSpPr>
          <p:spPr>
            <a:xfrm>
              <a:off x="9755999" y="6275640"/>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13826" name="Google Shape;13826;p231"/>
            <p:cNvCxnSpPr/>
            <p:nvPr/>
          </p:nvCxnSpPr>
          <p:spPr>
            <a:xfrm>
              <a:off x="9545405" y="6481213"/>
              <a:ext cx="205800" cy="0"/>
            </a:xfrm>
            <a:prstGeom prst="straightConnector1">
              <a:avLst/>
            </a:prstGeom>
            <a:noFill/>
            <a:ln cap="flat" cmpd="sng" w="9525">
              <a:solidFill>
                <a:srgbClr val="B7B7B7"/>
              </a:solidFill>
              <a:prstDash val="solid"/>
              <a:round/>
              <a:headEnd len="med" w="med" type="none"/>
              <a:tailEnd len="med" w="med" type="none"/>
            </a:ln>
          </p:spPr>
        </p:cxnSp>
      </p:grpSp>
      <p:cxnSp>
        <p:nvCxnSpPr>
          <p:cNvPr id="13827" name="Google Shape;13827;p231"/>
          <p:cNvCxnSpPr/>
          <p:nvPr/>
        </p:nvCxnSpPr>
        <p:spPr>
          <a:xfrm>
            <a:off x="323600" y="1236086"/>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13828" name="Google Shape;13828;p231"/>
          <p:cNvCxnSpPr/>
          <p:nvPr/>
        </p:nvCxnSpPr>
        <p:spPr>
          <a:xfrm>
            <a:off x="328511" y="1240955"/>
            <a:ext cx="205800" cy="0"/>
          </a:xfrm>
          <a:prstGeom prst="straightConnector1">
            <a:avLst/>
          </a:prstGeom>
          <a:noFill/>
          <a:ln cap="flat" cmpd="sng" w="9525">
            <a:solidFill>
              <a:srgbClr val="B7B7B7"/>
            </a:solidFill>
            <a:prstDash val="solid"/>
            <a:round/>
            <a:headEnd len="med" w="med" type="none"/>
            <a:tailEnd len="med" w="med" type="none"/>
          </a:ln>
        </p:spPr>
      </p:cxnSp>
      <p:cxnSp>
        <p:nvCxnSpPr>
          <p:cNvPr id="13829" name="Google Shape;13829;p231"/>
          <p:cNvCxnSpPr/>
          <p:nvPr/>
        </p:nvCxnSpPr>
        <p:spPr>
          <a:xfrm>
            <a:off x="2394099" y="1236086"/>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13830" name="Google Shape;13830;p231"/>
          <p:cNvCxnSpPr/>
          <p:nvPr/>
        </p:nvCxnSpPr>
        <p:spPr>
          <a:xfrm>
            <a:off x="2183133" y="1240955"/>
            <a:ext cx="205800" cy="0"/>
          </a:xfrm>
          <a:prstGeom prst="straightConnector1">
            <a:avLst/>
          </a:prstGeom>
          <a:noFill/>
          <a:ln cap="flat" cmpd="sng" w="9525">
            <a:solidFill>
              <a:srgbClr val="B7B7B7"/>
            </a:solidFill>
            <a:prstDash val="solid"/>
            <a:round/>
            <a:headEnd len="med" w="med" type="none"/>
            <a:tailEnd len="med" w="med" type="none"/>
          </a:ln>
        </p:spPr>
      </p:cxnSp>
      <p:cxnSp>
        <p:nvCxnSpPr>
          <p:cNvPr id="13831" name="Google Shape;13831;p231"/>
          <p:cNvCxnSpPr/>
          <p:nvPr/>
        </p:nvCxnSpPr>
        <p:spPr>
          <a:xfrm>
            <a:off x="323600" y="4459790"/>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13832" name="Google Shape;13832;p231"/>
          <p:cNvCxnSpPr/>
          <p:nvPr/>
        </p:nvCxnSpPr>
        <p:spPr>
          <a:xfrm>
            <a:off x="328511" y="4665363"/>
            <a:ext cx="205800" cy="0"/>
          </a:xfrm>
          <a:prstGeom prst="straightConnector1">
            <a:avLst/>
          </a:prstGeom>
          <a:noFill/>
          <a:ln cap="flat" cmpd="sng" w="9525">
            <a:solidFill>
              <a:srgbClr val="B7B7B7"/>
            </a:solidFill>
            <a:prstDash val="solid"/>
            <a:round/>
            <a:headEnd len="med" w="med" type="none"/>
            <a:tailEnd len="med" w="med" type="none"/>
          </a:ln>
        </p:spPr>
      </p:cxnSp>
      <p:cxnSp>
        <p:nvCxnSpPr>
          <p:cNvPr id="13833" name="Google Shape;13833;p231"/>
          <p:cNvCxnSpPr/>
          <p:nvPr/>
        </p:nvCxnSpPr>
        <p:spPr>
          <a:xfrm>
            <a:off x="2394099" y="4459790"/>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13834" name="Google Shape;13834;p231"/>
          <p:cNvCxnSpPr/>
          <p:nvPr/>
        </p:nvCxnSpPr>
        <p:spPr>
          <a:xfrm>
            <a:off x="2183505" y="4665363"/>
            <a:ext cx="205800" cy="0"/>
          </a:xfrm>
          <a:prstGeom prst="straightConnector1">
            <a:avLst/>
          </a:prstGeom>
          <a:noFill/>
          <a:ln cap="flat" cmpd="sng" w="9525">
            <a:solidFill>
              <a:srgbClr val="B7B7B7"/>
            </a:solidFill>
            <a:prstDash val="solid"/>
            <a:round/>
            <a:headEnd len="med" w="med" type="none"/>
            <a:tailEnd len="med" w="med" type="none"/>
          </a:ln>
        </p:spPr>
      </p:cxnSp>
      <p:cxnSp>
        <p:nvCxnSpPr>
          <p:cNvPr id="13835" name="Google Shape;13835;p231"/>
          <p:cNvCxnSpPr/>
          <p:nvPr/>
        </p:nvCxnSpPr>
        <p:spPr>
          <a:xfrm>
            <a:off x="2762000" y="1236086"/>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13836" name="Google Shape;13836;p231"/>
          <p:cNvCxnSpPr/>
          <p:nvPr/>
        </p:nvCxnSpPr>
        <p:spPr>
          <a:xfrm>
            <a:off x="2766911" y="1240955"/>
            <a:ext cx="205800" cy="0"/>
          </a:xfrm>
          <a:prstGeom prst="straightConnector1">
            <a:avLst/>
          </a:prstGeom>
          <a:noFill/>
          <a:ln cap="flat" cmpd="sng" w="9525">
            <a:solidFill>
              <a:srgbClr val="B7B7B7"/>
            </a:solidFill>
            <a:prstDash val="solid"/>
            <a:round/>
            <a:headEnd len="med" w="med" type="none"/>
            <a:tailEnd len="med" w="med" type="none"/>
          </a:ln>
        </p:spPr>
      </p:cxnSp>
      <p:cxnSp>
        <p:nvCxnSpPr>
          <p:cNvPr id="13837" name="Google Shape;13837;p231"/>
          <p:cNvCxnSpPr/>
          <p:nvPr/>
        </p:nvCxnSpPr>
        <p:spPr>
          <a:xfrm>
            <a:off x="4832499" y="1236086"/>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13838" name="Google Shape;13838;p231"/>
          <p:cNvCxnSpPr/>
          <p:nvPr/>
        </p:nvCxnSpPr>
        <p:spPr>
          <a:xfrm>
            <a:off x="4621533" y="1240955"/>
            <a:ext cx="205800" cy="0"/>
          </a:xfrm>
          <a:prstGeom prst="straightConnector1">
            <a:avLst/>
          </a:prstGeom>
          <a:noFill/>
          <a:ln cap="flat" cmpd="sng" w="9525">
            <a:solidFill>
              <a:srgbClr val="B7B7B7"/>
            </a:solidFill>
            <a:prstDash val="solid"/>
            <a:round/>
            <a:headEnd len="med" w="med" type="none"/>
            <a:tailEnd len="med" w="med" type="none"/>
          </a:ln>
        </p:spPr>
      </p:cxnSp>
      <p:cxnSp>
        <p:nvCxnSpPr>
          <p:cNvPr id="13839" name="Google Shape;13839;p231"/>
          <p:cNvCxnSpPr/>
          <p:nvPr/>
        </p:nvCxnSpPr>
        <p:spPr>
          <a:xfrm>
            <a:off x="2762000" y="4459790"/>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13840" name="Google Shape;13840;p231"/>
          <p:cNvCxnSpPr/>
          <p:nvPr/>
        </p:nvCxnSpPr>
        <p:spPr>
          <a:xfrm>
            <a:off x="2766911" y="4665363"/>
            <a:ext cx="205800" cy="0"/>
          </a:xfrm>
          <a:prstGeom prst="straightConnector1">
            <a:avLst/>
          </a:prstGeom>
          <a:noFill/>
          <a:ln cap="flat" cmpd="sng" w="9525">
            <a:solidFill>
              <a:srgbClr val="B7B7B7"/>
            </a:solidFill>
            <a:prstDash val="solid"/>
            <a:round/>
            <a:headEnd len="med" w="med" type="none"/>
            <a:tailEnd len="med" w="med" type="none"/>
          </a:ln>
        </p:spPr>
      </p:cxnSp>
      <p:cxnSp>
        <p:nvCxnSpPr>
          <p:cNvPr id="13841" name="Google Shape;13841;p231"/>
          <p:cNvCxnSpPr/>
          <p:nvPr/>
        </p:nvCxnSpPr>
        <p:spPr>
          <a:xfrm>
            <a:off x="4832499" y="4459790"/>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13842" name="Google Shape;13842;p231"/>
          <p:cNvCxnSpPr/>
          <p:nvPr/>
        </p:nvCxnSpPr>
        <p:spPr>
          <a:xfrm>
            <a:off x="4621905" y="4665363"/>
            <a:ext cx="205800" cy="0"/>
          </a:xfrm>
          <a:prstGeom prst="straightConnector1">
            <a:avLst/>
          </a:prstGeom>
          <a:noFill/>
          <a:ln cap="flat" cmpd="sng" w="9525">
            <a:solidFill>
              <a:srgbClr val="B7B7B7"/>
            </a:solidFill>
            <a:prstDash val="solid"/>
            <a:round/>
            <a:headEnd len="med" w="med" type="none"/>
            <a:tailEnd len="med" w="med" type="none"/>
          </a:ln>
        </p:spPr>
      </p:cxnSp>
      <p:cxnSp>
        <p:nvCxnSpPr>
          <p:cNvPr id="13843" name="Google Shape;13843;p231"/>
          <p:cNvCxnSpPr/>
          <p:nvPr/>
        </p:nvCxnSpPr>
        <p:spPr>
          <a:xfrm>
            <a:off x="5240071" y="1236086"/>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13844" name="Google Shape;13844;p231"/>
          <p:cNvCxnSpPr/>
          <p:nvPr/>
        </p:nvCxnSpPr>
        <p:spPr>
          <a:xfrm>
            <a:off x="5244982" y="1240955"/>
            <a:ext cx="205800" cy="0"/>
          </a:xfrm>
          <a:prstGeom prst="straightConnector1">
            <a:avLst/>
          </a:prstGeom>
          <a:noFill/>
          <a:ln cap="flat" cmpd="sng" w="9525">
            <a:solidFill>
              <a:srgbClr val="B7B7B7"/>
            </a:solidFill>
            <a:prstDash val="solid"/>
            <a:round/>
            <a:headEnd len="med" w="med" type="none"/>
            <a:tailEnd len="med" w="med" type="none"/>
          </a:ln>
        </p:spPr>
      </p:cxnSp>
      <p:cxnSp>
        <p:nvCxnSpPr>
          <p:cNvPr id="13845" name="Google Shape;13845;p231"/>
          <p:cNvCxnSpPr/>
          <p:nvPr/>
        </p:nvCxnSpPr>
        <p:spPr>
          <a:xfrm>
            <a:off x="7310570" y="1236086"/>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13846" name="Google Shape;13846;p231"/>
          <p:cNvCxnSpPr/>
          <p:nvPr/>
        </p:nvCxnSpPr>
        <p:spPr>
          <a:xfrm>
            <a:off x="7099604" y="1240955"/>
            <a:ext cx="205800" cy="0"/>
          </a:xfrm>
          <a:prstGeom prst="straightConnector1">
            <a:avLst/>
          </a:prstGeom>
          <a:noFill/>
          <a:ln cap="flat" cmpd="sng" w="9525">
            <a:solidFill>
              <a:srgbClr val="B7B7B7"/>
            </a:solidFill>
            <a:prstDash val="solid"/>
            <a:round/>
            <a:headEnd len="med" w="med" type="none"/>
            <a:tailEnd len="med" w="med" type="none"/>
          </a:ln>
        </p:spPr>
      </p:cxnSp>
      <p:cxnSp>
        <p:nvCxnSpPr>
          <p:cNvPr id="13847" name="Google Shape;13847;p231"/>
          <p:cNvCxnSpPr/>
          <p:nvPr/>
        </p:nvCxnSpPr>
        <p:spPr>
          <a:xfrm>
            <a:off x="5240071" y="4459790"/>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13848" name="Google Shape;13848;p231"/>
          <p:cNvCxnSpPr/>
          <p:nvPr/>
        </p:nvCxnSpPr>
        <p:spPr>
          <a:xfrm>
            <a:off x="5244982" y="4665363"/>
            <a:ext cx="205800" cy="0"/>
          </a:xfrm>
          <a:prstGeom prst="straightConnector1">
            <a:avLst/>
          </a:prstGeom>
          <a:noFill/>
          <a:ln cap="flat" cmpd="sng" w="9525">
            <a:solidFill>
              <a:srgbClr val="B7B7B7"/>
            </a:solidFill>
            <a:prstDash val="solid"/>
            <a:round/>
            <a:headEnd len="med" w="med" type="none"/>
            <a:tailEnd len="med" w="med" type="none"/>
          </a:ln>
        </p:spPr>
      </p:cxnSp>
      <p:cxnSp>
        <p:nvCxnSpPr>
          <p:cNvPr id="13849" name="Google Shape;13849;p231"/>
          <p:cNvCxnSpPr/>
          <p:nvPr/>
        </p:nvCxnSpPr>
        <p:spPr>
          <a:xfrm>
            <a:off x="7310570" y="4459790"/>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13850" name="Google Shape;13850;p231"/>
          <p:cNvCxnSpPr/>
          <p:nvPr/>
        </p:nvCxnSpPr>
        <p:spPr>
          <a:xfrm>
            <a:off x="7099976" y="4665363"/>
            <a:ext cx="205800" cy="0"/>
          </a:xfrm>
          <a:prstGeom prst="straightConnector1">
            <a:avLst/>
          </a:prstGeom>
          <a:noFill/>
          <a:ln cap="flat" cmpd="sng" w="9525">
            <a:solidFill>
              <a:srgbClr val="B7B7B7"/>
            </a:solidFill>
            <a:prstDash val="solid"/>
            <a:round/>
            <a:headEnd len="med" w="med" type="none"/>
            <a:tailEnd len="med" w="med" type="none"/>
          </a:ln>
        </p:spPr>
      </p:cxnSp>
      <p:cxnSp>
        <p:nvCxnSpPr>
          <p:cNvPr id="13851" name="Google Shape;13851;p231"/>
          <p:cNvCxnSpPr/>
          <p:nvPr/>
        </p:nvCxnSpPr>
        <p:spPr>
          <a:xfrm>
            <a:off x="7705868" y="1236086"/>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13852" name="Google Shape;13852;p231"/>
          <p:cNvCxnSpPr/>
          <p:nvPr/>
        </p:nvCxnSpPr>
        <p:spPr>
          <a:xfrm>
            <a:off x="7710779" y="1240955"/>
            <a:ext cx="205800" cy="0"/>
          </a:xfrm>
          <a:prstGeom prst="straightConnector1">
            <a:avLst/>
          </a:prstGeom>
          <a:noFill/>
          <a:ln cap="flat" cmpd="sng" w="9525">
            <a:solidFill>
              <a:srgbClr val="B7B7B7"/>
            </a:solidFill>
            <a:prstDash val="solid"/>
            <a:round/>
            <a:headEnd len="med" w="med" type="none"/>
            <a:tailEnd len="med" w="med" type="none"/>
          </a:ln>
        </p:spPr>
      </p:cxnSp>
      <p:cxnSp>
        <p:nvCxnSpPr>
          <p:cNvPr id="13853" name="Google Shape;13853;p231"/>
          <p:cNvCxnSpPr/>
          <p:nvPr/>
        </p:nvCxnSpPr>
        <p:spPr>
          <a:xfrm>
            <a:off x="9776367" y="1236086"/>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13854" name="Google Shape;13854;p231"/>
          <p:cNvCxnSpPr/>
          <p:nvPr/>
        </p:nvCxnSpPr>
        <p:spPr>
          <a:xfrm>
            <a:off x="9565400" y="1240955"/>
            <a:ext cx="205800" cy="0"/>
          </a:xfrm>
          <a:prstGeom prst="straightConnector1">
            <a:avLst/>
          </a:prstGeom>
          <a:noFill/>
          <a:ln cap="flat" cmpd="sng" w="9525">
            <a:solidFill>
              <a:srgbClr val="B7B7B7"/>
            </a:solidFill>
            <a:prstDash val="solid"/>
            <a:round/>
            <a:headEnd len="med" w="med" type="none"/>
            <a:tailEnd len="med" w="med" type="none"/>
          </a:ln>
        </p:spPr>
      </p:cxnSp>
      <p:cxnSp>
        <p:nvCxnSpPr>
          <p:cNvPr id="13855" name="Google Shape;13855;p231"/>
          <p:cNvCxnSpPr/>
          <p:nvPr/>
        </p:nvCxnSpPr>
        <p:spPr>
          <a:xfrm>
            <a:off x="7705868" y="4459790"/>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13856" name="Google Shape;13856;p231"/>
          <p:cNvCxnSpPr/>
          <p:nvPr/>
        </p:nvCxnSpPr>
        <p:spPr>
          <a:xfrm>
            <a:off x="7710779" y="4665363"/>
            <a:ext cx="205800" cy="0"/>
          </a:xfrm>
          <a:prstGeom prst="straightConnector1">
            <a:avLst/>
          </a:prstGeom>
          <a:noFill/>
          <a:ln cap="flat" cmpd="sng" w="9525">
            <a:solidFill>
              <a:srgbClr val="B7B7B7"/>
            </a:solidFill>
            <a:prstDash val="solid"/>
            <a:round/>
            <a:headEnd len="med" w="med" type="none"/>
            <a:tailEnd len="med" w="med" type="none"/>
          </a:ln>
        </p:spPr>
      </p:cxnSp>
      <p:cxnSp>
        <p:nvCxnSpPr>
          <p:cNvPr id="13857" name="Google Shape;13857;p231"/>
          <p:cNvCxnSpPr/>
          <p:nvPr/>
        </p:nvCxnSpPr>
        <p:spPr>
          <a:xfrm>
            <a:off x="9776367" y="4459790"/>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13858" name="Google Shape;13858;p231"/>
          <p:cNvCxnSpPr/>
          <p:nvPr/>
        </p:nvCxnSpPr>
        <p:spPr>
          <a:xfrm>
            <a:off x="9565772" y="4665363"/>
            <a:ext cx="205800" cy="0"/>
          </a:xfrm>
          <a:prstGeom prst="straightConnector1">
            <a:avLst/>
          </a:prstGeom>
          <a:noFill/>
          <a:ln cap="flat" cmpd="sng" w="9525">
            <a:solidFill>
              <a:srgbClr val="B7B7B7"/>
            </a:solidFill>
            <a:prstDash val="solid"/>
            <a:round/>
            <a:headEnd len="med" w="med" type="none"/>
            <a:tailEnd len="med" w="med" type="none"/>
          </a:ln>
        </p:spPr>
      </p:cxnSp>
      <p:sp>
        <p:nvSpPr>
          <p:cNvPr id="13859" name="Google Shape;13859;p231"/>
          <p:cNvSpPr txBox="1"/>
          <p:nvPr>
            <p:ph idx="1" type="body"/>
          </p:nvPr>
        </p:nvSpPr>
        <p:spPr>
          <a:xfrm>
            <a:off x="641150" y="612125"/>
            <a:ext cx="1770300" cy="160500"/>
          </a:xfrm>
          <a:prstGeom prst="rect">
            <a:avLst/>
          </a:prstGeom>
          <a:noFill/>
          <a:ln>
            <a:noFill/>
          </a:ln>
        </p:spPr>
        <p:txBody>
          <a:bodyPr anchorCtr="0" anchor="t" bIns="0" lIns="0" spcFirstLastPara="1" rIns="0" wrap="square" tIns="0">
            <a:noAutofit/>
          </a:bodyPr>
          <a:lstStyle>
            <a:lvl1pPr indent="-292100" lvl="0" marL="457200" algn="ctr">
              <a:spcBef>
                <a:spcPts val="0"/>
              </a:spcBef>
              <a:spcAft>
                <a:spcPts val="0"/>
              </a:spcAft>
              <a:buClr>
                <a:srgbClr val="FFFFFF"/>
              </a:buClr>
              <a:buSzPts val="1000"/>
              <a:buChar char="●"/>
              <a:defRPr sz="1000">
                <a:solidFill>
                  <a:srgbClr val="FFFFFF"/>
                </a:solidFill>
              </a:defRPr>
            </a:lvl1pPr>
            <a:lvl2pPr indent="-292100" lvl="1" marL="914400" algn="ctr">
              <a:spcBef>
                <a:spcPts val="0"/>
              </a:spcBef>
              <a:spcAft>
                <a:spcPts val="0"/>
              </a:spcAft>
              <a:buClr>
                <a:srgbClr val="FFFFFF"/>
              </a:buClr>
              <a:buSzPts val="1000"/>
              <a:buChar char="○"/>
              <a:defRPr sz="1000">
                <a:solidFill>
                  <a:srgbClr val="FFFFFF"/>
                </a:solidFill>
              </a:defRPr>
            </a:lvl2pPr>
            <a:lvl3pPr indent="-292100" lvl="2" marL="1371600" algn="ctr">
              <a:spcBef>
                <a:spcPts val="0"/>
              </a:spcBef>
              <a:spcAft>
                <a:spcPts val="0"/>
              </a:spcAft>
              <a:buClr>
                <a:srgbClr val="FFFFFF"/>
              </a:buClr>
              <a:buSzPts val="1000"/>
              <a:buChar char="■"/>
              <a:defRPr sz="1000">
                <a:solidFill>
                  <a:srgbClr val="FFFFFF"/>
                </a:solidFill>
              </a:defRPr>
            </a:lvl3pPr>
            <a:lvl4pPr indent="-292100" lvl="3" marL="1828800" algn="ctr">
              <a:spcBef>
                <a:spcPts val="0"/>
              </a:spcBef>
              <a:spcAft>
                <a:spcPts val="0"/>
              </a:spcAft>
              <a:buClr>
                <a:srgbClr val="FFFFFF"/>
              </a:buClr>
              <a:buSzPts val="1000"/>
              <a:buChar char="●"/>
              <a:defRPr sz="1000">
                <a:solidFill>
                  <a:srgbClr val="FFFFFF"/>
                </a:solidFill>
              </a:defRPr>
            </a:lvl4pPr>
            <a:lvl5pPr indent="-292100" lvl="4" marL="2286000" algn="ctr">
              <a:spcBef>
                <a:spcPts val="0"/>
              </a:spcBef>
              <a:spcAft>
                <a:spcPts val="0"/>
              </a:spcAft>
              <a:buClr>
                <a:srgbClr val="FFFFFF"/>
              </a:buClr>
              <a:buSzPts val="1000"/>
              <a:buChar char="○"/>
              <a:defRPr sz="1000">
                <a:solidFill>
                  <a:srgbClr val="FFFFFF"/>
                </a:solidFill>
              </a:defRPr>
            </a:lvl5pPr>
            <a:lvl6pPr indent="-292100" lvl="5" marL="2743200" algn="ctr">
              <a:spcBef>
                <a:spcPts val="0"/>
              </a:spcBef>
              <a:spcAft>
                <a:spcPts val="0"/>
              </a:spcAft>
              <a:buClr>
                <a:srgbClr val="FFFFFF"/>
              </a:buClr>
              <a:buSzPts val="1000"/>
              <a:buChar char="■"/>
              <a:defRPr sz="1000">
                <a:solidFill>
                  <a:srgbClr val="FFFFFF"/>
                </a:solidFill>
              </a:defRPr>
            </a:lvl6pPr>
            <a:lvl7pPr indent="-292100" lvl="6" marL="3200400" algn="ctr">
              <a:spcBef>
                <a:spcPts val="0"/>
              </a:spcBef>
              <a:spcAft>
                <a:spcPts val="0"/>
              </a:spcAft>
              <a:buClr>
                <a:srgbClr val="FFFFFF"/>
              </a:buClr>
              <a:buSzPts val="1000"/>
              <a:buChar char="●"/>
              <a:defRPr sz="1000">
                <a:solidFill>
                  <a:srgbClr val="FFFFFF"/>
                </a:solidFill>
              </a:defRPr>
            </a:lvl7pPr>
            <a:lvl8pPr indent="-292100" lvl="7" marL="3657600" algn="ctr">
              <a:spcBef>
                <a:spcPts val="0"/>
              </a:spcBef>
              <a:spcAft>
                <a:spcPts val="0"/>
              </a:spcAft>
              <a:buClr>
                <a:srgbClr val="FFFFFF"/>
              </a:buClr>
              <a:buSzPts val="1000"/>
              <a:buChar char="○"/>
              <a:defRPr sz="1000">
                <a:solidFill>
                  <a:srgbClr val="FFFFFF"/>
                </a:solidFill>
              </a:defRPr>
            </a:lvl8pPr>
            <a:lvl9pPr indent="-292100" lvl="8" marL="4114800" algn="ctr">
              <a:spcBef>
                <a:spcPts val="0"/>
              </a:spcBef>
              <a:spcAft>
                <a:spcPts val="0"/>
              </a:spcAft>
              <a:buClr>
                <a:srgbClr val="FFFFFF"/>
              </a:buClr>
              <a:buSzPts val="1000"/>
              <a:buChar char="■"/>
              <a:defRPr sz="1000">
                <a:solidFill>
                  <a:srgbClr val="FFFFFF"/>
                </a:solidFill>
              </a:defRPr>
            </a:lvl9pPr>
          </a:lstStyle>
          <a:p/>
        </p:txBody>
      </p:sp>
      <p:sp>
        <p:nvSpPr>
          <p:cNvPr id="13860" name="Google Shape;13860;p231"/>
          <p:cNvSpPr txBox="1"/>
          <p:nvPr/>
        </p:nvSpPr>
        <p:spPr>
          <a:xfrm>
            <a:off x="84825" y="598125"/>
            <a:ext cx="595500" cy="205800"/>
          </a:xfrm>
          <a:prstGeom prst="rect">
            <a:avLst/>
          </a:prstGeom>
          <a:noFill/>
          <a:ln>
            <a:noFill/>
          </a:ln>
        </p:spPr>
        <p:txBody>
          <a:bodyPr anchorCtr="0" anchor="t" bIns="18000" lIns="18000" spcFirstLastPara="1" rIns="18000" wrap="square" tIns="18000">
            <a:spAutoFit/>
          </a:bodyPr>
          <a:lstStyle/>
          <a:p>
            <a:pPr indent="0" lvl="0" marL="0" rtl="0" algn="l">
              <a:spcBef>
                <a:spcPts val="0"/>
              </a:spcBef>
              <a:spcAft>
                <a:spcPts val="0"/>
              </a:spcAft>
              <a:buNone/>
            </a:pPr>
            <a:r>
              <a:rPr lang="es-419" sz="1100">
                <a:solidFill>
                  <a:srgbClr val="FFFFFF"/>
                </a:solidFill>
              </a:rPr>
              <a:t>Nombre:</a:t>
            </a:r>
            <a:endParaRPr sz="1100">
              <a:solidFill>
                <a:srgbClr val="FFFFFF"/>
              </a:solidFill>
            </a:endParaRPr>
          </a:p>
        </p:txBody>
      </p:sp>
    </p:spTree>
  </p:cSld>
  <p:clrMapOvr>
    <a:masterClrMapping/>
  </p:clrMapOvr>
</p:sldLayout>
</file>

<file path=ppt/slideLayouts/slideLayout22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3. Diagrama de Dominio">
  <p:cSld name="TITLE_3_6_1_1_1_1_1_1_1_1_1_1_1_1_1">
    <p:spTree>
      <p:nvGrpSpPr>
        <p:cNvPr id="13861" name="Shape 13861"/>
        <p:cNvGrpSpPr/>
        <p:nvPr/>
      </p:nvGrpSpPr>
      <p:grpSpPr>
        <a:xfrm>
          <a:off x="0" y="0"/>
          <a:ext cx="0" cy="0"/>
          <a:chOff x="0" y="0"/>
          <a:chExt cx="0" cy="0"/>
        </a:xfrm>
      </p:grpSpPr>
      <p:sp>
        <p:nvSpPr>
          <p:cNvPr id="13862" name="Google Shape;13862;p232"/>
          <p:cNvSpPr/>
          <p:nvPr/>
        </p:nvSpPr>
        <p:spPr>
          <a:xfrm>
            <a:off x="97888" y="377012"/>
            <a:ext cx="9893400" cy="296700"/>
          </a:xfrm>
          <a:prstGeom prst="roundRect">
            <a:avLst>
              <a:gd fmla="val 22902" name="adj"/>
            </a:avLst>
          </a:prstGeom>
          <a:solidFill>
            <a:srgbClr val="F3F3F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13863" name="Google Shape;13863;p232"/>
          <p:cNvSpPr/>
          <p:nvPr/>
        </p:nvSpPr>
        <p:spPr>
          <a:xfrm>
            <a:off x="77688" y="358938"/>
            <a:ext cx="9935700" cy="6438000"/>
          </a:xfrm>
          <a:prstGeom prst="roundRect">
            <a:avLst>
              <a:gd fmla="val 2618" name="adj"/>
            </a:avLst>
          </a:prstGeom>
          <a:solidFill>
            <a:srgbClr val="FFFFFF"/>
          </a:solidFill>
          <a:ln cap="flat" cmpd="sng" w="38100">
            <a:solidFill>
              <a:srgbClr val="000000"/>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3864" name="Google Shape;13864;p232"/>
          <p:cNvCxnSpPr/>
          <p:nvPr/>
        </p:nvCxnSpPr>
        <p:spPr>
          <a:xfrm>
            <a:off x="77688" y="772614"/>
            <a:ext cx="9935700" cy="0"/>
          </a:xfrm>
          <a:prstGeom prst="straightConnector1">
            <a:avLst/>
          </a:prstGeom>
          <a:noFill/>
          <a:ln cap="flat" cmpd="sng" w="19050">
            <a:solidFill>
              <a:srgbClr val="000000"/>
            </a:solidFill>
            <a:prstDash val="solid"/>
            <a:round/>
            <a:headEnd len="med" w="med" type="none"/>
            <a:tailEnd len="med" w="med" type="none"/>
          </a:ln>
        </p:spPr>
      </p:cxnSp>
      <p:cxnSp>
        <p:nvCxnSpPr>
          <p:cNvPr id="13865" name="Google Shape;13865;p232"/>
          <p:cNvCxnSpPr/>
          <p:nvPr/>
        </p:nvCxnSpPr>
        <p:spPr>
          <a:xfrm rot="10800000">
            <a:off x="2439038" y="368188"/>
            <a:ext cx="0" cy="402300"/>
          </a:xfrm>
          <a:prstGeom prst="straightConnector1">
            <a:avLst/>
          </a:prstGeom>
          <a:noFill/>
          <a:ln cap="flat" cmpd="sng" w="19050">
            <a:solidFill>
              <a:srgbClr val="000000"/>
            </a:solidFill>
            <a:prstDash val="solid"/>
            <a:round/>
            <a:headEnd len="med" w="med" type="none"/>
            <a:tailEnd len="med" w="med" type="none"/>
          </a:ln>
        </p:spPr>
      </p:cxnSp>
      <p:sp>
        <p:nvSpPr>
          <p:cNvPr id="13866" name="Google Shape;13866;p232"/>
          <p:cNvSpPr/>
          <p:nvPr/>
        </p:nvSpPr>
        <p:spPr>
          <a:xfrm>
            <a:off x="77688" y="349338"/>
            <a:ext cx="2361300" cy="421200"/>
          </a:xfrm>
          <a:prstGeom prst="roundRect">
            <a:avLst>
              <a:gd fmla="val 50000" name="adj"/>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s-419" sz="1200">
                <a:solidFill>
                  <a:srgbClr val="FFFFFF"/>
                </a:solidFill>
              </a:rPr>
              <a:t>Diagrama de Dominio</a:t>
            </a:r>
            <a:endParaRPr b="1" sz="1200">
              <a:solidFill>
                <a:srgbClr val="FFFFFF"/>
              </a:solidFill>
            </a:endParaRPr>
          </a:p>
          <a:p>
            <a:pPr indent="0" lvl="0" marL="0" rtl="0" algn="ctr">
              <a:spcBef>
                <a:spcPts val="0"/>
              </a:spcBef>
              <a:spcAft>
                <a:spcPts val="0"/>
              </a:spcAft>
              <a:buNone/>
            </a:pPr>
            <a:r>
              <a:t/>
            </a:r>
            <a:endParaRPr b="1" sz="1200">
              <a:solidFill>
                <a:srgbClr val="FFFFFF"/>
              </a:solidFill>
            </a:endParaRPr>
          </a:p>
        </p:txBody>
      </p:sp>
      <p:sp>
        <p:nvSpPr>
          <p:cNvPr id="13867" name="Google Shape;13867;p232"/>
          <p:cNvSpPr/>
          <p:nvPr/>
        </p:nvSpPr>
        <p:spPr>
          <a:xfrm>
            <a:off x="83988" y="595504"/>
            <a:ext cx="190200" cy="1692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8" name="Google Shape;13868;p232"/>
          <p:cNvSpPr/>
          <p:nvPr/>
        </p:nvSpPr>
        <p:spPr>
          <a:xfrm>
            <a:off x="2292338" y="358938"/>
            <a:ext cx="146700" cy="4023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9" name="Google Shape;13869;p232"/>
          <p:cNvSpPr/>
          <p:nvPr/>
        </p:nvSpPr>
        <p:spPr>
          <a:xfrm>
            <a:off x="-1396550" y="760700"/>
            <a:ext cx="748200" cy="6079200"/>
          </a:xfrm>
          <a:prstGeom prst="roundRect">
            <a:avLst>
              <a:gd fmla="val 11877" name="adj"/>
            </a:avLst>
          </a:prstGeom>
          <a:solidFill>
            <a:srgbClr val="F3F3F3"/>
          </a:solidFill>
          <a:ln cap="flat" cmpd="sng" w="9525">
            <a:solidFill>
              <a:srgbClr val="F3F3F3"/>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t" bIns="54000" lIns="72000" spcFirstLastPara="1" rIns="72000" wrap="square" tIns="54000">
            <a:noAutofit/>
          </a:bodyPr>
          <a:lstStyle/>
          <a:p>
            <a:pPr indent="0" lvl="0" marL="0" rtl="0" algn="ctr">
              <a:spcBef>
                <a:spcPts val="0"/>
              </a:spcBef>
              <a:spcAft>
                <a:spcPts val="0"/>
              </a:spcAft>
              <a:buNone/>
            </a:pPr>
            <a:r>
              <a:rPr i="1" lang="es-419"/>
              <a:t>Paleta</a:t>
            </a:r>
            <a:endParaRPr i="1"/>
          </a:p>
        </p:txBody>
      </p:sp>
      <p:sp>
        <p:nvSpPr>
          <p:cNvPr id="13870" name="Google Shape;13870;p232"/>
          <p:cNvSpPr txBox="1"/>
          <p:nvPr/>
        </p:nvSpPr>
        <p:spPr>
          <a:xfrm>
            <a:off x="2524025" y="387675"/>
            <a:ext cx="15012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Unid. Organizacional:</a:t>
            </a:r>
            <a:endParaRPr b="1" sz="1100"/>
          </a:p>
        </p:txBody>
      </p:sp>
      <p:sp>
        <p:nvSpPr>
          <p:cNvPr id="13871" name="Google Shape;13871;p232"/>
          <p:cNvSpPr txBox="1"/>
          <p:nvPr/>
        </p:nvSpPr>
        <p:spPr>
          <a:xfrm>
            <a:off x="2524020" y="579550"/>
            <a:ext cx="6846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Alcance:</a:t>
            </a:r>
            <a:endParaRPr b="1" sz="1100"/>
          </a:p>
        </p:txBody>
      </p:sp>
      <p:sp>
        <p:nvSpPr>
          <p:cNvPr id="13872" name="Google Shape;13872;p232"/>
          <p:cNvSpPr txBox="1"/>
          <p:nvPr>
            <p:ph type="title"/>
          </p:nvPr>
        </p:nvSpPr>
        <p:spPr>
          <a:xfrm flipH="1">
            <a:off x="4025374" y="387675"/>
            <a:ext cx="5863200" cy="1692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000"/>
              <a:buNone/>
              <a:defRPr sz="1000">
                <a:solidFill>
                  <a:srgbClr val="000000"/>
                </a:solidFill>
              </a:defRPr>
            </a:lvl1pPr>
            <a:lvl2pPr lvl="1">
              <a:spcBef>
                <a:spcPts val="0"/>
              </a:spcBef>
              <a:spcAft>
                <a:spcPts val="0"/>
              </a:spcAft>
              <a:buClr>
                <a:srgbClr val="000000"/>
              </a:buClr>
              <a:buSzPts val="1000"/>
              <a:buNone/>
              <a:defRPr sz="1000">
                <a:solidFill>
                  <a:srgbClr val="000000"/>
                </a:solidFill>
              </a:defRPr>
            </a:lvl2pPr>
            <a:lvl3pPr lvl="2">
              <a:spcBef>
                <a:spcPts val="0"/>
              </a:spcBef>
              <a:spcAft>
                <a:spcPts val="0"/>
              </a:spcAft>
              <a:buClr>
                <a:srgbClr val="000000"/>
              </a:buClr>
              <a:buSzPts val="1000"/>
              <a:buNone/>
              <a:defRPr sz="1000">
                <a:solidFill>
                  <a:srgbClr val="000000"/>
                </a:solidFill>
              </a:defRPr>
            </a:lvl3pPr>
            <a:lvl4pPr lvl="3">
              <a:spcBef>
                <a:spcPts val="0"/>
              </a:spcBef>
              <a:spcAft>
                <a:spcPts val="0"/>
              </a:spcAft>
              <a:buClr>
                <a:srgbClr val="000000"/>
              </a:buClr>
              <a:buSzPts val="1000"/>
              <a:buNone/>
              <a:defRPr sz="1000">
                <a:solidFill>
                  <a:srgbClr val="000000"/>
                </a:solidFill>
              </a:defRPr>
            </a:lvl4pPr>
            <a:lvl5pPr lvl="4">
              <a:spcBef>
                <a:spcPts val="0"/>
              </a:spcBef>
              <a:spcAft>
                <a:spcPts val="0"/>
              </a:spcAft>
              <a:buClr>
                <a:srgbClr val="000000"/>
              </a:buClr>
              <a:buSzPts val="1000"/>
              <a:buNone/>
              <a:defRPr sz="1000">
                <a:solidFill>
                  <a:srgbClr val="000000"/>
                </a:solidFill>
              </a:defRPr>
            </a:lvl5pPr>
            <a:lvl6pPr lvl="5">
              <a:spcBef>
                <a:spcPts val="0"/>
              </a:spcBef>
              <a:spcAft>
                <a:spcPts val="0"/>
              </a:spcAft>
              <a:buClr>
                <a:srgbClr val="000000"/>
              </a:buClr>
              <a:buSzPts val="1000"/>
              <a:buNone/>
              <a:defRPr sz="1000">
                <a:solidFill>
                  <a:srgbClr val="000000"/>
                </a:solidFill>
              </a:defRPr>
            </a:lvl6pPr>
            <a:lvl7pPr lvl="6">
              <a:spcBef>
                <a:spcPts val="0"/>
              </a:spcBef>
              <a:spcAft>
                <a:spcPts val="0"/>
              </a:spcAft>
              <a:buClr>
                <a:srgbClr val="000000"/>
              </a:buClr>
              <a:buSzPts val="1000"/>
              <a:buNone/>
              <a:defRPr sz="1000">
                <a:solidFill>
                  <a:srgbClr val="000000"/>
                </a:solidFill>
              </a:defRPr>
            </a:lvl7pPr>
            <a:lvl8pPr lvl="7">
              <a:spcBef>
                <a:spcPts val="0"/>
              </a:spcBef>
              <a:spcAft>
                <a:spcPts val="0"/>
              </a:spcAft>
              <a:buClr>
                <a:srgbClr val="000000"/>
              </a:buClr>
              <a:buSzPts val="1000"/>
              <a:buNone/>
              <a:defRPr sz="1000">
                <a:solidFill>
                  <a:srgbClr val="000000"/>
                </a:solidFill>
              </a:defRPr>
            </a:lvl8pPr>
            <a:lvl9pPr lvl="8">
              <a:spcBef>
                <a:spcPts val="0"/>
              </a:spcBef>
              <a:spcAft>
                <a:spcPts val="0"/>
              </a:spcAft>
              <a:buClr>
                <a:srgbClr val="000000"/>
              </a:buClr>
              <a:buSzPts val="1000"/>
              <a:buNone/>
              <a:defRPr sz="1000">
                <a:solidFill>
                  <a:srgbClr val="000000"/>
                </a:solidFill>
              </a:defRPr>
            </a:lvl9pPr>
          </a:lstStyle>
          <a:p/>
        </p:txBody>
      </p:sp>
      <p:sp>
        <p:nvSpPr>
          <p:cNvPr id="13873" name="Google Shape;13873;p232"/>
          <p:cNvSpPr txBox="1"/>
          <p:nvPr>
            <p:ph idx="2" type="title"/>
          </p:nvPr>
        </p:nvSpPr>
        <p:spPr>
          <a:xfrm flipH="1">
            <a:off x="3208773" y="579550"/>
            <a:ext cx="6679800" cy="1692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000"/>
              <a:buNone/>
              <a:defRPr sz="1000">
                <a:solidFill>
                  <a:srgbClr val="000000"/>
                </a:solidFill>
              </a:defRPr>
            </a:lvl1pPr>
            <a:lvl2pPr lvl="1">
              <a:spcBef>
                <a:spcPts val="0"/>
              </a:spcBef>
              <a:spcAft>
                <a:spcPts val="0"/>
              </a:spcAft>
              <a:buClr>
                <a:srgbClr val="000000"/>
              </a:buClr>
              <a:buSzPts val="1000"/>
              <a:buNone/>
              <a:defRPr sz="1000">
                <a:solidFill>
                  <a:srgbClr val="000000"/>
                </a:solidFill>
              </a:defRPr>
            </a:lvl2pPr>
            <a:lvl3pPr lvl="2">
              <a:spcBef>
                <a:spcPts val="0"/>
              </a:spcBef>
              <a:spcAft>
                <a:spcPts val="0"/>
              </a:spcAft>
              <a:buClr>
                <a:srgbClr val="000000"/>
              </a:buClr>
              <a:buSzPts val="1000"/>
              <a:buNone/>
              <a:defRPr sz="1000">
                <a:solidFill>
                  <a:srgbClr val="000000"/>
                </a:solidFill>
              </a:defRPr>
            </a:lvl3pPr>
            <a:lvl4pPr lvl="3">
              <a:spcBef>
                <a:spcPts val="0"/>
              </a:spcBef>
              <a:spcAft>
                <a:spcPts val="0"/>
              </a:spcAft>
              <a:buClr>
                <a:srgbClr val="000000"/>
              </a:buClr>
              <a:buSzPts val="1000"/>
              <a:buNone/>
              <a:defRPr sz="1000">
                <a:solidFill>
                  <a:srgbClr val="000000"/>
                </a:solidFill>
              </a:defRPr>
            </a:lvl4pPr>
            <a:lvl5pPr lvl="4">
              <a:spcBef>
                <a:spcPts val="0"/>
              </a:spcBef>
              <a:spcAft>
                <a:spcPts val="0"/>
              </a:spcAft>
              <a:buClr>
                <a:srgbClr val="000000"/>
              </a:buClr>
              <a:buSzPts val="1000"/>
              <a:buNone/>
              <a:defRPr sz="1000">
                <a:solidFill>
                  <a:srgbClr val="000000"/>
                </a:solidFill>
              </a:defRPr>
            </a:lvl5pPr>
            <a:lvl6pPr lvl="5">
              <a:spcBef>
                <a:spcPts val="0"/>
              </a:spcBef>
              <a:spcAft>
                <a:spcPts val="0"/>
              </a:spcAft>
              <a:buClr>
                <a:srgbClr val="000000"/>
              </a:buClr>
              <a:buSzPts val="1000"/>
              <a:buNone/>
              <a:defRPr sz="1000">
                <a:solidFill>
                  <a:srgbClr val="000000"/>
                </a:solidFill>
              </a:defRPr>
            </a:lvl6pPr>
            <a:lvl7pPr lvl="6">
              <a:spcBef>
                <a:spcPts val="0"/>
              </a:spcBef>
              <a:spcAft>
                <a:spcPts val="0"/>
              </a:spcAft>
              <a:buClr>
                <a:srgbClr val="000000"/>
              </a:buClr>
              <a:buSzPts val="1000"/>
              <a:buNone/>
              <a:defRPr sz="1000">
                <a:solidFill>
                  <a:srgbClr val="000000"/>
                </a:solidFill>
              </a:defRPr>
            </a:lvl7pPr>
            <a:lvl8pPr lvl="7">
              <a:spcBef>
                <a:spcPts val="0"/>
              </a:spcBef>
              <a:spcAft>
                <a:spcPts val="0"/>
              </a:spcAft>
              <a:buClr>
                <a:srgbClr val="000000"/>
              </a:buClr>
              <a:buSzPts val="1000"/>
              <a:buNone/>
              <a:defRPr sz="1000">
                <a:solidFill>
                  <a:srgbClr val="000000"/>
                </a:solidFill>
              </a:defRPr>
            </a:lvl8pPr>
            <a:lvl9pPr lvl="8">
              <a:spcBef>
                <a:spcPts val="0"/>
              </a:spcBef>
              <a:spcAft>
                <a:spcPts val="0"/>
              </a:spcAft>
              <a:buClr>
                <a:srgbClr val="000000"/>
              </a:buClr>
              <a:buSzPts val="1000"/>
              <a:buNone/>
              <a:defRPr sz="1000">
                <a:solidFill>
                  <a:srgbClr val="000000"/>
                </a:solidFill>
              </a:defRPr>
            </a:lvl9pPr>
          </a:lstStyle>
          <a:p/>
        </p:txBody>
      </p:sp>
      <p:sp>
        <p:nvSpPr>
          <p:cNvPr id="13874" name="Google Shape;13874;p232"/>
          <p:cNvSpPr txBox="1"/>
          <p:nvPr>
            <p:ph idx="1" type="body"/>
          </p:nvPr>
        </p:nvSpPr>
        <p:spPr>
          <a:xfrm>
            <a:off x="641150" y="612125"/>
            <a:ext cx="1770300" cy="160500"/>
          </a:xfrm>
          <a:prstGeom prst="rect">
            <a:avLst/>
          </a:prstGeom>
          <a:noFill/>
          <a:ln>
            <a:noFill/>
          </a:ln>
        </p:spPr>
        <p:txBody>
          <a:bodyPr anchorCtr="0" anchor="t" bIns="0" lIns="0" spcFirstLastPara="1" rIns="0" wrap="square" tIns="0">
            <a:noAutofit/>
          </a:bodyPr>
          <a:lstStyle>
            <a:lvl1pPr indent="-292100" lvl="0" marL="457200" algn="ctr">
              <a:spcBef>
                <a:spcPts val="0"/>
              </a:spcBef>
              <a:spcAft>
                <a:spcPts val="0"/>
              </a:spcAft>
              <a:buClr>
                <a:srgbClr val="FFFFFF"/>
              </a:buClr>
              <a:buSzPts val="1000"/>
              <a:buChar char="●"/>
              <a:defRPr sz="1000">
                <a:solidFill>
                  <a:srgbClr val="FFFFFF"/>
                </a:solidFill>
              </a:defRPr>
            </a:lvl1pPr>
            <a:lvl2pPr indent="-292100" lvl="1" marL="914400" algn="ctr">
              <a:spcBef>
                <a:spcPts val="0"/>
              </a:spcBef>
              <a:spcAft>
                <a:spcPts val="0"/>
              </a:spcAft>
              <a:buClr>
                <a:srgbClr val="FFFFFF"/>
              </a:buClr>
              <a:buSzPts val="1000"/>
              <a:buChar char="○"/>
              <a:defRPr sz="1000">
                <a:solidFill>
                  <a:srgbClr val="FFFFFF"/>
                </a:solidFill>
              </a:defRPr>
            </a:lvl2pPr>
            <a:lvl3pPr indent="-292100" lvl="2" marL="1371600" algn="ctr">
              <a:spcBef>
                <a:spcPts val="0"/>
              </a:spcBef>
              <a:spcAft>
                <a:spcPts val="0"/>
              </a:spcAft>
              <a:buClr>
                <a:srgbClr val="FFFFFF"/>
              </a:buClr>
              <a:buSzPts val="1000"/>
              <a:buChar char="■"/>
              <a:defRPr sz="1000">
                <a:solidFill>
                  <a:srgbClr val="FFFFFF"/>
                </a:solidFill>
              </a:defRPr>
            </a:lvl3pPr>
            <a:lvl4pPr indent="-292100" lvl="3" marL="1828800" algn="ctr">
              <a:spcBef>
                <a:spcPts val="0"/>
              </a:spcBef>
              <a:spcAft>
                <a:spcPts val="0"/>
              </a:spcAft>
              <a:buClr>
                <a:srgbClr val="FFFFFF"/>
              </a:buClr>
              <a:buSzPts val="1000"/>
              <a:buChar char="●"/>
              <a:defRPr sz="1000">
                <a:solidFill>
                  <a:srgbClr val="FFFFFF"/>
                </a:solidFill>
              </a:defRPr>
            </a:lvl4pPr>
            <a:lvl5pPr indent="-292100" lvl="4" marL="2286000" algn="ctr">
              <a:spcBef>
                <a:spcPts val="0"/>
              </a:spcBef>
              <a:spcAft>
                <a:spcPts val="0"/>
              </a:spcAft>
              <a:buClr>
                <a:srgbClr val="FFFFFF"/>
              </a:buClr>
              <a:buSzPts val="1000"/>
              <a:buChar char="○"/>
              <a:defRPr sz="1000">
                <a:solidFill>
                  <a:srgbClr val="FFFFFF"/>
                </a:solidFill>
              </a:defRPr>
            </a:lvl5pPr>
            <a:lvl6pPr indent="-292100" lvl="5" marL="2743200" algn="ctr">
              <a:spcBef>
                <a:spcPts val="0"/>
              </a:spcBef>
              <a:spcAft>
                <a:spcPts val="0"/>
              </a:spcAft>
              <a:buClr>
                <a:srgbClr val="FFFFFF"/>
              </a:buClr>
              <a:buSzPts val="1000"/>
              <a:buChar char="■"/>
              <a:defRPr sz="1000">
                <a:solidFill>
                  <a:srgbClr val="FFFFFF"/>
                </a:solidFill>
              </a:defRPr>
            </a:lvl6pPr>
            <a:lvl7pPr indent="-292100" lvl="6" marL="3200400" algn="ctr">
              <a:spcBef>
                <a:spcPts val="0"/>
              </a:spcBef>
              <a:spcAft>
                <a:spcPts val="0"/>
              </a:spcAft>
              <a:buClr>
                <a:srgbClr val="FFFFFF"/>
              </a:buClr>
              <a:buSzPts val="1000"/>
              <a:buChar char="●"/>
              <a:defRPr sz="1000">
                <a:solidFill>
                  <a:srgbClr val="FFFFFF"/>
                </a:solidFill>
              </a:defRPr>
            </a:lvl7pPr>
            <a:lvl8pPr indent="-292100" lvl="7" marL="3657600" algn="ctr">
              <a:spcBef>
                <a:spcPts val="0"/>
              </a:spcBef>
              <a:spcAft>
                <a:spcPts val="0"/>
              </a:spcAft>
              <a:buClr>
                <a:srgbClr val="FFFFFF"/>
              </a:buClr>
              <a:buSzPts val="1000"/>
              <a:buChar char="○"/>
              <a:defRPr sz="1000">
                <a:solidFill>
                  <a:srgbClr val="FFFFFF"/>
                </a:solidFill>
              </a:defRPr>
            </a:lvl8pPr>
            <a:lvl9pPr indent="-292100" lvl="8" marL="4114800" algn="ctr">
              <a:spcBef>
                <a:spcPts val="0"/>
              </a:spcBef>
              <a:spcAft>
                <a:spcPts val="0"/>
              </a:spcAft>
              <a:buClr>
                <a:srgbClr val="FFFFFF"/>
              </a:buClr>
              <a:buSzPts val="1000"/>
              <a:buChar char="■"/>
              <a:defRPr sz="1000">
                <a:solidFill>
                  <a:srgbClr val="FFFFFF"/>
                </a:solidFill>
              </a:defRPr>
            </a:lvl9pPr>
          </a:lstStyle>
          <a:p/>
        </p:txBody>
      </p:sp>
      <p:sp>
        <p:nvSpPr>
          <p:cNvPr id="13875" name="Google Shape;13875;p232"/>
          <p:cNvSpPr txBox="1"/>
          <p:nvPr/>
        </p:nvSpPr>
        <p:spPr>
          <a:xfrm>
            <a:off x="84825" y="598125"/>
            <a:ext cx="595500" cy="205800"/>
          </a:xfrm>
          <a:prstGeom prst="rect">
            <a:avLst/>
          </a:prstGeom>
          <a:noFill/>
          <a:ln>
            <a:noFill/>
          </a:ln>
        </p:spPr>
        <p:txBody>
          <a:bodyPr anchorCtr="0" anchor="t" bIns="18000" lIns="18000" spcFirstLastPara="1" rIns="18000" wrap="square" tIns="18000">
            <a:spAutoFit/>
          </a:bodyPr>
          <a:lstStyle/>
          <a:p>
            <a:pPr indent="0" lvl="0" marL="0" rtl="0" algn="l">
              <a:spcBef>
                <a:spcPts val="0"/>
              </a:spcBef>
              <a:spcAft>
                <a:spcPts val="0"/>
              </a:spcAft>
              <a:buNone/>
            </a:pPr>
            <a:r>
              <a:rPr lang="es-419" sz="1100">
                <a:solidFill>
                  <a:srgbClr val="FFFFFF"/>
                </a:solidFill>
              </a:rPr>
              <a:t>Nombre:</a:t>
            </a:r>
            <a:endParaRPr sz="1100">
              <a:solidFill>
                <a:srgbClr val="FFFFFF"/>
              </a:solidFill>
            </a:endParaRPr>
          </a:p>
        </p:txBody>
      </p:sp>
    </p:spTree>
  </p:cSld>
  <p:clrMapOvr>
    <a:masterClrMapping/>
  </p:clrMapOvr>
</p:sldLayout>
</file>

<file path=ppt/slideLayouts/slideLayout22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4.3 Diagrama de Casos de Uso de Negocio">
  <p:cSld name="TITLE_3_6_1_1_1_1_1_1_1_1_1_1_1_1_1_1">
    <p:spTree>
      <p:nvGrpSpPr>
        <p:cNvPr id="13876" name="Shape 13876"/>
        <p:cNvGrpSpPr/>
        <p:nvPr/>
      </p:nvGrpSpPr>
      <p:grpSpPr>
        <a:xfrm>
          <a:off x="0" y="0"/>
          <a:ext cx="0" cy="0"/>
          <a:chOff x="0" y="0"/>
          <a:chExt cx="0" cy="0"/>
        </a:xfrm>
      </p:grpSpPr>
      <p:sp>
        <p:nvSpPr>
          <p:cNvPr id="13877" name="Google Shape;13877;p233"/>
          <p:cNvSpPr/>
          <p:nvPr/>
        </p:nvSpPr>
        <p:spPr>
          <a:xfrm>
            <a:off x="97888" y="377012"/>
            <a:ext cx="9893400" cy="296700"/>
          </a:xfrm>
          <a:prstGeom prst="roundRect">
            <a:avLst>
              <a:gd fmla="val 22902" name="adj"/>
            </a:avLst>
          </a:prstGeom>
          <a:solidFill>
            <a:srgbClr val="F3F3F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13878" name="Google Shape;13878;p233"/>
          <p:cNvSpPr/>
          <p:nvPr/>
        </p:nvSpPr>
        <p:spPr>
          <a:xfrm>
            <a:off x="77688" y="358938"/>
            <a:ext cx="9935700" cy="6438000"/>
          </a:xfrm>
          <a:prstGeom prst="roundRect">
            <a:avLst>
              <a:gd fmla="val 2618" name="adj"/>
            </a:avLst>
          </a:prstGeom>
          <a:solidFill>
            <a:srgbClr val="FFFFFF"/>
          </a:solidFill>
          <a:ln cap="flat" cmpd="sng" w="38100">
            <a:solidFill>
              <a:srgbClr val="000000"/>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3879" name="Google Shape;13879;p233"/>
          <p:cNvCxnSpPr/>
          <p:nvPr/>
        </p:nvCxnSpPr>
        <p:spPr>
          <a:xfrm>
            <a:off x="77688" y="772614"/>
            <a:ext cx="9935700" cy="0"/>
          </a:xfrm>
          <a:prstGeom prst="straightConnector1">
            <a:avLst/>
          </a:prstGeom>
          <a:noFill/>
          <a:ln cap="flat" cmpd="sng" w="19050">
            <a:solidFill>
              <a:srgbClr val="000000"/>
            </a:solidFill>
            <a:prstDash val="solid"/>
            <a:round/>
            <a:headEnd len="med" w="med" type="none"/>
            <a:tailEnd len="med" w="med" type="none"/>
          </a:ln>
        </p:spPr>
      </p:cxnSp>
      <p:cxnSp>
        <p:nvCxnSpPr>
          <p:cNvPr id="13880" name="Google Shape;13880;p233"/>
          <p:cNvCxnSpPr/>
          <p:nvPr/>
        </p:nvCxnSpPr>
        <p:spPr>
          <a:xfrm rot="10800000">
            <a:off x="2439038" y="368188"/>
            <a:ext cx="0" cy="402300"/>
          </a:xfrm>
          <a:prstGeom prst="straightConnector1">
            <a:avLst/>
          </a:prstGeom>
          <a:noFill/>
          <a:ln cap="flat" cmpd="sng" w="19050">
            <a:solidFill>
              <a:srgbClr val="000000"/>
            </a:solidFill>
            <a:prstDash val="solid"/>
            <a:round/>
            <a:headEnd len="med" w="med" type="none"/>
            <a:tailEnd len="med" w="med" type="none"/>
          </a:ln>
        </p:spPr>
      </p:cxnSp>
      <p:sp>
        <p:nvSpPr>
          <p:cNvPr id="13881" name="Google Shape;13881;p233"/>
          <p:cNvSpPr/>
          <p:nvPr/>
        </p:nvSpPr>
        <p:spPr>
          <a:xfrm>
            <a:off x="77688" y="349338"/>
            <a:ext cx="2361300" cy="421200"/>
          </a:xfrm>
          <a:prstGeom prst="roundRect">
            <a:avLst>
              <a:gd fmla="val 50000" name="adj"/>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s-419" sz="1200">
                <a:solidFill>
                  <a:srgbClr val="FFFFFF"/>
                </a:solidFill>
              </a:rPr>
              <a:t>Casos de Uso de Negocio</a:t>
            </a:r>
            <a:endParaRPr b="1" sz="1200">
              <a:solidFill>
                <a:srgbClr val="FFFFFF"/>
              </a:solidFill>
            </a:endParaRPr>
          </a:p>
          <a:p>
            <a:pPr indent="0" lvl="0" marL="0" rtl="0" algn="ctr">
              <a:spcBef>
                <a:spcPts val="0"/>
              </a:spcBef>
              <a:spcAft>
                <a:spcPts val="0"/>
              </a:spcAft>
              <a:buNone/>
            </a:pPr>
            <a:r>
              <a:t/>
            </a:r>
            <a:endParaRPr b="1" sz="1200">
              <a:solidFill>
                <a:srgbClr val="FFFFFF"/>
              </a:solidFill>
            </a:endParaRPr>
          </a:p>
        </p:txBody>
      </p:sp>
      <p:sp>
        <p:nvSpPr>
          <p:cNvPr id="13882" name="Google Shape;13882;p233"/>
          <p:cNvSpPr/>
          <p:nvPr/>
        </p:nvSpPr>
        <p:spPr>
          <a:xfrm>
            <a:off x="83988" y="595504"/>
            <a:ext cx="190200" cy="1692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3" name="Google Shape;13883;p233"/>
          <p:cNvSpPr/>
          <p:nvPr/>
        </p:nvSpPr>
        <p:spPr>
          <a:xfrm>
            <a:off x="2292338" y="358938"/>
            <a:ext cx="146700" cy="4023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4" name="Google Shape;13884;p233"/>
          <p:cNvSpPr txBox="1"/>
          <p:nvPr/>
        </p:nvSpPr>
        <p:spPr>
          <a:xfrm>
            <a:off x="2524025" y="387675"/>
            <a:ext cx="15012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Unid. Organizacional:</a:t>
            </a:r>
            <a:endParaRPr b="1" sz="1100"/>
          </a:p>
        </p:txBody>
      </p:sp>
      <p:sp>
        <p:nvSpPr>
          <p:cNvPr id="13885" name="Google Shape;13885;p233"/>
          <p:cNvSpPr txBox="1"/>
          <p:nvPr/>
        </p:nvSpPr>
        <p:spPr>
          <a:xfrm>
            <a:off x="2524020" y="579550"/>
            <a:ext cx="6846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Alcance:</a:t>
            </a:r>
            <a:endParaRPr b="1" sz="1100"/>
          </a:p>
        </p:txBody>
      </p:sp>
      <p:sp>
        <p:nvSpPr>
          <p:cNvPr id="13886" name="Google Shape;13886;p233"/>
          <p:cNvSpPr txBox="1"/>
          <p:nvPr>
            <p:ph type="title"/>
          </p:nvPr>
        </p:nvSpPr>
        <p:spPr>
          <a:xfrm flipH="1">
            <a:off x="4025374" y="387675"/>
            <a:ext cx="5863200" cy="1692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000"/>
              <a:buNone/>
              <a:defRPr sz="1000">
                <a:solidFill>
                  <a:srgbClr val="000000"/>
                </a:solidFill>
              </a:defRPr>
            </a:lvl1pPr>
            <a:lvl2pPr lvl="1">
              <a:spcBef>
                <a:spcPts val="0"/>
              </a:spcBef>
              <a:spcAft>
                <a:spcPts val="0"/>
              </a:spcAft>
              <a:buClr>
                <a:srgbClr val="000000"/>
              </a:buClr>
              <a:buSzPts val="1000"/>
              <a:buNone/>
              <a:defRPr sz="1000">
                <a:solidFill>
                  <a:srgbClr val="000000"/>
                </a:solidFill>
              </a:defRPr>
            </a:lvl2pPr>
            <a:lvl3pPr lvl="2">
              <a:spcBef>
                <a:spcPts val="0"/>
              </a:spcBef>
              <a:spcAft>
                <a:spcPts val="0"/>
              </a:spcAft>
              <a:buClr>
                <a:srgbClr val="000000"/>
              </a:buClr>
              <a:buSzPts val="1000"/>
              <a:buNone/>
              <a:defRPr sz="1000">
                <a:solidFill>
                  <a:srgbClr val="000000"/>
                </a:solidFill>
              </a:defRPr>
            </a:lvl3pPr>
            <a:lvl4pPr lvl="3">
              <a:spcBef>
                <a:spcPts val="0"/>
              </a:spcBef>
              <a:spcAft>
                <a:spcPts val="0"/>
              </a:spcAft>
              <a:buClr>
                <a:srgbClr val="000000"/>
              </a:buClr>
              <a:buSzPts val="1000"/>
              <a:buNone/>
              <a:defRPr sz="1000">
                <a:solidFill>
                  <a:srgbClr val="000000"/>
                </a:solidFill>
              </a:defRPr>
            </a:lvl4pPr>
            <a:lvl5pPr lvl="4">
              <a:spcBef>
                <a:spcPts val="0"/>
              </a:spcBef>
              <a:spcAft>
                <a:spcPts val="0"/>
              </a:spcAft>
              <a:buClr>
                <a:srgbClr val="000000"/>
              </a:buClr>
              <a:buSzPts val="1000"/>
              <a:buNone/>
              <a:defRPr sz="1000">
                <a:solidFill>
                  <a:srgbClr val="000000"/>
                </a:solidFill>
              </a:defRPr>
            </a:lvl5pPr>
            <a:lvl6pPr lvl="5">
              <a:spcBef>
                <a:spcPts val="0"/>
              </a:spcBef>
              <a:spcAft>
                <a:spcPts val="0"/>
              </a:spcAft>
              <a:buClr>
                <a:srgbClr val="000000"/>
              </a:buClr>
              <a:buSzPts val="1000"/>
              <a:buNone/>
              <a:defRPr sz="1000">
                <a:solidFill>
                  <a:srgbClr val="000000"/>
                </a:solidFill>
              </a:defRPr>
            </a:lvl6pPr>
            <a:lvl7pPr lvl="6">
              <a:spcBef>
                <a:spcPts val="0"/>
              </a:spcBef>
              <a:spcAft>
                <a:spcPts val="0"/>
              </a:spcAft>
              <a:buClr>
                <a:srgbClr val="000000"/>
              </a:buClr>
              <a:buSzPts val="1000"/>
              <a:buNone/>
              <a:defRPr sz="1000">
                <a:solidFill>
                  <a:srgbClr val="000000"/>
                </a:solidFill>
              </a:defRPr>
            </a:lvl7pPr>
            <a:lvl8pPr lvl="7">
              <a:spcBef>
                <a:spcPts val="0"/>
              </a:spcBef>
              <a:spcAft>
                <a:spcPts val="0"/>
              </a:spcAft>
              <a:buClr>
                <a:srgbClr val="000000"/>
              </a:buClr>
              <a:buSzPts val="1000"/>
              <a:buNone/>
              <a:defRPr sz="1000">
                <a:solidFill>
                  <a:srgbClr val="000000"/>
                </a:solidFill>
              </a:defRPr>
            </a:lvl8pPr>
            <a:lvl9pPr lvl="8">
              <a:spcBef>
                <a:spcPts val="0"/>
              </a:spcBef>
              <a:spcAft>
                <a:spcPts val="0"/>
              </a:spcAft>
              <a:buClr>
                <a:srgbClr val="000000"/>
              </a:buClr>
              <a:buSzPts val="1000"/>
              <a:buNone/>
              <a:defRPr sz="1000">
                <a:solidFill>
                  <a:srgbClr val="000000"/>
                </a:solidFill>
              </a:defRPr>
            </a:lvl9pPr>
          </a:lstStyle>
          <a:p/>
        </p:txBody>
      </p:sp>
      <p:sp>
        <p:nvSpPr>
          <p:cNvPr id="13887" name="Google Shape;13887;p233"/>
          <p:cNvSpPr txBox="1"/>
          <p:nvPr>
            <p:ph idx="2" type="title"/>
          </p:nvPr>
        </p:nvSpPr>
        <p:spPr>
          <a:xfrm flipH="1">
            <a:off x="3208773" y="579550"/>
            <a:ext cx="6679800" cy="1692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000"/>
              <a:buNone/>
              <a:defRPr sz="1000">
                <a:solidFill>
                  <a:srgbClr val="000000"/>
                </a:solidFill>
              </a:defRPr>
            </a:lvl1pPr>
            <a:lvl2pPr lvl="1">
              <a:spcBef>
                <a:spcPts val="0"/>
              </a:spcBef>
              <a:spcAft>
                <a:spcPts val="0"/>
              </a:spcAft>
              <a:buClr>
                <a:srgbClr val="000000"/>
              </a:buClr>
              <a:buSzPts val="1000"/>
              <a:buNone/>
              <a:defRPr sz="1000">
                <a:solidFill>
                  <a:srgbClr val="000000"/>
                </a:solidFill>
              </a:defRPr>
            </a:lvl2pPr>
            <a:lvl3pPr lvl="2">
              <a:spcBef>
                <a:spcPts val="0"/>
              </a:spcBef>
              <a:spcAft>
                <a:spcPts val="0"/>
              </a:spcAft>
              <a:buClr>
                <a:srgbClr val="000000"/>
              </a:buClr>
              <a:buSzPts val="1000"/>
              <a:buNone/>
              <a:defRPr sz="1000">
                <a:solidFill>
                  <a:srgbClr val="000000"/>
                </a:solidFill>
              </a:defRPr>
            </a:lvl3pPr>
            <a:lvl4pPr lvl="3">
              <a:spcBef>
                <a:spcPts val="0"/>
              </a:spcBef>
              <a:spcAft>
                <a:spcPts val="0"/>
              </a:spcAft>
              <a:buClr>
                <a:srgbClr val="000000"/>
              </a:buClr>
              <a:buSzPts val="1000"/>
              <a:buNone/>
              <a:defRPr sz="1000">
                <a:solidFill>
                  <a:srgbClr val="000000"/>
                </a:solidFill>
              </a:defRPr>
            </a:lvl4pPr>
            <a:lvl5pPr lvl="4">
              <a:spcBef>
                <a:spcPts val="0"/>
              </a:spcBef>
              <a:spcAft>
                <a:spcPts val="0"/>
              </a:spcAft>
              <a:buClr>
                <a:srgbClr val="000000"/>
              </a:buClr>
              <a:buSzPts val="1000"/>
              <a:buNone/>
              <a:defRPr sz="1000">
                <a:solidFill>
                  <a:srgbClr val="000000"/>
                </a:solidFill>
              </a:defRPr>
            </a:lvl5pPr>
            <a:lvl6pPr lvl="5">
              <a:spcBef>
                <a:spcPts val="0"/>
              </a:spcBef>
              <a:spcAft>
                <a:spcPts val="0"/>
              </a:spcAft>
              <a:buClr>
                <a:srgbClr val="000000"/>
              </a:buClr>
              <a:buSzPts val="1000"/>
              <a:buNone/>
              <a:defRPr sz="1000">
                <a:solidFill>
                  <a:srgbClr val="000000"/>
                </a:solidFill>
              </a:defRPr>
            </a:lvl6pPr>
            <a:lvl7pPr lvl="6">
              <a:spcBef>
                <a:spcPts val="0"/>
              </a:spcBef>
              <a:spcAft>
                <a:spcPts val="0"/>
              </a:spcAft>
              <a:buClr>
                <a:srgbClr val="000000"/>
              </a:buClr>
              <a:buSzPts val="1000"/>
              <a:buNone/>
              <a:defRPr sz="1000">
                <a:solidFill>
                  <a:srgbClr val="000000"/>
                </a:solidFill>
              </a:defRPr>
            </a:lvl7pPr>
            <a:lvl8pPr lvl="7">
              <a:spcBef>
                <a:spcPts val="0"/>
              </a:spcBef>
              <a:spcAft>
                <a:spcPts val="0"/>
              </a:spcAft>
              <a:buClr>
                <a:srgbClr val="000000"/>
              </a:buClr>
              <a:buSzPts val="1000"/>
              <a:buNone/>
              <a:defRPr sz="1000">
                <a:solidFill>
                  <a:srgbClr val="000000"/>
                </a:solidFill>
              </a:defRPr>
            </a:lvl8pPr>
            <a:lvl9pPr lvl="8">
              <a:spcBef>
                <a:spcPts val="0"/>
              </a:spcBef>
              <a:spcAft>
                <a:spcPts val="0"/>
              </a:spcAft>
              <a:buClr>
                <a:srgbClr val="000000"/>
              </a:buClr>
              <a:buSzPts val="1000"/>
              <a:buNone/>
              <a:defRPr sz="1000">
                <a:solidFill>
                  <a:srgbClr val="000000"/>
                </a:solidFill>
              </a:defRPr>
            </a:lvl9pPr>
          </a:lstStyle>
          <a:p/>
        </p:txBody>
      </p:sp>
      <p:sp>
        <p:nvSpPr>
          <p:cNvPr id="13888" name="Google Shape;13888;p233"/>
          <p:cNvSpPr txBox="1"/>
          <p:nvPr>
            <p:ph idx="1" type="body"/>
          </p:nvPr>
        </p:nvSpPr>
        <p:spPr>
          <a:xfrm>
            <a:off x="641150" y="612125"/>
            <a:ext cx="1770300" cy="160500"/>
          </a:xfrm>
          <a:prstGeom prst="rect">
            <a:avLst/>
          </a:prstGeom>
          <a:noFill/>
          <a:ln>
            <a:noFill/>
          </a:ln>
        </p:spPr>
        <p:txBody>
          <a:bodyPr anchorCtr="0" anchor="t" bIns="0" lIns="0" spcFirstLastPara="1" rIns="0" wrap="square" tIns="0">
            <a:noAutofit/>
          </a:bodyPr>
          <a:lstStyle>
            <a:lvl1pPr indent="-292100" lvl="0" marL="457200" algn="ctr">
              <a:spcBef>
                <a:spcPts val="0"/>
              </a:spcBef>
              <a:spcAft>
                <a:spcPts val="0"/>
              </a:spcAft>
              <a:buClr>
                <a:srgbClr val="FFFFFF"/>
              </a:buClr>
              <a:buSzPts val="1000"/>
              <a:buChar char="●"/>
              <a:defRPr sz="1000">
                <a:solidFill>
                  <a:srgbClr val="FFFFFF"/>
                </a:solidFill>
              </a:defRPr>
            </a:lvl1pPr>
            <a:lvl2pPr indent="-292100" lvl="1" marL="914400" algn="ctr">
              <a:spcBef>
                <a:spcPts val="0"/>
              </a:spcBef>
              <a:spcAft>
                <a:spcPts val="0"/>
              </a:spcAft>
              <a:buClr>
                <a:srgbClr val="FFFFFF"/>
              </a:buClr>
              <a:buSzPts val="1000"/>
              <a:buChar char="○"/>
              <a:defRPr sz="1000">
                <a:solidFill>
                  <a:srgbClr val="FFFFFF"/>
                </a:solidFill>
              </a:defRPr>
            </a:lvl2pPr>
            <a:lvl3pPr indent="-292100" lvl="2" marL="1371600" algn="ctr">
              <a:spcBef>
                <a:spcPts val="0"/>
              </a:spcBef>
              <a:spcAft>
                <a:spcPts val="0"/>
              </a:spcAft>
              <a:buClr>
                <a:srgbClr val="FFFFFF"/>
              </a:buClr>
              <a:buSzPts val="1000"/>
              <a:buChar char="■"/>
              <a:defRPr sz="1000">
                <a:solidFill>
                  <a:srgbClr val="FFFFFF"/>
                </a:solidFill>
              </a:defRPr>
            </a:lvl3pPr>
            <a:lvl4pPr indent="-292100" lvl="3" marL="1828800" algn="ctr">
              <a:spcBef>
                <a:spcPts val="0"/>
              </a:spcBef>
              <a:spcAft>
                <a:spcPts val="0"/>
              </a:spcAft>
              <a:buClr>
                <a:srgbClr val="FFFFFF"/>
              </a:buClr>
              <a:buSzPts val="1000"/>
              <a:buChar char="●"/>
              <a:defRPr sz="1000">
                <a:solidFill>
                  <a:srgbClr val="FFFFFF"/>
                </a:solidFill>
              </a:defRPr>
            </a:lvl4pPr>
            <a:lvl5pPr indent="-292100" lvl="4" marL="2286000" algn="ctr">
              <a:spcBef>
                <a:spcPts val="0"/>
              </a:spcBef>
              <a:spcAft>
                <a:spcPts val="0"/>
              </a:spcAft>
              <a:buClr>
                <a:srgbClr val="FFFFFF"/>
              </a:buClr>
              <a:buSzPts val="1000"/>
              <a:buChar char="○"/>
              <a:defRPr sz="1000">
                <a:solidFill>
                  <a:srgbClr val="FFFFFF"/>
                </a:solidFill>
              </a:defRPr>
            </a:lvl5pPr>
            <a:lvl6pPr indent="-292100" lvl="5" marL="2743200" algn="ctr">
              <a:spcBef>
                <a:spcPts val="0"/>
              </a:spcBef>
              <a:spcAft>
                <a:spcPts val="0"/>
              </a:spcAft>
              <a:buClr>
                <a:srgbClr val="FFFFFF"/>
              </a:buClr>
              <a:buSzPts val="1000"/>
              <a:buChar char="■"/>
              <a:defRPr sz="1000">
                <a:solidFill>
                  <a:srgbClr val="FFFFFF"/>
                </a:solidFill>
              </a:defRPr>
            </a:lvl6pPr>
            <a:lvl7pPr indent="-292100" lvl="6" marL="3200400" algn="ctr">
              <a:spcBef>
                <a:spcPts val="0"/>
              </a:spcBef>
              <a:spcAft>
                <a:spcPts val="0"/>
              </a:spcAft>
              <a:buClr>
                <a:srgbClr val="FFFFFF"/>
              </a:buClr>
              <a:buSzPts val="1000"/>
              <a:buChar char="●"/>
              <a:defRPr sz="1000">
                <a:solidFill>
                  <a:srgbClr val="FFFFFF"/>
                </a:solidFill>
              </a:defRPr>
            </a:lvl7pPr>
            <a:lvl8pPr indent="-292100" lvl="7" marL="3657600" algn="ctr">
              <a:spcBef>
                <a:spcPts val="0"/>
              </a:spcBef>
              <a:spcAft>
                <a:spcPts val="0"/>
              </a:spcAft>
              <a:buClr>
                <a:srgbClr val="FFFFFF"/>
              </a:buClr>
              <a:buSzPts val="1000"/>
              <a:buChar char="○"/>
              <a:defRPr sz="1000">
                <a:solidFill>
                  <a:srgbClr val="FFFFFF"/>
                </a:solidFill>
              </a:defRPr>
            </a:lvl8pPr>
            <a:lvl9pPr indent="-292100" lvl="8" marL="4114800" algn="ctr">
              <a:spcBef>
                <a:spcPts val="0"/>
              </a:spcBef>
              <a:spcAft>
                <a:spcPts val="0"/>
              </a:spcAft>
              <a:buClr>
                <a:srgbClr val="FFFFFF"/>
              </a:buClr>
              <a:buSzPts val="1000"/>
              <a:buChar char="■"/>
              <a:defRPr sz="1000">
                <a:solidFill>
                  <a:srgbClr val="FFFFFF"/>
                </a:solidFill>
              </a:defRPr>
            </a:lvl9pPr>
          </a:lstStyle>
          <a:p/>
        </p:txBody>
      </p:sp>
      <p:sp>
        <p:nvSpPr>
          <p:cNvPr id="13889" name="Google Shape;13889;p233"/>
          <p:cNvSpPr txBox="1"/>
          <p:nvPr/>
        </p:nvSpPr>
        <p:spPr>
          <a:xfrm>
            <a:off x="84825" y="598125"/>
            <a:ext cx="595500" cy="205800"/>
          </a:xfrm>
          <a:prstGeom prst="rect">
            <a:avLst/>
          </a:prstGeom>
          <a:noFill/>
          <a:ln>
            <a:noFill/>
          </a:ln>
        </p:spPr>
        <p:txBody>
          <a:bodyPr anchorCtr="0" anchor="t" bIns="18000" lIns="18000" spcFirstLastPara="1" rIns="18000" wrap="square" tIns="18000">
            <a:spAutoFit/>
          </a:bodyPr>
          <a:lstStyle/>
          <a:p>
            <a:pPr indent="0" lvl="0" marL="0" rtl="0" algn="l">
              <a:spcBef>
                <a:spcPts val="0"/>
              </a:spcBef>
              <a:spcAft>
                <a:spcPts val="0"/>
              </a:spcAft>
              <a:buNone/>
            </a:pPr>
            <a:r>
              <a:rPr lang="es-419" sz="1100">
                <a:solidFill>
                  <a:srgbClr val="FFFFFF"/>
                </a:solidFill>
              </a:rPr>
              <a:t>Nombre:</a:t>
            </a:r>
            <a:endParaRPr sz="1100">
              <a:solidFill>
                <a:srgbClr val="FFFFFF"/>
              </a:solidFill>
            </a:endParaRPr>
          </a:p>
        </p:txBody>
      </p:sp>
      <p:sp>
        <p:nvSpPr>
          <p:cNvPr id="13890" name="Google Shape;13890;p233"/>
          <p:cNvSpPr/>
          <p:nvPr/>
        </p:nvSpPr>
        <p:spPr>
          <a:xfrm>
            <a:off x="-1396550" y="760700"/>
            <a:ext cx="748200" cy="6079200"/>
          </a:xfrm>
          <a:prstGeom prst="roundRect">
            <a:avLst>
              <a:gd fmla="val 11877" name="adj"/>
            </a:avLst>
          </a:prstGeom>
          <a:solidFill>
            <a:srgbClr val="F3F3F3"/>
          </a:solidFill>
          <a:ln cap="flat" cmpd="sng" w="9525">
            <a:solidFill>
              <a:srgbClr val="F3F3F3"/>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t" bIns="54000" lIns="72000" spcFirstLastPara="1" rIns="72000" wrap="square" tIns="54000">
            <a:noAutofit/>
          </a:bodyPr>
          <a:lstStyle/>
          <a:p>
            <a:pPr indent="0" lvl="0" marL="0" rtl="0" algn="ctr">
              <a:spcBef>
                <a:spcPts val="0"/>
              </a:spcBef>
              <a:spcAft>
                <a:spcPts val="0"/>
              </a:spcAft>
              <a:buNone/>
            </a:pPr>
            <a:r>
              <a:rPr i="1" lang="es-419"/>
              <a:t>Paleta</a:t>
            </a:r>
            <a:endParaRPr i="1"/>
          </a:p>
        </p:txBody>
      </p:sp>
    </p:spTree>
  </p:cSld>
  <p:clrMapOvr>
    <a:masterClrMapping/>
  </p:clrMapOvr>
</p:sldLayout>
</file>

<file path=ppt/slideLayouts/slideLayout22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4.2 Definición de Proceso de Negocio">
  <p:cSld name="TITLE_3_6_1_1_1_1_1_1_1_1_1_1_1_1_1_1_1">
    <p:spTree>
      <p:nvGrpSpPr>
        <p:cNvPr id="13891" name="Shape 13891"/>
        <p:cNvGrpSpPr/>
        <p:nvPr/>
      </p:nvGrpSpPr>
      <p:grpSpPr>
        <a:xfrm>
          <a:off x="0" y="0"/>
          <a:ext cx="0" cy="0"/>
          <a:chOff x="0" y="0"/>
          <a:chExt cx="0" cy="0"/>
        </a:xfrm>
      </p:grpSpPr>
      <p:sp>
        <p:nvSpPr>
          <p:cNvPr id="13892" name="Google Shape;13892;p234"/>
          <p:cNvSpPr/>
          <p:nvPr/>
        </p:nvSpPr>
        <p:spPr>
          <a:xfrm>
            <a:off x="77688" y="358938"/>
            <a:ext cx="9935700" cy="6438000"/>
          </a:xfrm>
          <a:prstGeom prst="roundRect">
            <a:avLst>
              <a:gd fmla="val 2618" name="adj"/>
            </a:avLst>
          </a:prstGeom>
          <a:solidFill>
            <a:srgbClr val="FFFFFF"/>
          </a:solidFill>
          <a:ln cap="flat" cmpd="sng" w="38100">
            <a:solidFill>
              <a:srgbClr val="000000"/>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3893" name="Google Shape;13893;p234"/>
          <p:cNvCxnSpPr/>
          <p:nvPr/>
        </p:nvCxnSpPr>
        <p:spPr>
          <a:xfrm>
            <a:off x="77688" y="772614"/>
            <a:ext cx="9935700" cy="0"/>
          </a:xfrm>
          <a:prstGeom prst="straightConnector1">
            <a:avLst/>
          </a:prstGeom>
          <a:noFill/>
          <a:ln cap="flat" cmpd="sng" w="19050">
            <a:solidFill>
              <a:srgbClr val="000000"/>
            </a:solidFill>
            <a:prstDash val="solid"/>
            <a:round/>
            <a:headEnd len="med" w="med" type="none"/>
            <a:tailEnd len="med" w="med" type="none"/>
          </a:ln>
        </p:spPr>
      </p:cxnSp>
      <p:cxnSp>
        <p:nvCxnSpPr>
          <p:cNvPr id="13894" name="Google Shape;13894;p234"/>
          <p:cNvCxnSpPr/>
          <p:nvPr/>
        </p:nvCxnSpPr>
        <p:spPr>
          <a:xfrm rot="10800000">
            <a:off x="2439038" y="368188"/>
            <a:ext cx="0" cy="402300"/>
          </a:xfrm>
          <a:prstGeom prst="straightConnector1">
            <a:avLst/>
          </a:prstGeom>
          <a:noFill/>
          <a:ln cap="flat" cmpd="sng" w="19050">
            <a:solidFill>
              <a:srgbClr val="000000"/>
            </a:solidFill>
            <a:prstDash val="solid"/>
            <a:round/>
            <a:headEnd len="med" w="med" type="none"/>
            <a:tailEnd len="med" w="med" type="none"/>
          </a:ln>
        </p:spPr>
      </p:cxnSp>
      <p:sp>
        <p:nvSpPr>
          <p:cNvPr id="13895" name="Google Shape;13895;p234"/>
          <p:cNvSpPr txBox="1"/>
          <p:nvPr>
            <p:ph type="title"/>
          </p:nvPr>
        </p:nvSpPr>
        <p:spPr>
          <a:xfrm flipH="1">
            <a:off x="3219174" y="437575"/>
            <a:ext cx="1731300" cy="2658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200"/>
              <a:buNone/>
              <a:defRPr sz="1200">
                <a:solidFill>
                  <a:srgbClr val="000000"/>
                </a:solidFill>
              </a:defRPr>
            </a:lvl1pPr>
            <a:lvl2pPr lvl="1">
              <a:spcBef>
                <a:spcPts val="0"/>
              </a:spcBef>
              <a:spcAft>
                <a:spcPts val="0"/>
              </a:spcAft>
              <a:buClr>
                <a:srgbClr val="000000"/>
              </a:buClr>
              <a:buSzPts val="1100"/>
              <a:buNone/>
              <a:defRPr sz="1100">
                <a:solidFill>
                  <a:srgbClr val="000000"/>
                </a:solidFill>
              </a:defRPr>
            </a:lvl2pPr>
            <a:lvl3pPr lvl="2">
              <a:spcBef>
                <a:spcPts val="0"/>
              </a:spcBef>
              <a:spcAft>
                <a:spcPts val="0"/>
              </a:spcAft>
              <a:buClr>
                <a:srgbClr val="000000"/>
              </a:buClr>
              <a:buSzPts val="1100"/>
              <a:buNone/>
              <a:defRPr sz="1100">
                <a:solidFill>
                  <a:srgbClr val="000000"/>
                </a:solidFill>
              </a:defRPr>
            </a:lvl3pPr>
            <a:lvl4pPr lvl="3">
              <a:spcBef>
                <a:spcPts val="0"/>
              </a:spcBef>
              <a:spcAft>
                <a:spcPts val="0"/>
              </a:spcAft>
              <a:buClr>
                <a:srgbClr val="000000"/>
              </a:buClr>
              <a:buSzPts val="1100"/>
              <a:buNone/>
              <a:defRPr sz="1100">
                <a:solidFill>
                  <a:srgbClr val="000000"/>
                </a:solidFill>
              </a:defRPr>
            </a:lvl4pPr>
            <a:lvl5pPr lvl="4">
              <a:spcBef>
                <a:spcPts val="0"/>
              </a:spcBef>
              <a:spcAft>
                <a:spcPts val="0"/>
              </a:spcAft>
              <a:buClr>
                <a:srgbClr val="000000"/>
              </a:buClr>
              <a:buSzPts val="1100"/>
              <a:buNone/>
              <a:defRPr sz="1100">
                <a:solidFill>
                  <a:srgbClr val="000000"/>
                </a:solidFill>
              </a:defRPr>
            </a:lvl5pPr>
            <a:lvl6pPr lvl="5">
              <a:spcBef>
                <a:spcPts val="0"/>
              </a:spcBef>
              <a:spcAft>
                <a:spcPts val="0"/>
              </a:spcAft>
              <a:buClr>
                <a:srgbClr val="000000"/>
              </a:buClr>
              <a:buSzPts val="1100"/>
              <a:buNone/>
              <a:defRPr sz="1100">
                <a:solidFill>
                  <a:srgbClr val="000000"/>
                </a:solidFill>
              </a:defRPr>
            </a:lvl6pPr>
            <a:lvl7pPr lvl="6">
              <a:spcBef>
                <a:spcPts val="0"/>
              </a:spcBef>
              <a:spcAft>
                <a:spcPts val="0"/>
              </a:spcAft>
              <a:buClr>
                <a:srgbClr val="000000"/>
              </a:buClr>
              <a:buSzPts val="1100"/>
              <a:buNone/>
              <a:defRPr sz="1100">
                <a:solidFill>
                  <a:srgbClr val="000000"/>
                </a:solidFill>
              </a:defRPr>
            </a:lvl7pPr>
            <a:lvl8pPr lvl="7">
              <a:spcBef>
                <a:spcPts val="0"/>
              </a:spcBef>
              <a:spcAft>
                <a:spcPts val="0"/>
              </a:spcAft>
              <a:buClr>
                <a:srgbClr val="000000"/>
              </a:buClr>
              <a:buSzPts val="1100"/>
              <a:buNone/>
              <a:defRPr sz="1100">
                <a:solidFill>
                  <a:srgbClr val="000000"/>
                </a:solidFill>
              </a:defRPr>
            </a:lvl8pPr>
            <a:lvl9pPr lvl="8">
              <a:spcBef>
                <a:spcPts val="0"/>
              </a:spcBef>
              <a:spcAft>
                <a:spcPts val="0"/>
              </a:spcAft>
              <a:buClr>
                <a:srgbClr val="000000"/>
              </a:buClr>
              <a:buSzPts val="1100"/>
              <a:buNone/>
              <a:defRPr sz="1100">
                <a:solidFill>
                  <a:srgbClr val="000000"/>
                </a:solidFill>
              </a:defRPr>
            </a:lvl9pPr>
          </a:lstStyle>
          <a:p/>
        </p:txBody>
      </p:sp>
      <p:sp>
        <p:nvSpPr>
          <p:cNvPr id="13896" name="Google Shape;13896;p234"/>
          <p:cNvSpPr txBox="1"/>
          <p:nvPr/>
        </p:nvSpPr>
        <p:spPr>
          <a:xfrm>
            <a:off x="2513487" y="437267"/>
            <a:ext cx="679500" cy="2664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b="1" lang="es-419" sz="1100"/>
              <a:t>Empresa:</a:t>
            </a:r>
            <a:endParaRPr b="1" sz="1100"/>
          </a:p>
        </p:txBody>
      </p:sp>
      <p:cxnSp>
        <p:nvCxnSpPr>
          <p:cNvPr id="13897" name="Google Shape;13897;p234"/>
          <p:cNvCxnSpPr/>
          <p:nvPr/>
        </p:nvCxnSpPr>
        <p:spPr>
          <a:xfrm rot="10800000">
            <a:off x="5070754" y="368188"/>
            <a:ext cx="0" cy="402300"/>
          </a:xfrm>
          <a:prstGeom prst="straightConnector1">
            <a:avLst/>
          </a:prstGeom>
          <a:noFill/>
          <a:ln cap="flat" cmpd="sng" w="19050">
            <a:solidFill>
              <a:srgbClr val="000000"/>
            </a:solidFill>
            <a:prstDash val="solid"/>
            <a:round/>
            <a:headEnd len="med" w="med" type="none"/>
            <a:tailEnd len="med" w="med" type="none"/>
          </a:ln>
        </p:spPr>
      </p:cxnSp>
      <p:sp>
        <p:nvSpPr>
          <p:cNvPr id="13898" name="Google Shape;13898;p234"/>
          <p:cNvSpPr txBox="1"/>
          <p:nvPr/>
        </p:nvSpPr>
        <p:spPr>
          <a:xfrm>
            <a:off x="5191013" y="387663"/>
            <a:ext cx="13026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Finalidad empresa:</a:t>
            </a:r>
            <a:endParaRPr b="1" sz="1100"/>
          </a:p>
        </p:txBody>
      </p:sp>
      <p:sp>
        <p:nvSpPr>
          <p:cNvPr id="13899" name="Google Shape;13899;p234"/>
          <p:cNvSpPr txBox="1"/>
          <p:nvPr/>
        </p:nvSpPr>
        <p:spPr>
          <a:xfrm>
            <a:off x="5191013" y="579538"/>
            <a:ext cx="11637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Finalidad cliente:</a:t>
            </a:r>
            <a:endParaRPr b="1" sz="1100"/>
          </a:p>
        </p:txBody>
      </p:sp>
      <p:sp>
        <p:nvSpPr>
          <p:cNvPr id="13900" name="Google Shape;13900;p234"/>
          <p:cNvSpPr/>
          <p:nvPr/>
        </p:nvSpPr>
        <p:spPr>
          <a:xfrm>
            <a:off x="77688" y="349338"/>
            <a:ext cx="2361300" cy="421200"/>
          </a:xfrm>
          <a:prstGeom prst="roundRect">
            <a:avLst>
              <a:gd fmla="val 50000" name="adj"/>
            </a:avLst>
          </a:prstGeom>
          <a:solidFill>
            <a:srgbClr val="000000"/>
          </a:solidFill>
          <a:ln cap="flat" cmpd="sng" w="9525">
            <a:solidFill>
              <a:srgbClr val="000000"/>
            </a:solidFill>
            <a:prstDash val="solid"/>
            <a:round/>
            <a:headEnd len="sm" w="sm" type="none"/>
            <a:tailEnd len="sm" w="sm" type="none"/>
          </a:ln>
        </p:spPr>
        <p:txBody>
          <a:bodyPr anchorCtr="0" anchor="ctr" bIns="91425" lIns="0" spcFirstLastPara="1" rIns="0" wrap="square" tIns="91425">
            <a:noAutofit/>
          </a:bodyPr>
          <a:lstStyle/>
          <a:p>
            <a:pPr indent="0" lvl="0" marL="0" rtl="0" algn="ctr">
              <a:spcBef>
                <a:spcPts val="0"/>
              </a:spcBef>
              <a:spcAft>
                <a:spcPts val="0"/>
              </a:spcAft>
              <a:buNone/>
            </a:pPr>
            <a:r>
              <a:rPr b="1" lang="es-419" sz="1100">
                <a:solidFill>
                  <a:srgbClr val="FFFFFF"/>
                </a:solidFill>
              </a:rPr>
              <a:t>Definición Proceso de Negocio</a:t>
            </a:r>
            <a:endParaRPr b="1" sz="1100">
              <a:solidFill>
                <a:srgbClr val="FFFFFF"/>
              </a:solidFill>
            </a:endParaRPr>
          </a:p>
          <a:p>
            <a:pPr indent="0" lvl="0" marL="0" rtl="0" algn="ctr">
              <a:spcBef>
                <a:spcPts val="0"/>
              </a:spcBef>
              <a:spcAft>
                <a:spcPts val="0"/>
              </a:spcAft>
              <a:buNone/>
            </a:pPr>
            <a:r>
              <a:t/>
            </a:r>
            <a:endParaRPr b="1" sz="1200">
              <a:solidFill>
                <a:srgbClr val="FFFFFF"/>
              </a:solidFill>
            </a:endParaRPr>
          </a:p>
        </p:txBody>
      </p:sp>
      <p:sp>
        <p:nvSpPr>
          <p:cNvPr id="13901" name="Google Shape;13901;p234"/>
          <p:cNvSpPr/>
          <p:nvPr/>
        </p:nvSpPr>
        <p:spPr>
          <a:xfrm>
            <a:off x="83988" y="595504"/>
            <a:ext cx="190200" cy="1692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2" name="Google Shape;13902;p234"/>
          <p:cNvSpPr/>
          <p:nvPr/>
        </p:nvSpPr>
        <p:spPr>
          <a:xfrm>
            <a:off x="2350598" y="358950"/>
            <a:ext cx="88500" cy="4023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3" name="Google Shape;13903;p234"/>
          <p:cNvSpPr txBox="1"/>
          <p:nvPr>
            <p:ph idx="2" type="title"/>
          </p:nvPr>
        </p:nvSpPr>
        <p:spPr>
          <a:xfrm flipH="1">
            <a:off x="6546263" y="387663"/>
            <a:ext cx="3350100" cy="1692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000"/>
              <a:buNone/>
              <a:defRPr sz="1000">
                <a:solidFill>
                  <a:srgbClr val="000000"/>
                </a:solidFill>
              </a:defRPr>
            </a:lvl1pPr>
            <a:lvl2pPr lvl="1">
              <a:spcBef>
                <a:spcPts val="0"/>
              </a:spcBef>
              <a:spcAft>
                <a:spcPts val="0"/>
              </a:spcAft>
              <a:buClr>
                <a:srgbClr val="000000"/>
              </a:buClr>
              <a:buSzPts val="1000"/>
              <a:buNone/>
              <a:defRPr sz="1000">
                <a:solidFill>
                  <a:srgbClr val="000000"/>
                </a:solidFill>
              </a:defRPr>
            </a:lvl2pPr>
            <a:lvl3pPr lvl="2">
              <a:spcBef>
                <a:spcPts val="0"/>
              </a:spcBef>
              <a:spcAft>
                <a:spcPts val="0"/>
              </a:spcAft>
              <a:buClr>
                <a:srgbClr val="000000"/>
              </a:buClr>
              <a:buSzPts val="1000"/>
              <a:buNone/>
              <a:defRPr sz="1000">
                <a:solidFill>
                  <a:srgbClr val="000000"/>
                </a:solidFill>
              </a:defRPr>
            </a:lvl3pPr>
            <a:lvl4pPr lvl="3">
              <a:spcBef>
                <a:spcPts val="0"/>
              </a:spcBef>
              <a:spcAft>
                <a:spcPts val="0"/>
              </a:spcAft>
              <a:buClr>
                <a:srgbClr val="000000"/>
              </a:buClr>
              <a:buSzPts val="1000"/>
              <a:buNone/>
              <a:defRPr sz="1000">
                <a:solidFill>
                  <a:srgbClr val="000000"/>
                </a:solidFill>
              </a:defRPr>
            </a:lvl4pPr>
            <a:lvl5pPr lvl="4">
              <a:spcBef>
                <a:spcPts val="0"/>
              </a:spcBef>
              <a:spcAft>
                <a:spcPts val="0"/>
              </a:spcAft>
              <a:buClr>
                <a:srgbClr val="000000"/>
              </a:buClr>
              <a:buSzPts val="1000"/>
              <a:buNone/>
              <a:defRPr sz="1000">
                <a:solidFill>
                  <a:srgbClr val="000000"/>
                </a:solidFill>
              </a:defRPr>
            </a:lvl5pPr>
            <a:lvl6pPr lvl="5">
              <a:spcBef>
                <a:spcPts val="0"/>
              </a:spcBef>
              <a:spcAft>
                <a:spcPts val="0"/>
              </a:spcAft>
              <a:buClr>
                <a:srgbClr val="000000"/>
              </a:buClr>
              <a:buSzPts val="1000"/>
              <a:buNone/>
              <a:defRPr sz="1000">
                <a:solidFill>
                  <a:srgbClr val="000000"/>
                </a:solidFill>
              </a:defRPr>
            </a:lvl6pPr>
            <a:lvl7pPr lvl="6">
              <a:spcBef>
                <a:spcPts val="0"/>
              </a:spcBef>
              <a:spcAft>
                <a:spcPts val="0"/>
              </a:spcAft>
              <a:buClr>
                <a:srgbClr val="000000"/>
              </a:buClr>
              <a:buSzPts val="1000"/>
              <a:buNone/>
              <a:defRPr sz="1000">
                <a:solidFill>
                  <a:srgbClr val="000000"/>
                </a:solidFill>
              </a:defRPr>
            </a:lvl7pPr>
            <a:lvl8pPr lvl="7">
              <a:spcBef>
                <a:spcPts val="0"/>
              </a:spcBef>
              <a:spcAft>
                <a:spcPts val="0"/>
              </a:spcAft>
              <a:buClr>
                <a:srgbClr val="000000"/>
              </a:buClr>
              <a:buSzPts val="1000"/>
              <a:buNone/>
              <a:defRPr sz="1000">
                <a:solidFill>
                  <a:srgbClr val="000000"/>
                </a:solidFill>
              </a:defRPr>
            </a:lvl8pPr>
            <a:lvl9pPr lvl="8">
              <a:spcBef>
                <a:spcPts val="0"/>
              </a:spcBef>
              <a:spcAft>
                <a:spcPts val="0"/>
              </a:spcAft>
              <a:buClr>
                <a:srgbClr val="000000"/>
              </a:buClr>
              <a:buSzPts val="1000"/>
              <a:buNone/>
              <a:defRPr sz="1000">
                <a:solidFill>
                  <a:srgbClr val="000000"/>
                </a:solidFill>
              </a:defRPr>
            </a:lvl9pPr>
          </a:lstStyle>
          <a:p/>
        </p:txBody>
      </p:sp>
      <p:sp>
        <p:nvSpPr>
          <p:cNvPr id="13904" name="Google Shape;13904;p234"/>
          <p:cNvSpPr txBox="1"/>
          <p:nvPr>
            <p:ph idx="3" type="title"/>
          </p:nvPr>
        </p:nvSpPr>
        <p:spPr>
          <a:xfrm flipH="1">
            <a:off x="6546263" y="579538"/>
            <a:ext cx="3350100" cy="1692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000"/>
              <a:buNone/>
              <a:defRPr sz="1000">
                <a:solidFill>
                  <a:srgbClr val="000000"/>
                </a:solidFill>
              </a:defRPr>
            </a:lvl1pPr>
            <a:lvl2pPr lvl="1">
              <a:spcBef>
                <a:spcPts val="0"/>
              </a:spcBef>
              <a:spcAft>
                <a:spcPts val="0"/>
              </a:spcAft>
              <a:buClr>
                <a:srgbClr val="000000"/>
              </a:buClr>
              <a:buSzPts val="1000"/>
              <a:buNone/>
              <a:defRPr sz="1000">
                <a:solidFill>
                  <a:srgbClr val="000000"/>
                </a:solidFill>
              </a:defRPr>
            </a:lvl2pPr>
            <a:lvl3pPr lvl="2">
              <a:spcBef>
                <a:spcPts val="0"/>
              </a:spcBef>
              <a:spcAft>
                <a:spcPts val="0"/>
              </a:spcAft>
              <a:buClr>
                <a:srgbClr val="000000"/>
              </a:buClr>
              <a:buSzPts val="1000"/>
              <a:buNone/>
              <a:defRPr sz="1000">
                <a:solidFill>
                  <a:srgbClr val="000000"/>
                </a:solidFill>
              </a:defRPr>
            </a:lvl3pPr>
            <a:lvl4pPr lvl="3">
              <a:spcBef>
                <a:spcPts val="0"/>
              </a:spcBef>
              <a:spcAft>
                <a:spcPts val="0"/>
              </a:spcAft>
              <a:buClr>
                <a:srgbClr val="000000"/>
              </a:buClr>
              <a:buSzPts val="1000"/>
              <a:buNone/>
              <a:defRPr sz="1000">
                <a:solidFill>
                  <a:srgbClr val="000000"/>
                </a:solidFill>
              </a:defRPr>
            </a:lvl4pPr>
            <a:lvl5pPr lvl="4">
              <a:spcBef>
                <a:spcPts val="0"/>
              </a:spcBef>
              <a:spcAft>
                <a:spcPts val="0"/>
              </a:spcAft>
              <a:buClr>
                <a:srgbClr val="000000"/>
              </a:buClr>
              <a:buSzPts val="1000"/>
              <a:buNone/>
              <a:defRPr sz="1000">
                <a:solidFill>
                  <a:srgbClr val="000000"/>
                </a:solidFill>
              </a:defRPr>
            </a:lvl5pPr>
            <a:lvl6pPr lvl="5">
              <a:spcBef>
                <a:spcPts val="0"/>
              </a:spcBef>
              <a:spcAft>
                <a:spcPts val="0"/>
              </a:spcAft>
              <a:buClr>
                <a:srgbClr val="000000"/>
              </a:buClr>
              <a:buSzPts val="1000"/>
              <a:buNone/>
              <a:defRPr sz="1000">
                <a:solidFill>
                  <a:srgbClr val="000000"/>
                </a:solidFill>
              </a:defRPr>
            </a:lvl6pPr>
            <a:lvl7pPr lvl="6">
              <a:spcBef>
                <a:spcPts val="0"/>
              </a:spcBef>
              <a:spcAft>
                <a:spcPts val="0"/>
              </a:spcAft>
              <a:buClr>
                <a:srgbClr val="000000"/>
              </a:buClr>
              <a:buSzPts val="1000"/>
              <a:buNone/>
              <a:defRPr sz="1000">
                <a:solidFill>
                  <a:srgbClr val="000000"/>
                </a:solidFill>
              </a:defRPr>
            </a:lvl7pPr>
            <a:lvl8pPr lvl="7">
              <a:spcBef>
                <a:spcPts val="0"/>
              </a:spcBef>
              <a:spcAft>
                <a:spcPts val="0"/>
              </a:spcAft>
              <a:buClr>
                <a:srgbClr val="000000"/>
              </a:buClr>
              <a:buSzPts val="1000"/>
              <a:buNone/>
              <a:defRPr sz="1000">
                <a:solidFill>
                  <a:srgbClr val="000000"/>
                </a:solidFill>
              </a:defRPr>
            </a:lvl8pPr>
            <a:lvl9pPr lvl="8">
              <a:spcBef>
                <a:spcPts val="0"/>
              </a:spcBef>
              <a:spcAft>
                <a:spcPts val="0"/>
              </a:spcAft>
              <a:buClr>
                <a:srgbClr val="000000"/>
              </a:buClr>
              <a:buSzPts val="1000"/>
              <a:buNone/>
              <a:defRPr sz="1000">
                <a:solidFill>
                  <a:srgbClr val="000000"/>
                </a:solidFill>
              </a:defRPr>
            </a:lvl9pPr>
          </a:lstStyle>
          <a:p/>
        </p:txBody>
      </p:sp>
      <p:cxnSp>
        <p:nvCxnSpPr>
          <p:cNvPr id="13905" name="Google Shape;13905;p234"/>
          <p:cNvCxnSpPr/>
          <p:nvPr/>
        </p:nvCxnSpPr>
        <p:spPr>
          <a:xfrm>
            <a:off x="5104406" y="929748"/>
            <a:ext cx="0" cy="5689200"/>
          </a:xfrm>
          <a:prstGeom prst="straightConnector1">
            <a:avLst/>
          </a:prstGeom>
          <a:noFill/>
          <a:ln cap="flat" cmpd="sng" w="19050">
            <a:solidFill>
              <a:srgbClr val="D9D9D9"/>
            </a:solidFill>
            <a:prstDash val="dash"/>
            <a:round/>
            <a:headEnd len="med" w="med" type="none"/>
            <a:tailEnd len="med" w="med" type="none"/>
          </a:ln>
        </p:spPr>
      </p:cxnSp>
      <p:sp>
        <p:nvSpPr>
          <p:cNvPr id="13906" name="Google Shape;13906;p234"/>
          <p:cNvSpPr txBox="1"/>
          <p:nvPr/>
        </p:nvSpPr>
        <p:spPr>
          <a:xfrm>
            <a:off x="5208496" y="1009497"/>
            <a:ext cx="1551300" cy="232500"/>
          </a:xfrm>
          <a:prstGeom prst="rect">
            <a:avLst/>
          </a:prstGeom>
          <a:noFill/>
          <a:ln>
            <a:noFill/>
          </a:ln>
        </p:spPr>
        <p:txBody>
          <a:bodyPr anchorCtr="0" anchor="ctr" bIns="0" lIns="0" spcFirstLastPara="1" rIns="0" wrap="square" tIns="0">
            <a:noAutofit/>
          </a:bodyPr>
          <a:lstStyle/>
          <a:p>
            <a:pPr indent="0" lvl="0" marL="0" rtl="0" algn="r">
              <a:spcBef>
                <a:spcPts val="0"/>
              </a:spcBef>
              <a:spcAft>
                <a:spcPts val="0"/>
              </a:spcAft>
              <a:buNone/>
            </a:pPr>
            <a:r>
              <a:rPr b="1" lang="es-419" sz="1000">
                <a:latin typeface="Arvo"/>
                <a:ea typeface="Arvo"/>
                <a:cs typeface="Arvo"/>
                <a:sym typeface="Arvo"/>
              </a:rPr>
              <a:t>Actores de negocio (cliente):  </a:t>
            </a:r>
            <a:r>
              <a:rPr i="1" lang="es-419" sz="600">
                <a:solidFill>
                  <a:srgbClr val="666666"/>
                </a:solidFill>
                <a:latin typeface="Arvo"/>
                <a:ea typeface="Arvo"/>
                <a:cs typeface="Arvo"/>
                <a:sym typeface="Arvo"/>
              </a:rPr>
              <a:t>&lt;ej: Paciente&gt;</a:t>
            </a:r>
            <a:endParaRPr i="1" sz="600">
              <a:solidFill>
                <a:srgbClr val="666666"/>
              </a:solidFill>
              <a:latin typeface="Arvo"/>
              <a:ea typeface="Arvo"/>
              <a:cs typeface="Arvo"/>
              <a:sym typeface="Arvo"/>
            </a:endParaRPr>
          </a:p>
        </p:txBody>
      </p:sp>
      <p:sp>
        <p:nvSpPr>
          <p:cNvPr id="13907" name="Google Shape;13907;p234"/>
          <p:cNvSpPr/>
          <p:nvPr/>
        </p:nvSpPr>
        <p:spPr>
          <a:xfrm>
            <a:off x="6834826" y="953997"/>
            <a:ext cx="3027000" cy="343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13908" name="Google Shape;13908;p234"/>
          <p:cNvSpPr txBox="1"/>
          <p:nvPr/>
        </p:nvSpPr>
        <p:spPr>
          <a:xfrm>
            <a:off x="5208496" y="1433361"/>
            <a:ext cx="1551300" cy="400200"/>
          </a:xfrm>
          <a:prstGeom prst="rect">
            <a:avLst/>
          </a:prstGeom>
          <a:noFill/>
          <a:ln>
            <a:noFill/>
          </a:ln>
        </p:spPr>
        <p:txBody>
          <a:bodyPr anchorCtr="0" anchor="ctr" bIns="0" lIns="0" spcFirstLastPara="1" rIns="0" wrap="square" tIns="0">
            <a:spAutoFit/>
          </a:bodyPr>
          <a:lstStyle/>
          <a:p>
            <a:pPr indent="0" lvl="0" marL="0" rtl="0" algn="r">
              <a:lnSpc>
                <a:spcPct val="100000"/>
              </a:lnSpc>
              <a:spcBef>
                <a:spcPts val="0"/>
              </a:spcBef>
              <a:spcAft>
                <a:spcPts val="0"/>
              </a:spcAft>
              <a:buNone/>
            </a:pPr>
            <a:r>
              <a:rPr b="1" lang="es-419" sz="1000">
                <a:latin typeface="Arvo"/>
                <a:ea typeface="Arvo"/>
                <a:cs typeface="Arvo"/>
                <a:sym typeface="Arvo"/>
              </a:rPr>
              <a:t>Actores de negocio (proveedores):  </a:t>
            </a:r>
            <a:r>
              <a:rPr i="1" lang="es-419" sz="600">
                <a:solidFill>
                  <a:srgbClr val="666666"/>
                </a:solidFill>
                <a:latin typeface="Arvo"/>
                <a:ea typeface="Arvo"/>
                <a:cs typeface="Arvo"/>
                <a:sym typeface="Arvo"/>
              </a:rPr>
              <a:t>&lt;ej: ups, </a:t>
            </a:r>
            <a:r>
              <a:rPr i="1" lang="es-419" sz="600">
                <a:solidFill>
                  <a:schemeClr val="dk1"/>
                </a:solidFill>
              </a:rPr>
              <a:t> </a:t>
            </a:r>
            <a:r>
              <a:rPr i="1" lang="es-419" sz="600">
                <a:solidFill>
                  <a:srgbClr val="666666"/>
                </a:solidFill>
                <a:latin typeface="Arvo"/>
                <a:ea typeface="Arvo"/>
                <a:cs typeface="Arvo"/>
                <a:sym typeface="Arvo"/>
              </a:rPr>
              <a:t>fedex, servientrega, etc&gt;</a:t>
            </a:r>
            <a:endParaRPr i="1" sz="600">
              <a:solidFill>
                <a:srgbClr val="666666"/>
              </a:solidFill>
              <a:latin typeface="Arvo"/>
              <a:ea typeface="Arvo"/>
              <a:cs typeface="Arvo"/>
              <a:sym typeface="Arvo"/>
            </a:endParaRPr>
          </a:p>
        </p:txBody>
      </p:sp>
      <p:sp>
        <p:nvSpPr>
          <p:cNvPr id="13909" name="Google Shape;13909;p234"/>
          <p:cNvSpPr/>
          <p:nvPr/>
        </p:nvSpPr>
        <p:spPr>
          <a:xfrm>
            <a:off x="6834826" y="1461711"/>
            <a:ext cx="3027000" cy="343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13910" name="Google Shape;13910;p234"/>
          <p:cNvSpPr txBox="1"/>
          <p:nvPr/>
        </p:nvSpPr>
        <p:spPr>
          <a:xfrm>
            <a:off x="5208496" y="2064799"/>
            <a:ext cx="1551300" cy="492600"/>
          </a:xfrm>
          <a:prstGeom prst="rect">
            <a:avLst/>
          </a:prstGeom>
          <a:noFill/>
          <a:ln>
            <a:noFill/>
          </a:ln>
        </p:spPr>
        <p:txBody>
          <a:bodyPr anchorCtr="0" anchor="ctr" bIns="0" lIns="0" spcFirstLastPara="1" rIns="0" wrap="square" tIns="0">
            <a:spAutoFit/>
          </a:bodyPr>
          <a:lstStyle/>
          <a:p>
            <a:pPr indent="0" lvl="0" marL="0" rtl="0" algn="r">
              <a:spcBef>
                <a:spcPts val="0"/>
              </a:spcBef>
              <a:spcAft>
                <a:spcPts val="0"/>
              </a:spcAft>
              <a:buNone/>
            </a:pPr>
            <a:r>
              <a:rPr b="1" lang="es-419" sz="1000">
                <a:latin typeface="Arvo"/>
                <a:ea typeface="Arvo"/>
                <a:cs typeface="Arvo"/>
                <a:sym typeface="Arvo"/>
              </a:rPr>
              <a:t>Identificación de conceptos de negocio: </a:t>
            </a:r>
            <a:endParaRPr b="1" sz="1000">
              <a:latin typeface="Arvo"/>
              <a:ea typeface="Arvo"/>
              <a:cs typeface="Arvo"/>
              <a:sym typeface="Arvo"/>
            </a:endParaRPr>
          </a:p>
          <a:p>
            <a:pPr indent="0" lvl="0" marL="0" rtl="0" algn="r">
              <a:spcBef>
                <a:spcPts val="0"/>
              </a:spcBef>
              <a:spcAft>
                <a:spcPts val="0"/>
              </a:spcAft>
              <a:buNone/>
            </a:pPr>
            <a:r>
              <a:rPr i="1" lang="es-419" sz="600">
                <a:solidFill>
                  <a:srgbClr val="666666"/>
                </a:solidFill>
                <a:latin typeface="Arvo"/>
                <a:ea typeface="Arvo"/>
                <a:cs typeface="Arvo"/>
                <a:sym typeface="Arvo"/>
              </a:rPr>
              <a:t>&lt;ej: comprador, amazon, compra, producto, pago, envío. etc&gt;</a:t>
            </a:r>
            <a:endParaRPr i="1" sz="600">
              <a:solidFill>
                <a:srgbClr val="666666"/>
              </a:solidFill>
              <a:latin typeface="Arvo"/>
              <a:ea typeface="Arvo"/>
              <a:cs typeface="Arvo"/>
              <a:sym typeface="Arvo"/>
            </a:endParaRPr>
          </a:p>
        </p:txBody>
      </p:sp>
      <p:sp>
        <p:nvSpPr>
          <p:cNvPr id="13911" name="Google Shape;13911;p234"/>
          <p:cNvSpPr/>
          <p:nvPr/>
        </p:nvSpPr>
        <p:spPr>
          <a:xfrm>
            <a:off x="6834826" y="1975699"/>
            <a:ext cx="3027000" cy="670800"/>
          </a:xfrm>
          <a:prstGeom prst="roundRect">
            <a:avLst>
              <a:gd fmla="val 10808"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13912" name="Google Shape;13912;p234"/>
          <p:cNvSpPr txBox="1"/>
          <p:nvPr/>
        </p:nvSpPr>
        <p:spPr>
          <a:xfrm>
            <a:off x="5219407" y="3121825"/>
            <a:ext cx="1562400" cy="232500"/>
          </a:xfrm>
          <a:prstGeom prst="rect">
            <a:avLst/>
          </a:prstGeom>
          <a:noFill/>
          <a:ln>
            <a:noFill/>
          </a:ln>
        </p:spPr>
        <p:txBody>
          <a:bodyPr anchorCtr="0" anchor="ctr" bIns="0" lIns="0" spcFirstLastPara="1" rIns="0" wrap="square" tIns="0">
            <a:noAutofit/>
          </a:bodyPr>
          <a:lstStyle/>
          <a:p>
            <a:pPr indent="0" lvl="0" marL="0" rtl="0" algn="r">
              <a:spcBef>
                <a:spcPts val="0"/>
              </a:spcBef>
              <a:spcAft>
                <a:spcPts val="0"/>
              </a:spcAft>
              <a:buNone/>
            </a:pPr>
            <a:r>
              <a:rPr b="1" lang="es-419" sz="1000">
                <a:latin typeface="Arvo"/>
                <a:ea typeface="Arvo"/>
                <a:cs typeface="Arvo"/>
                <a:sym typeface="Arvo"/>
              </a:rPr>
              <a:t>Meta cliente:</a:t>
            </a:r>
            <a:endParaRPr b="1" sz="1000">
              <a:latin typeface="Arvo"/>
              <a:ea typeface="Arvo"/>
              <a:cs typeface="Arvo"/>
              <a:sym typeface="Arvo"/>
            </a:endParaRPr>
          </a:p>
          <a:p>
            <a:pPr indent="0" lvl="0" marL="0" rtl="0" algn="r">
              <a:spcBef>
                <a:spcPts val="0"/>
              </a:spcBef>
              <a:spcAft>
                <a:spcPts val="0"/>
              </a:spcAft>
              <a:buClr>
                <a:schemeClr val="dk1"/>
              </a:buClr>
              <a:buSzPts val="1100"/>
              <a:buFont typeface="Arial"/>
              <a:buNone/>
            </a:pPr>
            <a:r>
              <a:rPr b="1" lang="es-419" sz="700">
                <a:solidFill>
                  <a:schemeClr val="dk1"/>
                </a:solidFill>
                <a:latin typeface="Arvo"/>
                <a:ea typeface="Arvo"/>
                <a:cs typeface="Arvo"/>
                <a:sym typeface="Arvo"/>
              </a:rPr>
              <a:t>[Meta = &lt;sustantivo&gt;&lt;adjetivo&gt;]</a:t>
            </a:r>
            <a:endParaRPr b="1" sz="1000">
              <a:latin typeface="Arvo"/>
              <a:ea typeface="Arvo"/>
              <a:cs typeface="Arvo"/>
              <a:sym typeface="Arvo"/>
            </a:endParaRPr>
          </a:p>
          <a:p>
            <a:pPr indent="0" lvl="0" marL="0" rtl="0" algn="r">
              <a:spcBef>
                <a:spcPts val="0"/>
              </a:spcBef>
              <a:spcAft>
                <a:spcPts val="0"/>
              </a:spcAft>
              <a:buNone/>
            </a:pPr>
            <a:r>
              <a:rPr b="1" i="1" lang="es-419" sz="600">
                <a:latin typeface="Arvo"/>
                <a:ea typeface="Arvo"/>
                <a:cs typeface="Arvo"/>
                <a:sym typeface="Arvo"/>
              </a:rPr>
              <a:t> </a:t>
            </a:r>
            <a:r>
              <a:rPr i="1" lang="es-419" sz="600">
                <a:solidFill>
                  <a:srgbClr val="666666"/>
                </a:solidFill>
                <a:latin typeface="Arvo"/>
                <a:ea typeface="Arvo"/>
                <a:cs typeface="Arvo"/>
                <a:sym typeface="Arvo"/>
              </a:rPr>
              <a:t>&lt;ej: Cita reservada, Recibir producto&gt;</a:t>
            </a:r>
            <a:endParaRPr i="1" sz="600">
              <a:solidFill>
                <a:srgbClr val="666666"/>
              </a:solidFill>
              <a:latin typeface="Arvo"/>
              <a:ea typeface="Arvo"/>
              <a:cs typeface="Arvo"/>
              <a:sym typeface="Arvo"/>
            </a:endParaRPr>
          </a:p>
        </p:txBody>
      </p:sp>
      <p:sp>
        <p:nvSpPr>
          <p:cNvPr id="13913" name="Google Shape;13913;p234"/>
          <p:cNvSpPr/>
          <p:nvPr/>
        </p:nvSpPr>
        <p:spPr>
          <a:xfrm>
            <a:off x="6845744" y="3066325"/>
            <a:ext cx="3027000" cy="343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13914" name="Google Shape;13914;p234"/>
          <p:cNvSpPr txBox="1"/>
          <p:nvPr/>
        </p:nvSpPr>
        <p:spPr>
          <a:xfrm>
            <a:off x="5242847" y="3569976"/>
            <a:ext cx="1562400" cy="400200"/>
          </a:xfrm>
          <a:prstGeom prst="rect">
            <a:avLst/>
          </a:prstGeom>
          <a:noFill/>
          <a:ln>
            <a:noFill/>
          </a:ln>
        </p:spPr>
        <p:txBody>
          <a:bodyPr anchorCtr="0" anchor="ctr" bIns="0" lIns="0" spcFirstLastPara="1" rIns="0" wrap="square" tIns="0">
            <a:spAutoFit/>
          </a:bodyPr>
          <a:lstStyle/>
          <a:p>
            <a:pPr indent="0" lvl="0" marL="0" rtl="0" algn="r">
              <a:lnSpc>
                <a:spcPct val="100000"/>
              </a:lnSpc>
              <a:spcBef>
                <a:spcPts val="0"/>
              </a:spcBef>
              <a:spcAft>
                <a:spcPts val="0"/>
              </a:spcAft>
              <a:buNone/>
            </a:pPr>
            <a:r>
              <a:rPr b="1" lang="es-419" sz="1000">
                <a:latin typeface="Arvo"/>
                <a:ea typeface="Arvo"/>
                <a:cs typeface="Arvo"/>
                <a:sym typeface="Arvo"/>
              </a:rPr>
              <a:t>Actividad que consigue la meta del cliente: </a:t>
            </a:r>
            <a:r>
              <a:rPr i="1" lang="es-419" sz="600">
                <a:solidFill>
                  <a:srgbClr val="666666"/>
                </a:solidFill>
                <a:latin typeface="Arvo"/>
                <a:ea typeface="Arvo"/>
                <a:cs typeface="Arvo"/>
                <a:sym typeface="Arvo"/>
              </a:rPr>
              <a:t>&lt;ej:  Recibir producto&gt;</a:t>
            </a:r>
            <a:endParaRPr i="1" sz="600">
              <a:solidFill>
                <a:srgbClr val="666666"/>
              </a:solidFill>
              <a:latin typeface="Arvo"/>
              <a:ea typeface="Arvo"/>
              <a:cs typeface="Arvo"/>
              <a:sym typeface="Arvo"/>
            </a:endParaRPr>
          </a:p>
        </p:txBody>
      </p:sp>
      <p:sp>
        <p:nvSpPr>
          <p:cNvPr id="13915" name="Google Shape;13915;p234"/>
          <p:cNvSpPr txBox="1"/>
          <p:nvPr/>
        </p:nvSpPr>
        <p:spPr>
          <a:xfrm>
            <a:off x="5242834" y="4133783"/>
            <a:ext cx="1562400" cy="405600"/>
          </a:xfrm>
          <a:prstGeom prst="rect">
            <a:avLst/>
          </a:prstGeom>
          <a:noFill/>
          <a:ln>
            <a:noFill/>
          </a:ln>
        </p:spPr>
        <p:txBody>
          <a:bodyPr anchorCtr="0" anchor="ctr" bIns="0" lIns="0" spcFirstLastPara="1" rIns="0" wrap="square" tIns="0">
            <a:spAutoFit/>
          </a:bodyPr>
          <a:lstStyle/>
          <a:p>
            <a:pPr indent="0" lvl="0" marL="0" rtl="0" algn="r">
              <a:lnSpc>
                <a:spcPct val="85000"/>
              </a:lnSpc>
              <a:spcBef>
                <a:spcPts val="0"/>
              </a:spcBef>
              <a:spcAft>
                <a:spcPts val="0"/>
              </a:spcAft>
              <a:buNone/>
            </a:pPr>
            <a:r>
              <a:rPr b="1" lang="es-419" sz="1000">
                <a:latin typeface="Arvo"/>
                <a:ea typeface="Arvo"/>
                <a:cs typeface="Arvo"/>
                <a:sym typeface="Arvo"/>
              </a:rPr>
              <a:t>Narrativa actividad de la meta:</a:t>
            </a:r>
            <a:r>
              <a:rPr lang="es-419" sz="700">
                <a:solidFill>
                  <a:srgbClr val="666666"/>
                </a:solidFill>
                <a:latin typeface="Arvo"/>
                <a:ea typeface="Arvo"/>
                <a:cs typeface="Arvo"/>
                <a:sym typeface="Arvo"/>
              </a:rPr>
              <a:t>  </a:t>
            </a:r>
            <a:r>
              <a:rPr i="1" lang="es-419" sz="600">
                <a:solidFill>
                  <a:srgbClr val="666666"/>
                </a:solidFill>
                <a:latin typeface="Arvo"/>
                <a:ea typeface="Arvo"/>
                <a:cs typeface="Arvo"/>
                <a:sym typeface="Arvo"/>
              </a:rPr>
              <a:t>&lt;El cliente recibe el producto&gt;</a:t>
            </a:r>
            <a:r>
              <a:rPr b="1" lang="es-419" sz="1100">
                <a:latin typeface="Arvo"/>
                <a:ea typeface="Arvo"/>
                <a:cs typeface="Arvo"/>
                <a:sym typeface="Arvo"/>
              </a:rPr>
              <a:t> </a:t>
            </a:r>
            <a:endParaRPr sz="800">
              <a:solidFill>
                <a:srgbClr val="666666"/>
              </a:solidFill>
              <a:latin typeface="Arvo"/>
              <a:ea typeface="Arvo"/>
              <a:cs typeface="Arvo"/>
              <a:sym typeface="Arvo"/>
            </a:endParaRPr>
          </a:p>
        </p:txBody>
      </p:sp>
      <p:sp>
        <p:nvSpPr>
          <p:cNvPr id="13916" name="Google Shape;13916;p234"/>
          <p:cNvSpPr txBox="1"/>
          <p:nvPr>
            <p:ph idx="1" type="subTitle"/>
          </p:nvPr>
        </p:nvSpPr>
        <p:spPr>
          <a:xfrm>
            <a:off x="6834526" y="954747"/>
            <a:ext cx="3027600" cy="342000"/>
          </a:xfrm>
          <a:prstGeom prst="rect">
            <a:avLst/>
          </a:prstGeom>
          <a:noFill/>
          <a:ln>
            <a:noFill/>
          </a:ln>
        </p:spPr>
        <p:txBody>
          <a:bodyPr anchorCtr="0" anchor="ctr" bIns="36000" lIns="36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13917" name="Google Shape;13917;p234"/>
          <p:cNvSpPr txBox="1"/>
          <p:nvPr>
            <p:ph idx="4" type="subTitle"/>
          </p:nvPr>
        </p:nvSpPr>
        <p:spPr>
          <a:xfrm>
            <a:off x="6834526" y="1462461"/>
            <a:ext cx="3027600" cy="342000"/>
          </a:xfrm>
          <a:prstGeom prst="rect">
            <a:avLst/>
          </a:prstGeom>
          <a:noFill/>
          <a:ln>
            <a:noFill/>
          </a:ln>
        </p:spPr>
        <p:txBody>
          <a:bodyPr anchorCtr="0" anchor="ctr" bIns="36000" lIns="36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13918" name="Google Shape;13918;p234"/>
          <p:cNvSpPr txBox="1"/>
          <p:nvPr>
            <p:ph idx="5" type="subTitle"/>
          </p:nvPr>
        </p:nvSpPr>
        <p:spPr>
          <a:xfrm>
            <a:off x="6834526" y="1980199"/>
            <a:ext cx="3027600" cy="661800"/>
          </a:xfrm>
          <a:prstGeom prst="rect">
            <a:avLst/>
          </a:prstGeom>
          <a:noFill/>
          <a:ln>
            <a:noFill/>
          </a:ln>
        </p:spPr>
        <p:txBody>
          <a:bodyPr anchorCtr="0" anchor="t" bIns="36000" lIns="36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13919" name="Google Shape;13919;p234"/>
          <p:cNvSpPr txBox="1"/>
          <p:nvPr>
            <p:ph idx="6" type="subTitle"/>
          </p:nvPr>
        </p:nvSpPr>
        <p:spPr>
          <a:xfrm>
            <a:off x="6845444" y="3067075"/>
            <a:ext cx="3027600" cy="342000"/>
          </a:xfrm>
          <a:prstGeom prst="rect">
            <a:avLst/>
          </a:prstGeom>
          <a:noFill/>
          <a:ln>
            <a:noFill/>
          </a:ln>
        </p:spPr>
        <p:txBody>
          <a:bodyPr anchorCtr="0" anchor="ctr" bIns="36000" lIns="36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13920" name="Google Shape;13920;p234"/>
          <p:cNvSpPr/>
          <p:nvPr/>
        </p:nvSpPr>
        <p:spPr>
          <a:xfrm>
            <a:off x="6845744" y="3598326"/>
            <a:ext cx="3027000" cy="343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13921" name="Google Shape;13921;p234"/>
          <p:cNvSpPr txBox="1"/>
          <p:nvPr>
            <p:ph idx="7" type="subTitle"/>
          </p:nvPr>
        </p:nvSpPr>
        <p:spPr>
          <a:xfrm>
            <a:off x="6845444" y="3599076"/>
            <a:ext cx="3027600" cy="342000"/>
          </a:xfrm>
          <a:prstGeom prst="rect">
            <a:avLst/>
          </a:prstGeom>
          <a:noFill/>
          <a:ln>
            <a:noFill/>
          </a:ln>
        </p:spPr>
        <p:txBody>
          <a:bodyPr anchorCtr="0" anchor="ctr" bIns="36000" lIns="36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13922" name="Google Shape;13922;p234"/>
          <p:cNvSpPr/>
          <p:nvPr/>
        </p:nvSpPr>
        <p:spPr>
          <a:xfrm>
            <a:off x="6845744" y="4164841"/>
            <a:ext cx="3027000" cy="343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13923" name="Google Shape;13923;p234"/>
          <p:cNvSpPr txBox="1"/>
          <p:nvPr>
            <p:ph idx="8" type="subTitle"/>
          </p:nvPr>
        </p:nvSpPr>
        <p:spPr>
          <a:xfrm>
            <a:off x="6845444" y="4165591"/>
            <a:ext cx="3027600" cy="342000"/>
          </a:xfrm>
          <a:prstGeom prst="rect">
            <a:avLst/>
          </a:prstGeom>
          <a:noFill/>
          <a:ln>
            <a:noFill/>
          </a:ln>
        </p:spPr>
        <p:txBody>
          <a:bodyPr anchorCtr="0" anchor="ctr" bIns="36000" lIns="36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13924" name="Google Shape;13924;p234"/>
          <p:cNvSpPr/>
          <p:nvPr/>
        </p:nvSpPr>
        <p:spPr>
          <a:xfrm>
            <a:off x="2277739" y="663750"/>
            <a:ext cx="88500" cy="1089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3925" name="Google Shape;13925;p234"/>
          <p:cNvCxnSpPr/>
          <p:nvPr/>
        </p:nvCxnSpPr>
        <p:spPr>
          <a:xfrm rot="10800000">
            <a:off x="5256600" y="2854252"/>
            <a:ext cx="4608000" cy="0"/>
          </a:xfrm>
          <a:prstGeom prst="straightConnector1">
            <a:avLst/>
          </a:prstGeom>
          <a:noFill/>
          <a:ln cap="flat" cmpd="sng" w="19050">
            <a:solidFill>
              <a:srgbClr val="B7B7B7"/>
            </a:solidFill>
            <a:prstDash val="solid"/>
            <a:round/>
            <a:headEnd len="med" w="med" type="none"/>
            <a:tailEnd len="med" w="med" type="none"/>
          </a:ln>
        </p:spPr>
      </p:cxnSp>
      <p:cxnSp>
        <p:nvCxnSpPr>
          <p:cNvPr id="13926" name="Google Shape;13926;p234"/>
          <p:cNvCxnSpPr/>
          <p:nvPr/>
        </p:nvCxnSpPr>
        <p:spPr>
          <a:xfrm flipH="1">
            <a:off x="285421" y="5302428"/>
            <a:ext cx="4690200" cy="11700"/>
          </a:xfrm>
          <a:prstGeom prst="straightConnector1">
            <a:avLst/>
          </a:prstGeom>
          <a:noFill/>
          <a:ln cap="flat" cmpd="sng" w="19050">
            <a:solidFill>
              <a:srgbClr val="B7B7B7"/>
            </a:solidFill>
            <a:prstDash val="solid"/>
            <a:round/>
            <a:headEnd len="med" w="med" type="none"/>
            <a:tailEnd len="med" w="med" type="none"/>
          </a:ln>
        </p:spPr>
      </p:cxnSp>
      <p:cxnSp>
        <p:nvCxnSpPr>
          <p:cNvPr id="13927" name="Google Shape;13927;p234"/>
          <p:cNvCxnSpPr/>
          <p:nvPr/>
        </p:nvCxnSpPr>
        <p:spPr>
          <a:xfrm rot="10800000">
            <a:off x="5256600" y="4736459"/>
            <a:ext cx="4608000" cy="0"/>
          </a:xfrm>
          <a:prstGeom prst="straightConnector1">
            <a:avLst/>
          </a:prstGeom>
          <a:noFill/>
          <a:ln cap="flat" cmpd="sng" w="19050">
            <a:solidFill>
              <a:srgbClr val="B7B7B7"/>
            </a:solidFill>
            <a:prstDash val="solid"/>
            <a:round/>
            <a:headEnd len="med" w="med" type="none"/>
            <a:tailEnd len="med" w="med" type="none"/>
          </a:ln>
        </p:spPr>
      </p:cxnSp>
      <p:sp>
        <p:nvSpPr>
          <p:cNvPr id="13928" name="Google Shape;13928;p234"/>
          <p:cNvSpPr txBox="1"/>
          <p:nvPr/>
        </p:nvSpPr>
        <p:spPr>
          <a:xfrm>
            <a:off x="5219407" y="5008962"/>
            <a:ext cx="1562400" cy="232500"/>
          </a:xfrm>
          <a:prstGeom prst="rect">
            <a:avLst/>
          </a:prstGeom>
          <a:noFill/>
          <a:ln>
            <a:noFill/>
          </a:ln>
        </p:spPr>
        <p:txBody>
          <a:bodyPr anchorCtr="0" anchor="ctr" bIns="0" lIns="0" spcFirstLastPara="1" rIns="0" wrap="square" tIns="0">
            <a:noAutofit/>
          </a:bodyPr>
          <a:lstStyle/>
          <a:p>
            <a:pPr indent="0" lvl="0" marL="0" rtl="0" algn="r">
              <a:spcBef>
                <a:spcPts val="0"/>
              </a:spcBef>
              <a:spcAft>
                <a:spcPts val="0"/>
              </a:spcAft>
              <a:buNone/>
            </a:pPr>
            <a:r>
              <a:rPr b="1" lang="es-419" sz="1000">
                <a:latin typeface="Arvo"/>
                <a:ea typeface="Arvo"/>
                <a:cs typeface="Arvo"/>
                <a:sym typeface="Arvo"/>
              </a:rPr>
              <a:t>Meta empresa:</a:t>
            </a:r>
            <a:endParaRPr b="1" sz="1000">
              <a:latin typeface="Arvo"/>
              <a:ea typeface="Arvo"/>
              <a:cs typeface="Arvo"/>
              <a:sym typeface="Arvo"/>
            </a:endParaRPr>
          </a:p>
          <a:p>
            <a:pPr indent="0" lvl="0" marL="0" rtl="0" algn="r">
              <a:spcBef>
                <a:spcPts val="0"/>
              </a:spcBef>
              <a:spcAft>
                <a:spcPts val="0"/>
              </a:spcAft>
              <a:buNone/>
            </a:pPr>
            <a:r>
              <a:rPr b="1" lang="es-419" sz="700">
                <a:latin typeface="Arvo"/>
                <a:ea typeface="Arvo"/>
                <a:cs typeface="Arvo"/>
                <a:sym typeface="Arvo"/>
              </a:rPr>
              <a:t>[Meta = &lt;sustantivo&gt;&lt;adjetivo&gt;]</a:t>
            </a:r>
            <a:endParaRPr b="1" sz="700">
              <a:latin typeface="Arvo"/>
              <a:ea typeface="Arvo"/>
              <a:cs typeface="Arvo"/>
              <a:sym typeface="Arvo"/>
            </a:endParaRPr>
          </a:p>
          <a:p>
            <a:pPr indent="0" lvl="0" marL="0" rtl="0" algn="r">
              <a:spcBef>
                <a:spcPts val="0"/>
              </a:spcBef>
              <a:spcAft>
                <a:spcPts val="0"/>
              </a:spcAft>
              <a:buNone/>
            </a:pPr>
            <a:r>
              <a:rPr b="1" i="1" lang="es-419" sz="600">
                <a:latin typeface="Arvo"/>
                <a:ea typeface="Arvo"/>
                <a:cs typeface="Arvo"/>
                <a:sym typeface="Arvo"/>
              </a:rPr>
              <a:t> </a:t>
            </a:r>
            <a:r>
              <a:rPr i="1" lang="es-419" sz="600">
                <a:solidFill>
                  <a:srgbClr val="666666"/>
                </a:solidFill>
                <a:latin typeface="Arvo"/>
                <a:ea typeface="Arvo"/>
                <a:cs typeface="Arvo"/>
                <a:sym typeface="Arvo"/>
              </a:rPr>
              <a:t>&lt;ej: Cita reservada&gt;</a:t>
            </a:r>
            <a:endParaRPr i="1" sz="600">
              <a:solidFill>
                <a:srgbClr val="666666"/>
              </a:solidFill>
              <a:latin typeface="Arvo"/>
              <a:ea typeface="Arvo"/>
              <a:cs typeface="Arvo"/>
              <a:sym typeface="Arvo"/>
            </a:endParaRPr>
          </a:p>
        </p:txBody>
      </p:sp>
      <p:sp>
        <p:nvSpPr>
          <p:cNvPr id="13929" name="Google Shape;13929;p234"/>
          <p:cNvSpPr/>
          <p:nvPr/>
        </p:nvSpPr>
        <p:spPr>
          <a:xfrm>
            <a:off x="6845744" y="4953462"/>
            <a:ext cx="3027000" cy="343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13930" name="Google Shape;13930;p234"/>
          <p:cNvSpPr txBox="1"/>
          <p:nvPr/>
        </p:nvSpPr>
        <p:spPr>
          <a:xfrm>
            <a:off x="5242847" y="5457113"/>
            <a:ext cx="1562400" cy="400200"/>
          </a:xfrm>
          <a:prstGeom prst="rect">
            <a:avLst/>
          </a:prstGeom>
          <a:noFill/>
          <a:ln>
            <a:noFill/>
          </a:ln>
        </p:spPr>
        <p:txBody>
          <a:bodyPr anchorCtr="0" anchor="ctr" bIns="0" lIns="0" spcFirstLastPara="1" rIns="0" wrap="square" tIns="0">
            <a:spAutoFit/>
          </a:bodyPr>
          <a:lstStyle/>
          <a:p>
            <a:pPr indent="0" lvl="0" marL="0" rtl="0" algn="r">
              <a:lnSpc>
                <a:spcPct val="100000"/>
              </a:lnSpc>
              <a:spcBef>
                <a:spcPts val="0"/>
              </a:spcBef>
              <a:spcAft>
                <a:spcPts val="0"/>
              </a:spcAft>
              <a:buNone/>
            </a:pPr>
            <a:r>
              <a:rPr b="1" lang="es-419" sz="1000">
                <a:latin typeface="Arvo"/>
                <a:ea typeface="Arvo"/>
                <a:cs typeface="Arvo"/>
                <a:sym typeface="Arvo"/>
              </a:rPr>
              <a:t>Actividad que consigue la meta de la empresa: </a:t>
            </a:r>
            <a:r>
              <a:rPr i="1" lang="es-419" sz="600">
                <a:solidFill>
                  <a:srgbClr val="666666"/>
                </a:solidFill>
                <a:latin typeface="Arvo"/>
                <a:ea typeface="Arvo"/>
                <a:cs typeface="Arvo"/>
                <a:sym typeface="Arvo"/>
              </a:rPr>
              <a:t>&lt;ej:  Recibir producto&gt;</a:t>
            </a:r>
            <a:endParaRPr i="1" sz="600">
              <a:solidFill>
                <a:srgbClr val="666666"/>
              </a:solidFill>
              <a:latin typeface="Arvo"/>
              <a:ea typeface="Arvo"/>
              <a:cs typeface="Arvo"/>
              <a:sym typeface="Arvo"/>
            </a:endParaRPr>
          </a:p>
        </p:txBody>
      </p:sp>
      <p:sp>
        <p:nvSpPr>
          <p:cNvPr id="13931" name="Google Shape;13931;p234"/>
          <p:cNvSpPr txBox="1"/>
          <p:nvPr/>
        </p:nvSpPr>
        <p:spPr>
          <a:xfrm>
            <a:off x="5242834" y="6020920"/>
            <a:ext cx="1562400" cy="405600"/>
          </a:xfrm>
          <a:prstGeom prst="rect">
            <a:avLst/>
          </a:prstGeom>
          <a:noFill/>
          <a:ln>
            <a:noFill/>
          </a:ln>
        </p:spPr>
        <p:txBody>
          <a:bodyPr anchorCtr="0" anchor="ctr" bIns="0" lIns="0" spcFirstLastPara="1" rIns="0" wrap="square" tIns="0">
            <a:spAutoFit/>
          </a:bodyPr>
          <a:lstStyle/>
          <a:p>
            <a:pPr indent="0" lvl="0" marL="0" rtl="0" algn="r">
              <a:lnSpc>
                <a:spcPct val="85000"/>
              </a:lnSpc>
              <a:spcBef>
                <a:spcPts val="0"/>
              </a:spcBef>
              <a:spcAft>
                <a:spcPts val="0"/>
              </a:spcAft>
              <a:buNone/>
            </a:pPr>
            <a:r>
              <a:rPr b="1" lang="es-419" sz="1000">
                <a:latin typeface="Arvo"/>
                <a:ea typeface="Arvo"/>
                <a:cs typeface="Arvo"/>
                <a:sym typeface="Arvo"/>
              </a:rPr>
              <a:t>Narrativa actividad de la meta de la empresa:</a:t>
            </a:r>
            <a:r>
              <a:rPr lang="es-419" sz="700">
                <a:solidFill>
                  <a:srgbClr val="666666"/>
                </a:solidFill>
                <a:latin typeface="Arvo"/>
                <a:ea typeface="Arvo"/>
                <a:cs typeface="Arvo"/>
                <a:sym typeface="Arvo"/>
              </a:rPr>
              <a:t>  </a:t>
            </a:r>
            <a:r>
              <a:rPr i="1" lang="es-419" sz="600">
                <a:solidFill>
                  <a:srgbClr val="666666"/>
                </a:solidFill>
                <a:latin typeface="Arvo"/>
                <a:ea typeface="Arvo"/>
                <a:cs typeface="Arvo"/>
                <a:sym typeface="Arvo"/>
              </a:rPr>
              <a:t>&lt;El cliente realiza el pago&gt;</a:t>
            </a:r>
            <a:r>
              <a:rPr b="1" lang="es-419" sz="1100">
                <a:latin typeface="Arvo"/>
                <a:ea typeface="Arvo"/>
                <a:cs typeface="Arvo"/>
                <a:sym typeface="Arvo"/>
              </a:rPr>
              <a:t> </a:t>
            </a:r>
            <a:endParaRPr sz="800">
              <a:solidFill>
                <a:srgbClr val="666666"/>
              </a:solidFill>
              <a:latin typeface="Arvo"/>
              <a:ea typeface="Arvo"/>
              <a:cs typeface="Arvo"/>
              <a:sym typeface="Arvo"/>
            </a:endParaRPr>
          </a:p>
        </p:txBody>
      </p:sp>
      <p:sp>
        <p:nvSpPr>
          <p:cNvPr id="13932" name="Google Shape;13932;p234"/>
          <p:cNvSpPr txBox="1"/>
          <p:nvPr>
            <p:ph idx="9" type="subTitle"/>
          </p:nvPr>
        </p:nvSpPr>
        <p:spPr>
          <a:xfrm>
            <a:off x="6845444" y="4954212"/>
            <a:ext cx="3027600" cy="342000"/>
          </a:xfrm>
          <a:prstGeom prst="rect">
            <a:avLst/>
          </a:prstGeom>
          <a:noFill/>
          <a:ln>
            <a:noFill/>
          </a:ln>
        </p:spPr>
        <p:txBody>
          <a:bodyPr anchorCtr="0" anchor="ctr" bIns="36000" lIns="36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13933" name="Google Shape;13933;p234"/>
          <p:cNvSpPr/>
          <p:nvPr/>
        </p:nvSpPr>
        <p:spPr>
          <a:xfrm>
            <a:off x="6845744" y="5485463"/>
            <a:ext cx="3027000" cy="343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13934" name="Google Shape;13934;p234"/>
          <p:cNvSpPr txBox="1"/>
          <p:nvPr>
            <p:ph idx="13" type="subTitle"/>
          </p:nvPr>
        </p:nvSpPr>
        <p:spPr>
          <a:xfrm>
            <a:off x="6845444" y="5486213"/>
            <a:ext cx="3027600" cy="342000"/>
          </a:xfrm>
          <a:prstGeom prst="rect">
            <a:avLst/>
          </a:prstGeom>
          <a:noFill/>
          <a:ln>
            <a:noFill/>
          </a:ln>
        </p:spPr>
        <p:txBody>
          <a:bodyPr anchorCtr="0" anchor="ctr" bIns="36000" lIns="36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13935" name="Google Shape;13935;p234"/>
          <p:cNvSpPr/>
          <p:nvPr/>
        </p:nvSpPr>
        <p:spPr>
          <a:xfrm>
            <a:off x="6845744" y="6051970"/>
            <a:ext cx="3027000" cy="343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13936" name="Google Shape;13936;p234"/>
          <p:cNvSpPr txBox="1"/>
          <p:nvPr>
            <p:ph idx="14" type="subTitle"/>
          </p:nvPr>
        </p:nvSpPr>
        <p:spPr>
          <a:xfrm>
            <a:off x="6845444" y="6052720"/>
            <a:ext cx="3027600" cy="342000"/>
          </a:xfrm>
          <a:prstGeom prst="rect">
            <a:avLst/>
          </a:prstGeom>
          <a:noFill/>
          <a:ln>
            <a:noFill/>
          </a:ln>
        </p:spPr>
        <p:txBody>
          <a:bodyPr anchorCtr="0" anchor="ctr" bIns="36000" lIns="36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13937" name="Google Shape;13937;p234"/>
          <p:cNvSpPr txBox="1"/>
          <p:nvPr/>
        </p:nvSpPr>
        <p:spPr>
          <a:xfrm>
            <a:off x="197034" y="5534063"/>
            <a:ext cx="1679100" cy="246300"/>
          </a:xfrm>
          <a:prstGeom prst="rect">
            <a:avLst/>
          </a:prstGeom>
          <a:noFill/>
          <a:ln>
            <a:noFill/>
          </a:ln>
        </p:spPr>
        <p:txBody>
          <a:bodyPr anchorCtr="0" anchor="ctr" bIns="0" lIns="0" spcFirstLastPara="1" rIns="0" wrap="square" tIns="0">
            <a:spAutoFit/>
          </a:bodyPr>
          <a:lstStyle/>
          <a:p>
            <a:pPr indent="0" lvl="0" marL="0" rtl="0" algn="r">
              <a:lnSpc>
                <a:spcPct val="100000"/>
              </a:lnSpc>
              <a:spcBef>
                <a:spcPts val="0"/>
              </a:spcBef>
              <a:spcAft>
                <a:spcPts val="0"/>
              </a:spcAft>
              <a:buNone/>
            </a:pPr>
            <a:r>
              <a:rPr b="1" lang="es-419" sz="1000">
                <a:latin typeface="Arvo"/>
                <a:ea typeface="Arvo"/>
                <a:cs typeface="Arvo"/>
                <a:sym typeface="Arvo"/>
              </a:rPr>
              <a:t>Precondición: </a:t>
            </a:r>
            <a:endParaRPr b="1" sz="1000">
              <a:latin typeface="Arvo"/>
              <a:ea typeface="Arvo"/>
              <a:cs typeface="Arvo"/>
              <a:sym typeface="Arvo"/>
            </a:endParaRPr>
          </a:p>
          <a:p>
            <a:pPr indent="0" lvl="0" marL="0" rtl="0" algn="r">
              <a:lnSpc>
                <a:spcPct val="100000"/>
              </a:lnSpc>
              <a:spcBef>
                <a:spcPts val="0"/>
              </a:spcBef>
              <a:spcAft>
                <a:spcPts val="0"/>
              </a:spcAft>
              <a:buNone/>
            </a:pPr>
            <a:r>
              <a:rPr i="1" lang="es-419" sz="600">
                <a:solidFill>
                  <a:srgbClr val="666666"/>
                </a:solidFill>
                <a:latin typeface="Arvo"/>
                <a:ea typeface="Arvo"/>
                <a:cs typeface="Arvo"/>
                <a:sym typeface="Arvo"/>
              </a:rPr>
              <a:t>&lt;ej: El comprador debe estar registrado&gt;</a:t>
            </a:r>
            <a:endParaRPr i="1" sz="600">
              <a:solidFill>
                <a:srgbClr val="666666"/>
              </a:solidFill>
              <a:latin typeface="Arvo"/>
              <a:ea typeface="Arvo"/>
              <a:cs typeface="Arvo"/>
              <a:sym typeface="Arvo"/>
            </a:endParaRPr>
          </a:p>
        </p:txBody>
      </p:sp>
      <p:sp>
        <p:nvSpPr>
          <p:cNvPr id="13938" name="Google Shape;13938;p234"/>
          <p:cNvSpPr txBox="1"/>
          <p:nvPr/>
        </p:nvSpPr>
        <p:spPr>
          <a:xfrm>
            <a:off x="197034" y="6086320"/>
            <a:ext cx="1679100" cy="274800"/>
          </a:xfrm>
          <a:prstGeom prst="rect">
            <a:avLst/>
          </a:prstGeom>
          <a:noFill/>
          <a:ln>
            <a:noFill/>
          </a:ln>
        </p:spPr>
        <p:txBody>
          <a:bodyPr anchorCtr="0" anchor="ctr" bIns="0" lIns="0" spcFirstLastPara="1" rIns="0" wrap="square" tIns="0">
            <a:spAutoFit/>
          </a:bodyPr>
          <a:lstStyle/>
          <a:p>
            <a:pPr indent="0" lvl="0" marL="0" rtl="0" algn="r">
              <a:lnSpc>
                <a:spcPct val="85000"/>
              </a:lnSpc>
              <a:spcBef>
                <a:spcPts val="0"/>
              </a:spcBef>
              <a:spcAft>
                <a:spcPts val="0"/>
              </a:spcAft>
              <a:buNone/>
            </a:pPr>
            <a:r>
              <a:rPr b="1" lang="es-419" sz="1000">
                <a:latin typeface="Arvo"/>
                <a:ea typeface="Arvo"/>
                <a:cs typeface="Arvo"/>
                <a:sym typeface="Arvo"/>
              </a:rPr>
              <a:t>Poscondición:</a:t>
            </a:r>
            <a:endParaRPr sz="700">
              <a:solidFill>
                <a:srgbClr val="666666"/>
              </a:solidFill>
              <a:latin typeface="Arvo"/>
              <a:ea typeface="Arvo"/>
              <a:cs typeface="Arvo"/>
              <a:sym typeface="Arvo"/>
            </a:endParaRPr>
          </a:p>
          <a:p>
            <a:pPr indent="0" lvl="0" marL="0" rtl="0" algn="r">
              <a:lnSpc>
                <a:spcPct val="85000"/>
              </a:lnSpc>
              <a:spcBef>
                <a:spcPts val="0"/>
              </a:spcBef>
              <a:spcAft>
                <a:spcPts val="0"/>
              </a:spcAft>
              <a:buNone/>
            </a:pPr>
            <a:r>
              <a:rPr lang="es-419" sz="700">
                <a:solidFill>
                  <a:srgbClr val="666666"/>
                </a:solidFill>
                <a:latin typeface="Arvo"/>
                <a:ea typeface="Arvo"/>
                <a:cs typeface="Arvo"/>
                <a:sym typeface="Arvo"/>
              </a:rPr>
              <a:t> </a:t>
            </a:r>
            <a:r>
              <a:rPr i="1" lang="es-419" sz="600">
                <a:solidFill>
                  <a:srgbClr val="666666"/>
                </a:solidFill>
                <a:latin typeface="Arvo"/>
                <a:ea typeface="Arvo"/>
                <a:cs typeface="Arvo"/>
                <a:sym typeface="Arvo"/>
              </a:rPr>
              <a:t>&lt;ej: El pago debe estar realizado&gt;</a:t>
            </a:r>
            <a:r>
              <a:rPr b="1" lang="es-419" sz="1100">
                <a:latin typeface="Arvo"/>
                <a:ea typeface="Arvo"/>
                <a:cs typeface="Arvo"/>
                <a:sym typeface="Arvo"/>
              </a:rPr>
              <a:t> </a:t>
            </a:r>
            <a:endParaRPr sz="800">
              <a:solidFill>
                <a:srgbClr val="666666"/>
              </a:solidFill>
              <a:latin typeface="Arvo"/>
              <a:ea typeface="Arvo"/>
              <a:cs typeface="Arvo"/>
              <a:sym typeface="Arvo"/>
            </a:endParaRPr>
          </a:p>
        </p:txBody>
      </p:sp>
      <p:sp>
        <p:nvSpPr>
          <p:cNvPr id="13939" name="Google Shape;13939;p234"/>
          <p:cNvSpPr/>
          <p:nvPr/>
        </p:nvSpPr>
        <p:spPr>
          <a:xfrm>
            <a:off x="1940924" y="5485463"/>
            <a:ext cx="3027000" cy="343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13940" name="Google Shape;13940;p234"/>
          <p:cNvSpPr txBox="1"/>
          <p:nvPr>
            <p:ph idx="15" type="subTitle"/>
          </p:nvPr>
        </p:nvSpPr>
        <p:spPr>
          <a:xfrm>
            <a:off x="1940624" y="5486213"/>
            <a:ext cx="3027600" cy="342000"/>
          </a:xfrm>
          <a:prstGeom prst="rect">
            <a:avLst/>
          </a:prstGeom>
          <a:noFill/>
          <a:ln>
            <a:noFill/>
          </a:ln>
        </p:spPr>
        <p:txBody>
          <a:bodyPr anchorCtr="0" anchor="ctr" bIns="36000" lIns="36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13941" name="Google Shape;13941;p234"/>
          <p:cNvSpPr/>
          <p:nvPr/>
        </p:nvSpPr>
        <p:spPr>
          <a:xfrm>
            <a:off x="1940924" y="6051970"/>
            <a:ext cx="3027000" cy="343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13942" name="Google Shape;13942;p234"/>
          <p:cNvSpPr txBox="1"/>
          <p:nvPr>
            <p:ph idx="16" type="subTitle"/>
          </p:nvPr>
        </p:nvSpPr>
        <p:spPr>
          <a:xfrm>
            <a:off x="1940624" y="6052720"/>
            <a:ext cx="3027600" cy="342000"/>
          </a:xfrm>
          <a:prstGeom prst="rect">
            <a:avLst/>
          </a:prstGeom>
          <a:noFill/>
          <a:ln>
            <a:noFill/>
          </a:ln>
        </p:spPr>
        <p:txBody>
          <a:bodyPr anchorCtr="0" anchor="ctr" bIns="36000" lIns="36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13943" name="Google Shape;13943;p234"/>
          <p:cNvSpPr txBox="1"/>
          <p:nvPr/>
        </p:nvSpPr>
        <p:spPr>
          <a:xfrm>
            <a:off x="197034" y="1002597"/>
            <a:ext cx="1679100" cy="246300"/>
          </a:xfrm>
          <a:prstGeom prst="rect">
            <a:avLst/>
          </a:prstGeom>
          <a:noFill/>
          <a:ln>
            <a:noFill/>
          </a:ln>
        </p:spPr>
        <p:txBody>
          <a:bodyPr anchorCtr="0" anchor="ctr" bIns="0" lIns="0" spcFirstLastPara="1" rIns="0" wrap="square" tIns="0">
            <a:spAutoFit/>
          </a:bodyPr>
          <a:lstStyle/>
          <a:p>
            <a:pPr indent="0" lvl="0" marL="0" rtl="0" algn="r">
              <a:lnSpc>
                <a:spcPct val="100000"/>
              </a:lnSpc>
              <a:spcBef>
                <a:spcPts val="0"/>
              </a:spcBef>
              <a:spcAft>
                <a:spcPts val="0"/>
              </a:spcAft>
              <a:buNone/>
            </a:pPr>
            <a:r>
              <a:rPr b="1" lang="es-419" sz="1000">
                <a:latin typeface="Arvo"/>
                <a:ea typeface="Arvo"/>
                <a:cs typeface="Arvo"/>
                <a:sym typeface="Arvo"/>
              </a:rPr>
              <a:t>Nombre del proceso: </a:t>
            </a:r>
            <a:endParaRPr b="1" sz="1000">
              <a:latin typeface="Arvo"/>
              <a:ea typeface="Arvo"/>
              <a:cs typeface="Arvo"/>
              <a:sym typeface="Arvo"/>
            </a:endParaRPr>
          </a:p>
          <a:p>
            <a:pPr indent="0" lvl="0" marL="0" rtl="0" algn="r">
              <a:lnSpc>
                <a:spcPct val="100000"/>
              </a:lnSpc>
              <a:spcBef>
                <a:spcPts val="0"/>
              </a:spcBef>
              <a:spcAft>
                <a:spcPts val="0"/>
              </a:spcAft>
              <a:buNone/>
            </a:pPr>
            <a:r>
              <a:rPr i="1" lang="es-419" sz="600">
                <a:solidFill>
                  <a:srgbClr val="666666"/>
                </a:solidFill>
                <a:latin typeface="Arvo"/>
                <a:ea typeface="Arvo"/>
                <a:cs typeface="Arvo"/>
                <a:sym typeface="Arvo"/>
              </a:rPr>
              <a:t>&lt;ej: Reserva de citas médicas&gt;</a:t>
            </a:r>
            <a:endParaRPr i="1" sz="600">
              <a:solidFill>
                <a:srgbClr val="666666"/>
              </a:solidFill>
              <a:latin typeface="Arvo"/>
              <a:ea typeface="Arvo"/>
              <a:cs typeface="Arvo"/>
              <a:sym typeface="Arvo"/>
            </a:endParaRPr>
          </a:p>
        </p:txBody>
      </p:sp>
      <p:sp>
        <p:nvSpPr>
          <p:cNvPr id="13944" name="Google Shape;13944;p234"/>
          <p:cNvSpPr txBox="1"/>
          <p:nvPr/>
        </p:nvSpPr>
        <p:spPr>
          <a:xfrm>
            <a:off x="197034" y="1496061"/>
            <a:ext cx="1679100" cy="274800"/>
          </a:xfrm>
          <a:prstGeom prst="rect">
            <a:avLst/>
          </a:prstGeom>
          <a:noFill/>
          <a:ln>
            <a:noFill/>
          </a:ln>
        </p:spPr>
        <p:txBody>
          <a:bodyPr anchorCtr="0" anchor="ctr" bIns="0" lIns="0" spcFirstLastPara="1" rIns="0" wrap="square" tIns="0">
            <a:spAutoFit/>
          </a:bodyPr>
          <a:lstStyle/>
          <a:p>
            <a:pPr indent="0" lvl="0" marL="0" rtl="0" algn="r">
              <a:lnSpc>
                <a:spcPct val="85000"/>
              </a:lnSpc>
              <a:spcBef>
                <a:spcPts val="0"/>
              </a:spcBef>
              <a:spcAft>
                <a:spcPts val="0"/>
              </a:spcAft>
              <a:buNone/>
            </a:pPr>
            <a:r>
              <a:rPr b="1" lang="es-419" sz="1000">
                <a:latin typeface="Arvo"/>
                <a:ea typeface="Arvo"/>
                <a:cs typeface="Arvo"/>
                <a:sym typeface="Arvo"/>
              </a:rPr>
              <a:t>Narrativa:</a:t>
            </a:r>
            <a:endParaRPr sz="700">
              <a:solidFill>
                <a:srgbClr val="666666"/>
              </a:solidFill>
              <a:latin typeface="Arvo"/>
              <a:ea typeface="Arvo"/>
              <a:cs typeface="Arvo"/>
              <a:sym typeface="Arvo"/>
            </a:endParaRPr>
          </a:p>
          <a:p>
            <a:pPr indent="0" lvl="0" marL="0" rtl="0" algn="r">
              <a:lnSpc>
                <a:spcPct val="85000"/>
              </a:lnSpc>
              <a:spcBef>
                <a:spcPts val="0"/>
              </a:spcBef>
              <a:spcAft>
                <a:spcPts val="0"/>
              </a:spcAft>
              <a:buNone/>
            </a:pPr>
            <a:r>
              <a:rPr lang="es-419" sz="700">
                <a:solidFill>
                  <a:srgbClr val="666666"/>
                </a:solidFill>
                <a:latin typeface="Arvo"/>
                <a:ea typeface="Arvo"/>
                <a:cs typeface="Arvo"/>
                <a:sym typeface="Arvo"/>
              </a:rPr>
              <a:t> </a:t>
            </a:r>
            <a:r>
              <a:rPr i="1" lang="es-419" sz="600">
                <a:solidFill>
                  <a:srgbClr val="666666"/>
                </a:solidFill>
                <a:latin typeface="Arvo"/>
                <a:ea typeface="Arvo"/>
                <a:cs typeface="Arvo"/>
                <a:sym typeface="Arvo"/>
              </a:rPr>
              <a:t>&lt;ej: El paciente reserva una cita&gt;</a:t>
            </a:r>
            <a:r>
              <a:rPr b="1" lang="es-419" sz="1100">
                <a:latin typeface="Arvo"/>
                <a:ea typeface="Arvo"/>
                <a:cs typeface="Arvo"/>
                <a:sym typeface="Arvo"/>
              </a:rPr>
              <a:t> </a:t>
            </a:r>
            <a:endParaRPr sz="800">
              <a:solidFill>
                <a:srgbClr val="666666"/>
              </a:solidFill>
              <a:latin typeface="Arvo"/>
              <a:ea typeface="Arvo"/>
              <a:cs typeface="Arvo"/>
              <a:sym typeface="Arvo"/>
            </a:endParaRPr>
          </a:p>
        </p:txBody>
      </p:sp>
      <p:sp>
        <p:nvSpPr>
          <p:cNvPr id="13945" name="Google Shape;13945;p234"/>
          <p:cNvSpPr/>
          <p:nvPr/>
        </p:nvSpPr>
        <p:spPr>
          <a:xfrm>
            <a:off x="1940924" y="953997"/>
            <a:ext cx="3027000" cy="343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13946" name="Google Shape;13946;p234"/>
          <p:cNvSpPr txBox="1"/>
          <p:nvPr>
            <p:ph idx="17" type="subTitle"/>
          </p:nvPr>
        </p:nvSpPr>
        <p:spPr>
          <a:xfrm>
            <a:off x="1940624" y="954747"/>
            <a:ext cx="3027600" cy="342000"/>
          </a:xfrm>
          <a:prstGeom prst="rect">
            <a:avLst/>
          </a:prstGeom>
          <a:noFill/>
          <a:ln>
            <a:noFill/>
          </a:ln>
        </p:spPr>
        <p:txBody>
          <a:bodyPr anchorCtr="0" anchor="ctr" bIns="36000" lIns="36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13947" name="Google Shape;13947;p234"/>
          <p:cNvSpPr/>
          <p:nvPr/>
        </p:nvSpPr>
        <p:spPr>
          <a:xfrm>
            <a:off x="1940924" y="1461711"/>
            <a:ext cx="3027000" cy="343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13948" name="Google Shape;13948;p234"/>
          <p:cNvSpPr txBox="1"/>
          <p:nvPr>
            <p:ph idx="18" type="subTitle"/>
          </p:nvPr>
        </p:nvSpPr>
        <p:spPr>
          <a:xfrm>
            <a:off x="1940624" y="1462461"/>
            <a:ext cx="3027600" cy="342000"/>
          </a:xfrm>
          <a:prstGeom prst="rect">
            <a:avLst/>
          </a:prstGeom>
          <a:noFill/>
          <a:ln>
            <a:noFill/>
          </a:ln>
        </p:spPr>
        <p:txBody>
          <a:bodyPr anchorCtr="0" anchor="ctr" bIns="36000" lIns="36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13949" name="Google Shape;13949;p234"/>
          <p:cNvSpPr txBox="1"/>
          <p:nvPr/>
        </p:nvSpPr>
        <p:spPr>
          <a:xfrm>
            <a:off x="197034" y="1989729"/>
            <a:ext cx="1679100" cy="1015800"/>
          </a:xfrm>
          <a:prstGeom prst="rect">
            <a:avLst/>
          </a:prstGeom>
          <a:noFill/>
          <a:ln>
            <a:noFill/>
          </a:ln>
        </p:spPr>
        <p:txBody>
          <a:bodyPr anchorCtr="0" anchor="ctr" bIns="0" lIns="0" spcFirstLastPara="1" rIns="0" wrap="square" tIns="0">
            <a:spAutoFit/>
          </a:bodyPr>
          <a:lstStyle/>
          <a:p>
            <a:pPr indent="0" lvl="0" marL="0" rtl="0" algn="r">
              <a:lnSpc>
                <a:spcPct val="100000"/>
              </a:lnSpc>
              <a:spcBef>
                <a:spcPts val="0"/>
              </a:spcBef>
              <a:spcAft>
                <a:spcPts val="0"/>
              </a:spcAft>
              <a:buNone/>
            </a:pPr>
            <a:r>
              <a:rPr b="1" lang="es-419" sz="1000">
                <a:latin typeface="Arvo"/>
                <a:ea typeface="Arvo"/>
                <a:cs typeface="Arvo"/>
                <a:sym typeface="Arvo"/>
              </a:rPr>
              <a:t>Meta del proceso:</a:t>
            </a:r>
            <a:endParaRPr b="1" sz="1000">
              <a:latin typeface="Arvo"/>
              <a:ea typeface="Arvo"/>
              <a:cs typeface="Arvo"/>
              <a:sym typeface="Arvo"/>
            </a:endParaRPr>
          </a:p>
          <a:p>
            <a:pPr indent="0" lvl="0" marL="0" rtl="0" algn="r">
              <a:lnSpc>
                <a:spcPct val="100000"/>
              </a:lnSpc>
              <a:spcBef>
                <a:spcPts val="0"/>
              </a:spcBef>
              <a:spcAft>
                <a:spcPts val="0"/>
              </a:spcAft>
              <a:buNone/>
            </a:pPr>
            <a:r>
              <a:rPr b="1" lang="es-419" sz="700">
                <a:latin typeface="Arvo"/>
                <a:ea typeface="Arvo"/>
                <a:cs typeface="Arvo"/>
                <a:sym typeface="Arvo"/>
              </a:rPr>
              <a:t>[Meta = &lt;sustantivo&gt;&lt;adjetivo&gt;]</a:t>
            </a:r>
            <a:endParaRPr b="1" sz="700">
              <a:latin typeface="Arvo"/>
              <a:ea typeface="Arvo"/>
              <a:cs typeface="Arvo"/>
              <a:sym typeface="Arvo"/>
            </a:endParaRPr>
          </a:p>
          <a:p>
            <a:pPr indent="0" lvl="0" marL="0" rtl="0" algn="r">
              <a:lnSpc>
                <a:spcPct val="100000"/>
              </a:lnSpc>
              <a:spcBef>
                <a:spcPts val="0"/>
              </a:spcBef>
              <a:spcAft>
                <a:spcPts val="0"/>
              </a:spcAft>
              <a:buNone/>
            </a:pPr>
            <a:r>
              <a:rPr lang="es-419" sz="700">
                <a:solidFill>
                  <a:srgbClr val="666666"/>
                </a:solidFill>
                <a:latin typeface="Arvo"/>
                <a:ea typeface="Arvo"/>
                <a:cs typeface="Arvo"/>
                <a:sym typeface="Arvo"/>
              </a:rPr>
              <a:t> </a:t>
            </a:r>
            <a:r>
              <a:rPr i="1" lang="es-419" sz="600">
                <a:solidFill>
                  <a:srgbClr val="666666"/>
                </a:solidFill>
                <a:latin typeface="Arvo"/>
                <a:ea typeface="Arvo"/>
                <a:cs typeface="Arvo"/>
                <a:sym typeface="Arvo"/>
              </a:rPr>
              <a:t>&lt;ej: El ej: 1% de las devoluciones de productos. </a:t>
            </a:r>
            <a:endParaRPr i="1" sz="600">
              <a:solidFill>
                <a:srgbClr val="666666"/>
              </a:solidFill>
              <a:latin typeface="Arvo"/>
              <a:ea typeface="Arvo"/>
              <a:cs typeface="Arvo"/>
              <a:sym typeface="Arvo"/>
            </a:endParaRPr>
          </a:p>
          <a:p>
            <a:pPr indent="0" lvl="0" marL="0" rtl="0" algn="r">
              <a:lnSpc>
                <a:spcPct val="100000"/>
              </a:lnSpc>
              <a:spcBef>
                <a:spcPts val="0"/>
              </a:spcBef>
              <a:spcAft>
                <a:spcPts val="0"/>
              </a:spcAft>
              <a:buNone/>
            </a:pPr>
            <a:r>
              <a:rPr i="1" lang="es-419" sz="600">
                <a:solidFill>
                  <a:srgbClr val="666666"/>
                </a:solidFill>
                <a:latin typeface="Arvo"/>
                <a:ea typeface="Arvo"/>
                <a:cs typeface="Arvo"/>
                <a:sym typeface="Arvo"/>
              </a:rPr>
              <a:t>[nota: esta meta está relacionada con la visión del negocio. se supone que los procesos ayudan a conseguir la posición esperada del negocio la cual está determinada por las metas de la empresa.]&gt;</a:t>
            </a:r>
            <a:endParaRPr sz="800">
              <a:solidFill>
                <a:srgbClr val="666666"/>
              </a:solidFill>
              <a:latin typeface="Arvo"/>
              <a:ea typeface="Arvo"/>
              <a:cs typeface="Arvo"/>
              <a:sym typeface="Arvo"/>
            </a:endParaRPr>
          </a:p>
        </p:txBody>
      </p:sp>
      <p:sp>
        <p:nvSpPr>
          <p:cNvPr id="13950" name="Google Shape;13950;p234"/>
          <p:cNvSpPr/>
          <p:nvPr/>
        </p:nvSpPr>
        <p:spPr>
          <a:xfrm>
            <a:off x="1940924" y="1984375"/>
            <a:ext cx="3027000" cy="1015800"/>
          </a:xfrm>
          <a:prstGeom prst="roundRect">
            <a:avLst>
              <a:gd fmla="val 728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13951" name="Google Shape;13951;p234"/>
          <p:cNvSpPr txBox="1"/>
          <p:nvPr>
            <p:ph idx="19" type="subTitle"/>
          </p:nvPr>
        </p:nvSpPr>
        <p:spPr>
          <a:xfrm>
            <a:off x="1940924" y="1985125"/>
            <a:ext cx="3027000" cy="1015200"/>
          </a:xfrm>
          <a:prstGeom prst="rect">
            <a:avLst/>
          </a:prstGeom>
          <a:noFill/>
          <a:ln>
            <a:noFill/>
          </a:ln>
        </p:spPr>
        <p:txBody>
          <a:bodyPr anchorCtr="0" anchor="t" bIns="36000" lIns="36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13952" name="Google Shape;13952;p234"/>
          <p:cNvSpPr txBox="1"/>
          <p:nvPr/>
        </p:nvSpPr>
        <p:spPr>
          <a:xfrm>
            <a:off x="197034" y="3149026"/>
            <a:ext cx="1679100" cy="409500"/>
          </a:xfrm>
          <a:prstGeom prst="rect">
            <a:avLst/>
          </a:prstGeom>
          <a:noFill/>
          <a:ln>
            <a:noFill/>
          </a:ln>
        </p:spPr>
        <p:txBody>
          <a:bodyPr anchorCtr="0" anchor="ctr" bIns="0" lIns="0" spcFirstLastPara="1" rIns="0" wrap="square" tIns="0">
            <a:spAutoFit/>
          </a:bodyPr>
          <a:lstStyle/>
          <a:p>
            <a:pPr indent="0" lvl="0" marL="0" rtl="0" algn="r">
              <a:lnSpc>
                <a:spcPct val="100000"/>
              </a:lnSpc>
              <a:spcBef>
                <a:spcPts val="0"/>
              </a:spcBef>
              <a:spcAft>
                <a:spcPts val="0"/>
              </a:spcAft>
              <a:buNone/>
            </a:pPr>
            <a:r>
              <a:rPr b="1" lang="es-419" sz="1000">
                <a:latin typeface="Arvo"/>
                <a:ea typeface="Arvo"/>
                <a:cs typeface="Arvo"/>
                <a:sym typeface="Arvo"/>
              </a:rPr>
              <a:t>Procesos con los que tiene relación:</a:t>
            </a:r>
            <a:endParaRPr sz="700">
              <a:solidFill>
                <a:srgbClr val="666666"/>
              </a:solidFill>
              <a:latin typeface="Arvo"/>
              <a:ea typeface="Arvo"/>
              <a:cs typeface="Arvo"/>
              <a:sym typeface="Arvo"/>
            </a:endParaRPr>
          </a:p>
          <a:p>
            <a:pPr indent="0" lvl="0" marL="0" rtl="0" algn="r">
              <a:lnSpc>
                <a:spcPct val="60000"/>
              </a:lnSpc>
              <a:spcBef>
                <a:spcPts val="0"/>
              </a:spcBef>
              <a:spcAft>
                <a:spcPts val="0"/>
              </a:spcAft>
              <a:buNone/>
            </a:pPr>
            <a:r>
              <a:rPr i="1" lang="es-419" sz="600">
                <a:solidFill>
                  <a:srgbClr val="666666"/>
                </a:solidFill>
                <a:latin typeface="Arvo"/>
                <a:ea typeface="Arvo"/>
                <a:cs typeface="Arvo"/>
                <a:sym typeface="Arvo"/>
              </a:rPr>
              <a:t>&lt;ej: Registro de compradores&gt;</a:t>
            </a:r>
            <a:r>
              <a:rPr b="1" lang="es-419" sz="1100">
                <a:latin typeface="Arvo"/>
                <a:ea typeface="Arvo"/>
                <a:cs typeface="Arvo"/>
                <a:sym typeface="Arvo"/>
              </a:rPr>
              <a:t> </a:t>
            </a:r>
            <a:endParaRPr sz="800">
              <a:solidFill>
                <a:srgbClr val="666666"/>
              </a:solidFill>
              <a:latin typeface="Arvo"/>
              <a:ea typeface="Arvo"/>
              <a:cs typeface="Arvo"/>
              <a:sym typeface="Arvo"/>
            </a:endParaRPr>
          </a:p>
        </p:txBody>
      </p:sp>
      <p:sp>
        <p:nvSpPr>
          <p:cNvPr id="13953" name="Google Shape;13953;p234"/>
          <p:cNvSpPr/>
          <p:nvPr/>
        </p:nvSpPr>
        <p:spPr>
          <a:xfrm>
            <a:off x="1940925" y="3182024"/>
            <a:ext cx="3027000" cy="9516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13954" name="Google Shape;13954;p234"/>
          <p:cNvSpPr txBox="1"/>
          <p:nvPr>
            <p:ph idx="20" type="subTitle"/>
          </p:nvPr>
        </p:nvSpPr>
        <p:spPr>
          <a:xfrm>
            <a:off x="1910382" y="3182611"/>
            <a:ext cx="3027600" cy="892800"/>
          </a:xfrm>
          <a:prstGeom prst="rect">
            <a:avLst/>
          </a:prstGeom>
          <a:noFill/>
          <a:ln>
            <a:noFill/>
          </a:ln>
        </p:spPr>
        <p:txBody>
          <a:bodyPr anchorCtr="0" anchor="t" bIns="36000" lIns="36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13955" name="Google Shape;13955;p234"/>
          <p:cNvSpPr txBox="1"/>
          <p:nvPr/>
        </p:nvSpPr>
        <p:spPr>
          <a:xfrm>
            <a:off x="197034" y="4219105"/>
            <a:ext cx="1679100" cy="892800"/>
          </a:xfrm>
          <a:prstGeom prst="rect">
            <a:avLst/>
          </a:prstGeom>
          <a:noFill/>
          <a:ln>
            <a:noFill/>
          </a:ln>
        </p:spPr>
        <p:txBody>
          <a:bodyPr anchorCtr="0" anchor="ctr" bIns="0" lIns="0" spcFirstLastPara="1" rIns="0" wrap="square" tIns="0">
            <a:spAutoFit/>
          </a:bodyPr>
          <a:lstStyle/>
          <a:p>
            <a:pPr indent="0" lvl="0" marL="0" rtl="0" algn="r">
              <a:lnSpc>
                <a:spcPct val="100000"/>
              </a:lnSpc>
              <a:spcBef>
                <a:spcPts val="0"/>
              </a:spcBef>
              <a:spcAft>
                <a:spcPts val="0"/>
              </a:spcAft>
              <a:buNone/>
            </a:pPr>
            <a:r>
              <a:rPr b="1" lang="es-419" sz="1000">
                <a:latin typeface="Arvo"/>
                <a:ea typeface="Arvo"/>
                <a:cs typeface="Arvo"/>
                <a:sym typeface="Arvo"/>
              </a:rPr>
              <a:t>Descripción proceso:</a:t>
            </a:r>
            <a:endParaRPr sz="700">
              <a:solidFill>
                <a:srgbClr val="666666"/>
              </a:solidFill>
              <a:latin typeface="Arvo"/>
              <a:ea typeface="Arvo"/>
              <a:cs typeface="Arvo"/>
              <a:sym typeface="Arvo"/>
            </a:endParaRPr>
          </a:p>
          <a:p>
            <a:pPr indent="0" lvl="0" marL="0" rtl="0" algn="r">
              <a:lnSpc>
                <a:spcPct val="80000"/>
              </a:lnSpc>
              <a:spcBef>
                <a:spcPts val="0"/>
              </a:spcBef>
              <a:spcAft>
                <a:spcPts val="0"/>
              </a:spcAft>
              <a:buNone/>
            </a:pPr>
            <a:r>
              <a:rPr i="1" lang="es-419" sz="600">
                <a:solidFill>
                  <a:srgbClr val="666666"/>
                </a:solidFill>
                <a:latin typeface="Arvo"/>
                <a:ea typeface="Arvo"/>
                <a:cs typeface="Arvo"/>
                <a:sym typeface="Arvo"/>
              </a:rPr>
              <a:t>&lt;ej: Este proceso le permite a los compradores obtener productos a muy bajo costo desde cualquier lugar y en cualquier momento, mediante este proceso los compradores pueden elegir una empresa de envíos para transportar los productos. El comprador dispone de un carro de compras, puede programar cada una de las compras y puede crear listas de preferencia.&gt;</a:t>
            </a:r>
            <a:endParaRPr sz="800">
              <a:solidFill>
                <a:srgbClr val="666666"/>
              </a:solidFill>
              <a:latin typeface="Arvo"/>
              <a:ea typeface="Arvo"/>
              <a:cs typeface="Arvo"/>
              <a:sym typeface="Arvo"/>
            </a:endParaRPr>
          </a:p>
        </p:txBody>
      </p:sp>
      <p:sp>
        <p:nvSpPr>
          <p:cNvPr id="13956" name="Google Shape;13956;p234"/>
          <p:cNvSpPr/>
          <p:nvPr/>
        </p:nvSpPr>
        <p:spPr>
          <a:xfrm>
            <a:off x="1940924" y="4252497"/>
            <a:ext cx="3027000" cy="859800"/>
          </a:xfrm>
          <a:prstGeom prst="roundRect">
            <a:avLst>
              <a:gd fmla="val 5871"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13957" name="Google Shape;13957;p234"/>
          <p:cNvSpPr txBox="1"/>
          <p:nvPr>
            <p:ph idx="21" type="subTitle"/>
          </p:nvPr>
        </p:nvSpPr>
        <p:spPr>
          <a:xfrm>
            <a:off x="1940624" y="4252497"/>
            <a:ext cx="3027600" cy="859800"/>
          </a:xfrm>
          <a:prstGeom prst="rect">
            <a:avLst/>
          </a:prstGeom>
          <a:noFill/>
          <a:ln>
            <a:noFill/>
          </a:ln>
        </p:spPr>
        <p:txBody>
          <a:bodyPr anchorCtr="0" anchor="t" bIns="36000" lIns="36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13958" name="Google Shape;13958;p234"/>
          <p:cNvSpPr txBox="1"/>
          <p:nvPr>
            <p:ph idx="22" type="body"/>
          </p:nvPr>
        </p:nvSpPr>
        <p:spPr>
          <a:xfrm>
            <a:off x="641150" y="612125"/>
            <a:ext cx="1770300" cy="160500"/>
          </a:xfrm>
          <a:prstGeom prst="rect">
            <a:avLst/>
          </a:prstGeom>
          <a:noFill/>
          <a:ln>
            <a:noFill/>
          </a:ln>
        </p:spPr>
        <p:txBody>
          <a:bodyPr anchorCtr="0" anchor="t" bIns="0" lIns="0" spcFirstLastPara="1" rIns="0" wrap="square" tIns="0">
            <a:noAutofit/>
          </a:bodyPr>
          <a:lstStyle>
            <a:lvl1pPr indent="-292100" lvl="0" marL="457200" algn="ctr">
              <a:spcBef>
                <a:spcPts val="0"/>
              </a:spcBef>
              <a:spcAft>
                <a:spcPts val="0"/>
              </a:spcAft>
              <a:buClr>
                <a:srgbClr val="FFFFFF"/>
              </a:buClr>
              <a:buSzPts val="1000"/>
              <a:buChar char="●"/>
              <a:defRPr sz="1000">
                <a:solidFill>
                  <a:srgbClr val="FFFFFF"/>
                </a:solidFill>
              </a:defRPr>
            </a:lvl1pPr>
            <a:lvl2pPr indent="-292100" lvl="1" marL="914400" algn="ctr">
              <a:spcBef>
                <a:spcPts val="0"/>
              </a:spcBef>
              <a:spcAft>
                <a:spcPts val="0"/>
              </a:spcAft>
              <a:buClr>
                <a:srgbClr val="FFFFFF"/>
              </a:buClr>
              <a:buSzPts val="1000"/>
              <a:buChar char="○"/>
              <a:defRPr sz="1000">
                <a:solidFill>
                  <a:srgbClr val="FFFFFF"/>
                </a:solidFill>
              </a:defRPr>
            </a:lvl2pPr>
            <a:lvl3pPr indent="-292100" lvl="2" marL="1371600" algn="ctr">
              <a:spcBef>
                <a:spcPts val="0"/>
              </a:spcBef>
              <a:spcAft>
                <a:spcPts val="0"/>
              </a:spcAft>
              <a:buClr>
                <a:srgbClr val="FFFFFF"/>
              </a:buClr>
              <a:buSzPts val="1000"/>
              <a:buChar char="■"/>
              <a:defRPr sz="1000">
                <a:solidFill>
                  <a:srgbClr val="FFFFFF"/>
                </a:solidFill>
              </a:defRPr>
            </a:lvl3pPr>
            <a:lvl4pPr indent="-292100" lvl="3" marL="1828800" algn="ctr">
              <a:spcBef>
                <a:spcPts val="0"/>
              </a:spcBef>
              <a:spcAft>
                <a:spcPts val="0"/>
              </a:spcAft>
              <a:buClr>
                <a:srgbClr val="FFFFFF"/>
              </a:buClr>
              <a:buSzPts val="1000"/>
              <a:buChar char="●"/>
              <a:defRPr sz="1000">
                <a:solidFill>
                  <a:srgbClr val="FFFFFF"/>
                </a:solidFill>
              </a:defRPr>
            </a:lvl4pPr>
            <a:lvl5pPr indent="-292100" lvl="4" marL="2286000" algn="ctr">
              <a:spcBef>
                <a:spcPts val="0"/>
              </a:spcBef>
              <a:spcAft>
                <a:spcPts val="0"/>
              </a:spcAft>
              <a:buClr>
                <a:srgbClr val="FFFFFF"/>
              </a:buClr>
              <a:buSzPts val="1000"/>
              <a:buChar char="○"/>
              <a:defRPr sz="1000">
                <a:solidFill>
                  <a:srgbClr val="FFFFFF"/>
                </a:solidFill>
              </a:defRPr>
            </a:lvl5pPr>
            <a:lvl6pPr indent="-292100" lvl="5" marL="2743200" algn="ctr">
              <a:spcBef>
                <a:spcPts val="0"/>
              </a:spcBef>
              <a:spcAft>
                <a:spcPts val="0"/>
              </a:spcAft>
              <a:buClr>
                <a:srgbClr val="FFFFFF"/>
              </a:buClr>
              <a:buSzPts val="1000"/>
              <a:buChar char="■"/>
              <a:defRPr sz="1000">
                <a:solidFill>
                  <a:srgbClr val="FFFFFF"/>
                </a:solidFill>
              </a:defRPr>
            </a:lvl6pPr>
            <a:lvl7pPr indent="-292100" lvl="6" marL="3200400" algn="ctr">
              <a:spcBef>
                <a:spcPts val="0"/>
              </a:spcBef>
              <a:spcAft>
                <a:spcPts val="0"/>
              </a:spcAft>
              <a:buClr>
                <a:srgbClr val="FFFFFF"/>
              </a:buClr>
              <a:buSzPts val="1000"/>
              <a:buChar char="●"/>
              <a:defRPr sz="1000">
                <a:solidFill>
                  <a:srgbClr val="FFFFFF"/>
                </a:solidFill>
              </a:defRPr>
            </a:lvl7pPr>
            <a:lvl8pPr indent="-292100" lvl="7" marL="3657600" algn="ctr">
              <a:spcBef>
                <a:spcPts val="0"/>
              </a:spcBef>
              <a:spcAft>
                <a:spcPts val="0"/>
              </a:spcAft>
              <a:buClr>
                <a:srgbClr val="FFFFFF"/>
              </a:buClr>
              <a:buSzPts val="1000"/>
              <a:buChar char="○"/>
              <a:defRPr sz="1000">
                <a:solidFill>
                  <a:srgbClr val="FFFFFF"/>
                </a:solidFill>
              </a:defRPr>
            </a:lvl8pPr>
            <a:lvl9pPr indent="-292100" lvl="8" marL="4114800" algn="ctr">
              <a:spcBef>
                <a:spcPts val="0"/>
              </a:spcBef>
              <a:spcAft>
                <a:spcPts val="0"/>
              </a:spcAft>
              <a:buClr>
                <a:srgbClr val="FFFFFF"/>
              </a:buClr>
              <a:buSzPts val="1000"/>
              <a:buChar char="■"/>
              <a:defRPr sz="1000">
                <a:solidFill>
                  <a:srgbClr val="FFFFFF"/>
                </a:solidFill>
              </a:defRPr>
            </a:lvl9pPr>
          </a:lstStyle>
          <a:p/>
        </p:txBody>
      </p:sp>
      <p:sp>
        <p:nvSpPr>
          <p:cNvPr id="13959" name="Google Shape;13959;p234"/>
          <p:cNvSpPr txBox="1"/>
          <p:nvPr/>
        </p:nvSpPr>
        <p:spPr>
          <a:xfrm>
            <a:off x="84825" y="598125"/>
            <a:ext cx="595500" cy="205800"/>
          </a:xfrm>
          <a:prstGeom prst="rect">
            <a:avLst/>
          </a:prstGeom>
          <a:noFill/>
          <a:ln>
            <a:noFill/>
          </a:ln>
        </p:spPr>
        <p:txBody>
          <a:bodyPr anchorCtr="0" anchor="t" bIns="18000" lIns="18000" spcFirstLastPara="1" rIns="18000" wrap="square" tIns="18000">
            <a:spAutoFit/>
          </a:bodyPr>
          <a:lstStyle/>
          <a:p>
            <a:pPr indent="0" lvl="0" marL="0" rtl="0" algn="l">
              <a:spcBef>
                <a:spcPts val="0"/>
              </a:spcBef>
              <a:spcAft>
                <a:spcPts val="0"/>
              </a:spcAft>
              <a:buNone/>
            </a:pPr>
            <a:r>
              <a:rPr lang="es-419" sz="1100">
                <a:solidFill>
                  <a:srgbClr val="FFFFFF"/>
                </a:solidFill>
              </a:rPr>
              <a:t>Nombre:</a:t>
            </a:r>
            <a:endParaRPr sz="1100">
              <a:solidFill>
                <a:srgbClr val="FFFFFF"/>
              </a:solidFill>
            </a:endParaRPr>
          </a:p>
        </p:txBody>
      </p:sp>
    </p:spTree>
  </p:cSld>
  <p:clrMapOvr>
    <a:masterClrMapping/>
  </p:clrMapOvr>
</p:sldLayout>
</file>

<file path=ppt/slideLayouts/slideLayout22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4.4 Especificación de Caso de Uso de Negocio">
  <p:cSld name="TITLE_3_6_1_1_1_1_1_1_1_1_1_1_1_1_1_1_1_1">
    <p:spTree>
      <p:nvGrpSpPr>
        <p:cNvPr id="13960" name="Shape 13960"/>
        <p:cNvGrpSpPr/>
        <p:nvPr/>
      </p:nvGrpSpPr>
      <p:grpSpPr>
        <a:xfrm>
          <a:off x="0" y="0"/>
          <a:ext cx="0" cy="0"/>
          <a:chOff x="0" y="0"/>
          <a:chExt cx="0" cy="0"/>
        </a:xfrm>
      </p:grpSpPr>
      <p:sp>
        <p:nvSpPr>
          <p:cNvPr id="13961" name="Google Shape;13961;p235"/>
          <p:cNvSpPr/>
          <p:nvPr/>
        </p:nvSpPr>
        <p:spPr>
          <a:xfrm>
            <a:off x="77688" y="358938"/>
            <a:ext cx="9935700" cy="6438000"/>
          </a:xfrm>
          <a:prstGeom prst="roundRect">
            <a:avLst>
              <a:gd fmla="val 2618" name="adj"/>
            </a:avLst>
          </a:prstGeom>
          <a:solidFill>
            <a:srgbClr val="FFFFFF"/>
          </a:solidFill>
          <a:ln cap="flat" cmpd="sng" w="38100">
            <a:solidFill>
              <a:srgbClr val="000000"/>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3962" name="Google Shape;13962;p235"/>
          <p:cNvCxnSpPr/>
          <p:nvPr/>
        </p:nvCxnSpPr>
        <p:spPr>
          <a:xfrm>
            <a:off x="77688" y="772614"/>
            <a:ext cx="9935700" cy="0"/>
          </a:xfrm>
          <a:prstGeom prst="straightConnector1">
            <a:avLst/>
          </a:prstGeom>
          <a:noFill/>
          <a:ln cap="flat" cmpd="sng" w="19050">
            <a:solidFill>
              <a:srgbClr val="000000"/>
            </a:solidFill>
            <a:prstDash val="solid"/>
            <a:round/>
            <a:headEnd len="med" w="med" type="none"/>
            <a:tailEnd len="med" w="med" type="none"/>
          </a:ln>
        </p:spPr>
      </p:cxnSp>
      <p:cxnSp>
        <p:nvCxnSpPr>
          <p:cNvPr id="13963" name="Google Shape;13963;p235"/>
          <p:cNvCxnSpPr/>
          <p:nvPr/>
        </p:nvCxnSpPr>
        <p:spPr>
          <a:xfrm rot="10800000">
            <a:off x="2439038" y="368188"/>
            <a:ext cx="0" cy="402300"/>
          </a:xfrm>
          <a:prstGeom prst="straightConnector1">
            <a:avLst/>
          </a:prstGeom>
          <a:noFill/>
          <a:ln cap="flat" cmpd="sng" w="19050">
            <a:solidFill>
              <a:srgbClr val="000000"/>
            </a:solidFill>
            <a:prstDash val="solid"/>
            <a:round/>
            <a:headEnd len="med" w="med" type="none"/>
            <a:tailEnd len="med" w="med" type="none"/>
          </a:ln>
        </p:spPr>
      </p:cxnSp>
      <p:sp>
        <p:nvSpPr>
          <p:cNvPr id="13964" name="Google Shape;13964;p235"/>
          <p:cNvSpPr txBox="1"/>
          <p:nvPr>
            <p:ph type="title"/>
          </p:nvPr>
        </p:nvSpPr>
        <p:spPr>
          <a:xfrm flipH="1">
            <a:off x="3219174" y="437575"/>
            <a:ext cx="1731300" cy="2658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200"/>
              <a:buNone/>
              <a:defRPr sz="1200">
                <a:solidFill>
                  <a:srgbClr val="000000"/>
                </a:solidFill>
              </a:defRPr>
            </a:lvl1pPr>
            <a:lvl2pPr lvl="1">
              <a:spcBef>
                <a:spcPts val="0"/>
              </a:spcBef>
              <a:spcAft>
                <a:spcPts val="0"/>
              </a:spcAft>
              <a:buClr>
                <a:srgbClr val="000000"/>
              </a:buClr>
              <a:buSzPts val="1100"/>
              <a:buNone/>
              <a:defRPr sz="1100">
                <a:solidFill>
                  <a:srgbClr val="000000"/>
                </a:solidFill>
              </a:defRPr>
            </a:lvl2pPr>
            <a:lvl3pPr lvl="2">
              <a:spcBef>
                <a:spcPts val="0"/>
              </a:spcBef>
              <a:spcAft>
                <a:spcPts val="0"/>
              </a:spcAft>
              <a:buClr>
                <a:srgbClr val="000000"/>
              </a:buClr>
              <a:buSzPts val="1100"/>
              <a:buNone/>
              <a:defRPr sz="1100">
                <a:solidFill>
                  <a:srgbClr val="000000"/>
                </a:solidFill>
              </a:defRPr>
            </a:lvl3pPr>
            <a:lvl4pPr lvl="3">
              <a:spcBef>
                <a:spcPts val="0"/>
              </a:spcBef>
              <a:spcAft>
                <a:spcPts val="0"/>
              </a:spcAft>
              <a:buClr>
                <a:srgbClr val="000000"/>
              </a:buClr>
              <a:buSzPts val="1100"/>
              <a:buNone/>
              <a:defRPr sz="1100">
                <a:solidFill>
                  <a:srgbClr val="000000"/>
                </a:solidFill>
              </a:defRPr>
            </a:lvl4pPr>
            <a:lvl5pPr lvl="4">
              <a:spcBef>
                <a:spcPts val="0"/>
              </a:spcBef>
              <a:spcAft>
                <a:spcPts val="0"/>
              </a:spcAft>
              <a:buClr>
                <a:srgbClr val="000000"/>
              </a:buClr>
              <a:buSzPts val="1100"/>
              <a:buNone/>
              <a:defRPr sz="1100">
                <a:solidFill>
                  <a:srgbClr val="000000"/>
                </a:solidFill>
              </a:defRPr>
            </a:lvl5pPr>
            <a:lvl6pPr lvl="5">
              <a:spcBef>
                <a:spcPts val="0"/>
              </a:spcBef>
              <a:spcAft>
                <a:spcPts val="0"/>
              </a:spcAft>
              <a:buClr>
                <a:srgbClr val="000000"/>
              </a:buClr>
              <a:buSzPts val="1100"/>
              <a:buNone/>
              <a:defRPr sz="1100">
                <a:solidFill>
                  <a:srgbClr val="000000"/>
                </a:solidFill>
              </a:defRPr>
            </a:lvl6pPr>
            <a:lvl7pPr lvl="6">
              <a:spcBef>
                <a:spcPts val="0"/>
              </a:spcBef>
              <a:spcAft>
                <a:spcPts val="0"/>
              </a:spcAft>
              <a:buClr>
                <a:srgbClr val="000000"/>
              </a:buClr>
              <a:buSzPts val="1100"/>
              <a:buNone/>
              <a:defRPr sz="1100">
                <a:solidFill>
                  <a:srgbClr val="000000"/>
                </a:solidFill>
              </a:defRPr>
            </a:lvl7pPr>
            <a:lvl8pPr lvl="7">
              <a:spcBef>
                <a:spcPts val="0"/>
              </a:spcBef>
              <a:spcAft>
                <a:spcPts val="0"/>
              </a:spcAft>
              <a:buClr>
                <a:srgbClr val="000000"/>
              </a:buClr>
              <a:buSzPts val="1100"/>
              <a:buNone/>
              <a:defRPr sz="1100">
                <a:solidFill>
                  <a:srgbClr val="000000"/>
                </a:solidFill>
              </a:defRPr>
            </a:lvl8pPr>
            <a:lvl9pPr lvl="8">
              <a:spcBef>
                <a:spcPts val="0"/>
              </a:spcBef>
              <a:spcAft>
                <a:spcPts val="0"/>
              </a:spcAft>
              <a:buClr>
                <a:srgbClr val="000000"/>
              </a:buClr>
              <a:buSzPts val="1100"/>
              <a:buNone/>
              <a:defRPr sz="1100">
                <a:solidFill>
                  <a:srgbClr val="000000"/>
                </a:solidFill>
              </a:defRPr>
            </a:lvl9pPr>
          </a:lstStyle>
          <a:p/>
        </p:txBody>
      </p:sp>
      <p:sp>
        <p:nvSpPr>
          <p:cNvPr id="13965" name="Google Shape;13965;p235"/>
          <p:cNvSpPr txBox="1"/>
          <p:nvPr/>
        </p:nvSpPr>
        <p:spPr>
          <a:xfrm>
            <a:off x="2513487" y="437267"/>
            <a:ext cx="679500" cy="2664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b="1" lang="es-419" sz="1100"/>
              <a:t>Proceso:</a:t>
            </a:r>
            <a:endParaRPr b="1" sz="1100"/>
          </a:p>
        </p:txBody>
      </p:sp>
      <p:cxnSp>
        <p:nvCxnSpPr>
          <p:cNvPr id="13966" name="Google Shape;13966;p235"/>
          <p:cNvCxnSpPr/>
          <p:nvPr/>
        </p:nvCxnSpPr>
        <p:spPr>
          <a:xfrm rot="10800000">
            <a:off x="5070754" y="368188"/>
            <a:ext cx="0" cy="402300"/>
          </a:xfrm>
          <a:prstGeom prst="straightConnector1">
            <a:avLst/>
          </a:prstGeom>
          <a:noFill/>
          <a:ln cap="flat" cmpd="sng" w="19050">
            <a:solidFill>
              <a:srgbClr val="000000"/>
            </a:solidFill>
            <a:prstDash val="solid"/>
            <a:round/>
            <a:headEnd len="med" w="med" type="none"/>
            <a:tailEnd len="med" w="med" type="none"/>
          </a:ln>
        </p:spPr>
      </p:cxnSp>
      <p:sp>
        <p:nvSpPr>
          <p:cNvPr id="13967" name="Google Shape;13967;p235"/>
          <p:cNvSpPr txBox="1"/>
          <p:nvPr/>
        </p:nvSpPr>
        <p:spPr>
          <a:xfrm>
            <a:off x="5191013" y="387663"/>
            <a:ext cx="13026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Finalidad empresa:</a:t>
            </a:r>
            <a:endParaRPr b="1" sz="1100"/>
          </a:p>
        </p:txBody>
      </p:sp>
      <p:sp>
        <p:nvSpPr>
          <p:cNvPr id="13968" name="Google Shape;13968;p235"/>
          <p:cNvSpPr txBox="1"/>
          <p:nvPr/>
        </p:nvSpPr>
        <p:spPr>
          <a:xfrm>
            <a:off x="5191013" y="579538"/>
            <a:ext cx="11637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Finalidad cliente:</a:t>
            </a:r>
            <a:endParaRPr b="1" sz="1100"/>
          </a:p>
        </p:txBody>
      </p:sp>
      <p:sp>
        <p:nvSpPr>
          <p:cNvPr id="13969" name="Google Shape;13969;p235"/>
          <p:cNvSpPr/>
          <p:nvPr/>
        </p:nvSpPr>
        <p:spPr>
          <a:xfrm>
            <a:off x="77688" y="349338"/>
            <a:ext cx="2361300" cy="421200"/>
          </a:xfrm>
          <a:prstGeom prst="roundRect">
            <a:avLst>
              <a:gd fmla="val 50000" name="adj"/>
            </a:avLst>
          </a:prstGeom>
          <a:solidFill>
            <a:srgbClr val="000000"/>
          </a:solidFill>
          <a:ln cap="flat" cmpd="sng" w="9525">
            <a:solidFill>
              <a:srgbClr val="000000"/>
            </a:solidFill>
            <a:prstDash val="solid"/>
            <a:round/>
            <a:headEnd len="sm" w="sm" type="none"/>
            <a:tailEnd len="sm" w="sm" type="none"/>
          </a:ln>
        </p:spPr>
        <p:txBody>
          <a:bodyPr anchorCtr="0" anchor="ctr" bIns="91425" lIns="0" spcFirstLastPara="1" rIns="0" wrap="square" tIns="91425">
            <a:noAutofit/>
          </a:bodyPr>
          <a:lstStyle/>
          <a:p>
            <a:pPr indent="0" lvl="0" marL="0" rtl="0" algn="ctr">
              <a:spcBef>
                <a:spcPts val="0"/>
              </a:spcBef>
              <a:spcAft>
                <a:spcPts val="0"/>
              </a:spcAft>
              <a:buNone/>
            </a:pPr>
            <a:r>
              <a:rPr b="1" lang="es-419" sz="1100">
                <a:solidFill>
                  <a:srgbClr val="FFFFFF"/>
                </a:solidFill>
              </a:rPr>
              <a:t>Especificaciones CU de Negocio</a:t>
            </a:r>
            <a:endParaRPr b="1" sz="1100">
              <a:solidFill>
                <a:srgbClr val="FFFFFF"/>
              </a:solidFill>
            </a:endParaRPr>
          </a:p>
          <a:p>
            <a:pPr indent="0" lvl="0" marL="0" rtl="0" algn="ctr">
              <a:spcBef>
                <a:spcPts val="0"/>
              </a:spcBef>
              <a:spcAft>
                <a:spcPts val="0"/>
              </a:spcAft>
              <a:buNone/>
            </a:pPr>
            <a:r>
              <a:t/>
            </a:r>
            <a:endParaRPr b="1" sz="1200">
              <a:solidFill>
                <a:srgbClr val="FFFFFF"/>
              </a:solidFill>
            </a:endParaRPr>
          </a:p>
        </p:txBody>
      </p:sp>
      <p:sp>
        <p:nvSpPr>
          <p:cNvPr id="13970" name="Google Shape;13970;p235"/>
          <p:cNvSpPr/>
          <p:nvPr/>
        </p:nvSpPr>
        <p:spPr>
          <a:xfrm>
            <a:off x="83988" y="595504"/>
            <a:ext cx="190200" cy="1692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1" name="Google Shape;13971;p235"/>
          <p:cNvSpPr/>
          <p:nvPr/>
        </p:nvSpPr>
        <p:spPr>
          <a:xfrm>
            <a:off x="2350598" y="358950"/>
            <a:ext cx="88500" cy="4023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2" name="Google Shape;13972;p235"/>
          <p:cNvSpPr txBox="1"/>
          <p:nvPr>
            <p:ph idx="2" type="title"/>
          </p:nvPr>
        </p:nvSpPr>
        <p:spPr>
          <a:xfrm flipH="1">
            <a:off x="6546263" y="387663"/>
            <a:ext cx="3350100" cy="1692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000"/>
              <a:buNone/>
              <a:defRPr sz="1000">
                <a:solidFill>
                  <a:srgbClr val="000000"/>
                </a:solidFill>
              </a:defRPr>
            </a:lvl1pPr>
            <a:lvl2pPr lvl="1">
              <a:spcBef>
                <a:spcPts val="0"/>
              </a:spcBef>
              <a:spcAft>
                <a:spcPts val="0"/>
              </a:spcAft>
              <a:buClr>
                <a:srgbClr val="000000"/>
              </a:buClr>
              <a:buSzPts val="1000"/>
              <a:buNone/>
              <a:defRPr sz="1000">
                <a:solidFill>
                  <a:srgbClr val="000000"/>
                </a:solidFill>
              </a:defRPr>
            </a:lvl2pPr>
            <a:lvl3pPr lvl="2">
              <a:spcBef>
                <a:spcPts val="0"/>
              </a:spcBef>
              <a:spcAft>
                <a:spcPts val="0"/>
              </a:spcAft>
              <a:buClr>
                <a:srgbClr val="000000"/>
              </a:buClr>
              <a:buSzPts val="1000"/>
              <a:buNone/>
              <a:defRPr sz="1000">
                <a:solidFill>
                  <a:srgbClr val="000000"/>
                </a:solidFill>
              </a:defRPr>
            </a:lvl3pPr>
            <a:lvl4pPr lvl="3">
              <a:spcBef>
                <a:spcPts val="0"/>
              </a:spcBef>
              <a:spcAft>
                <a:spcPts val="0"/>
              </a:spcAft>
              <a:buClr>
                <a:srgbClr val="000000"/>
              </a:buClr>
              <a:buSzPts val="1000"/>
              <a:buNone/>
              <a:defRPr sz="1000">
                <a:solidFill>
                  <a:srgbClr val="000000"/>
                </a:solidFill>
              </a:defRPr>
            </a:lvl4pPr>
            <a:lvl5pPr lvl="4">
              <a:spcBef>
                <a:spcPts val="0"/>
              </a:spcBef>
              <a:spcAft>
                <a:spcPts val="0"/>
              </a:spcAft>
              <a:buClr>
                <a:srgbClr val="000000"/>
              </a:buClr>
              <a:buSzPts val="1000"/>
              <a:buNone/>
              <a:defRPr sz="1000">
                <a:solidFill>
                  <a:srgbClr val="000000"/>
                </a:solidFill>
              </a:defRPr>
            </a:lvl5pPr>
            <a:lvl6pPr lvl="5">
              <a:spcBef>
                <a:spcPts val="0"/>
              </a:spcBef>
              <a:spcAft>
                <a:spcPts val="0"/>
              </a:spcAft>
              <a:buClr>
                <a:srgbClr val="000000"/>
              </a:buClr>
              <a:buSzPts val="1000"/>
              <a:buNone/>
              <a:defRPr sz="1000">
                <a:solidFill>
                  <a:srgbClr val="000000"/>
                </a:solidFill>
              </a:defRPr>
            </a:lvl6pPr>
            <a:lvl7pPr lvl="6">
              <a:spcBef>
                <a:spcPts val="0"/>
              </a:spcBef>
              <a:spcAft>
                <a:spcPts val="0"/>
              </a:spcAft>
              <a:buClr>
                <a:srgbClr val="000000"/>
              </a:buClr>
              <a:buSzPts val="1000"/>
              <a:buNone/>
              <a:defRPr sz="1000">
                <a:solidFill>
                  <a:srgbClr val="000000"/>
                </a:solidFill>
              </a:defRPr>
            </a:lvl7pPr>
            <a:lvl8pPr lvl="7">
              <a:spcBef>
                <a:spcPts val="0"/>
              </a:spcBef>
              <a:spcAft>
                <a:spcPts val="0"/>
              </a:spcAft>
              <a:buClr>
                <a:srgbClr val="000000"/>
              </a:buClr>
              <a:buSzPts val="1000"/>
              <a:buNone/>
              <a:defRPr sz="1000">
                <a:solidFill>
                  <a:srgbClr val="000000"/>
                </a:solidFill>
              </a:defRPr>
            </a:lvl8pPr>
            <a:lvl9pPr lvl="8">
              <a:spcBef>
                <a:spcPts val="0"/>
              </a:spcBef>
              <a:spcAft>
                <a:spcPts val="0"/>
              </a:spcAft>
              <a:buClr>
                <a:srgbClr val="000000"/>
              </a:buClr>
              <a:buSzPts val="1000"/>
              <a:buNone/>
              <a:defRPr sz="1000">
                <a:solidFill>
                  <a:srgbClr val="000000"/>
                </a:solidFill>
              </a:defRPr>
            </a:lvl9pPr>
          </a:lstStyle>
          <a:p/>
        </p:txBody>
      </p:sp>
      <p:sp>
        <p:nvSpPr>
          <p:cNvPr id="13973" name="Google Shape;13973;p235"/>
          <p:cNvSpPr txBox="1"/>
          <p:nvPr>
            <p:ph idx="3" type="title"/>
          </p:nvPr>
        </p:nvSpPr>
        <p:spPr>
          <a:xfrm flipH="1">
            <a:off x="6546263" y="579538"/>
            <a:ext cx="3350100" cy="1692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000"/>
              <a:buNone/>
              <a:defRPr sz="1000">
                <a:solidFill>
                  <a:srgbClr val="000000"/>
                </a:solidFill>
              </a:defRPr>
            </a:lvl1pPr>
            <a:lvl2pPr lvl="1">
              <a:spcBef>
                <a:spcPts val="0"/>
              </a:spcBef>
              <a:spcAft>
                <a:spcPts val="0"/>
              </a:spcAft>
              <a:buClr>
                <a:srgbClr val="000000"/>
              </a:buClr>
              <a:buSzPts val="1000"/>
              <a:buNone/>
              <a:defRPr sz="1000">
                <a:solidFill>
                  <a:srgbClr val="000000"/>
                </a:solidFill>
              </a:defRPr>
            </a:lvl2pPr>
            <a:lvl3pPr lvl="2">
              <a:spcBef>
                <a:spcPts val="0"/>
              </a:spcBef>
              <a:spcAft>
                <a:spcPts val="0"/>
              </a:spcAft>
              <a:buClr>
                <a:srgbClr val="000000"/>
              </a:buClr>
              <a:buSzPts val="1000"/>
              <a:buNone/>
              <a:defRPr sz="1000">
                <a:solidFill>
                  <a:srgbClr val="000000"/>
                </a:solidFill>
              </a:defRPr>
            </a:lvl3pPr>
            <a:lvl4pPr lvl="3">
              <a:spcBef>
                <a:spcPts val="0"/>
              </a:spcBef>
              <a:spcAft>
                <a:spcPts val="0"/>
              </a:spcAft>
              <a:buClr>
                <a:srgbClr val="000000"/>
              </a:buClr>
              <a:buSzPts val="1000"/>
              <a:buNone/>
              <a:defRPr sz="1000">
                <a:solidFill>
                  <a:srgbClr val="000000"/>
                </a:solidFill>
              </a:defRPr>
            </a:lvl4pPr>
            <a:lvl5pPr lvl="4">
              <a:spcBef>
                <a:spcPts val="0"/>
              </a:spcBef>
              <a:spcAft>
                <a:spcPts val="0"/>
              </a:spcAft>
              <a:buClr>
                <a:srgbClr val="000000"/>
              </a:buClr>
              <a:buSzPts val="1000"/>
              <a:buNone/>
              <a:defRPr sz="1000">
                <a:solidFill>
                  <a:srgbClr val="000000"/>
                </a:solidFill>
              </a:defRPr>
            </a:lvl5pPr>
            <a:lvl6pPr lvl="5">
              <a:spcBef>
                <a:spcPts val="0"/>
              </a:spcBef>
              <a:spcAft>
                <a:spcPts val="0"/>
              </a:spcAft>
              <a:buClr>
                <a:srgbClr val="000000"/>
              </a:buClr>
              <a:buSzPts val="1000"/>
              <a:buNone/>
              <a:defRPr sz="1000">
                <a:solidFill>
                  <a:srgbClr val="000000"/>
                </a:solidFill>
              </a:defRPr>
            </a:lvl6pPr>
            <a:lvl7pPr lvl="6">
              <a:spcBef>
                <a:spcPts val="0"/>
              </a:spcBef>
              <a:spcAft>
                <a:spcPts val="0"/>
              </a:spcAft>
              <a:buClr>
                <a:srgbClr val="000000"/>
              </a:buClr>
              <a:buSzPts val="1000"/>
              <a:buNone/>
              <a:defRPr sz="1000">
                <a:solidFill>
                  <a:srgbClr val="000000"/>
                </a:solidFill>
              </a:defRPr>
            </a:lvl7pPr>
            <a:lvl8pPr lvl="7">
              <a:spcBef>
                <a:spcPts val="0"/>
              </a:spcBef>
              <a:spcAft>
                <a:spcPts val="0"/>
              </a:spcAft>
              <a:buClr>
                <a:srgbClr val="000000"/>
              </a:buClr>
              <a:buSzPts val="1000"/>
              <a:buNone/>
              <a:defRPr sz="1000">
                <a:solidFill>
                  <a:srgbClr val="000000"/>
                </a:solidFill>
              </a:defRPr>
            </a:lvl8pPr>
            <a:lvl9pPr lvl="8">
              <a:spcBef>
                <a:spcPts val="0"/>
              </a:spcBef>
              <a:spcAft>
                <a:spcPts val="0"/>
              </a:spcAft>
              <a:buClr>
                <a:srgbClr val="000000"/>
              </a:buClr>
              <a:buSzPts val="1000"/>
              <a:buNone/>
              <a:defRPr sz="1000">
                <a:solidFill>
                  <a:srgbClr val="000000"/>
                </a:solidFill>
              </a:defRPr>
            </a:lvl9pPr>
          </a:lstStyle>
          <a:p/>
        </p:txBody>
      </p:sp>
      <p:sp>
        <p:nvSpPr>
          <p:cNvPr id="13974" name="Google Shape;13974;p235"/>
          <p:cNvSpPr/>
          <p:nvPr/>
        </p:nvSpPr>
        <p:spPr>
          <a:xfrm>
            <a:off x="2277739" y="663750"/>
            <a:ext cx="88500" cy="1089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5" name="Google Shape;13975;p235"/>
          <p:cNvSpPr txBox="1"/>
          <p:nvPr>
            <p:ph idx="1" type="body"/>
          </p:nvPr>
        </p:nvSpPr>
        <p:spPr>
          <a:xfrm>
            <a:off x="641150" y="612125"/>
            <a:ext cx="1770300" cy="160500"/>
          </a:xfrm>
          <a:prstGeom prst="rect">
            <a:avLst/>
          </a:prstGeom>
          <a:noFill/>
          <a:ln>
            <a:noFill/>
          </a:ln>
        </p:spPr>
        <p:txBody>
          <a:bodyPr anchorCtr="0" anchor="t" bIns="0" lIns="0" spcFirstLastPara="1" rIns="0" wrap="square" tIns="0">
            <a:noAutofit/>
          </a:bodyPr>
          <a:lstStyle>
            <a:lvl1pPr indent="-292100" lvl="0" marL="457200" algn="ctr">
              <a:spcBef>
                <a:spcPts val="0"/>
              </a:spcBef>
              <a:spcAft>
                <a:spcPts val="0"/>
              </a:spcAft>
              <a:buClr>
                <a:srgbClr val="FFFFFF"/>
              </a:buClr>
              <a:buSzPts val="1000"/>
              <a:buChar char="●"/>
              <a:defRPr sz="1000">
                <a:solidFill>
                  <a:srgbClr val="FFFFFF"/>
                </a:solidFill>
              </a:defRPr>
            </a:lvl1pPr>
            <a:lvl2pPr indent="-292100" lvl="1" marL="914400" algn="ctr">
              <a:spcBef>
                <a:spcPts val="0"/>
              </a:spcBef>
              <a:spcAft>
                <a:spcPts val="0"/>
              </a:spcAft>
              <a:buClr>
                <a:srgbClr val="FFFFFF"/>
              </a:buClr>
              <a:buSzPts val="1000"/>
              <a:buChar char="○"/>
              <a:defRPr sz="1000">
                <a:solidFill>
                  <a:srgbClr val="FFFFFF"/>
                </a:solidFill>
              </a:defRPr>
            </a:lvl2pPr>
            <a:lvl3pPr indent="-292100" lvl="2" marL="1371600" algn="ctr">
              <a:spcBef>
                <a:spcPts val="0"/>
              </a:spcBef>
              <a:spcAft>
                <a:spcPts val="0"/>
              </a:spcAft>
              <a:buClr>
                <a:srgbClr val="FFFFFF"/>
              </a:buClr>
              <a:buSzPts val="1000"/>
              <a:buChar char="■"/>
              <a:defRPr sz="1000">
                <a:solidFill>
                  <a:srgbClr val="FFFFFF"/>
                </a:solidFill>
              </a:defRPr>
            </a:lvl3pPr>
            <a:lvl4pPr indent="-292100" lvl="3" marL="1828800" algn="ctr">
              <a:spcBef>
                <a:spcPts val="0"/>
              </a:spcBef>
              <a:spcAft>
                <a:spcPts val="0"/>
              </a:spcAft>
              <a:buClr>
                <a:srgbClr val="FFFFFF"/>
              </a:buClr>
              <a:buSzPts val="1000"/>
              <a:buChar char="●"/>
              <a:defRPr sz="1000">
                <a:solidFill>
                  <a:srgbClr val="FFFFFF"/>
                </a:solidFill>
              </a:defRPr>
            </a:lvl4pPr>
            <a:lvl5pPr indent="-292100" lvl="4" marL="2286000" algn="ctr">
              <a:spcBef>
                <a:spcPts val="0"/>
              </a:spcBef>
              <a:spcAft>
                <a:spcPts val="0"/>
              </a:spcAft>
              <a:buClr>
                <a:srgbClr val="FFFFFF"/>
              </a:buClr>
              <a:buSzPts val="1000"/>
              <a:buChar char="○"/>
              <a:defRPr sz="1000">
                <a:solidFill>
                  <a:srgbClr val="FFFFFF"/>
                </a:solidFill>
              </a:defRPr>
            </a:lvl5pPr>
            <a:lvl6pPr indent="-292100" lvl="5" marL="2743200" algn="ctr">
              <a:spcBef>
                <a:spcPts val="0"/>
              </a:spcBef>
              <a:spcAft>
                <a:spcPts val="0"/>
              </a:spcAft>
              <a:buClr>
                <a:srgbClr val="FFFFFF"/>
              </a:buClr>
              <a:buSzPts val="1000"/>
              <a:buChar char="■"/>
              <a:defRPr sz="1000">
                <a:solidFill>
                  <a:srgbClr val="FFFFFF"/>
                </a:solidFill>
              </a:defRPr>
            </a:lvl6pPr>
            <a:lvl7pPr indent="-292100" lvl="6" marL="3200400" algn="ctr">
              <a:spcBef>
                <a:spcPts val="0"/>
              </a:spcBef>
              <a:spcAft>
                <a:spcPts val="0"/>
              </a:spcAft>
              <a:buClr>
                <a:srgbClr val="FFFFFF"/>
              </a:buClr>
              <a:buSzPts val="1000"/>
              <a:buChar char="●"/>
              <a:defRPr sz="1000">
                <a:solidFill>
                  <a:srgbClr val="FFFFFF"/>
                </a:solidFill>
              </a:defRPr>
            </a:lvl7pPr>
            <a:lvl8pPr indent="-292100" lvl="7" marL="3657600" algn="ctr">
              <a:spcBef>
                <a:spcPts val="0"/>
              </a:spcBef>
              <a:spcAft>
                <a:spcPts val="0"/>
              </a:spcAft>
              <a:buClr>
                <a:srgbClr val="FFFFFF"/>
              </a:buClr>
              <a:buSzPts val="1000"/>
              <a:buChar char="○"/>
              <a:defRPr sz="1000">
                <a:solidFill>
                  <a:srgbClr val="FFFFFF"/>
                </a:solidFill>
              </a:defRPr>
            </a:lvl8pPr>
            <a:lvl9pPr indent="-292100" lvl="8" marL="4114800" algn="ctr">
              <a:spcBef>
                <a:spcPts val="0"/>
              </a:spcBef>
              <a:spcAft>
                <a:spcPts val="0"/>
              </a:spcAft>
              <a:buClr>
                <a:srgbClr val="FFFFFF"/>
              </a:buClr>
              <a:buSzPts val="1000"/>
              <a:buChar char="■"/>
              <a:defRPr sz="1000">
                <a:solidFill>
                  <a:srgbClr val="FFFFFF"/>
                </a:solidFill>
              </a:defRPr>
            </a:lvl9pPr>
          </a:lstStyle>
          <a:p/>
        </p:txBody>
      </p:sp>
      <p:sp>
        <p:nvSpPr>
          <p:cNvPr id="13976" name="Google Shape;13976;p235"/>
          <p:cNvSpPr txBox="1"/>
          <p:nvPr/>
        </p:nvSpPr>
        <p:spPr>
          <a:xfrm>
            <a:off x="84825" y="598125"/>
            <a:ext cx="595500" cy="205800"/>
          </a:xfrm>
          <a:prstGeom prst="rect">
            <a:avLst/>
          </a:prstGeom>
          <a:noFill/>
          <a:ln>
            <a:noFill/>
          </a:ln>
        </p:spPr>
        <p:txBody>
          <a:bodyPr anchorCtr="0" anchor="t" bIns="18000" lIns="18000" spcFirstLastPara="1" rIns="18000" wrap="square" tIns="18000">
            <a:spAutoFit/>
          </a:bodyPr>
          <a:lstStyle/>
          <a:p>
            <a:pPr indent="0" lvl="0" marL="0" rtl="0" algn="l">
              <a:spcBef>
                <a:spcPts val="0"/>
              </a:spcBef>
              <a:spcAft>
                <a:spcPts val="0"/>
              </a:spcAft>
              <a:buNone/>
            </a:pPr>
            <a:r>
              <a:rPr lang="es-419" sz="1100">
                <a:solidFill>
                  <a:srgbClr val="FFFFFF"/>
                </a:solidFill>
              </a:rPr>
              <a:t>Nombre:</a:t>
            </a:r>
            <a:endParaRPr sz="1100">
              <a:solidFill>
                <a:srgbClr val="FFFFFF"/>
              </a:solidFill>
            </a:endParaRPr>
          </a:p>
        </p:txBody>
      </p:sp>
      <p:sp>
        <p:nvSpPr>
          <p:cNvPr id="13977" name="Google Shape;13977;p235"/>
          <p:cNvSpPr/>
          <p:nvPr/>
        </p:nvSpPr>
        <p:spPr>
          <a:xfrm>
            <a:off x="-6216725" y="986400"/>
            <a:ext cx="5567400" cy="5853600"/>
          </a:xfrm>
          <a:prstGeom prst="roundRect">
            <a:avLst>
              <a:gd fmla="val 2402" name="adj"/>
            </a:avLst>
          </a:prstGeom>
          <a:solidFill>
            <a:srgbClr val="F3F3F3"/>
          </a:solidFill>
          <a:ln cap="flat" cmpd="sng" w="9525">
            <a:solidFill>
              <a:srgbClr val="F3F3F3"/>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t" bIns="91425" lIns="91425" spcFirstLastPara="1" rIns="91425" wrap="square" tIns="91425">
            <a:noAutofit/>
          </a:bodyPr>
          <a:lstStyle/>
          <a:p>
            <a:pPr indent="0" lvl="0" marL="0" rtl="0" algn="ctr">
              <a:spcBef>
                <a:spcPts val="0"/>
              </a:spcBef>
              <a:spcAft>
                <a:spcPts val="0"/>
              </a:spcAft>
              <a:buNone/>
            </a:pPr>
            <a:r>
              <a:rPr lang="es-419"/>
              <a:t>Paleta</a:t>
            </a:r>
            <a:endParaRPr/>
          </a:p>
        </p:txBody>
      </p:sp>
    </p:spTree>
  </p:cSld>
  <p:clrMapOvr>
    <a:masterClrMapping/>
  </p:clrMapOvr>
</p:sldLayout>
</file>

<file path=ppt/slideLayouts/slideLayout23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6.3 Especificación de Caso de Uso de Sistema">
  <p:cSld name="TITLE_3_6_1_1_1_1_1_1_1_1_1_1_1_1_1_1_1_1_1">
    <p:spTree>
      <p:nvGrpSpPr>
        <p:cNvPr id="13978" name="Shape 13978"/>
        <p:cNvGrpSpPr/>
        <p:nvPr/>
      </p:nvGrpSpPr>
      <p:grpSpPr>
        <a:xfrm>
          <a:off x="0" y="0"/>
          <a:ext cx="0" cy="0"/>
          <a:chOff x="0" y="0"/>
          <a:chExt cx="0" cy="0"/>
        </a:xfrm>
      </p:grpSpPr>
      <p:sp>
        <p:nvSpPr>
          <p:cNvPr id="13979" name="Google Shape;13979;p236"/>
          <p:cNvSpPr/>
          <p:nvPr/>
        </p:nvSpPr>
        <p:spPr>
          <a:xfrm>
            <a:off x="77688" y="358938"/>
            <a:ext cx="9935700" cy="6438000"/>
          </a:xfrm>
          <a:prstGeom prst="roundRect">
            <a:avLst>
              <a:gd fmla="val 2618" name="adj"/>
            </a:avLst>
          </a:prstGeom>
          <a:solidFill>
            <a:srgbClr val="FFFFFF"/>
          </a:solidFill>
          <a:ln cap="flat" cmpd="sng" w="38100">
            <a:solidFill>
              <a:srgbClr val="000000"/>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3980" name="Google Shape;13980;p236"/>
          <p:cNvCxnSpPr/>
          <p:nvPr/>
        </p:nvCxnSpPr>
        <p:spPr>
          <a:xfrm>
            <a:off x="77688" y="772614"/>
            <a:ext cx="9935700" cy="0"/>
          </a:xfrm>
          <a:prstGeom prst="straightConnector1">
            <a:avLst/>
          </a:prstGeom>
          <a:noFill/>
          <a:ln cap="flat" cmpd="sng" w="19050">
            <a:solidFill>
              <a:srgbClr val="000000"/>
            </a:solidFill>
            <a:prstDash val="solid"/>
            <a:round/>
            <a:headEnd len="med" w="med" type="none"/>
            <a:tailEnd len="med" w="med" type="none"/>
          </a:ln>
        </p:spPr>
      </p:cxnSp>
      <p:cxnSp>
        <p:nvCxnSpPr>
          <p:cNvPr id="13981" name="Google Shape;13981;p236"/>
          <p:cNvCxnSpPr/>
          <p:nvPr/>
        </p:nvCxnSpPr>
        <p:spPr>
          <a:xfrm rot="10800000">
            <a:off x="2439038" y="368188"/>
            <a:ext cx="0" cy="402300"/>
          </a:xfrm>
          <a:prstGeom prst="straightConnector1">
            <a:avLst/>
          </a:prstGeom>
          <a:noFill/>
          <a:ln cap="flat" cmpd="sng" w="19050">
            <a:solidFill>
              <a:srgbClr val="000000"/>
            </a:solidFill>
            <a:prstDash val="solid"/>
            <a:round/>
            <a:headEnd len="med" w="med" type="none"/>
            <a:tailEnd len="med" w="med" type="none"/>
          </a:ln>
        </p:spPr>
      </p:cxnSp>
      <p:sp>
        <p:nvSpPr>
          <p:cNvPr id="13982" name="Google Shape;13982;p236"/>
          <p:cNvSpPr/>
          <p:nvPr/>
        </p:nvSpPr>
        <p:spPr>
          <a:xfrm>
            <a:off x="77688" y="349338"/>
            <a:ext cx="2361300" cy="421200"/>
          </a:xfrm>
          <a:prstGeom prst="roundRect">
            <a:avLst>
              <a:gd fmla="val 50000" name="adj"/>
            </a:avLst>
          </a:prstGeom>
          <a:solidFill>
            <a:srgbClr val="000000"/>
          </a:solidFill>
          <a:ln cap="flat" cmpd="sng" w="9525">
            <a:solidFill>
              <a:srgbClr val="000000"/>
            </a:solidFill>
            <a:prstDash val="solid"/>
            <a:round/>
            <a:headEnd len="sm" w="sm" type="none"/>
            <a:tailEnd len="sm" w="sm" type="none"/>
          </a:ln>
        </p:spPr>
        <p:txBody>
          <a:bodyPr anchorCtr="0" anchor="ctr" bIns="91425" lIns="0" spcFirstLastPara="1" rIns="0" wrap="square" tIns="91425">
            <a:noAutofit/>
          </a:bodyPr>
          <a:lstStyle/>
          <a:p>
            <a:pPr indent="0" lvl="0" marL="0" rtl="0" algn="ctr">
              <a:spcBef>
                <a:spcPts val="0"/>
              </a:spcBef>
              <a:spcAft>
                <a:spcPts val="0"/>
              </a:spcAft>
              <a:buNone/>
            </a:pPr>
            <a:r>
              <a:rPr b="1" lang="es-419" sz="1100">
                <a:solidFill>
                  <a:srgbClr val="FFFFFF"/>
                </a:solidFill>
              </a:rPr>
              <a:t>Especificaciones CU de Sistema</a:t>
            </a:r>
            <a:endParaRPr b="1" sz="1100">
              <a:solidFill>
                <a:srgbClr val="FFFFFF"/>
              </a:solidFill>
            </a:endParaRPr>
          </a:p>
          <a:p>
            <a:pPr indent="0" lvl="0" marL="0" rtl="0" algn="ctr">
              <a:spcBef>
                <a:spcPts val="0"/>
              </a:spcBef>
              <a:spcAft>
                <a:spcPts val="0"/>
              </a:spcAft>
              <a:buNone/>
            </a:pPr>
            <a:r>
              <a:t/>
            </a:r>
            <a:endParaRPr b="1" sz="1200">
              <a:solidFill>
                <a:srgbClr val="FFFFFF"/>
              </a:solidFill>
            </a:endParaRPr>
          </a:p>
        </p:txBody>
      </p:sp>
      <p:sp>
        <p:nvSpPr>
          <p:cNvPr id="13983" name="Google Shape;13983;p236"/>
          <p:cNvSpPr/>
          <p:nvPr/>
        </p:nvSpPr>
        <p:spPr>
          <a:xfrm>
            <a:off x="83988" y="595504"/>
            <a:ext cx="190200" cy="1692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4" name="Google Shape;13984;p236"/>
          <p:cNvSpPr/>
          <p:nvPr/>
        </p:nvSpPr>
        <p:spPr>
          <a:xfrm>
            <a:off x="2350598" y="358950"/>
            <a:ext cx="88500" cy="4023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5" name="Google Shape;13985;p236"/>
          <p:cNvSpPr/>
          <p:nvPr/>
        </p:nvSpPr>
        <p:spPr>
          <a:xfrm>
            <a:off x="2277739" y="663750"/>
            <a:ext cx="88500" cy="1089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6" name="Google Shape;13986;p236"/>
          <p:cNvSpPr txBox="1"/>
          <p:nvPr/>
        </p:nvSpPr>
        <p:spPr>
          <a:xfrm>
            <a:off x="2524025" y="387675"/>
            <a:ext cx="15012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Unid. Organizacional:</a:t>
            </a:r>
            <a:endParaRPr b="1" sz="1100"/>
          </a:p>
        </p:txBody>
      </p:sp>
      <p:sp>
        <p:nvSpPr>
          <p:cNvPr id="13987" name="Google Shape;13987;p236"/>
          <p:cNvSpPr txBox="1"/>
          <p:nvPr/>
        </p:nvSpPr>
        <p:spPr>
          <a:xfrm>
            <a:off x="2524020" y="579550"/>
            <a:ext cx="6846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Alcance:</a:t>
            </a:r>
            <a:endParaRPr b="1" sz="1100"/>
          </a:p>
        </p:txBody>
      </p:sp>
      <p:sp>
        <p:nvSpPr>
          <p:cNvPr id="13988" name="Google Shape;13988;p236"/>
          <p:cNvSpPr txBox="1"/>
          <p:nvPr>
            <p:ph type="title"/>
          </p:nvPr>
        </p:nvSpPr>
        <p:spPr>
          <a:xfrm flipH="1">
            <a:off x="4025374" y="387675"/>
            <a:ext cx="5863200" cy="1692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000"/>
              <a:buNone/>
              <a:defRPr sz="1000">
                <a:solidFill>
                  <a:srgbClr val="000000"/>
                </a:solidFill>
              </a:defRPr>
            </a:lvl1pPr>
            <a:lvl2pPr lvl="1">
              <a:spcBef>
                <a:spcPts val="0"/>
              </a:spcBef>
              <a:spcAft>
                <a:spcPts val="0"/>
              </a:spcAft>
              <a:buClr>
                <a:srgbClr val="000000"/>
              </a:buClr>
              <a:buSzPts val="1000"/>
              <a:buNone/>
              <a:defRPr sz="1000">
                <a:solidFill>
                  <a:srgbClr val="000000"/>
                </a:solidFill>
              </a:defRPr>
            </a:lvl2pPr>
            <a:lvl3pPr lvl="2">
              <a:spcBef>
                <a:spcPts val="0"/>
              </a:spcBef>
              <a:spcAft>
                <a:spcPts val="0"/>
              </a:spcAft>
              <a:buClr>
                <a:srgbClr val="000000"/>
              </a:buClr>
              <a:buSzPts val="1000"/>
              <a:buNone/>
              <a:defRPr sz="1000">
                <a:solidFill>
                  <a:srgbClr val="000000"/>
                </a:solidFill>
              </a:defRPr>
            </a:lvl3pPr>
            <a:lvl4pPr lvl="3">
              <a:spcBef>
                <a:spcPts val="0"/>
              </a:spcBef>
              <a:spcAft>
                <a:spcPts val="0"/>
              </a:spcAft>
              <a:buClr>
                <a:srgbClr val="000000"/>
              </a:buClr>
              <a:buSzPts val="1000"/>
              <a:buNone/>
              <a:defRPr sz="1000">
                <a:solidFill>
                  <a:srgbClr val="000000"/>
                </a:solidFill>
              </a:defRPr>
            </a:lvl4pPr>
            <a:lvl5pPr lvl="4">
              <a:spcBef>
                <a:spcPts val="0"/>
              </a:spcBef>
              <a:spcAft>
                <a:spcPts val="0"/>
              </a:spcAft>
              <a:buClr>
                <a:srgbClr val="000000"/>
              </a:buClr>
              <a:buSzPts val="1000"/>
              <a:buNone/>
              <a:defRPr sz="1000">
                <a:solidFill>
                  <a:srgbClr val="000000"/>
                </a:solidFill>
              </a:defRPr>
            </a:lvl5pPr>
            <a:lvl6pPr lvl="5">
              <a:spcBef>
                <a:spcPts val="0"/>
              </a:spcBef>
              <a:spcAft>
                <a:spcPts val="0"/>
              </a:spcAft>
              <a:buClr>
                <a:srgbClr val="000000"/>
              </a:buClr>
              <a:buSzPts val="1000"/>
              <a:buNone/>
              <a:defRPr sz="1000">
                <a:solidFill>
                  <a:srgbClr val="000000"/>
                </a:solidFill>
              </a:defRPr>
            </a:lvl6pPr>
            <a:lvl7pPr lvl="6">
              <a:spcBef>
                <a:spcPts val="0"/>
              </a:spcBef>
              <a:spcAft>
                <a:spcPts val="0"/>
              </a:spcAft>
              <a:buClr>
                <a:srgbClr val="000000"/>
              </a:buClr>
              <a:buSzPts val="1000"/>
              <a:buNone/>
              <a:defRPr sz="1000">
                <a:solidFill>
                  <a:srgbClr val="000000"/>
                </a:solidFill>
              </a:defRPr>
            </a:lvl7pPr>
            <a:lvl8pPr lvl="7">
              <a:spcBef>
                <a:spcPts val="0"/>
              </a:spcBef>
              <a:spcAft>
                <a:spcPts val="0"/>
              </a:spcAft>
              <a:buClr>
                <a:srgbClr val="000000"/>
              </a:buClr>
              <a:buSzPts val="1000"/>
              <a:buNone/>
              <a:defRPr sz="1000">
                <a:solidFill>
                  <a:srgbClr val="000000"/>
                </a:solidFill>
              </a:defRPr>
            </a:lvl8pPr>
            <a:lvl9pPr lvl="8">
              <a:spcBef>
                <a:spcPts val="0"/>
              </a:spcBef>
              <a:spcAft>
                <a:spcPts val="0"/>
              </a:spcAft>
              <a:buClr>
                <a:srgbClr val="000000"/>
              </a:buClr>
              <a:buSzPts val="1000"/>
              <a:buNone/>
              <a:defRPr sz="1000">
                <a:solidFill>
                  <a:srgbClr val="000000"/>
                </a:solidFill>
              </a:defRPr>
            </a:lvl9pPr>
          </a:lstStyle>
          <a:p/>
        </p:txBody>
      </p:sp>
      <p:sp>
        <p:nvSpPr>
          <p:cNvPr id="13989" name="Google Shape;13989;p236"/>
          <p:cNvSpPr txBox="1"/>
          <p:nvPr>
            <p:ph idx="2" type="title"/>
          </p:nvPr>
        </p:nvSpPr>
        <p:spPr>
          <a:xfrm flipH="1">
            <a:off x="3208773" y="579550"/>
            <a:ext cx="6679800" cy="1692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000"/>
              <a:buNone/>
              <a:defRPr sz="1000">
                <a:solidFill>
                  <a:srgbClr val="000000"/>
                </a:solidFill>
              </a:defRPr>
            </a:lvl1pPr>
            <a:lvl2pPr lvl="1">
              <a:spcBef>
                <a:spcPts val="0"/>
              </a:spcBef>
              <a:spcAft>
                <a:spcPts val="0"/>
              </a:spcAft>
              <a:buClr>
                <a:srgbClr val="000000"/>
              </a:buClr>
              <a:buSzPts val="1000"/>
              <a:buNone/>
              <a:defRPr sz="1000">
                <a:solidFill>
                  <a:srgbClr val="000000"/>
                </a:solidFill>
              </a:defRPr>
            </a:lvl2pPr>
            <a:lvl3pPr lvl="2">
              <a:spcBef>
                <a:spcPts val="0"/>
              </a:spcBef>
              <a:spcAft>
                <a:spcPts val="0"/>
              </a:spcAft>
              <a:buClr>
                <a:srgbClr val="000000"/>
              </a:buClr>
              <a:buSzPts val="1000"/>
              <a:buNone/>
              <a:defRPr sz="1000">
                <a:solidFill>
                  <a:srgbClr val="000000"/>
                </a:solidFill>
              </a:defRPr>
            </a:lvl3pPr>
            <a:lvl4pPr lvl="3">
              <a:spcBef>
                <a:spcPts val="0"/>
              </a:spcBef>
              <a:spcAft>
                <a:spcPts val="0"/>
              </a:spcAft>
              <a:buClr>
                <a:srgbClr val="000000"/>
              </a:buClr>
              <a:buSzPts val="1000"/>
              <a:buNone/>
              <a:defRPr sz="1000">
                <a:solidFill>
                  <a:srgbClr val="000000"/>
                </a:solidFill>
              </a:defRPr>
            </a:lvl4pPr>
            <a:lvl5pPr lvl="4">
              <a:spcBef>
                <a:spcPts val="0"/>
              </a:spcBef>
              <a:spcAft>
                <a:spcPts val="0"/>
              </a:spcAft>
              <a:buClr>
                <a:srgbClr val="000000"/>
              </a:buClr>
              <a:buSzPts val="1000"/>
              <a:buNone/>
              <a:defRPr sz="1000">
                <a:solidFill>
                  <a:srgbClr val="000000"/>
                </a:solidFill>
              </a:defRPr>
            </a:lvl5pPr>
            <a:lvl6pPr lvl="5">
              <a:spcBef>
                <a:spcPts val="0"/>
              </a:spcBef>
              <a:spcAft>
                <a:spcPts val="0"/>
              </a:spcAft>
              <a:buClr>
                <a:srgbClr val="000000"/>
              </a:buClr>
              <a:buSzPts val="1000"/>
              <a:buNone/>
              <a:defRPr sz="1000">
                <a:solidFill>
                  <a:srgbClr val="000000"/>
                </a:solidFill>
              </a:defRPr>
            </a:lvl6pPr>
            <a:lvl7pPr lvl="6">
              <a:spcBef>
                <a:spcPts val="0"/>
              </a:spcBef>
              <a:spcAft>
                <a:spcPts val="0"/>
              </a:spcAft>
              <a:buClr>
                <a:srgbClr val="000000"/>
              </a:buClr>
              <a:buSzPts val="1000"/>
              <a:buNone/>
              <a:defRPr sz="1000">
                <a:solidFill>
                  <a:srgbClr val="000000"/>
                </a:solidFill>
              </a:defRPr>
            </a:lvl7pPr>
            <a:lvl8pPr lvl="7">
              <a:spcBef>
                <a:spcPts val="0"/>
              </a:spcBef>
              <a:spcAft>
                <a:spcPts val="0"/>
              </a:spcAft>
              <a:buClr>
                <a:srgbClr val="000000"/>
              </a:buClr>
              <a:buSzPts val="1000"/>
              <a:buNone/>
              <a:defRPr sz="1000">
                <a:solidFill>
                  <a:srgbClr val="000000"/>
                </a:solidFill>
              </a:defRPr>
            </a:lvl8pPr>
            <a:lvl9pPr lvl="8">
              <a:spcBef>
                <a:spcPts val="0"/>
              </a:spcBef>
              <a:spcAft>
                <a:spcPts val="0"/>
              </a:spcAft>
              <a:buClr>
                <a:srgbClr val="000000"/>
              </a:buClr>
              <a:buSzPts val="1000"/>
              <a:buNone/>
              <a:defRPr sz="1000">
                <a:solidFill>
                  <a:srgbClr val="000000"/>
                </a:solidFill>
              </a:defRPr>
            </a:lvl9pPr>
          </a:lstStyle>
          <a:p/>
        </p:txBody>
      </p:sp>
      <p:sp>
        <p:nvSpPr>
          <p:cNvPr id="13990" name="Google Shape;13990;p236"/>
          <p:cNvSpPr txBox="1"/>
          <p:nvPr>
            <p:ph idx="1" type="body"/>
          </p:nvPr>
        </p:nvSpPr>
        <p:spPr>
          <a:xfrm>
            <a:off x="641150" y="612125"/>
            <a:ext cx="1770300" cy="160500"/>
          </a:xfrm>
          <a:prstGeom prst="rect">
            <a:avLst/>
          </a:prstGeom>
          <a:noFill/>
          <a:ln>
            <a:noFill/>
          </a:ln>
        </p:spPr>
        <p:txBody>
          <a:bodyPr anchorCtr="0" anchor="t" bIns="0" lIns="0" spcFirstLastPara="1" rIns="0" wrap="square" tIns="0">
            <a:noAutofit/>
          </a:bodyPr>
          <a:lstStyle>
            <a:lvl1pPr indent="-292100" lvl="0" marL="457200" algn="ctr">
              <a:spcBef>
                <a:spcPts val="0"/>
              </a:spcBef>
              <a:spcAft>
                <a:spcPts val="0"/>
              </a:spcAft>
              <a:buClr>
                <a:srgbClr val="FFFFFF"/>
              </a:buClr>
              <a:buSzPts val="1000"/>
              <a:buChar char="●"/>
              <a:defRPr sz="1000">
                <a:solidFill>
                  <a:srgbClr val="FFFFFF"/>
                </a:solidFill>
              </a:defRPr>
            </a:lvl1pPr>
            <a:lvl2pPr indent="-292100" lvl="1" marL="914400" algn="ctr">
              <a:spcBef>
                <a:spcPts val="0"/>
              </a:spcBef>
              <a:spcAft>
                <a:spcPts val="0"/>
              </a:spcAft>
              <a:buClr>
                <a:srgbClr val="FFFFFF"/>
              </a:buClr>
              <a:buSzPts val="1000"/>
              <a:buChar char="○"/>
              <a:defRPr sz="1000">
                <a:solidFill>
                  <a:srgbClr val="FFFFFF"/>
                </a:solidFill>
              </a:defRPr>
            </a:lvl2pPr>
            <a:lvl3pPr indent="-292100" lvl="2" marL="1371600" algn="ctr">
              <a:spcBef>
                <a:spcPts val="0"/>
              </a:spcBef>
              <a:spcAft>
                <a:spcPts val="0"/>
              </a:spcAft>
              <a:buClr>
                <a:srgbClr val="FFFFFF"/>
              </a:buClr>
              <a:buSzPts val="1000"/>
              <a:buChar char="■"/>
              <a:defRPr sz="1000">
                <a:solidFill>
                  <a:srgbClr val="FFFFFF"/>
                </a:solidFill>
              </a:defRPr>
            </a:lvl3pPr>
            <a:lvl4pPr indent="-292100" lvl="3" marL="1828800" algn="ctr">
              <a:spcBef>
                <a:spcPts val="0"/>
              </a:spcBef>
              <a:spcAft>
                <a:spcPts val="0"/>
              </a:spcAft>
              <a:buClr>
                <a:srgbClr val="FFFFFF"/>
              </a:buClr>
              <a:buSzPts val="1000"/>
              <a:buChar char="●"/>
              <a:defRPr sz="1000">
                <a:solidFill>
                  <a:srgbClr val="FFFFFF"/>
                </a:solidFill>
              </a:defRPr>
            </a:lvl4pPr>
            <a:lvl5pPr indent="-292100" lvl="4" marL="2286000" algn="ctr">
              <a:spcBef>
                <a:spcPts val="0"/>
              </a:spcBef>
              <a:spcAft>
                <a:spcPts val="0"/>
              </a:spcAft>
              <a:buClr>
                <a:srgbClr val="FFFFFF"/>
              </a:buClr>
              <a:buSzPts val="1000"/>
              <a:buChar char="○"/>
              <a:defRPr sz="1000">
                <a:solidFill>
                  <a:srgbClr val="FFFFFF"/>
                </a:solidFill>
              </a:defRPr>
            </a:lvl5pPr>
            <a:lvl6pPr indent="-292100" lvl="5" marL="2743200" algn="ctr">
              <a:spcBef>
                <a:spcPts val="0"/>
              </a:spcBef>
              <a:spcAft>
                <a:spcPts val="0"/>
              </a:spcAft>
              <a:buClr>
                <a:srgbClr val="FFFFFF"/>
              </a:buClr>
              <a:buSzPts val="1000"/>
              <a:buChar char="■"/>
              <a:defRPr sz="1000">
                <a:solidFill>
                  <a:srgbClr val="FFFFFF"/>
                </a:solidFill>
              </a:defRPr>
            </a:lvl6pPr>
            <a:lvl7pPr indent="-292100" lvl="6" marL="3200400" algn="ctr">
              <a:spcBef>
                <a:spcPts val="0"/>
              </a:spcBef>
              <a:spcAft>
                <a:spcPts val="0"/>
              </a:spcAft>
              <a:buClr>
                <a:srgbClr val="FFFFFF"/>
              </a:buClr>
              <a:buSzPts val="1000"/>
              <a:buChar char="●"/>
              <a:defRPr sz="1000">
                <a:solidFill>
                  <a:srgbClr val="FFFFFF"/>
                </a:solidFill>
              </a:defRPr>
            </a:lvl7pPr>
            <a:lvl8pPr indent="-292100" lvl="7" marL="3657600" algn="ctr">
              <a:spcBef>
                <a:spcPts val="0"/>
              </a:spcBef>
              <a:spcAft>
                <a:spcPts val="0"/>
              </a:spcAft>
              <a:buClr>
                <a:srgbClr val="FFFFFF"/>
              </a:buClr>
              <a:buSzPts val="1000"/>
              <a:buChar char="○"/>
              <a:defRPr sz="1000">
                <a:solidFill>
                  <a:srgbClr val="FFFFFF"/>
                </a:solidFill>
              </a:defRPr>
            </a:lvl8pPr>
            <a:lvl9pPr indent="-292100" lvl="8" marL="4114800" algn="ctr">
              <a:spcBef>
                <a:spcPts val="0"/>
              </a:spcBef>
              <a:spcAft>
                <a:spcPts val="0"/>
              </a:spcAft>
              <a:buClr>
                <a:srgbClr val="FFFFFF"/>
              </a:buClr>
              <a:buSzPts val="1000"/>
              <a:buChar char="■"/>
              <a:defRPr sz="1000">
                <a:solidFill>
                  <a:srgbClr val="FFFFFF"/>
                </a:solidFill>
              </a:defRPr>
            </a:lvl9pPr>
          </a:lstStyle>
          <a:p/>
        </p:txBody>
      </p:sp>
      <p:sp>
        <p:nvSpPr>
          <p:cNvPr id="13991" name="Google Shape;13991;p236"/>
          <p:cNvSpPr txBox="1"/>
          <p:nvPr/>
        </p:nvSpPr>
        <p:spPr>
          <a:xfrm>
            <a:off x="84825" y="598125"/>
            <a:ext cx="595500" cy="205800"/>
          </a:xfrm>
          <a:prstGeom prst="rect">
            <a:avLst/>
          </a:prstGeom>
          <a:noFill/>
          <a:ln>
            <a:noFill/>
          </a:ln>
        </p:spPr>
        <p:txBody>
          <a:bodyPr anchorCtr="0" anchor="t" bIns="18000" lIns="18000" spcFirstLastPara="1" rIns="18000" wrap="square" tIns="18000">
            <a:spAutoFit/>
          </a:bodyPr>
          <a:lstStyle/>
          <a:p>
            <a:pPr indent="0" lvl="0" marL="0" rtl="0" algn="l">
              <a:spcBef>
                <a:spcPts val="0"/>
              </a:spcBef>
              <a:spcAft>
                <a:spcPts val="0"/>
              </a:spcAft>
              <a:buNone/>
            </a:pPr>
            <a:r>
              <a:rPr lang="es-419" sz="1100">
                <a:solidFill>
                  <a:srgbClr val="FFFFFF"/>
                </a:solidFill>
              </a:rPr>
              <a:t>Nombre:</a:t>
            </a:r>
            <a:endParaRPr sz="1100">
              <a:solidFill>
                <a:srgbClr val="FFFFFF"/>
              </a:solidFill>
            </a:endParaRPr>
          </a:p>
        </p:txBody>
      </p:sp>
      <p:sp>
        <p:nvSpPr>
          <p:cNvPr id="13992" name="Google Shape;13992;p236"/>
          <p:cNvSpPr/>
          <p:nvPr/>
        </p:nvSpPr>
        <p:spPr>
          <a:xfrm>
            <a:off x="-6216725" y="986400"/>
            <a:ext cx="5567400" cy="5853600"/>
          </a:xfrm>
          <a:prstGeom prst="roundRect">
            <a:avLst>
              <a:gd fmla="val 2402" name="adj"/>
            </a:avLst>
          </a:prstGeom>
          <a:solidFill>
            <a:srgbClr val="F3F3F3"/>
          </a:solidFill>
          <a:ln cap="flat" cmpd="sng" w="9525">
            <a:solidFill>
              <a:srgbClr val="F3F3F3"/>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t" bIns="91425" lIns="91425" spcFirstLastPara="1" rIns="91425" wrap="square" tIns="91425">
            <a:noAutofit/>
          </a:bodyPr>
          <a:lstStyle/>
          <a:p>
            <a:pPr indent="0" lvl="0" marL="0" rtl="0" algn="ctr">
              <a:spcBef>
                <a:spcPts val="0"/>
              </a:spcBef>
              <a:spcAft>
                <a:spcPts val="0"/>
              </a:spcAft>
              <a:buNone/>
            </a:pPr>
            <a:r>
              <a:rPr lang="es-419"/>
              <a:t>Paleta</a:t>
            </a:r>
            <a:endParaRPr/>
          </a:p>
        </p:txBody>
      </p:sp>
    </p:spTree>
  </p:cSld>
  <p:clrMapOvr>
    <a:masterClrMapping/>
  </p:clrMapOvr>
</p:sldLayout>
</file>

<file path=ppt/slideLayouts/slideLayout23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4.5 Diagrama de Actividad">
  <p:cSld name="TITLE_3_6_1_1_1_1_1_1_1_1_1_1_1_1_1_1_1_1_1_1">
    <p:spTree>
      <p:nvGrpSpPr>
        <p:cNvPr id="13993" name="Shape 13993"/>
        <p:cNvGrpSpPr/>
        <p:nvPr/>
      </p:nvGrpSpPr>
      <p:grpSpPr>
        <a:xfrm>
          <a:off x="0" y="0"/>
          <a:ext cx="0" cy="0"/>
          <a:chOff x="0" y="0"/>
          <a:chExt cx="0" cy="0"/>
        </a:xfrm>
      </p:grpSpPr>
      <p:sp>
        <p:nvSpPr>
          <p:cNvPr id="13994" name="Google Shape;13994;p237"/>
          <p:cNvSpPr/>
          <p:nvPr/>
        </p:nvSpPr>
        <p:spPr>
          <a:xfrm>
            <a:off x="-1396550" y="760700"/>
            <a:ext cx="748200" cy="6079200"/>
          </a:xfrm>
          <a:prstGeom prst="roundRect">
            <a:avLst>
              <a:gd fmla="val 11877" name="adj"/>
            </a:avLst>
          </a:prstGeom>
          <a:solidFill>
            <a:srgbClr val="F3F3F3"/>
          </a:solidFill>
          <a:ln cap="flat" cmpd="sng" w="9525">
            <a:solidFill>
              <a:srgbClr val="F3F3F3"/>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t" bIns="54000" lIns="72000" spcFirstLastPara="1" rIns="72000" wrap="square" tIns="54000">
            <a:noAutofit/>
          </a:bodyPr>
          <a:lstStyle/>
          <a:p>
            <a:pPr indent="0" lvl="0" marL="0" rtl="0" algn="ctr">
              <a:spcBef>
                <a:spcPts val="0"/>
              </a:spcBef>
              <a:spcAft>
                <a:spcPts val="0"/>
              </a:spcAft>
              <a:buNone/>
            </a:pPr>
            <a:r>
              <a:rPr i="1" lang="es-419"/>
              <a:t>Paleta</a:t>
            </a:r>
            <a:endParaRPr i="1"/>
          </a:p>
        </p:txBody>
      </p:sp>
      <p:sp>
        <p:nvSpPr>
          <p:cNvPr id="13995" name="Google Shape;13995;p237"/>
          <p:cNvSpPr txBox="1"/>
          <p:nvPr/>
        </p:nvSpPr>
        <p:spPr>
          <a:xfrm>
            <a:off x="2896942" y="1046542"/>
            <a:ext cx="1069200" cy="2166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t/>
            </a:r>
            <a:endParaRPr b="1" sz="600"/>
          </a:p>
        </p:txBody>
      </p:sp>
      <p:sp>
        <p:nvSpPr>
          <p:cNvPr id="13996" name="Google Shape;13996;p237"/>
          <p:cNvSpPr txBox="1"/>
          <p:nvPr/>
        </p:nvSpPr>
        <p:spPr>
          <a:xfrm>
            <a:off x="4101686" y="1046542"/>
            <a:ext cx="1163700" cy="2166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t/>
            </a:r>
            <a:endParaRPr b="1" sz="600"/>
          </a:p>
        </p:txBody>
      </p:sp>
      <p:sp>
        <p:nvSpPr>
          <p:cNvPr id="13997" name="Google Shape;13997;p237"/>
          <p:cNvSpPr txBox="1"/>
          <p:nvPr/>
        </p:nvSpPr>
        <p:spPr>
          <a:xfrm>
            <a:off x="6603322" y="1046542"/>
            <a:ext cx="1163700" cy="2166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t/>
            </a:r>
            <a:endParaRPr b="1" sz="600"/>
          </a:p>
        </p:txBody>
      </p:sp>
      <p:sp>
        <p:nvSpPr>
          <p:cNvPr id="13998" name="Google Shape;13998;p237"/>
          <p:cNvSpPr txBox="1"/>
          <p:nvPr/>
        </p:nvSpPr>
        <p:spPr>
          <a:xfrm>
            <a:off x="5400218" y="1046542"/>
            <a:ext cx="1203000" cy="2166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t/>
            </a:r>
            <a:endParaRPr b="1" sz="600"/>
          </a:p>
        </p:txBody>
      </p:sp>
      <p:sp>
        <p:nvSpPr>
          <p:cNvPr id="13999" name="Google Shape;13999;p237"/>
          <p:cNvSpPr/>
          <p:nvPr/>
        </p:nvSpPr>
        <p:spPr>
          <a:xfrm>
            <a:off x="97888" y="377012"/>
            <a:ext cx="9893400" cy="296700"/>
          </a:xfrm>
          <a:prstGeom prst="roundRect">
            <a:avLst>
              <a:gd fmla="val 22902" name="adj"/>
            </a:avLst>
          </a:prstGeom>
          <a:solidFill>
            <a:srgbClr val="F3F3F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14000" name="Google Shape;14000;p237"/>
          <p:cNvSpPr/>
          <p:nvPr/>
        </p:nvSpPr>
        <p:spPr>
          <a:xfrm>
            <a:off x="77688" y="358938"/>
            <a:ext cx="9935700" cy="6438000"/>
          </a:xfrm>
          <a:prstGeom prst="roundRect">
            <a:avLst>
              <a:gd fmla="val 2618" name="adj"/>
            </a:avLst>
          </a:prstGeom>
          <a:solidFill>
            <a:srgbClr val="FFFFFF"/>
          </a:solidFill>
          <a:ln cap="flat" cmpd="sng" w="38100">
            <a:solidFill>
              <a:srgbClr val="000000"/>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4001" name="Google Shape;14001;p237"/>
          <p:cNvCxnSpPr/>
          <p:nvPr/>
        </p:nvCxnSpPr>
        <p:spPr>
          <a:xfrm>
            <a:off x="77688" y="772614"/>
            <a:ext cx="9935700" cy="0"/>
          </a:xfrm>
          <a:prstGeom prst="straightConnector1">
            <a:avLst/>
          </a:prstGeom>
          <a:noFill/>
          <a:ln cap="flat" cmpd="sng" w="19050">
            <a:solidFill>
              <a:srgbClr val="000000"/>
            </a:solidFill>
            <a:prstDash val="solid"/>
            <a:round/>
            <a:headEnd len="med" w="med" type="none"/>
            <a:tailEnd len="med" w="med" type="none"/>
          </a:ln>
        </p:spPr>
      </p:cxnSp>
      <p:cxnSp>
        <p:nvCxnSpPr>
          <p:cNvPr id="14002" name="Google Shape;14002;p237"/>
          <p:cNvCxnSpPr/>
          <p:nvPr/>
        </p:nvCxnSpPr>
        <p:spPr>
          <a:xfrm rot="10800000">
            <a:off x="2439038" y="368188"/>
            <a:ext cx="0" cy="402300"/>
          </a:xfrm>
          <a:prstGeom prst="straightConnector1">
            <a:avLst/>
          </a:prstGeom>
          <a:noFill/>
          <a:ln cap="flat" cmpd="sng" w="19050">
            <a:solidFill>
              <a:srgbClr val="000000"/>
            </a:solidFill>
            <a:prstDash val="solid"/>
            <a:round/>
            <a:headEnd len="med" w="med" type="none"/>
            <a:tailEnd len="med" w="med" type="none"/>
          </a:ln>
        </p:spPr>
      </p:cxnSp>
      <p:sp>
        <p:nvSpPr>
          <p:cNvPr id="14003" name="Google Shape;14003;p237"/>
          <p:cNvSpPr txBox="1"/>
          <p:nvPr/>
        </p:nvSpPr>
        <p:spPr>
          <a:xfrm>
            <a:off x="2896947" y="1353252"/>
            <a:ext cx="1069200" cy="2043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t/>
            </a:r>
            <a:endParaRPr b="1" sz="600"/>
          </a:p>
        </p:txBody>
      </p:sp>
      <p:sp>
        <p:nvSpPr>
          <p:cNvPr id="14004" name="Google Shape;14004;p237"/>
          <p:cNvSpPr txBox="1"/>
          <p:nvPr/>
        </p:nvSpPr>
        <p:spPr>
          <a:xfrm>
            <a:off x="4101689" y="1353252"/>
            <a:ext cx="1163700" cy="2043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t/>
            </a:r>
            <a:endParaRPr b="1" sz="600"/>
          </a:p>
        </p:txBody>
      </p:sp>
      <p:sp>
        <p:nvSpPr>
          <p:cNvPr id="14005" name="Google Shape;14005;p237"/>
          <p:cNvSpPr txBox="1"/>
          <p:nvPr/>
        </p:nvSpPr>
        <p:spPr>
          <a:xfrm>
            <a:off x="6603320" y="1353252"/>
            <a:ext cx="1163700" cy="2043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t/>
            </a:r>
            <a:endParaRPr b="1" sz="600"/>
          </a:p>
        </p:txBody>
      </p:sp>
      <p:sp>
        <p:nvSpPr>
          <p:cNvPr id="14006" name="Google Shape;14006;p237"/>
          <p:cNvSpPr txBox="1"/>
          <p:nvPr/>
        </p:nvSpPr>
        <p:spPr>
          <a:xfrm>
            <a:off x="7901849" y="1353252"/>
            <a:ext cx="1163700" cy="2043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t/>
            </a:r>
            <a:endParaRPr b="1" sz="600"/>
          </a:p>
        </p:txBody>
      </p:sp>
      <p:sp>
        <p:nvSpPr>
          <p:cNvPr id="14007" name="Google Shape;14007;p237"/>
          <p:cNvSpPr txBox="1"/>
          <p:nvPr/>
        </p:nvSpPr>
        <p:spPr>
          <a:xfrm>
            <a:off x="5400218" y="1353252"/>
            <a:ext cx="1203000" cy="2043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t/>
            </a:r>
            <a:endParaRPr b="1" sz="600"/>
          </a:p>
        </p:txBody>
      </p:sp>
      <p:sp>
        <p:nvSpPr>
          <p:cNvPr id="14008" name="Google Shape;14008;p237"/>
          <p:cNvSpPr txBox="1"/>
          <p:nvPr>
            <p:ph type="title"/>
          </p:nvPr>
        </p:nvSpPr>
        <p:spPr>
          <a:xfrm flipH="1">
            <a:off x="3219174" y="437575"/>
            <a:ext cx="1731300" cy="2658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200"/>
              <a:buNone/>
              <a:defRPr sz="1200">
                <a:solidFill>
                  <a:srgbClr val="000000"/>
                </a:solidFill>
              </a:defRPr>
            </a:lvl1pPr>
            <a:lvl2pPr lvl="1">
              <a:spcBef>
                <a:spcPts val="0"/>
              </a:spcBef>
              <a:spcAft>
                <a:spcPts val="0"/>
              </a:spcAft>
              <a:buClr>
                <a:srgbClr val="000000"/>
              </a:buClr>
              <a:buSzPts val="1100"/>
              <a:buNone/>
              <a:defRPr sz="1100">
                <a:solidFill>
                  <a:srgbClr val="000000"/>
                </a:solidFill>
              </a:defRPr>
            </a:lvl2pPr>
            <a:lvl3pPr lvl="2">
              <a:spcBef>
                <a:spcPts val="0"/>
              </a:spcBef>
              <a:spcAft>
                <a:spcPts val="0"/>
              </a:spcAft>
              <a:buClr>
                <a:srgbClr val="000000"/>
              </a:buClr>
              <a:buSzPts val="1100"/>
              <a:buNone/>
              <a:defRPr sz="1100">
                <a:solidFill>
                  <a:srgbClr val="000000"/>
                </a:solidFill>
              </a:defRPr>
            </a:lvl3pPr>
            <a:lvl4pPr lvl="3">
              <a:spcBef>
                <a:spcPts val="0"/>
              </a:spcBef>
              <a:spcAft>
                <a:spcPts val="0"/>
              </a:spcAft>
              <a:buClr>
                <a:srgbClr val="000000"/>
              </a:buClr>
              <a:buSzPts val="1100"/>
              <a:buNone/>
              <a:defRPr sz="1100">
                <a:solidFill>
                  <a:srgbClr val="000000"/>
                </a:solidFill>
              </a:defRPr>
            </a:lvl4pPr>
            <a:lvl5pPr lvl="4">
              <a:spcBef>
                <a:spcPts val="0"/>
              </a:spcBef>
              <a:spcAft>
                <a:spcPts val="0"/>
              </a:spcAft>
              <a:buClr>
                <a:srgbClr val="000000"/>
              </a:buClr>
              <a:buSzPts val="1100"/>
              <a:buNone/>
              <a:defRPr sz="1100">
                <a:solidFill>
                  <a:srgbClr val="000000"/>
                </a:solidFill>
              </a:defRPr>
            </a:lvl5pPr>
            <a:lvl6pPr lvl="5">
              <a:spcBef>
                <a:spcPts val="0"/>
              </a:spcBef>
              <a:spcAft>
                <a:spcPts val="0"/>
              </a:spcAft>
              <a:buClr>
                <a:srgbClr val="000000"/>
              </a:buClr>
              <a:buSzPts val="1100"/>
              <a:buNone/>
              <a:defRPr sz="1100">
                <a:solidFill>
                  <a:srgbClr val="000000"/>
                </a:solidFill>
              </a:defRPr>
            </a:lvl6pPr>
            <a:lvl7pPr lvl="6">
              <a:spcBef>
                <a:spcPts val="0"/>
              </a:spcBef>
              <a:spcAft>
                <a:spcPts val="0"/>
              </a:spcAft>
              <a:buClr>
                <a:srgbClr val="000000"/>
              </a:buClr>
              <a:buSzPts val="1100"/>
              <a:buNone/>
              <a:defRPr sz="1100">
                <a:solidFill>
                  <a:srgbClr val="000000"/>
                </a:solidFill>
              </a:defRPr>
            </a:lvl7pPr>
            <a:lvl8pPr lvl="7">
              <a:spcBef>
                <a:spcPts val="0"/>
              </a:spcBef>
              <a:spcAft>
                <a:spcPts val="0"/>
              </a:spcAft>
              <a:buClr>
                <a:srgbClr val="000000"/>
              </a:buClr>
              <a:buSzPts val="1100"/>
              <a:buNone/>
              <a:defRPr sz="1100">
                <a:solidFill>
                  <a:srgbClr val="000000"/>
                </a:solidFill>
              </a:defRPr>
            </a:lvl8pPr>
            <a:lvl9pPr lvl="8">
              <a:spcBef>
                <a:spcPts val="0"/>
              </a:spcBef>
              <a:spcAft>
                <a:spcPts val="0"/>
              </a:spcAft>
              <a:buClr>
                <a:srgbClr val="000000"/>
              </a:buClr>
              <a:buSzPts val="1100"/>
              <a:buNone/>
              <a:defRPr sz="1100">
                <a:solidFill>
                  <a:srgbClr val="000000"/>
                </a:solidFill>
              </a:defRPr>
            </a:lvl9pPr>
          </a:lstStyle>
          <a:p/>
        </p:txBody>
      </p:sp>
      <p:sp>
        <p:nvSpPr>
          <p:cNvPr id="14009" name="Google Shape;14009;p237"/>
          <p:cNvSpPr txBox="1"/>
          <p:nvPr/>
        </p:nvSpPr>
        <p:spPr>
          <a:xfrm>
            <a:off x="2513487" y="437267"/>
            <a:ext cx="679500" cy="2664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b="1" lang="es-419" sz="1100"/>
              <a:t>Proceso:</a:t>
            </a:r>
            <a:endParaRPr b="1" sz="1100"/>
          </a:p>
        </p:txBody>
      </p:sp>
      <p:cxnSp>
        <p:nvCxnSpPr>
          <p:cNvPr id="14010" name="Google Shape;14010;p237"/>
          <p:cNvCxnSpPr/>
          <p:nvPr/>
        </p:nvCxnSpPr>
        <p:spPr>
          <a:xfrm rot="10800000">
            <a:off x="5070754" y="368188"/>
            <a:ext cx="0" cy="402300"/>
          </a:xfrm>
          <a:prstGeom prst="straightConnector1">
            <a:avLst/>
          </a:prstGeom>
          <a:noFill/>
          <a:ln cap="flat" cmpd="sng" w="19050">
            <a:solidFill>
              <a:srgbClr val="000000"/>
            </a:solidFill>
            <a:prstDash val="solid"/>
            <a:round/>
            <a:headEnd len="med" w="med" type="none"/>
            <a:tailEnd len="med" w="med" type="none"/>
          </a:ln>
        </p:spPr>
      </p:cxnSp>
      <p:sp>
        <p:nvSpPr>
          <p:cNvPr id="14011" name="Google Shape;14011;p237"/>
          <p:cNvSpPr txBox="1"/>
          <p:nvPr/>
        </p:nvSpPr>
        <p:spPr>
          <a:xfrm>
            <a:off x="5191013" y="387663"/>
            <a:ext cx="13026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Finalidad empresa:</a:t>
            </a:r>
            <a:endParaRPr b="1" sz="1100"/>
          </a:p>
        </p:txBody>
      </p:sp>
      <p:sp>
        <p:nvSpPr>
          <p:cNvPr id="14012" name="Google Shape;14012;p237"/>
          <p:cNvSpPr txBox="1"/>
          <p:nvPr/>
        </p:nvSpPr>
        <p:spPr>
          <a:xfrm>
            <a:off x="5191013" y="579538"/>
            <a:ext cx="11637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Finalidad cliente:</a:t>
            </a:r>
            <a:endParaRPr b="1" sz="1100"/>
          </a:p>
        </p:txBody>
      </p:sp>
      <p:sp>
        <p:nvSpPr>
          <p:cNvPr id="14013" name="Google Shape;14013;p237"/>
          <p:cNvSpPr/>
          <p:nvPr/>
        </p:nvSpPr>
        <p:spPr>
          <a:xfrm>
            <a:off x="77688" y="349338"/>
            <a:ext cx="2361300" cy="421200"/>
          </a:xfrm>
          <a:prstGeom prst="roundRect">
            <a:avLst>
              <a:gd fmla="val 50000" name="adj"/>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s-419" sz="1200">
                <a:solidFill>
                  <a:srgbClr val="FFFFFF"/>
                </a:solidFill>
              </a:rPr>
              <a:t>Diagrama de Actividad</a:t>
            </a:r>
            <a:endParaRPr b="1" sz="1200">
              <a:solidFill>
                <a:srgbClr val="FFFFFF"/>
              </a:solidFill>
            </a:endParaRPr>
          </a:p>
          <a:p>
            <a:pPr indent="0" lvl="0" marL="0" rtl="0" algn="ctr">
              <a:spcBef>
                <a:spcPts val="0"/>
              </a:spcBef>
              <a:spcAft>
                <a:spcPts val="0"/>
              </a:spcAft>
              <a:buNone/>
            </a:pPr>
            <a:r>
              <a:t/>
            </a:r>
            <a:endParaRPr b="1" sz="1200">
              <a:solidFill>
                <a:srgbClr val="FFFFFF"/>
              </a:solidFill>
            </a:endParaRPr>
          </a:p>
        </p:txBody>
      </p:sp>
      <p:sp>
        <p:nvSpPr>
          <p:cNvPr id="14014" name="Google Shape;14014;p237"/>
          <p:cNvSpPr/>
          <p:nvPr/>
        </p:nvSpPr>
        <p:spPr>
          <a:xfrm>
            <a:off x="83988" y="595504"/>
            <a:ext cx="190200" cy="1692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5" name="Google Shape;14015;p237"/>
          <p:cNvSpPr/>
          <p:nvPr/>
        </p:nvSpPr>
        <p:spPr>
          <a:xfrm>
            <a:off x="2292338" y="358938"/>
            <a:ext cx="146700" cy="4023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6" name="Google Shape;14016;p237"/>
          <p:cNvSpPr txBox="1"/>
          <p:nvPr>
            <p:ph idx="2" type="title"/>
          </p:nvPr>
        </p:nvSpPr>
        <p:spPr>
          <a:xfrm flipH="1">
            <a:off x="6546263" y="387663"/>
            <a:ext cx="3350100" cy="1692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000"/>
              <a:buNone/>
              <a:defRPr sz="1000">
                <a:solidFill>
                  <a:srgbClr val="000000"/>
                </a:solidFill>
              </a:defRPr>
            </a:lvl1pPr>
            <a:lvl2pPr lvl="1">
              <a:spcBef>
                <a:spcPts val="0"/>
              </a:spcBef>
              <a:spcAft>
                <a:spcPts val="0"/>
              </a:spcAft>
              <a:buClr>
                <a:srgbClr val="000000"/>
              </a:buClr>
              <a:buSzPts val="1000"/>
              <a:buNone/>
              <a:defRPr sz="1000">
                <a:solidFill>
                  <a:srgbClr val="000000"/>
                </a:solidFill>
              </a:defRPr>
            </a:lvl2pPr>
            <a:lvl3pPr lvl="2">
              <a:spcBef>
                <a:spcPts val="0"/>
              </a:spcBef>
              <a:spcAft>
                <a:spcPts val="0"/>
              </a:spcAft>
              <a:buClr>
                <a:srgbClr val="000000"/>
              </a:buClr>
              <a:buSzPts val="1000"/>
              <a:buNone/>
              <a:defRPr sz="1000">
                <a:solidFill>
                  <a:srgbClr val="000000"/>
                </a:solidFill>
              </a:defRPr>
            </a:lvl3pPr>
            <a:lvl4pPr lvl="3">
              <a:spcBef>
                <a:spcPts val="0"/>
              </a:spcBef>
              <a:spcAft>
                <a:spcPts val="0"/>
              </a:spcAft>
              <a:buClr>
                <a:srgbClr val="000000"/>
              </a:buClr>
              <a:buSzPts val="1000"/>
              <a:buNone/>
              <a:defRPr sz="1000">
                <a:solidFill>
                  <a:srgbClr val="000000"/>
                </a:solidFill>
              </a:defRPr>
            </a:lvl4pPr>
            <a:lvl5pPr lvl="4">
              <a:spcBef>
                <a:spcPts val="0"/>
              </a:spcBef>
              <a:spcAft>
                <a:spcPts val="0"/>
              </a:spcAft>
              <a:buClr>
                <a:srgbClr val="000000"/>
              </a:buClr>
              <a:buSzPts val="1000"/>
              <a:buNone/>
              <a:defRPr sz="1000">
                <a:solidFill>
                  <a:srgbClr val="000000"/>
                </a:solidFill>
              </a:defRPr>
            </a:lvl5pPr>
            <a:lvl6pPr lvl="5">
              <a:spcBef>
                <a:spcPts val="0"/>
              </a:spcBef>
              <a:spcAft>
                <a:spcPts val="0"/>
              </a:spcAft>
              <a:buClr>
                <a:srgbClr val="000000"/>
              </a:buClr>
              <a:buSzPts val="1000"/>
              <a:buNone/>
              <a:defRPr sz="1000">
                <a:solidFill>
                  <a:srgbClr val="000000"/>
                </a:solidFill>
              </a:defRPr>
            </a:lvl6pPr>
            <a:lvl7pPr lvl="6">
              <a:spcBef>
                <a:spcPts val="0"/>
              </a:spcBef>
              <a:spcAft>
                <a:spcPts val="0"/>
              </a:spcAft>
              <a:buClr>
                <a:srgbClr val="000000"/>
              </a:buClr>
              <a:buSzPts val="1000"/>
              <a:buNone/>
              <a:defRPr sz="1000">
                <a:solidFill>
                  <a:srgbClr val="000000"/>
                </a:solidFill>
              </a:defRPr>
            </a:lvl7pPr>
            <a:lvl8pPr lvl="7">
              <a:spcBef>
                <a:spcPts val="0"/>
              </a:spcBef>
              <a:spcAft>
                <a:spcPts val="0"/>
              </a:spcAft>
              <a:buClr>
                <a:srgbClr val="000000"/>
              </a:buClr>
              <a:buSzPts val="1000"/>
              <a:buNone/>
              <a:defRPr sz="1000">
                <a:solidFill>
                  <a:srgbClr val="000000"/>
                </a:solidFill>
              </a:defRPr>
            </a:lvl8pPr>
            <a:lvl9pPr lvl="8">
              <a:spcBef>
                <a:spcPts val="0"/>
              </a:spcBef>
              <a:spcAft>
                <a:spcPts val="0"/>
              </a:spcAft>
              <a:buClr>
                <a:srgbClr val="000000"/>
              </a:buClr>
              <a:buSzPts val="1000"/>
              <a:buNone/>
              <a:defRPr sz="1000">
                <a:solidFill>
                  <a:srgbClr val="000000"/>
                </a:solidFill>
              </a:defRPr>
            </a:lvl9pPr>
          </a:lstStyle>
          <a:p/>
        </p:txBody>
      </p:sp>
      <p:sp>
        <p:nvSpPr>
          <p:cNvPr id="14017" name="Google Shape;14017;p237"/>
          <p:cNvSpPr txBox="1"/>
          <p:nvPr>
            <p:ph idx="3" type="title"/>
          </p:nvPr>
        </p:nvSpPr>
        <p:spPr>
          <a:xfrm flipH="1">
            <a:off x="6546263" y="579538"/>
            <a:ext cx="3350100" cy="1692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000"/>
              <a:buNone/>
              <a:defRPr sz="1000">
                <a:solidFill>
                  <a:srgbClr val="000000"/>
                </a:solidFill>
              </a:defRPr>
            </a:lvl1pPr>
            <a:lvl2pPr lvl="1">
              <a:spcBef>
                <a:spcPts val="0"/>
              </a:spcBef>
              <a:spcAft>
                <a:spcPts val="0"/>
              </a:spcAft>
              <a:buClr>
                <a:srgbClr val="000000"/>
              </a:buClr>
              <a:buSzPts val="1000"/>
              <a:buNone/>
              <a:defRPr sz="1000">
                <a:solidFill>
                  <a:srgbClr val="000000"/>
                </a:solidFill>
              </a:defRPr>
            </a:lvl2pPr>
            <a:lvl3pPr lvl="2">
              <a:spcBef>
                <a:spcPts val="0"/>
              </a:spcBef>
              <a:spcAft>
                <a:spcPts val="0"/>
              </a:spcAft>
              <a:buClr>
                <a:srgbClr val="000000"/>
              </a:buClr>
              <a:buSzPts val="1000"/>
              <a:buNone/>
              <a:defRPr sz="1000">
                <a:solidFill>
                  <a:srgbClr val="000000"/>
                </a:solidFill>
              </a:defRPr>
            </a:lvl3pPr>
            <a:lvl4pPr lvl="3">
              <a:spcBef>
                <a:spcPts val="0"/>
              </a:spcBef>
              <a:spcAft>
                <a:spcPts val="0"/>
              </a:spcAft>
              <a:buClr>
                <a:srgbClr val="000000"/>
              </a:buClr>
              <a:buSzPts val="1000"/>
              <a:buNone/>
              <a:defRPr sz="1000">
                <a:solidFill>
                  <a:srgbClr val="000000"/>
                </a:solidFill>
              </a:defRPr>
            </a:lvl4pPr>
            <a:lvl5pPr lvl="4">
              <a:spcBef>
                <a:spcPts val="0"/>
              </a:spcBef>
              <a:spcAft>
                <a:spcPts val="0"/>
              </a:spcAft>
              <a:buClr>
                <a:srgbClr val="000000"/>
              </a:buClr>
              <a:buSzPts val="1000"/>
              <a:buNone/>
              <a:defRPr sz="1000">
                <a:solidFill>
                  <a:srgbClr val="000000"/>
                </a:solidFill>
              </a:defRPr>
            </a:lvl5pPr>
            <a:lvl6pPr lvl="5">
              <a:spcBef>
                <a:spcPts val="0"/>
              </a:spcBef>
              <a:spcAft>
                <a:spcPts val="0"/>
              </a:spcAft>
              <a:buClr>
                <a:srgbClr val="000000"/>
              </a:buClr>
              <a:buSzPts val="1000"/>
              <a:buNone/>
              <a:defRPr sz="1000">
                <a:solidFill>
                  <a:srgbClr val="000000"/>
                </a:solidFill>
              </a:defRPr>
            </a:lvl6pPr>
            <a:lvl7pPr lvl="6">
              <a:spcBef>
                <a:spcPts val="0"/>
              </a:spcBef>
              <a:spcAft>
                <a:spcPts val="0"/>
              </a:spcAft>
              <a:buClr>
                <a:srgbClr val="000000"/>
              </a:buClr>
              <a:buSzPts val="1000"/>
              <a:buNone/>
              <a:defRPr sz="1000">
                <a:solidFill>
                  <a:srgbClr val="000000"/>
                </a:solidFill>
              </a:defRPr>
            </a:lvl7pPr>
            <a:lvl8pPr lvl="7">
              <a:spcBef>
                <a:spcPts val="0"/>
              </a:spcBef>
              <a:spcAft>
                <a:spcPts val="0"/>
              </a:spcAft>
              <a:buClr>
                <a:srgbClr val="000000"/>
              </a:buClr>
              <a:buSzPts val="1000"/>
              <a:buNone/>
              <a:defRPr sz="1000">
                <a:solidFill>
                  <a:srgbClr val="000000"/>
                </a:solidFill>
              </a:defRPr>
            </a:lvl8pPr>
            <a:lvl9pPr lvl="8">
              <a:spcBef>
                <a:spcPts val="0"/>
              </a:spcBef>
              <a:spcAft>
                <a:spcPts val="0"/>
              </a:spcAft>
              <a:buClr>
                <a:srgbClr val="000000"/>
              </a:buClr>
              <a:buSzPts val="1000"/>
              <a:buNone/>
              <a:defRPr sz="1000">
                <a:solidFill>
                  <a:srgbClr val="000000"/>
                </a:solidFill>
              </a:defRPr>
            </a:lvl9pPr>
          </a:lstStyle>
          <a:p/>
        </p:txBody>
      </p:sp>
      <p:sp>
        <p:nvSpPr>
          <p:cNvPr id="14018" name="Google Shape;14018;p237"/>
          <p:cNvSpPr/>
          <p:nvPr/>
        </p:nvSpPr>
        <p:spPr>
          <a:xfrm>
            <a:off x="221113" y="928363"/>
            <a:ext cx="1932000" cy="5724000"/>
          </a:xfrm>
          <a:prstGeom prst="rect">
            <a:avLst/>
          </a:prstGeom>
          <a:noFill/>
          <a:ln cap="flat" cmpd="sng" w="9525">
            <a:solidFill>
              <a:srgbClr val="E991AE"/>
            </a:solidFill>
            <a:prstDash val="solid"/>
            <a:round/>
            <a:headEnd len="sm" w="sm" type="none"/>
            <a:tailEnd len="sm" w="sm" type="none"/>
          </a:ln>
        </p:spPr>
        <p:txBody>
          <a:bodyPr anchorCtr="0" anchor="t" bIns="91425" lIns="91425" spcFirstLastPara="1" rIns="91425" wrap="square" tIns="91425">
            <a:noAutofit/>
          </a:bodyPr>
          <a:lstStyle/>
          <a:p>
            <a:pPr indent="0" lvl="0" marL="0" marR="0" rtl="0" algn="l">
              <a:lnSpc>
                <a:spcPct val="100000"/>
              </a:lnSpc>
              <a:spcBef>
                <a:spcPts val="0"/>
              </a:spcBef>
              <a:spcAft>
                <a:spcPts val="0"/>
              </a:spcAft>
              <a:buNone/>
            </a:pPr>
            <a:r>
              <a:t/>
            </a:r>
            <a:endParaRPr/>
          </a:p>
        </p:txBody>
      </p:sp>
      <p:sp>
        <p:nvSpPr>
          <p:cNvPr id="14019" name="Google Shape;14019;p237"/>
          <p:cNvSpPr/>
          <p:nvPr/>
        </p:nvSpPr>
        <p:spPr>
          <a:xfrm>
            <a:off x="2153413" y="928363"/>
            <a:ext cx="1932000" cy="5724000"/>
          </a:xfrm>
          <a:prstGeom prst="rect">
            <a:avLst/>
          </a:prstGeom>
          <a:noFill/>
          <a:ln cap="flat" cmpd="sng" w="9525">
            <a:solidFill>
              <a:srgbClr val="E991AE"/>
            </a:solidFill>
            <a:prstDash val="solid"/>
            <a:round/>
            <a:headEnd len="sm" w="sm" type="none"/>
            <a:tailEnd len="sm" w="sm" type="none"/>
          </a:ln>
        </p:spPr>
        <p:txBody>
          <a:bodyPr anchorCtr="0" anchor="t" bIns="91425" lIns="91425" spcFirstLastPara="1" rIns="91425" wrap="square" tIns="91425">
            <a:noAutofit/>
          </a:bodyPr>
          <a:lstStyle/>
          <a:p>
            <a:pPr indent="0" lvl="0" marL="0" marR="0" rtl="0" algn="l">
              <a:lnSpc>
                <a:spcPct val="100000"/>
              </a:lnSpc>
              <a:spcBef>
                <a:spcPts val="0"/>
              </a:spcBef>
              <a:spcAft>
                <a:spcPts val="0"/>
              </a:spcAft>
              <a:buNone/>
            </a:pPr>
            <a:r>
              <a:t/>
            </a:r>
            <a:endParaRPr/>
          </a:p>
        </p:txBody>
      </p:sp>
      <p:sp>
        <p:nvSpPr>
          <p:cNvPr id="14020" name="Google Shape;14020;p237"/>
          <p:cNvSpPr/>
          <p:nvPr/>
        </p:nvSpPr>
        <p:spPr>
          <a:xfrm>
            <a:off x="4085413" y="928363"/>
            <a:ext cx="1932000" cy="5724000"/>
          </a:xfrm>
          <a:prstGeom prst="rect">
            <a:avLst/>
          </a:prstGeom>
          <a:noFill/>
          <a:ln cap="flat" cmpd="sng" w="9525">
            <a:solidFill>
              <a:srgbClr val="E991AE"/>
            </a:solidFill>
            <a:prstDash val="solid"/>
            <a:round/>
            <a:headEnd len="sm" w="sm" type="none"/>
            <a:tailEnd len="sm" w="sm" type="none"/>
          </a:ln>
        </p:spPr>
        <p:txBody>
          <a:bodyPr anchorCtr="0" anchor="t" bIns="91425" lIns="91425" spcFirstLastPara="1" rIns="91425" wrap="square" tIns="91425">
            <a:noAutofit/>
          </a:bodyPr>
          <a:lstStyle/>
          <a:p>
            <a:pPr indent="0" lvl="0" marL="0" marR="0" rtl="0" algn="l">
              <a:lnSpc>
                <a:spcPct val="100000"/>
              </a:lnSpc>
              <a:spcBef>
                <a:spcPts val="0"/>
              </a:spcBef>
              <a:spcAft>
                <a:spcPts val="0"/>
              </a:spcAft>
              <a:buNone/>
            </a:pPr>
            <a:r>
              <a:t/>
            </a:r>
            <a:endParaRPr/>
          </a:p>
        </p:txBody>
      </p:sp>
      <p:sp>
        <p:nvSpPr>
          <p:cNvPr id="14021" name="Google Shape;14021;p237"/>
          <p:cNvSpPr/>
          <p:nvPr/>
        </p:nvSpPr>
        <p:spPr>
          <a:xfrm>
            <a:off x="6017713" y="928363"/>
            <a:ext cx="1932000" cy="5724000"/>
          </a:xfrm>
          <a:prstGeom prst="rect">
            <a:avLst/>
          </a:prstGeom>
          <a:noFill/>
          <a:ln cap="flat" cmpd="sng" w="9525">
            <a:solidFill>
              <a:srgbClr val="E991AE"/>
            </a:solidFill>
            <a:prstDash val="solid"/>
            <a:round/>
            <a:headEnd len="sm" w="sm" type="none"/>
            <a:tailEnd len="sm" w="sm" type="none"/>
          </a:ln>
        </p:spPr>
        <p:txBody>
          <a:bodyPr anchorCtr="0" anchor="t" bIns="91425" lIns="91425" spcFirstLastPara="1" rIns="91425" wrap="square" tIns="91425">
            <a:noAutofit/>
          </a:bodyPr>
          <a:lstStyle/>
          <a:p>
            <a:pPr indent="0" lvl="0" marL="0" marR="0" rtl="0" algn="l">
              <a:lnSpc>
                <a:spcPct val="100000"/>
              </a:lnSpc>
              <a:spcBef>
                <a:spcPts val="0"/>
              </a:spcBef>
              <a:spcAft>
                <a:spcPts val="0"/>
              </a:spcAft>
              <a:buNone/>
            </a:pPr>
            <a:r>
              <a:t/>
            </a:r>
            <a:endParaRPr/>
          </a:p>
        </p:txBody>
      </p:sp>
      <p:sp>
        <p:nvSpPr>
          <p:cNvPr id="14022" name="Google Shape;14022;p237"/>
          <p:cNvSpPr/>
          <p:nvPr/>
        </p:nvSpPr>
        <p:spPr>
          <a:xfrm>
            <a:off x="7949713" y="928363"/>
            <a:ext cx="1932000" cy="5724000"/>
          </a:xfrm>
          <a:prstGeom prst="rect">
            <a:avLst/>
          </a:prstGeom>
          <a:noFill/>
          <a:ln cap="flat" cmpd="sng" w="9525">
            <a:solidFill>
              <a:srgbClr val="E991AE"/>
            </a:solidFill>
            <a:prstDash val="solid"/>
            <a:round/>
            <a:headEnd len="sm" w="sm" type="none"/>
            <a:tailEnd len="sm" w="sm" type="none"/>
          </a:ln>
        </p:spPr>
        <p:txBody>
          <a:bodyPr anchorCtr="0" anchor="t" bIns="91425" lIns="91425" spcFirstLastPara="1" rIns="91425" wrap="square" tIns="91425">
            <a:noAutofit/>
          </a:bodyPr>
          <a:lstStyle/>
          <a:p>
            <a:pPr indent="0" lvl="0" marL="0" marR="0" rtl="0" algn="l">
              <a:lnSpc>
                <a:spcPct val="100000"/>
              </a:lnSpc>
              <a:spcBef>
                <a:spcPts val="0"/>
              </a:spcBef>
              <a:spcAft>
                <a:spcPts val="0"/>
              </a:spcAft>
              <a:buNone/>
            </a:pPr>
            <a:r>
              <a:t/>
            </a:r>
            <a:endParaRPr/>
          </a:p>
        </p:txBody>
      </p:sp>
      <p:sp>
        <p:nvSpPr>
          <p:cNvPr id="14023" name="Google Shape;14023;p237"/>
          <p:cNvSpPr/>
          <p:nvPr/>
        </p:nvSpPr>
        <p:spPr>
          <a:xfrm>
            <a:off x="221113" y="928363"/>
            <a:ext cx="9660600" cy="296700"/>
          </a:xfrm>
          <a:prstGeom prst="rect">
            <a:avLst/>
          </a:prstGeom>
          <a:noFill/>
          <a:ln cap="flat" cmpd="sng" w="9525">
            <a:solidFill>
              <a:srgbClr val="E991AE"/>
            </a:solidFill>
            <a:prstDash val="solid"/>
            <a:round/>
            <a:headEnd len="sm" w="sm" type="none"/>
            <a:tailEnd len="sm" w="sm" type="none"/>
          </a:ln>
        </p:spPr>
        <p:txBody>
          <a:bodyPr anchorCtr="0" anchor="t" bIns="91425" lIns="91425" spcFirstLastPara="1" rIns="91425" wrap="square" tIns="91425">
            <a:noAutofit/>
          </a:bodyPr>
          <a:lstStyle/>
          <a:p>
            <a:pPr indent="0" lvl="0" marL="0" marR="0" rtl="0" algn="l">
              <a:lnSpc>
                <a:spcPct val="100000"/>
              </a:lnSpc>
              <a:spcBef>
                <a:spcPts val="0"/>
              </a:spcBef>
              <a:spcAft>
                <a:spcPts val="0"/>
              </a:spcAft>
              <a:buNone/>
            </a:pPr>
            <a:r>
              <a:t/>
            </a:r>
            <a:endParaRPr/>
          </a:p>
        </p:txBody>
      </p:sp>
      <p:sp>
        <p:nvSpPr>
          <p:cNvPr id="14024" name="Google Shape;14024;p237"/>
          <p:cNvSpPr txBox="1"/>
          <p:nvPr>
            <p:ph idx="1" type="subTitle"/>
          </p:nvPr>
        </p:nvSpPr>
        <p:spPr>
          <a:xfrm>
            <a:off x="221113" y="928363"/>
            <a:ext cx="1932000" cy="296700"/>
          </a:xfrm>
          <a:prstGeom prst="rect">
            <a:avLst/>
          </a:prstGeom>
          <a:noFill/>
          <a:ln>
            <a:noFill/>
          </a:ln>
        </p:spPr>
        <p:txBody>
          <a:bodyPr anchorCtr="0" anchor="t" bIns="36000" lIns="36000" spcFirstLastPara="1" rIns="36000" wrap="square" tIns="36000">
            <a:noAutofit/>
          </a:bodyPr>
          <a:lstStyle>
            <a:lvl1pPr lvl="0" algn="ctr">
              <a:spcBef>
                <a:spcPts val="0"/>
              </a:spcBef>
              <a:spcAft>
                <a:spcPts val="0"/>
              </a:spcAft>
              <a:buClr>
                <a:srgbClr val="000000"/>
              </a:buClr>
              <a:buSzPts val="1200"/>
              <a:buNone/>
              <a:defRPr sz="1200">
                <a:solidFill>
                  <a:srgbClr val="000000"/>
                </a:solidFill>
              </a:defRPr>
            </a:lvl1pPr>
            <a:lvl2pPr lvl="1" algn="ctr">
              <a:spcBef>
                <a:spcPts val="0"/>
              </a:spcBef>
              <a:spcAft>
                <a:spcPts val="0"/>
              </a:spcAft>
              <a:buSzPts val="1200"/>
              <a:buNone/>
              <a:defRPr sz="1200"/>
            </a:lvl2pPr>
            <a:lvl3pPr lvl="2" algn="ctr">
              <a:spcBef>
                <a:spcPts val="0"/>
              </a:spcBef>
              <a:spcAft>
                <a:spcPts val="0"/>
              </a:spcAft>
              <a:buSzPts val="1200"/>
              <a:buNone/>
              <a:defRPr sz="1200"/>
            </a:lvl3pPr>
            <a:lvl4pPr lvl="3" algn="ctr">
              <a:spcBef>
                <a:spcPts val="0"/>
              </a:spcBef>
              <a:spcAft>
                <a:spcPts val="0"/>
              </a:spcAft>
              <a:buSzPts val="1200"/>
              <a:buNone/>
              <a:defRPr sz="1200"/>
            </a:lvl4pPr>
            <a:lvl5pPr lvl="4" algn="ctr">
              <a:spcBef>
                <a:spcPts val="0"/>
              </a:spcBef>
              <a:spcAft>
                <a:spcPts val="0"/>
              </a:spcAft>
              <a:buSzPts val="1200"/>
              <a:buNone/>
              <a:defRPr sz="1200"/>
            </a:lvl5pPr>
            <a:lvl6pPr lvl="5" algn="ctr">
              <a:spcBef>
                <a:spcPts val="0"/>
              </a:spcBef>
              <a:spcAft>
                <a:spcPts val="0"/>
              </a:spcAft>
              <a:buSzPts val="1200"/>
              <a:buNone/>
              <a:defRPr sz="1200"/>
            </a:lvl6pPr>
            <a:lvl7pPr lvl="6" algn="ctr">
              <a:spcBef>
                <a:spcPts val="0"/>
              </a:spcBef>
              <a:spcAft>
                <a:spcPts val="0"/>
              </a:spcAft>
              <a:buSzPts val="1200"/>
              <a:buNone/>
              <a:defRPr sz="1200"/>
            </a:lvl7pPr>
            <a:lvl8pPr lvl="7" algn="ctr">
              <a:spcBef>
                <a:spcPts val="0"/>
              </a:spcBef>
              <a:spcAft>
                <a:spcPts val="0"/>
              </a:spcAft>
              <a:buSzPts val="1200"/>
              <a:buNone/>
              <a:defRPr sz="1200"/>
            </a:lvl8pPr>
            <a:lvl9pPr lvl="8" algn="ctr">
              <a:spcBef>
                <a:spcPts val="0"/>
              </a:spcBef>
              <a:spcAft>
                <a:spcPts val="0"/>
              </a:spcAft>
              <a:buSzPts val="1200"/>
              <a:buNone/>
              <a:defRPr sz="1200"/>
            </a:lvl9pPr>
          </a:lstStyle>
          <a:p/>
        </p:txBody>
      </p:sp>
      <p:sp>
        <p:nvSpPr>
          <p:cNvPr id="14025" name="Google Shape;14025;p237"/>
          <p:cNvSpPr txBox="1"/>
          <p:nvPr>
            <p:ph idx="4" type="subTitle"/>
          </p:nvPr>
        </p:nvSpPr>
        <p:spPr>
          <a:xfrm>
            <a:off x="2153413" y="928363"/>
            <a:ext cx="1932000" cy="296700"/>
          </a:xfrm>
          <a:prstGeom prst="rect">
            <a:avLst/>
          </a:prstGeom>
          <a:noFill/>
          <a:ln>
            <a:noFill/>
          </a:ln>
        </p:spPr>
        <p:txBody>
          <a:bodyPr anchorCtr="0" anchor="t" bIns="36000" lIns="36000" spcFirstLastPara="1" rIns="36000" wrap="square" tIns="36000">
            <a:noAutofit/>
          </a:bodyPr>
          <a:lstStyle>
            <a:lvl1pPr lvl="0" algn="ctr">
              <a:spcBef>
                <a:spcPts val="0"/>
              </a:spcBef>
              <a:spcAft>
                <a:spcPts val="0"/>
              </a:spcAft>
              <a:buClr>
                <a:srgbClr val="000000"/>
              </a:buClr>
              <a:buSzPts val="1200"/>
              <a:buNone/>
              <a:defRPr sz="1200">
                <a:solidFill>
                  <a:srgbClr val="000000"/>
                </a:solidFill>
              </a:defRPr>
            </a:lvl1pPr>
            <a:lvl2pPr lvl="1" algn="ctr">
              <a:spcBef>
                <a:spcPts val="0"/>
              </a:spcBef>
              <a:spcAft>
                <a:spcPts val="0"/>
              </a:spcAft>
              <a:buSzPts val="1200"/>
              <a:buNone/>
              <a:defRPr sz="1200"/>
            </a:lvl2pPr>
            <a:lvl3pPr lvl="2" algn="ctr">
              <a:spcBef>
                <a:spcPts val="0"/>
              </a:spcBef>
              <a:spcAft>
                <a:spcPts val="0"/>
              </a:spcAft>
              <a:buSzPts val="1200"/>
              <a:buNone/>
              <a:defRPr sz="1200"/>
            </a:lvl3pPr>
            <a:lvl4pPr lvl="3" algn="ctr">
              <a:spcBef>
                <a:spcPts val="0"/>
              </a:spcBef>
              <a:spcAft>
                <a:spcPts val="0"/>
              </a:spcAft>
              <a:buSzPts val="1200"/>
              <a:buNone/>
              <a:defRPr sz="1200"/>
            </a:lvl4pPr>
            <a:lvl5pPr lvl="4" algn="ctr">
              <a:spcBef>
                <a:spcPts val="0"/>
              </a:spcBef>
              <a:spcAft>
                <a:spcPts val="0"/>
              </a:spcAft>
              <a:buSzPts val="1200"/>
              <a:buNone/>
              <a:defRPr sz="1200"/>
            </a:lvl5pPr>
            <a:lvl6pPr lvl="5" algn="ctr">
              <a:spcBef>
                <a:spcPts val="0"/>
              </a:spcBef>
              <a:spcAft>
                <a:spcPts val="0"/>
              </a:spcAft>
              <a:buSzPts val="1200"/>
              <a:buNone/>
              <a:defRPr sz="1200"/>
            </a:lvl6pPr>
            <a:lvl7pPr lvl="6" algn="ctr">
              <a:spcBef>
                <a:spcPts val="0"/>
              </a:spcBef>
              <a:spcAft>
                <a:spcPts val="0"/>
              </a:spcAft>
              <a:buSzPts val="1200"/>
              <a:buNone/>
              <a:defRPr sz="1200"/>
            </a:lvl7pPr>
            <a:lvl8pPr lvl="7" algn="ctr">
              <a:spcBef>
                <a:spcPts val="0"/>
              </a:spcBef>
              <a:spcAft>
                <a:spcPts val="0"/>
              </a:spcAft>
              <a:buSzPts val="1200"/>
              <a:buNone/>
              <a:defRPr sz="1200"/>
            </a:lvl8pPr>
            <a:lvl9pPr lvl="8" algn="ctr">
              <a:spcBef>
                <a:spcPts val="0"/>
              </a:spcBef>
              <a:spcAft>
                <a:spcPts val="0"/>
              </a:spcAft>
              <a:buSzPts val="1200"/>
              <a:buNone/>
              <a:defRPr sz="1200"/>
            </a:lvl9pPr>
          </a:lstStyle>
          <a:p/>
        </p:txBody>
      </p:sp>
      <p:sp>
        <p:nvSpPr>
          <p:cNvPr id="14026" name="Google Shape;14026;p237"/>
          <p:cNvSpPr txBox="1"/>
          <p:nvPr>
            <p:ph idx="5" type="subTitle"/>
          </p:nvPr>
        </p:nvSpPr>
        <p:spPr>
          <a:xfrm>
            <a:off x="4085413" y="928363"/>
            <a:ext cx="1932000" cy="296700"/>
          </a:xfrm>
          <a:prstGeom prst="rect">
            <a:avLst/>
          </a:prstGeom>
          <a:noFill/>
          <a:ln>
            <a:noFill/>
          </a:ln>
        </p:spPr>
        <p:txBody>
          <a:bodyPr anchorCtr="0" anchor="t" bIns="36000" lIns="36000" spcFirstLastPara="1" rIns="36000" wrap="square" tIns="36000">
            <a:noAutofit/>
          </a:bodyPr>
          <a:lstStyle>
            <a:lvl1pPr lvl="0" algn="ctr">
              <a:spcBef>
                <a:spcPts val="0"/>
              </a:spcBef>
              <a:spcAft>
                <a:spcPts val="0"/>
              </a:spcAft>
              <a:buClr>
                <a:srgbClr val="000000"/>
              </a:buClr>
              <a:buSzPts val="1200"/>
              <a:buNone/>
              <a:defRPr sz="1200">
                <a:solidFill>
                  <a:srgbClr val="000000"/>
                </a:solidFill>
              </a:defRPr>
            </a:lvl1pPr>
            <a:lvl2pPr lvl="1" algn="ctr">
              <a:spcBef>
                <a:spcPts val="0"/>
              </a:spcBef>
              <a:spcAft>
                <a:spcPts val="0"/>
              </a:spcAft>
              <a:buSzPts val="1200"/>
              <a:buNone/>
              <a:defRPr sz="1200"/>
            </a:lvl2pPr>
            <a:lvl3pPr lvl="2" algn="ctr">
              <a:spcBef>
                <a:spcPts val="0"/>
              </a:spcBef>
              <a:spcAft>
                <a:spcPts val="0"/>
              </a:spcAft>
              <a:buSzPts val="1200"/>
              <a:buNone/>
              <a:defRPr sz="1200"/>
            </a:lvl3pPr>
            <a:lvl4pPr lvl="3" algn="ctr">
              <a:spcBef>
                <a:spcPts val="0"/>
              </a:spcBef>
              <a:spcAft>
                <a:spcPts val="0"/>
              </a:spcAft>
              <a:buSzPts val="1200"/>
              <a:buNone/>
              <a:defRPr sz="1200"/>
            </a:lvl4pPr>
            <a:lvl5pPr lvl="4" algn="ctr">
              <a:spcBef>
                <a:spcPts val="0"/>
              </a:spcBef>
              <a:spcAft>
                <a:spcPts val="0"/>
              </a:spcAft>
              <a:buSzPts val="1200"/>
              <a:buNone/>
              <a:defRPr sz="1200"/>
            </a:lvl5pPr>
            <a:lvl6pPr lvl="5" algn="ctr">
              <a:spcBef>
                <a:spcPts val="0"/>
              </a:spcBef>
              <a:spcAft>
                <a:spcPts val="0"/>
              </a:spcAft>
              <a:buSzPts val="1200"/>
              <a:buNone/>
              <a:defRPr sz="1200"/>
            </a:lvl6pPr>
            <a:lvl7pPr lvl="6" algn="ctr">
              <a:spcBef>
                <a:spcPts val="0"/>
              </a:spcBef>
              <a:spcAft>
                <a:spcPts val="0"/>
              </a:spcAft>
              <a:buSzPts val="1200"/>
              <a:buNone/>
              <a:defRPr sz="1200"/>
            </a:lvl7pPr>
            <a:lvl8pPr lvl="7" algn="ctr">
              <a:spcBef>
                <a:spcPts val="0"/>
              </a:spcBef>
              <a:spcAft>
                <a:spcPts val="0"/>
              </a:spcAft>
              <a:buSzPts val="1200"/>
              <a:buNone/>
              <a:defRPr sz="1200"/>
            </a:lvl8pPr>
            <a:lvl9pPr lvl="8" algn="ctr">
              <a:spcBef>
                <a:spcPts val="0"/>
              </a:spcBef>
              <a:spcAft>
                <a:spcPts val="0"/>
              </a:spcAft>
              <a:buSzPts val="1200"/>
              <a:buNone/>
              <a:defRPr sz="1200"/>
            </a:lvl9pPr>
          </a:lstStyle>
          <a:p/>
        </p:txBody>
      </p:sp>
      <p:sp>
        <p:nvSpPr>
          <p:cNvPr id="14027" name="Google Shape;14027;p237"/>
          <p:cNvSpPr txBox="1"/>
          <p:nvPr>
            <p:ph idx="6" type="subTitle"/>
          </p:nvPr>
        </p:nvSpPr>
        <p:spPr>
          <a:xfrm>
            <a:off x="6017713" y="928363"/>
            <a:ext cx="1932000" cy="296700"/>
          </a:xfrm>
          <a:prstGeom prst="rect">
            <a:avLst/>
          </a:prstGeom>
          <a:noFill/>
          <a:ln>
            <a:noFill/>
          </a:ln>
        </p:spPr>
        <p:txBody>
          <a:bodyPr anchorCtr="0" anchor="t" bIns="36000" lIns="36000" spcFirstLastPara="1" rIns="36000" wrap="square" tIns="36000">
            <a:noAutofit/>
          </a:bodyPr>
          <a:lstStyle>
            <a:lvl1pPr lvl="0" algn="ctr">
              <a:spcBef>
                <a:spcPts val="0"/>
              </a:spcBef>
              <a:spcAft>
                <a:spcPts val="0"/>
              </a:spcAft>
              <a:buClr>
                <a:srgbClr val="000000"/>
              </a:buClr>
              <a:buSzPts val="1200"/>
              <a:buNone/>
              <a:defRPr sz="1200">
                <a:solidFill>
                  <a:srgbClr val="000000"/>
                </a:solidFill>
              </a:defRPr>
            </a:lvl1pPr>
            <a:lvl2pPr lvl="1" algn="ctr">
              <a:spcBef>
                <a:spcPts val="0"/>
              </a:spcBef>
              <a:spcAft>
                <a:spcPts val="0"/>
              </a:spcAft>
              <a:buSzPts val="1200"/>
              <a:buNone/>
              <a:defRPr sz="1200"/>
            </a:lvl2pPr>
            <a:lvl3pPr lvl="2" algn="ctr">
              <a:spcBef>
                <a:spcPts val="0"/>
              </a:spcBef>
              <a:spcAft>
                <a:spcPts val="0"/>
              </a:spcAft>
              <a:buSzPts val="1200"/>
              <a:buNone/>
              <a:defRPr sz="1200"/>
            </a:lvl3pPr>
            <a:lvl4pPr lvl="3" algn="ctr">
              <a:spcBef>
                <a:spcPts val="0"/>
              </a:spcBef>
              <a:spcAft>
                <a:spcPts val="0"/>
              </a:spcAft>
              <a:buSzPts val="1200"/>
              <a:buNone/>
              <a:defRPr sz="1200"/>
            </a:lvl4pPr>
            <a:lvl5pPr lvl="4" algn="ctr">
              <a:spcBef>
                <a:spcPts val="0"/>
              </a:spcBef>
              <a:spcAft>
                <a:spcPts val="0"/>
              </a:spcAft>
              <a:buSzPts val="1200"/>
              <a:buNone/>
              <a:defRPr sz="1200"/>
            </a:lvl5pPr>
            <a:lvl6pPr lvl="5" algn="ctr">
              <a:spcBef>
                <a:spcPts val="0"/>
              </a:spcBef>
              <a:spcAft>
                <a:spcPts val="0"/>
              </a:spcAft>
              <a:buSzPts val="1200"/>
              <a:buNone/>
              <a:defRPr sz="1200"/>
            </a:lvl6pPr>
            <a:lvl7pPr lvl="6" algn="ctr">
              <a:spcBef>
                <a:spcPts val="0"/>
              </a:spcBef>
              <a:spcAft>
                <a:spcPts val="0"/>
              </a:spcAft>
              <a:buSzPts val="1200"/>
              <a:buNone/>
              <a:defRPr sz="1200"/>
            </a:lvl7pPr>
            <a:lvl8pPr lvl="7" algn="ctr">
              <a:spcBef>
                <a:spcPts val="0"/>
              </a:spcBef>
              <a:spcAft>
                <a:spcPts val="0"/>
              </a:spcAft>
              <a:buSzPts val="1200"/>
              <a:buNone/>
              <a:defRPr sz="1200"/>
            </a:lvl8pPr>
            <a:lvl9pPr lvl="8" algn="ctr">
              <a:spcBef>
                <a:spcPts val="0"/>
              </a:spcBef>
              <a:spcAft>
                <a:spcPts val="0"/>
              </a:spcAft>
              <a:buSzPts val="1200"/>
              <a:buNone/>
              <a:defRPr sz="1200"/>
            </a:lvl9pPr>
          </a:lstStyle>
          <a:p/>
        </p:txBody>
      </p:sp>
      <p:sp>
        <p:nvSpPr>
          <p:cNvPr id="14028" name="Google Shape;14028;p237"/>
          <p:cNvSpPr txBox="1"/>
          <p:nvPr>
            <p:ph idx="7" type="subTitle"/>
          </p:nvPr>
        </p:nvSpPr>
        <p:spPr>
          <a:xfrm>
            <a:off x="7949713" y="928363"/>
            <a:ext cx="1932000" cy="296700"/>
          </a:xfrm>
          <a:prstGeom prst="rect">
            <a:avLst/>
          </a:prstGeom>
          <a:noFill/>
          <a:ln>
            <a:noFill/>
          </a:ln>
        </p:spPr>
        <p:txBody>
          <a:bodyPr anchorCtr="0" anchor="t" bIns="36000" lIns="36000" spcFirstLastPara="1" rIns="36000" wrap="square" tIns="36000">
            <a:noAutofit/>
          </a:bodyPr>
          <a:lstStyle>
            <a:lvl1pPr lvl="0" algn="ctr">
              <a:spcBef>
                <a:spcPts val="0"/>
              </a:spcBef>
              <a:spcAft>
                <a:spcPts val="0"/>
              </a:spcAft>
              <a:buClr>
                <a:srgbClr val="000000"/>
              </a:buClr>
              <a:buSzPts val="1200"/>
              <a:buNone/>
              <a:defRPr sz="1200">
                <a:solidFill>
                  <a:srgbClr val="000000"/>
                </a:solidFill>
              </a:defRPr>
            </a:lvl1pPr>
            <a:lvl2pPr lvl="1" algn="ctr">
              <a:spcBef>
                <a:spcPts val="0"/>
              </a:spcBef>
              <a:spcAft>
                <a:spcPts val="0"/>
              </a:spcAft>
              <a:buSzPts val="1200"/>
              <a:buNone/>
              <a:defRPr sz="1200"/>
            </a:lvl2pPr>
            <a:lvl3pPr lvl="2" algn="ctr">
              <a:spcBef>
                <a:spcPts val="0"/>
              </a:spcBef>
              <a:spcAft>
                <a:spcPts val="0"/>
              </a:spcAft>
              <a:buSzPts val="1200"/>
              <a:buNone/>
              <a:defRPr sz="1200"/>
            </a:lvl3pPr>
            <a:lvl4pPr lvl="3" algn="ctr">
              <a:spcBef>
                <a:spcPts val="0"/>
              </a:spcBef>
              <a:spcAft>
                <a:spcPts val="0"/>
              </a:spcAft>
              <a:buSzPts val="1200"/>
              <a:buNone/>
              <a:defRPr sz="1200"/>
            </a:lvl4pPr>
            <a:lvl5pPr lvl="4" algn="ctr">
              <a:spcBef>
                <a:spcPts val="0"/>
              </a:spcBef>
              <a:spcAft>
                <a:spcPts val="0"/>
              </a:spcAft>
              <a:buSzPts val="1200"/>
              <a:buNone/>
              <a:defRPr sz="1200"/>
            </a:lvl5pPr>
            <a:lvl6pPr lvl="5" algn="ctr">
              <a:spcBef>
                <a:spcPts val="0"/>
              </a:spcBef>
              <a:spcAft>
                <a:spcPts val="0"/>
              </a:spcAft>
              <a:buSzPts val="1200"/>
              <a:buNone/>
              <a:defRPr sz="1200"/>
            </a:lvl6pPr>
            <a:lvl7pPr lvl="6" algn="ctr">
              <a:spcBef>
                <a:spcPts val="0"/>
              </a:spcBef>
              <a:spcAft>
                <a:spcPts val="0"/>
              </a:spcAft>
              <a:buSzPts val="1200"/>
              <a:buNone/>
              <a:defRPr sz="1200"/>
            </a:lvl7pPr>
            <a:lvl8pPr lvl="7" algn="ctr">
              <a:spcBef>
                <a:spcPts val="0"/>
              </a:spcBef>
              <a:spcAft>
                <a:spcPts val="0"/>
              </a:spcAft>
              <a:buSzPts val="1200"/>
              <a:buNone/>
              <a:defRPr sz="1200"/>
            </a:lvl8pPr>
            <a:lvl9pPr lvl="8" algn="ctr">
              <a:spcBef>
                <a:spcPts val="0"/>
              </a:spcBef>
              <a:spcAft>
                <a:spcPts val="0"/>
              </a:spcAft>
              <a:buSzPts val="1200"/>
              <a:buNone/>
              <a:defRPr sz="1200"/>
            </a:lvl9pPr>
          </a:lstStyle>
          <a:p/>
        </p:txBody>
      </p:sp>
      <p:sp>
        <p:nvSpPr>
          <p:cNvPr id="14029" name="Google Shape;14029;p237"/>
          <p:cNvSpPr txBox="1"/>
          <p:nvPr>
            <p:ph idx="8" type="body"/>
          </p:nvPr>
        </p:nvSpPr>
        <p:spPr>
          <a:xfrm>
            <a:off x="641150" y="612125"/>
            <a:ext cx="1770300" cy="160500"/>
          </a:xfrm>
          <a:prstGeom prst="rect">
            <a:avLst/>
          </a:prstGeom>
          <a:noFill/>
          <a:ln>
            <a:noFill/>
          </a:ln>
        </p:spPr>
        <p:txBody>
          <a:bodyPr anchorCtr="0" anchor="t" bIns="0" lIns="0" spcFirstLastPara="1" rIns="0" wrap="square" tIns="0">
            <a:noAutofit/>
          </a:bodyPr>
          <a:lstStyle>
            <a:lvl1pPr indent="-292100" lvl="0" marL="457200" algn="ctr">
              <a:spcBef>
                <a:spcPts val="0"/>
              </a:spcBef>
              <a:spcAft>
                <a:spcPts val="0"/>
              </a:spcAft>
              <a:buClr>
                <a:srgbClr val="FFFFFF"/>
              </a:buClr>
              <a:buSzPts val="1000"/>
              <a:buChar char="●"/>
              <a:defRPr sz="1000">
                <a:solidFill>
                  <a:srgbClr val="FFFFFF"/>
                </a:solidFill>
              </a:defRPr>
            </a:lvl1pPr>
            <a:lvl2pPr indent="-292100" lvl="1" marL="914400" algn="ctr">
              <a:spcBef>
                <a:spcPts val="0"/>
              </a:spcBef>
              <a:spcAft>
                <a:spcPts val="0"/>
              </a:spcAft>
              <a:buClr>
                <a:srgbClr val="FFFFFF"/>
              </a:buClr>
              <a:buSzPts val="1000"/>
              <a:buChar char="○"/>
              <a:defRPr sz="1000">
                <a:solidFill>
                  <a:srgbClr val="FFFFFF"/>
                </a:solidFill>
              </a:defRPr>
            </a:lvl2pPr>
            <a:lvl3pPr indent="-292100" lvl="2" marL="1371600" algn="ctr">
              <a:spcBef>
                <a:spcPts val="0"/>
              </a:spcBef>
              <a:spcAft>
                <a:spcPts val="0"/>
              </a:spcAft>
              <a:buClr>
                <a:srgbClr val="FFFFFF"/>
              </a:buClr>
              <a:buSzPts val="1000"/>
              <a:buChar char="■"/>
              <a:defRPr sz="1000">
                <a:solidFill>
                  <a:srgbClr val="FFFFFF"/>
                </a:solidFill>
              </a:defRPr>
            </a:lvl3pPr>
            <a:lvl4pPr indent="-292100" lvl="3" marL="1828800" algn="ctr">
              <a:spcBef>
                <a:spcPts val="0"/>
              </a:spcBef>
              <a:spcAft>
                <a:spcPts val="0"/>
              </a:spcAft>
              <a:buClr>
                <a:srgbClr val="FFFFFF"/>
              </a:buClr>
              <a:buSzPts val="1000"/>
              <a:buChar char="●"/>
              <a:defRPr sz="1000">
                <a:solidFill>
                  <a:srgbClr val="FFFFFF"/>
                </a:solidFill>
              </a:defRPr>
            </a:lvl4pPr>
            <a:lvl5pPr indent="-292100" lvl="4" marL="2286000" algn="ctr">
              <a:spcBef>
                <a:spcPts val="0"/>
              </a:spcBef>
              <a:spcAft>
                <a:spcPts val="0"/>
              </a:spcAft>
              <a:buClr>
                <a:srgbClr val="FFFFFF"/>
              </a:buClr>
              <a:buSzPts val="1000"/>
              <a:buChar char="○"/>
              <a:defRPr sz="1000">
                <a:solidFill>
                  <a:srgbClr val="FFFFFF"/>
                </a:solidFill>
              </a:defRPr>
            </a:lvl5pPr>
            <a:lvl6pPr indent="-292100" lvl="5" marL="2743200" algn="ctr">
              <a:spcBef>
                <a:spcPts val="0"/>
              </a:spcBef>
              <a:spcAft>
                <a:spcPts val="0"/>
              </a:spcAft>
              <a:buClr>
                <a:srgbClr val="FFFFFF"/>
              </a:buClr>
              <a:buSzPts val="1000"/>
              <a:buChar char="■"/>
              <a:defRPr sz="1000">
                <a:solidFill>
                  <a:srgbClr val="FFFFFF"/>
                </a:solidFill>
              </a:defRPr>
            </a:lvl6pPr>
            <a:lvl7pPr indent="-292100" lvl="6" marL="3200400" algn="ctr">
              <a:spcBef>
                <a:spcPts val="0"/>
              </a:spcBef>
              <a:spcAft>
                <a:spcPts val="0"/>
              </a:spcAft>
              <a:buClr>
                <a:srgbClr val="FFFFFF"/>
              </a:buClr>
              <a:buSzPts val="1000"/>
              <a:buChar char="●"/>
              <a:defRPr sz="1000">
                <a:solidFill>
                  <a:srgbClr val="FFFFFF"/>
                </a:solidFill>
              </a:defRPr>
            </a:lvl7pPr>
            <a:lvl8pPr indent="-292100" lvl="7" marL="3657600" algn="ctr">
              <a:spcBef>
                <a:spcPts val="0"/>
              </a:spcBef>
              <a:spcAft>
                <a:spcPts val="0"/>
              </a:spcAft>
              <a:buClr>
                <a:srgbClr val="FFFFFF"/>
              </a:buClr>
              <a:buSzPts val="1000"/>
              <a:buChar char="○"/>
              <a:defRPr sz="1000">
                <a:solidFill>
                  <a:srgbClr val="FFFFFF"/>
                </a:solidFill>
              </a:defRPr>
            </a:lvl8pPr>
            <a:lvl9pPr indent="-292100" lvl="8" marL="4114800" algn="ctr">
              <a:spcBef>
                <a:spcPts val="0"/>
              </a:spcBef>
              <a:spcAft>
                <a:spcPts val="0"/>
              </a:spcAft>
              <a:buClr>
                <a:srgbClr val="FFFFFF"/>
              </a:buClr>
              <a:buSzPts val="1000"/>
              <a:buChar char="■"/>
              <a:defRPr sz="1000">
                <a:solidFill>
                  <a:srgbClr val="FFFFFF"/>
                </a:solidFill>
              </a:defRPr>
            </a:lvl9pPr>
          </a:lstStyle>
          <a:p/>
        </p:txBody>
      </p:sp>
      <p:sp>
        <p:nvSpPr>
          <p:cNvPr id="14030" name="Google Shape;14030;p237"/>
          <p:cNvSpPr txBox="1"/>
          <p:nvPr/>
        </p:nvSpPr>
        <p:spPr>
          <a:xfrm>
            <a:off x="84825" y="598125"/>
            <a:ext cx="595500" cy="205800"/>
          </a:xfrm>
          <a:prstGeom prst="rect">
            <a:avLst/>
          </a:prstGeom>
          <a:noFill/>
          <a:ln>
            <a:noFill/>
          </a:ln>
        </p:spPr>
        <p:txBody>
          <a:bodyPr anchorCtr="0" anchor="t" bIns="18000" lIns="18000" spcFirstLastPara="1" rIns="18000" wrap="square" tIns="18000">
            <a:spAutoFit/>
          </a:bodyPr>
          <a:lstStyle/>
          <a:p>
            <a:pPr indent="0" lvl="0" marL="0" rtl="0" algn="l">
              <a:spcBef>
                <a:spcPts val="0"/>
              </a:spcBef>
              <a:spcAft>
                <a:spcPts val="0"/>
              </a:spcAft>
              <a:buNone/>
            </a:pPr>
            <a:r>
              <a:rPr lang="es-419" sz="1100">
                <a:solidFill>
                  <a:srgbClr val="FFFFFF"/>
                </a:solidFill>
              </a:rPr>
              <a:t>Nombre:</a:t>
            </a:r>
            <a:endParaRPr sz="1100">
              <a:solidFill>
                <a:srgbClr val="FFFFFF"/>
              </a:solidFill>
            </a:endParaRPr>
          </a:p>
        </p:txBody>
      </p:sp>
    </p:spTree>
  </p:cSld>
  <p:clrMapOvr>
    <a:masterClrMapping/>
  </p:clrMapOvr>
</p:sldLayout>
</file>

<file path=ppt/slideLayouts/slideLayout23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4.6 Diagrama de Comunicación">
  <p:cSld name="TITLE_3_6_1_1_1_1_1_1_1_1_1_1_1_1_1_1_1_1_1_1_1">
    <p:spTree>
      <p:nvGrpSpPr>
        <p:cNvPr id="14031" name="Shape 14031"/>
        <p:cNvGrpSpPr/>
        <p:nvPr/>
      </p:nvGrpSpPr>
      <p:grpSpPr>
        <a:xfrm>
          <a:off x="0" y="0"/>
          <a:ext cx="0" cy="0"/>
          <a:chOff x="0" y="0"/>
          <a:chExt cx="0" cy="0"/>
        </a:xfrm>
      </p:grpSpPr>
      <p:sp>
        <p:nvSpPr>
          <p:cNvPr id="14032" name="Google Shape;14032;p238"/>
          <p:cNvSpPr/>
          <p:nvPr/>
        </p:nvSpPr>
        <p:spPr>
          <a:xfrm>
            <a:off x="97888" y="377012"/>
            <a:ext cx="9893400" cy="296700"/>
          </a:xfrm>
          <a:prstGeom prst="roundRect">
            <a:avLst>
              <a:gd fmla="val 22902" name="adj"/>
            </a:avLst>
          </a:prstGeom>
          <a:solidFill>
            <a:srgbClr val="F3F3F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14033" name="Google Shape;14033;p238"/>
          <p:cNvSpPr/>
          <p:nvPr/>
        </p:nvSpPr>
        <p:spPr>
          <a:xfrm>
            <a:off x="77688" y="358938"/>
            <a:ext cx="9935700" cy="6438000"/>
          </a:xfrm>
          <a:prstGeom prst="roundRect">
            <a:avLst>
              <a:gd fmla="val 2618" name="adj"/>
            </a:avLst>
          </a:prstGeom>
          <a:solidFill>
            <a:srgbClr val="FFFFFF"/>
          </a:solidFill>
          <a:ln cap="flat" cmpd="sng" w="38100">
            <a:solidFill>
              <a:srgbClr val="000000"/>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4034" name="Google Shape;14034;p238"/>
          <p:cNvCxnSpPr/>
          <p:nvPr/>
        </p:nvCxnSpPr>
        <p:spPr>
          <a:xfrm>
            <a:off x="77688" y="772614"/>
            <a:ext cx="9935700" cy="0"/>
          </a:xfrm>
          <a:prstGeom prst="straightConnector1">
            <a:avLst/>
          </a:prstGeom>
          <a:noFill/>
          <a:ln cap="flat" cmpd="sng" w="19050">
            <a:solidFill>
              <a:srgbClr val="000000"/>
            </a:solidFill>
            <a:prstDash val="solid"/>
            <a:round/>
            <a:headEnd len="med" w="med" type="none"/>
            <a:tailEnd len="med" w="med" type="none"/>
          </a:ln>
        </p:spPr>
      </p:cxnSp>
      <p:cxnSp>
        <p:nvCxnSpPr>
          <p:cNvPr id="14035" name="Google Shape;14035;p238"/>
          <p:cNvCxnSpPr/>
          <p:nvPr/>
        </p:nvCxnSpPr>
        <p:spPr>
          <a:xfrm rot="10800000">
            <a:off x="2439038" y="368188"/>
            <a:ext cx="0" cy="402300"/>
          </a:xfrm>
          <a:prstGeom prst="straightConnector1">
            <a:avLst/>
          </a:prstGeom>
          <a:noFill/>
          <a:ln cap="flat" cmpd="sng" w="19050">
            <a:solidFill>
              <a:srgbClr val="000000"/>
            </a:solidFill>
            <a:prstDash val="solid"/>
            <a:round/>
            <a:headEnd len="med" w="med" type="none"/>
            <a:tailEnd len="med" w="med" type="none"/>
          </a:ln>
        </p:spPr>
      </p:cxnSp>
      <p:sp>
        <p:nvSpPr>
          <p:cNvPr id="14036" name="Google Shape;14036;p238"/>
          <p:cNvSpPr txBox="1"/>
          <p:nvPr>
            <p:ph type="title"/>
          </p:nvPr>
        </p:nvSpPr>
        <p:spPr>
          <a:xfrm flipH="1">
            <a:off x="3219174" y="437575"/>
            <a:ext cx="1731300" cy="2658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200"/>
              <a:buNone/>
              <a:defRPr sz="1200">
                <a:solidFill>
                  <a:srgbClr val="000000"/>
                </a:solidFill>
              </a:defRPr>
            </a:lvl1pPr>
            <a:lvl2pPr lvl="1">
              <a:spcBef>
                <a:spcPts val="0"/>
              </a:spcBef>
              <a:spcAft>
                <a:spcPts val="0"/>
              </a:spcAft>
              <a:buClr>
                <a:srgbClr val="000000"/>
              </a:buClr>
              <a:buSzPts val="1100"/>
              <a:buNone/>
              <a:defRPr sz="1100">
                <a:solidFill>
                  <a:srgbClr val="000000"/>
                </a:solidFill>
              </a:defRPr>
            </a:lvl2pPr>
            <a:lvl3pPr lvl="2">
              <a:spcBef>
                <a:spcPts val="0"/>
              </a:spcBef>
              <a:spcAft>
                <a:spcPts val="0"/>
              </a:spcAft>
              <a:buClr>
                <a:srgbClr val="000000"/>
              </a:buClr>
              <a:buSzPts val="1100"/>
              <a:buNone/>
              <a:defRPr sz="1100">
                <a:solidFill>
                  <a:srgbClr val="000000"/>
                </a:solidFill>
              </a:defRPr>
            </a:lvl3pPr>
            <a:lvl4pPr lvl="3">
              <a:spcBef>
                <a:spcPts val="0"/>
              </a:spcBef>
              <a:spcAft>
                <a:spcPts val="0"/>
              </a:spcAft>
              <a:buClr>
                <a:srgbClr val="000000"/>
              </a:buClr>
              <a:buSzPts val="1100"/>
              <a:buNone/>
              <a:defRPr sz="1100">
                <a:solidFill>
                  <a:srgbClr val="000000"/>
                </a:solidFill>
              </a:defRPr>
            </a:lvl4pPr>
            <a:lvl5pPr lvl="4">
              <a:spcBef>
                <a:spcPts val="0"/>
              </a:spcBef>
              <a:spcAft>
                <a:spcPts val="0"/>
              </a:spcAft>
              <a:buClr>
                <a:srgbClr val="000000"/>
              </a:buClr>
              <a:buSzPts val="1100"/>
              <a:buNone/>
              <a:defRPr sz="1100">
                <a:solidFill>
                  <a:srgbClr val="000000"/>
                </a:solidFill>
              </a:defRPr>
            </a:lvl5pPr>
            <a:lvl6pPr lvl="5">
              <a:spcBef>
                <a:spcPts val="0"/>
              </a:spcBef>
              <a:spcAft>
                <a:spcPts val="0"/>
              </a:spcAft>
              <a:buClr>
                <a:srgbClr val="000000"/>
              </a:buClr>
              <a:buSzPts val="1100"/>
              <a:buNone/>
              <a:defRPr sz="1100">
                <a:solidFill>
                  <a:srgbClr val="000000"/>
                </a:solidFill>
              </a:defRPr>
            </a:lvl6pPr>
            <a:lvl7pPr lvl="6">
              <a:spcBef>
                <a:spcPts val="0"/>
              </a:spcBef>
              <a:spcAft>
                <a:spcPts val="0"/>
              </a:spcAft>
              <a:buClr>
                <a:srgbClr val="000000"/>
              </a:buClr>
              <a:buSzPts val="1100"/>
              <a:buNone/>
              <a:defRPr sz="1100">
                <a:solidFill>
                  <a:srgbClr val="000000"/>
                </a:solidFill>
              </a:defRPr>
            </a:lvl7pPr>
            <a:lvl8pPr lvl="7">
              <a:spcBef>
                <a:spcPts val="0"/>
              </a:spcBef>
              <a:spcAft>
                <a:spcPts val="0"/>
              </a:spcAft>
              <a:buClr>
                <a:srgbClr val="000000"/>
              </a:buClr>
              <a:buSzPts val="1100"/>
              <a:buNone/>
              <a:defRPr sz="1100">
                <a:solidFill>
                  <a:srgbClr val="000000"/>
                </a:solidFill>
              </a:defRPr>
            </a:lvl8pPr>
            <a:lvl9pPr lvl="8">
              <a:spcBef>
                <a:spcPts val="0"/>
              </a:spcBef>
              <a:spcAft>
                <a:spcPts val="0"/>
              </a:spcAft>
              <a:buClr>
                <a:srgbClr val="000000"/>
              </a:buClr>
              <a:buSzPts val="1100"/>
              <a:buNone/>
              <a:defRPr sz="1100">
                <a:solidFill>
                  <a:srgbClr val="000000"/>
                </a:solidFill>
              </a:defRPr>
            </a:lvl9pPr>
          </a:lstStyle>
          <a:p/>
        </p:txBody>
      </p:sp>
      <p:sp>
        <p:nvSpPr>
          <p:cNvPr id="14037" name="Google Shape;14037;p238"/>
          <p:cNvSpPr txBox="1"/>
          <p:nvPr/>
        </p:nvSpPr>
        <p:spPr>
          <a:xfrm>
            <a:off x="2513487" y="437267"/>
            <a:ext cx="679500" cy="2664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b="1" lang="es-419" sz="1100"/>
              <a:t>Proceso:</a:t>
            </a:r>
            <a:endParaRPr b="1" sz="1100"/>
          </a:p>
        </p:txBody>
      </p:sp>
      <p:cxnSp>
        <p:nvCxnSpPr>
          <p:cNvPr id="14038" name="Google Shape;14038;p238"/>
          <p:cNvCxnSpPr/>
          <p:nvPr/>
        </p:nvCxnSpPr>
        <p:spPr>
          <a:xfrm rot="10800000">
            <a:off x="5070754" y="368188"/>
            <a:ext cx="0" cy="402300"/>
          </a:xfrm>
          <a:prstGeom prst="straightConnector1">
            <a:avLst/>
          </a:prstGeom>
          <a:noFill/>
          <a:ln cap="flat" cmpd="sng" w="19050">
            <a:solidFill>
              <a:srgbClr val="000000"/>
            </a:solidFill>
            <a:prstDash val="solid"/>
            <a:round/>
            <a:headEnd len="med" w="med" type="none"/>
            <a:tailEnd len="med" w="med" type="none"/>
          </a:ln>
        </p:spPr>
      </p:cxnSp>
      <p:sp>
        <p:nvSpPr>
          <p:cNvPr id="14039" name="Google Shape;14039;p238"/>
          <p:cNvSpPr txBox="1"/>
          <p:nvPr/>
        </p:nvSpPr>
        <p:spPr>
          <a:xfrm>
            <a:off x="5191013" y="387663"/>
            <a:ext cx="13026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Finalidad empresa:</a:t>
            </a:r>
            <a:endParaRPr b="1" sz="1100"/>
          </a:p>
        </p:txBody>
      </p:sp>
      <p:sp>
        <p:nvSpPr>
          <p:cNvPr id="14040" name="Google Shape;14040;p238"/>
          <p:cNvSpPr txBox="1"/>
          <p:nvPr/>
        </p:nvSpPr>
        <p:spPr>
          <a:xfrm>
            <a:off x="5191013" y="579538"/>
            <a:ext cx="11637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Finalidad cliente:</a:t>
            </a:r>
            <a:endParaRPr b="1" sz="1100"/>
          </a:p>
        </p:txBody>
      </p:sp>
      <p:sp>
        <p:nvSpPr>
          <p:cNvPr id="14041" name="Google Shape;14041;p238"/>
          <p:cNvSpPr/>
          <p:nvPr/>
        </p:nvSpPr>
        <p:spPr>
          <a:xfrm>
            <a:off x="77688" y="349338"/>
            <a:ext cx="2361300" cy="421200"/>
          </a:xfrm>
          <a:prstGeom prst="roundRect">
            <a:avLst>
              <a:gd fmla="val 50000" name="adj"/>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s-419" sz="1200">
                <a:solidFill>
                  <a:srgbClr val="FFFFFF"/>
                </a:solidFill>
              </a:rPr>
              <a:t>Diagrama de Comunicación</a:t>
            </a:r>
            <a:endParaRPr b="1" sz="1200">
              <a:solidFill>
                <a:srgbClr val="FFFFFF"/>
              </a:solidFill>
            </a:endParaRPr>
          </a:p>
          <a:p>
            <a:pPr indent="0" lvl="0" marL="0" rtl="0" algn="ctr">
              <a:spcBef>
                <a:spcPts val="0"/>
              </a:spcBef>
              <a:spcAft>
                <a:spcPts val="0"/>
              </a:spcAft>
              <a:buNone/>
            </a:pPr>
            <a:r>
              <a:t/>
            </a:r>
            <a:endParaRPr b="1" sz="1200">
              <a:solidFill>
                <a:srgbClr val="FFFFFF"/>
              </a:solidFill>
            </a:endParaRPr>
          </a:p>
        </p:txBody>
      </p:sp>
      <p:sp>
        <p:nvSpPr>
          <p:cNvPr id="14042" name="Google Shape;14042;p238"/>
          <p:cNvSpPr/>
          <p:nvPr/>
        </p:nvSpPr>
        <p:spPr>
          <a:xfrm>
            <a:off x="83988" y="595504"/>
            <a:ext cx="190200" cy="1692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3" name="Google Shape;14043;p238"/>
          <p:cNvSpPr/>
          <p:nvPr/>
        </p:nvSpPr>
        <p:spPr>
          <a:xfrm>
            <a:off x="2292338" y="358938"/>
            <a:ext cx="146700" cy="4023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4" name="Google Shape;14044;p238"/>
          <p:cNvSpPr txBox="1"/>
          <p:nvPr>
            <p:ph idx="2" type="title"/>
          </p:nvPr>
        </p:nvSpPr>
        <p:spPr>
          <a:xfrm flipH="1">
            <a:off x="6546263" y="387663"/>
            <a:ext cx="3350100" cy="1692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000"/>
              <a:buNone/>
              <a:defRPr sz="1000">
                <a:solidFill>
                  <a:srgbClr val="000000"/>
                </a:solidFill>
              </a:defRPr>
            </a:lvl1pPr>
            <a:lvl2pPr lvl="1">
              <a:spcBef>
                <a:spcPts val="0"/>
              </a:spcBef>
              <a:spcAft>
                <a:spcPts val="0"/>
              </a:spcAft>
              <a:buClr>
                <a:srgbClr val="000000"/>
              </a:buClr>
              <a:buSzPts val="1000"/>
              <a:buNone/>
              <a:defRPr sz="1000">
                <a:solidFill>
                  <a:srgbClr val="000000"/>
                </a:solidFill>
              </a:defRPr>
            </a:lvl2pPr>
            <a:lvl3pPr lvl="2">
              <a:spcBef>
                <a:spcPts val="0"/>
              </a:spcBef>
              <a:spcAft>
                <a:spcPts val="0"/>
              </a:spcAft>
              <a:buClr>
                <a:srgbClr val="000000"/>
              </a:buClr>
              <a:buSzPts val="1000"/>
              <a:buNone/>
              <a:defRPr sz="1000">
                <a:solidFill>
                  <a:srgbClr val="000000"/>
                </a:solidFill>
              </a:defRPr>
            </a:lvl3pPr>
            <a:lvl4pPr lvl="3">
              <a:spcBef>
                <a:spcPts val="0"/>
              </a:spcBef>
              <a:spcAft>
                <a:spcPts val="0"/>
              </a:spcAft>
              <a:buClr>
                <a:srgbClr val="000000"/>
              </a:buClr>
              <a:buSzPts val="1000"/>
              <a:buNone/>
              <a:defRPr sz="1000">
                <a:solidFill>
                  <a:srgbClr val="000000"/>
                </a:solidFill>
              </a:defRPr>
            </a:lvl4pPr>
            <a:lvl5pPr lvl="4">
              <a:spcBef>
                <a:spcPts val="0"/>
              </a:spcBef>
              <a:spcAft>
                <a:spcPts val="0"/>
              </a:spcAft>
              <a:buClr>
                <a:srgbClr val="000000"/>
              </a:buClr>
              <a:buSzPts val="1000"/>
              <a:buNone/>
              <a:defRPr sz="1000">
                <a:solidFill>
                  <a:srgbClr val="000000"/>
                </a:solidFill>
              </a:defRPr>
            </a:lvl5pPr>
            <a:lvl6pPr lvl="5">
              <a:spcBef>
                <a:spcPts val="0"/>
              </a:spcBef>
              <a:spcAft>
                <a:spcPts val="0"/>
              </a:spcAft>
              <a:buClr>
                <a:srgbClr val="000000"/>
              </a:buClr>
              <a:buSzPts val="1000"/>
              <a:buNone/>
              <a:defRPr sz="1000">
                <a:solidFill>
                  <a:srgbClr val="000000"/>
                </a:solidFill>
              </a:defRPr>
            </a:lvl6pPr>
            <a:lvl7pPr lvl="6">
              <a:spcBef>
                <a:spcPts val="0"/>
              </a:spcBef>
              <a:spcAft>
                <a:spcPts val="0"/>
              </a:spcAft>
              <a:buClr>
                <a:srgbClr val="000000"/>
              </a:buClr>
              <a:buSzPts val="1000"/>
              <a:buNone/>
              <a:defRPr sz="1000">
                <a:solidFill>
                  <a:srgbClr val="000000"/>
                </a:solidFill>
              </a:defRPr>
            </a:lvl7pPr>
            <a:lvl8pPr lvl="7">
              <a:spcBef>
                <a:spcPts val="0"/>
              </a:spcBef>
              <a:spcAft>
                <a:spcPts val="0"/>
              </a:spcAft>
              <a:buClr>
                <a:srgbClr val="000000"/>
              </a:buClr>
              <a:buSzPts val="1000"/>
              <a:buNone/>
              <a:defRPr sz="1000">
                <a:solidFill>
                  <a:srgbClr val="000000"/>
                </a:solidFill>
              </a:defRPr>
            </a:lvl8pPr>
            <a:lvl9pPr lvl="8">
              <a:spcBef>
                <a:spcPts val="0"/>
              </a:spcBef>
              <a:spcAft>
                <a:spcPts val="0"/>
              </a:spcAft>
              <a:buClr>
                <a:srgbClr val="000000"/>
              </a:buClr>
              <a:buSzPts val="1000"/>
              <a:buNone/>
              <a:defRPr sz="1000">
                <a:solidFill>
                  <a:srgbClr val="000000"/>
                </a:solidFill>
              </a:defRPr>
            </a:lvl9pPr>
          </a:lstStyle>
          <a:p/>
        </p:txBody>
      </p:sp>
      <p:sp>
        <p:nvSpPr>
          <p:cNvPr id="14045" name="Google Shape;14045;p238"/>
          <p:cNvSpPr txBox="1"/>
          <p:nvPr>
            <p:ph idx="3" type="title"/>
          </p:nvPr>
        </p:nvSpPr>
        <p:spPr>
          <a:xfrm flipH="1">
            <a:off x="6546263" y="579538"/>
            <a:ext cx="3350100" cy="1692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000"/>
              <a:buNone/>
              <a:defRPr sz="1000">
                <a:solidFill>
                  <a:srgbClr val="000000"/>
                </a:solidFill>
              </a:defRPr>
            </a:lvl1pPr>
            <a:lvl2pPr lvl="1">
              <a:spcBef>
                <a:spcPts val="0"/>
              </a:spcBef>
              <a:spcAft>
                <a:spcPts val="0"/>
              </a:spcAft>
              <a:buClr>
                <a:srgbClr val="000000"/>
              </a:buClr>
              <a:buSzPts val="1000"/>
              <a:buNone/>
              <a:defRPr sz="1000">
                <a:solidFill>
                  <a:srgbClr val="000000"/>
                </a:solidFill>
              </a:defRPr>
            </a:lvl2pPr>
            <a:lvl3pPr lvl="2">
              <a:spcBef>
                <a:spcPts val="0"/>
              </a:spcBef>
              <a:spcAft>
                <a:spcPts val="0"/>
              </a:spcAft>
              <a:buClr>
                <a:srgbClr val="000000"/>
              </a:buClr>
              <a:buSzPts val="1000"/>
              <a:buNone/>
              <a:defRPr sz="1000">
                <a:solidFill>
                  <a:srgbClr val="000000"/>
                </a:solidFill>
              </a:defRPr>
            </a:lvl3pPr>
            <a:lvl4pPr lvl="3">
              <a:spcBef>
                <a:spcPts val="0"/>
              </a:spcBef>
              <a:spcAft>
                <a:spcPts val="0"/>
              </a:spcAft>
              <a:buClr>
                <a:srgbClr val="000000"/>
              </a:buClr>
              <a:buSzPts val="1000"/>
              <a:buNone/>
              <a:defRPr sz="1000">
                <a:solidFill>
                  <a:srgbClr val="000000"/>
                </a:solidFill>
              </a:defRPr>
            </a:lvl4pPr>
            <a:lvl5pPr lvl="4">
              <a:spcBef>
                <a:spcPts val="0"/>
              </a:spcBef>
              <a:spcAft>
                <a:spcPts val="0"/>
              </a:spcAft>
              <a:buClr>
                <a:srgbClr val="000000"/>
              </a:buClr>
              <a:buSzPts val="1000"/>
              <a:buNone/>
              <a:defRPr sz="1000">
                <a:solidFill>
                  <a:srgbClr val="000000"/>
                </a:solidFill>
              </a:defRPr>
            </a:lvl5pPr>
            <a:lvl6pPr lvl="5">
              <a:spcBef>
                <a:spcPts val="0"/>
              </a:spcBef>
              <a:spcAft>
                <a:spcPts val="0"/>
              </a:spcAft>
              <a:buClr>
                <a:srgbClr val="000000"/>
              </a:buClr>
              <a:buSzPts val="1000"/>
              <a:buNone/>
              <a:defRPr sz="1000">
                <a:solidFill>
                  <a:srgbClr val="000000"/>
                </a:solidFill>
              </a:defRPr>
            </a:lvl6pPr>
            <a:lvl7pPr lvl="6">
              <a:spcBef>
                <a:spcPts val="0"/>
              </a:spcBef>
              <a:spcAft>
                <a:spcPts val="0"/>
              </a:spcAft>
              <a:buClr>
                <a:srgbClr val="000000"/>
              </a:buClr>
              <a:buSzPts val="1000"/>
              <a:buNone/>
              <a:defRPr sz="1000">
                <a:solidFill>
                  <a:srgbClr val="000000"/>
                </a:solidFill>
              </a:defRPr>
            </a:lvl7pPr>
            <a:lvl8pPr lvl="7">
              <a:spcBef>
                <a:spcPts val="0"/>
              </a:spcBef>
              <a:spcAft>
                <a:spcPts val="0"/>
              </a:spcAft>
              <a:buClr>
                <a:srgbClr val="000000"/>
              </a:buClr>
              <a:buSzPts val="1000"/>
              <a:buNone/>
              <a:defRPr sz="1000">
                <a:solidFill>
                  <a:srgbClr val="000000"/>
                </a:solidFill>
              </a:defRPr>
            </a:lvl8pPr>
            <a:lvl9pPr lvl="8">
              <a:spcBef>
                <a:spcPts val="0"/>
              </a:spcBef>
              <a:spcAft>
                <a:spcPts val="0"/>
              </a:spcAft>
              <a:buClr>
                <a:srgbClr val="000000"/>
              </a:buClr>
              <a:buSzPts val="1000"/>
              <a:buNone/>
              <a:defRPr sz="1000">
                <a:solidFill>
                  <a:srgbClr val="000000"/>
                </a:solidFill>
              </a:defRPr>
            </a:lvl9pPr>
          </a:lstStyle>
          <a:p/>
        </p:txBody>
      </p:sp>
      <p:sp>
        <p:nvSpPr>
          <p:cNvPr id="14046" name="Google Shape;14046;p238"/>
          <p:cNvSpPr/>
          <p:nvPr/>
        </p:nvSpPr>
        <p:spPr>
          <a:xfrm>
            <a:off x="-1396550" y="760700"/>
            <a:ext cx="748200" cy="6079200"/>
          </a:xfrm>
          <a:prstGeom prst="roundRect">
            <a:avLst>
              <a:gd fmla="val 11877" name="adj"/>
            </a:avLst>
          </a:prstGeom>
          <a:solidFill>
            <a:srgbClr val="F3F3F3"/>
          </a:solidFill>
          <a:ln cap="flat" cmpd="sng" w="9525">
            <a:solidFill>
              <a:srgbClr val="F3F3F3"/>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t" bIns="54000" lIns="72000" spcFirstLastPara="1" rIns="72000" wrap="square" tIns="54000">
            <a:noAutofit/>
          </a:bodyPr>
          <a:lstStyle/>
          <a:p>
            <a:pPr indent="0" lvl="0" marL="0" rtl="0" algn="ctr">
              <a:spcBef>
                <a:spcPts val="0"/>
              </a:spcBef>
              <a:spcAft>
                <a:spcPts val="0"/>
              </a:spcAft>
              <a:buNone/>
            </a:pPr>
            <a:r>
              <a:rPr i="1" lang="es-419"/>
              <a:t>Paleta</a:t>
            </a:r>
            <a:endParaRPr i="1"/>
          </a:p>
        </p:txBody>
      </p:sp>
      <p:sp>
        <p:nvSpPr>
          <p:cNvPr id="14047" name="Google Shape;14047;p238"/>
          <p:cNvSpPr txBox="1"/>
          <p:nvPr>
            <p:ph idx="1" type="body"/>
          </p:nvPr>
        </p:nvSpPr>
        <p:spPr>
          <a:xfrm>
            <a:off x="641150" y="612125"/>
            <a:ext cx="1770300" cy="160500"/>
          </a:xfrm>
          <a:prstGeom prst="rect">
            <a:avLst/>
          </a:prstGeom>
          <a:noFill/>
          <a:ln>
            <a:noFill/>
          </a:ln>
        </p:spPr>
        <p:txBody>
          <a:bodyPr anchorCtr="0" anchor="t" bIns="0" lIns="0" spcFirstLastPara="1" rIns="0" wrap="square" tIns="0">
            <a:noAutofit/>
          </a:bodyPr>
          <a:lstStyle>
            <a:lvl1pPr indent="-292100" lvl="0" marL="457200" algn="ctr">
              <a:spcBef>
                <a:spcPts val="0"/>
              </a:spcBef>
              <a:spcAft>
                <a:spcPts val="0"/>
              </a:spcAft>
              <a:buClr>
                <a:srgbClr val="FFFFFF"/>
              </a:buClr>
              <a:buSzPts val="1000"/>
              <a:buChar char="●"/>
              <a:defRPr sz="1000">
                <a:solidFill>
                  <a:srgbClr val="FFFFFF"/>
                </a:solidFill>
              </a:defRPr>
            </a:lvl1pPr>
            <a:lvl2pPr indent="-292100" lvl="1" marL="914400" algn="ctr">
              <a:spcBef>
                <a:spcPts val="0"/>
              </a:spcBef>
              <a:spcAft>
                <a:spcPts val="0"/>
              </a:spcAft>
              <a:buClr>
                <a:srgbClr val="FFFFFF"/>
              </a:buClr>
              <a:buSzPts val="1000"/>
              <a:buChar char="○"/>
              <a:defRPr sz="1000">
                <a:solidFill>
                  <a:srgbClr val="FFFFFF"/>
                </a:solidFill>
              </a:defRPr>
            </a:lvl2pPr>
            <a:lvl3pPr indent="-292100" lvl="2" marL="1371600" algn="ctr">
              <a:spcBef>
                <a:spcPts val="0"/>
              </a:spcBef>
              <a:spcAft>
                <a:spcPts val="0"/>
              </a:spcAft>
              <a:buClr>
                <a:srgbClr val="FFFFFF"/>
              </a:buClr>
              <a:buSzPts val="1000"/>
              <a:buChar char="■"/>
              <a:defRPr sz="1000">
                <a:solidFill>
                  <a:srgbClr val="FFFFFF"/>
                </a:solidFill>
              </a:defRPr>
            </a:lvl3pPr>
            <a:lvl4pPr indent="-292100" lvl="3" marL="1828800" algn="ctr">
              <a:spcBef>
                <a:spcPts val="0"/>
              </a:spcBef>
              <a:spcAft>
                <a:spcPts val="0"/>
              </a:spcAft>
              <a:buClr>
                <a:srgbClr val="FFFFFF"/>
              </a:buClr>
              <a:buSzPts val="1000"/>
              <a:buChar char="●"/>
              <a:defRPr sz="1000">
                <a:solidFill>
                  <a:srgbClr val="FFFFFF"/>
                </a:solidFill>
              </a:defRPr>
            </a:lvl4pPr>
            <a:lvl5pPr indent="-292100" lvl="4" marL="2286000" algn="ctr">
              <a:spcBef>
                <a:spcPts val="0"/>
              </a:spcBef>
              <a:spcAft>
                <a:spcPts val="0"/>
              </a:spcAft>
              <a:buClr>
                <a:srgbClr val="FFFFFF"/>
              </a:buClr>
              <a:buSzPts val="1000"/>
              <a:buChar char="○"/>
              <a:defRPr sz="1000">
                <a:solidFill>
                  <a:srgbClr val="FFFFFF"/>
                </a:solidFill>
              </a:defRPr>
            </a:lvl5pPr>
            <a:lvl6pPr indent="-292100" lvl="5" marL="2743200" algn="ctr">
              <a:spcBef>
                <a:spcPts val="0"/>
              </a:spcBef>
              <a:spcAft>
                <a:spcPts val="0"/>
              </a:spcAft>
              <a:buClr>
                <a:srgbClr val="FFFFFF"/>
              </a:buClr>
              <a:buSzPts val="1000"/>
              <a:buChar char="■"/>
              <a:defRPr sz="1000">
                <a:solidFill>
                  <a:srgbClr val="FFFFFF"/>
                </a:solidFill>
              </a:defRPr>
            </a:lvl6pPr>
            <a:lvl7pPr indent="-292100" lvl="6" marL="3200400" algn="ctr">
              <a:spcBef>
                <a:spcPts val="0"/>
              </a:spcBef>
              <a:spcAft>
                <a:spcPts val="0"/>
              </a:spcAft>
              <a:buClr>
                <a:srgbClr val="FFFFFF"/>
              </a:buClr>
              <a:buSzPts val="1000"/>
              <a:buChar char="●"/>
              <a:defRPr sz="1000">
                <a:solidFill>
                  <a:srgbClr val="FFFFFF"/>
                </a:solidFill>
              </a:defRPr>
            </a:lvl7pPr>
            <a:lvl8pPr indent="-292100" lvl="7" marL="3657600" algn="ctr">
              <a:spcBef>
                <a:spcPts val="0"/>
              </a:spcBef>
              <a:spcAft>
                <a:spcPts val="0"/>
              </a:spcAft>
              <a:buClr>
                <a:srgbClr val="FFFFFF"/>
              </a:buClr>
              <a:buSzPts val="1000"/>
              <a:buChar char="○"/>
              <a:defRPr sz="1000">
                <a:solidFill>
                  <a:srgbClr val="FFFFFF"/>
                </a:solidFill>
              </a:defRPr>
            </a:lvl8pPr>
            <a:lvl9pPr indent="-292100" lvl="8" marL="4114800" algn="ctr">
              <a:spcBef>
                <a:spcPts val="0"/>
              </a:spcBef>
              <a:spcAft>
                <a:spcPts val="0"/>
              </a:spcAft>
              <a:buClr>
                <a:srgbClr val="FFFFFF"/>
              </a:buClr>
              <a:buSzPts val="1000"/>
              <a:buChar char="■"/>
              <a:defRPr sz="1000">
                <a:solidFill>
                  <a:srgbClr val="FFFFFF"/>
                </a:solidFill>
              </a:defRPr>
            </a:lvl9pPr>
          </a:lstStyle>
          <a:p/>
        </p:txBody>
      </p:sp>
      <p:sp>
        <p:nvSpPr>
          <p:cNvPr id="14048" name="Google Shape;14048;p238"/>
          <p:cNvSpPr txBox="1"/>
          <p:nvPr/>
        </p:nvSpPr>
        <p:spPr>
          <a:xfrm>
            <a:off x="84825" y="598125"/>
            <a:ext cx="595500" cy="205800"/>
          </a:xfrm>
          <a:prstGeom prst="rect">
            <a:avLst/>
          </a:prstGeom>
          <a:noFill/>
          <a:ln>
            <a:noFill/>
          </a:ln>
        </p:spPr>
        <p:txBody>
          <a:bodyPr anchorCtr="0" anchor="t" bIns="18000" lIns="18000" spcFirstLastPara="1" rIns="18000" wrap="square" tIns="18000">
            <a:spAutoFit/>
          </a:bodyPr>
          <a:lstStyle/>
          <a:p>
            <a:pPr indent="0" lvl="0" marL="0" rtl="0" algn="l">
              <a:spcBef>
                <a:spcPts val="0"/>
              </a:spcBef>
              <a:spcAft>
                <a:spcPts val="0"/>
              </a:spcAft>
              <a:buNone/>
            </a:pPr>
            <a:r>
              <a:rPr lang="es-419" sz="1100">
                <a:solidFill>
                  <a:srgbClr val="FFFFFF"/>
                </a:solidFill>
              </a:rPr>
              <a:t>Nombre:</a:t>
            </a:r>
            <a:endParaRPr sz="1100">
              <a:solidFill>
                <a:srgbClr val="FFFFFF"/>
              </a:solidFill>
            </a:endParaRPr>
          </a:p>
        </p:txBody>
      </p:sp>
    </p:spTree>
  </p:cSld>
  <p:clrMapOvr>
    <a:masterClrMapping/>
  </p:clrMapOvr>
</p:sldLayout>
</file>

<file path=ppt/slideLayouts/slideLayout23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4.1 Actor de Negocio">
  <p:cSld name="TITLE_3_6_1_1_1_1_1_1_1_1_1_1_1_1_1_1_1_1_1_1_1_1">
    <p:spTree>
      <p:nvGrpSpPr>
        <p:cNvPr id="14049" name="Shape 14049"/>
        <p:cNvGrpSpPr/>
        <p:nvPr/>
      </p:nvGrpSpPr>
      <p:grpSpPr>
        <a:xfrm>
          <a:off x="0" y="0"/>
          <a:ext cx="0" cy="0"/>
          <a:chOff x="0" y="0"/>
          <a:chExt cx="0" cy="0"/>
        </a:xfrm>
      </p:grpSpPr>
      <p:sp>
        <p:nvSpPr>
          <p:cNvPr id="14050" name="Google Shape;14050;p239"/>
          <p:cNvSpPr/>
          <p:nvPr/>
        </p:nvSpPr>
        <p:spPr>
          <a:xfrm>
            <a:off x="77688" y="358938"/>
            <a:ext cx="9935700" cy="6438000"/>
          </a:xfrm>
          <a:prstGeom prst="roundRect">
            <a:avLst>
              <a:gd fmla="val 2618" name="adj"/>
            </a:avLst>
          </a:prstGeom>
          <a:solidFill>
            <a:srgbClr val="FFFFFF"/>
          </a:solidFill>
          <a:ln cap="flat" cmpd="sng" w="38100">
            <a:solidFill>
              <a:srgbClr val="000000"/>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4051" name="Google Shape;14051;p239"/>
          <p:cNvCxnSpPr/>
          <p:nvPr/>
        </p:nvCxnSpPr>
        <p:spPr>
          <a:xfrm>
            <a:off x="77688" y="772614"/>
            <a:ext cx="9935700" cy="0"/>
          </a:xfrm>
          <a:prstGeom prst="straightConnector1">
            <a:avLst/>
          </a:prstGeom>
          <a:noFill/>
          <a:ln cap="flat" cmpd="sng" w="19050">
            <a:solidFill>
              <a:srgbClr val="000000"/>
            </a:solidFill>
            <a:prstDash val="solid"/>
            <a:round/>
            <a:headEnd len="med" w="med" type="none"/>
            <a:tailEnd len="med" w="med" type="none"/>
          </a:ln>
        </p:spPr>
      </p:cxnSp>
      <p:cxnSp>
        <p:nvCxnSpPr>
          <p:cNvPr id="14052" name="Google Shape;14052;p239"/>
          <p:cNvCxnSpPr/>
          <p:nvPr/>
        </p:nvCxnSpPr>
        <p:spPr>
          <a:xfrm rot="10800000">
            <a:off x="2439038" y="368188"/>
            <a:ext cx="0" cy="402300"/>
          </a:xfrm>
          <a:prstGeom prst="straightConnector1">
            <a:avLst/>
          </a:prstGeom>
          <a:noFill/>
          <a:ln cap="flat" cmpd="sng" w="19050">
            <a:solidFill>
              <a:srgbClr val="000000"/>
            </a:solidFill>
            <a:prstDash val="solid"/>
            <a:round/>
            <a:headEnd len="med" w="med" type="none"/>
            <a:tailEnd len="med" w="med" type="none"/>
          </a:ln>
        </p:spPr>
      </p:cxnSp>
      <p:sp>
        <p:nvSpPr>
          <p:cNvPr id="14053" name="Google Shape;14053;p239"/>
          <p:cNvSpPr/>
          <p:nvPr/>
        </p:nvSpPr>
        <p:spPr>
          <a:xfrm>
            <a:off x="77688" y="349338"/>
            <a:ext cx="2361300" cy="421200"/>
          </a:xfrm>
          <a:prstGeom prst="roundRect">
            <a:avLst>
              <a:gd fmla="val 50000" name="adj"/>
            </a:avLst>
          </a:prstGeom>
          <a:solidFill>
            <a:srgbClr val="000000"/>
          </a:solidFill>
          <a:ln cap="flat" cmpd="sng" w="9525">
            <a:solidFill>
              <a:srgbClr val="000000"/>
            </a:solidFill>
            <a:prstDash val="solid"/>
            <a:round/>
            <a:headEnd len="sm" w="sm" type="none"/>
            <a:tailEnd len="sm" w="sm" type="none"/>
          </a:ln>
        </p:spPr>
        <p:txBody>
          <a:bodyPr anchorCtr="0" anchor="ctr" bIns="91425" lIns="0" spcFirstLastPara="1" rIns="0" wrap="square" tIns="91425">
            <a:noAutofit/>
          </a:bodyPr>
          <a:lstStyle/>
          <a:p>
            <a:pPr indent="0" lvl="0" marL="0" rtl="0" algn="ctr">
              <a:spcBef>
                <a:spcPts val="0"/>
              </a:spcBef>
              <a:spcAft>
                <a:spcPts val="0"/>
              </a:spcAft>
              <a:buNone/>
            </a:pPr>
            <a:r>
              <a:rPr b="1" lang="es-419" sz="1100">
                <a:solidFill>
                  <a:srgbClr val="FFFFFF"/>
                </a:solidFill>
              </a:rPr>
              <a:t>Actor de Negocio</a:t>
            </a:r>
            <a:endParaRPr b="1" sz="1100">
              <a:solidFill>
                <a:srgbClr val="FFFFFF"/>
              </a:solidFill>
            </a:endParaRPr>
          </a:p>
          <a:p>
            <a:pPr indent="0" lvl="0" marL="0" rtl="0" algn="ctr">
              <a:spcBef>
                <a:spcPts val="0"/>
              </a:spcBef>
              <a:spcAft>
                <a:spcPts val="0"/>
              </a:spcAft>
              <a:buNone/>
            </a:pPr>
            <a:r>
              <a:t/>
            </a:r>
            <a:endParaRPr b="1" sz="1200">
              <a:solidFill>
                <a:srgbClr val="FFFFFF"/>
              </a:solidFill>
            </a:endParaRPr>
          </a:p>
        </p:txBody>
      </p:sp>
      <p:sp>
        <p:nvSpPr>
          <p:cNvPr id="14054" name="Google Shape;14054;p239"/>
          <p:cNvSpPr/>
          <p:nvPr/>
        </p:nvSpPr>
        <p:spPr>
          <a:xfrm>
            <a:off x="83988" y="595504"/>
            <a:ext cx="190200" cy="1692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5" name="Google Shape;14055;p239"/>
          <p:cNvSpPr/>
          <p:nvPr/>
        </p:nvSpPr>
        <p:spPr>
          <a:xfrm>
            <a:off x="2350598" y="358950"/>
            <a:ext cx="88500" cy="4023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4056" name="Google Shape;14056;p239"/>
          <p:cNvCxnSpPr/>
          <p:nvPr/>
        </p:nvCxnSpPr>
        <p:spPr>
          <a:xfrm>
            <a:off x="5104406" y="929748"/>
            <a:ext cx="0" cy="5689200"/>
          </a:xfrm>
          <a:prstGeom prst="straightConnector1">
            <a:avLst/>
          </a:prstGeom>
          <a:noFill/>
          <a:ln cap="flat" cmpd="sng" w="19050">
            <a:solidFill>
              <a:srgbClr val="D9D9D9"/>
            </a:solidFill>
            <a:prstDash val="dash"/>
            <a:round/>
            <a:headEnd len="med" w="med" type="none"/>
            <a:tailEnd len="med" w="med" type="none"/>
          </a:ln>
        </p:spPr>
      </p:cxnSp>
      <p:sp>
        <p:nvSpPr>
          <p:cNvPr id="14057" name="Google Shape;14057;p239"/>
          <p:cNvSpPr/>
          <p:nvPr/>
        </p:nvSpPr>
        <p:spPr>
          <a:xfrm>
            <a:off x="2277739" y="663750"/>
            <a:ext cx="88500" cy="1089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8" name="Google Shape;14058;p239"/>
          <p:cNvSpPr txBox="1"/>
          <p:nvPr/>
        </p:nvSpPr>
        <p:spPr>
          <a:xfrm>
            <a:off x="197034" y="1078797"/>
            <a:ext cx="1679100" cy="246300"/>
          </a:xfrm>
          <a:prstGeom prst="rect">
            <a:avLst/>
          </a:prstGeom>
          <a:noFill/>
          <a:ln>
            <a:noFill/>
          </a:ln>
        </p:spPr>
        <p:txBody>
          <a:bodyPr anchorCtr="0" anchor="ctr" bIns="0" lIns="0" spcFirstLastPara="1" rIns="0" wrap="square" tIns="0">
            <a:spAutoFit/>
          </a:bodyPr>
          <a:lstStyle/>
          <a:p>
            <a:pPr indent="0" lvl="0" marL="0" rtl="0" algn="r">
              <a:lnSpc>
                <a:spcPct val="100000"/>
              </a:lnSpc>
              <a:spcBef>
                <a:spcPts val="0"/>
              </a:spcBef>
              <a:spcAft>
                <a:spcPts val="0"/>
              </a:spcAft>
              <a:buNone/>
            </a:pPr>
            <a:r>
              <a:rPr b="1" lang="es-419" sz="1000">
                <a:latin typeface="Arvo"/>
                <a:ea typeface="Arvo"/>
                <a:cs typeface="Arvo"/>
                <a:sym typeface="Arvo"/>
              </a:rPr>
              <a:t>Nombre del actor: </a:t>
            </a:r>
            <a:endParaRPr b="1" sz="1000">
              <a:latin typeface="Arvo"/>
              <a:ea typeface="Arvo"/>
              <a:cs typeface="Arvo"/>
              <a:sym typeface="Arvo"/>
            </a:endParaRPr>
          </a:p>
          <a:p>
            <a:pPr indent="0" lvl="0" marL="0" rtl="0" algn="r">
              <a:lnSpc>
                <a:spcPct val="100000"/>
              </a:lnSpc>
              <a:spcBef>
                <a:spcPts val="0"/>
              </a:spcBef>
              <a:spcAft>
                <a:spcPts val="0"/>
              </a:spcAft>
              <a:buNone/>
            </a:pPr>
            <a:r>
              <a:rPr i="1" lang="es-419" sz="600">
                <a:solidFill>
                  <a:srgbClr val="666666"/>
                </a:solidFill>
                <a:latin typeface="Arvo"/>
                <a:ea typeface="Arvo"/>
                <a:cs typeface="Arvo"/>
                <a:sym typeface="Arvo"/>
              </a:rPr>
              <a:t>&lt;ej: Comprador&gt;</a:t>
            </a:r>
            <a:endParaRPr i="1" sz="600">
              <a:solidFill>
                <a:srgbClr val="666666"/>
              </a:solidFill>
              <a:latin typeface="Arvo"/>
              <a:ea typeface="Arvo"/>
              <a:cs typeface="Arvo"/>
              <a:sym typeface="Arvo"/>
            </a:endParaRPr>
          </a:p>
        </p:txBody>
      </p:sp>
      <p:sp>
        <p:nvSpPr>
          <p:cNvPr id="14059" name="Google Shape;14059;p239"/>
          <p:cNvSpPr txBox="1"/>
          <p:nvPr/>
        </p:nvSpPr>
        <p:spPr>
          <a:xfrm>
            <a:off x="197034" y="1572261"/>
            <a:ext cx="1679100" cy="274800"/>
          </a:xfrm>
          <a:prstGeom prst="rect">
            <a:avLst/>
          </a:prstGeom>
          <a:noFill/>
          <a:ln>
            <a:noFill/>
          </a:ln>
        </p:spPr>
        <p:txBody>
          <a:bodyPr anchorCtr="0" anchor="ctr" bIns="0" lIns="0" spcFirstLastPara="1" rIns="0" wrap="square" tIns="0">
            <a:spAutoFit/>
          </a:bodyPr>
          <a:lstStyle/>
          <a:p>
            <a:pPr indent="0" lvl="0" marL="0" rtl="0" algn="r">
              <a:lnSpc>
                <a:spcPct val="85000"/>
              </a:lnSpc>
              <a:spcBef>
                <a:spcPts val="0"/>
              </a:spcBef>
              <a:spcAft>
                <a:spcPts val="0"/>
              </a:spcAft>
              <a:buNone/>
            </a:pPr>
            <a:r>
              <a:rPr b="1" lang="es-419" sz="1000">
                <a:latin typeface="Arvo"/>
                <a:ea typeface="Arvo"/>
                <a:cs typeface="Arvo"/>
                <a:sym typeface="Arvo"/>
              </a:rPr>
              <a:t>Rol:</a:t>
            </a:r>
            <a:endParaRPr sz="700">
              <a:solidFill>
                <a:srgbClr val="666666"/>
              </a:solidFill>
              <a:latin typeface="Arvo"/>
              <a:ea typeface="Arvo"/>
              <a:cs typeface="Arvo"/>
              <a:sym typeface="Arvo"/>
            </a:endParaRPr>
          </a:p>
          <a:p>
            <a:pPr indent="0" lvl="0" marL="0" rtl="0" algn="r">
              <a:lnSpc>
                <a:spcPct val="85000"/>
              </a:lnSpc>
              <a:spcBef>
                <a:spcPts val="0"/>
              </a:spcBef>
              <a:spcAft>
                <a:spcPts val="0"/>
              </a:spcAft>
              <a:buNone/>
            </a:pPr>
            <a:r>
              <a:rPr lang="es-419" sz="700">
                <a:solidFill>
                  <a:srgbClr val="666666"/>
                </a:solidFill>
                <a:latin typeface="Arvo"/>
                <a:ea typeface="Arvo"/>
                <a:cs typeface="Arvo"/>
                <a:sym typeface="Arvo"/>
              </a:rPr>
              <a:t> </a:t>
            </a:r>
            <a:r>
              <a:rPr i="1" lang="es-419" sz="600">
                <a:solidFill>
                  <a:srgbClr val="666666"/>
                </a:solidFill>
                <a:latin typeface="Arvo"/>
                <a:ea typeface="Arvo"/>
                <a:cs typeface="Arvo"/>
                <a:sym typeface="Arvo"/>
              </a:rPr>
              <a:t>&lt;ej: Cliente  ó Proveedor&gt;</a:t>
            </a:r>
            <a:r>
              <a:rPr b="1" lang="es-419" sz="1100">
                <a:latin typeface="Arvo"/>
                <a:ea typeface="Arvo"/>
                <a:cs typeface="Arvo"/>
                <a:sym typeface="Arvo"/>
              </a:rPr>
              <a:t> </a:t>
            </a:r>
            <a:endParaRPr sz="800">
              <a:solidFill>
                <a:srgbClr val="666666"/>
              </a:solidFill>
              <a:latin typeface="Arvo"/>
              <a:ea typeface="Arvo"/>
              <a:cs typeface="Arvo"/>
              <a:sym typeface="Arvo"/>
            </a:endParaRPr>
          </a:p>
        </p:txBody>
      </p:sp>
      <p:sp>
        <p:nvSpPr>
          <p:cNvPr id="14060" name="Google Shape;14060;p239"/>
          <p:cNvSpPr/>
          <p:nvPr/>
        </p:nvSpPr>
        <p:spPr>
          <a:xfrm>
            <a:off x="1940924" y="1030197"/>
            <a:ext cx="3027000" cy="343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14061" name="Google Shape;14061;p239"/>
          <p:cNvSpPr txBox="1"/>
          <p:nvPr>
            <p:ph idx="1" type="subTitle"/>
          </p:nvPr>
        </p:nvSpPr>
        <p:spPr>
          <a:xfrm>
            <a:off x="1940624" y="1030947"/>
            <a:ext cx="3027600" cy="342000"/>
          </a:xfrm>
          <a:prstGeom prst="rect">
            <a:avLst/>
          </a:prstGeom>
          <a:noFill/>
          <a:ln>
            <a:noFill/>
          </a:ln>
        </p:spPr>
        <p:txBody>
          <a:bodyPr anchorCtr="0" anchor="ctr" bIns="36000" lIns="36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14062" name="Google Shape;14062;p239"/>
          <p:cNvSpPr/>
          <p:nvPr/>
        </p:nvSpPr>
        <p:spPr>
          <a:xfrm>
            <a:off x="1940924" y="1537911"/>
            <a:ext cx="3027000" cy="343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14063" name="Google Shape;14063;p239"/>
          <p:cNvSpPr txBox="1"/>
          <p:nvPr>
            <p:ph idx="2" type="subTitle"/>
          </p:nvPr>
        </p:nvSpPr>
        <p:spPr>
          <a:xfrm>
            <a:off x="1940624" y="1538661"/>
            <a:ext cx="3027600" cy="342000"/>
          </a:xfrm>
          <a:prstGeom prst="rect">
            <a:avLst/>
          </a:prstGeom>
          <a:noFill/>
          <a:ln>
            <a:noFill/>
          </a:ln>
        </p:spPr>
        <p:txBody>
          <a:bodyPr anchorCtr="0" anchor="ctr" bIns="36000" lIns="36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14064" name="Google Shape;14064;p239"/>
          <p:cNvSpPr txBox="1"/>
          <p:nvPr/>
        </p:nvSpPr>
        <p:spPr>
          <a:xfrm>
            <a:off x="197034" y="2065929"/>
            <a:ext cx="1679100" cy="415500"/>
          </a:xfrm>
          <a:prstGeom prst="rect">
            <a:avLst/>
          </a:prstGeom>
          <a:noFill/>
          <a:ln>
            <a:noFill/>
          </a:ln>
        </p:spPr>
        <p:txBody>
          <a:bodyPr anchorCtr="0" anchor="ctr" bIns="0" lIns="0" spcFirstLastPara="1" rIns="0" wrap="square" tIns="0">
            <a:spAutoFit/>
          </a:bodyPr>
          <a:lstStyle/>
          <a:p>
            <a:pPr indent="0" lvl="0" marL="0" rtl="0" algn="r">
              <a:lnSpc>
                <a:spcPct val="100000"/>
              </a:lnSpc>
              <a:spcBef>
                <a:spcPts val="0"/>
              </a:spcBef>
              <a:spcAft>
                <a:spcPts val="0"/>
              </a:spcAft>
              <a:buNone/>
            </a:pPr>
            <a:r>
              <a:rPr b="1" lang="es-419" sz="1000">
                <a:latin typeface="Arvo"/>
                <a:ea typeface="Arvo"/>
                <a:cs typeface="Arvo"/>
                <a:sym typeface="Arvo"/>
              </a:rPr>
              <a:t>Procesos con los que tiene relación:</a:t>
            </a:r>
            <a:endParaRPr b="1" sz="1000">
              <a:latin typeface="Arvo"/>
              <a:ea typeface="Arvo"/>
              <a:cs typeface="Arvo"/>
              <a:sym typeface="Arvo"/>
            </a:endParaRPr>
          </a:p>
          <a:p>
            <a:pPr indent="0" lvl="0" marL="0" rtl="0" algn="r">
              <a:lnSpc>
                <a:spcPct val="100000"/>
              </a:lnSpc>
              <a:spcBef>
                <a:spcPts val="0"/>
              </a:spcBef>
              <a:spcAft>
                <a:spcPts val="0"/>
              </a:spcAft>
              <a:buNone/>
            </a:pPr>
            <a:r>
              <a:rPr lang="es-419" sz="700">
                <a:solidFill>
                  <a:srgbClr val="666666"/>
                </a:solidFill>
                <a:latin typeface="Arvo"/>
                <a:ea typeface="Arvo"/>
                <a:cs typeface="Arvo"/>
                <a:sym typeface="Arvo"/>
              </a:rPr>
              <a:t> </a:t>
            </a:r>
            <a:r>
              <a:rPr i="1" lang="es-419" sz="600">
                <a:solidFill>
                  <a:srgbClr val="666666"/>
                </a:solidFill>
                <a:latin typeface="Arvo"/>
                <a:ea typeface="Arvo"/>
                <a:cs typeface="Arvo"/>
                <a:sym typeface="Arvo"/>
              </a:rPr>
              <a:t>&lt;ej: El comprador se registra&gt;</a:t>
            </a:r>
            <a:endParaRPr sz="800">
              <a:solidFill>
                <a:srgbClr val="666666"/>
              </a:solidFill>
              <a:latin typeface="Arvo"/>
              <a:ea typeface="Arvo"/>
              <a:cs typeface="Arvo"/>
              <a:sym typeface="Arvo"/>
            </a:endParaRPr>
          </a:p>
        </p:txBody>
      </p:sp>
      <p:sp>
        <p:nvSpPr>
          <p:cNvPr id="14065" name="Google Shape;14065;p239"/>
          <p:cNvSpPr/>
          <p:nvPr/>
        </p:nvSpPr>
        <p:spPr>
          <a:xfrm>
            <a:off x="1940924" y="2060575"/>
            <a:ext cx="3027000" cy="1015800"/>
          </a:xfrm>
          <a:prstGeom prst="roundRect">
            <a:avLst>
              <a:gd fmla="val 728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14066" name="Google Shape;14066;p239"/>
          <p:cNvSpPr txBox="1"/>
          <p:nvPr>
            <p:ph idx="3" type="subTitle"/>
          </p:nvPr>
        </p:nvSpPr>
        <p:spPr>
          <a:xfrm>
            <a:off x="1940924" y="2061325"/>
            <a:ext cx="3027000" cy="1015200"/>
          </a:xfrm>
          <a:prstGeom prst="rect">
            <a:avLst/>
          </a:prstGeom>
          <a:noFill/>
          <a:ln>
            <a:noFill/>
          </a:ln>
        </p:spPr>
        <p:txBody>
          <a:bodyPr anchorCtr="0" anchor="t" bIns="36000" lIns="36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14067" name="Google Shape;14067;p239"/>
          <p:cNvSpPr txBox="1"/>
          <p:nvPr/>
        </p:nvSpPr>
        <p:spPr>
          <a:xfrm>
            <a:off x="197034" y="3222969"/>
            <a:ext cx="1679100" cy="819000"/>
          </a:xfrm>
          <a:prstGeom prst="rect">
            <a:avLst/>
          </a:prstGeom>
          <a:noFill/>
          <a:ln>
            <a:noFill/>
          </a:ln>
        </p:spPr>
        <p:txBody>
          <a:bodyPr anchorCtr="0" anchor="ctr" bIns="0" lIns="0" spcFirstLastPara="1" rIns="0" wrap="square" tIns="0">
            <a:spAutoFit/>
          </a:bodyPr>
          <a:lstStyle/>
          <a:p>
            <a:pPr indent="0" lvl="0" marL="0" rtl="0" algn="r">
              <a:lnSpc>
                <a:spcPct val="100000"/>
              </a:lnSpc>
              <a:spcBef>
                <a:spcPts val="0"/>
              </a:spcBef>
              <a:spcAft>
                <a:spcPts val="0"/>
              </a:spcAft>
              <a:buNone/>
            </a:pPr>
            <a:r>
              <a:rPr b="1" lang="es-419" sz="1000">
                <a:latin typeface="Arvo"/>
                <a:ea typeface="Arvo"/>
                <a:cs typeface="Arvo"/>
                <a:sym typeface="Arvo"/>
              </a:rPr>
              <a:t>Descripción del actor:</a:t>
            </a:r>
            <a:endParaRPr sz="700">
              <a:solidFill>
                <a:srgbClr val="666666"/>
              </a:solidFill>
              <a:latin typeface="Arvo"/>
              <a:ea typeface="Arvo"/>
              <a:cs typeface="Arvo"/>
              <a:sym typeface="Arvo"/>
            </a:endParaRPr>
          </a:p>
          <a:p>
            <a:pPr indent="0" lvl="0" marL="0" rtl="0" algn="r">
              <a:lnSpc>
                <a:spcPct val="80000"/>
              </a:lnSpc>
              <a:spcBef>
                <a:spcPts val="0"/>
              </a:spcBef>
              <a:spcAft>
                <a:spcPts val="0"/>
              </a:spcAft>
              <a:buNone/>
            </a:pPr>
            <a:r>
              <a:rPr i="1" lang="es-419" sz="600">
                <a:solidFill>
                  <a:srgbClr val="666666"/>
                </a:solidFill>
                <a:latin typeface="Arvo"/>
                <a:ea typeface="Arvo"/>
                <a:cs typeface="Arvo"/>
                <a:sym typeface="Arvo"/>
              </a:rPr>
              <a:t>&lt;ej: Es una persona que está interesada en comprar un producto a muy bajo costo desde cualquier lugar y en cualquier momento. Le gustaría elegir una empresa de envíos para transportar los productos y disponer de un carro de compras, adicionalmente, poder programar cada una de las compras y poder crear listas de preferencia.&gt;</a:t>
            </a:r>
            <a:endParaRPr sz="800">
              <a:solidFill>
                <a:srgbClr val="666666"/>
              </a:solidFill>
              <a:latin typeface="Arvo"/>
              <a:ea typeface="Arvo"/>
              <a:cs typeface="Arvo"/>
              <a:sym typeface="Arvo"/>
            </a:endParaRPr>
          </a:p>
        </p:txBody>
      </p:sp>
      <p:sp>
        <p:nvSpPr>
          <p:cNvPr id="14068" name="Google Shape;14068;p239"/>
          <p:cNvSpPr/>
          <p:nvPr/>
        </p:nvSpPr>
        <p:spPr>
          <a:xfrm>
            <a:off x="1940925" y="3256353"/>
            <a:ext cx="3027000" cy="1359900"/>
          </a:xfrm>
          <a:prstGeom prst="roundRect">
            <a:avLst>
              <a:gd fmla="val 5871"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14069" name="Google Shape;14069;p239"/>
          <p:cNvSpPr txBox="1"/>
          <p:nvPr>
            <p:ph idx="4" type="subTitle"/>
          </p:nvPr>
        </p:nvSpPr>
        <p:spPr>
          <a:xfrm>
            <a:off x="1940625" y="3256356"/>
            <a:ext cx="3027600" cy="1359900"/>
          </a:xfrm>
          <a:prstGeom prst="rect">
            <a:avLst/>
          </a:prstGeom>
          <a:noFill/>
          <a:ln>
            <a:noFill/>
          </a:ln>
        </p:spPr>
        <p:txBody>
          <a:bodyPr anchorCtr="0" anchor="t" bIns="36000" lIns="36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14070" name="Google Shape;14070;p239"/>
          <p:cNvSpPr txBox="1"/>
          <p:nvPr/>
        </p:nvSpPr>
        <p:spPr>
          <a:xfrm>
            <a:off x="197034" y="4832392"/>
            <a:ext cx="1679100" cy="274800"/>
          </a:xfrm>
          <a:prstGeom prst="rect">
            <a:avLst/>
          </a:prstGeom>
          <a:noFill/>
          <a:ln>
            <a:noFill/>
          </a:ln>
        </p:spPr>
        <p:txBody>
          <a:bodyPr anchorCtr="0" anchor="ctr" bIns="0" lIns="0" spcFirstLastPara="1" rIns="0" wrap="square" tIns="0">
            <a:spAutoFit/>
          </a:bodyPr>
          <a:lstStyle/>
          <a:p>
            <a:pPr indent="0" lvl="0" marL="0" rtl="0" algn="r">
              <a:lnSpc>
                <a:spcPct val="85000"/>
              </a:lnSpc>
              <a:spcBef>
                <a:spcPts val="0"/>
              </a:spcBef>
              <a:spcAft>
                <a:spcPts val="0"/>
              </a:spcAft>
              <a:buNone/>
            </a:pPr>
            <a:r>
              <a:rPr b="1" lang="es-419" sz="1000">
                <a:latin typeface="Arvo"/>
                <a:ea typeface="Arvo"/>
                <a:cs typeface="Arvo"/>
                <a:sym typeface="Arvo"/>
              </a:rPr>
              <a:t>Tipo:</a:t>
            </a:r>
            <a:endParaRPr sz="700">
              <a:solidFill>
                <a:srgbClr val="666666"/>
              </a:solidFill>
              <a:latin typeface="Arvo"/>
              <a:ea typeface="Arvo"/>
              <a:cs typeface="Arvo"/>
              <a:sym typeface="Arvo"/>
            </a:endParaRPr>
          </a:p>
          <a:p>
            <a:pPr indent="0" lvl="0" marL="0" rtl="0" algn="r">
              <a:lnSpc>
                <a:spcPct val="85000"/>
              </a:lnSpc>
              <a:spcBef>
                <a:spcPts val="0"/>
              </a:spcBef>
              <a:spcAft>
                <a:spcPts val="0"/>
              </a:spcAft>
              <a:buNone/>
            </a:pPr>
            <a:r>
              <a:rPr lang="es-419" sz="700">
                <a:solidFill>
                  <a:srgbClr val="666666"/>
                </a:solidFill>
                <a:latin typeface="Arvo"/>
                <a:ea typeface="Arvo"/>
                <a:cs typeface="Arvo"/>
                <a:sym typeface="Arvo"/>
              </a:rPr>
              <a:t> </a:t>
            </a:r>
            <a:r>
              <a:rPr i="1" lang="es-419" sz="600">
                <a:solidFill>
                  <a:srgbClr val="666666"/>
                </a:solidFill>
                <a:latin typeface="Arvo"/>
                <a:ea typeface="Arvo"/>
                <a:cs typeface="Arvo"/>
                <a:sym typeface="Arvo"/>
              </a:rPr>
              <a:t>&lt;ej: Humano o Máquina&gt;</a:t>
            </a:r>
            <a:r>
              <a:rPr b="1" lang="es-419" sz="1100">
                <a:latin typeface="Arvo"/>
                <a:ea typeface="Arvo"/>
                <a:cs typeface="Arvo"/>
                <a:sym typeface="Arvo"/>
              </a:rPr>
              <a:t> </a:t>
            </a:r>
            <a:endParaRPr sz="800">
              <a:solidFill>
                <a:srgbClr val="666666"/>
              </a:solidFill>
              <a:latin typeface="Arvo"/>
              <a:ea typeface="Arvo"/>
              <a:cs typeface="Arvo"/>
              <a:sym typeface="Arvo"/>
            </a:endParaRPr>
          </a:p>
        </p:txBody>
      </p:sp>
      <p:sp>
        <p:nvSpPr>
          <p:cNvPr id="14071" name="Google Shape;14071;p239"/>
          <p:cNvSpPr/>
          <p:nvPr/>
        </p:nvSpPr>
        <p:spPr>
          <a:xfrm>
            <a:off x="1940924" y="4798042"/>
            <a:ext cx="3027000" cy="343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14072" name="Google Shape;14072;p239"/>
          <p:cNvSpPr txBox="1"/>
          <p:nvPr>
            <p:ph idx="5" type="subTitle"/>
          </p:nvPr>
        </p:nvSpPr>
        <p:spPr>
          <a:xfrm>
            <a:off x="1940624" y="4798792"/>
            <a:ext cx="3027600" cy="342000"/>
          </a:xfrm>
          <a:prstGeom prst="rect">
            <a:avLst/>
          </a:prstGeom>
          <a:noFill/>
          <a:ln>
            <a:noFill/>
          </a:ln>
        </p:spPr>
        <p:txBody>
          <a:bodyPr anchorCtr="0" anchor="ctr" bIns="36000" lIns="36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14073" name="Google Shape;14073;p239"/>
          <p:cNvSpPr txBox="1"/>
          <p:nvPr/>
        </p:nvSpPr>
        <p:spPr>
          <a:xfrm>
            <a:off x="304764" y="5328700"/>
            <a:ext cx="1576200" cy="615600"/>
          </a:xfrm>
          <a:prstGeom prst="rect">
            <a:avLst/>
          </a:prstGeom>
          <a:noFill/>
          <a:ln>
            <a:noFill/>
          </a:ln>
        </p:spPr>
        <p:txBody>
          <a:bodyPr anchorCtr="0" anchor="ctr" bIns="0" lIns="0" spcFirstLastPara="1" rIns="0" wrap="square" tIns="0">
            <a:spAutoFit/>
          </a:bodyPr>
          <a:lstStyle/>
          <a:p>
            <a:pPr indent="0" lvl="0" marL="0" rtl="0" algn="r">
              <a:lnSpc>
                <a:spcPct val="100000"/>
              </a:lnSpc>
              <a:spcBef>
                <a:spcPts val="0"/>
              </a:spcBef>
              <a:spcAft>
                <a:spcPts val="0"/>
              </a:spcAft>
              <a:buNone/>
            </a:pPr>
            <a:r>
              <a:rPr b="1" lang="es-419" sz="1000">
                <a:latin typeface="Arvo"/>
                <a:ea typeface="Arvo"/>
                <a:cs typeface="Arvo"/>
                <a:sym typeface="Arvo"/>
              </a:rPr>
              <a:t>Información que obtiene:</a:t>
            </a:r>
            <a:endParaRPr b="1" sz="1000">
              <a:latin typeface="Arvo"/>
              <a:ea typeface="Arvo"/>
              <a:cs typeface="Arvo"/>
              <a:sym typeface="Arvo"/>
            </a:endParaRPr>
          </a:p>
          <a:p>
            <a:pPr indent="0" lvl="0" marL="0" rtl="0" algn="r">
              <a:lnSpc>
                <a:spcPct val="100000"/>
              </a:lnSpc>
              <a:spcBef>
                <a:spcPts val="0"/>
              </a:spcBef>
              <a:spcAft>
                <a:spcPts val="0"/>
              </a:spcAft>
              <a:buNone/>
            </a:pPr>
            <a:r>
              <a:rPr b="1" lang="es-419" sz="700">
                <a:latin typeface="Arvo"/>
                <a:ea typeface="Arvo"/>
                <a:cs typeface="Arvo"/>
                <a:sym typeface="Arvo"/>
              </a:rPr>
              <a:t>&lt;con qué información interactúa&gt;</a:t>
            </a:r>
            <a:endParaRPr b="1" sz="700">
              <a:latin typeface="Arvo"/>
              <a:ea typeface="Arvo"/>
              <a:cs typeface="Arvo"/>
              <a:sym typeface="Arvo"/>
            </a:endParaRPr>
          </a:p>
          <a:p>
            <a:pPr indent="0" lvl="0" marL="0" rtl="0" algn="r">
              <a:lnSpc>
                <a:spcPct val="100000"/>
              </a:lnSpc>
              <a:spcBef>
                <a:spcPts val="0"/>
              </a:spcBef>
              <a:spcAft>
                <a:spcPts val="0"/>
              </a:spcAft>
              <a:buNone/>
            </a:pPr>
            <a:r>
              <a:rPr lang="es-419" sz="700">
                <a:solidFill>
                  <a:srgbClr val="666666"/>
                </a:solidFill>
                <a:latin typeface="Arvo"/>
                <a:ea typeface="Arvo"/>
                <a:cs typeface="Arvo"/>
                <a:sym typeface="Arvo"/>
              </a:rPr>
              <a:t> </a:t>
            </a:r>
            <a:r>
              <a:rPr i="1" lang="es-419" sz="600">
                <a:solidFill>
                  <a:srgbClr val="666666"/>
                </a:solidFill>
                <a:latin typeface="Arvo"/>
                <a:ea typeface="Arvo"/>
                <a:cs typeface="Arvo"/>
                <a:sym typeface="Arvo"/>
              </a:rPr>
              <a:t>&lt;ej: El catálogo de productos, carrito de compras, mensajería, etc&gt;</a:t>
            </a:r>
            <a:endParaRPr sz="800">
              <a:solidFill>
                <a:srgbClr val="666666"/>
              </a:solidFill>
              <a:latin typeface="Arvo"/>
              <a:ea typeface="Arvo"/>
              <a:cs typeface="Arvo"/>
              <a:sym typeface="Arvo"/>
            </a:endParaRPr>
          </a:p>
        </p:txBody>
      </p:sp>
      <p:sp>
        <p:nvSpPr>
          <p:cNvPr id="14074" name="Google Shape;14074;p239"/>
          <p:cNvSpPr/>
          <p:nvPr/>
        </p:nvSpPr>
        <p:spPr>
          <a:xfrm>
            <a:off x="1945875" y="5323350"/>
            <a:ext cx="3027000" cy="1015800"/>
          </a:xfrm>
          <a:prstGeom prst="roundRect">
            <a:avLst>
              <a:gd fmla="val 728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14075" name="Google Shape;14075;p239"/>
          <p:cNvSpPr txBox="1"/>
          <p:nvPr>
            <p:ph idx="6" type="subTitle"/>
          </p:nvPr>
        </p:nvSpPr>
        <p:spPr>
          <a:xfrm>
            <a:off x="1945875" y="5324100"/>
            <a:ext cx="3027000" cy="1015200"/>
          </a:xfrm>
          <a:prstGeom prst="rect">
            <a:avLst/>
          </a:prstGeom>
          <a:noFill/>
          <a:ln>
            <a:noFill/>
          </a:ln>
        </p:spPr>
        <p:txBody>
          <a:bodyPr anchorCtr="0" anchor="ctr" bIns="36000" lIns="36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14076" name="Google Shape;14076;p239"/>
          <p:cNvSpPr txBox="1"/>
          <p:nvPr/>
        </p:nvSpPr>
        <p:spPr>
          <a:xfrm>
            <a:off x="5217088" y="982976"/>
            <a:ext cx="1576200" cy="600300"/>
          </a:xfrm>
          <a:prstGeom prst="rect">
            <a:avLst/>
          </a:prstGeom>
          <a:noFill/>
          <a:ln>
            <a:noFill/>
          </a:ln>
        </p:spPr>
        <p:txBody>
          <a:bodyPr anchorCtr="0" anchor="ctr" bIns="0" lIns="0" spcFirstLastPara="1" rIns="0" wrap="square" tIns="0">
            <a:spAutoFit/>
          </a:bodyPr>
          <a:lstStyle/>
          <a:p>
            <a:pPr indent="0" lvl="0" marL="0" rtl="0" algn="r">
              <a:lnSpc>
                <a:spcPct val="100000"/>
              </a:lnSpc>
              <a:spcBef>
                <a:spcPts val="0"/>
              </a:spcBef>
              <a:spcAft>
                <a:spcPts val="0"/>
              </a:spcAft>
              <a:buNone/>
            </a:pPr>
            <a:r>
              <a:rPr b="1" lang="es-419" sz="1000">
                <a:latin typeface="Arvo"/>
                <a:ea typeface="Arvo"/>
                <a:cs typeface="Arvo"/>
                <a:sym typeface="Arvo"/>
              </a:rPr>
              <a:t>Información que provee:</a:t>
            </a:r>
            <a:endParaRPr b="1" sz="1000">
              <a:latin typeface="Arvo"/>
              <a:ea typeface="Arvo"/>
              <a:cs typeface="Arvo"/>
              <a:sym typeface="Arvo"/>
            </a:endParaRPr>
          </a:p>
          <a:p>
            <a:pPr indent="0" lvl="0" marL="0" rtl="0" algn="r">
              <a:lnSpc>
                <a:spcPct val="100000"/>
              </a:lnSpc>
              <a:spcBef>
                <a:spcPts val="0"/>
              </a:spcBef>
              <a:spcAft>
                <a:spcPts val="0"/>
              </a:spcAft>
              <a:buNone/>
            </a:pPr>
            <a:r>
              <a:rPr b="1" lang="es-419" sz="700">
                <a:latin typeface="Arvo"/>
                <a:ea typeface="Arvo"/>
                <a:cs typeface="Arvo"/>
                <a:sym typeface="Arvo"/>
              </a:rPr>
              <a:t>&lt;qué información provee&gt;</a:t>
            </a:r>
            <a:endParaRPr b="1" sz="700">
              <a:latin typeface="Arvo"/>
              <a:ea typeface="Arvo"/>
              <a:cs typeface="Arvo"/>
              <a:sym typeface="Arvo"/>
            </a:endParaRPr>
          </a:p>
          <a:p>
            <a:pPr indent="0" lvl="0" marL="0" rtl="0" algn="r">
              <a:lnSpc>
                <a:spcPct val="100000"/>
              </a:lnSpc>
              <a:spcBef>
                <a:spcPts val="0"/>
              </a:spcBef>
              <a:spcAft>
                <a:spcPts val="0"/>
              </a:spcAft>
              <a:buNone/>
            </a:pPr>
            <a:r>
              <a:rPr i="1" lang="es-419" sz="600">
                <a:solidFill>
                  <a:srgbClr val="666666"/>
                </a:solidFill>
                <a:latin typeface="Arvo"/>
                <a:ea typeface="Arvo"/>
                <a:cs typeface="Arvo"/>
                <a:sym typeface="Arvo"/>
              </a:rPr>
              <a:t>&lt;ej: Información personal, información mensajería, información de pago, etc &gt;</a:t>
            </a:r>
            <a:endParaRPr sz="800">
              <a:solidFill>
                <a:srgbClr val="666666"/>
              </a:solidFill>
              <a:latin typeface="Arvo"/>
              <a:ea typeface="Arvo"/>
              <a:cs typeface="Arvo"/>
              <a:sym typeface="Arvo"/>
            </a:endParaRPr>
          </a:p>
        </p:txBody>
      </p:sp>
      <p:sp>
        <p:nvSpPr>
          <p:cNvPr id="14077" name="Google Shape;14077;p239"/>
          <p:cNvSpPr/>
          <p:nvPr/>
        </p:nvSpPr>
        <p:spPr>
          <a:xfrm>
            <a:off x="6858199" y="1016358"/>
            <a:ext cx="3027000" cy="1359900"/>
          </a:xfrm>
          <a:prstGeom prst="roundRect">
            <a:avLst>
              <a:gd fmla="val 5871"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14078" name="Google Shape;14078;p239"/>
          <p:cNvSpPr txBox="1"/>
          <p:nvPr>
            <p:ph idx="7" type="subTitle"/>
          </p:nvPr>
        </p:nvSpPr>
        <p:spPr>
          <a:xfrm>
            <a:off x="6857899" y="1016361"/>
            <a:ext cx="3027600" cy="1359900"/>
          </a:xfrm>
          <a:prstGeom prst="rect">
            <a:avLst/>
          </a:prstGeom>
          <a:noFill/>
          <a:ln>
            <a:noFill/>
          </a:ln>
        </p:spPr>
        <p:txBody>
          <a:bodyPr anchorCtr="0" anchor="t" bIns="36000" lIns="36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14079" name="Google Shape;14079;p239"/>
          <p:cNvSpPr txBox="1"/>
          <p:nvPr/>
        </p:nvSpPr>
        <p:spPr>
          <a:xfrm>
            <a:off x="5217088" y="2537301"/>
            <a:ext cx="1576200" cy="354000"/>
          </a:xfrm>
          <a:prstGeom prst="rect">
            <a:avLst/>
          </a:prstGeom>
          <a:noFill/>
          <a:ln>
            <a:noFill/>
          </a:ln>
        </p:spPr>
        <p:txBody>
          <a:bodyPr anchorCtr="0" anchor="ctr" bIns="0" lIns="0" spcFirstLastPara="1" rIns="0" wrap="square" tIns="0">
            <a:spAutoFit/>
          </a:bodyPr>
          <a:lstStyle/>
          <a:p>
            <a:pPr indent="0" lvl="0" marL="0" rtl="0" algn="r">
              <a:lnSpc>
                <a:spcPct val="100000"/>
              </a:lnSpc>
              <a:spcBef>
                <a:spcPts val="0"/>
              </a:spcBef>
              <a:spcAft>
                <a:spcPts val="0"/>
              </a:spcAft>
              <a:buNone/>
            </a:pPr>
            <a:r>
              <a:rPr b="1" lang="es-419" sz="1000">
                <a:latin typeface="Arvo"/>
                <a:ea typeface="Arvo"/>
                <a:cs typeface="Arvo"/>
                <a:sym typeface="Arvo"/>
              </a:rPr>
              <a:t>Meta actor:</a:t>
            </a:r>
            <a:endParaRPr b="1" sz="1000">
              <a:latin typeface="Arvo"/>
              <a:ea typeface="Arvo"/>
              <a:cs typeface="Arvo"/>
              <a:sym typeface="Arvo"/>
            </a:endParaRPr>
          </a:p>
          <a:p>
            <a:pPr indent="0" lvl="0" marL="0" rtl="0" algn="r">
              <a:lnSpc>
                <a:spcPct val="100000"/>
              </a:lnSpc>
              <a:spcBef>
                <a:spcPts val="0"/>
              </a:spcBef>
              <a:spcAft>
                <a:spcPts val="0"/>
              </a:spcAft>
              <a:buNone/>
            </a:pPr>
            <a:r>
              <a:rPr b="1" lang="es-419" sz="700">
                <a:latin typeface="Arvo"/>
                <a:ea typeface="Arvo"/>
                <a:cs typeface="Arvo"/>
                <a:sym typeface="Arvo"/>
              </a:rPr>
              <a:t>[Meta = &lt;sustantivo&gt;&lt;adjetivo&gt;]</a:t>
            </a:r>
            <a:endParaRPr b="1" sz="700">
              <a:latin typeface="Arvo"/>
              <a:ea typeface="Arvo"/>
              <a:cs typeface="Arvo"/>
              <a:sym typeface="Arvo"/>
            </a:endParaRPr>
          </a:p>
          <a:p>
            <a:pPr indent="0" lvl="0" marL="0" rtl="0" algn="r">
              <a:lnSpc>
                <a:spcPct val="100000"/>
              </a:lnSpc>
              <a:spcBef>
                <a:spcPts val="0"/>
              </a:spcBef>
              <a:spcAft>
                <a:spcPts val="0"/>
              </a:spcAft>
              <a:buNone/>
            </a:pPr>
            <a:r>
              <a:rPr i="1" lang="es-419" sz="600">
                <a:solidFill>
                  <a:srgbClr val="666666"/>
                </a:solidFill>
                <a:latin typeface="Arvo"/>
                <a:ea typeface="Arvo"/>
                <a:cs typeface="Arvo"/>
                <a:sym typeface="Arvo"/>
              </a:rPr>
              <a:t>&lt;ej: Producto recibido&gt;</a:t>
            </a:r>
            <a:endParaRPr i="1" sz="600">
              <a:solidFill>
                <a:srgbClr val="666666"/>
              </a:solidFill>
              <a:latin typeface="Arvo"/>
              <a:ea typeface="Arvo"/>
              <a:cs typeface="Arvo"/>
              <a:sym typeface="Arvo"/>
            </a:endParaRPr>
          </a:p>
        </p:txBody>
      </p:sp>
      <p:sp>
        <p:nvSpPr>
          <p:cNvPr id="14080" name="Google Shape;14080;p239"/>
          <p:cNvSpPr/>
          <p:nvPr/>
        </p:nvSpPr>
        <p:spPr>
          <a:xfrm>
            <a:off x="6858198" y="2542551"/>
            <a:ext cx="3027000" cy="343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14081" name="Google Shape;14081;p239"/>
          <p:cNvSpPr txBox="1"/>
          <p:nvPr>
            <p:ph idx="8" type="subTitle"/>
          </p:nvPr>
        </p:nvSpPr>
        <p:spPr>
          <a:xfrm>
            <a:off x="6857898" y="2543301"/>
            <a:ext cx="3027600" cy="342000"/>
          </a:xfrm>
          <a:prstGeom prst="rect">
            <a:avLst/>
          </a:prstGeom>
          <a:noFill/>
          <a:ln>
            <a:noFill/>
          </a:ln>
        </p:spPr>
        <p:txBody>
          <a:bodyPr anchorCtr="0" anchor="ctr" bIns="36000" lIns="36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14082" name="Google Shape;14082;p239"/>
          <p:cNvSpPr txBox="1"/>
          <p:nvPr/>
        </p:nvSpPr>
        <p:spPr>
          <a:xfrm>
            <a:off x="5217088" y="3041532"/>
            <a:ext cx="1576200" cy="400200"/>
          </a:xfrm>
          <a:prstGeom prst="rect">
            <a:avLst/>
          </a:prstGeom>
          <a:noFill/>
          <a:ln>
            <a:noFill/>
          </a:ln>
        </p:spPr>
        <p:txBody>
          <a:bodyPr anchorCtr="0" anchor="ctr" bIns="0" lIns="0" spcFirstLastPara="1" rIns="0" wrap="square" tIns="0">
            <a:spAutoFit/>
          </a:bodyPr>
          <a:lstStyle/>
          <a:p>
            <a:pPr indent="0" lvl="0" marL="0" rtl="0" algn="r">
              <a:lnSpc>
                <a:spcPct val="100000"/>
              </a:lnSpc>
              <a:spcBef>
                <a:spcPts val="0"/>
              </a:spcBef>
              <a:spcAft>
                <a:spcPts val="0"/>
              </a:spcAft>
              <a:buNone/>
            </a:pPr>
            <a:r>
              <a:rPr b="1" lang="es-419" sz="1000">
                <a:latin typeface="Arvo"/>
                <a:ea typeface="Arvo"/>
                <a:cs typeface="Arvo"/>
                <a:sym typeface="Arvo"/>
              </a:rPr>
              <a:t>Actividad que consigue la meta:</a:t>
            </a:r>
            <a:endParaRPr b="1" sz="700">
              <a:latin typeface="Arvo"/>
              <a:ea typeface="Arvo"/>
              <a:cs typeface="Arvo"/>
              <a:sym typeface="Arvo"/>
            </a:endParaRPr>
          </a:p>
          <a:p>
            <a:pPr indent="0" lvl="0" marL="0" rtl="0" algn="r">
              <a:lnSpc>
                <a:spcPct val="100000"/>
              </a:lnSpc>
              <a:spcBef>
                <a:spcPts val="0"/>
              </a:spcBef>
              <a:spcAft>
                <a:spcPts val="0"/>
              </a:spcAft>
              <a:buNone/>
            </a:pPr>
            <a:r>
              <a:rPr i="1" lang="es-419" sz="600">
                <a:solidFill>
                  <a:srgbClr val="666666"/>
                </a:solidFill>
                <a:latin typeface="Arvo"/>
                <a:ea typeface="Arvo"/>
                <a:cs typeface="Arvo"/>
                <a:sym typeface="Arvo"/>
              </a:rPr>
              <a:t>&lt;ej: Recibir producto&gt;</a:t>
            </a:r>
            <a:endParaRPr i="1" sz="600">
              <a:solidFill>
                <a:srgbClr val="666666"/>
              </a:solidFill>
              <a:latin typeface="Arvo"/>
              <a:ea typeface="Arvo"/>
              <a:cs typeface="Arvo"/>
              <a:sym typeface="Arvo"/>
            </a:endParaRPr>
          </a:p>
        </p:txBody>
      </p:sp>
      <p:sp>
        <p:nvSpPr>
          <p:cNvPr id="14083" name="Google Shape;14083;p239"/>
          <p:cNvSpPr/>
          <p:nvPr/>
        </p:nvSpPr>
        <p:spPr>
          <a:xfrm>
            <a:off x="6858200" y="3047155"/>
            <a:ext cx="3027000" cy="526200"/>
          </a:xfrm>
          <a:prstGeom prst="roundRect">
            <a:avLst>
              <a:gd fmla="val 12538"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14084" name="Google Shape;14084;p239"/>
          <p:cNvSpPr txBox="1"/>
          <p:nvPr>
            <p:ph idx="9" type="subTitle"/>
          </p:nvPr>
        </p:nvSpPr>
        <p:spPr>
          <a:xfrm>
            <a:off x="6857900" y="3047155"/>
            <a:ext cx="3027600" cy="526200"/>
          </a:xfrm>
          <a:prstGeom prst="rect">
            <a:avLst/>
          </a:prstGeom>
          <a:noFill/>
          <a:ln>
            <a:noFill/>
          </a:ln>
        </p:spPr>
        <p:txBody>
          <a:bodyPr anchorCtr="0" anchor="ctr" bIns="36000" lIns="36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14085" name="Google Shape;14085;p239"/>
          <p:cNvSpPr txBox="1"/>
          <p:nvPr/>
        </p:nvSpPr>
        <p:spPr>
          <a:xfrm>
            <a:off x="5217088" y="3727332"/>
            <a:ext cx="1576200" cy="554100"/>
          </a:xfrm>
          <a:prstGeom prst="rect">
            <a:avLst/>
          </a:prstGeom>
          <a:noFill/>
          <a:ln>
            <a:noFill/>
          </a:ln>
        </p:spPr>
        <p:txBody>
          <a:bodyPr anchorCtr="0" anchor="ctr" bIns="0" lIns="0" spcFirstLastPara="1" rIns="0" wrap="square" tIns="0">
            <a:spAutoFit/>
          </a:bodyPr>
          <a:lstStyle/>
          <a:p>
            <a:pPr indent="0" lvl="0" marL="0" rtl="0" algn="r">
              <a:lnSpc>
                <a:spcPct val="100000"/>
              </a:lnSpc>
              <a:spcBef>
                <a:spcPts val="0"/>
              </a:spcBef>
              <a:spcAft>
                <a:spcPts val="0"/>
              </a:spcAft>
              <a:buNone/>
            </a:pPr>
            <a:r>
              <a:rPr b="1" lang="es-419" sz="1000">
                <a:latin typeface="Arvo"/>
                <a:ea typeface="Arvo"/>
                <a:cs typeface="Arvo"/>
                <a:sym typeface="Arvo"/>
              </a:rPr>
              <a:t>Narrativa de la actividad que consigue la meta:</a:t>
            </a:r>
            <a:endParaRPr b="1" sz="700">
              <a:latin typeface="Arvo"/>
              <a:ea typeface="Arvo"/>
              <a:cs typeface="Arvo"/>
              <a:sym typeface="Arvo"/>
            </a:endParaRPr>
          </a:p>
          <a:p>
            <a:pPr indent="0" lvl="0" marL="0" rtl="0" algn="r">
              <a:lnSpc>
                <a:spcPct val="100000"/>
              </a:lnSpc>
              <a:spcBef>
                <a:spcPts val="0"/>
              </a:spcBef>
              <a:spcAft>
                <a:spcPts val="0"/>
              </a:spcAft>
              <a:buNone/>
            </a:pPr>
            <a:r>
              <a:rPr i="1" lang="es-419" sz="600">
                <a:solidFill>
                  <a:srgbClr val="666666"/>
                </a:solidFill>
                <a:latin typeface="Arvo"/>
                <a:ea typeface="Arvo"/>
                <a:cs typeface="Arvo"/>
                <a:sym typeface="Arvo"/>
              </a:rPr>
              <a:t>&lt;ej: El cliente recibe el producto&gt;</a:t>
            </a:r>
            <a:endParaRPr i="1" sz="600">
              <a:solidFill>
                <a:srgbClr val="666666"/>
              </a:solidFill>
              <a:latin typeface="Arvo"/>
              <a:ea typeface="Arvo"/>
              <a:cs typeface="Arvo"/>
              <a:sym typeface="Arvo"/>
            </a:endParaRPr>
          </a:p>
        </p:txBody>
      </p:sp>
      <p:sp>
        <p:nvSpPr>
          <p:cNvPr id="14086" name="Google Shape;14086;p239"/>
          <p:cNvSpPr/>
          <p:nvPr/>
        </p:nvSpPr>
        <p:spPr>
          <a:xfrm>
            <a:off x="6858200" y="3741282"/>
            <a:ext cx="3027000" cy="526200"/>
          </a:xfrm>
          <a:prstGeom prst="roundRect">
            <a:avLst>
              <a:gd fmla="val 12538"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14087" name="Google Shape;14087;p239"/>
          <p:cNvSpPr txBox="1"/>
          <p:nvPr>
            <p:ph idx="13" type="subTitle"/>
          </p:nvPr>
        </p:nvSpPr>
        <p:spPr>
          <a:xfrm>
            <a:off x="6857900" y="3741282"/>
            <a:ext cx="3027600" cy="526200"/>
          </a:xfrm>
          <a:prstGeom prst="rect">
            <a:avLst/>
          </a:prstGeom>
          <a:noFill/>
          <a:ln>
            <a:noFill/>
          </a:ln>
        </p:spPr>
        <p:txBody>
          <a:bodyPr anchorCtr="0" anchor="ctr" bIns="36000" lIns="36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14088" name="Google Shape;14088;p239"/>
          <p:cNvSpPr txBox="1"/>
          <p:nvPr/>
        </p:nvSpPr>
        <p:spPr>
          <a:xfrm>
            <a:off x="5217100" y="4717900"/>
            <a:ext cx="1576200" cy="400200"/>
          </a:xfrm>
          <a:prstGeom prst="rect">
            <a:avLst/>
          </a:prstGeom>
          <a:noFill/>
          <a:ln>
            <a:noFill/>
          </a:ln>
        </p:spPr>
        <p:txBody>
          <a:bodyPr anchorCtr="0" anchor="ctr" bIns="0" lIns="0" spcFirstLastPara="1" rIns="0" wrap="square" tIns="0">
            <a:spAutoFit/>
          </a:bodyPr>
          <a:lstStyle/>
          <a:p>
            <a:pPr indent="0" lvl="0" marL="0" rtl="0" algn="r">
              <a:lnSpc>
                <a:spcPct val="100000"/>
              </a:lnSpc>
              <a:spcBef>
                <a:spcPts val="0"/>
              </a:spcBef>
              <a:spcAft>
                <a:spcPts val="0"/>
              </a:spcAft>
              <a:buNone/>
            </a:pPr>
            <a:r>
              <a:rPr b="1" lang="es-419" sz="1000">
                <a:latin typeface="Arvo"/>
                <a:ea typeface="Arvo"/>
                <a:cs typeface="Arvo"/>
                <a:sym typeface="Arvo"/>
              </a:rPr>
              <a:t>Responsabilidades y / o funciones:</a:t>
            </a:r>
            <a:endParaRPr b="1" sz="700">
              <a:latin typeface="Arvo"/>
              <a:ea typeface="Arvo"/>
              <a:cs typeface="Arvo"/>
              <a:sym typeface="Arvo"/>
            </a:endParaRPr>
          </a:p>
          <a:p>
            <a:pPr indent="0" lvl="0" marL="0" rtl="0" algn="r">
              <a:lnSpc>
                <a:spcPct val="100000"/>
              </a:lnSpc>
              <a:spcBef>
                <a:spcPts val="0"/>
              </a:spcBef>
              <a:spcAft>
                <a:spcPts val="0"/>
              </a:spcAft>
              <a:buNone/>
            </a:pPr>
            <a:r>
              <a:rPr i="1" lang="es-419" sz="600">
                <a:solidFill>
                  <a:srgbClr val="666666"/>
                </a:solidFill>
                <a:latin typeface="Arvo"/>
                <a:ea typeface="Arvo"/>
                <a:cs typeface="Arvo"/>
                <a:sym typeface="Arvo"/>
              </a:rPr>
              <a:t>&lt;ej: El cliente recibe el producto&gt;</a:t>
            </a:r>
            <a:endParaRPr i="1" sz="600">
              <a:solidFill>
                <a:srgbClr val="666666"/>
              </a:solidFill>
              <a:latin typeface="Arvo"/>
              <a:ea typeface="Arvo"/>
              <a:cs typeface="Arvo"/>
              <a:sym typeface="Arvo"/>
            </a:endParaRPr>
          </a:p>
        </p:txBody>
      </p:sp>
      <p:sp>
        <p:nvSpPr>
          <p:cNvPr id="14089" name="Google Shape;14089;p239"/>
          <p:cNvSpPr/>
          <p:nvPr/>
        </p:nvSpPr>
        <p:spPr>
          <a:xfrm>
            <a:off x="6858205" y="4611312"/>
            <a:ext cx="3027000" cy="1728000"/>
          </a:xfrm>
          <a:prstGeom prst="roundRect">
            <a:avLst>
              <a:gd fmla="val 12538"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14090" name="Google Shape;14090;p239"/>
          <p:cNvSpPr txBox="1"/>
          <p:nvPr>
            <p:ph idx="14" type="subTitle"/>
          </p:nvPr>
        </p:nvSpPr>
        <p:spPr>
          <a:xfrm>
            <a:off x="6857905" y="4611312"/>
            <a:ext cx="3027600" cy="1728000"/>
          </a:xfrm>
          <a:prstGeom prst="rect">
            <a:avLst/>
          </a:prstGeom>
          <a:noFill/>
          <a:ln>
            <a:noFill/>
          </a:ln>
        </p:spPr>
        <p:txBody>
          <a:bodyPr anchorCtr="0" anchor="ctr" bIns="36000" lIns="36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14091" name="Google Shape;14091;p239"/>
          <p:cNvSpPr txBox="1"/>
          <p:nvPr/>
        </p:nvSpPr>
        <p:spPr>
          <a:xfrm>
            <a:off x="2524025" y="387675"/>
            <a:ext cx="15012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Unid. Organizacional:</a:t>
            </a:r>
            <a:endParaRPr b="1" sz="1100"/>
          </a:p>
        </p:txBody>
      </p:sp>
      <p:sp>
        <p:nvSpPr>
          <p:cNvPr id="14092" name="Google Shape;14092;p239"/>
          <p:cNvSpPr txBox="1"/>
          <p:nvPr/>
        </p:nvSpPr>
        <p:spPr>
          <a:xfrm>
            <a:off x="2524020" y="579550"/>
            <a:ext cx="6846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Proceso:</a:t>
            </a:r>
            <a:endParaRPr b="1" sz="1100"/>
          </a:p>
        </p:txBody>
      </p:sp>
      <p:sp>
        <p:nvSpPr>
          <p:cNvPr id="14093" name="Google Shape;14093;p239"/>
          <p:cNvSpPr txBox="1"/>
          <p:nvPr>
            <p:ph type="title"/>
          </p:nvPr>
        </p:nvSpPr>
        <p:spPr>
          <a:xfrm flipH="1">
            <a:off x="4025374" y="387675"/>
            <a:ext cx="5863200" cy="1692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000"/>
              <a:buNone/>
              <a:defRPr sz="1000">
                <a:solidFill>
                  <a:srgbClr val="000000"/>
                </a:solidFill>
              </a:defRPr>
            </a:lvl1pPr>
            <a:lvl2pPr lvl="1">
              <a:spcBef>
                <a:spcPts val="0"/>
              </a:spcBef>
              <a:spcAft>
                <a:spcPts val="0"/>
              </a:spcAft>
              <a:buClr>
                <a:srgbClr val="000000"/>
              </a:buClr>
              <a:buSzPts val="1000"/>
              <a:buNone/>
              <a:defRPr sz="1000">
                <a:solidFill>
                  <a:srgbClr val="000000"/>
                </a:solidFill>
              </a:defRPr>
            </a:lvl2pPr>
            <a:lvl3pPr lvl="2">
              <a:spcBef>
                <a:spcPts val="0"/>
              </a:spcBef>
              <a:spcAft>
                <a:spcPts val="0"/>
              </a:spcAft>
              <a:buClr>
                <a:srgbClr val="000000"/>
              </a:buClr>
              <a:buSzPts val="1000"/>
              <a:buNone/>
              <a:defRPr sz="1000">
                <a:solidFill>
                  <a:srgbClr val="000000"/>
                </a:solidFill>
              </a:defRPr>
            </a:lvl3pPr>
            <a:lvl4pPr lvl="3">
              <a:spcBef>
                <a:spcPts val="0"/>
              </a:spcBef>
              <a:spcAft>
                <a:spcPts val="0"/>
              </a:spcAft>
              <a:buClr>
                <a:srgbClr val="000000"/>
              </a:buClr>
              <a:buSzPts val="1000"/>
              <a:buNone/>
              <a:defRPr sz="1000">
                <a:solidFill>
                  <a:srgbClr val="000000"/>
                </a:solidFill>
              </a:defRPr>
            </a:lvl4pPr>
            <a:lvl5pPr lvl="4">
              <a:spcBef>
                <a:spcPts val="0"/>
              </a:spcBef>
              <a:spcAft>
                <a:spcPts val="0"/>
              </a:spcAft>
              <a:buClr>
                <a:srgbClr val="000000"/>
              </a:buClr>
              <a:buSzPts val="1000"/>
              <a:buNone/>
              <a:defRPr sz="1000">
                <a:solidFill>
                  <a:srgbClr val="000000"/>
                </a:solidFill>
              </a:defRPr>
            </a:lvl5pPr>
            <a:lvl6pPr lvl="5">
              <a:spcBef>
                <a:spcPts val="0"/>
              </a:spcBef>
              <a:spcAft>
                <a:spcPts val="0"/>
              </a:spcAft>
              <a:buClr>
                <a:srgbClr val="000000"/>
              </a:buClr>
              <a:buSzPts val="1000"/>
              <a:buNone/>
              <a:defRPr sz="1000">
                <a:solidFill>
                  <a:srgbClr val="000000"/>
                </a:solidFill>
              </a:defRPr>
            </a:lvl6pPr>
            <a:lvl7pPr lvl="6">
              <a:spcBef>
                <a:spcPts val="0"/>
              </a:spcBef>
              <a:spcAft>
                <a:spcPts val="0"/>
              </a:spcAft>
              <a:buClr>
                <a:srgbClr val="000000"/>
              </a:buClr>
              <a:buSzPts val="1000"/>
              <a:buNone/>
              <a:defRPr sz="1000">
                <a:solidFill>
                  <a:srgbClr val="000000"/>
                </a:solidFill>
              </a:defRPr>
            </a:lvl7pPr>
            <a:lvl8pPr lvl="7">
              <a:spcBef>
                <a:spcPts val="0"/>
              </a:spcBef>
              <a:spcAft>
                <a:spcPts val="0"/>
              </a:spcAft>
              <a:buClr>
                <a:srgbClr val="000000"/>
              </a:buClr>
              <a:buSzPts val="1000"/>
              <a:buNone/>
              <a:defRPr sz="1000">
                <a:solidFill>
                  <a:srgbClr val="000000"/>
                </a:solidFill>
              </a:defRPr>
            </a:lvl8pPr>
            <a:lvl9pPr lvl="8">
              <a:spcBef>
                <a:spcPts val="0"/>
              </a:spcBef>
              <a:spcAft>
                <a:spcPts val="0"/>
              </a:spcAft>
              <a:buClr>
                <a:srgbClr val="000000"/>
              </a:buClr>
              <a:buSzPts val="1000"/>
              <a:buNone/>
              <a:defRPr sz="1000">
                <a:solidFill>
                  <a:srgbClr val="000000"/>
                </a:solidFill>
              </a:defRPr>
            </a:lvl9pPr>
          </a:lstStyle>
          <a:p/>
        </p:txBody>
      </p:sp>
      <p:sp>
        <p:nvSpPr>
          <p:cNvPr id="14094" name="Google Shape;14094;p239"/>
          <p:cNvSpPr txBox="1"/>
          <p:nvPr>
            <p:ph idx="15" type="title"/>
          </p:nvPr>
        </p:nvSpPr>
        <p:spPr>
          <a:xfrm flipH="1">
            <a:off x="3208773" y="579550"/>
            <a:ext cx="6679800" cy="1692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000"/>
              <a:buNone/>
              <a:defRPr sz="1000">
                <a:solidFill>
                  <a:srgbClr val="000000"/>
                </a:solidFill>
              </a:defRPr>
            </a:lvl1pPr>
            <a:lvl2pPr lvl="1">
              <a:spcBef>
                <a:spcPts val="0"/>
              </a:spcBef>
              <a:spcAft>
                <a:spcPts val="0"/>
              </a:spcAft>
              <a:buClr>
                <a:srgbClr val="000000"/>
              </a:buClr>
              <a:buSzPts val="1000"/>
              <a:buNone/>
              <a:defRPr sz="1000">
                <a:solidFill>
                  <a:srgbClr val="000000"/>
                </a:solidFill>
              </a:defRPr>
            </a:lvl2pPr>
            <a:lvl3pPr lvl="2">
              <a:spcBef>
                <a:spcPts val="0"/>
              </a:spcBef>
              <a:spcAft>
                <a:spcPts val="0"/>
              </a:spcAft>
              <a:buClr>
                <a:srgbClr val="000000"/>
              </a:buClr>
              <a:buSzPts val="1000"/>
              <a:buNone/>
              <a:defRPr sz="1000">
                <a:solidFill>
                  <a:srgbClr val="000000"/>
                </a:solidFill>
              </a:defRPr>
            </a:lvl3pPr>
            <a:lvl4pPr lvl="3">
              <a:spcBef>
                <a:spcPts val="0"/>
              </a:spcBef>
              <a:spcAft>
                <a:spcPts val="0"/>
              </a:spcAft>
              <a:buClr>
                <a:srgbClr val="000000"/>
              </a:buClr>
              <a:buSzPts val="1000"/>
              <a:buNone/>
              <a:defRPr sz="1000">
                <a:solidFill>
                  <a:srgbClr val="000000"/>
                </a:solidFill>
              </a:defRPr>
            </a:lvl4pPr>
            <a:lvl5pPr lvl="4">
              <a:spcBef>
                <a:spcPts val="0"/>
              </a:spcBef>
              <a:spcAft>
                <a:spcPts val="0"/>
              </a:spcAft>
              <a:buClr>
                <a:srgbClr val="000000"/>
              </a:buClr>
              <a:buSzPts val="1000"/>
              <a:buNone/>
              <a:defRPr sz="1000">
                <a:solidFill>
                  <a:srgbClr val="000000"/>
                </a:solidFill>
              </a:defRPr>
            </a:lvl5pPr>
            <a:lvl6pPr lvl="5">
              <a:spcBef>
                <a:spcPts val="0"/>
              </a:spcBef>
              <a:spcAft>
                <a:spcPts val="0"/>
              </a:spcAft>
              <a:buClr>
                <a:srgbClr val="000000"/>
              </a:buClr>
              <a:buSzPts val="1000"/>
              <a:buNone/>
              <a:defRPr sz="1000">
                <a:solidFill>
                  <a:srgbClr val="000000"/>
                </a:solidFill>
              </a:defRPr>
            </a:lvl6pPr>
            <a:lvl7pPr lvl="6">
              <a:spcBef>
                <a:spcPts val="0"/>
              </a:spcBef>
              <a:spcAft>
                <a:spcPts val="0"/>
              </a:spcAft>
              <a:buClr>
                <a:srgbClr val="000000"/>
              </a:buClr>
              <a:buSzPts val="1000"/>
              <a:buNone/>
              <a:defRPr sz="1000">
                <a:solidFill>
                  <a:srgbClr val="000000"/>
                </a:solidFill>
              </a:defRPr>
            </a:lvl7pPr>
            <a:lvl8pPr lvl="7">
              <a:spcBef>
                <a:spcPts val="0"/>
              </a:spcBef>
              <a:spcAft>
                <a:spcPts val="0"/>
              </a:spcAft>
              <a:buClr>
                <a:srgbClr val="000000"/>
              </a:buClr>
              <a:buSzPts val="1000"/>
              <a:buNone/>
              <a:defRPr sz="1000">
                <a:solidFill>
                  <a:srgbClr val="000000"/>
                </a:solidFill>
              </a:defRPr>
            </a:lvl8pPr>
            <a:lvl9pPr lvl="8">
              <a:spcBef>
                <a:spcPts val="0"/>
              </a:spcBef>
              <a:spcAft>
                <a:spcPts val="0"/>
              </a:spcAft>
              <a:buClr>
                <a:srgbClr val="000000"/>
              </a:buClr>
              <a:buSzPts val="1000"/>
              <a:buNone/>
              <a:defRPr sz="1000">
                <a:solidFill>
                  <a:srgbClr val="000000"/>
                </a:solidFill>
              </a:defRPr>
            </a:lvl9pPr>
          </a:lstStyle>
          <a:p/>
        </p:txBody>
      </p:sp>
    </p:spTree>
  </p:cSld>
  <p:clrMapOvr>
    <a:masterClrMapping/>
  </p:clrMapOvr>
</p:sldLayout>
</file>

<file path=ppt/slideLayouts/slideLayout23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6.2. Diagrama de Caso de Uso de Sistema">
  <p:cSld name="TITLE_3_6_1_1_1_1_1_1_1_1_1_1_1_1_1_1_1_1_1_1_1_1_1">
    <p:spTree>
      <p:nvGrpSpPr>
        <p:cNvPr id="14095" name="Shape 14095"/>
        <p:cNvGrpSpPr/>
        <p:nvPr/>
      </p:nvGrpSpPr>
      <p:grpSpPr>
        <a:xfrm>
          <a:off x="0" y="0"/>
          <a:ext cx="0" cy="0"/>
          <a:chOff x="0" y="0"/>
          <a:chExt cx="0" cy="0"/>
        </a:xfrm>
      </p:grpSpPr>
      <p:sp>
        <p:nvSpPr>
          <p:cNvPr id="14096" name="Google Shape;14096;p240"/>
          <p:cNvSpPr/>
          <p:nvPr/>
        </p:nvSpPr>
        <p:spPr>
          <a:xfrm>
            <a:off x="97888" y="377012"/>
            <a:ext cx="9893400" cy="296700"/>
          </a:xfrm>
          <a:prstGeom prst="roundRect">
            <a:avLst>
              <a:gd fmla="val 22902" name="adj"/>
            </a:avLst>
          </a:prstGeom>
          <a:solidFill>
            <a:srgbClr val="F3F3F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14097" name="Google Shape;14097;p240"/>
          <p:cNvSpPr/>
          <p:nvPr/>
        </p:nvSpPr>
        <p:spPr>
          <a:xfrm>
            <a:off x="77688" y="358938"/>
            <a:ext cx="9935700" cy="6438000"/>
          </a:xfrm>
          <a:prstGeom prst="roundRect">
            <a:avLst>
              <a:gd fmla="val 2618" name="adj"/>
            </a:avLst>
          </a:prstGeom>
          <a:solidFill>
            <a:srgbClr val="FFFFFF"/>
          </a:solidFill>
          <a:ln cap="flat" cmpd="sng" w="38100">
            <a:solidFill>
              <a:srgbClr val="000000"/>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4098" name="Google Shape;14098;p240"/>
          <p:cNvCxnSpPr/>
          <p:nvPr/>
        </p:nvCxnSpPr>
        <p:spPr>
          <a:xfrm>
            <a:off x="77688" y="772614"/>
            <a:ext cx="9935700" cy="0"/>
          </a:xfrm>
          <a:prstGeom prst="straightConnector1">
            <a:avLst/>
          </a:prstGeom>
          <a:noFill/>
          <a:ln cap="flat" cmpd="sng" w="19050">
            <a:solidFill>
              <a:srgbClr val="000000"/>
            </a:solidFill>
            <a:prstDash val="solid"/>
            <a:round/>
            <a:headEnd len="med" w="med" type="none"/>
            <a:tailEnd len="med" w="med" type="none"/>
          </a:ln>
        </p:spPr>
      </p:cxnSp>
      <p:cxnSp>
        <p:nvCxnSpPr>
          <p:cNvPr id="14099" name="Google Shape;14099;p240"/>
          <p:cNvCxnSpPr/>
          <p:nvPr/>
        </p:nvCxnSpPr>
        <p:spPr>
          <a:xfrm rot="10800000">
            <a:off x="2439038" y="368188"/>
            <a:ext cx="0" cy="402300"/>
          </a:xfrm>
          <a:prstGeom prst="straightConnector1">
            <a:avLst/>
          </a:prstGeom>
          <a:noFill/>
          <a:ln cap="flat" cmpd="sng" w="19050">
            <a:solidFill>
              <a:srgbClr val="000000"/>
            </a:solidFill>
            <a:prstDash val="solid"/>
            <a:round/>
            <a:headEnd len="med" w="med" type="none"/>
            <a:tailEnd len="med" w="med" type="none"/>
          </a:ln>
        </p:spPr>
      </p:cxnSp>
      <p:sp>
        <p:nvSpPr>
          <p:cNvPr id="14100" name="Google Shape;14100;p240"/>
          <p:cNvSpPr/>
          <p:nvPr/>
        </p:nvSpPr>
        <p:spPr>
          <a:xfrm>
            <a:off x="77688" y="349338"/>
            <a:ext cx="2361300" cy="421200"/>
          </a:xfrm>
          <a:prstGeom prst="roundRect">
            <a:avLst>
              <a:gd fmla="val 50000" name="adj"/>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s-419" sz="1200">
                <a:solidFill>
                  <a:srgbClr val="FFFFFF"/>
                </a:solidFill>
              </a:rPr>
              <a:t>Diagrama CU de Sistema</a:t>
            </a:r>
            <a:endParaRPr b="1" sz="1200">
              <a:solidFill>
                <a:srgbClr val="FFFFFF"/>
              </a:solidFill>
            </a:endParaRPr>
          </a:p>
          <a:p>
            <a:pPr indent="0" lvl="0" marL="0" rtl="0" algn="ctr">
              <a:spcBef>
                <a:spcPts val="0"/>
              </a:spcBef>
              <a:spcAft>
                <a:spcPts val="0"/>
              </a:spcAft>
              <a:buNone/>
            </a:pPr>
            <a:r>
              <a:t/>
            </a:r>
            <a:endParaRPr b="1" sz="1200">
              <a:solidFill>
                <a:srgbClr val="FFFFFF"/>
              </a:solidFill>
            </a:endParaRPr>
          </a:p>
        </p:txBody>
      </p:sp>
      <p:sp>
        <p:nvSpPr>
          <p:cNvPr id="14101" name="Google Shape;14101;p240"/>
          <p:cNvSpPr/>
          <p:nvPr/>
        </p:nvSpPr>
        <p:spPr>
          <a:xfrm>
            <a:off x="83988" y="595504"/>
            <a:ext cx="190200" cy="1692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2" name="Google Shape;14102;p240"/>
          <p:cNvSpPr/>
          <p:nvPr/>
        </p:nvSpPr>
        <p:spPr>
          <a:xfrm>
            <a:off x="2292338" y="358938"/>
            <a:ext cx="146700" cy="4023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3" name="Google Shape;14103;p240"/>
          <p:cNvSpPr/>
          <p:nvPr/>
        </p:nvSpPr>
        <p:spPr>
          <a:xfrm>
            <a:off x="-1396550" y="760700"/>
            <a:ext cx="748200" cy="6079200"/>
          </a:xfrm>
          <a:prstGeom prst="roundRect">
            <a:avLst>
              <a:gd fmla="val 11877" name="adj"/>
            </a:avLst>
          </a:prstGeom>
          <a:solidFill>
            <a:srgbClr val="F3F3F3"/>
          </a:solidFill>
          <a:ln cap="flat" cmpd="sng" w="9525">
            <a:solidFill>
              <a:srgbClr val="F3F3F3"/>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t" bIns="54000" lIns="72000" spcFirstLastPara="1" rIns="72000" wrap="square" tIns="54000">
            <a:noAutofit/>
          </a:bodyPr>
          <a:lstStyle/>
          <a:p>
            <a:pPr indent="0" lvl="0" marL="0" rtl="0" algn="ctr">
              <a:spcBef>
                <a:spcPts val="0"/>
              </a:spcBef>
              <a:spcAft>
                <a:spcPts val="0"/>
              </a:spcAft>
              <a:buNone/>
            </a:pPr>
            <a:r>
              <a:rPr i="1" lang="es-419"/>
              <a:t>Paleta</a:t>
            </a:r>
            <a:endParaRPr i="1"/>
          </a:p>
        </p:txBody>
      </p:sp>
      <p:sp>
        <p:nvSpPr>
          <p:cNvPr id="14104" name="Google Shape;14104;p240"/>
          <p:cNvSpPr txBox="1"/>
          <p:nvPr/>
        </p:nvSpPr>
        <p:spPr>
          <a:xfrm>
            <a:off x="2524025" y="387675"/>
            <a:ext cx="15012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Unid. Organizacional:</a:t>
            </a:r>
            <a:endParaRPr b="1" sz="1100"/>
          </a:p>
        </p:txBody>
      </p:sp>
      <p:sp>
        <p:nvSpPr>
          <p:cNvPr id="14105" name="Google Shape;14105;p240"/>
          <p:cNvSpPr txBox="1"/>
          <p:nvPr/>
        </p:nvSpPr>
        <p:spPr>
          <a:xfrm>
            <a:off x="2524020" y="579550"/>
            <a:ext cx="6846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Alcance:</a:t>
            </a:r>
            <a:endParaRPr b="1" sz="1100"/>
          </a:p>
        </p:txBody>
      </p:sp>
      <p:sp>
        <p:nvSpPr>
          <p:cNvPr id="14106" name="Google Shape;14106;p240"/>
          <p:cNvSpPr txBox="1"/>
          <p:nvPr>
            <p:ph type="title"/>
          </p:nvPr>
        </p:nvSpPr>
        <p:spPr>
          <a:xfrm flipH="1">
            <a:off x="4025374" y="387675"/>
            <a:ext cx="5863200" cy="1692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000"/>
              <a:buNone/>
              <a:defRPr sz="1000">
                <a:solidFill>
                  <a:srgbClr val="000000"/>
                </a:solidFill>
              </a:defRPr>
            </a:lvl1pPr>
            <a:lvl2pPr lvl="1">
              <a:spcBef>
                <a:spcPts val="0"/>
              </a:spcBef>
              <a:spcAft>
                <a:spcPts val="0"/>
              </a:spcAft>
              <a:buClr>
                <a:srgbClr val="000000"/>
              </a:buClr>
              <a:buSzPts val="1000"/>
              <a:buNone/>
              <a:defRPr sz="1000">
                <a:solidFill>
                  <a:srgbClr val="000000"/>
                </a:solidFill>
              </a:defRPr>
            </a:lvl2pPr>
            <a:lvl3pPr lvl="2">
              <a:spcBef>
                <a:spcPts val="0"/>
              </a:spcBef>
              <a:spcAft>
                <a:spcPts val="0"/>
              </a:spcAft>
              <a:buClr>
                <a:srgbClr val="000000"/>
              </a:buClr>
              <a:buSzPts val="1000"/>
              <a:buNone/>
              <a:defRPr sz="1000">
                <a:solidFill>
                  <a:srgbClr val="000000"/>
                </a:solidFill>
              </a:defRPr>
            </a:lvl3pPr>
            <a:lvl4pPr lvl="3">
              <a:spcBef>
                <a:spcPts val="0"/>
              </a:spcBef>
              <a:spcAft>
                <a:spcPts val="0"/>
              </a:spcAft>
              <a:buClr>
                <a:srgbClr val="000000"/>
              </a:buClr>
              <a:buSzPts val="1000"/>
              <a:buNone/>
              <a:defRPr sz="1000">
                <a:solidFill>
                  <a:srgbClr val="000000"/>
                </a:solidFill>
              </a:defRPr>
            </a:lvl4pPr>
            <a:lvl5pPr lvl="4">
              <a:spcBef>
                <a:spcPts val="0"/>
              </a:spcBef>
              <a:spcAft>
                <a:spcPts val="0"/>
              </a:spcAft>
              <a:buClr>
                <a:srgbClr val="000000"/>
              </a:buClr>
              <a:buSzPts val="1000"/>
              <a:buNone/>
              <a:defRPr sz="1000">
                <a:solidFill>
                  <a:srgbClr val="000000"/>
                </a:solidFill>
              </a:defRPr>
            </a:lvl5pPr>
            <a:lvl6pPr lvl="5">
              <a:spcBef>
                <a:spcPts val="0"/>
              </a:spcBef>
              <a:spcAft>
                <a:spcPts val="0"/>
              </a:spcAft>
              <a:buClr>
                <a:srgbClr val="000000"/>
              </a:buClr>
              <a:buSzPts val="1000"/>
              <a:buNone/>
              <a:defRPr sz="1000">
                <a:solidFill>
                  <a:srgbClr val="000000"/>
                </a:solidFill>
              </a:defRPr>
            </a:lvl6pPr>
            <a:lvl7pPr lvl="6">
              <a:spcBef>
                <a:spcPts val="0"/>
              </a:spcBef>
              <a:spcAft>
                <a:spcPts val="0"/>
              </a:spcAft>
              <a:buClr>
                <a:srgbClr val="000000"/>
              </a:buClr>
              <a:buSzPts val="1000"/>
              <a:buNone/>
              <a:defRPr sz="1000">
                <a:solidFill>
                  <a:srgbClr val="000000"/>
                </a:solidFill>
              </a:defRPr>
            </a:lvl7pPr>
            <a:lvl8pPr lvl="7">
              <a:spcBef>
                <a:spcPts val="0"/>
              </a:spcBef>
              <a:spcAft>
                <a:spcPts val="0"/>
              </a:spcAft>
              <a:buClr>
                <a:srgbClr val="000000"/>
              </a:buClr>
              <a:buSzPts val="1000"/>
              <a:buNone/>
              <a:defRPr sz="1000">
                <a:solidFill>
                  <a:srgbClr val="000000"/>
                </a:solidFill>
              </a:defRPr>
            </a:lvl8pPr>
            <a:lvl9pPr lvl="8">
              <a:spcBef>
                <a:spcPts val="0"/>
              </a:spcBef>
              <a:spcAft>
                <a:spcPts val="0"/>
              </a:spcAft>
              <a:buClr>
                <a:srgbClr val="000000"/>
              </a:buClr>
              <a:buSzPts val="1000"/>
              <a:buNone/>
              <a:defRPr sz="1000">
                <a:solidFill>
                  <a:srgbClr val="000000"/>
                </a:solidFill>
              </a:defRPr>
            </a:lvl9pPr>
          </a:lstStyle>
          <a:p/>
        </p:txBody>
      </p:sp>
      <p:sp>
        <p:nvSpPr>
          <p:cNvPr id="14107" name="Google Shape;14107;p240"/>
          <p:cNvSpPr txBox="1"/>
          <p:nvPr>
            <p:ph idx="2" type="title"/>
          </p:nvPr>
        </p:nvSpPr>
        <p:spPr>
          <a:xfrm flipH="1">
            <a:off x="3208773" y="579550"/>
            <a:ext cx="6679800" cy="1692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000"/>
              <a:buNone/>
              <a:defRPr sz="1000">
                <a:solidFill>
                  <a:srgbClr val="000000"/>
                </a:solidFill>
              </a:defRPr>
            </a:lvl1pPr>
            <a:lvl2pPr lvl="1">
              <a:spcBef>
                <a:spcPts val="0"/>
              </a:spcBef>
              <a:spcAft>
                <a:spcPts val="0"/>
              </a:spcAft>
              <a:buClr>
                <a:srgbClr val="000000"/>
              </a:buClr>
              <a:buSzPts val="1000"/>
              <a:buNone/>
              <a:defRPr sz="1000">
                <a:solidFill>
                  <a:srgbClr val="000000"/>
                </a:solidFill>
              </a:defRPr>
            </a:lvl2pPr>
            <a:lvl3pPr lvl="2">
              <a:spcBef>
                <a:spcPts val="0"/>
              </a:spcBef>
              <a:spcAft>
                <a:spcPts val="0"/>
              </a:spcAft>
              <a:buClr>
                <a:srgbClr val="000000"/>
              </a:buClr>
              <a:buSzPts val="1000"/>
              <a:buNone/>
              <a:defRPr sz="1000">
                <a:solidFill>
                  <a:srgbClr val="000000"/>
                </a:solidFill>
              </a:defRPr>
            </a:lvl3pPr>
            <a:lvl4pPr lvl="3">
              <a:spcBef>
                <a:spcPts val="0"/>
              </a:spcBef>
              <a:spcAft>
                <a:spcPts val="0"/>
              </a:spcAft>
              <a:buClr>
                <a:srgbClr val="000000"/>
              </a:buClr>
              <a:buSzPts val="1000"/>
              <a:buNone/>
              <a:defRPr sz="1000">
                <a:solidFill>
                  <a:srgbClr val="000000"/>
                </a:solidFill>
              </a:defRPr>
            </a:lvl4pPr>
            <a:lvl5pPr lvl="4">
              <a:spcBef>
                <a:spcPts val="0"/>
              </a:spcBef>
              <a:spcAft>
                <a:spcPts val="0"/>
              </a:spcAft>
              <a:buClr>
                <a:srgbClr val="000000"/>
              </a:buClr>
              <a:buSzPts val="1000"/>
              <a:buNone/>
              <a:defRPr sz="1000">
                <a:solidFill>
                  <a:srgbClr val="000000"/>
                </a:solidFill>
              </a:defRPr>
            </a:lvl5pPr>
            <a:lvl6pPr lvl="5">
              <a:spcBef>
                <a:spcPts val="0"/>
              </a:spcBef>
              <a:spcAft>
                <a:spcPts val="0"/>
              </a:spcAft>
              <a:buClr>
                <a:srgbClr val="000000"/>
              </a:buClr>
              <a:buSzPts val="1000"/>
              <a:buNone/>
              <a:defRPr sz="1000">
                <a:solidFill>
                  <a:srgbClr val="000000"/>
                </a:solidFill>
              </a:defRPr>
            </a:lvl6pPr>
            <a:lvl7pPr lvl="6">
              <a:spcBef>
                <a:spcPts val="0"/>
              </a:spcBef>
              <a:spcAft>
                <a:spcPts val="0"/>
              </a:spcAft>
              <a:buClr>
                <a:srgbClr val="000000"/>
              </a:buClr>
              <a:buSzPts val="1000"/>
              <a:buNone/>
              <a:defRPr sz="1000">
                <a:solidFill>
                  <a:srgbClr val="000000"/>
                </a:solidFill>
              </a:defRPr>
            </a:lvl7pPr>
            <a:lvl8pPr lvl="7">
              <a:spcBef>
                <a:spcPts val="0"/>
              </a:spcBef>
              <a:spcAft>
                <a:spcPts val="0"/>
              </a:spcAft>
              <a:buClr>
                <a:srgbClr val="000000"/>
              </a:buClr>
              <a:buSzPts val="1000"/>
              <a:buNone/>
              <a:defRPr sz="1000">
                <a:solidFill>
                  <a:srgbClr val="000000"/>
                </a:solidFill>
              </a:defRPr>
            </a:lvl8pPr>
            <a:lvl9pPr lvl="8">
              <a:spcBef>
                <a:spcPts val="0"/>
              </a:spcBef>
              <a:spcAft>
                <a:spcPts val="0"/>
              </a:spcAft>
              <a:buClr>
                <a:srgbClr val="000000"/>
              </a:buClr>
              <a:buSzPts val="1000"/>
              <a:buNone/>
              <a:defRPr sz="1000">
                <a:solidFill>
                  <a:srgbClr val="000000"/>
                </a:solidFill>
              </a:defRPr>
            </a:lvl9pPr>
          </a:lstStyle>
          <a:p/>
        </p:txBody>
      </p:sp>
      <p:sp>
        <p:nvSpPr>
          <p:cNvPr id="14108" name="Google Shape;14108;p240"/>
          <p:cNvSpPr txBox="1"/>
          <p:nvPr>
            <p:ph idx="1" type="body"/>
          </p:nvPr>
        </p:nvSpPr>
        <p:spPr>
          <a:xfrm>
            <a:off x="641150" y="612125"/>
            <a:ext cx="1770300" cy="160500"/>
          </a:xfrm>
          <a:prstGeom prst="rect">
            <a:avLst/>
          </a:prstGeom>
          <a:noFill/>
          <a:ln>
            <a:noFill/>
          </a:ln>
        </p:spPr>
        <p:txBody>
          <a:bodyPr anchorCtr="0" anchor="t" bIns="0" lIns="0" spcFirstLastPara="1" rIns="0" wrap="square" tIns="0">
            <a:noAutofit/>
          </a:bodyPr>
          <a:lstStyle>
            <a:lvl1pPr indent="-292100" lvl="0" marL="457200" algn="ctr">
              <a:spcBef>
                <a:spcPts val="0"/>
              </a:spcBef>
              <a:spcAft>
                <a:spcPts val="0"/>
              </a:spcAft>
              <a:buClr>
                <a:srgbClr val="FFFFFF"/>
              </a:buClr>
              <a:buSzPts val="1000"/>
              <a:buChar char="●"/>
              <a:defRPr sz="1000">
                <a:solidFill>
                  <a:srgbClr val="FFFFFF"/>
                </a:solidFill>
              </a:defRPr>
            </a:lvl1pPr>
            <a:lvl2pPr indent="-292100" lvl="1" marL="914400" algn="ctr">
              <a:spcBef>
                <a:spcPts val="0"/>
              </a:spcBef>
              <a:spcAft>
                <a:spcPts val="0"/>
              </a:spcAft>
              <a:buClr>
                <a:srgbClr val="FFFFFF"/>
              </a:buClr>
              <a:buSzPts val="1000"/>
              <a:buChar char="○"/>
              <a:defRPr sz="1000">
                <a:solidFill>
                  <a:srgbClr val="FFFFFF"/>
                </a:solidFill>
              </a:defRPr>
            </a:lvl2pPr>
            <a:lvl3pPr indent="-292100" lvl="2" marL="1371600" algn="ctr">
              <a:spcBef>
                <a:spcPts val="0"/>
              </a:spcBef>
              <a:spcAft>
                <a:spcPts val="0"/>
              </a:spcAft>
              <a:buClr>
                <a:srgbClr val="FFFFFF"/>
              </a:buClr>
              <a:buSzPts val="1000"/>
              <a:buChar char="■"/>
              <a:defRPr sz="1000">
                <a:solidFill>
                  <a:srgbClr val="FFFFFF"/>
                </a:solidFill>
              </a:defRPr>
            </a:lvl3pPr>
            <a:lvl4pPr indent="-292100" lvl="3" marL="1828800" algn="ctr">
              <a:spcBef>
                <a:spcPts val="0"/>
              </a:spcBef>
              <a:spcAft>
                <a:spcPts val="0"/>
              </a:spcAft>
              <a:buClr>
                <a:srgbClr val="FFFFFF"/>
              </a:buClr>
              <a:buSzPts val="1000"/>
              <a:buChar char="●"/>
              <a:defRPr sz="1000">
                <a:solidFill>
                  <a:srgbClr val="FFFFFF"/>
                </a:solidFill>
              </a:defRPr>
            </a:lvl4pPr>
            <a:lvl5pPr indent="-292100" lvl="4" marL="2286000" algn="ctr">
              <a:spcBef>
                <a:spcPts val="0"/>
              </a:spcBef>
              <a:spcAft>
                <a:spcPts val="0"/>
              </a:spcAft>
              <a:buClr>
                <a:srgbClr val="FFFFFF"/>
              </a:buClr>
              <a:buSzPts val="1000"/>
              <a:buChar char="○"/>
              <a:defRPr sz="1000">
                <a:solidFill>
                  <a:srgbClr val="FFFFFF"/>
                </a:solidFill>
              </a:defRPr>
            </a:lvl5pPr>
            <a:lvl6pPr indent="-292100" lvl="5" marL="2743200" algn="ctr">
              <a:spcBef>
                <a:spcPts val="0"/>
              </a:spcBef>
              <a:spcAft>
                <a:spcPts val="0"/>
              </a:spcAft>
              <a:buClr>
                <a:srgbClr val="FFFFFF"/>
              </a:buClr>
              <a:buSzPts val="1000"/>
              <a:buChar char="■"/>
              <a:defRPr sz="1000">
                <a:solidFill>
                  <a:srgbClr val="FFFFFF"/>
                </a:solidFill>
              </a:defRPr>
            </a:lvl6pPr>
            <a:lvl7pPr indent="-292100" lvl="6" marL="3200400" algn="ctr">
              <a:spcBef>
                <a:spcPts val="0"/>
              </a:spcBef>
              <a:spcAft>
                <a:spcPts val="0"/>
              </a:spcAft>
              <a:buClr>
                <a:srgbClr val="FFFFFF"/>
              </a:buClr>
              <a:buSzPts val="1000"/>
              <a:buChar char="●"/>
              <a:defRPr sz="1000">
                <a:solidFill>
                  <a:srgbClr val="FFFFFF"/>
                </a:solidFill>
              </a:defRPr>
            </a:lvl7pPr>
            <a:lvl8pPr indent="-292100" lvl="7" marL="3657600" algn="ctr">
              <a:spcBef>
                <a:spcPts val="0"/>
              </a:spcBef>
              <a:spcAft>
                <a:spcPts val="0"/>
              </a:spcAft>
              <a:buClr>
                <a:srgbClr val="FFFFFF"/>
              </a:buClr>
              <a:buSzPts val="1000"/>
              <a:buChar char="○"/>
              <a:defRPr sz="1000">
                <a:solidFill>
                  <a:srgbClr val="FFFFFF"/>
                </a:solidFill>
              </a:defRPr>
            </a:lvl8pPr>
            <a:lvl9pPr indent="-292100" lvl="8" marL="4114800" algn="ctr">
              <a:spcBef>
                <a:spcPts val="0"/>
              </a:spcBef>
              <a:spcAft>
                <a:spcPts val="0"/>
              </a:spcAft>
              <a:buClr>
                <a:srgbClr val="FFFFFF"/>
              </a:buClr>
              <a:buSzPts val="1000"/>
              <a:buChar char="■"/>
              <a:defRPr sz="1000">
                <a:solidFill>
                  <a:srgbClr val="FFFFFF"/>
                </a:solidFill>
              </a:defRPr>
            </a:lvl9pPr>
          </a:lstStyle>
          <a:p/>
        </p:txBody>
      </p:sp>
      <p:sp>
        <p:nvSpPr>
          <p:cNvPr id="14109" name="Google Shape;14109;p240"/>
          <p:cNvSpPr txBox="1"/>
          <p:nvPr/>
        </p:nvSpPr>
        <p:spPr>
          <a:xfrm>
            <a:off x="84825" y="598125"/>
            <a:ext cx="595500" cy="205800"/>
          </a:xfrm>
          <a:prstGeom prst="rect">
            <a:avLst/>
          </a:prstGeom>
          <a:noFill/>
          <a:ln>
            <a:noFill/>
          </a:ln>
        </p:spPr>
        <p:txBody>
          <a:bodyPr anchorCtr="0" anchor="t" bIns="18000" lIns="18000" spcFirstLastPara="1" rIns="18000" wrap="square" tIns="18000">
            <a:spAutoFit/>
          </a:bodyPr>
          <a:lstStyle/>
          <a:p>
            <a:pPr indent="0" lvl="0" marL="0" rtl="0" algn="l">
              <a:spcBef>
                <a:spcPts val="0"/>
              </a:spcBef>
              <a:spcAft>
                <a:spcPts val="0"/>
              </a:spcAft>
              <a:buNone/>
            </a:pPr>
            <a:r>
              <a:rPr lang="es-419" sz="1100">
                <a:solidFill>
                  <a:srgbClr val="FFFFFF"/>
                </a:solidFill>
              </a:rPr>
              <a:t>Nombre:</a:t>
            </a:r>
            <a:endParaRPr sz="1100">
              <a:solidFill>
                <a:srgbClr val="FFFFFF"/>
              </a:solidFill>
            </a:endParaRPr>
          </a:p>
        </p:txBody>
      </p:sp>
    </p:spTree>
  </p:cSld>
  <p:clrMapOvr>
    <a:masterClrMapping/>
  </p:clrMapOvr>
</p:sldLayout>
</file>

<file path=ppt/slideLayouts/slideLayout23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R4. Definición de Caso de Uso de Sistema">
  <p:cSld name="TITLE_3_6_1_1_1_1_1_1_1_1_1_1_1_1_1_1_1_1_1_1_1_1_1_1">
    <p:spTree>
      <p:nvGrpSpPr>
        <p:cNvPr id="14110" name="Shape 14110"/>
        <p:cNvGrpSpPr/>
        <p:nvPr/>
      </p:nvGrpSpPr>
      <p:grpSpPr>
        <a:xfrm>
          <a:off x="0" y="0"/>
          <a:ext cx="0" cy="0"/>
          <a:chOff x="0" y="0"/>
          <a:chExt cx="0" cy="0"/>
        </a:xfrm>
      </p:grpSpPr>
      <p:sp>
        <p:nvSpPr>
          <p:cNvPr id="14111" name="Google Shape;14111;p241"/>
          <p:cNvSpPr/>
          <p:nvPr/>
        </p:nvSpPr>
        <p:spPr>
          <a:xfrm>
            <a:off x="77688" y="358938"/>
            <a:ext cx="9935700" cy="6438000"/>
          </a:xfrm>
          <a:prstGeom prst="roundRect">
            <a:avLst>
              <a:gd fmla="val 2618" name="adj"/>
            </a:avLst>
          </a:prstGeom>
          <a:solidFill>
            <a:srgbClr val="FFFFFF"/>
          </a:solidFill>
          <a:ln cap="flat" cmpd="sng" w="38100">
            <a:solidFill>
              <a:srgbClr val="000000"/>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4112" name="Google Shape;14112;p241"/>
          <p:cNvCxnSpPr/>
          <p:nvPr/>
        </p:nvCxnSpPr>
        <p:spPr>
          <a:xfrm>
            <a:off x="77688" y="772614"/>
            <a:ext cx="9935700" cy="0"/>
          </a:xfrm>
          <a:prstGeom prst="straightConnector1">
            <a:avLst/>
          </a:prstGeom>
          <a:noFill/>
          <a:ln cap="flat" cmpd="sng" w="19050">
            <a:solidFill>
              <a:srgbClr val="000000"/>
            </a:solidFill>
            <a:prstDash val="solid"/>
            <a:round/>
            <a:headEnd len="med" w="med" type="none"/>
            <a:tailEnd len="med" w="med" type="none"/>
          </a:ln>
        </p:spPr>
      </p:cxnSp>
      <p:cxnSp>
        <p:nvCxnSpPr>
          <p:cNvPr id="14113" name="Google Shape;14113;p241"/>
          <p:cNvCxnSpPr/>
          <p:nvPr/>
        </p:nvCxnSpPr>
        <p:spPr>
          <a:xfrm rot="10800000">
            <a:off x="2439038" y="368188"/>
            <a:ext cx="0" cy="402300"/>
          </a:xfrm>
          <a:prstGeom prst="straightConnector1">
            <a:avLst/>
          </a:prstGeom>
          <a:noFill/>
          <a:ln cap="flat" cmpd="sng" w="19050">
            <a:solidFill>
              <a:srgbClr val="000000"/>
            </a:solidFill>
            <a:prstDash val="solid"/>
            <a:round/>
            <a:headEnd len="med" w="med" type="none"/>
            <a:tailEnd len="med" w="med" type="none"/>
          </a:ln>
        </p:spPr>
      </p:cxnSp>
      <p:sp>
        <p:nvSpPr>
          <p:cNvPr id="14114" name="Google Shape;14114;p241"/>
          <p:cNvSpPr/>
          <p:nvPr/>
        </p:nvSpPr>
        <p:spPr>
          <a:xfrm>
            <a:off x="77688" y="349338"/>
            <a:ext cx="2361300" cy="421200"/>
          </a:xfrm>
          <a:prstGeom prst="roundRect">
            <a:avLst>
              <a:gd fmla="val 50000" name="adj"/>
            </a:avLst>
          </a:prstGeom>
          <a:solidFill>
            <a:srgbClr val="000000"/>
          </a:solidFill>
          <a:ln cap="flat" cmpd="sng" w="9525">
            <a:solidFill>
              <a:srgbClr val="000000"/>
            </a:solidFill>
            <a:prstDash val="solid"/>
            <a:round/>
            <a:headEnd len="sm" w="sm" type="none"/>
            <a:tailEnd len="sm" w="sm" type="none"/>
          </a:ln>
        </p:spPr>
        <p:txBody>
          <a:bodyPr anchorCtr="0" anchor="ctr" bIns="91425" lIns="0" spcFirstLastPara="1" rIns="0" wrap="square" tIns="91425">
            <a:noAutofit/>
          </a:bodyPr>
          <a:lstStyle/>
          <a:p>
            <a:pPr indent="0" lvl="0" marL="0" rtl="0" algn="ctr">
              <a:spcBef>
                <a:spcPts val="0"/>
              </a:spcBef>
              <a:spcAft>
                <a:spcPts val="0"/>
              </a:spcAft>
              <a:buNone/>
            </a:pPr>
            <a:r>
              <a:rPr b="1" lang="es-419" sz="1100">
                <a:solidFill>
                  <a:srgbClr val="FFFFFF"/>
                </a:solidFill>
              </a:rPr>
              <a:t>Definición CU de Sistema</a:t>
            </a:r>
            <a:endParaRPr b="1" sz="1100">
              <a:solidFill>
                <a:srgbClr val="FFFFFF"/>
              </a:solidFill>
            </a:endParaRPr>
          </a:p>
          <a:p>
            <a:pPr indent="0" lvl="0" marL="0" rtl="0" algn="ctr">
              <a:spcBef>
                <a:spcPts val="0"/>
              </a:spcBef>
              <a:spcAft>
                <a:spcPts val="0"/>
              </a:spcAft>
              <a:buNone/>
            </a:pPr>
            <a:r>
              <a:t/>
            </a:r>
            <a:endParaRPr b="1" sz="1200">
              <a:solidFill>
                <a:srgbClr val="FFFFFF"/>
              </a:solidFill>
            </a:endParaRPr>
          </a:p>
        </p:txBody>
      </p:sp>
      <p:sp>
        <p:nvSpPr>
          <p:cNvPr id="14115" name="Google Shape;14115;p241"/>
          <p:cNvSpPr/>
          <p:nvPr/>
        </p:nvSpPr>
        <p:spPr>
          <a:xfrm>
            <a:off x="83988" y="595504"/>
            <a:ext cx="190200" cy="1692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6" name="Google Shape;14116;p241"/>
          <p:cNvSpPr/>
          <p:nvPr/>
        </p:nvSpPr>
        <p:spPr>
          <a:xfrm>
            <a:off x="2350598" y="358950"/>
            <a:ext cx="88500" cy="4023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4117" name="Google Shape;14117;p241"/>
          <p:cNvCxnSpPr/>
          <p:nvPr/>
        </p:nvCxnSpPr>
        <p:spPr>
          <a:xfrm>
            <a:off x="5104406" y="929748"/>
            <a:ext cx="0" cy="5689200"/>
          </a:xfrm>
          <a:prstGeom prst="straightConnector1">
            <a:avLst/>
          </a:prstGeom>
          <a:noFill/>
          <a:ln cap="flat" cmpd="sng" w="19050">
            <a:solidFill>
              <a:srgbClr val="D9D9D9"/>
            </a:solidFill>
            <a:prstDash val="dash"/>
            <a:round/>
            <a:headEnd len="med" w="med" type="none"/>
            <a:tailEnd len="med" w="med" type="none"/>
          </a:ln>
        </p:spPr>
      </p:cxnSp>
      <p:sp>
        <p:nvSpPr>
          <p:cNvPr id="14118" name="Google Shape;14118;p241"/>
          <p:cNvSpPr txBox="1"/>
          <p:nvPr/>
        </p:nvSpPr>
        <p:spPr>
          <a:xfrm>
            <a:off x="5208496" y="1009497"/>
            <a:ext cx="1551300" cy="232500"/>
          </a:xfrm>
          <a:prstGeom prst="rect">
            <a:avLst/>
          </a:prstGeom>
          <a:noFill/>
          <a:ln>
            <a:noFill/>
          </a:ln>
        </p:spPr>
        <p:txBody>
          <a:bodyPr anchorCtr="0" anchor="ctr" bIns="0" lIns="0" spcFirstLastPara="1" rIns="0" wrap="square" tIns="0">
            <a:noAutofit/>
          </a:bodyPr>
          <a:lstStyle/>
          <a:p>
            <a:pPr indent="0" lvl="0" marL="0" rtl="0" algn="r">
              <a:spcBef>
                <a:spcPts val="0"/>
              </a:spcBef>
              <a:spcAft>
                <a:spcPts val="0"/>
              </a:spcAft>
              <a:buNone/>
            </a:pPr>
            <a:r>
              <a:rPr b="1" lang="es-419" sz="1000">
                <a:latin typeface="Arvo"/>
                <a:ea typeface="Arvo"/>
                <a:cs typeface="Arvo"/>
                <a:sym typeface="Arvo"/>
              </a:rPr>
              <a:t>Actores de sistema (cliente):  </a:t>
            </a:r>
            <a:r>
              <a:rPr i="1" lang="es-419" sz="600">
                <a:solidFill>
                  <a:srgbClr val="666666"/>
                </a:solidFill>
                <a:latin typeface="Arvo"/>
                <a:ea typeface="Arvo"/>
                <a:cs typeface="Arvo"/>
                <a:sym typeface="Arvo"/>
              </a:rPr>
              <a:t>&lt;ej: Comprador&gt;</a:t>
            </a:r>
            <a:endParaRPr i="1" sz="600">
              <a:solidFill>
                <a:srgbClr val="666666"/>
              </a:solidFill>
              <a:latin typeface="Arvo"/>
              <a:ea typeface="Arvo"/>
              <a:cs typeface="Arvo"/>
              <a:sym typeface="Arvo"/>
            </a:endParaRPr>
          </a:p>
        </p:txBody>
      </p:sp>
      <p:sp>
        <p:nvSpPr>
          <p:cNvPr id="14119" name="Google Shape;14119;p241"/>
          <p:cNvSpPr/>
          <p:nvPr/>
        </p:nvSpPr>
        <p:spPr>
          <a:xfrm>
            <a:off x="6834826" y="953997"/>
            <a:ext cx="3027000" cy="343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14120" name="Google Shape;14120;p241"/>
          <p:cNvSpPr txBox="1"/>
          <p:nvPr/>
        </p:nvSpPr>
        <p:spPr>
          <a:xfrm>
            <a:off x="5208496" y="1433361"/>
            <a:ext cx="1551300" cy="400200"/>
          </a:xfrm>
          <a:prstGeom prst="rect">
            <a:avLst/>
          </a:prstGeom>
          <a:noFill/>
          <a:ln>
            <a:noFill/>
          </a:ln>
        </p:spPr>
        <p:txBody>
          <a:bodyPr anchorCtr="0" anchor="ctr" bIns="0" lIns="0" spcFirstLastPara="1" rIns="0" wrap="square" tIns="0">
            <a:spAutoFit/>
          </a:bodyPr>
          <a:lstStyle/>
          <a:p>
            <a:pPr indent="0" lvl="0" marL="0" rtl="0" algn="r">
              <a:lnSpc>
                <a:spcPct val="100000"/>
              </a:lnSpc>
              <a:spcBef>
                <a:spcPts val="0"/>
              </a:spcBef>
              <a:spcAft>
                <a:spcPts val="0"/>
              </a:spcAft>
              <a:buNone/>
            </a:pPr>
            <a:r>
              <a:rPr b="1" lang="es-419" sz="1000">
                <a:latin typeface="Arvo"/>
                <a:ea typeface="Arvo"/>
                <a:cs typeface="Arvo"/>
                <a:sym typeface="Arvo"/>
              </a:rPr>
              <a:t>Actores de sistema (proveedores):  </a:t>
            </a:r>
            <a:r>
              <a:rPr i="1" lang="es-419" sz="600">
                <a:solidFill>
                  <a:srgbClr val="666666"/>
                </a:solidFill>
                <a:latin typeface="Arvo"/>
                <a:ea typeface="Arvo"/>
                <a:cs typeface="Arvo"/>
                <a:sym typeface="Arvo"/>
              </a:rPr>
              <a:t>&lt;ej: ups, </a:t>
            </a:r>
            <a:r>
              <a:rPr i="1" lang="es-419" sz="600">
                <a:solidFill>
                  <a:schemeClr val="dk1"/>
                </a:solidFill>
              </a:rPr>
              <a:t> </a:t>
            </a:r>
            <a:r>
              <a:rPr i="1" lang="es-419" sz="600">
                <a:solidFill>
                  <a:srgbClr val="666666"/>
                </a:solidFill>
                <a:latin typeface="Arvo"/>
                <a:ea typeface="Arvo"/>
                <a:cs typeface="Arvo"/>
                <a:sym typeface="Arvo"/>
              </a:rPr>
              <a:t>fedex, servientrega, etc&gt;</a:t>
            </a:r>
            <a:endParaRPr i="1" sz="600">
              <a:solidFill>
                <a:srgbClr val="666666"/>
              </a:solidFill>
              <a:latin typeface="Arvo"/>
              <a:ea typeface="Arvo"/>
              <a:cs typeface="Arvo"/>
              <a:sym typeface="Arvo"/>
            </a:endParaRPr>
          </a:p>
        </p:txBody>
      </p:sp>
      <p:sp>
        <p:nvSpPr>
          <p:cNvPr id="14121" name="Google Shape;14121;p241"/>
          <p:cNvSpPr/>
          <p:nvPr/>
        </p:nvSpPr>
        <p:spPr>
          <a:xfrm>
            <a:off x="6834826" y="1461711"/>
            <a:ext cx="3027000" cy="343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14122" name="Google Shape;14122;p241"/>
          <p:cNvSpPr txBox="1"/>
          <p:nvPr/>
        </p:nvSpPr>
        <p:spPr>
          <a:xfrm>
            <a:off x="5208496" y="2064799"/>
            <a:ext cx="1551300" cy="646500"/>
          </a:xfrm>
          <a:prstGeom prst="rect">
            <a:avLst/>
          </a:prstGeom>
          <a:noFill/>
          <a:ln>
            <a:noFill/>
          </a:ln>
        </p:spPr>
        <p:txBody>
          <a:bodyPr anchorCtr="0" anchor="ctr" bIns="0" lIns="0" spcFirstLastPara="1" rIns="0" wrap="square" tIns="0">
            <a:spAutoFit/>
          </a:bodyPr>
          <a:lstStyle/>
          <a:p>
            <a:pPr indent="0" lvl="0" marL="0" rtl="0" algn="r">
              <a:spcBef>
                <a:spcPts val="0"/>
              </a:spcBef>
              <a:spcAft>
                <a:spcPts val="0"/>
              </a:spcAft>
              <a:buNone/>
            </a:pPr>
            <a:r>
              <a:rPr b="1" lang="es-419" sz="1000">
                <a:latin typeface="Arvo"/>
                <a:ea typeface="Arvo"/>
                <a:cs typeface="Arvo"/>
                <a:sym typeface="Arvo"/>
              </a:rPr>
              <a:t>Identificación de conceptos de sistema:</a:t>
            </a:r>
            <a:endParaRPr b="1" sz="1000">
              <a:latin typeface="Arvo"/>
              <a:ea typeface="Arvo"/>
              <a:cs typeface="Arvo"/>
              <a:sym typeface="Arvo"/>
            </a:endParaRPr>
          </a:p>
          <a:p>
            <a:pPr indent="0" lvl="0" marL="0" rtl="0" algn="r">
              <a:spcBef>
                <a:spcPts val="0"/>
              </a:spcBef>
              <a:spcAft>
                <a:spcPts val="0"/>
              </a:spcAft>
              <a:buNone/>
            </a:pPr>
            <a:r>
              <a:rPr b="1" lang="es-419" sz="700">
                <a:latin typeface="Arvo"/>
                <a:ea typeface="Arvo"/>
                <a:cs typeface="Arvo"/>
                <a:sym typeface="Arvo"/>
              </a:rPr>
              <a:t>[entidades involucradas]</a:t>
            </a:r>
            <a:r>
              <a:rPr b="1" lang="es-419" sz="1000">
                <a:latin typeface="Arvo"/>
                <a:ea typeface="Arvo"/>
                <a:cs typeface="Arvo"/>
                <a:sym typeface="Arvo"/>
              </a:rPr>
              <a:t> </a:t>
            </a:r>
            <a:endParaRPr b="1" sz="1000">
              <a:latin typeface="Arvo"/>
              <a:ea typeface="Arvo"/>
              <a:cs typeface="Arvo"/>
              <a:sym typeface="Arvo"/>
            </a:endParaRPr>
          </a:p>
          <a:p>
            <a:pPr indent="0" lvl="0" marL="0" rtl="0" algn="r">
              <a:spcBef>
                <a:spcPts val="0"/>
              </a:spcBef>
              <a:spcAft>
                <a:spcPts val="0"/>
              </a:spcAft>
              <a:buNone/>
            </a:pPr>
            <a:r>
              <a:rPr i="1" lang="es-419" sz="600">
                <a:solidFill>
                  <a:srgbClr val="666666"/>
                </a:solidFill>
                <a:latin typeface="Arvo"/>
                <a:ea typeface="Arvo"/>
                <a:cs typeface="Arvo"/>
                <a:sym typeface="Arvo"/>
              </a:rPr>
              <a:t>&lt;ej: comprador, amazon, compra, producto, pago, envío. etc&gt;</a:t>
            </a:r>
            <a:endParaRPr i="1" sz="600">
              <a:solidFill>
                <a:srgbClr val="666666"/>
              </a:solidFill>
              <a:latin typeface="Arvo"/>
              <a:ea typeface="Arvo"/>
              <a:cs typeface="Arvo"/>
              <a:sym typeface="Arvo"/>
            </a:endParaRPr>
          </a:p>
        </p:txBody>
      </p:sp>
      <p:sp>
        <p:nvSpPr>
          <p:cNvPr id="14123" name="Google Shape;14123;p241"/>
          <p:cNvSpPr/>
          <p:nvPr/>
        </p:nvSpPr>
        <p:spPr>
          <a:xfrm>
            <a:off x="6834826" y="1975699"/>
            <a:ext cx="3027000" cy="670800"/>
          </a:xfrm>
          <a:prstGeom prst="roundRect">
            <a:avLst>
              <a:gd fmla="val 10808"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14124" name="Google Shape;14124;p241"/>
          <p:cNvSpPr txBox="1"/>
          <p:nvPr/>
        </p:nvSpPr>
        <p:spPr>
          <a:xfrm>
            <a:off x="5219407" y="3121825"/>
            <a:ext cx="1562400" cy="232500"/>
          </a:xfrm>
          <a:prstGeom prst="rect">
            <a:avLst/>
          </a:prstGeom>
          <a:noFill/>
          <a:ln>
            <a:noFill/>
          </a:ln>
        </p:spPr>
        <p:txBody>
          <a:bodyPr anchorCtr="0" anchor="ctr" bIns="0" lIns="0" spcFirstLastPara="1" rIns="0" wrap="square" tIns="0">
            <a:noAutofit/>
          </a:bodyPr>
          <a:lstStyle/>
          <a:p>
            <a:pPr indent="0" lvl="0" marL="0" rtl="0" algn="r">
              <a:spcBef>
                <a:spcPts val="0"/>
              </a:spcBef>
              <a:spcAft>
                <a:spcPts val="0"/>
              </a:spcAft>
              <a:buNone/>
            </a:pPr>
            <a:r>
              <a:rPr b="1" lang="es-419" sz="1000">
                <a:latin typeface="Arvo"/>
                <a:ea typeface="Arvo"/>
                <a:cs typeface="Arvo"/>
                <a:sym typeface="Arvo"/>
              </a:rPr>
              <a:t>Meta cliente:</a:t>
            </a:r>
            <a:endParaRPr b="1" sz="1000">
              <a:latin typeface="Arvo"/>
              <a:ea typeface="Arvo"/>
              <a:cs typeface="Arvo"/>
              <a:sym typeface="Arvo"/>
            </a:endParaRPr>
          </a:p>
          <a:p>
            <a:pPr indent="0" lvl="0" marL="0" rtl="0" algn="r">
              <a:spcBef>
                <a:spcPts val="0"/>
              </a:spcBef>
              <a:spcAft>
                <a:spcPts val="0"/>
              </a:spcAft>
              <a:buNone/>
            </a:pPr>
            <a:r>
              <a:rPr b="1" lang="es-419" sz="700">
                <a:solidFill>
                  <a:schemeClr val="dk1"/>
                </a:solidFill>
                <a:latin typeface="Arvo"/>
                <a:ea typeface="Arvo"/>
                <a:cs typeface="Arvo"/>
                <a:sym typeface="Arvo"/>
              </a:rPr>
              <a:t>[Meta = &lt;sustantivo&gt;&lt;adjetivo&gt;]</a:t>
            </a:r>
            <a:endParaRPr b="1" sz="1000">
              <a:latin typeface="Arvo"/>
              <a:ea typeface="Arvo"/>
              <a:cs typeface="Arvo"/>
              <a:sym typeface="Arvo"/>
            </a:endParaRPr>
          </a:p>
          <a:p>
            <a:pPr indent="0" lvl="0" marL="0" rtl="0" algn="r">
              <a:spcBef>
                <a:spcPts val="0"/>
              </a:spcBef>
              <a:spcAft>
                <a:spcPts val="0"/>
              </a:spcAft>
              <a:buNone/>
            </a:pPr>
            <a:r>
              <a:rPr b="1" i="1" lang="es-419" sz="600">
                <a:latin typeface="Arvo"/>
                <a:ea typeface="Arvo"/>
                <a:cs typeface="Arvo"/>
                <a:sym typeface="Arvo"/>
              </a:rPr>
              <a:t> </a:t>
            </a:r>
            <a:r>
              <a:rPr i="1" lang="es-419" sz="600">
                <a:solidFill>
                  <a:srgbClr val="666666"/>
                </a:solidFill>
                <a:latin typeface="Arvo"/>
                <a:ea typeface="Arvo"/>
                <a:cs typeface="Arvo"/>
                <a:sym typeface="Arvo"/>
              </a:rPr>
              <a:t>&lt;ej: El cliente recibe el producto&gt;</a:t>
            </a:r>
            <a:endParaRPr i="1" sz="600">
              <a:solidFill>
                <a:srgbClr val="666666"/>
              </a:solidFill>
              <a:latin typeface="Arvo"/>
              <a:ea typeface="Arvo"/>
              <a:cs typeface="Arvo"/>
              <a:sym typeface="Arvo"/>
            </a:endParaRPr>
          </a:p>
        </p:txBody>
      </p:sp>
      <p:sp>
        <p:nvSpPr>
          <p:cNvPr id="14125" name="Google Shape;14125;p241"/>
          <p:cNvSpPr/>
          <p:nvPr/>
        </p:nvSpPr>
        <p:spPr>
          <a:xfrm>
            <a:off x="6845744" y="3066325"/>
            <a:ext cx="3027000" cy="343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14126" name="Google Shape;14126;p241"/>
          <p:cNvSpPr txBox="1"/>
          <p:nvPr>
            <p:ph idx="1" type="subTitle"/>
          </p:nvPr>
        </p:nvSpPr>
        <p:spPr>
          <a:xfrm>
            <a:off x="6834526" y="954747"/>
            <a:ext cx="3027600" cy="342000"/>
          </a:xfrm>
          <a:prstGeom prst="rect">
            <a:avLst/>
          </a:prstGeom>
          <a:noFill/>
          <a:ln>
            <a:noFill/>
          </a:ln>
        </p:spPr>
        <p:txBody>
          <a:bodyPr anchorCtr="0" anchor="ctr" bIns="36000" lIns="36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14127" name="Google Shape;14127;p241"/>
          <p:cNvSpPr txBox="1"/>
          <p:nvPr>
            <p:ph idx="2" type="subTitle"/>
          </p:nvPr>
        </p:nvSpPr>
        <p:spPr>
          <a:xfrm>
            <a:off x="6834526" y="1462461"/>
            <a:ext cx="3027600" cy="342000"/>
          </a:xfrm>
          <a:prstGeom prst="rect">
            <a:avLst/>
          </a:prstGeom>
          <a:noFill/>
          <a:ln>
            <a:noFill/>
          </a:ln>
        </p:spPr>
        <p:txBody>
          <a:bodyPr anchorCtr="0" anchor="ctr" bIns="36000" lIns="36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14128" name="Google Shape;14128;p241"/>
          <p:cNvSpPr txBox="1"/>
          <p:nvPr>
            <p:ph idx="3" type="subTitle"/>
          </p:nvPr>
        </p:nvSpPr>
        <p:spPr>
          <a:xfrm>
            <a:off x="6834526" y="1980199"/>
            <a:ext cx="3027600" cy="661800"/>
          </a:xfrm>
          <a:prstGeom prst="rect">
            <a:avLst/>
          </a:prstGeom>
          <a:noFill/>
          <a:ln>
            <a:noFill/>
          </a:ln>
        </p:spPr>
        <p:txBody>
          <a:bodyPr anchorCtr="0" anchor="t" bIns="36000" lIns="36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14129" name="Google Shape;14129;p241"/>
          <p:cNvSpPr txBox="1"/>
          <p:nvPr>
            <p:ph idx="4" type="subTitle"/>
          </p:nvPr>
        </p:nvSpPr>
        <p:spPr>
          <a:xfrm>
            <a:off x="6845444" y="3067075"/>
            <a:ext cx="3027600" cy="342000"/>
          </a:xfrm>
          <a:prstGeom prst="rect">
            <a:avLst/>
          </a:prstGeom>
          <a:noFill/>
          <a:ln>
            <a:noFill/>
          </a:ln>
        </p:spPr>
        <p:txBody>
          <a:bodyPr anchorCtr="0" anchor="ctr" bIns="36000" lIns="36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14130" name="Google Shape;14130;p241"/>
          <p:cNvSpPr/>
          <p:nvPr/>
        </p:nvSpPr>
        <p:spPr>
          <a:xfrm>
            <a:off x="6845744" y="3598326"/>
            <a:ext cx="3027000" cy="343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14131" name="Google Shape;14131;p241"/>
          <p:cNvSpPr txBox="1"/>
          <p:nvPr>
            <p:ph idx="5" type="subTitle"/>
          </p:nvPr>
        </p:nvSpPr>
        <p:spPr>
          <a:xfrm>
            <a:off x="6845444" y="3599076"/>
            <a:ext cx="3027600" cy="342000"/>
          </a:xfrm>
          <a:prstGeom prst="rect">
            <a:avLst/>
          </a:prstGeom>
          <a:noFill/>
          <a:ln>
            <a:noFill/>
          </a:ln>
        </p:spPr>
        <p:txBody>
          <a:bodyPr anchorCtr="0" anchor="ctr" bIns="36000" lIns="36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14132" name="Google Shape;14132;p241"/>
          <p:cNvSpPr/>
          <p:nvPr/>
        </p:nvSpPr>
        <p:spPr>
          <a:xfrm>
            <a:off x="2277739" y="663750"/>
            <a:ext cx="88500" cy="1089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4133" name="Google Shape;14133;p241"/>
          <p:cNvCxnSpPr/>
          <p:nvPr/>
        </p:nvCxnSpPr>
        <p:spPr>
          <a:xfrm rot="10800000">
            <a:off x="5256600" y="2854252"/>
            <a:ext cx="4608000" cy="0"/>
          </a:xfrm>
          <a:prstGeom prst="straightConnector1">
            <a:avLst/>
          </a:prstGeom>
          <a:noFill/>
          <a:ln cap="flat" cmpd="sng" w="19050">
            <a:solidFill>
              <a:srgbClr val="B7B7B7"/>
            </a:solidFill>
            <a:prstDash val="solid"/>
            <a:round/>
            <a:headEnd len="med" w="med" type="none"/>
            <a:tailEnd len="med" w="med" type="none"/>
          </a:ln>
        </p:spPr>
      </p:cxnSp>
      <p:cxnSp>
        <p:nvCxnSpPr>
          <p:cNvPr id="14134" name="Google Shape;14134;p241"/>
          <p:cNvCxnSpPr/>
          <p:nvPr/>
        </p:nvCxnSpPr>
        <p:spPr>
          <a:xfrm flipH="1">
            <a:off x="285421" y="5302428"/>
            <a:ext cx="4690200" cy="11700"/>
          </a:xfrm>
          <a:prstGeom prst="straightConnector1">
            <a:avLst/>
          </a:prstGeom>
          <a:noFill/>
          <a:ln cap="flat" cmpd="sng" w="19050">
            <a:solidFill>
              <a:srgbClr val="B7B7B7"/>
            </a:solidFill>
            <a:prstDash val="solid"/>
            <a:round/>
            <a:headEnd len="med" w="med" type="none"/>
            <a:tailEnd len="med" w="med" type="none"/>
          </a:ln>
        </p:spPr>
      </p:cxnSp>
      <p:sp>
        <p:nvSpPr>
          <p:cNvPr id="14135" name="Google Shape;14135;p241"/>
          <p:cNvSpPr txBox="1"/>
          <p:nvPr/>
        </p:nvSpPr>
        <p:spPr>
          <a:xfrm>
            <a:off x="197034" y="5534063"/>
            <a:ext cx="1679100" cy="246300"/>
          </a:xfrm>
          <a:prstGeom prst="rect">
            <a:avLst/>
          </a:prstGeom>
          <a:noFill/>
          <a:ln>
            <a:noFill/>
          </a:ln>
        </p:spPr>
        <p:txBody>
          <a:bodyPr anchorCtr="0" anchor="ctr" bIns="0" lIns="0" spcFirstLastPara="1" rIns="0" wrap="square" tIns="0">
            <a:spAutoFit/>
          </a:bodyPr>
          <a:lstStyle/>
          <a:p>
            <a:pPr indent="0" lvl="0" marL="0" rtl="0" algn="r">
              <a:lnSpc>
                <a:spcPct val="100000"/>
              </a:lnSpc>
              <a:spcBef>
                <a:spcPts val="0"/>
              </a:spcBef>
              <a:spcAft>
                <a:spcPts val="0"/>
              </a:spcAft>
              <a:buNone/>
            </a:pPr>
            <a:r>
              <a:rPr b="1" lang="es-419" sz="1000">
                <a:latin typeface="Arvo"/>
                <a:ea typeface="Arvo"/>
                <a:cs typeface="Arvo"/>
                <a:sym typeface="Arvo"/>
              </a:rPr>
              <a:t>Precondición: </a:t>
            </a:r>
            <a:endParaRPr b="1" sz="1000">
              <a:latin typeface="Arvo"/>
              <a:ea typeface="Arvo"/>
              <a:cs typeface="Arvo"/>
              <a:sym typeface="Arvo"/>
            </a:endParaRPr>
          </a:p>
          <a:p>
            <a:pPr indent="0" lvl="0" marL="0" rtl="0" algn="r">
              <a:lnSpc>
                <a:spcPct val="100000"/>
              </a:lnSpc>
              <a:spcBef>
                <a:spcPts val="0"/>
              </a:spcBef>
              <a:spcAft>
                <a:spcPts val="0"/>
              </a:spcAft>
              <a:buNone/>
            </a:pPr>
            <a:r>
              <a:rPr i="1" lang="es-419" sz="600">
                <a:solidFill>
                  <a:srgbClr val="666666"/>
                </a:solidFill>
                <a:latin typeface="Arvo"/>
                <a:ea typeface="Arvo"/>
                <a:cs typeface="Arvo"/>
                <a:sym typeface="Arvo"/>
              </a:rPr>
              <a:t>&lt;ej: El comprador debe estar registrado&gt;</a:t>
            </a:r>
            <a:endParaRPr i="1" sz="600">
              <a:solidFill>
                <a:srgbClr val="666666"/>
              </a:solidFill>
              <a:latin typeface="Arvo"/>
              <a:ea typeface="Arvo"/>
              <a:cs typeface="Arvo"/>
              <a:sym typeface="Arvo"/>
            </a:endParaRPr>
          </a:p>
        </p:txBody>
      </p:sp>
      <p:sp>
        <p:nvSpPr>
          <p:cNvPr id="14136" name="Google Shape;14136;p241"/>
          <p:cNvSpPr txBox="1"/>
          <p:nvPr/>
        </p:nvSpPr>
        <p:spPr>
          <a:xfrm>
            <a:off x="197034" y="6086320"/>
            <a:ext cx="1679100" cy="274800"/>
          </a:xfrm>
          <a:prstGeom prst="rect">
            <a:avLst/>
          </a:prstGeom>
          <a:noFill/>
          <a:ln>
            <a:noFill/>
          </a:ln>
        </p:spPr>
        <p:txBody>
          <a:bodyPr anchorCtr="0" anchor="ctr" bIns="0" lIns="0" spcFirstLastPara="1" rIns="0" wrap="square" tIns="0">
            <a:spAutoFit/>
          </a:bodyPr>
          <a:lstStyle/>
          <a:p>
            <a:pPr indent="0" lvl="0" marL="0" rtl="0" algn="r">
              <a:lnSpc>
                <a:spcPct val="85000"/>
              </a:lnSpc>
              <a:spcBef>
                <a:spcPts val="0"/>
              </a:spcBef>
              <a:spcAft>
                <a:spcPts val="0"/>
              </a:spcAft>
              <a:buNone/>
            </a:pPr>
            <a:r>
              <a:rPr b="1" lang="es-419" sz="1000">
                <a:latin typeface="Arvo"/>
                <a:ea typeface="Arvo"/>
                <a:cs typeface="Arvo"/>
                <a:sym typeface="Arvo"/>
              </a:rPr>
              <a:t>Poscondición:</a:t>
            </a:r>
            <a:endParaRPr sz="700">
              <a:solidFill>
                <a:srgbClr val="666666"/>
              </a:solidFill>
              <a:latin typeface="Arvo"/>
              <a:ea typeface="Arvo"/>
              <a:cs typeface="Arvo"/>
              <a:sym typeface="Arvo"/>
            </a:endParaRPr>
          </a:p>
          <a:p>
            <a:pPr indent="0" lvl="0" marL="0" rtl="0" algn="r">
              <a:lnSpc>
                <a:spcPct val="85000"/>
              </a:lnSpc>
              <a:spcBef>
                <a:spcPts val="0"/>
              </a:spcBef>
              <a:spcAft>
                <a:spcPts val="0"/>
              </a:spcAft>
              <a:buNone/>
            </a:pPr>
            <a:r>
              <a:rPr lang="es-419" sz="700">
                <a:solidFill>
                  <a:srgbClr val="666666"/>
                </a:solidFill>
                <a:latin typeface="Arvo"/>
                <a:ea typeface="Arvo"/>
                <a:cs typeface="Arvo"/>
                <a:sym typeface="Arvo"/>
              </a:rPr>
              <a:t> </a:t>
            </a:r>
            <a:r>
              <a:rPr i="1" lang="es-419" sz="600">
                <a:solidFill>
                  <a:srgbClr val="666666"/>
                </a:solidFill>
                <a:latin typeface="Arvo"/>
                <a:ea typeface="Arvo"/>
                <a:cs typeface="Arvo"/>
                <a:sym typeface="Arvo"/>
              </a:rPr>
              <a:t>&lt;ej: El pago debe estar realizado&gt;</a:t>
            </a:r>
            <a:r>
              <a:rPr b="1" lang="es-419" sz="1100">
                <a:latin typeface="Arvo"/>
                <a:ea typeface="Arvo"/>
                <a:cs typeface="Arvo"/>
                <a:sym typeface="Arvo"/>
              </a:rPr>
              <a:t> </a:t>
            </a:r>
            <a:endParaRPr sz="800">
              <a:solidFill>
                <a:srgbClr val="666666"/>
              </a:solidFill>
              <a:latin typeface="Arvo"/>
              <a:ea typeface="Arvo"/>
              <a:cs typeface="Arvo"/>
              <a:sym typeface="Arvo"/>
            </a:endParaRPr>
          </a:p>
        </p:txBody>
      </p:sp>
      <p:sp>
        <p:nvSpPr>
          <p:cNvPr id="14137" name="Google Shape;14137;p241"/>
          <p:cNvSpPr/>
          <p:nvPr/>
        </p:nvSpPr>
        <p:spPr>
          <a:xfrm>
            <a:off x="1940924" y="5485463"/>
            <a:ext cx="3027000" cy="343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14138" name="Google Shape;14138;p241"/>
          <p:cNvSpPr txBox="1"/>
          <p:nvPr>
            <p:ph idx="6" type="subTitle"/>
          </p:nvPr>
        </p:nvSpPr>
        <p:spPr>
          <a:xfrm>
            <a:off x="1940624" y="5486213"/>
            <a:ext cx="3027600" cy="342000"/>
          </a:xfrm>
          <a:prstGeom prst="rect">
            <a:avLst/>
          </a:prstGeom>
          <a:noFill/>
          <a:ln>
            <a:noFill/>
          </a:ln>
        </p:spPr>
        <p:txBody>
          <a:bodyPr anchorCtr="0" anchor="ctr" bIns="36000" lIns="36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14139" name="Google Shape;14139;p241"/>
          <p:cNvSpPr/>
          <p:nvPr/>
        </p:nvSpPr>
        <p:spPr>
          <a:xfrm>
            <a:off x="1940924" y="6051970"/>
            <a:ext cx="3027000" cy="343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14140" name="Google Shape;14140;p241"/>
          <p:cNvSpPr txBox="1"/>
          <p:nvPr>
            <p:ph idx="7" type="subTitle"/>
          </p:nvPr>
        </p:nvSpPr>
        <p:spPr>
          <a:xfrm>
            <a:off x="1940624" y="6052720"/>
            <a:ext cx="3027600" cy="342000"/>
          </a:xfrm>
          <a:prstGeom prst="rect">
            <a:avLst/>
          </a:prstGeom>
          <a:noFill/>
          <a:ln>
            <a:noFill/>
          </a:ln>
        </p:spPr>
        <p:txBody>
          <a:bodyPr anchorCtr="0" anchor="ctr" bIns="36000" lIns="36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14141" name="Google Shape;14141;p241"/>
          <p:cNvSpPr txBox="1"/>
          <p:nvPr/>
        </p:nvSpPr>
        <p:spPr>
          <a:xfrm>
            <a:off x="197034" y="1002597"/>
            <a:ext cx="1679100" cy="246300"/>
          </a:xfrm>
          <a:prstGeom prst="rect">
            <a:avLst/>
          </a:prstGeom>
          <a:noFill/>
          <a:ln>
            <a:noFill/>
          </a:ln>
        </p:spPr>
        <p:txBody>
          <a:bodyPr anchorCtr="0" anchor="ctr" bIns="0" lIns="0" spcFirstLastPara="1" rIns="0" wrap="square" tIns="0">
            <a:spAutoFit/>
          </a:bodyPr>
          <a:lstStyle/>
          <a:p>
            <a:pPr indent="0" lvl="0" marL="0" rtl="0" algn="r">
              <a:lnSpc>
                <a:spcPct val="100000"/>
              </a:lnSpc>
              <a:spcBef>
                <a:spcPts val="0"/>
              </a:spcBef>
              <a:spcAft>
                <a:spcPts val="0"/>
              </a:spcAft>
              <a:buNone/>
            </a:pPr>
            <a:r>
              <a:rPr b="1" lang="es-419" sz="1000">
                <a:latin typeface="Arvo"/>
                <a:ea typeface="Arvo"/>
                <a:cs typeface="Arvo"/>
                <a:sym typeface="Arvo"/>
              </a:rPr>
              <a:t>Nombre del caso de uso: </a:t>
            </a:r>
            <a:endParaRPr b="1" sz="1000">
              <a:latin typeface="Arvo"/>
              <a:ea typeface="Arvo"/>
              <a:cs typeface="Arvo"/>
              <a:sym typeface="Arvo"/>
            </a:endParaRPr>
          </a:p>
          <a:p>
            <a:pPr indent="0" lvl="0" marL="0" rtl="0" algn="r">
              <a:lnSpc>
                <a:spcPct val="100000"/>
              </a:lnSpc>
              <a:spcBef>
                <a:spcPts val="0"/>
              </a:spcBef>
              <a:spcAft>
                <a:spcPts val="0"/>
              </a:spcAft>
              <a:buNone/>
            </a:pPr>
            <a:r>
              <a:rPr i="1" lang="es-419" sz="600">
                <a:solidFill>
                  <a:srgbClr val="666666"/>
                </a:solidFill>
                <a:latin typeface="Arvo"/>
                <a:ea typeface="Arvo"/>
                <a:cs typeface="Arvo"/>
                <a:sym typeface="Arvo"/>
              </a:rPr>
              <a:t>&lt;ej: Compra de productos&gt;</a:t>
            </a:r>
            <a:endParaRPr i="1" sz="600">
              <a:solidFill>
                <a:srgbClr val="666666"/>
              </a:solidFill>
              <a:latin typeface="Arvo"/>
              <a:ea typeface="Arvo"/>
              <a:cs typeface="Arvo"/>
              <a:sym typeface="Arvo"/>
            </a:endParaRPr>
          </a:p>
        </p:txBody>
      </p:sp>
      <p:sp>
        <p:nvSpPr>
          <p:cNvPr id="14142" name="Google Shape;14142;p241"/>
          <p:cNvSpPr txBox="1"/>
          <p:nvPr/>
        </p:nvSpPr>
        <p:spPr>
          <a:xfrm>
            <a:off x="197034" y="1496061"/>
            <a:ext cx="1679100" cy="274800"/>
          </a:xfrm>
          <a:prstGeom prst="rect">
            <a:avLst/>
          </a:prstGeom>
          <a:noFill/>
          <a:ln>
            <a:noFill/>
          </a:ln>
        </p:spPr>
        <p:txBody>
          <a:bodyPr anchorCtr="0" anchor="ctr" bIns="0" lIns="0" spcFirstLastPara="1" rIns="0" wrap="square" tIns="0">
            <a:spAutoFit/>
          </a:bodyPr>
          <a:lstStyle/>
          <a:p>
            <a:pPr indent="0" lvl="0" marL="0" rtl="0" algn="r">
              <a:lnSpc>
                <a:spcPct val="85000"/>
              </a:lnSpc>
              <a:spcBef>
                <a:spcPts val="0"/>
              </a:spcBef>
              <a:spcAft>
                <a:spcPts val="0"/>
              </a:spcAft>
              <a:buNone/>
            </a:pPr>
            <a:r>
              <a:rPr b="1" lang="es-419" sz="1000">
                <a:latin typeface="Arvo"/>
                <a:ea typeface="Arvo"/>
                <a:cs typeface="Arvo"/>
                <a:sym typeface="Arvo"/>
              </a:rPr>
              <a:t>Narrativa:</a:t>
            </a:r>
            <a:endParaRPr sz="700">
              <a:solidFill>
                <a:srgbClr val="666666"/>
              </a:solidFill>
              <a:latin typeface="Arvo"/>
              <a:ea typeface="Arvo"/>
              <a:cs typeface="Arvo"/>
              <a:sym typeface="Arvo"/>
            </a:endParaRPr>
          </a:p>
          <a:p>
            <a:pPr indent="0" lvl="0" marL="0" rtl="0" algn="r">
              <a:lnSpc>
                <a:spcPct val="85000"/>
              </a:lnSpc>
              <a:spcBef>
                <a:spcPts val="0"/>
              </a:spcBef>
              <a:spcAft>
                <a:spcPts val="0"/>
              </a:spcAft>
              <a:buNone/>
            </a:pPr>
            <a:r>
              <a:rPr lang="es-419" sz="700">
                <a:solidFill>
                  <a:srgbClr val="666666"/>
                </a:solidFill>
                <a:latin typeface="Arvo"/>
                <a:ea typeface="Arvo"/>
                <a:cs typeface="Arvo"/>
                <a:sym typeface="Arvo"/>
              </a:rPr>
              <a:t> </a:t>
            </a:r>
            <a:r>
              <a:rPr i="1" lang="es-419" sz="600">
                <a:solidFill>
                  <a:srgbClr val="666666"/>
                </a:solidFill>
                <a:latin typeface="Arvo"/>
                <a:ea typeface="Arvo"/>
                <a:cs typeface="Arvo"/>
                <a:sym typeface="Arvo"/>
              </a:rPr>
              <a:t>&lt;ej: El cliente compra productos&gt;</a:t>
            </a:r>
            <a:r>
              <a:rPr b="1" lang="es-419" sz="1100">
                <a:latin typeface="Arvo"/>
                <a:ea typeface="Arvo"/>
                <a:cs typeface="Arvo"/>
                <a:sym typeface="Arvo"/>
              </a:rPr>
              <a:t> </a:t>
            </a:r>
            <a:endParaRPr sz="800">
              <a:solidFill>
                <a:srgbClr val="666666"/>
              </a:solidFill>
              <a:latin typeface="Arvo"/>
              <a:ea typeface="Arvo"/>
              <a:cs typeface="Arvo"/>
              <a:sym typeface="Arvo"/>
            </a:endParaRPr>
          </a:p>
        </p:txBody>
      </p:sp>
      <p:sp>
        <p:nvSpPr>
          <p:cNvPr id="14143" name="Google Shape;14143;p241"/>
          <p:cNvSpPr/>
          <p:nvPr/>
        </p:nvSpPr>
        <p:spPr>
          <a:xfrm>
            <a:off x="1940924" y="953997"/>
            <a:ext cx="3027000" cy="343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14144" name="Google Shape;14144;p241"/>
          <p:cNvSpPr txBox="1"/>
          <p:nvPr>
            <p:ph idx="8" type="subTitle"/>
          </p:nvPr>
        </p:nvSpPr>
        <p:spPr>
          <a:xfrm>
            <a:off x="1940624" y="954747"/>
            <a:ext cx="3027600" cy="342000"/>
          </a:xfrm>
          <a:prstGeom prst="rect">
            <a:avLst/>
          </a:prstGeom>
          <a:noFill/>
          <a:ln>
            <a:noFill/>
          </a:ln>
        </p:spPr>
        <p:txBody>
          <a:bodyPr anchorCtr="0" anchor="ctr" bIns="36000" lIns="36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14145" name="Google Shape;14145;p241"/>
          <p:cNvSpPr/>
          <p:nvPr/>
        </p:nvSpPr>
        <p:spPr>
          <a:xfrm>
            <a:off x="1940924" y="1461711"/>
            <a:ext cx="3027000" cy="343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14146" name="Google Shape;14146;p241"/>
          <p:cNvSpPr txBox="1"/>
          <p:nvPr>
            <p:ph idx="9" type="subTitle"/>
          </p:nvPr>
        </p:nvSpPr>
        <p:spPr>
          <a:xfrm>
            <a:off x="1940624" y="1462461"/>
            <a:ext cx="3027600" cy="342000"/>
          </a:xfrm>
          <a:prstGeom prst="rect">
            <a:avLst/>
          </a:prstGeom>
          <a:noFill/>
          <a:ln>
            <a:noFill/>
          </a:ln>
        </p:spPr>
        <p:txBody>
          <a:bodyPr anchorCtr="0" anchor="ctr" bIns="36000" lIns="36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14147" name="Google Shape;14147;p241"/>
          <p:cNvSpPr txBox="1"/>
          <p:nvPr/>
        </p:nvSpPr>
        <p:spPr>
          <a:xfrm>
            <a:off x="197034" y="1989729"/>
            <a:ext cx="1679100" cy="923400"/>
          </a:xfrm>
          <a:prstGeom prst="rect">
            <a:avLst/>
          </a:prstGeom>
          <a:noFill/>
          <a:ln>
            <a:noFill/>
          </a:ln>
        </p:spPr>
        <p:txBody>
          <a:bodyPr anchorCtr="0" anchor="ctr" bIns="0" lIns="0" spcFirstLastPara="1" rIns="0" wrap="square" tIns="0">
            <a:spAutoFit/>
          </a:bodyPr>
          <a:lstStyle/>
          <a:p>
            <a:pPr indent="0" lvl="0" marL="0" rtl="0" algn="r">
              <a:lnSpc>
                <a:spcPct val="100000"/>
              </a:lnSpc>
              <a:spcBef>
                <a:spcPts val="0"/>
              </a:spcBef>
              <a:spcAft>
                <a:spcPts val="0"/>
              </a:spcAft>
              <a:buNone/>
            </a:pPr>
            <a:r>
              <a:rPr b="1" lang="es-419" sz="1000">
                <a:latin typeface="Arvo"/>
                <a:ea typeface="Arvo"/>
                <a:cs typeface="Arvo"/>
                <a:sym typeface="Arvo"/>
              </a:rPr>
              <a:t>Metas del caso de uso:</a:t>
            </a:r>
            <a:endParaRPr b="1" sz="1000">
              <a:latin typeface="Arvo"/>
              <a:ea typeface="Arvo"/>
              <a:cs typeface="Arvo"/>
              <a:sym typeface="Arvo"/>
            </a:endParaRPr>
          </a:p>
          <a:p>
            <a:pPr indent="0" lvl="0" marL="0" rtl="0" algn="r">
              <a:lnSpc>
                <a:spcPct val="100000"/>
              </a:lnSpc>
              <a:spcBef>
                <a:spcPts val="0"/>
              </a:spcBef>
              <a:spcAft>
                <a:spcPts val="0"/>
              </a:spcAft>
              <a:buNone/>
            </a:pPr>
            <a:r>
              <a:rPr b="1" lang="es-419" sz="700">
                <a:latin typeface="Arvo"/>
                <a:ea typeface="Arvo"/>
                <a:cs typeface="Arvo"/>
                <a:sym typeface="Arvo"/>
              </a:rPr>
              <a:t>[Meta = &lt;sustantivo&gt;&lt;adjetivo&gt;]</a:t>
            </a:r>
            <a:endParaRPr b="1" sz="700">
              <a:latin typeface="Arvo"/>
              <a:ea typeface="Arvo"/>
              <a:cs typeface="Arvo"/>
              <a:sym typeface="Arvo"/>
            </a:endParaRPr>
          </a:p>
          <a:p>
            <a:pPr indent="0" lvl="0" marL="0" rtl="0" algn="r">
              <a:lnSpc>
                <a:spcPct val="100000"/>
              </a:lnSpc>
              <a:spcBef>
                <a:spcPts val="0"/>
              </a:spcBef>
              <a:spcAft>
                <a:spcPts val="0"/>
              </a:spcAft>
              <a:buNone/>
            </a:pPr>
            <a:r>
              <a:rPr lang="es-419" sz="700">
                <a:solidFill>
                  <a:srgbClr val="666666"/>
                </a:solidFill>
                <a:latin typeface="Arvo"/>
                <a:ea typeface="Arvo"/>
                <a:cs typeface="Arvo"/>
                <a:sym typeface="Arvo"/>
              </a:rPr>
              <a:t> </a:t>
            </a:r>
            <a:r>
              <a:rPr i="1" lang="es-419" sz="600">
                <a:solidFill>
                  <a:srgbClr val="666666"/>
                </a:solidFill>
                <a:latin typeface="Arvo"/>
                <a:ea typeface="Arvo"/>
                <a:cs typeface="Arvo"/>
                <a:sym typeface="Arvo"/>
              </a:rPr>
              <a:t>&lt;ej: El ej: 1% de las devoluciones de productos. </a:t>
            </a:r>
            <a:endParaRPr i="1" sz="600">
              <a:solidFill>
                <a:srgbClr val="666666"/>
              </a:solidFill>
              <a:latin typeface="Arvo"/>
              <a:ea typeface="Arvo"/>
              <a:cs typeface="Arvo"/>
              <a:sym typeface="Arvo"/>
            </a:endParaRPr>
          </a:p>
          <a:p>
            <a:pPr indent="0" lvl="0" marL="0" rtl="0" algn="r">
              <a:lnSpc>
                <a:spcPct val="100000"/>
              </a:lnSpc>
              <a:spcBef>
                <a:spcPts val="0"/>
              </a:spcBef>
              <a:spcAft>
                <a:spcPts val="0"/>
              </a:spcAft>
              <a:buNone/>
            </a:pPr>
            <a:r>
              <a:rPr i="1" lang="es-419" sz="600">
                <a:solidFill>
                  <a:srgbClr val="666666"/>
                </a:solidFill>
                <a:latin typeface="Arvo"/>
                <a:ea typeface="Arvo"/>
                <a:cs typeface="Arvo"/>
                <a:sym typeface="Arvo"/>
              </a:rPr>
              <a:t>[nota: esta meta está relacionada con la visión del sistema. se supone que los casos de uso a conseguir la posición esperada del sistema la cual está determinada por las metas de la empresa.]&gt;</a:t>
            </a:r>
            <a:endParaRPr sz="800">
              <a:solidFill>
                <a:srgbClr val="666666"/>
              </a:solidFill>
              <a:latin typeface="Arvo"/>
              <a:ea typeface="Arvo"/>
              <a:cs typeface="Arvo"/>
              <a:sym typeface="Arvo"/>
            </a:endParaRPr>
          </a:p>
        </p:txBody>
      </p:sp>
      <p:sp>
        <p:nvSpPr>
          <p:cNvPr id="14148" name="Google Shape;14148;p241"/>
          <p:cNvSpPr/>
          <p:nvPr/>
        </p:nvSpPr>
        <p:spPr>
          <a:xfrm>
            <a:off x="1940924" y="1984375"/>
            <a:ext cx="3027000" cy="1015800"/>
          </a:xfrm>
          <a:prstGeom prst="roundRect">
            <a:avLst>
              <a:gd fmla="val 728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14149" name="Google Shape;14149;p241"/>
          <p:cNvSpPr txBox="1"/>
          <p:nvPr>
            <p:ph idx="13" type="subTitle"/>
          </p:nvPr>
        </p:nvSpPr>
        <p:spPr>
          <a:xfrm>
            <a:off x="1940924" y="1985125"/>
            <a:ext cx="3027000" cy="1015200"/>
          </a:xfrm>
          <a:prstGeom prst="rect">
            <a:avLst/>
          </a:prstGeom>
          <a:noFill/>
          <a:ln>
            <a:noFill/>
          </a:ln>
        </p:spPr>
        <p:txBody>
          <a:bodyPr anchorCtr="0" anchor="t" bIns="36000" lIns="36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14150" name="Google Shape;14150;p241"/>
          <p:cNvSpPr txBox="1"/>
          <p:nvPr/>
        </p:nvSpPr>
        <p:spPr>
          <a:xfrm>
            <a:off x="197034" y="3149026"/>
            <a:ext cx="1679100" cy="409500"/>
          </a:xfrm>
          <a:prstGeom prst="rect">
            <a:avLst/>
          </a:prstGeom>
          <a:noFill/>
          <a:ln>
            <a:noFill/>
          </a:ln>
        </p:spPr>
        <p:txBody>
          <a:bodyPr anchorCtr="0" anchor="ctr" bIns="0" lIns="0" spcFirstLastPara="1" rIns="0" wrap="square" tIns="0">
            <a:spAutoFit/>
          </a:bodyPr>
          <a:lstStyle/>
          <a:p>
            <a:pPr indent="0" lvl="0" marL="0" rtl="0" algn="r">
              <a:lnSpc>
                <a:spcPct val="100000"/>
              </a:lnSpc>
              <a:spcBef>
                <a:spcPts val="0"/>
              </a:spcBef>
              <a:spcAft>
                <a:spcPts val="0"/>
              </a:spcAft>
              <a:buNone/>
            </a:pPr>
            <a:r>
              <a:rPr b="1" lang="es-419" sz="1000">
                <a:latin typeface="Arvo"/>
                <a:ea typeface="Arvo"/>
                <a:cs typeface="Arvo"/>
                <a:sym typeface="Arvo"/>
              </a:rPr>
              <a:t>Casos de uso  con los que tiene relación:</a:t>
            </a:r>
            <a:endParaRPr sz="700">
              <a:solidFill>
                <a:srgbClr val="666666"/>
              </a:solidFill>
              <a:latin typeface="Arvo"/>
              <a:ea typeface="Arvo"/>
              <a:cs typeface="Arvo"/>
              <a:sym typeface="Arvo"/>
            </a:endParaRPr>
          </a:p>
          <a:p>
            <a:pPr indent="0" lvl="0" marL="0" rtl="0" algn="r">
              <a:lnSpc>
                <a:spcPct val="60000"/>
              </a:lnSpc>
              <a:spcBef>
                <a:spcPts val="0"/>
              </a:spcBef>
              <a:spcAft>
                <a:spcPts val="0"/>
              </a:spcAft>
              <a:buNone/>
            </a:pPr>
            <a:r>
              <a:rPr i="1" lang="es-419" sz="600">
                <a:solidFill>
                  <a:srgbClr val="666666"/>
                </a:solidFill>
                <a:latin typeface="Arvo"/>
                <a:ea typeface="Arvo"/>
                <a:cs typeface="Arvo"/>
                <a:sym typeface="Arvo"/>
              </a:rPr>
              <a:t>&lt;ej: Registro de compradores&gt;</a:t>
            </a:r>
            <a:r>
              <a:rPr b="1" lang="es-419" sz="1100">
                <a:latin typeface="Arvo"/>
                <a:ea typeface="Arvo"/>
                <a:cs typeface="Arvo"/>
                <a:sym typeface="Arvo"/>
              </a:rPr>
              <a:t> </a:t>
            </a:r>
            <a:endParaRPr sz="800">
              <a:solidFill>
                <a:srgbClr val="666666"/>
              </a:solidFill>
              <a:latin typeface="Arvo"/>
              <a:ea typeface="Arvo"/>
              <a:cs typeface="Arvo"/>
              <a:sym typeface="Arvo"/>
            </a:endParaRPr>
          </a:p>
        </p:txBody>
      </p:sp>
      <p:sp>
        <p:nvSpPr>
          <p:cNvPr id="14151" name="Google Shape;14151;p241"/>
          <p:cNvSpPr/>
          <p:nvPr/>
        </p:nvSpPr>
        <p:spPr>
          <a:xfrm>
            <a:off x="1940924" y="3182026"/>
            <a:ext cx="3027000" cy="343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14152" name="Google Shape;14152;p241"/>
          <p:cNvSpPr txBox="1"/>
          <p:nvPr>
            <p:ph idx="14" type="subTitle"/>
          </p:nvPr>
        </p:nvSpPr>
        <p:spPr>
          <a:xfrm>
            <a:off x="1940624" y="3182776"/>
            <a:ext cx="3027600" cy="342000"/>
          </a:xfrm>
          <a:prstGeom prst="rect">
            <a:avLst/>
          </a:prstGeom>
          <a:noFill/>
          <a:ln>
            <a:noFill/>
          </a:ln>
        </p:spPr>
        <p:txBody>
          <a:bodyPr anchorCtr="0" anchor="ctr" bIns="36000" lIns="36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14153" name="Google Shape;14153;p241"/>
          <p:cNvSpPr txBox="1"/>
          <p:nvPr/>
        </p:nvSpPr>
        <p:spPr>
          <a:xfrm>
            <a:off x="197034" y="3696638"/>
            <a:ext cx="1679100" cy="1046700"/>
          </a:xfrm>
          <a:prstGeom prst="rect">
            <a:avLst/>
          </a:prstGeom>
          <a:noFill/>
          <a:ln>
            <a:noFill/>
          </a:ln>
        </p:spPr>
        <p:txBody>
          <a:bodyPr anchorCtr="0" anchor="ctr" bIns="0" lIns="0" spcFirstLastPara="1" rIns="0" wrap="square" tIns="0">
            <a:spAutoFit/>
          </a:bodyPr>
          <a:lstStyle/>
          <a:p>
            <a:pPr indent="0" lvl="0" marL="0" rtl="0" algn="r">
              <a:lnSpc>
                <a:spcPct val="100000"/>
              </a:lnSpc>
              <a:spcBef>
                <a:spcPts val="0"/>
              </a:spcBef>
              <a:spcAft>
                <a:spcPts val="0"/>
              </a:spcAft>
              <a:buNone/>
            </a:pPr>
            <a:r>
              <a:rPr b="1" lang="es-419" sz="1000">
                <a:latin typeface="Arvo"/>
                <a:ea typeface="Arvo"/>
                <a:cs typeface="Arvo"/>
                <a:sym typeface="Arvo"/>
              </a:rPr>
              <a:t>Descripción del caso de uso:</a:t>
            </a:r>
            <a:endParaRPr sz="700">
              <a:solidFill>
                <a:srgbClr val="666666"/>
              </a:solidFill>
              <a:latin typeface="Arvo"/>
              <a:ea typeface="Arvo"/>
              <a:cs typeface="Arvo"/>
              <a:sym typeface="Arvo"/>
            </a:endParaRPr>
          </a:p>
          <a:p>
            <a:pPr indent="0" lvl="0" marL="0" rtl="0" algn="r">
              <a:lnSpc>
                <a:spcPct val="80000"/>
              </a:lnSpc>
              <a:spcBef>
                <a:spcPts val="0"/>
              </a:spcBef>
              <a:spcAft>
                <a:spcPts val="0"/>
              </a:spcAft>
              <a:buNone/>
            </a:pPr>
            <a:r>
              <a:rPr i="1" lang="es-419" sz="600">
                <a:solidFill>
                  <a:srgbClr val="666666"/>
                </a:solidFill>
                <a:latin typeface="Arvo"/>
                <a:ea typeface="Arvo"/>
                <a:cs typeface="Arvo"/>
                <a:sym typeface="Arvo"/>
              </a:rPr>
              <a:t>&lt;ej: Este caso de uso le permite a los compradores obtener productos a muy bajo costo desde cualquier lugar y en cualquier momento, mediante este caso de uso los compradores pueden elegir una empresa de envíos para transportar los productos. El comprador dispone de un carro de compras, puede programar cada una de las compras y puede crear listas de preferencia.&gt;</a:t>
            </a:r>
            <a:endParaRPr sz="800">
              <a:solidFill>
                <a:srgbClr val="666666"/>
              </a:solidFill>
              <a:latin typeface="Arvo"/>
              <a:ea typeface="Arvo"/>
              <a:cs typeface="Arvo"/>
              <a:sym typeface="Arvo"/>
            </a:endParaRPr>
          </a:p>
        </p:txBody>
      </p:sp>
      <p:sp>
        <p:nvSpPr>
          <p:cNvPr id="14154" name="Google Shape;14154;p241"/>
          <p:cNvSpPr/>
          <p:nvPr/>
        </p:nvSpPr>
        <p:spPr>
          <a:xfrm>
            <a:off x="1940925" y="3730022"/>
            <a:ext cx="3027000" cy="1359900"/>
          </a:xfrm>
          <a:prstGeom prst="roundRect">
            <a:avLst>
              <a:gd fmla="val 5871"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14155" name="Google Shape;14155;p241"/>
          <p:cNvSpPr txBox="1"/>
          <p:nvPr>
            <p:ph idx="15" type="subTitle"/>
          </p:nvPr>
        </p:nvSpPr>
        <p:spPr>
          <a:xfrm>
            <a:off x="1940625" y="3730025"/>
            <a:ext cx="3027600" cy="1359900"/>
          </a:xfrm>
          <a:prstGeom prst="rect">
            <a:avLst/>
          </a:prstGeom>
          <a:noFill/>
          <a:ln>
            <a:noFill/>
          </a:ln>
        </p:spPr>
        <p:txBody>
          <a:bodyPr anchorCtr="0" anchor="t" bIns="36000" lIns="36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14156" name="Google Shape;14156;p241"/>
          <p:cNvSpPr txBox="1"/>
          <p:nvPr/>
        </p:nvSpPr>
        <p:spPr>
          <a:xfrm>
            <a:off x="5219407" y="3653826"/>
            <a:ext cx="1562400" cy="232500"/>
          </a:xfrm>
          <a:prstGeom prst="rect">
            <a:avLst/>
          </a:prstGeom>
          <a:noFill/>
          <a:ln>
            <a:noFill/>
          </a:ln>
        </p:spPr>
        <p:txBody>
          <a:bodyPr anchorCtr="0" anchor="ctr" bIns="0" lIns="0" spcFirstLastPara="1" rIns="0" wrap="square" tIns="0">
            <a:noAutofit/>
          </a:bodyPr>
          <a:lstStyle/>
          <a:p>
            <a:pPr indent="0" lvl="0" marL="0" rtl="0" algn="r">
              <a:spcBef>
                <a:spcPts val="0"/>
              </a:spcBef>
              <a:spcAft>
                <a:spcPts val="0"/>
              </a:spcAft>
              <a:buNone/>
            </a:pPr>
            <a:r>
              <a:rPr b="1" lang="es-419" sz="1000">
                <a:latin typeface="Arvo"/>
                <a:ea typeface="Arvo"/>
                <a:cs typeface="Arvo"/>
                <a:sym typeface="Arvo"/>
              </a:rPr>
              <a:t>Meta empresa:</a:t>
            </a:r>
            <a:endParaRPr b="1" sz="1000">
              <a:latin typeface="Arvo"/>
              <a:ea typeface="Arvo"/>
              <a:cs typeface="Arvo"/>
              <a:sym typeface="Arvo"/>
            </a:endParaRPr>
          </a:p>
          <a:p>
            <a:pPr indent="0" lvl="0" marL="0" rtl="0" algn="r">
              <a:spcBef>
                <a:spcPts val="0"/>
              </a:spcBef>
              <a:spcAft>
                <a:spcPts val="0"/>
              </a:spcAft>
              <a:buNone/>
            </a:pPr>
            <a:r>
              <a:rPr b="1" lang="es-419" sz="700">
                <a:solidFill>
                  <a:schemeClr val="dk1"/>
                </a:solidFill>
                <a:latin typeface="Arvo"/>
                <a:ea typeface="Arvo"/>
                <a:cs typeface="Arvo"/>
                <a:sym typeface="Arvo"/>
              </a:rPr>
              <a:t>[Meta = &lt;sustantivo&gt;&lt;adjetivo&gt;]</a:t>
            </a:r>
            <a:endParaRPr b="1" sz="1000">
              <a:latin typeface="Arvo"/>
              <a:ea typeface="Arvo"/>
              <a:cs typeface="Arvo"/>
              <a:sym typeface="Arvo"/>
            </a:endParaRPr>
          </a:p>
          <a:p>
            <a:pPr indent="0" lvl="0" marL="0" rtl="0" algn="r">
              <a:spcBef>
                <a:spcPts val="0"/>
              </a:spcBef>
              <a:spcAft>
                <a:spcPts val="0"/>
              </a:spcAft>
              <a:buNone/>
            </a:pPr>
            <a:r>
              <a:rPr b="1" i="1" lang="es-419" sz="600">
                <a:latin typeface="Arvo"/>
                <a:ea typeface="Arvo"/>
                <a:cs typeface="Arvo"/>
                <a:sym typeface="Arvo"/>
              </a:rPr>
              <a:t> </a:t>
            </a:r>
            <a:r>
              <a:rPr i="1" lang="es-419" sz="600">
                <a:solidFill>
                  <a:srgbClr val="666666"/>
                </a:solidFill>
                <a:latin typeface="Arvo"/>
                <a:ea typeface="Arvo"/>
                <a:cs typeface="Arvo"/>
                <a:sym typeface="Arvo"/>
              </a:rPr>
              <a:t>&lt;ej: El cliente realiza el pago&gt;</a:t>
            </a:r>
            <a:endParaRPr i="1" sz="600">
              <a:solidFill>
                <a:srgbClr val="666666"/>
              </a:solidFill>
              <a:latin typeface="Arvo"/>
              <a:ea typeface="Arvo"/>
              <a:cs typeface="Arvo"/>
              <a:sym typeface="Arvo"/>
            </a:endParaRPr>
          </a:p>
        </p:txBody>
      </p:sp>
      <p:sp>
        <p:nvSpPr>
          <p:cNvPr id="14157" name="Google Shape;14157;p241"/>
          <p:cNvSpPr txBox="1"/>
          <p:nvPr/>
        </p:nvSpPr>
        <p:spPr>
          <a:xfrm>
            <a:off x="2524025" y="497711"/>
            <a:ext cx="8850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Formulario:</a:t>
            </a:r>
            <a:endParaRPr b="1" sz="1100"/>
          </a:p>
        </p:txBody>
      </p:sp>
      <p:sp>
        <p:nvSpPr>
          <p:cNvPr id="14158" name="Google Shape;14158;p241"/>
          <p:cNvSpPr txBox="1"/>
          <p:nvPr>
            <p:ph type="title"/>
          </p:nvPr>
        </p:nvSpPr>
        <p:spPr>
          <a:xfrm flipH="1">
            <a:off x="3408875" y="445821"/>
            <a:ext cx="6479700" cy="2664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000"/>
              <a:buNone/>
              <a:defRPr sz="1000">
                <a:solidFill>
                  <a:srgbClr val="000000"/>
                </a:solidFill>
              </a:defRPr>
            </a:lvl1pPr>
            <a:lvl2pPr lvl="1">
              <a:spcBef>
                <a:spcPts val="0"/>
              </a:spcBef>
              <a:spcAft>
                <a:spcPts val="0"/>
              </a:spcAft>
              <a:buClr>
                <a:srgbClr val="000000"/>
              </a:buClr>
              <a:buSzPts val="1000"/>
              <a:buNone/>
              <a:defRPr sz="1000">
                <a:solidFill>
                  <a:srgbClr val="000000"/>
                </a:solidFill>
              </a:defRPr>
            </a:lvl2pPr>
            <a:lvl3pPr lvl="2">
              <a:spcBef>
                <a:spcPts val="0"/>
              </a:spcBef>
              <a:spcAft>
                <a:spcPts val="0"/>
              </a:spcAft>
              <a:buClr>
                <a:srgbClr val="000000"/>
              </a:buClr>
              <a:buSzPts val="1000"/>
              <a:buNone/>
              <a:defRPr sz="1000">
                <a:solidFill>
                  <a:srgbClr val="000000"/>
                </a:solidFill>
              </a:defRPr>
            </a:lvl3pPr>
            <a:lvl4pPr lvl="3">
              <a:spcBef>
                <a:spcPts val="0"/>
              </a:spcBef>
              <a:spcAft>
                <a:spcPts val="0"/>
              </a:spcAft>
              <a:buClr>
                <a:srgbClr val="000000"/>
              </a:buClr>
              <a:buSzPts val="1000"/>
              <a:buNone/>
              <a:defRPr sz="1000">
                <a:solidFill>
                  <a:srgbClr val="000000"/>
                </a:solidFill>
              </a:defRPr>
            </a:lvl4pPr>
            <a:lvl5pPr lvl="4">
              <a:spcBef>
                <a:spcPts val="0"/>
              </a:spcBef>
              <a:spcAft>
                <a:spcPts val="0"/>
              </a:spcAft>
              <a:buClr>
                <a:srgbClr val="000000"/>
              </a:buClr>
              <a:buSzPts val="1000"/>
              <a:buNone/>
              <a:defRPr sz="1000">
                <a:solidFill>
                  <a:srgbClr val="000000"/>
                </a:solidFill>
              </a:defRPr>
            </a:lvl5pPr>
            <a:lvl6pPr lvl="5">
              <a:spcBef>
                <a:spcPts val="0"/>
              </a:spcBef>
              <a:spcAft>
                <a:spcPts val="0"/>
              </a:spcAft>
              <a:buClr>
                <a:srgbClr val="000000"/>
              </a:buClr>
              <a:buSzPts val="1000"/>
              <a:buNone/>
              <a:defRPr sz="1000">
                <a:solidFill>
                  <a:srgbClr val="000000"/>
                </a:solidFill>
              </a:defRPr>
            </a:lvl6pPr>
            <a:lvl7pPr lvl="6">
              <a:spcBef>
                <a:spcPts val="0"/>
              </a:spcBef>
              <a:spcAft>
                <a:spcPts val="0"/>
              </a:spcAft>
              <a:buClr>
                <a:srgbClr val="000000"/>
              </a:buClr>
              <a:buSzPts val="1000"/>
              <a:buNone/>
              <a:defRPr sz="1000">
                <a:solidFill>
                  <a:srgbClr val="000000"/>
                </a:solidFill>
              </a:defRPr>
            </a:lvl7pPr>
            <a:lvl8pPr lvl="7">
              <a:spcBef>
                <a:spcPts val="0"/>
              </a:spcBef>
              <a:spcAft>
                <a:spcPts val="0"/>
              </a:spcAft>
              <a:buClr>
                <a:srgbClr val="000000"/>
              </a:buClr>
              <a:buSzPts val="1000"/>
              <a:buNone/>
              <a:defRPr sz="1000">
                <a:solidFill>
                  <a:srgbClr val="000000"/>
                </a:solidFill>
              </a:defRPr>
            </a:lvl8pPr>
            <a:lvl9pPr lvl="8">
              <a:spcBef>
                <a:spcPts val="0"/>
              </a:spcBef>
              <a:spcAft>
                <a:spcPts val="0"/>
              </a:spcAft>
              <a:buClr>
                <a:srgbClr val="000000"/>
              </a:buClr>
              <a:buSzPts val="1000"/>
              <a:buNone/>
              <a:defRPr sz="1000">
                <a:solidFill>
                  <a:srgbClr val="000000"/>
                </a:solidFill>
              </a:defRPr>
            </a:lvl9pPr>
          </a:lstStyle>
          <a:p/>
        </p:txBody>
      </p:sp>
      <p:sp>
        <p:nvSpPr>
          <p:cNvPr id="14159" name="Google Shape;14159;p241"/>
          <p:cNvSpPr txBox="1"/>
          <p:nvPr>
            <p:ph idx="16" type="body"/>
          </p:nvPr>
        </p:nvSpPr>
        <p:spPr>
          <a:xfrm>
            <a:off x="641150" y="612125"/>
            <a:ext cx="1770300" cy="160500"/>
          </a:xfrm>
          <a:prstGeom prst="rect">
            <a:avLst/>
          </a:prstGeom>
          <a:noFill/>
          <a:ln>
            <a:noFill/>
          </a:ln>
        </p:spPr>
        <p:txBody>
          <a:bodyPr anchorCtr="0" anchor="t" bIns="0" lIns="0" spcFirstLastPara="1" rIns="0" wrap="square" tIns="0">
            <a:noAutofit/>
          </a:bodyPr>
          <a:lstStyle>
            <a:lvl1pPr indent="-292100" lvl="0" marL="457200" algn="ctr">
              <a:spcBef>
                <a:spcPts val="0"/>
              </a:spcBef>
              <a:spcAft>
                <a:spcPts val="0"/>
              </a:spcAft>
              <a:buClr>
                <a:srgbClr val="FFFFFF"/>
              </a:buClr>
              <a:buSzPts val="1000"/>
              <a:buChar char="●"/>
              <a:defRPr sz="1000">
                <a:solidFill>
                  <a:srgbClr val="FFFFFF"/>
                </a:solidFill>
              </a:defRPr>
            </a:lvl1pPr>
            <a:lvl2pPr indent="-292100" lvl="1" marL="914400" algn="ctr">
              <a:spcBef>
                <a:spcPts val="0"/>
              </a:spcBef>
              <a:spcAft>
                <a:spcPts val="0"/>
              </a:spcAft>
              <a:buClr>
                <a:srgbClr val="FFFFFF"/>
              </a:buClr>
              <a:buSzPts val="1000"/>
              <a:buChar char="○"/>
              <a:defRPr sz="1000">
                <a:solidFill>
                  <a:srgbClr val="FFFFFF"/>
                </a:solidFill>
              </a:defRPr>
            </a:lvl2pPr>
            <a:lvl3pPr indent="-292100" lvl="2" marL="1371600" algn="ctr">
              <a:spcBef>
                <a:spcPts val="0"/>
              </a:spcBef>
              <a:spcAft>
                <a:spcPts val="0"/>
              </a:spcAft>
              <a:buClr>
                <a:srgbClr val="FFFFFF"/>
              </a:buClr>
              <a:buSzPts val="1000"/>
              <a:buChar char="■"/>
              <a:defRPr sz="1000">
                <a:solidFill>
                  <a:srgbClr val="FFFFFF"/>
                </a:solidFill>
              </a:defRPr>
            </a:lvl3pPr>
            <a:lvl4pPr indent="-292100" lvl="3" marL="1828800" algn="ctr">
              <a:spcBef>
                <a:spcPts val="0"/>
              </a:spcBef>
              <a:spcAft>
                <a:spcPts val="0"/>
              </a:spcAft>
              <a:buClr>
                <a:srgbClr val="FFFFFF"/>
              </a:buClr>
              <a:buSzPts val="1000"/>
              <a:buChar char="●"/>
              <a:defRPr sz="1000">
                <a:solidFill>
                  <a:srgbClr val="FFFFFF"/>
                </a:solidFill>
              </a:defRPr>
            </a:lvl4pPr>
            <a:lvl5pPr indent="-292100" lvl="4" marL="2286000" algn="ctr">
              <a:spcBef>
                <a:spcPts val="0"/>
              </a:spcBef>
              <a:spcAft>
                <a:spcPts val="0"/>
              </a:spcAft>
              <a:buClr>
                <a:srgbClr val="FFFFFF"/>
              </a:buClr>
              <a:buSzPts val="1000"/>
              <a:buChar char="○"/>
              <a:defRPr sz="1000">
                <a:solidFill>
                  <a:srgbClr val="FFFFFF"/>
                </a:solidFill>
              </a:defRPr>
            </a:lvl5pPr>
            <a:lvl6pPr indent="-292100" lvl="5" marL="2743200" algn="ctr">
              <a:spcBef>
                <a:spcPts val="0"/>
              </a:spcBef>
              <a:spcAft>
                <a:spcPts val="0"/>
              </a:spcAft>
              <a:buClr>
                <a:srgbClr val="FFFFFF"/>
              </a:buClr>
              <a:buSzPts val="1000"/>
              <a:buChar char="■"/>
              <a:defRPr sz="1000">
                <a:solidFill>
                  <a:srgbClr val="FFFFFF"/>
                </a:solidFill>
              </a:defRPr>
            </a:lvl6pPr>
            <a:lvl7pPr indent="-292100" lvl="6" marL="3200400" algn="ctr">
              <a:spcBef>
                <a:spcPts val="0"/>
              </a:spcBef>
              <a:spcAft>
                <a:spcPts val="0"/>
              </a:spcAft>
              <a:buClr>
                <a:srgbClr val="FFFFFF"/>
              </a:buClr>
              <a:buSzPts val="1000"/>
              <a:buChar char="●"/>
              <a:defRPr sz="1000">
                <a:solidFill>
                  <a:srgbClr val="FFFFFF"/>
                </a:solidFill>
              </a:defRPr>
            </a:lvl7pPr>
            <a:lvl8pPr indent="-292100" lvl="7" marL="3657600" algn="ctr">
              <a:spcBef>
                <a:spcPts val="0"/>
              </a:spcBef>
              <a:spcAft>
                <a:spcPts val="0"/>
              </a:spcAft>
              <a:buClr>
                <a:srgbClr val="FFFFFF"/>
              </a:buClr>
              <a:buSzPts val="1000"/>
              <a:buChar char="○"/>
              <a:defRPr sz="1000">
                <a:solidFill>
                  <a:srgbClr val="FFFFFF"/>
                </a:solidFill>
              </a:defRPr>
            </a:lvl8pPr>
            <a:lvl9pPr indent="-292100" lvl="8" marL="4114800" algn="ctr">
              <a:spcBef>
                <a:spcPts val="0"/>
              </a:spcBef>
              <a:spcAft>
                <a:spcPts val="0"/>
              </a:spcAft>
              <a:buClr>
                <a:srgbClr val="FFFFFF"/>
              </a:buClr>
              <a:buSzPts val="1000"/>
              <a:buChar char="■"/>
              <a:defRPr sz="1000">
                <a:solidFill>
                  <a:srgbClr val="FFFFFF"/>
                </a:solidFill>
              </a:defRPr>
            </a:lvl9pPr>
          </a:lstStyle>
          <a:p/>
        </p:txBody>
      </p:sp>
      <p:sp>
        <p:nvSpPr>
          <p:cNvPr id="14160" name="Google Shape;14160;p241"/>
          <p:cNvSpPr txBox="1"/>
          <p:nvPr/>
        </p:nvSpPr>
        <p:spPr>
          <a:xfrm>
            <a:off x="84825" y="598125"/>
            <a:ext cx="595500" cy="205800"/>
          </a:xfrm>
          <a:prstGeom prst="rect">
            <a:avLst/>
          </a:prstGeom>
          <a:noFill/>
          <a:ln>
            <a:noFill/>
          </a:ln>
        </p:spPr>
        <p:txBody>
          <a:bodyPr anchorCtr="0" anchor="t" bIns="18000" lIns="18000" spcFirstLastPara="1" rIns="18000" wrap="square" tIns="18000">
            <a:spAutoFit/>
          </a:bodyPr>
          <a:lstStyle/>
          <a:p>
            <a:pPr indent="0" lvl="0" marL="0" rtl="0" algn="l">
              <a:spcBef>
                <a:spcPts val="0"/>
              </a:spcBef>
              <a:spcAft>
                <a:spcPts val="0"/>
              </a:spcAft>
              <a:buNone/>
            </a:pPr>
            <a:r>
              <a:rPr lang="es-419" sz="1100">
                <a:solidFill>
                  <a:srgbClr val="FFFFFF"/>
                </a:solidFill>
              </a:rPr>
              <a:t>Nombre:</a:t>
            </a:r>
            <a:endParaRPr sz="1100">
              <a:solidFill>
                <a:srgbClr val="FFFFFF"/>
              </a:solidFill>
            </a:endParaRPr>
          </a:p>
        </p:txBody>
      </p:sp>
    </p:spTree>
  </p:cSld>
  <p:clrMapOvr>
    <a:masterClrMapping/>
  </p:clrMapOvr>
</p:sldLayout>
</file>

<file path=ppt/slideLayouts/slideLayout23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5.2 Requisitos Funcionales">
  <p:cSld name="TITLE_3_6_1_1_1_1_1_1_1_1_1_1_1_1_1_1_1_1_1_1_1_1_1_1_1">
    <p:spTree>
      <p:nvGrpSpPr>
        <p:cNvPr id="14161" name="Shape 14161"/>
        <p:cNvGrpSpPr/>
        <p:nvPr/>
      </p:nvGrpSpPr>
      <p:grpSpPr>
        <a:xfrm>
          <a:off x="0" y="0"/>
          <a:ext cx="0" cy="0"/>
          <a:chOff x="0" y="0"/>
          <a:chExt cx="0" cy="0"/>
        </a:xfrm>
      </p:grpSpPr>
      <p:sp>
        <p:nvSpPr>
          <p:cNvPr id="14162" name="Google Shape;14162;p242"/>
          <p:cNvSpPr/>
          <p:nvPr/>
        </p:nvSpPr>
        <p:spPr>
          <a:xfrm>
            <a:off x="77688" y="358938"/>
            <a:ext cx="9935700" cy="6438000"/>
          </a:xfrm>
          <a:prstGeom prst="roundRect">
            <a:avLst>
              <a:gd fmla="val 2618" name="adj"/>
            </a:avLst>
          </a:prstGeom>
          <a:solidFill>
            <a:srgbClr val="FFFFFF"/>
          </a:solidFill>
          <a:ln cap="flat" cmpd="sng" w="38100">
            <a:solidFill>
              <a:srgbClr val="000000"/>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4163" name="Google Shape;14163;p242"/>
          <p:cNvCxnSpPr/>
          <p:nvPr/>
        </p:nvCxnSpPr>
        <p:spPr>
          <a:xfrm>
            <a:off x="77688" y="772614"/>
            <a:ext cx="9935700" cy="0"/>
          </a:xfrm>
          <a:prstGeom prst="straightConnector1">
            <a:avLst/>
          </a:prstGeom>
          <a:noFill/>
          <a:ln cap="flat" cmpd="sng" w="19050">
            <a:solidFill>
              <a:srgbClr val="000000"/>
            </a:solidFill>
            <a:prstDash val="solid"/>
            <a:round/>
            <a:headEnd len="med" w="med" type="none"/>
            <a:tailEnd len="med" w="med" type="none"/>
          </a:ln>
        </p:spPr>
      </p:cxnSp>
      <p:cxnSp>
        <p:nvCxnSpPr>
          <p:cNvPr id="14164" name="Google Shape;14164;p242"/>
          <p:cNvCxnSpPr/>
          <p:nvPr/>
        </p:nvCxnSpPr>
        <p:spPr>
          <a:xfrm rot="10800000">
            <a:off x="2439038" y="368188"/>
            <a:ext cx="0" cy="402300"/>
          </a:xfrm>
          <a:prstGeom prst="straightConnector1">
            <a:avLst/>
          </a:prstGeom>
          <a:noFill/>
          <a:ln cap="flat" cmpd="sng" w="19050">
            <a:solidFill>
              <a:srgbClr val="000000"/>
            </a:solidFill>
            <a:prstDash val="solid"/>
            <a:round/>
            <a:headEnd len="med" w="med" type="none"/>
            <a:tailEnd len="med" w="med" type="none"/>
          </a:ln>
        </p:spPr>
      </p:cxnSp>
      <p:sp>
        <p:nvSpPr>
          <p:cNvPr id="14165" name="Google Shape;14165;p242"/>
          <p:cNvSpPr/>
          <p:nvPr/>
        </p:nvSpPr>
        <p:spPr>
          <a:xfrm>
            <a:off x="77688" y="349338"/>
            <a:ext cx="2361300" cy="421200"/>
          </a:xfrm>
          <a:prstGeom prst="roundRect">
            <a:avLst>
              <a:gd fmla="val 50000" name="adj"/>
            </a:avLst>
          </a:prstGeom>
          <a:solidFill>
            <a:srgbClr val="000000"/>
          </a:solidFill>
          <a:ln cap="flat" cmpd="sng" w="9525">
            <a:solidFill>
              <a:srgbClr val="000000"/>
            </a:solidFill>
            <a:prstDash val="solid"/>
            <a:round/>
            <a:headEnd len="sm" w="sm" type="none"/>
            <a:tailEnd len="sm" w="sm" type="none"/>
          </a:ln>
        </p:spPr>
        <p:txBody>
          <a:bodyPr anchorCtr="0" anchor="ctr" bIns="91425" lIns="0" spcFirstLastPara="1" rIns="0" wrap="square" tIns="91425">
            <a:noAutofit/>
          </a:bodyPr>
          <a:lstStyle/>
          <a:p>
            <a:pPr indent="0" lvl="0" marL="0" rtl="0" algn="ctr">
              <a:spcBef>
                <a:spcPts val="0"/>
              </a:spcBef>
              <a:spcAft>
                <a:spcPts val="0"/>
              </a:spcAft>
              <a:buNone/>
            </a:pPr>
            <a:r>
              <a:rPr b="1" lang="es-419" sz="1100">
                <a:solidFill>
                  <a:srgbClr val="FFFFFF"/>
                </a:solidFill>
              </a:rPr>
              <a:t>Requisitos Funcionales</a:t>
            </a:r>
            <a:endParaRPr b="1" sz="1100">
              <a:solidFill>
                <a:srgbClr val="FFFFFF"/>
              </a:solidFill>
            </a:endParaRPr>
          </a:p>
          <a:p>
            <a:pPr indent="0" lvl="0" marL="0" rtl="0" algn="ctr">
              <a:spcBef>
                <a:spcPts val="0"/>
              </a:spcBef>
              <a:spcAft>
                <a:spcPts val="0"/>
              </a:spcAft>
              <a:buNone/>
            </a:pPr>
            <a:r>
              <a:t/>
            </a:r>
            <a:endParaRPr b="1" sz="1200">
              <a:solidFill>
                <a:srgbClr val="FFFFFF"/>
              </a:solidFill>
            </a:endParaRPr>
          </a:p>
        </p:txBody>
      </p:sp>
      <p:sp>
        <p:nvSpPr>
          <p:cNvPr id="14166" name="Google Shape;14166;p242"/>
          <p:cNvSpPr/>
          <p:nvPr/>
        </p:nvSpPr>
        <p:spPr>
          <a:xfrm>
            <a:off x="83988" y="595504"/>
            <a:ext cx="190200" cy="1692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7" name="Google Shape;14167;p242"/>
          <p:cNvSpPr/>
          <p:nvPr/>
        </p:nvSpPr>
        <p:spPr>
          <a:xfrm>
            <a:off x="2350598" y="358950"/>
            <a:ext cx="88500" cy="4023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8" name="Google Shape;14168;p242"/>
          <p:cNvSpPr/>
          <p:nvPr/>
        </p:nvSpPr>
        <p:spPr>
          <a:xfrm>
            <a:off x="2277739" y="663750"/>
            <a:ext cx="88500" cy="1089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9" name="Google Shape;14169;p242"/>
          <p:cNvSpPr/>
          <p:nvPr/>
        </p:nvSpPr>
        <p:spPr>
          <a:xfrm>
            <a:off x="1750950" y="841370"/>
            <a:ext cx="8016600" cy="402300"/>
          </a:xfrm>
          <a:prstGeom prst="roundRect">
            <a:avLst>
              <a:gd fmla="val 9450" name="adj"/>
            </a:avLst>
          </a:prstGeom>
          <a:solidFill>
            <a:srgbClr val="F4CCCC"/>
          </a:solidFill>
          <a:ln cap="flat" cmpd="sng" w="9525">
            <a:solidFill>
              <a:srgbClr val="F4CCCC"/>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6000" spcFirstLastPara="1" rIns="0" wrap="square" tIns="0">
            <a:noAutofit/>
          </a:bodyPr>
          <a:lstStyle/>
          <a:p>
            <a:pPr indent="0" lvl="0" marL="0" marR="0" rtl="0" algn="ctr">
              <a:lnSpc>
                <a:spcPct val="100000"/>
              </a:lnSpc>
              <a:spcBef>
                <a:spcPts val="0"/>
              </a:spcBef>
              <a:spcAft>
                <a:spcPts val="0"/>
              </a:spcAft>
              <a:buClr>
                <a:srgbClr val="000000"/>
              </a:buClr>
              <a:buSzPts val="1100"/>
              <a:buFont typeface="Arial"/>
              <a:buNone/>
            </a:pPr>
            <a:r>
              <a:rPr b="1" lang="es-419" sz="1200">
                <a:latin typeface="Arvo"/>
                <a:ea typeface="Arvo"/>
                <a:cs typeface="Arvo"/>
                <a:sym typeface="Arvo"/>
              </a:rPr>
              <a:t>Descripción</a:t>
            </a:r>
            <a:endParaRPr b="1" i="0" sz="1200" u="none" cap="none" strike="noStrike">
              <a:solidFill>
                <a:srgbClr val="000000"/>
              </a:solidFill>
              <a:latin typeface="Arvo"/>
              <a:ea typeface="Arvo"/>
              <a:cs typeface="Arvo"/>
              <a:sym typeface="Arvo"/>
            </a:endParaRPr>
          </a:p>
        </p:txBody>
      </p:sp>
      <p:sp>
        <p:nvSpPr>
          <p:cNvPr id="14170" name="Google Shape;14170;p242"/>
          <p:cNvSpPr/>
          <p:nvPr/>
        </p:nvSpPr>
        <p:spPr>
          <a:xfrm>
            <a:off x="312350" y="841370"/>
            <a:ext cx="1287300" cy="402300"/>
          </a:xfrm>
          <a:prstGeom prst="roundRect">
            <a:avLst>
              <a:gd fmla="val 16667" name="adj"/>
            </a:avLst>
          </a:prstGeom>
          <a:solidFill>
            <a:srgbClr val="FFF2CC"/>
          </a:solidFill>
          <a:ln cap="flat" cmpd="sng" w="9525">
            <a:solidFill>
              <a:srgbClr val="FFF2CC"/>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36000" lIns="0" spcFirstLastPara="1" rIns="0" wrap="square" tIns="36000">
            <a:noAutofit/>
          </a:bodyPr>
          <a:lstStyle/>
          <a:p>
            <a:pPr indent="0" lvl="0" marL="0" marR="0" rtl="0" algn="ctr">
              <a:lnSpc>
                <a:spcPct val="100000"/>
              </a:lnSpc>
              <a:spcBef>
                <a:spcPts val="0"/>
              </a:spcBef>
              <a:spcAft>
                <a:spcPts val="0"/>
              </a:spcAft>
              <a:buClr>
                <a:srgbClr val="000000"/>
              </a:buClr>
              <a:buSzPts val="1100"/>
              <a:buFont typeface="Arial"/>
              <a:buNone/>
            </a:pPr>
            <a:r>
              <a:rPr b="1" lang="es-419" sz="1200">
                <a:latin typeface="Arvo"/>
                <a:ea typeface="Arvo"/>
                <a:cs typeface="Arvo"/>
                <a:sym typeface="Arvo"/>
              </a:rPr>
              <a:t>Código</a:t>
            </a:r>
            <a:endParaRPr b="1" sz="1200">
              <a:latin typeface="Arvo"/>
              <a:ea typeface="Arvo"/>
              <a:cs typeface="Arvo"/>
              <a:sym typeface="Arvo"/>
            </a:endParaRPr>
          </a:p>
        </p:txBody>
      </p:sp>
      <p:sp>
        <p:nvSpPr>
          <p:cNvPr id="14171" name="Google Shape;14171;p242"/>
          <p:cNvSpPr/>
          <p:nvPr/>
        </p:nvSpPr>
        <p:spPr>
          <a:xfrm>
            <a:off x="1750946" y="1344235"/>
            <a:ext cx="8016600" cy="3135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600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t/>
            </a:r>
            <a:endParaRPr b="1" i="0" sz="1800" u="none" cap="none" strike="noStrike">
              <a:solidFill>
                <a:srgbClr val="000000"/>
              </a:solidFill>
              <a:latin typeface="Roboto"/>
              <a:ea typeface="Roboto"/>
              <a:cs typeface="Roboto"/>
              <a:sym typeface="Roboto"/>
            </a:endParaRPr>
          </a:p>
        </p:txBody>
      </p:sp>
      <p:sp>
        <p:nvSpPr>
          <p:cNvPr id="14172" name="Google Shape;14172;p242"/>
          <p:cNvSpPr/>
          <p:nvPr/>
        </p:nvSpPr>
        <p:spPr>
          <a:xfrm>
            <a:off x="312351" y="1344235"/>
            <a:ext cx="1287300" cy="313500"/>
          </a:xfrm>
          <a:prstGeom prst="roundRect">
            <a:avLst>
              <a:gd fmla="val 16667" name="adj"/>
            </a:avLst>
          </a:prstGeom>
          <a:solidFill>
            <a:srgbClr val="FFF2CC"/>
          </a:solidFill>
          <a:ln>
            <a:noFill/>
          </a:ln>
          <a:effectLst>
            <a:outerShdw blurRad="57150" rotWithShape="0" algn="bl" dir="5400000" dist="19050">
              <a:srgbClr val="000000">
                <a:alpha val="49800"/>
              </a:srgbClr>
            </a:outerShdw>
          </a:effectLst>
        </p:spPr>
        <p:txBody>
          <a:bodyPr anchorCtr="0" anchor="ctr" bIns="36000" lIns="0" spcFirstLastPara="1" rIns="0" wrap="square" tIns="36000">
            <a:noAutofit/>
          </a:bodyPr>
          <a:lstStyle/>
          <a:p>
            <a:pPr indent="0" lvl="0" marL="0" marR="0" rtl="0" algn="ctr">
              <a:lnSpc>
                <a:spcPct val="100000"/>
              </a:lnSpc>
              <a:spcBef>
                <a:spcPts val="0"/>
              </a:spcBef>
              <a:spcAft>
                <a:spcPts val="0"/>
              </a:spcAft>
              <a:buClr>
                <a:srgbClr val="000000"/>
              </a:buClr>
              <a:buSzPts val="1100"/>
              <a:buFont typeface="Arial"/>
              <a:buNone/>
            </a:pPr>
            <a:r>
              <a:t/>
            </a:r>
            <a:endParaRPr b="1" sz="1000">
              <a:latin typeface="Arvo"/>
              <a:ea typeface="Arvo"/>
              <a:cs typeface="Arvo"/>
              <a:sym typeface="Arvo"/>
            </a:endParaRPr>
          </a:p>
        </p:txBody>
      </p:sp>
      <p:sp>
        <p:nvSpPr>
          <p:cNvPr id="14173" name="Google Shape;14173;p242"/>
          <p:cNvSpPr/>
          <p:nvPr/>
        </p:nvSpPr>
        <p:spPr>
          <a:xfrm>
            <a:off x="1750946" y="1731060"/>
            <a:ext cx="8016600" cy="3135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600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t/>
            </a:r>
            <a:endParaRPr b="1" i="0" sz="1800" u="none" cap="none" strike="noStrike">
              <a:solidFill>
                <a:srgbClr val="000000"/>
              </a:solidFill>
              <a:latin typeface="Roboto"/>
              <a:ea typeface="Roboto"/>
              <a:cs typeface="Roboto"/>
              <a:sym typeface="Roboto"/>
            </a:endParaRPr>
          </a:p>
        </p:txBody>
      </p:sp>
      <p:sp>
        <p:nvSpPr>
          <p:cNvPr id="14174" name="Google Shape;14174;p242"/>
          <p:cNvSpPr/>
          <p:nvPr/>
        </p:nvSpPr>
        <p:spPr>
          <a:xfrm>
            <a:off x="312351" y="1731060"/>
            <a:ext cx="1287300" cy="313500"/>
          </a:xfrm>
          <a:prstGeom prst="roundRect">
            <a:avLst>
              <a:gd fmla="val 16667" name="adj"/>
            </a:avLst>
          </a:prstGeom>
          <a:solidFill>
            <a:srgbClr val="FFF2CC"/>
          </a:solidFill>
          <a:ln>
            <a:noFill/>
          </a:ln>
          <a:effectLst>
            <a:outerShdw blurRad="57150" rotWithShape="0" algn="bl" dir="5400000" dist="19050">
              <a:srgbClr val="000000">
                <a:alpha val="49800"/>
              </a:srgbClr>
            </a:outerShdw>
          </a:effectLst>
        </p:spPr>
        <p:txBody>
          <a:bodyPr anchorCtr="0" anchor="ctr" bIns="36000" lIns="0" spcFirstLastPara="1" rIns="0" wrap="square" tIns="36000">
            <a:noAutofit/>
          </a:bodyPr>
          <a:lstStyle/>
          <a:p>
            <a:pPr indent="0" lvl="0" marL="0" marR="0" rtl="0" algn="ctr">
              <a:lnSpc>
                <a:spcPct val="100000"/>
              </a:lnSpc>
              <a:spcBef>
                <a:spcPts val="0"/>
              </a:spcBef>
              <a:spcAft>
                <a:spcPts val="0"/>
              </a:spcAft>
              <a:buClr>
                <a:srgbClr val="000000"/>
              </a:buClr>
              <a:buSzPts val="1100"/>
              <a:buFont typeface="Arial"/>
              <a:buNone/>
            </a:pPr>
            <a:r>
              <a:t/>
            </a:r>
            <a:endParaRPr b="1" sz="1000">
              <a:latin typeface="Arvo"/>
              <a:ea typeface="Arvo"/>
              <a:cs typeface="Arvo"/>
              <a:sym typeface="Arvo"/>
            </a:endParaRPr>
          </a:p>
        </p:txBody>
      </p:sp>
      <p:sp>
        <p:nvSpPr>
          <p:cNvPr id="14175" name="Google Shape;14175;p242"/>
          <p:cNvSpPr/>
          <p:nvPr/>
        </p:nvSpPr>
        <p:spPr>
          <a:xfrm>
            <a:off x="1750946" y="2111591"/>
            <a:ext cx="8016600" cy="3135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600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t/>
            </a:r>
            <a:endParaRPr b="1" i="0" sz="1800" u="none" cap="none" strike="noStrike">
              <a:solidFill>
                <a:srgbClr val="000000"/>
              </a:solidFill>
              <a:latin typeface="Roboto"/>
              <a:ea typeface="Roboto"/>
              <a:cs typeface="Roboto"/>
              <a:sym typeface="Roboto"/>
            </a:endParaRPr>
          </a:p>
        </p:txBody>
      </p:sp>
      <p:sp>
        <p:nvSpPr>
          <p:cNvPr id="14176" name="Google Shape;14176;p242"/>
          <p:cNvSpPr/>
          <p:nvPr/>
        </p:nvSpPr>
        <p:spPr>
          <a:xfrm>
            <a:off x="312351" y="2111591"/>
            <a:ext cx="1287300" cy="313500"/>
          </a:xfrm>
          <a:prstGeom prst="roundRect">
            <a:avLst>
              <a:gd fmla="val 16667" name="adj"/>
            </a:avLst>
          </a:prstGeom>
          <a:solidFill>
            <a:srgbClr val="FFF2CC"/>
          </a:solidFill>
          <a:ln>
            <a:noFill/>
          </a:ln>
          <a:effectLst>
            <a:outerShdw blurRad="57150" rotWithShape="0" algn="bl" dir="5400000" dist="19050">
              <a:srgbClr val="000000">
                <a:alpha val="49800"/>
              </a:srgbClr>
            </a:outerShdw>
          </a:effectLst>
        </p:spPr>
        <p:txBody>
          <a:bodyPr anchorCtr="0" anchor="ctr" bIns="36000" lIns="0" spcFirstLastPara="1" rIns="0" wrap="square" tIns="36000">
            <a:noAutofit/>
          </a:bodyPr>
          <a:lstStyle/>
          <a:p>
            <a:pPr indent="0" lvl="0" marL="0" marR="0" rtl="0" algn="ctr">
              <a:lnSpc>
                <a:spcPct val="100000"/>
              </a:lnSpc>
              <a:spcBef>
                <a:spcPts val="0"/>
              </a:spcBef>
              <a:spcAft>
                <a:spcPts val="0"/>
              </a:spcAft>
              <a:buClr>
                <a:srgbClr val="000000"/>
              </a:buClr>
              <a:buSzPts val="1100"/>
              <a:buFont typeface="Arial"/>
              <a:buNone/>
            </a:pPr>
            <a:r>
              <a:t/>
            </a:r>
            <a:endParaRPr b="1" sz="1000">
              <a:latin typeface="Arvo"/>
              <a:ea typeface="Arvo"/>
              <a:cs typeface="Arvo"/>
              <a:sym typeface="Arvo"/>
            </a:endParaRPr>
          </a:p>
        </p:txBody>
      </p:sp>
      <p:sp>
        <p:nvSpPr>
          <p:cNvPr id="14177" name="Google Shape;14177;p242"/>
          <p:cNvSpPr/>
          <p:nvPr/>
        </p:nvSpPr>
        <p:spPr>
          <a:xfrm>
            <a:off x="1750946" y="2492122"/>
            <a:ext cx="8016600" cy="3135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600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t/>
            </a:r>
            <a:endParaRPr b="1" i="0" sz="1800" u="none" cap="none" strike="noStrike">
              <a:solidFill>
                <a:srgbClr val="000000"/>
              </a:solidFill>
              <a:latin typeface="Roboto"/>
              <a:ea typeface="Roboto"/>
              <a:cs typeface="Roboto"/>
              <a:sym typeface="Roboto"/>
            </a:endParaRPr>
          </a:p>
        </p:txBody>
      </p:sp>
      <p:sp>
        <p:nvSpPr>
          <p:cNvPr id="14178" name="Google Shape;14178;p242"/>
          <p:cNvSpPr/>
          <p:nvPr/>
        </p:nvSpPr>
        <p:spPr>
          <a:xfrm>
            <a:off x="312351" y="2492122"/>
            <a:ext cx="1287300" cy="313500"/>
          </a:xfrm>
          <a:prstGeom prst="roundRect">
            <a:avLst>
              <a:gd fmla="val 16667" name="adj"/>
            </a:avLst>
          </a:prstGeom>
          <a:solidFill>
            <a:srgbClr val="FFF2CC"/>
          </a:solidFill>
          <a:ln>
            <a:noFill/>
          </a:ln>
          <a:effectLst>
            <a:outerShdw blurRad="57150" rotWithShape="0" algn="bl" dir="5400000" dist="19050">
              <a:srgbClr val="000000">
                <a:alpha val="49800"/>
              </a:srgbClr>
            </a:outerShdw>
          </a:effectLst>
        </p:spPr>
        <p:txBody>
          <a:bodyPr anchorCtr="0" anchor="ctr" bIns="36000" lIns="0" spcFirstLastPara="1" rIns="0" wrap="square" tIns="36000">
            <a:noAutofit/>
          </a:bodyPr>
          <a:lstStyle/>
          <a:p>
            <a:pPr indent="0" lvl="0" marL="0" marR="0" rtl="0" algn="ctr">
              <a:lnSpc>
                <a:spcPct val="100000"/>
              </a:lnSpc>
              <a:spcBef>
                <a:spcPts val="0"/>
              </a:spcBef>
              <a:spcAft>
                <a:spcPts val="0"/>
              </a:spcAft>
              <a:buClr>
                <a:srgbClr val="000000"/>
              </a:buClr>
              <a:buSzPts val="1100"/>
              <a:buFont typeface="Arial"/>
              <a:buNone/>
            </a:pPr>
            <a:r>
              <a:t/>
            </a:r>
            <a:endParaRPr b="1" sz="1000">
              <a:latin typeface="Arvo"/>
              <a:ea typeface="Arvo"/>
              <a:cs typeface="Arvo"/>
              <a:sym typeface="Arvo"/>
            </a:endParaRPr>
          </a:p>
        </p:txBody>
      </p:sp>
      <p:sp>
        <p:nvSpPr>
          <p:cNvPr id="14179" name="Google Shape;14179;p242"/>
          <p:cNvSpPr/>
          <p:nvPr/>
        </p:nvSpPr>
        <p:spPr>
          <a:xfrm>
            <a:off x="1750946" y="2872328"/>
            <a:ext cx="8016600" cy="3135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600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t/>
            </a:r>
            <a:endParaRPr b="1" i="0" sz="1800" u="none" cap="none" strike="noStrike">
              <a:solidFill>
                <a:srgbClr val="000000"/>
              </a:solidFill>
              <a:latin typeface="Roboto"/>
              <a:ea typeface="Roboto"/>
              <a:cs typeface="Roboto"/>
              <a:sym typeface="Roboto"/>
            </a:endParaRPr>
          </a:p>
        </p:txBody>
      </p:sp>
      <p:sp>
        <p:nvSpPr>
          <p:cNvPr id="14180" name="Google Shape;14180;p242"/>
          <p:cNvSpPr/>
          <p:nvPr/>
        </p:nvSpPr>
        <p:spPr>
          <a:xfrm>
            <a:off x="312351" y="2872328"/>
            <a:ext cx="1287300" cy="313500"/>
          </a:xfrm>
          <a:prstGeom prst="roundRect">
            <a:avLst>
              <a:gd fmla="val 16667" name="adj"/>
            </a:avLst>
          </a:prstGeom>
          <a:solidFill>
            <a:srgbClr val="FFF2CC"/>
          </a:solidFill>
          <a:ln>
            <a:noFill/>
          </a:ln>
          <a:effectLst>
            <a:outerShdw blurRad="57150" rotWithShape="0" algn="bl" dir="5400000" dist="19050">
              <a:srgbClr val="000000">
                <a:alpha val="49800"/>
              </a:srgbClr>
            </a:outerShdw>
          </a:effectLst>
        </p:spPr>
        <p:txBody>
          <a:bodyPr anchorCtr="0" anchor="ctr" bIns="36000" lIns="0" spcFirstLastPara="1" rIns="0" wrap="square" tIns="36000">
            <a:noAutofit/>
          </a:bodyPr>
          <a:lstStyle/>
          <a:p>
            <a:pPr indent="0" lvl="0" marL="0" marR="0" rtl="0" algn="ctr">
              <a:lnSpc>
                <a:spcPct val="100000"/>
              </a:lnSpc>
              <a:spcBef>
                <a:spcPts val="0"/>
              </a:spcBef>
              <a:spcAft>
                <a:spcPts val="0"/>
              </a:spcAft>
              <a:buClr>
                <a:srgbClr val="000000"/>
              </a:buClr>
              <a:buSzPts val="1100"/>
              <a:buFont typeface="Arial"/>
              <a:buNone/>
            </a:pPr>
            <a:r>
              <a:t/>
            </a:r>
            <a:endParaRPr b="1" sz="1000">
              <a:latin typeface="Arvo"/>
              <a:ea typeface="Arvo"/>
              <a:cs typeface="Arvo"/>
              <a:sym typeface="Arvo"/>
            </a:endParaRPr>
          </a:p>
        </p:txBody>
      </p:sp>
      <p:sp>
        <p:nvSpPr>
          <p:cNvPr id="14181" name="Google Shape;14181;p242"/>
          <p:cNvSpPr/>
          <p:nvPr/>
        </p:nvSpPr>
        <p:spPr>
          <a:xfrm>
            <a:off x="1750946" y="3259478"/>
            <a:ext cx="8016600" cy="3135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600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t/>
            </a:r>
            <a:endParaRPr b="1" i="0" sz="1800" u="none" cap="none" strike="noStrike">
              <a:solidFill>
                <a:srgbClr val="000000"/>
              </a:solidFill>
              <a:latin typeface="Roboto"/>
              <a:ea typeface="Roboto"/>
              <a:cs typeface="Roboto"/>
              <a:sym typeface="Roboto"/>
            </a:endParaRPr>
          </a:p>
        </p:txBody>
      </p:sp>
      <p:sp>
        <p:nvSpPr>
          <p:cNvPr id="14182" name="Google Shape;14182;p242"/>
          <p:cNvSpPr/>
          <p:nvPr/>
        </p:nvSpPr>
        <p:spPr>
          <a:xfrm>
            <a:off x="312351" y="3259478"/>
            <a:ext cx="1287300" cy="313500"/>
          </a:xfrm>
          <a:prstGeom prst="roundRect">
            <a:avLst>
              <a:gd fmla="val 16667" name="adj"/>
            </a:avLst>
          </a:prstGeom>
          <a:solidFill>
            <a:srgbClr val="FFF2CC"/>
          </a:solidFill>
          <a:ln>
            <a:noFill/>
          </a:ln>
          <a:effectLst>
            <a:outerShdw blurRad="57150" rotWithShape="0" algn="bl" dir="5400000" dist="19050">
              <a:srgbClr val="000000">
                <a:alpha val="49800"/>
              </a:srgbClr>
            </a:outerShdw>
          </a:effectLst>
        </p:spPr>
        <p:txBody>
          <a:bodyPr anchorCtr="0" anchor="ctr" bIns="36000" lIns="0" spcFirstLastPara="1" rIns="0" wrap="square" tIns="36000">
            <a:noAutofit/>
          </a:bodyPr>
          <a:lstStyle/>
          <a:p>
            <a:pPr indent="0" lvl="0" marL="0" marR="0" rtl="0" algn="ctr">
              <a:lnSpc>
                <a:spcPct val="100000"/>
              </a:lnSpc>
              <a:spcBef>
                <a:spcPts val="0"/>
              </a:spcBef>
              <a:spcAft>
                <a:spcPts val="0"/>
              </a:spcAft>
              <a:buClr>
                <a:srgbClr val="000000"/>
              </a:buClr>
              <a:buSzPts val="1100"/>
              <a:buFont typeface="Arial"/>
              <a:buNone/>
            </a:pPr>
            <a:r>
              <a:t/>
            </a:r>
            <a:endParaRPr b="1" sz="1000">
              <a:latin typeface="Arvo"/>
              <a:ea typeface="Arvo"/>
              <a:cs typeface="Arvo"/>
              <a:sym typeface="Arvo"/>
            </a:endParaRPr>
          </a:p>
        </p:txBody>
      </p:sp>
      <p:sp>
        <p:nvSpPr>
          <p:cNvPr id="14183" name="Google Shape;14183;p242"/>
          <p:cNvSpPr txBox="1"/>
          <p:nvPr>
            <p:ph idx="1" type="subTitle"/>
          </p:nvPr>
        </p:nvSpPr>
        <p:spPr>
          <a:xfrm>
            <a:off x="1742676" y="1346206"/>
            <a:ext cx="8028600" cy="313500"/>
          </a:xfrm>
          <a:prstGeom prst="rect">
            <a:avLst/>
          </a:prstGeom>
          <a:noFill/>
          <a:ln>
            <a:noFill/>
          </a:ln>
        </p:spPr>
        <p:txBody>
          <a:bodyPr anchorCtr="0" anchor="ctr" bIns="36000" lIns="54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14184" name="Google Shape;14184;p242"/>
          <p:cNvSpPr/>
          <p:nvPr/>
        </p:nvSpPr>
        <p:spPr>
          <a:xfrm>
            <a:off x="1750946" y="3653247"/>
            <a:ext cx="8016600" cy="3135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600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t/>
            </a:r>
            <a:endParaRPr b="1" i="0" sz="1800" u="none" cap="none" strike="noStrike">
              <a:solidFill>
                <a:srgbClr val="000000"/>
              </a:solidFill>
              <a:latin typeface="Roboto"/>
              <a:ea typeface="Roboto"/>
              <a:cs typeface="Roboto"/>
              <a:sym typeface="Roboto"/>
            </a:endParaRPr>
          </a:p>
        </p:txBody>
      </p:sp>
      <p:sp>
        <p:nvSpPr>
          <p:cNvPr id="14185" name="Google Shape;14185;p242"/>
          <p:cNvSpPr/>
          <p:nvPr/>
        </p:nvSpPr>
        <p:spPr>
          <a:xfrm>
            <a:off x="312351" y="3653247"/>
            <a:ext cx="1287300" cy="313500"/>
          </a:xfrm>
          <a:prstGeom prst="roundRect">
            <a:avLst>
              <a:gd fmla="val 16667" name="adj"/>
            </a:avLst>
          </a:prstGeom>
          <a:solidFill>
            <a:srgbClr val="FFF2CC"/>
          </a:solidFill>
          <a:ln>
            <a:noFill/>
          </a:ln>
          <a:effectLst>
            <a:outerShdw blurRad="57150" rotWithShape="0" algn="bl" dir="5400000" dist="19050">
              <a:srgbClr val="000000">
                <a:alpha val="49800"/>
              </a:srgbClr>
            </a:outerShdw>
          </a:effectLst>
        </p:spPr>
        <p:txBody>
          <a:bodyPr anchorCtr="0" anchor="ctr" bIns="36000" lIns="0" spcFirstLastPara="1" rIns="0" wrap="square" tIns="36000">
            <a:noAutofit/>
          </a:bodyPr>
          <a:lstStyle/>
          <a:p>
            <a:pPr indent="0" lvl="0" marL="0" marR="0" rtl="0" algn="ctr">
              <a:lnSpc>
                <a:spcPct val="100000"/>
              </a:lnSpc>
              <a:spcBef>
                <a:spcPts val="0"/>
              </a:spcBef>
              <a:spcAft>
                <a:spcPts val="0"/>
              </a:spcAft>
              <a:buClr>
                <a:srgbClr val="000000"/>
              </a:buClr>
              <a:buSzPts val="1100"/>
              <a:buFont typeface="Arial"/>
              <a:buNone/>
            </a:pPr>
            <a:r>
              <a:t/>
            </a:r>
            <a:endParaRPr b="1" sz="1000">
              <a:latin typeface="Arvo"/>
              <a:ea typeface="Arvo"/>
              <a:cs typeface="Arvo"/>
              <a:sym typeface="Arvo"/>
            </a:endParaRPr>
          </a:p>
        </p:txBody>
      </p:sp>
      <p:sp>
        <p:nvSpPr>
          <p:cNvPr id="14186" name="Google Shape;14186;p242"/>
          <p:cNvSpPr txBox="1"/>
          <p:nvPr>
            <p:ph idx="2" type="subTitle"/>
          </p:nvPr>
        </p:nvSpPr>
        <p:spPr>
          <a:xfrm>
            <a:off x="1742676" y="1746593"/>
            <a:ext cx="8028600" cy="313500"/>
          </a:xfrm>
          <a:prstGeom prst="rect">
            <a:avLst/>
          </a:prstGeom>
          <a:noFill/>
          <a:ln>
            <a:noFill/>
          </a:ln>
        </p:spPr>
        <p:txBody>
          <a:bodyPr anchorCtr="0" anchor="ctr" bIns="36000" lIns="54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14187" name="Google Shape;14187;p242"/>
          <p:cNvSpPr txBox="1"/>
          <p:nvPr>
            <p:ph idx="3" type="subTitle"/>
          </p:nvPr>
        </p:nvSpPr>
        <p:spPr>
          <a:xfrm>
            <a:off x="1742676" y="2126799"/>
            <a:ext cx="8028600" cy="313500"/>
          </a:xfrm>
          <a:prstGeom prst="rect">
            <a:avLst/>
          </a:prstGeom>
          <a:noFill/>
          <a:ln>
            <a:noFill/>
          </a:ln>
        </p:spPr>
        <p:txBody>
          <a:bodyPr anchorCtr="0" anchor="ctr" bIns="36000" lIns="54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14188" name="Google Shape;14188;p242"/>
          <p:cNvSpPr txBox="1"/>
          <p:nvPr>
            <p:ph idx="4" type="subTitle"/>
          </p:nvPr>
        </p:nvSpPr>
        <p:spPr>
          <a:xfrm>
            <a:off x="1742676" y="2493767"/>
            <a:ext cx="8028600" cy="313500"/>
          </a:xfrm>
          <a:prstGeom prst="rect">
            <a:avLst/>
          </a:prstGeom>
          <a:noFill/>
          <a:ln>
            <a:noFill/>
          </a:ln>
        </p:spPr>
        <p:txBody>
          <a:bodyPr anchorCtr="0" anchor="ctr" bIns="36000" lIns="54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14189" name="Google Shape;14189;p242"/>
          <p:cNvSpPr txBox="1"/>
          <p:nvPr>
            <p:ph idx="5" type="subTitle"/>
          </p:nvPr>
        </p:nvSpPr>
        <p:spPr>
          <a:xfrm>
            <a:off x="1742676" y="2880917"/>
            <a:ext cx="8028600" cy="313500"/>
          </a:xfrm>
          <a:prstGeom prst="rect">
            <a:avLst/>
          </a:prstGeom>
          <a:noFill/>
          <a:ln>
            <a:noFill/>
          </a:ln>
        </p:spPr>
        <p:txBody>
          <a:bodyPr anchorCtr="0" anchor="ctr" bIns="36000" lIns="54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14190" name="Google Shape;14190;p242"/>
          <p:cNvSpPr txBox="1"/>
          <p:nvPr>
            <p:ph idx="6" type="subTitle"/>
          </p:nvPr>
        </p:nvSpPr>
        <p:spPr>
          <a:xfrm>
            <a:off x="1742676" y="3261123"/>
            <a:ext cx="8028600" cy="313500"/>
          </a:xfrm>
          <a:prstGeom prst="rect">
            <a:avLst/>
          </a:prstGeom>
          <a:noFill/>
          <a:ln>
            <a:noFill/>
          </a:ln>
        </p:spPr>
        <p:txBody>
          <a:bodyPr anchorCtr="0" anchor="ctr" bIns="36000" lIns="54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14191" name="Google Shape;14191;p242"/>
          <p:cNvSpPr txBox="1"/>
          <p:nvPr>
            <p:ph idx="7" type="subTitle"/>
          </p:nvPr>
        </p:nvSpPr>
        <p:spPr>
          <a:xfrm>
            <a:off x="1742676" y="3661511"/>
            <a:ext cx="8028600" cy="313500"/>
          </a:xfrm>
          <a:prstGeom prst="rect">
            <a:avLst/>
          </a:prstGeom>
          <a:noFill/>
          <a:ln>
            <a:noFill/>
          </a:ln>
        </p:spPr>
        <p:txBody>
          <a:bodyPr anchorCtr="0" anchor="ctr" bIns="36000" lIns="54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14192" name="Google Shape;14192;p242"/>
          <p:cNvSpPr txBox="1"/>
          <p:nvPr>
            <p:ph idx="8" type="subTitle"/>
          </p:nvPr>
        </p:nvSpPr>
        <p:spPr>
          <a:xfrm>
            <a:off x="294875" y="1346206"/>
            <a:ext cx="1302600" cy="313500"/>
          </a:xfrm>
          <a:prstGeom prst="rect">
            <a:avLst/>
          </a:prstGeom>
          <a:noFill/>
          <a:ln>
            <a:noFill/>
          </a:ln>
        </p:spPr>
        <p:txBody>
          <a:bodyPr anchorCtr="0" anchor="ctr" bIns="36000" lIns="72000" spcFirstLastPara="1" rIns="72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14193" name="Google Shape;14193;p242"/>
          <p:cNvSpPr txBox="1"/>
          <p:nvPr>
            <p:ph idx="9" type="subTitle"/>
          </p:nvPr>
        </p:nvSpPr>
        <p:spPr>
          <a:xfrm>
            <a:off x="294875" y="1739975"/>
            <a:ext cx="1302600" cy="313500"/>
          </a:xfrm>
          <a:prstGeom prst="rect">
            <a:avLst/>
          </a:prstGeom>
          <a:noFill/>
          <a:ln>
            <a:noFill/>
          </a:ln>
        </p:spPr>
        <p:txBody>
          <a:bodyPr anchorCtr="0" anchor="ctr" bIns="36000" lIns="72000" spcFirstLastPara="1" rIns="72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14194" name="Google Shape;14194;p242"/>
          <p:cNvSpPr txBox="1"/>
          <p:nvPr>
            <p:ph idx="13" type="subTitle"/>
          </p:nvPr>
        </p:nvSpPr>
        <p:spPr>
          <a:xfrm>
            <a:off x="294875" y="2120180"/>
            <a:ext cx="1302600" cy="313500"/>
          </a:xfrm>
          <a:prstGeom prst="rect">
            <a:avLst/>
          </a:prstGeom>
          <a:noFill/>
          <a:ln>
            <a:noFill/>
          </a:ln>
        </p:spPr>
        <p:txBody>
          <a:bodyPr anchorCtr="0" anchor="ctr" bIns="36000" lIns="72000" spcFirstLastPara="1" rIns="72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14195" name="Google Shape;14195;p242"/>
          <p:cNvSpPr txBox="1"/>
          <p:nvPr>
            <p:ph idx="14" type="subTitle"/>
          </p:nvPr>
        </p:nvSpPr>
        <p:spPr>
          <a:xfrm>
            <a:off x="294875" y="2500386"/>
            <a:ext cx="1302600" cy="313500"/>
          </a:xfrm>
          <a:prstGeom prst="rect">
            <a:avLst/>
          </a:prstGeom>
          <a:noFill/>
          <a:ln>
            <a:noFill/>
          </a:ln>
        </p:spPr>
        <p:txBody>
          <a:bodyPr anchorCtr="0" anchor="ctr" bIns="36000" lIns="72000" spcFirstLastPara="1" rIns="72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14196" name="Google Shape;14196;p242"/>
          <p:cNvSpPr txBox="1"/>
          <p:nvPr>
            <p:ph idx="15" type="subTitle"/>
          </p:nvPr>
        </p:nvSpPr>
        <p:spPr>
          <a:xfrm>
            <a:off x="294875" y="2873973"/>
            <a:ext cx="1302600" cy="313500"/>
          </a:xfrm>
          <a:prstGeom prst="rect">
            <a:avLst/>
          </a:prstGeom>
          <a:noFill/>
          <a:ln>
            <a:noFill/>
          </a:ln>
        </p:spPr>
        <p:txBody>
          <a:bodyPr anchorCtr="0" anchor="ctr" bIns="36000" lIns="72000" spcFirstLastPara="1" rIns="72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14197" name="Google Shape;14197;p242"/>
          <p:cNvSpPr txBox="1"/>
          <p:nvPr>
            <p:ph idx="16" type="subTitle"/>
          </p:nvPr>
        </p:nvSpPr>
        <p:spPr>
          <a:xfrm>
            <a:off x="294875" y="3267742"/>
            <a:ext cx="1302600" cy="313500"/>
          </a:xfrm>
          <a:prstGeom prst="rect">
            <a:avLst/>
          </a:prstGeom>
          <a:noFill/>
          <a:ln>
            <a:noFill/>
          </a:ln>
        </p:spPr>
        <p:txBody>
          <a:bodyPr anchorCtr="0" anchor="ctr" bIns="36000" lIns="72000" spcFirstLastPara="1" rIns="72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14198" name="Google Shape;14198;p242"/>
          <p:cNvSpPr txBox="1"/>
          <p:nvPr>
            <p:ph idx="17" type="subTitle"/>
          </p:nvPr>
        </p:nvSpPr>
        <p:spPr>
          <a:xfrm>
            <a:off x="294875" y="3661511"/>
            <a:ext cx="1302600" cy="313500"/>
          </a:xfrm>
          <a:prstGeom prst="rect">
            <a:avLst/>
          </a:prstGeom>
          <a:noFill/>
          <a:ln>
            <a:noFill/>
          </a:ln>
        </p:spPr>
        <p:txBody>
          <a:bodyPr anchorCtr="0" anchor="ctr" bIns="36000" lIns="72000" spcFirstLastPara="1" rIns="72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14199" name="Google Shape;14199;p242"/>
          <p:cNvSpPr/>
          <p:nvPr/>
        </p:nvSpPr>
        <p:spPr>
          <a:xfrm>
            <a:off x="1750946" y="4087435"/>
            <a:ext cx="8016600" cy="3135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600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t/>
            </a:r>
            <a:endParaRPr b="1" i="0" sz="1800" u="none" cap="none" strike="noStrike">
              <a:solidFill>
                <a:srgbClr val="000000"/>
              </a:solidFill>
              <a:latin typeface="Roboto"/>
              <a:ea typeface="Roboto"/>
              <a:cs typeface="Roboto"/>
              <a:sym typeface="Roboto"/>
            </a:endParaRPr>
          </a:p>
        </p:txBody>
      </p:sp>
      <p:sp>
        <p:nvSpPr>
          <p:cNvPr id="14200" name="Google Shape;14200;p242"/>
          <p:cNvSpPr/>
          <p:nvPr/>
        </p:nvSpPr>
        <p:spPr>
          <a:xfrm>
            <a:off x="312351" y="4087435"/>
            <a:ext cx="1287300" cy="313500"/>
          </a:xfrm>
          <a:prstGeom prst="roundRect">
            <a:avLst>
              <a:gd fmla="val 16667" name="adj"/>
            </a:avLst>
          </a:prstGeom>
          <a:solidFill>
            <a:srgbClr val="FFF2CC"/>
          </a:solidFill>
          <a:ln>
            <a:noFill/>
          </a:ln>
          <a:effectLst>
            <a:outerShdw blurRad="57150" rotWithShape="0" algn="bl" dir="5400000" dist="19050">
              <a:srgbClr val="000000">
                <a:alpha val="49800"/>
              </a:srgbClr>
            </a:outerShdw>
          </a:effectLst>
        </p:spPr>
        <p:txBody>
          <a:bodyPr anchorCtr="0" anchor="ctr" bIns="36000" lIns="0" spcFirstLastPara="1" rIns="0" wrap="square" tIns="36000">
            <a:noAutofit/>
          </a:bodyPr>
          <a:lstStyle/>
          <a:p>
            <a:pPr indent="0" lvl="0" marL="0" marR="0" rtl="0" algn="ctr">
              <a:lnSpc>
                <a:spcPct val="100000"/>
              </a:lnSpc>
              <a:spcBef>
                <a:spcPts val="0"/>
              </a:spcBef>
              <a:spcAft>
                <a:spcPts val="0"/>
              </a:spcAft>
              <a:buClr>
                <a:srgbClr val="000000"/>
              </a:buClr>
              <a:buSzPts val="1100"/>
              <a:buFont typeface="Arial"/>
              <a:buNone/>
            </a:pPr>
            <a:r>
              <a:t/>
            </a:r>
            <a:endParaRPr b="1" sz="1000">
              <a:latin typeface="Arvo"/>
              <a:ea typeface="Arvo"/>
              <a:cs typeface="Arvo"/>
              <a:sym typeface="Arvo"/>
            </a:endParaRPr>
          </a:p>
        </p:txBody>
      </p:sp>
      <p:sp>
        <p:nvSpPr>
          <p:cNvPr id="14201" name="Google Shape;14201;p242"/>
          <p:cNvSpPr/>
          <p:nvPr/>
        </p:nvSpPr>
        <p:spPr>
          <a:xfrm>
            <a:off x="1750946" y="4474260"/>
            <a:ext cx="8016600" cy="3135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600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t/>
            </a:r>
            <a:endParaRPr b="1" i="0" sz="1800" u="none" cap="none" strike="noStrike">
              <a:solidFill>
                <a:srgbClr val="000000"/>
              </a:solidFill>
              <a:latin typeface="Roboto"/>
              <a:ea typeface="Roboto"/>
              <a:cs typeface="Roboto"/>
              <a:sym typeface="Roboto"/>
            </a:endParaRPr>
          </a:p>
        </p:txBody>
      </p:sp>
      <p:sp>
        <p:nvSpPr>
          <p:cNvPr id="14202" name="Google Shape;14202;p242"/>
          <p:cNvSpPr/>
          <p:nvPr/>
        </p:nvSpPr>
        <p:spPr>
          <a:xfrm>
            <a:off x="312351" y="4474260"/>
            <a:ext cx="1287300" cy="313500"/>
          </a:xfrm>
          <a:prstGeom prst="roundRect">
            <a:avLst>
              <a:gd fmla="val 16667" name="adj"/>
            </a:avLst>
          </a:prstGeom>
          <a:solidFill>
            <a:srgbClr val="FFF2CC"/>
          </a:solidFill>
          <a:ln>
            <a:noFill/>
          </a:ln>
          <a:effectLst>
            <a:outerShdw blurRad="57150" rotWithShape="0" algn="bl" dir="5400000" dist="19050">
              <a:srgbClr val="000000">
                <a:alpha val="49800"/>
              </a:srgbClr>
            </a:outerShdw>
          </a:effectLst>
        </p:spPr>
        <p:txBody>
          <a:bodyPr anchorCtr="0" anchor="ctr" bIns="36000" lIns="0" spcFirstLastPara="1" rIns="0" wrap="square" tIns="36000">
            <a:noAutofit/>
          </a:bodyPr>
          <a:lstStyle/>
          <a:p>
            <a:pPr indent="0" lvl="0" marL="0" marR="0" rtl="0" algn="ctr">
              <a:lnSpc>
                <a:spcPct val="100000"/>
              </a:lnSpc>
              <a:spcBef>
                <a:spcPts val="0"/>
              </a:spcBef>
              <a:spcAft>
                <a:spcPts val="0"/>
              </a:spcAft>
              <a:buClr>
                <a:srgbClr val="000000"/>
              </a:buClr>
              <a:buSzPts val="1100"/>
              <a:buFont typeface="Arial"/>
              <a:buNone/>
            </a:pPr>
            <a:r>
              <a:t/>
            </a:r>
            <a:endParaRPr b="1" sz="1000">
              <a:latin typeface="Arvo"/>
              <a:ea typeface="Arvo"/>
              <a:cs typeface="Arvo"/>
              <a:sym typeface="Arvo"/>
            </a:endParaRPr>
          </a:p>
        </p:txBody>
      </p:sp>
      <p:sp>
        <p:nvSpPr>
          <p:cNvPr id="14203" name="Google Shape;14203;p242"/>
          <p:cNvSpPr/>
          <p:nvPr/>
        </p:nvSpPr>
        <p:spPr>
          <a:xfrm>
            <a:off x="1750946" y="4854791"/>
            <a:ext cx="8016600" cy="3135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600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t/>
            </a:r>
            <a:endParaRPr b="1" i="0" sz="1800" u="none" cap="none" strike="noStrike">
              <a:solidFill>
                <a:srgbClr val="000000"/>
              </a:solidFill>
              <a:latin typeface="Roboto"/>
              <a:ea typeface="Roboto"/>
              <a:cs typeface="Roboto"/>
              <a:sym typeface="Roboto"/>
            </a:endParaRPr>
          </a:p>
        </p:txBody>
      </p:sp>
      <p:sp>
        <p:nvSpPr>
          <p:cNvPr id="14204" name="Google Shape;14204;p242"/>
          <p:cNvSpPr/>
          <p:nvPr/>
        </p:nvSpPr>
        <p:spPr>
          <a:xfrm>
            <a:off x="312351" y="4854791"/>
            <a:ext cx="1287300" cy="313500"/>
          </a:xfrm>
          <a:prstGeom prst="roundRect">
            <a:avLst>
              <a:gd fmla="val 16667" name="adj"/>
            </a:avLst>
          </a:prstGeom>
          <a:solidFill>
            <a:srgbClr val="FFF2CC"/>
          </a:solidFill>
          <a:ln>
            <a:noFill/>
          </a:ln>
          <a:effectLst>
            <a:outerShdw blurRad="57150" rotWithShape="0" algn="bl" dir="5400000" dist="19050">
              <a:srgbClr val="000000">
                <a:alpha val="49800"/>
              </a:srgbClr>
            </a:outerShdw>
          </a:effectLst>
        </p:spPr>
        <p:txBody>
          <a:bodyPr anchorCtr="0" anchor="ctr" bIns="36000" lIns="0" spcFirstLastPara="1" rIns="0" wrap="square" tIns="36000">
            <a:noAutofit/>
          </a:bodyPr>
          <a:lstStyle/>
          <a:p>
            <a:pPr indent="0" lvl="0" marL="0" marR="0" rtl="0" algn="ctr">
              <a:lnSpc>
                <a:spcPct val="100000"/>
              </a:lnSpc>
              <a:spcBef>
                <a:spcPts val="0"/>
              </a:spcBef>
              <a:spcAft>
                <a:spcPts val="0"/>
              </a:spcAft>
              <a:buClr>
                <a:srgbClr val="000000"/>
              </a:buClr>
              <a:buSzPts val="1100"/>
              <a:buFont typeface="Arial"/>
              <a:buNone/>
            </a:pPr>
            <a:r>
              <a:t/>
            </a:r>
            <a:endParaRPr b="1" sz="1000">
              <a:latin typeface="Arvo"/>
              <a:ea typeface="Arvo"/>
              <a:cs typeface="Arvo"/>
              <a:sym typeface="Arvo"/>
            </a:endParaRPr>
          </a:p>
        </p:txBody>
      </p:sp>
      <p:sp>
        <p:nvSpPr>
          <p:cNvPr id="14205" name="Google Shape;14205;p242"/>
          <p:cNvSpPr/>
          <p:nvPr/>
        </p:nvSpPr>
        <p:spPr>
          <a:xfrm>
            <a:off x="1750946" y="5235322"/>
            <a:ext cx="8016600" cy="3135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600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t/>
            </a:r>
            <a:endParaRPr b="1" i="0" sz="1800" u="none" cap="none" strike="noStrike">
              <a:solidFill>
                <a:srgbClr val="000000"/>
              </a:solidFill>
              <a:latin typeface="Roboto"/>
              <a:ea typeface="Roboto"/>
              <a:cs typeface="Roboto"/>
              <a:sym typeface="Roboto"/>
            </a:endParaRPr>
          </a:p>
        </p:txBody>
      </p:sp>
      <p:sp>
        <p:nvSpPr>
          <p:cNvPr id="14206" name="Google Shape;14206;p242"/>
          <p:cNvSpPr/>
          <p:nvPr/>
        </p:nvSpPr>
        <p:spPr>
          <a:xfrm>
            <a:off x="312351" y="5235322"/>
            <a:ext cx="1287300" cy="313500"/>
          </a:xfrm>
          <a:prstGeom prst="roundRect">
            <a:avLst>
              <a:gd fmla="val 16667" name="adj"/>
            </a:avLst>
          </a:prstGeom>
          <a:solidFill>
            <a:srgbClr val="FFF2CC"/>
          </a:solidFill>
          <a:ln>
            <a:noFill/>
          </a:ln>
          <a:effectLst>
            <a:outerShdw blurRad="57150" rotWithShape="0" algn="bl" dir="5400000" dist="19050">
              <a:srgbClr val="000000">
                <a:alpha val="49800"/>
              </a:srgbClr>
            </a:outerShdw>
          </a:effectLst>
        </p:spPr>
        <p:txBody>
          <a:bodyPr anchorCtr="0" anchor="ctr" bIns="36000" lIns="0" spcFirstLastPara="1" rIns="0" wrap="square" tIns="36000">
            <a:noAutofit/>
          </a:bodyPr>
          <a:lstStyle/>
          <a:p>
            <a:pPr indent="0" lvl="0" marL="0" marR="0" rtl="0" algn="ctr">
              <a:lnSpc>
                <a:spcPct val="100000"/>
              </a:lnSpc>
              <a:spcBef>
                <a:spcPts val="0"/>
              </a:spcBef>
              <a:spcAft>
                <a:spcPts val="0"/>
              </a:spcAft>
              <a:buClr>
                <a:srgbClr val="000000"/>
              </a:buClr>
              <a:buSzPts val="1100"/>
              <a:buFont typeface="Arial"/>
              <a:buNone/>
            </a:pPr>
            <a:r>
              <a:t/>
            </a:r>
            <a:endParaRPr b="1" sz="1000">
              <a:latin typeface="Arvo"/>
              <a:ea typeface="Arvo"/>
              <a:cs typeface="Arvo"/>
              <a:sym typeface="Arvo"/>
            </a:endParaRPr>
          </a:p>
        </p:txBody>
      </p:sp>
      <p:sp>
        <p:nvSpPr>
          <p:cNvPr id="14207" name="Google Shape;14207;p242"/>
          <p:cNvSpPr/>
          <p:nvPr/>
        </p:nvSpPr>
        <p:spPr>
          <a:xfrm>
            <a:off x="1750946" y="5615528"/>
            <a:ext cx="8016600" cy="3135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600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t/>
            </a:r>
            <a:endParaRPr b="1" i="0" sz="1800" u="none" cap="none" strike="noStrike">
              <a:solidFill>
                <a:srgbClr val="000000"/>
              </a:solidFill>
              <a:latin typeface="Roboto"/>
              <a:ea typeface="Roboto"/>
              <a:cs typeface="Roboto"/>
              <a:sym typeface="Roboto"/>
            </a:endParaRPr>
          </a:p>
        </p:txBody>
      </p:sp>
      <p:sp>
        <p:nvSpPr>
          <p:cNvPr id="14208" name="Google Shape;14208;p242"/>
          <p:cNvSpPr/>
          <p:nvPr/>
        </p:nvSpPr>
        <p:spPr>
          <a:xfrm>
            <a:off x="312351" y="5615528"/>
            <a:ext cx="1287300" cy="313500"/>
          </a:xfrm>
          <a:prstGeom prst="roundRect">
            <a:avLst>
              <a:gd fmla="val 16667" name="adj"/>
            </a:avLst>
          </a:prstGeom>
          <a:solidFill>
            <a:srgbClr val="FFF2CC"/>
          </a:solidFill>
          <a:ln>
            <a:noFill/>
          </a:ln>
          <a:effectLst>
            <a:outerShdw blurRad="57150" rotWithShape="0" algn="bl" dir="5400000" dist="19050">
              <a:srgbClr val="000000">
                <a:alpha val="49800"/>
              </a:srgbClr>
            </a:outerShdw>
          </a:effectLst>
        </p:spPr>
        <p:txBody>
          <a:bodyPr anchorCtr="0" anchor="ctr" bIns="36000" lIns="0" spcFirstLastPara="1" rIns="0" wrap="square" tIns="36000">
            <a:noAutofit/>
          </a:bodyPr>
          <a:lstStyle/>
          <a:p>
            <a:pPr indent="0" lvl="0" marL="0" marR="0" rtl="0" algn="ctr">
              <a:lnSpc>
                <a:spcPct val="100000"/>
              </a:lnSpc>
              <a:spcBef>
                <a:spcPts val="0"/>
              </a:spcBef>
              <a:spcAft>
                <a:spcPts val="0"/>
              </a:spcAft>
              <a:buClr>
                <a:srgbClr val="000000"/>
              </a:buClr>
              <a:buSzPts val="1100"/>
              <a:buFont typeface="Arial"/>
              <a:buNone/>
            </a:pPr>
            <a:r>
              <a:t/>
            </a:r>
            <a:endParaRPr b="1" sz="1000">
              <a:latin typeface="Arvo"/>
              <a:ea typeface="Arvo"/>
              <a:cs typeface="Arvo"/>
              <a:sym typeface="Arvo"/>
            </a:endParaRPr>
          </a:p>
        </p:txBody>
      </p:sp>
      <p:sp>
        <p:nvSpPr>
          <p:cNvPr id="14209" name="Google Shape;14209;p242"/>
          <p:cNvSpPr/>
          <p:nvPr/>
        </p:nvSpPr>
        <p:spPr>
          <a:xfrm>
            <a:off x="1750946" y="6002678"/>
            <a:ext cx="8016600" cy="3135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600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t/>
            </a:r>
            <a:endParaRPr b="1" i="0" sz="1800" u="none" cap="none" strike="noStrike">
              <a:solidFill>
                <a:srgbClr val="000000"/>
              </a:solidFill>
              <a:latin typeface="Roboto"/>
              <a:ea typeface="Roboto"/>
              <a:cs typeface="Roboto"/>
              <a:sym typeface="Roboto"/>
            </a:endParaRPr>
          </a:p>
        </p:txBody>
      </p:sp>
      <p:sp>
        <p:nvSpPr>
          <p:cNvPr id="14210" name="Google Shape;14210;p242"/>
          <p:cNvSpPr/>
          <p:nvPr/>
        </p:nvSpPr>
        <p:spPr>
          <a:xfrm>
            <a:off x="312351" y="6002678"/>
            <a:ext cx="1287300" cy="313500"/>
          </a:xfrm>
          <a:prstGeom prst="roundRect">
            <a:avLst>
              <a:gd fmla="val 16667" name="adj"/>
            </a:avLst>
          </a:prstGeom>
          <a:solidFill>
            <a:srgbClr val="FFF2CC"/>
          </a:solidFill>
          <a:ln>
            <a:noFill/>
          </a:ln>
          <a:effectLst>
            <a:outerShdw blurRad="57150" rotWithShape="0" algn="bl" dir="5400000" dist="19050">
              <a:srgbClr val="000000">
                <a:alpha val="49800"/>
              </a:srgbClr>
            </a:outerShdw>
          </a:effectLst>
        </p:spPr>
        <p:txBody>
          <a:bodyPr anchorCtr="0" anchor="ctr" bIns="36000" lIns="0" spcFirstLastPara="1" rIns="0" wrap="square" tIns="36000">
            <a:noAutofit/>
          </a:bodyPr>
          <a:lstStyle/>
          <a:p>
            <a:pPr indent="0" lvl="0" marL="0" marR="0" rtl="0" algn="ctr">
              <a:lnSpc>
                <a:spcPct val="100000"/>
              </a:lnSpc>
              <a:spcBef>
                <a:spcPts val="0"/>
              </a:spcBef>
              <a:spcAft>
                <a:spcPts val="0"/>
              </a:spcAft>
              <a:buClr>
                <a:srgbClr val="000000"/>
              </a:buClr>
              <a:buSzPts val="1100"/>
              <a:buFont typeface="Arial"/>
              <a:buNone/>
            </a:pPr>
            <a:r>
              <a:t/>
            </a:r>
            <a:endParaRPr b="1" sz="1000">
              <a:latin typeface="Arvo"/>
              <a:ea typeface="Arvo"/>
              <a:cs typeface="Arvo"/>
              <a:sym typeface="Arvo"/>
            </a:endParaRPr>
          </a:p>
        </p:txBody>
      </p:sp>
      <p:sp>
        <p:nvSpPr>
          <p:cNvPr id="14211" name="Google Shape;14211;p242"/>
          <p:cNvSpPr txBox="1"/>
          <p:nvPr>
            <p:ph idx="18" type="subTitle"/>
          </p:nvPr>
        </p:nvSpPr>
        <p:spPr>
          <a:xfrm>
            <a:off x="1742676" y="4089406"/>
            <a:ext cx="8028600" cy="313500"/>
          </a:xfrm>
          <a:prstGeom prst="rect">
            <a:avLst/>
          </a:prstGeom>
          <a:noFill/>
          <a:ln>
            <a:noFill/>
          </a:ln>
        </p:spPr>
        <p:txBody>
          <a:bodyPr anchorCtr="0" anchor="ctr" bIns="36000" lIns="54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14212" name="Google Shape;14212;p242"/>
          <p:cNvSpPr/>
          <p:nvPr/>
        </p:nvSpPr>
        <p:spPr>
          <a:xfrm>
            <a:off x="1750946" y="6396447"/>
            <a:ext cx="8016600" cy="3135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600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t/>
            </a:r>
            <a:endParaRPr b="1" i="0" sz="1800" u="none" cap="none" strike="noStrike">
              <a:solidFill>
                <a:srgbClr val="000000"/>
              </a:solidFill>
              <a:latin typeface="Roboto"/>
              <a:ea typeface="Roboto"/>
              <a:cs typeface="Roboto"/>
              <a:sym typeface="Roboto"/>
            </a:endParaRPr>
          </a:p>
        </p:txBody>
      </p:sp>
      <p:sp>
        <p:nvSpPr>
          <p:cNvPr id="14213" name="Google Shape;14213;p242"/>
          <p:cNvSpPr/>
          <p:nvPr/>
        </p:nvSpPr>
        <p:spPr>
          <a:xfrm>
            <a:off x="312351" y="6396447"/>
            <a:ext cx="1287300" cy="313500"/>
          </a:xfrm>
          <a:prstGeom prst="roundRect">
            <a:avLst>
              <a:gd fmla="val 16667" name="adj"/>
            </a:avLst>
          </a:prstGeom>
          <a:solidFill>
            <a:srgbClr val="FFF2CC"/>
          </a:solidFill>
          <a:ln>
            <a:noFill/>
          </a:ln>
          <a:effectLst>
            <a:outerShdw blurRad="57150" rotWithShape="0" algn="bl" dir="5400000" dist="19050">
              <a:srgbClr val="000000">
                <a:alpha val="49800"/>
              </a:srgbClr>
            </a:outerShdw>
          </a:effectLst>
        </p:spPr>
        <p:txBody>
          <a:bodyPr anchorCtr="0" anchor="ctr" bIns="36000" lIns="0" spcFirstLastPara="1" rIns="0" wrap="square" tIns="36000">
            <a:noAutofit/>
          </a:bodyPr>
          <a:lstStyle/>
          <a:p>
            <a:pPr indent="0" lvl="0" marL="0" marR="0" rtl="0" algn="ctr">
              <a:lnSpc>
                <a:spcPct val="100000"/>
              </a:lnSpc>
              <a:spcBef>
                <a:spcPts val="0"/>
              </a:spcBef>
              <a:spcAft>
                <a:spcPts val="0"/>
              </a:spcAft>
              <a:buClr>
                <a:srgbClr val="000000"/>
              </a:buClr>
              <a:buSzPts val="1100"/>
              <a:buFont typeface="Arial"/>
              <a:buNone/>
            </a:pPr>
            <a:r>
              <a:t/>
            </a:r>
            <a:endParaRPr b="1" sz="1000">
              <a:latin typeface="Arvo"/>
              <a:ea typeface="Arvo"/>
              <a:cs typeface="Arvo"/>
              <a:sym typeface="Arvo"/>
            </a:endParaRPr>
          </a:p>
        </p:txBody>
      </p:sp>
      <p:sp>
        <p:nvSpPr>
          <p:cNvPr id="14214" name="Google Shape;14214;p242"/>
          <p:cNvSpPr txBox="1"/>
          <p:nvPr>
            <p:ph idx="19" type="subTitle"/>
          </p:nvPr>
        </p:nvSpPr>
        <p:spPr>
          <a:xfrm>
            <a:off x="1742676" y="4489793"/>
            <a:ext cx="8028600" cy="313500"/>
          </a:xfrm>
          <a:prstGeom prst="rect">
            <a:avLst/>
          </a:prstGeom>
          <a:noFill/>
          <a:ln>
            <a:noFill/>
          </a:ln>
        </p:spPr>
        <p:txBody>
          <a:bodyPr anchorCtr="0" anchor="ctr" bIns="36000" lIns="54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14215" name="Google Shape;14215;p242"/>
          <p:cNvSpPr txBox="1"/>
          <p:nvPr>
            <p:ph idx="20" type="subTitle"/>
          </p:nvPr>
        </p:nvSpPr>
        <p:spPr>
          <a:xfrm>
            <a:off x="1742676" y="4869999"/>
            <a:ext cx="8028600" cy="313500"/>
          </a:xfrm>
          <a:prstGeom prst="rect">
            <a:avLst/>
          </a:prstGeom>
          <a:noFill/>
          <a:ln>
            <a:noFill/>
          </a:ln>
        </p:spPr>
        <p:txBody>
          <a:bodyPr anchorCtr="0" anchor="ctr" bIns="36000" lIns="54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14216" name="Google Shape;14216;p242"/>
          <p:cNvSpPr txBox="1"/>
          <p:nvPr>
            <p:ph idx="21" type="subTitle"/>
          </p:nvPr>
        </p:nvSpPr>
        <p:spPr>
          <a:xfrm>
            <a:off x="1742676" y="5236967"/>
            <a:ext cx="8028600" cy="313500"/>
          </a:xfrm>
          <a:prstGeom prst="rect">
            <a:avLst/>
          </a:prstGeom>
          <a:noFill/>
          <a:ln>
            <a:noFill/>
          </a:ln>
        </p:spPr>
        <p:txBody>
          <a:bodyPr anchorCtr="0" anchor="ctr" bIns="36000" lIns="54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14217" name="Google Shape;14217;p242"/>
          <p:cNvSpPr txBox="1"/>
          <p:nvPr>
            <p:ph idx="22" type="subTitle"/>
          </p:nvPr>
        </p:nvSpPr>
        <p:spPr>
          <a:xfrm>
            <a:off x="1742676" y="5624117"/>
            <a:ext cx="8028600" cy="313500"/>
          </a:xfrm>
          <a:prstGeom prst="rect">
            <a:avLst/>
          </a:prstGeom>
          <a:noFill/>
          <a:ln>
            <a:noFill/>
          </a:ln>
        </p:spPr>
        <p:txBody>
          <a:bodyPr anchorCtr="0" anchor="ctr" bIns="36000" lIns="54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14218" name="Google Shape;14218;p242"/>
          <p:cNvSpPr txBox="1"/>
          <p:nvPr>
            <p:ph idx="23" type="subTitle"/>
          </p:nvPr>
        </p:nvSpPr>
        <p:spPr>
          <a:xfrm>
            <a:off x="1742676" y="6004323"/>
            <a:ext cx="8028600" cy="313500"/>
          </a:xfrm>
          <a:prstGeom prst="rect">
            <a:avLst/>
          </a:prstGeom>
          <a:noFill/>
          <a:ln>
            <a:noFill/>
          </a:ln>
        </p:spPr>
        <p:txBody>
          <a:bodyPr anchorCtr="0" anchor="ctr" bIns="36000" lIns="54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14219" name="Google Shape;14219;p242"/>
          <p:cNvSpPr txBox="1"/>
          <p:nvPr>
            <p:ph idx="24" type="subTitle"/>
          </p:nvPr>
        </p:nvSpPr>
        <p:spPr>
          <a:xfrm>
            <a:off x="1742676" y="6404711"/>
            <a:ext cx="8028600" cy="313500"/>
          </a:xfrm>
          <a:prstGeom prst="rect">
            <a:avLst/>
          </a:prstGeom>
          <a:noFill/>
          <a:ln>
            <a:noFill/>
          </a:ln>
        </p:spPr>
        <p:txBody>
          <a:bodyPr anchorCtr="0" anchor="ctr" bIns="36000" lIns="54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14220" name="Google Shape;14220;p242"/>
          <p:cNvSpPr txBox="1"/>
          <p:nvPr>
            <p:ph idx="25" type="subTitle"/>
          </p:nvPr>
        </p:nvSpPr>
        <p:spPr>
          <a:xfrm>
            <a:off x="294875" y="4089406"/>
            <a:ext cx="1302600" cy="313500"/>
          </a:xfrm>
          <a:prstGeom prst="rect">
            <a:avLst/>
          </a:prstGeom>
          <a:noFill/>
          <a:ln>
            <a:noFill/>
          </a:ln>
        </p:spPr>
        <p:txBody>
          <a:bodyPr anchorCtr="0" anchor="ctr" bIns="36000" lIns="72000" spcFirstLastPara="1" rIns="72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14221" name="Google Shape;14221;p242"/>
          <p:cNvSpPr txBox="1"/>
          <p:nvPr>
            <p:ph idx="26" type="subTitle"/>
          </p:nvPr>
        </p:nvSpPr>
        <p:spPr>
          <a:xfrm>
            <a:off x="294875" y="4483175"/>
            <a:ext cx="1302600" cy="313500"/>
          </a:xfrm>
          <a:prstGeom prst="rect">
            <a:avLst/>
          </a:prstGeom>
          <a:noFill/>
          <a:ln>
            <a:noFill/>
          </a:ln>
        </p:spPr>
        <p:txBody>
          <a:bodyPr anchorCtr="0" anchor="ctr" bIns="36000" lIns="72000" spcFirstLastPara="1" rIns="72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14222" name="Google Shape;14222;p242"/>
          <p:cNvSpPr txBox="1"/>
          <p:nvPr>
            <p:ph idx="27" type="subTitle"/>
          </p:nvPr>
        </p:nvSpPr>
        <p:spPr>
          <a:xfrm>
            <a:off x="294875" y="4863380"/>
            <a:ext cx="1302600" cy="313500"/>
          </a:xfrm>
          <a:prstGeom prst="rect">
            <a:avLst/>
          </a:prstGeom>
          <a:noFill/>
          <a:ln>
            <a:noFill/>
          </a:ln>
        </p:spPr>
        <p:txBody>
          <a:bodyPr anchorCtr="0" anchor="ctr" bIns="36000" lIns="72000" spcFirstLastPara="1" rIns="72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14223" name="Google Shape;14223;p242"/>
          <p:cNvSpPr txBox="1"/>
          <p:nvPr>
            <p:ph idx="28" type="subTitle"/>
          </p:nvPr>
        </p:nvSpPr>
        <p:spPr>
          <a:xfrm>
            <a:off x="294875" y="5243586"/>
            <a:ext cx="1302600" cy="313500"/>
          </a:xfrm>
          <a:prstGeom prst="rect">
            <a:avLst/>
          </a:prstGeom>
          <a:noFill/>
          <a:ln>
            <a:noFill/>
          </a:ln>
        </p:spPr>
        <p:txBody>
          <a:bodyPr anchorCtr="0" anchor="ctr" bIns="36000" lIns="72000" spcFirstLastPara="1" rIns="72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14224" name="Google Shape;14224;p242"/>
          <p:cNvSpPr txBox="1"/>
          <p:nvPr>
            <p:ph idx="29" type="subTitle"/>
          </p:nvPr>
        </p:nvSpPr>
        <p:spPr>
          <a:xfrm>
            <a:off x="294875" y="5617173"/>
            <a:ext cx="1302600" cy="313500"/>
          </a:xfrm>
          <a:prstGeom prst="rect">
            <a:avLst/>
          </a:prstGeom>
          <a:noFill/>
          <a:ln>
            <a:noFill/>
          </a:ln>
        </p:spPr>
        <p:txBody>
          <a:bodyPr anchorCtr="0" anchor="ctr" bIns="36000" lIns="72000" spcFirstLastPara="1" rIns="72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14225" name="Google Shape;14225;p242"/>
          <p:cNvSpPr txBox="1"/>
          <p:nvPr>
            <p:ph idx="30" type="subTitle"/>
          </p:nvPr>
        </p:nvSpPr>
        <p:spPr>
          <a:xfrm>
            <a:off x="294875" y="6010942"/>
            <a:ext cx="1302600" cy="313500"/>
          </a:xfrm>
          <a:prstGeom prst="rect">
            <a:avLst/>
          </a:prstGeom>
          <a:noFill/>
          <a:ln>
            <a:noFill/>
          </a:ln>
        </p:spPr>
        <p:txBody>
          <a:bodyPr anchorCtr="0" anchor="ctr" bIns="36000" lIns="72000" spcFirstLastPara="1" rIns="72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14226" name="Google Shape;14226;p242"/>
          <p:cNvSpPr txBox="1"/>
          <p:nvPr>
            <p:ph idx="31" type="subTitle"/>
          </p:nvPr>
        </p:nvSpPr>
        <p:spPr>
          <a:xfrm>
            <a:off x="294875" y="6404711"/>
            <a:ext cx="1302600" cy="313500"/>
          </a:xfrm>
          <a:prstGeom prst="rect">
            <a:avLst/>
          </a:prstGeom>
          <a:noFill/>
          <a:ln>
            <a:noFill/>
          </a:ln>
        </p:spPr>
        <p:txBody>
          <a:bodyPr anchorCtr="0" anchor="ctr" bIns="36000" lIns="72000" spcFirstLastPara="1" rIns="72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14227" name="Google Shape;14227;p242"/>
          <p:cNvSpPr txBox="1"/>
          <p:nvPr/>
        </p:nvSpPr>
        <p:spPr>
          <a:xfrm>
            <a:off x="2524025" y="387675"/>
            <a:ext cx="15012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Unid. Organizacional:</a:t>
            </a:r>
            <a:endParaRPr b="1" sz="1100"/>
          </a:p>
        </p:txBody>
      </p:sp>
      <p:sp>
        <p:nvSpPr>
          <p:cNvPr id="14228" name="Google Shape;14228;p242"/>
          <p:cNvSpPr txBox="1"/>
          <p:nvPr/>
        </p:nvSpPr>
        <p:spPr>
          <a:xfrm>
            <a:off x="2524020" y="579550"/>
            <a:ext cx="6846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Alcance:</a:t>
            </a:r>
            <a:endParaRPr b="1" sz="1100"/>
          </a:p>
        </p:txBody>
      </p:sp>
      <p:sp>
        <p:nvSpPr>
          <p:cNvPr id="14229" name="Google Shape;14229;p242"/>
          <p:cNvSpPr txBox="1"/>
          <p:nvPr>
            <p:ph type="title"/>
          </p:nvPr>
        </p:nvSpPr>
        <p:spPr>
          <a:xfrm flipH="1">
            <a:off x="4025374" y="387675"/>
            <a:ext cx="5863200" cy="1692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000"/>
              <a:buNone/>
              <a:defRPr sz="1000">
                <a:solidFill>
                  <a:srgbClr val="000000"/>
                </a:solidFill>
              </a:defRPr>
            </a:lvl1pPr>
            <a:lvl2pPr lvl="1">
              <a:spcBef>
                <a:spcPts val="0"/>
              </a:spcBef>
              <a:spcAft>
                <a:spcPts val="0"/>
              </a:spcAft>
              <a:buClr>
                <a:srgbClr val="000000"/>
              </a:buClr>
              <a:buSzPts val="1000"/>
              <a:buNone/>
              <a:defRPr sz="1000">
                <a:solidFill>
                  <a:srgbClr val="000000"/>
                </a:solidFill>
              </a:defRPr>
            </a:lvl2pPr>
            <a:lvl3pPr lvl="2">
              <a:spcBef>
                <a:spcPts val="0"/>
              </a:spcBef>
              <a:spcAft>
                <a:spcPts val="0"/>
              </a:spcAft>
              <a:buClr>
                <a:srgbClr val="000000"/>
              </a:buClr>
              <a:buSzPts val="1000"/>
              <a:buNone/>
              <a:defRPr sz="1000">
                <a:solidFill>
                  <a:srgbClr val="000000"/>
                </a:solidFill>
              </a:defRPr>
            </a:lvl3pPr>
            <a:lvl4pPr lvl="3">
              <a:spcBef>
                <a:spcPts val="0"/>
              </a:spcBef>
              <a:spcAft>
                <a:spcPts val="0"/>
              </a:spcAft>
              <a:buClr>
                <a:srgbClr val="000000"/>
              </a:buClr>
              <a:buSzPts val="1000"/>
              <a:buNone/>
              <a:defRPr sz="1000">
                <a:solidFill>
                  <a:srgbClr val="000000"/>
                </a:solidFill>
              </a:defRPr>
            </a:lvl4pPr>
            <a:lvl5pPr lvl="4">
              <a:spcBef>
                <a:spcPts val="0"/>
              </a:spcBef>
              <a:spcAft>
                <a:spcPts val="0"/>
              </a:spcAft>
              <a:buClr>
                <a:srgbClr val="000000"/>
              </a:buClr>
              <a:buSzPts val="1000"/>
              <a:buNone/>
              <a:defRPr sz="1000">
                <a:solidFill>
                  <a:srgbClr val="000000"/>
                </a:solidFill>
              </a:defRPr>
            </a:lvl5pPr>
            <a:lvl6pPr lvl="5">
              <a:spcBef>
                <a:spcPts val="0"/>
              </a:spcBef>
              <a:spcAft>
                <a:spcPts val="0"/>
              </a:spcAft>
              <a:buClr>
                <a:srgbClr val="000000"/>
              </a:buClr>
              <a:buSzPts val="1000"/>
              <a:buNone/>
              <a:defRPr sz="1000">
                <a:solidFill>
                  <a:srgbClr val="000000"/>
                </a:solidFill>
              </a:defRPr>
            </a:lvl6pPr>
            <a:lvl7pPr lvl="6">
              <a:spcBef>
                <a:spcPts val="0"/>
              </a:spcBef>
              <a:spcAft>
                <a:spcPts val="0"/>
              </a:spcAft>
              <a:buClr>
                <a:srgbClr val="000000"/>
              </a:buClr>
              <a:buSzPts val="1000"/>
              <a:buNone/>
              <a:defRPr sz="1000">
                <a:solidFill>
                  <a:srgbClr val="000000"/>
                </a:solidFill>
              </a:defRPr>
            </a:lvl7pPr>
            <a:lvl8pPr lvl="7">
              <a:spcBef>
                <a:spcPts val="0"/>
              </a:spcBef>
              <a:spcAft>
                <a:spcPts val="0"/>
              </a:spcAft>
              <a:buClr>
                <a:srgbClr val="000000"/>
              </a:buClr>
              <a:buSzPts val="1000"/>
              <a:buNone/>
              <a:defRPr sz="1000">
                <a:solidFill>
                  <a:srgbClr val="000000"/>
                </a:solidFill>
              </a:defRPr>
            </a:lvl8pPr>
            <a:lvl9pPr lvl="8">
              <a:spcBef>
                <a:spcPts val="0"/>
              </a:spcBef>
              <a:spcAft>
                <a:spcPts val="0"/>
              </a:spcAft>
              <a:buClr>
                <a:srgbClr val="000000"/>
              </a:buClr>
              <a:buSzPts val="1000"/>
              <a:buNone/>
              <a:defRPr sz="1000">
                <a:solidFill>
                  <a:srgbClr val="000000"/>
                </a:solidFill>
              </a:defRPr>
            </a:lvl9pPr>
          </a:lstStyle>
          <a:p/>
        </p:txBody>
      </p:sp>
      <p:sp>
        <p:nvSpPr>
          <p:cNvPr id="14230" name="Google Shape;14230;p242"/>
          <p:cNvSpPr txBox="1"/>
          <p:nvPr>
            <p:ph idx="32" type="title"/>
          </p:nvPr>
        </p:nvSpPr>
        <p:spPr>
          <a:xfrm flipH="1">
            <a:off x="3208773" y="579550"/>
            <a:ext cx="6679800" cy="1692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000"/>
              <a:buNone/>
              <a:defRPr sz="1000">
                <a:solidFill>
                  <a:srgbClr val="000000"/>
                </a:solidFill>
              </a:defRPr>
            </a:lvl1pPr>
            <a:lvl2pPr lvl="1">
              <a:spcBef>
                <a:spcPts val="0"/>
              </a:spcBef>
              <a:spcAft>
                <a:spcPts val="0"/>
              </a:spcAft>
              <a:buClr>
                <a:srgbClr val="000000"/>
              </a:buClr>
              <a:buSzPts val="1000"/>
              <a:buNone/>
              <a:defRPr sz="1000">
                <a:solidFill>
                  <a:srgbClr val="000000"/>
                </a:solidFill>
              </a:defRPr>
            </a:lvl2pPr>
            <a:lvl3pPr lvl="2">
              <a:spcBef>
                <a:spcPts val="0"/>
              </a:spcBef>
              <a:spcAft>
                <a:spcPts val="0"/>
              </a:spcAft>
              <a:buClr>
                <a:srgbClr val="000000"/>
              </a:buClr>
              <a:buSzPts val="1000"/>
              <a:buNone/>
              <a:defRPr sz="1000">
                <a:solidFill>
                  <a:srgbClr val="000000"/>
                </a:solidFill>
              </a:defRPr>
            </a:lvl3pPr>
            <a:lvl4pPr lvl="3">
              <a:spcBef>
                <a:spcPts val="0"/>
              </a:spcBef>
              <a:spcAft>
                <a:spcPts val="0"/>
              </a:spcAft>
              <a:buClr>
                <a:srgbClr val="000000"/>
              </a:buClr>
              <a:buSzPts val="1000"/>
              <a:buNone/>
              <a:defRPr sz="1000">
                <a:solidFill>
                  <a:srgbClr val="000000"/>
                </a:solidFill>
              </a:defRPr>
            </a:lvl4pPr>
            <a:lvl5pPr lvl="4">
              <a:spcBef>
                <a:spcPts val="0"/>
              </a:spcBef>
              <a:spcAft>
                <a:spcPts val="0"/>
              </a:spcAft>
              <a:buClr>
                <a:srgbClr val="000000"/>
              </a:buClr>
              <a:buSzPts val="1000"/>
              <a:buNone/>
              <a:defRPr sz="1000">
                <a:solidFill>
                  <a:srgbClr val="000000"/>
                </a:solidFill>
              </a:defRPr>
            </a:lvl5pPr>
            <a:lvl6pPr lvl="5">
              <a:spcBef>
                <a:spcPts val="0"/>
              </a:spcBef>
              <a:spcAft>
                <a:spcPts val="0"/>
              </a:spcAft>
              <a:buClr>
                <a:srgbClr val="000000"/>
              </a:buClr>
              <a:buSzPts val="1000"/>
              <a:buNone/>
              <a:defRPr sz="1000">
                <a:solidFill>
                  <a:srgbClr val="000000"/>
                </a:solidFill>
              </a:defRPr>
            </a:lvl6pPr>
            <a:lvl7pPr lvl="6">
              <a:spcBef>
                <a:spcPts val="0"/>
              </a:spcBef>
              <a:spcAft>
                <a:spcPts val="0"/>
              </a:spcAft>
              <a:buClr>
                <a:srgbClr val="000000"/>
              </a:buClr>
              <a:buSzPts val="1000"/>
              <a:buNone/>
              <a:defRPr sz="1000">
                <a:solidFill>
                  <a:srgbClr val="000000"/>
                </a:solidFill>
              </a:defRPr>
            </a:lvl7pPr>
            <a:lvl8pPr lvl="7">
              <a:spcBef>
                <a:spcPts val="0"/>
              </a:spcBef>
              <a:spcAft>
                <a:spcPts val="0"/>
              </a:spcAft>
              <a:buClr>
                <a:srgbClr val="000000"/>
              </a:buClr>
              <a:buSzPts val="1000"/>
              <a:buNone/>
              <a:defRPr sz="1000">
                <a:solidFill>
                  <a:srgbClr val="000000"/>
                </a:solidFill>
              </a:defRPr>
            </a:lvl8pPr>
            <a:lvl9pPr lvl="8">
              <a:spcBef>
                <a:spcPts val="0"/>
              </a:spcBef>
              <a:spcAft>
                <a:spcPts val="0"/>
              </a:spcAft>
              <a:buClr>
                <a:srgbClr val="000000"/>
              </a:buClr>
              <a:buSzPts val="1000"/>
              <a:buNone/>
              <a:defRPr sz="1000">
                <a:solidFill>
                  <a:srgbClr val="000000"/>
                </a:solidFill>
              </a:defRPr>
            </a:lvl9pPr>
          </a:lstStyle>
          <a:p/>
        </p:txBody>
      </p:sp>
      <p:sp>
        <p:nvSpPr>
          <p:cNvPr id="14231" name="Google Shape;14231;p242"/>
          <p:cNvSpPr txBox="1"/>
          <p:nvPr>
            <p:ph idx="33" type="body"/>
          </p:nvPr>
        </p:nvSpPr>
        <p:spPr>
          <a:xfrm>
            <a:off x="641150" y="612125"/>
            <a:ext cx="1770300" cy="160500"/>
          </a:xfrm>
          <a:prstGeom prst="rect">
            <a:avLst/>
          </a:prstGeom>
          <a:noFill/>
          <a:ln>
            <a:noFill/>
          </a:ln>
        </p:spPr>
        <p:txBody>
          <a:bodyPr anchorCtr="0" anchor="t" bIns="0" lIns="0" spcFirstLastPara="1" rIns="0" wrap="square" tIns="0">
            <a:noAutofit/>
          </a:bodyPr>
          <a:lstStyle>
            <a:lvl1pPr indent="-292100" lvl="0" marL="457200" algn="ctr">
              <a:spcBef>
                <a:spcPts val="0"/>
              </a:spcBef>
              <a:spcAft>
                <a:spcPts val="0"/>
              </a:spcAft>
              <a:buClr>
                <a:srgbClr val="FFFFFF"/>
              </a:buClr>
              <a:buSzPts val="1000"/>
              <a:buChar char="●"/>
              <a:defRPr sz="1000">
                <a:solidFill>
                  <a:srgbClr val="FFFFFF"/>
                </a:solidFill>
              </a:defRPr>
            </a:lvl1pPr>
            <a:lvl2pPr indent="-292100" lvl="1" marL="914400" algn="ctr">
              <a:spcBef>
                <a:spcPts val="0"/>
              </a:spcBef>
              <a:spcAft>
                <a:spcPts val="0"/>
              </a:spcAft>
              <a:buClr>
                <a:srgbClr val="FFFFFF"/>
              </a:buClr>
              <a:buSzPts val="1000"/>
              <a:buChar char="○"/>
              <a:defRPr sz="1000">
                <a:solidFill>
                  <a:srgbClr val="FFFFFF"/>
                </a:solidFill>
              </a:defRPr>
            </a:lvl2pPr>
            <a:lvl3pPr indent="-292100" lvl="2" marL="1371600" algn="ctr">
              <a:spcBef>
                <a:spcPts val="0"/>
              </a:spcBef>
              <a:spcAft>
                <a:spcPts val="0"/>
              </a:spcAft>
              <a:buClr>
                <a:srgbClr val="FFFFFF"/>
              </a:buClr>
              <a:buSzPts val="1000"/>
              <a:buChar char="■"/>
              <a:defRPr sz="1000">
                <a:solidFill>
                  <a:srgbClr val="FFFFFF"/>
                </a:solidFill>
              </a:defRPr>
            </a:lvl3pPr>
            <a:lvl4pPr indent="-292100" lvl="3" marL="1828800" algn="ctr">
              <a:spcBef>
                <a:spcPts val="0"/>
              </a:spcBef>
              <a:spcAft>
                <a:spcPts val="0"/>
              </a:spcAft>
              <a:buClr>
                <a:srgbClr val="FFFFFF"/>
              </a:buClr>
              <a:buSzPts val="1000"/>
              <a:buChar char="●"/>
              <a:defRPr sz="1000">
                <a:solidFill>
                  <a:srgbClr val="FFFFFF"/>
                </a:solidFill>
              </a:defRPr>
            </a:lvl4pPr>
            <a:lvl5pPr indent="-292100" lvl="4" marL="2286000" algn="ctr">
              <a:spcBef>
                <a:spcPts val="0"/>
              </a:spcBef>
              <a:spcAft>
                <a:spcPts val="0"/>
              </a:spcAft>
              <a:buClr>
                <a:srgbClr val="FFFFFF"/>
              </a:buClr>
              <a:buSzPts val="1000"/>
              <a:buChar char="○"/>
              <a:defRPr sz="1000">
                <a:solidFill>
                  <a:srgbClr val="FFFFFF"/>
                </a:solidFill>
              </a:defRPr>
            </a:lvl5pPr>
            <a:lvl6pPr indent="-292100" lvl="5" marL="2743200" algn="ctr">
              <a:spcBef>
                <a:spcPts val="0"/>
              </a:spcBef>
              <a:spcAft>
                <a:spcPts val="0"/>
              </a:spcAft>
              <a:buClr>
                <a:srgbClr val="FFFFFF"/>
              </a:buClr>
              <a:buSzPts val="1000"/>
              <a:buChar char="■"/>
              <a:defRPr sz="1000">
                <a:solidFill>
                  <a:srgbClr val="FFFFFF"/>
                </a:solidFill>
              </a:defRPr>
            </a:lvl6pPr>
            <a:lvl7pPr indent="-292100" lvl="6" marL="3200400" algn="ctr">
              <a:spcBef>
                <a:spcPts val="0"/>
              </a:spcBef>
              <a:spcAft>
                <a:spcPts val="0"/>
              </a:spcAft>
              <a:buClr>
                <a:srgbClr val="FFFFFF"/>
              </a:buClr>
              <a:buSzPts val="1000"/>
              <a:buChar char="●"/>
              <a:defRPr sz="1000">
                <a:solidFill>
                  <a:srgbClr val="FFFFFF"/>
                </a:solidFill>
              </a:defRPr>
            </a:lvl7pPr>
            <a:lvl8pPr indent="-292100" lvl="7" marL="3657600" algn="ctr">
              <a:spcBef>
                <a:spcPts val="0"/>
              </a:spcBef>
              <a:spcAft>
                <a:spcPts val="0"/>
              </a:spcAft>
              <a:buClr>
                <a:srgbClr val="FFFFFF"/>
              </a:buClr>
              <a:buSzPts val="1000"/>
              <a:buChar char="○"/>
              <a:defRPr sz="1000">
                <a:solidFill>
                  <a:srgbClr val="FFFFFF"/>
                </a:solidFill>
              </a:defRPr>
            </a:lvl8pPr>
            <a:lvl9pPr indent="-292100" lvl="8" marL="4114800" algn="ctr">
              <a:spcBef>
                <a:spcPts val="0"/>
              </a:spcBef>
              <a:spcAft>
                <a:spcPts val="0"/>
              </a:spcAft>
              <a:buClr>
                <a:srgbClr val="FFFFFF"/>
              </a:buClr>
              <a:buSzPts val="1000"/>
              <a:buChar char="■"/>
              <a:defRPr sz="1000">
                <a:solidFill>
                  <a:srgbClr val="FFFFFF"/>
                </a:solidFill>
              </a:defRPr>
            </a:lvl9pPr>
          </a:lstStyle>
          <a:p/>
        </p:txBody>
      </p:sp>
      <p:sp>
        <p:nvSpPr>
          <p:cNvPr id="14232" name="Google Shape;14232;p242"/>
          <p:cNvSpPr txBox="1"/>
          <p:nvPr/>
        </p:nvSpPr>
        <p:spPr>
          <a:xfrm>
            <a:off x="84825" y="598125"/>
            <a:ext cx="595500" cy="205800"/>
          </a:xfrm>
          <a:prstGeom prst="rect">
            <a:avLst/>
          </a:prstGeom>
          <a:noFill/>
          <a:ln>
            <a:noFill/>
          </a:ln>
        </p:spPr>
        <p:txBody>
          <a:bodyPr anchorCtr="0" anchor="t" bIns="18000" lIns="18000" spcFirstLastPara="1" rIns="18000" wrap="square" tIns="18000">
            <a:spAutoFit/>
          </a:bodyPr>
          <a:lstStyle/>
          <a:p>
            <a:pPr indent="0" lvl="0" marL="0" rtl="0" algn="l">
              <a:spcBef>
                <a:spcPts val="0"/>
              </a:spcBef>
              <a:spcAft>
                <a:spcPts val="0"/>
              </a:spcAft>
              <a:buNone/>
            </a:pPr>
            <a:r>
              <a:rPr lang="es-419" sz="1100">
                <a:solidFill>
                  <a:srgbClr val="FFFFFF"/>
                </a:solidFill>
              </a:rPr>
              <a:t>Nombre:</a:t>
            </a:r>
            <a:endParaRPr sz="1100">
              <a:solidFill>
                <a:srgbClr val="FFFFFF"/>
              </a:solidFill>
            </a:endParaRPr>
          </a:p>
        </p:txBody>
      </p:sp>
    </p:spTree>
  </p:cSld>
  <p:clrMapOvr>
    <a:masterClrMapping/>
  </p:clrMapOvr>
</p:sldLayout>
</file>

<file path=ppt/slideLayouts/slideLayout23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5.3 Matriz de Trazabilidad de Requisitos">
  <p:cSld name="TITLE_3_6_1_1_1_1_1_1_1_1_1_1_1_1_1_1_1_1_1_1_1_1_1_1_1_1">
    <p:spTree>
      <p:nvGrpSpPr>
        <p:cNvPr id="14233" name="Shape 14233"/>
        <p:cNvGrpSpPr/>
        <p:nvPr/>
      </p:nvGrpSpPr>
      <p:grpSpPr>
        <a:xfrm>
          <a:off x="0" y="0"/>
          <a:ext cx="0" cy="0"/>
          <a:chOff x="0" y="0"/>
          <a:chExt cx="0" cy="0"/>
        </a:xfrm>
      </p:grpSpPr>
      <p:sp>
        <p:nvSpPr>
          <p:cNvPr id="14234" name="Google Shape;14234;p243"/>
          <p:cNvSpPr/>
          <p:nvPr/>
        </p:nvSpPr>
        <p:spPr>
          <a:xfrm>
            <a:off x="77688" y="358938"/>
            <a:ext cx="9935700" cy="6438000"/>
          </a:xfrm>
          <a:prstGeom prst="roundRect">
            <a:avLst>
              <a:gd fmla="val 2618" name="adj"/>
            </a:avLst>
          </a:prstGeom>
          <a:solidFill>
            <a:srgbClr val="FFFFFF"/>
          </a:solidFill>
          <a:ln cap="flat" cmpd="sng" w="38100">
            <a:solidFill>
              <a:srgbClr val="000000"/>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4235" name="Google Shape;14235;p243"/>
          <p:cNvCxnSpPr/>
          <p:nvPr/>
        </p:nvCxnSpPr>
        <p:spPr>
          <a:xfrm>
            <a:off x="77688" y="772614"/>
            <a:ext cx="9935700" cy="0"/>
          </a:xfrm>
          <a:prstGeom prst="straightConnector1">
            <a:avLst/>
          </a:prstGeom>
          <a:noFill/>
          <a:ln cap="flat" cmpd="sng" w="19050">
            <a:solidFill>
              <a:srgbClr val="000000"/>
            </a:solidFill>
            <a:prstDash val="solid"/>
            <a:round/>
            <a:headEnd len="med" w="med" type="none"/>
            <a:tailEnd len="med" w="med" type="none"/>
          </a:ln>
        </p:spPr>
      </p:cxnSp>
      <p:cxnSp>
        <p:nvCxnSpPr>
          <p:cNvPr id="14236" name="Google Shape;14236;p243"/>
          <p:cNvCxnSpPr/>
          <p:nvPr/>
        </p:nvCxnSpPr>
        <p:spPr>
          <a:xfrm rot="10800000">
            <a:off x="2439038" y="368188"/>
            <a:ext cx="0" cy="402300"/>
          </a:xfrm>
          <a:prstGeom prst="straightConnector1">
            <a:avLst/>
          </a:prstGeom>
          <a:noFill/>
          <a:ln cap="flat" cmpd="sng" w="19050">
            <a:solidFill>
              <a:srgbClr val="000000"/>
            </a:solidFill>
            <a:prstDash val="solid"/>
            <a:round/>
            <a:headEnd len="med" w="med" type="none"/>
            <a:tailEnd len="med" w="med" type="none"/>
          </a:ln>
        </p:spPr>
      </p:cxnSp>
      <p:sp>
        <p:nvSpPr>
          <p:cNvPr id="14237" name="Google Shape;14237;p243"/>
          <p:cNvSpPr/>
          <p:nvPr/>
        </p:nvSpPr>
        <p:spPr>
          <a:xfrm>
            <a:off x="77688" y="349338"/>
            <a:ext cx="2361300" cy="421200"/>
          </a:xfrm>
          <a:prstGeom prst="roundRect">
            <a:avLst>
              <a:gd fmla="val 50000" name="adj"/>
            </a:avLst>
          </a:prstGeom>
          <a:solidFill>
            <a:srgbClr val="000000"/>
          </a:solidFill>
          <a:ln cap="flat" cmpd="sng" w="9525">
            <a:solidFill>
              <a:srgbClr val="000000"/>
            </a:solidFill>
            <a:prstDash val="solid"/>
            <a:round/>
            <a:headEnd len="sm" w="sm" type="none"/>
            <a:tailEnd len="sm" w="sm" type="none"/>
          </a:ln>
        </p:spPr>
        <p:txBody>
          <a:bodyPr anchorCtr="0" anchor="ctr" bIns="91425" lIns="0" spcFirstLastPara="1" rIns="0" wrap="square" tIns="91425">
            <a:noAutofit/>
          </a:bodyPr>
          <a:lstStyle/>
          <a:p>
            <a:pPr indent="0" lvl="0" marL="0" rtl="0" algn="ctr">
              <a:spcBef>
                <a:spcPts val="0"/>
              </a:spcBef>
              <a:spcAft>
                <a:spcPts val="0"/>
              </a:spcAft>
              <a:buNone/>
            </a:pPr>
            <a:r>
              <a:rPr b="1" lang="es-419" sz="1100">
                <a:solidFill>
                  <a:srgbClr val="FFFFFF"/>
                </a:solidFill>
              </a:rPr>
              <a:t>Matriz Trazabilidad de Requisitos</a:t>
            </a:r>
            <a:endParaRPr b="1" sz="1100">
              <a:solidFill>
                <a:srgbClr val="FFFFFF"/>
              </a:solidFill>
            </a:endParaRPr>
          </a:p>
          <a:p>
            <a:pPr indent="0" lvl="0" marL="0" rtl="0" algn="ctr">
              <a:spcBef>
                <a:spcPts val="0"/>
              </a:spcBef>
              <a:spcAft>
                <a:spcPts val="0"/>
              </a:spcAft>
              <a:buNone/>
            </a:pPr>
            <a:r>
              <a:t/>
            </a:r>
            <a:endParaRPr b="1" sz="1200">
              <a:solidFill>
                <a:srgbClr val="FFFFFF"/>
              </a:solidFill>
            </a:endParaRPr>
          </a:p>
        </p:txBody>
      </p:sp>
      <p:sp>
        <p:nvSpPr>
          <p:cNvPr id="14238" name="Google Shape;14238;p243"/>
          <p:cNvSpPr/>
          <p:nvPr/>
        </p:nvSpPr>
        <p:spPr>
          <a:xfrm>
            <a:off x="83988" y="595504"/>
            <a:ext cx="190200" cy="1692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9" name="Google Shape;14239;p243"/>
          <p:cNvSpPr/>
          <p:nvPr/>
        </p:nvSpPr>
        <p:spPr>
          <a:xfrm>
            <a:off x="2350598" y="358950"/>
            <a:ext cx="88500" cy="4023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0" name="Google Shape;14240;p243"/>
          <p:cNvSpPr/>
          <p:nvPr/>
        </p:nvSpPr>
        <p:spPr>
          <a:xfrm>
            <a:off x="2277739" y="663750"/>
            <a:ext cx="88500" cy="1089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241" name="Google Shape;14241;p243"/>
          <p:cNvGrpSpPr/>
          <p:nvPr/>
        </p:nvGrpSpPr>
        <p:grpSpPr>
          <a:xfrm>
            <a:off x="274200" y="2531911"/>
            <a:ext cx="9531600" cy="450095"/>
            <a:chOff x="274200" y="1663702"/>
            <a:chExt cx="9531600" cy="900550"/>
          </a:xfrm>
        </p:grpSpPr>
        <p:sp>
          <p:nvSpPr>
            <p:cNvPr id="14242" name="Google Shape;14242;p243"/>
            <p:cNvSpPr/>
            <p:nvPr/>
          </p:nvSpPr>
          <p:spPr>
            <a:xfrm>
              <a:off x="274200" y="1663702"/>
              <a:ext cx="9531600" cy="9000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600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t/>
              </a:r>
              <a:endParaRPr b="1" i="0" sz="1800" u="none" cap="none" strike="noStrike">
                <a:solidFill>
                  <a:srgbClr val="000000"/>
                </a:solidFill>
                <a:latin typeface="Roboto"/>
                <a:ea typeface="Roboto"/>
                <a:cs typeface="Roboto"/>
                <a:sym typeface="Roboto"/>
              </a:endParaRPr>
            </a:p>
          </p:txBody>
        </p:sp>
        <p:cxnSp>
          <p:nvCxnSpPr>
            <p:cNvPr id="14243" name="Google Shape;14243;p243"/>
            <p:cNvCxnSpPr/>
            <p:nvPr/>
          </p:nvCxnSpPr>
          <p:spPr>
            <a:xfrm>
              <a:off x="805925" y="1664552"/>
              <a:ext cx="0" cy="899700"/>
            </a:xfrm>
            <a:prstGeom prst="straightConnector1">
              <a:avLst/>
            </a:prstGeom>
            <a:noFill/>
            <a:ln cap="flat" cmpd="sng" w="28575">
              <a:solidFill>
                <a:srgbClr val="D9D9D9"/>
              </a:solidFill>
              <a:prstDash val="solid"/>
              <a:round/>
              <a:headEnd len="sm" w="sm" type="none"/>
              <a:tailEnd len="sm" w="sm" type="none"/>
            </a:ln>
          </p:spPr>
        </p:cxnSp>
        <p:cxnSp>
          <p:nvCxnSpPr>
            <p:cNvPr id="14244" name="Google Shape;14244;p243"/>
            <p:cNvCxnSpPr/>
            <p:nvPr/>
          </p:nvCxnSpPr>
          <p:spPr>
            <a:xfrm>
              <a:off x="2607089" y="1664552"/>
              <a:ext cx="0" cy="899700"/>
            </a:xfrm>
            <a:prstGeom prst="straightConnector1">
              <a:avLst/>
            </a:prstGeom>
            <a:noFill/>
            <a:ln cap="flat" cmpd="sng" w="28575">
              <a:solidFill>
                <a:srgbClr val="D9D9D9"/>
              </a:solidFill>
              <a:prstDash val="solid"/>
              <a:round/>
              <a:headEnd len="sm" w="sm" type="none"/>
              <a:tailEnd len="sm" w="sm" type="none"/>
            </a:ln>
          </p:spPr>
        </p:cxnSp>
        <p:cxnSp>
          <p:nvCxnSpPr>
            <p:cNvPr id="14245" name="Google Shape;14245;p243"/>
            <p:cNvCxnSpPr/>
            <p:nvPr/>
          </p:nvCxnSpPr>
          <p:spPr>
            <a:xfrm>
              <a:off x="6232786" y="1664552"/>
              <a:ext cx="0" cy="899700"/>
            </a:xfrm>
            <a:prstGeom prst="straightConnector1">
              <a:avLst/>
            </a:prstGeom>
            <a:noFill/>
            <a:ln cap="flat" cmpd="sng" w="28575">
              <a:solidFill>
                <a:srgbClr val="B7B7B7"/>
              </a:solidFill>
              <a:prstDash val="solid"/>
              <a:round/>
              <a:headEnd len="sm" w="sm" type="none"/>
              <a:tailEnd len="sm" w="sm" type="none"/>
            </a:ln>
          </p:spPr>
        </p:cxnSp>
        <p:cxnSp>
          <p:nvCxnSpPr>
            <p:cNvPr id="14246" name="Google Shape;14246;p243"/>
            <p:cNvCxnSpPr/>
            <p:nvPr/>
          </p:nvCxnSpPr>
          <p:spPr>
            <a:xfrm>
              <a:off x="6237052" y="1664552"/>
              <a:ext cx="0" cy="899700"/>
            </a:xfrm>
            <a:prstGeom prst="straightConnector1">
              <a:avLst/>
            </a:prstGeom>
            <a:noFill/>
            <a:ln cap="flat" cmpd="sng" w="28575">
              <a:solidFill>
                <a:srgbClr val="D9D9D9"/>
              </a:solidFill>
              <a:prstDash val="solid"/>
              <a:round/>
              <a:headEnd len="sm" w="sm" type="none"/>
              <a:tailEnd len="sm" w="sm" type="none"/>
            </a:ln>
          </p:spPr>
        </p:cxnSp>
        <p:sp>
          <p:nvSpPr>
            <p:cNvPr id="14247" name="Google Shape;14247;p243"/>
            <p:cNvSpPr/>
            <p:nvPr/>
          </p:nvSpPr>
          <p:spPr>
            <a:xfrm>
              <a:off x="2627453" y="1670377"/>
              <a:ext cx="3605400" cy="893400"/>
            </a:xfrm>
            <a:prstGeom prst="rect">
              <a:avLst/>
            </a:prstGeom>
            <a:solidFill>
              <a:srgbClr val="D9EAD3"/>
            </a:solidFill>
            <a:ln cap="flat" cmpd="sng" w="9525">
              <a:solidFill>
                <a:srgbClr val="D9EA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48" name="Google Shape;14248;p243"/>
          <p:cNvGrpSpPr/>
          <p:nvPr/>
        </p:nvGrpSpPr>
        <p:grpSpPr>
          <a:xfrm>
            <a:off x="274200" y="3051279"/>
            <a:ext cx="9531600" cy="450095"/>
            <a:chOff x="274200" y="1663702"/>
            <a:chExt cx="9531600" cy="900550"/>
          </a:xfrm>
        </p:grpSpPr>
        <p:sp>
          <p:nvSpPr>
            <p:cNvPr id="14249" name="Google Shape;14249;p243"/>
            <p:cNvSpPr/>
            <p:nvPr/>
          </p:nvSpPr>
          <p:spPr>
            <a:xfrm>
              <a:off x="274200" y="1663702"/>
              <a:ext cx="9531600" cy="9000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600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t/>
              </a:r>
              <a:endParaRPr b="1" i="0" sz="1800" u="none" cap="none" strike="noStrike">
                <a:solidFill>
                  <a:srgbClr val="000000"/>
                </a:solidFill>
                <a:latin typeface="Roboto"/>
                <a:ea typeface="Roboto"/>
                <a:cs typeface="Roboto"/>
                <a:sym typeface="Roboto"/>
              </a:endParaRPr>
            </a:p>
          </p:txBody>
        </p:sp>
        <p:cxnSp>
          <p:nvCxnSpPr>
            <p:cNvPr id="14250" name="Google Shape;14250;p243"/>
            <p:cNvCxnSpPr/>
            <p:nvPr/>
          </p:nvCxnSpPr>
          <p:spPr>
            <a:xfrm>
              <a:off x="805925" y="1664552"/>
              <a:ext cx="0" cy="899700"/>
            </a:xfrm>
            <a:prstGeom prst="straightConnector1">
              <a:avLst/>
            </a:prstGeom>
            <a:noFill/>
            <a:ln cap="flat" cmpd="sng" w="28575">
              <a:solidFill>
                <a:srgbClr val="D9D9D9"/>
              </a:solidFill>
              <a:prstDash val="solid"/>
              <a:round/>
              <a:headEnd len="sm" w="sm" type="none"/>
              <a:tailEnd len="sm" w="sm" type="none"/>
            </a:ln>
          </p:spPr>
        </p:cxnSp>
        <p:cxnSp>
          <p:nvCxnSpPr>
            <p:cNvPr id="14251" name="Google Shape;14251;p243"/>
            <p:cNvCxnSpPr/>
            <p:nvPr/>
          </p:nvCxnSpPr>
          <p:spPr>
            <a:xfrm>
              <a:off x="2607089" y="1664552"/>
              <a:ext cx="0" cy="899700"/>
            </a:xfrm>
            <a:prstGeom prst="straightConnector1">
              <a:avLst/>
            </a:prstGeom>
            <a:noFill/>
            <a:ln cap="flat" cmpd="sng" w="28575">
              <a:solidFill>
                <a:srgbClr val="D9D9D9"/>
              </a:solidFill>
              <a:prstDash val="solid"/>
              <a:round/>
              <a:headEnd len="sm" w="sm" type="none"/>
              <a:tailEnd len="sm" w="sm" type="none"/>
            </a:ln>
          </p:spPr>
        </p:cxnSp>
        <p:cxnSp>
          <p:nvCxnSpPr>
            <p:cNvPr id="14252" name="Google Shape;14252;p243"/>
            <p:cNvCxnSpPr/>
            <p:nvPr/>
          </p:nvCxnSpPr>
          <p:spPr>
            <a:xfrm>
              <a:off x="6237052" y="1664552"/>
              <a:ext cx="0" cy="899700"/>
            </a:xfrm>
            <a:prstGeom prst="straightConnector1">
              <a:avLst/>
            </a:prstGeom>
            <a:noFill/>
            <a:ln cap="flat" cmpd="sng" w="28575">
              <a:solidFill>
                <a:srgbClr val="D9D9D9"/>
              </a:solidFill>
              <a:prstDash val="solid"/>
              <a:round/>
              <a:headEnd len="sm" w="sm" type="none"/>
              <a:tailEnd len="sm" w="sm" type="none"/>
            </a:ln>
          </p:spPr>
        </p:cxnSp>
        <p:sp>
          <p:nvSpPr>
            <p:cNvPr id="14253" name="Google Shape;14253;p243"/>
            <p:cNvSpPr/>
            <p:nvPr/>
          </p:nvSpPr>
          <p:spPr>
            <a:xfrm>
              <a:off x="2627453" y="1670377"/>
              <a:ext cx="3609600" cy="893400"/>
            </a:xfrm>
            <a:prstGeom prst="rect">
              <a:avLst/>
            </a:prstGeom>
            <a:solidFill>
              <a:srgbClr val="D9EAD3"/>
            </a:solidFill>
            <a:ln cap="flat" cmpd="sng" w="9525">
              <a:solidFill>
                <a:srgbClr val="D9EA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54" name="Google Shape;14254;p243"/>
          <p:cNvGrpSpPr/>
          <p:nvPr/>
        </p:nvGrpSpPr>
        <p:grpSpPr>
          <a:xfrm>
            <a:off x="274200" y="3570647"/>
            <a:ext cx="9531600" cy="450095"/>
            <a:chOff x="274200" y="1663702"/>
            <a:chExt cx="9531600" cy="900550"/>
          </a:xfrm>
        </p:grpSpPr>
        <p:sp>
          <p:nvSpPr>
            <p:cNvPr id="14255" name="Google Shape;14255;p243"/>
            <p:cNvSpPr/>
            <p:nvPr/>
          </p:nvSpPr>
          <p:spPr>
            <a:xfrm>
              <a:off x="274200" y="1663702"/>
              <a:ext cx="9531600" cy="9000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600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t/>
              </a:r>
              <a:endParaRPr b="1" i="0" sz="1800" u="none" cap="none" strike="noStrike">
                <a:solidFill>
                  <a:srgbClr val="000000"/>
                </a:solidFill>
                <a:latin typeface="Roboto"/>
                <a:ea typeface="Roboto"/>
                <a:cs typeface="Roboto"/>
                <a:sym typeface="Roboto"/>
              </a:endParaRPr>
            </a:p>
          </p:txBody>
        </p:sp>
        <p:cxnSp>
          <p:nvCxnSpPr>
            <p:cNvPr id="14256" name="Google Shape;14256;p243"/>
            <p:cNvCxnSpPr/>
            <p:nvPr/>
          </p:nvCxnSpPr>
          <p:spPr>
            <a:xfrm>
              <a:off x="805925" y="1664552"/>
              <a:ext cx="0" cy="899700"/>
            </a:xfrm>
            <a:prstGeom prst="straightConnector1">
              <a:avLst/>
            </a:prstGeom>
            <a:noFill/>
            <a:ln cap="flat" cmpd="sng" w="28575">
              <a:solidFill>
                <a:srgbClr val="D9D9D9"/>
              </a:solidFill>
              <a:prstDash val="solid"/>
              <a:round/>
              <a:headEnd len="sm" w="sm" type="none"/>
              <a:tailEnd len="sm" w="sm" type="none"/>
            </a:ln>
          </p:spPr>
        </p:cxnSp>
        <p:cxnSp>
          <p:nvCxnSpPr>
            <p:cNvPr id="14257" name="Google Shape;14257;p243"/>
            <p:cNvCxnSpPr/>
            <p:nvPr/>
          </p:nvCxnSpPr>
          <p:spPr>
            <a:xfrm>
              <a:off x="2607089" y="1664552"/>
              <a:ext cx="0" cy="899700"/>
            </a:xfrm>
            <a:prstGeom prst="straightConnector1">
              <a:avLst/>
            </a:prstGeom>
            <a:noFill/>
            <a:ln cap="flat" cmpd="sng" w="28575">
              <a:solidFill>
                <a:srgbClr val="D9D9D9"/>
              </a:solidFill>
              <a:prstDash val="solid"/>
              <a:round/>
              <a:headEnd len="sm" w="sm" type="none"/>
              <a:tailEnd len="sm" w="sm" type="none"/>
            </a:ln>
          </p:spPr>
        </p:cxnSp>
        <p:cxnSp>
          <p:nvCxnSpPr>
            <p:cNvPr id="14258" name="Google Shape;14258;p243"/>
            <p:cNvCxnSpPr/>
            <p:nvPr/>
          </p:nvCxnSpPr>
          <p:spPr>
            <a:xfrm>
              <a:off x="6237052" y="1664552"/>
              <a:ext cx="0" cy="899700"/>
            </a:xfrm>
            <a:prstGeom prst="straightConnector1">
              <a:avLst/>
            </a:prstGeom>
            <a:noFill/>
            <a:ln cap="flat" cmpd="sng" w="28575">
              <a:solidFill>
                <a:srgbClr val="D9D9D9"/>
              </a:solidFill>
              <a:prstDash val="solid"/>
              <a:round/>
              <a:headEnd len="sm" w="sm" type="none"/>
              <a:tailEnd len="sm" w="sm" type="none"/>
            </a:ln>
          </p:spPr>
        </p:cxnSp>
        <p:sp>
          <p:nvSpPr>
            <p:cNvPr id="14259" name="Google Shape;14259;p243"/>
            <p:cNvSpPr/>
            <p:nvPr/>
          </p:nvSpPr>
          <p:spPr>
            <a:xfrm>
              <a:off x="2627450" y="1670377"/>
              <a:ext cx="3609600" cy="893400"/>
            </a:xfrm>
            <a:prstGeom prst="rect">
              <a:avLst/>
            </a:prstGeom>
            <a:solidFill>
              <a:srgbClr val="D9EAD3"/>
            </a:solidFill>
            <a:ln cap="flat" cmpd="sng" w="9525">
              <a:solidFill>
                <a:srgbClr val="D9EA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60" name="Google Shape;14260;p243"/>
          <p:cNvGrpSpPr/>
          <p:nvPr/>
        </p:nvGrpSpPr>
        <p:grpSpPr>
          <a:xfrm>
            <a:off x="862687" y="878859"/>
            <a:ext cx="8887750" cy="450264"/>
            <a:chOff x="862675" y="878900"/>
            <a:chExt cx="8887750" cy="605275"/>
          </a:xfrm>
        </p:grpSpPr>
        <p:sp>
          <p:nvSpPr>
            <p:cNvPr id="14261" name="Google Shape;14261;p243"/>
            <p:cNvSpPr/>
            <p:nvPr/>
          </p:nvSpPr>
          <p:spPr>
            <a:xfrm>
              <a:off x="2632732" y="878900"/>
              <a:ext cx="3567300" cy="596400"/>
            </a:xfrm>
            <a:prstGeom prst="roundRect">
              <a:avLst>
                <a:gd fmla="val 16667" name="adj"/>
              </a:avLst>
            </a:prstGeom>
            <a:solidFill>
              <a:srgbClr val="D9EAD3"/>
            </a:solidFill>
            <a:ln>
              <a:noFill/>
            </a:ln>
            <a:effectLst>
              <a:outerShdw blurRad="57150" rotWithShape="0" algn="bl" dir="5400000" dist="19050">
                <a:srgbClr val="000000">
                  <a:alpha val="49800"/>
                </a:srgbClr>
              </a:outerShdw>
            </a:effectLst>
          </p:spPr>
          <p:txBody>
            <a:bodyPr anchorCtr="0" anchor="ctr" bIns="36000" lIns="0" spcFirstLastPara="1" rIns="0" wrap="square" tIns="36000">
              <a:noAutofit/>
            </a:bodyPr>
            <a:lstStyle/>
            <a:p>
              <a:pPr indent="0" lvl="0" marL="0" rtl="0" algn="ctr">
                <a:spcBef>
                  <a:spcPts val="0"/>
                </a:spcBef>
                <a:spcAft>
                  <a:spcPts val="0"/>
                </a:spcAft>
                <a:buClr>
                  <a:schemeClr val="dk1"/>
                </a:buClr>
                <a:buSzPts val="1100"/>
                <a:buFont typeface="Arial"/>
                <a:buNone/>
              </a:pPr>
              <a:r>
                <a:rPr b="1" lang="es-419" sz="1200">
                  <a:solidFill>
                    <a:schemeClr val="dk1"/>
                  </a:solidFill>
                  <a:latin typeface="Arvo"/>
                  <a:ea typeface="Arvo"/>
                  <a:cs typeface="Arvo"/>
                  <a:sym typeface="Arvo"/>
                </a:rPr>
                <a:t>Proceso de Negocio</a:t>
              </a:r>
              <a:endParaRPr b="1" sz="1200">
                <a:solidFill>
                  <a:schemeClr val="dk1"/>
                </a:solidFill>
                <a:latin typeface="Arvo"/>
                <a:ea typeface="Arvo"/>
                <a:cs typeface="Arvo"/>
                <a:sym typeface="Arvo"/>
              </a:endParaRPr>
            </a:p>
          </p:txBody>
        </p:sp>
        <p:sp>
          <p:nvSpPr>
            <p:cNvPr id="14262" name="Google Shape;14262;p243"/>
            <p:cNvSpPr/>
            <p:nvPr/>
          </p:nvSpPr>
          <p:spPr>
            <a:xfrm>
              <a:off x="6275525" y="878900"/>
              <a:ext cx="3474900" cy="596400"/>
            </a:xfrm>
            <a:prstGeom prst="roundRect">
              <a:avLst>
                <a:gd fmla="val 16667" name="adj"/>
              </a:avLst>
            </a:prstGeom>
            <a:solidFill>
              <a:srgbClr val="F4CCCC"/>
            </a:solidFill>
            <a:ln>
              <a:noFill/>
            </a:ln>
            <a:effectLst>
              <a:outerShdw blurRad="57150" rotWithShape="0" algn="bl" dir="5400000" dist="19050">
                <a:srgbClr val="000000">
                  <a:alpha val="49800"/>
                </a:srgbClr>
              </a:outerShdw>
            </a:effectLst>
          </p:spPr>
          <p:txBody>
            <a:bodyPr anchorCtr="0" anchor="ctr" bIns="36000" lIns="0" spcFirstLastPara="1" rIns="0" wrap="square" tIns="36000">
              <a:noAutofit/>
            </a:bodyPr>
            <a:lstStyle/>
            <a:p>
              <a:pPr indent="0" lvl="0" marL="0" rtl="0" algn="ctr">
                <a:spcBef>
                  <a:spcPts val="0"/>
                </a:spcBef>
                <a:spcAft>
                  <a:spcPts val="0"/>
                </a:spcAft>
                <a:buClr>
                  <a:schemeClr val="dk1"/>
                </a:buClr>
                <a:buSzPts val="1100"/>
                <a:buFont typeface="Arial"/>
                <a:buNone/>
              </a:pPr>
              <a:r>
                <a:rPr b="1" lang="es-419" sz="1200">
                  <a:solidFill>
                    <a:schemeClr val="dk1"/>
                  </a:solidFill>
                  <a:latin typeface="Arvo"/>
                  <a:ea typeface="Arvo"/>
                  <a:cs typeface="Arvo"/>
                  <a:sym typeface="Arvo"/>
                </a:rPr>
                <a:t>CUS Relacionado</a:t>
              </a:r>
              <a:endParaRPr b="1" sz="1200">
                <a:latin typeface="Arvo"/>
                <a:ea typeface="Arvo"/>
                <a:cs typeface="Arvo"/>
                <a:sym typeface="Arvo"/>
              </a:endParaRPr>
            </a:p>
          </p:txBody>
        </p:sp>
        <p:sp>
          <p:nvSpPr>
            <p:cNvPr id="14263" name="Google Shape;14263;p243"/>
            <p:cNvSpPr/>
            <p:nvPr/>
          </p:nvSpPr>
          <p:spPr>
            <a:xfrm>
              <a:off x="862675" y="887775"/>
              <a:ext cx="1686900" cy="596400"/>
            </a:xfrm>
            <a:prstGeom prst="roundRect">
              <a:avLst>
                <a:gd fmla="val 16667" name="adj"/>
              </a:avLst>
            </a:prstGeom>
            <a:solidFill>
              <a:srgbClr val="FFF2CC"/>
            </a:solidFill>
            <a:ln>
              <a:noFill/>
            </a:ln>
            <a:effectLst>
              <a:outerShdw blurRad="57150" rotWithShape="0" algn="bl" dir="5400000" dist="19050">
                <a:srgbClr val="000000">
                  <a:alpha val="49800"/>
                </a:srgbClr>
              </a:outerShdw>
            </a:effectLst>
          </p:spPr>
          <p:txBody>
            <a:bodyPr anchorCtr="0" anchor="ctr" bIns="36000" lIns="0" spcFirstLastPara="1" rIns="0" wrap="square" tIns="36000">
              <a:noAutofit/>
            </a:bodyPr>
            <a:lstStyle/>
            <a:p>
              <a:pPr indent="0" lvl="0" marL="0" rtl="0" algn="ctr">
                <a:spcBef>
                  <a:spcPts val="0"/>
                </a:spcBef>
                <a:spcAft>
                  <a:spcPts val="0"/>
                </a:spcAft>
                <a:buClr>
                  <a:schemeClr val="dk1"/>
                </a:buClr>
                <a:buSzPts val="1100"/>
                <a:buFont typeface="Arial"/>
                <a:buNone/>
              </a:pPr>
              <a:r>
                <a:rPr b="1" lang="es-419" sz="1200">
                  <a:solidFill>
                    <a:schemeClr val="dk1"/>
                  </a:solidFill>
                  <a:latin typeface="Arvo"/>
                  <a:ea typeface="Arvo"/>
                  <a:cs typeface="Arvo"/>
                  <a:sym typeface="Arvo"/>
                </a:rPr>
                <a:t>Requisito</a:t>
              </a:r>
              <a:endParaRPr b="1" sz="1200">
                <a:latin typeface="Arvo"/>
                <a:ea typeface="Arvo"/>
                <a:cs typeface="Arvo"/>
                <a:sym typeface="Arvo"/>
              </a:endParaRPr>
            </a:p>
          </p:txBody>
        </p:sp>
      </p:grpSp>
      <p:grpSp>
        <p:nvGrpSpPr>
          <p:cNvPr id="14264" name="Google Shape;14264;p243"/>
          <p:cNvGrpSpPr/>
          <p:nvPr/>
        </p:nvGrpSpPr>
        <p:grpSpPr>
          <a:xfrm>
            <a:off x="274200" y="1493181"/>
            <a:ext cx="9531600" cy="450095"/>
            <a:chOff x="274200" y="1663702"/>
            <a:chExt cx="9531600" cy="900550"/>
          </a:xfrm>
        </p:grpSpPr>
        <p:sp>
          <p:nvSpPr>
            <p:cNvPr id="14265" name="Google Shape;14265;p243"/>
            <p:cNvSpPr/>
            <p:nvPr/>
          </p:nvSpPr>
          <p:spPr>
            <a:xfrm>
              <a:off x="274200" y="1663702"/>
              <a:ext cx="9531600" cy="9000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600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t/>
              </a:r>
              <a:endParaRPr b="1" i="0" sz="1800" u="none" cap="none" strike="noStrike">
                <a:solidFill>
                  <a:srgbClr val="000000"/>
                </a:solidFill>
                <a:latin typeface="Roboto"/>
                <a:ea typeface="Roboto"/>
                <a:cs typeface="Roboto"/>
                <a:sym typeface="Roboto"/>
              </a:endParaRPr>
            </a:p>
          </p:txBody>
        </p:sp>
        <p:cxnSp>
          <p:nvCxnSpPr>
            <p:cNvPr id="14266" name="Google Shape;14266;p243"/>
            <p:cNvCxnSpPr/>
            <p:nvPr/>
          </p:nvCxnSpPr>
          <p:spPr>
            <a:xfrm>
              <a:off x="805925" y="1664552"/>
              <a:ext cx="0" cy="899700"/>
            </a:xfrm>
            <a:prstGeom prst="straightConnector1">
              <a:avLst/>
            </a:prstGeom>
            <a:noFill/>
            <a:ln cap="flat" cmpd="sng" w="28575">
              <a:solidFill>
                <a:srgbClr val="D9D9D9"/>
              </a:solidFill>
              <a:prstDash val="solid"/>
              <a:round/>
              <a:headEnd len="sm" w="sm" type="none"/>
              <a:tailEnd len="sm" w="sm" type="none"/>
            </a:ln>
          </p:spPr>
        </p:cxnSp>
        <p:cxnSp>
          <p:nvCxnSpPr>
            <p:cNvPr id="14267" name="Google Shape;14267;p243"/>
            <p:cNvCxnSpPr/>
            <p:nvPr/>
          </p:nvCxnSpPr>
          <p:spPr>
            <a:xfrm>
              <a:off x="2607089" y="1664552"/>
              <a:ext cx="0" cy="899700"/>
            </a:xfrm>
            <a:prstGeom prst="straightConnector1">
              <a:avLst/>
            </a:prstGeom>
            <a:noFill/>
            <a:ln cap="flat" cmpd="sng" w="28575">
              <a:solidFill>
                <a:srgbClr val="D9D9D9"/>
              </a:solidFill>
              <a:prstDash val="solid"/>
              <a:round/>
              <a:headEnd len="sm" w="sm" type="none"/>
              <a:tailEnd len="sm" w="sm" type="none"/>
            </a:ln>
          </p:spPr>
        </p:cxnSp>
        <p:cxnSp>
          <p:nvCxnSpPr>
            <p:cNvPr id="14268" name="Google Shape;14268;p243"/>
            <p:cNvCxnSpPr/>
            <p:nvPr/>
          </p:nvCxnSpPr>
          <p:spPr>
            <a:xfrm>
              <a:off x="6237052" y="1664552"/>
              <a:ext cx="0" cy="899700"/>
            </a:xfrm>
            <a:prstGeom prst="straightConnector1">
              <a:avLst/>
            </a:prstGeom>
            <a:noFill/>
            <a:ln cap="flat" cmpd="sng" w="28575">
              <a:solidFill>
                <a:srgbClr val="D9D9D9"/>
              </a:solidFill>
              <a:prstDash val="solid"/>
              <a:round/>
              <a:headEnd len="sm" w="sm" type="none"/>
              <a:tailEnd len="sm" w="sm" type="none"/>
            </a:ln>
          </p:spPr>
        </p:cxnSp>
        <p:sp>
          <p:nvSpPr>
            <p:cNvPr id="14269" name="Google Shape;14269;p243"/>
            <p:cNvSpPr/>
            <p:nvPr/>
          </p:nvSpPr>
          <p:spPr>
            <a:xfrm>
              <a:off x="2627453" y="1670366"/>
              <a:ext cx="3609600" cy="893400"/>
            </a:xfrm>
            <a:prstGeom prst="rect">
              <a:avLst/>
            </a:prstGeom>
            <a:solidFill>
              <a:srgbClr val="D9EAD3"/>
            </a:solidFill>
            <a:ln cap="flat" cmpd="sng" w="9525">
              <a:solidFill>
                <a:srgbClr val="D9EA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70" name="Google Shape;14270;p243"/>
          <p:cNvGrpSpPr/>
          <p:nvPr/>
        </p:nvGrpSpPr>
        <p:grpSpPr>
          <a:xfrm>
            <a:off x="274200" y="2012543"/>
            <a:ext cx="9531600" cy="450095"/>
            <a:chOff x="274200" y="1663702"/>
            <a:chExt cx="9531600" cy="900550"/>
          </a:xfrm>
        </p:grpSpPr>
        <p:sp>
          <p:nvSpPr>
            <p:cNvPr id="14271" name="Google Shape;14271;p243"/>
            <p:cNvSpPr/>
            <p:nvPr/>
          </p:nvSpPr>
          <p:spPr>
            <a:xfrm>
              <a:off x="274200" y="1663702"/>
              <a:ext cx="9531600" cy="9000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600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t/>
              </a:r>
              <a:endParaRPr b="1" i="0" sz="1800" u="none" cap="none" strike="noStrike">
                <a:solidFill>
                  <a:srgbClr val="000000"/>
                </a:solidFill>
                <a:latin typeface="Roboto"/>
                <a:ea typeface="Roboto"/>
                <a:cs typeface="Roboto"/>
                <a:sym typeface="Roboto"/>
              </a:endParaRPr>
            </a:p>
          </p:txBody>
        </p:sp>
        <p:cxnSp>
          <p:nvCxnSpPr>
            <p:cNvPr id="14272" name="Google Shape;14272;p243"/>
            <p:cNvCxnSpPr/>
            <p:nvPr/>
          </p:nvCxnSpPr>
          <p:spPr>
            <a:xfrm>
              <a:off x="805925" y="1664552"/>
              <a:ext cx="0" cy="899700"/>
            </a:xfrm>
            <a:prstGeom prst="straightConnector1">
              <a:avLst/>
            </a:prstGeom>
            <a:noFill/>
            <a:ln cap="flat" cmpd="sng" w="28575">
              <a:solidFill>
                <a:srgbClr val="D9D9D9"/>
              </a:solidFill>
              <a:prstDash val="solid"/>
              <a:round/>
              <a:headEnd len="sm" w="sm" type="none"/>
              <a:tailEnd len="sm" w="sm" type="none"/>
            </a:ln>
          </p:spPr>
        </p:cxnSp>
        <p:cxnSp>
          <p:nvCxnSpPr>
            <p:cNvPr id="14273" name="Google Shape;14273;p243"/>
            <p:cNvCxnSpPr/>
            <p:nvPr/>
          </p:nvCxnSpPr>
          <p:spPr>
            <a:xfrm>
              <a:off x="2607089" y="1664552"/>
              <a:ext cx="0" cy="899700"/>
            </a:xfrm>
            <a:prstGeom prst="straightConnector1">
              <a:avLst/>
            </a:prstGeom>
            <a:noFill/>
            <a:ln cap="flat" cmpd="sng" w="28575">
              <a:solidFill>
                <a:srgbClr val="D9D9D9"/>
              </a:solidFill>
              <a:prstDash val="solid"/>
              <a:round/>
              <a:headEnd len="sm" w="sm" type="none"/>
              <a:tailEnd len="sm" w="sm" type="none"/>
            </a:ln>
          </p:spPr>
        </p:cxnSp>
        <p:sp>
          <p:nvSpPr>
            <p:cNvPr id="14274" name="Google Shape;14274;p243"/>
            <p:cNvSpPr/>
            <p:nvPr/>
          </p:nvSpPr>
          <p:spPr>
            <a:xfrm>
              <a:off x="2627453" y="1670377"/>
              <a:ext cx="3609600" cy="893400"/>
            </a:xfrm>
            <a:prstGeom prst="rect">
              <a:avLst/>
            </a:prstGeom>
            <a:solidFill>
              <a:srgbClr val="D9EAD3"/>
            </a:solidFill>
            <a:ln cap="flat" cmpd="sng" w="9525">
              <a:solidFill>
                <a:srgbClr val="D9EA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cxnSp>
        <p:nvCxnSpPr>
          <p:cNvPr id="14275" name="Google Shape;14275;p243"/>
          <p:cNvCxnSpPr/>
          <p:nvPr/>
        </p:nvCxnSpPr>
        <p:spPr>
          <a:xfrm>
            <a:off x="6237052" y="2014170"/>
            <a:ext cx="0" cy="449400"/>
          </a:xfrm>
          <a:prstGeom prst="straightConnector1">
            <a:avLst/>
          </a:prstGeom>
          <a:noFill/>
          <a:ln cap="flat" cmpd="sng" w="28575">
            <a:solidFill>
              <a:srgbClr val="D9D9D9"/>
            </a:solidFill>
            <a:prstDash val="solid"/>
            <a:round/>
            <a:headEnd len="sm" w="sm" type="none"/>
            <a:tailEnd len="sm" w="sm" type="none"/>
          </a:ln>
        </p:spPr>
      </p:cxnSp>
      <p:sp>
        <p:nvSpPr>
          <p:cNvPr id="14276" name="Google Shape;14276;p243"/>
          <p:cNvSpPr/>
          <p:nvPr/>
        </p:nvSpPr>
        <p:spPr>
          <a:xfrm>
            <a:off x="276375" y="885510"/>
            <a:ext cx="484200" cy="443700"/>
          </a:xfrm>
          <a:prstGeom prst="roundRect">
            <a:avLst>
              <a:gd fmla="val 16667" name="adj"/>
            </a:avLst>
          </a:prstGeom>
          <a:solidFill>
            <a:srgbClr val="F3F3F3"/>
          </a:solidFill>
          <a:ln>
            <a:noFill/>
          </a:ln>
          <a:effectLst>
            <a:outerShdw blurRad="57150" rotWithShape="0" algn="bl" dir="5400000" dist="19050">
              <a:srgbClr val="000000">
                <a:alpha val="49800"/>
              </a:srgbClr>
            </a:outerShdw>
          </a:effectLst>
        </p:spPr>
        <p:txBody>
          <a:bodyPr anchorCtr="0" anchor="ctr" bIns="36000" lIns="0" spcFirstLastPara="1" rIns="0" wrap="square" tIns="36000">
            <a:noAutofit/>
          </a:bodyPr>
          <a:lstStyle/>
          <a:p>
            <a:pPr indent="0" lvl="0" marL="0" marR="0" rtl="0" algn="ctr">
              <a:lnSpc>
                <a:spcPct val="100000"/>
              </a:lnSpc>
              <a:spcBef>
                <a:spcPts val="0"/>
              </a:spcBef>
              <a:spcAft>
                <a:spcPts val="0"/>
              </a:spcAft>
              <a:buClr>
                <a:srgbClr val="000000"/>
              </a:buClr>
              <a:buSzPts val="1100"/>
              <a:buFont typeface="Arial"/>
              <a:buNone/>
            </a:pPr>
            <a:r>
              <a:rPr b="1" lang="es-419" sz="1200">
                <a:latin typeface="Arvo"/>
                <a:ea typeface="Arvo"/>
                <a:cs typeface="Arvo"/>
                <a:sym typeface="Arvo"/>
              </a:rPr>
              <a:t>#</a:t>
            </a:r>
            <a:endParaRPr b="1" i="0" sz="1200" u="none" cap="none" strike="noStrike">
              <a:solidFill>
                <a:srgbClr val="000000"/>
              </a:solidFill>
              <a:latin typeface="Arvo"/>
              <a:ea typeface="Arvo"/>
              <a:cs typeface="Arvo"/>
              <a:sym typeface="Arvo"/>
            </a:endParaRPr>
          </a:p>
        </p:txBody>
      </p:sp>
      <p:sp>
        <p:nvSpPr>
          <p:cNvPr id="14277" name="Google Shape;14277;p243"/>
          <p:cNvSpPr txBox="1"/>
          <p:nvPr>
            <p:ph idx="1" type="subTitle"/>
          </p:nvPr>
        </p:nvSpPr>
        <p:spPr>
          <a:xfrm>
            <a:off x="832100" y="1493107"/>
            <a:ext cx="1750500" cy="4503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14278" name="Google Shape;14278;p243"/>
          <p:cNvSpPr txBox="1"/>
          <p:nvPr>
            <p:ph idx="2" type="subTitle"/>
          </p:nvPr>
        </p:nvSpPr>
        <p:spPr>
          <a:xfrm>
            <a:off x="2631389" y="1493107"/>
            <a:ext cx="3605700" cy="4503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14279" name="Google Shape;14279;p243"/>
          <p:cNvSpPr txBox="1"/>
          <p:nvPr>
            <p:ph idx="3" type="subTitle"/>
          </p:nvPr>
        </p:nvSpPr>
        <p:spPr>
          <a:xfrm>
            <a:off x="6269361" y="1493107"/>
            <a:ext cx="3536400" cy="4503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14280" name="Google Shape;14280;p243"/>
          <p:cNvSpPr txBox="1"/>
          <p:nvPr>
            <p:ph idx="4" type="subTitle"/>
          </p:nvPr>
        </p:nvSpPr>
        <p:spPr>
          <a:xfrm>
            <a:off x="832100" y="2026281"/>
            <a:ext cx="1750500" cy="4503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14281" name="Google Shape;14281;p243"/>
          <p:cNvSpPr txBox="1"/>
          <p:nvPr>
            <p:ph idx="5" type="subTitle"/>
          </p:nvPr>
        </p:nvSpPr>
        <p:spPr>
          <a:xfrm>
            <a:off x="2631389" y="2026281"/>
            <a:ext cx="3605700" cy="4503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14282" name="Google Shape;14282;p243"/>
          <p:cNvSpPr txBox="1"/>
          <p:nvPr>
            <p:ph idx="6" type="subTitle"/>
          </p:nvPr>
        </p:nvSpPr>
        <p:spPr>
          <a:xfrm>
            <a:off x="6269361" y="2026281"/>
            <a:ext cx="3536400" cy="4503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14283" name="Google Shape;14283;p243"/>
          <p:cNvSpPr txBox="1"/>
          <p:nvPr>
            <p:ph idx="7" type="subTitle"/>
          </p:nvPr>
        </p:nvSpPr>
        <p:spPr>
          <a:xfrm>
            <a:off x="832100" y="2534273"/>
            <a:ext cx="1750500" cy="4503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14284" name="Google Shape;14284;p243"/>
          <p:cNvSpPr txBox="1"/>
          <p:nvPr>
            <p:ph idx="8" type="subTitle"/>
          </p:nvPr>
        </p:nvSpPr>
        <p:spPr>
          <a:xfrm>
            <a:off x="2631389" y="2534273"/>
            <a:ext cx="3605700" cy="4503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14285" name="Google Shape;14285;p243"/>
          <p:cNvSpPr txBox="1"/>
          <p:nvPr>
            <p:ph idx="9" type="subTitle"/>
          </p:nvPr>
        </p:nvSpPr>
        <p:spPr>
          <a:xfrm>
            <a:off x="6269361" y="2534273"/>
            <a:ext cx="3536400" cy="4503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14286" name="Google Shape;14286;p243"/>
          <p:cNvSpPr txBox="1"/>
          <p:nvPr>
            <p:ph idx="13" type="subTitle"/>
          </p:nvPr>
        </p:nvSpPr>
        <p:spPr>
          <a:xfrm>
            <a:off x="832100" y="3054546"/>
            <a:ext cx="1750500" cy="4503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14287" name="Google Shape;14287;p243"/>
          <p:cNvSpPr txBox="1"/>
          <p:nvPr>
            <p:ph idx="14" type="subTitle"/>
          </p:nvPr>
        </p:nvSpPr>
        <p:spPr>
          <a:xfrm>
            <a:off x="2631389" y="3054546"/>
            <a:ext cx="3605700" cy="4503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14288" name="Google Shape;14288;p243"/>
          <p:cNvSpPr txBox="1"/>
          <p:nvPr>
            <p:ph idx="15" type="subTitle"/>
          </p:nvPr>
        </p:nvSpPr>
        <p:spPr>
          <a:xfrm>
            <a:off x="6269361" y="3054546"/>
            <a:ext cx="3536400" cy="4503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14289" name="Google Shape;14289;p243"/>
          <p:cNvSpPr txBox="1"/>
          <p:nvPr>
            <p:ph idx="16" type="subTitle"/>
          </p:nvPr>
        </p:nvSpPr>
        <p:spPr>
          <a:xfrm>
            <a:off x="832100" y="3587721"/>
            <a:ext cx="1750500" cy="4503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14290" name="Google Shape;14290;p243"/>
          <p:cNvSpPr txBox="1"/>
          <p:nvPr>
            <p:ph idx="17" type="subTitle"/>
          </p:nvPr>
        </p:nvSpPr>
        <p:spPr>
          <a:xfrm>
            <a:off x="2631389" y="3587721"/>
            <a:ext cx="3605700" cy="4503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14291" name="Google Shape;14291;p243"/>
          <p:cNvSpPr txBox="1"/>
          <p:nvPr>
            <p:ph idx="18" type="subTitle"/>
          </p:nvPr>
        </p:nvSpPr>
        <p:spPr>
          <a:xfrm>
            <a:off x="6269361" y="3587721"/>
            <a:ext cx="3536400" cy="4503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14292" name="Google Shape;14292;p243"/>
          <p:cNvSpPr txBox="1"/>
          <p:nvPr/>
        </p:nvSpPr>
        <p:spPr>
          <a:xfrm>
            <a:off x="277302" y="1493157"/>
            <a:ext cx="509100" cy="4503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s-419" sz="800">
                <a:latin typeface="Arvo"/>
                <a:ea typeface="Arvo"/>
                <a:cs typeface="Arvo"/>
                <a:sym typeface="Arvo"/>
              </a:rPr>
              <a:t>1</a:t>
            </a:r>
            <a:endParaRPr b="1" sz="800">
              <a:latin typeface="Arvo"/>
              <a:ea typeface="Arvo"/>
              <a:cs typeface="Arvo"/>
              <a:sym typeface="Arvo"/>
            </a:endParaRPr>
          </a:p>
        </p:txBody>
      </p:sp>
      <p:sp>
        <p:nvSpPr>
          <p:cNvPr id="14293" name="Google Shape;14293;p243"/>
          <p:cNvSpPr txBox="1"/>
          <p:nvPr/>
        </p:nvSpPr>
        <p:spPr>
          <a:xfrm>
            <a:off x="277302" y="2013273"/>
            <a:ext cx="509100" cy="4503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s-419" sz="800">
                <a:latin typeface="Arvo"/>
                <a:ea typeface="Arvo"/>
                <a:cs typeface="Arvo"/>
                <a:sym typeface="Arvo"/>
              </a:rPr>
              <a:t>2</a:t>
            </a:r>
            <a:endParaRPr b="1" sz="800">
              <a:latin typeface="Arvo"/>
              <a:ea typeface="Arvo"/>
              <a:cs typeface="Arvo"/>
              <a:sym typeface="Arvo"/>
            </a:endParaRPr>
          </a:p>
        </p:txBody>
      </p:sp>
      <p:sp>
        <p:nvSpPr>
          <p:cNvPr id="14294" name="Google Shape;14294;p243"/>
          <p:cNvSpPr txBox="1"/>
          <p:nvPr/>
        </p:nvSpPr>
        <p:spPr>
          <a:xfrm>
            <a:off x="277302" y="2532174"/>
            <a:ext cx="509100" cy="4503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s-419" sz="800">
                <a:latin typeface="Arvo"/>
                <a:ea typeface="Arvo"/>
                <a:cs typeface="Arvo"/>
                <a:sym typeface="Arvo"/>
              </a:rPr>
              <a:t>3</a:t>
            </a:r>
            <a:endParaRPr b="1" sz="800">
              <a:latin typeface="Arvo"/>
              <a:ea typeface="Arvo"/>
              <a:cs typeface="Arvo"/>
              <a:sym typeface="Arvo"/>
            </a:endParaRPr>
          </a:p>
        </p:txBody>
      </p:sp>
      <p:sp>
        <p:nvSpPr>
          <p:cNvPr id="14295" name="Google Shape;14295;p243"/>
          <p:cNvSpPr txBox="1"/>
          <p:nvPr/>
        </p:nvSpPr>
        <p:spPr>
          <a:xfrm>
            <a:off x="277302" y="3053089"/>
            <a:ext cx="509100" cy="4503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s-419" sz="800">
                <a:latin typeface="Arvo"/>
                <a:ea typeface="Arvo"/>
                <a:cs typeface="Arvo"/>
                <a:sym typeface="Arvo"/>
              </a:rPr>
              <a:t>4</a:t>
            </a:r>
            <a:endParaRPr b="1" sz="800">
              <a:latin typeface="Arvo"/>
              <a:ea typeface="Arvo"/>
              <a:cs typeface="Arvo"/>
              <a:sym typeface="Arvo"/>
            </a:endParaRPr>
          </a:p>
        </p:txBody>
      </p:sp>
      <p:sp>
        <p:nvSpPr>
          <p:cNvPr id="14296" name="Google Shape;14296;p243"/>
          <p:cNvSpPr txBox="1"/>
          <p:nvPr/>
        </p:nvSpPr>
        <p:spPr>
          <a:xfrm>
            <a:off x="277302" y="3570525"/>
            <a:ext cx="509100" cy="4503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s-419" sz="800">
                <a:latin typeface="Arvo"/>
                <a:ea typeface="Arvo"/>
                <a:cs typeface="Arvo"/>
                <a:sym typeface="Arvo"/>
              </a:rPr>
              <a:t>5</a:t>
            </a:r>
            <a:endParaRPr b="1" sz="800">
              <a:latin typeface="Arvo"/>
              <a:ea typeface="Arvo"/>
              <a:cs typeface="Arvo"/>
              <a:sym typeface="Arvo"/>
            </a:endParaRPr>
          </a:p>
        </p:txBody>
      </p:sp>
      <p:grpSp>
        <p:nvGrpSpPr>
          <p:cNvPr id="14297" name="Google Shape;14297;p243"/>
          <p:cNvGrpSpPr/>
          <p:nvPr/>
        </p:nvGrpSpPr>
        <p:grpSpPr>
          <a:xfrm>
            <a:off x="274200" y="5122711"/>
            <a:ext cx="9531600" cy="450095"/>
            <a:chOff x="274200" y="1663702"/>
            <a:chExt cx="9531600" cy="900550"/>
          </a:xfrm>
        </p:grpSpPr>
        <p:sp>
          <p:nvSpPr>
            <p:cNvPr id="14298" name="Google Shape;14298;p243"/>
            <p:cNvSpPr/>
            <p:nvPr/>
          </p:nvSpPr>
          <p:spPr>
            <a:xfrm>
              <a:off x="274200" y="1663702"/>
              <a:ext cx="9531600" cy="9000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600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t/>
              </a:r>
              <a:endParaRPr b="1" i="0" sz="1800" u="none" cap="none" strike="noStrike">
                <a:solidFill>
                  <a:srgbClr val="000000"/>
                </a:solidFill>
                <a:latin typeface="Roboto"/>
                <a:ea typeface="Roboto"/>
                <a:cs typeface="Roboto"/>
                <a:sym typeface="Roboto"/>
              </a:endParaRPr>
            </a:p>
          </p:txBody>
        </p:sp>
        <p:cxnSp>
          <p:nvCxnSpPr>
            <p:cNvPr id="14299" name="Google Shape;14299;p243"/>
            <p:cNvCxnSpPr/>
            <p:nvPr/>
          </p:nvCxnSpPr>
          <p:spPr>
            <a:xfrm>
              <a:off x="805925" y="1664552"/>
              <a:ext cx="0" cy="899700"/>
            </a:xfrm>
            <a:prstGeom prst="straightConnector1">
              <a:avLst/>
            </a:prstGeom>
            <a:noFill/>
            <a:ln cap="flat" cmpd="sng" w="28575">
              <a:solidFill>
                <a:srgbClr val="D9D9D9"/>
              </a:solidFill>
              <a:prstDash val="solid"/>
              <a:round/>
              <a:headEnd len="sm" w="sm" type="none"/>
              <a:tailEnd len="sm" w="sm" type="none"/>
            </a:ln>
          </p:spPr>
        </p:cxnSp>
        <p:cxnSp>
          <p:nvCxnSpPr>
            <p:cNvPr id="14300" name="Google Shape;14300;p243"/>
            <p:cNvCxnSpPr/>
            <p:nvPr/>
          </p:nvCxnSpPr>
          <p:spPr>
            <a:xfrm>
              <a:off x="2607089" y="1664552"/>
              <a:ext cx="0" cy="899700"/>
            </a:xfrm>
            <a:prstGeom prst="straightConnector1">
              <a:avLst/>
            </a:prstGeom>
            <a:noFill/>
            <a:ln cap="flat" cmpd="sng" w="28575">
              <a:solidFill>
                <a:srgbClr val="D9D9D9"/>
              </a:solidFill>
              <a:prstDash val="solid"/>
              <a:round/>
              <a:headEnd len="sm" w="sm" type="none"/>
              <a:tailEnd len="sm" w="sm" type="none"/>
            </a:ln>
          </p:spPr>
        </p:cxnSp>
        <p:cxnSp>
          <p:nvCxnSpPr>
            <p:cNvPr id="14301" name="Google Shape;14301;p243"/>
            <p:cNvCxnSpPr/>
            <p:nvPr/>
          </p:nvCxnSpPr>
          <p:spPr>
            <a:xfrm>
              <a:off x="6232786" y="1664552"/>
              <a:ext cx="0" cy="899700"/>
            </a:xfrm>
            <a:prstGeom prst="straightConnector1">
              <a:avLst/>
            </a:prstGeom>
            <a:noFill/>
            <a:ln cap="flat" cmpd="sng" w="28575">
              <a:solidFill>
                <a:srgbClr val="B7B7B7"/>
              </a:solidFill>
              <a:prstDash val="solid"/>
              <a:round/>
              <a:headEnd len="sm" w="sm" type="none"/>
              <a:tailEnd len="sm" w="sm" type="none"/>
            </a:ln>
          </p:spPr>
        </p:cxnSp>
        <p:cxnSp>
          <p:nvCxnSpPr>
            <p:cNvPr id="14302" name="Google Shape;14302;p243"/>
            <p:cNvCxnSpPr/>
            <p:nvPr/>
          </p:nvCxnSpPr>
          <p:spPr>
            <a:xfrm>
              <a:off x="6237052" y="1664552"/>
              <a:ext cx="0" cy="899700"/>
            </a:xfrm>
            <a:prstGeom prst="straightConnector1">
              <a:avLst/>
            </a:prstGeom>
            <a:noFill/>
            <a:ln cap="flat" cmpd="sng" w="28575">
              <a:solidFill>
                <a:srgbClr val="D9D9D9"/>
              </a:solidFill>
              <a:prstDash val="solid"/>
              <a:round/>
              <a:headEnd len="sm" w="sm" type="none"/>
              <a:tailEnd len="sm" w="sm" type="none"/>
            </a:ln>
          </p:spPr>
        </p:cxnSp>
        <p:sp>
          <p:nvSpPr>
            <p:cNvPr id="14303" name="Google Shape;14303;p243"/>
            <p:cNvSpPr/>
            <p:nvPr/>
          </p:nvSpPr>
          <p:spPr>
            <a:xfrm>
              <a:off x="2627453" y="1670377"/>
              <a:ext cx="3605400" cy="893400"/>
            </a:xfrm>
            <a:prstGeom prst="rect">
              <a:avLst/>
            </a:prstGeom>
            <a:solidFill>
              <a:srgbClr val="D9EAD3"/>
            </a:solidFill>
            <a:ln cap="flat" cmpd="sng" w="9525">
              <a:solidFill>
                <a:srgbClr val="D9EA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04" name="Google Shape;14304;p243"/>
          <p:cNvGrpSpPr/>
          <p:nvPr/>
        </p:nvGrpSpPr>
        <p:grpSpPr>
          <a:xfrm>
            <a:off x="274200" y="5642079"/>
            <a:ext cx="9531600" cy="450095"/>
            <a:chOff x="274200" y="1663702"/>
            <a:chExt cx="9531600" cy="900550"/>
          </a:xfrm>
        </p:grpSpPr>
        <p:sp>
          <p:nvSpPr>
            <p:cNvPr id="14305" name="Google Shape;14305;p243"/>
            <p:cNvSpPr/>
            <p:nvPr/>
          </p:nvSpPr>
          <p:spPr>
            <a:xfrm>
              <a:off x="274200" y="1663702"/>
              <a:ext cx="9531600" cy="9000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600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t/>
              </a:r>
              <a:endParaRPr b="1" i="0" sz="1800" u="none" cap="none" strike="noStrike">
                <a:solidFill>
                  <a:srgbClr val="000000"/>
                </a:solidFill>
                <a:latin typeface="Roboto"/>
                <a:ea typeface="Roboto"/>
                <a:cs typeface="Roboto"/>
                <a:sym typeface="Roboto"/>
              </a:endParaRPr>
            </a:p>
          </p:txBody>
        </p:sp>
        <p:cxnSp>
          <p:nvCxnSpPr>
            <p:cNvPr id="14306" name="Google Shape;14306;p243"/>
            <p:cNvCxnSpPr/>
            <p:nvPr/>
          </p:nvCxnSpPr>
          <p:spPr>
            <a:xfrm>
              <a:off x="805925" y="1664552"/>
              <a:ext cx="0" cy="899700"/>
            </a:xfrm>
            <a:prstGeom prst="straightConnector1">
              <a:avLst/>
            </a:prstGeom>
            <a:noFill/>
            <a:ln cap="flat" cmpd="sng" w="28575">
              <a:solidFill>
                <a:srgbClr val="D9D9D9"/>
              </a:solidFill>
              <a:prstDash val="solid"/>
              <a:round/>
              <a:headEnd len="sm" w="sm" type="none"/>
              <a:tailEnd len="sm" w="sm" type="none"/>
            </a:ln>
          </p:spPr>
        </p:cxnSp>
        <p:cxnSp>
          <p:nvCxnSpPr>
            <p:cNvPr id="14307" name="Google Shape;14307;p243"/>
            <p:cNvCxnSpPr/>
            <p:nvPr/>
          </p:nvCxnSpPr>
          <p:spPr>
            <a:xfrm>
              <a:off x="2607089" y="1664552"/>
              <a:ext cx="0" cy="899700"/>
            </a:xfrm>
            <a:prstGeom prst="straightConnector1">
              <a:avLst/>
            </a:prstGeom>
            <a:noFill/>
            <a:ln cap="flat" cmpd="sng" w="28575">
              <a:solidFill>
                <a:srgbClr val="D9D9D9"/>
              </a:solidFill>
              <a:prstDash val="solid"/>
              <a:round/>
              <a:headEnd len="sm" w="sm" type="none"/>
              <a:tailEnd len="sm" w="sm" type="none"/>
            </a:ln>
          </p:spPr>
        </p:cxnSp>
        <p:cxnSp>
          <p:nvCxnSpPr>
            <p:cNvPr id="14308" name="Google Shape;14308;p243"/>
            <p:cNvCxnSpPr/>
            <p:nvPr/>
          </p:nvCxnSpPr>
          <p:spPr>
            <a:xfrm>
              <a:off x="6237052" y="1664552"/>
              <a:ext cx="0" cy="899700"/>
            </a:xfrm>
            <a:prstGeom prst="straightConnector1">
              <a:avLst/>
            </a:prstGeom>
            <a:noFill/>
            <a:ln cap="flat" cmpd="sng" w="28575">
              <a:solidFill>
                <a:srgbClr val="D9D9D9"/>
              </a:solidFill>
              <a:prstDash val="solid"/>
              <a:round/>
              <a:headEnd len="sm" w="sm" type="none"/>
              <a:tailEnd len="sm" w="sm" type="none"/>
            </a:ln>
          </p:spPr>
        </p:cxnSp>
        <p:sp>
          <p:nvSpPr>
            <p:cNvPr id="14309" name="Google Shape;14309;p243"/>
            <p:cNvSpPr/>
            <p:nvPr/>
          </p:nvSpPr>
          <p:spPr>
            <a:xfrm>
              <a:off x="2627453" y="1670377"/>
              <a:ext cx="3609600" cy="893400"/>
            </a:xfrm>
            <a:prstGeom prst="rect">
              <a:avLst/>
            </a:prstGeom>
            <a:solidFill>
              <a:srgbClr val="D9EAD3"/>
            </a:solidFill>
            <a:ln cap="flat" cmpd="sng" w="9525">
              <a:solidFill>
                <a:srgbClr val="D9EA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10" name="Google Shape;14310;p243"/>
          <p:cNvGrpSpPr/>
          <p:nvPr/>
        </p:nvGrpSpPr>
        <p:grpSpPr>
          <a:xfrm>
            <a:off x="274200" y="6161447"/>
            <a:ext cx="9531600" cy="450095"/>
            <a:chOff x="274200" y="1663702"/>
            <a:chExt cx="9531600" cy="900550"/>
          </a:xfrm>
        </p:grpSpPr>
        <p:sp>
          <p:nvSpPr>
            <p:cNvPr id="14311" name="Google Shape;14311;p243"/>
            <p:cNvSpPr/>
            <p:nvPr/>
          </p:nvSpPr>
          <p:spPr>
            <a:xfrm>
              <a:off x="274200" y="1663702"/>
              <a:ext cx="9531600" cy="9000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600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t/>
              </a:r>
              <a:endParaRPr b="1" i="0" sz="1800" u="none" cap="none" strike="noStrike">
                <a:solidFill>
                  <a:srgbClr val="000000"/>
                </a:solidFill>
                <a:latin typeface="Roboto"/>
                <a:ea typeface="Roboto"/>
                <a:cs typeface="Roboto"/>
                <a:sym typeface="Roboto"/>
              </a:endParaRPr>
            </a:p>
          </p:txBody>
        </p:sp>
        <p:cxnSp>
          <p:nvCxnSpPr>
            <p:cNvPr id="14312" name="Google Shape;14312;p243"/>
            <p:cNvCxnSpPr/>
            <p:nvPr/>
          </p:nvCxnSpPr>
          <p:spPr>
            <a:xfrm>
              <a:off x="805925" y="1664552"/>
              <a:ext cx="0" cy="899700"/>
            </a:xfrm>
            <a:prstGeom prst="straightConnector1">
              <a:avLst/>
            </a:prstGeom>
            <a:noFill/>
            <a:ln cap="flat" cmpd="sng" w="28575">
              <a:solidFill>
                <a:srgbClr val="D9D9D9"/>
              </a:solidFill>
              <a:prstDash val="solid"/>
              <a:round/>
              <a:headEnd len="sm" w="sm" type="none"/>
              <a:tailEnd len="sm" w="sm" type="none"/>
            </a:ln>
          </p:spPr>
        </p:cxnSp>
        <p:cxnSp>
          <p:nvCxnSpPr>
            <p:cNvPr id="14313" name="Google Shape;14313;p243"/>
            <p:cNvCxnSpPr/>
            <p:nvPr/>
          </p:nvCxnSpPr>
          <p:spPr>
            <a:xfrm>
              <a:off x="2607089" y="1664552"/>
              <a:ext cx="0" cy="899700"/>
            </a:xfrm>
            <a:prstGeom prst="straightConnector1">
              <a:avLst/>
            </a:prstGeom>
            <a:noFill/>
            <a:ln cap="flat" cmpd="sng" w="28575">
              <a:solidFill>
                <a:srgbClr val="D9D9D9"/>
              </a:solidFill>
              <a:prstDash val="solid"/>
              <a:round/>
              <a:headEnd len="sm" w="sm" type="none"/>
              <a:tailEnd len="sm" w="sm" type="none"/>
            </a:ln>
          </p:spPr>
        </p:cxnSp>
        <p:cxnSp>
          <p:nvCxnSpPr>
            <p:cNvPr id="14314" name="Google Shape;14314;p243"/>
            <p:cNvCxnSpPr/>
            <p:nvPr/>
          </p:nvCxnSpPr>
          <p:spPr>
            <a:xfrm>
              <a:off x="6237052" y="1664552"/>
              <a:ext cx="0" cy="899700"/>
            </a:xfrm>
            <a:prstGeom prst="straightConnector1">
              <a:avLst/>
            </a:prstGeom>
            <a:noFill/>
            <a:ln cap="flat" cmpd="sng" w="28575">
              <a:solidFill>
                <a:srgbClr val="D9D9D9"/>
              </a:solidFill>
              <a:prstDash val="solid"/>
              <a:round/>
              <a:headEnd len="sm" w="sm" type="none"/>
              <a:tailEnd len="sm" w="sm" type="none"/>
            </a:ln>
          </p:spPr>
        </p:cxnSp>
        <p:sp>
          <p:nvSpPr>
            <p:cNvPr id="14315" name="Google Shape;14315;p243"/>
            <p:cNvSpPr/>
            <p:nvPr/>
          </p:nvSpPr>
          <p:spPr>
            <a:xfrm>
              <a:off x="2627450" y="1670377"/>
              <a:ext cx="3609600" cy="893400"/>
            </a:xfrm>
            <a:prstGeom prst="rect">
              <a:avLst/>
            </a:prstGeom>
            <a:solidFill>
              <a:srgbClr val="D9EAD3"/>
            </a:solidFill>
            <a:ln cap="flat" cmpd="sng" w="9525">
              <a:solidFill>
                <a:srgbClr val="D9EA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16" name="Google Shape;14316;p243"/>
          <p:cNvGrpSpPr/>
          <p:nvPr/>
        </p:nvGrpSpPr>
        <p:grpSpPr>
          <a:xfrm>
            <a:off x="274200" y="4083981"/>
            <a:ext cx="9531600" cy="450095"/>
            <a:chOff x="274200" y="1663702"/>
            <a:chExt cx="9531600" cy="900550"/>
          </a:xfrm>
        </p:grpSpPr>
        <p:sp>
          <p:nvSpPr>
            <p:cNvPr id="14317" name="Google Shape;14317;p243"/>
            <p:cNvSpPr/>
            <p:nvPr/>
          </p:nvSpPr>
          <p:spPr>
            <a:xfrm>
              <a:off x="274200" y="1663702"/>
              <a:ext cx="9531600" cy="9000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600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t/>
              </a:r>
              <a:endParaRPr b="1" i="0" sz="1800" u="none" cap="none" strike="noStrike">
                <a:solidFill>
                  <a:srgbClr val="000000"/>
                </a:solidFill>
                <a:latin typeface="Roboto"/>
                <a:ea typeface="Roboto"/>
                <a:cs typeface="Roboto"/>
                <a:sym typeface="Roboto"/>
              </a:endParaRPr>
            </a:p>
          </p:txBody>
        </p:sp>
        <p:cxnSp>
          <p:nvCxnSpPr>
            <p:cNvPr id="14318" name="Google Shape;14318;p243"/>
            <p:cNvCxnSpPr/>
            <p:nvPr/>
          </p:nvCxnSpPr>
          <p:spPr>
            <a:xfrm>
              <a:off x="805925" y="1664552"/>
              <a:ext cx="0" cy="899700"/>
            </a:xfrm>
            <a:prstGeom prst="straightConnector1">
              <a:avLst/>
            </a:prstGeom>
            <a:noFill/>
            <a:ln cap="flat" cmpd="sng" w="28575">
              <a:solidFill>
                <a:srgbClr val="D9D9D9"/>
              </a:solidFill>
              <a:prstDash val="solid"/>
              <a:round/>
              <a:headEnd len="sm" w="sm" type="none"/>
              <a:tailEnd len="sm" w="sm" type="none"/>
            </a:ln>
          </p:spPr>
        </p:cxnSp>
        <p:cxnSp>
          <p:nvCxnSpPr>
            <p:cNvPr id="14319" name="Google Shape;14319;p243"/>
            <p:cNvCxnSpPr/>
            <p:nvPr/>
          </p:nvCxnSpPr>
          <p:spPr>
            <a:xfrm>
              <a:off x="2607089" y="1664552"/>
              <a:ext cx="0" cy="899700"/>
            </a:xfrm>
            <a:prstGeom prst="straightConnector1">
              <a:avLst/>
            </a:prstGeom>
            <a:noFill/>
            <a:ln cap="flat" cmpd="sng" w="28575">
              <a:solidFill>
                <a:srgbClr val="D9D9D9"/>
              </a:solidFill>
              <a:prstDash val="solid"/>
              <a:round/>
              <a:headEnd len="sm" w="sm" type="none"/>
              <a:tailEnd len="sm" w="sm" type="none"/>
            </a:ln>
          </p:spPr>
        </p:cxnSp>
        <p:cxnSp>
          <p:nvCxnSpPr>
            <p:cNvPr id="14320" name="Google Shape;14320;p243"/>
            <p:cNvCxnSpPr/>
            <p:nvPr/>
          </p:nvCxnSpPr>
          <p:spPr>
            <a:xfrm>
              <a:off x="6237052" y="1664552"/>
              <a:ext cx="0" cy="899700"/>
            </a:xfrm>
            <a:prstGeom prst="straightConnector1">
              <a:avLst/>
            </a:prstGeom>
            <a:noFill/>
            <a:ln cap="flat" cmpd="sng" w="28575">
              <a:solidFill>
                <a:srgbClr val="D9D9D9"/>
              </a:solidFill>
              <a:prstDash val="solid"/>
              <a:round/>
              <a:headEnd len="sm" w="sm" type="none"/>
              <a:tailEnd len="sm" w="sm" type="none"/>
            </a:ln>
          </p:spPr>
        </p:cxnSp>
        <p:sp>
          <p:nvSpPr>
            <p:cNvPr id="14321" name="Google Shape;14321;p243"/>
            <p:cNvSpPr/>
            <p:nvPr/>
          </p:nvSpPr>
          <p:spPr>
            <a:xfrm>
              <a:off x="2627453" y="1670366"/>
              <a:ext cx="3609600" cy="893400"/>
            </a:xfrm>
            <a:prstGeom prst="rect">
              <a:avLst/>
            </a:prstGeom>
            <a:solidFill>
              <a:srgbClr val="D9EAD3"/>
            </a:solidFill>
            <a:ln cap="flat" cmpd="sng" w="9525">
              <a:solidFill>
                <a:srgbClr val="D9EA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22" name="Google Shape;14322;p243"/>
          <p:cNvGrpSpPr/>
          <p:nvPr/>
        </p:nvGrpSpPr>
        <p:grpSpPr>
          <a:xfrm>
            <a:off x="274200" y="4603343"/>
            <a:ext cx="9531600" cy="450095"/>
            <a:chOff x="274200" y="1663702"/>
            <a:chExt cx="9531600" cy="900550"/>
          </a:xfrm>
        </p:grpSpPr>
        <p:sp>
          <p:nvSpPr>
            <p:cNvPr id="14323" name="Google Shape;14323;p243"/>
            <p:cNvSpPr/>
            <p:nvPr/>
          </p:nvSpPr>
          <p:spPr>
            <a:xfrm>
              <a:off x="274200" y="1663702"/>
              <a:ext cx="9531600" cy="900000"/>
            </a:xfrm>
            <a:prstGeom prst="roundRect">
              <a:avLst>
                <a:gd fmla="val 9450" name="adj"/>
              </a:avLst>
            </a:prstGeom>
            <a:solidFill>
              <a:srgbClr val="FFFFFF"/>
            </a:solidFill>
            <a:ln cap="flat" cmpd="sng" w="9525">
              <a:solidFill>
                <a:srgbClr val="F3F3F3"/>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ctr" bIns="0" lIns="3600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t/>
              </a:r>
              <a:endParaRPr b="1" i="0" sz="1800" u="none" cap="none" strike="noStrike">
                <a:solidFill>
                  <a:srgbClr val="000000"/>
                </a:solidFill>
                <a:latin typeface="Roboto"/>
                <a:ea typeface="Roboto"/>
                <a:cs typeface="Roboto"/>
                <a:sym typeface="Roboto"/>
              </a:endParaRPr>
            </a:p>
          </p:txBody>
        </p:sp>
        <p:cxnSp>
          <p:nvCxnSpPr>
            <p:cNvPr id="14324" name="Google Shape;14324;p243"/>
            <p:cNvCxnSpPr/>
            <p:nvPr/>
          </p:nvCxnSpPr>
          <p:spPr>
            <a:xfrm>
              <a:off x="805925" y="1664552"/>
              <a:ext cx="0" cy="899700"/>
            </a:xfrm>
            <a:prstGeom prst="straightConnector1">
              <a:avLst/>
            </a:prstGeom>
            <a:noFill/>
            <a:ln cap="flat" cmpd="sng" w="28575">
              <a:solidFill>
                <a:srgbClr val="D9D9D9"/>
              </a:solidFill>
              <a:prstDash val="solid"/>
              <a:round/>
              <a:headEnd len="sm" w="sm" type="none"/>
              <a:tailEnd len="sm" w="sm" type="none"/>
            </a:ln>
          </p:spPr>
        </p:cxnSp>
        <p:cxnSp>
          <p:nvCxnSpPr>
            <p:cNvPr id="14325" name="Google Shape;14325;p243"/>
            <p:cNvCxnSpPr/>
            <p:nvPr/>
          </p:nvCxnSpPr>
          <p:spPr>
            <a:xfrm>
              <a:off x="2607089" y="1664552"/>
              <a:ext cx="0" cy="899700"/>
            </a:xfrm>
            <a:prstGeom prst="straightConnector1">
              <a:avLst/>
            </a:prstGeom>
            <a:noFill/>
            <a:ln cap="flat" cmpd="sng" w="28575">
              <a:solidFill>
                <a:srgbClr val="D9D9D9"/>
              </a:solidFill>
              <a:prstDash val="solid"/>
              <a:round/>
              <a:headEnd len="sm" w="sm" type="none"/>
              <a:tailEnd len="sm" w="sm" type="none"/>
            </a:ln>
          </p:spPr>
        </p:cxnSp>
        <p:sp>
          <p:nvSpPr>
            <p:cNvPr id="14326" name="Google Shape;14326;p243"/>
            <p:cNvSpPr/>
            <p:nvPr/>
          </p:nvSpPr>
          <p:spPr>
            <a:xfrm>
              <a:off x="2627453" y="1670377"/>
              <a:ext cx="3609600" cy="893400"/>
            </a:xfrm>
            <a:prstGeom prst="rect">
              <a:avLst/>
            </a:prstGeom>
            <a:solidFill>
              <a:srgbClr val="D9EAD3"/>
            </a:solidFill>
            <a:ln cap="flat" cmpd="sng" w="9525">
              <a:solidFill>
                <a:srgbClr val="D9EA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cxnSp>
        <p:nvCxnSpPr>
          <p:cNvPr id="14327" name="Google Shape;14327;p243"/>
          <p:cNvCxnSpPr/>
          <p:nvPr/>
        </p:nvCxnSpPr>
        <p:spPr>
          <a:xfrm>
            <a:off x="6237052" y="4604970"/>
            <a:ext cx="0" cy="449400"/>
          </a:xfrm>
          <a:prstGeom prst="straightConnector1">
            <a:avLst/>
          </a:prstGeom>
          <a:noFill/>
          <a:ln cap="flat" cmpd="sng" w="28575">
            <a:solidFill>
              <a:srgbClr val="D9D9D9"/>
            </a:solidFill>
            <a:prstDash val="solid"/>
            <a:round/>
            <a:headEnd len="sm" w="sm" type="none"/>
            <a:tailEnd len="sm" w="sm" type="none"/>
          </a:ln>
        </p:spPr>
      </p:cxnSp>
      <p:sp>
        <p:nvSpPr>
          <p:cNvPr id="14328" name="Google Shape;14328;p243"/>
          <p:cNvSpPr txBox="1"/>
          <p:nvPr>
            <p:ph idx="19" type="subTitle"/>
          </p:nvPr>
        </p:nvSpPr>
        <p:spPr>
          <a:xfrm>
            <a:off x="832100" y="4083907"/>
            <a:ext cx="1750500" cy="4503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14329" name="Google Shape;14329;p243"/>
          <p:cNvSpPr txBox="1"/>
          <p:nvPr>
            <p:ph idx="20" type="subTitle"/>
          </p:nvPr>
        </p:nvSpPr>
        <p:spPr>
          <a:xfrm>
            <a:off x="2631389" y="4083907"/>
            <a:ext cx="3605700" cy="4503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14330" name="Google Shape;14330;p243"/>
          <p:cNvSpPr txBox="1"/>
          <p:nvPr>
            <p:ph idx="21" type="subTitle"/>
          </p:nvPr>
        </p:nvSpPr>
        <p:spPr>
          <a:xfrm>
            <a:off x="6269361" y="4083907"/>
            <a:ext cx="3536400" cy="4503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14331" name="Google Shape;14331;p243"/>
          <p:cNvSpPr txBox="1"/>
          <p:nvPr>
            <p:ph idx="22" type="subTitle"/>
          </p:nvPr>
        </p:nvSpPr>
        <p:spPr>
          <a:xfrm>
            <a:off x="832100" y="4617081"/>
            <a:ext cx="1750500" cy="4503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14332" name="Google Shape;14332;p243"/>
          <p:cNvSpPr txBox="1"/>
          <p:nvPr>
            <p:ph idx="23" type="subTitle"/>
          </p:nvPr>
        </p:nvSpPr>
        <p:spPr>
          <a:xfrm>
            <a:off x="2631389" y="4617081"/>
            <a:ext cx="3605700" cy="4503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14333" name="Google Shape;14333;p243"/>
          <p:cNvSpPr txBox="1"/>
          <p:nvPr>
            <p:ph idx="24" type="subTitle"/>
          </p:nvPr>
        </p:nvSpPr>
        <p:spPr>
          <a:xfrm>
            <a:off x="6269361" y="4617081"/>
            <a:ext cx="3536400" cy="4503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14334" name="Google Shape;14334;p243"/>
          <p:cNvSpPr txBox="1"/>
          <p:nvPr>
            <p:ph idx="25" type="subTitle"/>
          </p:nvPr>
        </p:nvSpPr>
        <p:spPr>
          <a:xfrm>
            <a:off x="832100" y="5125073"/>
            <a:ext cx="1750500" cy="4503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14335" name="Google Shape;14335;p243"/>
          <p:cNvSpPr txBox="1"/>
          <p:nvPr>
            <p:ph idx="26" type="subTitle"/>
          </p:nvPr>
        </p:nvSpPr>
        <p:spPr>
          <a:xfrm>
            <a:off x="2631389" y="5125073"/>
            <a:ext cx="3605700" cy="4503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14336" name="Google Shape;14336;p243"/>
          <p:cNvSpPr txBox="1"/>
          <p:nvPr>
            <p:ph idx="27" type="subTitle"/>
          </p:nvPr>
        </p:nvSpPr>
        <p:spPr>
          <a:xfrm>
            <a:off x="6269361" y="5125073"/>
            <a:ext cx="3536400" cy="4503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14337" name="Google Shape;14337;p243"/>
          <p:cNvSpPr txBox="1"/>
          <p:nvPr>
            <p:ph idx="28" type="subTitle"/>
          </p:nvPr>
        </p:nvSpPr>
        <p:spPr>
          <a:xfrm>
            <a:off x="832100" y="5645346"/>
            <a:ext cx="1750500" cy="4503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14338" name="Google Shape;14338;p243"/>
          <p:cNvSpPr txBox="1"/>
          <p:nvPr>
            <p:ph idx="29" type="subTitle"/>
          </p:nvPr>
        </p:nvSpPr>
        <p:spPr>
          <a:xfrm>
            <a:off x="2631389" y="5645346"/>
            <a:ext cx="3605700" cy="4503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14339" name="Google Shape;14339;p243"/>
          <p:cNvSpPr txBox="1"/>
          <p:nvPr>
            <p:ph idx="30" type="subTitle"/>
          </p:nvPr>
        </p:nvSpPr>
        <p:spPr>
          <a:xfrm>
            <a:off x="6269361" y="5645346"/>
            <a:ext cx="3536400" cy="4503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14340" name="Google Shape;14340;p243"/>
          <p:cNvSpPr txBox="1"/>
          <p:nvPr>
            <p:ph idx="31" type="subTitle"/>
          </p:nvPr>
        </p:nvSpPr>
        <p:spPr>
          <a:xfrm>
            <a:off x="832100" y="6178521"/>
            <a:ext cx="1750500" cy="4503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14341" name="Google Shape;14341;p243"/>
          <p:cNvSpPr txBox="1"/>
          <p:nvPr>
            <p:ph idx="32" type="subTitle"/>
          </p:nvPr>
        </p:nvSpPr>
        <p:spPr>
          <a:xfrm>
            <a:off x="2631389" y="6178521"/>
            <a:ext cx="3605700" cy="4503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14342" name="Google Shape;14342;p243"/>
          <p:cNvSpPr txBox="1"/>
          <p:nvPr>
            <p:ph idx="33" type="subTitle"/>
          </p:nvPr>
        </p:nvSpPr>
        <p:spPr>
          <a:xfrm>
            <a:off x="6269361" y="6178521"/>
            <a:ext cx="3536400" cy="450300"/>
          </a:xfrm>
          <a:prstGeom prst="rect">
            <a:avLst/>
          </a:prstGeom>
          <a:noFill/>
          <a:ln>
            <a:noFill/>
          </a:ln>
        </p:spPr>
        <p:txBody>
          <a:bodyPr anchorCtr="0" anchor="ctr" bIns="54000" lIns="54000" spcFirstLastPara="1" rIns="54000" wrap="square" tIns="54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None/>
              <a:defRPr sz="800">
                <a:solidFill>
                  <a:srgbClr val="000000"/>
                </a:solidFill>
              </a:defRPr>
            </a:lvl2pPr>
            <a:lvl3pPr lvl="2">
              <a:lnSpc>
                <a:spcPct val="90000"/>
              </a:lnSpc>
              <a:spcBef>
                <a:spcPts val="0"/>
              </a:spcBef>
              <a:spcAft>
                <a:spcPts val="0"/>
              </a:spcAft>
              <a:buClr>
                <a:srgbClr val="000000"/>
              </a:buClr>
              <a:buSzPts val="800"/>
              <a:buNone/>
              <a:defRPr sz="800">
                <a:solidFill>
                  <a:srgbClr val="000000"/>
                </a:solidFill>
              </a:defRPr>
            </a:lvl3pPr>
            <a:lvl4pPr lvl="3">
              <a:lnSpc>
                <a:spcPct val="90000"/>
              </a:lnSpc>
              <a:spcBef>
                <a:spcPts val="0"/>
              </a:spcBef>
              <a:spcAft>
                <a:spcPts val="0"/>
              </a:spcAft>
              <a:buClr>
                <a:srgbClr val="000000"/>
              </a:buClr>
              <a:buSzPts val="800"/>
              <a:buNone/>
              <a:defRPr sz="800">
                <a:solidFill>
                  <a:srgbClr val="000000"/>
                </a:solidFill>
              </a:defRPr>
            </a:lvl4pPr>
            <a:lvl5pPr lvl="4">
              <a:lnSpc>
                <a:spcPct val="90000"/>
              </a:lnSpc>
              <a:spcBef>
                <a:spcPts val="0"/>
              </a:spcBef>
              <a:spcAft>
                <a:spcPts val="0"/>
              </a:spcAft>
              <a:buClr>
                <a:srgbClr val="000000"/>
              </a:buClr>
              <a:buSzPts val="800"/>
              <a:buNone/>
              <a:defRPr sz="800">
                <a:solidFill>
                  <a:srgbClr val="000000"/>
                </a:solidFill>
              </a:defRPr>
            </a:lvl5pPr>
            <a:lvl6pPr lvl="5">
              <a:lnSpc>
                <a:spcPct val="90000"/>
              </a:lnSpc>
              <a:spcBef>
                <a:spcPts val="0"/>
              </a:spcBef>
              <a:spcAft>
                <a:spcPts val="0"/>
              </a:spcAft>
              <a:buClr>
                <a:srgbClr val="000000"/>
              </a:buClr>
              <a:buSzPts val="800"/>
              <a:buNone/>
              <a:defRPr sz="800">
                <a:solidFill>
                  <a:srgbClr val="000000"/>
                </a:solidFill>
              </a:defRPr>
            </a:lvl6pPr>
            <a:lvl7pPr lvl="6">
              <a:lnSpc>
                <a:spcPct val="90000"/>
              </a:lnSpc>
              <a:spcBef>
                <a:spcPts val="0"/>
              </a:spcBef>
              <a:spcAft>
                <a:spcPts val="0"/>
              </a:spcAft>
              <a:buClr>
                <a:srgbClr val="000000"/>
              </a:buClr>
              <a:buSzPts val="800"/>
              <a:buNone/>
              <a:defRPr sz="800">
                <a:solidFill>
                  <a:srgbClr val="000000"/>
                </a:solidFill>
              </a:defRPr>
            </a:lvl7pPr>
            <a:lvl8pPr lvl="7">
              <a:lnSpc>
                <a:spcPct val="90000"/>
              </a:lnSpc>
              <a:spcBef>
                <a:spcPts val="0"/>
              </a:spcBef>
              <a:spcAft>
                <a:spcPts val="0"/>
              </a:spcAft>
              <a:buClr>
                <a:srgbClr val="000000"/>
              </a:buClr>
              <a:buSzPts val="800"/>
              <a:buNone/>
              <a:defRPr sz="800">
                <a:solidFill>
                  <a:srgbClr val="000000"/>
                </a:solidFill>
              </a:defRPr>
            </a:lvl8pPr>
            <a:lvl9pPr lvl="8">
              <a:lnSpc>
                <a:spcPct val="90000"/>
              </a:lnSpc>
              <a:spcBef>
                <a:spcPts val="0"/>
              </a:spcBef>
              <a:spcAft>
                <a:spcPts val="0"/>
              </a:spcAft>
              <a:buClr>
                <a:srgbClr val="000000"/>
              </a:buClr>
              <a:buSzPts val="800"/>
              <a:buNone/>
              <a:defRPr sz="800">
                <a:solidFill>
                  <a:srgbClr val="000000"/>
                </a:solidFill>
              </a:defRPr>
            </a:lvl9pPr>
          </a:lstStyle>
          <a:p/>
        </p:txBody>
      </p:sp>
      <p:sp>
        <p:nvSpPr>
          <p:cNvPr id="14343" name="Google Shape;14343;p243"/>
          <p:cNvSpPr txBox="1"/>
          <p:nvPr/>
        </p:nvSpPr>
        <p:spPr>
          <a:xfrm>
            <a:off x="277302" y="4083957"/>
            <a:ext cx="509100" cy="4503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s-419" sz="800">
                <a:latin typeface="Arvo"/>
                <a:ea typeface="Arvo"/>
                <a:cs typeface="Arvo"/>
                <a:sym typeface="Arvo"/>
              </a:rPr>
              <a:t>6</a:t>
            </a:r>
            <a:endParaRPr b="1" sz="800">
              <a:latin typeface="Arvo"/>
              <a:ea typeface="Arvo"/>
              <a:cs typeface="Arvo"/>
              <a:sym typeface="Arvo"/>
            </a:endParaRPr>
          </a:p>
        </p:txBody>
      </p:sp>
      <p:sp>
        <p:nvSpPr>
          <p:cNvPr id="14344" name="Google Shape;14344;p243"/>
          <p:cNvSpPr txBox="1"/>
          <p:nvPr/>
        </p:nvSpPr>
        <p:spPr>
          <a:xfrm>
            <a:off x="277302" y="4604073"/>
            <a:ext cx="509100" cy="4503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s-419" sz="800">
                <a:latin typeface="Arvo"/>
                <a:ea typeface="Arvo"/>
                <a:cs typeface="Arvo"/>
                <a:sym typeface="Arvo"/>
              </a:rPr>
              <a:t>7</a:t>
            </a:r>
            <a:endParaRPr b="1" sz="800">
              <a:latin typeface="Arvo"/>
              <a:ea typeface="Arvo"/>
              <a:cs typeface="Arvo"/>
              <a:sym typeface="Arvo"/>
            </a:endParaRPr>
          </a:p>
        </p:txBody>
      </p:sp>
      <p:sp>
        <p:nvSpPr>
          <p:cNvPr id="14345" name="Google Shape;14345;p243"/>
          <p:cNvSpPr txBox="1"/>
          <p:nvPr/>
        </p:nvSpPr>
        <p:spPr>
          <a:xfrm>
            <a:off x="277302" y="5122974"/>
            <a:ext cx="509100" cy="4503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s-419" sz="800">
                <a:latin typeface="Arvo"/>
                <a:ea typeface="Arvo"/>
                <a:cs typeface="Arvo"/>
                <a:sym typeface="Arvo"/>
              </a:rPr>
              <a:t>8</a:t>
            </a:r>
            <a:endParaRPr b="1" sz="800">
              <a:latin typeface="Arvo"/>
              <a:ea typeface="Arvo"/>
              <a:cs typeface="Arvo"/>
              <a:sym typeface="Arvo"/>
            </a:endParaRPr>
          </a:p>
        </p:txBody>
      </p:sp>
      <p:sp>
        <p:nvSpPr>
          <p:cNvPr id="14346" name="Google Shape;14346;p243"/>
          <p:cNvSpPr txBox="1"/>
          <p:nvPr/>
        </p:nvSpPr>
        <p:spPr>
          <a:xfrm>
            <a:off x="277302" y="5643889"/>
            <a:ext cx="509100" cy="4503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s-419" sz="800">
                <a:latin typeface="Arvo"/>
                <a:ea typeface="Arvo"/>
                <a:cs typeface="Arvo"/>
                <a:sym typeface="Arvo"/>
              </a:rPr>
              <a:t>9</a:t>
            </a:r>
            <a:endParaRPr b="1" sz="800">
              <a:latin typeface="Arvo"/>
              <a:ea typeface="Arvo"/>
              <a:cs typeface="Arvo"/>
              <a:sym typeface="Arvo"/>
            </a:endParaRPr>
          </a:p>
        </p:txBody>
      </p:sp>
      <p:sp>
        <p:nvSpPr>
          <p:cNvPr id="14347" name="Google Shape;14347;p243"/>
          <p:cNvSpPr txBox="1"/>
          <p:nvPr/>
        </p:nvSpPr>
        <p:spPr>
          <a:xfrm>
            <a:off x="277302" y="6161325"/>
            <a:ext cx="509100" cy="4503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s-419" sz="800">
                <a:latin typeface="Arvo"/>
                <a:ea typeface="Arvo"/>
                <a:cs typeface="Arvo"/>
                <a:sym typeface="Arvo"/>
              </a:rPr>
              <a:t>10</a:t>
            </a:r>
            <a:endParaRPr b="1" sz="800">
              <a:latin typeface="Arvo"/>
              <a:ea typeface="Arvo"/>
              <a:cs typeface="Arvo"/>
              <a:sym typeface="Arvo"/>
            </a:endParaRPr>
          </a:p>
        </p:txBody>
      </p:sp>
      <p:sp>
        <p:nvSpPr>
          <p:cNvPr id="14348" name="Google Shape;14348;p243"/>
          <p:cNvSpPr txBox="1"/>
          <p:nvPr/>
        </p:nvSpPr>
        <p:spPr>
          <a:xfrm>
            <a:off x="2524025" y="387675"/>
            <a:ext cx="15012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Unid. Organizacional:</a:t>
            </a:r>
            <a:endParaRPr b="1" sz="1100"/>
          </a:p>
        </p:txBody>
      </p:sp>
      <p:sp>
        <p:nvSpPr>
          <p:cNvPr id="14349" name="Google Shape;14349;p243"/>
          <p:cNvSpPr txBox="1"/>
          <p:nvPr/>
        </p:nvSpPr>
        <p:spPr>
          <a:xfrm>
            <a:off x="2524020" y="579550"/>
            <a:ext cx="6846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Alcance:</a:t>
            </a:r>
            <a:endParaRPr b="1" sz="1100"/>
          </a:p>
        </p:txBody>
      </p:sp>
      <p:sp>
        <p:nvSpPr>
          <p:cNvPr id="14350" name="Google Shape;14350;p243"/>
          <p:cNvSpPr txBox="1"/>
          <p:nvPr>
            <p:ph type="title"/>
          </p:nvPr>
        </p:nvSpPr>
        <p:spPr>
          <a:xfrm flipH="1">
            <a:off x="4025374" y="387675"/>
            <a:ext cx="5863200" cy="1692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000"/>
              <a:buNone/>
              <a:defRPr sz="1000">
                <a:solidFill>
                  <a:srgbClr val="000000"/>
                </a:solidFill>
              </a:defRPr>
            </a:lvl1pPr>
            <a:lvl2pPr lvl="1">
              <a:spcBef>
                <a:spcPts val="0"/>
              </a:spcBef>
              <a:spcAft>
                <a:spcPts val="0"/>
              </a:spcAft>
              <a:buClr>
                <a:srgbClr val="000000"/>
              </a:buClr>
              <a:buSzPts val="1000"/>
              <a:buNone/>
              <a:defRPr sz="1000">
                <a:solidFill>
                  <a:srgbClr val="000000"/>
                </a:solidFill>
              </a:defRPr>
            </a:lvl2pPr>
            <a:lvl3pPr lvl="2">
              <a:spcBef>
                <a:spcPts val="0"/>
              </a:spcBef>
              <a:spcAft>
                <a:spcPts val="0"/>
              </a:spcAft>
              <a:buClr>
                <a:srgbClr val="000000"/>
              </a:buClr>
              <a:buSzPts val="1000"/>
              <a:buNone/>
              <a:defRPr sz="1000">
                <a:solidFill>
                  <a:srgbClr val="000000"/>
                </a:solidFill>
              </a:defRPr>
            </a:lvl3pPr>
            <a:lvl4pPr lvl="3">
              <a:spcBef>
                <a:spcPts val="0"/>
              </a:spcBef>
              <a:spcAft>
                <a:spcPts val="0"/>
              </a:spcAft>
              <a:buClr>
                <a:srgbClr val="000000"/>
              </a:buClr>
              <a:buSzPts val="1000"/>
              <a:buNone/>
              <a:defRPr sz="1000">
                <a:solidFill>
                  <a:srgbClr val="000000"/>
                </a:solidFill>
              </a:defRPr>
            </a:lvl4pPr>
            <a:lvl5pPr lvl="4">
              <a:spcBef>
                <a:spcPts val="0"/>
              </a:spcBef>
              <a:spcAft>
                <a:spcPts val="0"/>
              </a:spcAft>
              <a:buClr>
                <a:srgbClr val="000000"/>
              </a:buClr>
              <a:buSzPts val="1000"/>
              <a:buNone/>
              <a:defRPr sz="1000">
                <a:solidFill>
                  <a:srgbClr val="000000"/>
                </a:solidFill>
              </a:defRPr>
            </a:lvl5pPr>
            <a:lvl6pPr lvl="5">
              <a:spcBef>
                <a:spcPts val="0"/>
              </a:spcBef>
              <a:spcAft>
                <a:spcPts val="0"/>
              </a:spcAft>
              <a:buClr>
                <a:srgbClr val="000000"/>
              </a:buClr>
              <a:buSzPts val="1000"/>
              <a:buNone/>
              <a:defRPr sz="1000">
                <a:solidFill>
                  <a:srgbClr val="000000"/>
                </a:solidFill>
              </a:defRPr>
            </a:lvl6pPr>
            <a:lvl7pPr lvl="6">
              <a:spcBef>
                <a:spcPts val="0"/>
              </a:spcBef>
              <a:spcAft>
                <a:spcPts val="0"/>
              </a:spcAft>
              <a:buClr>
                <a:srgbClr val="000000"/>
              </a:buClr>
              <a:buSzPts val="1000"/>
              <a:buNone/>
              <a:defRPr sz="1000">
                <a:solidFill>
                  <a:srgbClr val="000000"/>
                </a:solidFill>
              </a:defRPr>
            </a:lvl7pPr>
            <a:lvl8pPr lvl="7">
              <a:spcBef>
                <a:spcPts val="0"/>
              </a:spcBef>
              <a:spcAft>
                <a:spcPts val="0"/>
              </a:spcAft>
              <a:buClr>
                <a:srgbClr val="000000"/>
              </a:buClr>
              <a:buSzPts val="1000"/>
              <a:buNone/>
              <a:defRPr sz="1000">
                <a:solidFill>
                  <a:srgbClr val="000000"/>
                </a:solidFill>
              </a:defRPr>
            </a:lvl8pPr>
            <a:lvl9pPr lvl="8">
              <a:spcBef>
                <a:spcPts val="0"/>
              </a:spcBef>
              <a:spcAft>
                <a:spcPts val="0"/>
              </a:spcAft>
              <a:buClr>
                <a:srgbClr val="000000"/>
              </a:buClr>
              <a:buSzPts val="1000"/>
              <a:buNone/>
              <a:defRPr sz="1000">
                <a:solidFill>
                  <a:srgbClr val="000000"/>
                </a:solidFill>
              </a:defRPr>
            </a:lvl9pPr>
          </a:lstStyle>
          <a:p/>
        </p:txBody>
      </p:sp>
      <p:sp>
        <p:nvSpPr>
          <p:cNvPr id="14351" name="Google Shape;14351;p243"/>
          <p:cNvSpPr txBox="1"/>
          <p:nvPr>
            <p:ph idx="34" type="title"/>
          </p:nvPr>
        </p:nvSpPr>
        <p:spPr>
          <a:xfrm flipH="1">
            <a:off x="3208773" y="579550"/>
            <a:ext cx="6679800" cy="1692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000"/>
              <a:buNone/>
              <a:defRPr sz="1000">
                <a:solidFill>
                  <a:srgbClr val="000000"/>
                </a:solidFill>
              </a:defRPr>
            </a:lvl1pPr>
            <a:lvl2pPr lvl="1">
              <a:spcBef>
                <a:spcPts val="0"/>
              </a:spcBef>
              <a:spcAft>
                <a:spcPts val="0"/>
              </a:spcAft>
              <a:buClr>
                <a:srgbClr val="000000"/>
              </a:buClr>
              <a:buSzPts val="1000"/>
              <a:buNone/>
              <a:defRPr sz="1000">
                <a:solidFill>
                  <a:srgbClr val="000000"/>
                </a:solidFill>
              </a:defRPr>
            </a:lvl2pPr>
            <a:lvl3pPr lvl="2">
              <a:spcBef>
                <a:spcPts val="0"/>
              </a:spcBef>
              <a:spcAft>
                <a:spcPts val="0"/>
              </a:spcAft>
              <a:buClr>
                <a:srgbClr val="000000"/>
              </a:buClr>
              <a:buSzPts val="1000"/>
              <a:buNone/>
              <a:defRPr sz="1000">
                <a:solidFill>
                  <a:srgbClr val="000000"/>
                </a:solidFill>
              </a:defRPr>
            </a:lvl3pPr>
            <a:lvl4pPr lvl="3">
              <a:spcBef>
                <a:spcPts val="0"/>
              </a:spcBef>
              <a:spcAft>
                <a:spcPts val="0"/>
              </a:spcAft>
              <a:buClr>
                <a:srgbClr val="000000"/>
              </a:buClr>
              <a:buSzPts val="1000"/>
              <a:buNone/>
              <a:defRPr sz="1000">
                <a:solidFill>
                  <a:srgbClr val="000000"/>
                </a:solidFill>
              </a:defRPr>
            </a:lvl4pPr>
            <a:lvl5pPr lvl="4">
              <a:spcBef>
                <a:spcPts val="0"/>
              </a:spcBef>
              <a:spcAft>
                <a:spcPts val="0"/>
              </a:spcAft>
              <a:buClr>
                <a:srgbClr val="000000"/>
              </a:buClr>
              <a:buSzPts val="1000"/>
              <a:buNone/>
              <a:defRPr sz="1000">
                <a:solidFill>
                  <a:srgbClr val="000000"/>
                </a:solidFill>
              </a:defRPr>
            </a:lvl5pPr>
            <a:lvl6pPr lvl="5">
              <a:spcBef>
                <a:spcPts val="0"/>
              </a:spcBef>
              <a:spcAft>
                <a:spcPts val="0"/>
              </a:spcAft>
              <a:buClr>
                <a:srgbClr val="000000"/>
              </a:buClr>
              <a:buSzPts val="1000"/>
              <a:buNone/>
              <a:defRPr sz="1000">
                <a:solidFill>
                  <a:srgbClr val="000000"/>
                </a:solidFill>
              </a:defRPr>
            </a:lvl6pPr>
            <a:lvl7pPr lvl="6">
              <a:spcBef>
                <a:spcPts val="0"/>
              </a:spcBef>
              <a:spcAft>
                <a:spcPts val="0"/>
              </a:spcAft>
              <a:buClr>
                <a:srgbClr val="000000"/>
              </a:buClr>
              <a:buSzPts val="1000"/>
              <a:buNone/>
              <a:defRPr sz="1000">
                <a:solidFill>
                  <a:srgbClr val="000000"/>
                </a:solidFill>
              </a:defRPr>
            </a:lvl7pPr>
            <a:lvl8pPr lvl="7">
              <a:spcBef>
                <a:spcPts val="0"/>
              </a:spcBef>
              <a:spcAft>
                <a:spcPts val="0"/>
              </a:spcAft>
              <a:buClr>
                <a:srgbClr val="000000"/>
              </a:buClr>
              <a:buSzPts val="1000"/>
              <a:buNone/>
              <a:defRPr sz="1000">
                <a:solidFill>
                  <a:srgbClr val="000000"/>
                </a:solidFill>
              </a:defRPr>
            </a:lvl8pPr>
            <a:lvl9pPr lvl="8">
              <a:spcBef>
                <a:spcPts val="0"/>
              </a:spcBef>
              <a:spcAft>
                <a:spcPts val="0"/>
              </a:spcAft>
              <a:buClr>
                <a:srgbClr val="000000"/>
              </a:buClr>
              <a:buSzPts val="1000"/>
              <a:buNone/>
              <a:defRPr sz="1000">
                <a:solidFill>
                  <a:srgbClr val="000000"/>
                </a:solidFill>
              </a:defRPr>
            </a:lvl9pPr>
          </a:lstStyle>
          <a:p/>
        </p:txBody>
      </p:sp>
      <p:sp>
        <p:nvSpPr>
          <p:cNvPr id="14352" name="Google Shape;14352;p243"/>
          <p:cNvSpPr txBox="1"/>
          <p:nvPr>
            <p:ph idx="35" type="body"/>
          </p:nvPr>
        </p:nvSpPr>
        <p:spPr>
          <a:xfrm>
            <a:off x="641150" y="612125"/>
            <a:ext cx="1770300" cy="160500"/>
          </a:xfrm>
          <a:prstGeom prst="rect">
            <a:avLst/>
          </a:prstGeom>
          <a:noFill/>
          <a:ln>
            <a:noFill/>
          </a:ln>
        </p:spPr>
        <p:txBody>
          <a:bodyPr anchorCtr="0" anchor="t" bIns="0" lIns="0" spcFirstLastPara="1" rIns="0" wrap="square" tIns="0">
            <a:noAutofit/>
          </a:bodyPr>
          <a:lstStyle>
            <a:lvl1pPr indent="-292100" lvl="0" marL="457200" algn="ctr">
              <a:spcBef>
                <a:spcPts val="0"/>
              </a:spcBef>
              <a:spcAft>
                <a:spcPts val="0"/>
              </a:spcAft>
              <a:buClr>
                <a:srgbClr val="FFFFFF"/>
              </a:buClr>
              <a:buSzPts val="1000"/>
              <a:buChar char="●"/>
              <a:defRPr sz="1000">
                <a:solidFill>
                  <a:srgbClr val="FFFFFF"/>
                </a:solidFill>
              </a:defRPr>
            </a:lvl1pPr>
            <a:lvl2pPr indent="-292100" lvl="1" marL="914400" algn="ctr">
              <a:spcBef>
                <a:spcPts val="0"/>
              </a:spcBef>
              <a:spcAft>
                <a:spcPts val="0"/>
              </a:spcAft>
              <a:buClr>
                <a:srgbClr val="FFFFFF"/>
              </a:buClr>
              <a:buSzPts val="1000"/>
              <a:buChar char="○"/>
              <a:defRPr sz="1000">
                <a:solidFill>
                  <a:srgbClr val="FFFFFF"/>
                </a:solidFill>
              </a:defRPr>
            </a:lvl2pPr>
            <a:lvl3pPr indent="-292100" lvl="2" marL="1371600" algn="ctr">
              <a:spcBef>
                <a:spcPts val="0"/>
              </a:spcBef>
              <a:spcAft>
                <a:spcPts val="0"/>
              </a:spcAft>
              <a:buClr>
                <a:srgbClr val="FFFFFF"/>
              </a:buClr>
              <a:buSzPts val="1000"/>
              <a:buChar char="■"/>
              <a:defRPr sz="1000">
                <a:solidFill>
                  <a:srgbClr val="FFFFFF"/>
                </a:solidFill>
              </a:defRPr>
            </a:lvl3pPr>
            <a:lvl4pPr indent="-292100" lvl="3" marL="1828800" algn="ctr">
              <a:spcBef>
                <a:spcPts val="0"/>
              </a:spcBef>
              <a:spcAft>
                <a:spcPts val="0"/>
              </a:spcAft>
              <a:buClr>
                <a:srgbClr val="FFFFFF"/>
              </a:buClr>
              <a:buSzPts val="1000"/>
              <a:buChar char="●"/>
              <a:defRPr sz="1000">
                <a:solidFill>
                  <a:srgbClr val="FFFFFF"/>
                </a:solidFill>
              </a:defRPr>
            </a:lvl4pPr>
            <a:lvl5pPr indent="-292100" lvl="4" marL="2286000" algn="ctr">
              <a:spcBef>
                <a:spcPts val="0"/>
              </a:spcBef>
              <a:spcAft>
                <a:spcPts val="0"/>
              </a:spcAft>
              <a:buClr>
                <a:srgbClr val="FFFFFF"/>
              </a:buClr>
              <a:buSzPts val="1000"/>
              <a:buChar char="○"/>
              <a:defRPr sz="1000">
                <a:solidFill>
                  <a:srgbClr val="FFFFFF"/>
                </a:solidFill>
              </a:defRPr>
            </a:lvl5pPr>
            <a:lvl6pPr indent="-292100" lvl="5" marL="2743200" algn="ctr">
              <a:spcBef>
                <a:spcPts val="0"/>
              </a:spcBef>
              <a:spcAft>
                <a:spcPts val="0"/>
              </a:spcAft>
              <a:buClr>
                <a:srgbClr val="FFFFFF"/>
              </a:buClr>
              <a:buSzPts val="1000"/>
              <a:buChar char="■"/>
              <a:defRPr sz="1000">
                <a:solidFill>
                  <a:srgbClr val="FFFFFF"/>
                </a:solidFill>
              </a:defRPr>
            </a:lvl6pPr>
            <a:lvl7pPr indent="-292100" lvl="6" marL="3200400" algn="ctr">
              <a:spcBef>
                <a:spcPts val="0"/>
              </a:spcBef>
              <a:spcAft>
                <a:spcPts val="0"/>
              </a:spcAft>
              <a:buClr>
                <a:srgbClr val="FFFFFF"/>
              </a:buClr>
              <a:buSzPts val="1000"/>
              <a:buChar char="●"/>
              <a:defRPr sz="1000">
                <a:solidFill>
                  <a:srgbClr val="FFFFFF"/>
                </a:solidFill>
              </a:defRPr>
            </a:lvl7pPr>
            <a:lvl8pPr indent="-292100" lvl="7" marL="3657600" algn="ctr">
              <a:spcBef>
                <a:spcPts val="0"/>
              </a:spcBef>
              <a:spcAft>
                <a:spcPts val="0"/>
              </a:spcAft>
              <a:buClr>
                <a:srgbClr val="FFFFFF"/>
              </a:buClr>
              <a:buSzPts val="1000"/>
              <a:buChar char="○"/>
              <a:defRPr sz="1000">
                <a:solidFill>
                  <a:srgbClr val="FFFFFF"/>
                </a:solidFill>
              </a:defRPr>
            </a:lvl8pPr>
            <a:lvl9pPr indent="-292100" lvl="8" marL="4114800" algn="ctr">
              <a:spcBef>
                <a:spcPts val="0"/>
              </a:spcBef>
              <a:spcAft>
                <a:spcPts val="0"/>
              </a:spcAft>
              <a:buClr>
                <a:srgbClr val="FFFFFF"/>
              </a:buClr>
              <a:buSzPts val="1000"/>
              <a:buChar char="■"/>
              <a:defRPr sz="1000">
                <a:solidFill>
                  <a:srgbClr val="FFFFFF"/>
                </a:solidFill>
              </a:defRPr>
            </a:lvl9pPr>
          </a:lstStyle>
          <a:p/>
        </p:txBody>
      </p:sp>
      <p:sp>
        <p:nvSpPr>
          <p:cNvPr id="14353" name="Google Shape;14353;p243"/>
          <p:cNvSpPr txBox="1"/>
          <p:nvPr/>
        </p:nvSpPr>
        <p:spPr>
          <a:xfrm>
            <a:off x="84825" y="598125"/>
            <a:ext cx="595500" cy="205800"/>
          </a:xfrm>
          <a:prstGeom prst="rect">
            <a:avLst/>
          </a:prstGeom>
          <a:noFill/>
          <a:ln>
            <a:noFill/>
          </a:ln>
        </p:spPr>
        <p:txBody>
          <a:bodyPr anchorCtr="0" anchor="t" bIns="18000" lIns="18000" spcFirstLastPara="1" rIns="18000" wrap="square" tIns="18000">
            <a:spAutoFit/>
          </a:bodyPr>
          <a:lstStyle/>
          <a:p>
            <a:pPr indent="0" lvl="0" marL="0" rtl="0" algn="l">
              <a:spcBef>
                <a:spcPts val="0"/>
              </a:spcBef>
              <a:spcAft>
                <a:spcPts val="0"/>
              </a:spcAft>
              <a:buNone/>
            </a:pPr>
            <a:r>
              <a:rPr lang="es-419" sz="1100">
                <a:solidFill>
                  <a:srgbClr val="FFFFFF"/>
                </a:solidFill>
              </a:rPr>
              <a:t>Nombre:</a:t>
            </a:r>
            <a:endParaRPr sz="1100">
              <a:solidFill>
                <a:srgbClr val="FFFFFF"/>
              </a:solidFill>
            </a:endParaRPr>
          </a:p>
        </p:txBody>
      </p:sp>
    </p:spTree>
  </p:cSld>
  <p:clrMapOvr>
    <a:masterClrMapping/>
  </p:clrMapOvr>
</p:sldLayout>
</file>

<file path=ppt/slideLayouts/slideLayout23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5.4 Estructura de funcionalidades">
  <p:cSld name="TITLE_3_6_1_1_1_1_1_1_1_1_1_1_1_1_1_1_1_1_1_1_1_1_1_1_1_1_3">
    <p:spTree>
      <p:nvGrpSpPr>
        <p:cNvPr id="14354" name="Shape 14354"/>
        <p:cNvGrpSpPr/>
        <p:nvPr/>
      </p:nvGrpSpPr>
      <p:grpSpPr>
        <a:xfrm>
          <a:off x="0" y="0"/>
          <a:ext cx="0" cy="0"/>
          <a:chOff x="0" y="0"/>
          <a:chExt cx="0" cy="0"/>
        </a:xfrm>
      </p:grpSpPr>
      <p:sp>
        <p:nvSpPr>
          <p:cNvPr id="14355" name="Google Shape;14355;p244"/>
          <p:cNvSpPr/>
          <p:nvPr/>
        </p:nvSpPr>
        <p:spPr>
          <a:xfrm>
            <a:off x="77688" y="358938"/>
            <a:ext cx="9935700" cy="6438000"/>
          </a:xfrm>
          <a:prstGeom prst="roundRect">
            <a:avLst>
              <a:gd fmla="val 2618" name="adj"/>
            </a:avLst>
          </a:prstGeom>
          <a:solidFill>
            <a:srgbClr val="FFFFFF"/>
          </a:solidFill>
          <a:ln cap="flat" cmpd="sng" w="38100">
            <a:solidFill>
              <a:srgbClr val="000000"/>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4356" name="Google Shape;14356;p244"/>
          <p:cNvCxnSpPr/>
          <p:nvPr/>
        </p:nvCxnSpPr>
        <p:spPr>
          <a:xfrm>
            <a:off x="77688" y="772614"/>
            <a:ext cx="9935700" cy="0"/>
          </a:xfrm>
          <a:prstGeom prst="straightConnector1">
            <a:avLst/>
          </a:prstGeom>
          <a:noFill/>
          <a:ln cap="flat" cmpd="sng" w="19050">
            <a:solidFill>
              <a:srgbClr val="000000"/>
            </a:solidFill>
            <a:prstDash val="solid"/>
            <a:round/>
            <a:headEnd len="med" w="med" type="none"/>
            <a:tailEnd len="med" w="med" type="none"/>
          </a:ln>
        </p:spPr>
      </p:cxnSp>
      <p:cxnSp>
        <p:nvCxnSpPr>
          <p:cNvPr id="14357" name="Google Shape;14357;p244"/>
          <p:cNvCxnSpPr/>
          <p:nvPr/>
        </p:nvCxnSpPr>
        <p:spPr>
          <a:xfrm rot="10800000">
            <a:off x="2439038" y="368188"/>
            <a:ext cx="0" cy="402300"/>
          </a:xfrm>
          <a:prstGeom prst="straightConnector1">
            <a:avLst/>
          </a:prstGeom>
          <a:noFill/>
          <a:ln cap="flat" cmpd="sng" w="19050">
            <a:solidFill>
              <a:srgbClr val="000000"/>
            </a:solidFill>
            <a:prstDash val="solid"/>
            <a:round/>
            <a:headEnd len="med" w="med" type="none"/>
            <a:tailEnd len="med" w="med" type="none"/>
          </a:ln>
        </p:spPr>
      </p:cxnSp>
      <p:sp>
        <p:nvSpPr>
          <p:cNvPr id="14358" name="Google Shape;14358;p244"/>
          <p:cNvSpPr/>
          <p:nvPr/>
        </p:nvSpPr>
        <p:spPr>
          <a:xfrm>
            <a:off x="77688" y="349338"/>
            <a:ext cx="2361300" cy="421200"/>
          </a:xfrm>
          <a:prstGeom prst="roundRect">
            <a:avLst>
              <a:gd fmla="val 50000" name="adj"/>
            </a:avLst>
          </a:prstGeom>
          <a:solidFill>
            <a:srgbClr val="000000"/>
          </a:solidFill>
          <a:ln cap="flat" cmpd="sng" w="9525">
            <a:solidFill>
              <a:srgbClr val="000000"/>
            </a:solidFill>
            <a:prstDash val="solid"/>
            <a:round/>
            <a:headEnd len="sm" w="sm" type="none"/>
            <a:tailEnd len="sm" w="sm" type="none"/>
          </a:ln>
        </p:spPr>
        <p:txBody>
          <a:bodyPr anchorCtr="0" anchor="ctr" bIns="91425" lIns="0" spcFirstLastPara="1" rIns="0" wrap="square" tIns="91425">
            <a:noAutofit/>
          </a:bodyPr>
          <a:lstStyle/>
          <a:p>
            <a:pPr indent="0" lvl="0" marL="0" rtl="0" algn="ctr">
              <a:spcBef>
                <a:spcPts val="0"/>
              </a:spcBef>
              <a:spcAft>
                <a:spcPts val="0"/>
              </a:spcAft>
              <a:buNone/>
            </a:pPr>
            <a:r>
              <a:rPr b="1" lang="es-419" sz="1100">
                <a:solidFill>
                  <a:srgbClr val="FFFFFF"/>
                </a:solidFill>
              </a:rPr>
              <a:t>Estructura de Funcionalidades</a:t>
            </a:r>
            <a:endParaRPr b="1" sz="1100">
              <a:solidFill>
                <a:srgbClr val="FFFFFF"/>
              </a:solidFill>
            </a:endParaRPr>
          </a:p>
          <a:p>
            <a:pPr indent="0" lvl="0" marL="0" rtl="0" algn="ctr">
              <a:spcBef>
                <a:spcPts val="0"/>
              </a:spcBef>
              <a:spcAft>
                <a:spcPts val="0"/>
              </a:spcAft>
              <a:buNone/>
            </a:pPr>
            <a:r>
              <a:t/>
            </a:r>
            <a:endParaRPr b="1" sz="1200">
              <a:solidFill>
                <a:srgbClr val="FFFFFF"/>
              </a:solidFill>
            </a:endParaRPr>
          </a:p>
        </p:txBody>
      </p:sp>
      <p:sp>
        <p:nvSpPr>
          <p:cNvPr id="14359" name="Google Shape;14359;p244"/>
          <p:cNvSpPr/>
          <p:nvPr/>
        </p:nvSpPr>
        <p:spPr>
          <a:xfrm>
            <a:off x="83988" y="595504"/>
            <a:ext cx="190200" cy="1692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0" name="Google Shape;14360;p244"/>
          <p:cNvSpPr/>
          <p:nvPr/>
        </p:nvSpPr>
        <p:spPr>
          <a:xfrm>
            <a:off x="2350598" y="358950"/>
            <a:ext cx="88500" cy="4023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1" name="Google Shape;14361;p244"/>
          <p:cNvSpPr/>
          <p:nvPr/>
        </p:nvSpPr>
        <p:spPr>
          <a:xfrm>
            <a:off x="2277739" y="663750"/>
            <a:ext cx="88500" cy="1089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2" name="Google Shape;14362;p244"/>
          <p:cNvSpPr txBox="1"/>
          <p:nvPr/>
        </p:nvSpPr>
        <p:spPr>
          <a:xfrm>
            <a:off x="2524025" y="387675"/>
            <a:ext cx="15012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Unid. Organizacional:</a:t>
            </a:r>
            <a:endParaRPr b="1" sz="1100"/>
          </a:p>
        </p:txBody>
      </p:sp>
      <p:sp>
        <p:nvSpPr>
          <p:cNvPr id="14363" name="Google Shape;14363;p244"/>
          <p:cNvSpPr txBox="1"/>
          <p:nvPr/>
        </p:nvSpPr>
        <p:spPr>
          <a:xfrm>
            <a:off x="2524020" y="579550"/>
            <a:ext cx="6846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Alcance:</a:t>
            </a:r>
            <a:endParaRPr b="1" sz="1100"/>
          </a:p>
        </p:txBody>
      </p:sp>
      <p:sp>
        <p:nvSpPr>
          <p:cNvPr id="14364" name="Google Shape;14364;p244"/>
          <p:cNvSpPr txBox="1"/>
          <p:nvPr>
            <p:ph type="title"/>
          </p:nvPr>
        </p:nvSpPr>
        <p:spPr>
          <a:xfrm flipH="1">
            <a:off x="4025374" y="387675"/>
            <a:ext cx="5863200" cy="1692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000"/>
              <a:buNone/>
              <a:defRPr sz="1000">
                <a:solidFill>
                  <a:srgbClr val="000000"/>
                </a:solidFill>
              </a:defRPr>
            </a:lvl1pPr>
            <a:lvl2pPr lvl="1">
              <a:spcBef>
                <a:spcPts val="0"/>
              </a:spcBef>
              <a:spcAft>
                <a:spcPts val="0"/>
              </a:spcAft>
              <a:buClr>
                <a:srgbClr val="000000"/>
              </a:buClr>
              <a:buSzPts val="1000"/>
              <a:buNone/>
              <a:defRPr sz="1000">
                <a:solidFill>
                  <a:srgbClr val="000000"/>
                </a:solidFill>
              </a:defRPr>
            </a:lvl2pPr>
            <a:lvl3pPr lvl="2">
              <a:spcBef>
                <a:spcPts val="0"/>
              </a:spcBef>
              <a:spcAft>
                <a:spcPts val="0"/>
              </a:spcAft>
              <a:buClr>
                <a:srgbClr val="000000"/>
              </a:buClr>
              <a:buSzPts val="1000"/>
              <a:buNone/>
              <a:defRPr sz="1000">
                <a:solidFill>
                  <a:srgbClr val="000000"/>
                </a:solidFill>
              </a:defRPr>
            </a:lvl3pPr>
            <a:lvl4pPr lvl="3">
              <a:spcBef>
                <a:spcPts val="0"/>
              </a:spcBef>
              <a:spcAft>
                <a:spcPts val="0"/>
              </a:spcAft>
              <a:buClr>
                <a:srgbClr val="000000"/>
              </a:buClr>
              <a:buSzPts val="1000"/>
              <a:buNone/>
              <a:defRPr sz="1000">
                <a:solidFill>
                  <a:srgbClr val="000000"/>
                </a:solidFill>
              </a:defRPr>
            </a:lvl4pPr>
            <a:lvl5pPr lvl="4">
              <a:spcBef>
                <a:spcPts val="0"/>
              </a:spcBef>
              <a:spcAft>
                <a:spcPts val="0"/>
              </a:spcAft>
              <a:buClr>
                <a:srgbClr val="000000"/>
              </a:buClr>
              <a:buSzPts val="1000"/>
              <a:buNone/>
              <a:defRPr sz="1000">
                <a:solidFill>
                  <a:srgbClr val="000000"/>
                </a:solidFill>
              </a:defRPr>
            </a:lvl5pPr>
            <a:lvl6pPr lvl="5">
              <a:spcBef>
                <a:spcPts val="0"/>
              </a:spcBef>
              <a:spcAft>
                <a:spcPts val="0"/>
              </a:spcAft>
              <a:buClr>
                <a:srgbClr val="000000"/>
              </a:buClr>
              <a:buSzPts val="1000"/>
              <a:buNone/>
              <a:defRPr sz="1000">
                <a:solidFill>
                  <a:srgbClr val="000000"/>
                </a:solidFill>
              </a:defRPr>
            </a:lvl6pPr>
            <a:lvl7pPr lvl="6">
              <a:spcBef>
                <a:spcPts val="0"/>
              </a:spcBef>
              <a:spcAft>
                <a:spcPts val="0"/>
              </a:spcAft>
              <a:buClr>
                <a:srgbClr val="000000"/>
              </a:buClr>
              <a:buSzPts val="1000"/>
              <a:buNone/>
              <a:defRPr sz="1000">
                <a:solidFill>
                  <a:srgbClr val="000000"/>
                </a:solidFill>
              </a:defRPr>
            </a:lvl7pPr>
            <a:lvl8pPr lvl="7">
              <a:spcBef>
                <a:spcPts val="0"/>
              </a:spcBef>
              <a:spcAft>
                <a:spcPts val="0"/>
              </a:spcAft>
              <a:buClr>
                <a:srgbClr val="000000"/>
              </a:buClr>
              <a:buSzPts val="1000"/>
              <a:buNone/>
              <a:defRPr sz="1000">
                <a:solidFill>
                  <a:srgbClr val="000000"/>
                </a:solidFill>
              </a:defRPr>
            </a:lvl8pPr>
            <a:lvl9pPr lvl="8">
              <a:spcBef>
                <a:spcPts val="0"/>
              </a:spcBef>
              <a:spcAft>
                <a:spcPts val="0"/>
              </a:spcAft>
              <a:buClr>
                <a:srgbClr val="000000"/>
              </a:buClr>
              <a:buSzPts val="1000"/>
              <a:buNone/>
              <a:defRPr sz="1000">
                <a:solidFill>
                  <a:srgbClr val="000000"/>
                </a:solidFill>
              </a:defRPr>
            </a:lvl9pPr>
          </a:lstStyle>
          <a:p/>
        </p:txBody>
      </p:sp>
      <p:sp>
        <p:nvSpPr>
          <p:cNvPr id="14365" name="Google Shape;14365;p244"/>
          <p:cNvSpPr txBox="1"/>
          <p:nvPr>
            <p:ph idx="2" type="title"/>
          </p:nvPr>
        </p:nvSpPr>
        <p:spPr>
          <a:xfrm flipH="1">
            <a:off x="3208773" y="579550"/>
            <a:ext cx="6679800" cy="1692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000"/>
              <a:buNone/>
              <a:defRPr sz="1000">
                <a:solidFill>
                  <a:srgbClr val="000000"/>
                </a:solidFill>
              </a:defRPr>
            </a:lvl1pPr>
            <a:lvl2pPr lvl="1">
              <a:spcBef>
                <a:spcPts val="0"/>
              </a:spcBef>
              <a:spcAft>
                <a:spcPts val="0"/>
              </a:spcAft>
              <a:buClr>
                <a:srgbClr val="000000"/>
              </a:buClr>
              <a:buSzPts val="1000"/>
              <a:buNone/>
              <a:defRPr sz="1000">
                <a:solidFill>
                  <a:srgbClr val="000000"/>
                </a:solidFill>
              </a:defRPr>
            </a:lvl2pPr>
            <a:lvl3pPr lvl="2">
              <a:spcBef>
                <a:spcPts val="0"/>
              </a:spcBef>
              <a:spcAft>
                <a:spcPts val="0"/>
              </a:spcAft>
              <a:buClr>
                <a:srgbClr val="000000"/>
              </a:buClr>
              <a:buSzPts val="1000"/>
              <a:buNone/>
              <a:defRPr sz="1000">
                <a:solidFill>
                  <a:srgbClr val="000000"/>
                </a:solidFill>
              </a:defRPr>
            </a:lvl3pPr>
            <a:lvl4pPr lvl="3">
              <a:spcBef>
                <a:spcPts val="0"/>
              </a:spcBef>
              <a:spcAft>
                <a:spcPts val="0"/>
              </a:spcAft>
              <a:buClr>
                <a:srgbClr val="000000"/>
              </a:buClr>
              <a:buSzPts val="1000"/>
              <a:buNone/>
              <a:defRPr sz="1000">
                <a:solidFill>
                  <a:srgbClr val="000000"/>
                </a:solidFill>
              </a:defRPr>
            </a:lvl4pPr>
            <a:lvl5pPr lvl="4">
              <a:spcBef>
                <a:spcPts val="0"/>
              </a:spcBef>
              <a:spcAft>
                <a:spcPts val="0"/>
              </a:spcAft>
              <a:buClr>
                <a:srgbClr val="000000"/>
              </a:buClr>
              <a:buSzPts val="1000"/>
              <a:buNone/>
              <a:defRPr sz="1000">
                <a:solidFill>
                  <a:srgbClr val="000000"/>
                </a:solidFill>
              </a:defRPr>
            </a:lvl5pPr>
            <a:lvl6pPr lvl="5">
              <a:spcBef>
                <a:spcPts val="0"/>
              </a:spcBef>
              <a:spcAft>
                <a:spcPts val="0"/>
              </a:spcAft>
              <a:buClr>
                <a:srgbClr val="000000"/>
              </a:buClr>
              <a:buSzPts val="1000"/>
              <a:buNone/>
              <a:defRPr sz="1000">
                <a:solidFill>
                  <a:srgbClr val="000000"/>
                </a:solidFill>
              </a:defRPr>
            </a:lvl6pPr>
            <a:lvl7pPr lvl="6">
              <a:spcBef>
                <a:spcPts val="0"/>
              </a:spcBef>
              <a:spcAft>
                <a:spcPts val="0"/>
              </a:spcAft>
              <a:buClr>
                <a:srgbClr val="000000"/>
              </a:buClr>
              <a:buSzPts val="1000"/>
              <a:buNone/>
              <a:defRPr sz="1000">
                <a:solidFill>
                  <a:srgbClr val="000000"/>
                </a:solidFill>
              </a:defRPr>
            </a:lvl7pPr>
            <a:lvl8pPr lvl="7">
              <a:spcBef>
                <a:spcPts val="0"/>
              </a:spcBef>
              <a:spcAft>
                <a:spcPts val="0"/>
              </a:spcAft>
              <a:buClr>
                <a:srgbClr val="000000"/>
              </a:buClr>
              <a:buSzPts val="1000"/>
              <a:buNone/>
              <a:defRPr sz="1000">
                <a:solidFill>
                  <a:srgbClr val="000000"/>
                </a:solidFill>
              </a:defRPr>
            </a:lvl8pPr>
            <a:lvl9pPr lvl="8">
              <a:spcBef>
                <a:spcPts val="0"/>
              </a:spcBef>
              <a:spcAft>
                <a:spcPts val="0"/>
              </a:spcAft>
              <a:buClr>
                <a:srgbClr val="000000"/>
              </a:buClr>
              <a:buSzPts val="1000"/>
              <a:buNone/>
              <a:defRPr sz="1000">
                <a:solidFill>
                  <a:srgbClr val="000000"/>
                </a:solidFill>
              </a:defRPr>
            </a:lvl9pPr>
          </a:lstStyle>
          <a:p/>
        </p:txBody>
      </p:sp>
      <p:sp>
        <p:nvSpPr>
          <p:cNvPr id="14366" name="Google Shape;14366;p244"/>
          <p:cNvSpPr txBox="1"/>
          <p:nvPr>
            <p:ph idx="1" type="body"/>
          </p:nvPr>
        </p:nvSpPr>
        <p:spPr>
          <a:xfrm>
            <a:off x="641150" y="612125"/>
            <a:ext cx="1770300" cy="160500"/>
          </a:xfrm>
          <a:prstGeom prst="rect">
            <a:avLst/>
          </a:prstGeom>
          <a:noFill/>
          <a:ln>
            <a:noFill/>
          </a:ln>
        </p:spPr>
        <p:txBody>
          <a:bodyPr anchorCtr="0" anchor="t" bIns="0" lIns="0" spcFirstLastPara="1" rIns="0" wrap="square" tIns="0">
            <a:noAutofit/>
          </a:bodyPr>
          <a:lstStyle>
            <a:lvl1pPr indent="-292100" lvl="0" marL="457200" algn="ctr">
              <a:spcBef>
                <a:spcPts val="0"/>
              </a:spcBef>
              <a:spcAft>
                <a:spcPts val="0"/>
              </a:spcAft>
              <a:buClr>
                <a:srgbClr val="FFFFFF"/>
              </a:buClr>
              <a:buSzPts val="1000"/>
              <a:buChar char="●"/>
              <a:defRPr sz="1000">
                <a:solidFill>
                  <a:srgbClr val="FFFFFF"/>
                </a:solidFill>
              </a:defRPr>
            </a:lvl1pPr>
            <a:lvl2pPr indent="-292100" lvl="1" marL="914400" algn="ctr">
              <a:spcBef>
                <a:spcPts val="0"/>
              </a:spcBef>
              <a:spcAft>
                <a:spcPts val="0"/>
              </a:spcAft>
              <a:buClr>
                <a:srgbClr val="FFFFFF"/>
              </a:buClr>
              <a:buSzPts val="1000"/>
              <a:buChar char="○"/>
              <a:defRPr sz="1000">
                <a:solidFill>
                  <a:srgbClr val="FFFFFF"/>
                </a:solidFill>
              </a:defRPr>
            </a:lvl2pPr>
            <a:lvl3pPr indent="-292100" lvl="2" marL="1371600" algn="ctr">
              <a:spcBef>
                <a:spcPts val="0"/>
              </a:spcBef>
              <a:spcAft>
                <a:spcPts val="0"/>
              </a:spcAft>
              <a:buClr>
                <a:srgbClr val="FFFFFF"/>
              </a:buClr>
              <a:buSzPts val="1000"/>
              <a:buChar char="■"/>
              <a:defRPr sz="1000">
                <a:solidFill>
                  <a:srgbClr val="FFFFFF"/>
                </a:solidFill>
              </a:defRPr>
            </a:lvl3pPr>
            <a:lvl4pPr indent="-292100" lvl="3" marL="1828800" algn="ctr">
              <a:spcBef>
                <a:spcPts val="0"/>
              </a:spcBef>
              <a:spcAft>
                <a:spcPts val="0"/>
              </a:spcAft>
              <a:buClr>
                <a:srgbClr val="FFFFFF"/>
              </a:buClr>
              <a:buSzPts val="1000"/>
              <a:buChar char="●"/>
              <a:defRPr sz="1000">
                <a:solidFill>
                  <a:srgbClr val="FFFFFF"/>
                </a:solidFill>
              </a:defRPr>
            </a:lvl4pPr>
            <a:lvl5pPr indent="-292100" lvl="4" marL="2286000" algn="ctr">
              <a:spcBef>
                <a:spcPts val="0"/>
              </a:spcBef>
              <a:spcAft>
                <a:spcPts val="0"/>
              </a:spcAft>
              <a:buClr>
                <a:srgbClr val="FFFFFF"/>
              </a:buClr>
              <a:buSzPts val="1000"/>
              <a:buChar char="○"/>
              <a:defRPr sz="1000">
                <a:solidFill>
                  <a:srgbClr val="FFFFFF"/>
                </a:solidFill>
              </a:defRPr>
            </a:lvl5pPr>
            <a:lvl6pPr indent="-292100" lvl="5" marL="2743200" algn="ctr">
              <a:spcBef>
                <a:spcPts val="0"/>
              </a:spcBef>
              <a:spcAft>
                <a:spcPts val="0"/>
              </a:spcAft>
              <a:buClr>
                <a:srgbClr val="FFFFFF"/>
              </a:buClr>
              <a:buSzPts val="1000"/>
              <a:buChar char="■"/>
              <a:defRPr sz="1000">
                <a:solidFill>
                  <a:srgbClr val="FFFFFF"/>
                </a:solidFill>
              </a:defRPr>
            </a:lvl6pPr>
            <a:lvl7pPr indent="-292100" lvl="6" marL="3200400" algn="ctr">
              <a:spcBef>
                <a:spcPts val="0"/>
              </a:spcBef>
              <a:spcAft>
                <a:spcPts val="0"/>
              </a:spcAft>
              <a:buClr>
                <a:srgbClr val="FFFFFF"/>
              </a:buClr>
              <a:buSzPts val="1000"/>
              <a:buChar char="●"/>
              <a:defRPr sz="1000">
                <a:solidFill>
                  <a:srgbClr val="FFFFFF"/>
                </a:solidFill>
              </a:defRPr>
            </a:lvl7pPr>
            <a:lvl8pPr indent="-292100" lvl="7" marL="3657600" algn="ctr">
              <a:spcBef>
                <a:spcPts val="0"/>
              </a:spcBef>
              <a:spcAft>
                <a:spcPts val="0"/>
              </a:spcAft>
              <a:buClr>
                <a:srgbClr val="FFFFFF"/>
              </a:buClr>
              <a:buSzPts val="1000"/>
              <a:buChar char="○"/>
              <a:defRPr sz="1000">
                <a:solidFill>
                  <a:srgbClr val="FFFFFF"/>
                </a:solidFill>
              </a:defRPr>
            </a:lvl8pPr>
            <a:lvl9pPr indent="-292100" lvl="8" marL="4114800" algn="ctr">
              <a:spcBef>
                <a:spcPts val="0"/>
              </a:spcBef>
              <a:spcAft>
                <a:spcPts val="0"/>
              </a:spcAft>
              <a:buClr>
                <a:srgbClr val="FFFFFF"/>
              </a:buClr>
              <a:buSzPts val="1000"/>
              <a:buChar char="■"/>
              <a:defRPr sz="1000">
                <a:solidFill>
                  <a:srgbClr val="FFFFFF"/>
                </a:solidFill>
              </a:defRPr>
            </a:lvl9pPr>
          </a:lstStyle>
          <a:p/>
        </p:txBody>
      </p:sp>
      <p:sp>
        <p:nvSpPr>
          <p:cNvPr id="14367" name="Google Shape;14367;p244"/>
          <p:cNvSpPr txBox="1"/>
          <p:nvPr/>
        </p:nvSpPr>
        <p:spPr>
          <a:xfrm>
            <a:off x="84825" y="598125"/>
            <a:ext cx="595500" cy="205800"/>
          </a:xfrm>
          <a:prstGeom prst="rect">
            <a:avLst/>
          </a:prstGeom>
          <a:noFill/>
          <a:ln>
            <a:noFill/>
          </a:ln>
        </p:spPr>
        <p:txBody>
          <a:bodyPr anchorCtr="0" anchor="t" bIns="18000" lIns="18000" spcFirstLastPara="1" rIns="18000" wrap="square" tIns="18000">
            <a:spAutoFit/>
          </a:bodyPr>
          <a:lstStyle/>
          <a:p>
            <a:pPr indent="0" lvl="0" marL="0" rtl="0" algn="l">
              <a:spcBef>
                <a:spcPts val="0"/>
              </a:spcBef>
              <a:spcAft>
                <a:spcPts val="0"/>
              </a:spcAft>
              <a:buNone/>
            </a:pPr>
            <a:r>
              <a:rPr lang="es-419" sz="1100">
                <a:solidFill>
                  <a:srgbClr val="FFFFFF"/>
                </a:solidFill>
              </a:rPr>
              <a:t>Nombre:</a:t>
            </a:r>
            <a:endParaRPr sz="1100">
              <a:solidFill>
                <a:srgbClr val="FFFFFF"/>
              </a:solidFill>
            </a:endParaRPr>
          </a:p>
        </p:txBody>
      </p:sp>
      <p:sp>
        <p:nvSpPr>
          <p:cNvPr id="14368" name="Google Shape;14368;p244"/>
          <p:cNvSpPr/>
          <p:nvPr/>
        </p:nvSpPr>
        <p:spPr>
          <a:xfrm>
            <a:off x="-4072200" y="1195200"/>
            <a:ext cx="3319800" cy="5224800"/>
          </a:xfrm>
          <a:prstGeom prst="roundRect">
            <a:avLst>
              <a:gd fmla="val 4230" name="adj"/>
            </a:avLst>
          </a:prstGeom>
          <a:solidFill>
            <a:srgbClr val="F3F3F3"/>
          </a:solidFill>
          <a:ln cap="flat" cmpd="sng" w="9525">
            <a:solidFill>
              <a:srgbClr val="F3F3F3"/>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t" bIns="91425" lIns="91425" spcFirstLastPara="1" rIns="91425" wrap="square" tIns="91425">
            <a:noAutofit/>
          </a:bodyPr>
          <a:lstStyle/>
          <a:p>
            <a:pPr indent="0" lvl="0" marL="0" rtl="0" algn="ctr">
              <a:spcBef>
                <a:spcPts val="0"/>
              </a:spcBef>
              <a:spcAft>
                <a:spcPts val="0"/>
              </a:spcAft>
              <a:buNone/>
            </a:pPr>
            <a:r>
              <a:rPr lang="es-419"/>
              <a:t>Paleta</a:t>
            </a:r>
            <a:endParaRPr/>
          </a:p>
        </p:txBody>
      </p:sp>
    </p:spTree>
  </p:cSld>
  <p:clrMapOvr>
    <a:masterClrMapping/>
  </p:clrMapOvr>
</p:sldLayout>
</file>

<file path=ppt/slideLayouts/slideLayout23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5.1 Puntos de Automatización">
  <p:cSld name="TITLE_3_6_1_1_1_1_1_1_1_1_1_1_1_1_1_1_1_1_1_1_1_1_1_1_1_1_2">
    <p:spTree>
      <p:nvGrpSpPr>
        <p:cNvPr id="14369" name="Shape 14369"/>
        <p:cNvGrpSpPr/>
        <p:nvPr/>
      </p:nvGrpSpPr>
      <p:grpSpPr>
        <a:xfrm>
          <a:off x="0" y="0"/>
          <a:ext cx="0" cy="0"/>
          <a:chOff x="0" y="0"/>
          <a:chExt cx="0" cy="0"/>
        </a:xfrm>
      </p:grpSpPr>
      <p:sp>
        <p:nvSpPr>
          <p:cNvPr id="14370" name="Google Shape;14370;p245"/>
          <p:cNvSpPr/>
          <p:nvPr/>
        </p:nvSpPr>
        <p:spPr>
          <a:xfrm>
            <a:off x="77688" y="358938"/>
            <a:ext cx="9935700" cy="6438000"/>
          </a:xfrm>
          <a:prstGeom prst="roundRect">
            <a:avLst>
              <a:gd fmla="val 2618" name="adj"/>
            </a:avLst>
          </a:prstGeom>
          <a:solidFill>
            <a:srgbClr val="FFFFFF"/>
          </a:solidFill>
          <a:ln cap="flat" cmpd="sng" w="38100">
            <a:solidFill>
              <a:srgbClr val="000000"/>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4371" name="Google Shape;14371;p245"/>
          <p:cNvCxnSpPr/>
          <p:nvPr/>
        </p:nvCxnSpPr>
        <p:spPr>
          <a:xfrm>
            <a:off x="77688" y="772614"/>
            <a:ext cx="9935700" cy="0"/>
          </a:xfrm>
          <a:prstGeom prst="straightConnector1">
            <a:avLst/>
          </a:prstGeom>
          <a:noFill/>
          <a:ln cap="flat" cmpd="sng" w="19050">
            <a:solidFill>
              <a:srgbClr val="000000"/>
            </a:solidFill>
            <a:prstDash val="solid"/>
            <a:round/>
            <a:headEnd len="med" w="med" type="none"/>
            <a:tailEnd len="med" w="med" type="none"/>
          </a:ln>
        </p:spPr>
      </p:cxnSp>
      <p:cxnSp>
        <p:nvCxnSpPr>
          <p:cNvPr id="14372" name="Google Shape;14372;p245"/>
          <p:cNvCxnSpPr/>
          <p:nvPr/>
        </p:nvCxnSpPr>
        <p:spPr>
          <a:xfrm rot="10800000">
            <a:off x="2439038" y="368188"/>
            <a:ext cx="0" cy="402300"/>
          </a:xfrm>
          <a:prstGeom prst="straightConnector1">
            <a:avLst/>
          </a:prstGeom>
          <a:noFill/>
          <a:ln cap="flat" cmpd="sng" w="19050">
            <a:solidFill>
              <a:srgbClr val="000000"/>
            </a:solidFill>
            <a:prstDash val="solid"/>
            <a:round/>
            <a:headEnd len="med" w="med" type="none"/>
            <a:tailEnd len="med" w="med" type="none"/>
          </a:ln>
        </p:spPr>
      </p:cxnSp>
      <p:sp>
        <p:nvSpPr>
          <p:cNvPr id="14373" name="Google Shape;14373;p245"/>
          <p:cNvSpPr txBox="1"/>
          <p:nvPr>
            <p:ph type="title"/>
          </p:nvPr>
        </p:nvSpPr>
        <p:spPr>
          <a:xfrm flipH="1">
            <a:off x="3219174" y="437575"/>
            <a:ext cx="1731300" cy="2658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200"/>
              <a:buNone/>
              <a:defRPr sz="1200">
                <a:solidFill>
                  <a:srgbClr val="000000"/>
                </a:solidFill>
              </a:defRPr>
            </a:lvl1pPr>
            <a:lvl2pPr lvl="1">
              <a:spcBef>
                <a:spcPts val="0"/>
              </a:spcBef>
              <a:spcAft>
                <a:spcPts val="0"/>
              </a:spcAft>
              <a:buClr>
                <a:srgbClr val="000000"/>
              </a:buClr>
              <a:buSzPts val="1100"/>
              <a:buNone/>
              <a:defRPr sz="1100">
                <a:solidFill>
                  <a:srgbClr val="000000"/>
                </a:solidFill>
              </a:defRPr>
            </a:lvl2pPr>
            <a:lvl3pPr lvl="2">
              <a:spcBef>
                <a:spcPts val="0"/>
              </a:spcBef>
              <a:spcAft>
                <a:spcPts val="0"/>
              </a:spcAft>
              <a:buClr>
                <a:srgbClr val="000000"/>
              </a:buClr>
              <a:buSzPts val="1100"/>
              <a:buNone/>
              <a:defRPr sz="1100">
                <a:solidFill>
                  <a:srgbClr val="000000"/>
                </a:solidFill>
              </a:defRPr>
            </a:lvl3pPr>
            <a:lvl4pPr lvl="3">
              <a:spcBef>
                <a:spcPts val="0"/>
              </a:spcBef>
              <a:spcAft>
                <a:spcPts val="0"/>
              </a:spcAft>
              <a:buClr>
                <a:srgbClr val="000000"/>
              </a:buClr>
              <a:buSzPts val="1100"/>
              <a:buNone/>
              <a:defRPr sz="1100">
                <a:solidFill>
                  <a:srgbClr val="000000"/>
                </a:solidFill>
              </a:defRPr>
            </a:lvl4pPr>
            <a:lvl5pPr lvl="4">
              <a:spcBef>
                <a:spcPts val="0"/>
              </a:spcBef>
              <a:spcAft>
                <a:spcPts val="0"/>
              </a:spcAft>
              <a:buClr>
                <a:srgbClr val="000000"/>
              </a:buClr>
              <a:buSzPts val="1100"/>
              <a:buNone/>
              <a:defRPr sz="1100">
                <a:solidFill>
                  <a:srgbClr val="000000"/>
                </a:solidFill>
              </a:defRPr>
            </a:lvl5pPr>
            <a:lvl6pPr lvl="5">
              <a:spcBef>
                <a:spcPts val="0"/>
              </a:spcBef>
              <a:spcAft>
                <a:spcPts val="0"/>
              </a:spcAft>
              <a:buClr>
                <a:srgbClr val="000000"/>
              </a:buClr>
              <a:buSzPts val="1100"/>
              <a:buNone/>
              <a:defRPr sz="1100">
                <a:solidFill>
                  <a:srgbClr val="000000"/>
                </a:solidFill>
              </a:defRPr>
            </a:lvl6pPr>
            <a:lvl7pPr lvl="6">
              <a:spcBef>
                <a:spcPts val="0"/>
              </a:spcBef>
              <a:spcAft>
                <a:spcPts val="0"/>
              </a:spcAft>
              <a:buClr>
                <a:srgbClr val="000000"/>
              </a:buClr>
              <a:buSzPts val="1100"/>
              <a:buNone/>
              <a:defRPr sz="1100">
                <a:solidFill>
                  <a:srgbClr val="000000"/>
                </a:solidFill>
              </a:defRPr>
            </a:lvl7pPr>
            <a:lvl8pPr lvl="7">
              <a:spcBef>
                <a:spcPts val="0"/>
              </a:spcBef>
              <a:spcAft>
                <a:spcPts val="0"/>
              </a:spcAft>
              <a:buClr>
                <a:srgbClr val="000000"/>
              </a:buClr>
              <a:buSzPts val="1100"/>
              <a:buNone/>
              <a:defRPr sz="1100">
                <a:solidFill>
                  <a:srgbClr val="000000"/>
                </a:solidFill>
              </a:defRPr>
            </a:lvl8pPr>
            <a:lvl9pPr lvl="8">
              <a:spcBef>
                <a:spcPts val="0"/>
              </a:spcBef>
              <a:spcAft>
                <a:spcPts val="0"/>
              </a:spcAft>
              <a:buClr>
                <a:srgbClr val="000000"/>
              </a:buClr>
              <a:buSzPts val="1100"/>
              <a:buNone/>
              <a:defRPr sz="1100">
                <a:solidFill>
                  <a:srgbClr val="000000"/>
                </a:solidFill>
              </a:defRPr>
            </a:lvl9pPr>
          </a:lstStyle>
          <a:p/>
        </p:txBody>
      </p:sp>
      <p:sp>
        <p:nvSpPr>
          <p:cNvPr id="14374" name="Google Shape;14374;p245"/>
          <p:cNvSpPr txBox="1"/>
          <p:nvPr/>
        </p:nvSpPr>
        <p:spPr>
          <a:xfrm>
            <a:off x="2513487" y="437267"/>
            <a:ext cx="679500" cy="2664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b="1" lang="es-419" sz="1100"/>
              <a:t>Proceso:</a:t>
            </a:r>
            <a:endParaRPr b="1" sz="1100"/>
          </a:p>
        </p:txBody>
      </p:sp>
      <p:cxnSp>
        <p:nvCxnSpPr>
          <p:cNvPr id="14375" name="Google Shape;14375;p245"/>
          <p:cNvCxnSpPr/>
          <p:nvPr/>
        </p:nvCxnSpPr>
        <p:spPr>
          <a:xfrm rot="10800000">
            <a:off x="5070754" y="368188"/>
            <a:ext cx="0" cy="402300"/>
          </a:xfrm>
          <a:prstGeom prst="straightConnector1">
            <a:avLst/>
          </a:prstGeom>
          <a:noFill/>
          <a:ln cap="flat" cmpd="sng" w="19050">
            <a:solidFill>
              <a:srgbClr val="000000"/>
            </a:solidFill>
            <a:prstDash val="solid"/>
            <a:round/>
            <a:headEnd len="med" w="med" type="none"/>
            <a:tailEnd len="med" w="med" type="none"/>
          </a:ln>
        </p:spPr>
      </p:cxnSp>
      <p:sp>
        <p:nvSpPr>
          <p:cNvPr id="14376" name="Google Shape;14376;p245"/>
          <p:cNvSpPr txBox="1"/>
          <p:nvPr/>
        </p:nvSpPr>
        <p:spPr>
          <a:xfrm>
            <a:off x="5191013" y="387663"/>
            <a:ext cx="13026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Finalidad empresa:</a:t>
            </a:r>
            <a:endParaRPr b="1" sz="1100"/>
          </a:p>
        </p:txBody>
      </p:sp>
      <p:sp>
        <p:nvSpPr>
          <p:cNvPr id="14377" name="Google Shape;14377;p245"/>
          <p:cNvSpPr txBox="1"/>
          <p:nvPr/>
        </p:nvSpPr>
        <p:spPr>
          <a:xfrm>
            <a:off x="5191013" y="579538"/>
            <a:ext cx="11637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Finalidad cliente:</a:t>
            </a:r>
            <a:endParaRPr b="1" sz="1100"/>
          </a:p>
        </p:txBody>
      </p:sp>
      <p:sp>
        <p:nvSpPr>
          <p:cNvPr id="14378" name="Google Shape;14378;p245"/>
          <p:cNvSpPr/>
          <p:nvPr/>
        </p:nvSpPr>
        <p:spPr>
          <a:xfrm>
            <a:off x="77688" y="349338"/>
            <a:ext cx="2361300" cy="421200"/>
          </a:xfrm>
          <a:prstGeom prst="roundRect">
            <a:avLst>
              <a:gd fmla="val 50000" name="adj"/>
            </a:avLst>
          </a:prstGeom>
          <a:solidFill>
            <a:srgbClr val="000000"/>
          </a:solidFill>
          <a:ln cap="flat" cmpd="sng" w="9525">
            <a:solidFill>
              <a:srgbClr val="000000"/>
            </a:solidFill>
            <a:prstDash val="solid"/>
            <a:round/>
            <a:headEnd len="sm" w="sm" type="none"/>
            <a:tailEnd len="sm" w="sm" type="none"/>
          </a:ln>
        </p:spPr>
        <p:txBody>
          <a:bodyPr anchorCtr="0" anchor="ctr" bIns="91425" lIns="0" spcFirstLastPara="1" rIns="0" wrap="square" tIns="91425">
            <a:noAutofit/>
          </a:bodyPr>
          <a:lstStyle/>
          <a:p>
            <a:pPr indent="0" lvl="0" marL="0" rtl="0" algn="ctr">
              <a:spcBef>
                <a:spcPts val="0"/>
              </a:spcBef>
              <a:spcAft>
                <a:spcPts val="0"/>
              </a:spcAft>
              <a:buNone/>
            </a:pPr>
            <a:r>
              <a:rPr b="1" lang="es-419" sz="1100">
                <a:solidFill>
                  <a:srgbClr val="FFFFFF"/>
                </a:solidFill>
              </a:rPr>
              <a:t>Puntos de Automatización</a:t>
            </a:r>
            <a:endParaRPr b="1" sz="1100">
              <a:solidFill>
                <a:srgbClr val="FFFFFF"/>
              </a:solidFill>
            </a:endParaRPr>
          </a:p>
          <a:p>
            <a:pPr indent="0" lvl="0" marL="0" rtl="0" algn="ctr">
              <a:spcBef>
                <a:spcPts val="0"/>
              </a:spcBef>
              <a:spcAft>
                <a:spcPts val="0"/>
              </a:spcAft>
              <a:buNone/>
            </a:pPr>
            <a:r>
              <a:t/>
            </a:r>
            <a:endParaRPr b="1" sz="1200">
              <a:solidFill>
                <a:srgbClr val="FFFFFF"/>
              </a:solidFill>
            </a:endParaRPr>
          </a:p>
        </p:txBody>
      </p:sp>
      <p:sp>
        <p:nvSpPr>
          <p:cNvPr id="14379" name="Google Shape;14379;p245"/>
          <p:cNvSpPr/>
          <p:nvPr/>
        </p:nvSpPr>
        <p:spPr>
          <a:xfrm>
            <a:off x="83988" y="595504"/>
            <a:ext cx="190200" cy="1692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0" name="Google Shape;14380;p245"/>
          <p:cNvSpPr/>
          <p:nvPr/>
        </p:nvSpPr>
        <p:spPr>
          <a:xfrm>
            <a:off x="2350598" y="358950"/>
            <a:ext cx="88500" cy="4023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1" name="Google Shape;14381;p245"/>
          <p:cNvSpPr txBox="1"/>
          <p:nvPr>
            <p:ph idx="2" type="title"/>
          </p:nvPr>
        </p:nvSpPr>
        <p:spPr>
          <a:xfrm flipH="1">
            <a:off x="6546263" y="387663"/>
            <a:ext cx="3350100" cy="1692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000"/>
              <a:buNone/>
              <a:defRPr sz="1000">
                <a:solidFill>
                  <a:srgbClr val="000000"/>
                </a:solidFill>
              </a:defRPr>
            </a:lvl1pPr>
            <a:lvl2pPr lvl="1">
              <a:spcBef>
                <a:spcPts val="0"/>
              </a:spcBef>
              <a:spcAft>
                <a:spcPts val="0"/>
              </a:spcAft>
              <a:buClr>
                <a:srgbClr val="000000"/>
              </a:buClr>
              <a:buSzPts val="1000"/>
              <a:buNone/>
              <a:defRPr sz="1000">
                <a:solidFill>
                  <a:srgbClr val="000000"/>
                </a:solidFill>
              </a:defRPr>
            </a:lvl2pPr>
            <a:lvl3pPr lvl="2">
              <a:spcBef>
                <a:spcPts val="0"/>
              </a:spcBef>
              <a:spcAft>
                <a:spcPts val="0"/>
              </a:spcAft>
              <a:buClr>
                <a:srgbClr val="000000"/>
              </a:buClr>
              <a:buSzPts val="1000"/>
              <a:buNone/>
              <a:defRPr sz="1000">
                <a:solidFill>
                  <a:srgbClr val="000000"/>
                </a:solidFill>
              </a:defRPr>
            </a:lvl3pPr>
            <a:lvl4pPr lvl="3">
              <a:spcBef>
                <a:spcPts val="0"/>
              </a:spcBef>
              <a:spcAft>
                <a:spcPts val="0"/>
              </a:spcAft>
              <a:buClr>
                <a:srgbClr val="000000"/>
              </a:buClr>
              <a:buSzPts val="1000"/>
              <a:buNone/>
              <a:defRPr sz="1000">
                <a:solidFill>
                  <a:srgbClr val="000000"/>
                </a:solidFill>
              </a:defRPr>
            </a:lvl4pPr>
            <a:lvl5pPr lvl="4">
              <a:spcBef>
                <a:spcPts val="0"/>
              </a:spcBef>
              <a:spcAft>
                <a:spcPts val="0"/>
              </a:spcAft>
              <a:buClr>
                <a:srgbClr val="000000"/>
              </a:buClr>
              <a:buSzPts val="1000"/>
              <a:buNone/>
              <a:defRPr sz="1000">
                <a:solidFill>
                  <a:srgbClr val="000000"/>
                </a:solidFill>
              </a:defRPr>
            </a:lvl5pPr>
            <a:lvl6pPr lvl="5">
              <a:spcBef>
                <a:spcPts val="0"/>
              </a:spcBef>
              <a:spcAft>
                <a:spcPts val="0"/>
              </a:spcAft>
              <a:buClr>
                <a:srgbClr val="000000"/>
              </a:buClr>
              <a:buSzPts val="1000"/>
              <a:buNone/>
              <a:defRPr sz="1000">
                <a:solidFill>
                  <a:srgbClr val="000000"/>
                </a:solidFill>
              </a:defRPr>
            </a:lvl6pPr>
            <a:lvl7pPr lvl="6">
              <a:spcBef>
                <a:spcPts val="0"/>
              </a:spcBef>
              <a:spcAft>
                <a:spcPts val="0"/>
              </a:spcAft>
              <a:buClr>
                <a:srgbClr val="000000"/>
              </a:buClr>
              <a:buSzPts val="1000"/>
              <a:buNone/>
              <a:defRPr sz="1000">
                <a:solidFill>
                  <a:srgbClr val="000000"/>
                </a:solidFill>
              </a:defRPr>
            </a:lvl7pPr>
            <a:lvl8pPr lvl="7">
              <a:spcBef>
                <a:spcPts val="0"/>
              </a:spcBef>
              <a:spcAft>
                <a:spcPts val="0"/>
              </a:spcAft>
              <a:buClr>
                <a:srgbClr val="000000"/>
              </a:buClr>
              <a:buSzPts val="1000"/>
              <a:buNone/>
              <a:defRPr sz="1000">
                <a:solidFill>
                  <a:srgbClr val="000000"/>
                </a:solidFill>
              </a:defRPr>
            </a:lvl8pPr>
            <a:lvl9pPr lvl="8">
              <a:spcBef>
                <a:spcPts val="0"/>
              </a:spcBef>
              <a:spcAft>
                <a:spcPts val="0"/>
              </a:spcAft>
              <a:buClr>
                <a:srgbClr val="000000"/>
              </a:buClr>
              <a:buSzPts val="1000"/>
              <a:buNone/>
              <a:defRPr sz="1000">
                <a:solidFill>
                  <a:srgbClr val="000000"/>
                </a:solidFill>
              </a:defRPr>
            </a:lvl9pPr>
          </a:lstStyle>
          <a:p/>
        </p:txBody>
      </p:sp>
      <p:sp>
        <p:nvSpPr>
          <p:cNvPr id="14382" name="Google Shape;14382;p245"/>
          <p:cNvSpPr txBox="1"/>
          <p:nvPr>
            <p:ph idx="3" type="title"/>
          </p:nvPr>
        </p:nvSpPr>
        <p:spPr>
          <a:xfrm flipH="1">
            <a:off x="6546263" y="579538"/>
            <a:ext cx="3350100" cy="1692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000"/>
              <a:buNone/>
              <a:defRPr sz="1000">
                <a:solidFill>
                  <a:srgbClr val="000000"/>
                </a:solidFill>
              </a:defRPr>
            </a:lvl1pPr>
            <a:lvl2pPr lvl="1">
              <a:spcBef>
                <a:spcPts val="0"/>
              </a:spcBef>
              <a:spcAft>
                <a:spcPts val="0"/>
              </a:spcAft>
              <a:buClr>
                <a:srgbClr val="000000"/>
              </a:buClr>
              <a:buSzPts val="1000"/>
              <a:buNone/>
              <a:defRPr sz="1000">
                <a:solidFill>
                  <a:srgbClr val="000000"/>
                </a:solidFill>
              </a:defRPr>
            </a:lvl2pPr>
            <a:lvl3pPr lvl="2">
              <a:spcBef>
                <a:spcPts val="0"/>
              </a:spcBef>
              <a:spcAft>
                <a:spcPts val="0"/>
              </a:spcAft>
              <a:buClr>
                <a:srgbClr val="000000"/>
              </a:buClr>
              <a:buSzPts val="1000"/>
              <a:buNone/>
              <a:defRPr sz="1000">
                <a:solidFill>
                  <a:srgbClr val="000000"/>
                </a:solidFill>
              </a:defRPr>
            </a:lvl3pPr>
            <a:lvl4pPr lvl="3">
              <a:spcBef>
                <a:spcPts val="0"/>
              </a:spcBef>
              <a:spcAft>
                <a:spcPts val="0"/>
              </a:spcAft>
              <a:buClr>
                <a:srgbClr val="000000"/>
              </a:buClr>
              <a:buSzPts val="1000"/>
              <a:buNone/>
              <a:defRPr sz="1000">
                <a:solidFill>
                  <a:srgbClr val="000000"/>
                </a:solidFill>
              </a:defRPr>
            </a:lvl4pPr>
            <a:lvl5pPr lvl="4">
              <a:spcBef>
                <a:spcPts val="0"/>
              </a:spcBef>
              <a:spcAft>
                <a:spcPts val="0"/>
              </a:spcAft>
              <a:buClr>
                <a:srgbClr val="000000"/>
              </a:buClr>
              <a:buSzPts val="1000"/>
              <a:buNone/>
              <a:defRPr sz="1000">
                <a:solidFill>
                  <a:srgbClr val="000000"/>
                </a:solidFill>
              </a:defRPr>
            </a:lvl5pPr>
            <a:lvl6pPr lvl="5">
              <a:spcBef>
                <a:spcPts val="0"/>
              </a:spcBef>
              <a:spcAft>
                <a:spcPts val="0"/>
              </a:spcAft>
              <a:buClr>
                <a:srgbClr val="000000"/>
              </a:buClr>
              <a:buSzPts val="1000"/>
              <a:buNone/>
              <a:defRPr sz="1000">
                <a:solidFill>
                  <a:srgbClr val="000000"/>
                </a:solidFill>
              </a:defRPr>
            </a:lvl6pPr>
            <a:lvl7pPr lvl="6">
              <a:spcBef>
                <a:spcPts val="0"/>
              </a:spcBef>
              <a:spcAft>
                <a:spcPts val="0"/>
              </a:spcAft>
              <a:buClr>
                <a:srgbClr val="000000"/>
              </a:buClr>
              <a:buSzPts val="1000"/>
              <a:buNone/>
              <a:defRPr sz="1000">
                <a:solidFill>
                  <a:srgbClr val="000000"/>
                </a:solidFill>
              </a:defRPr>
            </a:lvl7pPr>
            <a:lvl8pPr lvl="7">
              <a:spcBef>
                <a:spcPts val="0"/>
              </a:spcBef>
              <a:spcAft>
                <a:spcPts val="0"/>
              </a:spcAft>
              <a:buClr>
                <a:srgbClr val="000000"/>
              </a:buClr>
              <a:buSzPts val="1000"/>
              <a:buNone/>
              <a:defRPr sz="1000">
                <a:solidFill>
                  <a:srgbClr val="000000"/>
                </a:solidFill>
              </a:defRPr>
            </a:lvl8pPr>
            <a:lvl9pPr lvl="8">
              <a:spcBef>
                <a:spcPts val="0"/>
              </a:spcBef>
              <a:spcAft>
                <a:spcPts val="0"/>
              </a:spcAft>
              <a:buClr>
                <a:srgbClr val="000000"/>
              </a:buClr>
              <a:buSzPts val="1000"/>
              <a:buNone/>
              <a:defRPr sz="1000">
                <a:solidFill>
                  <a:srgbClr val="000000"/>
                </a:solidFill>
              </a:defRPr>
            </a:lvl9pPr>
          </a:lstStyle>
          <a:p/>
        </p:txBody>
      </p:sp>
      <p:sp>
        <p:nvSpPr>
          <p:cNvPr id="14383" name="Google Shape;14383;p245"/>
          <p:cNvSpPr/>
          <p:nvPr/>
        </p:nvSpPr>
        <p:spPr>
          <a:xfrm>
            <a:off x="2277739" y="663750"/>
            <a:ext cx="88500" cy="1089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4" name="Google Shape;14384;p245"/>
          <p:cNvSpPr txBox="1"/>
          <p:nvPr>
            <p:ph idx="1" type="body"/>
          </p:nvPr>
        </p:nvSpPr>
        <p:spPr>
          <a:xfrm>
            <a:off x="641150" y="612125"/>
            <a:ext cx="1770300" cy="160500"/>
          </a:xfrm>
          <a:prstGeom prst="rect">
            <a:avLst/>
          </a:prstGeom>
          <a:noFill/>
          <a:ln>
            <a:noFill/>
          </a:ln>
        </p:spPr>
        <p:txBody>
          <a:bodyPr anchorCtr="0" anchor="t" bIns="0" lIns="0" spcFirstLastPara="1" rIns="0" wrap="square" tIns="0">
            <a:noAutofit/>
          </a:bodyPr>
          <a:lstStyle>
            <a:lvl1pPr indent="-292100" lvl="0" marL="457200" algn="ctr">
              <a:spcBef>
                <a:spcPts val="0"/>
              </a:spcBef>
              <a:spcAft>
                <a:spcPts val="0"/>
              </a:spcAft>
              <a:buClr>
                <a:srgbClr val="FFFFFF"/>
              </a:buClr>
              <a:buSzPts val="1000"/>
              <a:buChar char="●"/>
              <a:defRPr sz="1000">
                <a:solidFill>
                  <a:srgbClr val="FFFFFF"/>
                </a:solidFill>
              </a:defRPr>
            </a:lvl1pPr>
            <a:lvl2pPr indent="-292100" lvl="1" marL="914400" algn="ctr">
              <a:spcBef>
                <a:spcPts val="0"/>
              </a:spcBef>
              <a:spcAft>
                <a:spcPts val="0"/>
              </a:spcAft>
              <a:buClr>
                <a:srgbClr val="FFFFFF"/>
              </a:buClr>
              <a:buSzPts val="1000"/>
              <a:buChar char="○"/>
              <a:defRPr sz="1000">
                <a:solidFill>
                  <a:srgbClr val="FFFFFF"/>
                </a:solidFill>
              </a:defRPr>
            </a:lvl2pPr>
            <a:lvl3pPr indent="-292100" lvl="2" marL="1371600" algn="ctr">
              <a:spcBef>
                <a:spcPts val="0"/>
              </a:spcBef>
              <a:spcAft>
                <a:spcPts val="0"/>
              </a:spcAft>
              <a:buClr>
                <a:srgbClr val="FFFFFF"/>
              </a:buClr>
              <a:buSzPts val="1000"/>
              <a:buChar char="■"/>
              <a:defRPr sz="1000">
                <a:solidFill>
                  <a:srgbClr val="FFFFFF"/>
                </a:solidFill>
              </a:defRPr>
            </a:lvl3pPr>
            <a:lvl4pPr indent="-292100" lvl="3" marL="1828800" algn="ctr">
              <a:spcBef>
                <a:spcPts val="0"/>
              </a:spcBef>
              <a:spcAft>
                <a:spcPts val="0"/>
              </a:spcAft>
              <a:buClr>
                <a:srgbClr val="FFFFFF"/>
              </a:buClr>
              <a:buSzPts val="1000"/>
              <a:buChar char="●"/>
              <a:defRPr sz="1000">
                <a:solidFill>
                  <a:srgbClr val="FFFFFF"/>
                </a:solidFill>
              </a:defRPr>
            </a:lvl4pPr>
            <a:lvl5pPr indent="-292100" lvl="4" marL="2286000" algn="ctr">
              <a:spcBef>
                <a:spcPts val="0"/>
              </a:spcBef>
              <a:spcAft>
                <a:spcPts val="0"/>
              </a:spcAft>
              <a:buClr>
                <a:srgbClr val="FFFFFF"/>
              </a:buClr>
              <a:buSzPts val="1000"/>
              <a:buChar char="○"/>
              <a:defRPr sz="1000">
                <a:solidFill>
                  <a:srgbClr val="FFFFFF"/>
                </a:solidFill>
              </a:defRPr>
            </a:lvl5pPr>
            <a:lvl6pPr indent="-292100" lvl="5" marL="2743200" algn="ctr">
              <a:spcBef>
                <a:spcPts val="0"/>
              </a:spcBef>
              <a:spcAft>
                <a:spcPts val="0"/>
              </a:spcAft>
              <a:buClr>
                <a:srgbClr val="FFFFFF"/>
              </a:buClr>
              <a:buSzPts val="1000"/>
              <a:buChar char="■"/>
              <a:defRPr sz="1000">
                <a:solidFill>
                  <a:srgbClr val="FFFFFF"/>
                </a:solidFill>
              </a:defRPr>
            </a:lvl6pPr>
            <a:lvl7pPr indent="-292100" lvl="6" marL="3200400" algn="ctr">
              <a:spcBef>
                <a:spcPts val="0"/>
              </a:spcBef>
              <a:spcAft>
                <a:spcPts val="0"/>
              </a:spcAft>
              <a:buClr>
                <a:srgbClr val="FFFFFF"/>
              </a:buClr>
              <a:buSzPts val="1000"/>
              <a:buChar char="●"/>
              <a:defRPr sz="1000">
                <a:solidFill>
                  <a:srgbClr val="FFFFFF"/>
                </a:solidFill>
              </a:defRPr>
            </a:lvl7pPr>
            <a:lvl8pPr indent="-292100" lvl="7" marL="3657600" algn="ctr">
              <a:spcBef>
                <a:spcPts val="0"/>
              </a:spcBef>
              <a:spcAft>
                <a:spcPts val="0"/>
              </a:spcAft>
              <a:buClr>
                <a:srgbClr val="FFFFFF"/>
              </a:buClr>
              <a:buSzPts val="1000"/>
              <a:buChar char="○"/>
              <a:defRPr sz="1000">
                <a:solidFill>
                  <a:srgbClr val="FFFFFF"/>
                </a:solidFill>
              </a:defRPr>
            </a:lvl8pPr>
            <a:lvl9pPr indent="-292100" lvl="8" marL="4114800" algn="ctr">
              <a:spcBef>
                <a:spcPts val="0"/>
              </a:spcBef>
              <a:spcAft>
                <a:spcPts val="0"/>
              </a:spcAft>
              <a:buClr>
                <a:srgbClr val="FFFFFF"/>
              </a:buClr>
              <a:buSzPts val="1000"/>
              <a:buChar char="■"/>
              <a:defRPr sz="1000">
                <a:solidFill>
                  <a:srgbClr val="FFFFFF"/>
                </a:solidFill>
              </a:defRPr>
            </a:lvl9pPr>
          </a:lstStyle>
          <a:p/>
        </p:txBody>
      </p:sp>
      <p:sp>
        <p:nvSpPr>
          <p:cNvPr id="14385" name="Google Shape;14385;p245"/>
          <p:cNvSpPr txBox="1"/>
          <p:nvPr/>
        </p:nvSpPr>
        <p:spPr>
          <a:xfrm>
            <a:off x="84825" y="598125"/>
            <a:ext cx="595500" cy="205800"/>
          </a:xfrm>
          <a:prstGeom prst="rect">
            <a:avLst/>
          </a:prstGeom>
          <a:noFill/>
          <a:ln>
            <a:noFill/>
          </a:ln>
        </p:spPr>
        <p:txBody>
          <a:bodyPr anchorCtr="0" anchor="t" bIns="18000" lIns="18000" spcFirstLastPara="1" rIns="18000" wrap="square" tIns="18000">
            <a:spAutoFit/>
          </a:bodyPr>
          <a:lstStyle/>
          <a:p>
            <a:pPr indent="0" lvl="0" marL="0" rtl="0" algn="l">
              <a:spcBef>
                <a:spcPts val="0"/>
              </a:spcBef>
              <a:spcAft>
                <a:spcPts val="0"/>
              </a:spcAft>
              <a:buNone/>
            </a:pPr>
            <a:r>
              <a:rPr lang="es-419" sz="1100">
                <a:solidFill>
                  <a:srgbClr val="FFFFFF"/>
                </a:solidFill>
              </a:rPr>
              <a:t>Nombre:</a:t>
            </a:r>
            <a:endParaRPr sz="1100">
              <a:solidFill>
                <a:srgbClr val="FFFFFF"/>
              </a:solidFill>
            </a:endParaRPr>
          </a:p>
        </p:txBody>
      </p:sp>
      <p:sp>
        <p:nvSpPr>
          <p:cNvPr id="14386" name="Google Shape;14386;p245"/>
          <p:cNvSpPr/>
          <p:nvPr/>
        </p:nvSpPr>
        <p:spPr>
          <a:xfrm>
            <a:off x="-4248150" y="1705500"/>
            <a:ext cx="3505200" cy="3429000"/>
          </a:xfrm>
          <a:prstGeom prst="roundRect">
            <a:avLst>
              <a:gd fmla="val 2402" name="adj"/>
            </a:avLst>
          </a:prstGeom>
          <a:solidFill>
            <a:srgbClr val="F3F3F3"/>
          </a:solidFill>
          <a:ln cap="flat" cmpd="sng" w="9525">
            <a:solidFill>
              <a:srgbClr val="F3F3F3"/>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t" bIns="91425" lIns="91425" spcFirstLastPara="1" rIns="91425" wrap="square" tIns="91425">
            <a:noAutofit/>
          </a:bodyPr>
          <a:lstStyle/>
          <a:p>
            <a:pPr indent="0" lvl="0" marL="0" rtl="0" algn="ctr">
              <a:spcBef>
                <a:spcPts val="0"/>
              </a:spcBef>
              <a:spcAft>
                <a:spcPts val="0"/>
              </a:spcAft>
              <a:buNone/>
            </a:pPr>
            <a:r>
              <a:rPr lang="es-419"/>
              <a:t>Paleta</a:t>
            </a:r>
            <a:endParaRPr/>
          </a:p>
        </p:txBody>
      </p:sp>
    </p:spTree>
  </p:cSld>
  <p:clrMapOvr>
    <a:masterClrMapping/>
  </p:clrMapOvr>
</p:sldLayout>
</file>

<file path=ppt/slideLayouts/slideLayout24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6.7 Diagrama de Clases">
  <p:cSld name="TITLE_3_6_1_1_1_1_1_1_1_1_1_1_1_1_1_1_1_1_1_1_1_1_1_1_1_1_1">
    <p:spTree>
      <p:nvGrpSpPr>
        <p:cNvPr id="14387" name="Shape 14387"/>
        <p:cNvGrpSpPr/>
        <p:nvPr/>
      </p:nvGrpSpPr>
      <p:grpSpPr>
        <a:xfrm>
          <a:off x="0" y="0"/>
          <a:ext cx="0" cy="0"/>
          <a:chOff x="0" y="0"/>
          <a:chExt cx="0" cy="0"/>
        </a:xfrm>
      </p:grpSpPr>
      <p:sp>
        <p:nvSpPr>
          <p:cNvPr id="14388" name="Google Shape;14388;p246"/>
          <p:cNvSpPr/>
          <p:nvPr/>
        </p:nvSpPr>
        <p:spPr>
          <a:xfrm>
            <a:off x="97888" y="377012"/>
            <a:ext cx="9893400" cy="296700"/>
          </a:xfrm>
          <a:prstGeom prst="roundRect">
            <a:avLst>
              <a:gd fmla="val 22902" name="adj"/>
            </a:avLst>
          </a:prstGeom>
          <a:solidFill>
            <a:srgbClr val="F3F3F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14389" name="Google Shape;14389;p246"/>
          <p:cNvSpPr/>
          <p:nvPr/>
        </p:nvSpPr>
        <p:spPr>
          <a:xfrm>
            <a:off x="77688" y="358938"/>
            <a:ext cx="9935700" cy="6438000"/>
          </a:xfrm>
          <a:prstGeom prst="roundRect">
            <a:avLst>
              <a:gd fmla="val 2618" name="adj"/>
            </a:avLst>
          </a:prstGeom>
          <a:solidFill>
            <a:srgbClr val="FFFFFF"/>
          </a:solidFill>
          <a:ln cap="flat" cmpd="sng" w="38100">
            <a:solidFill>
              <a:srgbClr val="000000"/>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4390" name="Google Shape;14390;p246"/>
          <p:cNvCxnSpPr/>
          <p:nvPr/>
        </p:nvCxnSpPr>
        <p:spPr>
          <a:xfrm>
            <a:off x="77688" y="772614"/>
            <a:ext cx="9935700" cy="0"/>
          </a:xfrm>
          <a:prstGeom prst="straightConnector1">
            <a:avLst/>
          </a:prstGeom>
          <a:noFill/>
          <a:ln cap="flat" cmpd="sng" w="19050">
            <a:solidFill>
              <a:srgbClr val="000000"/>
            </a:solidFill>
            <a:prstDash val="solid"/>
            <a:round/>
            <a:headEnd len="med" w="med" type="none"/>
            <a:tailEnd len="med" w="med" type="none"/>
          </a:ln>
        </p:spPr>
      </p:cxnSp>
      <p:cxnSp>
        <p:nvCxnSpPr>
          <p:cNvPr id="14391" name="Google Shape;14391;p246"/>
          <p:cNvCxnSpPr/>
          <p:nvPr/>
        </p:nvCxnSpPr>
        <p:spPr>
          <a:xfrm rot="10800000">
            <a:off x="2439038" y="368188"/>
            <a:ext cx="0" cy="402300"/>
          </a:xfrm>
          <a:prstGeom prst="straightConnector1">
            <a:avLst/>
          </a:prstGeom>
          <a:noFill/>
          <a:ln cap="flat" cmpd="sng" w="19050">
            <a:solidFill>
              <a:srgbClr val="000000"/>
            </a:solidFill>
            <a:prstDash val="solid"/>
            <a:round/>
            <a:headEnd len="med" w="med" type="none"/>
            <a:tailEnd len="med" w="med" type="none"/>
          </a:ln>
        </p:spPr>
      </p:cxnSp>
      <p:sp>
        <p:nvSpPr>
          <p:cNvPr id="14392" name="Google Shape;14392;p246"/>
          <p:cNvSpPr/>
          <p:nvPr/>
        </p:nvSpPr>
        <p:spPr>
          <a:xfrm>
            <a:off x="77688" y="349338"/>
            <a:ext cx="2361300" cy="421200"/>
          </a:xfrm>
          <a:prstGeom prst="roundRect">
            <a:avLst>
              <a:gd fmla="val 50000" name="adj"/>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s-419" sz="1200">
                <a:solidFill>
                  <a:srgbClr val="FFFFFF"/>
                </a:solidFill>
              </a:rPr>
              <a:t>Diagrama de Clases</a:t>
            </a:r>
            <a:endParaRPr b="1" sz="1200">
              <a:solidFill>
                <a:srgbClr val="FFFFFF"/>
              </a:solidFill>
            </a:endParaRPr>
          </a:p>
          <a:p>
            <a:pPr indent="0" lvl="0" marL="0" rtl="0" algn="ctr">
              <a:spcBef>
                <a:spcPts val="0"/>
              </a:spcBef>
              <a:spcAft>
                <a:spcPts val="0"/>
              </a:spcAft>
              <a:buNone/>
            </a:pPr>
            <a:r>
              <a:t/>
            </a:r>
            <a:endParaRPr b="1" sz="1200">
              <a:solidFill>
                <a:srgbClr val="FFFFFF"/>
              </a:solidFill>
            </a:endParaRPr>
          </a:p>
        </p:txBody>
      </p:sp>
      <p:sp>
        <p:nvSpPr>
          <p:cNvPr id="14393" name="Google Shape;14393;p246"/>
          <p:cNvSpPr/>
          <p:nvPr/>
        </p:nvSpPr>
        <p:spPr>
          <a:xfrm>
            <a:off x="83988" y="595504"/>
            <a:ext cx="190200" cy="1692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4" name="Google Shape;14394;p246"/>
          <p:cNvSpPr/>
          <p:nvPr/>
        </p:nvSpPr>
        <p:spPr>
          <a:xfrm>
            <a:off x="2292338" y="358938"/>
            <a:ext cx="146700" cy="4023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5" name="Google Shape;14395;p246"/>
          <p:cNvSpPr/>
          <p:nvPr/>
        </p:nvSpPr>
        <p:spPr>
          <a:xfrm>
            <a:off x="-2268925" y="760700"/>
            <a:ext cx="1620600" cy="6079200"/>
          </a:xfrm>
          <a:prstGeom prst="roundRect">
            <a:avLst>
              <a:gd fmla="val 5833" name="adj"/>
            </a:avLst>
          </a:prstGeom>
          <a:solidFill>
            <a:srgbClr val="F3F3F3"/>
          </a:solidFill>
          <a:ln cap="flat" cmpd="sng" w="9525">
            <a:solidFill>
              <a:srgbClr val="F3F3F3"/>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t" bIns="54000" lIns="72000" spcFirstLastPara="1" rIns="72000" wrap="square" tIns="54000">
            <a:noAutofit/>
          </a:bodyPr>
          <a:lstStyle/>
          <a:p>
            <a:pPr indent="0" lvl="0" marL="0" rtl="0" algn="ctr">
              <a:spcBef>
                <a:spcPts val="0"/>
              </a:spcBef>
              <a:spcAft>
                <a:spcPts val="0"/>
              </a:spcAft>
              <a:buNone/>
            </a:pPr>
            <a:r>
              <a:rPr i="1" lang="es-419"/>
              <a:t>Paleta</a:t>
            </a:r>
            <a:endParaRPr i="1"/>
          </a:p>
        </p:txBody>
      </p:sp>
      <p:sp>
        <p:nvSpPr>
          <p:cNvPr id="14396" name="Google Shape;14396;p246"/>
          <p:cNvSpPr txBox="1"/>
          <p:nvPr/>
        </p:nvSpPr>
        <p:spPr>
          <a:xfrm>
            <a:off x="2524025" y="387675"/>
            <a:ext cx="17055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Caso de Uso de Sistema:</a:t>
            </a:r>
            <a:endParaRPr b="1" sz="1100"/>
          </a:p>
        </p:txBody>
      </p:sp>
      <p:sp>
        <p:nvSpPr>
          <p:cNvPr id="14397" name="Google Shape;14397;p246"/>
          <p:cNvSpPr txBox="1"/>
          <p:nvPr/>
        </p:nvSpPr>
        <p:spPr>
          <a:xfrm>
            <a:off x="2524020" y="579550"/>
            <a:ext cx="6846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Finalidad:</a:t>
            </a:r>
            <a:endParaRPr b="1" sz="1100"/>
          </a:p>
        </p:txBody>
      </p:sp>
      <p:sp>
        <p:nvSpPr>
          <p:cNvPr id="14398" name="Google Shape;14398;p246"/>
          <p:cNvSpPr txBox="1"/>
          <p:nvPr>
            <p:ph type="title"/>
          </p:nvPr>
        </p:nvSpPr>
        <p:spPr>
          <a:xfrm flipH="1">
            <a:off x="4248275" y="387675"/>
            <a:ext cx="5640300" cy="1692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000"/>
              <a:buNone/>
              <a:defRPr sz="1000">
                <a:solidFill>
                  <a:srgbClr val="000000"/>
                </a:solidFill>
              </a:defRPr>
            </a:lvl1pPr>
            <a:lvl2pPr lvl="1">
              <a:spcBef>
                <a:spcPts val="0"/>
              </a:spcBef>
              <a:spcAft>
                <a:spcPts val="0"/>
              </a:spcAft>
              <a:buClr>
                <a:srgbClr val="000000"/>
              </a:buClr>
              <a:buSzPts val="1000"/>
              <a:buNone/>
              <a:defRPr sz="1000">
                <a:solidFill>
                  <a:srgbClr val="000000"/>
                </a:solidFill>
              </a:defRPr>
            </a:lvl2pPr>
            <a:lvl3pPr lvl="2">
              <a:spcBef>
                <a:spcPts val="0"/>
              </a:spcBef>
              <a:spcAft>
                <a:spcPts val="0"/>
              </a:spcAft>
              <a:buClr>
                <a:srgbClr val="000000"/>
              </a:buClr>
              <a:buSzPts val="1000"/>
              <a:buNone/>
              <a:defRPr sz="1000">
                <a:solidFill>
                  <a:srgbClr val="000000"/>
                </a:solidFill>
              </a:defRPr>
            </a:lvl3pPr>
            <a:lvl4pPr lvl="3">
              <a:spcBef>
                <a:spcPts val="0"/>
              </a:spcBef>
              <a:spcAft>
                <a:spcPts val="0"/>
              </a:spcAft>
              <a:buClr>
                <a:srgbClr val="000000"/>
              </a:buClr>
              <a:buSzPts val="1000"/>
              <a:buNone/>
              <a:defRPr sz="1000">
                <a:solidFill>
                  <a:srgbClr val="000000"/>
                </a:solidFill>
              </a:defRPr>
            </a:lvl4pPr>
            <a:lvl5pPr lvl="4">
              <a:spcBef>
                <a:spcPts val="0"/>
              </a:spcBef>
              <a:spcAft>
                <a:spcPts val="0"/>
              </a:spcAft>
              <a:buClr>
                <a:srgbClr val="000000"/>
              </a:buClr>
              <a:buSzPts val="1000"/>
              <a:buNone/>
              <a:defRPr sz="1000">
                <a:solidFill>
                  <a:srgbClr val="000000"/>
                </a:solidFill>
              </a:defRPr>
            </a:lvl5pPr>
            <a:lvl6pPr lvl="5">
              <a:spcBef>
                <a:spcPts val="0"/>
              </a:spcBef>
              <a:spcAft>
                <a:spcPts val="0"/>
              </a:spcAft>
              <a:buClr>
                <a:srgbClr val="000000"/>
              </a:buClr>
              <a:buSzPts val="1000"/>
              <a:buNone/>
              <a:defRPr sz="1000">
                <a:solidFill>
                  <a:srgbClr val="000000"/>
                </a:solidFill>
              </a:defRPr>
            </a:lvl6pPr>
            <a:lvl7pPr lvl="6">
              <a:spcBef>
                <a:spcPts val="0"/>
              </a:spcBef>
              <a:spcAft>
                <a:spcPts val="0"/>
              </a:spcAft>
              <a:buClr>
                <a:srgbClr val="000000"/>
              </a:buClr>
              <a:buSzPts val="1000"/>
              <a:buNone/>
              <a:defRPr sz="1000">
                <a:solidFill>
                  <a:srgbClr val="000000"/>
                </a:solidFill>
              </a:defRPr>
            </a:lvl7pPr>
            <a:lvl8pPr lvl="7">
              <a:spcBef>
                <a:spcPts val="0"/>
              </a:spcBef>
              <a:spcAft>
                <a:spcPts val="0"/>
              </a:spcAft>
              <a:buClr>
                <a:srgbClr val="000000"/>
              </a:buClr>
              <a:buSzPts val="1000"/>
              <a:buNone/>
              <a:defRPr sz="1000">
                <a:solidFill>
                  <a:srgbClr val="000000"/>
                </a:solidFill>
              </a:defRPr>
            </a:lvl8pPr>
            <a:lvl9pPr lvl="8">
              <a:spcBef>
                <a:spcPts val="0"/>
              </a:spcBef>
              <a:spcAft>
                <a:spcPts val="0"/>
              </a:spcAft>
              <a:buClr>
                <a:srgbClr val="000000"/>
              </a:buClr>
              <a:buSzPts val="1000"/>
              <a:buNone/>
              <a:defRPr sz="1000">
                <a:solidFill>
                  <a:srgbClr val="000000"/>
                </a:solidFill>
              </a:defRPr>
            </a:lvl9pPr>
          </a:lstStyle>
          <a:p/>
        </p:txBody>
      </p:sp>
      <p:sp>
        <p:nvSpPr>
          <p:cNvPr id="14399" name="Google Shape;14399;p246"/>
          <p:cNvSpPr txBox="1"/>
          <p:nvPr>
            <p:ph idx="2" type="title"/>
          </p:nvPr>
        </p:nvSpPr>
        <p:spPr>
          <a:xfrm flipH="1">
            <a:off x="3231275" y="579550"/>
            <a:ext cx="6657300" cy="1692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000"/>
              <a:buNone/>
              <a:defRPr sz="1000">
                <a:solidFill>
                  <a:srgbClr val="000000"/>
                </a:solidFill>
              </a:defRPr>
            </a:lvl1pPr>
            <a:lvl2pPr lvl="1">
              <a:spcBef>
                <a:spcPts val="0"/>
              </a:spcBef>
              <a:spcAft>
                <a:spcPts val="0"/>
              </a:spcAft>
              <a:buClr>
                <a:srgbClr val="000000"/>
              </a:buClr>
              <a:buSzPts val="1000"/>
              <a:buNone/>
              <a:defRPr sz="1000">
                <a:solidFill>
                  <a:srgbClr val="000000"/>
                </a:solidFill>
              </a:defRPr>
            </a:lvl2pPr>
            <a:lvl3pPr lvl="2">
              <a:spcBef>
                <a:spcPts val="0"/>
              </a:spcBef>
              <a:spcAft>
                <a:spcPts val="0"/>
              </a:spcAft>
              <a:buClr>
                <a:srgbClr val="000000"/>
              </a:buClr>
              <a:buSzPts val="1000"/>
              <a:buNone/>
              <a:defRPr sz="1000">
                <a:solidFill>
                  <a:srgbClr val="000000"/>
                </a:solidFill>
              </a:defRPr>
            </a:lvl3pPr>
            <a:lvl4pPr lvl="3">
              <a:spcBef>
                <a:spcPts val="0"/>
              </a:spcBef>
              <a:spcAft>
                <a:spcPts val="0"/>
              </a:spcAft>
              <a:buClr>
                <a:srgbClr val="000000"/>
              </a:buClr>
              <a:buSzPts val="1000"/>
              <a:buNone/>
              <a:defRPr sz="1000">
                <a:solidFill>
                  <a:srgbClr val="000000"/>
                </a:solidFill>
              </a:defRPr>
            </a:lvl4pPr>
            <a:lvl5pPr lvl="4">
              <a:spcBef>
                <a:spcPts val="0"/>
              </a:spcBef>
              <a:spcAft>
                <a:spcPts val="0"/>
              </a:spcAft>
              <a:buClr>
                <a:srgbClr val="000000"/>
              </a:buClr>
              <a:buSzPts val="1000"/>
              <a:buNone/>
              <a:defRPr sz="1000">
                <a:solidFill>
                  <a:srgbClr val="000000"/>
                </a:solidFill>
              </a:defRPr>
            </a:lvl5pPr>
            <a:lvl6pPr lvl="5">
              <a:spcBef>
                <a:spcPts val="0"/>
              </a:spcBef>
              <a:spcAft>
                <a:spcPts val="0"/>
              </a:spcAft>
              <a:buClr>
                <a:srgbClr val="000000"/>
              </a:buClr>
              <a:buSzPts val="1000"/>
              <a:buNone/>
              <a:defRPr sz="1000">
                <a:solidFill>
                  <a:srgbClr val="000000"/>
                </a:solidFill>
              </a:defRPr>
            </a:lvl6pPr>
            <a:lvl7pPr lvl="6">
              <a:spcBef>
                <a:spcPts val="0"/>
              </a:spcBef>
              <a:spcAft>
                <a:spcPts val="0"/>
              </a:spcAft>
              <a:buClr>
                <a:srgbClr val="000000"/>
              </a:buClr>
              <a:buSzPts val="1000"/>
              <a:buNone/>
              <a:defRPr sz="1000">
                <a:solidFill>
                  <a:srgbClr val="000000"/>
                </a:solidFill>
              </a:defRPr>
            </a:lvl7pPr>
            <a:lvl8pPr lvl="7">
              <a:spcBef>
                <a:spcPts val="0"/>
              </a:spcBef>
              <a:spcAft>
                <a:spcPts val="0"/>
              </a:spcAft>
              <a:buClr>
                <a:srgbClr val="000000"/>
              </a:buClr>
              <a:buSzPts val="1000"/>
              <a:buNone/>
              <a:defRPr sz="1000">
                <a:solidFill>
                  <a:srgbClr val="000000"/>
                </a:solidFill>
              </a:defRPr>
            </a:lvl8pPr>
            <a:lvl9pPr lvl="8">
              <a:spcBef>
                <a:spcPts val="0"/>
              </a:spcBef>
              <a:spcAft>
                <a:spcPts val="0"/>
              </a:spcAft>
              <a:buClr>
                <a:srgbClr val="000000"/>
              </a:buClr>
              <a:buSzPts val="1000"/>
              <a:buNone/>
              <a:defRPr sz="1000">
                <a:solidFill>
                  <a:srgbClr val="000000"/>
                </a:solidFill>
              </a:defRPr>
            </a:lvl9pPr>
          </a:lstStyle>
          <a:p/>
        </p:txBody>
      </p:sp>
      <p:sp>
        <p:nvSpPr>
          <p:cNvPr id="14400" name="Google Shape;14400;p246"/>
          <p:cNvSpPr txBox="1"/>
          <p:nvPr>
            <p:ph idx="1" type="body"/>
          </p:nvPr>
        </p:nvSpPr>
        <p:spPr>
          <a:xfrm>
            <a:off x="641150" y="612125"/>
            <a:ext cx="1770300" cy="160500"/>
          </a:xfrm>
          <a:prstGeom prst="rect">
            <a:avLst/>
          </a:prstGeom>
          <a:noFill/>
          <a:ln>
            <a:noFill/>
          </a:ln>
        </p:spPr>
        <p:txBody>
          <a:bodyPr anchorCtr="0" anchor="t" bIns="0" lIns="0" spcFirstLastPara="1" rIns="0" wrap="square" tIns="0">
            <a:noAutofit/>
          </a:bodyPr>
          <a:lstStyle>
            <a:lvl1pPr indent="-292100" lvl="0" marL="457200" algn="ctr">
              <a:spcBef>
                <a:spcPts val="0"/>
              </a:spcBef>
              <a:spcAft>
                <a:spcPts val="0"/>
              </a:spcAft>
              <a:buClr>
                <a:srgbClr val="FFFFFF"/>
              </a:buClr>
              <a:buSzPts val="1000"/>
              <a:buChar char="●"/>
              <a:defRPr sz="1000">
                <a:solidFill>
                  <a:srgbClr val="FFFFFF"/>
                </a:solidFill>
              </a:defRPr>
            </a:lvl1pPr>
            <a:lvl2pPr indent="-292100" lvl="1" marL="914400" algn="ctr">
              <a:spcBef>
                <a:spcPts val="0"/>
              </a:spcBef>
              <a:spcAft>
                <a:spcPts val="0"/>
              </a:spcAft>
              <a:buClr>
                <a:srgbClr val="FFFFFF"/>
              </a:buClr>
              <a:buSzPts val="1000"/>
              <a:buChar char="○"/>
              <a:defRPr sz="1000">
                <a:solidFill>
                  <a:srgbClr val="FFFFFF"/>
                </a:solidFill>
              </a:defRPr>
            </a:lvl2pPr>
            <a:lvl3pPr indent="-292100" lvl="2" marL="1371600" algn="ctr">
              <a:spcBef>
                <a:spcPts val="0"/>
              </a:spcBef>
              <a:spcAft>
                <a:spcPts val="0"/>
              </a:spcAft>
              <a:buClr>
                <a:srgbClr val="FFFFFF"/>
              </a:buClr>
              <a:buSzPts val="1000"/>
              <a:buChar char="■"/>
              <a:defRPr sz="1000">
                <a:solidFill>
                  <a:srgbClr val="FFFFFF"/>
                </a:solidFill>
              </a:defRPr>
            </a:lvl3pPr>
            <a:lvl4pPr indent="-292100" lvl="3" marL="1828800" algn="ctr">
              <a:spcBef>
                <a:spcPts val="0"/>
              </a:spcBef>
              <a:spcAft>
                <a:spcPts val="0"/>
              </a:spcAft>
              <a:buClr>
                <a:srgbClr val="FFFFFF"/>
              </a:buClr>
              <a:buSzPts val="1000"/>
              <a:buChar char="●"/>
              <a:defRPr sz="1000">
                <a:solidFill>
                  <a:srgbClr val="FFFFFF"/>
                </a:solidFill>
              </a:defRPr>
            </a:lvl4pPr>
            <a:lvl5pPr indent="-292100" lvl="4" marL="2286000" algn="ctr">
              <a:spcBef>
                <a:spcPts val="0"/>
              </a:spcBef>
              <a:spcAft>
                <a:spcPts val="0"/>
              </a:spcAft>
              <a:buClr>
                <a:srgbClr val="FFFFFF"/>
              </a:buClr>
              <a:buSzPts val="1000"/>
              <a:buChar char="○"/>
              <a:defRPr sz="1000">
                <a:solidFill>
                  <a:srgbClr val="FFFFFF"/>
                </a:solidFill>
              </a:defRPr>
            </a:lvl5pPr>
            <a:lvl6pPr indent="-292100" lvl="5" marL="2743200" algn="ctr">
              <a:spcBef>
                <a:spcPts val="0"/>
              </a:spcBef>
              <a:spcAft>
                <a:spcPts val="0"/>
              </a:spcAft>
              <a:buClr>
                <a:srgbClr val="FFFFFF"/>
              </a:buClr>
              <a:buSzPts val="1000"/>
              <a:buChar char="■"/>
              <a:defRPr sz="1000">
                <a:solidFill>
                  <a:srgbClr val="FFFFFF"/>
                </a:solidFill>
              </a:defRPr>
            </a:lvl6pPr>
            <a:lvl7pPr indent="-292100" lvl="6" marL="3200400" algn="ctr">
              <a:spcBef>
                <a:spcPts val="0"/>
              </a:spcBef>
              <a:spcAft>
                <a:spcPts val="0"/>
              </a:spcAft>
              <a:buClr>
                <a:srgbClr val="FFFFFF"/>
              </a:buClr>
              <a:buSzPts val="1000"/>
              <a:buChar char="●"/>
              <a:defRPr sz="1000">
                <a:solidFill>
                  <a:srgbClr val="FFFFFF"/>
                </a:solidFill>
              </a:defRPr>
            </a:lvl7pPr>
            <a:lvl8pPr indent="-292100" lvl="7" marL="3657600" algn="ctr">
              <a:spcBef>
                <a:spcPts val="0"/>
              </a:spcBef>
              <a:spcAft>
                <a:spcPts val="0"/>
              </a:spcAft>
              <a:buClr>
                <a:srgbClr val="FFFFFF"/>
              </a:buClr>
              <a:buSzPts val="1000"/>
              <a:buChar char="○"/>
              <a:defRPr sz="1000">
                <a:solidFill>
                  <a:srgbClr val="FFFFFF"/>
                </a:solidFill>
              </a:defRPr>
            </a:lvl8pPr>
            <a:lvl9pPr indent="-292100" lvl="8" marL="4114800" algn="ctr">
              <a:spcBef>
                <a:spcPts val="0"/>
              </a:spcBef>
              <a:spcAft>
                <a:spcPts val="0"/>
              </a:spcAft>
              <a:buClr>
                <a:srgbClr val="FFFFFF"/>
              </a:buClr>
              <a:buSzPts val="1000"/>
              <a:buChar char="■"/>
              <a:defRPr sz="1000">
                <a:solidFill>
                  <a:srgbClr val="FFFFFF"/>
                </a:solidFill>
              </a:defRPr>
            </a:lvl9pPr>
          </a:lstStyle>
          <a:p/>
        </p:txBody>
      </p:sp>
      <p:sp>
        <p:nvSpPr>
          <p:cNvPr id="14401" name="Google Shape;14401;p246"/>
          <p:cNvSpPr txBox="1"/>
          <p:nvPr/>
        </p:nvSpPr>
        <p:spPr>
          <a:xfrm>
            <a:off x="84825" y="598125"/>
            <a:ext cx="595500" cy="205800"/>
          </a:xfrm>
          <a:prstGeom prst="rect">
            <a:avLst/>
          </a:prstGeom>
          <a:noFill/>
          <a:ln>
            <a:noFill/>
          </a:ln>
        </p:spPr>
        <p:txBody>
          <a:bodyPr anchorCtr="0" anchor="t" bIns="18000" lIns="18000" spcFirstLastPara="1" rIns="18000" wrap="square" tIns="18000">
            <a:spAutoFit/>
          </a:bodyPr>
          <a:lstStyle/>
          <a:p>
            <a:pPr indent="0" lvl="0" marL="0" rtl="0" algn="l">
              <a:spcBef>
                <a:spcPts val="0"/>
              </a:spcBef>
              <a:spcAft>
                <a:spcPts val="0"/>
              </a:spcAft>
              <a:buNone/>
            </a:pPr>
            <a:r>
              <a:rPr lang="es-419" sz="1100">
                <a:solidFill>
                  <a:srgbClr val="FFFFFF"/>
                </a:solidFill>
              </a:rPr>
              <a:t>Nombre:</a:t>
            </a:r>
            <a:endParaRPr sz="1100">
              <a:solidFill>
                <a:srgbClr val="FFFFFF"/>
              </a:solidFill>
            </a:endParaRPr>
          </a:p>
        </p:txBody>
      </p:sp>
    </p:spTree>
  </p:cSld>
  <p:clrMapOvr>
    <a:masterClrMapping/>
  </p:clrMapOvr>
</p:sldLayout>
</file>

<file path=ppt/slideLayouts/slideLayout24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6.5 Diagrama de Secuencia">
  <p:cSld name="TITLE_3_6_1_1_1_1_1_1_1_1_1_1_1_1_1_1_1_1_1_1_1_1_1_1_1_1_1_1">
    <p:spTree>
      <p:nvGrpSpPr>
        <p:cNvPr id="14402" name="Shape 14402"/>
        <p:cNvGrpSpPr/>
        <p:nvPr/>
      </p:nvGrpSpPr>
      <p:grpSpPr>
        <a:xfrm>
          <a:off x="0" y="0"/>
          <a:ext cx="0" cy="0"/>
          <a:chOff x="0" y="0"/>
          <a:chExt cx="0" cy="0"/>
        </a:xfrm>
      </p:grpSpPr>
      <p:sp>
        <p:nvSpPr>
          <p:cNvPr id="14403" name="Google Shape;14403;p247"/>
          <p:cNvSpPr/>
          <p:nvPr/>
        </p:nvSpPr>
        <p:spPr>
          <a:xfrm>
            <a:off x="97888" y="377012"/>
            <a:ext cx="9893400" cy="296700"/>
          </a:xfrm>
          <a:prstGeom prst="roundRect">
            <a:avLst>
              <a:gd fmla="val 22902" name="adj"/>
            </a:avLst>
          </a:prstGeom>
          <a:solidFill>
            <a:srgbClr val="F3F3F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14404" name="Google Shape;14404;p247"/>
          <p:cNvSpPr/>
          <p:nvPr/>
        </p:nvSpPr>
        <p:spPr>
          <a:xfrm>
            <a:off x="77688" y="358938"/>
            <a:ext cx="9935700" cy="6438000"/>
          </a:xfrm>
          <a:prstGeom prst="roundRect">
            <a:avLst>
              <a:gd fmla="val 2618" name="adj"/>
            </a:avLst>
          </a:prstGeom>
          <a:solidFill>
            <a:srgbClr val="FFFFFF"/>
          </a:solidFill>
          <a:ln cap="flat" cmpd="sng" w="38100">
            <a:solidFill>
              <a:srgbClr val="000000"/>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4405" name="Google Shape;14405;p247"/>
          <p:cNvCxnSpPr/>
          <p:nvPr/>
        </p:nvCxnSpPr>
        <p:spPr>
          <a:xfrm>
            <a:off x="77688" y="772614"/>
            <a:ext cx="9935700" cy="0"/>
          </a:xfrm>
          <a:prstGeom prst="straightConnector1">
            <a:avLst/>
          </a:prstGeom>
          <a:noFill/>
          <a:ln cap="flat" cmpd="sng" w="19050">
            <a:solidFill>
              <a:srgbClr val="000000"/>
            </a:solidFill>
            <a:prstDash val="solid"/>
            <a:round/>
            <a:headEnd len="med" w="med" type="none"/>
            <a:tailEnd len="med" w="med" type="none"/>
          </a:ln>
        </p:spPr>
      </p:cxnSp>
      <p:cxnSp>
        <p:nvCxnSpPr>
          <p:cNvPr id="14406" name="Google Shape;14406;p247"/>
          <p:cNvCxnSpPr/>
          <p:nvPr/>
        </p:nvCxnSpPr>
        <p:spPr>
          <a:xfrm rot="10800000">
            <a:off x="2439038" y="368188"/>
            <a:ext cx="0" cy="402300"/>
          </a:xfrm>
          <a:prstGeom prst="straightConnector1">
            <a:avLst/>
          </a:prstGeom>
          <a:noFill/>
          <a:ln cap="flat" cmpd="sng" w="19050">
            <a:solidFill>
              <a:srgbClr val="000000"/>
            </a:solidFill>
            <a:prstDash val="solid"/>
            <a:round/>
            <a:headEnd len="med" w="med" type="none"/>
            <a:tailEnd len="med" w="med" type="none"/>
          </a:ln>
        </p:spPr>
      </p:cxnSp>
      <p:sp>
        <p:nvSpPr>
          <p:cNvPr id="14407" name="Google Shape;14407;p247"/>
          <p:cNvSpPr/>
          <p:nvPr/>
        </p:nvSpPr>
        <p:spPr>
          <a:xfrm>
            <a:off x="77688" y="349338"/>
            <a:ext cx="2361300" cy="421200"/>
          </a:xfrm>
          <a:prstGeom prst="roundRect">
            <a:avLst>
              <a:gd fmla="val 50000" name="adj"/>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s-419" sz="1200">
                <a:solidFill>
                  <a:srgbClr val="FFFFFF"/>
                </a:solidFill>
              </a:rPr>
              <a:t>Diagrama de Secuencia</a:t>
            </a:r>
            <a:endParaRPr b="1" sz="1200">
              <a:solidFill>
                <a:srgbClr val="FFFFFF"/>
              </a:solidFill>
            </a:endParaRPr>
          </a:p>
          <a:p>
            <a:pPr indent="0" lvl="0" marL="0" rtl="0" algn="ctr">
              <a:spcBef>
                <a:spcPts val="0"/>
              </a:spcBef>
              <a:spcAft>
                <a:spcPts val="0"/>
              </a:spcAft>
              <a:buNone/>
            </a:pPr>
            <a:r>
              <a:t/>
            </a:r>
            <a:endParaRPr b="1" sz="1200">
              <a:solidFill>
                <a:srgbClr val="FFFFFF"/>
              </a:solidFill>
            </a:endParaRPr>
          </a:p>
        </p:txBody>
      </p:sp>
      <p:sp>
        <p:nvSpPr>
          <p:cNvPr id="14408" name="Google Shape;14408;p247"/>
          <p:cNvSpPr/>
          <p:nvPr/>
        </p:nvSpPr>
        <p:spPr>
          <a:xfrm>
            <a:off x="83988" y="595504"/>
            <a:ext cx="190200" cy="1692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9" name="Google Shape;14409;p247"/>
          <p:cNvSpPr/>
          <p:nvPr/>
        </p:nvSpPr>
        <p:spPr>
          <a:xfrm>
            <a:off x="2292338" y="358938"/>
            <a:ext cx="146700" cy="4023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0" name="Google Shape;14410;p247"/>
          <p:cNvSpPr/>
          <p:nvPr/>
        </p:nvSpPr>
        <p:spPr>
          <a:xfrm>
            <a:off x="-3377871" y="349350"/>
            <a:ext cx="2700000" cy="6490500"/>
          </a:xfrm>
          <a:prstGeom prst="roundRect">
            <a:avLst>
              <a:gd fmla="val 2889" name="adj"/>
            </a:avLst>
          </a:prstGeom>
          <a:solidFill>
            <a:srgbClr val="F3F3F3"/>
          </a:solidFill>
          <a:ln cap="flat" cmpd="sng" w="9525">
            <a:solidFill>
              <a:srgbClr val="F3F3F3"/>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t" bIns="54000" lIns="72000" spcFirstLastPara="1" rIns="72000" wrap="square" tIns="54000">
            <a:noAutofit/>
          </a:bodyPr>
          <a:lstStyle/>
          <a:p>
            <a:pPr indent="0" lvl="0" marL="0" rtl="0" algn="ctr">
              <a:spcBef>
                <a:spcPts val="0"/>
              </a:spcBef>
              <a:spcAft>
                <a:spcPts val="0"/>
              </a:spcAft>
              <a:buNone/>
            </a:pPr>
            <a:r>
              <a:rPr i="1" lang="es-419"/>
              <a:t>Paleta</a:t>
            </a:r>
            <a:endParaRPr i="1"/>
          </a:p>
        </p:txBody>
      </p:sp>
      <p:sp>
        <p:nvSpPr>
          <p:cNvPr id="14411" name="Google Shape;14411;p247"/>
          <p:cNvSpPr txBox="1"/>
          <p:nvPr/>
        </p:nvSpPr>
        <p:spPr>
          <a:xfrm>
            <a:off x="2524025" y="387675"/>
            <a:ext cx="17055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Caso de Uso de Sistema:</a:t>
            </a:r>
            <a:endParaRPr b="1" sz="1100"/>
          </a:p>
        </p:txBody>
      </p:sp>
      <p:sp>
        <p:nvSpPr>
          <p:cNvPr id="14412" name="Google Shape;14412;p247"/>
          <p:cNvSpPr txBox="1"/>
          <p:nvPr/>
        </p:nvSpPr>
        <p:spPr>
          <a:xfrm>
            <a:off x="2524020" y="579550"/>
            <a:ext cx="6846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Finalidad:</a:t>
            </a:r>
            <a:endParaRPr b="1" sz="1100"/>
          </a:p>
        </p:txBody>
      </p:sp>
      <p:sp>
        <p:nvSpPr>
          <p:cNvPr id="14413" name="Google Shape;14413;p247"/>
          <p:cNvSpPr txBox="1"/>
          <p:nvPr>
            <p:ph type="title"/>
          </p:nvPr>
        </p:nvSpPr>
        <p:spPr>
          <a:xfrm flipH="1">
            <a:off x="4248275" y="387675"/>
            <a:ext cx="5640300" cy="1692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000"/>
              <a:buNone/>
              <a:defRPr sz="1000">
                <a:solidFill>
                  <a:srgbClr val="000000"/>
                </a:solidFill>
              </a:defRPr>
            </a:lvl1pPr>
            <a:lvl2pPr lvl="1">
              <a:spcBef>
                <a:spcPts val="0"/>
              </a:spcBef>
              <a:spcAft>
                <a:spcPts val="0"/>
              </a:spcAft>
              <a:buClr>
                <a:srgbClr val="000000"/>
              </a:buClr>
              <a:buSzPts val="1000"/>
              <a:buNone/>
              <a:defRPr sz="1000">
                <a:solidFill>
                  <a:srgbClr val="000000"/>
                </a:solidFill>
              </a:defRPr>
            </a:lvl2pPr>
            <a:lvl3pPr lvl="2">
              <a:spcBef>
                <a:spcPts val="0"/>
              </a:spcBef>
              <a:spcAft>
                <a:spcPts val="0"/>
              </a:spcAft>
              <a:buClr>
                <a:srgbClr val="000000"/>
              </a:buClr>
              <a:buSzPts val="1000"/>
              <a:buNone/>
              <a:defRPr sz="1000">
                <a:solidFill>
                  <a:srgbClr val="000000"/>
                </a:solidFill>
              </a:defRPr>
            </a:lvl3pPr>
            <a:lvl4pPr lvl="3">
              <a:spcBef>
                <a:spcPts val="0"/>
              </a:spcBef>
              <a:spcAft>
                <a:spcPts val="0"/>
              </a:spcAft>
              <a:buClr>
                <a:srgbClr val="000000"/>
              </a:buClr>
              <a:buSzPts val="1000"/>
              <a:buNone/>
              <a:defRPr sz="1000">
                <a:solidFill>
                  <a:srgbClr val="000000"/>
                </a:solidFill>
              </a:defRPr>
            </a:lvl4pPr>
            <a:lvl5pPr lvl="4">
              <a:spcBef>
                <a:spcPts val="0"/>
              </a:spcBef>
              <a:spcAft>
                <a:spcPts val="0"/>
              </a:spcAft>
              <a:buClr>
                <a:srgbClr val="000000"/>
              </a:buClr>
              <a:buSzPts val="1000"/>
              <a:buNone/>
              <a:defRPr sz="1000">
                <a:solidFill>
                  <a:srgbClr val="000000"/>
                </a:solidFill>
              </a:defRPr>
            </a:lvl5pPr>
            <a:lvl6pPr lvl="5">
              <a:spcBef>
                <a:spcPts val="0"/>
              </a:spcBef>
              <a:spcAft>
                <a:spcPts val="0"/>
              </a:spcAft>
              <a:buClr>
                <a:srgbClr val="000000"/>
              </a:buClr>
              <a:buSzPts val="1000"/>
              <a:buNone/>
              <a:defRPr sz="1000">
                <a:solidFill>
                  <a:srgbClr val="000000"/>
                </a:solidFill>
              </a:defRPr>
            </a:lvl6pPr>
            <a:lvl7pPr lvl="6">
              <a:spcBef>
                <a:spcPts val="0"/>
              </a:spcBef>
              <a:spcAft>
                <a:spcPts val="0"/>
              </a:spcAft>
              <a:buClr>
                <a:srgbClr val="000000"/>
              </a:buClr>
              <a:buSzPts val="1000"/>
              <a:buNone/>
              <a:defRPr sz="1000">
                <a:solidFill>
                  <a:srgbClr val="000000"/>
                </a:solidFill>
              </a:defRPr>
            </a:lvl7pPr>
            <a:lvl8pPr lvl="7">
              <a:spcBef>
                <a:spcPts val="0"/>
              </a:spcBef>
              <a:spcAft>
                <a:spcPts val="0"/>
              </a:spcAft>
              <a:buClr>
                <a:srgbClr val="000000"/>
              </a:buClr>
              <a:buSzPts val="1000"/>
              <a:buNone/>
              <a:defRPr sz="1000">
                <a:solidFill>
                  <a:srgbClr val="000000"/>
                </a:solidFill>
              </a:defRPr>
            </a:lvl8pPr>
            <a:lvl9pPr lvl="8">
              <a:spcBef>
                <a:spcPts val="0"/>
              </a:spcBef>
              <a:spcAft>
                <a:spcPts val="0"/>
              </a:spcAft>
              <a:buClr>
                <a:srgbClr val="000000"/>
              </a:buClr>
              <a:buSzPts val="1000"/>
              <a:buNone/>
              <a:defRPr sz="1000">
                <a:solidFill>
                  <a:srgbClr val="000000"/>
                </a:solidFill>
              </a:defRPr>
            </a:lvl9pPr>
          </a:lstStyle>
          <a:p/>
        </p:txBody>
      </p:sp>
      <p:sp>
        <p:nvSpPr>
          <p:cNvPr id="14414" name="Google Shape;14414;p247"/>
          <p:cNvSpPr txBox="1"/>
          <p:nvPr>
            <p:ph idx="2" type="title"/>
          </p:nvPr>
        </p:nvSpPr>
        <p:spPr>
          <a:xfrm flipH="1">
            <a:off x="3231275" y="579550"/>
            <a:ext cx="6657300" cy="1692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000"/>
              <a:buNone/>
              <a:defRPr sz="1000">
                <a:solidFill>
                  <a:srgbClr val="000000"/>
                </a:solidFill>
              </a:defRPr>
            </a:lvl1pPr>
            <a:lvl2pPr lvl="1">
              <a:spcBef>
                <a:spcPts val="0"/>
              </a:spcBef>
              <a:spcAft>
                <a:spcPts val="0"/>
              </a:spcAft>
              <a:buClr>
                <a:srgbClr val="000000"/>
              </a:buClr>
              <a:buSzPts val="1000"/>
              <a:buNone/>
              <a:defRPr sz="1000">
                <a:solidFill>
                  <a:srgbClr val="000000"/>
                </a:solidFill>
              </a:defRPr>
            </a:lvl2pPr>
            <a:lvl3pPr lvl="2">
              <a:spcBef>
                <a:spcPts val="0"/>
              </a:spcBef>
              <a:spcAft>
                <a:spcPts val="0"/>
              </a:spcAft>
              <a:buClr>
                <a:srgbClr val="000000"/>
              </a:buClr>
              <a:buSzPts val="1000"/>
              <a:buNone/>
              <a:defRPr sz="1000">
                <a:solidFill>
                  <a:srgbClr val="000000"/>
                </a:solidFill>
              </a:defRPr>
            </a:lvl3pPr>
            <a:lvl4pPr lvl="3">
              <a:spcBef>
                <a:spcPts val="0"/>
              </a:spcBef>
              <a:spcAft>
                <a:spcPts val="0"/>
              </a:spcAft>
              <a:buClr>
                <a:srgbClr val="000000"/>
              </a:buClr>
              <a:buSzPts val="1000"/>
              <a:buNone/>
              <a:defRPr sz="1000">
                <a:solidFill>
                  <a:srgbClr val="000000"/>
                </a:solidFill>
              </a:defRPr>
            </a:lvl4pPr>
            <a:lvl5pPr lvl="4">
              <a:spcBef>
                <a:spcPts val="0"/>
              </a:spcBef>
              <a:spcAft>
                <a:spcPts val="0"/>
              </a:spcAft>
              <a:buClr>
                <a:srgbClr val="000000"/>
              </a:buClr>
              <a:buSzPts val="1000"/>
              <a:buNone/>
              <a:defRPr sz="1000">
                <a:solidFill>
                  <a:srgbClr val="000000"/>
                </a:solidFill>
              </a:defRPr>
            </a:lvl5pPr>
            <a:lvl6pPr lvl="5">
              <a:spcBef>
                <a:spcPts val="0"/>
              </a:spcBef>
              <a:spcAft>
                <a:spcPts val="0"/>
              </a:spcAft>
              <a:buClr>
                <a:srgbClr val="000000"/>
              </a:buClr>
              <a:buSzPts val="1000"/>
              <a:buNone/>
              <a:defRPr sz="1000">
                <a:solidFill>
                  <a:srgbClr val="000000"/>
                </a:solidFill>
              </a:defRPr>
            </a:lvl6pPr>
            <a:lvl7pPr lvl="6">
              <a:spcBef>
                <a:spcPts val="0"/>
              </a:spcBef>
              <a:spcAft>
                <a:spcPts val="0"/>
              </a:spcAft>
              <a:buClr>
                <a:srgbClr val="000000"/>
              </a:buClr>
              <a:buSzPts val="1000"/>
              <a:buNone/>
              <a:defRPr sz="1000">
                <a:solidFill>
                  <a:srgbClr val="000000"/>
                </a:solidFill>
              </a:defRPr>
            </a:lvl7pPr>
            <a:lvl8pPr lvl="7">
              <a:spcBef>
                <a:spcPts val="0"/>
              </a:spcBef>
              <a:spcAft>
                <a:spcPts val="0"/>
              </a:spcAft>
              <a:buClr>
                <a:srgbClr val="000000"/>
              </a:buClr>
              <a:buSzPts val="1000"/>
              <a:buNone/>
              <a:defRPr sz="1000">
                <a:solidFill>
                  <a:srgbClr val="000000"/>
                </a:solidFill>
              </a:defRPr>
            </a:lvl8pPr>
            <a:lvl9pPr lvl="8">
              <a:spcBef>
                <a:spcPts val="0"/>
              </a:spcBef>
              <a:spcAft>
                <a:spcPts val="0"/>
              </a:spcAft>
              <a:buClr>
                <a:srgbClr val="000000"/>
              </a:buClr>
              <a:buSzPts val="1000"/>
              <a:buNone/>
              <a:defRPr sz="1000">
                <a:solidFill>
                  <a:srgbClr val="000000"/>
                </a:solidFill>
              </a:defRPr>
            </a:lvl9pPr>
          </a:lstStyle>
          <a:p/>
        </p:txBody>
      </p:sp>
      <p:sp>
        <p:nvSpPr>
          <p:cNvPr id="14415" name="Google Shape;14415;p247"/>
          <p:cNvSpPr txBox="1"/>
          <p:nvPr>
            <p:ph idx="1" type="body"/>
          </p:nvPr>
        </p:nvSpPr>
        <p:spPr>
          <a:xfrm>
            <a:off x="641150" y="612125"/>
            <a:ext cx="1770300" cy="160500"/>
          </a:xfrm>
          <a:prstGeom prst="rect">
            <a:avLst/>
          </a:prstGeom>
          <a:noFill/>
          <a:ln>
            <a:noFill/>
          </a:ln>
        </p:spPr>
        <p:txBody>
          <a:bodyPr anchorCtr="0" anchor="t" bIns="0" lIns="0" spcFirstLastPara="1" rIns="0" wrap="square" tIns="0">
            <a:noAutofit/>
          </a:bodyPr>
          <a:lstStyle>
            <a:lvl1pPr indent="-292100" lvl="0" marL="457200" algn="ctr">
              <a:spcBef>
                <a:spcPts val="0"/>
              </a:spcBef>
              <a:spcAft>
                <a:spcPts val="0"/>
              </a:spcAft>
              <a:buClr>
                <a:srgbClr val="FFFFFF"/>
              </a:buClr>
              <a:buSzPts val="1000"/>
              <a:buChar char="●"/>
              <a:defRPr sz="1000">
                <a:solidFill>
                  <a:srgbClr val="FFFFFF"/>
                </a:solidFill>
              </a:defRPr>
            </a:lvl1pPr>
            <a:lvl2pPr indent="-292100" lvl="1" marL="914400" algn="ctr">
              <a:spcBef>
                <a:spcPts val="0"/>
              </a:spcBef>
              <a:spcAft>
                <a:spcPts val="0"/>
              </a:spcAft>
              <a:buClr>
                <a:srgbClr val="FFFFFF"/>
              </a:buClr>
              <a:buSzPts val="1000"/>
              <a:buChar char="○"/>
              <a:defRPr sz="1000">
                <a:solidFill>
                  <a:srgbClr val="FFFFFF"/>
                </a:solidFill>
              </a:defRPr>
            </a:lvl2pPr>
            <a:lvl3pPr indent="-292100" lvl="2" marL="1371600" algn="ctr">
              <a:spcBef>
                <a:spcPts val="0"/>
              </a:spcBef>
              <a:spcAft>
                <a:spcPts val="0"/>
              </a:spcAft>
              <a:buClr>
                <a:srgbClr val="FFFFFF"/>
              </a:buClr>
              <a:buSzPts val="1000"/>
              <a:buChar char="■"/>
              <a:defRPr sz="1000">
                <a:solidFill>
                  <a:srgbClr val="FFFFFF"/>
                </a:solidFill>
              </a:defRPr>
            </a:lvl3pPr>
            <a:lvl4pPr indent="-292100" lvl="3" marL="1828800" algn="ctr">
              <a:spcBef>
                <a:spcPts val="0"/>
              </a:spcBef>
              <a:spcAft>
                <a:spcPts val="0"/>
              </a:spcAft>
              <a:buClr>
                <a:srgbClr val="FFFFFF"/>
              </a:buClr>
              <a:buSzPts val="1000"/>
              <a:buChar char="●"/>
              <a:defRPr sz="1000">
                <a:solidFill>
                  <a:srgbClr val="FFFFFF"/>
                </a:solidFill>
              </a:defRPr>
            </a:lvl4pPr>
            <a:lvl5pPr indent="-292100" lvl="4" marL="2286000" algn="ctr">
              <a:spcBef>
                <a:spcPts val="0"/>
              </a:spcBef>
              <a:spcAft>
                <a:spcPts val="0"/>
              </a:spcAft>
              <a:buClr>
                <a:srgbClr val="FFFFFF"/>
              </a:buClr>
              <a:buSzPts val="1000"/>
              <a:buChar char="○"/>
              <a:defRPr sz="1000">
                <a:solidFill>
                  <a:srgbClr val="FFFFFF"/>
                </a:solidFill>
              </a:defRPr>
            </a:lvl5pPr>
            <a:lvl6pPr indent="-292100" lvl="5" marL="2743200" algn="ctr">
              <a:spcBef>
                <a:spcPts val="0"/>
              </a:spcBef>
              <a:spcAft>
                <a:spcPts val="0"/>
              </a:spcAft>
              <a:buClr>
                <a:srgbClr val="FFFFFF"/>
              </a:buClr>
              <a:buSzPts val="1000"/>
              <a:buChar char="■"/>
              <a:defRPr sz="1000">
                <a:solidFill>
                  <a:srgbClr val="FFFFFF"/>
                </a:solidFill>
              </a:defRPr>
            </a:lvl6pPr>
            <a:lvl7pPr indent="-292100" lvl="6" marL="3200400" algn="ctr">
              <a:spcBef>
                <a:spcPts val="0"/>
              </a:spcBef>
              <a:spcAft>
                <a:spcPts val="0"/>
              </a:spcAft>
              <a:buClr>
                <a:srgbClr val="FFFFFF"/>
              </a:buClr>
              <a:buSzPts val="1000"/>
              <a:buChar char="●"/>
              <a:defRPr sz="1000">
                <a:solidFill>
                  <a:srgbClr val="FFFFFF"/>
                </a:solidFill>
              </a:defRPr>
            </a:lvl7pPr>
            <a:lvl8pPr indent="-292100" lvl="7" marL="3657600" algn="ctr">
              <a:spcBef>
                <a:spcPts val="0"/>
              </a:spcBef>
              <a:spcAft>
                <a:spcPts val="0"/>
              </a:spcAft>
              <a:buClr>
                <a:srgbClr val="FFFFFF"/>
              </a:buClr>
              <a:buSzPts val="1000"/>
              <a:buChar char="○"/>
              <a:defRPr sz="1000">
                <a:solidFill>
                  <a:srgbClr val="FFFFFF"/>
                </a:solidFill>
              </a:defRPr>
            </a:lvl8pPr>
            <a:lvl9pPr indent="-292100" lvl="8" marL="4114800" algn="ctr">
              <a:spcBef>
                <a:spcPts val="0"/>
              </a:spcBef>
              <a:spcAft>
                <a:spcPts val="0"/>
              </a:spcAft>
              <a:buClr>
                <a:srgbClr val="FFFFFF"/>
              </a:buClr>
              <a:buSzPts val="1000"/>
              <a:buChar char="■"/>
              <a:defRPr sz="1000">
                <a:solidFill>
                  <a:srgbClr val="FFFFFF"/>
                </a:solidFill>
              </a:defRPr>
            </a:lvl9pPr>
          </a:lstStyle>
          <a:p/>
        </p:txBody>
      </p:sp>
      <p:sp>
        <p:nvSpPr>
          <p:cNvPr id="14416" name="Google Shape;14416;p247"/>
          <p:cNvSpPr txBox="1"/>
          <p:nvPr/>
        </p:nvSpPr>
        <p:spPr>
          <a:xfrm>
            <a:off x="84825" y="598125"/>
            <a:ext cx="595500" cy="205800"/>
          </a:xfrm>
          <a:prstGeom prst="rect">
            <a:avLst/>
          </a:prstGeom>
          <a:noFill/>
          <a:ln>
            <a:noFill/>
          </a:ln>
        </p:spPr>
        <p:txBody>
          <a:bodyPr anchorCtr="0" anchor="t" bIns="18000" lIns="18000" spcFirstLastPara="1" rIns="18000" wrap="square" tIns="18000">
            <a:spAutoFit/>
          </a:bodyPr>
          <a:lstStyle/>
          <a:p>
            <a:pPr indent="0" lvl="0" marL="0" rtl="0" algn="l">
              <a:spcBef>
                <a:spcPts val="0"/>
              </a:spcBef>
              <a:spcAft>
                <a:spcPts val="0"/>
              </a:spcAft>
              <a:buNone/>
            </a:pPr>
            <a:r>
              <a:rPr lang="es-419" sz="1100">
                <a:solidFill>
                  <a:srgbClr val="FFFFFF"/>
                </a:solidFill>
              </a:rPr>
              <a:t>Nombre:</a:t>
            </a:r>
            <a:endParaRPr sz="1100">
              <a:solidFill>
                <a:srgbClr val="FFFFFF"/>
              </a:solidFill>
            </a:endParaRPr>
          </a:p>
        </p:txBody>
      </p:sp>
    </p:spTree>
  </p:cSld>
  <p:clrMapOvr>
    <a:masterClrMapping/>
  </p:clrMapOvr>
</p:sldLayout>
</file>

<file path=ppt/slideLayouts/slideLayout24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6.1 Actor de Sistema">
  <p:cSld name="TITLE_3_6_1_1_1_1_1_1_1_1_1_1_1_1_1_1_1_1_1_1_1_1_1_1_1_1_1_1_1">
    <p:spTree>
      <p:nvGrpSpPr>
        <p:cNvPr id="14417" name="Shape 14417"/>
        <p:cNvGrpSpPr/>
        <p:nvPr/>
      </p:nvGrpSpPr>
      <p:grpSpPr>
        <a:xfrm>
          <a:off x="0" y="0"/>
          <a:ext cx="0" cy="0"/>
          <a:chOff x="0" y="0"/>
          <a:chExt cx="0" cy="0"/>
        </a:xfrm>
      </p:grpSpPr>
      <p:sp>
        <p:nvSpPr>
          <p:cNvPr id="14418" name="Google Shape;14418;p248"/>
          <p:cNvSpPr/>
          <p:nvPr/>
        </p:nvSpPr>
        <p:spPr>
          <a:xfrm>
            <a:off x="97888" y="377012"/>
            <a:ext cx="9893400" cy="296700"/>
          </a:xfrm>
          <a:prstGeom prst="roundRect">
            <a:avLst>
              <a:gd fmla="val 22902" name="adj"/>
            </a:avLst>
          </a:prstGeom>
          <a:solidFill>
            <a:srgbClr val="F3F3F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14419" name="Google Shape;14419;p248"/>
          <p:cNvSpPr/>
          <p:nvPr/>
        </p:nvSpPr>
        <p:spPr>
          <a:xfrm>
            <a:off x="77688" y="358938"/>
            <a:ext cx="9935700" cy="6438000"/>
          </a:xfrm>
          <a:prstGeom prst="roundRect">
            <a:avLst>
              <a:gd fmla="val 2618" name="adj"/>
            </a:avLst>
          </a:prstGeom>
          <a:solidFill>
            <a:srgbClr val="FFFFFF"/>
          </a:solidFill>
          <a:ln cap="flat" cmpd="sng" w="38100">
            <a:solidFill>
              <a:srgbClr val="000000"/>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4420" name="Google Shape;14420;p248"/>
          <p:cNvCxnSpPr/>
          <p:nvPr/>
        </p:nvCxnSpPr>
        <p:spPr>
          <a:xfrm>
            <a:off x="77688" y="772614"/>
            <a:ext cx="9935700" cy="0"/>
          </a:xfrm>
          <a:prstGeom prst="straightConnector1">
            <a:avLst/>
          </a:prstGeom>
          <a:noFill/>
          <a:ln cap="flat" cmpd="sng" w="19050">
            <a:solidFill>
              <a:srgbClr val="000000"/>
            </a:solidFill>
            <a:prstDash val="solid"/>
            <a:round/>
            <a:headEnd len="med" w="med" type="none"/>
            <a:tailEnd len="med" w="med" type="none"/>
          </a:ln>
        </p:spPr>
      </p:cxnSp>
      <p:cxnSp>
        <p:nvCxnSpPr>
          <p:cNvPr id="14421" name="Google Shape;14421;p248"/>
          <p:cNvCxnSpPr/>
          <p:nvPr/>
        </p:nvCxnSpPr>
        <p:spPr>
          <a:xfrm rot="10800000">
            <a:off x="2439038" y="368188"/>
            <a:ext cx="0" cy="402300"/>
          </a:xfrm>
          <a:prstGeom prst="straightConnector1">
            <a:avLst/>
          </a:prstGeom>
          <a:noFill/>
          <a:ln cap="flat" cmpd="sng" w="19050">
            <a:solidFill>
              <a:srgbClr val="000000"/>
            </a:solidFill>
            <a:prstDash val="solid"/>
            <a:round/>
            <a:headEnd len="med" w="med" type="none"/>
            <a:tailEnd len="med" w="med" type="none"/>
          </a:ln>
        </p:spPr>
      </p:cxnSp>
      <p:sp>
        <p:nvSpPr>
          <p:cNvPr id="14422" name="Google Shape;14422;p248"/>
          <p:cNvSpPr/>
          <p:nvPr/>
        </p:nvSpPr>
        <p:spPr>
          <a:xfrm>
            <a:off x="77688" y="349338"/>
            <a:ext cx="2361300" cy="421200"/>
          </a:xfrm>
          <a:prstGeom prst="roundRect">
            <a:avLst>
              <a:gd fmla="val 50000" name="adj"/>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s-419" sz="1200">
                <a:solidFill>
                  <a:srgbClr val="FFFFFF"/>
                </a:solidFill>
              </a:rPr>
              <a:t>Actor de Sistema</a:t>
            </a:r>
            <a:endParaRPr b="1" sz="1200">
              <a:solidFill>
                <a:srgbClr val="FFFFFF"/>
              </a:solidFill>
            </a:endParaRPr>
          </a:p>
          <a:p>
            <a:pPr indent="0" lvl="0" marL="0" rtl="0" algn="ctr">
              <a:spcBef>
                <a:spcPts val="0"/>
              </a:spcBef>
              <a:spcAft>
                <a:spcPts val="0"/>
              </a:spcAft>
              <a:buNone/>
            </a:pPr>
            <a:r>
              <a:t/>
            </a:r>
            <a:endParaRPr b="1" sz="1200">
              <a:solidFill>
                <a:srgbClr val="FFFFFF"/>
              </a:solidFill>
            </a:endParaRPr>
          </a:p>
        </p:txBody>
      </p:sp>
      <p:sp>
        <p:nvSpPr>
          <p:cNvPr id="14423" name="Google Shape;14423;p248"/>
          <p:cNvSpPr/>
          <p:nvPr/>
        </p:nvSpPr>
        <p:spPr>
          <a:xfrm>
            <a:off x="83988" y="595504"/>
            <a:ext cx="190200" cy="1692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4" name="Google Shape;14424;p248"/>
          <p:cNvSpPr/>
          <p:nvPr/>
        </p:nvSpPr>
        <p:spPr>
          <a:xfrm>
            <a:off x="2292338" y="358938"/>
            <a:ext cx="146700" cy="4023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4425" name="Google Shape;14425;p248"/>
          <p:cNvCxnSpPr/>
          <p:nvPr/>
        </p:nvCxnSpPr>
        <p:spPr>
          <a:xfrm>
            <a:off x="5104406" y="929748"/>
            <a:ext cx="0" cy="5689200"/>
          </a:xfrm>
          <a:prstGeom prst="straightConnector1">
            <a:avLst/>
          </a:prstGeom>
          <a:noFill/>
          <a:ln cap="flat" cmpd="sng" w="19050">
            <a:solidFill>
              <a:srgbClr val="D9D9D9"/>
            </a:solidFill>
            <a:prstDash val="dash"/>
            <a:round/>
            <a:headEnd len="med" w="med" type="none"/>
            <a:tailEnd len="med" w="med" type="none"/>
          </a:ln>
        </p:spPr>
      </p:cxnSp>
      <p:sp>
        <p:nvSpPr>
          <p:cNvPr id="14426" name="Google Shape;14426;p248"/>
          <p:cNvSpPr txBox="1"/>
          <p:nvPr/>
        </p:nvSpPr>
        <p:spPr>
          <a:xfrm>
            <a:off x="197034" y="1078797"/>
            <a:ext cx="1679100" cy="246300"/>
          </a:xfrm>
          <a:prstGeom prst="rect">
            <a:avLst/>
          </a:prstGeom>
          <a:noFill/>
          <a:ln>
            <a:noFill/>
          </a:ln>
        </p:spPr>
        <p:txBody>
          <a:bodyPr anchorCtr="0" anchor="ctr" bIns="0" lIns="0" spcFirstLastPara="1" rIns="0" wrap="square" tIns="0">
            <a:spAutoFit/>
          </a:bodyPr>
          <a:lstStyle/>
          <a:p>
            <a:pPr indent="0" lvl="0" marL="0" rtl="0" algn="r">
              <a:lnSpc>
                <a:spcPct val="100000"/>
              </a:lnSpc>
              <a:spcBef>
                <a:spcPts val="0"/>
              </a:spcBef>
              <a:spcAft>
                <a:spcPts val="0"/>
              </a:spcAft>
              <a:buNone/>
            </a:pPr>
            <a:r>
              <a:rPr b="1" lang="es-419" sz="1000">
                <a:latin typeface="Arvo"/>
                <a:ea typeface="Arvo"/>
                <a:cs typeface="Arvo"/>
                <a:sym typeface="Arvo"/>
              </a:rPr>
              <a:t>Nombre del Actor: </a:t>
            </a:r>
            <a:endParaRPr b="1" sz="1000">
              <a:latin typeface="Arvo"/>
              <a:ea typeface="Arvo"/>
              <a:cs typeface="Arvo"/>
              <a:sym typeface="Arvo"/>
            </a:endParaRPr>
          </a:p>
          <a:p>
            <a:pPr indent="0" lvl="0" marL="0" rtl="0" algn="r">
              <a:lnSpc>
                <a:spcPct val="100000"/>
              </a:lnSpc>
              <a:spcBef>
                <a:spcPts val="0"/>
              </a:spcBef>
              <a:spcAft>
                <a:spcPts val="0"/>
              </a:spcAft>
              <a:buNone/>
            </a:pPr>
            <a:r>
              <a:rPr i="1" lang="es-419" sz="600">
                <a:solidFill>
                  <a:srgbClr val="666666"/>
                </a:solidFill>
                <a:latin typeface="Arvo"/>
                <a:ea typeface="Arvo"/>
                <a:cs typeface="Arvo"/>
                <a:sym typeface="Arvo"/>
              </a:rPr>
              <a:t>&lt;ej: Comprador&gt;</a:t>
            </a:r>
            <a:endParaRPr i="1" sz="600">
              <a:solidFill>
                <a:srgbClr val="666666"/>
              </a:solidFill>
              <a:latin typeface="Arvo"/>
              <a:ea typeface="Arvo"/>
              <a:cs typeface="Arvo"/>
              <a:sym typeface="Arvo"/>
            </a:endParaRPr>
          </a:p>
        </p:txBody>
      </p:sp>
      <p:sp>
        <p:nvSpPr>
          <p:cNvPr id="14427" name="Google Shape;14427;p248"/>
          <p:cNvSpPr txBox="1"/>
          <p:nvPr/>
        </p:nvSpPr>
        <p:spPr>
          <a:xfrm>
            <a:off x="197034" y="1572261"/>
            <a:ext cx="1679100" cy="274800"/>
          </a:xfrm>
          <a:prstGeom prst="rect">
            <a:avLst/>
          </a:prstGeom>
          <a:noFill/>
          <a:ln>
            <a:noFill/>
          </a:ln>
        </p:spPr>
        <p:txBody>
          <a:bodyPr anchorCtr="0" anchor="ctr" bIns="0" lIns="0" spcFirstLastPara="1" rIns="0" wrap="square" tIns="0">
            <a:spAutoFit/>
          </a:bodyPr>
          <a:lstStyle/>
          <a:p>
            <a:pPr indent="0" lvl="0" marL="0" rtl="0" algn="r">
              <a:lnSpc>
                <a:spcPct val="85000"/>
              </a:lnSpc>
              <a:spcBef>
                <a:spcPts val="0"/>
              </a:spcBef>
              <a:spcAft>
                <a:spcPts val="0"/>
              </a:spcAft>
              <a:buNone/>
            </a:pPr>
            <a:r>
              <a:rPr b="1" lang="es-419" sz="1000">
                <a:latin typeface="Arvo"/>
                <a:ea typeface="Arvo"/>
                <a:cs typeface="Arvo"/>
                <a:sym typeface="Arvo"/>
              </a:rPr>
              <a:t>Rol:</a:t>
            </a:r>
            <a:endParaRPr sz="700">
              <a:solidFill>
                <a:srgbClr val="666666"/>
              </a:solidFill>
              <a:latin typeface="Arvo"/>
              <a:ea typeface="Arvo"/>
              <a:cs typeface="Arvo"/>
              <a:sym typeface="Arvo"/>
            </a:endParaRPr>
          </a:p>
          <a:p>
            <a:pPr indent="0" lvl="0" marL="0" rtl="0" algn="r">
              <a:lnSpc>
                <a:spcPct val="85000"/>
              </a:lnSpc>
              <a:spcBef>
                <a:spcPts val="0"/>
              </a:spcBef>
              <a:spcAft>
                <a:spcPts val="0"/>
              </a:spcAft>
              <a:buNone/>
            </a:pPr>
            <a:r>
              <a:rPr lang="es-419" sz="700">
                <a:solidFill>
                  <a:srgbClr val="666666"/>
                </a:solidFill>
                <a:latin typeface="Arvo"/>
                <a:ea typeface="Arvo"/>
                <a:cs typeface="Arvo"/>
                <a:sym typeface="Arvo"/>
              </a:rPr>
              <a:t> </a:t>
            </a:r>
            <a:r>
              <a:rPr i="1" lang="es-419" sz="600">
                <a:solidFill>
                  <a:srgbClr val="666666"/>
                </a:solidFill>
                <a:latin typeface="Arvo"/>
                <a:ea typeface="Arvo"/>
                <a:cs typeface="Arvo"/>
                <a:sym typeface="Arvo"/>
              </a:rPr>
              <a:t>&lt;ej: Cliente, ó Proveedor&gt;</a:t>
            </a:r>
            <a:r>
              <a:rPr b="1" lang="es-419" sz="1100">
                <a:latin typeface="Arvo"/>
                <a:ea typeface="Arvo"/>
                <a:cs typeface="Arvo"/>
                <a:sym typeface="Arvo"/>
              </a:rPr>
              <a:t> </a:t>
            </a:r>
            <a:endParaRPr sz="800">
              <a:solidFill>
                <a:srgbClr val="666666"/>
              </a:solidFill>
              <a:latin typeface="Arvo"/>
              <a:ea typeface="Arvo"/>
              <a:cs typeface="Arvo"/>
              <a:sym typeface="Arvo"/>
            </a:endParaRPr>
          </a:p>
        </p:txBody>
      </p:sp>
      <p:sp>
        <p:nvSpPr>
          <p:cNvPr id="14428" name="Google Shape;14428;p248"/>
          <p:cNvSpPr/>
          <p:nvPr/>
        </p:nvSpPr>
        <p:spPr>
          <a:xfrm>
            <a:off x="1940924" y="1030197"/>
            <a:ext cx="3027000" cy="343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14429" name="Google Shape;14429;p248"/>
          <p:cNvSpPr txBox="1"/>
          <p:nvPr>
            <p:ph idx="1" type="subTitle"/>
          </p:nvPr>
        </p:nvSpPr>
        <p:spPr>
          <a:xfrm>
            <a:off x="1940624" y="1030947"/>
            <a:ext cx="3027600" cy="342000"/>
          </a:xfrm>
          <a:prstGeom prst="rect">
            <a:avLst/>
          </a:prstGeom>
          <a:noFill/>
          <a:ln>
            <a:noFill/>
          </a:ln>
        </p:spPr>
        <p:txBody>
          <a:bodyPr anchorCtr="0" anchor="ctr" bIns="36000" lIns="36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14430" name="Google Shape;14430;p248"/>
          <p:cNvSpPr/>
          <p:nvPr/>
        </p:nvSpPr>
        <p:spPr>
          <a:xfrm>
            <a:off x="1940924" y="1537911"/>
            <a:ext cx="3027000" cy="343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14431" name="Google Shape;14431;p248"/>
          <p:cNvSpPr txBox="1"/>
          <p:nvPr>
            <p:ph idx="2" type="subTitle"/>
          </p:nvPr>
        </p:nvSpPr>
        <p:spPr>
          <a:xfrm>
            <a:off x="1940624" y="1538661"/>
            <a:ext cx="3027600" cy="342000"/>
          </a:xfrm>
          <a:prstGeom prst="rect">
            <a:avLst/>
          </a:prstGeom>
          <a:noFill/>
          <a:ln>
            <a:noFill/>
          </a:ln>
        </p:spPr>
        <p:txBody>
          <a:bodyPr anchorCtr="0" anchor="ctr" bIns="36000" lIns="36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14432" name="Google Shape;14432;p248"/>
          <p:cNvSpPr txBox="1"/>
          <p:nvPr/>
        </p:nvSpPr>
        <p:spPr>
          <a:xfrm>
            <a:off x="197034" y="2065929"/>
            <a:ext cx="1679100" cy="415500"/>
          </a:xfrm>
          <a:prstGeom prst="rect">
            <a:avLst/>
          </a:prstGeom>
          <a:noFill/>
          <a:ln>
            <a:noFill/>
          </a:ln>
        </p:spPr>
        <p:txBody>
          <a:bodyPr anchorCtr="0" anchor="ctr" bIns="0" lIns="0" spcFirstLastPara="1" rIns="0" wrap="square" tIns="0">
            <a:spAutoFit/>
          </a:bodyPr>
          <a:lstStyle/>
          <a:p>
            <a:pPr indent="0" lvl="0" marL="0" rtl="0" algn="r">
              <a:lnSpc>
                <a:spcPct val="100000"/>
              </a:lnSpc>
              <a:spcBef>
                <a:spcPts val="0"/>
              </a:spcBef>
              <a:spcAft>
                <a:spcPts val="0"/>
              </a:spcAft>
              <a:buNone/>
            </a:pPr>
            <a:r>
              <a:rPr b="1" lang="es-419" sz="1000">
                <a:latin typeface="Arvo"/>
                <a:ea typeface="Arvo"/>
                <a:cs typeface="Arvo"/>
                <a:sym typeface="Arvo"/>
              </a:rPr>
              <a:t>Funcionalidades con los que tiene relación:</a:t>
            </a:r>
            <a:endParaRPr b="1" sz="1000">
              <a:latin typeface="Arvo"/>
              <a:ea typeface="Arvo"/>
              <a:cs typeface="Arvo"/>
              <a:sym typeface="Arvo"/>
            </a:endParaRPr>
          </a:p>
          <a:p>
            <a:pPr indent="0" lvl="0" marL="0" rtl="0" algn="r">
              <a:lnSpc>
                <a:spcPct val="100000"/>
              </a:lnSpc>
              <a:spcBef>
                <a:spcPts val="0"/>
              </a:spcBef>
              <a:spcAft>
                <a:spcPts val="0"/>
              </a:spcAft>
              <a:buNone/>
            </a:pPr>
            <a:r>
              <a:rPr lang="es-419" sz="700">
                <a:solidFill>
                  <a:srgbClr val="666666"/>
                </a:solidFill>
                <a:latin typeface="Arvo"/>
                <a:ea typeface="Arvo"/>
                <a:cs typeface="Arvo"/>
                <a:sym typeface="Arvo"/>
              </a:rPr>
              <a:t> </a:t>
            </a:r>
            <a:r>
              <a:rPr i="1" lang="es-419" sz="600">
                <a:solidFill>
                  <a:srgbClr val="666666"/>
                </a:solidFill>
                <a:latin typeface="Arvo"/>
                <a:ea typeface="Arvo"/>
                <a:cs typeface="Arvo"/>
                <a:sym typeface="Arvo"/>
              </a:rPr>
              <a:t>&lt;ej: El comprador se registra&gt;</a:t>
            </a:r>
            <a:endParaRPr sz="800">
              <a:solidFill>
                <a:srgbClr val="666666"/>
              </a:solidFill>
              <a:latin typeface="Arvo"/>
              <a:ea typeface="Arvo"/>
              <a:cs typeface="Arvo"/>
              <a:sym typeface="Arvo"/>
            </a:endParaRPr>
          </a:p>
        </p:txBody>
      </p:sp>
      <p:sp>
        <p:nvSpPr>
          <p:cNvPr id="14433" name="Google Shape;14433;p248"/>
          <p:cNvSpPr/>
          <p:nvPr/>
        </p:nvSpPr>
        <p:spPr>
          <a:xfrm>
            <a:off x="1940924" y="2060575"/>
            <a:ext cx="3027000" cy="1015800"/>
          </a:xfrm>
          <a:prstGeom prst="roundRect">
            <a:avLst>
              <a:gd fmla="val 728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14434" name="Google Shape;14434;p248"/>
          <p:cNvSpPr txBox="1"/>
          <p:nvPr>
            <p:ph idx="3" type="subTitle"/>
          </p:nvPr>
        </p:nvSpPr>
        <p:spPr>
          <a:xfrm>
            <a:off x="1940924" y="2061325"/>
            <a:ext cx="3027000" cy="1015200"/>
          </a:xfrm>
          <a:prstGeom prst="rect">
            <a:avLst/>
          </a:prstGeom>
          <a:noFill/>
          <a:ln>
            <a:noFill/>
          </a:ln>
        </p:spPr>
        <p:txBody>
          <a:bodyPr anchorCtr="0" anchor="t" bIns="36000" lIns="36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14435" name="Google Shape;14435;p248"/>
          <p:cNvSpPr txBox="1"/>
          <p:nvPr/>
        </p:nvSpPr>
        <p:spPr>
          <a:xfrm>
            <a:off x="197034" y="3222969"/>
            <a:ext cx="1679100" cy="744900"/>
          </a:xfrm>
          <a:prstGeom prst="rect">
            <a:avLst/>
          </a:prstGeom>
          <a:noFill/>
          <a:ln>
            <a:noFill/>
          </a:ln>
        </p:spPr>
        <p:txBody>
          <a:bodyPr anchorCtr="0" anchor="ctr" bIns="0" lIns="0" spcFirstLastPara="1" rIns="0" wrap="square" tIns="0">
            <a:spAutoFit/>
          </a:bodyPr>
          <a:lstStyle/>
          <a:p>
            <a:pPr indent="0" lvl="0" marL="0" rtl="0" algn="r">
              <a:lnSpc>
                <a:spcPct val="100000"/>
              </a:lnSpc>
              <a:spcBef>
                <a:spcPts val="0"/>
              </a:spcBef>
              <a:spcAft>
                <a:spcPts val="0"/>
              </a:spcAft>
              <a:buNone/>
            </a:pPr>
            <a:r>
              <a:rPr b="1" lang="es-419" sz="1000">
                <a:latin typeface="Arvo"/>
                <a:ea typeface="Arvo"/>
                <a:cs typeface="Arvo"/>
                <a:sym typeface="Arvo"/>
              </a:rPr>
              <a:t>Descripción del Actor:</a:t>
            </a:r>
            <a:endParaRPr sz="700">
              <a:solidFill>
                <a:srgbClr val="666666"/>
              </a:solidFill>
              <a:latin typeface="Arvo"/>
              <a:ea typeface="Arvo"/>
              <a:cs typeface="Arvo"/>
              <a:sym typeface="Arvo"/>
            </a:endParaRPr>
          </a:p>
          <a:p>
            <a:pPr indent="0" lvl="0" marL="0" rtl="0" algn="r">
              <a:lnSpc>
                <a:spcPct val="80000"/>
              </a:lnSpc>
              <a:spcBef>
                <a:spcPts val="0"/>
              </a:spcBef>
              <a:spcAft>
                <a:spcPts val="0"/>
              </a:spcAft>
              <a:buNone/>
            </a:pPr>
            <a:r>
              <a:rPr i="1" lang="es-419" sz="600">
                <a:solidFill>
                  <a:srgbClr val="666666"/>
                </a:solidFill>
                <a:latin typeface="Arvo"/>
                <a:ea typeface="Arvo"/>
                <a:cs typeface="Arvo"/>
                <a:sym typeface="Arvo"/>
              </a:rPr>
              <a:t>&lt;</a:t>
            </a:r>
            <a:r>
              <a:rPr lang="es-419" sz="600">
                <a:solidFill>
                  <a:schemeClr val="dk1"/>
                </a:solidFill>
                <a:latin typeface="Arvo"/>
                <a:ea typeface="Arvo"/>
                <a:cs typeface="Arvo"/>
                <a:sym typeface="Arvo"/>
              </a:rPr>
              <a:t>ej: es una persona que está interesada en comprar un producto a muy bajo costo desde cualquier lugar y en cualquier momento. Le gustaría elegir una empresa de envíos para transportar los productos y disponer de un carro de compras, adicionalmente, poder programar cada una de las compras y poder crear listas de preferencia. </a:t>
            </a:r>
            <a:r>
              <a:rPr i="1" lang="es-419" sz="600">
                <a:solidFill>
                  <a:srgbClr val="666666"/>
                </a:solidFill>
                <a:latin typeface="Arvo"/>
                <a:ea typeface="Arvo"/>
                <a:cs typeface="Arvo"/>
                <a:sym typeface="Arvo"/>
              </a:rPr>
              <a:t>&gt;</a:t>
            </a:r>
            <a:endParaRPr sz="600">
              <a:solidFill>
                <a:srgbClr val="666666"/>
              </a:solidFill>
              <a:latin typeface="Arvo"/>
              <a:ea typeface="Arvo"/>
              <a:cs typeface="Arvo"/>
              <a:sym typeface="Arvo"/>
            </a:endParaRPr>
          </a:p>
        </p:txBody>
      </p:sp>
      <p:sp>
        <p:nvSpPr>
          <p:cNvPr id="14436" name="Google Shape;14436;p248"/>
          <p:cNvSpPr/>
          <p:nvPr/>
        </p:nvSpPr>
        <p:spPr>
          <a:xfrm>
            <a:off x="1940925" y="3256353"/>
            <a:ext cx="3027000" cy="1359900"/>
          </a:xfrm>
          <a:prstGeom prst="roundRect">
            <a:avLst>
              <a:gd fmla="val 5871"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14437" name="Google Shape;14437;p248"/>
          <p:cNvSpPr txBox="1"/>
          <p:nvPr>
            <p:ph idx="4" type="subTitle"/>
          </p:nvPr>
        </p:nvSpPr>
        <p:spPr>
          <a:xfrm>
            <a:off x="1940625" y="3256356"/>
            <a:ext cx="3027600" cy="1359900"/>
          </a:xfrm>
          <a:prstGeom prst="rect">
            <a:avLst/>
          </a:prstGeom>
          <a:noFill/>
          <a:ln>
            <a:noFill/>
          </a:ln>
        </p:spPr>
        <p:txBody>
          <a:bodyPr anchorCtr="0" anchor="t" bIns="36000" lIns="36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14438" name="Google Shape;14438;p248"/>
          <p:cNvSpPr txBox="1"/>
          <p:nvPr/>
        </p:nvSpPr>
        <p:spPr>
          <a:xfrm>
            <a:off x="197034" y="4832392"/>
            <a:ext cx="1679100" cy="274800"/>
          </a:xfrm>
          <a:prstGeom prst="rect">
            <a:avLst/>
          </a:prstGeom>
          <a:noFill/>
          <a:ln>
            <a:noFill/>
          </a:ln>
        </p:spPr>
        <p:txBody>
          <a:bodyPr anchorCtr="0" anchor="ctr" bIns="0" lIns="0" spcFirstLastPara="1" rIns="0" wrap="square" tIns="0">
            <a:spAutoFit/>
          </a:bodyPr>
          <a:lstStyle/>
          <a:p>
            <a:pPr indent="0" lvl="0" marL="0" rtl="0" algn="r">
              <a:lnSpc>
                <a:spcPct val="85000"/>
              </a:lnSpc>
              <a:spcBef>
                <a:spcPts val="0"/>
              </a:spcBef>
              <a:spcAft>
                <a:spcPts val="0"/>
              </a:spcAft>
              <a:buNone/>
            </a:pPr>
            <a:r>
              <a:rPr b="1" lang="es-419" sz="1000">
                <a:latin typeface="Arvo"/>
                <a:ea typeface="Arvo"/>
                <a:cs typeface="Arvo"/>
                <a:sym typeface="Arvo"/>
              </a:rPr>
              <a:t>Tipo:</a:t>
            </a:r>
            <a:endParaRPr sz="700">
              <a:solidFill>
                <a:srgbClr val="666666"/>
              </a:solidFill>
              <a:latin typeface="Arvo"/>
              <a:ea typeface="Arvo"/>
              <a:cs typeface="Arvo"/>
              <a:sym typeface="Arvo"/>
            </a:endParaRPr>
          </a:p>
          <a:p>
            <a:pPr indent="0" lvl="0" marL="0" rtl="0" algn="r">
              <a:lnSpc>
                <a:spcPct val="85000"/>
              </a:lnSpc>
              <a:spcBef>
                <a:spcPts val="0"/>
              </a:spcBef>
              <a:spcAft>
                <a:spcPts val="0"/>
              </a:spcAft>
              <a:buNone/>
            </a:pPr>
            <a:r>
              <a:rPr lang="es-419" sz="700">
                <a:solidFill>
                  <a:srgbClr val="666666"/>
                </a:solidFill>
                <a:latin typeface="Arvo"/>
                <a:ea typeface="Arvo"/>
                <a:cs typeface="Arvo"/>
                <a:sym typeface="Arvo"/>
              </a:rPr>
              <a:t> </a:t>
            </a:r>
            <a:r>
              <a:rPr i="1" lang="es-419" sz="600">
                <a:solidFill>
                  <a:srgbClr val="666666"/>
                </a:solidFill>
                <a:latin typeface="Arvo"/>
                <a:ea typeface="Arvo"/>
                <a:cs typeface="Arvo"/>
                <a:sym typeface="Arvo"/>
              </a:rPr>
              <a:t>&lt;ej: Humano o Máquina&gt;</a:t>
            </a:r>
            <a:r>
              <a:rPr b="1" lang="es-419" sz="1100">
                <a:latin typeface="Arvo"/>
                <a:ea typeface="Arvo"/>
                <a:cs typeface="Arvo"/>
                <a:sym typeface="Arvo"/>
              </a:rPr>
              <a:t> </a:t>
            </a:r>
            <a:endParaRPr sz="800">
              <a:solidFill>
                <a:srgbClr val="666666"/>
              </a:solidFill>
              <a:latin typeface="Arvo"/>
              <a:ea typeface="Arvo"/>
              <a:cs typeface="Arvo"/>
              <a:sym typeface="Arvo"/>
            </a:endParaRPr>
          </a:p>
        </p:txBody>
      </p:sp>
      <p:sp>
        <p:nvSpPr>
          <p:cNvPr id="14439" name="Google Shape;14439;p248"/>
          <p:cNvSpPr/>
          <p:nvPr/>
        </p:nvSpPr>
        <p:spPr>
          <a:xfrm>
            <a:off x="1940924" y="4798042"/>
            <a:ext cx="3027000" cy="343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14440" name="Google Shape;14440;p248"/>
          <p:cNvSpPr txBox="1"/>
          <p:nvPr>
            <p:ph idx="5" type="subTitle"/>
          </p:nvPr>
        </p:nvSpPr>
        <p:spPr>
          <a:xfrm>
            <a:off x="1940624" y="4798792"/>
            <a:ext cx="3027600" cy="342000"/>
          </a:xfrm>
          <a:prstGeom prst="rect">
            <a:avLst/>
          </a:prstGeom>
          <a:noFill/>
          <a:ln>
            <a:noFill/>
          </a:ln>
        </p:spPr>
        <p:txBody>
          <a:bodyPr anchorCtr="0" anchor="ctr" bIns="36000" lIns="36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14441" name="Google Shape;14441;p248"/>
          <p:cNvSpPr txBox="1"/>
          <p:nvPr/>
        </p:nvSpPr>
        <p:spPr>
          <a:xfrm>
            <a:off x="304764" y="5328700"/>
            <a:ext cx="1576200" cy="615600"/>
          </a:xfrm>
          <a:prstGeom prst="rect">
            <a:avLst/>
          </a:prstGeom>
          <a:noFill/>
          <a:ln>
            <a:noFill/>
          </a:ln>
        </p:spPr>
        <p:txBody>
          <a:bodyPr anchorCtr="0" anchor="ctr" bIns="0" lIns="0" spcFirstLastPara="1" rIns="0" wrap="square" tIns="0">
            <a:spAutoFit/>
          </a:bodyPr>
          <a:lstStyle/>
          <a:p>
            <a:pPr indent="0" lvl="0" marL="0" rtl="0" algn="r">
              <a:lnSpc>
                <a:spcPct val="100000"/>
              </a:lnSpc>
              <a:spcBef>
                <a:spcPts val="0"/>
              </a:spcBef>
              <a:spcAft>
                <a:spcPts val="0"/>
              </a:spcAft>
              <a:buNone/>
            </a:pPr>
            <a:r>
              <a:rPr b="1" lang="es-419" sz="1000">
                <a:latin typeface="Arvo"/>
                <a:ea typeface="Arvo"/>
                <a:cs typeface="Arvo"/>
                <a:sym typeface="Arvo"/>
              </a:rPr>
              <a:t>Información que obtiene:</a:t>
            </a:r>
            <a:endParaRPr b="1" sz="1000">
              <a:latin typeface="Arvo"/>
              <a:ea typeface="Arvo"/>
              <a:cs typeface="Arvo"/>
              <a:sym typeface="Arvo"/>
            </a:endParaRPr>
          </a:p>
          <a:p>
            <a:pPr indent="0" lvl="0" marL="0" rtl="0" algn="r">
              <a:lnSpc>
                <a:spcPct val="100000"/>
              </a:lnSpc>
              <a:spcBef>
                <a:spcPts val="0"/>
              </a:spcBef>
              <a:spcAft>
                <a:spcPts val="0"/>
              </a:spcAft>
              <a:buNone/>
            </a:pPr>
            <a:r>
              <a:rPr b="1" lang="es-419" sz="700">
                <a:latin typeface="Arvo"/>
                <a:ea typeface="Arvo"/>
                <a:cs typeface="Arvo"/>
                <a:sym typeface="Arvo"/>
              </a:rPr>
              <a:t>&lt;con qué información interactúa&gt;</a:t>
            </a:r>
            <a:endParaRPr b="1" sz="700">
              <a:latin typeface="Arvo"/>
              <a:ea typeface="Arvo"/>
              <a:cs typeface="Arvo"/>
              <a:sym typeface="Arvo"/>
            </a:endParaRPr>
          </a:p>
          <a:p>
            <a:pPr indent="0" lvl="0" marL="0" rtl="0" algn="r">
              <a:lnSpc>
                <a:spcPct val="100000"/>
              </a:lnSpc>
              <a:spcBef>
                <a:spcPts val="0"/>
              </a:spcBef>
              <a:spcAft>
                <a:spcPts val="0"/>
              </a:spcAft>
              <a:buNone/>
            </a:pPr>
            <a:r>
              <a:rPr lang="es-419" sz="700">
                <a:solidFill>
                  <a:srgbClr val="666666"/>
                </a:solidFill>
                <a:latin typeface="Arvo"/>
                <a:ea typeface="Arvo"/>
                <a:cs typeface="Arvo"/>
                <a:sym typeface="Arvo"/>
              </a:rPr>
              <a:t> </a:t>
            </a:r>
            <a:r>
              <a:rPr i="1" lang="es-419" sz="600">
                <a:solidFill>
                  <a:srgbClr val="666666"/>
                </a:solidFill>
                <a:latin typeface="Arvo"/>
                <a:ea typeface="Arvo"/>
                <a:cs typeface="Arvo"/>
                <a:sym typeface="Arvo"/>
              </a:rPr>
              <a:t>&lt;ej: El catálogo de productos, carrito de compras, mensajería, etc&gt;</a:t>
            </a:r>
            <a:endParaRPr sz="800">
              <a:solidFill>
                <a:srgbClr val="666666"/>
              </a:solidFill>
              <a:latin typeface="Arvo"/>
              <a:ea typeface="Arvo"/>
              <a:cs typeface="Arvo"/>
              <a:sym typeface="Arvo"/>
            </a:endParaRPr>
          </a:p>
        </p:txBody>
      </p:sp>
      <p:sp>
        <p:nvSpPr>
          <p:cNvPr id="14442" name="Google Shape;14442;p248"/>
          <p:cNvSpPr/>
          <p:nvPr/>
        </p:nvSpPr>
        <p:spPr>
          <a:xfrm>
            <a:off x="1945875" y="5323350"/>
            <a:ext cx="3027000" cy="1015800"/>
          </a:xfrm>
          <a:prstGeom prst="roundRect">
            <a:avLst>
              <a:gd fmla="val 728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14443" name="Google Shape;14443;p248"/>
          <p:cNvSpPr txBox="1"/>
          <p:nvPr>
            <p:ph idx="6" type="subTitle"/>
          </p:nvPr>
        </p:nvSpPr>
        <p:spPr>
          <a:xfrm>
            <a:off x="1945875" y="5324100"/>
            <a:ext cx="3027000" cy="1015200"/>
          </a:xfrm>
          <a:prstGeom prst="rect">
            <a:avLst/>
          </a:prstGeom>
          <a:noFill/>
          <a:ln>
            <a:noFill/>
          </a:ln>
        </p:spPr>
        <p:txBody>
          <a:bodyPr anchorCtr="0" anchor="ctr" bIns="36000" lIns="36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14444" name="Google Shape;14444;p248"/>
          <p:cNvSpPr txBox="1"/>
          <p:nvPr/>
        </p:nvSpPr>
        <p:spPr>
          <a:xfrm>
            <a:off x="5217088" y="982976"/>
            <a:ext cx="1576200" cy="600300"/>
          </a:xfrm>
          <a:prstGeom prst="rect">
            <a:avLst/>
          </a:prstGeom>
          <a:noFill/>
          <a:ln>
            <a:noFill/>
          </a:ln>
        </p:spPr>
        <p:txBody>
          <a:bodyPr anchorCtr="0" anchor="ctr" bIns="0" lIns="0" spcFirstLastPara="1" rIns="0" wrap="square" tIns="0">
            <a:spAutoFit/>
          </a:bodyPr>
          <a:lstStyle/>
          <a:p>
            <a:pPr indent="0" lvl="0" marL="0" rtl="0" algn="r">
              <a:lnSpc>
                <a:spcPct val="100000"/>
              </a:lnSpc>
              <a:spcBef>
                <a:spcPts val="0"/>
              </a:spcBef>
              <a:spcAft>
                <a:spcPts val="0"/>
              </a:spcAft>
              <a:buNone/>
            </a:pPr>
            <a:r>
              <a:rPr b="1" lang="es-419" sz="1000">
                <a:latin typeface="Arvo"/>
                <a:ea typeface="Arvo"/>
                <a:cs typeface="Arvo"/>
                <a:sym typeface="Arvo"/>
              </a:rPr>
              <a:t>Información que provee:</a:t>
            </a:r>
            <a:endParaRPr b="1" sz="1000">
              <a:latin typeface="Arvo"/>
              <a:ea typeface="Arvo"/>
              <a:cs typeface="Arvo"/>
              <a:sym typeface="Arvo"/>
            </a:endParaRPr>
          </a:p>
          <a:p>
            <a:pPr indent="0" lvl="0" marL="0" rtl="0" algn="r">
              <a:lnSpc>
                <a:spcPct val="100000"/>
              </a:lnSpc>
              <a:spcBef>
                <a:spcPts val="0"/>
              </a:spcBef>
              <a:spcAft>
                <a:spcPts val="0"/>
              </a:spcAft>
              <a:buNone/>
            </a:pPr>
            <a:r>
              <a:rPr b="1" lang="es-419" sz="700">
                <a:latin typeface="Arvo"/>
                <a:ea typeface="Arvo"/>
                <a:cs typeface="Arvo"/>
                <a:sym typeface="Arvo"/>
              </a:rPr>
              <a:t>&lt;qué información provee&gt;</a:t>
            </a:r>
            <a:endParaRPr b="1" sz="700">
              <a:latin typeface="Arvo"/>
              <a:ea typeface="Arvo"/>
              <a:cs typeface="Arvo"/>
              <a:sym typeface="Arvo"/>
            </a:endParaRPr>
          </a:p>
          <a:p>
            <a:pPr indent="0" lvl="0" marL="0" rtl="0" algn="r">
              <a:lnSpc>
                <a:spcPct val="100000"/>
              </a:lnSpc>
              <a:spcBef>
                <a:spcPts val="0"/>
              </a:spcBef>
              <a:spcAft>
                <a:spcPts val="0"/>
              </a:spcAft>
              <a:buNone/>
            </a:pPr>
            <a:r>
              <a:rPr i="1" lang="es-419" sz="600">
                <a:solidFill>
                  <a:srgbClr val="666666"/>
                </a:solidFill>
                <a:latin typeface="Arvo"/>
                <a:ea typeface="Arvo"/>
                <a:cs typeface="Arvo"/>
                <a:sym typeface="Arvo"/>
              </a:rPr>
              <a:t>&lt;</a:t>
            </a:r>
            <a:r>
              <a:rPr lang="es-419" sz="600">
                <a:solidFill>
                  <a:schemeClr val="dk1"/>
                </a:solidFill>
                <a:latin typeface="Arvo"/>
                <a:ea typeface="Arvo"/>
                <a:cs typeface="Arvo"/>
                <a:sym typeface="Arvo"/>
              </a:rPr>
              <a:t>ej: información personal, información mensajería, información de pago, etc.</a:t>
            </a:r>
            <a:r>
              <a:rPr i="1" lang="es-419" sz="600">
                <a:solidFill>
                  <a:srgbClr val="666666"/>
                </a:solidFill>
                <a:latin typeface="Arvo"/>
                <a:ea typeface="Arvo"/>
                <a:cs typeface="Arvo"/>
                <a:sym typeface="Arvo"/>
              </a:rPr>
              <a:t> &gt;</a:t>
            </a:r>
            <a:endParaRPr sz="600">
              <a:solidFill>
                <a:srgbClr val="666666"/>
              </a:solidFill>
              <a:latin typeface="Arvo"/>
              <a:ea typeface="Arvo"/>
              <a:cs typeface="Arvo"/>
              <a:sym typeface="Arvo"/>
            </a:endParaRPr>
          </a:p>
        </p:txBody>
      </p:sp>
      <p:sp>
        <p:nvSpPr>
          <p:cNvPr id="14445" name="Google Shape;14445;p248"/>
          <p:cNvSpPr/>
          <p:nvPr/>
        </p:nvSpPr>
        <p:spPr>
          <a:xfrm>
            <a:off x="6858199" y="1016358"/>
            <a:ext cx="3027000" cy="1359900"/>
          </a:xfrm>
          <a:prstGeom prst="roundRect">
            <a:avLst>
              <a:gd fmla="val 5871"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14446" name="Google Shape;14446;p248"/>
          <p:cNvSpPr txBox="1"/>
          <p:nvPr>
            <p:ph idx="7" type="subTitle"/>
          </p:nvPr>
        </p:nvSpPr>
        <p:spPr>
          <a:xfrm>
            <a:off x="6857899" y="1016361"/>
            <a:ext cx="3027600" cy="1359900"/>
          </a:xfrm>
          <a:prstGeom prst="rect">
            <a:avLst/>
          </a:prstGeom>
          <a:noFill/>
          <a:ln>
            <a:noFill/>
          </a:ln>
        </p:spPr>
        <p:txBody>
          <a:bodyPr anchorCtr="0" anchor="t" bIns="36000" lIns="36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14447" name="Google Shape;14447;p248"/>
          <p:cNvSpPr txBox="1"/>
          <p:nvPr/>
        </p:nvSpPr>
        <p:spPr>
          <a:xfrm>
            <a:off x="5217088" y="2537301"/>
            <a:ext cx="1576200" cy="354000"/>
          </a:xfrm>
          <a:prstGeom prst="rect">
            <a:avLst/>
          </a:prstGeom>
          <a:noFill/>
          <a:ln>
            <a:noFill/>
          </a:ln>
        </p:spPr>
        <p:txBody>
          <a:bodyPr anchorCtr="0" anchor="ctr" bIns="0" lIns="0" spcFirstLastPara="1" rIns="0" wrap="square" tIns="0">
            <a:spAutoFit/>
          </a:bodyPr>
          <a:lstStyle/>
          <a:p>
            <a:pPr indent="0" lvl="0" marL="0" rtl="0" algn="r">
              <a:lnSpc>
                <a:spcPct val="100000"/>
              </a:lnSpc>
              <a:spcBef>
                <a:spcPts val="0"/>
              </a:spcBef>
              <a:spcAft>
                <a:spcPts val="0"/>
              </a:spcAft>
              <a:buNone/>
            </a:pPr>
            <a:r>
              <a:rPr b="1" lang="es-419" sz="1000">
                <a:latin typeface="Arvo"/>
                <a:ea typeface="Arvo"/>
                <a:cs typeface="Arvo"/>
                <a:sym typeface="Arvo"/>
              </a:rPr>
              <a:t>Meta Actor:</a:t>
            </a:r>
            <a:endParaRPr b="1" sz="1000">
              <a:latin typeface="Arvo"/>
              <a:ea typeface="Arvo"/>
              <a:cs typeface="Arvo"/>
              <a:sym typeface="Arvo"/>
            </a:endParaRPr>
          </a:p>
          <a:p>
            <a:pPr indent="0" lvl="0" marL="0" rtl="0" algn="r">
              <a:lnSpc>
                <a:spcPct val="100000"/>
              </a:lnSpc>
              <a:spcBef>
                <a:spcPts val="0"/>
              </a:spcBef>
              <a:spcAft>
                <a:spcPts val="0"/>
              </a:spcAft>
              <a:buNone/>
            </a:pPr>
            <a:r>
              <a:rPr b="1" lang="es-419" sz="700">
                <a:latin typeface="Arvo"/>
                <a:ea typeface="Arvo"/>
                <a:cs typeface="Arvo"/>
                <a:sym typeface="Arvo"/>
              </a:rPr>
              <a:t>[Meta = &lt;sustantivo&gt;&lt;adjetivo&gt;]</a:t>
            </a:r>
            <a:endParaRPr b="1" sz="700">
              <a:latin typeface="Arvo"/>
              <a:ea typeface="Arvo"/>
              <a:cs typeface="Arvo"/>
              <a:sym typeface="Arvo"/>
            </a:endParaRPr>
          </a:p>
          <a:p>
            <a:pPr indent="0" lvl="0" marL="0" rtl="0" algn="r">
              <a:lnSpc>
                <a:spcPct val="100000"/>
              </a:lnSpc>
              <a:spcBef>
                <a:spcPts val="0"/>
              </a:spcBef>
              <a:spcAft>
                <a:spcPts val="0"/>
              </a:spcAft>
              <a:buNone/>
            </a:pPr>
            <a:r>
              <a:rPr i="1" lang="es-419" sz="600">
                <a:solidFill>
                  <a:srgbClr val="666666"/>
                </a:solidFill>
                <a:latin typeface="Arvo"/>
                <a:ea typeface="Arvo"/>
                <a:cs typeface="Arvo"/>
                <a:sym typeface="Arvo"/>
              </a:rPr>
              <a:t>&lt;ej: Producto recibido&gt;</a:t>
            </a:r>
            <a:endParaRPr i="1" sz="600">
              <a:solidFill>
                <a:srgbClr val="666666"/>
              </a:solidFill>
              <a:latin typeface="Arvo"/>
              <a:ea typeface="Arvo"/>
              <a:cs typeface="Arvo"/>
              <a:sym typeface="Arvo"/>
            </a:endParaRPr>
          </a:p>
        </p:txBody>
      </p:sp>
      <p:sp>
        <p:nvSpPr>
          <p:cNvPr id="14448" name="Google Shape;14448;p248"/>
          <p:cNvSpPr/>
          <p:nvPr/>
        </p:nvSpPr>
        <p:spPr>
          <a:xfrm>
            <a:off x="6858198" y="2542551"/>
            <a:ext cx="3027000" cy="343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14449" name="Google Shape;14449;p248"/>
          <p:cNvSpPr txBox="1"/>
          <p:nvPr>
            <p:ph idx="8" type="subTitle"/>
          </p:nvPr>
        </p:nvSpPr>
        <p:spPr>
          <a:xfrm>
            <a:off x="6857898" y="2543301"/>
            <a:ext cx="3027600" cy="342000"/>
          </a:xfrm>
          <a:prstGeom prst="rect">
            <a:avLst/>
          </a:prstGeom>
          <a:noFill/>
          <a:ln>
            <a:noFill/>
          </a:ln>
        </p:spPr>
        <p:txBody>
          <a:bodyPr anchorCtr="0" anchor="ctr" bIns="36000" lIns="36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14450" name="Google Shape;14450;p248"/>
          <p:cNvSpPr txBox="1"/>
          <p:nvPr/>
        </p:nvSpPr>
        <p:spPr>
          <a:xfrm>
            <a:off x="5217088" y="3041532"/>
            <a:ext cx="1576200" cy="400200"/>
          </a:xfrm>
          <a:prstGeom prst="rect">
            <a:avLst/>
          </a:prstGeom>
          <a:noFill/>
          <a:ln>
            <a:noFill/>
          </a:ln>
        </p:spPr>
        <p:txBody>
          <a:bodyPr anchorCtr="0" anchor="ctr" bIns="0" lIns="0" spcFirstLastPara="1" rIns="0" wrap="square" tIns="0">
            <a:spAutoFit/>
          </a:bodyPr>
          <a:lstStyle/>
          <a:p>
            <a:pPr indent="0" lvl="0" marL="0" rtl="0" algn="r">
              <a:lnSpc>
                <a:spcPct val="100000"/>
              </a:lnSpc>
              <a:spcBef>
                <a:spcPts val="0"/>
              </a:spcBef>
              <a:spcAft>
                <a:spcPts val="0"/>
              </a:spcAft>
              <a:buNone/>
            </a:pPr>
            <a:r>
              <a:rPr b="1" lang="es-419" sz="1000">
                <a:latin typeface="Arvo"/>
                <a:ea typeface="Arvo"/>
                <a:cs typeface="Arvo"/>
                <a:sym typeface="Arvo"/>
              </a:rPr>
              <a:t>Actividad que consigue la meta:</a:t>
            </a:r>
            <a:endParaRPr b="1" sz="700">
              <a:latin typeface="Arvo"/>
              <a:ea typeface="Arvo"/>
              <a:cs typeface="Arvo"/>
              <a:sym typeface="Arvo"/>
            </a:endParaRPr>
          </a:p>
          <a:p>
            <a:pPr indent="0" lvl="0" marL="0" rtl="0" algn="r">
              <a:lnSpc>
                <a:spcPct val="100000"/>
              </a:lnSpc>
              <a:spcBef>
                <a:spcPts val="0"/>
              </a:spcBef>
              <a:spcAft>
                <a:spcPts val="0"/>
              </a:spcAft>
              <a:buNone/>
            </a:pPr>
            <a:r>
              <a:rPr i="1" lang="es-419" sz="600">
                <a:solidFill>
                  <a:srgbClr val="666666"/>
                </a:solidFill>
                <a:latin typeface="Arvo"/>
                <a:ea typeface="Arvo"/>
                <a:cs typeface="Arvo"/>
                <a:sym typeface="Arvo"/>
              </a:rPr>
              <a:t>&lt;ej: Recibir producto&gt;</a:t>
            </a:r>
            <a:endParaRPr i="1" sz="600">
              <a:solidFill>
                <a:srgbClr val="666666"/>
              </a:solidFill>
              <a:latin typeface="Arvo"/>
              <a:ea typeface="Arvo"/>
              <a:cs typeface="Arvo"/>
              <a:sym typeface="Arvo"/>
            </a:endParaRPr>
          </a:p>
        </p:txBody>
      </p:sp>
      <p:sp>
        <p:nvSpPr>
          <p:cNvPr id="14451" name="Google Shape;14451;p248"/>
          <p:cNvSpPr/>
          <p:nvPr/>
        </p:nvSpPr>
        <p:spPr>
          <a:xfrm>
            <a:off x="6858200" y="3047155"/>
            <a:ext cx="3027000" cy="526200"/>
          </a:xfrm>
          <a:prstGeom prst="roundRect">
            <a:avLst>
              <a:gd fmla="val 12538"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14452" name="Google Shape;14452;p248"/>
          <p:cNvSpPr txBox="1"/>
          <p:nvPr>
            <p:ph idx="9" type="subTitle"/>
          </p:nvPr>
        </p:nvSpPr>
        <p:spPr>
          <a:xfrm>
            <a:off x="6857900" y="3047155"/>
            <a:ext cx="3027600" cy="526200"/>
          </a:xfrm>
          <a:prstGeom prst="rect">
            <a:avLst/>
          </a:prstGeom>
          <a:noFill/>
          <a:ln>
            <a:noFill/>
          </a:ln>
        </p:spPr>
        <p:txBody>
          <a:bodyPr anchorCtr="0" anchor="ctr" bIns="36000" lIns="36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14453" name="Google Shape;14453;p248"/>
          <p:cNvSpPr txBox="1"/>
          <p:nvPr/>
        </p:nvSpPr>
        <p:spPr>
          <a:xfrm>
            <a:off x="5217088" y="3727332"/>
            <a:ext cx="1576200" cy="554100"/>
          </a:xfrm>
          <a:prstGeom prst="rect">
            <a:avLst/>
          </a:prstGeom>
          <a:noFill/>
          <a:ln>
            <a:noFill/>
          </a:ln>
        </p:spPr>
        <p:txBody>
          <a:bodyPr anchorCtr="0" anchor="ctr" bIns="0" lIns="0" spcFirstLastPara="1" rIns="0" wrap="square" tIns="0">
            <a:spAutoFit/>
          </a:bodyPr>
          <a:lstStyle/>
          <a:p>
            <a:pPr indent="0" lvl="0" marL="0" rtl="0" algn="r">
              <a:lnSpc>
                <a:spcPct val="100000"/>
              </a:lnSpc>
              <a:spcBef>
                <a:spcPts val="0"/>
              </a:spcBef>
              <a:spcAft>
                <a:spcPts val="0"/>
              </a:spcAft>
              <a:buNone/>
            </a:pPr>
            <a:r>
              <a:rPr b="1" lang="es-419" sz="1000">
                <a:latin typeface="Arvo"/>
                <a:ea typeface="Arvo"/>
                <a:cs typeface="Arvo"/>
                <a:sym typeface="Arvo"/>
              </a:rPr>
              <a:t>Narrativa de la actividad que consigue la meta:</a:t>
            </a:r>
            <a:endParaRPr b="1" sz="700">
              <a:latin typeface="Arvo"/>
              <a:ea typeface="Arvo"/>
              <a:cs typeface="Arvo"/>
              <a:sym typeface="Arvo"/>
            </a:endParaRPr>
          </a:p>
          <a:p>
            <a:pPr indent="0" lvl="0" marL="0" rtl="0" algn="r">
              <a:lnSpc>
                <a:spcPct val="100000"/>
              </a:lnSpc>
              <a:spcBef>
                <a:spcPts val="0"/>
              </a:spcBef>
              <a:spcAft>
                <a:spcPts val="0"/>
              </a:spcAft>
              <a:buNone/>
            </a:pPr>
            <a:r>
              <a:rPr i="1" lang="es-419" sz="600">
                <a:solidFill>
                  <a:srgbClr val="666666"/>
                </a:solidFill>
                <a:latin typeface="Arvo"/>
                <a:ea typeface="Arvo"/>
                <a:cs typeface="Arvo"/>
                <a:sym typeface="Arvo"/>
              </a:rPr>
              <a:t>&lt;ej: El cliente recibe el producto&gt;</a:t>
            </a:r>
            <a:endParaRPr i="1" sz="600">
              <a:solidFill>
                <a:srgbClr val="666666"/>
              </a:solidFill>
              <a:latin typeface="Arvo"/>
              <a:ea typeface="Arvo"/>
              <a:cs typeface="Arvo"/>
              <a:sym typeface="Arvo"/>
            </a:endParaRPr>
          </a:p>
        </p:txBody>
      </p:sp>
      <p:sp>
        <p:nvSpPr>
          <p:cNvPr id="14454" name="Google Shape;14454;p248"/>
          <p:cNvSpPr/>
          <p:nvPr/>
        </p:nvSpPr>
        <p:spPr>
          <a:xfrm>
            <a:off x="6858200" y="3741282"/>
            <a:ext cx="3027000" cy="526200"/>
          </a:xfrm>
          <a:prstGeom prst="roundRect">
            <a:avLst>
              <a:gd fmla="val 12538"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14455" name="Google Shape;14455;p248"/>
          <p:cNvSpPr txBox="1"/>
          <p:nvPr>
            <p:ph idx="13" type="subTitle"/>
          </p:nvPr>
        </p:nvSpPr>
        <p:spPr>
          <a:xfrm>
            <a:off x="6857900" y="3741282"/>
            <a:ext cx="3027600" cy="526200"/>
          </a:xfrm>
          <a:prstGeom prst="rect">
            <a:avLst/>
          </a:prstGeom>
          <a:noFill/>
          <a:ln>
            <a:noFill/>
          </a:ln>
        </p:spPr>
        <p:txBody>
          <a:bodyPr anchorCtr="0" anchor="ctr" bIns="36000" lIns="36000" spcFirstLastPara="1" rIns="36000" wrap="square" tIns="36000">
            <a:noAutofit/>
          </a:bodyPr>
          <a:lstStyle>
            <a:lvl1pPr lvl="0">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2pPr>
            <a:lvl3pPr lvl="2">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3pPr>
            <a:lvl4pPr lvl="3">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4pPr>
            <a:lvl5pPr lvl="4">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5pPr>
            <a:lvl6pPr lvl="5">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6pPr>
            <a:lvl7pPr lvl="6">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7pPr>
            <a:lvl8pPr lvl="7">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8pPr>
            <a:lvl9pPr lvl="8">
              <a:lnSpc>
                <a:spcPct val="90000"/>
              </a:lnSpc>
              <a:spcBef>
                <a:spcPts val="0"/>
              </a:spcBef>
              <a:spcAft>
                <a:spcPts val="0"/>
              </a:spcAft>
              <a:buClr>
                <a:srgbClr val="000000"/>
              </a:buClr>
              <a:buSzPts val="800"/>
              <a:buFont typeface="Arvo"/>
              <a:buNone/>
              <a:defRPr sz="800">
                <a:solidFill>
                  <a:srgbClr val="000000"/>
                </a:solidFill>
                <a:latin typeface="Arvo"/>
                <a:ea typeface="Arvo"/>
                <a:cs typeface="Arvo"/>
                <a:sym typeface="Arvo"/>
              </a:defRPr>
            </a:lvl9pPr>
          </a:lstStyle>
          <a:p/>
        </p:txBody>
      </p:sp>
      <p:sp>
        <p:nvSpPr>
          <p:cNvPr id="14456" name="Google Shape;14456;p248"/>
          <p:cNvSpPr txBox="1"/>
          <p:nvPr/>
        </p:nvSpPr>
        <p:spPr>
          <a:xfrm>
            <a:off x="2524025" y="387675"/>
            <a:ext cx="15012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Unid. Organizacional:</a:t>
            </a:r>
            <a:endParaRPr b="1" sz="1100"/>
          </a:p>
        </p:txBody>
      </p:sp>
      <p:sp>
        <p:nvSpPr>
          <p:cNvPr id="14457" name="Google Shape;14457;p248"/>
          <p:cNvSpPr txBox="1"/>
          <p:nvPr/>
        </p:nvSpPr>
        <p:spPr>
          <a:xfrm>
            <a:off x="2524020" y="579550"/>
            <a:ext cx="6846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Alcance:</a:t>
            </a:r>
            <a:endParaRPr b="1" sz="1100"/>
          </a:p>
        </p:txBody>
      </p:sp>
      <p:sp>
        <p:nvSpPr>
          <p:cNvPr id="14458" name="Google Shape;14458;p248"/>
          <p:cNvSpPr txBox="1"/>
          <p:nvPr>
            <p:ph type="title"/>
          </p:nvPr>
        </p:nvSpPr>
        <p:spPr>
          <a:xfrm flipH="1">
            <a:off x="4025374" y="387675"/>
            <a:ext cx="5863200" cy="1692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000"/>
              <a:buNone/>
              <a:defRPr sz="1000">
                <a:solidFill>
                  <a:srgbClr val="000000"/>
                </a:solidFill>
              </a:defRPr>
            </a:lvl1pPr>
            <a:lvl2pPr lvl="1">
              <a:spcBef>
                <a:spcPts val="0"/>
              </a:spcBef>
              <a:spcAft>
                <a:spcPts val="0"/>
              </a:spcAft>
              <a:buClr>
                <a:srgbClr val="000000"/>
              </a:buClr>
              <a:buSzPts val="1000"/>
              <a:buNone/>
              <a:defRPr sz="1000">
                <a:solidFill>
                  <a:srgbClr val="000000"/>
                </a:solidFill>
              </a:defRPr>
            </a:lvl2pPr>
            <a:lvl3pPr lvl="2">
              <a:spcBef>
                <a:spcPts val="0"/>
              </a:spcBef>
              <a:spcAft>
                <a:spcPts val="0"/>
              </a:spcAft>
              <a:buClr>
                <a:srgbClr val="000000"/>
              </a:buClr>
              <a:buSzPts val="1000"/>
              <a:buNone/>
              <a:defRPr sz="1000">
                <a:solidFill>
                  <a:srgbClr val="000000"/>
                </a:solidFill>
              </a:defRPr>
            </a:lvl3pPr>
            <a:lvl4pPr lvl="3">
              <a:spcBef>
                <a:spcPts val="0"/>
              </a:spcBef>
              <a:spcAft>
                <a:spcPts val="0"/>
              </a:spcAft>
              <a:buClr>
                <a:srgbClr val="000000"/>
              </a:buClr>
              <a:buSzPts val="1000"/>
              <a:buNone/>
              <a:defRPr sz="1000">
                <a:solidFill>
                  <a:srgbClr val="000000"/>
                </a:solidFill>
              </a:defRPr>
            </a:lvl4pPr>
            <a:lvl5pPr lvl="4">
              <a:spcBef>
                <a:spcPts val="0"/>
              </a:spcBef>
              <a:spcAft>
                <a:spcPts val="0"/>
              </a:spcAft>
              <a:buClr>
                <a:srgbClr val="000000"/>
              </a:buClr>
              <a:buSzPts val="1000"/>
              <a:buNone/>
              <a:defRPr sz="1000">
                <a:solidFill>
                  <a:srgbClr val="000000"/>
                </a:solidFill>
              </a:defRPr>
            </a:lvl5pPr>
            <a:lvl6pPr lvl="5">
              <a:spcBef>
                <a:spcPts val="0"/>
              </a:spcBef>
              <a:spcAft>
                <a:spcPts val="0"/>
              </a:spcAft>
              <a:buClr>
                <a:srgbClr val="000000"/>
              </a:buClr>
              <a:buSzPts val="1000"/>
              <a:buNone/>
              <a:defRPr sz="1000">
                <a:solidFill>
                  <a:srgbClr val="000000"/>
                </a:solidFill>
              </a:defRPr>
            </a:lvl6pPr>
            <a:lvl7pPr lvl="6">
              <a:spcBef>
                <a:spcPts val="0"/>
              </a:spcBef>
              <a:spcAft>
                <a:spcPts val="0"/>
              </a:spcAft>
              <a:buClr>
                <a:srgbClr val="000000"/>
              </a:buClr>
              <a:buSzPts val="1000"/>
              <a:buNone/>
              <a:defRPr sz="1000">
                <a:solidFill>
                  <a:srgbClr val="000000"/>
                </a:solidFill>
              </a:defRPr>
            </a:lvl7pPr>
            <a:lvl8pPr lvl="7">
              <a:spcBef>
                <a:spcPts val="0"/>
              </a:spcBef>
              <a:spcAft>
                <a:spcPts val="0"/>
              </a:spcAft>
              <a:buClr>
                <a:srgbClr val="000000"/>
              </a:buClr>
              <a:buSzPts val="1000"/>
              <a:buNone/>
              <a:defRPr sz="1000">
                <a:solidFill>
                  <a:srgbClr val="000000"/>
                </a:solidFill>
              </a:defRPr>
            </a:lvl8pPr>
            <a:lvl9pPr lvl="8">
              <a:spcBef>
                <a:spcPts val="0"/>
              </a:spcBef>
              <a:spcAft>
                <a:spcPts val="0"/>
              </a:spcAft>
              <a:buClr>
                <a:srgbClr val="000000"/>
              </a:buClr>
              <a:buSzPts val="1000"/>
              <a:buNone/>
              <a:defRPr sz="1000">
                <a:solidFill>
                  <a:srgbClr val="000000"/>
                </a:solidFill>
              </a:defRPr>
            </a:lvl9pPr>
          </a:lstStyle>
          <a:p/>
        </p:txBody>
      </p:sp>
      <p:sp>
        <p:nvSpPr>
          <p:cNvPr id="14459" name="Google Shape;14459;p248"/>
          <p:cNvSpPr txBox="1"/>
          <p:nvPr>
            <p:ph idx="14" type="title"/>
          </p:nvPr>
        </p:nvSpPr>
        <p:spPr>
          <a:xfrm flipH="1">
            <a:off x="3208773" y="579550"/>
            <a:ext cx="6679800" cy="1692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000"/>
              <a:buNone/>
              <a:defRPr sz="1000">
                <a:solidFill>
                  <a:srgbClr val="000000"/>
                </a:solidFill>
              </a:defRPr>
            </a:lvl1pPr>
            <a:lvl2pPr lvl="1">
              <a:spcBef>
                <a:spcPts val="0"/>
              </a:spcBef>
              <a:spcAft>
                <a:spcPts val="0"/>
              </a:spcAft>
              <a:buClr>
                <a:srgbClr val="000000"/>
              </a:buClr>
              <a:buSzPts val="1000"/>
              <a:buNone/>
              <a:defRPr sz="1000">
                <a:solidFill>
                  <a:srgbClr val="000000"/>
                </a:solidFill>
              </a:defRPr>
            </a:lvl2pPr>
            <a:lvl3pPr lvl="2">
              <a:spcBef>
                <a:spcPts val="0"/>
              </a:spcBef>
              <a:spcAft>
                <a:spcPts val="0"/>
              </a:spcAft>
              <a:buClr>
                <a:srgbClr val="000000"/>
              </a:buClr>
              <a:buSzPts val="1000"/>
              <a:buNone/>
              <a:defRPr sz="1000">
                <a:solidFill>
                  <a:srgbClr val="000000"/>
                </a:solidFill>
              </a:defRPr>
            </a:lvl3pPr>
            <a:lvl4pPr lvl="3">
              <a:spcBef>
                <a:spcPts val="0"/>
              </a:spcBef>
              <a:spcAft>
                <a:spcPts val="0"/>
              </a:spcAft>
              <a:buClr>
                <a:srgbClr val="000000"/>
              </a:buClr>
              <a:buSzPts val="1000"/>
              <a:buNone/>
              <a:defRPr sz="1000">
                <a:solidFill>
                  <a:srgbClr val="000000"/>
                </a:solidFill>
              </a:defRPr>
            </a:lvl4pPr>
            <a:lvl5pPr lvl="4">
              <a:spcBef>
                <a:spcPts val="0"/>
              </a:spcBef>
              <a:spcAft>
                <a:spcPts val="0"/>
              </a:spcAft>
              <a:buClr>
                <a:srgbClr val="000000"/>
              </a:buClr>
              <a:buSzPts val="1000"/>
              <a:buNone/>
              <a:defRPr sz="1000">
                <a:solidFill>
                  <a:srgbClr val="000000"/>
                </a:solidFill>
              </a:defRPr>
            </a:lvl5pPr>
            <a:lvl6pPr lvl="5">
              <a:spcBef>
                <a:spcPts val="0"/>
              </a:spcBef>
              <a:spcAft>
                <a:spcPts val="0"/>
              </a:spcAft>
              <a:buClr>
                <a:srgbClr val="000000"/>
              </a:buClr>
              <a:buSzPts val="1000"/>
              <a:buNone/>
              <a:defRPr sz="1000">
                <a:solidFill>
                  <a:srgbClr val="000000"/>
                </a:solidFill>
              </a:defRPr>
            </a:lvl6pPr>
            <a:lvl7pPr lvl="6">
              <a:spcBef>
                <a:spcPts val="0"/>
              </a:spcBef>
              <a:spcAft>
                <a:spcPts val="0"/>
              </a:spcAft>
              <a:buClr>
                <a:srgbClr val="000000"/>
              </a:buClr>
              <a:buSzPts val="1000"/>
              <a:buNone/>
              <a:defRPr sz="1000">
                <a:solidFill>
                  <a:srgbClr val="000000"/>
                </a:solidFill>
              </a:defRPr>
            </a:lvl7pPr>
            <a:lvl8pPr lvl="7">
              <a:spcBef>
                <a:spcPts val="0"/>
              </a:spcBef>
              <a:spcAft>
                <a:spcPts val="0"/>
              </a:spcAft>
              <a:buClr>
                <a:srgbClr val="000000"/>
              </a:buClr>
              <a:buSzPts val="1000"/>
              <a:buNone/>
              <a:defRPr sz="1000">
                <a:solidFill>
                  <a:srgbClr val="000000"/>
                </a:solidFill>
              </a:defRPr>
            </a:lvl8pPr>
            <a:lvl9pPr lvl="8">
              <a:spcBef>
                <a:spcPts val="0"/>
              </a:spcBef>
              <a:spcAft>
                <a:spcPts val="0"/>
              </a:spcAft>
              <a:buClr>
                <a:srgbClr val="000000"/>
              </a:buClr>
              <a:buSzPts val="1000"/>
              <a:buNone/>
              <a:defRPr sz="1000">
                <a:solidFill>
                  <a:srgbClr val="000000"/>
                </a:solidFill>
              </a:defRPr>
            </a:lvl9pPr>
          </a:lstStyle>
          <a:p/>
        </p:txBody>
      </p:sp>
      <p:sp>
        <p:nvSpPr>
          <p:cNvPr id="14460" name="Google Shape;14460;p248"/>
          <p:cNvSpPr txBox="1"/>
          <p:nvPr>
            <p:ph idx="15" type="body"/>
          </p:nvPr>
        </p:nvSpPr>
        <p:spPr>
          <a:xfrm>
            <a:off x="641150" y="612125"/>
            <a:ext cx="1770300" cy="160500"/>
          </a:xfrm>
          <a:prstGeom prst="rect">
            <a:avLst/>
          </a:prstGeom>
          <a:noFill/>
          <a:ln>
            <a:noFill/>
          </a:ln>
        </p:spPr>
        <p:txBody>
          <a:bodyPr anchorCtr="0" anchor="t" bIns="0" lIns="0" spcFirstLastPara="1" rIns="0" wrap="square" tIns="0">
            <a:noAutofit/>
          </a:bodyPr>
          <a:lstStyle>
            <a:lvl1pPr indent="-292100" lvl="0" marL="457200" algn="ctr">
              <a:spcBef>
                <a:spcPts val="0"/>
              </a:spcBef>
              <a:spcAft>
                <a:spcPts val="0"/>
              </a:spcAft>
              <a:buClr>
                <a:srgbClr val="FFFFFF"/>
              </a:buClr>
              <a:buSzPts val="1000"/>
              <a:buChar char="●"/>
              <a:defRPr sz="1000">
                <a:solidFill>
                  <a:srgbClr val="FFFFFF"/>
                </a:solidFill>
              </a:defRPr>
            </a:lvl1pPr>
            <a:lvl2pPr indent="-292100" lvl="1" marL="914400" algn="ctr">
              <a:spcBef>
                <a:spcPts val="0"/>
              </a:spcBef>
              <a:spcAft>
                <a:spcPts val="0"/>
              </a:spcAft>
              <a:buClr>
                <a:srgbClr val="FFFFFF"/>
              </a:buClr>
              <a:buSzPts val="1000"/>
              <a:buChar char="○"/>
              <a:defRPr sz="1000">
                <a:solidFill>
                  <a:srgbClr val="FFFFFF"/>
                </a:solidFill>
              </a:defRPr>
            </a:lvl2pPr>
            <a:lvl3pPr indent="-292100" lvl="2" marL="1371600" algn="ctr">
              <a:spcBef>
                <a:spcPts val="0"/>
              </a:spcBef>
              <a:spcAft>
                <a:spcPts val="0"/>
              </a:spcAft>
              <a:buClr>
                <a:srgbClr val="FFFFFF"/>
              </a:buClr>
              <a:buSzPts val="1000"/>
              <a:buChar char="■"/>
              <a:defRPr sz="1000">
                <a:solidFill>
                  <a:srgbClr val="FFFFFF"/>
                </a:solidFill>
              </a:defRPr>
            </a:lvl3pPr>
            <a:lvl4pPr indent="-292100" lvl="3" marL="1828800" algn="ctr">
              <a:spcBef>
                <a:spcPts val="0"/>
              </a:spcBef>
              <a:spcAft>
                <a:spcPts val="0"/>
              </a:spcAft>
              <a:buClr>
                <a:srgbClr val="FFFFFF"/>
              </a:buClr>
              <a:buSzPts val="1000"/>
              <a:buChar char="●"/>
              <a:defRPr sz="1000">
                <a:solidFill>
                  <a:srgbClr val="FFFFFF"/>
                </a:solidFill>
              </a:defRPr>
            </a:lvl4pPr>
            <a:lvl5pPr indent="-292100" lvl="4" marL="2286000" algn="ctr">
              <a:spcBef>
                <a:spcPts val="0"/>
              </a:spcBef>
              <a:spcAft>
                <a:spcPts val="0"/>
              </a:spcAft>
              <a:buClr>
                <a:srgbClr val="FFFFFF"/>
              </a:buClr>
              <a:buSzPts val="1000"/>
              <a:buChar char="○"/>
              <a:defRPr sz="1000">
                <a:solidFill>
                  <a:srgbClr val="FFFFFF"/>
                </a:solidFill>
              </a:defRPr>
            </a:lvl5pPr>
            <a:lvl6pPr indent="-292100" lvl="5" marL="2743200" algn="ctr">
              <a:spcBef>
                <a:spcPts val="0"/>
              </a:spcBef>
              <a:spcAft>
                <a:spcPts val="0"/>
              </a:spcAft>
              <a:buClr>
                <a:srgbClr val="FFFFFF"/>
              </a:buClr>
              <a:buSzPts val="1000"/>
              <a:buChar char="■"/>
              <a:defRPr sz="1000">
                <a:solidFill>
                  <a:srgbClr val="FFFFFF"/>
                </a:solidFill>
              </a:defRPr>
            </a:lvl6pPr>
            <a:lvl7pPr indent="-292100" lvl="6" marL="3200400" algn="ctr">
              <a:spcBef>
                <a:spcPts val="0"/>
              </a:spcBef>
              <a:spcAft>
                <a:spcPts val="0"/>
              </a:spcAft>
              <a:buClr>
                <a:srgbClr val="FFFFFF"/>
              </a:buClr>
              <a:buSzPts val="1000"/>
              <a:buChar char="●"/>
              <a:defRPr sz="1000">
                <a:solidFill>
                  <a:srgbClr val="FFFFFF"/>
                </a:solidFill>
              </a:defRPr>
            </a:lvl7pPr>
            <a:lvl8pPr indent="-292100" lvl="7" marL="3657600" algn="ctr">
              <a:spcBef>
                <a:spcPts val="0"/>
              </a:spcBef>
              <a:spcAft>
                <a:spcPts val="0"/>
              </a:spcAft>
              <a:buClr>
                <a:srgbClr val="FFFFFF"/>
              </a:buClr>
              <a:buSzPts val="1000"/>
              <a:buChar char="○"/>
              <a:defRPr sz="1000">
                <a:solidFill>
                  <a:srgbClr val="FFFFFF"/>
                </a:solidFill>
              </a:defRPr>
            </a:lvl8pPr>
            <a:lvl9pPr indent="-292100" lvl="8" marL="4114800" algn="ctr">
              <a:spcBef>
                <a:spcPts val="0"/>
              </a:spcBef>
              <a:spcAft>
                <a:spcPts val="0"/>
              </a:spcAft>
              <a:buClr>
                <a:srgbClr val="FFFFFF"/>
              </a:buClr>
              <a:buSzPts val="1000"/>
              <a:buChar char="■"/>
              <a:defRPr sz="1000">
                <a:solidFill>
                  <a:srgbClr val="FFFFFF"/>
                </a:solidFill>
              </a:defRPr>
            </a:lvl9pPr>
          </a:lstStyle>
          <a:p/>
        </p:txBody>
      </p:sp>
      <p:sp>
        <p:nvSpPr>
          <p:cNvPr id="14461" name="Google Shape;14461;p248"/>
          <p:cNvSpPr txBox="1"/>
          <p:nvPr/>
        </p:nvSpPr>
        <p:spPr>
          <a:xfrm>
            <a:off x="84825" y="598125"/>
            <a:ext cx="595500" cy="205800"/>
          </a:xfrm>
          <a:prstGeom prst="rect">
            <a:avLst/>
          </a:prstGeom>
          <a:noFill/>
          <a:ln>
            <a:noFill/>
          </a:ln>
        </p:spPr>
        <p:txBody>
          <a:bodyPr anchorCtr="0" anchor="t" bIns="18000" lIns="18000" spcFirstLastPara="1" rIns="18000" wrap="square" tIns="18000">
            <a:spAutoFit/>
          </a:bodyPr>
          <a:lstStyle/>
          <a:p>
            <a:pPr indent="0" lvl="0" marL="0" rtl="0" algn="l">
              <a:spcBef>
                <a:spcPts val="0"/>
              </a:spcBef>
              <a:spcAft>
                <a:spcPts val="0"/>
              </a:spcAft>
              <a:buNone/>
            </a:pPr>
            <a:r>
              <a:rPr lang="es-419" sz="1100">
                <a:solidFill>
                  <a:srgbClr val="FFFFFF"/>
                </a:solidFill>
              </a:rPr>
              <a:t>Nombre:</a:t>
            </a:r>
            <a:endParaRPr sz="1100">
              <a:solidFill>
                <a:srgbClr val="FFFFFF"/>
              </a:solidFill>
            </a:endParaRPr>
          </a:p>
        </p:txBody>
      </p:sp>
    </p:spTree>
  </p:cSld>
  <p:clrMapOvr>
    <a:masterClrMapping/>
  </p:clrMapOvr>
</p:sldLayout>
</file>

<file path=ppt/slideLayouts/slideLayout24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6.4 Interfaces de Usuario">
  <p:cSld name="TITLE_3_6_1_1_1_1_1_1_1_1_1_1_1_1_1_1_1_1_1_1_1_1_1_1_1_1_1_1_1_1">
    <p:spTree>
      <p:nvGrpSpPr>
        <p:cNvPr id="14462" name="Shape 14462"/>
        <p:cNvGrpSpPr/>
        <p:nvPr/>
      </p:nvGrpSpPr>
      <p:grpSpPr>
        <a:xfrm>
          <a:off x="0" y="0"/>
          <a:ext cx="0" cy="0"/>
          <a:chOff x="0" y="0"/>
          <a:chExt cx="0" cy="0"/>
        </a:xfrm>
      </p:grpSpPr>
      <p:sp>
        <p:nvSpPr>
          <p:cNvPr id="14463" name="Google Shape;14463;p249"/>
          <p:cNvSpPr/>
          <p:nvPr/>
        </p:nvSpPr>
        <p:spPr>
          <a:xfrm>
            <a:off x="77688" y="358938"/>
            <a:ext cx="9935700" cy="6438000"/>
          </a:xfrm>
          <a:prstGeom prst="roundRect">
            <a:avLst>
              <a:gd fmla="val 2618" name="adj"/>
            </a:avLst>
          </a:prstGeom>
          <a:solidFill>
            <a:srgbClr val="FFFFFF"/>
          </a:solidFill>
          <a:ln cap="flat" cmpd="sng" w="38100">
            <a:solidFill>
              <a:srgbClr val="000000"/>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4464" name="Google Shape;14464;p249"/>
          <p:cNvCxnSpPr/>
          <p:nvPr/>
        </p:nvCxnSpPr>
        <p:spPr>
          <a:xfrm>
            <a:off x="77688" y="772614"/>
            <a:ext cx="9935700" cy="0"/>
          </a:xfrm>
          <a:prstGeom prst="straightConnector1">
            <a:avLst/>
          </a:prstGeom>
          <a:noFill/>
          <a:ln cap="flat" cmpd="sng" w="19050">
            <a:solidFill>
              <a:srgbClr val="000000"/>
            </a:solidFill>
            <a:prstDash val="solid"/>
            <a:round/>
            <a:headEnd len="med" w="med" type="none"/>
            <a:tailEnd len="med" w="med" type="none"/>
          </a:ln>
        </p:spPr>
      </p:cxnSp>
      <p:cxnSp>
        <p:nvCxnSpPr>
          <p:cNvPr id="14465" name="Google Shape;14465;p249"/>
          <p:cNvCxnSpPr/>
          <p:nvPr/>
        </p:nvCxnSpPr>
        <p:spPr>
          <a:xfrm rot="10800000">
            <a:off x="2439038" y="368188"/>
            <a:ext cx="0" cy="402300"/>
          </a:xfrm>
          <a:prstGeom prst="straightConnector1">
            <a:avLst/>
          </a:prstGeom>
          <a:noFill/>
          <a:ln cap="flat" cmpd="sng" w="19050">
            <a:solidFill>
              <a:srgbClr val="000000"/>
            </a:solidFill>
            <a:prstDash val="solid"/>
            <a:round/>
            <a:headEnd len="med" w="med" type="none"/>
            <a:tailEnd len="med" w="med" type="none"/>
          </a:ln>
        </p:spPr>
      </p:cxnSp>
      <p:sp>
        <p:nvSpPr>
          <p:cNvPr id="14466" name="Google Shape;14466;p249"/>
          <p:cNvSpPr/>
          <p:nvPr/>
        </p:nvSpPr>
        <p:spPr>
          <a:xfrm>
            <a:off x="77688" y="349338"/>
            <a:ext cx="2361300" cy="421200"/>
          </a:xfrm>
          <a:prstGeom prst="roundRect">
            <a:avLst>
              <a:gd fmla="val 50000" name="adj"/>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s-419" sz="1200">
                <a:solidFill>
                  <a:srgbClr val="FFFFFF"/>
                </a:solidFill>
              </a:rPr>
              <a:t>Interfaces de Usuario</a:t>
            </a:r>
            <a:endParaRPr b="1" sz="1200">
              <a:solidFill>
                <a:srgbClr val="FFFFFF"/>
              </a:solidFill>
            </a:endParaRPr>
          </a:p>
          <a:p>
            <a:pPr indent="0" lvl="0" marL="0" rtl="0" algn="ctr">
              <a:spcBef>
                <a:spcPts val="0"/>
              </a:spcBef>
              <a:spcAft>
                <a:spcPts val="0"/>
              </a:spcAft>
              <a:buNone/>
            </a:pPr>
            <a:r>
              <a:t/>
            </a:r>
            <a:endParaRPr b="1" sz="1200">
              <a:solidFill>
                <a:srgbClr val="FFFFFF"/>
              </a:solidFill>
            </a:endParaRPr>
          </a:p>
        </p:txBody>
      </p:sp>
      <p:sp>
        <p:nvSpPr>
          <p:cNvPr id="14467" name="Google Shape;14467;p249"/>
          <p:cNvSpPr/>
          <p:nvPr/>
        </p:nvSpPr>
        <p:spPr>
          <a:xfrm>
            <a:off x="83988" y="595504"/>
            <a:ext cx="190200" cy="1692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8" name="Google Shape;14468;p249"/>
          <p:cNvSpPr/>
          <p:nvPr/>
        </p:nvSpPr>
        <p:spPr>
          <a:xfrm>
            <a:off x="2292338" y="358938"/>
            <a:ext cx="146700" cy="4023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9" name="Google Shape;14469;p249"/>
          <p:cNvSpPr txBox="1"/>
          <p:nvPr/>
        </p:nvSpPr>
        <p:spPr>
          <a:xfrm>
            <a:off x="2524025" y="497711"/>
            <a:ext cx="8850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Formulario:</a:t>
            </a:r>
            <a:endParaRPr b="1" sz="1100"/>
          </a:p>
        </p:txBody>
      </p:sp>
      <p:sp>
        <p:nvSpPr>
          <p:cNvPr id="14470" name="Google Shape;14470;p249"/>
          <p:cNvSpPr txBox="1"/>
          <p:nvPr>
            <p:ph type="title"/>
          </p:nvPr>
        </p:nvSpPr>
        <p:spPr>
          <a:xfrm flipH="1">
            <a:off x="3408875" y="445821"/>
            <a:ext cx="6479700" cy="2664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000"/>
              <a:buNone/>
              <a:defRPr sz="1000">
                <a:solidFill>
                  <a:srgbClr val="000000"/>
                </a:solidFill>
              </a:defRPr>
            </a:lvl1pPr>
            <a:lvl2pPr lvl="1">
              <a:spcBef>
                <a:spcPts val="0"/>
              </a:spcBef>
              <a:spcAft>
                <a:spcPts val="0"/>
              </a:spcAft>
              <a:buClr>
                <a:srgbClr val="000000"/>
              </a:buClr>
              <a:buSzPts val="1000"/>
              <a:buNone/>
              <a:defRPr sz="1000">
                <a:solidFill>
                  <a:srgbClr val="000000"/>
                </a:solidFill>
              </a:defRPr>
            </a:lvl2pPr>
            <a:lvl3pPr lvl="2">
              <a:spcBef>
                <a:spcPts val="0"/>
              </a:spcBef>
              <a:spcAft>
                <a:spcPts val="0"/>
              </a:spcAft>
              <a:buClr>
                <a:srgbClr val="000000"/>
              </a:buClr>
              <a:buSzPts val="1000"/>
              <a:buNone/>
              <a:defRPr sz="1000">
                <a:solidFill>
                  <a:srgbClr val="000000"/>
                </a:solidFill>
              </a:defRPr>
            </a:lvl3pPr>
            <a:lvl4pPr lvl="3">
              <a:spcBef>
                <a:spcPts val="0"/>
              </a:spcBef>
              <a:spcAft>
                <a:spcPts val="0"/>
              </a:spcAft>
              <a:buClr>
                <a:srgbClr val="000000"/>
              </a:buClr>
              <a:buSzPts val="1000"/>
              <a:buNone/>
              <a:defRPr sz="1000">
                <a:solidFill>
                  <a:srgbClr val="000000"/>
                </a:solidFill>
              </a:defRPr>
            </a:lvl4pPr>
            <a:lvl5pPr lvl="4">
              <a:spcBef>
                <a:spcPts val="0"/>
              </a:spcBef>
              <a:spcAft>
                <a:spcPts val="0"/>
              </a:spcAft>
              <a:buClr>
                <a:srgbClr val="000000"/>
              </a:buClr>
              <a:buSzPts val="1000"/>
              <a:buNone/>
              <a:defRPr sz="1000">
                <a:solidFill>
                  <a:srgbClr val="000000"/>
                </a:solidFill>
              </a:defRPr>
            </a:lvl5pPr>
            <a:lvl6pPr lvl="5">
              <a:spcBef>
                <a:spcPts val="0"/>
              </a:spcBef>
              <a:spcAft>
                <a:spcPts val="0"/>
              </a:spcAft>
              <a:buClr>
                <a:srgbClr val="000000"/>
              </a:buClr>
              <a:buSzPts val="1000"/>
              <a:buNone/>
              <a:defRPr sz="1000">
                <a:solidFill>
                  <a:srgbClr val="000000"/>
                </a:solidFill>
              </a:defRPr>
            </a:lvl6pPr>
            <a:lvl7pPr lvl="6">
              <a:spcBef>
                <a:spcPts val="0"/>
              </a:spcBef>
              <a:spcAft>
                <a:spcPts val="0"/>
              </a:spcAft>
              <a:buClr>
                <a:srgbClr val="000000"/>
              </a:buClr>
              <a:buSzPts val="1000"/>
              <a:buNone/>
              <a:defRPr sz="1000">
                <a:solidFill>
                  <a:srgbClr val="000000"/>
                </a:solidFill>
              </a:defRPr>
            </a:lvl7pPr>
            <a:lvl8pPr lvl="7">
              <a:spcBef>
                <a:spcPts val="0"/>
              </a:spcBef>
              <a:spcAft>
                <a:spcPts val="0"/>
              </a:spcAft>
              <a:buClr>
                <a:srgbClr val="000000"/>
              </a:buClr>
              <a:buSzPts val="1000"/>
              <a:buNone/>
              <a:defRPr sz="1000">
                <a:solidFill>
                  <a:srgbClr val="000000"/>
                </a:solidFill>
              </a:defRPr>
            </a:lvl8pPr>
            <a:lvl9pPr lvl="8">
              <a:spcBef>
                <a:spcPts val="0"/>
              </a:spcBef>
              <a:spcAft>
                <a:spcPts val="0"/>
              </a:spcAft>
              <a:buClr>
                <a:srgbClr val="000000"/>
              </a:buClr>
              <a:buSzPts val="1000"/>
              <a:buNone/>
              <a:defRPr sz="1000">
                <a:solidFill>
                  <a:srgbClr val="000000"/>
                </a:solidFill>
              </a:defRPr>
            </a:lvl9pPr>
          </a:lstStyle>
          <a:p/>
        </p:txBody>
      </p:sp>
      <p:grpSp>
        <p:nvGrpSpPr>
          <p:cNvPr id="14471" name="Google Shape;14471;p249"/>
          <p:cNvGrpSpPr/>
          <p:nvPr/>
        </p:nvGrpSpPr>
        <p:grpSpPr>
          <a:xfrm>
            <a:off x="206850" y="901287"/>
            <a:ext cx="2304000" cy="2805300"/>
            <a:chOff x="206850" y="899176"/>
            <a:chExt cx="2304000" cy="2805300"/>
          </a:xfrm>
        </p:grpSpPr>
        <p:sp>
          <p:nvSpPr>
            <p:cNvPr id="14472" name="Google Shape;14472;p249"/>
            <p:cNvSpPr/>
            <p:nvPr/>
          </p:nvSpPr>
          <p:spPr>
            <a:xfrm>
              <a:off x="206850" y="899176"/>
              <a:ext cx="2304000" cy="2805300"/>
            </a:xfrm>
            <a:prstGeom prst="roundRect">
              <a:avLst>
                <a:gd fmla="val 4586" name="adj"/>
              </a:avLst>
            </a:prstGeom>
            <a:solidFill>
              <a:srgbClr val="FFFFFF"/>
            </a:solidFill>
            <a:ln cap="flat" cmpd="sng" w="9525">
              <a:solidFill>
                <a:srgbClr val="B7B7B7"/>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t" bIns="36000" lIns="0" spcFirstLastPara="1" rIns="0" wrap="square" tIns="54000">
              <a:noAutofit/>
            </a:bodyPr>
            <a:lstStyle/>
            <a:p>
              <a:pPr indent="0" lvl="0" marL="0" marR="0" rtl="0" algn="ctr">
                <a:lnSpc>
                  <a:spcPct val="100000"/>
                </a:lnSpc>
                <a:spcBef>
                  <a:spcPts val="0"/>
                </a:spcBef>
                <a:spcAft>
                  <a:spcPts val="0"/>
                </a:spcAft>
                <a:buClr>
                  <a:srgbClr val="000000"/>
                </a:buClr>
                <a:buSzPts val="1100"/>
                <a:buFont typeface="Arial"/>
                <a:buNone/>
              </a:pPr>
              <a:r>
                <a:rPr b="1" i="1" lang="es-419" sz="1100">
                  <a:latin typeface="Arvo"/>
                  <a:ea typeface="Arvo"/>
                  <a:cs typeface="Arvo"/>
                  <a:sym typeface="Arvo"/>
                </a:rPr>
                <a:t>ViewPart</a:t>
              </a:r>
              <a:endParaRPr b="1" i="1" sz="1100">
                <a:latin typeface="Arvo"/>
                <a:ea typeface="Arvo"/>
                <a:cs typeface="Arvo"/>
                <a:sym typeface="Arvo"/>
              </a:endParaRPr>
            </a:p>
          </p:txBody>
        </p:sp>
        <p:cxnSp>
          <p:nvCxnSpPr>
            <p:cNvPr id="14473" name="Google Shape;14473;p249"/>
            <p:cNvCxnSpPr/>
            <p:nvPr/>
          </p:nvCxnSpPr>
          <p:spPr>
            <a:xfrm>
              <a:off x="323600" y="1236086"/>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14474" name="Google Shape;14474;p249"/>
            <p:cNvCxnSpPr/>
            <p:nvPr/>
          </p:nvCxnSpPr>
          <p:spPr>
            <a:xfrm>
              <a:off x="328511" y="1240955"/>
              <a:ext cx="205800" cy="0"/>
            </a:xfrm>
            <a:prstGeom prst="straightConnector1">
              <a:avLst/>
            </a:prstGeom>
            <a:noFill/>
            <a:ln cap="flat" cmpd="sng" w="9525">
              <a:solidFill>
                <a:srgbClr val="B7B7B7"/>
              </a:solidFill>
              <a:prstDash val="solid"/>
              <a:round/>
              <a:headEnd len="med" w="med" type="none"/>
              <a:tailEnd len="med" w="med" type="none"/>
            </a:ln>
          </p:spPr>
        </p:cxnSp>
        <p:cxnSp>
          <p:nvCxnSpPr>
            <p:cNvPr id="14475" name="Google Shape;14475;p249"/>
            <p:cNvCxnSpPr/>
            <p:nvPr/>
          </p:nvCxnSpPr>
          <p:spPr>
            <a:xfrm>
              <a:off x="2394099" y="1236086"/>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14476" name="Google Shape;14476;p249"/>
            <p:cNvCxnSpPr/>
            <p:nvPr/>
          </p:nvCxnSpPr>
          <p:spPr>
            <a:xfrm>
              <a:off x="2183133" y="1240955"/>
              <a:ext cx="205800" cy="0"/>
            </a:xfrm>
            <a:prstGeom prst="straightConnector1">
              <a:avLst/>
            </a:prstGeom>
            <a:noFill/>
            <a:ln cap="flat" cmpd="sng" w="9525">
              <a:solidFill>
                <a:srgbClr val="B7B7B7"/>
              </a:solidFill>
              <a:prstDash val="solid"/>
              <a:round/>
              <a:headEnd len="med" w="med" type="none"/>
              <a:tailEnd len="med" w="med" type="none"/>
            </a:ln>
          </p:spPr>
        </p:cxnSp>
        <p:cxnSp>
          <p:nvCxnSpPr>
            <p:cNvPr id="14477" name="Google Shape;14477;p249"/>
            <p:cNvCxnSpPr/>
            <p:nvPr/>
          </p:nvCxnSpPr>
          <p:spPr>
            <a:xfrm>
              <a:off x="323600" y="3363822"/>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14478" name="Google Shape;14478;p249"/>
            <p:cNvCxnSpPr/>
            <p:nvPr/>
          </p:nvCxnSpPr>
          <p:spPr>
            <a:xfrm>
              <a:off x="328511" y="3569394"/>
              <a:ext cx="205800" cy="0"/>
            </a:xfrm>
            <a:prstGeom prst="straightConnector1">
              <a:avLst/>
            </a:prstGeom>
            <a:noFill/>
            <a:ln cap="flat" cmpd="sng" w="9525">
              <a:solidFill>
                <a:srgbClr val="B7B7B7"/>
              </a:solidFill>
              <a:prstDash val="solid"/>
              <a:round/>
              <a:headEnd len="med" w="med" type="none"/>
              <a:tailEnd len="med" w="med" type="none"/>
            </a:ln>
          </p:spPr>
        </p:cxnSp>
        <p:cxnSp>
          <p:nvCxnSpPr>
            <p:cNvPr id="14479" name="Google Shape;14479;p249"/>
            <p:cNvCxnSpPr/>
            <p:nvPr/>
          </p:nvCxnSpPr>
          <p:spPr>
            <a:xfrm>
              <a:off x="2394099" y="3363822"/>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14480" name="Google Shape;14480;p249"/>
            <p:cNvCxnSpPr/>
            <p:nvPr/>
          </p:nvCxnSpPr>
          <p:spPr>
            <a:xfrm>
              <a:off x="2183505" y="3569394"/>
              <a:ext cx="205800" cy="0"/>
            </a:xfrm>
            <a:prstGeom prst="straightConnector1">
              <a:avLst/>
            </a:prstGeom>
            <a:noFill/>
            <a:ln cap="flat" cmpd="sng" w="9525">
              <a:solidFill>
                <a:srgbClr val="B7B7B7"/>
              </a:solidFill>
              <a:prstDash val="solid"/>
              <a:round/>
              <a:headEnd len="med" w="med" type="none"/>
              <a:tailEnd len="med" w="med" type="none"/>
            </a:ln>
          </p:spPr>
        </p:cxnSp>
      </p:grpSp>
      <p:cxnSp>
        <p:nvCxnSpPr>
          <p:cNvPr id="14481" name="Google Shape;14481;p249"/>
          <p:cNvCxnSpPr/>
          <p:nvPr/>
        </p:nvCxnSpPr>
        <p:spPr>
          <a:xfrm>
            <a:off x="2762000" y="1236086"/>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14482" name="Google Shape;14482;p249"/>
          <p:cNvCxnSpPr/>
          <p:nvPr/>
        </p:nvCxnSpPr>
        <p:spPr>
          <a:xfrm>
            <a:off x="2762000" y="4459790"/>
            <a:ext cx="0" cy="210300"/>
          </a:xfrm>
          <a:prstGeom prst="straightConnector1">
            <a:avLst/>
          </a:prstGeom>
          <a:noFill/>
          <a:ln cap="flat" cmpd="sng" w="9525">
            <a:solidFill>
              <a:srgbClr val="B7B7B7"/>
            </a:solidFill>
            <a:prstDash val="solid"/>
            <a:round/>
            <a:headEnd len="med" w="med" type="none"/>
            <a:tailEnd len="med" w="med" type="none"/>
          </a:ln>
        </p:spPr>
      </p:cxnSp>
      <p:grpSp>
        <p:nvGrpSpPr>
          <p:cNvPr id="14483" name="Google Shape;14483;p249"/>
          <p:cNvGrpSpPr/>
          <p:nvPr/>
        </p:nvGrpSpPr>
        <p:grpSpPr>
          <a:xfrm>
            <a:off x="206850" y="3840639"/>
            <a:ext cx="2304000" cy="2805300"/>
            <a:chOff x="206850" y="899176"/>
            <a:chExt cx="2304000" cy="2805300"/>
          </a:xfrm>
        </p:grpSpPr>
        <p:sp>
          <p:nvSpPr>
            <p:cNvPr id="14484" name="Google Shape;14484;p249"/>
            <p:cNvSpPr/>
            <p:nvPr/>
          </p:nvSpPr>
          <p:spPr>
            <a:xfrm>
              <a:off x="206850" y="899176"/>
              <a:ext cx="2304000" cy="2805300"/>
            </a:xfrm>
            <a:prstGeom prst="roundRect">
              <a:avLst>
                <a:gd fmla="val 4586" name="adj"/>
              </a:avLst>
            </a:prstGeom>
            <a:solidFill>
              <a:srgbClr val="FFFFFF"/>
            </a:solidFill>
            <a:ln cap="flat" cmpd="sng" w="9525">
              <a:solidFill>
                <a:srgbClr val="B7B7B7"/>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t" bIns="36000" lIns="0" spcFirstLastPara="1" rIns="0" wrap="square" tIns="54000">
              <a:noAutofit/>
            </a:bodyPr>
            <a:lstStyle/>
            <a:p>
              <a:pPr indent="0" lvl="0" marL="0" marR="0" rtl="0" algn="ctr">
                <a:lnSpc>
                  <a:spcPct val="100000"/>
                </a:lnSpc>
                <a:spcBef>
                  <a:spcPts val="0"/>
                </a:spcBef>
                <a:spcAft>
                  <a:spcPts val="0"/>
                </a:spcAft>
                <a:buClr>
                  <a:srgbClr val="000000"/>
                </a:buClr>
                <a:buSzPts val="1100"/>
                <a:buFont typeface="Arial"/>
                <a:buNone/>
              </a:pPr>
              <a:r>
                <a:rPr b="1" i="1" lang="es-419" sz="1100">
                  <a:latin typeface="Arvo"/>
                  <a:ea typeface="Arvo"/>
                  <a:cs typeface="Arvo"/>
                  <a:sym typeface="Arvo"/>
                </a:rPr>
                <a:t>ViewModel</a:t>
              </a:r>
              <a:endParaRPr b="1" i="1" sz="1100">
                <a:latin typeface="Arvo"/>
                <a:ea typeface="Arvo"/>
                <a:cs typeface="Arvo"/>
                <a:sym typeface="Arvo"/>
              </a:endParaRPr>
            </a:p>
          </p:txBody>
        </p:sp>
        <p:cxnSp>
          <p:nvCxnSpPr>
            <p:cNvPr id="14485" name="Google Shape;14485;p249"/>
            <p:cNvCxnSpPr/>
            <p:nvPr/>
          </p:nvCxnSpPr>
          <p:spPr>
            <a:xfrm>
              <a:off x="323600" y="1236086"/>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14486" name="Google Shape;14486;p249"/>
            <p:cNvCxnSpPr/>
            <p:nvPr/>
          </p:nvCxnSpPr>
          <p:spPr>
            <a:xfrm>
              <a:off x="328511" y="1240955"/>
              <a:ext cx="205800" cy="0"/>
            </a:xfrm>
            <a:prstGeom prst="straightConnector1">
              <a:avLst/>
            </a:prstGeom>
            <a:noFill/>
            <a:ln cap="flat" cmpd="sng" w="9525">
              <a:solidFill>
                <a:srgbClr val="B7B7B7"/>
              </a:solidFill>
              <a:prstDash val="solid"/>
              <a:round/>
              <a:headEnd len="med" w="med" type="none"/>
              <a:tailEnd len="med" w="med" type="none"/>
            </a:ln>
          </p:spPr>
        </p:cxnSp>
        <p:cxnSp>
          <p:nvCxnSpPr>
            <p:cNvPr id="14487" name="Google Shape;14487;p249"/>
            <p:cNvCxnSpPr/>
            <p:nvPr/>
          </p:nvCxnSpPr>
          <p:spPr>
            <a:xfrm>
              <a:off x="2394099" y="1236086"/>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14488" name="Google Shape;14488;p249"/>
            <p:cNvCxnSpPr/>
            <p:nvPr/>
          </p:nvCxnSpPr>
          <p:spPr>
            <a:xfrm>
              <a:off x="2183133" y="1240955"/>
              <a:ext cx="205800" cy="0"/>
            </a:xfrm>
            <a:prstGeom prst="straightConnector1">
              <a:avLst/>
            </a:prstGeom>
            <a:noFill/>
            <a:ln cap="flat" cmpd="sng" w="9525">
              <a:solidFill>
                <a:srgbClr val="B7B7B7"/>
              </a:solidFill>
              <a:prstDash val="solid"/>
              <a:round/>
              <a:headEnd len="med" w="med" type="none"/>
              <a:tailEnd len="med" w="med" type="none"/>
            </a:ln>
          </p:spPr>
        </p:cxnSp>
        <p:cxnSp>
          <p:nvCxnSpPr>
            <p:cNvPr id="14489" name="Google Shape;14489;p249"/>
            <p:cNvCxnSpPr/>
            <p:nvPr/>
          </p:nvCxnSpPr>
          <p:spPr>
            <a:xfrm>
              <a:off x="323600" y="3363822"/>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14490" name="Google Shape;14490;p249"/>
            <p:cNvCxnSpPr/>
            <p:nvPr/>
          </p:nvCxnSpPr>
          <p:spPr>
            <a:xfrm>
              <a:off x="328511" y="3569394"/>
              <a:ext cx="205800" cy="0"/>
            </a:xfrm>
            <a:prstGeom prst="straightConnector1">
              <a:avLst/>
            </a:prstGeom>
            <a:noFill/>
            <a:ln cap="flat" cmpd="sng" w="9525">
              <a:solidFill>
                <a:srgbClr val="B7B7B7"/>
              </a:solidFill>
              <a:prstDash val="solid"/>
              <a:round/>
              <a:headEnd len="med" w="med" type="none"/>
              <a:tailEnd len="med" w="med" type="none"/>
            </a:ln>
          </p:spPr>
        </p:cxnSp>
        <p:cxnSp>
          <p:nvCxnSpPr>
            <p:cNvPr id="14491" name="Google Shape;14491;p249"/>
            <p:cNvCxnSpPr/>
            <p:nvPr/>
          </p:nvCxnSpPr>
          <p:spPr>
            <a:xfrm>
              <a:off x="2394099" y="3363822"/>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14492" name="Google Shape;14492;p249"/>
            <p:cNvCxnSpPr/>
            <p:nvPr/>
          </p:nvCxnSpPr>
          <p:spPr>
            <a:xfrm>
              <a:off x="2183505" y="3569394"/>
              <a:ext cx="205800" cy="0"/>
            </a:xfrm>
            <a:prstGeom prst="straightConnector1">
              <a:avLst/>
            </a:prstGeom>
            <a:noFill/>
            <a:ln cap="flat" cmpd="sng" w="9525">
              <a:solidFill>
                <a:srgbClr val="B7B7B7"/>
              </a:solidFill>
              <a:prstDash val="solid"/>
              <a:round/>
              <a:headEnd len="med" w="med" type="none"/>
              <a:tailEnd len="med" w="med" type="none"/>
            </a:ln>
          </p:spPr>
        </p:cxnSp>
      </p:grpSp>
      <p:grpSp>
        <p:nvGrpSpPr>
          <p:cNvPr id="14493" name="Google Shape;14493;p249"/>
          <p:cNvGrpSpPr/>
          <p:nvPr/>
        </p:nvGrpSpPr>
        <p:grpSpPr>
          <a:xfrm>
            <a:off x="2660950" y="901287"/>
            <a:ext cx="2304000" cy="2805300"/>
            <a:chOff x="206850" y="899176"/>
            <a:chExt cx="2304000" cy="2805300"/>
          </a:xfrm>
        </p:grpSpPr>
        <p:sp>
          <p:nvSpPr>
            <p:cNvPr id="14494" name="Google Shape;14494;p249"/>
            <p:cNvSpPr/>
            <p:nvPr/>
          </p:nvSpPr>
          <p:spPr>
            <a:xfrm>
              <a:off x="206850" y="899176"/>
              <a:ext cx="2304000" cy="2805300"/>
            </a:xfrm>
            <a:prstGeom prst="roundRect">
              <a:avLst>
                <a:gd fmla="val 4586" name="adj"/>
              </a:avLst>
            </a:prstGeom>
            <a:solidFill>
              <a:srgbClr val="FFFFFF"/>
            </a:solidFill>
            <a:ln cap="flat" cmpd="sng" w="9525">
              <a:solidFill>
                <a:srgbClr val="B7B7B7"/>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t" bIns="36000" lIns="0" spcFirstLastPara="1" rIns="0" wrap="square" tIns="54000">
              <a:noAutofit/>
            </a:bodyPr>
            <a:lstStyle/>
            <a:p>
              <a:pPr indent="0" lvl="0" marL="0" marR="0" rtl="0" algn="ctr">
                <a:lnSpc>
                  <a:spcPct val="100000"/>
                </a:lnSpc>
                <a:spcBef>
                  <a:spcPts val="0"/>
                </a:spcBef>
                <a:spcAft>
                  <a:spcPts val="0"/>
                </a:spcAft>
                <a:buClr>
                  <a:srgbClr val="000000"/>
                </a:buClr>
                <a:buSzPts val="1100"/>
                <a:buFont typeface="Arial"/>
                <a:buNone/>
              </a:pPr>
              <a:r>
                <a:rPr b="1" i="1" lang="es-419" sz="1100">
                  <a:latin typeface="Arvo"/>
                  <a:ea typeface="Arvo"/>
                  <a:cs typeface="Arvo"/>
                  <a:sym typeface="Arvo"/>
                </a:rPr>
                <a:t>ViewPart</a:t>
              </a:r>
              <a:endParaRPr b="1" i="1" sz="1100">
                <a:latin typeface="Arvo"/>
                <a:ea typeface="Arvo"/>
                <a:cs typeface="Arvo"/>
                <a:sym typeface="Arvo"/>
              </a:endParaRPr>
            </a:p>
          </p:txBody>
        </p:sp>
        <p:cxnSp>
          <p:nvCxnSpPr>
            <p:cNvPr id="14495" name="Google Shape;14495;p249"/>
            <p:cNvCxnSpPr/>
            <p:nvPr/>
          </p:nvCxnSpPr>
          <p:spPr>
            <a:xfrm>
              <a:off x="323600" y="1236086"/>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14496" name="Google Shape;14496;p249"/>
            <p:cNvCxnSpPr/>
            <p:nvPr/>
          </p:nvCxnSpPr>
          <p:spPr>
            <a:xfrm>
              <a:off x="328511" y="1240955"/>
              <a:ext cx="205800" cy="0"/>
            </a:xfrm>
            <a:prstGeom prst="straightConnector1">
              <a:avLst/>
            </a:prstGeom>
            <a:noFill/>
            <a:ln cap="flat" cmpd="sng" w="9525">
              <a:solidFill>
                <a:srgbClr val="B7B7B7"/>
              </a:solidFill>
              <a:prstDash val="solid"/>
              <a:round/>
              <a:headEnd len="med" w="med" type="none"/>
              <a:tailEnd len="med" w="med" type="none"/>
            </a:ln>
          </p:spPr>
        </p:cxnSp>
        <p:cxnSp>
          <p:nvCxnSpPr>
            <p:cNvPr id="14497" name="Google Shape;14497;p249"/>
            <p:cNvCxnSpPr/>
            <p:nvPr/>
          </p:nvCxnSpPr>
          <p:spPr>
            <a:xfrm>
              <a:off x="2394099" y="1236086"/>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14498" name="Google Shape;14498;p249"/>
            <p:cNvCxnSpPr/>
            <p:nvPr/>
          </p:nvCxnSpPr>
          <p:spPr>
            <a:xfrm>
              <a:off x="2183133" y="1240955"/>
              <a:ext cx="205800" cy="0"/>
            </a:xfrm>
            <a:prstGeom prst="straightConnector1">
              <a:avLst/>
            </a:prstGeom>
            <a:noFill/>
            <a:ln cap="flat" cmpd="sng" w="9525">
              <a:solidFill>
                <a:srgbClr val="B7B7B7"/>
              </a:solidFill>
              <a:prstDash val="solid"/>
              <a:round/>
              <a:headEnd len="med" w="med" type="none"/>
              <a:tailEnd len="med" w="med" type="none"/>
            </a:ln>
          </p:spPr>
        </p:cxnSp>
        <p:cxnSp>
          <p:nvCxnSpPr>
            <p:cNvPr id="14499" name="Google Shape;14499;p249"/>
            <p:cNvCxnSpPr/>
            <p:nvPr/>
          </p:nvCxnSpPr>
          <p:spPr>
            <a:xfrm>
              <a:off x="323600" y="3363822"/>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14500" name="Google Shape;14500;p249"/>
            <p:cNvCxnSpPr/>
            <p:nvPr/>
          </p:nvCxnSpPr>
          <p:spPr>
            <a:xfrm>
              <a:off x="328511" y="3569394"/>
              <a:ext cx="205800" cy="0"/>
            </a:xfrm>
            <a:prstGeom prst="straightConnector1">
              <a:avLst/>
            </a:prstGeom>
            <a:noFill/>
            <a:ln cap="flat" cmpd="sng" w="9525">
              <a:solidFill>
                <a:srgbClr val="B7B7B7"/>
              </a:solidFill>
              <a:prstDash val="solid"/>
              <a:round/>
              <a:headEnd len="med" w="med" type="none"/>
              <a:tailEnd len="med" w="med" type="none"/>
            </a:ln>
          </p:spPr>
        </p:cxnSp>
        <p:cxnSp>
          <p:nvCxnSpPr>
            <p:cNvPr id="14501" name="Google Shape;14501;p249"/>
            <p:cNvCxnSpPr/>
            <p:nvPr/>
          </p:nvCxnSpPr>
          <p:spPr>
            <a:xfrm>
              <a:off x="2394099" y="3363822"/>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14502" name="Google Shape;14502;p249"/>
            <p:cNvCxnSpPr/>
            <p:nvPr/>
          </p:nvCxnSpPr>
          <p:spPr>
            <a:xfrm>
              <a:off x="2183505" y="3569394"/>
              <a:ext cx="205800" cy="0"/>
            </a:xfrm>
            <a:prstGeom prst="straightConnector1">
              <a:avLst/>
            </a:prstGeom>
            <a:noFill/>
            <a:ln cap="flat" cmpd="sng" w="9525">
              <a:solidFill>
                <a:srgbClr val="B7B7B7"/>
              </a:solidFill>
              <a:prstDash val="solid"/>
              <a:round/>
              <a:headEnd len="med" w="med" type="none"/>
              <a:tailEnd len="med" w="med" type="none"/>
            </a:ln>
          </p:spPr>
        </p:cxnSp>
      </p:grpSp>
      <p:grpSp>
        <p:nvGrpSpPr>
          <p:cNvPr id="14503" name="Google Shape;14503;p249"/>
          <p:cNvGrpSpPr/>
          <p:nvPr/>
        </p:nvGrpSpPr>
        <p:grpSpPr>
          <a:xfrm>
            <a:off x="2660950" y="3840639"/>
            <a:ext cx="2304000" cy="2805300"/>
            <a:chOff x="206850" y="899176"/>
            <a:chExt cx="2304000" cy="2805300"/>
          </a:xfrm>
        </p:grpSpPr>
        <p:sp>
          <p:nvSpPr>
            <p:cNvPr id="14504" name="Google Shape;14504;p249"/>
            <p:cNvSpPr/>
            <p:nvPr/>
          </p:nvSpPr>
          <p:spPr>
            <a:xfrm>
              <a:off x="206850" y="899176"/>
              <a:ext cx="2304000" cy="2805300"/>
            </a:xfrm>
            <a:prstGeom prst="roundRect">
              <a:avLst>
                <a:gd fmla="val 4586" name="adj"/>
              </a:avLst>
            </a:prstGeom>
            <a:solidFill>
              <a:srgbClr val="FFFFFF"/>
            </a:solidFill>
            <a:ln cap="flat" cmpd="sng" w="9525">
              <a:solidFill>
                <a:srgbClr val="B7B7B7"/>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t" bIns="36000" lIns="0" spcFirstLastPara="1" rIns="0" wrap="square" tIns="54000">
              <a:noAutofit/>
            </a:bodyPr>
            <a:lstStyle/>
            <a:p>
              <a:pPr indent="0" lvl="0" marL="0" marR="0" rtl="0" algn="ctr">
                <a:lnSpc>
                  <a:spcPct val="100000"/>
                </a:lnSpc>
                <a:spcBef>
                  <a:spcPts val="0"/>
                </a:spcBef>
                <a:spcAft>
                  <a:spcPts val="0"/>
                </a:spcAft>
                <a:buClr>
                  <a:srgbClr val="000000"/>
                </a:buClr>
                <a:buSzPts val="1100"/>
                <a:buFont typeface="Arial"/>
                <a:buNone/>
              </a:pPr>
              <a:r>
                <a:rPr b="1" i="1" lang="es-419" sz="1100">
                  <a:latin typeface="Arvo"/>
                  <a:ea typeface="Arvo"/>
                  <a:cs typeface="Arvo"/>
                  <a:sym typeface="Arvo"/>
                </a:rPr>
                <a:t>ViewModel</a:t>
              </a:r>
              <a:endParaRPr b="1" i="1" sz="1100">
                <a:latin typeface="Arvo"/>
                <a:ea typeface="Arvo"/>
                <a:cs typeface="Arvo"/>
                <a:sym typeface="Arvo"/>
              </a:endParaRPr>
            </a:p>
          </p:txBody>
        </p:sp>
        <p:cxnSp>
          <p:nvCxnSpPr>
            <p:cNvPr id="14505" name="Google Shape;14505;p249"/>
            <p:cNvCxnSpPr/>
            <p:nvPr/>
          </p:nvCxnSpPr>
          <p:spPr>
            <a:xfrm>
              <a:off x="323600" y="1236086"/>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14506" name="Google Shape;14506;p249"/>
            <p:cNvCxnSpPr/>
            <p:nvPr/>
          </p:nvCxnSpPr>
          <p:spPr>
            <a:xfrm>
              <a:off x="328511" y="1240955"/>
              <a:ext cx="205800" cy="0"/>
            </a:xfrm>
            <a:prstGeom prst="straightConnector1">
              <a:avLst/>
            </a:prstGeom>
            <a:noFill/>
            <a:ln cap="flat" cmpd="sng" w="9525">
              <a:solidFill>
                <a:srgbClr val="B7B7B7"/>
              </a:solidFill>
              <a:prstDash val="solid"/>
              <a:round/>
              <a:headEnd len="med" w="med" type="none"/>
              <a:tailEnd len="med" w="med" type="none"/>
            </a:ln>
          </p:spPr>
        </p:cxnSp>
        <p:cxnSp>
          <p:nvCxnSpPr>
            <p:cNvPr id="14507" name="Google Shape;14507;p249"/>
            <p:cNvCxnSpPr/>
            <p:nvPr/>
          </p:nvCxnSpPr>
          <p:spPr>
            <a:xfrm>
              <a:off x="2394099" y="1236086"/>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14508" name="Google Shape;14508;p249"/>
            <p:cNvCxnSpPr/>
            <p:nvPr/>
          </p:nvCxnSpPr>
          <p:spPr>
            <a:xfrm>
              <a:off x="2183133" y="1240955"/>
              <a:ext cx="205800" cy="0"/>
            </a:xfrm>
            <a:prstGeom prst="straightConnector1">
              <a:avLst/>
            </a:prstGeom>
            <a:noFill/>
            <a:ln cap="flat" cmpd="sng" w="9525">
              <a:solidFill>
                <a:srgbClr val="B7B7B7"/>
              </a:solidFill>
              <a:prstDash val="solid"/>
              <a:round/>
              <a:headEnd len="med" w="med" type="none"/>
              <a:tailEnd len="med" w="med" type="none"/>
            </a:ln>
          </p:spPr>
        </p:cxnSp>
        <p:cxnSp>
          <p:nvCxnSpPr>
            <p:cNvPr id="14509" name="Google Shape;14509;p249"/>
            <p:cNvCxnSpPr/>
            <p:nvPr/>
          </p:nvCxnSpPr>
          <p:spPr>
            <a:xfrm>
              <a:off x="323600" y="3363822"/>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14510" name="Google Shape;14510;p249"/>
            <p:cNvCxnSpPr/>
            <p:nvPr/>
          </p:nvCxnSpPr>
          <p:spPr>
            <a:xfrm>
              <a:off x="328511" y="3569394"/>
              <a:ext cx="205800" cy="0"/>
            </a:xfrm>
            <a:prstGeom prst="straightConnector1">
              <a:avLst/>
            </a:prstGeom>
            <a:noFill/>
            <a:ln cap="flat" cmpd="sng" w="9525">
              <a:solidFill>
                <a:srgbClr val="B7B7B7"/>
              </a:solidFill>
              <a:prstDash val="solid"/>
              <a:round/>
              <a:headEnd len="med" w="med" type="none"/>
              <a:tailEnd len="med" w="med" type="none"/>
            </a:ln>
          </p:spPr>
        </p:cxnSp>
        <p:cxnSp>
          <p:nvCxnSpPr>
            <p:cNvPr id="14511" name="Google Shape;14511;p249"/>
            <p:cNvCxnSpPr/>
            <p:nvPr/>
          </p:nvCxnSpPr>
          <p:spPr>
            <a:xfrm>
              <a:off x="2394099" y="3363822"/>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14512" name="Google Shape;14512;p249"/>
            <p:cNvCxnSpPr/>
            <p:nvPr/>
          </p:nvCxnSpPr>
          <p:spPr>
            <a:xfrm>
              <a:off x="2183505" y="3569394"/>
              <a:ext cx="205800" cy="0"/>
            </a:xfrm>
            <a:prstGeom prst="straightConnector1">
              <a:avLst/>
            </a:prstGeom>
            <a:noFill/>
            <a:ln cap="flat" cmpd="sng" w="9525">
              <a:solidFill>
                <a:srgbClr val="B7B7B7"/>
              </a:solidFill>
              <a:prstDash val="solid"/>
              <a:round/>
              <a:headEnd len="med" w="med" type="none"/>
              <a:tailEnd len="med" w="med" type="none"/>
            </a:ln>
          </p:spPr>
        </p:cxnSp>
      </p:grpSp>
      <p:grpSp>
        <p:nvGrpSpPr>
          <p:cNvPr id="14513" name="Google Shape;14513;p249"/>
          <p:cNvGrpSpPr/>
          <p:nvPr/>
        </p:nvGrpSpPr>
        <p:grpSpPr>
          <a:xfrm>
            <a:off x="5115050" y="901287"/>
            <a:ext cx="2304000" cy="2805300"/>
            <a:chOff x="206850" y="899176"/>
            <a:chExt cx="2304000" cy="2805300"/>
          </a:xfrm>
        </p:grpSpPr>
        <p:sp>
          <p:nvSpPr>
            <p:cNvPr id="14514" name="Google Shape;14514;p249"/>
            <p:cNvSpPr/>
            <p:nvPr/>
          </p:nvSpPr>
          <p:spPr>
            <a:xfrm>
              <a:off x="206850" y="899176"/>
              <a:ext cx="2304000" cy="2805300"/>
            </a:xfrm>
            <a:prstGeom prst="roundRect">
              <a:avLst>
                <a:gd fmla="val 4586" name="adj"/>
              </a:avLst>
            </a:prstGeom>
            <a:solidFill>
              <a:srgbClr val="FFFFFF"/>
            </a:solidFill>
            <a:ln cap="flat" cmpd="sng" w="9525">
              <a:solidFill>
                <a:srgbClr val="B7B7B7"/>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t" bIns="36000" lIns="0" spcFirstLastPara="1" rIns="0" wrap="square" tIns="54000">
              <a:noAutofit/>
            </a:bodyPr>
            <a:lstStyle/>
            <a:p>
              <a:pPr indent="0" lvl="0" marL="0" marR="0" rtl="0" algn="ctr">
                <a:lnSpc>
                  <a:spcPct val="100000"/>
                </a:lnSpc>
                <a:spcBef>
                  <a:spcPts val="0"/>
                </a:spcBef>
                <a:spcAft>
                  <a:spcPts val="0"/>
                </a:spcAft>
                <a:buClr>
                  <a:srgbClr val="000000"/>
                </a:buClr>
                <a:buSzPts val="1100"/>
                <a:buFont typeface="Arial"/>
                <a:buNone/>
              </a:pPr>
              <a:r>
                <a:rPr b="1" i="1" lang="es-419" sz="1100">
                  <a:latin typeface="Arvo"/>
                  <a:ea typeface="Arvo"/>
                  <a:cs typeface="Arvo"/>
                  <a:sym typeface="Arvo"/>
                </a:rPr>
                <a:t>ViewPart</a:t>
              </a:r>
              <a:endParaRPr b="1" i="1" sz="1100">
                <a:latin typeface="Arvo"/>
                <a:ea typeface="Arvo"/>
                <a:cs typeface="Arvo"/>
                <a:sym typeface="Arvo"/>
              </a:endParaRPr>
            </a:p>
          </p:txBody>
        </p:sp>
        <p:cxnSp>
          <p:nvCxnSpPr>
            <p:cNvPr id="14515" name="Google Shape;14515;p249"/>
            <p:cNvCxnSpPr/>
            <p:nvPr/>
          </p:nvCxnSpPr>
          <p:spPr>
            <a:xfrm>
              <a:off x="323600" y="1236086"/>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14516" name="Google Shape;14516;p249"/>
            <p:cNvCxnSpPr/>
            <p:nvPr/>
          </p:nvCxnSpPr>
          <p:spPr>
            <a:xfrm>
              <a:off x="328511" y="1240955"/>
              <a:ext cx="205800" cy="0"/>
            </a:xfrm>
            <a:prstGeom prst="straightConnector1">
              <a:avLst/>
            </a:prstGeom>
            <a:noFill/>
            <a:ln cap="flat" cmpd="sng" w="9525">
              <a:solidFill>
                <a:srgbClr val="B7B7B7"/>
              </a:solidFill>
              <a:prstDash val="solid"/>
              <a:round/>
              <a:headEnd len="med" w="med" type="none"/>
              <a:tailEnd len="med" w="med" type="none"/>
            </a:ln>
          </p:spPr>
        </p:cxnSp>
        <p:cxnSp>
          <p:nvCxnSpPr>
            <p:cNvPr id="14517" name="Google Shape;14517;p249"/>
            <p:cNvCxnSpPr/>
            <p:nvPr/>
          </p:nvCxnSpPr>
          <p:spPr>
            <a:xfrm>
              <a:off x="2394099" y="1236086"/>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14518" name="Google Shape;14518;p249"/>
            <p:cNvCxnSpPr/>
            <p:nvPr/>
          </p:nvCxnSpPr>
          <p:spPr>
            <a:xfrm>
              <a:off x="2183133" y="1240955"/>
              <a:ext cx="205800" cy="0"/>
            </a:xfrm>
            <a:prstGeom prst="straightConnector1">
              <a:avLst/>
            </a:prstGeom>
            <a:noFill/>
            <a:ln cap="flat" cmpd="sng" w="9525">
              <a:solidFill>
                <a:srgbClr val="B7B7B7"/>
              </a:solidFill>
              <a:prstDash val="solid"/>
              <a:round/>
              <a:headEnd len="med" w="med" type="none"/>
              <a:tailEnd len="med" w="med" type="none"/>
            </a:ln>
          </p:spPr>
        </p:cxnSp>
        <p:cxnSp>
          <p:nvCxnSpPr>
            <p:cNvPr id="14519" name="Google Shape;14519;p249"/>
            <p:cNvCxnSpPr/>
            <p:nvPr/>
          </p:nvCxnSpPr>
          <p:spPr>
            <a:xfrm>
              <a:off x="323600" y="3363822"/>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14520" name="Google Shape;14520;p249"/>
            <p:cNvCxnSpPr/>
            <p:nvPr/>
          </p:nvCxnSpPr>
          <p:spPr>
            <a:xfrm>
              <a:off x="328511" y="3569394"/>
              <a:ext cx="205800" cy="0"/>
            </a:xfrm>
            <a:prstGeom prst="straightConnector1">
              <a:avLst/>
            </a:prstGeom>
            <a:noFill/>
            <a:ln cap="flat" cmpd="sng" w="9525">
              <a:solidFill>
                <a:srgbClr val="B7B7B7"/>
              </a:solidFill>
              <a:prstDash val="solid"/>
              <a:round/>
              <a:headEnd len="med" w="med" type="none"/>
              <a:tailEnd len="med" w="med" type="none"/>
            </a:ln>
          </p:spPr>
        </p:cxnSp>
        <p:cxnSp>
          <p:nvCxnSpPr>
            <p:cNvPr id="14521" name="Google Shape;14521;p249"/>
            <p:cNvCxnSpPr/>
            <p:nvPr/>
          </p:nvCxnSpPr>
          <p:spPr>
            <a:xfrm>
              <a:off x="2394099" y="3363822"/>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14522" name="Google Shape;14522;p249"/>
            <p:cNvCxnSpPr/>
            <p:nvPr/>
          </p:nvCxnSpPr>
          <p:spPr>
            <a:xfrm>
              <a:off x="2183505" y="3569394"/>
              <a:ext cx="205800" cy="0"/>
            </a:xfrm>
            <a:prstGeom prst="straightConnector1">
              <a:avLst/>
            </a:prstGeom>
            <a:noFill/>
            <a:ln cap="flat" cmpd="sng" w="9525">
              <a:solidFill>
                <a:srgbClr val="B7B7B7"/>
              </a:solidFill>
              <a:prstDash val="solid"/>
              <a:round/>
              <a:headEnd len="med" w="med" type="none"/>
              <a:tailEnd len="med" w="med" type="none"/>
            </a:ln>
          </p:spPr>
        </p:cxnSp>
      </p:grpSp>
      <p:grpSp>
        <p:nvGrpSpPr>
          <p:cNvPr id="14523" name="Google Shape;14523;p249"/>
          <p:cNvGrpSpPr/>
          <p:nvPr/>
        </p:nvGrpSpPr>
        <p:grpSpPr>
          <a:xfrm>
            <a:off x="5115050" y="3840639"/>
            <a:ext cx="2304000" cy="2805300"/>
            <a:chOff x="206850" y="899176"/>
            <a:chExt cx="2304000" cy="2805300"/>
          </a:xfrm>
        </p:grpSpPr>
        <p:sp>
          <p:nvSpPr>
            <p:cNvPr id="14524" name="Google Shape;14524;p249"/>
            <p:cNvSpPr/>
            <p:nvPr/>
          </p:nvSpPr>
          <p:spPr>
            <a:xfrm>
              <a:off x="206850" y="899176"/>
              <a:ext cx="2304000" cy="2805300"/>
            </a:xfrm>
            <a:prstGeom prst="roundRect">
              <a:avLst>
                <a:gd fmla="val 4586" name="adj"/>
              </a:avLst>
            </a:prstGeom>
            <a:solidFill>
              <a:srgbClr val="FFFFFF"/>
            </a:solidFill>
            <a:ln cap="flat" cmpd="sng" w="9525">
              <a:solidFill>
                <a:srgbClr val="B7B7B7"/>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t" bIns="36000" lIns="0" spcFirstLastPara="1" rIns="0" wrap="square" tIns="54000">
              <a:noAutofit/>
            </a:bodyPr>
            <a:lstStyle/>
            <a:p>
              <a:pPr indent="0" lvl="0" marL="0" marR="0" rtl="0" algn="ctr">
                <a:lnSpc>
                  <a:spcPct val="100000"/>
                </a:lnSpc>
                <a:spcBef>
                  <a:spcPts val="0"/>
                </a:spcBef>
                <a:spcAft>
                  <a:spcPts val="0"/>
                </a:spcAft>
                <a:buClr>
                  <a:srgbClr val="000000"/>
                </a:buClr>
                <a:buSzPts val="1100"/>
                <a:buFont typeface="Arial"/>
                <a:buNone/>
              </a:pPr>
              <a:r>
                <a:rPr b="1" i="1" lang="es-419" sz="1100">
                  <a:latin typeface="Arvo"/>
                  <a:ea typeface="Arvo"/>
                  <a:cs typeface="Arvo"/>
                  <a:sym typeface="Arvo"/>
                </a:rPr>
                <a:t>ViewModel</a:t>
              </a:r>
              <a:endParaRPr b="1" i="1" sz="1100">
                <a:latin typeface="Arvo"/>
                <a:ea typeface="Arvo"/>
                <a:cs typeface="Arvo"/>
                <a:sym typeface="Arvo"/>
              </a:endParaRPr>
            </a:p>
          </p:txBody>
        </p:sp>
        <p:cxnSp>
          <p:nvCxnSpPr>
            <p:cNvPr id="14525" name="Google Shape;14525;p249"/>
            <p:cNvCxnSpPr/>
            <p:nvPr/>
          </p:nvCxnSpPr>
          <p:spPr>
            <a:xfrm>
              <a:off x="323600" y="1236086"/>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14526" name="Google Shape;14526;p249"/>
            <p:cNvCxnSpPr/>
            <p:nvPr/>
          </p:nvCxnSpPr>
          <p:spPr>
            <a:xfrm>
              <a:off x="328511" y="1240955"/>
              <a:ext cx="205800" cy="0"/>
            </a:xfrm>
            <a:prstGeom prst="straightConnector1">
              <a:avLst/>
            </a:prstGeom>
            <a:noFill/>
            <a:ln cap="flat" cmpd="sng" w="9525">
              <a:solidFill>
                <a:srgbClr val="B7B7B7"/>
              </a:solidFill>
              <a:prstDash val="solid"/>
              <a:round/>
              <a:headEnd len="med" w="med" type="none"/>
              <a:tailEnd len="med" w="med" type="none"/>
            </a:ln>
          </p:spPr>
        </p:cxnSp>
        <p:cxnSp>
          <p:nvCxnSpPr>
            <p:cNvPr id="14527" name="Google Shape;14527;p249"/>
            <p:cNvCxnSpPr/>
            <p:nvPr/>
          </p:nvCxnSpPr>
          <p:spPr>
            <a:xfrm>
              <a:off x="2394099" y="1236086"/>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14528" name="Google Shape;14528;p249"/>
            <p:cNvCxnSpPr/>
            <p:nvPr/>
          </p:nvCxnSpPr>
          <p:spPr>
            <a:xfrm>
              <a:off x="2183133" y="1240955"/>
              <a:ext cx="205800" cy="0"/>
            </a:xfrm>
            <a:prstGeom prst="straightConnector1">
              <a:avLst/>
            </a:prstGeom>
            <a:noFill/>
            <a:ln cap="flat" cmpd="sng" w="9525">
              <a:solidFill>
                <a:srgbClr val="B7B7B7"/>
              </a:solidFill>
              <a:prstDash val="solid"/>
              <a:round/>
              <a:headEnd len="med" w="med" type="none"/>
              <a:tailEnd len="med" w="med" type="none"/>
            </a:ln>
          </p:spPr>
        </p:cxnSp>
        <p:cxnSp>
          <p:nvCxnSpPr>
            <p:cNvPr id="14529" name="Google Shape;14529;p249"/>
            <p:cNvCxnSpPr/>
            <p:nvPr/>
          </p:nvCxnSpPr>
          <p:spPr>
            <a:xfrm>
              <a:off x="323600" y="3363822"/>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14530" name="Google Shape;14530;p249"/>
            <p:cNvCxnSpPr/>
            <p:nvPr/>
          </p:nvCxnSpPr>
          <p:spPr>
            <a:xfrm>
              <a:off x="328511" y="3569394"/>
              <a:ext cx="205800" cy="0"/>
            </a:xfrm>
            <a:prstGeom prst="straightConnector1">
              <a:avLst/>
            </a:prstGeom>
            <a:noFill/>
            <a:ln cap="flat" cmpd="sng" w="9525">
              <a:solidFill>
                <a:srgbClr val="B7B7B7"/>
              </a:solidFill>
              <a:prstDash val="solid"/>
              <a:round/>
              <a:headEnd len="med" w="med" type="none"/>
              <a:tailEnd len="med" w="med" type="none"/>
            </a:ln>
          </p:spPr>
        </p:cxnSp>
        <p:cxnSp>
          <p:nvCxnSpPr>
            <p:cNvPr id="14531" name="Google Shape;14531;p249"/>
            <p:cNvCxnSpPr/>
            <p:nvPr/>
          </p:nvCxnSpPr>
          <p:spPr>
            <a:xfrm>
              <a:off x="2394099" y="3363822"/>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14532" name="Google Shape;14532;p249"/>
            <p:cNvCxnSpPr/>
            <p:nvPr/>
          </p:nvCxnSpPr>
          <p:spPr>
            <a:xfrm>
              <a:off x="2183505" y="3569394"/>
              <a:ext cx="205800" cy="0"/>
            </a:xfrm>
            <a:prstGeom prst="straightConnector1">
              <a:avLst/>
            </a:prstGeom>
            <a:noFill/>
            <a:ln cap="flat" cmpd="sng" w="9525">
              <a:solidFill>
                <a:srgbClr val="B7B7B7"/>
              </a:solidFill>
              <a:prstDash val="solid"/>
              <a:round/>
              <a:headEnd len="med" w="med" type="none"/>
              <a:tailEnd len="med" w="med" type="none"/>
            </a:ln>
          </p:spPr>
        </p:cxnSp>
      </p:grpSp>
      <p:grpSp>
        <p:nvGrpSpPr>
          <p:cNvPr id="14533" name="Google Shape;14533;p249"/>
          <p:cNvGrpSpPr/>
          <p:nvPr/>
        </p:nvGrpSpPr>
        <p:grpSpPr>
          <a:xfrm>
            <a:off x="7569150" y="901287"/>
            <a:ext cx="2304000" cy="2805300"/>
            <a:chOff x="206850" y="899176"/>
            <a:chExt cx="2304000" cy="2805300"/>
          </a:xfrm>
        </p:grpSpPr>
        <p:sp>
          <p:nvSpPr>
            <p:cNvPr id="14534" name="Google Shape;14534;p249"/>
            <p:cNvSpPr/>
            <p:nvPr/>
          </p:nvSpPr>
          <p:spPr>
            <a:xfrm>
              <a:off x="206850" y="899176"/>
              <a:ext cx="2304000" cy="2805300"/>
            </a:xfrm>
            <a:prstGeom prst="roundRect">
              <a:avLst>
                <a:gd fmla="val 4586" name="adj"/>
              </a:avLst>
            </a:prstGeom>
            <a:solidFill>
              <a:srgbClr val="FFFFFF"/>
            </a:solidFill>
            <a:ln cap="flat" cmpd="sng" w="9525">
              <a:solidFill>
                <a:srgbClr val="B7B7B7"/>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t" bIns="36000" lIns="0" spcFirstLastPara="1" rIns="0" wrap="square" tIns="54000">
              <a:noAutofit/>
            </a:bodyPr>
            <a:lstStyle/>
            <a:p>
              <a:pPr indent="0" lvl="0" marL="0" marR="0" rtl="0" algn="ctr">
                <a:lnSpc>
                  <a:spcPct val="100000"/>
                </a:lnSpc>
                <a:spcBef>
                  <a:spcPts val="0"/>
                </a:spcBef>
                <a:spcAft>
                  <a:spcPts val="0"/>
                </a:spcAft>
                <a:buClr>
                  <a:srgbClr val="000000"/>
                </a:buClr>
                <a:buSzPts val="1100"/>
                <a:buFont typeface="Arial"/>
                <a:buNone/>
              </a:pPr>
              <a:r>
                <a:rPr b="1" i="1" lang="es-419" sz="1100">
                  <a:latin typeface="Arvo"/>
                  <a:ea typeface="Arvo"/>
                  <a:cs typeface="Arvo"/>
                  <a:sym typeface="Arvo"/>
                </a:rPr>
                <a:t>ViewPart</a:t>
              </a:r>
              <a:endParaRPr b="1" i="1" sz="1100">
                <a:latin typeface="Arvo"/>
                <a:ea typeface="Arvo"/>
                <a:cs typeface="Arvo"/>
                <a:sym typeface="Arvo"/>
              </a:endParaRPr>
            </a:p>
          </p:txBody>
        </p:sp>
        <p:cxnSp>
          <p:nvCxnSpPr>
            <p:cNvPr id="14535" name="Google Shape;14535;p249"/>
            <p:cNvCxnSpPr/>
            <p:nvPr/>
          </p:nvCxnSpPr>
          <p:spPr>
            <a:xfrm>
              <a:off x="323600" y="1236086"/>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14536" name="Google Shape;14536;p249"/>
            <p:cNvCxnSpPr/>
            <p:nvPr/>
          </p:nvCxnSpPr>
          <p:spPr>
            <a:xfrm>
              <a:off x="328511" y="1240955"/>
              <a:ext cx="205800" cy="0"/>
            </a:xfrm>
            <a:prstGeom prst="straightConnector1">
              <a:avLst/>
            </a:prstGeom>
            <a:noFill/>
            <a:ln cap="flat" cmpd="sng" w="9525">
              <a:solidFill>
                <a:srgbClr val="B7B7B7"/>
              </a:solidFill>
              <a:prstDash val="solid"/>
              <a:round/>
              <a:headEnd len="med" w="med" type="none"/>
              <a:tailEnd len="med" w="med" type="none"/>
            </a:ln>
          </p:spPr>
        </p:cxnSp>
        <p:cxnSp>
          <p:nvCxnSpPr>
            <p:cNvPr id="14537" name="Google Shape;14537;p249"/>
            <p:cNvCxnSpPr/>
            <p:nvPr/>
          </p:nvCxnSpPr>
          <p:spPr>
            <a:xfrm>
              <a:off x="2394099" y="1236086"/>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14538" name="Google Shape;14538;p249"/>
            <p:cNvCxnSpPr/>
            <p:nvPr/>
          </p:nvCxnSpPr>
          <p:spPr>
            <a:xfrm>
              <a:off x="2183133" y="1240955"/>
              <a:ext cx="205800" cy="0"/>
            </a:xfrm>
            <a:prstGeom prst="straightConnector1">
              <a:avLst/>
            </a:prstGeom>
            <a:noFill/>
            <a:ln cap="flat" cmpd="sng" w="9525">
              <a:solidFill>
                <a:srgbClr val="B7B7B7"/>
              </a:solidFill>
              <a:prstDash val="solid"/>
              <a:round/>
              <a:headEnd len="med" w="med" type="none"/>
              <a:tailEnd len="med" w="med" type="none"/>
            </a:ln>
          </p:spPr>
        </p:cxnSp>
        <p:cxnSp>
          <p:nvCxnSpPr>
            <p:cNvPr id="14539" name="Google Shape;14539;p249"/>
            <p:cNvCxnSpPr/>
            <p:nvPr/>
          </p:nvCxnSpPr>
          <p:spPr>
            <a:xfrm>
              <a:off x="323600" y="3363822"/>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14540" name="Google Shape;14540;p249"/>
            <p:cNvCxnSpPr/>
            <p:nvPr/>
          </p:nvCxnSpPr>
          <p:spPr>
            <a:xfrm>
              <a:off x="328511" y="3569394"/>
              <a:ext cx="205800" cy="0"/>
            </a:xfrm>
            <a:prstGeom prst="straightConnector1">
              <a:avLst/>
            </a:prstGeom>
            <a:noFill/>
            <a:ln cap="flat" cmpd="sng" w="9525">
              <a:solidFill>
                <a:srgbClr val="B7B7B7"/>
              </a:solidFill>
              <a:prstDash val="solid"/>
              <a:round/>
              <a:headEnd len="med" w="med" type="none"/>
              <a:tailEnd len="med" w="med" type="none"/>
            </a:ln>
          </p:spPr>
        </p:cxnSp>
        <p:cxnSp>
          <p:nvCxnSpPr>
            <p:cNvPr id="14541" name="Google Shape;14541;p249"/>
            <p:cNvCxnSpPr/>
            <p:nvPr/>
          </p:nvCxnSpPr>
          <p:spPr>
            <a:xfrm>
              <a:off x="2394099" y="3363822"/>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14542" name="Google Shape;14542;p249"/>
            <p:cNvCxnSpPr/>
            <p:nvPr/>
          </p:nvCxnSpPr>
          <p:spPr>
            <a:xfrm>
              <a:off x="2183505" y="3569394"/>
              <a:ext cx="205800" cy="0"/>
            </a:xfrm>
            <a:prstGeom prst="straightConnector1">
              <a:avLst/>
            </a:prstGeom>
            <a:noFill/>
            <a:ln cap="flat" cmpd="sng" w="9525">
              <a:solidFill>
                <a:srgbClr val="B7B7B7"/>
              </a:solidFill>
              <a:prstDash val="solid"/>
              <a:round/>
              <a:headEnd len="med" w="med" type="none"/>
              <a:tailEnd len="med" w="med" type="none"/>
            </a:ln>
          </p:spPr>
        </p:cxnSp>
      </p:grpSp>
      <p:grpSp>
        <p:nvGrpSpPr>
          <p:cNvPr id="14543" name="Google Shape;14543;p249"/>
          <p:cNvGrpSpPr/>
          <p:nvPr/>
        </p:nvGrpSpPr>
        <p:grpSpPr>
          <a:xfrm>
            <a:off x="7569150" y="3840639"/>
            <a:ext cx="2304000" cy="2805300"/>
            <a:chOff x="206850" y="899176"/>
            <a:chExt cx="2304000" cy="2805300"/>
          </a:xfrm>
        </p:grpSpPr>
        <p:sp>
          <p:nvSpPr>
            <p:cNvPr id="14544" name="Google Shape;14544;p249"/>
            <p:cNvSpPr/>
            <p:nvPr/>
          </p:nvSpPr>
          <p:spPr>
            <a:xfrm>
              <a:off x="206850" y="899176"/>
              <a:ext cx="2304000" cy="2805300"/>
            </a:xfrm>
            <a:prstGeom prst="roundRect">
              <a:avLst>
                <a:gd fmla="val 4586" name="adj"/>
              </a:avLst>
            </a:prstGeom>
            <a:solidFill>
              <a:srgbClr val="FFFFFF"/>
            </a:solidFill>
            <a:ln cap="flat" cmpd="sng" w="9525">
              <a:solidFill>
                <a:srgbClr val="B7B7B7"/>
              </a:solidFill>
              <a:prstDash val="solid"/>
              <a:round/>
              <a:headEnd len="sm" w="sm" type="none"/>
              <a:tailEnd len="sm" w="sm" type="none"/>
            </a:ln>
            <a:effectLst>
              <a:outerShdw blurRad="57150" rotWithShape="0" algn="bl" dir="5400000" dist="19050">
                <a:srgbClr val="000000">
                  <a:alpha val="49800"/>
                </a:srgbClr>
              </a:outerShdw>
            </a:effectLst>
          </p:spPr>
          <p:txBody>
            <a:bodyPr anchorCtr="0" anchor="t" bIns="36000" lIns="0" spcFirstLastPara="1" rIns="0" wrap="square" tIns="54000">
              <a:noAutofit/>
            </a:bodyPr>
            <a:lstStyle/>
            <a:p>
              <a:pPr indent="0" lvl="0" marL="0" marR="0" rtl="0" algn="ctr">
                <a:lnSpc>
                  <a:spcPct val="100000"/>
                </a:lnSpc>
                <a:spcBef>
                  <a:spcPts val="0"/>
                </a:spcBef>
                <a:spcAft>
                  <a:spcPts val="0"/>
                </a:spcAft>
                <a:buClr>
                  <a:srgbClr val="000000"/>
                </a:buClr>
                <a:buSzPts val="1100"/>
                <a:buFont typeface="Arial"/>
                <a:buNone/>
              </a:pPr>
              <a:r>
                <a:rPr b="1" i="1" lang="es-419" sz="1100">
                  <a:latin typeface="Arvo"/>
                  <a:ea typeface="Arvo"/>
                  <a:cs typeface="Arvo"/>
                  <a:sym typeface="Arvo"/>
                </a:rPr>
                <a:t>ViewModel</a:t>
              </a:r>
              <a:endParaRPr b="1" i="1" sz="1100">
                <a:latin typeface="Arvo"/>
                <a:ea typeface="Arvo"/>
                <a:cs typeface="Arvo"/>
                <a:sym typeface="Arvo"/>
              </a:endParaRPr>
            </a:p>
          </p:txBody>
        </p:sp>
        <p:cxnSp>
          <p:nvCxnSpPr>
            <p:cNvPr id="14545" name="Google Shape;14545;p249"/>
            <p:cNvCxnSpPr/>
            <p:nvPr/>
          </p:nvCxnSpPr>
          <p:spPr>
            <a:xfrm>
              <a:off x="323600" y="1236086"/>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14546" name="Google Shape;14546;p249"/>
            <p:cNvCxnSpPr/>
            <p:nvPr/>
          </p:nvCxnSpPr>
          <p:spPr>
            <a:xfrm>
              <a:off x="328511" y="1240955"/>
              <a:ext cx="205800" cy="0"/>
            </a:xfrm>
            <a:prstGeom prst="straightConnector1">
              <a:avLst/>
            </a:prstGeom>
            <a:noFill/>
            <a:ln cap="flat" cmpd="sng" w="9525">
              <a:solidFill>
                <a:srgbClr val="B7B7B7"/>
              </a:solidFill>
              <a:prstDash val="solid"/>
              <a:round/>
              <a:headEnd len="med" w="med" type="none"/>
              <a:tailEnd len="med" w="med" type="none"/>
            </a:ln>
          </p:spPr>
        </p:cxnSp>
        <p:cxnSp>
          <p:nvCxnSpPr>
            <p:cNvPr id="14547" name="Google Shape;14547;p249"/>
            <p:cNvCxnSpPr/>
            <p:nvPr/>
          </p:nvCxnSpPr>
          <p:spPr>
            <a:xfrm>
              <a:off x="2394099" y="1236086"/>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14548" name="Google Shape;14548;p249"/>
            <p:cNvCxnSpPr/>
            <p:nvPr/>
          </p:nvCxnSpPr>
          <p:spPr>
            <a:xfrm>
              <a:off x="2183133" y="1240955"/>
              <a:ext cx="205800" cy="0"/>
            </a:xfrm>
            <a:prstGeom prst="straightConnector1">
              <a:avLst/>
            </a:prstGeom>
            <a:noFill/>
            <a:ln cap="flat" cmpd="sng" w="9525">
              <a:solidFill>
                <a:srgbClr val="B7B7B7"/>
              </a:solidFill>
              <a:prstDash val="solid"/>
              <a:round/>
              <a:headEnd len="med" w="med" type="none"/>
              <a:tailEnd len="med" w="med" type="none"/>
            </a:ln>
          </p:spPr>
        </p:cxnSp>
        <p:cxnSp>
          <p:nvCxnSpPr>
            <p:cNvPr id="14549" name="Google Shape;14549;p249"/>
            <p:cNvCxnSpPr/>
            <p:nvPr/>
          </p:nvCxnSpPr>
          <p:spPr>
            <a:xfrm>
              <a:off x="323600" y="3363822"/>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14550" name="Google Shape;14550;p249"/>
            <p:cNvCxnSpPr/>
            <p:nvPr/>
          </p:nvCxnSpPr>
          <p:spPr>
            <a:xfrm>
              <a:off x="328511" y="3569394"/>
              <a:ext cx="205800" cy="0"/>
            </a:xfrm>
            <a:prstGeom prst="straightConnector1">
              <a:avLst/>
            </a:prstGeom>
            <a:noFill/>
            <a:ln cap="flat" cmpd="sng" w="9525">
              <a:solidFill>
                <a:srgbClr val="B7B7B7"/>
              </a:solidFill>
              <a:prstDash val="solid"/>
              <a:round/>
              <a:headEnd len="med" w="med" type="none"/>
              <a:tailEnd len="med" w="med" type="none"/>
            </a:ln>
          </p:spPr>
        </p:cxnSp>
        <p:cxnSp>
          <p:nvCxnSpPr>
            <p:cNvPr id="14551" name="Google Shape;14551;p249"/>
            <p:cNvCxnSpPr/>
            <p:nvPr/>
          </p:nvCxnSpPr>
          <p:spPr>
            <a:xfrm>
              <a:off x="2394099" y="3363822"/>
              <a:ext cx="0" cy="210300"/>
            </a:xfrm>
            <a:prstGeom prst="straightConnector1">
              <a:avLst/>
            </a:prstGeom>
            <a:noFill/>
            <a:ln cap="flat" cmpd="sng" w="9525">
              <a:solidFill>
                <a:srgbClr val="B7B7B7"/>
              </a:solidFill>
              <a:prstDash val="solid"/>
              <a:round/>
              <a:headEnd len="med" w="med" type="none"/>
              <a:tailEnd len="med" w="med" type="none"/>
            </a:ln>
          </p:spPr>
        </p:cxnSp>
        <p:cxnSp>
          <p:nvCxnSpPr>
            <p:cNvPr id="14552" name="Google Shape;14552;p249"/>
            <p:cNvCxnSpPr/>
            <p:nvPr/>
          </p:nvCxnSpPr>
          <p:spPr>
            <a:xfrm>
              <a:off x="2183505" y="3569394"/>
              <a:ext cx="205800" cy="0"/>
            </a:xfrm>
            <a:prstGeom prst="straightConnector1">
              <a:avLst/>
            </a:prstGeom>
            <a:noFill/>
            <a:ln cap="flat" cmpd="sng" w="9525">
              <a:solidFill>
                <a:srgbClr val="B7B7B7"/>
              </a:solidFill>
              <a:prstDash val="solid"/>
              <a:round/>
              <a:headEnd len="med" w="med" type="none"/>
              <a:tailEnd len="med" w="med" type="none"/>
            </a:ln>
          </p:spPr>
        </p:cxnSp>
      </p:grpSp>
      <p:sp>
        <p:nvSpPr>
          <p:cNvPr id="14553" name="Google Shape;14553;p249"/>
          <p:cNvSpPr txBox="1"/>
          <p:nvPr>
            <p:ph idx="1" type="body"/>
          </p:nvPr>
        </p:nvSpPr>
        <p:spPr>
          <a:xfrm>
            <a:off x="641150" y="612125"/>
            <a:ext cx="1770300" cy="160500"/>
          </a:xfrm>
          <a:prstGeom prst="rect">
            <a:avLst/>
          </a:prstGeom>
          <a:noFill/>
          <a:ln>
            <a:noFill/>
          </a:ln>
        </p:spPr>
        <p:txBody>
          <a:bodyPr anchorCtr="0" anchor="t" bIns="0" lIns="0" spcFirstLastPara="1" rIns="0" wrap="square" tIns="0">
            <a:noAutofit/>
          </a:bodyPr>
          <a:lstStyle>
            <a:lvl1pPr indent="-292100" lvl="0" marL="457200" algn="ctr">
              <a:spcBef>
                <a:spcPts val="0"/>
              </a:spcBef>
              <a:spcAft>
                <a:spcPts val="0"/>
              </a:spcAft>
              <a:buClr>
                <a:srgbClr val="FFFFFF"/>
              </a:buClr>
              <a:buSzPts val="1000"/>
              <a:buChar char="●"/>
              <a:defRPr sz="1000">
                <a:solidFill>
                  <a:srgbClr val="FFFFFF"/>
                </a:solidFill>
              </a:defRPr>
            </a:lvl1pPr>
            <a:lvl2pPr indent="-292100" lvl="1" marL="914400" algn="ctr">
              <a:spcBef>
                <a:spcPts val="0"/>
              </a:spcBef>
              <a:spcAft>
                <a:spcPts val="0"/>
              </a:spcAft>
              <a:buClr>
                <a:srgbClr val="FFFFFF"/>
              </a:buClr>
              <a:buSzPts val="1000"/>
              <a:buChar char="○"/>
              <a:defRPr sz="1000">
                <a:solidFill>
                  <a:srgbClr val="FFFFFF"/>
                </a:solidFill>
              </a:defRPr>
            </a:lvl2pPr>
            <a:lvl3pPr indent="-292100" lvl="2" marL="1371600" algn="ctr">
              <a:spcBef>
                <a:spcPts val="0"/>
              </a:spcBef>
              <a:spcAft>
                <a:spcPts val="0"/>
              </a:spcAft>
              <a:buClr>
                <a:srgbClr val="FFFFFF"/>
              </a:buClr>
              <a:buSzPts val="1000"/>
              <a:buChar char="■"/>
              <a:defRPr sz="1000">
                <a:solidFill>
                  <a:srgbClr val="FFFFFF"/>
                </a:solidFill>
              </a:defRPr>
            </a:lvl3pPr>
            <a:lvl4pPr indent="-292100" lvl="3" marL="1828800" algn="ctr">
              <a:spcBef>
                <a:spcPts val="0"/>
              </a:spcBef>
              <a:spcAft>
                <a:spcPts val="0"/>
              </a:spcAft>
              <a:buClr>
                <a:srgbClr val="FFFFFF"/>
              </a:buClr>
              <a:buSzPts val="1000"/>
              <a:buChar char="●"/>
              <a:defRPr sz="1000">
                <a:solidFill>
                  <a:srgbClr val="FFFFFF"/>
                </a:solidFill>
              </a:defRPr>
            </a:lvl4pPr>
            <a:lvl5pPr indent="-292100" lvl="4" marL="2286000" algn="ctr">
              <a:spcBef>
                <a:spcPts val="0"/>
              </a:spcBef>
              <a:spcAft>
                <a:spcPts val="0"/>
              </a:spcAft>
              <a:buClr>
                <a:srgbClr val="FFFFFF"/>
              </a:buClr>
              <a:buSzPts val="1000"/>
              <a:buChar char="○"/>
              <a:defRPr sz="1000">
                <a:solidFill>
                  <a:srgbClr val="FFFFFF"/>
                </a:solidFill>
              </a:defRPr>
            </a:lvl5pPr>
            <a:lvl6pPr indent="-292100" lvl="5" marL="2743200" algn="ctr">
              <a:spcBef>
                <a:spcPts val="0"/>
              </a:spcBef>
              <a:spcAft>
                <a:spcPts val="0"/>
              </a:spcAft>
              <a:buClr>
                <a:srgbClr val="FFFFFF"/>
              </a:buClr>
              <a:buSzPts val="1000"/>
              <a:buChar char="■"/>
              <a:defRPr sz="1000">
                <a:solidFill>
                  <a:srgbClr val="FFFFFF"/>
                </a:solidFill>
              </a:defRPr>
            </a:lvl6pPr>
            <a:lvl7pPr indent="-292100" lvl="6" marL="3200400" algn="ctr">
              <a:spcBef>
                <a:spcPts val="0"/>
              </a:spcBef>
              <a:spcAft>
                <a:spcPts val="0"/>
              </a:spcAft>
              <a:buClr>
                <a:srgbClr val="FFFFFF"/>
              </a:buClr>
              <a:buSzPts val="1000"/>
              <a:buChar char="●"/>
              <a:defRPr sz="1000">
                <a:solidFill>
                  <a:srgbClr val="FFFFFF"/>
                </a:solidFill>
              </a:defRPr>
            </a:lvl7pPr>
            <a:lvl8pPr indent="-292100" lvl="7" marL="3657600" algn="ctr">
              <a:spcBef>
                <a:spcPts val="0"/>
              </a:spcBef>
              <a:spcAft>
                <a:spcPts val="0"/>
              </a:spcAft>
              <a:buClr>
                <a:srgbClr val="FFFFFF"/>
              </a:buClr>
              <a:buSzPts val="1000"/>
              <a:buChar char="○"/>
              <a:defRPr sz="1000">
                <a:solidFill>
                  <a:srgbClr val="FFFFFF"/>
                </a:solidFill>
              </a:defRPr>
            </a:lvl8pPr>
            <a:lvl9pPr indent="-292100" lvl="8" marL="4114800" algn="ctr">
              <a:spcBef>
                <a:spcPts val="0"/>
              </a:spcBef>
              <a:spcAft>
                <a:spcPts val="0"/>
              </a:spcAft>
              <a:buClr>
                <a:srgbClr val="FFFFFF"/>
              </a:buClr>
              <a:buSzPts val="1000"/>
              <a:buChar char="■"/>
              <a:defRPr sz="1000">
                <a:solidFill>
                  <a:srgbClr val="FFFFFF"/>
                </a:solidFill>
              </a:defRPr>
            </a:lvl9pPr>
          </a:lstStyle>
          <a:p/>
        </p:txBody>
      </p:sp>
      <p:sp>
        <p:nvSpPr>
          <p:cNvPr id="14554" name="Google Shape;14554;p249"/>
          <p:cNvSpPr txBox="1"/>
          <p:nvPr/>
        </p:nvSpPr>
        <p:spPr>
          <a:xfrm>
            <a:off x="84825" y="598125"/>
            <a:ext cx="595500" cy="205800"/>
          </a:xfrm>
          <a:prstGeom prst="rect">
            <a:avLst/>
          </a:prstGeom>
          <a:noFill/>
          <a:ln>
            <a:noFill/>
          </a:ln>
        </p:spPr>
        <p:txBody>
          <a:bodyPr anchorCtr="0" anchor="t" bIns="18000" lIns="18000" spcFirstLastPara="1" rIns="18000" wrap="square" tIns="18000">
            <a:spAutoFit/>
          </a:bodyPr>
          <a:lstStyle/>
          <a:p>
            <a:pPr indent="0" lvl="0" marL="0" rtl="0" algn="l">
              <a:spcBef>
                <a:spcPts val="0"/>
              </a:spcBef>
              <a:spcAft>
                <a:spcPts val="0"/>
              </a:spcAft>
              <a:buNone/>
            </a:pPr>
            <a:r>
              <a:rPr lang="es-419" sz="1100">
                <a:solidFill>
                  <a:srgbClr val="FFFFFF"/>
                </a:solidFill>
              </a:rPr>
              <a:t>Nombre:</a:t>
            </a:r>
            <a:endParaRPr sz="1100">
              <a:solidFill>
                <a:srgbClr val="FFFFFF"/>
              </a:solidFill>
            </a:endParaRPr>
          </a:p>
        </p:txBody>
      </p:sp>
    </p:spTree>
  </p:cSld>
  <p:clrMapOvr>
    <a:masterClrMapping/>
  </p:clrMapOvr>
</p:sldLayout>
</file>

<file path=ppt/slideLayouts/slideLayout24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6.6 Diagrama de Comunicación entre Clases">
  <p:cSld name="TITLE_3_6_1_1_1_1_1_1_1_1_1_1_1_1_1_1_1_1_1_1_1_1_1_1_1_1_1_1_1_1_1">
    <p:spTree>
      <p:nvGrpSpPr>
        <p:cNvPr id="14555" name="Shape 14555"/>
        <p:cNvGrpSpPr/>
        <p:nvPr/>
      </p:nvGrpSpPr>
      <p:grpSpPr>
        <a:xfrm>
          <a:off x="0" y="0"/>
          <a:ext cx="0" cy="0"/>
          <a:chOff x="0" y="0"/>
          <a:chExt cx="0" cy="0"/>
        </a:xfrm>
      </p:grpSpPr>
      <p:sp>
        <p:nvSpPr>
          <p:cNvPr id="14556" name="Google Shape;14556;p250"/>
          <p:cNvSpPr/>
          <p:nvPr/>
        </p:nvSpPr>
        <p:spPr>
          <a:xfrm>
            <a:off x="97888" y="377012"/>
            <a:ext cx="9893400" cy="296700"/>
          </a:xfrm>
          <a:prstGeom prst="roundRect">
            <a:avLst>
              <a:gd fmla="val 22902" name="adj"/>
            </a:avLst>
          </a:prstGeom>
          <a:solidFill>
            <a:srgbClr val="F3F3F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14557" name="Google Shape;14557;p250"/>
          <p:cNvSpPr/>
          <p:nvPr/>
        </p:nvSpPr>
        <p:spPr>
          <a:xfrm>
            <a:off x="77688" y="358938"/>
            <a:ext cx="9935700" cy="6438000"/>
          </a:xfrm>
          <a:prstGeom prst="roundRect">
            <a:avLst>
              <a:gd fmla="val 2618" name="adj"/>
            </a:avLst>
          </a:prstGeom>
          <a:solidFill>
            <a:srgbClr val="FFFFFF"/>
          </a:solidFill>
          <a:ln cap="flat" cmpd="sng" w="38100">
            <a:solidFill>
              <a:srgbClr val="000000"/>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4558" name="Google Shape;14558;p250"/>
          <p:cNvCxnSpPr/>
          <p:nvPr/>
        </p:nvCxnSpPr>
        <p:spPr>
          <a:xfrm>
            <a:off x="77688" y="772614"/>
            <a:ext cx="9935700" cy="0"/>
          </a:xfrm>
          <a:prstGeom prst="straightConnector1">
            <a:avLst/>
          </a:prstGeom>
          <a:noFill/>
          <a:ln cap="flat" cmpd="sng" w="19050">
            <a:solidFill>
              <a:srgbClr val="000000"/>
            </a:solidFill>
            <a:prstDash val="solid"/>
            <a:round/>
            <a:headEnd len="med" w="med" type="none"/>
            <a:tailEnd len="med" w="med" type="none"/>
          </a:ln>
        </p:spPr>
      </p:cxnSp>
      <p:sp>
        <p:nvSpPr>
          <p:cNvPr id="14559" name="Google Shape;14559;p250"/>
          <p:cNvSpPr/>
          <p:nvPr/>
        </p:nvSpPr>
        <p:spPr>
          <a:xfrm>
            <a:off x="77699" y="349350"/>
            <a:ext cx="3562500" cy="421200"/>
          </a:xfrm>
          <a:prstGeom prst="roundRect">
            <a:avLst>
              <a:gd fmla="val 50000" name="adj"/>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s-419" sz="1200">
                <a:solidFill>
                  <a:srgbClr val="FFFFFF"/>
                </a:solidFill>
              </a:rPr>
              <a:t>Diagrama de Comunicación entre Clases</a:t>
            </a:r>
            <a:endParaRPr b="1" sz="1200">
              <a:solidFill>
                <a:srgbClr val="FFFFFF"/>
              </a:solidFill>
            </a:endParaRPr>
          </a:p>
          <a:p>
            <a:pPr indent="0" lvl="0" marL="0" rtl="0" algn="ctr">
              <a:spcBef>
                <a:spcPts val="0"/>
              </a:spcBef>
              <a:spcAft>
                <a:spcPts val="0"/>
              </a:spcAft>
              <a:buNone/>
            </a:pPr>
            <a:r>
              <a:t/>
            </a:r>
            <a:endParaRPr b="1" sz="1200">
              <a:solidFill>
                <a:srgbClr val="FFFFFF"/>
              </a:solidFill>
            </a:endParaRPr>
          </a:p>
        </p:txBody>
      </p:sp>
      <p:sp>
        <p:nvSpPr>
          <p:cNvPr id="14560" name="Google Shape;14560;p250"/>
          <p:cNvSpPr/>
          <p:nvPr/>
        </p:nvSpPr>
        <p:spPr>
          <a:xfrm>
            <a:off x="83988" y="595504"/>
            <a:ext cx="190200" cy="1692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1" name="Google Shape;14561;p250"/>
          <p:cNvSpPr/>
          <p:nvPr/>
        </p:nvSpPr>
        <p:spPr>
          <a:xfrm>
            <a:off x="3512734" y="358938"/>
            <a:ext cx="146700" cy="4023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2" name="Google Shape;14562;p250"/>
          <p:cNvSpPr txBox="1"/>
          <p:nvPr/>
        </p:nvSpPr>
        <p:spPr>
          <a:xfrm>
            <a:off x="3725362" y="387675"/>
            <a:ext cx="17055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Caso de Uso de Sistema:</a:t>
            </a:r>
            <a:endParaRPr b="1" sz="1100"/>
          </a:p>
        </p:txBody>
      </p:sp>
      <p:sp>
        <p:nvSpPr>
          <p:cNvPr id="14563" name="Google Shape;14563;p250"/>
          <p:cNvSpPr txBox="1"/>
          <p:nvPr/>
        </p:nvSpPr>
        <p:spPr>
          <a:xfrm>
            <a:off x="3725357" y="579550"/>
            <a:ext cx="6846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Finalidad:</a:t>
            </a:r>
            <a:endParaRPr b="1" sz="1100"/>
          </a:p>
        </p:txBody>
      </p:sp>
      <p:sp>
        <p:nvSpPr>
          <p:cNvPr id="14564" name="Google Shape;14564;p250"/>
          <p:cNvSpPr txBox="1"/>
          <p:nvPr>
            <p:ph type="title"/>
          </p:nvPr>
        </p:nvSpPr>
        <p:spPr>
          <a:xfrm flipH="1">
            <a:off x="5454575" y="387675"/>
            <a:ext cx="4434000" cy="1692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000"/>
              <a:buNone/>
              <a:defRPr sz="1000">
                <a:solidFill>
                  <a:srgbClr val="000000"/>
                </a:solidFill>
              </a:defRPr>
            </a:lvl1pPr>
            <a:lvl2pPr lvl="1">
              <a:spcBef>
                <a:spcPts val="0"/>
              </a:spcBef>
              <a:spcAft>
                <a:spcPts val="0"/>
              </a:spcAft>
              <a:buClr>
                <a:srgbClr val="000000"/>
              </a:buClr>
              <a:buSzPts val="1000"/>
              <a:buNone/>
              <a:defRPr sz="1000">
                <a:solidFill>
                  <a:srgbClr val="000000"/>
                </a:solidFill>
              </a:defRPr>
            </a:lvl2pPr>
            <a:lvl3pPr lvl="2">
              <a:spcBef>
                <a:spcPts val="0"/>
              </a:spcBef>
              <a:spcAft>
                <a:spcPts val="0"/>
              </a:spcAft>
              <a:buClr>
                <a:srgbClr val="000000"/>
              </a:buClr>
              <a:buSzPts val="1000"/>
              <a:buNone/>
              <a:defRPr sz="1000">
                <a:solidFill>
                  <a:srgbClr val="000000"/>
                </a:solidFill>
              </a:defRPr>
            </a:lvl3pPr>
            <a:lvl4pPr lvl="3">
              <a:spcBef>
                <a:spcPts val="0"/>
              </a:spcBef>
              <a:spcAft>
                <a:spcPts val="0"/>
              </a:spcAft>
              <a:buClr>
                <a:srgbClr val="000000"/>
              </a:buClr>
              <a:buSzPts val="1000"/>
              <a:buNone/>
              <a:defRPr sz="1000">
                <a:solidFill>
                  <a:srgbClr val="000000"/>
                </a:solidFill>
              </a:defRPr>
            </a:lvl4pPr>
            <a:lvl5pPr lvl="4">
              <a:spcBef>
                <a:spcPts val="0"/>
              </a:spcBef>
              <a:spcAft>
                <a:spcPts val="0"/>
              </a:spcAft>
              <a:buClr>
                <a:srgbClr val="000000"/>
              </a:buClr>
              <a:buSzPts val="1000"/>
              <a:buNone/>
              <a:defRPr sz="1000">
                <a:solidFill>
                  <a:srgbClr val="000000"/>
                </a:solidFill>
              </a:defRPr>
            </a:lvl5pPr>
            <a:lvl6pPr lvl="5">
              <a:spcBef>
                <a:spcPts val="0"/>
              </a:spcBef>
              <a:spcAft>
                <a:spcPts val="0"/>
              </a:spcAft>
              <a:buClr>
                <a:srgbClr val="000000"/>
              </a:buClr>
              <a:buSzPts val="1000"/>
              <a:buNone/>
              <a:defRPr sz="1000">
                <a:solidFill>
                  <a:srgbClr val="000000"/>
                </a:solidFill>
              </a:defRPr>
            </a:lvl6pPr>
            <a:lvl7pPr lvl="6">
              <a:spcBef>
                <a:spcPts val="0"/>
              </a:spcBef>
              <a:spcAft>
                <a:spcPts val="0"/>
              </a:spcAft>
              <a:buClr>
                <a:srgbClr val="000000"/>
              </a:buClr>
              <a:buSzPts val="1000"/>
              <a:buNone/>
              <a:defRPr sz="1000">
                <a:solidFill>
                  <a:srgbClr val="000000"/>
                </a:solidFill>
              </a:defRPr>
            </a:lvl7pPr>
            <a:lvl8pPr lvl="7">
              <a:spcBef>
                <a:spcPts val="0"/>
              </a:spcBef>
              <a:spcAft>
                <a:spcPts val="0"/>
              </a:spcAft>
              <a:buClr>
                <a:srgbClr val="000000"/>
              </a:buClr>
              <a:buSzPts val="1000"/>
              <a:buNone/>
              <a:defRPr sz="1000">
                <a:solidFill>
                  <a:srgbClr val="000000"/>
                </a:solidFill>
              </a:defRPr>
            </a:lvl8pPr>
            <a:lvl9pPr lvl="8">
              <a:spcBef>
                <a:spcPts val="0"/>
              </a:spcBef>
              <a:spcAft>
                <a:spcPts val="0"/>
              </a:spcAft>
              <a:buClr>
                <a:srgbClr val="000000"/>
              </a:buClr>
              <a:buSzPts val="1000"/>
              <a:buNone/>
              <a:defRPr sz="1000">
                <a:solidFill>
                  <a:srgbClr val="000000"/>
                </a:solidFill>
              </a:defRPr>
            </a:lvl9pPr>
          </a:lstStyle>
          <a:p/>
        </p:txBody>
      </p:sp>
      <p:sp>
        <p:nvSpPr>
          <p:cNvPr id="14565" name="Google Shape;14565;p250"/>
          <p:cNvSpPr txBox="1"/>
          <p:nvPr>
            <p:ph idx="2" type="title"/>
          </p:nvPr>
        </p:nvSpPr>
        <p:spPr>
          <a:xfrm flipH="1">
            <a:off x="5454575" y="579550"/>
            <a:ext cx="4434000" cy="1692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000"/>
              <a:buNone/>
              <a:defRPr sz="1000">
                <a:solidFill>
                  <a:srgbClr val="000000"/>
                </a:solidFill>
              </a:defRPr>
            </a:lvl1pPr>
            <a:lvl2pPr lvl="1">
              <a:spcBef>
                <a:spcPts val="0"/>
              </a:spcBef>
              <a:spcAft>
                <a:spcPts val="0"/>
              </a:spcAft>
              <a:buClr>
                <a:srgbClr val="000000"/>
              </a:buClr>
              <a:buSzPts val="1000"/>
              <a:buNone/>
              <a:defRPr sz="1000">
                <a:solidFill>
                  <a:srgbClr val="000000"/>
                </a:solidFill>
              </a:defRPr>
            </a:lvl2pPr>
            <a:lvl3pPr lvl="2">
              <a:spcBef>
                <a:spcPts val="0"/>
              </a:spcBef>
              <a:spcAft>
                <a:spcPts val="0"/>
              </a:spcAft>
              <a:buClr>
                <a:srgbClr val="000000"/>
              </a:buClr>
              <a:buSzPts val="1000"/>
              <a:buNone/>
              <a:defRPr sz="1000">
                <a:solidFill>
                  <a:srgbClr val="000000"/>
                </a:solidFill>
              </a:defRPr>
            </a:lvl3pPr>
            <a:lvl4pPr lvl="3">
              <a:spcBef>
                <a:spcPts val="0"/>
              </a:spcBef>
              <a:spcAft>
                <a:spcPts val="0"/>
              </a:spcAft>
              <a:buClr>
                <a:srgbClr val="000000"/>
              </a:buClr>
              <a:buSzPts val="1000"/>
              <a:buNone/>
              <a:defRPr sz="1000">
                <a:solidFill>
                  <a:srgbClr val="000000"/>
                </a:solidFill>
              </a:defRPr>
            </a:lvl4pPr>
            <a:lvl5pPr lvl="4">
              <a:spcBef>
                <a:spcPts val="0"/>
              </a:spcBef>
              <a:spcAft>
                <a:spcPts val="0"/>
              </a:spcAft>
              <a:buClr>
                <a:srgbClr val="000000"/>
              </a:buClr>
              <a:buSzPts val="1000"/>
              <a:buNone/>
              <a:defRPr sz="1000">
                <a:solidFill>
                  <a:srgbClr val="000000"/>
                </a:solidFill>
              </a:defRPr>
            </a:lvl5pPr>
            <a:lvl6pPr lvl="5">
              <a:spcBef>
                <a:spcPts val="0"/>
              </a:spcBef>
              <a:spcAft>
                <a:spcPts val="0"/>
              </a:spcAft>
              <a:buClr>
                <a:srgbClr val="000000"/>
              </a:buClr>
              <a:buSzPts val="1000"/>
              <a:buNone/>
              <a:defRPr sz="1000">
                <a:solidFill>
                  <a:srgbClr val="000000"/>
                </a:solidFill>
              </a:defRPr>
            </a:lvl6pPr>
            <a:lvl7pPr lvl="6">
              <a:spcBef>
                <a:spcPts val="0"/>
              </a:spcBef>
              <a:spcAft>
                <a:spcPts val="0"/>
              </a:spcAft>
              <a:buClr>
                <a:srgbClr val="000000"/>
              </a:buClr>
              <a:buSzPts val="1000"/>
              <a:buNone/>
              <a:defRPr sz="1000">
                <a:solidFill>
                  <a:srgbClr val="000000"/>
                </a:solidFill>
              </a:defRPr>
            </a:lvl7pPr>
            <a:lvl8pPr lvl="7">
              <a:spcBef>
                <a:spcPts val="0"/>
              </a:spcBef>
              <a:spcAft>
                <a:spcPts val="0"/>
              </a:spcAft>
              <a:buClr>
                <a:srgbClr val="000000"/>
              </a:buClr>
              <a:buSzPts val="1000"/>
              <a:buNone/>
              <a:defRPr sz="1000">
                <a:solidFill>
                  <a:srgbClr val="000000"/>
                </a:solidFill>
              </a:defRPr>
            </a:lvl8pPr>
            <a:lvl9pPr lvl="8">
              <a:spcBef>
                <a:spcPts val="0"/>
              </a:spcBef>
              <a:spcAft>
                <a:spcPts val="0"/>
              </a:spcAft>
              <a:buClr>
                <a:srgbClr val="000000"/>
              </a:buClr>
              <a:buSzPts val="1000"/>
              <a:buNone/>
              <a:defRPr sz="1000">
                <a:solidFill>
                  <a:srgbClr val="000000"/>
                </a:solidFill>
              </a:defRPr>
            </a:lvl9pPr>
          </a:lstStyle>
          <a:p/>
        </p:txBody>
      </p:sp>
      <p:sp>
        <p:nvSpPr>
          <p:cNvPr id="14566" name="Google Shape;14566;p250"/>
          <p:cNvSpPr txBox="1"/>
          <p:nvPr>
            <p:ph idx="1" type="body"/>
          </p:nvPr>
        </p:nvSpPr>
        <p:spPr>
          <a:xfrm>
            <a:off x="641150" y="612125"/>
            <a:ext cx="1770300" cy="160500"/>
          </a:xfrm>
          <a:prstGeom prst="rect">
            <a:avLst/>
          </a:prstGeom>
          <a:noFill/>
          <a:ln>
            <a:noFill/>
          </a:ln>
        </p:spPr>
        <p:txBody>
          <a:bodyPr anchorCtr="0" anchor="t" bIns="0" lIns="0" spcFirstLastPara="1" rIns="0" wrap="square" tIns="0">
            <a:noAutofit/>
          </a:bodyPr>
          <a:lstStyle>
            <a:lvl1pPr indent="-292100" lvl="0" marL="457200" algn="ctr">
              <a:spcBef>
                <a:spcPts val="0"/>
              </a:spcBef>
              <a:spcAft>
                <a:spcPts val="0"/>
              </a:spcAft>
              <a:buClr>
                <a:srgbClr val="FFFFFF"/>
              </a:buClr>
              <a:buSzPts val="1000"/>
              <a:buChar char="●"/>
              <a:defRPr sz="1000">
                <a:solidFill>
                  <a:srgbClr val="FFFFFF"/>
                </a:solidFill>
              </a:defRPr>
            </a:lvl1pPr>
            <a:lvl2pPr indent="-292100" lvl="1" marL="914400" algn="ctr">
              <a:spcBef>
                <a:spcPts val="0"/>
              </a:spcBef>
              <a:spcAft>
                <a:spcPts val="0"/>
              </a:spcAft>
              <a:buClr>
                <a:srgbClr val="FFFFFF"/>
              </a:buClr>
              <a:buSzPts val="1000"/>
              <a:buChar char="○"/>
              <a:defRPr sz="1000">
                <a:solidFill>
                  <a:srgbClr val="FFFFFF"/>
                </a:solidFill>
              </a:defRPr>
            </a:lvl2pPr>
            <a:lvl3pPr indent="-292100" lvl="2" marL="1371600" algn="ctr">
              <a:spcBef>
                <a:spcPts val="0"/>
              </a:spcBef>
              <a:spcAft>
                <a:spcPts val="0"/>
              </a:spcAft>
              <a:buClr>
                <a:srgbClr val="FFFFFF"/>
              </a:buClr>
              <a:buSzPts val="1000"/>
              <a:buChar char="■"/>
              <a:defRPr sz="1000">
                <a:solidFill>
                  <a:srgbClr val="FFFFFF"/>
                </a:solidFill>
              </a:defRPr>
            </a:lvl3pPr>
            <a:lvl4pPr indent="-292100" lvl="3" marL="1828800" algn="ctr">
              <a:spcBef>
                <a:spcPts val="0"/>
              </a:spcBef>
              <a:spcAft>
                <a:spcPts val="0"/>
              </a:spcAft>
              <a:buClr>
                <a:srgbClr val="FFFFFF"/>
              </a:buClr>
              <a:buSzPts val="1000"/>
              <a:buChar char="●"/>
              <a:defRPr sz="1000">
                <a:solidFill>
                  <a:srgbClr val="FFFFFF"/>
                </a:solidFill>
              </a:defRPr>
            </a:lvl4pPr>
            <a:lvl5pPr indent="-292100" lvl="4" marL="2286000" algn="ctr">
              <a:spcBef>
                <a:spcPts val="0"/>
              </a:spcBef>
              <a:spcAft>
                <a:spcPts val="0"/>
              </a:spcAft>
              <a:buClr>
                <a:srgbClr val="FFFFFF"/>
              </a:buClr>
              <a:buSzPts val="1000"/>
              <a:buChar char="○"/>
              <a:defRPr sz="1000">
                <a:solidFill>
                  <a:srgbClr val="FFFFFF"/>
                </a:solidFill>
              </a:defRPr>
            </a:lvl5pPr>
            <a:lvl6pPr indent="-292100" lvl="5" marL="2743200" algn="ctr">
              <a:spcBef>
                <a:spcPts val="0"/>
              </a:spcBef>
              <a:spcAft>
                <a:spcPts val="0"/>
              </a:spcAft>
              <a:buClr>
                <a:srgbClr val="FFFFFF"/>
              </a:buClr>
              <a:buSzPts val="1000"/>
              <a:buChar char="■"/>
              <a:defRPr sz="1000">
                <a:solidFill>
                  <a:srgbClr val="FFFFFF"/>
                </a:solidFill>
              </a:defRPr>
            </a:lvl6pPr>
            <a:lvl7pPr indent="-292100" lvl="6" marL="3200400" algn="ctr">
              <a:spcBef>
                <a:spcPts val="0"/>
              </a:spcBef>
              <a:spcAft>
                <a:spcPts val="0"/>
              </a:spcAft>
              <a:buClr>
                <a:srgbClr val="FFFFFF"/>
              </a:buClr>
              <a:buSzPts val="1000"/>
              <a:buChar char="●"/>
              <a:defRPr sz="1000">
                <a:solidFill>
                  <a:srgbClr val="FFFFFF"/>
                </a:solidFill>
              </a:defRPr>
            </a:lvl7pPr>
            <a:lvl8pPr indent="-292100" lvl="7" marL="3657600" algn="ctr">
              <a:spcBef>
                <a:spcPts val="0"/>
              </a:spcBef>
              <a:spcAft>
                <a:spcPts val="0"/>
              </a:spcAft>
              <a:buClr>
                <a:srgbClr val="FFFFFF"/>
              </a:buClr>
              <a:buSzPts val="1000"/>
              <a:buChar char="○"/>
              <a:defRPr sz="1000">
                <a:solidFill>
                  <a:srgbClr val="FFFFFF"/>
                </a:solidFill>
              </a:defRPr>
            </a:lvl8pPr>
            <a:lvl9pPr indent="-292100" lvl="8" marL="4114800" algn="ctr">
              <a:spcBef>
                <a:spcPts val="0"/>
              </a:spcBef>
              <a:spcAft>
                <a:spcPts val="0"/>
              </a:spcAft>
              <a:buClr>
                <a:srgbClr val="FFFFFF"/>
              </a:buClr>
              <a:buSzPts val="1000"/>
              <a:buChar char="■"/>
              <a:defRPr sz="1000">
                <a:solidFill>
                  <a:srgbClr val="FFFFFF"/>
                </a:solidFill>
              </a:defRPr>
            </a:lvl9pPr>
          </a:lstStyle>
          <a:p/>
        </p:txBody>
      </p:sp>
      <p:sp>
        <p:nvSpPr>
          <p:cNvPr id="14567" name="Google Shape;14567;p250"/>
          <p:cNvSpPr txBox="1"/>
          <p:nvPr/>
        </p:nvSpPr>
        <p:spPr>
          <a:xfrm>
            <a:off x="84825" y="598125"/>
            <a:ext cx="595500" cy="205800"/>
          </a:xfrm>
          <a:prstGeom prst="rect">
            <a:avLst/>
          </a:prstGeom>
          <a:noFill/>
          <a:ln>
            <a:noFill/>
          </a:ln>
        </p:spPr>
        <p:txBody>
          <a:bodyPr anchorCtr="0" anchor="t" bIns="18000" lIns="18000" spcFirstLastPara="1" rIns="18000" wrap="square" tIns="18000">
            <a:spAutoFit/>
          </a:bodyPr>
          <a:lstStyle/>
          <a:p>
            <a:pPr indent="0" lvl="0" marL="0" rtl="0" algn="l">
              <a:spcBef>
                <a:spcPts val="0"/>
              </a:spcBef>
              <a:spcAft>
                <a:spcPts val="0"/>
              </a:spcAft>
              <a:buNone/>
            </a:pPr>
            <a:r>
              <a:rPr lang="es-419" sz="1100">
                <a:solidFill>
                  <a:srgbClr val="FFFFFF"/>
                </a:solidFill>
              </a:rPr>
              <a:t>Nombre:</a:t>
            </a:r>
            <a:endParaRPr sz="1100">
              <a:solidFill>
                <a:srgbClr val="FFFFFF"/>
              </a:solidFill>
            </a:endParaRPr>
          </a:p>
        </p:txBody>
      </p:sp>
      <p:sp>
        <p:nvSpPr>
          <p:cNvPr id="14568" name="Google Shape;14568;p250"/>
          <p:cNvSpPr/>
          <p:nvPr/>
        </p:nvSpPr>
        <p:spPr>
          <a:xfrm>
            <a:off x="-2268925" y="760700"/>
            <a:ext cx="1620600" cy="6079200"/>
          </a:xfrm>
          <a:prstGeom prst="roundRect">
            <a:avLst>
              <a:gd fmla="val 5833" name="adj"/>
            </a:avLst>
          </a:prstGeom>
          <a:solidFill>
            <a:srgbClr val="F3F3F3"/>
          </a:solidFill>
          <a:ln cap="flat" cmpd="sng" w="9525">
            <a:solidFill>
              <a:srgbClr val="F3F3F3"/>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t" bIns="54000" lIns="72000" spcFirstLastPara="1" rIns="72000" wrap="square" tIns="54000">
            <a:noAutofit/>
          </a:bodyPr>
          <a:lstStyle/>
          <a:p>
            <a:pPr indent="0" lvl="0" marL="0" rtl="0" algn="ctr">
              <a:spcBef>
                <a:spcPts val="0"/>
              </a:spcBef>
              <a:spcAft>
                <a:spcPts val="0"/>
              </a:spcAft>
              <a:buNone/>
            </a:pPr>
            <a:r>
              <a:rPr i="1" lang="es-419"/>
              <a:t>Paleta</a:t>
            </a:r>
            <a:endParaRPr i="1"/>
          </a:p>
        </p:txBody>
      </p:sp>
    </p:spTree>
  </p:cSld>
  <p:clrMapOvr>
    <a:masterClrMapping/>
  </p:clrMapOvr>
</p:sldLayout>
</file>

<file path=ppt/slideLayouts/slideLayout24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6.8 Validación de Transacción">
  <p:cSld name="TITLE_3_6_1_1_1_1_1_1_1_1_1_1_1_1_1_1_1_1_1_1_1_1_1_1_1_1_1_1_1_1_1_1">
    <p:spTree>
      <p:nvGrpSpPr>
        <p:cNvPr id="14569" name="Shape 14569"/>
        <p:cNvGrpSpPr/>
        <p:nvPr/>
      </p:nvGrpSpPr>
      <p:grpSpPr>
        <a:xfrm>
          <a:off x="0" y="0"/>
          <a:ext cx="0" cy="0"/>
          <a:chOff x="0" y="0"/>
          <a:chExt cx="0" cy="0"/>
        </a:xfrm>
      </p:grpSpPr>
      <p:sp>
        <p:nvSpPr>
          <p:cNvPr id="14570" name="Google Shape;14570;p251"/>
          <p:cNvSpPr/>
          <p:nvPr/>
        </p:nvSpPr>
        <p:spPr>
          <a:xfrm>
            <a:off x="97888" y="377012"/>
            <a:ext cx="9893400" cy="296700"/>
          </a:xfrm>
          <a:prstGeom prst="roundRect">
            <a:avLst>
              <a:gd fmla="val 22902" name="adj"/>
            </a:avLst>
          </a:prstGeom>
          <a:solidFill>
            <a:srgbClr val="F3F3F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14571" name="Google Shape;14571;p251"/>
          <p:cNvSpPr/>
          <p:nvPr/>
        </p:nvSpPr>
        <p:spPr>
          <a:xfrm>
            <a:off x="77688" y="358938"/>
            <a:ext cx="9935700" cy="6438000"/>
          </a:xfrm>
          <a:prstGeom prst="roundRect">
            <a:avLst>
              <a:gd fmla="val 2618" name="adj"/>
            </a:avLst>
          </a:prstGeom>
          <a:solidFill>
            <a:srgbClr val="FFFFFF"/>
          </a:solidFill>
          <a:ln cap="flat" cmpd="sng" w="38100">
            <a:solidFill>
              <a:srgbClr val="000000"/>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4572" name="Google Shape;14572;p251"/>
          <p:cNvCxnSpPr/>
          <p:nvPr/>
        </p:nvCxnSpPr>
        <p:spPr>
          <a:xfrm>
            <a:off x="77688" y="772614"/>
            <a:ext cx="9935700" cy="0"/>
          </a:xfrm>
          <a:prstGeom prst="straightConnector1">
            <a:avLst/>
          </a:prstGeom>
          <a:noFill/>
          <a:ln cap="flat" cmpd="sng" w="19050">
            <a:solidFill>
              <a:srgbClr val="000000"/>
            </a:solidFill>
            <a:prstDash val="solid"/>
            <a:round/>
            <a:headEnd len="med" w="med" type="none"/>
            <a:tailEnd len="med" w="med" type="none"/>
          </a:ln>
        </p:spPr>
      </p:cxnSp>
      <p:cxnSp>
        <p:nvCxnSpPr>
          <p:cNvPr id="14573" name="Google Shape;14573;p251"/>
          <p:cNvCxnSpPr/>
          <p:nvPr/>
        </p:nvCxnSpPr>
        <p:spPr>
          <a:xfrm rot="10800000">
            <a:off x="2439038" y="368188"/>
            <a:ext cx="0" cy="402300"/>
          </a:xfrm>
          <a:prstGeom prst="straightConnector1">
            <a:avLst/>
          </a:prstGeom>
          <a:noFill/>
          <a:ln cap="flat" cmpd="sng" w="19050">
            <a:solidFill>
              <a:srgbClr val="000000"/>
            </a:solidFill>
            <a:prstDash val="solid"/>
            <a:round/>
            <a:headEnd len="med" w="med" type="none"/>
            <a:tailEnd len="med" w="med" type="none"/>
          </a:ln>
        </p:spPr>
      </p:cxnSp>
      <p:sp>
        <p:nvSpPr>
          <p:cNvPr id="14574" name="Google Shape;14574;p251"/>
          <p:cNvSpPr/>
          <p:nvPr/>
        </p:nvSpPr>
        <p:spPr>
          <a:xfrm>
            <a:off x="77688" y="349338"/>
            <a:ext cx="2361300" cy="421200"/>
          </a:xfrm>
          <a:prstGeom prst="roundRect">
            <a:avLst>
              <a:gd fmla="val 50000" name="adj"/>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s-419" sz="1200">
                <a:solidFill>
                  <a:srgbClr val="FFFFFF"/>
                </a:solidFill>
              </a:rPr>
              <a:t>Validación de Transacción</a:t>
            </a:r>
            <a:endParaRPr b="1" sz="1200">
              <a:solidFill>
                <a:srgbClr val="FFFFFF"/>
              </a:solidFill>
            </a:endParaRPr>
          </a:p>
          <a:p>
            <a:pPr indent="0" lvl="0" marL="0" rtl="0" algn="ctr">
              <a:spcBef>
                <a:spcPts val="0"/>
              </a:spcBef>
              <a:spcAft>
                <a:spcPts val="0"/>
              </a:spcAft>
              <a:buNone/>
            </a:pPr>
            <a:r>
              <a:t/>
            </a:r>
            <a:endParaRPr b="1" sz="1200">
              <a:solidFill>
                <a:srgbClr val="FFFFFF"/>
              </a:solidFill>
            </a:endParaRPr>
          </a:p>
        </p:txBody>
      </p:sp>
      <p:sp>
        <p:nvSpPr>
          <p:cNvPr id="14575" name="Google Shape;14575;p251"/>
          <p:cNvSpPr/>
          <p:nvPr/>
        </p:nvSpPr>
        <p:spPr>
          <a:xfrm>
            <a:off x="83988" y="595504"/>
            <a:ext cx="190200" cy="1692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6" name="Google Shape;14576;p251"/>
          <p:cNvSpPr/>
          <p:nvPr/>
        </p:nvSpPr>
        <p:spPr>
          <a:xfrm>
            <a:off x="2292338" y="358938"/>
            <a:ext cx="146700" cy="4023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7" name="Google Shape;14577;p251"/>
          <p:cNvSpPr txBox="1"/>
          <p:nvPr/>
        </p:nvSpPr>
        <p:spPr>
          <a:xfrm>
            <a:off x="2524025" y="478997"/>
            <a:ext cx="10467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Formulario :</a:t>
            </a:r>
            <a:endParaRPr b="1" sz="1100"/>
          </a:p>
        </p:txBody>
      </p:sp>
      <p:sp>
        <p:nvSpPr>
          <p:cNvPr id="14578" name="Google Shape;14578;p251"/>
          <p:cNvSpPr txBox="1"/>
          <p:nvPr>
            <p:ph type="title"/>
          </p:nvPr>
        </p:nvSpPr>
        <p:spPr>
          <a:xfrm flipH="1">
            <a:off x="3415475" y="433336"/>
            <a:ext cx="6473100" cy="2658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000"/>
              <a:buNone/>
              <a:defRPr sz="1000">
                <a:solidFill>
                  <a:srgbClr val="000000"/>
                </a:solidFill>
              </a:defRPr>
            </a:lvl1pPr>
            <a:lvl2pPr lvl="1">
              <a:spcBef>
                <a:spcPts val="0"/>
              </a:spcBef>
              <a:spcAft>
                <a:spcPts val="0"/>
              </a:spcAft>
              <a:buClr>
                <a:srgbClr val="000000"/>
              </a:buClr>
              <a:buSzPts val="1000"/>
              <a:buNone/>
              <a:defRPr sz="1000">
                <a:solidFill>
                  <a:srgbClr val="000000"/>
                </a:solidFill>
              </a:defRPr>
            </a:lvl2pPr>
            <a:lvl3pPr lvl="2">
              <a:spcBef>
                <a:spcPts val="0"/>
              </a:spcBef>
              <a:spcAft>
                <a:spcPts val="0"/>
              </a:spcAft>
              <a:buClr>
                <a:srgbClr val="000000"/>
              </a:buClr>
              <a:buSzPts val="1000"/>
              <a:buNone/>
              <a:defRPr sz="1000">
                <a:solidFill>
                  <a:srgbClr val="000000"/>
                </a:solidFill>
              </a:defRPr>
            </a:lvl3pPr>
            <a:lvl4pPr lvl="3">
              <a:spcBef>
                <a:spcPts val="0"/>
              </a:spcBef>
              <a:spcAft>
                <a:spcPts val="0"/>
              </a:spcAft>
              <a:buClr>
                <a:srgbClr val="000000"/>
              </a:buClr>
              <a:buSzPts val="1000"/>
              <a:buNone/>
              <a:defRPr sz="1000">
                <a:solidFill>
                  <a:srgbClr val="000000"/>
                </a:solidFill>
              </a:defRPr>
            </a:lvl4pPr>
            <a:lvl5pPr lvl="4">
              <a:spcBef>
                <a:spcPts val="0"/>
              </a:spcBef>
              <a:spcAft>
                <a:spcPts val="0"/>
              </a:spcAft>
              <a:buClr>
                <a:srgbClr val="000000"/>
              </a:buClr>
              <a:buSzPts val="1000"/>
              <a:buNone/>
              <a:defRPr sz="1000">
                <a:solidFill>
                  <a:srgbClr val="000000"/>
                </a:solidFill>
              </a:defRPr>
            </a:lvl5pPr>
            <a:lvl6pPr lvl="5">
              <a:spcBef>
                <a:spcPts val="0"/>
              </a:spcBef>
              <a:spcAft>
                <a:spcPts val="0"/>
              </a:spcAft>
              <a:buClr>
                <a:srgbClr val="000000"/>
              </a:buClr>
              <a:buSzPts val="1000"/>
              <a:buNone/>
              <a:defRPr sz="1000">
                <a:solidFill>
                  <a:srgbClr val="000000"/>
                </a:solidFill>
              </a:defRPr>
            </a:lvl6pPr>
            <a:lvl7pPr lvl="6">
              <a:spcBef>
                <a:spcPts val="0"/>
              </a:spcBef>
              <a:spcAft>
                <a:spcPts val="0"/>
              </a:spcAft>
              <a:buClr>
                <a:srgbClr val="000000"/>
              </a:buClr>
              <a:buSzPts val="1000"/>
              <a:buNone/>
              <a:defRPr sz="1000">
                <a:solidFill>
                  <a:srgbClr val="000000"/>
                </a:solidFill>
              </a:defRPr>
            </a:lvl7pPr>
            <a:lvl8pPr lvl="7">
              <a:spcBef>
                <a:spcPts val="0"/>
              </a:spcBef>
              <a:spcAft>
                <a:spcPts val="0"/>
              </a:spcAft>
              <a:buClr>
                <a:srgbClr val="000000"/>
              </a:buClr>
              <a:buSzPts val="1000"/>
              <a:buNone/>
              <a:defRPr sz="1000">
                <a:solidFill>
                  <a:srgbClr val="000000"/>
                </a:solidFill>
              </a:defRPr>
            </a:lvl8pPr>
            <a:lvl9pPr lvl="8">
              <a:spcBef>
                <a:spcPts val="0"/>
              </a:spcBef>
              <a:spcAft>
                <a:spcPts val="0"/>
              </a:spcAft>
              <a:buClr>
                <a:srgbClr val="000000"/>
              </a:buClr>
              <a:buSzPts val="1000"/>
              <a:buNone/>
              <a:defRPr sz="1000">
                <a:solidFill>
                  <a:srgbClr val="000000"/>
                </a:solidFill>
              </a:defRPr>
            </a:lvl9pPr>
          </a:lstStyle>
          <a:p/>
        </p:txBody>
      </p:sp>
      <p:sp>
        <p:nvSpPr>
          <p:cNvPr id="14579" name="Google Shape;14579;p251"/>
          <p:cNvSpPr txBox="1"/>
          <p:nvPr>
            <p:ph idx="1" type="body"/>
          </p:nvPr>
        </p:nvSpPr>
        <p:spPr>
          <a:xfrm>
            <a:off x="641150" y="612125"/>
            <a:ext cx="1770300" cy="160500"/>
          </a:xfrm>
          <a:prstGeom prst="rect">
            <a:avLst/>
          </a:prstGeom>
          <a:noFill/>
          <a:ln>
            <a:noFill/>
          </a:ln>
        </p:spPr>
        <p:txBody>
          <a:bodyPr anchorCtr="0" anchor="t" bIns="0" lIns="0" spcFirstLastPara="1" rIns="0" wrap="square" tIns="0">
            <a:noAutofit/>
          </a:bodyPr>
          <a:lstStyle>
            <a:lvl1pPr indent="-292100" lvl="0" marL="457200" algn="ctr">
              <a:spcBef>
                <a:spcPts val="0"/>
              </a:spcBef>
              <a:spcAft>
                <a:spcPts val="0"/>
              </a:spcAft>
              <a:buClr>
                <a:srgbClr val="FFFFFF"/>
              </a:buClr>
              <a:buSzPts val="1000"/>
              <a:buChar char="●"/>
              <a:defRPr sz="1000">
                <a:solidFill>
                  <a:srgbClr val="FFFFFF"/>
                </a:solidFill>
              </a:defRPr>
            </a:lvl1pPr>
            <a:lvl2pPr indent="-292100" lvl="1" marL="914400" algn="ctr">
              <a:spcBef>
                <a:spcPts val="0"/>
              </a:spcBef>
              <a:spcAft>
                <a:spcPts val="0"/>
              </a:spcAft>
              <a:buClr>
                <a:srgbClr val="FFFFFF"/>
              </a:buClr>
              <a:buSzPts val="1000"/>
              <a:buChar char="○"/>
              <a:defRPr sz="1000">
                <a:solidFill>
                  <a:srgbClr val="FFFFFF"/>
                </a:solidFill>
              </a:defRPr>
            </a:lvl2pPr>
            <a:lvl3pPr indent="-292100" lvl="2" marL="1371600" algn="ctr">
              <a:spcBef>
                <a:spcPts val="0"/>
              </a:spcBef>
              <a:spcAft>
                <a:spcPts val="0"/>
              </a:spcAft>
              <a:buClr>
                <a:srgbClr val="FFFFFF"/>
              </a:buClr>
              <a:buSzPts val="1000"/>
              <a:buChar char="■"/>
              <a:defRPr sz="1000">
                <a:solidFill>
                  <a:srgbClr val="FFFFFF"/>
                </a:solidFill>
              </a:defRPr>
            </a:lvl3pPr>
            <a:lvl4pPr indent="-292100" lvl="3" marL="1828800" algn="ctr">
              <a:spcBef>
                <a:spcPts val="0"/>
              </a:spcBef>
              <a:spcAft>
                <a:spcPts val="0"/>
              </a:spcAft>
              <a:buClr>
                <a:srgbClr val="FFFFFF"/>
              </a:buClr>
              <a:buSzPts val="1000"/>
              <a:buChar char="●"/>
              <a:defRPr sz="1000">
                <a:solidFill>
                  <a:srgbClr val="FFFFFF"/>
                </a:solidFill>
              </a:defRPr>
            </a:lvl4pPr>
            <a:lvl5pPr indent="-292100" lvl="4" marL="2286000" algn="ctr">
              <a:spcBef>
                <a:spcPts val="0"/>
              </a:spcBef>
              <a:spcAft>
                <a:spcPts val="0"/>
              </a:spcAft>
              <a:buClr>
                <a:srgbClr val="FFFFFF"/>
              </a:buClr>
              <a:buSzPts val="1000"/>
              <a:buChar char="○"/>
              <a:defRPr sz="1000">
                <a:solidFill>
                  <a:srgbClr val="FFFFFF"/>
                </a:solidFill>
              </a:defRPr>
            </a:lvl5pPr>
            <a:lvl6pPr indent="-292100" lvl="5" marL="2743200" algn="ctr">
              <a:spcBef>
                <a:spcPts val="0"/>
              </a:spcBef>
              <a:spcAft>
                <a:spcPts val="0"/>
              </a:spcAft>
              <a:buClr>
                <a:srgbClr val="FFFFFF"/>
              </a:buClr>
              <a:buSzPts val="1000"/>
              <a:buChar char="■"/>
              <a:defRPr sz="1000">
                <a:solidFill>
                  <a:srgbClr val="FFFFFF"/>
                </a:solidFill>
              </a:defRPr>
            </a:lvl6pPr>
            <a:lvl7pPr indent="-292100" lvl="6" marL="3200400" algn="ctr">
              <a:spcBef>
                <a:spcPts val="0"/>
              </a:spcBef>
              <a:spcAft>
                <a:spcPts val="0"/>
              </a:spcAft>
              <a:buClr>
                <a:srgbClr val="FFFFFF"/>
              </a:buClr>
              <a:buSzPts val="1000"/>
              <a:buChar char="●"/>
              <a:defRPr sz="1000">
                <a:solidFill>
                  <a:srgbClr val="FFFFFF"/>
                </a:solidFill>
              </a:defRPr>
            </a:lvl7pPr>
            <a:lvl8pPr indent="-292100" lvl="7" marL="3657600" algn="ctr">
              <a:spcBef>
                <a:spcPts val="0"/>
              </a:spcBef>
              <a:spcAft>
                <a:spcPts val="0"/>
              </a:spcAft>
              <a:buClr>
                <a:srgbClr val="FFFFFF"/>
              </a:buClr>
              <a:buSzPts val="1000"/>
              <a:buChar char="○"/>
              <a:defRPr sz="1000">
                <a:solidFill>
                  <a:srgbClr val="FFFFFF"/>
                </a:solidFill>
              </a:defRPr>
            </a:lvl8pPr>
            <a:lvl9pPr indent="-292100" lvl="8" marL="4114800" algn="ctr">
              <a:spcBef>
                <a:spcPts val="0"/>
              </a:spcBef>
              <a:spcAft>
                <a:spcPts val="0"/>
              </a:spcAft>
              <a:buClr>
                <a:srgbClr val="FFFFFF"/>
              </a:buClr>
              <a:buSzPts val="1000"/>
              <a:buChar char="■"/>
              <a:defRPr sz="1000">
                <a:solidFill>
                  <a:srgbClr val="FFFFFF"/>
                </a:solidFill>
              </a:defRPr>
            </a:lvl9pPr>
          </a:lstStyle>
          <a:p/>
        </p:txBody>
      </p:sp>
      <p:sp>
        <p:nvSpPr>
          <p:cNvPr id="14580" name="Google Shape;14580;p251"/>
          <p:cNvSpPr txBox="1"/>
          <p:nvPr/>
        </p:nvSpPr>
        <p:spPr>
          <a:xfrm>
            <a:off x="84825" y="598125"/>
            <a:ext cx="595500" cy="205800"/>
          </a:xfrm>
          <a:prstGeom prst="rect">
            <a:avLst/>
          </a:prstGeom>
          <a:noFill/>
          <a:ln>
            <a:noFill/>
          </a:ln>
        </p:spPr>
        <p:txBody>
          <a:bodyPr anchorCtr="0" anchor="t" bIns="18000" lIns="18000" spcFirstLastPara="1" rIns="18000" wrap="square" tIns="18000">
            <a:spAutoFit/>
          </a:bodyPr>
          <a:lstStyle/>
          <a:p>
            <a:pPr indent="0" lvl="0" marL="0" rtl="0" algn="l">
              <a:spcBef>
                <a:spcPts val="0"/>
              </a:spcBef>
              <a:spcAft>
                <a:spcPts val="0"/>
              </a:spcAft>
              <a:buNone/>
            </a:pPr>
            <a:r>
              <a:rPr lang="es-419" sz="1100">
                <a:solidFill>
                  <a:srgbClr val="FFFFFF"/>
                </a:solidFill>
              </a:rPr>
              <a:t>Nombre:</a:t>
            </a:r>
            <a:endParaRPr sz="1100">
              <a:solidFill>
                <a:srgbClr val="FFFFFF"/>
              </a:solidFill>
            </a:endParaRPr>
          </a:p>
        </p:txBody>
      </p:sp>
    </p:spTree>
  </p:cSld>
  <p:clrMapOvr>
    <a:masterClrMapping/>
  </p:clrMapOvr>
</p:sldLayout>
</file>

<file path=ppt/slideLayouts/slideLayout24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4.7 Normalización Transacciones Proceso de Negocio ">
  <p:cSld name="TITLE_3_4_1_2_1_2_1_2">
    <p:spTree>
      <p:nvGrpSpPr>
        <p:cNvPr id="14581" name="Shape 14581"/>
        <p:cNvGrpSpPr/>
        <p:nvPr/>
      </p:nvGrpSpPr>
      <p:grpSpPr>
        <a:xfrm>
          <a:off x="0" y="0"/>
          <a:ext cx="0" cy="0"/>
          <a:chOff x="0" y="0"/>
          <a:chExt cx="0" cy="0"/>
        </a:xfrm>
      </p:grpSpPr>
      <p:sp>
        <p:nvSpPr>
          <p:cNvPr id="14582" name="Google Shape;14582;p252"/>
          <p:cNvSpPr/>
          <p:nvPr/>
        </p:nvSpPr>
        <p:spPr>
          <a:xfrm>
            <a:off x="77688" y="358938"/>
            <a:ext cx="9935700" cy="6438000"/>
          </a:xfrm>
          <a:prstGeom prst="roundRect">
            <a:avLst>
              <a:gd fmla="val 2618" name="adj"/>
            </a:avLst>
          </a:prstGeom>
          <a:solidFill>
            <a:srgbClr val="FFFFFF"/>
          </a:solidFill>
          <a:ln cap="flat" cmpd="sng" w="38100">
            <a:solidFill>
              <a:srgbClr val="000000"/>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3" name="Google Shape;14583;p252"/>
          <p:cNvSpPr txBox="1"/>
          <p:nvPr/>
        </p:nvSpPr>
        <p:spPr>
          <a:xfrm>
            <a:off x="5380763" y="1066398"/>
            <a:ext cx="1069200" cy="2166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t/>
            </a:r>
            <a:endParaRPr b="1" sz="600"/>
          </a:p>
        </p:txBody>
      </p:sp>
      <p:cxnSp>
        <p:nvCxnSpPr>
          <p:cNvPr id="14584" name="Google Shape;14584;p252"/>
          <p:cNvCxnSpPr/>
          <p:nvPr/>
        </p:nvCxnSpPr>
        <p:spPr>
          <a:xfrm>
            <a:off x="77688" y="772614"/>
            <a:ext cx="9935700" cy="0"/>
          </a:xfrm>
          <a:prstGeom prst="straightConnector1">
            <a:avLst/>
          </a:prstGeom>
          <a:noFill/>
          <a:ln cap="flat" cmpd="sng" w="19050">
            <a:solidFill>
              <a:srgbClr val="000000"/>
            </a:solidFill>
            <a:prstDash val="solid"/>
            <a:round/>
            <a:headEnd len="med" w="med" type="none"/>
            <a:tailEnd len="med" w="med" type="none"/>
          </a:ln>
        </p:spPr>
      </p:cxnSp>
      <p:cxnSp>
        <p:nvCxnSpPr>
          <p:cNvPr id="14585" name="Google Shape;14585;p252"/>
          <p:cNvCxnSpPr/>
          <p:nvPr/>
        </p:nvCxnSpPr>
        <p:spPr>
          <a:xfrm rot="10800000">
            <a:off x="2439038" y="368188"/>
            <a:ext cx="0" cy="402300"/>
          </a:xfrm>
          <a:prstGeom prst="straightConnector1">
            <a:avLst/>
          </a:prstGeom>
          <a:noFill/>
          <a:ln cap="flat" cmpd="sng" w="19050">
            <a:solidFill>
              <a:srgbClr val="000000"/>
            </a:solidFill>
            <a:prstDash val="solid"/>
            <a:round/>
            <a:headEnd len="med" w="med" type="none"/>
            <a:tailEnd len="med" w="med" type="none"/>
          </a:ln>
        </p:spPr>
      </p:cxnSp>
      <p:sp>
        <p:nvSpPr>
          <p:cNvPr id="14586" name="Google Shape;14586;p252"/>
          <p:cNvSpPr txBox="1"/>
          <p:nvPr>
            <p:ph type="title"/>
          </p:nvPr>
        </p:nvSpPr>
        <p:spPr>
          <a:xfrm flipH="1">
            <a:off x="3219174" y="437575"/>
            <a:ext cx="1731300" cy="2658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200"/>
              <a:buNone/>
              <a:defRPr sz="1200">
                <a:solidFill>
                  <a:srgbClr val="000000"/>
                </a:solidFill>
              </a:defRPr>
            </a:lvl1pPr>
            <a:lvl2pPr lvl="1">
              <a:spcBef>
                <a:spcPts val="0"/>
              </a:spcBef>
              <a:spcAft>
                <a:spcPts val="0"/>
              </a:spcAft>
              <a:buClr>
                <a:srgbClr val="000000"/>
              </a:buClr>
              <a:buSzPts val="1100"/>
              <a:buNone/>
              <a:defRPr sz="1100">
                <a:solidFill>
                  <a:srgbClr val="000000"/>
                </a:solidFill>
              </a:defRPr>
            </a:lvl2pPr>
            <a:lvl3pPr lvl="2">
              <a:spcBef>
                <a:spcPts val="0"/>
              </a:spcBef>
              <a:spcAft>
                <a:spcPts val="0"/>
              </a:spcAft>
              <a:buClr>
                <a:srgbClr val="000000"/>
              </a:buClr>
              <a:buSzPts val="1100"/>
              <a:buNone/>
              <a:defRPr sz="1100">
                <a:solidFill>
                  <a:srgbClr val="000000"/>
                </a:solidFill>
              </a:defRPr>
            </a:lvl3pPr>
            <a:lvl4pPr lvl="3">
              <a:spcBef>
                <a:spcPts val="0"/>
              </a:spcBef>
              <a:spcAft>
                <a:spcPts val="0"/>
              </a:spcAft>
              <a:buClr>
                <a:srgbClr val="000000"/>
              </a:buClr>
              <a:buSzPts val="1100"/>
              <a:buNone/>
              <a:defRPr sz="1100">
                <a:solidFill>
                  <a:srgbClr val="000000"/>
                </a:solidFill>
              </a:defRPr>
            </a:lvl4pPr>
            <a:lvl5pPr lvl="4">
              <a:spcBef>
                <a:spcPts val="0"/>
              </a:spcBef>
              <a:spcAft>
                <a:spcPts val="0"/>
              </a:spcAft>
              <a:buClr>
                <a:srgbClr val="000000"/>
              </a:buClr>
              <a:buSzPts val="1100"/>
              <a:buNone/>
              <a:defRPr sz="1100">
                <a:solidFill>
                  <a:srgbClr val="000000"/>
                </a:solidFill>
              </a:defRPr>
            </a:lvl5pPr>
            <a:lvl6pPr lvl="5">
              <a:spcBef>
                <a:spcPts val="0"/>
              </a:spcBef>
              <a:spcAft>
                <a:spcPts val="0"/>
              </a:spcAft>
              <a:buClr>
                <a:srgbClr val="000000"/>
              </a:buClr>
              <a:buSzPts val="1100"/>
              <a:buNone/>
              <a:defRPr sz="1100">
                <a:solidFill>
                  <a:srgbClr val="000000"/>
                </a:solidFill>
              </a:defRPr>
            </a:lvl6pPr>
            <a:lvl7pPr lvl="6">
              <a:spcBef>
                <a:spcPts val="0"/>
              </a:spcBef>
              <a:spcAft>
                <a:spcPts val="0"/>
              </a:spcAft>
              <a:buClr>
                <a:srgbClr val="000000"/>
              </a:buClr>
              <a:buSzPts val="1100"/>
              <a:buNone/>
              <a:defRPr sz="1100">
                <a:solidFill>
                  <a:srgbClr val="000000"/>
                </a:solidFill>
              </a:defRPr>
            </a:lvl7pPr>
            <a:lvl8pPr lvl="7">
              <a:spcBef>
                <a:spcPts val="0"/>
              </a:spcBef>
              <a:spcAft>
                <a:spcPts val="0"/>
              </a:spcAft>
              <a:buClr>
                <a:srgbClr val="000000"/>
              </a:buClr>
              <a:buSzPts val="1100"/>
              <a:buNone/>
              <a:defRPr sz="1100">
                <a:solidFill>
                  <a:srgbClr val="000000"/>
                </a:solidFill>
              </a:defRPr>
            </a:lvl8pPr>
            <a:lvl9pPr lvl="8">
              <a:spcBef>
                <a:spcPts val="0"/>
              </a:spcBef>
              <a:spcAft>
                <a:spcPts val="0"/>
              </a:spcAft>
              <a:buClr>
                <a:srgbClr val="000000"/>
              </a:buClr>
              <a:buSzPts val="1100"/>
              <a:buNone/>
              <a:defRPr sz="1100">
                <a:solidFill>
                  <a:srgbClr val="000000"/>
                </a:solidFill>
              </a:defRPr>
            </a:lvl9pPr>
          </a:lstStyle>
          <a:p/>
        </p:txBody>
      </p:sp>
      <p:sp>
        <p:nvSpPr>
          <p:cNvPr id="14587" name="Google Shape;14587;p252"/>
          <p:cNvSpPr txBox="1"/>
          <p:nvPr/>
        </p:nvSpPr>
        <p:spPr>
          <a:xfrm>
            <a:off x="2513487" y="437267"/>
            <a:ext cx="679500" cy="2664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b="1" lang="es-419" sz="1100"/>
              <a:t>Proceso:</a:t>
            </a:r>
            <a:endParaRPr b="1" sz="1100"/>
          </a:p>
        </p:txBody>
      </p:sp>
      <p:cxnSp>
        <p:nvCxnSpPr>
          <p:cNvPr id="14588" name="Google Shape;14588;p252"/>
          <p:cNvCxnSpPr/>
          <p:nvPr/>
        </p:nvCxnSpPr>
        <p:spPr>
          <a:xfrm rot="10800000">
            <a:off x="5070754" y="368188"/>
            <a:ext cx="0" cy="402300"/>
          </a:xfrm>
          <a:prstGeom prst="straightConnector1">
            <a:avLst/>
          </a:prstGeom>
          <a:noFill/>
          <a:ln cap="flat" cmpd="sng" w="19050">
            <a:solidFill>
              <a:srgbClr val="000000"/>
            </a:solidFill>
            <a:prstDash val="solid"/>
            <a:round/>
            <a:headEnd len="med" w="med" type="none"/>
            <a:tailEnd len="med" w="med" type="none"/>
          </a:ln>
        </p:spPr>
      </p:cxnSp>
      <p:sp>
        <p:nvSpPr>
          <p:cNvPr id="14589" name="Google Shape;14589;p252"/>
          <p:cNvSpPr txBox="1"/>
          <p:nvPr/>
        </p:nvSpPr>
        <p:spPr>
          <a:xfrm>
            <a:off x="5191013" y="387663"/>
            <a:ext cx="13026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Finalidad empresa:</a:t>
            </a:r>
            <a:endParaRPr b="1" sz="1100"/>
          </a:p>
        </p:txBody>
      </p:sp>
      <p:sp>
        <p:nvSpPr>
          <p:cNvPr id="14590" name="Google Shape;14590;p252"/>
          <p:cNvSpPr txBox="1"/>
          <p:nvPr/>
        </p:nvSpPr>
        <p:spPr>
          <a:xfrm>
            <a:off x="5191013" y="579538"/>
            <a:ext cx="1163700" cy="1692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None/>
            </a:pPr>
            <a:r>
              <a:rPr b="1" lang="es-419" sz="1100"/>
              <a:t>Finalidad cliente:</a:t>
            </a:r>
            <a:endParaRPr b="1" sz="1100"/>
          </a:p>
        </p:txBody>
      </p:sp>
      <p:sp>
        <p:nvSpPr>
          <p:cNvPr id="14591" name="Google Shape;14591;p252"/>
          <p:cNvSpPr/>
          <p:nvPr/>
        </p:nvSpPr>
        <p:spPr>
          <a:xfrm>
            <a:off x="77688" y="349338"/>
            <a:ext cx="2361300" cy="421200"/>
          </a:xfrm>
          <a:prstGeom prst="roundRect">
            <a:avLst>
              <a:gd fmla="val 50000" name="adj"/>
            </a:avLst>
          </a:prstGeom>
          <a:solidFill>
            <a:srgbClr val="000000"/>
          </a:solidFill>
          <a:ln cap="flat" cmpd="sng" w="9525">
            <a:solidFill>
              <a:srgbClr val="000000"/>
            </a:solidFill>
            <a:prstDash val="solid"/>
            <a:round/>
            <a:headEnd len="sm" w="sm" type="none"/>
            <a:tailEnd len="sm" w="sm" type="none"/>
          </a:ln>
        </p:spPr>
        <p:txBody>
          <a:bodyPr anchorCtr="0" anchor="ctr" bIns="91425" lIns="0" spcFirstLastPara="1" rIns="0" wrap="square" tIns="91425">
            <a:noAutofit/>
          </a:bodyPr>
          <a:lstStyle/>
          <a:p>
            <a:pPr indent="0" lvl="0" marL="0" rtl="0" algn="ctr">
              <a:spcBef>
                <a:spcPts val="0"/>
              </a:spcBef>
              <a:spcAft>
                <a:spcPts val="0"/>
              </a:spcAft>
              <a:buNone/>
            </a:pPr>
            <a:r>
              <a:rPr b="1" lang="es-419" sz="1100">
                <a:solidFill>
                  <a:srgbClr val="FFFFFF"/>
                </a:solidFill>
              </a:rPr>
              <a:t>Normalización Proceso Negocio</a:t>
            </a:r>
            <a:endParaRPr b="1" sz="1100">
              <a:solidFill>
                <a:srgbClr val="FFFFFF"/>
              </a:solidFill>
            </a:endParaRPr>
          </a:p>
          <a:p>
            <a:pPr indent="0" lvl="0" marL="0" rtl="0" algn="ctr">
              <a:spcBef>
                <a:spcPts val="0"/>
              </a:spcBef>
              <a:spcAft>
                <a:spcPts val="0"/>
              </a:spcAft>
              <a:buNone/>
            </a:pPr>
            <a:r>
              <a:t/>
            </a:r>
            <a:endParaRPr b="1" sz="1200">
              <a:solidFill>
                <a:srgbClr val="FFFFFF"/>
              </a:solidFill>
            </a:endParaRPr>
          </a:p>
        </p:txBody>
      </p:sp>
      <p:sp>
        <p:nvSpPr>
          <p:cNvPr id="14592" name="Google Shape;14592;p252"/>
          <p:cNvSpPr/>
          <p:nvPr/>
        </p:nvSpPr>
        <p:spPr>
          <a:xfrm>
            <a:off x="83988" y="595504"/>
            <a:ext cx="190200" cy="1692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3" name="Google Shape;14593;p252"/>
          <p:cNvSpPr/>
          <p:nvPr/>
        </p:nvSpPr>
        <p:spPr>
          <a:xfrm>
            <a:off x="2350598" y="358950"/>
            <a:ext cx="88500" cy="4023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4" name="Google Shape;14594;p252"/>
          <p:cNvSpPr txBox="1"/>
          <p:nvPr>
            <p:ph idx="2" type="title"/>
          </p:nvPr>
        </p:nvSpPr>
        <p:spPr>
          <a:xfrm flipH="1">
            <a:off x="6546263" y="387663"/>
            <a:ext cx="3350100" cy="1692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000"/>
              <a:buNone/>
              <a:defRPr sz="1000">
                <a:solidFill>
                  <a:srgbClr val="000000"/>
                </a:solidFill>
              </a:defRPr>
            </a:lvl1pPr>
            <a:lvl2pPr lvl="1">
              <a:spcBef>
                <a:spcPts val="0"/>
              </a:spcBef>
              <a:spcAft>
                <a:spcPts val="0"/>
              </a:spcAft>
              <a:buClr>
                <a:srgbClr val="000000"/>
              </a:buClr>
              <a:buSzPts val="1000"/>
              <a:buNone/>
              <a:defRPr sz="1000">
                <a:solidFill>
                  <a:srgbClr val="000000"/>
                </a:solidFill>
              </a:defRPr>
            </a:lvl2pPr>
            <a:lvl3pPr lvl="2">
              <a:spcBef>
                <a:spcPts val="0"/>
              </a:spcBef>
              <a:spcAft>
                <a:spcPts val="0"/>
              </a:spcAft>
              <a:buClr>
                <a:srgbClr val="000000"/>
              </a:buClr>
              <a:buSzPts val="1000"/>
              <a:buNone/>
              <a:defRPr sz="1000">
                <a:solidFill>
                  <a:srgbClr val="000000"/>
                </a:solidFill>
              </a:defRPr>
            </a:lvl3pPr>
            <a:lvl4pPr lvl="3">
              <a:spcBef>
                <a:spcPts val="0"/>
              </a:spcBef>
              <a:spcAft>
                <a:spcPts val="0"/>
              </a:spcAft>
              <a:buClr>
                <a:srgbClr val="000000"/>
              </a:buClr>
              <a:buSzPts val="1000"/>
              <a:buNone/>
              <a:defRPr sz="1000">
                <a:solidFill>
                  <a:srgbClr val="000000"/>
                </a:solidFill>
              </a:defRPr>
            </a:lvl4pPr>
            <a:lvl5pPr lvl="4">
              <a:spcBef>
                <a:spcPts val="0"/>
              </a:spcBef>
              <a:spcAft>
                <a:spcPts val="0"/>
              </a:spcAft>
              <a:buClr>
                <a:srgbClr val="000000"/>
              </a:buClr>
              <a:buSzPts val="1000"/>
              <a:buNone/>
              <a:defRPr sz="1000">
                <a:solidFill>
                  <a:srgbClr val="000000"/>
                </a:solidFill>
              </a:defRPr>
            </a:lvl5pPr>
            <a:lvl6pPr lvl="5">
              <a:spcBef>
                <a:spcPts val="0"/>
              </a:spcBef>
              <a:spcAft>
                <a:spcPts val="0"/>
              </a:spcAft>
              <a:buClr>
                <a:srgbClr val="000000"/>
              </a:buClr>
              <a:buSzPts val="1000"/>
              <a:buNone/>
              <a:defRPr sz="1000">
                <a:solidFill>
                  <a:srgbClr val="000000"/>
                </a:solidFill>
              </a:defRPr>
            </a:lvl6pPr>
            <a:lvl7pPr lvl="6">
              <a:spcBef>
                <a:spcPts val="0"/>
              </a:spcBef>
              <a:spcAft>
                <a:spcPts val="0"/>
              </a:spcAft>
              <a:buClr>
                <a:srgbClr val="000000"/>
              </a:buClr>
              <a:buSzPts val="1000"/>
              <a:buNone/>
              <a:defRPr sz="1000">
                <a:solidFill>
                  <a:srgbClr val="000000"/>
                </a:solidFill>
              </a:defRPr>
            </a:lvl7pPr>
            <a:lvl8pPr lvl="7">
              <a:spcBef>
                <a:spcPts val="0"/>
              </a:spcBef>
              <a:spcAft>
                <a:spcPts val="0"/>
              </a:spcAft>
              <a:buClr>
                <a:srgbClr val="000000"/>
              </a:buClr>
              <a:buSzPts val="1000"/>
              <a:buNone/>
              <a:defRPr sz="1000">
                <a:solidFill>
                  <a:srgbClr val="000000"/>
                </a:solidFill>
              </a:defRPr>
            </a:lvl8pPr>
            <a:lvl9pPr lvl="8">
              <a:spcBef>
                <a:spcPts val="0"/>
              </a:spcBef>
              <a:spcAft>
                <a:spcPts val="0"/>
              </a:spcAft>
              <a:buClr>
                <a:srgbClr val="000000"/>
              </a:buClr>
              <a:buSzPts val="1000"/>
              <a:buNone/>
              <a:defRPr sz="1000">
                <a:solidFill>
                  <a:srgbClr val="000000"/>
                </a:solidFill>
              </a:defRPr>
            </a:lvl9pPr>
          </a:lstStyle>
          <a:p/>
        </p:txBody>
      </p:sp>
      <p:sp>
        <p:nvSpPr>
          <p:cNvPr id="14595" name="Google Shape;14595;p252"/>
          <p:cNvSpPr txBox="1"/>
          <p:nvPr>
            <p:ph idx="3" type="title"/>
          </p:nvPr>
        </p:nvSpPr>
        <p:spPr>
          <a:xfrm flipH="1">
            <a:off x="6546263" y="579538"/>
            <a:ext cx="3350100" cy="169200"/>
          </a:xfrm>
          <a:prstGeom prst="rect">
            <a:avLst/>
          </a:prstGeom>
          <a:noFill/>
          <a:ln>
            <a:noFill/>
          </a:ln>
        </p:spPr>
        <p:txBody>
          <a:bodyPr anchorCtr="0" anchor="ctr" bIns="0" lIns="0" spcFirstLastPara="1" rIns="0" wrap="square" tIns="0">
            <a:noAutofit/>
          </a:bodyPr>
          <a:lstStyle>
            <a:lvl1pPr lvl="0">
              <a:spcBef>
                <a:spcPts val="0"/>
              </a:spcBef>
              <a:spcAft>
                <a:spcPts val="0"/>
              </a:spcAft>
              <a:buClr>
                <a:srgbClr val="000000"/>
              </a:buClr>
              <a:buSzPts val="1000"/>
              <a:buNone/>
              <a:defRPr sz="1000">
                <a:solidFill>
                  <a:srgbClr val="000000"/>
                </a:solidFill>
              </a:defRPr>
            </a:lvl1pPr>
            <a:lvl2pPr lvl="1">
              <a:spcBef>
                <a:spcPts val="0"/>
              </a:spcBef>
              <a:spcAft>
                <a:spcPts val="0"/>
              </a:spcAft>
              <a:buClr>
                <a:srgbClr val="000000"/>
              </a:buClr>
              <a:buSzPts val="1000"/>
              <a:buNone/>
              <a:defRPr sz="1000">
                <a:solidFill>
                  <a:srgbClr val="000000"/>
                </a:solidFill>
              </a:defRPr>
            </a:lvl2pPr>
            <a:lvl3pPr lvl="2">
              <a:spcBef>
                <a:spcPts val="0"/>
              </a:spcBef>
              <a:spcAft>
                <a:spcPts val="0"/>
              </a:spcAft>
              <a:buClr>
                <a:srgbClr val="000000"/>
              </a:buClr>
              <a:buSzPts val="1000"/>
              <a:buNone/>
              <a:defRPr sz="1000">
                <a:solidFill>
                  <a:srgbClr val="000000"/>
                </a:solidFill>
              </a:defRPr>
            </a:lvl3pPr>
            <a:lvl4pPr lvl="3">
              <a:spcBef>
                <a:spcPts val="0"/>
              </a:spcBef>
              <a:spcAft>
                <a:spcPts val="0"/>
              </a:spcAft>
              <a:buClr>
                <a:srgbClr val="000000"/>
              </a:buClr>
              <a:buSzPts val="1000"/>
              <a:buNone/>
              <a:defRPr sz="1000">
                <a:solidFill>
                  <a:srgbClr val="000000"/>
                </a:solidFill>
              </a:defRPr>
            </a:lvl4pPr>
            <a:lvl5pPr lvl="4">
              <a:spcBef>
                <a:spcPts val="0"/>
              </a:spcBef>
              <a:spcAft>
                <a:spcPts val="0"/>
              </a:spcAft>
              <a:buClr>
                <a:srgbClr val="000000"/>
              </a:buClr>
              <a:buSzPts val="1000"/>
              <a:buNone/>
              <a:defRPr sz="1000">
                <a:solidFill>
                  <a:srgbClr val="000000"/>
                </a:solidFill>
              </a:defRPr>
            </a:lvl5pPr>
            <a:lvl6pPr lvl="5">
              <a:spcBef>
                <a:spcPts val="0"/>
              </a:spcBef>
              <a:spcAft>
                <a:spcPts val="0"/>
              </a:spcAft>
              <a:buClr>
                <a:srgbClr val="000000"/>
              </a:buClr>
              <a:buSzPts val="1000"/>
              <a:buNone/>
              <a:defRPr sz="1000">
                <a:solidFill>
                  <a:srgbClr val="000000"/>
                </a:solidFill>
              </a:defRPr>
            </a:lvl6pPr>
            <a:lvl7pPr lvl="6">
              <a:spcBef>
                <a:spcPts val="0"/>
              </a:spcBef>
              <a:spcAft>
                <a:spcPts val="0"/>
              </a:spcAft>
              <a:buClr>
                <a:srgbClr val="000000"/>
              </a:buClr>
              <a:buSzPts val="1000"/>
              <a:buNone/>
              <a:defRPr sz="1000">
                <a:solidFill>
                  <a:srgbClr val="000000"/>
                </a:solidFill>
              </a:defRPr>
            </a:lvl7pPr>
            <a:lvl8pPr lvl="7">
              <a:spcBef>
                <a:spcPts val="0"/>
              </a:spcBef>
              <a:spcAft>
                <a:spcPts val="0"/>
              </a:spcAft>
              <a:buClr>
                <a:srgbClr val="000000"/>
              </a:buClr>
              <a:buSzPts val="1000"/>
              <a:buNone/>
              <a:defRPr sz="1000">
                <a:solidFill>
                  <a:srgbClr val="000000"/>
                </a:solidFill>
              </a:defRPr>
            </a:lvl8pPr>
            <a:lvl9pPr lvl="8">
              <a:spcBef>
                <a:spcPts val="0"/>
              </a:spcBef>
              <a:spcAft>
                <a:spcPts val="0"/>
              </a:spcAft>
              <a:buClr>
                <a:srgbClr val="000000"/>
              </a:buClr>
              <a:buSzPts val="1000"/>
              <a:buNone/>
              <a:defRPr sz="1000">
                <a:solidFill>
                  <a:srgbClr val="000000"/>
                </a:solidFill>
              </a:defRPr>
            </a:lvl9pPr>
          </a:lstStyle>
          <a:p/>
        </p:txBody>
      </p:sp>
      <p:sp>
        <p:nvSpPr>
          <p:cNvPr id="14596" name="Google Shape;14596;p252"/>
          <p:cNvSpPr txBox="1"/>
          <p:nvPr/>
        </p:nvSpPr>
        <p:spPr>
          <a:xfrm>
            <a:off x="753551" y="1058448"/>
            <a:ext cx="1647300" cy="232500"/>
          </a:xfrm>
          <a:prstGeom prst="rect">
            <a:avLst/>
          </a:prstGeom>
          <a:noFill/>
          <a:ln>
            <a:noFill/>
          </a:ln>
        </p:spPr>
        <p:txBody>
          <a:bodyPr anchorCtr="0" anchor="ctr" bIns="0" lIns="0" spcFirstLastPara="1" rIns="0" wrap="square" tIns="0">
            <a:noAutofit/>
          </a:bodyPr>
          <a:lstStyle/>
          <a:p>
            <a:pPr indent="0" lvl="0" marL="0" rtl="0" algn="r">
              <a:spcBef>
                <a:spcPts val="0"/>
              </a:spcBef>
              <a:spcAft>
                <a:spcPts val="0"/>
              </a:spcAft>
              <a:buNone/>
            </a:pPr>
            <a:r>
              <a:rPr b="1" lang="es-419" sz="1100">
                <a:latin typeface="Arvo"/>
                <a:ea typeface="Arvo"/>
                <a:cs typeface="Arvo"/>
                <a:sym typeface="Arvo"/>
              </a:rPr>
              <a:t>Nombre del Proceso:</a:t>
            </a:r>
            <a:endParaRPr b="1" sz="1100">
              <a:latin typeface="Arvo"/>
              <a:ea typeface="Arvo"/>
              <a:cs typeface="Arvo"/>
              <a:sym typeface="Arvo"/>
            </a:endParaRPr>
          </a:p>
          <a:p>
            <a:pPr indent="0" lvl="0" marL="0" rtl="0" algn="r">
              <a:spcBef>
                <a:spcPts val="0"/>
              </a:spcBef>
              <a:spcAft>
                <a:spcPts val="0"/>
              </a:spcAft>
              <a:buNone/>
            </a:pPr>
            <a:r>
              <a:rPr i="1" lang="es-419" sz="600">
                <a:solidFill>
                  <a:srgbClr val="666666"/>
                </a:solidFill>
                <a:latin typeface="Arvo"/>
                <a:ea typeface="Arvo"/>
                <a:cs typeface="Arvo"/>
                <a:sym typeface="Arvo"/>
              </a:rPr>
              <a:t>&lt;ej: Reserva de citas médicas&gt;</a:t>
            </a:r>
            <a:endParaRPr i="1" sz="600">
              <a:solidFill>
                <a:srgbClr val="666666"/>
              </a:solidFill>
              <a:latin typeface="Arvo"/>
              <a:ea typeface="Arvo"/>
              <a:cs typeface="Arvo"/>
              <a:sym typeface="Arvo"/>
            </a:endParaRPr>
          </a:p>
        </p:txBody>
      </p:sp>
      <p:sp>
        <p:nvSpPr>
          <p:cNvPr id="14597" name="Google Shape;14597;p252"/>
          <p:cNvSpPr/>
          <p:nvPr/>
        </p:nvSpPr>
        <p:spPr>
          <a:xfrm>
            <a:off x="2503763" y="1002948"/>
            <a:ext cx="6823200" cy="343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14598" name="Google Shape;14598;p252"/>
          <p:cNvSpPr txBox="1"/>
          <p:nvPr/>
        </p:nvSpPr>
        <p:spPr>
          <a:xfrm>
            <a:off x="753551" y="2125116"/>
            <a:ext cx="1647300" cy="538800"/>
          </a:xfrm>
          <a:prstGeom prst="rect">
            <a:avLst/>
          </a:prstGeom>
          <a:noFill/>
          <a:ln>
            <a:noFill/>
          </a:ln>
        </p:spPr>
        <p:txBody>
          <a:bodyPr anchorCtr="0" anchor="ctr" bIns="0" lIns="0" spcFirstLastPara="1" rIns="0" wrap="square" tIns="0">
            <a:spAutoFit/>
          </a:bodyPr>
          <a:lstStyle/>
          <a:p>
            <a:pPr indent="0" lvl="0" marL="0" marR="0" rtl="0" algn="r">
              <a:lnSpc>
                <a:spcPct val="100000"/>
              </a:lnSpc>
              <a:spcBef>
                <a:spcPts val="0"/>
              </a:spcBef>
              <a:spcAft>
                <a:spcPts val="0"/>
              </a:spcAft>
              <a:buNone/>
            </a:pPr>
            <a:r>
              <a:rPr b="1" lang="es-419" sz="1100">
                <a:latin typeface="Arvo"/>
                <a:ea typeface="Arvo"/>
                <a:cs typeface="Arvo"/>
                <a:sym typeface="Arvo"/>
              </a:rPr>
              <a:t>Transacciones:</a:t>
            </a:r>
            <a:endParaRPr b="1" sz="1100">
              <a:latin typeface="Arvo"/>
              <a:ea typeface="Arvo"/>
              <a:cs typeface="Arvo"/>
              <a:sym typeface="Arvo"/>
            </a:endParaRPr>
          </a:p>
          <a:p>
            <a:pPr indent="0" lvl="0" marL="0" marR="0" rtl="0" algn="r">
              <a:lnSpc>
                <a:spcPct val="100000"/>
              </a:lnSpc>
              <a:spcBef>
                <a:spcPts val="0"/>
              </a:spcBef>
              <a:spcAft>
                <a:spcPts val="0"/>
              </a:spcAft>
              <a:buNone/>
            </a:pPr>
            <a:r>
              <a:rPr i="1" lang="es-419" sz="600">
                <a:solidFill>
                  <a:srgbClr val="666666"/>
                </a:solidFill>
                <a:latin typeface="Arvo"/>
                <a:ea typeface="Arvo"/>
                <a:cs typeface="Arvo"/>
                <a:sym typeface="Arvo"/>
              </a:rPr>
              <a:t>&lt;ej: El vigilante &lt;quién&gt; registra&lt;cómo&gt; la moto &lt;qué&gt;, en la cabina &lt;dónde&gt;, durante las 24 horas &lt;cuándo&gt;, por su seguridad &lt;por qué&gt;&gt;</a:t>
            </a:r>
            <a:endParaRPr i="1" sz="600">
              <a:solidFill>
                <a:srgbClr val="666666"/>
              </a:solidFill>
              <a:latin typeface="Arvo"/>
              <a:ea typeface="Arvo"/>
              <a:cs typeface="Arvo"/>
              <a:sym typeface="Arvo"/>
            </a:endParaRPr>
          </a:p>
        </p:txBody>
      </p:sp>
      <p:sp>
        <p:nvSpPr>
          <p:cNvPr id="14599" name="Google Shape;14599;p252"/>
          <p:cNvSpPr/>
          <p:nvPr/>
        </p:nvSpPr>
        <p:spPr>
          <a:xfrm>
            <a:off x="2504975" y="1537403"/>
            <a:ext cx="6822000" cy="472200"/>
          </a:xfrm>
          <a:prstGeom prst="roundRect">
            <a:avLst>
              <a:gd fmla="val 9351"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14600" name="Google Shape;14600;p252"/>
          <p:cNvSpPr/>
          <p:nvPr/>
        </p:nvSpPr>
        <p:spPr>
          <a:xfrm>
            <a:off x="2505200" y="2126001"/>
            <a:ext cx="6822000" cy="2534100"/>
          </a:xfrm>
          <a:prstGeom prst="roundRect">
            <a:avLst>
              <a:gd fmla="val 3991" name="adj"/>
            </a:avLst>
          </a:prstGeom>
          <a:solidFill>
            <a:srgbClr val="EFEFEF"/>
          </a:solidFill>
          <a:ln cap="flat" cmpd="sng" w="9525">
            <a:solidFill>
              <a:srgbClr val="F3F3F3"/>
            </a:solidFill>
            <a:prstDash val="solid"/>
            <a:round/>
            <a:headEnd len="sm" w="sm" type="none"/>
            <a:tailEnd len="sm" w="sm" type="none"/>
          </a:ln>
        </p:spPr>
        <p:txBody>
          <a:bodyPr anchorCtr="0" anchor="t"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14601" name="Google Shape;14601;p252"/>
          <p:cNvSpPr txBox="1"/>
          <p:nvPr/>
        </p:nvSpPr>
        <p:spPr>
          <a:xfrm>
            <a:off x="752801" y="5433989"/>
            <a:ext cx="1648800" cy="232500"/>
          </a:xfrm>
          <a:prstGeom prst="rect">
            <a:avLst/>
          </a:prstGeom>
          <a:noFill/>
          <a:ln>
            <a:noFill/>
          </a:ln>
        </p:spPr>
        <p:txBody>
          <a:bodyPr anchorCtr="0" anchor="ctr" bIns="0" lIns="0" spcFirstLastPara="1" rIns="0" wrap="square" tIns="0">
            <a:noAutofit/>
          </a:bodyPr>
          <a:lstStyle/>
          <a:p>
            <a:pPr indent="0" lvl="0" marL="0" rtl="0" algn="r">
              <a:spcBef>
                <a:spcPts val="0"/>
              </a:spcBef>
              <a:spcAft>
                <a:spcPts val="0"/>
              </a:spcAft>
              <a:buNone/>
            </a:pPr>
            <a:r>
              <a:rPr b="1" lang="es-419" sz="1100">
                <a:latin typeface="Arvo"/>
                <a:ea typeface="Arvo"/>
                <a:cs typeface="Arvo"/>
                <a:sym typeface="Arvo"/>
              </a:rPr>
              <a:t>Meta Cliente:</a:t>
            </a:r>
            <a:endParaRPr b="1" sz="1100">
              <a:latin typeface="Arvo"/>
              <a:ea typeface="Arvo"/>
              <a:cs typeface="Arvo"/>
              <a:sym typeface="Arvo"/>
            </a:endParaRPr>
          </a:p>
          <a:p>
            <a:pPr indent="0" lvl="0" marL="0" rtl="0" algn="r">
              <a:spcBef>
                <a:spcPts val="0"/>
              </a:spcBef>
              <a:spcAft>
                <a:spcPts val="0"/>
              </a:spcAft>
              <a:buNone/>
            </a:pPr>
            <a:r>
              <a:rPr b="1" i="1" lang="es-419" sz="600">
                <a:latin typeface="Arvo"/>
                <a:ea typeface="Arvo"/>
                <a:cs typeface="Arvo"/>
                <a:sym typeface="Arvo"/>
              </a:rPr>
              <a:t> </a:t>
            </a:r>
            <a:r>
              <a:rPr i="1" lang="es-419" sz="600">
                <a:solidFill>
                  <a:srgbClr val="666666"/>
                </a:solidFill>
                <a:latin typeface="Arvo"/>
                <a:ea typeface="Arvo"/>
                <a:cs typeface="Arvo"/>
                <a:sym typeface="Arvo"/>
              </a:rPr>
              <a:t>&lt;ej: Cita reservada, Recibir producto&gt;</a:t>
            </a:r>
            <a:endParaRPr i="1" sz="600">
              <a:solidFill>
                <a:srgbClr val="666666"/>
              </a:solidFill>
              <a:latin typeface="Arvo"/>
              <a:ea typeface="Arvo"/>
              <a:cs typeface="Arvo"/>
              <a:sym typeface="Arvo"/>
            </a:endParaRPr>
          </a:p>
        </p:txBody>
      </p:sp>
      <p:sp>
        <p:nvSpPr>
          <p:cNvPr id="14602" name="Google Shape;14602;p252"/>
          <p:cNvSpPr/>
          <p:nvPr/>
        </p:nvSpPr>
        <p:spPr>
          <a:xfrm>
            <a:off x="2504925" y="5378489"/>
            <a:ext cx="6822000" cy="343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14603" name="Google Shape;14603;p252"/>
          <p:cNvSpPr txBox="1"/>
          <p:nvPr/>
        </p:nvSpPr>
        <p:spPr>
          <a:xfrm>
            <a:off x="752801" y="5957982"/>
            <a:ext cx="1648800" cy="366300"/>
          </a:xfrm>
          <a:prstGeom prst="rect">
            <a:avLst/>
          </a:prstGeom>
          <a:noFill/>
          <a:ln>
            <a:noFill/>
          </a:ln>
        </p:spPr>
        <p:txBody>
          <a:bodyPr anchorCtr="0" anchor="ctr" bIns="0" lIns="0" spcFirstLastPara="1" rIns="0" wrap="square" tIns="0">
            <a:spAutoFit/>
          </a:bodyPr>
          <a:lstStyle/>
          <a:p>
            <a:pPr indent="0" lvl="0" marL="0" marR="0" rtl="0" algn="r">
              <a:lnSpc>
                <a:spcPct val="85000"/>
              </a:lnSpc>
              <a:spcBef>
                <a:spcPts val="0"/>
              </a:spcBef>
              <a:spcAft>
                <a:spcPts val="0"/>
              </a:spcAft>
              <a:buNone/>
            </a:pPr>
            <a:r>
              <a:rPr b="1" lang="es-419" sz="1100">
                <a:latin typeface="Arvo"/>
                <a:ea typeface="Arvo"/>
                <a:cs typeface="Arvo"/>
                <a:sym typeface="Arvo"/>
              </a:rPr>
              <a:t>Meta Empresa:</a:t>
            </a:r>
            <a:endParaRPr b="1" sz="1100">
              <a:latin typeface="Arvo"/>
              <a:ea typeface="Arvo"/>
              <a:cs typeface="Arvo"/>
              <a:sym typeface="Arvo"/>
            </a:endParaRPr>
          </a:p>
          <a:p>
            <a:pPr indent="0" lvl="0" marL="0" marR="0" rtl="0" algn="r">
              <a:lnSpc>
                <a:spcPct val="85000"/>
              </a:lnSpc>
              <a:spcBef>
                <a:spcPts val="0"/>
              </a:spcBef>
              <a:spcAft>
                <a:spcPts val="0"/>
              </a:spcAft>
              <a:buNone/>
            </a:pPr>
            <a:r>
              <a:rPr b="1" lang="es-419" sz="750">
                <a:latin typeface="Arvo"/>
                <a:ea typeface="Arvo"/>
                <a:cs typeface="Arvo"/>
                <a:sym typeface="Arvo"/>
              </a:rPr>
              <a:t>[Meta =&lt;sustantivo&gt;&lt;adjetivo&gt;]</a:t>
            </a:r>
            <a:r>
              <a:rPr b="1" lang="es-419" sz="1100">
                <a:solidFill>
                  <a:schemeClr val="dk1"/>
                </a:solidFill>
              </a:rPr>
              <a:t> </a:t>
            </a:r>
            <a:endParaRPr b="1" sz="1100">
              <a:solidFill>
                <a:schemeClr val="dk1"/>
              </a:solidFill>
            </a:endParaRPr>
          </a:p>
          <a:p>
            <a:pPr indent="0" lvl="0" marL="0" marR="0" rtl="0" algn="r">
              <a:lnSpc>
                <a:spcPct val="85000"/>
              </a:lnSpc>
              <a:spcBef>
                <a:spcPts val="0"/>
              </a:spcBef>
              <a:spcAft>
                <a:spcPts val="0"/>
              </a:spcAft>
              <a:buNone/>
            </a:pPr>
            <a:r>
              <a:rPr i="1" lang="es-419" sz="600">
                <a:solidFill>
                  <a:srgbClr val="666666"/>
                </a:solidFill>
                <a:latin typeface="Arvo"/>
                <a:ea typeface="Arvo"/>
                <a:cs typeface="Arvo"/>
                <a:sym typeface="Arvo"/>
              </a:rPr>
              <a:t>&lt; ej:Cita Reservada&gt;</a:t>
            </a:r>
            <a:endParaRPr b="1" i="1" sz="900">
              <a:latin typeface="Arvo"/>
              <a:ea typeface="Arvo"/>
              <a:cs typeface="Arvo"/>
              <a:sym typeface="Arvo"/>
            </a:endParaRPr>
          </a:p>
        </p:txBody>
      </p:sp>
      <p:sp>
        <p:nvSpPr>
          <p:cNvPr id="14604" name="Google Shape;14604;p252"/>
          <p:cNvSpPr txBox="1"/>
          <p:nvPr/>
        </p:nvSpPr>
        <p:spPr>
          <a:xfrm>
            <a:off x="753551" y="1554664"/>
            <a:ext cx="1647300" cy="261600"/>
          </a:xfrm>
          <a:prstGeom prst="rect">
            <a:avLst/>
          </a:prstGeom>
          <a:noFill/>
          <a:ln>
            <a:noFill/>
          </a:ln>
        </p:spPr>
        <p:txBody>
          <a:bodyPr anchorCtr="0" anchor="ctr" bIns="0" lIns="0" spcFirstLastPara="1" rIns="0" wrap="square" tIns="0">
            <a:spAutoFit/>
          </a:bodyPr>
          <a:lstStyle/>
          <a:p>
            <a:pPr indent="0" lvl="0" marL="0" rtl="0" algn="r">
              <a:spcBef>
                <a:spcPts val="0"/>
              </a:spcBef>
              <a:spcAft>
                <a:spcPts val="0"/>
              </a:spcAft>
              <a:buNone/>
            </a:pPr>
            <a:r>
              <a:rPr b="1" lang="es-419" sz="1100">
                <a:latin typeface="Arvo"/>
                <a:ea typeface="Arvo"/>
                <a:cs typeface="Arvo"/>
                <a:sym typeface="Arvo"/>
              </a:rPr>
              <a:t>Precondición:</a:t>
            </a:r>
            <a:endParaRPr b="1" sz="1100">
              <a:latin typeface="Arvo"/>
              <a:ea typeface="Arvo"/>
              <a:cs typeface="Arvo"/>
              <a:sym typeface="Arvo"/>
            </a:endParaRPr>
          </a:p>
          <a:p>
            <a:pPr indent="0" lvl="0" marL="0" rtl="0" algn="r">
              <a:spcBef>
                <a:spcPts val="0"/>
              </a:spcBef>
              <a:spcAft>
                <a:spcPts val="0"/>
              </a:spcAft>
              <a:buNone/>
            </a:pPr>
            <a:r>
              <a:rPr i="1" lang="es-419" sz="600">
                <a:solidFill>
                  <a:srgbClr val="666666"/>
                </a:solidFill>
                <a:latin typeface="Arvo"/>
                <a:ea typeface="Arvo"/>
                <a:cs typeface="Arvo"/>
                <a:sym typeface="Arvo"/>
              </a:rPr>
              <a:t>&lt;ej: El comprador debe estar registrado&gt;</a:t>
            </a:r>
            <a:endParaRPr i="1" sz="600">
              <a:solidFill>
                <a:srgbClr val="666666"/>
              </a:solidFill>
              <a:latin typeface="Arvo"/>
              <a:ea typeface="Arvo"/>
              <a:cs typeface="Arvo"/>
              <a:sym typeface="Arvo"/>
            </a:endParaRPr>
          </a:p>
        </p:txBody>
      </p:sp>
      <p:sp>
        <p:nvSpPr>
          <p:cNvPr id="14605" name="Google Shape;14605;p252"/>
          <p:cNvSpPr/>
          <p:nvPr/>
        </p:nvSpPr>
        <p:spPr>
          <a:xfrm>
            <a:off x="2503775" y="4779372"/>
            <a:ext cx="6823200" cy="472200"/>
          </a:xfrm>
          <a:prstGeom prst="roundRect">
            <a:avLst>
              <a:gd fmla="val 896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14606" name="Google Shape;14606;p252"/>
          <p:cNvSpPr txBox="1"/>
          <p:nvPr>
            <p:ph idx="1" type="subTitle"/>
          </p:nvPr>
        </p:nvSpPr>
        <p:spPr>
          <a:xfrm flipH="1">
            <a:off x="2504363" y="1003698"/>
            <a:ext cx="6822000" cy="342000"/>
          </a:xfrm>
          <a:prstGeom prst="rect">
            <a:avLst/>
          </a:prstGeom>
          <a:noFill/>
          <a:ln>
            <a:noFill/>
          </a:ln>
        </p:spPr>
        <p:txBody>
          <a:bodyPr anchorCtr="0" anchor="ctr" bIns="36000" lIns="36000" spcFirstLastPara="1" rIns="36000" wrap="square" tIns="36000">
            <a:noAutofit/>
          </a:bodyPr>
          <a:lstStyle>
            <a:lvl1pPr lvl="0">
              <a:lnSpc>
                <a:spcPct val="90000"/>
              </a:lnSpc>
              <a:spcBef>
                <a:spcPts val="0"/>
              </a:spcBef>
              <a:spcAft>
                <a:spcPts val="0"/>
              </a:spcAft>
              <a:buClr>
                <a:srgbClr val="000000"/>
              </a:buClr>
              <a:buSzPts val="1000"/>
              <a:buFont typeface="Arvo"/>
              <a:buNone/>
              <a:defRPr sz="10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1000"/>
              <a:buNone/>
              <a:defRPr sz="1000">
                <a:solidFill>
                  <a:srgbClr val="000000"/>
                </a:solidFill>
              </a:defRPr>
            </a:lvl2pPr>
            <a:lvl3pPr lvl="2">
              <a:lnSpc>
                <a:spcPct val="90000"/>
              </a:lnSpc>
              <a:spcBef>
                <a:spcPts val="0"/>
              </a:spcBef>
              <a:spcAft>
                <a:spcPts val="0"/>
              </a:spcAft>
              <a:buClr>
                <a:srgbClr val="000000"/>
              </a:buClr>
              <a:buSzPts val="1000"/>
              <a:buNone/>
              <a:defRPr sz="1000">
                <a:solidFill>
                  <a:srgbClr val="000000"/>
                </a:solidFill>
              </a:defRPr>
            </a:lvl3pPr>
            <a:lvl4pPr lvl="3">
              <a:lnSpc>
                <a:spcPct val="90000"/>
              </a:lnSpc>
              <a:spcBef>
                <a:spcPts val="0"/>
              </a:spcBef>
              <a:spcAft>
                <a:spcPts val="0"/>
              </a:spcAft>
              <a:buClr>
                <a:srgbClr val="000000"/>
              </a:buClr>
              <a:buSzPts val="1000"/>
              <a:buNone/>
              <a:defRPr sz="1000">
                <a:solidFill>
                  <a:srgbClr val="000000"/>
                </a:solidFill>
              </a:defRPr>
            </a:lvl4pPr>
            <a:lvl5pPr lvl="4">
              <a:lnSpc>
                <a:spcPct val="90000"/>
              </a:lnSpc>
              <a:spcBef>
                <a:spcPts val="0"/>
              </a:spcBef>
              <a:spcAft>
                <a:spcPts val="0"/>
              </a:spcAft>
              <a:buClr>
                <a:srgbClr val="000000"/>
              </a:buClr>
              <a:buSzPts val="1000"/>
              <a:buNone/>
              <a:defRPr sz="1000">
                <a:solidFill>
                  <a:srgbClr val="000000"/>
                </a:solidFill>
              </a:defRPr>
            </a:lvl5pPr>
            <a:lvl6pPr lvl="5">
              <a:lnSpc>
                <a:spcPct val="90000"/>
              </a:lnSpc>
              <a:spcBef>
                <a:spcPts val="0"/>
              </a:spcBef>
              <a:spcAft>
                <a:spcPts val="0"/>
              </a:spcAft>
              <a:buClr>
                <a:srgbClr val="000000"/>
              </a:buClr>
              <a:buSzPts val="1000"/>
              <a:buNone/>
              <a:defRPr sz="1000">
                <a:solidFill>
                  <a:srgbClr val="000000"/>
                </a:solidFill>
              </a:defRPr>
            </a:lvl6pPr>
            <a:lvl7pPr lvl="6">
              <a:lnSpc>
                <a:spcPct val="90000"/>
              </a:lnSpc>
              <a:spcBef>
                <a:spcPts val="0"/>
              </a:spcBef>
              <a:spcAft>
                <a:spcPts val="0"/>
              </a:spcAft>
              <a:buClr>
                <a:srgbClr val="000000"/>
              </a:buClr>
              <a:buSzPts val="1000"/>
              <a:buNone/>
              <a:defRPr sz="1000">
                <a:solidFill>
                  <a:srgbClr val="000000"/>
                </a:solidFill>
              </a:defRPr>
            </a:lvl7pPr>
            <a:lvl8pPr lvl="7">
              <a:lnSpc>
                <a:spcPct val="90000"/>
              </a:lnSpc>
              <a:spcBef>
                <a:spcPts val="0"/>
              </a:spcBef>
              <a:spcAft>
                <a:spcPts val="0"/>
              </a:spcAft>
              <a:buClr>
                <a:srgbClr val="000000"/>
              </a:buClr>
              <a:buSzPts val="1000"/>
              <a:buNone/>
              <a:defRPr sz="1000">
                <a:solidFill>
                  <a:srgbClr val="000000"/>
                </a:solidFill>
              </a:defRPr>
            </a:lvl8pPr>
            <a:lvl9pPr lvl="8">
              <a:lnSpc>
                <a:spcPct val="90000"/>
              </a:lnSpc>
              <a:spcBef>
                <a:spcPts val="0"/>
              </a:spcBef>
              <a:spcAft>
                <a:spcPts val="0"/>
              </a:spcAft>
              <a:buClr>
                <a:srgbClr val="000000"/>
              </a:buClr>
              <a:buSzPts val="1000"/>
              <a:buNone/>
              <a:defRPr sz="1000">
                <a:solidFill>
                  <a:srgbClr val="000000"/>
                </a:solidFill>
              </a:defRPr>
            </a:lvl9pPr>
          </a:lstStyle>
          <a:p/>
        </p:txBody>
      </p:sp>
      <p:sp>
        <p:nvSpPr>
          <p:cNvPr id="14607" name="Google Shape;14607;p252"/>
          <p:cNvSpPr txBox="1"/>
          <p:nvPr>
            <p:ph idx="4" type="subTitle"/>
          </p:nvPr>
        </p:nvSpPr>
        <p:spPr>
          <a:xfrm>
            <a:off x="2504975" y="1540102"/>
            <a:ext cx="6822000" cy="472200"/>
          </a:xfrm>
          <a:prstGeom prst="rect">
            <a:avLst/>
          </a:prstGeom>
          <a:noFill/>
          <a:ln>
            <a:noFill/>
          </a:ln>
        </p:spPr>
        <p:txBody>
          <a:bodyPr anchorCtr="0" anchor="t" bIns="36000" lIns="36000" spcFirstLastPara="1" rIns="36000" wrap="square" tIns="36000">
            <a:noAutofit/>
          </a:bodyPr>
          <a:lstStyle>
            <a:lvl1pPr lvl="0">
              <a:lnSpc>
                <a:spcPct val="90000"/>
              </a:lnSpc>
              <a:spcBef>
                <a:spcPts val="0"/>
              </a:spcBef>
              <a:spcAft>
                <a:spcPts val="0"/>
              </a:spcAft>
              <a:buClr>
                <a:srgbClr val="000000"/>
              </a:buClr>
              <a:buSzPts val="1000"/>
              <a:buFont typeface="Arvo"/>
              <a:buNone/>
              <a:defRPr sz="10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1000"/>
              <a:buNone/>
              <a:defRPr sz="1000">
                <a:solidFill>
                  <a:srgbClr val="000000"/>
                </a:solidFill>
              </a:defRPr>
            </a:lvl2pPr>
            <a:lvl3pPr lvl="2">
              <a:lnSpc>
                <a:spcPct val="90000"/>
              </a:lnSpc>
              <a:spcBef>
                <a:spcPts val="0"/>
              </a:spcBef>
              <a:spcAft>
                <a:spcPts val="0"/>
              </a:spcAft>
              <a:buClr>
                <a:srgbClr val="000000"/>
              </a:buClr>
              <a:buSzPts val="1000"/>
              <a:buNone/>
              <a:defRPr sz="1000">
                <a:solidFill>
                  <a:srgbClr val="000000"/>
                </a:solidFill>
              </a:defRPr>
            </a:lvl3pPr>
            <a:lvl4pPr lvl="3">
              <a:lnSpc>
                <a:spcPct val="90000"/>
              </a:lnSpc>
              <a:spcBef>
                <a:spcPts val="0"/>
              </a:spcBef>
              <a:spcAft>
                <a:spcPts val="0"/>
              </a:spcAft>
              <a:buClr>
                <a:srgbClr val="000000"/>
              </a:buClr>
              <a:buSzPts val="1000"/>
              <a:buNone/>
              <a:defRPr sz="1000">
                <a:solidFill>
                  <a:srgbClr val="000000"/>
                </a:solidFill>
              </a:defRPr>
            </a:lvl4pPr>
            <a:lvl5pPr lvl="4">
              <a:lnSpc>
                <a:spcPct val="90000"/>
              </a:lnSpc>
              <a:spcBef>
                <a:spcPts val="0"/>
              </a:spcBef>
              <a:spcAft>
                <a:spcPts val="0"/>
              </a:spcAft>
              <a:buClr>
                <a:srgbClr val="000000"/>
              </a:buClr>
              <a:buSzPts val="1000"/>
              <a:buNone/>
              <a:defRPr sz="1000">
                <a:solidFill>
                  <a:srgbClr val="000000"/>
                </a:solidFill>
              </a:defRPr>
            </a:lvl5pPr>
            <a:lvl6pPr lvl="5">
              <a:lnSpc>
                <a:spcPct val="90000"/>
              </a:lnSpc>
              <a:spcBef>
                <a:spcPts val="0"/>
              </a:spcBef>
              <a:spcAft>
                <a:spcPts val="0"/>
              </a:spcAft>
              <a:buClr>
                <a:srgbClr val="000000"/>
              </a:buClr>
              <a:buSzPts val="1000"/>
              <a:buNone/>
              <a:defRPr sz="1000">
                <a:solidFill>
                  <a:srgbClr val="000000"/>
                </a:solidFill>
              </a:defRPr>
            </a:lvl6pPr>
            <a:lvl7pPr lvl="6">
              <a:lnSpc>
                <a:spcPct val="90000"/>
              </a:lnSpc>
              <a:spcBef>
                <a:spcPts val="0"/>
              </a:spcBef>
              <a:spcAft>
                <a:spcPts val="0"/>
              </a:spcAft>
              <a:buClr>
                <a:srgbClr val="000000"/>
              </a:buClr>
              <a:buSzPts val="1000"/>
              <a:buNone/>
              <a:defRPr sz="1000">
                <a:solidFill>
                  <a:srgbClr val="000000"/>
                </a:solidFill>
              </a:defRPr>
            </a:lvl7pPr>
            <a:lvl8pPr lvl="7">
              <a:lnSpc>
                <a:spcPct val="90000"/>
              </a:lnSpc>
              <a:spcBef>
                <a:spcPts val="0"/>
              </a:spcBef>
              <a:spcAft>
                <a:spcPts val="0"/>
              </a:spcAft>
              <a:buClr>
                <a:srgbClr val="000000"/>
              </a:buClr>
              <a:buSzPts val="1000"/>
              <a:buNone/>
              <a:defRPr sz="1000">
                <a:solidFill>
                  <a:srgbClr val="000000"/>
                </a:solidFill>
              </a:defRPr>
            </a:lvl8pPr>
            <a:lvl9pPr lvl="8">
              <a:lnSpc>
                <a:spcPct val="90000"/>
              </a:lnSpc>
              <a:spcBef>
                <a:spcPts val="0"/>
              </a:spcBef>
              <a:spcAft>
                <a:spcPts val="0"/>
              </a:spcAft>
              <a:buClr>
                <a:srgbClr val="000000"/>
              </a:buClr>
              <a:buSzPts val="1000"/>
              <a:buNone/>
              <a:defRPr sz="1000">
                <a:solidFill>
                  <a:srgbClr val="000000"/>
                </a:solidFill>
              </a:defRPr>
            </a:lvl9pPr>
          </a:lstStyle>
          <a:p/>
        </p:txBody>
      </p:sp>
      <p:sp>
        <p:nvSpPr>
          <p:cNvPr id="14608" name="Google Shape;14608;p252"/>
          <p:cNvSpPr txBox="1"/>
          <p:nvPr>
            <p:ph idx="5" type="subTitle"/>
          </p:nvPr>
        </p:nvSpPr>
        <p:spPr>
          <a:xfrm>
            <a:off x="2505200" y="2140250"/>
            <a:ext cx="6822000" cy="2476200"/>
          </a:xfrm>
          <a:prstGeom prst="rect">
            <a:avLst/>
          </a:prstGeom>
          <a:noFill/>
          <a:ln>
            <a:noFill/>
          </a:ln>
        </p:spPr>
        <p:txBody>
          <a:bodyPr anchorCtr="0" anchor="t" bIns="36000" lIns="36000" spcFirstLastPara="1" rIns="36000" wrap="square" tIns="36000">
            <a:noAutofit/>
          </a:bodyPr>
          <a:lstStyle>
            <a:lvl1pPr lvl="0">
              <a:lnSpc>
                <a:spcPct val="90000"/>
              </a:lnSpc>
              <a:spcBef>
                <a:spcPts val="0"/>
              </a:spcBef>
              <a:spcAft>
                <a:spcPts val="0"/>
              </a:spcAft>
              <a:buClr>
                <a:srgbClr val="000000"/>
              </a:buClr>
              <a:buSzPts val="1000"/>
              <a:buFont typeface="Arvo"/>
              <a:buNone/>
              <a:defRPr sz="10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1000"/>
              <a:buNone/>
              <a:defRPr sz="1000">
                <a:solidFill>
                  <a:srgbClr val="000000"/>
                </a:solidFill>
              </a:defRPr>
            </a:lvl2pPr>
            <a:lvl3pPr lvl="2">
              <a:lnSpc>
                <a:spcPct val="90000"/>
              </a:lnSpc>
              <a:spcBef>
                <a:spcPts val="0"/>
              </a:spcBef>
              <a:spcAft>
                <a:spcPts val="0"/>
              </a:spcAft>
              <a:buClr>
                <a:srgbClr val="000000"/>
              </a:buClr>
              <a:buSzPts val="1000"/>
              <a:buNone/>
              <a:defRPr sz="1000">
                <a:solidFill>
                  <a:srgbClr val="000000"/>
                </a:solidFill>
              </a:defRPr>
            </a:lvl3pPr>
            <a:lvl4pPr lvl="3">
              <a:lnSpc>
                <a:spcPct val="90000"/>
              </a:lnSpc>
              <a:spcBef>
                <a:spcPts val="0"/>
              </a:spcBef>
              <a:spcAft>
                <a:spcPts val="0"/>
              </a:spcAft>
              <a:buClr>
                <a:srgbClr val="000000"/>
              </a:buClr>
              <a:buSzPts val="1000"/>
              <a:buNone/>
              <a:defRPr sz="1000">
                <a:solidFill>
                  <a:srgbClr val="000000"/>
                </a:solidFill>
              </a:defRPr>
            </a:lvl4pPr>
            <a:lvl5pPr lvl="4">
              <a:lnSpc>
                <a:spcPct val="90000"/>
              </a:lnSpc>
              <a:spcBef>
                <a:spcPts val="0"/>
              </a:spcBef>
              <a:spcAft>
                <a:spcPts val="0"/>
              </a:spcAft>
              <a:buClr>
                <a:srgbClr val="000000"/>
              </a:buClr>
              <a:buSzPts val="1000"/>
              <a:buNone/>
              <a:defRPr sz="1000">
                <a:solidFill>
                  <a:srgbClr val="000000"/>
                </a:solidFill>
              </a:defRPr>
            </a:lvl5pPr>
            <a:lvl6pPr lvl="5">
              <a:lnSpc>
                <a:spcPct val="90000"/>
              </a:lnSpc>
              <a:spcBef>
                <a:spcPts val="0"/>
              </a:spcBef>
              <a:spcAft>
                <a:spcPts val="0"/>
              </a:spcAft>
              <a:buClr>
                <a:srgbClr val="000000"/>
              </a:buClr>
              <a:buSzPts val="1000"/>
              <a:buNone/>
              <a:defRPr sz="1000">
                <a:solidFill>
                  <a:srgbClr val="000000"/>
                </a:solidFill>
              </a:defRPr>
            </a:lvl6pPr>
            <a:lvl7pPr lvl="6">
              <a:lnSpc>
                <a:spcPct val="90000"/>
              </a:lnSpc>
              <a:spcBef>
                <a:spcPts val="0"/>
              </a:spcBef>
              <a:spcAft>
                <a:spcPts val="0"/>
              </a:spcAft>
              <a:buClr>
                <a:srgbClr val="000000"/>
              </a:buClr>
              <a:buSzPts val="1000"/>
              <a:buNone/>
              <a:defRPr sz="1000">
                <a:solidFill>
                  <a:srgbClr val="000000"/>
                </a:solidFill>
              </a:defRPr>
            </a:lvl7pPr>
            <a:lvl8pPr lvl="7">
              <a:lnSpc>
                <a:spcPct val="90000"/>
              </a:lnSpc>
              <a:spcBef>
                <a:spcPts val="0"/>
              </a:spcBef>
              <a:spcAft>
                <a:spcPts val="0"/>
              </a:spcAft>
              <a:buClr>
                <a:srgbClr val="000000"/>
              </a:buClr>
              <a:buSzPts val="1000"/>
              <a:buNone/>
              <a:defRPr sz="1000">
                <a:solidFill>
                  <a:srgbClr val="000000"/>
                </a:solidFill>
              </a:defRPr>
            </a:lvl8pPr>
            <a:lvl9pPr lvl="8">
              <a:lnSpc>
                <a:spcPct val="90000"/>
              </a:lnSpc>
              <a:spcBef>
                <a:spcPts val="0"/>
              </a:spcBef>
              <a:spcAft>
                <a:spcPts val="0"/>
              </a:spcAft>
              <a:buClr>
                <a:srgbClr val="000000"/>
              </a:buClr>
              <a:buSzPts val="1000"/>
              <a:buNone/>
              <a:defRPr sz="1000">
                <a:solidFill>
                  <a:srgbClr val="000000"/>
                </a:solidFill>
              </a:defRPr>
            </a:lvl9pPr>
          </a:lstStyle>
          <a:p/>
        </p:txBody>
      </p:sp>
      <p:sp>
        <p:nvSpPr>
          <p:cNvPr id="14609" name="Google Shape;14609;p252"/>
          <p:cNvSpPr txBox="1"/>
          <p:nvPr>
            <p:ph idx="6" type="subTitle"/>
          </p:nvPr>
        </p:nvSpPr>
        <p:spPr>
          <a:xfrm>
            <a:off x="2508875" y="4779371"/>
            <a:ext cx="6813000" cy="421200"/>
          </a:xfrm>
          <a:prstGeom prst="rect">
            <a:avLst/>
          </a:prstGeom>
          <a:noFill/>
          <a:ln>
            <a:noFill/>
          </a:ln>
        </p:spPr>
        <p:txBody>
          <a:bodyPr anchorCtr="0" anchor="t" bIns="36000" lIns="36000" spcFirstLastPara="1" rIns="36000" wrap="square" tIns="36000">
            <a:noAutofit/>
          </a:bodyPr>
          <a:lstStyle>
            <a:lvl1pPr lvl="0">
              <a:lnSpc>
                <a:spcPct val="90000"/>
              </a:lnSpc>
              <a:spcBef>
                <a:spcPts val="0"/>
              </a:spcBef>
              <a:spcAft>
                <a:spcPts val="0"/>
              </a:spcAft>
              <a:buClr>
                <a:srgbClr val="000000"/>
              </a:buClr>
              <a:buSzPts val="1000"/>
              <a:buFont typeface="Arvo"/>
              <a:buNone/>
              <a:defRPr sz="10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1000"/>
              <a:buNone/>
              <a:defRPr sz="1000">
                <a:solidFill>
                  <a:srgbClr val="000000"/>
                </a:solidFill>
              </a:defRPr>
            </a:lvl2pPr>
            <a:lvl3pPr lvl="2">
              <a:lnSpc>
                <a:spcPct val="90000"/>
              </a:lnSpc>
              <a:spcBef>
                <a:spcPts val="0"/>
              </a:spcBef>
              <a:spcAft>
                <a:spcPts val="0"/>
              </a:spcAft>
              <a:buClr>
                <a:srgbClr val="000000"/>
              </a:buClr>
              <a:buSzPts val="1000"/>
              <a:buNone/>
              <a:defRPr sz="1000">
                <a:solidFill>
                  <a:srgbClr val="000000"/>
                </a:solidFill>
              </a:defRPr>
            </a:lvl3pPr>
            <a:lvl4pPr lvl="3">
              <a:lnSpc>
                <a:spcPct val="90000"/>
              </a:lnSpc>
              <a:spcBef>
                <a:spcPts val="0"/>
              </a:spcBef>
              <a:spcAft>
                <a:spcPts val="0"/>
              </a:spcAft>
              <a:buClr>
                <a:srgbClr val="000000"/>
              </a:buClr>
              <a:buSzPts val="1000"/>
              <a:buNone/>
              <a:defRPr sz="1000">
                <a:solidFill>
                  <a:srgbClr val="000000"/>
                </a:solidFill>
              </a:defRPr>
            </a:lvl4pPr>
            <a:lvl5pPr lvl="4">
              <a:lnSpc>
                <a:spcPct val="90000"/>
              </a:lnSpc>
              <a:spcBef>
                <a:spcPts val="0"/>
              </a:spcBef>
              <a:spcAft>
                <a:spcPts val="0"/>
              </a:spcAft>
              <a:buClr>
                <a:srgbClr val="000000"/>
              </a:buClr>
              <a:buSzPts val="1000"/>
              <a:buNone/>
              <a:defRPr sz="1000">
                <a:solidFill>
                  <a:srgbClr val="000000"/>
                </a:solidFill>
              </a:defRPr>
            </a:lvl5pPr>
            <a:lvl6pPr lvl="5">
              <a:lnSpc>
                <a:spcPct val="90000"/>
              </a:lnSpc>
              <a:spcBef>
                <a:spcPts val="0"/>
              </a:spcBef>
              <a:spcAft>
                <a:spcPts val="0"/>
              </a:spcAft>
              <a:buClr>
                <a:srgbClr val="000000"/>
              </a:buClr>
              <a:buSzPts val="1000"/>
              <a:buNone/>
              <a:defRPr sz="1000">
                <a:solidFill>
                  <a:srgbClr val="000000"/>
                </a:solidFill>
              </a:defRPr>
            </a:lvl6pPr>
            <a:lvl7pPr lvl="6">
              <a:lnSpc>
                <a:spcPct val="90000"/>
              </a:lnSpc>
              <a:spcBef>
                <a:spcPts val="0"/>
              </a:spcBef>
              <a:spcAft>
                <a:spcPts val="0"/>
              </a:spcAft>
              <a:buClr>
                <a:srgbClr val="000000"/>
              </a:buClr>
              <a:buSzPts val="1000"/>
              <a:buNone/>
              <a:defRPr sz="1000">
                <a:solidFill>
                  <a:srgbClr val="000000"/>
                </a:solidFill>
              </a:defRPr>
            </a:lvl7pPr>
            <a:lvl8pPr lvl="7">
              <a:lnSpc>
                <a:spcPct val="90000"/>
              </a:lnSpc>
              <a:spcBef>
                <a:spcPts val="0"/>
              </a:spcBef>
              <a:spcAft>
                <a:spcPts val="0"/>
              </a:spcAft>
              <a:buClr>
                <a:srgbClr val="000000"/>
              </a:buClr>
              <a:buSzPts val="1000"/>
              <a:buNone/>
              <a:defRPr sz="1000">
                <a:solidFill>
                  <a:srgbClr val="000000"/>
                </a:solidFill>
              </a:defRPr>
            </a:lvl8pPr>
            <a:lvl9pPr lvl="8">
              <a:lnSpc>
                <a:spcPct val="90000"/>
              </a:lnSpc>
              <a:spcBef>
                <a:spcPts val="0"/>
              </a:spcBef>
              <a:spcAft>
                <a:spcPts val="0"/>
              </a:spcAft>
              <a:buClr>
                <a:srgbClr val="000000"/>
              </a:buClr>
              <a:buSzPts val="1000"/>
              <a:buNone/>
              <a:defRPr sz="1000">
                <a:solidFill>
                  <a:srgbClr val="000000"/>
                </a:solidFill>
              </a:defRPr>
            </a:lvl9pPr>
          </a:lstStyle>
          <a:p/>
        </p:txBody>
      </p:sp>
      <p:sp>
        <p:nvSpPr>
          <p:cNvPr id="14610" name="Google Shape;14610;p252"/>
          <p:cNvSpPr txBox="1"/>
          <p:nvPr>
            <p:ph idx="7" type="subTitle"/>
          </p:nvPr>
        </p:nvSpPr>
        <p:spPr>
          <a:xfrm>
            <a:off x="2504325" y="5379239"/>
            <a:ext cx="6823200" cy="342000"/>
          </a:xfrm>
          <a:prstGeom prst="rect">
            <a:avLst/>
          </a:prstGeom>
          <a:noFill/>
          <a:ln>
            <a:noFill/>
          </a:ln>
        </p:spPr>
        <p:txBody>
          <a:bodyPr anchorCtr="0" anchor="ctr" bIns="36000" lIns="36000" spcFirstLastPara="1" rIns="36000" wrap="square" tIns="36000">
            <a:noAutofit/>
          </a:bodyPr>
          <a:lstStyle>
            <a:lvl1pPr lvl="0">
              <a:lnSpc>
                <a:spcPct val="90000"/>
              </a:lnSpc>
              <a:spcBef>
                <a:spcPts val="0"/>
              </a:spcBef>
              <a:spcAft>
                <a:spcPts val="0"/>
              </a:spcAft>
              <a:buClr>
                <a:srgbClr val="000000"/>
              </a:buClr>
              <a:buSzPts val="1000"/>
              <a:buFont typeface="Arvo"/>
              <a:buNone/>
              <a:defRPr sz="10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1000"/>
              <a:buNone/>
              <a:defRPr sz="1000">
                <a:solidFill>
                  <a:srgbClr val="000000"/>
                </a:solidFill>
              </a:defRPr>
            </a:lvl2pPr>
            <a:lvl3pPr lvl="2">
              <a:lnSpc>
                <a:spcPct val="90000"/>
              </a:lnSpc>
              <a:spcBef>
                <a:spcPts val="0"/>
              </a:spcBef>
              <a:spcAft>
                <a:spcPts val="0"/>
              </a:spcAft>
              <a:buClr>
                <a:srgbClr val="000000"/>
              </a:buClr>
              <a:buSzPts val="1000"/>
              <a:buNone/>
              <a:defRPr sz="1000">
                <a:solidFill>
                  <a:srgbClr val="000000"/>
                </a:solidFill>
              </a:defRPr>
            </a:lvl3pPr>
            <a:lvl4pPr lvl="3">
              <a:lnSpc>
                <a:spcPct val="90000"/>
              </a:lnSpc>
              <a:spcBef>
                <a:spcPts val="0"/>
              </a:spcBef>
              <a:spcAft>
                <a:spcPts val="0"/>
              </a:spcAft>
              <a:buClr>
                <a:srgbClr val="000000"/>
              </a:buClr>
              <a:buSzPts val="1000"/>
              <a:buNone/>
              <a:defRPr sz="1000">
                <a:solidFill>
                  <a:srgbClr val="000000"/>
                </a:solidFill>
              </a:defRPr>
            </a:lvl4pPr>
            <a:lvl5pPr lvl="4">
              <a:lnSpc>
                <a:spcPct val="90000"/>
              </a:lnSpc>
              <a:spcBef>
                <a:spcPts val="0"/>
              </a:spcBef>
              <a:spcAft>
                <a:spcPts val="0"/>
              </a:spcAft>
              <a:buClr>
                <a:srgbClr val="000000"/>
              </a:buClr>
              <a:buSzPts val="1000"/>
              <a:buNone/>
              <a:defRPr sz="1000">
                <a:solidFill>
                  <a:srgbClr val="000000"/>
                </a:solidFill>
              </a:defRPr>
            </a:lvl5pPr>
            <a:lvl6pPr lvl="5">
              <a:lnSpc>
                <a:spcPct val="90000"/>
              </a:lnSpc>
              <a:spcBef>
                <a:spcPts val="0"/>
              </a:spcBef>
              <a:spcAft>
                <a:spcPts val="0"/>
              </a:spcAft>
              <a:buClr>
                <a:srgbClr val="000000"/>
              </a:buClr>
              <a:buSzPts val="1000"/>
              <a:buNone/>
              <a:defRPr sz="1000">
                <a:solidFill>
                  <a:srgbClr val="000000"/>
                </a:solidFill>
              </a:defRPr>
            </a:lvl6pPr>
            <a:lvl7pPr lvl="6">
              <a:lnSpc>
                <a:spcPct val="90000"/>
              </a:lnSpc>
              <a:spcBef>
                <a:spcPts val="0"/>
              </a:spcBef>
              <a:spcAft>
                <a:spcPts val="0"/>
              </a:spcAft>
              <a:buClr>
                <a:srgbClr val="000000"/>
              </a:buClr>
              <a:buSzPts val="1000"/>
              <a:buNone/>
              <a:defRPr sz="1000">
                <a:solidFill>
                  <a:srgbClr val="000000"/>
                </a:solidFill>
              </a:defRPr>
            </a:lvl7pPr>
            <a:lvl8pPr lvl="7">
              <a:lnSpc>
                <a:spcPct val="90000"/>
              </a:lnSpc>
              <a:spcBef>
                <a:spcPts val="0"/>
              </a:spcBef>
              <a:spcAft>
                <a:spcPts val="0"/>
              </a:spcAft>
              <a:buClr>
                <a:srgbClr val="000000"/>
              </a:buClr>
              <a:buSzPts val="1000"/>
              <a:buNone/>
              <a:defRPr sz="1000">
                <a:solidFill>
                  <a:srgbClr val="000000"/>
                </a:solidFill>
              </a:defRPr>
            </a:lvl8pPr>
            <a:lvl9pPr lvl="8">
              <a:lnSpc>
                <a:spcPct val="90000"/>
              </a:lnSpc>
              <a:spcBef>
                <a:spcPts val="0"/>
              </a:spcBef>
              <a:spcAft>
                <a:spcPts val="0"/>
              </a:spcAft>
              <a:buClr>
                <a:srgbClr val="000000"/>
              </a:buClr>
              <a:buSzPts val="1000"/>
              <a:buNone/>
              <a:defRPr sz="1000">
                <a:solidFill>
                  <a:srgbClr val="000000"/>
                </a:solidFill>
              </a:defRPr>
            </a:lvl9pPr>
          </a:lstStyle>
          <a:p/>
        </p:txBody>
      </p:sp>
      <p:sp>
        <p:nvSpPr>
          <p:cNvPr id="14611" name="Google Shape;14611;p252"/>
          <p:cNvSpPr txBox="1"/>
          <p:nvPr/>
        </p:nvSpPr>
        <p:spPr>
          <a:xfrm>
            <a:off x="752801" y="4795332"/>
            <a:ext cx="1648800" cy="232500"/>
          </a:xfrm>
          <a:prstGeom prst="rect">
            <a:avLst/>
          </a:prstGeom>
          <a:noFill/>
          <a:ln>
            <a:noFill/>
          </a:ln>
        </p:spPr>
        <p:txBody>
          <a:bodyPr anchorCtr="0" anchor="ctr" bIns="0" lIns="0" spcFirstLastPara="1" rIns="0" wrap="square" tIns="0">
            <a:noAutofit/>
          </a:bodyPr>
          <a:lstStyle/>
          <a:p>
            <a:pPr indent="0" lvl="0" marL="0" rtl="0" algn="r">
              <a:spcBef>
                <a:spcPts val="0"/>
              </a:spcBef>
              <a:spcAft>
                <a:spcPts val="0"/>
              </a:spcAft>
              <a:buNone/>
            </a:pPr>
            <a:r>
              <a:rPr b="1" lang="es-419" sz="1100">
                <a:latin typeface="Arvo"/>
                <a:ea typeface="Arvo"/>
                <a:cs typeface="Arvo"/>
                <a:sym typeface="Arvo"/>
              </a:rPr>
              <a:t>Poscondición:</a:t>
            </a:r>
            <a:endParaRPr b="1" sz="1100">
              <a:latin typeface="Arvo"/>
              <a:ea typeface="Arvo"/>
              <a:cs typeface="Arvo"/>
              <a:sym typeface="Arvo"/>
            </a:endParaRPr>
          </a:p>
          <a:p>
            <a:pPr indent="0" lvl="0" marL="0" rtl="0" algn="r">
              <a:spcBef>
                <a:spcPts val="0"/>
              </a:spcBef>
              <a:spcAft>
                <a:spcPts val="0"/>
              </a:spcAft>
              <a:buNone/>
            </a:pPr>
            <a:r>
              <a:rPr i="1" lang="es-419" sz="600">
                <a:solidFill>
                  <a:srgbClr val="666666"/>
                </a:solidFill>
                <a:latin typeface="Arvo"/>
                <a:ea typeface="Arvo"/>
                <a:cs typeface="Arvo"/>
                <a:sym typeface="Arvo"/>
              </a:rPr>
              <a:t>&lt;ej:El pago debe estar realizado&gt;</a:t>
            </a:r>
            <a:endParaRPr i="1" sz="600">
              <a:solidFill>
                <a:srgbClr val="666666"/>
              </a:solidFill>
              <a:latin typeface="Arvo"/>
              <a:ea typeface="Arvo"/>
              <a:cs typeface="Arvo"/>
              <a:sym typeface="Arvo"/>
            </a:endParaRPr>
          </a:p>
        </p:txBody>
      </p:sp>
      <p:sp>
        <p:nvSpPr>
          <p:cNvPr id="14612" name="Google Shape;14612;p252"/>
          <p:cNvSpPr/>
          <p:nvPr/>
        </p:nvSpPr>
        <p:spPr>
          <a:xfrm>
            <a:off x="2504363" y="5905032"/>
            <a:ext cx="6822000" cy="4722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latin typeface="Roboto"/>
              <a:ea typeface="Roboto"/>
              <a:cs typeface="Roboto"/>
              <a:sym typeface="Roboto"/>
            </a:endParaRPr>
          </a:p>
        </p:txBody>
      </p:sp>
      <p:sp>
        <p:nvSpPr>
          <p:cNvPr id="14613" name="Google Shape;14613;p252"/>
          <p:cNvSpPr txBox="1"/>
          <p:nvPr>
            <p:ph idx="8" type="subTitle"/>
          </p:nvPr>
        </p:nvSpPr>
        <p:spPr>
          <a:xfrm>
            <a:off x="2513469" y="5905025"/>
            <a:ext cx="6813000" cy="472200"/>
          </a:xfrm>
          <a:prstGeom prst="rect">
            <a:avLst/>
          </a:prstGeom>
          <a:noFill/>
          <a:ln>
            <a:noFill/>
          </a:ln>
        </p:spPr>
        <p:txBody>
          <a:bodyPr anchorCtr="0" anchor="ctr" bIns="36000" lIns="36000" spcFirstLastPara="1" rIns="36000" wrap="square" tIns="36000">
            <a:noAutofit/>
          </a:bodyPr>
          <a:lstStyle>
            <a:lvl1pPr lvl="0">
              <a:lnSpc>
                <a:spcPct val="90000"/>
              </a:lnSpc>
              <a:spcBef>
                <a:spcPts val="0"/>
              </a:spcBef>
              <a:spcAft>
                <a:spcPts val="0"/>
              </a:spcAft>
              <a:buClr>
                <a:srgbClr val="000000"/>
              </a:buClr>
              <a:buSzPts val="1000"/>
              <a:buFont typeface="Arvo"/>
              <a:buNone/>
              <a:defRPr sz="1000">
                <a:solidFill>
                  <a:srgbClr val="000000"/>
                </a:solidFill>
                <a:latin typeface="Arvo"/>
                <a:ea typeface="Arvo"/>
                <a:cs typeface="Arvo"/>
                <a:sym typeface="Arvo"/>
              </a:defRPr>
            </a:lvl1pPr>
            <a:lvl2pPr lvl="1">
              <a:lnSpc>
                <a:spcPct val="90000"/>
              </a:lnSpc>
              <a:spcBef>
                <a:spcPts val="0"/>
              </a:spcBef>
              <a:spcAft>
                <a:spcPts val="0"/>
              </a:spcAft>
              <a:buClr>
                <a:srgbClr val="000000"/>
              </a:buClr>
              <a:buSzPts val="1000"/>
              <a:buNone/>
              <a:defRPr sz="1000">
                <a:solidFill>
                  <a:srgbClr val="000000"/>
                </a:solidFill>
              </a:defRPr>
            </a:lvl2pPr>
            <a:lvl3pPr lvl="2">
              <a:lnSpc>
                <a:spcPct val="90000"/>
              </a:lnSpc>
              <a:spcBef>
                <a:spcPts val="0"/>
              </a:spcBef>
              <a:spcAft>
                <a:spcPts val="0"/>
              </a:spcAft>
              <a:buClr>
                <a:srgbClr val="000000"/>
              </a:buClr>
              <a:buSzPts val="1000"/>
              <a:buNone/>
              <a:defRPr sz="1000">
                <a:solidFill>
                  <a:srgbClr val="000000"/>
                </a:solidFill>
              </a:defRPr>
            </a:lvl3pPr>
            <a:lvl4pPr lvl="3">
              <a:lnSpc>
                <a:spcPct val="90000"/>
              </a:lnSpc>
              <a:spcBef>
                <a:spcPts val="0"/>
              </a:spcBef>
              <a:spcAft>
                <a:spcPts val="0"/>
              </a:spcAft>
              <a:buClr>
                <a:srgbClr val="000000"/>
              </a:buClr>
              <a:buSzPts val="1000"/>
              <a:buNone/>
              <a:defRPr sz="1000">
                <a:solidFill>
                  <a:srgbClr val="000000"/>
                </a:solidFill>
              </a:defRPr>
            </a:lvl4pPr>
            <a:lvl5pPr lvl="4">
              <a:lnSpc>
                <a:spcPct val="90000"/>
              </a:lnSpc>
              <a:spcBef>
                <a:spcPts val="0"/>
              </a:spcBef>
              <a:spcAft>
                <a:spcPts val="0"/>
              </a:spcAft>
              <a:buClr>
                <a:srgbClr val="000000"/>
              </a:buClr>
              <a:buSzPts val="1000"/>
              <a:buNone/>
              <a:defRPr sz="1000">
                <a:solidFill>
                  <a:srgbClr val="000000"/>
                </a:solidFill>
              </a:defRPr>
            </a:lvl5pPr>
            <a:lvl6pPr lvl="5">
              <a:lnSpc>
                <a:spcPct val="90000"/>
              </a:lnSpc>
              <a:spcBef>
                <a:spcPts val="0"/>
              </a:spcBef>
              <a:spcAft>
                <a:spcPts val="0"/>
              </a:spcAft>
              <a:buClr>
                <a:srgbClr val="000000"/>
              </a:buClr>
              <a:buSzPts val="1000"/>
              <a:buNone/>
              <a:defRPr sz="1000">
                <a:solidFill>
                  <a:srgbClr val="000000"/>
                </a:solidFill>
              </a:defRPr>
            </a:lvl6pPr>
            <a:lvl7pPr lvl="6">
              <a:lnSpc>
                <a:spcPct val="90000"/>
              </a:lnSpc>
              <a:spcBef>
                <a:spcPts val="0"/>
              </a:spcBef>
              <a:spcAft>
                <a:spcPts val="0"/>
              </a:spcAft>
              <a:buClr>
                <a:srgbClr val="000000"/>
              </a:buClr>
              <a:buSzPts val="1000"/>
              <a:buNone/>
              <a:defRPr sz="1000">
                <a:solidFill>
                  <a:srgbClr val="000000"/>
                </a:solidFill>
              </a:defRPr>
            </a:lvl7pPr>
            <a:lvl8pPr lvl="7">
              <a:lnSpc>
                <a:spcPct val="90000"/>
              </a:lnSpc>
              <a:spcBef>
                <a:spcPts val="0"/>
              </a:spcBef>
              <a:spcAft>
                <a:spcPts val="0"/>
              </a:spcAft>
              <a:buClr>
                <a:srgbClr val="000000"/>
              </a:buClr>
              <a:buSzPts val="1000"/>
              <a:buNone/>
              <a:defRPr sz="1000">
                <a:solidFill>
                  <a:srgbClr val="000000"/>
                </a:solidFill>
              </a:defRPr>
            </a:lvl8pPr>
            <a:lvl9pPr lvl="8">
              <a:lnSpc>
                <a:spcPct val="90000"/>
              </a:lnSpc>
              <a:spcBef>
                <a:spcPts val="0"/>
              </a:spcBef>
              <a:spcAft>
                <a:spcPts val="0"/>
              </a:spcAft>
              <a:buClr>
                <a:srgbClr val="000000"/>
              </a:buClr>
              <a:buSzPts val="1000"/>
              <a:buNone/>
              <a:defRPr sz="1000">
                <a:solidFill>
                  <a:srgbClr val="000000"/>
                </a:solidFill>
              </a:defRPr>
            </a:lvl9pPr>
          </a:lstStyle>
          <a:p/>
        </p:txBody>
      </p:sp>
      <p:sp>
        <p:nvSpPr>
          <p:cNvPr id="14614" name="Google Shape;14614;p252"/>
          <p:cNvSpPr/>
          <p:nvPr/>
        </p:nvSpPr>
        <p:spPr>
          <a:xfrm>
            <a:off x="2277739" y="663750"/>
            <a:ext cx="88500" cy="108900"/>
          </a:xfrm>
          <a:prstGeom prst="rect">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5" name="Google Shape;14615;p252"/>
          <p:cNvSpPr txBox="1"/>
          <p:nvPr/>
        </p:nvSpPr>
        <p:spPr>
          <a:xfrm>
            <a:off x="84825" y="598125"/>
            <a:ext cx="595500" cy="205800"/>
          </a:xfrm>
          <a:prstGeom prst="rect">
            <a:avLst/>
          </a:prstGeom>
          <a:noFill/>
          <a:ln>
            <a:noFill/>
          </a:ln>
        </p:spPr>
        <p:txBody>
          <a:bodyPr anchorCtr="0" anchor="t" bIns="18000" lIns="18000" spcFirstLastPara="1" rIns="18000" wrap="square" tIns="18000">
            <a:spAutoFit/>
          </a:bodyPr>
          <a:lstStyle/>
          <a:p>
            <a:pPr indent="0" lvl="0" marL="0" rtl="0" algn="l">
              <a:spcBef>
                <a:spcPts val="0"/>
              </a:spcBef>
              <a:spcAft>
                <a:spcPts val="0"/>
              </a:spcAft>
              <a:buNone/>
            </a:pPr>
            <a:r>
              <a:rPr lang="es-419" sz="1100">
                <a:solidFill>
                  <a:srgbClr val="FFFFFF"/>
                </a:solidFill>
              </a:rPr>
              <a:t>Nombre:</a:t>
            </a:r>
            <a:endParaRPr sz="1100">
              <a:solidFill>
                <a:srgbClr val="FFFFFF"/>
              </a:solidFill>
            </a:endParaRPr>
          </a:p>
        </p:txBody>
      </p:sp>
    </p:spTree>
  </p:cSld>
  <p:clrMapOvr>
    <a:masterClrMapping/>
  </p:clrMapOvr>
</p:sldLayout>
</file>

<file path=ppt/slideLayouts/slideLayout24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En Blanco">
  <p:cSld name="CUSTOM_1">
    <p:spTree>
      <p:nvGrpSpPr>
        <p:cNvPr id="14616" name="Shape 14616"/>
        <p:cNvGrpSpPr/>
        <p:nvPr/>
      </p:nvGrpSpPr>
      <p:grpSpPr>
        <a:xfrm>
          <a:off x="0" y="0"/>
          <a:ext cx="0" cy="0"/>
          <a:chOff x="0" y="0"/>
          <a:chExt cx="0" cy="0"/>
        </a:xfrm>
      </p:grpSpPr>
    </p:spTree>
  </p:cSld>
  <p:clrMapOvr>
    <a:masterClrMapping/>
  </p:clrMapOvr>
</p:sldLayout>
</file>

<file path=ppt/slideLayouts/slideLayout24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Paleta 1">
  <p:cSld name="CUSTOM_2">
    <p:spTree>
      <p:nvGrpSpPr>
        <p:cNvPr id="14617" name="Shape 14617"/>
        <p:cNvGrpSpPr/>
        <p:nvPr/>
      </p:nvGrpSpPr>
      <p:grpSpPr>
        <a:xfrm>
          <a:off x="0" y="0"/>
          <a:ext cx="0" cy="0"/>
          <a:chOff x="0" y="0"/>
          <a:chExt cx="0" cy="0"/>
        </a:xfrm>
      </p:grpSpPr>
      <p:sp>
        <p:nvSpPr>
          <p:cNvPr id="14618" name="Google Shape;14618;p254"/>
          <p:cNvSpPr/>
          <p:nvPr/>
        </p:nvSpPr>
        <p:spPr>
          <a:xfrm>
            <a:off x="328944" y="822265"/>
            <a:ext cx="748200" cy="5770500"/>
          </a:xfrm>
          <a:prstGeom prst="roundRect">
            <a:avLst>
              <a:gd fmla="val 11877" name="adj"/>
            </a:avLst>
          </a:prstGeom>
          <a:solidFill>
            <a:srgbClr val="F3F3F3"/>
          </a:solidFill>
          <a:ln cap="flat" cmpd="sng" w="9525">
            <a:solidFill>
              <a:srgbClr val="F3F3F3"/>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9" name="Google Shape;14619;p254"/>
          <p:cNvSpPr/>
          <p:nvPr/>
        </p:nvSpPr>
        <p:spPr>
          <a:xfrm>
            <a:off x="1603185" y="822265"/>
            <a:ext cx="748200" cy="5770500"/>
          </a:xfrm>
          <a:prstGeom prst="roundRect">
            <a:avLst>
              <a:gd fmla="val 11877" name="adj"/>
            </a:avLst>
          </a:prstGeom>
          <a:solidFill>
            <a:srgbClr val="F3F3F3"/>
          </a:solidFill>
          <a:ln cap="flat" cmpd="sng" w="9525">
            <a:solidFill>
              <a:srgbClr val="F3F3F3"/>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0" name="Google Shape;14620;p254"/>
          <p:cNvSpPr/>
          <p:nvPr/>
        </p:nvSpPr>
        <p:spPr>
          <a:xfrm>
            <a:off x="1469685" y="263250"/>
            <a:ext cx="1015200" cy="421200"/>
          </a:xfrm>
          <a:prstGeom prst="roundRect">
            <a:avLst>
              <a:gd fmla="val 17492" name="adj"/>
            </a:avLst>
          </a:prstGeom>
          <a:solidFill>
            <a:srgbClr val="000000"/>
          </a:solidFill>
          <a:ln cap="flat" cmpd="sng" w="9525">
            <a:solidFill>
              <a:srgbClr val="000000"/>
            </a:solidFill>
            <a:prstDash val="solid"/>
            <a:round/>
            <a:headEnd len="sm" w="sm" type="none"/>
            <a:tailEnd len="sm" w="sm" type="none"/>
          </a:ln>
        </p:spPr>
        <p:txBody>
          <a:bodyPr anchorCtr="0" anchor="ctr" bIns="0" lIns="0" spcFirstLastPara="1" rIns="0" wrap="square" tIns="0">
            <a:noAutofit/>
          </a:bodyPr>
          <a:lstStyle/>
          <a:p>
            <a:pPr indent="0" lvl="0" marL="0" rtl="0" algn="ctr">
              <a:spcBef>
                <a:spcPts val="0"/>
              </a:spcBef>
              <a:spcAft>
                <a:spcPts val="0"/>
              </a:spcAft>
              <a:buNone/>
            </a:pPr>
            <a:r>
              <a:rPr b="1" lang="es-419" sz="1200">
                <a:solidFill>
                  <a:srgbClr val="FFFFFF"/>
                </a:solidFill>
              </a:rPr>
              <a:t>Diagrama </a:t>
            </a:r>
            <a:r>
              <a:rPr b="1" lang="es-419" sz="1100">
                <a:solidFill>
                  <a:srgbClr val="FFFFFF"/>
                </a:solidFill>
              </a:rPr>
              <a:t>Comunicación</a:t>
            </a:r>
            <a:endParaRPr b="1" sz="1100">
              <a:solidFill>
                <a:srgbClr val="FFFFFF"/>
              </a:solidFill>
            </a:endParaRPr>
          </a:p>
        </p:txBody>
      </p:sp>
      <p:sp>
        <p:nvSpPr>
          <p:cNvPr id="14621" name="Google Shape;14621;p254"/>
          <p:cNvSpPr/>
          <p:nvPr/>
        </p:nvSpPr>
        <p:spPr>
          <a:xfrm>
            <a:off x="194994" y="263250"/>
            <a:ext cx="1016100" cy="421200"/>
          </a:xfrm>
          <a:prstGeom prst="roundRect">
            <a:avLst>
              <a:gd fmla="val 17492" name="adj"/>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s-419" sz="1200">
                <a:solidFill>
                  <a:srgbClr val="FFFFFF"/>
                </a:solidFill>
              </a:rPr>
              <a:t>Diagrama </a:t>
            </a:r>
            <a:r>
              <a:rPr b="1" lang="es-419" sz="1100">
                <a:solidFill>
                  <a:srgbClr val="FFFFFF"/>
                </a:solidFill>
              </a:rPr>
              <a:t>Actividad</a:t>
            </a:r>
            <a:endParaRPr b="1" sz="1100">
              <a:solidFill>
                <a:srgbClr val="FFFFFF"/>
              </a:solidFill>
            </a:endParaRPr>
          </a:p>
        </p:txBody>
      </p:sp>
      <p:cxnSp>
        <p:nvCxnSpPr>
          <p:cNvPr id="14622" name="Google Shape;14622;p254"/>
          <p:cNvCxnSpPr/>
          <p:nvPr/>
        </p:nvCxnSpPr>
        <p:spPr>
          <a:xfrm>
            <a:off x="1329303" y="164100"/>
            <a:ext cx="0" cy="6511800"/>
          </a:xfrm>
          <a:prstGeom prst="straightConnector1">
            <a:avLst/>
          </a:prstGeom>
          <a:noFill/>
          <a:ln cap="flat" cmpd="sng" w="28575">
            <a:solidFill>
              <a:srgbClr val="B7B7B7"/>
            </a:solidFill>
            <a:prstDash val="dash"/>
            <a:round/>
            <a:headEnd len="med" w="med" type="none"/>
            <a:tailEnd len="med" w="med" type="none"/>
          </a:ln>
        </p:spPr>
      </p:cxnSp>
      <p:cxnSp>
        <p:nvCxnSpPr>
          <p:cNvPr id="14623" name="Google Shape;14623;p254"/>
          <p:cNvCxnSpPr/>
          <p:nvPr/>
        </p:nvCxnSpPr>
        <p:spPr>
          <a:xfrm>
            <a:off x="2615848" y="164100"/>
            <a:ext cx="0" cy="6511800"/>
          </a:xfrm>
          <a:prstGeom prst="straightConnector1">
            <a:avLst/>
          </a:prstGeom>
          <a:noFill/>
          <a:ln cap="flat" cmpd="sng" w="28575">
            <a:solidFill>
              <a:srgbClr val="B7B7B7"/>
            </a:solidFill>
            <a:prstDash val="dash"/>
            <a:round/>
            <a:headEnd len="med" w="med" type="none"/>
            <a:tailEnd len="med" w="med" type="none"/>
          </a:ln>
        </p:spPr>
      </p:cxnSp>
      <p:sp>
        <p:nvSpPr>
          <p:cNvPr id="14624" name="Google Shape;14624;p254"/>
          <p:cNvSpPr/>
          <p:nvPr/>
        </p:nvSpPr>
        <p:spPr>
          <a:xfrm>
            <a:off x="2879386" y="822265"/>
            <a:ext cx="748200" cy="5770500"/>
          </a:xfrm>
          <a:prstGeom prst="roundRect">
            <a:avLst>
              <a:gd fmla="val 11877" name="adj"/>
            </a:avLst>
          </a:prstGeom>
          <a:solidFill>
            <a:srgbClr val="F3F3F3"/>
          </a:solidFill>
          <a:ln cap="flat" cmpd="sng" w="9525">
            <a:solidFill>
              <a:srgbClr val="F3F3F3"/>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5" name="Google Shape;14625;p254"/>
          <p:cNvSpPr/>
          <p:nvPr/>
        </p:nvSpPr>
        <p:spPr>
          <a:xfrm>
            <a:off x="2745886" y="263250"/>
            <a:ext cx="1015200" cy="421200"/>
          </a:xfrm>
          <a:prstGeom prst="roundRect">
            <a:avLst>
              <a:gd fmla="val 17492" name="adj"/>
            </a:avLst>
          </a:prstGeom>
          <a:solidFill>
            <a:srgbClr val="000000"/>
          </a:solidFill>
          <a:ln cap="flat" cmpd="sng" w="9525">
            <a:solidFill>
              <a:srgbClr val="000000"/>
            </a:solidFill>
            <a:prstDash val="solid"/>
            <a:round/>
            <a:headEnd len="sm" w="sm" type="none"/>
            <a:tailEnd len="sm" w="sm" type="none"/>
          </a:ln>
        </p:spPr>
        <p:txBody>
          <a:bodyPr anchorCtr="0" anchor="ctr" bIns="0" lIns="0" spcFirstLastPara="1" rIns="0" wrap="square" tIns="0">
            <a:noAutofit/>
          </a:bodyPr>
          <a:lstStyle/>
          <a:p>
            <a:pPr indent="0" lvl="0" marL="0" rtl="0" algn="ctr">
              <a:spcBef>
                <a:spcPts val="0"/>
              </a:spcBef>
              <a:spcAft>
                <a:spcPts val="0"/>
              </a:spcAft>
              <a:buNone/>
            </a:pPr>
            <a:r>
              <a:rPr b="1" lang="es-419" sz="1200">
                <a:solidFill>
                  <a:srgbClr val="FFFFFF"/>
                </a:solidFill>
              </a:rPr>
              <a:t>Diagrama de Dominio</a:t>
            </a:r>
            <a:endParaRPr b="1" sz="1200">
              <a:solidFill>
                <a:srgbClr val="FFFFFF"/>
              </a:solidFill>
            </a:endParaRPr>
          </a:p>
        </p:txBody>
      </p:sp>
      <p:cxnSp>
        <p:nvCxnSpPr>
          <p:cNvPr id="14626" name="Google Shape;14626;p254"/>
          <p:cNvCxnSpPr/>
          <p:nvPr/>
        </p:nvCxnSpPr>
        <p:spPr>
          <a:xfrm>
            <a:off x="3878034" y="164100"/>
            <a:ext cx="0" cy="6511800"/>
          </a:xfrm>
          <a:prstGeom prst="straightConnector1">
            <a:avLst/>
          </a:prstGeom>
          <a:noFill/>
          <a:ln cap="flat" cmpd="sng" w="28575">
            <a:solidFill>
              <a:srgbClr val="B7B7B7"/>
            </a:solidFill>
            <a:prstDash val="dash"/>
            <a:round/>
            <a:headEnd len="med" w="med" type="none"/>
            <a:tailEnd len="med" w="med" type="none"/>
          </a:ln>
        </p:spPr>
      </p:cxnSp>
      <p:sp>
        <p:nvSpPr>
          <p:cNvPr id="14627" name="Google Shape;14627;p254"/>
          <p:cNvSpPr/>
          <p:nvPr/>
        </p:nvSpPr>
        <p:spPr>
          <a:xfrm>
            <a:off x="4145243" y="822265"/>
            <a:ext cx="748200" cy="5770500"/>
          </a:xfrm>
          <a:prstGeom prst="roundRect">
            <a:avLst>
              <a:gd fmla="val 11877" name="adj"/>
            </a:avLst>
          </a:prstGeom>
          <a:solidFill>
            <a:srgbClr val="F3F3F3"/>
          </a:solidFill>
          <a:ln cap="flat" cmpd="sng" w="9525">
            <a:solidFill>
              <a:srgbClr val="F3F3F3"/>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8" name="Google Shape;14628;p254"/>
          <p:cNvSpPr/>
          <p:nvPr/>
        </p:nvSpPr>
        <p:spPr>
          <a:xfrm>
            <a:off x="4011743" y="263250"/>
            <a:ext cx="1015200" cy="421200"/>
          </a:xfrm>
          <a:prstGeom prst="roundRect">
            <a:avLst>
              <a:gd fmla="val 17492" name="adj"/>
            </a:avLst>
          </a:prstGeom>
          <a:solidFill>
            <a:srgbClr val="000000"/>
          </a:solidFill>
          <a:ln cap="flat" cmpd="sng" w="9525">
            <a:solidFill>
              <a:srgbClr val="000000"/>
            </a:solidFill>
            <a:prstDash val="solid"/>
            <a:round/>
            <a:headEnd len="sm" w="sm" type="none"/>
            <a:tailEnd len="sm" w="sm" type="none"/>
          </a:ln>
        </p:spPr>
        <p:txBody>
          <a:bodyPr anchorCtr="0" anchor="ctr" bIns="0" lIns="0" spcFirstLastPara="1" rIns="0" wrap="square" tIns="0">
            <a:noAutofit/>
          </a:bodyPr>
          <a:lstStyle/>
          <a:p>
            <a:pPr indent="0" lvl="0" marL="0" rtl="0" algn="ctr">
              <a:spcBef>
                <a:spcPts val="0"/>
              </a:spcBef>
              <a:spcAft>
                <a:spcPts val="0"/>
              </a:spcAft>
              <a:buNone/>
            </a:pPr>
            <a:r>
              <a:rPr b="1" lang="es-419" sz="1200">
                <a:solidFill>
                  <a:srgbClr val="FFFFFF"/>
                </a:solidFill>
              </a:rPr>
              <a:t>Casos de Uso Sistema</a:t>
            </a:r>
            <a:endParaRPr b="1" sz="1200">
              <a:solidFill>
                <a:srgbClr val="FFFFFF"/>
              </a:solidFill>
            </a:endParaRPr>
          </a:p>
        </p:txBody>
      </p:sp>
      <p:cxnSp>
        <p:nvCxnSpPr>
          <p:cNvPr id="14629" name="Google Shape;14629;p254"/>
          <p:cNvCxnSpPr/>
          <p:nvPr/>
        </p:nvCxnSpPr>
        <p:spPr>
          <a:xfrm>
            <a:off x="5140216" y="164100"/>
            <a:ext cx="0" cy="6511800"/>
          </a:xfrm>
          <a:prstGeom prst="straightConnector1">
            <a:avLst/>
          </a:prstGeom>
          <a:noFill/>
          <a:ln cap="flat" cmpd="sng" w="28575">
            <a:solidFill>
              <a:srgbClr val="B7B7B7"/>
            </a:solidFill>
            <a:prstDash val="dash"/>
            <a:round/>
            <a:headEnd len="med" w="med" type="none"/>
            <a:tailEnd len="med" w="med" type="none"/>
          </a:ln>
        </p:spPr>
      </p:cxnSp>
      <p:sp>
        <p:nvSpPr>
          <p:cNvPr id="14630" name="Google Shape;14630;p254"/>
          <p:cNvSpPr/>
          <p:nvPr/>
        </p:nvSpPr>
        <p:spPr>
          <a:xfrm>
            <a:off x="5404690" y="822265"/>
            <a:ext cx="748200" cy="5770500"/>
          </a:xfrm>
          <a:prstGeom prst="roundRect">
            <a:avLst>
              <a:gd fmla="val 11877" name="adj"/>
            </a:avLst>
          </a:prstGeom>
          <a:solidFill>
            <a:srgbClr val="F3F3F3"/>
          </a:solidFill>
          <a:ln cap="flat" cmpd="sng" w="9525">
            <a:solidFill>
              <a:srgbClr val="F3F3F3"/>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1" name="Google Shape;14631;p254"/>
          <p:cNvSpPr/>
          <p:nvPr/>
        </p:nvSpPr>
        <p:spPr>
          <a:xfrm>
            <a:off x="5271190" y="263250"/>
            <a:ext cx="1015200" cy="421200"/>
          </a:xfrm>
          <a:prstGeom prst="roundRect">
            <a:avLst>
              <a:gd fmla="val 17492" name="adj"/>
            </a:avLst>
          </a:prstGeom>
          <a:solidFill>
            <a:srgbClr val="000000"/>
          </a:solidFill>
          <a:ln cap="flat" cmpd="sng" w="9525">
            <a:solidFill>
              <a:srgbClr val="000000"/>
            </a:solidFill>
            <a:prstDash val="solid"/>
            <a:round/>
            <a:headEnd len="sm" w="sm" type="none"/>
            <a:tailEnd len="sm" w="sm" type="none"/>
          </a:ln>
        </p:spPr>
        <p:txBody>
          <a:bodyPr anchorCtr="0" anchor="ctr" bIns="0" lIns="0" spcFirstLastPara="1" rIns="0" wrap="square" tIns="0">
            <a:noAutofit/>
          </a:bodyPr>
          <a:lstStyle/>
          <a:p>
            <a:pPr indent="0" lvl="0" marL="0" rtl="0" algn="ctr">
              <a:spcBef>
                <a:spcPts val="0"/>
              </a:spcBef>
              <a:spcAft>
                <a:spcPts val="0"/>
              </a:spcAft>
              <a:buNone/>
            </a:pPr>
            <a:r>
              <a:rPr b="1" lang="es-419" sz="1200">
                <a:solidFill>
                  <a:srgbClr val="FFFFFF"/>
                </a:solidFill>
              </a:rPr>
              <a:t>Casos de Uso Negocio</a:t>
            </a:r>
            <a:endParaRPr b="1" sz="1200">
              <a:solidFill>
                <a:srgbClr val="FFFFFF"/>
              </a:solidFill>
            </a:endParaRPr>
          </a:p>
        </p:txBody>
      </p:sp>
      <p:cxnSp>
        <p:nvCxnSpPr>
          <p:cNvPr id="14632" name="Google Shape;14632;p254"/>
          <p:cNvCxnSpPr/>
          <p:nvPr/>
        </p:nvCxnSpPr>
        <p:spPr>
          <a:xfrm>
            <a:off x="6394306" y="164100"/>
            <a:ext cx="0" cy="6511800"/>
          </a:xfrm>
          <a:prstGeom prst="straightConnector1">
            <a:avLst/>
          </a:prstGeom>
          <a:noFill/>
          <a:ln cap="flat" cmpd="sng" w="28575">
            <a:solidFill>
              <a:srgbClr val="B7B7B7"/>
            </a:solidFill>
            <a:prstDash val="dash"/>
            <a:round/>
            <a:headEnd len="med" w="med" type="none"/>
            <a:tailEnd len="med" w="med" type="none"/>
          </a:ln>
        </p:spPr>
      </p:cxnSp>
      <p:sp>
        <p:nvSpPr>
          <p:cNvPr id="14633" name="Google Shape;14633;p254"/>
          <p:cNvSpPr/>
          <p:nvPr/>
        </p:nvSpPr>
        <p:spPr>
          <a:xfrm>
            <a:off x="6553252" y="822275"/>
            <a:ext cx="1622100" cy="5770500"/>
          </a:xfrm>
          <a:prstGeom prst="roundRect">
            <a:avLst>
              <a:gd fmla="val 6584" name="adj"/>
            </a:avLst>
          </a:prstGeom>
          <a:solidFill>
            <a:srgbClr val="F3F3F3"/>
          </a:solidFill>
          <a:ln cap="flat" cmpd="sng" w="9525">
            <a:solidFill>
              <a:srgbClr val="F3F3F3"/>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4" name="Google Shape;14634;p254"/>
          <p:cNvSpPr/>
          <p:nvPr/>
        </p:nvSpPr>
        <p:spPr>
          <a:xfrm>
            <a:off x="6535844" y="263250"/>
            <a:ext cx="3323100" cy="421200"/>
          </a:xfrm>
          <a:prstGeom prst="roundRect">
            <a:avLst>
              <a:gd fmla="val 17492" name="adj"/>
            </a:avLst>
          </a:prstGeom>
          <a:solidFill>
            <a:srgbClr val="000000"/>
          </a:solidFill>
          <a:ln cap="flat" cmpd="sng" w="9525">
            <a:solidFill>
              <a:srgbClr val="000000"/>
            </a:solidFill>
            <a:prstDash val="solid"/>
            <a:round/>
            <a:headEnd len="sm" w="sm" type="none"/>
            <a:tailEnd len="sm" w="sm" type="none"/>
          </a:ln>
        </p:spPr>
        <p:txBody>
          <a:bodyPr anchorCtr="0" anchor="ctr" bIns="0" lIns="0" spcFirstLastPara="1" rIns="0" wrap="square" tIns="0">
            <a:noAutofit/>
          </a:bodyPr>
          <a:lstStyle/>
          <a:p>
            <a:pPr indent="0" lvl="0" marL="0" rtl="0" algn="ctr">
              <a:spcBef>
                <a:spcPts val="0"/>
              </a:spcBef>
              <a:spcAft>
                <a:spcPts val="0"/>
              </a:spcAft>
              <a:buNone/>
            </a:pPr>
            <a:r>
              <a:rPr b="1" lang="es-419" sz="1200">
                <a:solidFill>
                  <a:srgbClr val="FFFFFF"/>
                </a:solidFill>
              </a:rPr>
              <a:t>Recorrido Cliente</a:t>
            </a:r>
            <a:endParaRPr b="1" sz="1200">
              <a:solidFill>
                <a:srgbClr val="FFFFFF"/>
              </a:solidFill>
            </a:endParaRPr>
          </a:p>
        </p:txBody>
      </p:sp>
      <p:grpSp>
        <p:nvGrpSpPr>
          <p:cNvPr id="14635" name="Google Shape;14635;p254"/>
          <p:cNvGrpSpPr/>
          <p:nvPr/>
        </p:nvGrpSpPr>
        <p:grpSpPr>
          <a:xfrm>
            <a:off x="439744" y="5220524"/>
            <a:ext cx="522688" cy="506718"/>
            <a:chOff x="2323550" y="2096250"/>
            <a:chExt cx="522688" cy="648475"/>
          </a:xfrm>
        </p:grpSpPr>
        <p:sp>
          <p:nvSpPr>
            <p:cNvPr id="14636" name="Google Shape;14636;p254"/>
            <p:cNvSpPr/>
            <p:nvPr/>
          </p:nvSpPr>
          <p:spPr>
            <a:xfrm>
              <a:off x="2323550" y="2096250"/>
              <a:ext cx="286500" cy="367500"/>
            </a:xfrm>
            <a:prstGeom prst="wedgeRoundRectCallout">
              <a:avLst>
                <a:gd fmla="val 36634" name="adj1"/>
                <a:gd fmla="val 77667" name="adj2"/>
                <a:gd fmla="val 0" name="adj3"/>
              </a:avLst>
            </a:prstGeom>
            <a:solidFill>
              <a:srgbClr val="CC0000">
                <a:alpha val="15320"/>
              </a:srgbClr>
            </a:solidFill>
            <a:ln cap="flat" cmpd="sng" w="9525">
              <a:solidFill>
                <a:srgbClr val="CC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7" name="Google Shape;14637;p254"/>
            <p:cNvSpPr/>
            <p:nvPr/>
          </p:nvSpPr>
          <p:spPr>
            <a:xfrm>
              <a:off x="2493738" y="2546725"/>
              <a:ext cx="352500" cy="198000"/>
            </a:xfrm>
            <a:prstGeom prst="roundRect">
              <a:avLst>
                <a:gd fmla="val 16667" name="adj"/>
              </a:avLst>
            </a:prstGeom>
            <a:solidFill>
              <a:srgbClr val="FFFFFF">
                <a:alpha val="77480"/>
              </a:srgbClr>
            </a:solidFill>
            <a:ln cap="flat" cmpd="sng" w="9525">
              <a:solidFill>
                <a:srgbClr val="CC0000"/>
              </a:solidFill>
              <a:prstDash val="solid"/>
              <a:round/>
              <a:headEnd len="sm" w="sm" type="none"/>
              <a:tailEnd len="sm" w="sm" type="none"/>
            </a:ln>
          </p:spPr>
          <p:txBody>
            <a:bodyPr anchorCtr="0" anchor="t" bIns="0" lIns="0" spcFirstLastPara="1" rIns="0" wrap="square" tIns="18000">
              <a:noAutofit/>
            </a:bodyPr>
            <a:lstStyle/>
            <a:p>
              <a:pPr indent="0" lvl="0" marL="0" rtl="0" algn="ctr">
                <a:spcBef>
                  <a:spcPts val="0"/>
                </a:spcBef>
                <a:spcAft>
                  <a:spcPts val="0"/>
                </a:spcAft>
                <a:buNone/>
              </a:pPr>
              <a:r>
                <a:rPr lang="es-419" sz="800"/>
                <a:t>&lt;...&gt;</a:t>
              </a:r>
              <a:endParaRPr sz="800"/>
            </a:p>
          </p:txBody>
        </p:sp>
      </p:grpSp>
      <p:sp>
        <p:nvSpPr>
          <p:cNvPr id="14638" name="Google Shape;14638;p254"/>
          <p:cNvSpPr/>
          <p:nvPr/>
        </p:nvSpPr>
        <p:spPr>
          <a:xfrm>
            <a:off x="565487" y="1864463"/>
            <a:ext cx="271200" cy="246000"/>
          </a:xfrm>
          <a:prstGeom prst="diamond">
            <a:avLst/>
          </a:prstGeom>
          <a:solidFill>
            <a:srgbClr val="FFFFCC"/>
          </a:solidFill>
          <a:ln cap="flat" cmpd="sng" w="9525">
            <a:solidFill>
              <a:srgbClr val="990033"/>
            </a:solidFill>
            <a:prstDash val="solid"/>
            <a:round/>
            <a:headEnd len="sm" w="sm" type="none"/>
            <a:tailEnd len="sm" w="sm" type="none"/>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None/>
            </a:pPr>
            <a:r>
              <a:t/>
            </a:r>
            <a:endParaRPr sz="900"/>
          </a:p>
        </p:txBody>
      </p:sp>
      <p:cxnSp>
        <p:nvCxnSpPr>
          <p:cNvPr id="14639" name="Google Shape;14639;p254"/>
          <p:cNvCxnSpPr/>
          <p:nvPr/>
        </p:nvCxnSpPr>
        <p:spPr>
          <a:xfrm flipH="1">
            <a:off x="574787" y="3841874"/>
            <a:ext cx="252600" cy="107700"/>
          </a:xfrm>
          <a:prstGeom prst="bentConnector3">
            <a:avLst>
              <a:gd fmla="val 50000" name="adj1"/>
            </a:avLst>
          </a:prstGeom>
          <a:noFill/>
          <a:ln cap="flat" cmpd="sng" w="9525">
            <a:solidFill>
              <a:srgbClr val="595959"/>
            </a:solidFill>
            <a:prstDash val="dot"/>
            <a:round/>
            <a:headEnd len="med" w="med" type="none"/>
            <a:tailEnd len="med" w="med" type="stealth"/>
          </a:ln>
        </p:spPr>
      </p:cxnSp>
      <p:cxnSp>
        <p:nvCxnSpPr>
          <p:cNvPr id="14640" name="Google Shape;14640;p254"/>
          <p:cNvCxnSpPr/>
          <p:nvPr/>
        </p:nvCxnSpPr>
        <p:spPr>
          <a:xfrm flipH="1">
            <a:off x="589787" y="3525874"/>
            <a:ext cx="222600" cy="121500"/>
          </a:xfrm>
          <a:prstGeom prst="bentConnector3">
            <a:avLst>
              <a:gd fmla="val 48012" name="adj1"/>
            </a:avLst>
          </a:prstGeom>
          <a:noFill/>
          <a:ln cap="flat" cmpd="sng" w="9525">
            <a:solidFill>
              <a:srgbClr val="595959"/>
            </a:solidFill>
            <a:prstDash val="solid"/>
            <a:round/>
            <a:headEnd len="med" w="med" type="none"/>
            <a:tailEnd len="med" w="med" type="stealth"/>
          </a:ln>
        </p:spPr>
      </p:cxnSp>
      <p:pic>
        <p:nvPicPr>
          <p:cNvPr id="14641" name="Google Shape;14641;p254"/>
          <p:cNvPicPr preferRelativeResize="0"/>
          <p:nvPr/>
        </p:nvPicPr>
        <p:blipFill>
          <a:blip r:embed="rId2">
            <a:alphaModFix/>
          </a:blip>
          <a:stretch>
            <a:fillRect/>
          </a:stretch>
        </p:blipFill>
        <p:spPr>
          <a:xfrm>
            <a:off x="605987" y="4707874"/>
            <a:ext cx="190200" cy="190200"/>
          </a:xfrm>
          <a:prstGeom prst="rect">
            <a:avLst/>
          </a:prstGeom>
          <a:noFill/>
          <a:ln>
            <a:noFill/>
          </a:ln>
        </p:spPr>
      </p:pic>
      <p:pic>
        <p:nvPicPr>
          <p:cNvPr id="14642" name="Google Shape;14642;p254"/>
          <p:cNvPicPr preferRelativeResize="0"/>
          <p:nvPr/>
        </p:nvPicPr>
        <p:blipFill>
          <a:blip r:embed="rId3">
            <a:alphaModFix/>
          </a:blip>
          <a:stretch>
            <a:fillRect/>
          </a:stretch>
        </p:blipFill>
        <p:spPr>
          <a:xfrm>
            <a:off x="627737" y="4296483"/>
            <a:ext cx="146700" cy="146700"/>
          </a:xfrm>
          <a:prstGeom prst="rect">
            <a:avLst/>
          </a:prstGeom>
          <a:noFill/>
          <a:ln>
            <a:noFill/>
          </a:ln>
        </p:spPr>
      </p:pic>
      <p:grpSp>
        <p:nvGrpSpPr>
          <p:cNvPr id="14643" name="Google Shape;14643;p254"/>
          <p:cNvGrpSpPr/>
          <p:nvPr/>
        </p:nvGrpSpPr>
        <p:grpSpPr>
          <a:xfrm>
            <a:off x="521255" y="5985021"/>
            <a:ext cx="359665" cy="471743"/>
            <a:chOff x="168338" y="3891550"/>
            <a:chExt cx="359665" cy="471743"/>
          </a:xfrm>
        </p:grpSpPr>
        <p:cxnSp>
          <p:nvCxnSpPr>
            <p:cNvPr id="14644" name="Google Shape;14644;p254"/>
            <p:cNvCxnSpPr>
              <a:stCxn id="14645" idx="4"/>
            </p:cNvCxnSpPr>
            <p:nvPr/>
          </p:nvCxnSpPr>
          <p:spPr>
            <a:xfrm rot="5400000">
              <a:off x="125438" y="4164693"/>
              <a:ext cx="241500" cy="155700"/>
            </a:xfrm>
            <a:prstGeom prst="bentConnector3">
              <a:avLst>
                <a:gd fmla="val 50000" name="adj1"/>
              </a:avLst>
            </a:prstGeom>
            <a:noFill/>
            <a:ln cap="flat" cmpd="sng" w="9525">
              <a:solidFill>
                <a:srgbClr val="990033"/>
              </a:solidFill>
              <a:prstDash val="dash"/>
              <a:round/>
              <a:headEnd len="sm" w="sm" type="none"/>
              <a:tailEnd len="sm" w="sm" type="none"/>
            </a:ln>
          </p:spPr>
        </p:cxnSp>
        <p:sp>
          <p:nvSpPr>
            <p:cNvPr id="14645" name="Google Shape;14645;p254"/>
            <p:cNvSpPr/>
            <p:nvPr/>
          </p:nvSpPr>
          <p:spPr>
            <a:xfrm>
              <a:off x="241503" y="3891550"/>
              <a:ext cx="286500" cy="192000"/>
            </a:xfrm>
            <a:prstGeom prst="wedgeRectCallout">
              <a:avLst>
                <a:gd fmla="val -21192" name="adj1"/>
                <a:gd fmla="val 69918" name="adj2"/>
              </a:avLst>
            </a:prstGeom>
            <a:solidFill>
              <a:srgbClr val="FFFFCC"/>
            </a:solidFill>
            <a:ln cap="flat" cmpd="sng" w="9525">
              <a:solidFill>
                <a:srgbClr val="990033"/>
              </a:solidFill>
              <a:prstDash val="solid"/>
              <a:round/>
              <a:headEnd len="sm" w="sm" type="none"/>
              <a:tailEnd len="sm" w="sm" type="none"/>
            </a:ln>
          </p:spPr>
          <p:txBody>
            <a:bodyPr anchorCtr="0" anchor="b" bIns="0" lIns="0" spcFirstLastPara="1" rIns="0" wrap="square" tIns="18000">
              <a:noAutofit/>
            </a:bodyPr>
            <a:lstStyle/>
            <a:p>
              <a:pPr indent="0" lvl="0" marL="0" rtl="0" algn="ctr">
                <a:spcBef>
                  <a:spcPts val="0"/>
                </a:spcBef>
                <a:spcAft>
                  <a:spcPts val="0"/>
                </a:spcAft>
                <a:buNone/>
              </a:pPr>
              <a:r>
                <a:rPr lang="es-419" sz="700"/>
                <a:t>&lt;...&gt;</a:t>
              </a:r>
              <a:endParaRPr sz="700"/>
            </a:p>
          </p:txBody>
        </p:sp>
      </p:grpSp>
      <p:grpSp>
        <p:nvGrpSpPr>
          <p:cNvPr id="14646" name="Google Shape;14646;p254"/>
          <p:cNvGrpSpPr/>
          <p:nvPr/>
        </p:nvGrpSpPr>
        <p:grpSpPr>
          <a:xfrm>
            <a:off x="508037" y="3125199"/>
            <a:ext cx="386100" cy="299575"/>
            <a:chOff x="-1238876" y="2158050"/>
            <a:chExt cx="386100" cy="299575"/>
          </a:xfrm>
        </p:grpSpPr>
        <p:cxnSp>
          <p:nvCxnSpPr>
            <p:cNvPr id="14647" name="Google Shape;14647;p254"/>
            <p:cNvCxnSpPr/>
            <p:nvPr/>
          </p:nvCxnSpPr>
          <p:spPr>
            <a:xfrm flipH="1">
              <a:off x="-1221379" y="2158050"/>
              <a:ext cx="268800" cy="152100"/>
            </a:xfrm>
            <a:prstGeom prst="bentConnector3">
              <a:avLst>
                <a:gd fmla="val 50000" name="adj1"/>
              </a:avLst>
            </a:prstGeom>
            <a:noFill/>
            <a:ln cap="flat" cmpd="sng" w="9525">
              <a:solidFill>
                <a:srgbClr val="595959"/>
              </a:solidFill>
              <a:prstDash val="solid"/>
              <a:round/>
              <a:headEnd len="med" w="med" type="none"/>
              <a:tailEnd len="med" w="med" type="stealth"/>
            </a:ln>
          </p:spPr>
        </p:cxnSp>
        <p:sp>
          <p:nvSpPr>
            <p:cNvPr id="14648" name="Google Shape;14648;p254"/>
            <p:cNvSpPr txBox="1"/>
            <p:nvPr/>
          </p:nvSpPr>
          <p:spPr>
            <a:xfrm>
              <a:off x="-1238876" y="2333725"/>
              <a:ext cx="386100" cy="123900"/>
            </a:xfrm>
            <a:prstGeom prst="rect">
              <a:avLst/>
            </a:prstGeom>
            <a:noFill/>
            <a:ln>
              <a:noFill/>
            </a:ln>
          </p:spPr>
          <p:txBody>
            <a:bodyPr anchorCtr="0" anchor="t" bIns="0" lIns="0" spcFirstLastPara="1" rIns="0" wrap="square" tIns="0">
              <a:noAutofit/>
            </a:bodyPr>
            <a:lstStyle/>
            <a:p>
              <a:pPr indent="0" lvl="0" marL="0" rtl="0" algn="l">
                <a:spcBef>
                  <a:spcPts val="0"/>
                </a:spcBef>
                <a:spcAft>
                  <a:spcPts val="0"/>
                </a:spcAft>
                <a:buNone/>
              </a:pPr>
              <a:r>
                <a:rPr lang="es-419" sz="700"/>
                <a:t>&lt;..&gt;</a:t>
              </a:r>
              <a:endParaRPr sz="700"/>
            </a:p>
          </p:txBody>
        </p:sp>
      </p:grpSp>
      <p:grpSp>
        <p:nvGrpSpPr>
          <p:cNvPr id="14649" name="Google Shape;14649;p254"/>
          <p:cNvGrpSpPr/>
          <p:nvPr/>
        </p:nvGrpSpPr>
        <p:grpSpPr>
          <a:xfrm>
            <a:off x="1797453" y="5931843"/>
            <a:ext cx="359665" cy="471743"/>
            <a:chOff x="168338" y="3891550"/>
            <a:chExt cx="359665" cy="471743"/>
          </a:xfrm>
        </p:grpSpPr>
        <p:cxnSp>
          <p:nvCxnSpPr>
            <p:cNvPr id="14650" name="Google Shape;14650;p254"/>
            <p:cNvCxnSpPr>
              <a:stCxn id="14651" idx="4"/>
            </p:cNvCxnSpPr>
            <p:nvPr/>
          </p:nvCxnSpPr>
          <p:spPr>
            <a:xfrm rot="5400000">
              <a:off x="125438" y="4164693"/>
              <a:ext cx="241500" cy="155700"/>
            </a:xfrm>
            <a:prstGeom prst="bentConnector3">
              <a:avLst>
                <a:gd fmla="val 50000" name="adj1"/>
              </a:avLst>
            </a:prstGeom>
            <a:noFill/>
            <a:ln cap="flat" cmpd="sng" w="9525">
              <a:solidFill>
                <a:srgbClr val="990033"/>
              </a:solidFill>
              <a:prstDash val="dash"/>
              <a:round/>
              <a:headEnd len="sm" w="sm" type="none"/>
              <a:tailEnd len="sm" w="sm" type="none"/>
            </a:ln>
          </p:spPr>
        </p:cxnSp>
        <p:sp>
          <p:nvSpPr>
            <p:cNvPr id="14651" name="Google Shape;14651;p254"/>
            <p:cNvSpPr/>
            <p:nvPr/>
          </p:nvSpPr>
          <p:spPr>
            <a:xfrm>
              <a:off x="241503" y="3891550"/>
              <a:ext cx="286500" cy="192000"/>
            </a:xfrm>
            <a:prstGeom prst="wedgeRectCallout">
              <a:avLst>
                <a:gd fmla="val -21192" name="adj1"/>
                <a:gd fmla="val 69918" name="adj2"/>
              </a:avLst>
            </a:prstGeom>
            <a:solidFill>
              <a:srgbClr val="FFFFCC"/>
            </a:solidFill>
            <a:ln cap="flat" cmpd="sng" w="9525">
              <a:solidFill>
                <a:srgbClr val="990033"/>
              </a:solidFill>
              <a:prstDash val="solid"/>
              <a:round/>
              <a:headEnd len="sm" w="sm" type="none"/>
              <a:tailEnd len="sm" w="sm" type="none"/>
            </a:ln>
          </p:spPr>
          <p:txBody>
            <a:bodyPr anchorCtr="0" anchor="b" bIns="0" lIns="0" spcFirstLastPara="1" rIns="0" wrap="square" tIns="18000">
              <a:noAutofit/>
            </a:bodyPr>
            <a:lstStyle/>
            <a:p>
              <a:pPr indent="0" lvl="0" marL="0" rtl="0" algn="ctr">
                <a:spcBef>
                  <a:spcPts val="0"/>
                </a:spcBef>
                <a:spcAft>
                  <a:spcPts val="0"/>
                </a:spcAft>
                <a:buNone/>
              </a:pPr>
              <a:r>
                <a:rPr lang="es-419" sz="700"/>
                <a:t>&lt;...&gt;</a:t>
              </a:r>
              <a:endParaRPr sz="700"/>
            </a:p>
          </p:txBody>
        </p:sp>
      </p:grpSp>
      <p:grpSp>
        <p:nvGrpSpPr>
          <p:cNvPr id="14652" name="Google Shape;14652;p254"/>
          <p:cNvGrpSpPr/>
          <p:nvPr/>
        </p:nvGrpSpPr>
        <p:grpSpPr>
          <a:xfrm>
            <a:off x="1715942" y="5107581"/>
            <a:ext cx="522688" cy="506718"/>
            <a:chOff x="2323550" y="2096250"/>
            <a:chExt cx="522688" cy="648475"/>
          </a:xfrm>
        </p:grpSpPr>
        <p:sp>
          <p:nvSpPr>
            <p:cNvPr id="14653" name="Google Shape;14653;p254"/>
            <p:cNvSpPr/>
            <p:nvPr/>
          </p:nvSpPr>
          <p:spPr>
            <a:xfrm>
              <a:off x="2323550" y="2096250"/>
              <a:ext cx="286500" cy="367500"/>
            </a:xfrm>
            <a:prstGeom prst="wedgeRoundRectCallout">
              <a:avLst>
                <a:gd fmla="val 36634" name="adj1"/>
                <a:gd fmla="val 77667" name="adj2"/>
                <a:gd fmla="val 0" name="adj3"/>
              </a:avLst>
            </a:prstGeom>
            <a:solidFill>
              <a:srgbClr val="CC0000">
                <a:alpha val="15320"/>
              </a:srgbClr>
            </a:solidFill>
            <a:ln cap="flat" cmpd="sng" w="9525">
              <a:solidFill>
                <a:srgbClr val="CC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4" name="Google Shape;14654;p254"/>
            <p:cNvSpPr/>
            <p:nvPr/>
          </p:nvSpPr>
          <p:spPr>
            <a:xfrm>
              <a:off x="2493738" y="2546725"/>
              <a:ext cx="352500" cy="198000"/>
            </a:xfrm>
            <a:prstGeom prst="roundRect">
              <a:avLst>
                <a:gd fmla="val 16667" name="adj"/>
              </a:avLst>
            </a:prstGeom>
            <a:solidFill>
              <a:srgbClr val="FFFFFF">
                <a:alpha val="77480"/>
              </a:srgbClr>
            </a:solidFill>
            <a:ln cap="flat" cmpd="sng" w="9525">
              <a:solidFill>
                <a:srgbClr val="CC0000"/>
              </a:solidFill>
              <a:prstDash val="solid"/>
              <a:round/>
              <a:headEnd len="sm" w="sm" type="none"/>
              <a:tailEnd len="sm" w="sm" type="none"/>
            </a:ln>
          </p:spPr>
          <p:txBody>
            <a:bodyPr anchorCtr="0" anchor="t" bIns="0" lIns="0" spcFirstLastPara="1" rIns="0" wrap="square" tIns="18000">
              <a:noAutofit/>
            </a:bodyPr>
            <a:lstStyle/>
            <a:p>
              <a:pPr indent="0" lvl="0" marL="0" rtl="0" algn="ctr">
                <a:spcBef>
                  <a:spcPts val="0"/>
                </a:spcBef>
                <a:spcAft>
                  <a:spcPts val="0"/>
                </a:spcAft>
                <a:buNone/>
              </a:pPr>
              <a:r>
                <a:rPr lang="es-419" sz="800"/>
                <a:t>&lt;...&gt;</a:t>
              </a:r>
              <a:endParaRPr sz="800"/>
            </a:p>
          </p:txBody>
        </p:sp>
      </p:grpSp>
      <p:grpSp>
        <p:nvGrpSpPr>
          <p:cNvPr id="14655" name="Google Shape;14655;p254"/>
          <p:cNvGrpSpPr/>
          <p:nvPr/>
        </p:nvGrpSpPr>
        <p:grpSpPr>
          <a:xfrm>
            <a:off x="1521285" y="941489"/>
            <a:ext cx="912000" cy="781950"/>
            <a:chOff x="53700" y="449100"/>
            <a:chExt cx="912000" cy="781950"/>
          </a:xfrm>
        </p:grpSpPr>
        <p:pic>
          <p:nvPicPr>
            <p:cNvPr id="14656" name="Google Shape;14656;p254"/>
            <p:cNvPicPr preferRelativeResize="0"/>
            <p:nvPr/>
          </p:nvPicPr>
          <p:blipFill>
            <a:blip r:embed="rId4">
              <a:alphaModFix/>
            </a:blip>
            <a:stretch>
              <a:fillRect/>
            </a:stretch>
          </p:blipFill>
          <p:spPr>
            <a:xfrm>
              <a:off x="282101" y="449103"/>
              <a:ext cx="451796" cy="545996"/>
            </a:xfrm>
            <a:prstGeom prst="rect">
              <a:avLst/>
            </a:prstGeom>
            <a:noFill/>
            <a:ln>
              <a:noFill/>
            </a:ln>
          </p:spPr>
        </p:pic>
        <p:sp>
          <p:nvSpPr>
            <p:cNvPr id="14657" name="Google Shape;14657;p254"/>
            <p:cNvSpPr txBox="1"/>
            <p:nvPr/>
          </p:nvSpPr>
          <p:spPr>
            <a:xfrm>
              <a:off x="282100" y="723325"/>
              <a:ext cx="420600" cy="2781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
          <p:nvSpPr>
            <p:cNvPr id="14658" name="Google Shape;14658;p254"/>
            <p:cNvSpPr txBox="1"/>
            <p:nvPr/>
          </p:nvSpPr>
          <p:spPr>
            <a:xfrm>
              <a:off x="294850" y="449100"/>
              <a:ext cx="420600" cy="2781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
          <p:nvSpPr>
            <p:cNvPr id="14659" name="Google Shape;14659;p254"/>
            <p:cNvSpPr txBox="1"/>
            <p:nvPr/>
          </p:nvSpPr>
          <p:spPr>
            <a:xfrm>
              <a:off x="53700" y="994950"/>
              <a:ext cx="912000" cy="236100"/>
            </a:xfrm>
            <a:prstGeom prst="rect">
              <a:avLst/>
            </a:prstGeom>
            <a:noFill/>
            <a:ln>
              <a:noFill/>
            </a:ln>
          </p:spPr>
          <p:txBody>
            <a:bodyPr anchorCtr="0" anchor="ctr" bIns="0" lIns="0" spcFirstLastPara="1" rIns="0" wrap="square" tIns="0">
              <a:noAutofit/>
            </a:bodyPr>
            <a:lstStyle/>
            <a:p>
              <a:pPr indent="0" lvl="0" marL="0" rtl="0" algn="ctr">
                <a:lnSpc>
                  <a:spcPct val="100000"/>
                </a:lnSpc>
                <a:spcBef>
                  <a:spcPts val="0"/>
                </a:spcBef>
                <a:spcAft>
                  <a:spcPts val="0"/>
                </a:spcAft>
                <a:buNone/>
              </a:pPr>
              <a:r>
                <a:rPr lang="es-419" sz="800"/>
                <a:t>&lt;..&gt;</a:t>
              </a:r>
              <a:endParaRPr sz="800"/>
            </a:p>
          </p:txBody>
        </p:sp>
      </p:grpSp>
      <p:grpSp>
        <p:nvGrpSpPr>
          <p:cNvPr id="14660" name="Google Shape;14660;p254"/>
          <p:cNvGrpSpPr/>
          <p:nvPr/>
        </p:nvGrpSpPr>
        <p:grpSpPr>
          <a:xfrm>
            <a:off x="1774698" y="3766902"/>
            <a:ext cx="405174" cy="394810"/>
            <a:chOff x="282076" y="1560764"/>
            <a:chExt cx="405174" cy="394810"/>
          </a:xfrm>
        </p:grpSpPr>
        <p:cxnSp>
          <p:nvCxnSpPr>
            <p:cNvPr id="14661" name="Google Shape;14661;p254"/>
            <p:cNvCxnSpPr/>
            <p:nvPr/>
          </p:nvCxnSpPr>
          <p:spPr>
            <a:xfrm flipH="1">
              <a:off x="289450" y="1670950"/>
              <a:ext cx="397800" cy="155100"/>
            </a:xfrm>
            <a:prstGeom prst="bentConnector3">
              <a:avLst>
                <a:gd fmla="val 50000" name="adj1"/>
              </a:avLst>
            </a:prstGeom>
            <a:noFill/>
            <a:ln cap="flat" cmpd="sng" w="19050">
              <a:solidFill>
                <a:srgbClr val="595959"/>
              </a:solidFill>
              <a:prstDash val="solid"/>
              <a:round/>
              <a:headEnd len="med" w="med" type="none"/>
              <a:tailEnd len="med" w="med" type="none"/>
            </a:ln>
          </p:spPr>
        </p:cxnSp>
        <p:sp>
          <p:nvSpPr>
            <p:cNvPr id="14662" name="Google Shape;14662;p254"/>
            <p:cNvSpPr txBox="1"/>
            <p:nvPr/>
          </p:nvSpPr>
          <p:spPr>
            <a:xfrm>
              <a:off x="282076" y="1831674"/>
              <a:ext cx="359700" cy="123900"/>
            </a:xfrm>
            <a:prstGeom prst="rect">
              <a:avLst/>
            </a:prstGeom>
            <a:noFill/>
            <a:ln>
              <a:noFill/>
            </a:ln>
          </p:spPr>
          <p:txBody>
            <a:bodyPr anchorCtr="0" anchor="t" bIns="0" lIns="0" spcFirstLastPara="1" rIns="0" wrap="square" tIns="0">
              <a:noAutofit/>
            </a:bodyPr>
            <a:lstStyle/>
            <a:p>
              <a:pPr indent="0" lvl="0" marL="0" rtl="0" algn="l">
                <a:spcBef>
                  <a:spcPts val="0"/>
                </a:spcBef>
                <a:spcAft>
                  <a:spcPts val="0"/>
                </a:spcAft>
                <a:buNone/>
              </a:pPr>
              <a:r>
                <a:rPr lang="es-419" sz="700"/>
                <a:t>[n] &lt;...&gt;</a:t>
              </a:r>
              <a:endParaRPr sz="700"/>
            </a:p>
          </p:txBody>
        </p:sp>
        <p:sp>
          <p:nvSpPr>
            <p:cNvPr id="14663" name="Google Shape;14663;p254"/>
            <p:cNvSpPr txBox="1"/>
            <p:nvPr/>
          </p:nvSpPr>
          <p:spPr>
            <a:xfrm>
              <a:off x="308499" y="1560764"/>
              <a:ext cx="359700" cy="111300"/>
            </a:xfrm>
            <a:prstGeom prst="rect">
              <a:avLst/>
            </a:prstGeom>
            <a:noFill/>
            <a:ln>
              <a:noFill/>
            </a:ln>
          </p:spPr>
          <p:txBody>
            <a:bodyPr anchorCtr="0" anchor="t" bIns="0" lIns="0" spcFirstLastPara="1" rIns="0" wrap="square" tIns="0">
              <a:noAutofit/>
            </a:bodyPr>
            <a:lstStyle/>
            <a:p>
              <a:pPr indent="0" lvl="0" marL="0" marR="0" rtl="0" algn="l">
                <a:lnSpc>
                  <a:spcPct val="100000"/>
                </a:lnSpc>
                <a:spcBef>
                  <a:spcPts val="0"/>
                </a:spcBef>
                <a:spcAft>
                  <a:spcPts val="0"/>
                </a:spcAft>
                <a:buNone/>
              </a:pPr>
              <a:r>
                <a:rPr lang="es-419" sz="700"/>
                <a:t>[1] &lt;...&gt;</a:t>
              </a:r>
              <a:endParaRPr sz="700"/>
            </a:p>
          </p:txBody>
        </p:sp>
      </p:grpSp>
      <p:cxnSp>
        <p:nvCxnSpPr>
          <p:cNvPr id="14664" name="Google Shape;14664;p254"/>
          <p:cNvCxnSpPr/>
          <p:nvPr/>
        </p:nvCxnSpPr>
        <p:spPr>
          <a:xfrm flipH="1" rot="10800000">
            <a:off x="1815585" y="4563581"/>
            <a:ext cx="323400" cy="148200"/>
          </a:xfrm>
          <a:prstGeom prst="bentConnector3">
            <a:avLst>
              <a:gd fmla="val 50000" name="adj1"/>
            </a:avLst>
          </a:prstGeom>
          <a:noFill/>
          <a:ln cap="flat" cmpd="sng" w="19050">
            <a:solidFill>
              <a:srgbClr val="595959"/>
            </a:solidFill>
            <a:prstDash val="solid"/>
            <a:round/>
            <a:headEnd len="med" w="med" type="none"/>
            <a:tailEnd len="med" w="med" type="triangle"/>
          </a:ln>
        </p:spPr>
      </p:cxnSp>
      <p:grpSp>
        <p:nvGrpSpPr>
          <p:cNvPr id="14665" name="Google Shape;14665;p254"/>
          <p:cNvGrpSpPr/>
          <p:nvPr/>
        </p:nvGrpSpPr>
        <p:grpSpPr>
          <a:xfrm>
            <a:off x="1422435" y="1951159"/>
            <a:ext cx="1109700" cy="702700"/>
            <a:chOff x="2659850" y="966500"/>
            <a:chExt cx="1109700" cy="702700"/>
          </a:xfrm>
        </p:grpSpPr>
        <p:pic>
          <p:nvPicPr>
            <p:cNvPr id="14666" name="Google Shape;14666;p254"/>
            <p:cNvPicPr preferRelativeResize="0"/>
            <p:nvPr/>
          </p:nvPicPr>
          <p:blipFill rotWithShape="1">
            <a:blip r:embed="rId5">
              <a:alphaModFix/>
            </a:blip>
            <a:srcRect b="2700" l="0" r="0" t="1201"/>
            <a:stretch/>
          </p:blipFill>
          <p:spPr>
            <a:xfrm>
              <a:off x="3000800" y="966500"/>
              <a:ext cx="434250" cy="412850"/>
            </a:xfrm>
            <a:prstGeom prst="rect">
              <a:avLst/>
            </a:prstGeom>
            <a:noFill/>
            <a:ln>
              <a:noFill/>
            </a:ln>
          </p:spPr>
        </p:pic>
        <p:sp>
          <p:nvSpPr>
            <p:cNvPr id="14667" name="Google Shape;14667;p254"/>
            <p:cNvSpPr txBox="1"/>
            <p:nvPr/>
          </p:nvSpPr>
          <p:spPr>
            <a:xfrm>
              <a:off x="2659850" y="1384500"/>
              <a:ext cx="1109700" cy="2847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0"/>
                </a:spcAft>
                <a:buNone/>
              </a:pPr>
              <a:r>
                <a:rPr lang="es-419" sz="800"/>
                <a:t>&lt;...&gt;</a:t>
              </a:r>
              <a:endParaRPr sz="800"/>
            </a:p>
          </p:txBody>
        </p:sp>
        <p:sp>
          <p:nvSpPr>
            <p:cNvPr id="14668" name="Google Shape;14668;p254"/>
            <p:cNvSpPr txBox="1"/>
            <p:nvPr/>
          </p:nvSpPr>
          <p:spPr>
            <a:xfrm>
              <a:off x="3036600" y="970050"/>
              <a:ext cx="351000" cy="2067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
          <p:nvSpPr>
            <p:cNvPr id="14669" name="Google Shape;14669;p254"/>
            <p:cNvSpPr txBox="1"/>
            <p:nvPr/>
          </p:nvSpPr>
          <p:spPr>
            <a:xfrm>
              <a:off x="3036700" y="1176625"/>
              <a:ext cx="351000" cy="1935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70" name="Google Shape;14670;p254"/>
          <p:cNvGrpSpPr/>
          <p:nvPr/>
        </p:nvGrpSpPr>
        <p:grpSpPr>
          <a:xfrm>
            <a:off x="2986981" y="5214914"/>
            <a:ext cx="522688" cy="506718"/>
            <a:chOff x="2323550" y="2096250"/>
            <a:chExt cx="522688" cy="648475"/>
          </a:xfrm>
        </p:grpSpPr>
        <p:sp>
          <p:nvSpPr>
            <p:cNvPr id="14671" name="Google Shape;14671;p254"/>
            <p:cNvSpPr/>
            <p:nvPr/>
          </p:nvSpPr>
          <p:spPr>
            <a:xfrm>
              <a:off x="2323550" y="2096250"/>
              <a:ext cx="286500" cy="367500"/>
            </a:xfrm>
            <a:prstGeom prst="wedgeRoundRectCallout">
              <a:avLst>
                <a:gd fmla="val 36634" name="adj1"/>
                <a:gd fmla="val 77667" name="adj2"/>
                <a:gd fmla="val 0" name="adj3"/>
              </a:avLst>
            </a:prstGeom>
            <a:solidFill>
              <a:srgbClr val="CC0000">
                <a:alpha val="15320"/>
              </a:srgbClr>
            </a:solidFill>
            <a:ln cap="flat" cmpd="sng" w="9525">
              <a:solidFill>
                <a:srgbClr val="CC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2" name="Google Shape;14672;p254"/>
            <p:cNvSpPr/>
            <p:nvPr/>
          </p:nvSpPr>
          <p:spPr>
            <a:xfrm>
              <a:off x="2493738" y="2546725"/>
              <a:ext cx="352500" cy="198000"/>
            </a:xfrm>
            <a:prstGeom prst="roundRect">
              <a:avLst>
                <a:gd fmla="val 16667" name="adj"/>
              </a:avLst>
            </a:prstGeom>
            <a:solidFill>
              <a:srgbClr val="FFFFFF">
                <a:alpha val="77480"/>
              </a:srgbClr>
            </a:solidFill>
            <a:ln cap="flat" cmpd="sng" w="9525">
              <a:solidFill>
                <a:srgbClr val="CC0000"/>
              </a:solidFill>
              <a:prstDash val="solid"/>
              <a:round/>
              <a:headEnd len="sm" w="sm" type="none"/>
              <a:tailEnd len="sm" w="sm" type="none"/>
            </a:ln>
          </p:spPr>
          <p:txBody>
            <a:bodyPr anchorCtr="0" anchor="t" bIns="0" lIns="0" spcFirstLastPara="1" rIns="0" wrap="square" tIns="18000">
              <a:noAutofit/>
            </a:bodyPr>
            <a:lstStyle/>
            <a:p>
              <a:pPr indent="0" lvl="0" marL="0" rtl="0" algn="ctr">
                <a:spcBef>
                  <a:spcPts val="0"/>
                </a:spcBef>
                <a:spcAft>
                  <a:spcPts val="0"/>
                </a:spcAft>
                <a:buNone/>
              </a:pPr>
              <a:r>
                <a:rPr lang="es-419" sz="800"/>
                <a:t>&lt;...&gt;</a:t>
              </a:r>
              <a:endParaRPr sz="800"/>
            </a:p>
          </p:txBody>
        </p:sp>
      </p:grpSp>
      <p:cxnSp>
        <p:nvCxnSpPr>
          <p:cNvPr id="14673" name="Google Shape;14673;p254"/>
          <p:cNvCxnSpPr/>
          <p:nvPr/>
        </p:nvCxnSpPr>
        <p:spPr>
          <a:xfrm flipH="1" rot="10800000">
            <a:off x="3086625" y="3487563"/>
            <a:ext cx="323400" cy="148200"/>
          </a:xfrm>
          <a:prstGeom prst="bentConnector3">
            <a:avLst>
              <a:gd fmla="val 50000" name="adj1"/>
            </a:avLst>
          </a:prstGeom>
          <a:noFill/>
          <a:ln cap="flat" cmpd="sng" w="19050">
            <a:solidFill>
              <a:srgbClr val="595959"/>
            </a:solidFill>
            <a:prstDash val="solid"/>
            <a:round/>
            <a:headEnd len="med" w="med" type="none"/>
            <a:tailEnd len="med" w="med" type="triangle"/>
          </a:ln>
        </p:spPr>
      </p:cxnSp>
      <p:grpSp>
        <p:nvGrpSpPr>
          <p:cNvPr id="14674" name="Google Shape;14674;p254"/>
          <p:cNvGrpSpPr/>
          <p:nvPr/>
        </p:nvGrpSpPr>
        <p:grpSpPr>
          <a:xfrm>
            <a:off x="3068492" y="4231076"/>
            <a:ext cx="359665" cy="471743"/>
            <a:chOff x="168338" y="3891550"/>
            <a:chExt cx="359665" cy="471743"/>
          </a:xfrm>
        </p:grpSpPr>
        <p:cxnSp>
          <p:nvCxnSpPr>
            <p:cNvPr id="14675" name="Google Shape;14675;p254"/>
            <p:cNvCxnSpPr>
              <a:stCxn id="14676" idx="4"/>
            </p:cNvCxnSpPr>
            <p:nvPr/>
          </p:nvCxnSpPr>
          <p:spPr>
            <a:xfrm rot="5400000">
              <a:off x="125438" y="4164693"/>
              <a:ext cx="241500" cy="155700"/>
            </a:xfrm>
            <a:prstGeom prst="bentConnector3">
              <a:avLst>
                <a:gd fmla="val 50000" name="adj1"/>
              </a:avLst>
            </a:prstGeom>
            <a:noFill/>
            <a:ln cap="flat" cmpd="sng" w="9525">
              <a:solidFill>
                <a:srgbClr val="990033"/>
              </a:solidFill>
              <a:prstDash val="dash"/>
              <a:round/>
              <a:headEnd len="sm" w="sm" type="none"/>
              <a:tailEnd len="sm" w="sm" type="none"/>
            </a:ln>
          </p:spPr>
        </p:cxnSp>
        <p:sp>
          <p:nvSpPr>
            <p:cNvPr id="14676" name="Google Shape;14676;p254"/>
            <p:cNvSpPr/>
            <p:nvPr/>
          </p:nvSpPr>
          <p:spPr>
            <a:xfrm>
              <a:off x="241503" y="3891550"/>
              <a:ext cx="286500" cy="192000"/>
            </a:xfrm>
            <a:prstGeom prst="wedgeRectCallout">
              <a:avLst>
                <a:gd fmla="val -21192" name="adj1"/>
                <a:gd fmla="val 69918" name="adj2"/>
              </a:avLst>
            </a:prstGeom>
            <a:solidFill>
              <a:srgbClr val="FFFFCC"/>
            </a:solidFill>
            <a:ln cap="flat" cmpd="sng" w="9525">
              <a:solidFill>
                <a:srgbClr val="990033"/>
              </a:solidFill>
              <a:prstDash val="solid"/>
              <a:round/>
              <a:headEnd len="sm" w="sm" type="none"/>
              <a:tailEnd len="sm" w="sm" type="none"/>
            </a:ln>
          </p:spPr>
          <p:txBody>
            <a:bodyPr anchorCtr="0" anchor="b" bIns="0" lIns="0" spcFirstLastPara="1" rIns="0" wrap="square" tIns="18000">
              <a:noAutofit/>
            </a:bodyPr>
            <a:lstStyle/>
            <a:p>
              <a:pPr indent="0" lvl="0" marL="0" rtl="0" algn="ctr">
                <a:spcBef>
                  <a:spcPts val="0"/>
                </a:spcBef>
                <a:spcAft>
                  <a:spcPts val="0"/>
                </a:spcAft>
                <a:buNone/>
              </a:pPr>
              <a:r>
                <a:rPr lang="es-419" sz="700"/>
                <a:t>&lt;...&gt;</a:t>
              </a:r>
              <a:endParaRPr sz="700"/>
            </a:p>
          </p:txBody>
        </p:sp>
      </p:grpSp>
      <p:grpSp>
        <p:nvGrpSpPr>
          <p:cNvPr id="14677" name="Google Shape;14677;p254"/>
          <p:cNvGrpSpPr/>
          <p:nvPr/>
        </p:nvGrpSpPr>
        <p:grpSpPr>
          <a:xfrm>
            <a:off x="3045738" y="2656139"/>
            <a:ext cx="405174" cy="394810"/>
            <a:chOff x="282076" y="1560764"/>
            <a:chExt cx="405174" cy="394810"/>
          </a:xfrm>
        </p:grpSpPr>
        <p:cxnSp>
          <p:nvCxnSpPr>
            <p:cNvPr id="14678" name="Google Shape;14678;p254"/>
            <p:cNvCxnSpPr/>
            <p:nvPr/>
          </p:nvCxnSpPr>
          <p:spPr>
            <a:xfrm flipH="1">
              <a:off x="289450" y="1670950"/>
              <a:ext cx="397800" cy="155100"/>
            </a:xfrm>
            <a:prstGeom prst="bentConnector3">
              <a:avLst>
                <a:gd fmla="val 50000" name="adj1"/>
              </a:avLst>
            </a:prstGeom>
            <a:noFill/>
            <a:ln cap="flat" cmpd="sng" w="19050">
              <a:solidFill>
                <a:srgbClr val="595959"/>
              </a:solidFill>
              <a:prstDash val="solid"/>
              <a:round/>
              <a:headEnd len="med" w="med" type="none"/>
              <a:tailEnd len="med" w="med" type="none"/>
            </a:ln>
          </p:spPr>
        </p:cxnSp>
        <p:sp>
          <p:nvSpPr>
            <p:cNvPr id="14679" name="Google Shape;14679;p254"/>
            <p:cNvSpPr txBox="1"/>
            <p:nvPr/>
          </p:nvSpPr>
          <p:spPr>
            <a:xfrm>
              <a:off x="282076" y="1831674"/>
              <a:ext cx="359700" cy="123900"/>
            </a:xfrm>
            <a:prstGeom prst="rect">
              <a:avLst/>
            </a:prstGeom>
            <a:noFill/>
            <a:ln>
              <a:noFill/>
            </a:ln>
          </p:spPr>
          <p:txBody>
            <a:bodyPr anchorCtr="0" anchor="t" bIns="0" lIns="0" spcFirstLastPara="1" rIns="0" wrap="square" tIns="0">
              <a:noAutofit/>
            </a:bodyPr>
            <a:lstStyle/>
            <a:p>
              <a:pPr indent="0" lvl="0" marL="0" rtl="0" algn="l">
                <a:spcBef>
                  <a:spcPts val="0"/>
                </a:spcBef>
                <a:spcAft>
                  <a:spcPts val="0"/>
                </a:spcAft>
                <a:buNone/>
              </a:pPr>
              <a:r>
                <a:rPr lang="es-419" sz="700"/>
                <a:t>[n] &lt;...&gt;</a:t>
              </a:r>
              <a:endParaRPr sz="700"/>
            </a:p>
          </p:txBody>
        </p:sp>
        <p:sp>
          <p:nvSpPr>
            <p:cNvPr id="14680" name="Google Shape;14680;p254"/>
            <p:cNvSpPr txBox="1"/>
            <p:nvPr/>
          </p:nvSpPr>
          <p:spPr>
            <a:xfrm>
              <a:off x="308499" y="1560764"/>
              <a:ext cx="359700" cy="111300"/>
            </a:xfrm>
            <a:prstGeom prst="rect">
              <a:avLst/>
            </a:prstGeom>
            <a:noFill/>
            <a:ln>
              <a:noFill/>
            </a:ln>
          </p:spPr>
          <p:txBody>
            <a:bodyPr anchorCtr="0" anchor="t" bIns="0" lIns="0" spcFirstLastPara="1" rIns="0" wrap="square" tIns="0">
              <a:noAutofit/>
            </a:bodyPr>
            <a:lstStyle/>
            <a:p>
              <a:pPr indent="0" lvl="0" marL="0" marR="0" rtl="0" algn="l">
                <a:lnSpc>
                  <a:spcPct val="100000"/>
                </a:lnSpc>
                <a:spcBef>
                  <a:spcPts val="0"/>
                </a:spcBef>
                <a:spcAft>
                  <a:spcPts val="0"/>
                </a:spcAft>
                <a:buNone/>
              </a:pPr>
              <a:r>
                <a:rPr lang="es-419" sz="700"/>
                <a:t>[1] &lt;...&gt;</a:t>
              </a:r>
              <a:endParaRPr sz="700"/>
            </a:p>
          </p:txBody>
        </p:sp>
      </p:grpSp>
      <p:grpSp>
        <p:nvGrpSpPr>
          <p:cNvPr id="14681" name="Google Shape;14681;p254"/>
          <p:cNvGrpSpPr/>
          <p:nvPr/>
        </p:nvGrpSpPr>
        <p:grpSpPr>
          <a:xfrm>
            <a:off x="4003943" y="2181750"/>
            <a:ext cx="1030800" cy="574313"/>
            <a:chOff x="2166675" y="1113275"/>
            <a:chExt cx="1030800" cy="574313"/>
          </a:xfrm>
        </p:grpSpPr>
        <p:pic>
          <p:nvPicPr>
            <p:cNvPr id="14682" name="Google Shape;14682;p254"/>
            <p:cNvPicPr preferRelativeResize="0"/>
            <p:nvPr/>
          </p:nvPicPr>
          <p:blipFill>
            <a:blip r:embed="rId6">
              <a:alphaModFix/>
            </a:blip>
            <a:stretch>
              <a:fillRect/>
            </a:stretch>
          </p:blipFill>
          <p:spPr>
            <a:xfrm>
              <a:off x="2445938" y="1113275"/>
              <a:ext cx="472264" cy="249625"/>
            </a:xfrm>
            <a:prstGeom prst="rect">
              <a:avLst/>
            </a:prstGeom>
            <a:noFill/>
            <a:ln>
              <a:noFill/>
            </a:ln>
          </p:spPr>
        </p:pic>
        <p:sp>
          <p:nvSpPr>
            <p:cNvPr id="14683" name="Google Shape;14683;p254"/>
            <p:cNvSpPr txBox="1"/>
            <p:nvPr/>
          </p:nvSpPr>
          <p:spPr>
            <a:xfrm>
              <a:off x="2479675" y="1128725"/>
              <a:ext cx="407100" cy="981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
          <p:nvSpPr>
            <p:cNvPr id="14684" name="Google Shape;14684;p254"/>
            <p:cNvSpPr txBox="1"/>
            <p:nvPr/>
          </p:nvSpPr>
          <p:spPr>
            <a:xfrm>
              <a:off x="2479675" y="1245900"/>
              <a:ext cx="407100" cy="981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
          <p:nvSpPr>
            <p:cNvPr id="14685" name="Google Shape;14685;p254"/>
            <p:cNvSpPr txBox="1"/>
            <p:nvPr/>
          </p:nvSpPr>
          <p:spPr>
            <a:xfrm>
              <a:off x="2166675" y="1394188"/>
              <a:ext cx="1030800" cy="2934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lang="es-419" sz="800"/>
                <a:t>&lt;..&gt;</a:t>
              </a:r>
              <a:endParaRPr sz="800"/>
            </a:p>
          </p:txBody>
        </p:sp>
      </p:grpSp>
      <p:grpSp>
        <p:nvGrpSpPr>
          <p:cNvPr id="14686" name="Google Shape;14686;p254"/>
          <p:cNvGrpSpPr/>
          <p:nvPr/>
        </p:nvGrpSpPr>
        <p:grpSpPr>
          <a:xfrm>
            <a:off x="4257999" y="4990363"/>
            <a:ext cx="522688" cy="506718"/>
            <a:chOff x="2323550" y="2096250"/>
            <a:chExt cx="522688" cy="648475"/>
          </a:xfrm>
        </p:grpSpPr>
        <p:sp>
          <p:nvSpPr>
            <p:cNvPr id="14687" name="Google Shape;14687;p254"/>
            <p:cNvSpPr/>
            <p:nvPr/>
          </p:nvSpPr>
          <p:spPr>
            <a:xfrm>
              <a:off x="2323550" y="2096250"/>
              <a:ext cx="286500" cy="367500"/>
            </a:xfrm>
            <a:prstGeom prst="wedgeRoundRectCallout">
              <a:avLst>
                <a:gd fmla="val 36634" name="adj1"/>
                <a:gd fmla="val 77667" name="adj2"/>
                <a:gd fmla="val 0" name="adj3"/>
              </a:avLst>
            </a:prstGeom>
            <a:solidFill>
              <a:srgbClr val="CC0000">
                <a:alpha val="15320"/>
              </a:srgbClr>
            </a:solidFill>
            <a:ln cap="flat" cmpd="sng" w="9525">
              <a:solidFill>
                <a:srgbClr val="CC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8" name="Google Shape;14688;p254"/>
            <p:cNvSpPr/>
            <p:nvPr/>
          </p:nvSpPr>
          <p:spPr>
            <a:xfrm>
              <a:off x="2493738" y="2546725"/>
              <a:ext cx="352500" cy="198000"/>
            </a:xfrm>
            <a:prstGeom prst="roundRect">
              <a:avLst>
                <a:gd fmla="val 16667" name="adj"/>
              </a:avLst>
            </a:prstGeom>
            <a:solidFill>
              <a:srgbClr val="FFFFFF">
                <a:alpha val="77480"/>
              </a:srgbClr>
            </a:solidFill>
            <a:ln cap="flat" cmpd="sng" w="9525">
              <a:solidFill>
                <a:srgbClr val="CC0000"/>
              </a:solidFill>
              <a:prstDash val="solid"/>
              <a:round/>
              <a:headEnd len="sm" w="sm" type="none"/>
              <a:tailEnd len="sm" w="sm" type="none"/>
            </a:ln>
          </p:spPr>
          <p:txBody>
            <a:bodyPr anchorCtr="0" anchor="t" bIns="0" lIns="0" spcFirstLastPara="1" rIns="0" wrap="square" tIns="18000">
              <a:noAutofit/>
            </a:bodyPr>
            <a:lstStyle/>
            <a:p>
              <a:pPr indent="0" lvl="0" marL="0" rtl="0" algn="ctr">
                <a:spcBef>
                  <a:spcPts val="0"/>
                </a:spcBef>
                <a:spcAft>
                  <a:spcPts val="0"/>
                </a:spcAft>
                <a:buNone/>
              </a:pPr>
              <a:r>
                <a:rPr lang="es-419" sz="800"/>
                <a:t>&lt;...&gt;</a:t>
              </a:r>
              <a:endParaRPr sz="800"/>
            </a:p>
          </p:txBody>
        </p:sp>
      </p:grpSp>
      <p:grpSp>
        <p:nvGrpSpPr>
          <p:cNvPr id="14689" name="Google Shape;14689;p254"/>
          <p:cNvGrpSpPr/>
          <p:nvPr/>
        </p:nvGrpSpPr>
        <p:grpSpPr>
          <a:xfrm>
            <a:off x="4258043" y="3028863"/>
            <a:ext cx="522600" cy="249625"/>
            <a:chOff x="140438" y="2815488"/>
            <a:chExt cx="522600" cy="249625"/>
          </a:xfrm>
        </p:grpSpPr>
        <p:cxnSp>
          <p:nvCxnSpPr>
            <p:cNvPr id="14690" name="Google Shape;14690;p254"/>
            <p:cNvCxnSpPr/>
            <p:nvPr/>
          </p:nvCxnSpPr>
          <p:spPr>
            <a:xfrm flipH="1">
              <a:off x="203437" y="2815488"/>
              <a:ext cx="396600" cy="157800"/>
            </a:xfrm>
            <a:prstGeom prst="straightConnector1">
              <a:avLst/>
            </a:prstGeom>
            <a:noFill/>
            <a:ln cap="flat" cmpd="sng" w="9525">
              <a:solidFill>
                <a:srgbClr val="990033"/>
              </a:solidFill>
              <a:prstDash val="dot"/>
              <a:round/>
              <a:headEnd len="med" w="med" type="none"/>
              <a:tailEnd len="med" w="med" type="stealth"/>
            </a:ln>
          </p:spPr>
        </p:cxnSp>
        <p:sp>
          <p:nvSpPr>
            <p:cNvPr id="14691" name="Google Shape;14691;p254"/>
            <p:cNvSpPr txBox="1"/>
            <p:nvPr/>
          </p:nvSpPr>
          <p:spPr>
            <a:xfrm>
              <a:off x="140438" y="2941213"/>
              <a:ext cx="522600" cy="1239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0"/>
                </a:spcAft>
                <a:buNone/>
              </a:pPr>
              <a:r>
                <a:rPr lang="es-419" sz="700"/>
                <a:t>&lt;&lt;include&gt;&gt;</a:t>
              </a:r>
              <a:endParaRPr sz="700"/>
            </a:p>
          </p:txBody>
        </p:sp>
      </p:grpSp>
      <p:cxnSp>
        <p:nvCxnSpPr>
          <p:cNvPr id="14692" name="Google Shape;14692;p254"/>
          <p:cNvCxnSpPr/>
          <p:nvPr/>
        </p:nvCxnSpPr>
        <p:spPr>
          <a:xfrm flipH="1">
            <a:off x="4357643" y="4378150"/>
            <a:ext cx="323400" cy="121200"/>
          </a:xfrm>
          <a:prstGeom prst="bentConnector3">
            <a:avLst>
              <a:gd fmla="val 50000" name="adj1"/>
            </a:avLst>
          </a:prstGeom>
          <a:noFill/>
          <a:ln cap="flat" cmpd="sng" w="9525">
            <a:solidFill>
              <a:srgbClr val="990033"/>
            </a:solidFill>
            <a:prstDash val="solid"/>
            <a:round/>
            <a:headEnd len="med" w="med" type="none"/>
            <a:tailEnd len="med" w="med" type="stealth"/>
          </a:ln>
        </p:spPr>
      </p:cxnSp>
      <p:grpSp>
        <p:nvGrpSpPr>
          <p:cNvPr id="14693" name="Google Shape;14693;p254"/>
          <p:cNvGrpSpPr/>
          <p:nvPr/>
        </p:nvGrpSpPr>
        <p:grpSpPr>
          <a:xfrm>
            <a:off x="4339511" y="5835700"/>
            <a:ext cx="359665" cy="471743"/>
            <a:chOff x="168338" y="3891550"/>
            <a:chExt cx="359665" cy="471743"/>
          </a:xfrm>
        </p:grpSpPr>
        <p:cxnSp>
          <p:nvCxnSpPr>
            <p:cNvPr id="14694" name="Google Shape;14694;p254"/>
            <p:cNvCxnSpPr>
              <a:stCxn id="14695" idx="4"/>
            </p:cNvCxnSpPr>
            <p:nvPr/>
          </p:nvCxnSpPr>
          <p:spPr>
            <a:xfrm rot="5400000">
              <a:off x="125438" y="4164693"/>
              <a:ext cx="241500" cy="155700"/>
            </a:xfrm>
            <a:prstGeom prst="bentConnector3">
              <a:avLst>
                <a:gd fmla="val 50000" name="adj1"/>
              </a:avLst>
            </a:prstGeom>
            <a:noFill/>
            <a:ln cap="flat" cmpd="sng" w="9525">
              <a:solidFill>
                <a:srgbClr val="990033"/>
              </a:solidFill>
              <a:prstDash val="dash"/>
              <a:round/>
              <a:headEnd len="sm" w="sm" type="none"/>
              <a:tailEnd len="sm" w="sm" type="none"/>
            </a:ln>
          </p:spPr>
        </p:cxnSp>
        <p:sp>
          <p:nvSpPr>
            <p:cNvPr id="14695" name="Google Shape;14695;p254"/>
            <p:cNvSpPr/>
            <p:nvPr/>
          </p:nvSpPr>
          <p:spPr>
            <a:xfrm>
              <a:off x="241503" y="3891550"/>
              <a:ext cx="286500" cy="192000"/>
            </a:xfrm>
            <a:prstGeom prst="wedgeRectCallout">
              <a:avLst>
                <a:gd fmla="val -21192" name="adj1"/>
                <a:gd fmla="val 69918" name="adj2"/>
              </a:avLst>
            </a:prstGeom>
            <a:solidFill>
              <a:srgbClr val="FFFFCC"/>
            </a:solidFill>
            <a:ln cap="flat" cmpd="sng" w="9525">
              <a:solidFill>
                <a:srgbClr val="990033"/>
              </a:solidFill>
              <a:prstDash val="solid"/>
              <a:round/>
              <a:headEnd len="sm" w="sm" type="none"/>
              <a:tailEnd len="sm" w="sm" type="none"/>
            </a:ln>
          </p:spPr>
          <p:txBody>
            <a:bodyPr anchorCtr="0" anchor="b" bIns="0" lIns="0" spcFirstLastPara="1" rIns="0" wrap="square" tIns="18000">
              <a:noAutofit/>
            </a:bodyPr>
            <a:lstStyle/>
            <a:p>
              <a:pPr indent="0" lvl="0" marL="0" rtl="0" algn="ctr">
                <a:spcBef>
                  <a:spcPts val="0"/>
                </a:spcBef>
                <a:spcAft>
                  <a:spcPts val="0"/>
                </a:spcAft>
                <a:buNone/>
              </a:pPr>
              <a:r>
                <a:rPr lang="es-419" sz="700"/>
                <a:t>&lt;...&gt;</a:t>
              </a:r>
              <a:endParaRPr sz="700"/>
            </a:p>
          </p:txBody>
        </p:sp>
      </p:grpSp>
      <p:grpSp>
        <p:nvGrpSpPr>
          <p:cNvPr id="14696" name="Google Shape;14696;p254"/>
          <p:cNvGrpSpPr/>
          <p:nvPr/>
        </p:nvGrpSpPr>
        <p:grpSpPr>
          <a:xfrm>
            <a:off x="4063343" y="1177500"/>
            <a:ext cx="912000" cy="715400"/>
            <a:chOff x="1163975" y="697425"/>
            <a:chExt cx="912000" cy="715400"/>
          </a:xfrm>
        </p:grpSpPr>
        <p:pic>
          <p:nvPicPr>
            <p:cNvPr id="14697" name="Google Shape;14697;p254"/>
            <p:cNvPicPr preferRelativeResize="0"/>
            <p:nvPr/>
          </p:nvPicPr>
          <p:blipFill>
            <a:blip r:embed="rId7">
              <a:alphaModFix/>
            </a:blip>
            <a:stretch>
              <a:fillRect/>
            </a:stretch>
          </p:blipFill>
          <p:spPr>
            <a:xfrm>
              <a:off x="1443763" y="697425"/>
              <a:ext cx="352425" cy="485775"/>
            </a:xfrm>
            <a:prstGeom prst="rect">
              <a:avLst/>
            </a:prstGeom>
            <a:noFill/>
            <a:ln>
              <a:noFill/>
            </a:ln>
          </p:spPr>
        </p:pic>
        <p:sp>
          <p:nvSpPr>
            <p:cNvPr id="14698" name="Google Shape;14698;p254"/>
            <p:cNvSpPr txBox="1"/>
            <p:nvPr/>
          </p:nvSpPr>
          <p:spPr>
            <a:xfrm>
              <a:off x="1441625" y="697425"/>
              <a:ext cx="369300" cy="2496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
          <p:nvSpPr>
            <p:cNvPr id="14699" name="Google Shape;14699;p254"/>
            <p:cNvSpPr txBox="1"/>
            <p:nvPr/>
          </p:nvSpPr>
          <p:spPr>
            <a:xfrm>
              <a:off x="1443775" y="947100"/>
              <a:ext cx="369300" cy="2361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
          <p:nvSpPr>
            <p:cNvPr id="14700" name="Google Shape;14700;p254"/>
            <p:cNvSpPr txBox="1"/>
            <p:nvPr/>
          </p:nvSpPr>
          <p:spPr>
            <a:xfrm>
              <a:off x="1163975" y="1176725"/>
              <a:ext cx="912000" cy="236100"/>
            </a:xfrm>
            <a:prstGeom prst="rect">
              <a:avLst/>
            </a:prstGeom>
            <a:noFill/>
            <a:ln>
              <a:noFill/>
            </a:ln>
          </p:spPr>
          <p:txBody>
            <a:bodyPr anchorCtr="0" anchor="ctr" bIns="0" lIns="0" spcFirstLastPara="1" rIns="0" wrap="square" tIns="0">
              <a:noAutofit/>
            </a:bodyPr>
            <a:lstStyle/>
            <a:p>
              <a:pPr indent="0" lvl="0" marL="0" rtl="0" algn="ctr">
                <a:lnSpc>
                  <a:spcPct val="100000"/>
                </a:lnSpc>
                <a:spcBef>
                  <a:spcPts val="0"/>
                </a:spcBef>
                <a:spcAft>
                  <a:spcPts val="0"/>
                </a:spcAft>
                <a:buNone/>
              </a:pPr>
              <a:r>
                <a:rPr lang="es-419" sz="800"/>
                <a:t>&lt;..&gt;</a:t>
              </a:r>
              <a:endParaRPr sz="800"/>
            </a:p>
          </p:txBody>
        </p:sp>
      </p:grpSp>
      <p:grpSp>
        <p:nvGrpSpPr>
          <p:cNvPr id="14701" name="Google Shape;14701;p254"/>
          <p:cNvGrpSpPr/>
          <p:nvPr/>
        </p:nvGrpSpPr>
        <p:grpSpPr>
          <a:xfrm>
            <a:off x="4258043" y="3627488"/>
            <a:ext cx="522600" cy="247062"/>
            <a:chOff x="1761200" y="2490188"/>
            <a:chExt cx="522600" cy="247062"/>
          </a:xfrm>
        </p:grpSpPr>
        <p:cxnSp>
          <p:nvCxnSpPr>
            <p:cNvPr id="14702" name="Google Shape;14702;p254"/>
            <p:cNvCxnSpPr/>
            <p:nvPr/>
          </p:nvCxnSpPr>
          <p:spPr>
            <a:xfrm flipH="1">
              <a:off x="1852463" y="2490188"/>
              <a:ext cx="396600" cy="157800"/>
            </a:xfrm>
            <a:prstGeom prst="straightConnector1">
              <a:avLst/>
            </a:prstGeom>
            <a:noFill/>
            <a:ln cap="flat" cmpd="sng" w="9525">
              <a:solidFill>
                <a:srgbClr val="990033"/>
              </a:solidFill>
              <a:prstDash val="dot"/>
              <a:round/>
              <a:headEnd len="med" w="med" type="none"/>
              <a:tailEnd len="med" w="med" type="stealth"/>
            </a:ln>
          </p:spPr>
        </p:cxnSp>
        <p:sp>
          <p:nvSpPr>
            <p:cNvPr id="14703" name="Google Shape;14703;p254"/>
            <p:cNvSpPr txBox="1"/>
            <p:nvPr/>
          </p:nvSpPr>
          <p:spPr>
            <a:xfrm>
              <a:off x="1761200" y="2613350"/>
              <a:ext cx="522600" cy="1239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0"/>
                </a:spcAft>
                <a:buNone/>
              </a:pPr>
              <a:r>
                <a:rPr lang="es-419" sz="700"/>
                <a:t>&lt;&lt;extend&gt;&gt;</a:t>
              </a:r>
              <a:endParaRPr sz="700"/>
            </a:p>
          </p:txBody>
        </p:sp>
      </p:grpSp>
      <p:grpSp>
        <p:nvGrpSpPr>
          <p:cNvPr id="14704" name="Google Shape;14704;p254"/>
          <p:cNvGrpSpPr/>
          <p:nvPr/>
        </p:nvGrpSpPr>
        <p:grpSpPr>
          <a:xfrm>
            <a:off x="5263390" y="1867587"/>
            <a:ext cx="1030800" cy="669274"/>
            <a:chOff x="1883075" y="3073176"/>
            <a:chExt cx="1030800" cy="669274"/>
          </a:xfrm>
        </p:grpSpPr>
        <p:pic>
          <p:nvPicPr>
            <p:cNvPr id="14705" name="Google Shape;14705;p254"/>
            <p:cNvPicPr preferRelativeResize="0"/>
            <p:nvPr/>
          </p:nvPicPr>
          <p:blipFill>
            <a:blip r:embed="rId8">
              <a:alphaModFix/>
            </a:blip>
            <a:stretch>
              <a:fillRect/>
            </a:stretch>
          </p:blipFill>
          <p:spPr>
            <a:xfrm>
              <a:off x="2104400" y="3073176"/>
              <a:ext cx="623100" cy="363350"/>
            </a:xfrm>
            <a:prstGeom prst="rect">
              <a:avLst/>
            </a:prstGeom>
            <a:noFill/>
            <a:ln>
              <a:noFill/>
            </a:ln>
          </p:spPr>
        </p:pic>
        <p:sp>
          <p:nvSpPr>
            <p:cNvPr id="14706" name="Google Shape;14706;p254"/>
            <p:cNvSpPr txBox="1"/>
            <p:nvPr/>
          </p:nvSpPr>
          <p:spPr>
            <a:xfrm>
              <a:off x="2140930" y="3087337"/>
              <a:ext cx="522600" cy="1563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
          <p:nvSpPr>
            <p:cNvPr id="14707" name="Google Shape;14707;p254"/>
            <p:cNvSpPr txBox="1"/>
            <p:nvPr/>
          </p:nvSpPr>
          <p:spPr>
            <a:xfrm>
              <a:off x="2140913" y="3239759"/>
              <a:ext cx="522600" cy="1563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
          <p:nvSpPr>
            <p:cNvPr id="14708" name="Google Shape;14708;p254"/>
            <p:cNvSpPr txBox="1"/>
            <p:nvPr/>
          </p:nvSpPr>
          <p:spPr>
            <a:xfrm>
              <a:off x="1883075" y="3449050"/>
              <a:ext cx="1030800" cy="2934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lang="es-419" sz="800"/>
                <a:t>&lt;..&gt;</a:t>
              </a:r>
              <a:endParaRPr sz="800"/>
            </a:p>
          </p:txBody>
        </p:sp>
      </p:grpSp>
      <p:grpSp>
        <p:nvGrpSpPr>
          <p:cNvPr id="14709" name="Google Shape;14709;p254"/>
          <p:cNvGrpSpPr/>
          <p:nvPr/>
        </p:nvGrpSpPr>
        <p:grpSpPr>
          <a:xfrm>
            <a:off x="5517446" y="4952751"/>
            <a:ext cx="522688" cy="506718"/>
            <a:chOff x="2323550" y="2096250"/>
            <a:chExt cx="522688" cy="648475"/>
          </a:xfrm>
        </p:grpSpPr>
        <p:sp>
          <p:nvSpPr>
            <p:cNvPr id="14710" name="Google Shape;14710;p254"/>
            <p:cNvSpPr/>
            <p:nvPr/>
          </p:nvSpPr>
          <p:spPr>
            <a:xfrm>
              <a:off x="2323550" y="2096250"/>
              <a:ext cx="286500" cy="367500"/>
            </a:xfrm>
            <a:prstGeom prst="wedgeRoundRectCallout">
              <a:avLst>
                <a:gd fmla="val 36634" name="adj1"/>
                <a:gd fmla="val 77667" name="adj2"/>
                <a:gd fmla="val 0" name="adj3"/>
              </a:avLst>
            </a:prstGeom>
            <a:solidFill>
              <a:srgbClr val="CC0000">
                <a:alpha val="15320"/>
              </a:srgbClr>
            </a:solidFill>
            <a:ln cap="flat" cmpd="sng" w="9525">
              <a:solidFill>
                <a:srgbClr val="CC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1" name="Google Shape;14711;p254"/>
            <p:cNvSpPr/>
            <p:nvPr/>
          </p:nvSpPr>
          <p:spPr>
            <a:xfrm>
              <a:off x="2493738" y="2546725"/>
              <a:ext cx="352500" cy="198000"/>
            </a:xfrm>
            <a:prstGeom prst="roundRect">
              <a:avLst>
                <a:gd fmla="val 16667" name="adj"/>
              </a:avLst>
            </a:prstGeom>
            <a:solidFill>
              <a:srgbClr val="FFFFFF">
                <a:alpha val="77480"/>
              </a:srgbClr>
            </a:solidFill>
            <a:ln cap="flat" cmpd="sng" w="9525">
              <a:solidFill>
                <a:srgbClr val="CC0000"/>
              </a:solidFill>
              <a:prstDash val="solid"/>
              <a:round/>
              <a:headEnd len="sm" w="sm" type="none"/>
              <a:tailEnd len="sm" w="sm" type="none"/>
            </a:ln>
          </p:spPr>
          <p:txBody>
            <a:bodyPr anchorCtr="0" anchor="t" bIns="0" lIns="0" spcFirstLastPara="1" rIns="0" wrap="square" tIns="18000">
              <a:noAutofit/>
            </a:bodyPr>
            <a:lstStyle/>
            <a:p>
              <a:pPr indent="0" lvl="0" marL="0" rtl="0" algn="ctr">
                <a:spcBef>
                  <a:spcPts val="0"/>
                </a:spcBef>
                <a:spcAft>
                  <a:spcPts val="0"/>
                </a:spcAft>
                <a:buNone/>
              </a:pPr>
              <a:r>
                <a:rPr lang="es-419" sz="800"/>
                <a:t>&lt;...&gt;</a:t>
              </a:r>
              <a:endParaRPr sz="800"/>
            </a:p>
          </p:txBody>
        </p:sp>
      </p:grpSp>
      <p:grpSp>
        <p:nvGrpSpPr>
          <p:cNvPr id="14712" name="Google Shape;14712;p254"/>
          <p:cNvGrpSpPr/>
          <p:nvPr/>
        </p:nvGrpSpPr>
        <p:grpSpPr>
          <a:xfrm>
            <a:off x="5322790" y="969363"/>
            <a:ext cx="912000" cy="781950"/>
            <a:chOff x="53700" y="449100"/>
            <a:chExt cx="912000" cy="781950"/>
          </a:xfrm>
        </p:grpSpPr>
        <p:pic>
          <p:nvPicPr>
            <p:cNvPr id="14713" name="Google Shape;14713;p254"/>
            <p:cNvPicPr preferRelativeResize="0"/>
            <p:nvPr/>
          </p:nvPicPr>
          <p:blipFill>
            <a:blip r:embed="rId4">
              <a:alphaModFix/>
            </a:blip>
            <a:stretch>
              <a:fillRect/>
            </a:stretch>
          </p:blipFill>
          <p:spPr>
            <a:xfrm>
              <a:off x="282101" y="449103"/>
              <a:ext cx="451796" cy="545996"/>
            </a:xfrm>
            <a:prstGeom prst="rect">
              <a:avLst/>
            </a:prstGeom>
            <a:noFill/>
            <a:ln>
              <a:noFill/>
            </a:ln>
          </p:spPr>
        </p:pic>
        <p:sp>
          <p:nvSpPr>
            <p:cNvPr id="14714" name="Google Shape;14714;p254"/>
            <p:cNvSpPr txBox="1"/>
            <p:nvPr/>
          </p:nvSpPr>
          <p:spPr>
            <a:xfrm>
              <a:off x="282100" y="723325"/>
              <a:ext cx="420600" cy="2781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
          <p:nvSpPr>
            <p:cNvPr id="14715" name="Google Shape;14715;p254"/>
            <p:cNvSpPr txBox="1"/>
            <p:nvPr/>
          </p:nvSpPr>
          <p:spPr>
            <a:xfrm>
              <a:off x="294850" y="449100"/>
              <a:ext cx="420600" cy="2781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
          <p:nvSpPr>
            <p:cNvPr id="14716" name="Google Shape;14716;p254"/>
            <p:cNvSpPr txBox="1"/>
            <p:nvPr/>
          </p:nvSpPr>
          <p:spPr>
            <a:xfrm>
              <a:off x="53700" y="994950"/>
              <a:ext cx="912000" cy="236100"/>
            </a:xfrm>
            <a:prstGeom prst="rect">
              <a:avLst/>
            </a:prstGeom>
            <a:noFill/>
            <a:ln>
              <a:noFill/>
            </a:ln>
          </p:spPr>
          <p:txBody>
            <a:bodyPr anchorCtr="0" anchor="ctr" bIns="0" lIns="0" spcFirstLastPara="1" rIns="0" wrap="square" tIns="0">
              <a:noAutofit/>
            </a:bodyPr>
            <a:lstStyle/>
            <a:p>
              <a:pPr indent="0" lvl="0" marL="0" rtl="0" algn="ctr">
                <a:lnSpc>
                  <a:spcPct val="100000"/>
                </a:lnSpc>
                <a:spcBef>
                  <a:spcPts val="0"/>
                </a:spcBef>
                <a:spcAft>
                  <a:spcPts val="0"/>
                </a:spcAft>
                <a:buNone/>
              </a:pPr>
              <a:r>
                <a:rPr lang="es-419" sz="800"/>
                <a:t>&lt;..&gt;</a:t>
              </a:r>
              <a:endParaRPr sz="800"/>
            </a:p>
          </p:txBody>
        </p:sp>
      </p:grpSp>
      <p:grpSp>
        <p:nvGrpSpPr>
          <p:cNvPr id="14717" name="Google Shape;14717;p254"/>
          <p:cNvGrpSpPr/>
          <p:nvPr/>
        </p:nvGrpSpPr>
        <p:grpSpPr>
          <a:xfrm>
            <a:off x="5517490" y="3267088"/>
            <a:ext cx="522600" cy="249625"/>
            <a:chOff x="140438" y="2815488"/>
            <a:chExt cx="522600" cy="249625"/>
          </a:xfrm>
        </p:grpSpPr>
        <p:cxnSp>
          <p:nvCxnSpPr>
            <p:cNvPr id="14718" name="Google Shape;14718;p254"/>
            <p:cNvCxnSpPr/>
            <p:nvPr/>
          </p:nvCxnSpPr>
          <p:spPr>
            <a:xfrm flipH="1">
              <a:off x="203437" y="2815488"/>
              <a:ext cx="396600" cy="157800"/>
            </a:xfrm>
            <a:prstGeom prst="straightConnector1">
              <a:avLst/>
            </a:prstGeom>
            <a:noFill/>
            <a:ln cap="flat" cmpd="sng" w="9525">
              <a:solidFill>
                <a:srgbClr val="990033"/>
              </a:solidFill>
              <a:prstDash val="dot"/>
              <a:round/>
              <a:headEnd len="med" w="med" type="none"/>
              <a:tailEnd len="med" w="med" type="stealth"/>
            </a:ln>
          </p:spPr>
        </p:cxnSp>
        <p:sp>
          <p:nvSpPr>
            <p:cNvPr id="14719" name="Google Shape;14719;p254"/>
            <p:cNvSpPr txBox="1"/>
            <p:nvPr/>
          </p:nvSpPr>
          <p:spPr>
            <a:xfrm>
              <a:off x="140438" y="2941213"/>
              <a:ext cx="522600" cy="1239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0"/>
                </a:spcAft>
                <a:buNone/>
              </a:pPr>
              <a:r>
                <a:rPr lang="es-419" sz="700"/>
                <a:t>&lt;&lt;include&gt;&gt;</a:t>
              </a:r>
              <a:endParaRPr sz="700"/>
            </a:p>
          </p:txBody>
        </p:sp>
      </p:grpSp>
      <p:grpSp>
        <p:nvGrpSpPr>
          <p:cNvPr id="14720" name="Google Shape;14720;p254"/>
          <p:cNvGrpSpPr/>
          <p:nvPr/>
        </p:nvGrpSpPr>
        <p:grpSpPr>
          <a:xfrm>
            <a:off x="5543590" y="3813964"/>
            <a:ext cx="470400" cy="247062"/>
            <a:chOff x="164377" y="2815488"/>
            <a:chExt cx="470400" cy="247062"/>
          </a:xfrm>
        </p:grpSpPr>
        <p:cxnSp>
          <p:nvCxnSpPr>
            <p:cNvPr id="14721" name="Google Shape;14721;p254"/>
            <p:cNvCxnSpPr/>
            <p:nvPr/>
          </p:nvCxnSpPr>
          <p:spPr>
            <a:xfrm flipH="1">
              <a:off x="203437" y="2815488"/>
              <a:ext cx="396600" cy="157800"/>
            </a:xfrm>
            <a:prstGeom prst="straightConnector1">
              <a:avLst/>
            </a:prstGeom>
            <a:noFill/>
            <a:ln cap="flat" cmpd="sng" w="9525">
              <a:solidFill>
                <a:srgbClr val="990033"/>
              </a:solidFill>
              <a:prstDash val="dot"/>
              <a:round/>
              <a:headEnd len="med" w="med" type="none"/>
              <a:tailEnd len="med" w="med" type="stealth"/>
            </a:ln>
          </p:spPr>
        </p:cxnSp>
        <p:sp>
          <p:nvSpPr>
            <p:cNvPr id="14722" name="Google Shape;14722;p254"/>
            <p:cNvSpPr txBox="1"/>
            <p:nvPr/>
          </p:nvSpPr>
          <p:spPr>
            <a:xfrm>
              <a:off x="164377" y="2938650"/>
              <a:ext cx="470400" cy="1239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0"/>
                </a:spcAft>
                <a:buNone/>
              </a:pPr>
              <a:r>
                <a:rPr lang="es-419" sz="700"/>
                <a:t>&lt;&lt;extend&gt;&gt;</a:t>
              </a:r>
              <a:endParaRPr sz="700"/>
            </a:p>
          </p:txBody>
        </p:sp>
      </p:grpSp>
      <p:cxnSp>
        <p:nvCxnSpPr>
          <p:cNvPr id="14723" name="Google Shape;14723;p254"/>
          <p:cNvCxnSpPr/>
          <p:nvPr/>
        </p:nvCxnSpPr>
        <p:spPr>
          <a:xfrm flipH="1">
            <a:off x="5617090" y="4492813"/>
            <a:ext cx="323400" cy="121200"/>
          </a:xfrm>
          <a:prstGeom prst="bentConnector3">
            <a:avLst>
              <a:gd fmla="val 50000" name="adj1"/>
            </a:avLst>
          </a:prstGeom>
          <a:noFill/>
          <a:ln cap="flat" cmpd="sng" w="9525">
            <a:solidFill>
              <a:srgbClr val="990033"/>
            </a:solidFill>
            <a:prstDash val="solid"/>
            <a:round/>
            <a:headEnd len="med" w="med" type="none"/>
            <a:tailEnd len="med" w="med" type="stealth"/>
          </a:ln>
        </p:spPr>
      </p:cxnSp>
      <p:grpSp>
        <p:nvGrpSpPr>
          <p:cNvPr id="14724" name="Google Shape;14724;p254"/>
          <p:cNvGrpSpPr/>
          <p:nvPr/>
        </p:nvGrpSpPr>
        <p:grpSpPr>
          <a:xfrm>
            <a:off x="5598957" y="5817938"/>
            <a:ext cx="359665" cy="471743"/>
            <a:chOff x="168338" y="3891550"/>
            <a:chExt cx="359665" cy="471743"/>
          </a:xfrm>
        </p:grpSpPr>
        <p:cxnSp>
          <p:nvCxnSpPr>
            <p:cNvPr id="14725" name="Google Shape;14725;p254"/>
            <p:cNvCxnSpPr>
              <a:stCxn id="14726" idx="4"/>
            </p:cNvCxnSpPr>
            <p:nvPr/>
          </p:nvCxnSpPr>
          <p:spPr>
            <a:xfrm rot="5400000">
              <a:off x="125438" y="4164693"/>
              <a:ext cx="241500" cy="155700"/>
            </a:xfrm>
            <a:prstGeom prst="bentConnector3">
              <a:avLst>
                <a:gd fmla="val 50000" name="adj1"/>
              </a:avLst>
            </a:prstGeom>
            <a:noFill/>
            <a:ln cap="flat" cmpd="sng" w="9525">
              <a:solidFill>
                <a:srgbClr val="990033"/>
              </a:solidFill>
              <a:prstDash val="dash"/>
              <a:round/>
              <a:headEnd len="sm" w="sm" type="none"/>
              <a:tailEnd len="sm" w="sm" type="none"/>
            </a:ln>
          </p:spPr>
        </p:cxnSp>
        <p:sp>
          <p:nvSpPr>
            <p:cNvPr id="14726" name="Google Shape;14726;p254"/>
            <p:cNvSpPr/>
            <p:nvPr/>
          </p:nvSpPr>
          <p:spPr>
            <a:xfrm>
              <a:off x="241503" y="3891550"/>
              <a:ext cx="286500" cy="192000"/>
            </a:xfrm>
            <a:prstGeom prst="wedgeRectCallout">
              <a:avLst>
                <a:gd fmla="val -21192" name="adj1"/>
                <a:gd fmla="val 69918" name="adj2"/>
              </a:avLst>
            </a:prstGeom>
            <a:solidFill>
              <a:srgbClr val="FFFFCC"/>
            </a:solidFill>
            <a:ln cap="flat" cmpd="sng" w="9525">
              <a:solidFill>
                <a:srgbClr val="990033"/>
              </a:solidFill>
              <a:prstDash val="solid"/>
              <a:round/>
              <a:headEnd len="sm" w="sm" type="none"/>
              <a:tailEnd len="sm" w="sm" type="none"/>
            </a:ln>
          </p:spPr>
          <p:txBody>
            <a:bodyPr anchorCtr="0" anchor="b" bIns="0" lIns="0" spcFirstLastPara="1" rIns="0" wrap="square" tIns="18000">
              <a:noAutofit/>
            </a:bodyPr>
            <a:lstStyle/>
            <a:p>
              <a:pPr indent="0" lvl="0" marL="0" rtl="0" algn="ctr">
                <a:spcBef>
                  <a:spcPts val="0"/>
                </a:spcBef>
                <a:spcAft>
                  <a:spcPts val="0"/>
                </a:spcAft>
                <a:buNone/>
              </a:pPr>
              <a:r>
                <a:rPr lang="es-419" sz="700"/>
                <a:t>&lt;...&gt;</a:t>
              </a:r>
              <a:endParaRPr sz="700"/>
            </a:p>
          </p:txBody>
        </p:sp>
      </p:grpSp>
      <p:grpSp>
        <p:nvGrpSpPr>
          <p:cNvPr id="14727" name="Google Shape;14727;p254"/>
          <p:cNvGrpSpPr/>
          <p:nvPr/>
        </p:nvGrpSpPr>
        <p:grpSpPr>
          <a:xfrm>
            <a:off x="5255890" y="2690413"/>
            <a:ext cx="1045800" cy="403950"/>
            <a:chOff x="4759275" y="563750"/>
            <a:chExt cx="1045800" cy="403950"/>
          </a:xfrm>
        </p:grpSpPr>
        <p:pic>
          <p:nvPicPr>
            <p:cNvPr id="14728" name="Google Shape;14728;p254"/>
            <p:cNvPicPr preferRelativeResize="0"/>
            <p:nvPr/>
          </p:nvPicPr>
          <p:blipFill>
            <a:blip r:embed="rId9">
              <a:alphaModFix/>
            </a:blip>
            <a:stretch>
              <a:fillRect/>
            </a:stretch>
          </p:blipFill>
          <p:spPr>
            <a:xfrm>
              <a:off x="5149072" y="569151"/>
              <a:ext cx="308271" cy="270600"/>
            </a:xfrm>
            <a:prstGeom prst="rect">
              <a:avLst/>
            </a:prstGeom>
            <a:noFill/>
            <a:ln>
              <a:noFill/>
            </a:ln>
          </p:spPr>
        </p:pic>
        <p:sp>
          <p:nvSpPr>
            <p:cNvPr id="14729" name="Google Shape;14729;p254"/>
            <p:cNvSpPr txBox="1"/>
            <p:nvPr/>
          </p:nvSpPr>
          <p:spPr>
            <a:xfrm>
              <a:off x="5143200" y="563750"/>
              <a:ext cx="253500" cy="1338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
          <p:nvSpPr>
            <p:cNvPr id="14730" name="Google Shape;14730;p254"/>
            <p:cNvSpPr txBox="1"/>
            <p:nvPr/>
          </p:nvSpPr>
          <p:spPr>
            <a:xfrm>
              <a:off x="5143175" y="697400"/>
              <a:ext cx="253500" cy="1266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
          <p:nvSpPr>
            <p:cNvPr id="14731" name="Google Shape;14731;p254"/>
            <p:cNvSpPr txBox="1"/>
            <p:nvPr/>
          </p:nvSpPr>
          <p:spPr>
            <a:xfrm>
              <a:off x="4759275" y="846500"/>
              <a:ext cx="1045800" cy="1212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i="1" lang="es-419" sz="800">
                  <a:solidFill>
                    <a:srgbClr val="B7B7B7"/>
                  </a:solidFill>
                </a:rPr>
                <a:t>&lt;...&gt;</a:t>
              </a:r>
              <a:endParaRPr i="1" sz="800">
                <a:solidFill>
                  <a:srgbClr val="B7B7B7"/>
                </a:solidFill>
              </a:endParaRPr>
            </a:p>
          </p:txBody>
        </p:sp>
      </p:grpSp>
      <p:grpSp>
        <p:nvGrpSpPr>
          <p:cNvPr id="14732" name="Google Shape;14732;p254"/>
          <p:cNvGrpSpPr/>
          <p:nvPr/>
        </p:nvGrpSpPr>
        <p:grpSpPr>
          <a:xfrm>
            <a:off x="193037" y="2223627"/>
            <a:ext cx="1016100" cy="648675"/>
            <a:chOff x="2711039" y="956525"/>
            <a:chExt cx="1016100" cy="648675"/>
          </a:xfrm>
        </p:grpSpPr>
        <p:sp>
          <p:nvSpPr>
            <p:cNvPr id="14733" name="Google Shape;14733;p254"/>
            <p:cNvSpPr/>
            <p:nvPr/>
          </p:nvSpPr>
          <p:spPr>
            <a:xfrm>
              <a:off x="3036100" y="959050"/>
              <a:ext cx="324900" cy="3069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4" name="Google Shape;14734;p254"/>
            <p:cNvSpPr txBox="1"/>
            <p:nvPr/>
          </p:nvSpPr>
          <p:spPr>
            <a:xfrm>
              <a:off x="2711039" y="1279275"/>
              <a:ext cx="1016100" cy="156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0"/>
                </a:spcAft>
                <a:buNone/>
              </a:pPr>
              <a:r>
                <a:rPr lang="es-419" sz="800"/>
                <a:t>&lt;...&gt;</a:t>
              </a:r>
              <a:endParaRPr sz="800"/>
            </a:p>
          </p:txBody>
        </p:sp>
        <p:sp>
          <p:nvSpPr>
            <p:cNvPr id="14735" name="Google Shape;14735;p254"/>
            <p:cNvSpPr txBox="1"/>
            <p:nvPr/>
          </p:nvSpPr>
          <p:spPr>
            <a:xfrm>
              <a:off x="2922239" y="1448900"/>
              <a:ext cx="593700" cy="156300"/>
            </a:xfrm>
            <a:prstGeom prst="rect">
              <a:avLst/>
            </a:prstGeom>
            <a:noFill/>
            <a:ln>
              <a:noFill/>
            </a:ln>
          </p:spPr>
          <p:txBody>
            <a:bodyPr anchorCtr="0" anchor="t" bIns="0" lIns="18000" spcFirstLastPara="1" rIns="0" wrap="square" tIns="18000">
              <a:noAutofit/>
            </a:bodyPr>
            <a:lstStyle/>
            <a:p>
              <a:pPr indent="0" lvl="0" marL="0" rtl="0" algn="l">
                <a:spcBef>
                  <a:spcPts val="0"/>
                </a:spcBef>
                <a:spcAft>
                  <a:spcPts val="0"/>
                </a:spcAft>
                <a:buNone/>
              </a:pPr>
              <a:r>
                <a:rPr lang="es-419" sz="700"/>
                <a:t>[Estado]</a:t>
              </a:r>
              <a:endParaRPr sz="700"/>
            </a:p>
          </p:txBody>
        </p:sp>
        <p:cxnSp>
          <p:nvCxnSpPr>
            <p:cNvPr id="14736" name="Google Shape;14736;p254"/>
            <p:cNvCxnSpPr/>
            <p:nvPr/>
          </p:nvCxnSpPr>
          <p:spPr>
            <a:xfrm>
              <a:off x="2959289" y="1434463"/>
              <a:ext cx="519600" cy="1800"/>
            </a:xfrm>
            <a:prstGeom prst="straightConnector1">
              <a:avLst/>
            </a:prstGeom>
            <a:noFill/>
            <a:ln cap="flat" cmpd="sng" w="9525">
              <a:solidFill>
                <a:srgbClr val="D9D9D9"/>
              </a:solidFill>
              <a:prstDash val="solid"/>
              <a:round/>
              <a:headEnd len="med" w="med" type="none"/>
              <a:tailEnd len="med" w="med" type="none"/>
            </a:ln>
          </p:spPr>
        </p:cxnSp>
        <p:sp>
          <p:nvSpPr>
            <p:cNvPr id="14737" name="Google Shape;14737;p254"/>
            <p:cNvSpPr txBox="1"/>
            <p:nvPr/>
          </p:nvSpPr>
          <p:spPr>
            <a:xfrm>
              <a:off x="3055750" y="956525"/>
              <a:ext cx="283500" cy="1563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
          <p:nvSpPr>
            <p:cNvPr id="14738" name="Google Shape;14738;p254"/>
            <p:cNvSpPr txBox="1"/>
            <p:nvPr/>
          </p:nvSpPr>
          <p:spPr>
            <a:xfrm>
              <a:off x="3055750" y="1108925"/>
              <a:ext cx="283500" cy="1563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pic>
          <p:nvPicPr>
            <p:cNvPr id="14739" name="Google Shape;14739;p254"/>
            <p:cNvPicPr preferRelativeResize="0"/>
            <p:nvPr/>
          </p:nvPicPr>
          <p:blipFill>
            <a:blip r:embed="rId10">
              <a:alphaModFix/>
            </a:blip>
            <a:stretch>
              <a:fillRect/>
            </a:stretch>
          </p:blipFill>
          <p:spPr>
            <a:xfrm>
              <a:off x="3025212" y="1016937"/>
              <a:ext cx="386100" cy="262357"/>
            </a:xfrm>
            <a:prstGeom prst="rect">
              <a:avLst/>
            </a:prstGeom>
            <a:noFill/>
            <a:ln>
              <a:noFill/>
            </a:ln>
          </p:spPr>
        </p:pic>
      </p:grpSp>
      <p:grpSp>
        <p:nvGrpSpPr>
          <p:cNvPr id="14740" name="Google Shape;14740;p254"/>
          <p:cNvGrpSpPr/>
          <p:nvPr/>
        </p:nvGrpSpPr>
        <p:grpSpPr>
          <a:xfrm>
            <a:off x="1469235" y="2716379"/>
            <a:ext cx="1016100" cy="648675"/>
            <a:chOff x="2711039" y="956525"/>
            <a:chExt cx="1016100" cy="648675"/>
          </a:xfrm>
        </p:grpSpPr>
        <p:sp>
          <p:nvSpPr>
            <p:cNvPr id="14741" name="Google Shape;14741;p254"/>
            <p:cNvSpPr/>
            <p:nvPr/>
          </p:nvSpPr>
          <p:spPr>
            <a:xfrm>
              <a:off x="3036100" y="959050"/>
              <a:ext cx="324900" cy="3069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2" name="Google Shape;14742;p254"/>
            <p:cNvSpPr txBox="1"/>
            <p:nvPr/>
          </p:nvSpPr>
          <p:spPr>
            <a:xfrm>
              <a:off x="2711039" y="1279275"/>
              <a:ext cx="1016100" cy="156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0"/>
                </a:spcAft>
                <a:buNone/>
              </a:pPr>
              <a:r>
                <a:rPr lang="es-419" sz="800"/>
                <a:t>&lt;...&gt;</a:t>
              </a:r>
              <a:endParaRPr sz="800"/>
            </a:p>
          </p:txBody>
        </p:sp>
        <p:sp>
          <p:nvSpPr>
            <p:cNvPr id="14743" name="Google Shape;14743;p254"/>
            <p:cNvSpPr txBox="1"/>
            <p:nvPr/>
          </p:nvSpPr>
          <p:spPr>
            <a:xfrm>
              <a:off x="2922239" y="1448900"/>
              <a:ext cx="593700" cy="156300"/>
            </a:xfrm>
            <a:prstGeom prst="rect">
              <a:avLst/>
            </a:prstGeom>
            <a:noFill/>
            <a:ln>
              <a:noFill/>
            </a:ln>
          </p:spPr>
          <p:txBody>
            <a:bodyPr anchorCtr="0" anchor="t" bIns="0" lIns="18000" spcFirstLastPara="1" rIns="0" wrap="square" tIns="18000">
              <a:noAutofit/>
            </a:bodyPr>
            <a:lstStyle/>
            <a:p>
              <a:pPr indent="0" lvl="0" marL="0" rtl="0" algn="l">
                <a:spcBef>
                  <a:spcPts val="0"/>
                </a:spcBef>
                <a:spcAft>
                  <a:spcPts val="0"/>
                </a:spcAft>
                <a:buNone/>
              </a:pPr>
              <a:r>
                <a:rPr lang="es-419" sz="700"/>
                <a:t>[Estado]</a:t>
              </a:r>
              <a:endParaRPr sz="700"/>
            </a:p>
          </p:txBody>
        </p:sp>
        <p:cxnSp>
          <p:nvCxnSpPr>
            <p:cNvPr id="14744" name="Google Shape;14744;p254"/>
            <p:cNvCxnSpPr/>
            <p:nvPr/>
          </p:nvCxnSpPr>
          <p:spPr>
            <a:xfrm>
              <a:off x="2959289" y="1434463"/>
              <a:ext cx="519600" cy="1800"/>
            </a:xfrm>
            <a:prstGeom prst="straightConnector1">
              <a:avLst/>
            </a:prstGeom>
            <a:noFill/>
            <a:ln cap="flat" cmpd="sng" w="9525">
              <a:solidFill>
                <a:srgbClr val="D9D9D9"/>
              </a:solidFill>
              <a:prstDash val="solid"/>
              <a:round/>
              <a:headEnd len="med" w="med" type="none"/>
              <a:tailEnd len="med" w="med" type="none"/>
            </a:ln>
          </p:spPr>
        </p:cxnSp>
        <p:sp>
          <p:nvSpPr>
            <p:cNvPr id="14745" name="Google Shape;14745;p254"/>
            <p:cNvSpPr txBox="1"/>
            <p:nvPr/>
          </p:nvSpPr>
          <p:spPr>
            <a:xfrm>
              <a:off x="3055750" y="956525"/>
              <a:ext cx="283500" cy="1563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
          <p:nvSpPr>
            <p:cNvPr id="14746" name="Google Shape;14746;p254"/>
            <p:cNvSpPr txBox="1"/>
            <p:nvPr/>
          </p:nvSpPr>
          <p:spPr>
            <a:xfrm>
              <a:off x="3055750" y="1108925"/>
              <a:ext cx="283500" cy="1563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pic>
          <p:nvPicPr>
            <p:cNvPr id="14747" name="Google Shape;14747;p254"/>
            <p:cNvPicPr preferRelativeResize="0"/>
            <p:nvPr/>
          </p:nvPicPr>
          <p:blipFill>
            <a:blip r:embed="rId10">
              <a:alphaModFix/>
            </a:blip>
            <a:stretch>
              <a:fillRect/>
            </a:stretch>
          </p:blipFill>
          <p:spPr>
            <a:xfrm>
              <a:off x="3025212" y="1016937"/>
              <a:ext cx="386100" cy="262357"/>
            </a:xfrm>
            <a:prstGeom prst="rect">
              <a:avLst/>
            </a:prstGeom>
            <a:noFill/>
            <a:ln>
              <a:noFill/>
            </a:ln>
          </p:spPr>
        </p:pic>
      </p:grpSp>
      <p:grpSp>
        <p:nvGrpSpPr>
          <p:cNvPr id="14748" name="Google Shape;14748;p254"/>
          <p:cNvGrpSpPr/>
          <p:nvPr/>
        </p:nvGrpSpPr>
        <p:grpSpPr>
          <a:xfrm>
            <a:off x="2740275" y="1675499"/>
            <a:ext cx="1016100" cy="648675"/>
            <a:chOff x="2711039" y="956525"/>
            <a:chExt cx="1016100" cy="648675"/>
          </a:xfrm>
        </p:grpSpPr>
        <p:sp>
          <p:nvSpPr>
            <p:cNvPr id="14749" name="Google Shape;14749;p254"/>
            <p:cNvSpPr/>
            <p:nvPr/>
          </p:nvSpPr>
          <p:spPr>
            <a:xfrm>
              <a:off x="3036100" y="959050"/>
              <a:ext cx="324900" cy="3069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0" name="Google Shape;14750;p254"/>
            <p:cNvSpPr txBox="1"/>
            <p:nvPr/>
          </p:nvSpPr>
          <p:spPr>
            <a:xfrm>
              <a:off x="2711039" y="1279275"/>
              <a:ext cx="1016100" cy="156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0"/>
                </a:spcAft>
                <a:buNone/>
              </a:pPr>
              <a:r>
                <a:rPr lang="es-419" sz="800"/>
                <a:t>&lt;...&gt;</a:t>
              </a:r>
              <a:endParaRPr sz="800"/>
            </a:p>
          </p:txBody>
        </p:sp>
        <p:sp>
          <p:nvSpPr>
            <p:cNvPr id="14751" name="Google Shape;14751;p254"/>
            <p:cNvSpPr txBox="1"/>
            <p:nvPr/>
          </p:nvSpPr>
          <p:spPr>
            <a:xfrm>
              <a:off x="2922239" y="1448900"/>
              <a:ext cx="593700" cy="156300"/>
            </a:xfrm>
            <a:prstGeom prst="rect">
              <a:avLst/>
            </a:prstGeom>
            <a:noFill/>
            <a:ln>
              <a:noFill/>
            </a:ln>
          </p:spPr>
          <p:txBody>
            <a:bodyPr anchorCtr="0" anchor="t" bIns="0" lIns="18000" spcFirstLastPara="1" rIns="0" wrap="square" tIns="18000">
              <a:noAutofit/>
            </a:bodyPr>
            <a:lstStyle/>
            <a:p>
              <a:pPr indent="0" lvl="0" marL="0" rtl="0" algn="l">
                <a:spcBef>
                  <a:spcPts val="0"/>
                </a:spcBef>
                <a:spcAft>
                  <a:spcPts val="0"/>
                </a:spcAft>
                <a:buNone/>
              </a:pPr>
              <a:r>
                <a:rPr lang="es-419" sz="700"/>
                <a:t>[Estado]</a:t>
              </a:r>
              <a:endParaRPr sz="700"/>
            </a:p>
          </p:txBody>
        </p:sp>
        <p:cxnSp>
          <p:nvCxnSpPr>
            <p:cNvPr id="14752" name="Google Shape;14752;p254"/>
            <p:cNvCxnSpPr/>
            <p:nvPr/>
          </p:nvCxnSpPr>
          <p:spPr>
            <a:xfrm>
              <a:off x="2959289" y="1434463"/>
              <a:ext cx="519600" cy="1800"/>
            </a:xfrm>
            <a:prstGeom prst="straightConnector1">
              <a:avLst/>
            </a:prstGeom>
            <a:noFill/>
            <a:ln cap="flat" cmpd="sng" w="9525">
              <a:solidFill>
                <a:srgbClr val="D9D9D9"/>
              </a:solidFill>
              <a:prstDash val="solid"/>
              <a:round/>
              <a:headEnd len="med" w="med" type="none"/>
              <a:tailEnd len="med" w="med" type="none"/>
            </a:ln>
          </p:spPr>
        </p:cxnSp>
        <p:sp>
          <p:nvSpPr>
            <p:cNvPr id="14753" name="Google Shape;14753;p254"/>
            <p:cNvSpPr txBox="1"/>
            <p:nvPr/>
          </p:nvSpPr>
          <p:spPr>
            <a:xfrm>
              <a:off x="3055750" y="956525"/>
              <a:ext cx="283500" cy="1563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
          <p:nvSpPr>
            <p:cNvPr id="14754" name="Google Shape;14754;p254"/>
            <p:cNvSpPr txBox="1"/>
            <p:nvPr/>
          </p:nvSpPr>
          <p:spPr>
            <a:xfrm>
              <a:off x="3055750" y="1108925"/>
              <a:ext cx="283500" cy="1563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pic>
          <p:nvPicPr>
            <p:cNvPr id="14755" name="Google Shape;14755;p254"/>
            <p:cNvPicPr preferRelativeResize="0"/>
            <p:nvPr/>
          </p:nvPicPr>
          <p:blipFill>
            <a:blip r:embed="rId10">
              <a:alphaModFix/>
            </a:blip>
            <a:stretch>
              <a:fillRect/>
            </a:stretch>
          </p:blipFill>
          <p:spPr>
            <a:xfrm>
              <a:off x="3025212" y="1016937"/>
              <a:ext cx="386100" cy="262357"/>
            </a:xfrm>
            <a:prstGeom prst="rect">
              <a:avLst/>
            </a:prstGeom>
            <a:noFill/>
            <a:ln>
              <a:noFill/>
            </a:ln>
          </p:spPr>
        </p:pic>
      </p:grpSp>
      <p:grpSp>
        <p:nvGrpSpPr>
          <p:cNvPr id="14756" name="Google Shape;14756;p254"/>
          <p:cNvGrpSpPr/>
          <p:nvPr/>
        </p:nvGrpSpPr>
        <p:grpSpPr>
          <a:xfrm>
            <a:off x="463637" y="866084"/>
            <a:ext cx="599794" cy="335546"/>
            <a:chOff x="463637" y="866084"/>
            <a:chExt cx="599794" cy="335546"/>
          </a:xfrm>
        </p:grpSpPr>
        <p:sp>
          <p:nvSpPr>
            <p:cNvPr id="14757" name="Google Shape;14757;p254"/>
            <p:cNvSpPr/>
            <p:nvPr/>
          </p:nvSpPr>
          <p:spPr>
            <a:xfrm>
              <a:off x="463637" y="968229"/>
              <a:ext cx="474900" cy="233400"/>
            </a:xfrm>
            <a:prstGeom prst="roundRect">
              <a:avLst>
                <a:gd fmla="val 50000" name="adj"/>
              </a:avLst>
            </a:prstGeom>
            <a:solidFill>
              <a:srgbClr val="FFFFCC"/>
            </a:solidFill>
            <a:ln cap="flat" cmpd="sng" w="9525">
              <a:solidFill>
                <a:srgbClr val="990033"/>
              </a:solidFill>
              <a:prstDash val="solid"/>
              <a:round/>
              <a:headEnd len="sm" w="sm" type="none"/>
              <a:tailEnd len="sm" w="sm" type="none"/>
            </a:ln>
          </p:spPr>
          <p:txBody>
            <a:bodyPr anchorCtr="0" anchor="b" bIns="0" lIns="0" spcFirstLastPara="1" rIns="0" wrap="square" tIns="18000">
              <a:noAutofit/>
            </a:bodyPr>
            <a:lstStyle/>
            <a:p>
              <a:pPr indent="0" lvl="0" marL="0" marR="0" rtl="0" algn="ctr">
                <a:lnSpc>
                  <a:spcPct val="100000"/>
                </a:lnSpc>
                <a:spcBef>
                  <a:spcPts val="0"/>
                </a:spcBef>
                <a:spcAft>
                  <a:spcPts val="0"/>
                </a:spcAft>
                <a:buNone/>
              </a:pPr>
              <a:r>
                <a:rPr lang="es-419" sz="800"/>
                <a:t>&lt;...&gt;</a:t>
              </a:r>
              <a:endParaRPr sz="800"/>
            </a:p>
          </p:txBody>
        </p:sp>
        <p:pic>
          <p:nvPicPr>
            <p:cNvPr id="14758" name="Google Shape;14758;p254"/>
            <p:cNvPicPr preferRelativeResize="0"/>
            <p:nvPr/>
          </p:nvPicPr>
          <p:blipFill rotWithShape="1">
            <a:blip r:embed="rId11">
              <a:alphaModFix/>
            </a:blip>
            <a:srcRect b="-868" l="0" r="82941" t="66946"/>
            <a:stretch/>
          </p:blipFill>
          <p:spPr>
            <a:xfrm>
              <a:off x="830031" y="866084"/>
              <a:ext cx="233400" cy="233401"/>
            </a:xfrm>
            <a:prstGeom prst="rect">
              <a:avLst/>
            </a:prstGeom>
            <a:noFill/>
            <a:ln>
              <a:noFill/>
            </a:ln>
          </p:spPr>
        </p:pic>
      </p:grpSp>
      <p:grpSp>
        <p:nvGrpSpPr>
          <p:cNvPr id="14759" name="Google Shape;14759;p254"/>
          <p:cNvGrpSpPr/>
          <p:nvPr/>
        </p:nvGrpSpPr>
        <p:grpSpPr>
          <a:xfrm>
            <a:off x="344501" y="1313194"/>
            <a:ext cx="594037" cy="335546"/>
            <a:chOff x="344501" y="866084"/>
            <a:chExt cx="594037" cy="335546"/>
          </a:xfrm>
        </p:grpSpPr>
        <p:sp>
          <p:nvSpPr>
            <p:cNvPr id="14760" name="Google Shape;14760;p254"/>
            <p:cNvSpPr/>
            <p:nvPr/>
          </p:nvSpPr>
          <p:spPr>
            <a:xfrm>
              <a:off x="463637" y="968229"/>
              <a:ext cx="474900" cy="233400"/>
            </a:xfrm>
            <a:prstGeom prst="roundRect">
              <a:avLst>
                <a:gd fmla="val 50000" name="adj"/>
              </a:avLst>
            </a:prstGeom>
            <a:solidFill>
              <a:srgbClr val="FFFFCC"/>
            </a:solidFill>
            <a:ln cap="flat" cmpd="sng" w="9525">
              <a:solidFill>
                <a:srgbClr val="990033"/>
              </a:solidFill>
              <a:prstDash val="solid"/>
              <a:round/>
              <a:headEnd len="sm" w="sm" type="none"/>
              <a:tailEnd len="sm" w="sm" type="none"/>
            </a:ln>
          </p:spPr>
          <p:txBody>
            <a:bodyPr anchorCtr="0" anchor="b" bIns="0" lIns="0" spcFirstLastPara="1" rIns="0" wrap="square" tIns="18000">
              <a:noAutofit/>
            </a:bodyPr>
            <a:lstStyle/>
            <a:p>
              <a:pPr indent="0" lvl="0" marL="0" marR="0" rtl="0" algn="ctr">
                <a:lnSpc>
                  <a:spcPct val="100000"/>
                </a:lnSpc>
                <a:spcBef>
                  <a:spcPts val="0"/>
                </a:spcBef>
                <a:spcAft>
                  <a:spcPts val="0"/>
                </a:spcAft>
                <a:buNone/>
              </a:pPr>
              <a:r>
                <a:rPr lang="es-419" sz="800"/>
                <a:t>&lt;...&gt;</a:t>
              </a:r>
              <a:endParaRPr sz="800"/>
            </a:p>
          </p:txBody>
        </p:sp>
        <p:pic>
          <p:nvPicPr>
            <p:cNvPr id="14761" name="Google Shape;14761;p254"/>
            <p:cNvPicPr preferRelativeResize="0"/>
            <p:nvPr/>
          </p:nvPicPr>
          <p:blipFill rotWithShape="1">
            <a:blip r:embed="rId11">
              <a:alphaModFix/>
            </a:blip>
            <a:srcRect b="-868" l="33603" r="49337" t="66946"/>
            <a:stretch/>
          </p:blipFill>
          <p:spPr>
            <a:xfrm>
              <a:off x="344501" y="866084"/>
              <a:ext cx="233400" cy="233401"/>
            </a:xfrm>
            <a:prstGeom prst="rect">
              <a:avLst/>
            </a:prstGeom>
            <a:noFill/>
            <a:ln>
              <a:noFill/>
            </a:ln>
          </p:spPr>
        </p:pic>
      </p:grpSp>
      <p:cxnSp>
        <p:nvCxnSpPr>
          <p:cNvPr id="14762" name="Google Shape;14762;p254"/>
          <p:cNvCxnSpPr/>
          <p:nvPr/>
        </p:nvCxnSpPr>
        <p:spPr>
          <a:xfrm>
            <a:off x="7052961" y="5152726"/>
            <a:ext cx="933300" cy="306900"/>
          </a:xfrm>
          <a:prstGeom prst="bentConnector3">
            <a:avLst>
              <a:gd fmla="val 45309" name="adj1"/>
            </a:avLst>
          </a:prstGeom>
          <a:noFill/>
          <a:ln cap="flat" cmpd="sng" w="19050">
            <a:solidFill>
              <a:srgbClr val="274E13"/>
            </a:solidFill>
            <a:prstDash val="solid"/>
            <a:round/>
            <a:headEnd len="med" w="med" type="none"/>
            <a:tailEnd len="med" w="med" type="stealth"/>
          </a:ln>
        </p:spPr>
      </p:cxnSp>
      <p:grpSp>
        <p:nvGrpSpPr>
          <p:cNvPr id="14763" name="Google Shape;14763;p254"/>
          <p:cNvGrpSpPr/>
          <p:nvPr/>
        </p:nvGrpSpPr>
        <p:grpSpPr>
          <a:xfrm>
            <a:off x="7131309" y="5702310"/>
            <a:ext cx="776605" cy="288000"/>
            <a:chOff x="1875140" y="1380321"/>
            <a:chExt cx="776605" cy="288000"/>
          </a:xfrm>
        </p:grpSpPr>
        <p:pic>
          <p:nvPicPr>
            <p:cNvPr id="14764" name="Google Shape;14764;p254"/>
            <p:cNvPicPr preferRelativeResize="0"/>
            <p:nvPr/>
          </p:nvPicPr>
          <p:blipFill rotWithShape="1">
            <a:blip r:embed="rId12">
              <a:alphaModFix/>
            </a:blip>
            <a:srcRect b="0" l="73988" r="-415" t="0"/>
            <a:stretch/>
          </p:blipFill>
          <p:spPr>
            <a:xfrm>
              <a:off x="1875140" y="1380321"/>
              <a:ext cx="245107" cy="288000"/>
            </a:xfrm>
            <a:prstGeom prst="rect">
              <a:avLst/>
            </a:prstGeom>
            <a:noFill/>
            <a:ln>
              <a:noFill/>
            </a:ln>
          </p:spPr>
        </p:pic>
        <p:sp>
          <p:nvSpPr>
            <p:cNvPr id="14765" name="Google Shape;14765;p254"/>
            <p:cNvSpPr txBox="1"/>
            <p:nvPr/>
          </p:nvSpPr>
          <p:spPr>
            <a:xfrm>
              <a:off x="2101545" y="1414794"/>
              <a:ext cx="550200" cy="217200"/>
            </a:xfrm>
            <a:prstGeom prst="rect">
              <a:avLst/>
            </a:prstGeom>
            <a:noFill/>
            <a:ln>
              <a:noFill/>
            </a:ln>
          </p:spPr>
          <p:txBody>
            <a:bodyPr anchorCtr="0" anchor="t" bIns="18000" lIns="18000" spcFirstLastPara="1" rIns="18000" wrap="square" tIns="18000">
              <a:noAutofit/>
            </a:bodyPr>
            <a:lstStyle/>
            <a:p>
              <a:pPr indent="0" lvl="0" marL="0" rtl="0" algn="l">
                <a:spcBef>
                  <a:spcPts val="0"/>
                </a:spcBef>
                <a:spcAft>
                  <a:spcPts val="0"/>
                </a:spcAft>
                <a:buNone/>
              </a:pPr>
              <a:r>
                <a:rPr b="1" lang="es-419" sz="600"/>
                <a:t>&lt;...&gt;</a:t>
              </a:r>
              <a:endParaRPr b="1" sz="600"/>
            </a:p>
          </p:txBody>
        </p:sp>
      </p:grpSp>
      <p:grpSp>
        <p:nvGrpSpPr>
          <p:cNvPr id="14766" name="Google Shape;14766;p254"/>
          <p:cNvGrpSpPr/>
          <p:nvPr/>
        </p:nvGrpSpPr>
        <p:grpSpPr>
          <a:xfrm>
            <a:off x="7131309" y="6159510"/>
            <a:ext cx="776605" cy="288000"/>
            <a:chOff x="1875140" y="1380321"/>
            <a:chExt cx="776605" cy="288000"/>
          </a:xfrm>
        </p:grpSpPr>
        <p:pic>
          <p:nvPicPr>
            <p:cNvPr id="14767" name="Google Shape;14767;p254"/>
            <p:cNvPicPr preferRelativeResize="0"/>
            <p:nvPr/>
          </p:nvPicPr>
          <p:blipFill rotWithShape="1">
            <a:blip r:embed="rId12">
              <a:alphaModFix/>
            </a:blip>
            <a:srcRect b="0" l="23692" r="49881" t="0"/>
            <a:stretch/>
          </p:blipFill>
          <p:spPr>
            <a:xfrm>
              <a:off x="1875140" y="1380321"/>
              <a:ext cx="245107" cy="288000"/>
            </a:xfrm>
            <a:prstGeom prst="rect">
              <a:avLst/>
            </a:prstGeom>
            <a:noFill/>
            <a:ln>
              <a:noFill/>
            </a:ln>
          </p:spPr>
        </p:pic>
        <p:sp>
          <p:nvSpPr>
            <p:cNvPr id="14768" name="Google Shape;14768;p254"/>
            <p:cNvSpPr txBox="1"/>
            <p:nvPr/>
          </p:nvSpPr>
          <p:spPr>
            <a:xfrm>
              <a:off x="2101545" y="1414794"/>
              <a:ext cx="550200" cy="217200"/>
            </a:xfrm>
            <a:prstGeom prst="rect">
              <a:avLst/>
            </a:prstGeom>
            <a:noFill/>
            <a:ln>
              <a:noFill/>
            </a:ln>
          </p:spPr>
          <p:txBody>
            <a:bodyPr anchorCtr="0" anchor="t" bIns="18000" lIns="18000" spcFirstLastPara="1" rIns="18000" wrap="square" tIns="18000">
              <a:noAutofit/>
            </a:bodyPr>
            <a:lstStyle/>
            <a:p>
              <a:pPr indent="0" lvl="0" marL="0" rtl="0" algn="l">
                <a:spcBef>
                  <a:spcPts val="0"/>
                </a:spcBef>
                <a:spcAft>
                  <a:spcPts val="0"/>
                </a:spcAft>
                <a:buNone/>
              </a:pPr>
              <a:r>
                <a:rPr b="1" lang="es-419" sz="600"/>
                <a:t>&lt;...&gt;</a:t>
              </a:r>
              <a:endParaRPr b="1" sz="600"/>
            </a:p>
          </p:txBody>
        </p:sp>
      </p:grpSp>
      <p:grpSp>
        <p:nvGrpSpPr>
          <p:cNvPr id="14769" name="Google Shape;14769;p254"/>
          <p:cNvGrpSpPr/>
          <p:nvPr/>
        </p:nvGrpSpPr>
        <p:grpSpPr>
          <a:xfrm>
            <a:off x="6691240" y="2574369"/>
            <a:ext cx="1354963" cy="877500"/>
            <a:chOff x="670700" y="1862346"/>
            <a:chExt cx="1354963" cy="877500"/>
          </a:xfrm>
        </p:grpSpPr>
        <p:sp>
          <p:nvSpPr>
            <p:cNvPr id="14770" name="Google Shape;14770;p254"/>
            <p:cNvSpPr/>
            <p:nvPr/>
          </p:nvSpPr>
          <p:spPr>
            <a:xfrm rot="5400000">
              <a:off x="906800" y="1626246"/>
              <a:ext cx="877500" cy="1349700"/>
            </a:xfrm>
            <a:prstGeom prst="chevron">
              <a:avLst>
                <a:gd fmla="val 10671" name="adj"/>
              </a:avLst>
            </a:prstGeom>
            <a:solidFill>
              <a:srgbClr val="F3F3F3"/>
            </a:solidFill>
            <a:ln cap="flat" cmpd="sng" w="9525">
              <a:solidFill>
                <a:srgbClr val="1C4587"/>
              </a:solidFill>
              <a:prstDash val="solid"/>
              <a:round/>
              <a:headEnd len="sm" w="sm" type="none"/>
              <a:tailEnd len="sm" w="sm" type="none"/>
            </a:ln>
          </p:spPr>
          <p:txBody>
            <a:bodyPr anchorCtr="0" anchor="t" bIns="91425" lIns="91425" spcFirstLastPara="1" rIns="91425" wrap="square" tIns="91425">
              <a:noAutofit/>
            </a:bodyPr>
            <a:lstStyle/>
            <a:p>
              <a:pPr indent="0" lvl="0" marL="0" rtl="0" algn="ctr">
                <a:spcBef>
                  <a:spcPts val="0"/>
                </a:spcBef>
                <a:spcAft>
                  <a:spcPts val="0"/>
                </a:spcAft>
                <a:buNone/>
              </a:pPr>
              <a:r>
                <a:t/>
              </a:r>
              <a:endParaRPr sz="900"/>
            </a:p>
          </p:txBody>
        </p:sp>
        <p:sp>
          <p:nvSpPr>
            <p:cNvPr id="14771" name="Google Shape;14771;p254"/>
            <p:cNvSpPr txBox="1"/>
            <p:nvPr/>
          </p:nvSpPr>
          <p:spPr>
            <a:xfrm>
              <a:off x="721625" y="2345833"/>
              <a:ext cx="1257300" cy="198300"/>
            </a:xfrm>
            <a:prstGeom prst="rect">
              <a:avLst/>
            </a:prstGeom>
            <a:noFill/>
            <a:ln>
              <a:noFill/>
            </a:ln>
          </p:spPr>
          <p:txBody>
            <a:bodyPr anchorCtr="0" anchor="ctr" bIns="18000" lIns="18000" spcFirstLastPara="1" rIns="18000" wrap="square" tIns="18000">
              <a:noAutofit/>
            </a:bodyPr>
            <a:lstStyle/>
            <a:p>
              <a:pPr indent="0" lvl="0" marL="0" marR="0" rtl="0" algn="l">
                <a:lnSpc>
                  <a:spcPct val="100000"/>
                </a:lnSpc>
                <a:spcBef>
                  <a:spcPts val="0"/>
                </a:spcBef>
                <a:spcAft>
                  <a:spcPts val="0"/>
                </a:spcAft>
                <a:buNone/>
              </a:pPr>
              <a:r>
                <a:rPr b="1" lang="es-419" sz="600"/>
                <a:t>&lt;...&gt;</a:t>
              </a:r>
              <a:endParaRPr b="1" sz="600"/>
            </a:p>
          </p:txBody>
        </p:sp>
        <p:sp>
          <p:nvSpPr>
            <p:cNvPr id="14772" name="Google Shape;14772;p254"/>
            <p:cNvSpPr/>
            <p:nvPr/>
          </p:nvSpPr>
          <p:spPr>
            <a:xfrm>
              <a:off x="1050925" y="2040246"/>
              <a:ext cx="899700" cy="311400"/>
            </a:xfrm>
            <a:prstGeom prst="roundRect">
              <a:avLst>
                <a:gd fmla="val 16667" name="adj"/>
              </a:avLst>
            </a:prstGeom>
            <a:solidFill>
              <a:srgbClr val="FFFFFF"/>
            </a:solidFill>
            <a:ln cap="flat" cmpd="sng" w="9525">
              <a:solidFill>
                <a:srgbClr val="274E13"/>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18000" lIns="18000" spcFirstLastPara="1" rIns="18000" wrap="square" tIns="18000">
              <a:noAutofit/>
            </a:bodyPr>
            <a:lstStyle/>
            <a:p>
              <a:pPr indent="0" lvl="0" marL="0" marR="0" rtl="0" algn="ctr">
                <a:lnSpc>
                  <a:spcPct val="100000"/>
                </a:lnSpc>
                <a:spcBef>
                  <a:spcPts val="0"/>
                </a:spcBef>
                <a:spcAft>
                  <a:spcPts val="0"/>
                </a:spcAft>
                <a:buNone/>
              </a:pPr>
              <a:r>
                <a:rPr lang="es-419" sz="600"/>
                <a:t>&lt;...&gt;</a:t>
              </a:r>
              <a:endParaRPr sz="600"/>
            </a:p>
          </p:txBody>
        </p:sp>
        <p:pic>
          <p:nvPicPr>
            <p:cNvPr id="14773" name="Google Shape;14773;p254"/>
            <p:cNvPicPr preferRelativeResize="0"/>
            <p:nvPr/>
          </p:nvPicPr>
          <p:blipFill rotWithShape="1">
            <a:blip r:embed="rId13">
              <a:alphaModFix/>
            </a:blip>
            <a:srcRect b="955" l="75264" r="13084" t="86344"/>
            <a:stretch/>
          </p:blipFill>
          <p:spPr>
            <a:xfrm>
              <a:off x="759565" y="2053302"/>
              <a:ext cx="252631" cy="288000"/>
            </a:xfrm>
            <a:prstGeom prst="rect">
              <a:avLst/>
            </a:prstGeom>
            <a:noFill/>
            <a:ln>
              <a:noFill/>
            </a:ln>
          </p:spPr>
        </p:pic>
        <p:sp>
          <p:nvSpPr>
            <p:cNvPr id="14774" name="Google Shape;14774;p254"/>
            <p:cNvSpPr txBox="1"/>
            <p:nvPr/>
          </p:nvSpPr>
          <p:spPr>
            <a:xfrm>
              <a:off x="672663" y="2508695"/>
              <a:ext cx="1353000" cy="190500"/>
            </a:xfrm>
            <a:prstGeom prst="rect">
              <a:avLst/>
            </a:prstGeom>
            <a:noFill/>
            <a:ln>
              <a:noFill/>
            </a:ln>
          </p:spPr>
          <p:txBody>
            <a:bodyPr anchorCtr="0" anchor="ctr" bIns="18000" lIns="18000" spcFirstLastPara="1" rIns="18000" wrap="square" tIns="18000">
              <a:noAutofit/>
            </a:bodyPr>
            <a:lstStyle/>
            <a:p>
              <a:pPr indent="0" lvl="0" marL="0" marR="0" rtl="0" algn="ctr">
                <a:lnSpc>
                  <a:spcPct val="100000"/>
                </a:lnSpc>
                <a:spcBef>
                  <a:spcPts val="0"/>
                </a:spcBef>
                <a:spcAft>
                  <a:spcPts val="0"/>
                </a:spcAft>
                <a:buNone/>
              </a:pPr>
              <a:r>
                <a:rPr b="1" lang="es-419" sz="900"/>
                <a:t>&lt;...&gt;</a:t>
              </a:r>
              <a:endParaRPr b="1" sz="900"/>
            </a:p>
          </p:txBody>
        </p:sp>
      </p:grpSp>
      <p:grpSp>
        <p:nvGrpSpPr>
          <p:cNvPr id="14775" name="Google Shape;14775;p254"/>
          <p:cNvGrpSpPr/>
          <p:nvPr/>
        </p:nvGrpSpPr>
        <p:grpSpPr>
          <a:xfrm>
            <a:off x="6689360" y="3439246"/>
            <a:ext cx="1358723" cy="781500"/>
            <a:chOff x="667055" y="3519840"/>
            <a:chExt cx="1358723" cy="781500"/>
          </a:xfrm>
        </p:grpSpPr>
        <p:sp>
          <p:nvSpPr>
            <p:cNvPr id="14776" name="Google Shape;14776;p254"/>
            <p:cNvSpPr/>
            <p:nvPr/>
          </p:nvSpPr>
          <p:spPr>
            <a:xfrm rot="5400000">
              <a:off x="956883" y="3235740"/>
              <a:ext cx="781500" cy="1349700"/>
            </a:xfrm>
            <a:prstGeom prst="chevron">
              <a:avLst>
                <a:gd fmla="val 10671" name="adj"/>
              </a:avLst>
            </a:prstGeom>
            <a:solidFill>
              <a:srgbClr val="FFD966"/>
            </a:solidFill>
            <a:ln cap="flat" cmpd="sng" w="19050">
              <a:solidFill>
                <a:srgbClr val="1C4587"/>
              </a:solidFill>
              <a:prstDash val="solid"/>
              <a:round/>
              <a:headEnd len="sm" w="sm" type="none"/>
              <a:tailEnd len="sm" w="sm" type="none"/>
            </a:ln>
          </p:spPr>
          <p:txBody>
            <a:bodyPr anchorCtr="0" anchor="t" bIns="91425" lIns="91425" spcFirstLastPara="1" rIns="91425" wrap="square" tIns="91425">
              <a:noAutofit/>
            </a:bodyPr>
            <a:lstStyle/>
            <a:p>
              <a:pPr indent="0" lvl="0" marL="0" rtl="0" algn="ctr">
                <a:spcBef>
                  <a:spcPts val="0"/>
                </a:spcBef>
                <a:spcAft>
                  <a:spcPts val="0"/>
                </a:spcAft>
                <a:buNone/>
              </a:pPr>
              <a:r>
                <a:t/>
              </a:r>
              <a:endParaRPr sz="900"/>
            </a:p>
          </p:txBody>
        </p:sp>
        <p:sp>
          <p:nvSpPr>
            <p:cNvPr id="14777" name="Google Shape;14777;p254"/>
            <p:cNvSpPr/>
            <p:nvPr/>
          </p:nvSpPr>
          <p:spPr>
            <a:xfrm>
              <a:off x="718354" y="3885482"/>
              <a:ext cx="1257300" cy="288000"/>
            </a:xfrm>
            <a:prstGeom prst="snip2SameRect">
              <a:avLst>
                <a:gd fmla="val 7104" name="adj1"/>
                <a:gd fmla="val 8493" name="adj2"/>
              </a:avLst>
            </a:prstGeom>
            <a:solidFill>
              <a:srgbClr val="FFFFFF"/>
            </a:solidFill>
            <a:ln cap="flat" cmpd="sng" w="9525">
              <a:solidFill>
                <a:srgbClr val="274E13"/>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18000" lIns="18000" spcFirstLastPara="1" rIns="18000" wrap="square" tIns="18000">
              <a:noAutofit/>
            </a:bodyPr>
            <a:lstStyle/>
            <a:p>
              <a:pPr indent="0" lvl="0" marL="0" marR="0" rtl="0" algn="ctr">
                <a:lnSpc>
                  <a:spcPct val="100000"/>
                </a:lnSpc>
                <a:spcBef>
                  <a:spcPts val="0"/>
                </a:spcBef>
                <a:spcAft>
                  <a:spcPts val="0"/>
                </a:spcAft>
                <a:buNone/>
              </a:pPr>
              <a:r>
                <a:rPr lang="es-419" sz="600"/>
                <a:t>&lt;...&gt;</a:t>
              </a:r>
              <a:endParaRPr sz="600"/>
            </a:p>
          </p:txBody>
        </p:sp>
        <p:sp>
          <p:nvSpPr>
            <p:cNvPr id="14778" name="Google Shape;14778;p254"/>
            <p:cNvSpPr txBox="1"/>
            <p:nvPr/>
          </p:nvSpPr>
          <p:spPr>
            <a:xfrm>
              <a:off x="674878" y="3661827"/>
              <a:ext cx="1350900" cy="190500"/>
            </a:xfrm>
            <a:prstGeom prst="rect">
              <a:avLst/>
            </a:prstGeom>
            <a:noFill/>
            <a:ln>
              <a:noFill/>
            </a:ln>
          </p:spPr>
          <p:txBody>
            <a:bodyPr anchorCtr="0" anchor="ctr" bIns="18000" lIns="18000" spcFirstLastPara="1" rIns="18000" wrap="square" tIns="18000">
              <a:noAutofit/>
            </a:bodyPr>
            <a:lstStyle/>
            <a:p>
              <a:pPr indent="0" lvl="0" marL="0" marR="0" rtl="0" algn="ctr">
                <a:lnSpc>
                  <a:spcPct val="100000"/>
                </a:lnSpc>
                <a:spcBef>
                  <a:spcPts val="0"/>
                </a:spcBef>
                <a:spcAft>
                  <a:spcPts val="0"/>
                </a:spcAft>
                <a:buNone/>
              </a:pPr>
              <a:r>
                <a:rPr b="1" lang="es-419" sz="900"/>
                <a:t>&lt;...&gt;</a:t>
              </a:r>
              <a:endParaRPr b="1" sz="900">
                <a:latin typeface="Source Code Pro"/>
                <a:ea typeface="Source Code Pro"/>
                <a:cs typeface="Source Code Pro"/>
                <a:sym typeface="Source Code Pro"/>
              </a:endParaRPr>
            </a:p>
          </p:txBody>
        </p:sp>
        <p:pic>
          <p:nvPicPr>
            <p:cNvPr id="14779" name="Google Shape;14779;p254"/>
            <p:cNvPicPr preferRelativeResize="0"/>
            <p:nvPr/>
          </p:nvPicPr>
          <p:blipFill rotWithShape="1">
            <a:blip r:embed="rId14">
              <a:alphaModFix/>
            </a:blip>
            <a:srcRect b="-366" l="59788" r="19220" t="82753"/>
            <a:stretch/>
          </p:blipFill>
          <p:spPr>
            <a:xfrm>
              <a:off x="667055" y="3586081"/>
              <a:ext cx="271058" cy="287999"/>
            </a:xfrm>
            <a:prstGeom prst="rect">
              <a:avLst/>
            </a:prstGeom>
            <a:noFill/>
            <a:ln>
              <a:noFill/>
            </a:ln>
          </p:spPr>
        </p:pic>
      </p:grpSp>
      <p:grpSp>
        <p:nvGrpSpPr>
          <p:cNvPr id="14780" name="Google Shape;14780;p254"/>
          <p:cNvGrpSpPr/>
          <p:nvPr/>
        </p:nvGrpSpPr>
        <p:grpSpPr>
          <a:xfrm>
            <a:off x="6692573" y="967538"/>
            <a:ext cx="1349700" cy="1602300"/>
            <a:chOff x="221125" y="841375"/>
            <a:chExt cx="1349700" cy="1602300"/>
          </a:xfrm>
        </p:grpSpPr>
        <p:sp>
          <p:nvSpPr>
            <p:cNvPr id="14781" name="Google Shape;14781;p254"/>
            <p:cNvSpPr/>
            <p:nvPr/>
          </p:nvSpPr>
          <p:spPr>
            <a:xfrm rot="5400000">
              <a:off x="94825" y="967675"/>
              <a:ext cx="1602300" cy="1349700"/>
            </a:xfrm>
            <a:prstGeom prst="chevron">
              <a:avLst>
                <a:gd fmla="val 6049" name="adj"/>
              </a:avLst>
            </a:prstGeom>
            <a:solidFill>
              <a:srgbClr val="F4CCCC"/>
            </a:solidFill>
            <a:ln cap="flat" cmpd="sng" w="9525">
              <a:solidFill>
                <a:srgbClr val="1C4587"/>
              </a:solidFill>
              <a:prstDash val="solid"/>
              <a:round/>
              <a:headEnd len="sm" w="sm" type="none"/>
              <a:tailEnd len="sm" w="sm" type="none"/>
            </a:ln>
          </p:spPr>
          <p:txBody>
            <a:bodyPr anchorCtr="0" anchor="t" bIns="91425" lIns="91425" spcFirstLastPara="1" rIns="91425" wrap="square" tIns="91425">
              <a:noAutofit/>
            </a:bodyPr>
            <a:lstStyle/>
            <a:p>
              <a:pPr indent="0" lvl="0" marL="0" rtl="0" algn="ctr">
                <a:spcBef>
                  <a:spcPts val="0"/>
                </a:spcBef>
                <a:spcAft>
                  <a:spcPts val="0"/>
                </a:spcAft>
                <a:buNone/>
              </a:pPr>
              <a:r>
                <a:t/>
              </a:r>
              <a:endParaRPr sz="900"/>
            </a:p>
          </p:txBody>
        </p:sp>
        <p:sp>
          <p:nvSpPr>
            <p:cNvPr id="14782" name="Google Shape;14782;p254"/>
            <p:cNvSpPr txBox="1"/>
            <p:nvPr/>
          </p:nvSpPr>
          <p:spPr>
            <a:xfrm>
              <a:off x="221125" y="1478473"/>
              <a:ext cx="660900" cy="190500"/>
            </a:xfrm>
            <a:prstGeom prst="rect">
              <a:avLst/>
            </a:prstGeom>
            <a:noFill/>
            <a:ln>
              <a:noFill/>
            </a:ln>
          </p:spPr>
          <p:txBody>
            <a:bodyPr anchorCtr="0" anchor="ctr" bIns="18000" lIns="18000" spcFirstLastPara="1" rIns="18000" wrap="square" tIns="18000">
              <a:noAutofit/>
            </a:bodyPr>
            <a:lstStyle/>
            <a:p>
              <a:pPr indent="0" lvl="0" marL="0" marR="0" rtl="0" algn="l">
                <a:lnSpc>
                  <a:spcPct val="100000"/>
                </a:lnSpc>
                <a:spcBef>
                  <a:spcPts val="0"/>
                </a:spcBef>
                <a:spcAft>
                  <a:spcPts val="0"/>
                </a:spcAft>
                <a:buNone/>
              </a:pPr>
              <a:r>
                <a:rPr b="1" lang="es-419" sz="600"/>
                <a:t>&lt;...&gt;</a:t>
              </a:r>
              <a:endParaRPr b="1" sz="1200">
                <a:latin typeface="Source Code Pro"/>
                <a:ea typeface="Source Code Pro"/>
                <a:cs typeface="Source Code Pro"/>
                <a:sym typeface="Source Code Pro"/>
              </a:endParaRPr>
            </a:p>
          </p:txBody>
        </p:sp>
        <p:pic>
          <p:nvPicPr>
            <p:cNvPr id="14783" name="Google Shape;14783;p254"/>
            <p:cNvPicPr preferRelativeResize="0"/>
            <p:nvPr/>
          </p:nvPicPr>
          <p:blipFill rotWithShape="1">
            <a:blip r:embed="rId11">
              <a:alphaModFix/>
            </a:blip>
            <a:srcRect b="-263" l="59" r="83461" t="67407"/>
            <a:stretch/>
          </p:blipFill>
          <p:spPr>
            <a:xfrm>
              <a:off x="237215" y="1231098"/>
              <a:ext cx="288000" cy="288000"/>
            </a:xfrm>
            <a:prstGeom prst="rect">
              <a:avLst/>
            </a:prstGeom>
            <a:noFill/>
            <a:ln>
              <a:noFill/>
            </a:ln>
          </p:spPr>
        </p:pic>
        <p:sp>
          <p:nvSpPr>
            <p:cNvPr id="14784" name="Google Shape;14784;p254"/>
            <p:cNvSpPr txBox="1"/>
            <p:nvPr/>
          </p:nvSpPr>
          <p:spPr>
            <a:xfrm>
              <a:off x="900218" y="1478473"/>
              <a:ext cx="660900" cy="198300"/>
            </a:xfrm>
            <a:prstGeom prst="rect">
              <a:avLst/>
            </a:prstGeom>
            <a:noFill/>
            <a:ln>
              <a:noFill/>
            </a:ln>
          </p:spPr>
          <p:txBody>
            <a:bodyPr anchorCtr="0" anchor="ctr" bIns="18000" lIns="18000" spcFirstLastPara="1" rIns="18000" wrap="square" tIns="18000">
              <a:noAutofit/>
            </a:bodyPr>
            <a:lstStyle/>
            <a:p>
              <a:pPr indent="0" lvl="0" marL="0" marR="0" rtl="0" algn="r">
                <a:lnSpc>
                  <a:spcPct val="100000"/>
                </a:lnSpc>
                <a:spcBef>
                  <a:spcPts val="0"/>
                </a:spcBef>
                <a:spcAft>
                  <a:spcPts val="0"/>
                </a:spcAft>
                <a:buNone/>
              </a:pPr>
              <a:r>
                <a:rPr b="1" lang="es-419" sz="600"/>
                <a:t>&lt;...&gt;</a:t>
              </a:r>
              <a:endParaRPr b="1" sz="600"/>
            </a:p>
          </p:txBody>
        </p:sp>
        <p:pic>
          <p:nvPicPr>
            <p:cNvPr id="14785" name="Google Shape;14785;p254"/>
            <p:cNvPicPr preferRelativeResize="0"/>
            <p:nvPr/>
          </p:nvPicPr>
          <p:blipFill rotWithShape="1">
            <a:blip r:embed="rId13">
              <a:alphaModFix/>
            </a:blip>
            <a:srcRect b="603" l="50354" r="37994" t="86695"/>
            <a:stretch/>
          </p:blipFill>
          <p:spPr>
            <a:xfrm flipH="1">
              <a:off x="1267919" y="1231098"/>
              <a:ext cx="287999" cy="288000"/>
            </a:xfrm>
            <a:prstGeom prst="rect">
              <a:avLst/>
            </a:prstGeom>
            <a:noFill/>
            <a:ln>
              <a:noFill/>
            </a:ln>
          </p:spPr>
        </p:pic>
        <p:cxnSp>
          <p:nvCxnSpPr>
            <p:cNvPr id="14786" name="Google Shape;14786;p254"/>
            <p:cNvCxnSpPr/>
            <p:nvPr/>
          </p:nvCxnSpPr>
          <p:spPr>
            <a:xfrm>
              <a:off x="473504" y="1468805"/>
              <a:ext cx="825300" cy="0"/>
            </a:xfrm>
            <a:prstGeom prst="straightConnector1">
              <a:avLst/>
            </a:prstGeom>
            <a:noFill/>
            <a:ln cap="flat" cmpd="sng" w="9525">
              <a:solidFill>
                <a:schemeClr val="dk2"/>
              </a:solidFill>
              <a:prstDash val="solid"/>
              <a:round/>
              <a:headEnd len="med" w="med" type="none"/>
              <a:tailEnd len="med" w="med" type="none"/>
            </a:ln>
          </p:spPr>
        </p:cxnSp>
        <p:sp>
          <p:nvSpPr>
            <p:cNvPr id="14787" name="Google Shape;14787;p254"/>
            <p:cNvSpPr/>
            <p:nvPr/>
          </p:nvSpPr>
          <p:spPr>
            <a:xfrm>
              <a:off x="426283" y="964116"/>
              <a:ext cx="933300" cy="311400"/>
            </a:xfrm>
            <a:prstGeom prst="wedgeRoundRectCallout">
              <a:avLst>
                <a:gd fmla="val -43625" name="adj1"/>
                <a:gd fmla="val 81812" name="adj2"/>
                <a:gd fmla="val 0" name="adj3"/>
              </a:avLst>
            </a:prstGeom>
            <a:solidFill>
              <a:srgbClr val="F3F3F3"/>
            </a:solidFill>
            <a:ln cap="flat" cmpd="sng" w="9525">
              <a:solidFill>
                <a:srgbClr val="990000"/>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18000" lIns="54000" spcFirstLastPara="1" rIns="18000" wrap="square" tIns="18000">
              <a:noAutofit/>
            </a:bodyPr>
            <a:lstStyle/>
            <a:p>
              <a:pPr indent="0" lvl="0" marL="0" rtl="0" algn="ctr">
                <a:spcBef>
                  <a:spcPts val="0"/>
                </a:spcBef>
                <a:spcAft>
                  <a:spcPts val="0"/>
                </a:spcAft>
                <a:buNone/>
              </a:pPr>
              <a:r>
                <a:rPr lang="es-419" sz="600"/>
                <a:t>&lt;...&gt;</a:t>
              </a:r>
              <a:endParaRPr sz="600"/>
            </a:p>
          </p:txBody>
        </p:sp>
        <p:sp>
          <p:nvSpPr>
            <p:cNvPr id="14788" name="Google Shape;14788;p254"/>
            <p:cNvSpPr/>
            <p:nvPr/>
          </p:nvSpPr>
          <p:spPr>
            <a:xfrm>
              <a:off x="265375" y="1769715"/>
              <a:ext cx="1250400" cy="190500"/>
            </a:xfrm>
            <a:prstGeom prst="foldedCorner">
              <a:avLst>
                <a:gd fmla="val 23024" name="adj"/>
              </a:avLst>
            </a:prstGeom>
            <a:solidFill>
              <a:srgbClr val="FFFFFF"/>
            </a:solidFill>
            <a:ln cap="flat" cmpd="sng" w="9525">
              <a:solidFill>
                <a:srgbClr val="424242"/>
              </a:solidFill>
              <a:prstDash val="solid"/>
              <a:round/>
              <a:headEnd len="sm" w="sm" type="none"/>
              <a:tailEnd len="sm" w="sm" type="none"/>
            </a:ln>
          </p:spPr>
          <p:txBody>
            <a:bodyPr anchorCtr="0" anchor="ctr" bIns="0" lIns="36000" spcFirstLastPara="1" rIns="0" wrap="square" tIns="0">
              <a:noAutofit/>
            </a:bodyPr>
            <a:lstStyle/>
            <a:p>
              <a:pPr indent="0" lvl="0" marL="0" rtl="0" algn="l">
                <a:spcBef>
                  <a:spcPts val="0"/>
                </a:spcBef>
                <a:spcAft>
                  <a:spcPts val="0"/>
                </a:spcAft>
                <a:buNone/>
              </a:pPr>
              <a:r>
                <a:rPr b="1" lang="es-419" sz="600">
                  <a:solidFill>
                    <a:schemeClr val="dk1"/>
                  </a:solidFill>
                </a:rPr>
                <a:t>&lt;...&gt;</a:t>
              </a:r>
              <a:endParaRPr sz="1600"/>
            </a:p>
          </p:txBody>
        </p:sp>
        <p:pic>
          <p:nvPicPr>
            <p:cNvPr id="14789" name="Google Shape;14789;p254"/>
            <p:cNvPicPr preferRelativeResize="0"/>
            <p:nvPr/>
          </p:nvPicPr>
          <p:blipFill rotWithShape="1">
            <a:blip r:embed="rId15">
              <a:alphaModFix/>
            </a:blip>
            <a:srcRect b="32925" l="74881" r="0" t="32921"/>
            <a:stretch/>
          </p:blipFill>
          <p:spPr>
            <a:xfrm>
              <a:off x="291236" y="1641028"/>
              <a:ext cx="179999" cy="180000"/>
            </a:xfrm>
            <a:prstGeom prst="rect">
              <a:avLst/>
            </a:prstGeom>
            <a:noFill/>
            <a:ln>
              <a:noFill/>
            </a:ln>
          </p:spPr>
        </p:pic>
        <p:pic>
          <p:nvPicPr>
            <p:cNvPr id="14790" name="Google Shape;14790;p254"/>
            <p:cNvPicPr preferRelativeResize="0"/>
            <p:nvPr/>
          </p:nvPicPr>
          <p:blipFill rotWithShape="1">
            <a:blip r:embed="rId15">
              <a:alphaModFix/>
            </a:blip>
            <a:srcRect b="-2302" l="74881" r="0" t="68148"/>
            <a:stretch/>
          </p:blipFill>
          <p:spPr>
            <a:xfrm>
              <a:off x="473511" y="1641028"/>
              <a:ext cx="179999" cy="180000"/>
            </a:xfrm>
            <a:prstGeom prst="rect">
              <a:avLst/>
            </a:prstGeom>
            <a:noFill/>
            <a:ln>
              <a:noFill/>
            </a:ln>
          </p:spPr>
        </p:pic>
        <p:pic>
          <p:nvPicPr>
            <p:cNvPr id="14791" name="Google Shape;14791;p254"/>
            <p:cNvPicPr preferRelativeResize="0"/>
            <p:nvPr/>
          </p:nvPicPr>
          <p:blipFill rotWithShape="1">
            <a:blip r:embed="rId15">
              <a:alphaModFix/>
            </a:blip>
            <a:srcRect b="33697" l="50038" r="24843" t="32149"/>
            <a:stretch/>
          </p:blipFill>
          <p:spPr>
            <a:xfrm>
              <a:off x="655786" y="1641028"/>
              <a:ext cx="179999" cy="180000"/>
            </a:xfrm>
            <a:prstGeom prst="rect">
              <a:avLst/>
            </a:prstGeom>
            <a:noFill/>
            <a:ln>
              <a:noFill/>
            </a:ln>
          </p:spPr>
        </p:pic>
        <p:pic>
          <p:nvPicPr>
            <p:cNvPr id="14792" name="Google Shape;14792;p254"/>
            <p:cNvPicPr preferRelativeResize="0"/>
            <p:nvPr/>
          </p:nvPicPr>
          <p:blipFill rotWithShape="1">
            <a:blip r:embed="rId15">
              <a:alphaModFix/>
            </a:blip>
            <a:srcRect b="66403" l="50038" r="24843" t="-557"/>
            <a:stretch/>
          </p:blipFill>
          <p:spPr>
            <a:xfrm>
              <a:off x="854211" y="1641028"/>
              <a:ext cx="179999" cy="180000"/>
            </a:xfrm>
            <a:prstGeom prst="rect">
              <a:avLst/>
            </a:prstGeom>
            <a:noFill/>
            <a:ln>
              <a:noFill/>
            </a:ln>
          </p:spPr>
        </p:pic>
        <p:pic>
          <p:nvPicPr>
            <p:cNvPr id="14793" name="Google Shape;14793;p254"/>
            <p:cNvPicPr preferRelativeResize="0"/>
            <p:nvPr/>
          </p:nvPicPr>
          <p:blipFill rotWithShape="1">
            <a:blip r:embed="rId15">
              <a:alphaModFix/>
            </a:blip>
            <a:srcRect b="65846" l="0" r="74881" t="0"/>
            <a:stretch/>
          </p:blipFill>
          <p:spPr>
            <a:xfrm>
              <a:off x="1052636" y="1641028"/>
              <a:ext cx="179999" cy="180000"/>
            </a:xfrm>
            <a:prstGeom prst="rect">
              <a:avLst/>
            </a:prstGeom>
            <a:noFill/>
            <a:ln>
              <a:noFill/>
            </a:ln>
          </p:spPr>
        </p:pic>
        <p:sp>
          <p:nvSpPr>
            <p:cNvPr id="14794" name="Google Shape;14794;p254"/>
            <p:cNvSpPr/>
            <p:nvPr/>
          </p:nvSpPr>
          <p:spPr>
            <a:xfrm>
              <a:off x="265375" y="2092348"/>
              <a:ext cx="1250400" cy="190500"/>
            </a:xfrm>
            <a:prstGeom prst="foldedCorner">
              <a:avLst>
                <a:gd fmla="val 23024" name="adj"/>
              </a:avLst>
            </a:prstGeom>
            <a:solidFill>
              <a:srgbClr val="FFFFFF"/>
            </a:solidFill>
            <a:ln cap="flat" cmpd="sng" w="9525">
              <a:solidFill>
                <a:srgbClr val="424242"/>
              </a:solidFill>
              <a:prstDash val="solid"/>
              <a:round/>
              <a:headEnd len="sm" w="sm" type="none"/>
              <a:tailEnd len="sm" w="sm" type="none"/>
            </a:ln>
          </p:spPr>
          <p:txBody>
            <a:bodyPr anchorCtr="0" anchor="ctr" bIns="0" lIns="36000" spcFirstLastPara="1" rIns="0" wrap="square" tIns="0">
              <a:noAutofit/>
            </a:bodyPr>
            <a:lstStyle/>
            <a:p>
              <a:pPr indent="0" lvl="0" marL="0" rtl="0" algn="l">
                <a:spcBef>
                  <a:spcPts val="0"/>
                </a:spcBef>
                <a:spcAft>
                  <a:spcPts val="0"/>
                </a:spcAft>
                <a:buNone/>
              </a:pPr>
              <a:r>
                <a:rPr b="1" lang="es-419" sz="600">
                  <a:solidFill>
                    <a:schemeClr val="dk1"/>
                  </a:solidFill>
                </a:rPr>
                <a:t>&lt;...&gt;</a:t>
              </a:r>
              <a:endParaRPr sz="1600"/>
            </a:p>
          </p:txBody>
        </p:sp>
        <p:pic>
          <p:nvPicPr>
            <p:cNvPr id="14795" name="Google Shape;14795;p254"/>
            <p:cNvPicPr preferRelativeResize="0"/>
            <p:nvPr/>
          </p:nvPicPr>
          <p:blipFill rotWithShape="1">
            <a:blip r:embed="rId15">
              <a:alphaModFix/>
            </a:blip>
            <a:srcRect b="32996" l="0" r="74881" t="32849"/>
            <a:stretch/>
          </p:blipFill>
          <p:spPr>
            <a:xfrm>
              <a:off x="291236" y="1960742"/>
              <a:ext cx="179999" cy="180000"/>
            </a:xfrm>
            <a:prstGeom prst="rect">
              <a:avLst/>
            </a:prstGeom>
            <a:noFill/>
            <a:ln>
              <a:noFill/>
            </a:ln>
          </p:spPr>
        </p:pic>
        <p:pic>
          <p:nvPicPr>
            <p:cNvPr id="14796" name="Google Shape;14796;p254"/>
            <p:cNvPicPr preferRelativeResize="0"/>
            <p:nvPr/>
          </p:nvPicPr>
          <p:blipFill rotWithShape="1">
            <a:blip r:embed="rId15">
              <a:alphaModFix/>
            </a:blip>
            <a:srcRect b="-2302" l="74881" r="0" t="68148"/>
            <a:stretch/>
          </p:blipFill>
          <p:spPr>
            <a:xfrm>
              <a:off x="473511" y="1960742"/>
              <a:ext cx="179999" cy="180000"/>
            </a:xfrm>
            <a:prstGeom prst="rect">
              <a:avLst/>
            </a:prstGeom>
            <a:noFill/>
            <a:ln>
              <a:noFill/>
            </a:ln>
          </p:spPr>
        </p:pic>
      </p:grpSp>
      <p:grpSp>
        <p:nvGrpSpPr>
          <p:cNvPr id="14797" name="Google Shape;14797;p254"/>
          <p:cNvGrpSpPr/>
          <p:nvPr/>
        </p:nvGrpSpPr>
        <p:grpSpPr>
          <a:xfrm>
            <a:off x="8372972" y="2417782"/>
            <a:ext cx="1354963" cy="877500"/>
            <a:chOff x="670700" y="1862346"/>
            <a:chExt cx="1354963" cy="877500"/>
          </a:xfrm>
        </p:grpSpPr>
        <p:sp>
          <p:nvSpPr>
            <p:cNvPr id="14798" name="Google Shape;14798;p254"/>
            <p:cNvSpPr/>
            <p:nvPr/>
          </p:nvSpPr>
          <p:spPr>
            <a:xfrm rot="5400000">
              <a:off x="906800" y="1626246"/>
              <a:ext cx="877500" cy="1349700"/>
            </a:xfrm>
            <a:prstGeom prst="chevron">
              <a:avLst>
                <a:gd fmla="val 10671" name="adj"/>
              </a:avLst>
            </a:prstGeom>
            <a:solidFill>
              <a:srgbClr val="F3F3F3"/>
            </a:solidFill>
            <a:ln cap="flat" cmpd="sng" w="9525">
              <a:solidFill>
                <a:srgbClr val="1C4587"/>
              </a:solidFill>
              <a:prstDash val="solid"/>
              <a:round/>
              <a:headEnd len="sm" w="sm" type="none"/>
              <a:tailEnd len="sm" w="sm" type="none"/>
            </a:ln>
          </p:spPr>
          <p:txBody>
            <a:bodyPr anchorCtr="0" anchor="t" bIns="91425" lIns="91425" spcFirstLastPara="1" rIns="91425" wrap="square" tIns="91425">
              <a:noAutofit/>
            </a:bodyPr>
            <a:lstStyle/>
            <a:p>
              <a:pPr indent="0" lvl="0" marL="0" rtl="0" algn="ctr">
                <a:spcBef>
                  <a:spcPts val="0"/>
                </a:spcBef>
                <a:spcAft>
                  <a:spcPts val="0"/>
                </a:spcAft>
                <a:buNone/>
              </a:pPr>
              <a:r>
                <a:t/>
              </a:r>
              <a:endParaRPr sz="900"/>
            </a:p>
          </p:txBody>
        </p:sp>
        <p:sp>
          <p:nvSpPr>
            <p:cNvPr id="14799" name="Google Shape;14799;p254"/>
            <p:cNvSpPr txBox="1"/>
            <p:nvPr/>
          </p:nvSpPr>
          <p:spPr>
            <a:xfrm>
              <a:off x="721625" y="2345833"/>
              <a:ext cx="1257300" cy="198300"/>
            </a:xfrm>
            <a:prstGeom prst="rect">
              <a:avLst/>
            </a:prstGeom>
            <a:noFill/>
            <a:ln>
              <a:noFill/>
            </a:ln>
          </p:spPr>
          <p:txBody>
            <a:bodyPr anchorCtr="0" anchor="ctr" bIns="18000" lIns="18000" spcFirstLastPara="1" rIns="18000" wrap="square" tIns="18000">
              <a:noAutofit/>
            </a:bodyPr>
            <a:lstStyle/>
            <a:p>
              <a:pPr indent="0" lvl="0" marL="0" marR="0" rtl="0" algn="l">
                <a:lnSpc>
                  <a:spcPct val="100000"/>
                </a:lnSpc>
                <a:spcBef>
                  <a:spcPts val="0"/>
                </a:spcBef>
                <a:spcAft>
                  <a:spcPts val="0"/>
                </a:spcAft>
                <a:buNone/>
              </a:pPr>
              <a:r>
                <a:rPr b="1" lang="es-419" sz="600"/>
                <a:t>Comercial</a:t>
              </a:r>
              <a:endParaRPr b="1" sz="600"/>
            </a:p>
          </p:txBody>
        </p:sp>
        <p:sp>
          <p:nvSpPr>
            <p:cNvPr id="14800" name="Google Shape;14800;p254"/>
            <p:cNvSpPr/>
            <p:nvPr/>
          </p:nvSpPr>
          <p:spPr>
            <a:xfrm>
              <a:off x="1050925" y="2040246"/>
              <a:ext cx="899700" cy="311400"/>
            </a:xfrm>
            <a:prstGeom prst="roundRect">
              <a:avLst>
                <a:gd fmla="val 16667" name="adj"/>
              </a:avLst>
            </a:prstGeom>
            <a:solidFill>
              <a:srgbClr val="FFFFFF"/>
            </a:solidFill>
            <a:ln cap="flat" cmpd="sng" w="9525">
              <a:solidFill>
                <a:srgbClr val="274E13"/>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18000" lIns="18000" spcFirstLastPara="1" rIns="18000" wrap="square" tIns="18000">
              <a:noAutofit/>
            </a:bodyPr>
            <a:lstStyle/>
            <a:p>
              <a:pPr indent="0" lvl="0" marL="0" marR="0" rtl="0" algn="ctr">
                <a:lnSpc>
                  <a:spcPct val="100000"/>
                </a:lnSpc>
                <a:spcBef>
                  <a:spcPts val="0"/>
                </a:spcBef>
                <a:spcAft>
                  <a:spcPts val="0"/>
                </a:spcAft>
                <a:buNone/>
              </a:pPr>
              <a:r>
                <a:rPr lang="es-419" sz="600"/>
                <a:t>tramitar el pago</a:t>
              </a:r>
              <a:endParaRPr sz="600"/>
            </a:p>
          </p:txBody>
        </p:sp>
        <p:pic>
          <p:nvPicPr>
            <p:cNvPr id="14801" name="Google Shape;14801;p254"/>
            <p:cNvPicPr preferRelativeResize="0"/>
            <p:nvPr/>
          </p:nvPicPr>
          <p:blipFill rotWithShape="1">
            <a:blip r:embed="rId13">
              <a:alphaModFix/>
            </a:blip>
            <a:srcRect b="955" l="75264" r="13084" t="86344"/>
            <a:stretch/>
          </p:blipFill>
          <p:spPr>
            <a:xfrm>
              <a:off x="759565" y="2053302"/>
              <a:ext cx="252631" cy="288000"/>
            </a:xfrm>
            <a:prstGeom prst="rect">
              <a:avLst/>
            </a:prstGeom>
            <a:noFill/>
            <a:ln>
              <a:noFill/>
            </a:ln>
          </p:spPr>
        </p:pic>
        <p:sp>
          <p:nvSpPr>
            <p:cNvPr id="14802" name="Google Shape;14802;p254"/>
            <p:cNvSpPr txBox="1"/>
            <p:nvPr/>
          </p:nvSpPr>
          <p:spPr>
            <a:xfrm>
              <a:off x="672663" y="2508695"/>
              <a:ext cx="1353000" cy="190500"/>
            </a:xfrm>
            <a:prstGeom prst="rect">
              <a:avLst/>
            </a:prstGeom>
            <a:noFill/>
            <a:ln>
              <a:noFill/>
            </a:ln>
          </p:spPr>
          <p:txBody>
            <a:bodyPr anchorCtr="0" anchor="ctr" bIns="18000" lIns="18000" spcFirstLastPara="1" rIns="18000" wrap="square" tIns="18000">
              <a:noAutofit/>
            </a:bodyPr>
            <a:lstStyle/>
            <a:p>
              <a:pPr indent="0" lvl="0" marL="0" marR="0" rtl="0" algn="ctr">
                <a:lnSpc>
                  <a:spcPct val="100000"/>
                </a:lnSpc>
                <a:spcBef>
                  <a:spcPts val="0"/>
                </a:spcBef>
                <a:spcAft>
                  <a:spcPts val="0"/>
                </a:spcAft>
                <a:buNone/>
              </a:pPr>
              <a:r>
                <a:rPr b="1" lang="es-419" sz="800"/>
                <a:t>Ventas</a:t>
              </a:r>
              <a:endParaRPr b="1" sz="800"/>
            </a:p>
          </p:txBody>
        </p:sp>
      </p:grpSp>
      <p:grpSp>
        <p:nvGrpSpPr>
          <p:cNvPr id="14803" name="Google Shape;14803;p254"/>
          <p:cNvGrpSpPr/>
          <p:nvPr/>
        </p:nvGrpSpPr>
        <p:grpSpPr>
          <a:xfrm>
            <a:off x="8374525" y="841375"/>
            <a:ext cx="1352296" cy="1602300"/>
            <a:chOff x="221125" y="841375"/>
            <a:chExt cx="1352296" cy="1602300"/>
          </a:xfrm>
        </p:grpSpPr>
        <p:sp>
          <p:nvSpPr>
            <p:cNvPr id="14804" name="Google Shape;14804;p254"/>
            <p:cNvSpPr/>
            <p:nvPr/>
          </p:nvSpPr>
          <p:spPr>
            <a:xfrm rot="5400000">
              <a:off x="94825" y="967675"/>
              <a:ext cx="1602300" cy="1349700"/>
            </a:xfrm>
            <a:prstGeom prst="chevron">
              <a:avLst>
                <a:gd fmla="val 6049" name="adj"/>
              </a:avLst>
            </a:prstGeom>
            <a:solidFill>
              <a:srgbClr val="F4CCCC"/>
            </a:solidFill>
            <a:ln cap="flat" cmpd="sng" w="9525">
              <a:solidFill>
                <a:srgbClr val="1C4587"/>
              </a:solidFill>
              <a:prstDash val="solid"/>
              <a:round/>
              <a:headEnd len="sm" w="sm" type="none"/>
              <a:tailEnd len="sm" w="sm" type="none"/>
            </a:ln>
          </p:spPr>
          <p:txBody>
            <a:bodyPr anchorCtr="0" anchor="t" bIns="91425" lIns="91425" spcFirstLastPara="1" rIns="91425" wrap="square" tIns="91425">
              <a:noAutofit/>
            </a:bodyPr>
            <a:lstStyle/>
            <a:p>
              <a:pPr indent="0" lvl="0" marL="0" rtl="0" algn="ctr">
                <a:spcBef>
                  <a:spcPts val="0"/>
                </a:spcBef>
                <a:spcAft>
                  <a:spcPts val="0"/>
                </a:spcAft>
                <a:buNone/>
              </a:pPr>
              <a:r>
                <a:t/>
              </a:r>
              <a:endParaRPr sz="900"/>
            </a:p>
          </p:txBody>
        </p:sp>
        <p:sp>
          <p:nvSpPr>
            <p:cNvPr id="14805" name="Google Shape;14805;p254"/>
            <p:cNvSpPr txBox="1"/>
            <p:nvPr/>
          </p:nvSpPr>
          <p:spPr>
            <a:xfrm>
              <a:off x="221125" y="1478473"/>
              <a:ext cx="660900" cy="190500"/>
            </a:xfrm>
            <a:prstGeom prst="rect">
              <a:avLst/>
            </a:prstGeom>
            <a:noFill/>
            <a:ln>
              <a:noFill/>
            </a:ln>
          </p:spPr>
          <p:txBody>
            <a:bodyPr anchorCtr="0" anchor="ctr" bIns="18000" lIns="18000" spcFirstLastPara="1" rIns="18000" wrap="square" tIns="18000">
              <a:noAutofit/>
            </a:bodyPr>
            <a:lstStyle/>
            <a:p>
              <a:pPr indent="0" lvl="0" marL="0" marR="0" rtl="0" algn="l">
                <a:lnSpc>
                  <a:spcPct val="100000"/>
                </a:lnSpc>
                <a:spcBef>
                  <a:spcPts val="0"/>
                </a:spcBef>
                <a:spcAft>
                  <a:spcPts val="0"/>
                </a:spcAft>
                <a:buNone/>
              </a:pPr>
              <a:r>
                <a:rPr b="1" lang="es-419" sz="600"/>
                <a:t>Consumidor</a:t>
              </a:r>
              <a:endParaRPr b="1" sz="1200">
                <a:latin typeface="Source Code Pro"/>
                <a:ea typeface="Source Code Pro"/>
                <a:cs typeface="Source Code Pro"/>
                <a:sym typeface="Source Code Pro"/>
              </a:endParaRPr>
            </a:p>
          </p:txBody>
        </p:sp>
        <p:pic>
          <p:nvPicPr>
            <p:cNvPr id="14806" name="Google Shape;14806;p254"/>
            <p:cNvPicPr preferRelativeResize="0"/>
            <p:nvPr/>
          </p:nvPicPr>
          <p:blipFill rotWithShape="1">
            <a:blip r:embed="rId11">
              <a:alphaModFix/>
            </a:blip>
            <a:srcRect b="-263" l="59" r="83461" t="67407"/>
            <a:stretch/>
          </p:blipFill>
          <p:spPr>
            <a:xfrm>
              <a:off x="237215" y="1231098"/>
              <a:ext cx="288000" cy="288000"/>
            </a:xfrm>
            <a:prstGeom prst="rect">
              <a:avLst/>
            </a:prstGeom>
            <a:noFill/>
            <a:ln>
              <a:noFill/>
            </a:ln>
          </p:spPr>
        </p:pic>
        <p:sp>
          <p:nvSpPr>
            <p:cNvPr id="14807" name="Google Shape;14807;p254"/>
            <p:cNvSpPr txBox="1"/>
            <p:nvPr/>
          </p:nvSpPr>
          <p:spPr>
            <a:xfrm>
              <a:off x="912521" y="1478473"/>
              <a:ext cx="660900" cy="198300"/>
            </a:xfrm>
            <a:prstGeom prst="rect">
              <a:avLst/>
            </a:prstGeom>
            <a:noFill/>
            <a:ln>
              <a:noFill/>
            </a:ln>
          </p:spPr>
          <p:txBody>
            <a:bodyPr anchorCtr="0" anchor="ctr" bIns="18000" lIns="18000" spcFirstLastPara="1" rIns="18000" wrap="square" tIns="18000">
              <a:noAutofit/>
            </a:bodyPr>
            <a:lstStyle/>
            <a:p>
              <a:pPr indent="0" lvl="0" marL="0" marR="0" rtl="0" algn="r">
                <a:lnSpc>
                  <a:spcPct val="100000"/>
                </a:lnSpc>
                <a:spcBef>
                  <a:spcPts val="0"/>
                </a:spcBef>
                <a:spcAft>
                  <a:spcPts val="0"/>
                </a:spcAft>
                <a:buNone/>
              </a:pPr>
              <a:r>
                <a:rPr b="1" lang="es-419" sz="600"/>
                <a:t>Comercial</a:t>
              </a:r>
              <a:endParaRPr b="1" sz="600"/>
            </a:p>
          </p:txBody>
        </p:sp>
        <p:pic>
          <p:nvPicPr>
            <p:cNvPr id="14808" name="Google Shape;14808;p254"/>
            <p:cNvPicPr preferRelativeResize="0"/>
            <p:nvPr/>
          </p:nvPicPr>
          <p:blipFill rotWithShape="1">
            <a:blip r:embed="rId13">
              <a:alphaModFix/>
            </a:blip>
            <a:srcRect b="603" l="50354" r="37994" t="86695"/>
            <a:stretch/>
          </p:blipFill>
          <p:spPr>
            <a:xfrm flipH="1">
              <a:off x="1267919" y="1231098"/>
              <a:ext cx="287999" cy="288000"/>
            </a:xfrm>
            <a:prstGeom prst="rect">
              <a:avLst/>
            </a:prstGeom>
            <a:noFill/>
            <a:ln>
              <a:noFill/>
            </a:ln>
          </p:spPr>
        </p:pic>
        <p:cxnSp>
          <p:nvCxnSpPr>
            <p:cNvPr id="14809" name="Google Shape;14809;p254"/>
            <p:cNvCxnSpPr/>
            <p:nvPr/>
          </p:nvCxnSpPr>
          <p:spPr>
            <a:xfrm>
              <a:off x="473504" y="1468805"/>
              <a:ext cx="825300" cy="0"/>
            </a:xfrm>
            <a:prstGeom prst="straightConnector1">
              <a:avLst/>
            </a:prstGeom>
            <a:noFill/>
            <a:ln cap="flat" cmpd="sng" w="9525">
              <a:solidFill>
                <a:schemeClr val="dk2"/>
              </a:solidFill>
              <a:prstDash val="solid"/>
              <a:round/>
              <a:headEnd len="med" w="med" type="none"/>
              <a:tailEnd len="med" w="med" type="none"/>
            </a:ln>
          </p:spPr>
        </p:cxnSp>
        <p:sp>
          <p:nvSpPr>
            <p:cNvPr id="14810" name="Google Shape;14810;p254"/>
            <p:cNvSpPr/>
            <p:nvPr/>
          </p:nvSpPr>
          <p:spPr>
            <a:xfrm>
              <a:off x="426283" y="964116"/>
              <a:ext cx="933300" cy="311400"/>
            </a:xfrm>
            <a:prstGeom prst="wedgeRoundRectCallout">
              <a:avLst>
                <a:gd fmla="val -43625" name="adj1"/>
                <a:gd fmla="val 81812" name="adj2"/>
                <a:gd fmla="val 0" name="adj3"/>
              </a:avLst>
            </a:prstGeom>
            <a:solidFill>
              <a:srgbClr val="F3F3F3"/>
            </a:solidFill>
            <a:ln cap="flat" cmpd="sng" w="9525">
              <a:solidFill>
                <a:srgbClr val="990000"/>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18000" lIns="54000" spcFirstLastPara="1" rIns="18000" wrap="square" tIns="18000">
              <a:noAutofit/>
            </a:bodyPr>
            <a:lstStyle/>
            <a:p>
              <a:pPr indent="0" lvl="0" marL="0" rtl="0" algn="ctr">
                <a:spcBef>
                  <a:spcPts val="0"/>
                </a:spcBef>
                <a:spcAft>
                  <a:spcPts val="0"/>
                </a:spcAft>
                <a:buNone/>
              </a:pPr>
              <a:r>
                <a:rPr lang="es-419" sz="600"/>
                <a:t>Realizar Pago</a:t>
              </a:r>
              <a:endParaRPr sz="600"/>
            </a:p>
          </p:txBody>
        </p:sp>
        <p:sp>
          <p:nvSpPr>
            <p:cNvPr id="14811" name="Google Shape;14811;p254"/>
            <p:cNvSpPr/>
            <p:nvPr/>
          </p:nvSpPr>
          <p:spPr>
            <a:xfrm>
              <a:off x="265375" y="1769715"/>
              <a:ext cx="1250400" cy="190500"/>
            </a:xfrm>
            <a:prstGeom prst="foldedCorner">
              <a:avLst>
                <a:gd fmla="val 23024" name="adj"/>
              </a:avLst>
            </a:prstGeom>
            <a:solidFill>
              <a:srgbClr val="FFFFFF"/>
            </a:solidFill>
            <a:ln cap="flat" cmpd="sng" w="9525">
              <a:solidFill>
                <a:srgbClr val="424242"/>
              </a:solidFill>
              <a:prstDash val="solid"/>
              <a:round/>
              <a:headEnd len="sm" w="sm" type="none"/>
              <a:tailEnd len="sm" w="sm" type="none"/>
            </a:ln>
          </p:spPr>
          <p:txBody>
            <a:bodyPr anchorCtr="0" anchor="ctr" bIns="0" lIns="0" spcFirstLastPara="1" rIns="0" wrap="square" tIns="0">
              <a:noAutofit/>
            </a:bodyPr>
            <a:lstStyle/>
            <a:p>
              <a:pPr indent="0" lvl="0" marL="0" rtl="0" algn="l">
                <a:spcBef>
                  <a:spcPts val="0"/>
                </a:spcBef>
                <a:spcAft>
                  <a:spcPts val="0"/>
                </a:spcAft>
                <a:buNone/>
              </a:pPr>
              <a:r>
                <a:rPr b="1" lang="es-419" sz="600">
                  <a:solidFill>
                    <a:schemeClr val="dk1"/>
                  </a:solidFill>
                </a:rPr>
                <a:t>{Pago}</a:t>
              </a:r>
              <a:endParaRPr sz="1600"/>
            </a:p>
          </p:txBody>
        </p:sp>
        <p:pic>
          <p:nvPicPr>
            <p:cNvPr id="14812" name="Google Shape;14812;p254"/>
            <p:cNvPicPr preferRelativeResize="0"/>
            <p:nvPr/>
          </p:nvPicPr>
          <p:blipFill rotWithShape="1">
            <a:blip r:embed="rId15">
              <a:alphaModFix/>
            </a:blip>
            <a:srcRect b="32925" l="74881" r="0" t="32921"/>
            <a:stretch/>
          </p:blipFill>
          <p:spPr>
            <a:xfrm>
              <a:off x="291236" y="1641028"/>
              <a:ext cx="179999" cy="180000"/>
            </a:xfrm>
            <a:prstGeom prst="rect">
              <a:avLst/>
            </a:prstGeom>
            <a:noFill/>
            <a:ln>
              <a:noFill/>
            </a:ln>
          </p:spPr>
        </p:pic>
        <p:pic>
          <p:nvPicPr>
            <p:cNvPr id="14813" name="Google Shape;14813;p254"/>
            <p:cNvPicPr preferRelativeResize="0"/>
            <p:nvPr/>
          </p:nvPicPr>
          <p:blipFill rotWithShape="1">
            <a:blip r:embed="rId15">
              <a:alphaModFix/>
            </a:blip>
            <a:srcRect b="-2302" l="74881" r="0" t="68148"/>
            <a:stretch/>
          </p:blipFill>
          <p:spPr>
            <a:xfrm>
              <a:off x="473511" y="1641028"/>
              <a:ext cx="179999" cy="180000"/>
            </a:xfrm>
            <a:prstGeom prst="rect">
              <a:avLst/>
            </a:prstGeom>
            <a:noFill/>
            <a:ln>
              <a:noFill/>
            </a:ln>
          </p:spPr>
        </p:pic>
        <p:pic>
          <p:nvPicPr>
            <p:cNvPr id="14814" name="Google Shape;14814;p254"/>
            <p:cNvPicPr preferRelativeResize="0"/>
            <p:nvPr/>
          </p:nvPicPr>
          <p:blipFill rotWithShape="1">
            <a:blip r:embed="rId15">
              <a:alphaModFix/>
            </a:blip>
            <a:srcRect b="33697" l="50038" r="24843" t="32149"/>
            <a:stretch/>
          </p:blipFill>
          <p:spPr>
            <a:xfrm>
              <a:off x="655786" y="1641028"/>
              <a:ext cx="179999" cy="180000"/>
            </a:xfrm>
            <a:prstGeom prst="rect">
              <a:avLst/>
            </a:prstGeom>
            <a:noFill/>
            <a:ln>
              <a:noFill/>
            </a:ln>
          </p:spPr>
        </p:pic>
        <p:pic>
          <p:nvPicPr>
            <p:cNvPr id="14815" name="Google Shape;14815;p254"/>
            <p:cNvPicPr preferRelativeResize="0"/>
            <p:nvPr/>
          </p:nvPicPr>
          <p:blipFill rotWithShape="1">
            <a:blip r:embed="rId15">
              <a:alphaModFix/>
            </a:blip>
            <a:srcRect b="66403" l="50038" r="24843" t="-557"/>
            <a:stretch/>
          </p:blipFill>
          <p:spPr>
            <a:xfrm>
              <a:off x="854211" y="1641028"/>
              <a:ext cx="179999" cy="180000"/>
            </a:xfrm>
            <a:prstGeom prst="rect">
              <a:avLst/>
            </a:prstGeom>
            <a:noFill/>
            <a:ln>
              <a:noFill/>
            </a:ln>
          </p:spPr>
        </p:pic>
        <p:pic>
          <p:nvPicPr>
            <p:cNvPr id="14816" name="Google Shape;14816;p254"/>
            <p:cNvPicPr preferRelativeResize="0"/>
            <p:nvPr/>
          </p:nvPicPr>
          <p:blipFill rotWithShape="1">
            <a:blip r:embed="rId15">
              <a:alphaModFix/>
            </a:blip>
            <a:srcRect b="65846" l="0" r="74881" t="0"/>
            <a:stretch/>
          </p:blipFill>
          <p:spPr>
            <a:xfrm>
              <a:off x="1052636" y="1641028"/>
              <a:ext cx="179999" cy="180000"/>
            </a:xfrm>
            <a:prstGeom prst="rect">
              <a:avLst/>
            </a:prstGeom>
            <a:noFill/>
            <a:ln>
              <a:noFill/>
            </a:ln>
          </p:spPr>
        </p:pic>
        <p:sp>
          <p:nvSpPr>
            <p:cNvPr id="14817" name="Google Shape;14817;p254"/>
            <p:cNvSpPr/>
            <p:nvPr/>
          </p:nvSpPr>
          <p:spPr>
            <a:xfrm>
              <a:off x="265375" y="2092348"/>
              <a:ext cx="1250400" cy="190500"/>
            </a:xfrm>
            <a:prstGeom prst="foldedCorner">
              <a:avLst>
                <a:gd fmla="val 23024" name="adj"/>
              </a:avLst>
            </a:prstGeom>
            <a:solidFill>
              <a:srgbClr val="FFFFFF"/>
            </a:solidFill>
            <a:ln cap="flat" cmpd="sng" w="9525">
              <a:solidFill>
                <a:srgbClr val="424242"/>
              </a:solidFill>
              <a:prstDash val="solid"/>
              <a:round/>
              <a:headEnd len="sm" w="sm" type="none"/>
              <a:tailEnd len="sm" w="sm" type="none"/>
            </a:ln>
          </p:spPr>
          <p:txBody>
            <a:bodyPr anchorCtr="0" anchor="ctr" bIns="0" lIns="0" spcFirstLastPara="1" rIns="0" wrap="square" tIns="0">
              <a:noAutofit/>
            </a:bodyPr>
            <a:lstStyle/>
            <a:p>
              <a:pPr indent="0" lvl="0" marL="0" rtl="0" algn="l">
                <a:spcBef>
                  <a:spcPts val="0"/>
                </a:spcBef>
                <a:spcAft>
                  <a:spcPts val="0"/>
                </a:spcAft>
                <a:buNone/>
              </a:pPr>
              <a:r>
                <a:rPr b="1" lang="es-419" sz="600">
                  <a:solidFill>
                    <a:schemeClr val="dk1"/>
                  </a:solidFill>
                </a:rPr>
                <a:t>{Voucher}</a:t>
              </a:r>
              <a:endParaRPr sz="1600"/>
            </a:p>
          </p:txBody>
        </p:sp>
        <p:pic>
          <p:nvPicPr>
            <p:cNvPr id="14818" name="Google Shape;14818;p254"/>
            <p:cNvPicPr preferRelativeResize="0"/>
            <p:nvPr/>
          </p:nvPicPr>
          <p:blipFill rotWithShape="1">
            <a:blip r:embed="rId15">
              <a:alphaModFix/>
            </a:blip>
            <a:srcRect b="32996" l="0" r="74881" t="32849"/>
            <a:stretch/>
          </p:blipFill>
          <p:spPr>
            <a:xfrm>
              <a:off x="291236" y="1960742"/>
              <a:ext cx="179999" cy="180000"/>
            </a:xfrm>
            <a:prstGeom prst="rect">
              <a:avLst/>
            </a:prstGeom>
            <a:noFill/>
            <a:ln>
              <a:noFill/>
            </a:ln>
          </p:spPr>
        </p:pic>
        <p:pic>
          <p:nvPicPr>
            <p:cNvPr id="14819" name="Google Shape;14819;p254"/>
            <p:cNvPicPr preferRelativeResize="0"/>
            <p:nvPr/>
          </p:nvPicPr>
          <p:blipFill rotWithShape="1">
            <a:blip r:embed="rId15">
              <a:alphaModFix/>
            </a:blip>
            <a:srcRect b="-2302" l="74881" r="0" t="68148"/>
            <a:stretch/>
          </p:blipFill>
          <p:spPr>
            <a:xfrm>
              <a:off x="473511" y="1960742"/>
              <a:ext cx="179999" cy="180000"/>
            </a:xfrm>
            <a:prstGeom prst="rect">
              <a:avLst/>
            </a:prstGeom>
            <a:noFill/>
            <a:ln>
              <a:noFill/>
            </a:ln>
          </p:spPr>
        </p:pic>
      </p:grpSp>
      <p:grpSp>
        <p:nvGrpSpPr>
          <p:cNvPr id="14820" name="Google Shape;14820;p254"/>
          <p:cNvGrpSpPr/>
          <p:nvPr/>
        </p:nvGrpSpPr>
        <p:grpSpPr>
          <a:xfrm>
            <a:off x="8362072" y="3274351"/>
            <a:ext cx="1354963" cy="877500"/>
            <a:chOff x="670700" y="1862346"/>
            <a:chExt cx="1354963" cy="877500"/>
          </a:xfrm>
        </p:grpSpPr>
        <p:sp>
          <p:nvSpPr>
            <p:cNvPr id="14821" name="Google Shape;14821;p254"/>
            <p:cNvSpPr/>
            <p:nvPr/>
          </p:nvSpPr>
          <p:spPr>
            <a:xfrm rot="5400000">
              <a:off x="906800" y="1626246"/>
              <a:ext cx="877500" cy="1349700"/>
            </a:xfrm>
            <a:prstGeom prst="chevron">
              <a:avLst>
                <a:gd fmla="val 10671" name="adj"/>
              </a:avLst>
            </a:prstGeom>
            <a:solidFill>
              <a:srgbClr val="F3F3F3"/>
            </a:solidFill>
            <a:ln cap="flat" cmpd="sng" w="9525">
              <a:solidFill>
                <a:srgbClr val="1C4587"/>
              </a:solidFill>
              <a:prstDash val="solid"/>
              <a:round/>
              <a:headEnd len="sm" w="sm" type="none"/>
              <a:tailEnd len="sm" w="sm" type="none"/>
            </a:ln>
          </p:spPr>
          <p:txBody>
            <a:bodyPr anchorCtr="0" anchor="t" bIns="91425" lIns="91425" spcFirstLastPara="1" rIns="91425" wrap="square" tIns="91425">
              <a:noAutofit/>
            </a:bodyPr>
            <a:lstStyle/>
            <a:p>
              <a:pPr indent="0" lvl="0" marL="0" rtl="0" algn="ctr">
                <a:spcBef>
                  <a:spcPts val="0"/>
                </a:spcBef>
                <a:spcAft>
                  <a:spcPts val="0"/>
                </a:spcAft>
                <a:buNone/>
              </a:pPr>
              <a:r>
                <a:t/>
              </a:r>
              <a:endParaRPr sz="900"/>
            </a:p>
          </p:txBody>
        </p:sp>
        <p:sp>
          <p:nvSpPr>
            <p:cNvPr id="14822" name="Google Shape;14822;p254"/>
            <p:cNvSpPr txBox="1"/>
            <p:nvPr/>
          </p:nvSpPr>
          <p:spPr>
            <a:xfrm>
              <a:off x="721625" y="2345833"/>
              <a:ext cx="1257300" cy="198300"/>
            </a:xfrm>
            <a:prstGeom prst="rect">
              <a:avLst/>
            </a:prstGeom>
            <a:noFill/>
            <a:ln>
              <a:noFill/>
            </a:ln>
          </p:spPr>
          <p:txBody>
            <a:bodyPr anchorCtr="0" anchor="ctr" bIns="18000" lIns="18000" spcFirstLastPara="1" rIns="18000" wrap="square" tIns="18000">
              <a:noAutofit/>
            </a:bodyPr>
            <a:lstStyle/>
            <a:p>
              <a:pPr indent="0" lvl="0" marL="0" marR="0" rtl="0" algn="l">
                <a:lnSpc>
                  <a:spcPct val="100000"/>
                </a:lnSpc>
                <a:spcBef>
                  <a:spcPts val="0"/>
                </a:spcBef>
                <a:spcAft>
                  <a:spcPts val="0"/>
                </a:spcAft>
                <a:buNone/>
              </a:pPr>
              <a:r>
                <a:rPr b="1" lang="es-419" sz="600"/>
                <a:t>Auxiliar de Servicio</a:t>
              </a:r>
              <a:endParaRPr b="1" sz="600"/>
            </a:p>
          </p:txBody>
        </p:sp>
        <p:sp>
          <p:nvSpPr>
            <p:cNvPr id="14823" name="Google Shape;14823;p254"/>
            <p:cNvSpPr/>
            <p:nvPr/>
          </p:nvSpPr>
          <p:spPr>
            <a:xfrm>
              <a:off x="1050925" y="2040246"/>
              <a:ext cx="899700" cy="311400"/>
            </a:xfrm>
            <a:prstGeom prst="roundRect">
              <a:avLst>
                <a:gd fmla="val 16667" name="adj"/>
              </a:avLst>
            </a:prstGeom>
            <a:solidFill>
              <a:srgbClr val="FFFFFF"/>
            </a:solidFill>
            <a:ln cap="flat" cmpd="sng" w="9525">
              <a:solidFill>
                <a:srgbClr val="274E13"/>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18000" lIns="18000" spcFirstLastPara="1" rIns="18000" wrap="square" tIns="18000">
              <a:noAutofit/>
            </a:bodyPr>
            <a:lstStyle/>
            <a:p>
              <a:pPr indent="0" lvl="0" marL="0" marR="0" rtl="0" algn="ctr">
                <a:lnSpc>
                  <a:spcPct val="100000"/>
                </a:lnSpc>
                <a:spcBef>
                  <a:spcPts val="0"/>
                </a:spcBef>
                <a:spcAft>
                  <a:spcPts val="0"/>
                </a:spcAft>
                <a:buNone/>
              </a:pPr>
              <a:r>
                <a:rPr lang="es-419" sz="600"/>
                <a:t>tramitar el voucher</a:t>
              </a:r>
              <a:endParaRPr sz="600"/>
            </a:p>
          </p:txBody>
        </p:sp>
        <p:pic>
          <p:nvPicPr>
            <p:cNvPr id="14824" name="Google Shape;14824;p254"/>
            <p:cNvPicPr preferRelativeResize="0"/>
            <p:nvPr/>
          </p:nvPicPr>
          <p:blipFill rotWithShape="1">
            <a:blip r:embed="rId13">
              <a:alphaModFix/>
            </a:blip>
            <a:srcRect b="955" l="75264" r="13084" t="86344"/>
            <a:stretch/>
          </p:blipFill>
          <p:spPr>
            <a:xfrm>
              <a:off x="759565" y="2053302"/>
              <a:ext cx="252631" cy="288000"/>
            </a:xfrm>
            <a:prstGeom prst="rect">
              <a:avLst/>
            </a:prstGeom>
            <a:noFill/>
            <a:ln>
              <a:noFill/>
            </a:ln>
          </p:spPr>
        </p:pic>
        <p:sp>
          <p:nvSpPr>
            <p:cNvPr id="14825" name="Google Shape;14825;p254"/>
            <p:cNvSpPr txBox="1"/>
            <p:nvPr/>
          </p:nvSpPr>
          <p:spPr>
            <a:xfrm>
              <a:off x="672663" y="2508695"/>
              <a:ext cx="1353000" cy="190500"/>
            </a:xfrm>
            <a:prstGeom prst="rect">
              <a:avLst/>
            </a:prstGeom>
            <a:noFill/>
            <a:ln>
              <a:noFill/>
            </a:ln>
          </p:spPr>
          <p:txBody>
            <a:bodyPr anchorCtr="0" anchor="ctr" bIns="18000" lIns="18000" spcFirstLastPara="1" rIns="18000" wrap="square" tIns="18000">
              <a:noAutofit/>
            </a:bodyPr>
            <a:lstStyle/>
            <a:p>
              <a:pPr indent="0" lvl="0" marL="0" marR="0" rtl="0" algn="ctr">
                <a:lnSpc>
                  <a:spcPct val="100000"/>
                </a:lnSpc>
                <a:spcBef>
                  <a:spcPts val="0"/>
                </a:spcBef>
                <a:spcAft>
                  <a:spcPts val="0"/>
                </a:spcAft>
                <a:buNone/>
              </a:pPr>
              <a:r>
                <a:rPr b="1" lang="es-419" sz="800"/>
                <a:t>Servicios al Cliente</a:t>
              </a:r>
              <a:endParaRPr b="1" sz="800"/>
            </a:p>
          </p:txBody>
        </p:sp>
      </p:grpSp>
      <p:grpSp>
        <p:nvGrpSpPr>
          <p:cNvPr id="14826" name="Google Shape;14826;p254"/>
          <p:cNvGrpSpPr/>
          <p:nvPr/>
        </p:nvGrpSpPr>
        <p:grpSpPr>
          <a:xfrm>
            <a:off x="8352452" y="5770472"/>
            <a:ext cx="1354963" cy="877500"/>
            <a:chOff x="670700" y="1862346"/>
            <a:chExt cx="1354963" cy="877500"/>
          </a:xfrm>
        </p:grpSpPr>
        <p:sp>
          <p:nvSpPr>
            <p:cNvPr id="14827" name="Google Shape;14827;p254"/>
            <p:cNvSpPr/>
            <p:nvPr/>
          </p:nvSpPr>
          <p:spPr>
            <a:xfrm rot="5400000">
              <a:off x="906800" y="1626246"/>
              <a:ext cx="877500" cy="1349700"/>
            </a:xfrm>
            <a:prstGeom prst="chevron">
              <a:avLst>
                <a:gd fmla="val 10671" name="adj"/>
              </a:avLst>
            </a:prstGeom>
            <a:solidFill>
              <a:srgbClr val="999999"/>
            </a:solidFill>
            <a:ln cap="flat" cmpd="sng" w="9525">
              <a:solidFill>
                <a:srgbClr val="1C4587"/>
              </a:solidFill>
              <a:prstDash val="solid"/>
              <a:round/>
              <a:headEnd len="sm" w="sm" type="none"/>
              <a:tailEnd len="sm" w="sm" type="none"/>
            </a:ln>
          </p:spPr>
          <p:txBody>
            <a:bodyPr anchorCtr="0" anchor="t" bIns="91425" lIns="91425" spcFirstLastPara="1" rIns="91425" wrap="square" tIns="91425">
              <a:noAutofit/>
            </a:bodyPr>
            <a:lstStyle/>
            <a:p>
              <a:pPr indent="0" lvl="0" marL="0" rtl="0" algn="ctr">
                <a:spcBef>
                  <a:spcPts val="0"/>
                </a:spcBef>
                <a:spcAft>
                  <a:spcPts val="0"/>
                </a:spcAft>
                <a:buNone/>
              </a:pPr>
              <a:r>
                <a:t/>
              </a:r>
              <a:endParaRPr sz="900"/>
            </a:p>
          </p:txBody>
        </p:sp>
        <p:sp>
          <p:nvSpPr>
            <p:cNvPr id="14828" name="Google Shape;14828;p254"/>
            <p:cNvSpPr txBox="1"/>
            <p:nvPr/>
          </p:nvSpPr>
          <p:spPr>
            <a:xfrm>
              <a:off x="721625" y="2345833"/>
              <a:ext cx="1257300" cy="198300"/>
            </a:xfrm>
            <a:prstGeom prst="rect">
              <a:avLst/>
            </a:prstGeom>
            <a:noFill/>
            <a:ln>
              <a:noFill/>
            </a:ln>
          </p:spPr>
          <p:txBody>
            <a:bodyPr anchorCtr="0" anchor="ctr" bIns="18000" lIns="18000" spcFirstLastPara="1" rIns="18000" wrap="square" tIns="18000">
              <a:noAutofit/>
            </a:bodyPr>
            <a:lstStyle/>
            <a:p>
              <a:pPr indent="0" lvl="0" marL="0" marR="0" rtl="0" algn="l">
                <a:lnSpc>
                  <a:spcPct val="100000"/>
                </a:lnSpc>
                <a:spcBef>
                  <a:spcPts val="0"/>
                </a:spcBef>
                <a:spcAft>
                  <a:spcPts val="0"/>
                </a:spcAft>
                <a:buNone/>
              </a:pPr>
              <a:r>
                <a:rPr b="1" lang="es-419" sz="600"/>
                <a:t>Comercial</a:t>
              </a:r>
              <a:endParaRPr b="1" sz="600"/>
            </a:p>
          </p:txBody>
        </p:sp>
        <p:sp>
          <p:nvSpPr>
            <p:cNvPr id="14829" name="Google Shape;14829;p254"/>
            <p:cNvSpPr/>
            <p:nvPr/>
          </p:nvSpPr>
          <p:spPr>
            <a:xfrm>
              <a:off x="1050925" y="2040246"/>
              <a:ext cx="899700" cy="311400"/>
            </a:xfrm>
            <a:prstGeom prst="roundRect">
              <a:avLst>
                <a:gd fmla="val 16667" name="adj"/>
              </a:avLst>
            </a:prstGeom>
            <a:solidFill>
              <a:srgbClr val="F3F3F3"/>
            </a:solidFill>
            <a:ln cap="flat" cmpd="sng" w="9525">
              <a:solidFill>
                <a:srgbClr val="274E13"/>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18000" lIns="18000" spcFirstLastPara="1" rIns="18000" wrap="square" tIns="18000">
              <a:noAutofit/>
            </a:bodyPr>
            <a:lstStyle/>
            <a:p>
              <a:pPr indent="0" lvl="0" marL="0" marR="0" rtl="0" algn="ctr">
                <a:lnSpc>
                  <a:spcPct val="100000"/>
                </a:lnSpc>
                <a:spcBef>
                  <a:spcPts val="0"/>
                </a:spcBef>
                <a:spcAft>
                  <a:spcPts val="0"/>
                </a:spcAft>
                <a:buNone/>
              </a:pPr>
              <a:r>
                <a:rPr lang="es-419" sz="600"/>
                <a:t>tramitar el voucher</a:t>
              </a:r>
              <a:endParaRPr sz="600"/>
            </a:p>
          </p:txBody>
        </p:sp>
        <p:pic>
          <p:nvPicPr>
            <p:cNvPr id="14830" name="Google Shape;14830;p254"/>
            <p:cNvPicPr preferRelativeResize="0"/>
            <p:nvPr/>
          </p:nvPicPr>
          <p:blipFill rotWithShape="1">
            <a:blip r:embed="rId13">
              <a:alphaModFix/>
            </a:blip>
            <a:srcRect b="955" l="75264" r="13084" t="86344"/>
            <a:stretch/>
          </p:blipFill>
          <p:spPr>
            <a:xfrm>
              <a:off x="759565" y="2053302"/>
              <a:ext cx="252631" cy="288000"/>
            </a:xfrm>
            <a:prstGeom prst="rect">
              <a:avLst/>
            </a:prstGeom>
            <a:noFill/>
            <a:ln>
              <a:noFill/>
            </a:ln>
          </p:spPr>
        </p:pic>
        <p:sp>
          <p:nvSpPr>
            <p:cNvPr id="14831" name="Google Shape;14831;p254"/>
            <p:cNvSpPr txBox="1"/>
            <p:nvPr/>
          </p:nvSpPr>
          <p:spPr>
            <a:xfrm>
              <a:off x="672663" y="2508695"/>
              <a:ext cx="1353000" cy="190500"/>
            </a:xfrm>
            <a:prstGeom prst="rect">
              <a:avLst/>
            </a:prstGeom>
            <a:noFill/>
            <a:ln>
              <a:noFill/>
            </a:ln>
          </p:spPr>
          <p:txBody>
            <a:bodyPr anchorCtr="0" anchor="ctr" bIns="18000" lIns="18000" spcFirstLastPara="1" rIns="18000" wrap="square" tIns="18000">
              <a:noAutofit/>
            </a:bodyPr>
            <a:lstStyle/>
            <a:p>
              <a:pPr indent="0" lvl="0" marL="0" marR="0" rtl="0" algn="ctr">
                <a:lnSpc>
                  <a:spcPct val="100000"/>
                </a:lnSpc>
                <a:spcBef>
                  <a:spcPts val="0"/>
                </a:spcBef>
                <a:spcAft>
                  <a:spcPts val="0"/>
                </a:spcAft>
                <a:buNone/>
              </a:pPr>
              <a:r>
                <a:rPr b="1" lang="es-419" sz="900"/>
                <a:t>&lt;...&gt;</a:t>
              </a:r>
              <a:endParaRPr b="1" sz="900"/>
            </a:p>
          </p:txBody>
        </p:sp>
      </p:grpSp>
      <p:grpSp>
        <p:nvGrpSpPr>
          <p:cNvPr id="14832" name="Google Shape;14832;p254"/>
          <p:cNvGrpSpPr/>
          <p:nvPr/>
        </p:nvGrpSpPr>
        <p:grpSpPr>
          <a:xfrm>
            <a:off x="8358639" y="4998764"/>
            <a:ext cx="1358723" cy="781500"/>
            <a:chOff x="667055" y="3519840"/>
            <a:chExt cx="1358723" cy="781500"/>
          </a:xfrm>
        </p:grpSpPr>
        <p:sp>
          <p:nvSpPr>
            <p:cNvPr id="14833" name="Google Shape;14833;p254"/>
            <p:cNvSpPr/>
            <p:nvPr/>
          </p:nvSpPr>
          <p:spPr>
            <a:xfrm rot="5400000">
              <a:off x="956883" y="3235740"/>
              <a:ext cx="781500" cy="1349700"/>
            </a:xfrm>
            <a:prstGeom prst="chevron">
              <a:avLst>
                <a:gd fmla="val 10671" name="adj"/>
              </a:avLst>
            </a:prstGeom>
            <a:solidFill>
              <a:srgbClr val="FFD966"/>
            </a:solidFill>
            <a:ln cap="flat" cmpd="sng" w="9525">
              <a:solidFill>
                <a:srgbClr val="1C4587"/>
              </a:solidFill>
              <a:prstDash val="solid"/>
              <a:round/>
              <a:headEnd len="sm" w="sm" type="none"/>
              <a:tailEnd len="sm" w="sm" type="none"/>
            </a:ln>
          </p:spPr>
          <p:txBody>
            <a:bodyPr anchorCtr="0" anchor="t" bIns="91425" lIns="91425" spcFirstLastPara="1" rIns="91425" wrap="square" tIns="91425">
              <a:noAutofit/>
            </a:bodyPr>
            <a:lstStyle/>
            <a:p>
              <a:pPr indent="0" lvl="0" marL="0" rtl="0" algn="ctr">
                <a:spcBef>
                  <a:spcPts val="0"/>
                </a:spcBef>
                <a:spcAft>
                  <a:spcPts val="0"/>
                </a:spcAft>
                <a:buNone/>
              </a:pPr>
              <a:r>
                <a:t/>
              </a:r>
              <a:endParaRPr sz="900"/>
            </a:p>
          </p:txBody>
        </p:sp>
        <p:sp>
          <p:nvSpPr>
            <p:cNvPr id="14834" name="Google Shape;14834;p254"/>
            <p:cNvSpPr/>
            <p:nvPr/>
          </p:nvSpPr>
          <p:spPr>
            <a:xfrm>
              <a:off x="718358" y="3885490"/>
              <a:ext cx="1257300" cy="311400"/>
            </a:xfrm>
            <a:prstGeom prst="snip2SameRect">
              <a:avLst>
                <a:gd fmla="val 7104" name="adj1"/>
                <a:gd fmla="val 8493" name="adj2"/>
              </a:avLst>
            </a:prstGeom>
            <a:solidFill>
              <a:srgbClr val="F3F3F3"/>
            </a:solidFill>
            <a:ln cap="flat" cmpd="sng" w="9525">
              <a:solidFill>
                <a:srgbClr val="274E13"/>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18000" lIns="18000" spcFirstLastPara="1" rIns="18000" wrap="square" tIns="18000">
              <a:noAutofit/>
            </a:bodyPr>
            <a:lstStyle/>
            <a:p>
              <a:pPr indent="0" lvl="0" marL="0" marR="0" rtl="0" algn="ctr">
                <a:lnSpc>
                  <a:spcPct val="100000"/>
                </a:lnSpc>
                <a:spcBef>
                  <a:spcPts val="0"/>
                </a:spcBef>
                <a:spcAft>
                  <a:spcPts val="0"/>
                </a:spcAft>
                <a:buNone/>
              </a:pPr>
              <a:r>
                <a:rPr lang="es-419" sz="600"/>
                <a:t>&lt;...&gt;</a:t>
              </a:r>
              <a:endParaRPr sz="600"/>
            </a:p>
          </p:txBody>
        </p:sp>
        <p:sp>
          <p:nvSpPr>
            <p:cNvPr id="14835" name="Google Shape;14835;p254"/>
            <p:cNvSpPr txBox="1"/>
            <p:nvPr/>
          </p:nvSpPr>
          <p:spPr>
            <a:xfrm>
              <a:off x="674878" y="3661827"/>
              <a:ext cx="1350900" cy="190500"/>
            </a:xfrm>
            <a:prstGeom prst="rect">
              <a:avLst/>
            </a:prstGeom>
            <a:noFill/>
            <a:ln>
              <a:noFill/>
            </a:ln>
          </p:spPr>
          <p:txBody>
            <a:bodyPr anchorCtr="0" anchor="ctr" bIns="18000" lIns="18000" spcFirstLastPara="1" rIns="18000" wrap="square" tIns="18000">
              <a:noAutofit/>
            </a:bodyPr>
            <a:lstStyle/>
            <a:p>
              <a:pPr indent="0" lvl="0" marL="0" marR="0" rtl="0" algn="ctr">
                <a:lnSpc>
                  <a:spcPct val="100000"/>
                </a:lnSpc>
                <a:spcBef>
                  <a:spcPts val="0"/>
                </a:spcBef>
                <a:spcAft>
                  <a:spcPts val="0"/>
                </a:spcAft>
                <a:buNone/>
              </a:pPr>
              <a:r>
                <a:rPr b="1" lang="es-419" sz="800"/>
                <a:t>&lt;...&gt;</a:t>
              </a:r>
              <a:endParaRPr b="1" sz="800">
                <a:latin typeface="Source Code Pro"/>
                <a:ea typeface="Source Code Pro"/>
                <a:cs typeface="Source Code Pro"/>
                <a:sym typeface="Source Code Pro"/>
              </a:endParaRPr>
            </a:p>
          </p:txBody>
        </p:sp>
        <p:pic>
          <p:nvPicPr>
            <p:cNvPr id="14836" name="Google Shape;14836;p254"/>
            <p:cNvPicPr preferRelativeResize="0"/>
            <p:nvPr/>
          </p:nvPicPr>
          <p:blipFill rotWithShape="1">
            <a:blip r:embed="rId14">
              <a:alphaModFix/>
            </a:blip>
            <a:srcRect b="-366" l="59788" r="19220" t="82753"/>
            <a:stretch/>
          </p:blipFill>
          <p:spPr>
            <a:xfrm>
              <a:off x="667055" y="3586081"/>
              <a:ext cx="271058" cy="287999"/>
            </a:xfrm>
            <a:prstGeom prst="rect">
              <a:avLst/>
            </a:prstGeom>
            <a:noFill/>
            <a:ln>
              <a:noFill/>
            </a:ln>
          </p:spPr>
        </p:pic>
      </p:grpSp>
      <p:grpSp>
        <p:nvGrpSpPr>
          <p:cNvPr id="14837" name="Google Shape;14837;p254"/>
          <p:cNvGrpSpPr/>
          <p:nvPr/>
        </p:nvGrpSpPr>
        <p:grpSpPr>
          <a:xfrm>
            <a:off x="8362072" y="4131791"/>
            <a:ext cx="1354963" cy="877500"/>
            <a:chOff x="670700" y="1862346"/>
            <a:chExt cx="1354963" cy="877500"/>
          </a:xfrm>
        </p:grpSpPr>
        <p:sp>
          <p:nvSpPr>
            <p:cNvPr id="14838" name="Google Shape;14838;p254"/>
            <p:cNvSpPr/>
            <p:nvPr/>
          </p:nvSpPr>
          <p:spPr>
            <a:xfrm rot="5400000">
              <a:off x="906800" y="1626246"/>
              <a:ext cx="877500" cy="1349700"/>
            </a:xfrm>
            <a:prstGeom prst="chevron">
              <a:avLst>
                <a:gd fmla="val 10671" name="adj"/>
              </a:avLst>
            </a:prstGeom>
            <a:solidFill>
              <a:srgbClr val="F3F3F3"/>
            </a:solidFill>
            <a:ln cap="flat" cmpd="sng" w="9525">
              <a:solidFill>
                <a:srgbClr val="1C4587"/>
              </a:solidFill>
              <a:prstDash val="solid"/>
              <a:round/>
              <a:headEnd len="sm" w="sm" type="none"/>
              <a:tailEnd len="sm" w="sm" type="none"/>
            </a:ln>
          </p:spPr>
          <p:txBody>
            <a:bodyPr anchorCtr="0" anchor="t" bIns="91425" lIns="91425" spcFirstLastPara="1" rIns="91425" wrap="square" tIns="91425">
              <a:noAutofit/>
            </a:bodyPr>
            <a:lstStyle/>
            <a:p>
              <a:pPr indent="0" lvl="0" marL="0" rtl="0" algn="ctr">
                <a:spcBef>
                  <a:spcPts val="0"/>
                </a:spcBef>
                <a:spcAft>
                  <a:spcPts val="0"/>
                </a:spcAft>
                <a:buNone/>
              </a:pPr>
              <a:r>
                <a:t/>
              </a:r>
              <a:endParaRPr sz="900"/>
            </a:p>
          </p:txBody>
        </p:sp>
        <p:sp>
          <p:nvSpPr>
            <p:cNvPr id="14839" name="Google Shape;14839;p254"/>
            <p:cNvSpPr txBox="1"/>
            <p:nvPr/>
          </p:nvSpPr>
          <p:spPr>
            <a:xfrm>
              <a:off x="721625" y="2345833"/>
              <a:ext cx="1257300" cy="198300"/>
            </a:xfrm>
            <a:prstGeom prst="rect">
              <a:avLst/>
            </a:prstGeom>
            <a:noFill/>
            <a:ln>
              <a:noFill/>
            </a:ln>
          </p:spPr>
          <p:txBody>
            <a:bodyPr anchorCtr="0" anchor="ctr" bIns="18000" lIns="18000" spcFirstLastPara="1" rIns="18000" wrap="square" tIns="18000">
              <a:noAutofit/>
            </a:bodyPr>
            <a:lstStyle/>
            <a:p>
              <a:pPr indent="0" lvl="0" marL="0" marR="0" rtl="0" algn="l">
                <a:lnSpc>
                  <a:spcPct val="100000"/>
                </a:lnSpc>
                <a:spcBef>
                  <a:spcPts val="0"/>
                </a:spcBef>
                <a:spcAft>
                  <a:spcPts val="0"/>
                </a:spcAft>
                <a:buNone/>
              </a:pPr>
              <a:r>
                <a:rPr b="1" lang="es-419" sz="600"/>
                <a:t>Auxiliar de Servicio</a:t>
              </a:r>
              <a:endParaRPr b="1" sz="600"/>
            </a:p>
          </p:txBody>
        </p:sp>
        <p:sp>
          <p:nvSpPr>
            <p:cNvPr id="14840" name="Google Shape;14840;p254"/>
            <p:cNvSpPr/>
            <p:nvPr/>
          </p:nvSpPr>
          <p:spPr>
            <a:xfrm>
              <a:off x="1050925" y="2040246"/>
              <a:ext cx="899700" cy="311400"/>
            </a:xfrm>
            <a:prstGeom prst="roundRect">
              <a:avLst>
                <a:gd fmla="val 16667" name="adj"/>
              </a:avLst>
            </a:prstGeom>
            <a:solidFill>
              <a:srgbClr val="FFFFFF"/>
            </a:solidFill>
            <a:ln cap="flat" cmpd="sng" w="9525">
              <a:solidFill>
                <a:srgbClr val="274E13"/>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18000" lIns="18000" spcFirstLastPara="1" rIns="18000" wrap="square" tIns="18000">
              <a:noAutofit/>
            </a:bodyPr>
            <a:lstStyle/>
            <a:p>
              <a:pPr indent="0" lvl="0" marL="0" marR="0" rtl="0" algn="ctr">
                <a:lnSpc>
                  <a:spcPct val="100000"/>
                </a:lnSpc>
                <a:spcBef>
                  <a:spcPts val="0"/>
                </a:spcBef>
                <a:spcAft>
                  <a:spcPts val="0"/>
                </a:spcAft>
                <a:buNone/>
              </a:pPr>
              <a:r>
                <a:rPr lang="es-419" sz="600"/>
                <a:t>tramitar el voucher</a:t>
              </a:r>
              <a:endParaRPr sz="600"/>
            </a:p>
          </p:txBody>
        </p:sp>
        <p:pic>
          <p:nvPicPr>
            <p:cNvPr id="14841" name="Google Shape;14841;p254"/>
            <p:cNvPicPr preferRelativeResize="0"/>
            <p:nvPr/>
          </p:nvPicPr>
          <p:blipFill rotWithShape="1">
            <a:blip r:embed="rId13">
              <a:alphaModFix/>
            </a:blip>
            <a:srcRect b="955" l="75264" r="13084" t="86344"/>
            <a:stretch/>
          </p:blipFill>
          <p:spPr>
            <a:xfrm>
              <a:off x="759565" y="2053302"/>
              <a:ext cx="252631" cy="288000"/>
            </a:xfrm>
            <a:prstGeom prst="rect">
              <a:avLst/>
            </a:prstGeom>
            <a:noFill/>
            <a:ln>
              <a:noFill/>
            </a:ln>
          </p:spPr>
        </p:pic>
        <p:sp>
          <p:nvSpPr>
            <p:cNvPr id="14842" name="Google Shape;14842;p254"/>
            <p:cNvSpPr txBox="1"/>
            <p:nvPr/>
          </p:nvSpPr>
          <p:spPr>
            <a:xfrm>
              <a:off x="672663" y="2508695"/>
              <a:ext cx="1353000" cy="190500"/>
            </a:xfrm>
            <a:prstGeom prst="rect">
              <a:avLst/>
            </a:prstGeom>
            <a:noFill/>
            <a:ln>
              <a:noFill/>
            </a:ln>
          </p:spPr>
          <p:txBody>
            <a:bodyPr anchorCtr="0" anchor="ctr" bIns="18000" lIns="18000" spcFirstLastPara="1" rIns="18000" wrap="square" tIns="18000">
              <a:noAutofit/>
            </a:bodyPr>
            <a:lstStyle/>
            <a:p>
              <a:pPr indent="0" lvl="0" marL="0" marR="0" rtl="0" algn="ctr">
                <a:lnSpc>
                  <a:spcPct val="100000"/>
                </a:lnSpc>
                <a:spcBef>
                  <a:spcPts val="0"/>
                </a:spcBef>
                <a:spcAft>
                  <a:spcPts val="0"/>
                </a:spcAft>
                <a:buNone/>
              </a:pPr>
              <a:r>
                <a:rPr b="1" lang="es-419" sz="800"/>
                <a:t>Servicios al Cliente</a:t>
              </a:r>
              <a:endParaRPr b="1" sz="800"/>
            </a:p>
          </p:txBody>
        </p:sp>
      </p:grpSp>
    </p:spTree>
  </p:cSld>
  <p:clrMapOvr>
    <a:masterClrMapping/>
  </p:clrMapOvr>
</p:sldLayout>
</file>

<file path=ppt/slideLayouts/slideLayout24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Paleta 2">
  <p:cSld name="TITLE_3_5">
    <p:spTree>
      <p:nvGrpSpPr>
        <p:cNvPr id="14843" name="Shape 14843"/>
        <p:cNvGrpSpPr/>
        <p:nvPr/>
      </p:nvGrpSpPr>
      <p:grpSpPr>
        <a:xfrm>
          <a:off x="0" y="0"/>
          <a:ext cx="0" cy="0"/>
          <a:chOff x="0" y="0"/>
          <a:chExt cx="0" cy="0"/>
        </a:xfrm>
      </p:grpSpPr>
      <p:sp>
        <p:nvSpPr>
          <p:cNvPr id="14844" name="Google Shape;14844;p255"/>
          <p:cNvSpPr/>
          <p:nvPr/>
        </p:nvSpPr>
        <p:spPr>
          <a:xfrm>
            <a:off x="2037793" y="656300"/>
            <a:ext cx="2591100" cy="6059700"/>
          </a:xfrm>
          <a:prstGeom prst="roundRect">
            <a:avLst>
              <a:gd fmla="val 4880" name="adj"/>
            </a:avLst>
          </a:prstGeom>
          <a:solidFill>
            <a:srgbClr val="F3F3F3"/>
          </a:solidFill>
          <a:ln cap="flat" cmpd="sng" w="9525">
            <a:solidFill>
              <a:srgbClr val="F3F3F3"/>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5" name="Google Shape;14845;p255"/>
          <p:cNvSpPr/>
          <p:nvPr/>
        </p:nvSpPr>
        <p:spPr>
          <a:xfrm>
            <a:off x="2037793" y="110850"/>
            <a:ext cx="2606400" cy="421200"/>
          </a:xfrm>
          <a:prstGeom prst="roundRect">
            <a:avLst>
              <a:gd fmla="val 17492" name="adj"/>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s-419" sz="1200">
                <a:solidFill>
                  <a:srgbClr val="FFFFFF"/>
                </a:solidFill>
              </a:rPr>
              <a:t>Diagrama de Secuencia</a:t>
            </a:r>
            <a:endParaRPr b="1" sz="1100">
              <a:solidFill>
                <a:srgbClr val="FFFFFF"/>
              </a:solidFill>
            </a:endParaRPr>
          </a:p>
        </p:txBody>
      </p:sp>
      <p:grpSp>
        <p:nvGrpSpPr>
          <p:cNvPr id="14846" name="Google Shape;14846;p255"/>
          <p:cNvGrpSpPr/>
          <p:nvPr/>
        </p:nvGrpSpPr>
        <p:grpSpPr>
          <a:xfrm>
            <a:off x="2166425" y="806110"/>
            <a:ext cx="1440000" cy="5760081"/>
            <a:chOff x="221116" y="911918"/>
            <a:chExt cx="1440000" cy="5760081"/>
          </a:xfrm>
        </p:grpSpPr>
        <p:sp>
          <p:nvSpPr>
            <p:cNvPr id="14847" name="Google Shape;14847;p255"/>
            <p:cNvSpPr/>
            <p:nvPr/>
          </p:nvSpPr>
          <p:spPr>
            <a:xfrm>
              <a:off x="221116" y="911918"/>
              <a:ext cx="1440000" cy="5760000"/>
            </a:xfrm>
            <a:prstGeom prst="rect">
              <a:avLst/>
            </a:prstGeom>
            <a:noFill/>
            <a:ln cap="flat" cmpd="sng" w="9525">
              <a:solidFill>
                <a:srgbClr val="999999"/>
              </a:solidFill>
              <a:prstDash val="dash"/>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8" name="Google Shape;14848;p255"/>
            <p:cNvSpPr/>
            <p:nvPr/>
          </p:nvSpPr>
          <p:spPr>
            <a:xfrm>
              <a:off x="293116" y="960488"/>
              <a:ext cx="1296000" cy="400800"/>
            </a:xfrm>
            <a:prstGeom prst="rect">
              <a:avLst/>
            </a:prstGeom>
            <a:solidFill>
              <a:srgbClr val="FFF9DA"/>
            </a:solidFill>
            <a:ln cap="flat" cmpd="sng" w="9525">
              <a:solidFill>
                <a:srgbClr val="990033"/>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s-419" sz="800"/>
                <a:t>&lt;...&gt;</a:t>
              </a:r>
              <a:endParaRPr sz="800"/>
            </a:p>
          </p:txBody>
        </p:sp>
        <p:sp>
          <p:nvSpPr>
            <p:cNvPr id="14849" name="Google Shape;14849;p255"/>
            <p:cNvSpPr/>
            <p:nvPr/>
          </p:nvSpPr>
          <p:spPr>
            <a:xfrm>
              <a:off x="888166" y="1361300"/>
              <a:ext cx="105900" cy="5310600"/>
            </a:xfrm>
            <a:prstGeom prst="rect">
              <a:avLst/>
            </a:prstGeom>
            <a:no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0" name="Google Shape;14850;p255"/>
            <p:cNvSpPr/>
            <p:nvPr/>
          </p:nvSpPr>
          <p:spPr>
            <a:xfrm>
              <a:off x="888175" y="1361300"/>
              <a:ext cx="105900" cy="4893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1" name="Google Shape;14851;p255"/>
            <p:cNvSpPr/>
            <p:nvPr/>
          </p:nvSpPr>
          <p:spPr>
            <a:xfrm>
              <a:off x="888175" y="1850708"/>
              <a:ext cx="105900" cy="4893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2" name="Google Shape;14852;p255"/>
            <p:cNvSpPr/>
            <p:nvPr/>
          </p:nvSpPr>
          <p:spPr>
            <a:xfrm>
              <a:off x="888175" y="2340188"/>
              <a:ext cx="105900" cy="4893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3" name="Google Shape;14853;p255"/>
            <p:cNvSpPr/>
            <p:nvPr/>
          </p:nvSpPr>
          <p:spPr>
            <a:xfrm>
              <a:off x="888175" y="2829596"/>
              <a:ext cx="105900" cy="4893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4" name="Google Shape;14854;p255"/>
            <p:cNvSpPr/>
            <p:nvPr/>
          </p:nvSpPr>
          <p:spPr>
            <a:xfrm>
              <a:off x="888175" y="3318991"/>
              <a:ext cx="105900" cy="4893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5" name="Google Shape;14855;p255"/>
            <p:cNvSpPr/>
            <p:nvPr/>
          </p:nvSpPr>
          <p:spPr>
            <a:xfrm>
              <a:off x="888175" y="3808399"/>
              <a:ext cx="105900" cy="4893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6" name="Google Shape;14856;p255"/>
            <p:cNvSpPr/>
            <p:nvPr/>
          </p:nvSpPr>
          <p:spPr>
            <a:xfrm>
              <a:off x="888175" y="4297879"/>
              <a:ext cx="105900" cy="4893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7" name="Google Shape;14857;p255"/>
            <p:cNvSpPr/>
            <p:nvPr/>
          </p:nvSpPr>
          <p:spPr>
            <a:xfrm>
              <a:off x="888175" y="4787287"/>
              <a:ext cx="105900" cy="4893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8" name="Google Shape;14858;p255"/>
            <p:cNvSpPr/>
            <p:nvPr/>
          </p:nvSpPr>
          <p:spPr>
            <a:xfrm>
              <a:off x="888175" y="5276103"/>
              <a:ext cx="105900" cy="4893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9" name="Google Shape;14859;p255"/>
            <p:cNvSpPr/>
            <p:nvPr/>
          </p:nvSpPr>
          <p:spPr>
            <a:xfrm>
              <a:off x="888175" y="5765583"/>
              <a:ext cx="105900" cy="4893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0" name="Google Shape;14860;p255"/>
            <p:cNvSpPr/>
            <p:nvPr/>
          </p:nvSpPr>
          <p:spPr>
            <a:xfrm>
              <a:off x="888175" y="6254999"/>
              <a:ext cx="105900" cy="4170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61" name="Google Shape;14861;p255"/>
          <p:cNvGrpSpPr/>
          <p:nvPr/>
        </p:nvGrpSpPr>
        <p:grpSpPr>
          <a:xfrm>
            <a:off x="3816216" y="1579562"/>
            <a:ext cx="622490" cy="586379"/>
            <a:chOff x="-1244040" y="2892312"/>
            <a:chExt cx="622490" cy="586379"/>
          </a:xfrm>
        </p:grpSpPr>
        <p:cxnSp>
          <p:nvCxnSpPr>
            <p:cNvPr id="14862" name="Google Shape;14862;p255"/>
            <p:cNvCxnSpPr/>
            <p:nvPr/>
          </p:nvCxnSpPr>
          <p:spPr>
            <a:xfrm flipH="1">
              <a:off x="-1226350" y="3029875"/>
              <a:ext cx="604800" cy="301200"/>
            </a:xfrm>
            <a:prstGeom prst="bentConnector3">
              <a:avLst>
                <a:gd fmla="val 50000" name="adj1"/>
              </a:avLst>
            </a:prstGeom>
            <a:noFill/>
            <a:ln cap="flat" cmpd="sng" w="9525">
              <a:solidFill>
                <a:srgbClr val="990033"/>
              </a:solidFill>
              <a:prstDash val="solid"/>
              <a:round/>
              <a:headEnd len="med" w="med" type="none"/>
              <a:tailEnd len="med" w="med" type="stealth"/>
            </a:ln>
          </p:spPr>
        </p:cxnSp>
        <p:sp>
          <p:nvSpPr>
            <p:cNvPr id="14863" name="Google Shape;14863;p255"/>
            <p:cNvSpPr txBox="1"/>
            <p:nvPr/>
          </p:nvSpPr>
          <p:spPr>
            <a:xfrm>
              <a:off x="-1244040" y="3354791"/>
              <a:ext cx="386100" cy="123900"/>
            </a:xfrm>
            <a:prstGeom prst="rect">
              <a:avLst/>
            </a:prstGeom>
            <a:noFill/>
            <a:ln>
              <a:noFill/>
            </a:ln>
          </p:spPr>
          <p:txBody>
            <a:bodyPr anchorCtr="0" anchor="t" bIns="0" lIns="0" spcFirstLastPara="1" rIns="0" wrap="square" tIns="0">
              <a:noAutofit/>
            </a:bodyPr>
            <a:lstStyle/>
            <a:p>
              <a:pPr indent="0" lvl="0" marL="0" rtl="0" algn="l">
                <a:spcBef>
                  <a:spcPts val="0"/>
                </a:spcBef>
                <a:spcAft>
                  <a:spcPts val="0"/>
                </a:spcAft>
                <a:buNone/>
              </a:pPr>
              <a:r>
                <a:rPr lang="es-419" sz="700"/>
                <a:t>&lt;...&gt;</a:t>
              </a:r>
              <a:endParaRPr sz="700"/>
            </a:p>
          </p:txBody>
        </p:sp>
        <p:sp>
          <p:nvSpPr>
            <p:cNvPr id="14864" name="Google Shape;14864;p255"/>
            <p:cNvSpPr txBox="1"/>
            <p:nvPr/>
          </p:nvSpPr>
          <p:spPr>
            <a:xfrm>
              <a:off x="-1013062" y="2892312"/>
              <a:ext cx="386100" cy="123900"/>
            </a:xfrm>
            <a:prstGeom prst="rect">
              <a:avLst/>
            </a:prstGeom>
            <a:noFill/>
            <a:ln>
              <a:noFill/>
            </a:ln>
          </p:spPr>
          <p:txBody>
            <a:bodyPr anchorCtr="0" anchor="t" bIns="0" lIns="0" spcFirstLastPara="1" rIns="0" wrap="square" tIns="0">
              <a:noAutofit/>
            </a:bodyPr>
            <a:lstStyle/>
            <a:p>
              <a:pPr indent="0" lvl="0" marL="0" rtl="0" algn="r">
                <a:spcBef>
                  <a:spcPts val="0"/>
                </a:spcBef>
                <a:spcAft>
                  <a:spcPts val="0"/>
                </a:spcAft>
                <a:buNone/>
              </a:pPr>
              <a:r>
                <a:rPr lang="es-419" sz="700"/>
                <a:t>&lt;...&gt;</a:t>
              </a:r>
              <a:endParaRPr sz="700"/>
            </a:p>
          </p:txBody>
        </p:sp>
      </p:grpSp>
      <p:grpSp>
        <p:nvGrpSpPr>
          <p:cNvPr id="14865" name="Google Shape;14865;p255"/>
          <p:cNvGrpSpPr/>
          <p:nvPr/>
        </p:nvGrpSpPr>
        <p:grpSpPr>
          <a:xfrm>
            <a:off x="3816216" y="2417762"/>
            <a:ext cx="622490" cy="586379"/>
            <a:chOff x="-1244040" y="2892312"/>
            <a:chExt cx="622490" cy="586379"/>
          </a:xfrm>
        </p:grpSpPr>
        <p:cxnSp>
          <p:nvCxnSpPr>
            <p:cNvPr id="14866" name="Google Shape;14866;p255"/>
            <p:cNvCxnSpPr/>
            <p:nvPr/>
          </p:nvCxnSpPr>
          <p:spPr>
            <a:xfrm flipH="1">
              <a:off x="-1226350" y="3029875"/>
              <a:ext cx="604800" cy="301200"/>
            </a:xfrm>
            <a:prstGeom prst="bentConnector3">
              <a:avLst>
                <a:gd fmla="val 50000" name="adj1"/>
              </a:avLst>
            </a:prstGeom>
            <a:noFill/>
            <a:ln cap="flat" cmpd="sng" w="9525">
              <a:solidFill>
                <a:srgbClr val="990033"/>
              </a:solidFill>
              <a:prstDash val="dash"/>
              <a:round/>
              <a:headEnd len="med" w="med" type="none"/>
              <a:tailEnd len="med" w="med" type="stealth"/>
            </a:ln>
          </p:spPr>
        </p:cxnSp>
        <p:sp>
          <p:nvSpPr>
            <p:cNvPr id="14867" name="Google Shape;14867;p255"/>
            <p:cNvSpPr txBox="1"/>
            <p:nvPr/>
          </p:nvSpPr>
          <p:spPr>
            <a:xfrm>
              <a:off x="-1244040" y="3354791"/>
              <a:ext cx="386100" cy="123900"/>
            </a:xfrm>
            <a:prstGeom prst="rect">
              <a:avLst/>
            </a:prstGeom>
            <a:noFill/>
            <a:ln>
              <a:noFill/>
            </a:ln>
          </p:spPr>
          <p:txBody>
            <a:bodyPr anchorCtr="0" anchor="t" bIns="0" lIns="0" spcFirstLastPara="1" rIns="0" wrap="square" tIns="0">
              <a:noAutofit/>
            </a:bodyPr>
            <a:lstStyle/>
            <a:p>
              <a:pPr indent="0" lvl="0" marL="0" rtl="0" algn="l">
                <a:spcBef>
                  <a:spcPts val="0"/>
                </a:spcBef>
                <a:spcAft>
                  <a:spcPts val="0"/>
                </a:spcAft>
                <a:buNone/>
              </a:pPr>
              <a:r>
                <a:rPr lang="es-419" sz="700"/>
                <a:t>&lt;...&gt;</a:t>
              </a:r>
              <a:endParaRPr sz="700"/>
            </a:p>
          </p:txBody>
        </p:sp>
        <p:sp>
          <p:nvSpPr>
            <p:cNvPr id="14868" name="Google Shape;14868;p255"/>
            <p:cNvSpPr txBox="1"/>
            <p:nvPr/>
          </p:nvSpPr>
          <p:spPr>
            <a:xfrm>
              <a:off x="-1013062" y="2892312"/>
              <a:ext cx="386100" cy="123900"/>
            </a:xfrm>
            <a:prstGeom prst="rect">
              <a:avLst/>
            </a:prstGeom>
            <a:noFill/>
            <a:ln>
              <a:noFill/>
            </a:ln>
          </p:spPr>
          <p:txBody>
            <a:bodyPr anchorCtr="0" anchor="t" bIns="0" lIns="0" spcFirstLastPara="1" rIns="0" wrap="square" tIns="0">
              <a:noAutofit/>
            </a:bodyPr>
            <a:lstStyle/>
            <a:p>
              <a:pPr indent="0" lvl="0" marL="0" rtl="0" algn="r">
                <a:spcBef>
                  <a:spcPts val="0"/>
                </a:spcBef>
                <a:spcAft>
                  <a:spcPts val="0"/>
                </a:spcAft>
                <a:buNone/>
              </a:pPr>
              <a:r>
                <a:rPr lang="es-419" sz="700"/>
                <a:t>&lt;...&gt;</a:t>
              </a:r>
              <a:endParaRPr sz="700"/>
            </a:p>
          </p:txBody>
        </p:sp>
      </p:grpSp>
      <p:sp>
        <p:nvSpPr>
          <p:cNvPr id="14869" name="Google Shape;14869;p255"/>
          <p:cNvSpPr/>
          <p:nvPr/>
        </p:nvSpPr>
        <p:spPr>
          <a:xfrm>
            <a:off x="200475" y="669875"/>
            <a:ext cx="1407900" cy="6059700"/>
          </a:xfrm>
          <a:prstGeom prst="roundRect">
            <a:avLst>
              <a:gd fmla="val 6584" name="adj"/>
            </a:avLst>
          </a:prstGeom>
          <a:solidFill>
            <a:srgbClr val="F3F3F3"/>
          </a:solidFill>
          <a:ln cap="flat" cmpd="sng" w="9525">
            <a:solidFill>
              <a:srgbClr val="F3F3F3"/>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0" name="Google Shape;14870;p255"/>
          <p:cNvSpPr/>
          <p:nvPr/>
        </p:nvSpPr>
        <p:spPr>
          <a:xfrm>
            <a:off x="185368" y="110850"/>
            <a:ext cx="1407900" cy="421200"/>
          </a:xfrm>
          <a:prstGeom prst="roundRect">
            <a:avLst>
              <a:gd fmla="val 17492" name="adj"/>
            </a:avLst>
          </a:prstGeom>
          <a:solidFill>
            <a:srgbClr val="000000"/>
          </a:solidFill>
          <a:ln cap="flat" cmpd="sng" w="9525">
            <a:solidFill>
              <a:srgbClr val="000000"/>
            </a:solidFill>
            <a:prstDash val="solid"/>
            <a:round/>
            <a:headEnd len="sm" w="sm" type="none"/>
            <a:tailEnd len="sm" w="sm" type="none"/>
          </a:ln>
        </p:spPr>
        <p:txBody>
          <a:bodyPr anchorCtr="0" anchor="ctr" bIns="0" lIns="0" spcFirstLastPara="1" rIns="0" wrap="square" tIns="0">
            <a:noAutofit/>
          </a:bodyPr>
          <a:lstStyle/>
          <a:p>
            <a:pPr indent="0" lvl="0" marL="0" rtl="0" algn="ctr">
              <a:spcBef>
                <a:spcPts val="0"/>
              </a:spcBef>
              <a:spcAft>
                <a:spcPts val="0"/>
              </a:spcAft>
              <a:buNone/>
            </a:pPr>
            <a:r>
              <a:rPr b="1" lang="es-419" sz="1200">
                <a:solidFill>
                  <a:srgbClr val="FFFFFF"/>
                </a:solidFill>
              </a:rPr>
              <a:t>Diagrama de Clases</a:t>
            </a:r>
            <a:endParaRPr b="1" sz="1200">
              <a:solidFill>
                <a:srgbClr val="FFFFFF"/>
              </a:solidFill>
            </a:endParaRPr>
          </a:p>
        </p:txBody>
      </p:sp>
      <p:grpSp>
        <p:nvGrpSpPr>
          <p:cNvPr id="14871" name="Google Shape;14871;p255"/>
          <p:cNvGrpSpPr/>
          <p:nvPr/>
        </p:nvGrpSpPr>
        <p:grpSpPr>
          <a:xfrm>
            <a:off x="289564" y="1050864"/>
            <a:ext cx="1229700" cy="1478700"/>
            <a:chOff x="1395625" y="1381825"/>
            <a:chExt cx="1229700" cy="1478700"/>
          </a:xfrm>
        </p:grpSpPr>
        <p:sp>
          <p:nvSpPr>
            <p:cNvPr id="14872" name="Google Shape;14872;p255"/>
            <p:cNvSpPr/>
            <p:nvPr/>
          </p:nvSpPr>
          <p:spPr>
            <a:xfrm>
              <a:off x="1395625" y="1381825"/>
              <a:ext cx="1229700" cy="1478700"/>
            </a:xfrm>
            <a:prstGeom prst="roundRect">
              <a:avLst>
                <a:gd fmla="val 4673" name="adj"/>
              </a:avLst>
            </a:prstGeom>
            <a:solidFill>
              <a:srgbClr val="FFF9DA"/>
            </a:solidFill>
            <a:ln cap="flat" cmpd="sng" w="9525">
              <a:solidFill>
                <a:srgbClr val="990033"/>
              </a:solidFill>
              <a:prstDash val="solid"/>
              <a:round/>
              <a:headEnd len="sm" w="sm" type="none"/>
              <a:tailEnd len="sm" w="sm" type="none"/>
            </a:ln>
          </p:spPr>
          <p:txBody>
            <a:bodyPr anchorCtr="0" anchor="t" bIns="91425" lIns="91425" spcFirstLastPara="1" rIns="91425" wrap="square" tIns="91425">
              <a:noAutofit/>
            </a:bodyPr>
            <a:lstStyle/>
            <a:p>
              <a:pPr indent="0" lvl="0" marL="0" rtl="0" algn="l">
                <a:spcBef>
                  <a:spcPts val="0"/>
                </a:spcBef>
                <a:spcAft>
                  <a:spcPts val="0"/>
                </a:spcAft>
                <a:buNone/>
              </a:pPr>
              <a:r>
                <a:t/>
              </a:r>
              <a:endParaRPr sz="700"/>
            </a:p>
            <a:p>
              <a:pPr indent="0" lvl="0" marL="0" rtl="0" algn="l">
                <a:spcBef>
                  <a:spcPts val="0"/>
                </a:spcBef>
                <a:spcAft>
                  <a:spcPts val="0"/>
                </a:spcAft>
                <a:buNone/>
              </a:pPr>
              <a:r>
                <a:t/>
              </a:r>
              <a:endParaRPr sz="700"/>
            </a:p>
            <a:p>
              <a:pPr indent="0" lvl="0" marL="0" rtl="0" algn="l">
                <a:spcBef>
                  <a:spcPts val="0"/>
                </a:spcBef>
                <a:spcAft>
                  <a:spcPts val="0"/>
                </a:spcAft>
                <a:buNone/>
              </a:pPr>
              <a:r>
                <a:rPr lang="es-419" sz="700"/>
                <a:t>&lt;...&gt;</a:t>
              </a:r>
              <a:endParaRPr sz="700"/>
            </a:p>
            <a:p>
              <a:pPr indent="0" lvl="0" marL="0" rtl="0" algn="l">
                <a:spcBef>
                  <a:spcPts val="0"/>
                </a:spcBef>
                <a:spcAft>
                  <a:spcPts val="0"/>
                </a:spcAft>
                <a:buNone/>
              </a:pPr>
              <a:r>
                <a:rPr lang="es-419" sz="700">
                  <a:solidFill>
                    <a:schemeClr val="dk1"/>
                  </a:solidFill>
                </a:rPr>
                <a:t>&lt;...&gt;</a:t>
              </a:r>
              <a:endParaRPr sz="700">
                <a:solidFill>
                  <a:schemeClr val="dk1"/>
                </a:solidFill>
              </a:endParaRPr>
            </a:p>
            <a:p>
              <a:pPr indent="0" lvl="0" marL="0" rtl="0" algn="l">
                <a:spcBef>
                  <a:spcPts val="0"/>
                </a:spcBef>
                <a:spcAft>
                  <a:spcPts val="0"/>
                </a:spcAft>
                <a:buNone/>
              </a:pPr>
              <a:r>
                <a:rPr lang="es-419" sz="700">
                  <a:solidFill>
                    <a:schemeClr val="dk1"/>
                  </a:solidFill>
                </a:rPr>
                <a:t>&lt;...&gt;</a:t>
              </a:r>
              <a:endParaRPr sz="700">
                <a:solidFill>
                  <a:schemeClr val="dk1"/>
                </a:solidFill>
              </a:endParaRPr>
            </a:p>
            <a:p>
              <a:pPr indent="0" lvl="0" marL="0" rtl="0" algn="l">
                <a:spcBef>
                  <a:spcPts val="0"/>
                </a:spcBef>
                <a:spcAft>
                  <a:spcPts val="0"/>
                </a:spcAft>
                <a:buNone/>
              </a:pPr>
              <a:r>
                <a:rPr lang="es-419" sz="700">
                  <a:solidFill>
                    <a:schemeClr val="dk1"/>
                  </a:solidFill>
                </a:rPr>
                <a:t>&lt;...&gt;</a:t>
              </a:r>
              <a:endParaRPr sz="700">
                <a:solidFill>
                  <a:schemeClr val="dk1"/>
                </a:solidFill>
              </a:endParaRPr>
            </a:p>
            <a:p>
              <a:pPr indent="0" lvl="0" marL="0" rtl="0" algn="l">
                <a:spcBef>
                  <a:spcPts val="0"/>
                </a:spcBef>
                <a:spcAft>
                  <a:spcPts val="0"/>
                </a:spcAft>
                <a:buNone/>
              </a:pPr>
              <a:r>
                <a:rPr lang="es-419" sz="700">
                  <a:solidFill>
                    <a:schemeClr val="dk1"/>
                  </a:solidFill>
                </a:rPr>
                <a:t>&lt;...&gt;</a:t>
              </a:r>
              <a:endParaRPr sz="700">
                <a:solidFill>
                  <a:schemeClr val="dk1"/>
                </a:solidFill>
              </a:endParaRPr>
            </a:p>
          </p:txBody>
        </p:sp>
        <p:sp>
          <p:nvSpPr>
            <p:cNvPr id="14873" name="Google Shape;14873;p255"/>
            <p:cNvSpPr/>
            <p:nvPr/>
          </p:nvSpPr>
          <p:spPr>
            <a:xfrm>
              <a:off x="1395625" y="1381825"/>
              <a:ext cx="1229700" cy="265800"/>
            </a:xfrm>
            <a:prstGeom prst="roundRect">
              <a:avLst>
                <a:gd fmla="val 23119" name="adj"/>
              </a:avLst>
            </a:prstGeom>
            <a:solidFill>
              <a:srgbClr val="FFF9DA"/>
            </a:solidFill>
            <a:ln cap="flat" cmpd="sng" w="9525">
              <a:solidFill>
                <a:srgbClr val="990033"/>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s-419" sz="800"/>
                <a:t>&lt;...&gt;</a:t>
              </a:r>
              <a:endParaRPr sz="800"/>
            </a:p>
          </p:txBody>
        </p:sp>
      </p:grpSp>
      <p:grpSp>
        <p:nvGrpSpPr>
          <p:cNvPr id="14874" name="Google Shape;14874;p255"/>
          <p:cNvGrpSpPr/>
          <p:nvPr/>
        </p:nvGrpSpPr>
        <p:grpSpPr>
          <a:xfrm>
            <a:off x="593169" y="3762498"/>
            <a:ext cx="622490" cy="590192"/>
            <a:chOff x="-1244040" y="3574298"/>
            <a:chExt cx="622490" cy="590192"/>
          </a:xfrm>
        </p:grpSpPr>
        <p:cxnSp>
          <p:nvCxnSpPr>
            <p:cNvPr id="14875" name="Google Shape;14875;p255"/>
            <p:cNvCxnSpPr/>
            <p:nvPr/>
          </p:nvCxnSpPr>
          <p:spPr>
            <a:xfrm flipH="1">
              <a:off x="-1226350" y="3715675"/>
              <a:ext cx="604800" cy="301200"/>
            </a:xfrm>
            <a:prstGeom prst="bentConnector3">
              <a:avLst>
                <a:gd fmla="val 50000" name="adj1"/>
              </a:avLst>
            </a:prstGeom>
            <a:noFill/>
            <a:ln cap="flat" cmpd="sng" w="9525">
              <a:solidFill>
                <a:srgbClr val="000000"/>
              </a:solidFill>
              <a:prstDash val="solid"/>
              <a:round/>
              <a:headEnd len="med" w="med" type="none"/>
              <a:tailEnd len="med" w="med" type="diamond"/>
            </a:ln>
          </p:spPr>
        </p:cxnSp>
        <p:sp>
          <p:nvSpPr>
            <p:cNvPr id="14876" name="Google Shape;14876;p255"/>
            <p:cNvSpPr txBox="1"/>
            <p:nvPr/>
          </p:nvSpPr>
          <p:spPr>
            <a:xfrm>
              <a:off x="-1244040" y="4040591"/>
              <a:ext cx="386100" cy="123900"/>
            </a:xfrm>
            <a:prstGeom prst="rect">
              <a:avLst/>
            </a:prstGeom>
            <a:noFill/>
            <a:ln>
              <a:noFill/>
            </a:ln>
          </p:spPr>
          <p:txBody>
            <a:bodyPr anchorCtr="0" anchor="t" bIns="0" lIns="0" spcFirstLastPara="1" rIns="0" wrap="square" tIns="0">
              <a:noAutofit/>
            </a:bodyPr>
            <a:lstStyle/>
            <a:p>
              <a:pPr indent="0" lvl="0" marL="0" rtl="0" algn="l">
                <a:spcBef>
                  <a:spcPts val="0"/>
                </a:spcBef>
                <a:spcAft>
                  <a:spcPts val="0"/>
                </a:spcAft>
                <a:buNone/>
              </a:pPr>
              <a:r>
                <a:rPr lang="es-419" sz="700"/>
                <a:t>&lt;...&gt;</a:t>
              </a:r>
              <a:endParaRPr sz="700"/>
            </a:p>
          </p:txBody>
        </p:sp>
        <p:sp>
          <p:nvSpPr>
            <p:cNvPr id="14877" name="Google Shape;14877;p255"/>
            <p:cNvSpPr txBox="1"/>
            <p:nvPr/>
          </p:nvSpPr>
          <p:spPr>
            <a:xfrm>
              <a:off x="-1013062" y="3574298"/>
              <a:ext cx="386100" cy="123900"/>
            </a:xfrm>
            <a:prstGeom prst="rect">
              <a:avLst/>
            </a:prstGeom>
            <a:noFill/>
            <a:ln>
              <a:noFill/>
            </a:ln>
          </p:spPr>
          <p:txBody>
            <a:bodyPr anchorCtr="0" anchor="t" bIns="0" lIns="0" spcFirstLastPara="1" rIns="0" wrap="square" tIns="0">
              <a:noAutofit/>
            </a:bodyPr>
            <a:lstStyle/>
            <a:p>
              <a:pPr indent="0" lvl="0" marL="0" rtl="0" algn="r">
                <a:spcBef>
                  <a:spcPts val="0"/>
                </a:spcBef>
                <a:spcAft>
                  <a:spcPts val="0"/>
                </a:spcAft>
                <a:buNone/>
              </a:pPr>
              <a:r>
                <a:rPr lang="es-419" sz="700"/>
                <a:t>&lt;...&gt;</a:t>
              </a:r>
              <a:endParaRPr sz="700"/>
            </a:p>
          </p:txBody>
        </p:sp>
      </p:grpSp>
      <p:grpSp>
        <p:nvGrpSpPr>
          <p:cNvPr id="14878" name="Google Shape;14878;p255"/>
          <p:cNvGrpSpPr/>
          <p:nvPr/>
        </p:nvGrpSpPr>
        <p:grpSpPr>
          <a:xfrm>
            <a:off x="593169" y="2775712"/>
            <a:ext cx="622490" cy="586379"/>
            <a:chOff x="-1244040" y="2892312"/>
            <a:chExt cx="622490" cy="586379"/>
          </a:xfrm>
        </p:grpSpPr>
        <p:cxnSp>
          <p:nvCxnSpPr>
            <p:cNvPr id="14879" name="Google Shape;14879;p255"/>
            <p:cNvCxnSpPr/>
            <p:nvPr/>
          </p:nvCxnSpPr>
          <p:spPr>
            <a:xfrm flipH="1">
              <a:off x="-1226350" y="3029875"/>
              <a:ext cx="604800" cy="301200"/>
            </a:xfrm>
            <a:prstGeom prst="bentConnector3">
              <a:avLst>
                <a:gd fmla="val 50000" name="adj1"/>
              </a:avLst>
            </a:prstGeom>
            <a:noFill/>
            <a:ln cap="flat" cmpd="sng" w="9525">
              <a:solidFill>
                <a:srgbClr val="000000"/>
              </a:solidFill>
              <a:prstDash val="solid"/>
              <a:round/>
              <a:headEnd len="med" w="med" type="none"/>
              <a:tailEnd len="med" w="med" type="triangle"/>
            </a:ln>
          </p:spPr>
        </p:cxnSp>
        <p:sp>
          <p:nvSpPr>
            <p:cNvPr id="14880" name="Google Shape;14880;p255"/>
            <p:cNvSpPr txBox="1"/>
            <p:nvPr/>
          </p:nvSpPr>
          <p:spPr>
            <a:xfrm>
              <a:off x="-1244040" y="3354791"/>
              <a:ext cx="386100" cy="123900"/>
            </a:xfrm>
            <a:prstGeom prst="rect">
              <a:avLst/>
            </a:prstGeom>
            <a:noFill/>
            <a:ln>
              <a:noFill/>
            </a:ln>
          </p:spPr>
          <p:txBody>
            <a:bodyPr anchorCtr="0" anchor="t" bIns="0" lIns="0" spcFirstLastPara="1" rIns="0" wrap="square" tIns="0">
              <a:noAutofit/>
            </a:bodyPr>
            <a:lstStyle/>
            <a:p>
              <a:pPr indent="0" lvl="0" marL="0" rtl="0" algn="l">
                <a:spcBef>
                  <a:spcPts val="0"/>
                </a:spcBef>
                <a:spcAft>
                  <a:spcPts val="0"/>
                </a:spcAft>
                <a:buNone/>
              </a:pPr>
              <a:r>
                <a:rPr lang="es-419" sz="700"/>
                <a:t>&lt;...&gt;</a:t>
              </a:r>
              <a:endParaRPr sz="700"/>
            </a:p>
          </p:txBody>
        </p:sp>
        <p:sp>
          <p:nvSpPr>
            <p:cNvPr id="14881" name="Google Shape;14881;p255"/>
            <p:cNvSpPr txBox="1"/>
            <p:nvPr/>
          </p:nvSpPr>
          <p:spPr>
            <a:xfrm>
              <a:off x="-1013062" y="2892312"/>
              <a:ext cx="386100" cy="123900"/>
            </a:xfrm>
            <a:prstGeom prst="rect">
              <a:avLst/>
            </a:prstGeom>
            <a:noFill/>
            <a:ln>
              <a:noFill/>
            </a:ln>
          </p:spPr>
          <p:txBody>
            <a:bodyPr anchorCtr="0" anchor="t" bIns="0" lIns="0" spcFirstLastPara="1" rIns="0" wrap="square" tIns="0">
              <a:noAutofit/>
            </a:bodyPr>
            <a:lstStyle/>
            <a:p>
              <a:pPr indent="0" lvl="0" marL="0" rtl="0" algn="r">
                <a:spcBef>
                  <a:spcPts val="0"/>
                </a:spcBef>
                <a:spcAft>
                  <a:spcPts val="0"/>
                </a:spcAft>
                <a:buNone/>
              </a:pPr>
              <a:r>
                <a:rPr lang="es-419" sz="700"/>
                <a:t>&lt;...&gt;</a:t>
              </a:r>
              <a:endParaRPr sz="700"/>
            </a:p>
          </p:txBody>
        </p:sp>
      </p:grpSp>
      <p:grpSp>
        <p:nvGrpSpPr>
          <p:cNvPr id="14882" name="Google Shape;14882;p255"/>
          <p:cNvGrpSpPr/>
          <p:nvPr/>
        </p:nvGrpSpPr>
        <p:grpSpPr>
          <a:xfrm>
            <a:off x="593169" y="4753098"/>
            <a:ext cx="622490" cy="590192"/>
            <a:chOff x="-1244040" y="3574298"/>
            <a:chExt cx="622490" cy="590192"/>
          </a:xfrm>
        </p:grpSpPr>
        <p:cxnSp>
          <p:nvCxnSpPr>
            <p:cNvPr id="14883" name="Google Shape;14883;p255"/>
            <p:cNvCxnSpPr/>
            <p:nvPr/>
          </p:nvCxnSpPr>
          <p:spPr>
            <a:xfrm flipH="1">
              <a:off x="-1226350" y="3715675"/>
              <a:ext cx="604800" cy="301200"/>
            </a:xfrm>
            <a:prstGeom prst="bentConnector3">
              <a:avLst>
                <a:gd fmla="val 50000" name="adj1"/>
              </a:avLst>
            </a:prstGeom>
            <a:noFill/>
            <a:ln cap="flat" cmpd="sng" w="9525">
              <a:solidFill>
                <a:srgbClr val="000000"/>
              </a:solidFill>
              <a:prstDash val="solid"/>
              <a:round/>
              <a:headEnd len="med" w="med" type="none"/>
              <a:tailEnd len="med" w="med" type="none"/>
            </a:ln>
          </p:spPr>
        </p:cxnSp>
        <p:sp>
          <p:nvSpPr>
            <p:cNvPr id="14884" name="Google Shape;14884;p255"/>
            <p:cNvSpPr txBox="1"/>
            <p:nvPr/>
          </p:nvSpPr>
          <p:spPr>
            <a:xfrm>
              <a:off x="-1244040" y="4040591"/>
              <a:ext cx="386100" cy="123900"/>
            </a:xfrm>
            <a:prstGeom prst="rect">
              <a:avLst/>
            </a:prstGeom>
            <a:noFill/>
            <a:ln>
              <a:noFill/>
            </a:ln>
          </p:spPr>
          <p:txBody>
            <a:bodyPr anchorCtr="0" anchor="t" bIns="0" lIns="0" spcFirstLastPara="1" rIns="0" wrap="square" tIns="0">
              <a:noAutofit/>
            </a:bodyPr>
            <a:lstStyle/>
            <a:p>
              <a:pPr indent="0" lvl="0" marL="0" rtl="0" algn="l">
                <a:spcBef>
                  <a:spcPts val="0"/>
                </a:spcBef>
                <a:spcAft>
                  <a:spcPts val="0"/>
                </a:spcAft>
                <a:buNone/>
              </a:pPr>
              <a:r>
                <a:rPr lang="es-419" sz="700"/>
                <a:t>&lt;...&gt;</a:t>
              </a:r>
              <a:endParaRPr sz="700"/>
            </a:p>
          </p:txBody>
        </p:sp>
        <p:sp>
          <p:nvSpPr>
            <p:cNvPr id="14885" name="Google Shape;14885;p255"/>
            <p:cNvSpPr txBox="1"/>
            <p:nvPr/>
          </p:nvSpPr>
          <p:spPr>
            <a:xfrm>
              <a:off x="-1013062" y="3574298"/>
              <a:ext cx="386100" cy="123900"/>
            </a:xfrm>
            <a:prstGeom prst="rect">
              <a:avLst/>
            </a:prstGeom>
            <a:noFill/>
            <a:ln>
              <a:noFill/>
            </a:ln>
          </p:spPr>
          <p:txBody>
            <a:bodyPr anchorCtr="0" anchor="t" bIns="0" lIns="0" spcFirstLastPara="1" rIns="0" wrap="square" tIns="0">
              <a:noAutofit/>
            </a:bodyPr>
            <a:lstStyle/>
            <a:p>
              <a:pPr indent="0" lvl="0" marL="0" rtl="0" algn="r">
                <a:spcBef>
                  <a:spcPts val="0"/>
                </a:spcBef>
                <a:spcAft>
                  <a:spcPts val="0"/>
                </a:spcAft>
                <a:buNone/>
              </a:pPr>
              <a:r>
                <a:rPr lang="es-419" sz="700"/>
                <a:t>&lt;...&gt;</a:t>
              </a:r>
              <a:endParaRPr sz="700"/>
            </a:p>
          </p:txBody>
        </p:sp>
      </p:grpSp>
      <p:cxnSp>
        <p:nvCxnSpPr>
          <p:cNvPr id="14886" name="Google Shape;14886;p255"/>
          <p:cNvCxnSpPr/>
          <p:nvPr/>
        </p:nvCxnSpPr>
        <p:spPr>
          <a:xfrm>
            <a:off x="1826987" y="87450"/>
            <a:ext cx="0" cy="6665100"/>
          </a:xfrm>
          <a:prstGeom prst="straightConnector1">
            <a:avLst/>
          </a:prstGeom>
          <a:noFill/>
          <a:ln cap="flat" cmpd="sng" w="28575">
            <a:solidFill>
              <a:srgbClr val="B7B7B7"/>
            </a:solidFill>
            <a:prstDash val="dash"/>
            <a:round/>
            <a:headEnd len="med" w="med" type="none"/>
            <a:tailEnd len="med" w="med" type="none"/>
          </a:ln>
        </p:spPr>
      </p:cxnSp>
    </p:spTree>
  </p:cSld>
  <p:clrMapOvr>
    <a:masterClrMapping/>
  </p:clrMapOvr>
</p:sldLayout>
</file>

<file path=ppt/slideLayouts/slideLayout25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Paleta 2 1">
  <p:cSld name="TITLE_3_5_1">
    <p:spTree>
      <p:nvGrpSpPr>
        <p:cNvPr id="14887" name="Shape 14887"/>
        <p:cNvGrpSpPr/>
        <p:nvPr/>
      </p:nvGrpSpPr>
      <p:grpSpPr>
        <a:xfrm>
          <a:off x="0" y="0"/>
          <a:ext cx="0" cy="0"/>
          <a:chOff x="0" y="0"/>
          <a:chExt cx="0" cy="0"/>
        </a:xfrm>
      </p:grpSpPr>
      <p:sp>
        <p:nvSpPr>
          <p:cNvPr id="14888" name="Google Shape;14888;p256"/>
          <p:cNvSpPr txBox="1"/>
          <p:nvPr/>
        </p:nvSpPr>
        <p:spPr>
          <a:xfrm>
            <a:off x="-5257800" y="838200"/>
            <a:ext cx="4648200" cy="6248400"/>
          </a:xfrm>
          <a:prstGeom prst="rect">
            <a:avLst/>
          </a:prstGeom>
          <a:solidFill>
            <a:srgbClr val="FFFFFF"/>
          </a:solidFill>
          <a:ln cap="flat" cmpd="sng" w="9525">
            <a:solidFill>
              <a:srgbClr val="00B0F0"/>
            </a:solidFill>
            <a:prstDash val="solid"/>
            <a:round/>
            <a:headEnd len="sm" w="sm" type="none"/>
            <a:tailEnd len="sm" w="sm" type="none"/>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A6A6A6"/>
              </a:buClr>
              <a:buSzPts val="1700"/>
              <a:buFont typeface="Tahoma"/>
              <a:buNone/>
            </a:pPr>
            <a:r>
              <a:rPr b="1" i="0" lang="es-419" sz="1700" u="none">
                <a:solidFill>
                  <a:srgbClr val="A6A6A6"/>
                </a:solidFill>
                <a:latin typeface="Tahoma"/>
                <a:ea typeface="Tahoma"/>
                <a:cs typeface="Tahoma"/>
                <a:sym typeface="Tahoma"/>
              </a:rPr>
              <a:t>                                                           Fichas</a:t>
            </a:r>
            <a:endParaRPr/>
          </a:p>
          <a:p>
            <a:pPr indent="0" lvl="0" marL="0" marR="0" rtl="0" algn="r">
              <a:lnSpc>
                <a:spcPct val="100000"/>
              </a:lnSpc>
              <a:spcBef>
                <a:spcPts val="0"/>
              </a:spcBef>
              <a:spcAft>
                <a:spcPts val="0"/>
              </a:spcAft>
              <a:buClr>
                <a:srgbClr val="A6A6A6"/>
              </a:buClr>
              <a:buSzPts val="1700"/>
              <a:buFont typeface="Tahoma"/>
              <a:buNone/>
            </a:pPr>
            <a:r>
              <a:rPr b="1" i="0" lang="es-419" sz="1700" u="none">
                <a:solidFill>
                  <a:srgbClr val="A6A6A6"/>
                </a:solidFill>
                <a:latin typeface="Tahoma"/>
                <a:ea typeface="Tahoma"/>
                <a:cs typeface="Tahoma"/>
                <a:sym typeface="Tahoma"/>
              </a:rPr>
              <a:t>Worker</a:t>
            </a:r>
            <a:endParaRPr/>
          </a:p>
        </p:txBody>
      </p:sp>
      <p:sp>
        <p:nvSpPr>
          <p:cNvPr id="14889" name="Google Shape;14889;p256"/>
          <p:cNvSpPr txBox="1"/>
          <p:nvPr/>
        </p:nvSpPr>
        <p:spPr>
          <a:xfrm>
            <a:off x="10283825" y="838200"/>
            <a:ext cx="4319700" cy="6248400"/>
          </a:xfrm>
          <a:prstGeom prst="rect">
            <a:avLst/>
          </a:prstGeom>
          <a:solidFill>
            <a:srgbClr val="FFFFFF"/>
          </a:solidFill>
          <a:ln cap="flat" cmpd="sng" w="9525">
            <a:solidFill>
              <a:srgbClr val="00B0F0"/>
            </a:solidFill>
            <a:prstDash val="solid"/>
            <a:round/>
            <a:headEnd len="sm" w="sm" type="none"/>
            <a:tailEnd len="sm" w="sm" type="none"/>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A6A6A6"/>
              </a:buClr>
              <a:buSzPts val="1800"/>
              <a:buFont typeface="Tahoma"/>
              <a:buNone/>
            </a:pPr>
            <a:r>
              <a:rPr b="1" i="0" lang="es-419" sz="1800" u="none">
                <a:solidFill>
                  <a:srgbClr val="A6A6A6"/>
                </a:solidFill>
                <a:latin typeface="Tahoma"/>
                <a:ea typeface="Tahoma"/>
                <a:cs typeface="Tahoma"/>
                <a:sym typeface="Tahoma"/>
              </a:rPr>
              <a:t>  </a:t>
            </a:r>
            <a:r>
              <a:rPr b="1" i="0" lang="es-419" sz="1700" u="none">
                <a:solidFill>
                  <a:srgbClr val="A6A6A6"/>
                </a:solidFill>
                <a:latin typeface="Tahoma"/>
                <a:ea typeface="Tahoma"/>
                <a:cs typeface="Tahoma"/>
                <a:sym typeface="Tahoma"/>
              </a:rPr>
              <a:t>Fichas</a:t>
            </a:r>
            <a:endParaRPr/>
          </a:p>
          <a:p>
            <a:pPr indent="0" lvl="0" marL="0" marR="0" rtl="0" algn="l">
              <a:lnSpc>
                <a:spcPct val="100000"/>
              </a:lnSpc>
              <a:spcBef>
                <a:spcPts val="0"/>
              </a:spcBef>
              <a:spcAft>
                <a:spcPts val="0"/>
              </a:spcAft>
              <a:buClr>
                <a:srgbClr val="A6A6A6"/>
              </a:buClr>
              <a:buSzPts val="1700"/>
              <a:buFont typeface="Tahoma"/>
              <a:buNone/>
            </a:pPr>
            <a:r>
              <a:rPr b="1" i="0" lang="es-419" sz="1700" u="none">
                <a:solidFill>
                  <a:srgbClr val="A6A6A6"/>
                </a:solidFill>
                <a:latin typeface="Tahoma"/>
                <a:ea typeface="Tahoma"/>
                <a:cs typeface="Tahoma"/>
                <a:sym typeface="Tahoma"/>
              </a:rPr>
              <a:t>Usuarios</a:t>
            </a:r>
            <a:endParaRPr/>
          </a:p>
        </p:txBody>
      </p:sp>
      <p:sp>
        <p:nvSpPr>
          <p:cNvPr id="14890" name="Google Shape;14890;p256"/>
          <p:cNvSpPr txBox="1"/>
          <p:nvPr/>
        </p:nvSpPr>
        <p:spPr>
          <a:xfrm>
            <a:off x="-5257800" y="7199312"/>
            <a:ext cx="7924800" cy="811200"/>
          </a:xfrm>
          <a:prstGeom prst="rect">
            <a:avLst/>
          </a:prstGeom>
          <a:solidFill>
            <a:srgbClr val="FFFFFF"/>
          </a:solidFill>
          <a:ln cap="flat" cmpd="sng" w="9525">
            <a:solidFill>
              <a:srgbClr val="00B0F0"/>
            </a:solidFill>
            <a:prstDash val="solid"/>
            <a:round/>
            <a:headEnd len="sm" w="sm" type="none"/>
            <a:tailEnd len="sm" w="sm" type="none"/>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A6A6A6"/>
              </a:buClr>
              <a:buSzPts val="1700"/>
              <a:buFont typeface="Tahoma"/>
              <a:buNone/>
            </a:pPr>
            <a:r>
              <a:rPr b="1" i="0" lang="es-419" sz="1700" u="none">
                <a:solidFill>
                  <a:srgbClr val="A6A6A6"/>
                </a:solidFill>
                <a:latin typeface="Tahoma"/>
                <a:ea typeface="Tahoma"/>
                <a:cs typeface="Tahoma"/>
                <a:sym typeface="Tahoma"/>
              </a:rPr>
              <a:t>Elementos</a:t>
            </a:r>
            <a:endParaRPr/>
          </a:p>
        </p:txBody>
      </p:sp>
      <p:sp>
        <p:nvSpPr>
          <p:cNvPr id="14891" name="Google Shape;14891;p256"/>
          <p:cNvSpPr txBox="1"/>
          <p:nvPr/>
        </p:nvSpPr>
        <p:spPr>
          <a:xfrm>
            <a:off x="2820976" y="7199300"/>
            <a:ext cx="11782500" cy="811200"/>
          </a:xfrm>
          <a:prstGeom prst="rect">
            <a:avLst/>
          </a:prstGeom>
          <a:solidFill>
            <a:srgbClr val="FFFFFF"/>
          </a:solidFill>
          <a:ln cap="flat" cmpd="sng" w="9525">
            <a:solidFill>
              <a:srgbClr val="00B0F0"/>
            </a:solidFill>
            <a:prstDash val="solid"/>
            <a:round/>
            <a:headEnd len="sm" w="sm" type="none"/>
            <a:tailEnd len="sm" w="sm" type="none"/>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A6A6A6"/>
              </a:buClr>
              <a:buSzPts val="1700"/>
              <a:buFont typeface="Tahoma"/>
              <a:buNone/>
            </a:pPr>
            <a:r>
              <a:rPr b="1" i="0" lang="es-419" sz="1700" u="none">
                <a:solidFill>
                  <a:srgbClr val="A6A6A6"/>
                </a:solidFill>
                <a:latin typeface="Tahoma"/>
                <a:ea typeface="Tahoma"/>
                <a:cs typeface="Tahoma"/>
                <a:sym typeface="Tahoma"/>
              </a:rPr>
              <a:t>Comunicación</a:t>
            </a:r>
            <a:endParaRPr/>
          </a:p>
        </p:txBody>
      </p:sp>
      <p:pic>
        <p:nvPicPr>
          <p:cNvPr id="14892" name="Google Shape;14892;p256"/>
          <p:cNvPicPr preferRelativeResize="0"/>
          <p:nvPr/>
        </p:nvPicPr>
        <p:blipFill rotWithShape="1">
          <a:blip r:embed="rId2">
            <a:alphaModFix/>
          </a:blip>
          <a:srcRect b="0" l="0" r="0" t="0"/>
          <a:stretch/>
        </p:blipFill>
        <p:spPr>
          <a:xfrm>
            <a:off x="12744537" y="2342855"/>
            <a:ext cx="242721" cy="644138"/>
          </a:xfrm>
          <a:prstGeom prst="rect">
            <a:avLst/>
          </a:prstGeom>
          <a:noFill/>
          <a:ln>
            <a:noFill/>
          </a:ln>
        </p:spPr>
      </p:pic>
      <p:pic>
        <p:nvPicPr>
          <p:cNvPr id="14893" name="Google Shape;14893;p256"/>
          <p:cNvPicPr preferRelativeResize="0"/>
          <p:nvPr/>
        </p:nvPicPr>
        <p:blipFill rotWithShape="1">
          <a:blip r:embed="rId3">
            <a:alphaModFix/>
          </a:blip>
          <a:srcRect b="0" l="0" r="0" t="0"/>
          <a:stretch/>
        </p:blipFill>
        <p:spPr>
          <a:xfrm>
            <a:off x="13685285" y="2343268"/>
            <a:ext cx="242721" cy="643303"/>
          </a:xfrm>
          <a:prstGeom prst="rect">
            <a:avLst/>
          </a:prstGeom>
          <a:noFill/>
          <a:ln>
            <a:noFill/>
          </a:ln>
        </p:spPr>
      </p:pic>
      <p:pic>
        <p:nvPicPr>
          <p:cNvPr id="14894" name="Google Shape;14894;p256"/>
          <p:cNvPicPr preferRelativeResize="0"/>
          <p:nvPr/>
        </p:nvPicPr>
        <p:blipFill rotWithShape="1">
          <a:blip r:embed="rId4">
            <a:alphaModFix/>
          </a:blip>
          <a:srcRect b="0" l="0" r="0" t="0"/>
          <a:stretch/>
        </p:blipFill>
        <p:spPr>
          <a:xfrm>
            <a:off x="12724898" y="1500601"/>
            <a:ext cx="194343" cy="643303"/>
          </a:xfrm>
          <a:prstGeom prst="rect">
            <a:avLst/>
          </a:prstGeom>
          <a:noFill/>
          <a:ln>
            <a:noFill/>
          </a:ln>
        </p:spPr>
      </p:pic>
      <p:pic>
        <p:nvPicPr>
          <p:cNvPr id="14895" name="Google Shape;14895;p256"/>
          <p:cNvPicPr preferRelativeResize="0"/>
          <p:nvPr/>
        </p:nvPicPr>
        <p:blipFill rotWithShape="1">
          <a:blip r:embed="rId5">
            <a:alphaModFix/>
          </a:blip>
          <a:srcRect b="0" l="0" r="0" t="0"/>
          <a:stretch/>
        </p:blipFill>
        <p:spPr>
          <a:xfrm>
            <a:off x="13269668" y="2359148"/>
            <a:ext cx="227707" cy="644136"/>
          </a:xfrm>
          <a:prstGeom prst="rect">
            <a:avLst/>
          </a:prstGeom>
          <a:noFill/>
          <a:ln>
            <a:noFill/>
          </a:ln>
        </p:spPr>
      </p:pic>
      <p:pic>
        <p:nvPicPr>
          <p:cNvPr id="14896" name="Google Shape;14896;p256"/>
          <p:cNvPicPr preferRelativeResize="0"/>
          <p:nvPr/>
        </p:nvPicPr>
        <p:blipFill rotWithShape="1">
          <a:blip r:embed="rId6">
            <a:alphaModFix/>
          </a:blip>
          <a:srcRect b="0" l="0" r="0" t="0"/>
          <a:stretch/>
        </p:blipFill>
        <p:spPr>
          <a:xfrm>
            <a:off x="13722849" y="1529896"/>
            <a:ext cx="309448" cy="643302"/>
          </a:xfrm>
          <a:prstGeom prst="rect">
            <a:avLst/>
          </a:prstGeom>
          <a:noFill/>
          <a:ln>
            <a:noFill/>
          </a:ln>
        </p:spPr>
      </p:pic>
      <p:pic>
        <p:nvPicPr>
          <p:cNvPr id="14897" name="Google Shape;14897;p256"/>
          <p:cNvPicPr preferRelativeResize="0"/>
          <p:nvPr/>
        </p:nvPicPr>
        <p:blipFill rotWithShape="1">
          <a:blip r:embed="rId7">
            <a:alphaModFix/>
          </a:blip>
          <a:srcRect b="0" l="0" r="0" t="0"/>
          <a:stretch/>
        </p:blipFill>
        <p:spPr>
          <a:xfrm>
            <a:off x="13290283" y="1463864"/>
            <a:ext cx="313619" cy="700876"/>
          </a:xfrm>
          <a:prstGeom prst="rect">
            <a:avLst/>
          </a:prstGeom>
          <a:noFill/>
          <a:ln>
            <a:noFill/>
          </a:ln>
        </p:spPr>
      </p:pic>
      <p:pic>
        <p:nvPicPr>
          <p:cNvPr id="14898" name="Google Shape;14898;p256"/>
          <p:cNvPicPr preferRelativeResize="0"/>
          <p:nvPr/>
        </p:nvPicPr>
        <p:blipFill rotWithShape="1">
          <a:blip r:embed="rId8">
            <a:alphaModFix/>
          </a:blip>
          <a:srcRect b="0" l="0" r="0" t="0"/>
          <a:stretch/>
        </p:blipFill>
        <p:spPr>
          <a:xfrm>
            <a:off x="12621058" y="3154802"/>
            <a:ext cx="402033" cy="680849"/>
          </a:xfrm>
          <a:prstGeom prst="rect">
            <a:avLst/>
          </a:prstGeom>
          <a:noFill/>
          <a:ln>
            <a:noFill/>
          </a:ln>
        </p:spPr>
      </p:pic>
      <p:pic>
        <p:nvPicPr>
          <p:cNvPr id="14899" name="Google Shape;14899;p256"/>
          <p:cNvPicPr preferRelativeResize="0"/>
          <p:nvPr/>
        </p:nvPicPr>
        <p:blipFill rotWithShape="1">
          <a:blip r:embed="rId9">
            <a:alphaModFix/>
          </a:blip>
          <a:srcRect b="0" l="0" r="0" t="0"/>
          <a:stretch/>
        </p:blipFill>
        <p:spPr>
          <a:xfrm>
            <a:off x="12624861" y="3944294"/>
            <a:ext cx="482105" cy="661660"/>
          </a:xfrm>
          <a:prstGeom prst="rect">
            <a:avLst/>
          </a:prstGeom>
          <a:noFill/>
          <a:ln>
            <a:noFill/>
          </a:ln>
        </p:spPr>
      </p:pic>
      <p:pic>
        <p:nvPicPr>
          <p:cNvPr id="14900" name="Google Shape;14900;p256"/>
          <p:cNvPicPr preferRelativeResize="0"/>
          <p:nvPr/>
        </p:nvPicPr>
        <p:blipFill rotWithShape="1">
          <a:blip r:embed="rId10">
            <a:alphaModFix/>
          </a:blip>
          <a:srcRect b="0" l="0" r="0" t="0"/>
          <a:stretch/>
        </p:blipFill>
        <p:spPr>
          <a:xfrm>
            <a:off x="13253283" y="3127619"/>
            <a:ext cx="200183" cy="643302"/>
          </a:xfrm>
          <a:prstGeom prst="rect">
            <a:avLst/>
          </a:prstGeom>
          <a:noFill/>
          <a:ln>
            <a:noFill/>
          </a:ln>
        </p:spPr>
      </p:pic>
      <p:pic>
        <p:nvPicPr>
          <p:cNvPr id="14901" name="Google Shape;14901;p256"/>
          <p:cNvPicPr preferRelativeResize="0"/>
          <p:nvPr/>
        </p:nvPicPr>
        <p:blipFill rotWithShape="1">
          <a:blip r:embed="rId11">
            <a:alphaModFix/>
          </a:blip>
          <a:srcRect b="0" l="0" r="0" t="0"/>
          <a:stretch/>
        </p:blipFill>
        <p:spPr>
          <a:xfrm>
            <a:off x="-5155031" y="7503888"/>
            <a:ext cx="221859" cy="202015"/>
          </a:xfrm>
          <a:prstGeom prst="rect">
            <a:avLst/>
          </a:prstGeom>
          <a:noFill/>
          <a:ln>
            <a:noFill/>
          </a:ln>
        </p:spPr>
      </p:pic>
      <p:pic>
        <p:nvPicPr>
          <p:cNvPr id="14902" name="Google Shape;14902;p256"/>
          <p:cNvPicPr preferRelativeResize="0"/>
          <p:nvPr/>
        </p:nvPicPr>
        <p:blipFill rotWithShape="1">
          <a:blip r:embed="rId12">
            <a:alphaModFix/>
          </a:blip>
          <a:srcRect b="0" l="0" r="0" t="0"/>
          <a:stretch/>
        </p:blipFill>
        <p:spPr>
          <a:xfrm>
            <a:off x="13574045" y="3092685"/>
            <a:ext cx="341144" cy="662493"/>
          </a:xfrm>
          <a:prstGeom prst="rect">
            <a:avLst/>
          </a:prstGeom>
          <a:noFill/>
          <a:ln>
            <a:noFill/>
          </a:ln>
        </p:spPr>
      </p:pic>
      <p:pic>
        <p:nvPicPr>
          <p:cNvPr id="14903" name="Google Shape;14903;p256"/>
          <p:cNvPicPr preferRelativeResize="0"/>
          <p:nvPr/>
        </p:nvPicPr>
        <p:blipFill rotWithShape="1">
          <a:blip r:embed="rId13">
            <a:alphaModFix/>
          </a:blip>
          <a:srcRect b="0" l="0" r="0" t="0"/>
          <a:stretch/>
        </p:blipFill>
        <p:spPr>
          <a:xfrm>
            <a:off x="-4879783" y="5443620"/>
            <a:ext cx="1476275" cy="1130237"/>
          </a:xfrm>
          <a:prstGeom prst="rect">
            <a:avLst/>
          </a:prstGeom>
          <a:noFill/>
          <a:ln>
            <a:noFill/>
          </a:ln>
        </p:spPr>
      </p:pic>
      <p:pic>
        <p:nvPicPr>
          <p:cNvPr id="14904" name="Google Shape;14904;p256"/>
          <p:cNvPicPr preferRelativeResize="0"/>
          <p:nvPr/>
        </p:nvPicPr>
        <p:blipFill rotWithShape="1">
          <a:blip r:embed="rId14">
            <a:alphaModFix/>
          </a:blip>
          <a:srcRect b="0" l="0" r="0" t="0"/>
          <a:stretch/>
        </p:blipFill>
        <p:spPr>
          <a:xfrm>
            <a:off x="13238927" y="3895237"/>
            <a:ext cx="228885" cy="644011"/>
          </a:xfrm>
          <a:prstGeom prst="rect">
            <a:avLst/>
          </a:prstGeom>
          <a:noFill/>
          <a:ln>
            <a:noFill/>
          </a:ln>
        </p:spPr>
      </p:pic>
      <p:pic>
        <p:nvPicPr>
          <p:cNvPr id="14905" name="Google Shape;14905;p256"/>
          <p:cNvPicPr preferRelativeResize="0"/>
          <p:nvPr/>
        </p:nvPicPr>
        <p:blipFill rotWithShape="1">
          <a:blip r:embed="rId15">
            <a:alphaModFix/>
          </a:blip>
          <a:srcRect b="0" l="0" r="0" t="0"/>
          <a:stretch/>
        </p:blipFill>
        <p:spPr>
          <a:xfrm>
            <a:off x="-4795587" y="7408056"/>
            <a:ext cx="229994" cy="303581"/>
          </a:xfrm>
          <a:prstGeom prst="rect">
            <a:avLst/>
          </a:prstGeom>
          <a:noFill/>
          <a:ln>
            <a:noFill/>
          </a:ln>
        </p:spPr>
      </p:pic>
      <p:pic>
        <p:nvPicPr>
          <p:cNvPr id="14906" name="Google Shape;14906;p256"/>
          <p:cNvPicPr preferRelativeResize="0"/>
          <p:nvPr/>
        </p:nvPicPr>
        <p:blipFill rotWithShape="1">
          <a:blip r:embed="rId16">
            <a:alphaModFix/>
          </a:blip>
          <a:srcRect b="0" l="0" r="0" t="0"/>
          <a:stretch/>
        </p:blipFill>
        <p:spPr>
          <a:xfrm>
            <a:off x="-4052403" y="7173972"/>
            <a:ext cx="259641" cy="404923"/>
          </a:xfrm>
          <a:prstGeom prst="rect">
            <a:avLst/>
          </a:prstGeom>
          <a:noFill/>
          <a:ln>
            <a:noFill/>
          </a:ln>
        </p:spPr>
      </p:pic>
      <p:pic>
        <p:nvPicPr>
          <p:cNvPr id="14907" name="Google Shape;14907;p256"/>
          <p:cNvPicPr preferRelativeResize="0"/>
          <p:nvPr/>
        </p:nvPicPr>
        <p:blipFill rotWithShape="1">
          <a:blip r:embed="rId17">
            <a:alphaModFix/>
          </a:blip>
          <a:srcRect b="0" l="0" r="0" t="0"/>
          <a:stretch/>
        </p:blipFill>
        <p:spPr>
          <a:xfrm>
            <a:off x="13883458" y="3630078"/>
            <a:ext cx="247261" cy="662387"/>
          </a:xfrm>
          <a:prstGeom prst="rect">
            <a:avLst/>
          </a:prstGeom>
          <a:noFill/>
          <a:ln>
            <a:noFill/>
          </a:ln>
        </p:spPr>
      </p:pic>
      <p:pic>
        <p:nvPicPr>
          <p:cNvPr id="14908" name="Google Shape;14908;p256"/>
          <p:cNvPicPr preferRelativeResize="0"/>
          <p:nvPr/>
        </p:nvPicPr>
        <p:blipFill rotWithShape="1">
          <a:blip r:embed="rId18">
            <a:alphaModFix/>
          </a:blip>
          <a:srcRect b="0" l="0" r="0" t="0"/>
          <a:stretch/>
        </p:blipFill>
        <p:spPr>
          <a:xfrm>
            <a:off x="13589200" y="4184552"/>
            <a:ext cx="356400" cy="673200"/>
          </a:xfrm>
          <a:prstGeom prst="rect">
            <a:avLst/>
          </a:prstGeom>
          <a:noFill/>
          <a:ln>
            <a:noFill/>
          </a:ln>
        </p:spPr>
      </p:pic>
      <p:pic>
        <p:nvPicPr>
          <p:cNvPr id="14909" name="Google Shape;14909;p256"/>
          <p:cNvPicPr preferRelativeResize="0"/>
          <p:nvPr/>
        </p:nvPicPr>
        <p:blipFill rotWithShape="1">
          <a:blip r:embed="rId19">
            <a:alphaModFix/>
          </a:blip>
          <a:srcRect b="0" l="0" r="0" t="0"/>
          <a:stretch/>
        </p:blipFill>
        <p:spPr>
          <a:xfrm>
            <a:off x="2207496" y="7792256"/>
            <a:ext cx="269006" cy="161907"/>
          </a:xfrm>
          <a:prstGeom prst="rect">
            <a:avLst/>
          </a:prstGeom>
          <a:noFill/>
          <a:ln>
            <a:noFill/>
          </a:ln>
        </p:spPr>
      </p:pic>
      <p:pic>
        <p:nvPicPr>
          <p:cNvPr id="14910" name="Google Shape;14910;p256"/>
          <p:cNvPicPr preferRelativeResize="0"/>
          <p:nvPr/>
        </p:nvPicPr>
        <p:blipFill rotWithShape="1">
          <a:blip r:embed="rId20">
            <a:alphaModFix/>
          </a:blip>
          <a:srcRect b="0" l="0" r="0" t="0"/>
          <a:stretch/>
        </p:blipFill>
        <p:spPr>
          <a:xfrm>
            <a:off x="2206766" y="7530804"/>
            <a:ext cx="269717" cy="161194"/>
          </a:xfrm>
          <a:prstGeom prst="rect">
            <a:avLst/>
          </a:prstGeom>
          <a:noFill/>
          <a:ln>
            <a:noFill/>
          </a:ln>
        </p:spPr>
      </p:pic>
      <p:pic>
        <p:nvPicPr>
          <p:cNvPr id="14911" name="Google Shape;14911;p256"/>
          <p:cNvPicPr preferRelativeResize="0"/>
          <p:nvPr/>
        </p:nvPicPr>
        <p:blipFill rotWithShape="1">
          <a:blip r:embed="rId21">
            <a:alphaModFix/>
          </a:blip>
          <a:srcRect b="0" l="0" r="0" t="0"/>
          <a:stretch/>
        </p:blipFill>
        <p:spPr>
          <a:xfrm>
            <a:off x="2179511" y="7268639"/>
            <a:ext cx="182184" cy="161907"/>
          </a:xfrm>
          <a:prstGeom prst="rect">
            <a:avLst/>
          </a:prstGeom>
          <a:noFill/>
          <a:ln>
            <a:noFill/>
          </a:ln>
        </p:spPr>
      </p:pic>
      <p:pic>
        <p:nvPicPr>
          <p:cNvPr id="14912" name="Google Shape;14912;p256"/>
          <p:cNvPicPr preferRelativeResize="0"/>
          <p:nvPr/>
        </p:nvPicPr>
        <p:blipFill rotWithShape="1">
          <a:blip r:embed="rId22">
            <a:alphaModFix/>
          </a:blip>
          <a:srcRect b="0" l="0" r="0" t="0"/>
          <a:stretch/>
        </p:blipFill>
        <p:spPr>
          <a:xfrm>
            <a:off x="2442264" y="7271571"/>
            <a:ext cx="185030" cy="161907"/>
          </a:xfrm>
          <a:prstGeom prst="rect">
            <a:avLst/>
          </a:prstGeom>
          <a:noFill/>
          <a:ln>
            <a:noFill/>
          </a:ln>
        </p:spPr>
      </p:pic>
      <p:pic>
        <p:nvPicPr>
          <p:cNvPr id="14913" name="Google Shape;14913;p256"/>
          <p:cNvPicPr preferRelativeResize="0"/>
          <p:nvPr/>
        </p:nvPicPr>
        <p:blipFill rotWithShape="1">
          <a:blip r:embed="rId23">
            <a:alphaModFix/>
          </a:blip>
          <a:srcRect b="0" l="0" r="0" t="0"/>
          <a:stretch/>
        </p:blipFill>
        <p:spPr>
          <a:xfrm>
            <a:off x="-4899943" y="7792246"/>
            <a:ext cx="182184" cy="161907"/>
          </a:xfrm>
          <a:prstGeom prst="rect">
            <a:avLst/>
          </a:prstGeom>
          <a:noFill/>
          <a:ln>
            <a:noFill/>
          </a:ln>
        </p:spPr>
      </p:pic>
      <p:pic>
        <p:nvPicPr>
          <p:cNvPr id="14914" name="Google Shape;14914;p256"/>
          <p:cNvPicPr preferRelativeResize="0"/>
          <p:nvPr/>
        </p:nvPicPr>
        <p:blipFill rotWithShape="1">
          <a:blip r:embed="rId24">
            <a:alphaModFix/>
          </a:blip>
          <a:srcRect b="0" l="0" r="0" t="0"/>
          <a:stretch/>
        </p:blipFill>
        <p:spPr>
          <a:xfrm>
            <a:off x="-4192846" y="7792251"/>
            <a:ext cx="185030" cy="161907"/>
          </a:xfrm>
          <a:prstGeom prst="rect">
            <a:avLst/>
          </a:prstGeom>
          <a:noFill/>
          <a:ln>
            <a:noFill/>
          </a:ln>
        </p:spPr>
      </p:pic>
      <p:pic>
        <p:nvPicPr>
          <p:cNvPr id="14915" name="Google Shape;14915;p256"/>
          <p:cNvPicPr preferRelativeResize="0"/>
          <p:nvPr/>
        </p:nvPicPr>
        <p:blipFill rotWithShape="1">
          <a:blip r:embed="rId25">
            <a:alphaModFix/>
          </a:blip>
          <a:srcRect b="0" l="0" r="0" t="0"/>
          <a:stretch/>
        </p:blipFill>
        <p:spPr>
          <a:xfrm>
            <a:off x="-3827987" y="7666266"/>
            <a:ext cx="338036" cy="307409"/>
          </a:xfrm>
          <a:prstGeom prst="rect">
            <a:avLst/>
          </a:prstGeom>
          <a:noFill/>
          <a:ln>
            <a:noFill/>
          </a:ln>
        </p:spPr>
      </p:pic>
      <p:pic>
        <p:nvPicPr>
          <p:cNvPr id="14916" name="Google Shape;14916;p256"/>
          <p:cNvPicPr preferRelativeResize="0"/>
          <p:nvPr/>
        </p:nvPicPr>
        <p:blipFill rotWithShape="1">
          <a:blip r:embed="rId26">
            <a:alphaModFix/>
          </a:blip>
          <a:srcRect b="0" l="0" r="0" t="0"/>
          <a:stretch/>
        </p:blipFill>
        <p:spPr>
          <a:xfrm>
            <a:off x="-3350622" y="7739017"/>
            <a:ext cx="184318" cy="161907"/>
          </a:xfrm>
          <a:prstGeom prst="rect">
            <a:avLst/>
          </a:prstGeom>
          <a:noFill/>
          <a:ln>
            <a:noFill/>
          </a:ln>
        </p:spPr>
      </p:pic>
      <p:pic>
        <p:nvPicPr>
          <p:cNvPr id="14917" name="Google Shape;14917;p256"/>
          <p:cNvPicPr preferRelativeResize="0"/>
          <p:nvPr/>
        </p:nvPicPr>
        <p:blipFill rotWithShape="1">
          <a:blip r:embed="rId27">
            <a:alphaModFix/>
          </a:blip>
          <a:srcRect b="0" l="0" r="0" t="0"/>
          <a:stretch/>
        </p:blipFill>
        <p:spPr>
          <a:xfrm>
            <a:off x="-4504406" y="7755430"/>
            <a:ext cx="98208" cy="129097"/>
          </a:xfrm>
          <a:prstGeom prst="rect">
            <a:avLst/>
          </a:prstGeom>
          <a:noFill/>
          <a:ln>
            <a:noFill/>
          </a:ln>
        </p:spPr>
      </p:pic>
      <p:pic>
        <p:nvPicPr>
          <p:cNvPr id="14918" name="Google Shape;14918;p256"/>
          <p:cNvPicPr preferRelativeResize="0"/>
          <p:nvPr/>
        </p:nvPicPr>
        <p:blipFill rotWithShape="1">
          <a:blip r:embed="rId28">
            <a:alphaModFix/>
          </a:blip>
          <a:srcRect b="0" l="0" r="0" t="0"/>
          <a:stretch/>
        </p:blipFill>
        <p:spPr>
          <a:xfrm>
            <a:off x="11586562" y="5793637"/>
            <a:ext cx="540875" cy="548975"/>
          </a:xfrm>
          <a:prstGeom prst="rect">
            <a:avLst/>
          </a:prstGeom>
          <a:noFill/>
          <a:ln>
            <a:noFill/>
          </a:ln>
        </p:spPr>
      </p:pic>
      <p:pic>
        <p:nvPicPr>
          <p:cNvPr id="14919" name="Google Shape;14919;p256"/>
          <p:cNvPicPr preferRelativeResize="0"/>
          <p:nvPr/>
        </p:nvPicPr>
        <p:blipFill rotWithShape="1">
          <a:blip r:embed="rId29">
            <a:alphaModFix/>
          </a:blip>
          <a:srcRect b="0" l="0" r="0" t="0"/>
          <a:stretch/>
        </p:blipFill>
        <p:spPr>
          <a:xfrm>
            <a:off x="12213672" y="5685324"/>
            <a:ext cx="637053" cy="548974"/>
          </a:xfrm>
          <a:prstGeom prst="rect">
            <a:avLst/>
          </a:prstGeom>
          <a:noFill/>
          <a:ln>
            <a:noFill/>
          </a:ln>
        </p:spPr>
      </p:pic>
      <p:pic>
        <p:nvPicPr>
          <p:cNvPr id="14920" name="Google Shape;14920;p256"/>
          <p:cNvPicPr preferRelativeResize="0"/>
          <p:nvPr/>
        </p:nvPicPr>
        <p:blipFill rotWithShape="1">
          <a:blip r:embed="rId30">
            <a:alphaModFix/>
          </a:blip>
          <a:srcRect b="0" l="0" r="0" t="0"/>
          <a:stretch/>
        </p:blipFill>
        <p:spPr>
          <a:xfrm>
            <a:off x="12814667" y="4909970"/>
            <a:ext cx="475941" cy="633431"/>
          </a:xfrm>
          <a:prstGeom prst="rect">
            <a:avLst/>
          </a:prstGeom>
          <a:noFill/>
          <a:ln>
            <a:noFill/>
          </a:ln>
        </p:spPr>
      </p:pic>
      <p:pic>
        <p:nvPicPr>
          <p:cNvPr id="14921" name="Google Shape;14921;p256"/>
          <p:cNvPicPr preferRelativeResize="0"/>
          <p:nvPr/>
        </p:nvPicPr>
        <p:blipFill rotWithShape="1">
          <a:blip r:embed="rId31">
            <a:alphaModFix/>
          </a:blip>
          <a:srcRect b="0" l="0" r="0" t="0"/>
          <a:stretch/>
        </p:blipFill>
        <p:spPr>
          <a:xfrm>
            <a:off x="11518655" y="6390757"/>
            <a:ext cx="551094" cy="591204"/>
          </a:xfrm>
          <a:prstGeom prst="rect">
            <a:avLst/>
          </a:prstGeom>
          <a:noFill/>
          <a:ln>
            <a:noFill/>
          </a:ln>
        </p:spPr>
      </p:pic>
      <p:pic>
        <p:nvPicPr>
          <p:cNvPr id="14922" name="Google Shape;14922;p256"/>
          <p:cNvPicPr preferRelativeResize="0"/>
          <p:nvPr/>
        </p:nvPicPr>
        <p:blipFill rotWithShape="1">
          <a:blip r:embed="rId32">
            <a:alphaModFix/>
          </a:blip>
          <a:srcRect b="0" l="0" r="0" t="0"/>
          <a:stretch/>
        </p:blipFill>
        <p:spPr>
          <a:xfrm>
            <a:off x="12327821" y="6376190"/>
            <a:ext cx="509015" cy="527861"/>
          </a:xfrm>
          <a:prstGeom prst="rect">
            <a:avLst/>
          </a:prstGeom>
          <a:noFill/>
          <a:ln>
            <a:noFill/>
          </a:ln>
        </p:spPr>
      </p:pic>
      <p:pic>
        <p:nvPicPr>
          <p:cNvPr id="14923" name="Google Shape;14923;p256"/>
          <p:cNvPicPr preferRelativeResize="0"/>
          <p:nvPr/>
        </p:nvPicPr>
        <p:blipFill rotWithShape="1">
          <a:blip r:embed="rId33">
            <a:alphaModFix/>
          </a:blip>
          <a:srcRect b="0" l="0" r="0" t="0"/>
          <a:stretch/>
        </p:blipFill>
        <p:spPr>
          <a:xfrm>
            <a:off x="13483510" y="4973316"/>
            <a:ext cx="492608" cy="506746"/>
          </a:xfrm>
          <a:prstGeom prst="rect">
            <a:avLst/>
          </a:prstGeom>
          <a:noFill/>
          <a:ln>
            <a:noFill/>
          </a:ln>
        </p:spPr>
      </p:pic>
      <p:pic>
        <p:nvPicPr>
          <p:cNvPr id="14924" name="Google Shape;14924;p256"/>
          <p:cNvPicPr preferRelativeResize="0"/>
          <p:nvPr/>
        </p:nvPicPr>
        <p:blipFill rotWithShape="1">
          <a:blip r:embed="rId34">
            <a:alphaModFix/>
          </a:blip>
          <a:srcRect b="0" l="0" r="0" t="0"/>
          <a:stretch/>
        </p:blipFill>
        <p:spPr>
          <a:xfrm>
            <a:off x="11613717" y="4972365"/>
            <a:ext cx="336059" cy="696776"/>
          </a:xfrm>
          <a:prstGeom prst="rect">
            <a:avLst/>
          </a:prstGeom>
          <a:noFill/>
          <a:ln>
            <a:noFill/>
          </a:ln>
        </p:spPr>
      </p:pic>
      <p:pic>
        <p:nvPicPr>
          <p:cNvPr id="14925" name="Google Shape;14925;p256"/>
          <p:cNvPicPr preferRelativeResize="0"/>
          <p:nvPr/>
        </p:nvPicPr>
        <p:blipFill rotWithShape="1">
          <a:blip r:embed="rId35">
            <a:alphaModFix/>
          </a:blip>
          <a:srcRect b="0" l="0" r="0" t="0"/>
          <a:stretch/>
        </p:blipFill>
        <p:spPr>
          <a:xfrm>
            <a:off x="-4219334" y="7267135"/>
            <a:ext cx="140330" cy="396835"/>
          </a:xfrm>
          <a:prstGeom prst="rect">
            <a:avLst/>
          </a:prstGeom>
          <a:noFill/>
          <a:ln>
            <a:noFill/>
          </a:ln>
        </p:spPr>
      </p:pic>
      <p:pic>
        <p:nvPicPr>
          <p:cNvPr id="14926" name="Google Shape;14926;p256"/>
          <p:cNvPicPr preferRelativeResize="0"/>
          <p:nvPr/>
        </p:nvPicPr>
        <p:blipFill rotWithShape="1">
          <a:blip r:embed="rId36">
            <a:alphaModFix/>
          </a:blip>
          <a:srcRect b="0" l="0" r="0" t="0"/>
          <a:stretch/>
        </p:blipFill>
        <p:spPr>
          <a:xfrm>
            <a:off x="-4543418" y="7361578"/>
            <a:ext cx="256682" cy="396543"/>
          </a:xfrm>
          <a:prstGeom prst="rect">
            <a:avLst/>
          </a:prstGeom>
          <a:noFill/>
          <a:ln>
            <a:noFill/>
          </a:ln>
        </p:spPr>
      </p:pic>
      <p:pic>
        <p:nvPicPr>
          <p:cNvPr id="14927" name="Google Shape;14927;p256"/>
          <p:cNvPicPr preferRelativeResize="0"/>
          <p:nvPr/>
        </p:nvPicPr>
        <p:blipFill rotWithShape="1">
          <a:blip r:embed="rId37">
            <a:alphaModFix/>
          </a:blip>
          <a:srcRect b="0" l="0" r="0" t="0"/>
          <a:stretch/>
        </p:blipFill>
        <p:spPr>
          <a:xfrm>
            <a:off x="5376897" y="7262797"/>
            <a:ext cx="634453" cy="547741"/>
          </a:xfrm>
          <a:prstGeom prst="rect">
            <a:avLst/>
          </a:prstGeom>
          <a:noFill/>
          <a:ln>
            <a:noFill/>
          </a:ln>
        </p:spPr>
      </p:pic>
      <p:pic>
        <p:nvPicPr>
          <p:cNvPr id="14928" name="Google Shape;14928;p256"/>
          <p:cNvPicPr preferRelativeResize="0"/>
          <p:nvPr/>
        </p:nvPicPr>
        <p:blipFill rotWithShape="1">
          <a:blip r:embed="rId38">
            <a:alphaModFix/>
          </a:blip>
          <a:srcRect b="0" l="0" r="0" t="0"/>
          <a:stretch/>
        </p:blipFill>
        <p:spPr>
          <a:xfrm>
            <a:off x="13633964" y="5595625"/>
            <a:ext cx="746229" cy="633863"/>
          </a:xfrm>
          <a:prstGeom prst="rect">
            <a:avLst/>
          </a:prstGeom>
          <a:noFill/>
          <a:ln>
            <a:noFill/>
          </a:ln>
        </p:spPr>
      </p:pic>
      <p:pic>
        <p:nvPicPr>
          <p:cNvPr id="14929" name="Google Shape;14929;p256"/>
          <p:cNvPicPr preferRelativeResize="0"/>
          <p:nvPr/>
        </p:nvPicPr>
        <p:blipFill rotWithShape="1">
          <a:blip r:embed="rId39">
            <a:alphaModFix/>
          </a:blip>
          <a:srcRect b="0" l="0" r="0" t="0"/>
          <a:stretch/>
        </p:blipFill>
        <p:spPr>
          <a:xfrm>
            <a:off x="13094868" y="6345045"/>
            <a:ext cx="577331" cy="590146"/>
          </a:xfrm>
          <a:prstGeom prst="rect">
            <a:avLst/>
          </a:prstGeom>
          <a:noFill/>
          <a:ln>
            <a:noFill/>
          </a:ln>
        </p:spPr>
      </p:pic>
      <p:pic>
        <p:nvPicPr>
          <p:cNvPr id="14930" name="Google Shape;14930;p256"/>
          <p:cNvPicPr preferRelativeResize="0"/>
          <p:nvPr/>
        </p:nvPicPr>
        <p:blipFill rotWithShape="1">
          <a:blip r:embed="rId40">
            <a:alphaModFix/>
          </a:blip>
          <a:srcRect b="0" l="0" r="0" t="0"/>
          <a:stretch/>
        </p:blipFill>
        <p:spPr>
          <a:xfrm>
            <a:off x="13722847" y="6226699"/>
            <a:ext cx="599425" cy="633860"/>
          </a:xfrm>
          <a:prstGeom prst="rect">
            <a:avLst/>
          </a:prstGeom>
          <a:noFill/>
          <a:ln>
            <a:noFill/>
          </a:ln>
        </p:spPr>
      </p:pic>
      <p:pic>
        <p:nvPicPr>
          <p:cNvPr id="14931" name="Google Shape;14931;p256"/>
          <p:cNvPicPr preferRelativeResize="0"/>
          <p:nvPr/>
        </p:nvPicPr>
        <p:blipFill rotWithShape="1">
          <a:blip r:embed="rId41">
            <a:alphaModFix/>
          </a:blip>
          <a:srcRect b="0" l="0" r="0" t="0"/>
          <a:stretch/>
        </p:blipFill>
        <p:spPr>
          <a:xfrm>
            <a:off x="12992868" y="5465484"/>
            <a:ext cx="485054" cy="874292"/>
          </a:xfrm>
          <a:prstGeom prst="rect">
            <a:avLst/>
          </a:prstGeom>
          <a:noFill/>
          <a:ln>
            <a:noFill/>
          </a:ln>
        </p:spPr>
      </p:pic>
      <p:sp>
        <p:nvSpPr>
          <p:cNvPr id="14932" name="Google Shape;14932;p256"/>
          <p:cNvSpPr/>
          <p:nvPr/>
        </p:nvSpPr>
        <p:spPr>
          <a:xfrm>
            <a:off x="6504029" y="7634678"/>
            <a:ext cx="620100" cy="198600"/>
          </a:xfrm>
          <a:prstGeom prst="wedgeRoundRectCallout">
            <a:avLst>
              <a:gd fmla="val -73788" name="adj1"/>
              <a:gd fmla="val 26786" name="adj2"/>
              <a:gd fmla="val 0" name="adj3"/>
            </a:avLst>
          </a:prstGeom>
          <a:solidFill>
            <a:srgbClr val="E6F0C8"/>
          </a:solidFill>
          <a:ln cap="flat" cmpd="sng" w="9525">
            <a:solidFill>
              <a:srgbClr val="00B050"/>
            </a:solidFill>
            <a:prstDash val="solid"/>
            <a:round/>
            <a:headEnd len="sm" w="sm" type="none"/>
            <a:tailEnd len="sm" w="sm" type="none"/>
          </a:ln>
        </p:spPr>
        <p:txBody>
          <a:bodyPr anchorCtr="0" anchor="ctr" bIns="0" lIns="72000" spcFirstLastPara="1" rIns="72000" wrap="square" tIns="0">
            <a:noAutofit/>
          </a:bodyPr>
          <a:lstStyle/>
          <a:p>
            <a:pPr indent="0" lvl="0" marL="0" marR="0" rtl="0" algn="just">
              <a:lnSpc>
                <a:spcPct val="100000"/>
              </a:lnSpc>
              <a:spcBef>
                <a:spcPts val="0"/>
              </a:spcBef>
              <a:spcAft>
                <a:spcPts val="0"/>
              </a:spcAft>
              <a:buNone/>
            </a:pPr>
            <a:r>
              <a:t/>
            </a:r>
            <a:endParaRPr sz="1000"/>
          </a:p>
        </p:txBody>
      </p:sp>
      <p:sp>
        <p:nvSpPr>
          <p:cNvPr id="14933" name="Google Shape;14933;p256"/>
          <p:cNvSpPr/>
          <p:nvPr/>
        </p:nvSpPr>
        <p:spPr>
          <a:xfrm>
            <a:off x="6504026" y="7280525"/>
            <a:ext cx="620100" cy="198600"/>
          </a:xfrm>
          <a:prstGeom prst="wedgeRoundRectCallout">
            <a:avLst>
              <a:gd fmla="val 67640" name="adj1"/>
              <a:gd fmla="val -31750" name="adj2"/>
              <a:gd fmla="val 0" name="adj3"/>
            </a:avLst>
          </a:prstGeom>
          <a:solidFill>
            <a:srgbClr val="F4CCCC"/>
          </a:solidFill>
          <a:ln cap="flat" cmpd="sng" w="9525">
            <a:solidFill>
              <a:srgbClr val="990000"/>
            </a:solidFill>
            <a:prstDash val="solid"/>
            <a:round/>
            <a:headEnd len="sm" w="sm" type="none"/>
            <a:tailEnd len="sm" w="sm" type="none"/>
          </a:ln>
        </p:spPr>
        <p:txBody>
          <a:bodyPr anchorCtr="0" anchor="ctr" bIns="0" lIns="72000" spcFirstLastPara="1" rIns="72000" wrap="square" tIns="0">
            <a:noAutofit/>
          </a:bodyPr>
          <a:lstStyle/>
          <a:p>
            <a:pPr indent="0" lvl="0" marL="0" marR="0" rtl="0" algn="just">
              <a:lnSpc>
                <a:spcPct val="100000"/>
              </a:lnSpc>
              <a:spcBef>
                <a:spcPts val="0"/>
              </a:spcBef>
              <a:spcAft>
                <a:spcPts val="0"/>
              </a:spcAft>
              <a:buNone/>
            </a:pPr>
            <a:r>
              <a:t/>
            </a:r>
            <a:endParaRPr sz="1000"/>
          </a:p>
        </p:txBody>
      </p:sp>
      <p:grpSp>
        <p:nvGrpSpPr>
          <p:cNvPr id="14934" name="Google Shape;14934;p256"/>
          <p:cNvGrpSpPr/>
          <p:nvPr/>
        </p:nvGrpSpPr>
        <p:grpSpPr>
          <a:xfrm>
            <a:off x="7467493" y="7406393"/>
            <a:ext cx="695100" cy="409994"/>
            <a:chOff x="7501125" y="1477581"/>
            <a:chExt cx="695100" cy="409994"/>
          </a:xfrm>
        </p:grpSpPr>
        <p:pic>
          <p:nvPicPr>
            <p:cNvPr id="14935" name="Google Shape;14935;p256"/>
            <p:cNvPicPr preferRelativeResize="0"/>
            <p:nvPr/>
          </p:nvPicPr>
          <p:blipFill rotWithShape="1">
            <a:blip r:embed="rId42">
              <a:alphaModFix/>
            </a:blip>
            <a:srcRect b="0" l="0" r="0" t="0"/>
            <a:stretch/>
          </p:blipFill>
          <p:spPr>
            <a:xfrm>
              <a:off x="7601707" y="1477581"/>
              <a:ext cx="391905" cy="324356"/>
            </a:xfrm>
            <a:prstGeom prst="rect">
              <a:avLst/>
            </a:prstGeom>
            <a:noFill/>
            <a:ln>
              <a:noFill/>
            </a:ln>
          </p:spPr>
        </p:pic>
        <p:sp>
          <p:nvSpPr>
            <p:cNvPr id="14936" name="Google Shape;14936;p256"/>
            <p:cNvSpPr txBox="1"/>
            <p:nvPr/>
          </p:nvSpPr>
          <p:spPr>
            <a:xfrm>
              <a:off x="7501125" y="1743875"/>
              <a:ext cx="695100" cy="1437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s-419" sz="1000"/>
                <a:t>Entidad</a:t>
              </a:r>
              <a:endParaRPr sz="1000"/>
            </a:p>
          </p:txBody>
        </p:sp>
      </p:grpSp>
      <p:grpSp>
        <p:nvGrpSpPr>
          <p:cNvPr id="14937" name="Google Shape;14937;p256"/>
          <p:cNvGrpSpPr/>
          <p:nvPr/>
        </p:nvGrpSpPr>
        <p:grpSpPr>
          <a:xfrm>
            <a:off x="4658342" y="7338126"/>
            <a:ext cx="1170526" cy="397084"/>
            <a:chOff x="934524" y="1335443"/>
            <a:chExt cx="1170526" cy="397084"/>
          </a:xfrm>
        </p:grpSpPr>
        <p:sp>
          <p:nvSpPr>
            <p:cNvPr id="14938" name="Google Shape;14938;p256"/>
            <p:cNvSpPr txBox="1"/>
            <p:nvPr/>
          </p:nvSpPr>
          <p:spPr>
            <a:xfrm>
              <a:off x="1272550" y="1336092"/>
              <a:ext cx="832500" cy="393900"/>
            </a:xfrm>
            <a:prstGeom prst="rect">
              <a:avLst/>
            </a:prstGeom>
            <a:noFill/>
            <a:ln>
              <a:noFill/>
            </a:ln>
          </p:spPr>
          <p:txBody>
            <a:bodyPr anchorCtr="0" anchor="t" bIns="18000" lIns="18000" spcFirstLastPara="1" rIns="18000" wrap="square" tIns="18000">
              <a:noAutofit/>
            </a:bodyPr>
            <a:lstStyle/>
            <a:p>
              <a:pPr indent="0" lvl="0" marL="0" rtl="0" algn="l">
                <a:spcBef>
                  <a:spcPts val="0"/>
                </a:spcBef>
                <a:spcAft>
                  <a:spcPts val="0"/>
                </a:spcAft>
                <a:buNone/>
              </a:pPr>
              <a:r>
                <a:rPr b="1" lang="es-419" sz="600">
                  <a:solidFill>
                    <a:srgbClr val="000000"/>
                  </a:solidFill>
                </a:rPr>
                <a:t>[</a:t>
              </a:r>
              <a:r>
                <a:rPr b="1" lang="es-419" sz="600"/>
                <a:t>...</a:t>
              </a:r>
              <a:r>
                <a:rPr b="1" lang="es-419" sz="600">
                  <a:solidFill>
                    <a:srgbClr val="000000"/>
                  </a:solidFill>
                </a:rPr>
                <a:t>] </a:t>
              </a:r>
              <a:endParaRPr b="1" sz="600"/>
            </a:p>
          </p:txBody>
        </p:sp>
        <p:pic>
          <p:nvPicPr>
            <p:cNvPr id="14939" name="Google Shape;14939;p256"/>
            <p:cNvPicPr preferRelativeResize="0"/>
            <p:nvPr/>
          </p:nvPicPr>
          <p:blipFill rotWithShape="1">
            <a:blip r:embed="rId43">
              <a:alphaModFix/>
            </a:blip>
            <a:srcRect b="0" l="73988" r="-415" t="0"/>
            <a:stretch/>
          </p:blipFill>
          <p:spPr>
            <a:xfrm>
              <a:off x="934524" y="1335443"/>
              <a:ext cx="338024" cy="397084"/>
            </a:xfrm>
            <a:prstGeom prst="rect">
              <a:avLst/>
            </a:prstGeom>
            <a:noFill/>
            <a:ln>
              <a:noFill/>
            </a:ln>
            <a:effectLst>
              <a:outerShdw blurRad="57150" rotWithShape="0" algn="bl" dir="5400000" dist="19050">
                <a:srgbClr val="000000">
                  <a:alpha val="50000"/>
                </a:srgbClr>
              </a:outerShdw>
            </a:effectLst>
          </p:spPr>
        </p:pic>
      </p:grpSp>
      <p:pic>
        <p:nvPicPr>
          <p:cNvPr id="14940" name="Google Shape;14940;p256"/>
          <p:cNvPicPr preferRelativeResize="0"/>
          <p:nvPr/>
        </p:nvPicPr>
        <p:blipFill rotWithShape="1">
          <a:blip r:embed="rId44">
            <a:alphaModFix/>
          </a:blip>
          <a:srcRect b="0" l="0" r="0" t="0"/>
          <a:stretch/>
        </p:blipFill>
        <p:spPr>
          <a:xfrm>
            <a:off x="10576718" y="5683540"/>
            <a:ext cx="457200" cy="457200"/>
          </a:xfrm>
          <a:prstGeom prst="rect">
            <a:avLst/>
          </a:prstGeom>
          <a:noFill/>
          <a:ln>
            <a:noFill/>
          </a:ln>
        </p:spPr>
      </p:pic>
      <p:pic>
        <p:nvPicPr>
          <p:cNvPr id="14941" name="Google Shape;14941;p256"/>
          <p:cNvPicPr preferRelativeResize="0"/>
          <p:nvPr/>
        </p:nvPicPr>
        <p:blipFill rotWithShape="1">
          <a:blip r:embed="rId45">
            <a:alphaModFix/>
          </a:blip>
          <a:srcRect b="0" l="0" r="0" t="0"/>
          <a:stretch/>
        </p:blipFill>
        <p:spPr>
          <a:xfrm>
            <a:off x="10567556" y="6315027"/>
            <a:ext cx="463550" cy="457200"/>
          </a:xfrm>
          <a:prstGeom prst="rect">
            <a:avLst/>
          </a:prstGeom>
          <a:noFill/>
          <a:ln>
            <a:noFill/>
          </a:ln>
        </p:spPr>
      </p:pic>
      <p:pic>
        <p:nvPicPr>
          <p:cNvPr id="14942" name="Google Shape;14942;p256"/>
          <p:cNvPicPr preferRelativeResize="0"/>
          <p:nvPr/>
        </p:nvPicPr>
        <p:blipFill rotWithShape="1">
          <a:blip r:embed="rId46">
            <a:alphaModFix/>
          </a:blip>
          <a:srcRect b="0" l="0" r="0" t="0"/>
          <a:stretch/>
        </p:blipFill>
        <p:spPr>
          <a:xfrm>
            <a:off x="-1995550" y="4847243"/>
            <a:ext cx="378937" cy="396778"/>
          </a:xfrm>
          <a:prstGeom prst="rect">
            <a:avLst/>
          </a:prstGeom>
          <a:noFill/>
          <a:ln>
            <a:noFill/>
          </a:ln>
        </p:spPr>
      </p:pic>
      <p:pic>
        <p:nvPicPr>
          <p:cNvPr id="14943" name="Google Shape;14943;p256"/>
          <p:cNvPicPr preferRelativeResize="0"/>
          <p:nvPr/>
        </p:nvPicPr>
        <p:blipFill rotWithShape="1">
          <a:blip r:embed="rId47">
            <a:alphaModFix/>
          </a:blip>
          <a:srcRect b="0" l="0" r="0" t="0"/>
          <a:stretch/>
        </p:blipFill>
        <p:spPr>
          <a:xfrm>
            <a:off x="-1789940" y="4254063"/>
            <a:ext cx="378937" cy="396778"/>
          </a:xfrm>
          <a:prstGeom prst="rect">
            <a:avLst/>
          </a:prstGeom>
          <a:noFill/>
          <a:ln>
            <a:noFill/>
          </a:ln>
        </p:spPr>
      </p:pic>
      <p:pic>
        <p:nvPicPr>
          <p:cNvPr id="14944" name="Google Shape;14944;p256"/>
          <p:cNvPicPr preferRelativeResize="0"/>
          <p:nvPr/>
        </p:nvPicPr>
        <p:blipFill rotWithShape="1">
          <a:blip r:embed="rId48">
            <a:alphaModFix/>
          </a:blip>
          <a:srcRect b="0" l="0" r="0" t="0"/>
          <a:stretch/>
        </p:blipFill>
        <p:spPr>
          <a:xfrm>
            <a:off x="-1972768" y="5981041"/>
            <a:ext cx="388146" cy="406422"/>
          </a:xfrm>
          <a:prstGeom prst="rect">
            <a:avLst/>
          </a:prstGeom>
          <a:noFill/>
          <a:ln>
            <a:noFill/>
          </a:ln>
        </p:spPr>
      </p:pic>
      <p:pic>
        <p:nvPicPr>
          <p:cNvPr id="14945" name="Google Shape;14945;p256"/>
          <p:cNvPicPr preferRelativeResize="0"/>
          <p:nvPr/>
        </p:nvPicPr>
        <p:blipFill rotWithShape="1">
          <a:blip r:embed="rId49">
            <a:alphaModFix/>
          </a:blip>
          <a:srcRect b="0" l="0" r="0" t="0"/>
          <a:stretch/>
        </p:blipFill>
        <p:spPr>
          <a:xfrm>
            <a:off x="-1995550" y="5411467"/>
            <a:ext cx="388146" cy="406422"/>
          </a:xfrm>
          <a:prstGeom prst="rect">
            <a:avLst/>
          </a:prstGeom>
          <a:noFill/>
          <a:ln>
            <a:noFill/>
          </a:ln>
        </p:spPr>
      </p:pic>
      <p:pic>
        <p:nvPicPr>
          <p:cNvPr id="14946" name="Google Shape;14946;p256"/>
          <p:cNvPicPr preferRelativeResize="0"/>
          <p:nvPr/>
        </p:nvPicPr>
        <p:blipFill>
          <a:blip r:embed="rId50">
            <a:alphaModFix/>
          </a:blip>
          <a:stretch>
            <a:fillRect/>
          </a:stretch>
        </p:blipFill>
        <p:spPr>
          <a:xfrm>
            <a:off x="-1558039" y="4821476"/>
            <a:ext cx="426389" cy="445579"/>
          </a:xfrm>
          <a:prstGeom prst="rect">
            <a:avLst/>
          </a:prstGeom>
          <a:noFill/>
          <a:ln>
            <a:noFill/>
          </a:ln>
        </p:spPr>
      </p:pic>
      <p:pic>
        <p:nvPicPr>
          <p:cNvPr id="14947" name="Google Shape;14947;p256"/>
          <p:cNvPicPr preferRelativeResize="0"/>
          <p:nvPr/>
        </p:nvPicPr>
        <p:blipFill>
          <a:blip r:embed="rId51">
            <a:alphaModFix/>
          </a:blip>
          <a:stretch>
            <a:fillRect/>
          </a:stretch>
        </p:blipFill>
        <p:spPr>
          <a:xfrm>
            <a:off x="-1568876" y="5401255"/>
            <a:ext cx="426389" cy="445578"/>
          </a:xfrm>
          <a:prstGeom prst="rect">
            <a:avLst/>
          </a:prstGeom>
          <a:noFill/>
          <a:ln>
            <a:noFill/>
          </a:ln>
        </p:spPr>
      </p:pic>
      <p:pic>
        <p:nvPicPr>
          <p:cNvPr id="14948" name="Google Shape;14948;p256"/>
          <p:cNvPicPr preferRelativeResize="0"/>
          <p:nvPr/>
        </p:nvPicPr>
        <p:blipFill rotWithShape="1">
          <a:blip r:embed="rId52">
            <a:alphaModFix/>
          </a:blip>
          <a:srcRect b="0" l="0" r="0" t="0"/>
          <a:stretch/>
        </p:blipFill>
        <p:spPr>
          <a:xfrm>
            <a:off x="-306632" y="7466472"/>
            <a:ext cx="248756" cy="143693"/>
          </a:xfrm>
          <a:prstGeom prst="rect">
            <a:avLst/>
          </a:prstGeom>
          <a:noFill/>
          <a:ln>
            <a:noFill/>
          </a:ln>
        </p:spPr>
      </p:pic>
      <p:pic>
        <p:nvPicPr>
          <p:cNvPr id="14949" name="Google Shape;14949;p256"/>
          <p:cNvPicPr preferRelativeResize="0"/>
          <p:nvPr/>
        </p:nvPicPr>
        <p:blipFill rotWithShape="1">
          <a:blip r:embed="rId53">
            <a:alphaModFix/>
          </a:blip>
          <a:srcRect b="0" l="0" r="0" t="0"/>
          <a:stretch/>
        </p:blipFill>
        <p:spPr>
          <a:xfrm>
            <a:off x="90890" y="7399909"/>
            <a:ext cx="340210" cy="167994"/>
          </a:xfrm>
          <a:prstGeom prst="rect">
            <a:avLst/>
          </a:prstGeom>
          <a:noFill/>
          <a:ln>
            <a:noFill/>
          </a:ln>
        </p:spPr>
      </p:pic>
      <p:pic>
        <p:nvPicPr>
          <p:cNvPr id="14950" name="Google Shape;14950;p256"/>
          <p:cNvPicPr preferRelativeResize="0"/>
          <p:nvPr/>
        </p:nvPicPr>
        <p:blipFill rotWithShape="1">
          <a:blip r:embed="rId54">
            <a:alphaModFix/>
          </a:blip>
          <a:srcRect b="0" l="0" r="0" t="0"/>
          <a:stretch/>
        </p:blipFill>
        <p:spPr>
          <a:xfrm>
            <a:off x="1378567" y="7357647"/>
            <a:ext cx="142668" cy="239841"/>
          </a:xfrm>
          <a:prstGeom prst="rect">
            <a:avLst/>
          </a:prstGeom>
          <a:noFill/>
          <a:ln>
            <a:noFill/>
          </a:ln>
        </p:spPr>
      </p:pic>
      <p:pic>
        <p:nvPicPr>
          <p:cNvPr id="14951" name="Google Shape;14951;p256"/>
          <p:cNvPicPr preferRelativeResize="0"/>
          <p:nvPr/>
        </p:nvPicPr>
        <p:blipFill rotWithShape="1">
          <a:blip r:embed="rId55">
            <a:alphaModFix/>
          </a:blip>
          <a:srcRect b="0" l="0" r="0" t="0"/>
          <a:stretch/>
        </p:blipFill>
        <p:spPr>
          <a:xfrm>
            <a:off x="1713899" y="7347081"/>
            <a:ext cx="271924" cy="239841"/>
          </a:xfrm>
          <a:prstGeom prst="rect">
            <a:avLst/>
          </a:prstGeom>
          <a:noFill/>
          <a:ln>
            <a:noFill/>
          </a:ln>
        </p:spPr>
      </p:pic>
      <p:pic>
        <p:nvPicPr>
          <p:cNvPr id="14952" name="Google Shape;14952;p256"/>
          <p:cNvPicPr preferRelativeResize="0"/>
          <p:nvPr/>
        </p:nvPicPr>
        <p:blipFill rotWithShape="1">
          <a:blip r:embed="rId56">
            <a:alphaModFix/>
          </a:blip>
          <a:srcRect b="0" l="0" r="0" t="0"/>
          <a:stretch/>
        </p:blipFill>
        <p:spPr>
          <a:xfrm>
            <a:off x="601814" y="7441115"/>
            <a:ext cx="179250" cy="95091"/>
          </a:xfrm>
          <a:prstGeom prst="rect">
            <a:avLst/>
          </a:prstGeom>
          <a:noFill/>
          <a:ln>
            <a:noFill/>
          </a:ln>
        </p:spPr>
      </p:pic>
      <p:pic>
        <p:nvPicPr>
          <p:cNvPr id="14953" name="Google Shape;14953;p256"/>
          <p:cNvPicPr preferRelativeResize="0"/>
          <p:nvPr/>
        </p:nvPicPr>
        <p:blipFill rotWithShape="1">
          <a:blip r:embed="rId57">
            <a:alphaModFix/>
          </a:blip>
          <a:srcRect b="0" l="0" r="0" t="0"/>
          <a:stretch/>
        </p:blipFill>
        <p:spPr>
          <a:xfrm>
            <a:off x="961535" y="7286856"/>
            <a:ext cx="264608" cy="359233"/>
          </a:xfrm>
          <a:prstGeom prst="rect">
            <a:avLst/>
          </a:prstGeom>
          <a:noFill/>
          <a:ln>
            <a:noFill/>
          </a:ln>
        </p:spPr>
      </p:pic>
      <p:pic>
        <p:nvPicPr>
          <p:cNvPr id="14954" name="Google Shape;14954;p256"/>
          <p:cNvPicPr preferRelativeResize="0"/>
          <p:nvPr/>
        </p:nvPicPr>
        <p:blipFill rotWithShape="1">
          <a:blip r:embed="rId58">
            <a:alphaModFix/>
          </a:blip>
          <a:srcRect b="0" l="0" r="0" t="0"/>
          <a:stretch/>
        </p:blipFill>
        <p:spPr>
          <a:xfrm>
            <a:off x="-1324824" y="7330704"/>
            <a:ext cx="178031" cy="96147"/>
          </a:xfrm>
          <a:prstGeom prst="rect">
            <a:avLst/>
          </a:prstGeom>
          <a:noFill/>
          <a:ln>
            <a:noFill/>
          </a:ln>
        </p:spPr>
      </p:pic>
      <p:pic>
        <p:nvPicPr>
          <p:cNvPr id="14955" name="Google Shape;14955;p256"/>
          <p:cNvPicPr preferRelativeResize="0"/>
          <p:nvPr/>
        </p:nvPicPr>
        <p:blipFill rotWithShape="1">
          <a:blip r:embed="rId59">
            <a:alphaModFix/>
          </a:blip>
          <a:srcRect b="0" l="0" r="0" t="0"/>
          <a:stretch/>
        </p:blipFill>
        <p:spPr>
          <a:xfrm>
            <a:off x="-772440" y="7263612"/>
            <a:ext cx="264608" cy="360289"/>
          </a:xfrm>
          <a:prstGeom prst="rect">
            <a:avLst/>
          </a:prstGeom>
          <a:noFill/>
          <a:ln>
            <a:noFill/>
          </a:ln>
        </p:spPr>
      </p:pic>
      <p:pic>
        <p:nvPicPr>
          <p:cNvPr id="14956" name="Google Shape;14956;p256"/>
          <p:cNvPicPr preferRelativeResize="0"/>
          <p:nvPr/>
        </p:nvPicPr>
        <p:blipFill rotWithShape="1">
          <a:blip r:embed="rId60">
            <a:alphaModFix/>
          </a:blip>
          <a:srcRect b="0" l="0" r="0" t="0"/>
          <a:stretch/>
        </p:blipFill>
        <p:spPr>
          <a:xfrm>
            <a:off x="-1807434" y="7307987"/>
            <a:ext cx="248756" cy="143693"/>
          </a:xfrm>
          <a:prstGeom prst="rect">
            <a:avLst/>
          </a:prstGeom>
          <a:noFill/>
          <a:ln>
            <a:noFill/>
          </a:ln>
        </p:spPr>
      </p:pic>
      <p:pic>
        <p:nvPicPr>
          <p:cNvPr id="14957" name="Google Shape;14957;p256"/>
          <p:cNvPicPr preferRelativeResize="0"/>
          <p:nvPr/>
        </p:nvPicPr>
        <p:blipFill rotWithShape="1">
          <a:blip r:embed="rId61">
            <a:alphaModFix/>
          </a:blip>
          <a:srcRect b="0" l="0" r="0" t="0"/>
          <a:stretch/>
        </p:blipFill>
        <p:spPr>
          <a:xfrm>
            <a:off x="-2265646" y="7294780"/>
            <a:ext cx="338990" cy="167994"/>
          </a:xfrm>
          <a:prstGeom prst="rect">
            <a:avLst/>
          </a:prstGeom>
          <a:noFill/>
          <a:ln>
            <a:noFill/>
          </a:ln>
        </p:spPr>
      </p:pic>
      <p:pic>
        <p:nvPicPr>
          <p:cNvPr id="14958" name="Google Shape;14958;p256"/>
          <p:cNvPicPr preferRelativeResize="0"/>
          <p:nvPr/>
        </p:nvPicPr>
        <p:blipFill rotWithShape="1">
          <a:blip r:embed="rId62">
            <a:alphaModFix/>
          </a:blip>
          <a:srcRect b="0" l="0" r="0" t="0"/>
          <a:stretch/>
        </p:blipFill>
        <p:spPr>
          <a:xfrm>
            <a:off x="-2540587" y="7276291"/>
            <a:ext cx="142668" cy="239841"/>
          </a:xfrm>
          <a:prstGeom prst="rect">
            <a:avLst/>
          </a:prstGeom>
          <a:noFill/>
          <a:ln>
            <a:noFill/>
          </a:ln>
        </p:spPr>
      </p:pic>
      <p:pic>
        <p:nvPicPr>
          <p:cNvPr id="14959" name="Google Shape;14959;p256"/>
          <p:cNvPicPr preferRelativeResize="0"/>
          <p:nvPr/>
        </p:nvPicPr>
        <p:blipFill rotWithShape="1">
          <a:blip r:embed="rId63">
            <a:alphaModFix/>
          </a:blip>
          <a:srcRect b="0" l="0" r="0" t="0"/>
          <a:stretch/>
        </p:blipFill>
        <p:spPr>
          <a:xfrm>
            <a:off x="-2983102" y="7206201"/>
            <a:ext cx="271924" cy="238784"/>
          </a:xfrm>
          <a:prstGeom prst="rect">
            <a:avLst/>
          </a:prstGeom>
          <a:noFill/>
          <a:ln>
            <a:noFill/>
          </a:ln>
        </p:spPr>
      </p:pic>
      <p:pic>
        <p:nvPicPr>
          <p:cNvPr id="14960" name="Google Shape;14960;p256"/>
          <p:cNvPicPr preferRelativeResize="0"/>
          <p:nvPr/>
        </p:nvPicPr>
        <p:blipFill rotWithShape="1">
          <a:blip r:embed="rId64">
            <a:alphaModFix/>
          </a:blip>
          <a:srcRect b="0" l="0" r="0" t="0"/>
          <a:stretch/>
        </p:blipFill>
        <p:spPr>
          <a:xfrm>
            <a:off x="137400" y="7598390"/>
            <a:ext cx="336432" cy="323310"/>
          </a:xfrm>
          <a:prstGeom prst="rect">
            <a:avLst/>
          </a:prstGeom>
          <a:noFill/>
          <a:ln>
            <a:noFill/>
          </a:ln>
        </p:spPr>
      </p:pic>
      <p:pic>
        <p:nvPicPr>
          <p:cNvPr id="14961" name="Google Shape;14961;p256"/>
          <p:cNvPicPr preferRelativeResize="0"/>
          <p:nvPr/>
        </p:nvPicPr>
        <p:blipFill rotWithShape="1">
          <a:blip r:embed="rId65">
            <a:alphaModFix/>
          </a:blip>
          <a:srcRect b="0" l="0" r="0" t="0"/>
          <a:stretch/>
        </p:blipFill>
        <p:spPr>
          <a:xfrm>
            <a:off x="-1343985" y="7564576"/>
            <a:ext cx="425340" cy="311480"/>
          </a:xfrm>
          <a:prstGeom prst="rect">
            <a:avLst/>
          </a:prstGeom>
          <a:noFill/>
          <a:ln>
            <a:noFill/>
          </a:ln>
        </p:spPr>
      </p:pic>
      <p:pic>
        <p:nvPicPr>
          <p:cNvPr id="14962" name="Google Shape;14962;p256"/>
          <p:cNvPicPr preferRelativeResize="0"/>
          <p:nvPr/>
        </p:nvPicPr>
        <p:blipFill rotWithShape="1">
          <a:blip r:embed="rId66">
            <a:alphaModFix/>
          </a:blip>
          <a:srcRect b="0" l="0" r="0" t="0"/>
          <a:stretch/>
        </p:blipFill>
        <p:spPr>
          <a:xfrm>
            <a:off x="-1853077" y="7578245"/>
            <a:ext cx="425341" cy="311480"/>
          </a:xfrm>
          <a:prstGeom prst="rect">
            <a:avLst/>
          </a:prstGeom>
          <a:noFill/>
          <a:ln>
            <a:noFill/>
          </a:ln>
        </p:spPr>
      </p:pic>
      <p:pic>
        <p:nvPicPr>
          <p:cNvPr id="14963" name="Google Shape;14963;p256"/>
          <p:cNvPicPr preferRelativeResize="0"/>
          <p:nvPr/>
        </p:nvPicPr>
        <p:blipFill rotWithShape="1">
          <a:blip r:embed="rId67">
            <a:alphaModFix/>
          </a:blip>
          <a:srcRect b="0" l="0" r="0" t="0"/>
          <a:stretch/>
        </p:blipFill>
        <p:spPr>
          <a:xfrm>
            <a:off x="-232643" y="7603825"/>
            <a:ext cx="323532" cy="311479"/>
          </a:xfrm>
          <a:prstGeom prst="rect">
            <a:avLst/>
          </a:prstGeom>
          <a:noFill/>
          <a:ln>
            <a:noFill/>
          </a:ln>
        </p:spPr>
      </p:pic>
      <p:pic>
        <p:nvPicPr>
          <p:cNvPr id="14964" name="Google Shape;14964;p256"/>
          <p:cNvPicPr preferRelativeResize="0"/>
          <p:nvPr/>
        </p:nvPicPr>
        <p:blipFill rotWithShape="1">
          <a:blip r:embed="rId68">
            <a:alphaModFix/>
          </a:blip>
          <a:srcRect b="0" l="0" r="0" t="0"/>
          <a:stretch/>
        </p:blipFill>
        <p:spPr>
          <a:xfrm>
            <a:off x="-2384757" y="7564576"/>
            <a:ext cx="389215" cy="359399"/>
          </a:xfrm>
          <a:prstGeom prst="rect">
            <a:avLst/>
          </a:prstGeom>
          <a:noFill/>
          <a:ln>
            <a:noFill/>
          </a:ln>
        </p:spPr>
      </p:pic>
      <p:pic>
        <p:nvPicPr>
          <p:cNvPr id="14965" name="Google Shape;14965;p256"/>
          <p:cNvPicPr preferRelativeResize="0"/>
          <p:nvPr/>
        </p:nvPicPr>
        <p:blipFill rotWithShape="1">
          <a:blip r:embed="rId69">
            <a:alphaModFix/>
          </a:blip>
          <a:srcRect b="0" l="0" r="0" t="0"/>
          <a:stretch/>
        </p:blipFill>
        <p:spPr>
          <a:xfrm>
            <a:off x="-2847082" y="7564576"/>
            <a:ext cx="389215" cy="359399"/>
          </a:xfrm>
          <a:prstGeom prst="rect">
            <a:avLst/>
          </a:prstGeom>
          <a:noFill/>
          <a:ln>
            <a:noFill/>
          </a:ln>
        </p:spPr>
      </p:pic>
      <p:pic>
        <p:nvPicPr>
          <p:cNvPr id="14966" name="Google Shape;14966;p256"/>
          <p:cNvPicPr preferRelativeResize="0"/>
          <p:nvPr/>
        </p:nvPicPr>
        <p:blipFill rotWithShape="1">
          <a:blip r:embed="rId70">
            <a:alphaModFix/>
          </a:blip>
          <a:srcRect b="0" l="0" r="0" t="0"/>
          <a:stretch/>
        </p:blipFill>
        <p:spPr>
          <a:xfrm>
            <a:off x="-1171656" y="7261352"/>
            <a:ext cx="478001" cy="364777"/>
          </a:xfrm>
          <a:prstGeom prst="rect">
            <a:avLst/>
          </a:prstGeom>
          <a:noFill/>
          <a:ln>
            <a:noFill/>
          </a:ln>
        </p:spPr>
      </p:pic>
      <p:pic>
        <p:nvPicPr>
          <p:cNvPr descr="Resultado de imagen de icono lapiz" id="14967" name="Google Shape;14967;p256"/>
          <p:cNvPicPr preferRelativeResize="0"/>
          <p:nvPr/>
        </p:nvPicPr>
        <p:blipFill rotWithShape="1">
          <a:blip r:embed="rId71">
            <a:alphaModFix/>
          </a:blip>
          <a:srcRect b="0" l="0" r="0" t="0"/>
          <a:stretch/>
        </p:blipFill>
        <p:spPr>
          <a:xfrm>
            <a:off x="1842051" y="7688199"/>
            <a:ext cx="173153" cy="150032"/>
          </a:xfrm>
          <a:prstGeom prst="rect">
            <a:avLst/>
          </a:prstGeom>
          <a:noFill/>
          <a:ln>
            <a:noFill/>
          </a:ln>
        </p:spPr>
      </p:pic>
      <p:pic>
        <p:nvPicPr>
          <p:cNvPr descr="Resultado de imagen de icono lapicero" id="14968" name="Google Shape;14968;p256"/>
          <p:cNvPicPr preferRelativeResize="0"/>
          <p:nvPr/>
        </p:nvPicPr>
        <p:blipFill rotWithShape="1">
          <a:blip r:embed="rId72">
            <a:alphaModFix/>
          </a:blip>
          <a:srcRect b="0" l="0" r="0" t="0"/>
          <a:stretch/>
        </p:blipFill>
        <p:spPr>
          <a:xfrm>
            <a:off x="1686194" y="7653323"/>
            <a:ext cx="155857" cy="135046"/>
          </a:xfrm>
          <a:prstGeom prst="rect">
            <a:avLst/>
          </a:prstGeom>
          <a:noFill/>
          <a:ln>
            <a:noFill/>
          </a:ln>
        </p:spPr>
      </p:pic>
      <p:pic>
        <p:nvPicPr>
          <p:cNvPr id="14969" name="Google Shape;14969;p256"/>
          <p:cNvPicPr preferRelativeResize="0"/>
          <p:nvPr/>
        </p:nvPicPr>
        <p:blipFill rotWithShape="1">
          <a:blip r:embed="rId73">
            <a:alphaModFix/>
          </a:blip>
          <a:srcRect b="0" l="0" r="0" t="0"/>
          <a:stretch/>
        </p:blipFill>
        <p:spPr>
          <a:xfrm rot="6798590">
            <a:off x="953240" y="7675070"/>
            <a:ext cx="294009" cy="289796"/>
          </a:xfrm>
          <a:prstGeom prst="rect">
            <a:avLst/>
          </a:prstGeom>
          <a:noFill/>
          <a:ln>
            <a:noFill/>
          </a:ln>
        </p:spPr>
      </p:pic>
      <p:pic>
        <p:nvPicPr>
          <p:cNvPr id="14970" name="Google Shape;14970;p256"/>
          <p:cNvPicPr preferRelativeResize="0"/>
          <p:nvPr/>
        </p:nvPicPr>
        <p:blipFill rotWithShape="1">
          <a:blip r:embed="rId73">
            <a:alphaModFix/>
          </a:blip>
          <a:srcRect b="0" l="0" r="0" t="0"/>
          <a:stretch/>
        </p:blipFill>
        <p:spPr>
          <a:xfrm>
            <a:off x="1309594" y="7786045"/>
            <a:ext cx="260373" cy="199619"/>
          </a:xfrm>
          <a:prstGeom prst="rect">
            <a:avLst/>
          </a:prstGeom>
          <a:noFill/>
          <a:ln>
            <a:noFill/>
          </a:ln>
        </p:spPr>
      </p:pic>
      <p:pic>
        <p:nvPicPr>
          <p:cNvPr id="14971" name="Google Shape;14971;p256"/>
          <p:cNvPicPr preferRelativeResize="0"/>
          <p:nvPr/>
        </p:nvPicPr>
        <p:blipFill rotWithShape="1">
          <a:blip r:embed="rId74">
            <a:alphaModFix/>
          </a:blip>
          <a:srcRect b="0" l="0" r="0" t="0"/>
          <a:stretch/>
        </p:blipFill>
        <p:spPr>
          <a:xfrm>
            <a:off x="-706773" y="7627301"/>
            <a:ext cx="298566" cy="266270"/>
          </a:xfrm>
          <a:prstGeom prst="rect">
            <a:avLst/>
          </a:prstGeom>
          <a:noFill/>
          <a:ln>
            <a:noFill/>
          </a:ln>
        </p:spPr>
      </p:pic>
      <p:pic>
        <p:nvPicPr>
          <p:cNvPr id="14972" name="Google Shape;14972;p256"/>
          <p:cNvPicPr preferRelativeResize="0"/>
          <p:nvPr/>
        </p:nvPicPr>
        <p:blipFill rotWithShape="1">
          <a:blip r:embed="rId75">
            <a:alphaModFix/>
          </a:blip>
          <a:srcRect b="0" l="0" r="0" t="0"/>
          <a:stretch/>
        </p:blipFill>
        <p:spPr>
          <a:xfrm>
            <a:off x="625306" y="7646089"/>
            <a:ext cx="227569" cy="131343"/>
          </a:xfrm>
          <a:prstGeom prst="rect">
            <a:avLst/>
          </a:prstGeom>
          <a:noFill/>
          <a:ln>
            <a:noFill/>
          </a:ln>
        </p:spPr>
      </p:pic>
      <p:pic>
        <p:nvPicPr>
          <p:cNvPr id="14973" name="Google Shape;14973;p256"/>
          <p:cNvPicPr preferRelativeResize="0"/>
          <p:nvPr/>
        </p:nvPicPr>
        <p:blipFill rotWithShape="1">
          <a:blip r:embed="rId76">
            <a:alphaModFix/>
          </a:blip>
          <a:srcRect b="0" l="0" r="0" t="0"/>
          <a:stretch/>
        </p:blipFill>
        <p:spPr>
          <a:xfrm rot="-8707136">
            <a:off x="436889" y="7820853"/>
            <a:ext cx="163258" cy="201694"/>
          </a:xfrm>
          <a:prstGeom prst="rect">
            <a:avLst/>
          </a:prstGeom>
          <a:noFill/>
          <a:ln>
            <a:noFill/>
          </a:ln>
        </p:spPr>
      </p:pic>
      <p:pic>
        <p:nvPicPr>
          <p:cNvPr id="14974" name="Google Shape;14974;p256"/>
          <p:cNvPicPr preferRelativeResize="0"/>
          <p:nvPr/>
        </p:nvPicPr>
        <p:blipFill rotWithShape="1">
          <a:blip r:embed="rId77">
            <a:alphaModFix/>
          </a:blip>
          <a:srcRect b="0" l="0" r="0" t="0"/>
          <a:stretch/>
        </p:blipFill>
        <p:spPr>
          <a:xfrm>
            <a:off x="-5174752" y="3476526"/>
            <a:ext cx="361271" cy="674438"/>
          </a:xfrm>
          <a:prstGeom prst="rect">
            <a:avLst/>
          </a:prstGeom>
          <a:noFill/>
          <a:ln>
            <a:noFill/>
          </a:ln>
        </p:spPr>
      </p:pic>
      <p:pic>
        <p:nvPicPr>
          <p:cNvPr id="14975" name="Google Shape;14975;p256"/>
          <p:cNvPicPr preferRelativeResize="0"/>
          <p:nvPr/>
        </p:nvPicPr>
        <p:blipFill rotWithShape="1">
          <a:blip r:embed="rId78">
            <a:alphaModFix/>
          </a:blip>
          <a:srcRect b="0" l="0" r="0" t="0"/>
          <a:stretch/>
        </p:blipFill>
        <p:spPr>
          <a:xfrm>
            <a:off x="-4168283" y="3587610"/>
            <a:ext cx="661841" cy="674437"/>
          </a:xfrm>
          <a:prstGeom prst="rect">
            <a:avLst/>
          </a:prstGeom>
          <a:noFill/>
          <a:ln>
            <a:noFill/>
          </a:ln>
        </p:spPr>
      </p:pic>
      <p:pic>
        <p:nvPicPr>
          <p:cNvPr id="14976" name="Google Shape;14976;p256"/>
          <p:cNvPicPr preferRelativeResize="0"/>
          <p:nvPr/>
        </p:nvPicPr>
        <p:blipFill rotWithShape="1">
          <a:blip r:embed="rId79">
            <a:alphaModFix/>
          </a:blip>
          <a:srcRect b="0" l="0" r="0" t="0"/>
          <a:stretch/>
        </p:blipFill>
        <p:spPr>
          <a:xfrm>
            <a:off x="-4620607" y="3514215"/>
            <a:ext cx="361271" cy="674438"/>
          </a:xfrm>
          <a:prstGeom prst="rect">
            <a:avLst/>
          </a:prstGeom>
          <a:noFill/>
          <a:ln>
            <a:noFill/>
          </a:ln>
        </p:spPr>
      </p:pic>
      <p:pic>
        <p:nvPicPr>
          <p:cNvPr id="14977" name="Google Shape;14977;p256"/>
          <p:cNvPicPr preferRelativeResize="0"/>
          <p:nvPr/>
        </p:nvPicPr>
        <p:blipFill rotWithShape="1">
          <a:blip r:embed="rId80">
            <a:alphaModFix/>
          </a:blip>
          <a:srcRect b="0" l="0" r="0" t="0"/>
          <a:stretch/>
        </p:blipFill>
        <p:spPr>
          <a:xfrm>
            <a:off x="-2745717" y="1324276"/>
            <a:ext cx="219308" cy="674437"/>
          </a:xfrm>
          <a:prstGeom prst="rect">
            <a:avLst/>
          </a:prstGeom>
          <a:noFill/>
          <a:ln>
            <a:noFill/>
          </a:ln>
        </p:spPr>
      </p:pic>
      <p:pic>
        <p:nvPicPr>
          <p:cNvPr id="14978" name="Google Shape;14978;p256"/>
          <p:cNvPicPr preferRelativeResize="0"/>
          <p:nvPr/>
        </p:nvPicPr>
        <p:blipFill rotWithShape="1">
          <a:blip r:embed="rId81">
            <a:alphaModFix/>
          </a:blip>
          <a:srcRect b="0" l="0" r="0" t="0"/>
          <a:stretch/>
        </p:blipFill>
        <p:spPr>
          <a:xfrm>
            <a:off x="-4747884" y="960277"/>
            <a:ext cx="315256" cy="674438"/>
          </a:xfrm>
          <a:prstGeom prst="rect">
            <a:avLst/>
          </a:prstGeom>
          <a:noFill/>
          <a:ln>
            <a:noFill/>
          </a:ln>
        </p:spPr>
      </p:pic>
      <p:pic>
        <p:nvPicPr>
          <p:cNvPr id="14979" name="Google Shape;14979;p256"/>
          <p:cNvPicPr preferRelativeResize="0"/>
          <p:nvPr/>
        </p:nvPicPr>
        <p:blipFill rotWithShape="1">
          <a:blip r:embed="rId82">
            <a:alphaModFix/>
          </a:blip>
          <a:srcRect b="0" l="0" r="0" t="0"/>
          <a:stretch/>
        </p:blipFill>
        <p:spPr>
          <a:xfrm>
            <a:off x="-3792326" y="970196"/>
            <a:ext cx="315256" cy="674438"/>
          </a:xfrm>
          <a:prstGeom prst="rect">
            <a:avLst/>
          </a:prstGeom>
          <a:noFill/>
          <a:ln>
            <a:noFill/>
          </a:ln>
        </p:spPr>
      </p:pic>
      <p:pic>
        <p:nvPicPr>
          <p:cNvPr id="14980" name="Google Shape;14980;p256"/>
          <p:cNvPicPr preferRelativeResize="0"/>
          <p:nvPr/>
        </p:nvPicPr>
        <p:blipFill rotWithShape="1">
          <a:blip r:embed="rId83">
            <a:alphaModFix/>
          </a:blip>
          <a:srcRect b="0" l="0" r="0" t="0"/>
          <a:stretch/>
        </p:blipFill>
        <p:spPr>
          <a:xfrm>
            <a:off x="-4284791" y="970196"/>
            <a:ext cx="291758" cy="674438"/>
          </a:xfrm>
          <a:prstGeom prst="rect">
            <a:avLst/>
          </a:prstGeom>
          <a:noFill/>
          <a:ln>
            <a:noFill/>
          </a:ln>
        </p:spPr>
      </p:pic>
      <p:pic>
        <p:nvPicPr>
          <p:cNvPr id="14981" name="Google Shape;14981;p256"/>
          <p:cNvPicPr preferRelativeResize="0"/>
          <p:nvPr/>
        </p:nvPicPr>
        <p:blipFill rotWithShape="1">
          <a:blip r:embed="rId84">
            <a:alphaModFix/>
          </a:blip>
          <a:srcRect b="0" l="0" r="0" t="0"/>
          <a:stretch/>
        </p:blipFill>
        <p:spPr>
          <a:xfrm>
            <a:off x="-5173773" y="945400"/>
            <a:ext cx="219308" cy="674437"/>
          </a:xfrm>
          <a:prstGeom prst="rect">
            <a:avLst/>
          </a:prstGeom>
          <a:noFill/>
          <a:ln>
            <a:noFill/>
          </a:ln>
        </p:spPr>
      </p:pic>
      <p:pic>
        <p:nvPicPr>
          <p:cNvPr id="14982" name="Google Shape;14982;p256"/>
          <p:cNvPicPr preferRelativeResize="0"/>
          <p:nvPr/>
        </p:nvPicPr>
        <p:blipFill rotWithShape="1">
          <a:blip r:embed="rId85">
            <a:alphaModFix/>
          </a:blip>
          <a:srcRect b="0" l="0" r="0" t="0"/>
          <a:stretch/>
        </p:blipFill>
        <p:spPr>
          <a:xfrm>
            <a:off x="-3060973" y="2682077"/>
            <a:ext cx="518899" cy="674438"/>
          </a:xfrm>
          <a:prstGeom prst="rect">
            <a:avLst/>
          </a:prstGeom>
          <a:noFill/>
          <a:ln>
            <a:noFill/>
          </a:ln>
        </p:spPr>
      </p:pic>
      <p:pic>
        <p:nvPicPr>
          <p:cNvPr id="14983" name="Google Shape;14983;p256"/>
          <p:cNvPicPr preferRelativeResize="0"/>
          <p:nvPr/>
        </p:nvPicPr>
        <p:blipFill rotWithShape="1">
          <a:blip r:embed="rId86">
            <a:alphaModFix/>
          </a:blip>
          <a:srcRect b="0" l="0" r="0" t="0"/>
          <a:stretch/>
        </p:blipFill>
        <p:spPr>
          <a:xfrm>
            <a:off x="-3139297" y="1323284"/>
            <a:ext cx="290779" cy="674438"/>
          </a:xfrm>
          <a:prstGeom prst="rect">
            <a:avLst/>
          </a:prstGeom>
          <a:noFill/>
          <a:ln>
            <a:noFill/>
          </a:ln>
        </p:spPr>
      </p:pic>
      <p:pic>
        <p:nvPicPr>
          <p:cNvPr id="14984" name="Google Shape;14984;p256"/>
          <p:cNvPicPr preferRelativeResize="0"/>
          <p:nvPr/>
        </p:nvPicPr>
        <p:blipFill rotWithShape="1">
          <a:blip r:embed="rId87">
            <a:alphaModFix/>
          </a:blip>
          <a:srcRect b="0" l="0" r="0" t="0"/>
          <a:stretch/>
        </p:blipFill>
        <p:spPr>
          <a:xfrm>
            <a:off x="-2772151" y="2189143"/>
            <a:ext cx="314276" cy="360031"/>
          </a:xfrm>
          <a:prstGeom prst="rect">
            <a:avLst/>
          </a:prstGeom>
          <a:noFill/>
          <a:ln>
            <a:noFill/>
          </a:ln>
        </p:spPr>
      </p:pic>
      <p:pic>
        <p:nvPicPr>
          <p:cNvPr id="14985" name="Google Shape;14985;p256"/>
          <p:cNvPicPr preferRelativeResize="0"/>
          <p:nvPr/>
        </p:nvPicPr>
        <p:blipFill rotWithShape="1">
          <a:blip r:embed="rId88">
            <a:alphaModFix/>
          </a:blip>
          <a:srcRect b="0" l="0" r="0" t="0"/>
          <a:stretch/>
        </p:blipFill>
        <p:spPr>
          <a:xfrm>
            <a:off x="-3214684" y="2173274"/>
            <a:ext cx="313298" cy="360031"/>
          </a:xfrm>
          <a:prstGeom prst="rect">
            <a:avLst/>
          </a:prstGeom>
          <a:noFill/>
          <a:ln>
            <a:noFill/>
          </a:ln>
        </p:spPr>
      </p:pic>
      <p:pic>
        <p:nvPicPr>
          <p:cNvPr id="14986" name="Google Shape;14986;p256"/>
          <p:cNvPicPr preferRelativeResize="0"/>
          <p:nvPr/>
        </p:nvPicPr>
        <p:blipFill rotWithShape="1">
          <a:blip r:embed="rId89">
            <a:alphaModFix/>
          </a:blip>
          <a:srcRect b="0" l="0" r="0" t="0"/>
          <a:stretch/>
        </p:blipFill>
        <p:spPr>
          <a:xfrm>
            <a:off x="-5171815" y="2682077"/>
            <a:ext cx="518899" cy="674438"/>
          </a:xfrm>
          <a:prstGeom prst="rect">
            <a:avLst/>
          </a:prstGeom>
          <a:noFill/>
          <a:ln>
            <a:noFill/>
          </a:ln>
        </p:spPr>
      </p:pic>
      <p:pic>
        <p:nvPicPr>
          <p:cNvPr id="14987" name="Google Shape;14987;p256"/>
          <p:cNvPicPr preferRelativeResize="0"/>
          <p:nvPr/>
        </p:nvPicPr>
        <p:blipFill rotWithShape="1">
          <a:blip r:embed="rId90">
            <a:alphaModFix/>
          </a:blip>
          <a:srcRect b="0" l="0" r="0" t="0"/>
          <a:stretch/>
        </p:blipFill>
        <p:spPr>
          <a:xfrm>
            <a:off x="-3705191" y="2682077"/>
            <a:ext cx="519878" cy="674437"/>
          </a:xfrm>
          <a:prstGeom prst="rect">
            <a:avLst/>
          </a:prstGeom>
          <a:noFill/>
          <a:ln>
            <a:noFill/>
          </a:ln>
        </p:spPr>
      </p:pic>
      <p:pic>
        <p:nvPicPr>
          <p:cNvPr id="14988" name="Google Shape;14988;p256"/>
          <p:cNvPicPr preferRelativeResize="0"/>
          <p:nvPr/>
        </p:nvPicPr>
        <p:blipFill rotWithShape="1">
          <a:blip r:embed="rId91">
            <a:alphaModFix/>
          </a:blip>
          <a:srcRect b="0" l="0" r="0" t="0"/>
          <a:stretch/>
        </p:blipFill>
        <p:spPr>
          <a:xfrm>
            <a:off x="-3847153" y="1912425"/>
            <a:ext cx="520857" cy="674437"/>
          </a:xfrm>
          <a:prstGeom prst="rect">
            <a:avLst/>
          </a:prstGeom>
          <a:noFill/>
          <a:ln>
            <a:noFill/>
          </a:ln>
        </p:spPr>
      </p:pic>
      <p:pic>
        <p:nvPicPr>
          <p:cNvPr id="14989" name="Google Shape;14989;p256"/>
          <p:cNvPicPr preferRelativeResize="0"/>
          <p:nvPr/>
        </p:nvPicPr>
        <p:blipFill rotWithShape="1">
          <a:blip r:embed="rId92">
            <a:alphaModFix/>
          </a:blip>
          <a:srcRect b="0" l="0" r="0" t="0"/>
          <a:stretch/>
        </p:blipFill>
        <p:spPr>
          <a:xfrm>
            <a:off x="-4509974" y="1916392"/>
            <a:ext cx="520857" cy="674437"/>
          </a:xfrm>
          <a:prstGeom prst="rect">
            <a:avLst/>
          </a:prstGeom>
          <a:noFill/>
          <a:ln>
            <a:noFill/>
          </a:ln>
        </p:spPr>
      </p:pic>
      <p:pic>
        <p:nvPicPr>
          <p:cNvPr id="14990" name="Google Shape;14990;p256"/>
          <p:cNvPicPr preferRelativeResize="0"/>
          <p:nvPr/>
        </p:nvPicPr>
        <p:blipFill rotWithShape="1">
          <a:blip r:embed="rId93">
            <a:alphaModFix/>
          </a:blip>
          <a:srcRect b="0" l="0" r="0" t="0"/>
          <a:stretch/>
        </p:blipFill>
        <p:spPr>
          <a:xfrm>
            <a:off x="-5192375" y="1896556"/>
            <a:ext cx="520857" cy="674437"/>
          </a:xfrm>
          <a:prstGeom prst="rect">
            <a:avLst/>
          </a:prstGeom>
          <a:noFill/>
          <a:ln>
            <a:noFill/>
          </a:ln>
        </p:spPr>
      </p:pic>
      <p:pic>
        <p:nvPicPr>
          <p:cNvPr id="14991" name="Google Shape;14991;p256"/>
          <p:cNvPicPr preferRelativeResize="0"/>
          <p:nvPr/>
        </p:nvPicPr>
        <p:blipFill rotWithShape="1">
          <a:blip r:embed="rId94">
            <a:alphaModFix/>
          </a:blip>
          <a:srcRect b="0" l="0" r="0" t="0"/>
          <a:stretch/>
        </p:blipFill>
        <p:spPr>
          <a:xfrm>
            <a:off x="-4499204" y="2682077"/>
            <a:ext cx="661841" cy="674437"/>
          </a:xfrm>
          <a:prstGeom prst="rect">
            <a:avLst/>
          </a:prstGeom>
          <a:noFill/>
          <a:ln>
            <a:noFill/>
          </a:ln>
        </p:spPr>
      </p:pic>
      <p:pic>
        <p:nvPicPr>
          <p:cNvPr id="14992" name="Google Shape;14992;p256"/>
          <p:cNvPicPr preferRelativeResize="0"/>
          <p:nvPr/>
        </p:nvPicPr>
        <p:blipFill rotWithShape="1">
          <a:blip r:embed="rId95">
            <a:alphaModFix/>
          </a:blip>
          <a:srcRect b="0" l="0" r="0" t="0"/>
          <a:stretch/>
        </p:blipFill>
        <p:spPr>
          <a:xfrm>
            <a:off x="-3558437" y="7261977"/>
            <a:ext cx="253062" cy="363523"/>
          </a:xfrm>
          <a:prstGeom prst="rect">
            <a:avLst/>
          </a:prstGeom>
          <a:noFill/>
          <a:ln>
            <a:noFill/>
          </a:ln>
        </p:spPr>
      </p:pic>
      <p:pic>
        <p:nvPicPr>
          <p:cNvPr id="14993" name="Google Shape;14993;p256"/>
          <p:cNvPicPr preferRelativeResize="0"/>
          <p:nvPr/>
        </p:nvPicPr>
        <p:blipFill rotWithShape="1">
          <a:blip r:embed="rId96">
            <a:alphaModFix/>
          </a:blip>
          <a:srcRect b="0" l="0" r="0" t="0"/>
          <a:stretch/>
        </p:blipFill>
        <p:spPr>
          <a:xfrm>
            <a:off x="-3238924" y="7529675"/>
            <a:ext cx="253062" cy="364165"/>
          </a:xfrm>
          <a:prstGeom prst="rect">
            <a:avLst/>
          </a:prstGeom>
          <a:noFill/>
          <a:ln>
            <a:noFill/>
          </a:ln>
        </p:spPr>
      </p:pic>
      <p:pic>
        <p:nvPicPr>
          <p:cNvPr id="14994" name="Google Shape;14994;p256"/>
          <p:cNvPicPr preferRelativeResize="0"/>
          <p:nvPr/>
        </p:nvPicPr>
        <p:blipFill rotWithShape="1">
          <a:blip r:embed="rId97">
            <a:alphaModFix/>
          </a:blip>
          <a:srcRect b="0" l="0" r="0" t="0"/>
          <a:stretch/>
        </p:blipFill>
        <p:spPr>
          <a:xfrm>
            <a:off x="11209012" y="1489786"/>
            <a:ext cx="239852" cy="652576"/>
          </a:xfrm>
          <a:prstGeom prst="rect">
            <a:avLst/>
          </a:prstGeom>
          <a:noFill/>
          <a:ln>
            <a:noFill/>
          </a:ln>
        </p:spPr>
      </p:pic>
      <p:pic>
        <p:nvPicPr>
          <p:cNvPr id="14995" name="Google Shape;14995;p256"/>
          <p:cNvPicPr preferRelativeResize="0"/>
          <p:nvPr/>
        </p:nvPicPr>
        <p:blipFill rotWithShape="1">
          <a:blip r:embed="rId98">
            <a:alphaModFix/>
          </a:blip>
          <a:srcRect b="0" l="0" r="0" t="0"/>
          <a:stretch/>
        </p:blipFill>
        <p:spPr>
          <a:xfrm>
            <a:off x="11628156" y="1476350"/>
            <a:ext cx="257383" cy="652576"/>
          </a:xfrm>
          <a:prstGeom prst="rect">
            <a:avLst/>
          </a:prstGeom>
          <a:noFill/>
          <a:ln>
            <a:noFill/>
          </a:ln>
        </p:spPr>
      </p:pic>
      <p:pic>
        <p:nvPicPr>
          <p:cNvPr id="14996" name="Google Shape;14996;p256"/>
          <p:cNvPicPr preferRelativeResize="0"/>
          <p:nvPr/>
        </p:nvPicPr>
        <p:blipFill rotWithShape="1">
          <a:blip r:embed="rId99">
            <a:alphaModFix/>
          </a:blip>
          <a:srcRect b="0" l="0" r="0" t="0"/>
          <a:stretch/>
        </p:blipFill>
        <p:spPr>
          <a:xfrm>
            <a:off x="11165185" y="2917777"/>
            <a:ext cx="446237" cy="652576"/>
          </a:xfrm>
          <a:prstGeom prst="rect">
            <a:avLst/>
          </a:prstGeom>
          <a:noFill/>
          <a:ln>
            <a:noFill/>
          </a:ln>
        </p:spPr>
      </p:pic>
      <p:pic>
        <p:nvPicPr>
          <p:cNvPr id="14997" name="Google Shape;14997;p256"/>
          <p:cNvPicPr preferRelativeResize="0"/>
          <p:nvPr/>
        </p:nvPicPr>
        <p:blipFill rotWithShape="1">
          <a:blip r:embed="rId100">
            <a:alphaModFix/>
          </a:blip>
          <a:srcRect b="0" l="0" r="0" t="0"/>
          <a:stretch/>
        </p:blipFill>
        <p:spPr>
          <a:xfrm>
            <a:off x="10338052" y="2884188"/>
            <a:ext cx="539468" cy="652576"/>
          </a:xfrm>
          <a:prstGeom prst="rect">
            <a:avLst/>
          </a:prstGeom>
          <a:noFill/>
          <a:ln>
            <a:noFill/>
          </a:ln>
        </p:spPr>
      </p:pic>
      <p:pic>
        <p:nvPicPr>
          <p:cNvPr id="14998" name="Google Shape;14998;p256"/>
          <p:cNvPicPr preferRelativeResize="0"/>
          <p:nvPr/>
        </p:nvPicPr>
        <p:blipFill rotWithShape="1">
          <a:blip r:embed="rId101">
            <a:alphaModFix/>
          </a:blip>
          <a:srcRect b="0" l="0" r="0" t="0"/>
          <a:stretch/>
        </p:blipFill>
        <p:spPr>
          <a:xfrm>
            <a:off x="11728865" y="3311243"/>
            <a:ext cx="446237" cy="652576"/>
          </a:xfrm>
          <a:prstGeom prst="rect">
            <a:avLst/>
          </a:prstGeom>
          <a:noFill/>
          <a:ln>
            <a:noFill/>
          </a:ln>
        </p:spPr>
      </p:pic>
      <p:pic>
        <p:nvPicPr>
          <p:cNvPr id="14999" name="Google Shape;14999;p256"/>
          <p:cNvPicPr preferRelativeResize="0"/>
          <p:nvPr/>
        </p:nvPicPr>
        <p:blipFill rotWithShape="1">
          <a:blip r:embed="rId102">
            <a:alphaModFix/>
          </a:blip>
          <a:srcRect b="0" l="0" r="0" t="0"/>
          <a:stretch/>
        </p:blipFill>
        <p:spPr>
          <a:xfrm>
            <a:off x="11330133" y="4272832"/>
            <a:ext cx="178495" cy="652576"/>
          </a:xfrm>
          <a:prstGeom prst="rect">
            <a:avLst/>
          </a:prstGeom>
          <a:noFill/>
          <a:ln>
            <a:noFill/>
          </a:ln>
        </p:spPr>
      </p:pic>
      <p:pic>
        <p:nvPicPr>
          <p:cNvPr id="15000" name="Google Shape;15000;p256"/>
          <p:cNvPicPr preferRelativeResize="0"/>
          <p:nvPr/>
        </p:nvPicPr>
        <p:blipFill rotWithShape="1">
          <a:blip r:embed="rId103">
            <a:alphaModFix/>
          </a:blip>
          <a:srcRect b="0" l="0" r="0" t="0"/>
          <a:stretch/>
        </p:blipFill>
        <p:spPr>
          <a:xfrm>
            <a:off x="12080768" y="1476350"/>
            <a:ext cx="178495" cy="652576"/>
          </a:xfrm>
          <a:prstGeom prst="rect">
            <a:avLst/>
          </a:prstGeom>
          <a:noFill/>
          <a:ln>
            <a:noFill/>
          </a:ln>
        </p:spPr>
      </p:pic>
      <p:pic>
        <p:nvPicPr>
          <p:cNvPr id="15001" name="Google Shape;15001;p256"/>
          <p:cNvPicPr preferRelativeResize="0"/>
          <p:nvPr/>
        </p:nvPicPr>
        <p:blipFill rotWithShape="1">
          <a:blip r:embed="rId104">
            <a:alphaModFix/>
          </a:blip>
          <a:srcRect b="0" l="0" r="0" t="0"/>
          <a:stretch/>
        </p:blipFill>
        <p:spPr>
          <a:xfrm>
            <a:off x="10310163" y="4060745"/>
            <a:ext cx="251008" cy="652577"/>
          </a:xfrm>
          <a:prstGeom prst="rect">
            <a:avLst/>
          </a:prstGeom>
          <a:noFill/>
          <a:ln>
            <a:noFill/>
          </a:ln>
        </p:spPr>
      </p:pic>
      <p:pic>
        <p:nvPicPr>
          <p:cNvPr id="15002" name="Google Shape;15002;p256"/>
          <p:cNvPicPr preferRelativeResize="0"/>
          <p:nvPr/>
        </p:nvPicPr>
        <p:blipFill rotWithShape="1">
          <a:blip r:embed="rId105">
            <a:alphaModFix/>
          </a:blip>
          <a:srcRect b="0" l="0" r="0" t="0"/>
          <a:stretch/>
        </p:blipFill>
        <p:spPr>
          <a:xfrm>
            <a:off x="10765165" y="1463874"/>
            <a:ext cx="250212" cy="652577"/>
          </a:xfrm>
          <a:prstGeom prst="rect">
            <a:avLst/>
          </a:prstGeom>
          <a:noFill/>
          <a:ln>
            <a:noFill/>
          </a:ln>
        </p:spPr>
      </p:pic>
      <p:pic>
        <p:nvPicPr>
          <p:cNvPr id="15003" name="Google Shape;15003;p256"/>
          <p:cNvPicPr preferRelativeResize="0"/>
          <p:nvPr/>
        </p:nvPicPr>
        <p:blipFill rotWithShape="1">
          <a:blip r:embed="rId106">
            <a:alphaModFix/>
          </a:blip>
          <a:srcRect b="0" l="0" r="0" t="0"/>
          <a:stretch/>
        </p:blipFill>
        <p:spPr>
          <a:xfrm>
            <a:off x="10803414" y="4283389"/>
            <a:ext cx="258180" cy="653535"/>
          </a:xfrm>
          <a:prstGeom prst="rect">
            <a:avLst/>
          </a:prstGeom>
          <a:noFill/>
          <a:ln>
            <a:noFill/>
          </a:ln>
        </p:spPr>
      </p:pic>
      <p:pic>
        <p:nvPicPr>
          <p:cNvPr id="15004" name="Google Shape;15004;p256"/>
          <p:cNvPicPr preferRelativeResize="0"/>
          <p:nvPr/>
        </p:nvPicPr>
        <p:blipFill rotWithShape="1">
          <a:blip r:embed="rId107">
            <a:alphaModFix/>
          </a:blip>
          <a:srcRect b="0" l="0" r="0" t="0"/>
          <a:stretch/>
        </p:blipFill>
        <p:spPr>
          <a:xfrm>
            <a:off x="11648874" y="2339094"/>
            <a:ext cx="539468" cy="652576"/>
          </a:xfrm>
          <a:prstGeom prst="rect">
            <a:avLst/>
          </a:prstGeom>
          <a:noFill/>
          <a:ln>
            <a:noFill/>
          </a:ln>
        </p:spPr>
      </p:pic>
      <p:pic>
        <p:nvPicPr>
          <p:cNvPr id="15005" name="Google Shape;15005;p256"/>
          <p:cNvPicPr preferRelativeResize="0"/>
          <p:nvPr/>
        </p:nvPicPr>
        <p:blipFill rotWithShape="1">
          <a:blip r:embed="rId108">
            <a:alphaModFix/>
          </a:blip>
          <a:srcRect b="0" l="0" r="0" t="0"/>
          <a:stretch/>
        </p:blipFill>
        <p:spPr>
          <a:xfrm>
            <a:off x="10966769" y="2252724"/>
            <a:ext cx="540265" cy="652577"/>
          </a:xfrm>
          <a:prstGeom prst="rect">
            <a:avLst/>
          </a:prstGeom>
          <a:noFill/>
          <a:ln>
            <a:noFill/>
          </a:ln>
        </p:spPr>
      </p:pic>
      <p:pic>
        <p:nvPicPr>
          <p:cNvPr id="15006" name="Google Shape;15006;p256"/>
          <p:cNvPicPr preferRelativeResize="0"/>
          <p:nvPr/>
        </p:nvPicPr>
        <p:blipFill rotWithShape="1">
          <a:blip r:embed="rId109">
            <a:alphaModFix/>
          </a:blip>
          <a:srcRect b="0" l="0" r="0" t="0"/>
          <a:stretch/>
        </p:blipFill>
        <p:spPr>
          <a:xfrm>
            <a:off x="10481485" y="2013766"/>
            <a:ext cx="239056" cy="653535"/>
          </a:xfrm>
          <a:prstGeom prst="rect">
            <a:avLst/>
          </a:prstGeom>
          <a:noFill/>
          <a:ln>
            <a:noFill/>
          </a:ln>
        </p:spPr>
      </p:pic>
      <p:pic>
        <p:nvPicPr>
          <p:cNvPr id="15007" name="Google Shape;15007;p256"/>
          <p:cNvPicPr preferRelativeResize="0"/>
          <p:nvPr/>
        </p:nvPicPr>
        <p:blipFill rotWithShape="1">
          <a:blip r:embed="rId92">
            <a:alphaModFix/>
          </a:blip>
          <a:srcRect b="0" l="0" r="0" t="0"/>
          <a:stretch/>
        </p:blipFill>
        <p:spPr>
          <a:xfrm>
            <a:off x="10855209" y="3549240"/>
            <a:ext cx="423925" cy="652576"/>
          </a:xfrm>
          <a:prstGeom prst="rect">
            <a:avLst/>
          </a:prstGeom>
          <a:noFill/>
          <a:ln>
            <a:noFill/>
          </a:ln>
        </p:spPr>
      </p:pic>
      <p:pic>
        <p:nvPicPr>
          <p:cNvPr id="15008" name="Google Shape;15008;p256"/>
          <p:cNvPicPr preferRelativeResize="0"/>
          <p:nvPr/>
        </p:nvPicPr>
        <p:blipFill rotWithShape="1">
          <a:blip r:embed="rId110">
            <a:alphaModFix/>
          </a:blip>
          <a:srcRect b="0" l="0" r="0" t="0"/>
          <a:stretch/>
        </p:blipFill>
        <p:spPr>
          <a:xfrm>
            <a:off x="11855565" y="4194376"/>
            <a:ext cx="422332" cy="653535"/>
          </a:xfrm>
          <a:prstGeom prst="rect">
            <a:avLst/>
          </a:prstGeom>
          <a:noFill/>
          <a:ln>
            <a:noFill/>
          </a:ln>
        </p:spPr>
      </p:pic>
      <p:grpSp>
        <p:nvGrpSpPr>
          <p:cNvPr id="15009" name="Google Shape;15009;p256"/>
          <p:cNvGrpSpPr/>
          <p:nvPr/>
        </p:nvGrpSpPr>
        <p:grpSpPr>
          <a:xfrm>
            <a:off x="187550" y="875833"/>
            <a:ext cx="4396608" cy="5774659"/>
            <a:chOff x="111125" y="561600"/>
            <a:chExt cx="5760000" cy="6192000"/>
          </a:xfrm>
        </p:grpSpPr>
        <p:sp>
          <p:nvSpPr>
            <p:cNvPr id="15010" name="Google Shape;15010;p256"/>
            <p:cNvSpPr txBox="1"/>
            <p:nvPr/>
          </p:nvSpPr>
          <p:spPr>
            <a:xfrm>
              <a:off x="111125" y="561600"/>
              <a:ext cx="5760000" cy="6192000"/>
            </a:xfrm>
            <a:prstGeom prst="rect">
              <a:avLst/>
            </a:prstGeom>
            <a:solidFill>
              <a:srgbClr val="FFFFFF"/>
            </a:solidFill>
            <a:ln cap="flat" cmpd="sng" w="38100">
              <a:solidFill>
                <a:srgbClr val="0DC3C3"/>
              </a:solidFill>
              <a:prstDash val="solid"/>
              <a:round/>
              <a:headEnd len="sm" w="sm" type="none"/>
              <a:tailEnd len="sm" w="sm" type="none"/>
            </a:ln>
            <a:effectLst>
              <a:outerShdw blurRad="63500" dir="10800000" dist="38100">
                <a:srgbClr val="000000">
                  <a:alpha val="39220"/>
                </a:srgbClr>
              </a:outerShdw>
            </a:effectLst>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Arial"/>
                <a:ea typeface="Arial"/>
                <a:cs typeface="Arial"/>
                <a:sym typeface="Arial"/>
              </a:endParaRPr>
            </a:p>
          </p:txBody>
        </p:sp>
        <p:sp>
          <p:nvSpPr>
            <p:cNvPr id="15011" name="Google Shape;15011;p256"/>
            <p:cNvSpPr txBox="1"/>
            <p:nvPr/>
          </p:nvSpPr>
          <p:spPr>
            <a:xfrm>
              <a:off x="111125" y="561600"/>
              <a:ext cx="5760000" cy="352500"/>
            </a:xfrm>
            <a:prstGeom prst="rect">
              <a:avLst/>
            </a:prstGeom>
            <a:solidFill>
              <a:srgbClr val="0DC3C3"/>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FFFFFF"/>
                </a:buClr>
                <a:buSzPts val="1800"/>
                <a:buFont typeface="Arial"/>
                <a:buNone/>
              </a:pPr>
              <a:r>
                <a:rPr b="1" lang="es-419" sz="1300">
                  <a:solidFill>
                    <a:srgbClr val="FFFFFF"/>
                  </a:solidFill>
                  <a:latin typeface="Arvo"/>
                  <a:ea typeface="Arvo"/>
                  <a:cs typeface="Arvo"/>
                  <a:sym typeface="Arvo"/>
                </a:rPr>
                <a:t>Escenario</a:t>
              </a:r>
              <a:endParaRPr i="0" sz="1300" u="none" cap="none" strike="noStrike">
                <a:solidFill>
                  <a:srgbClr val="000000"/>
                </a:solidFill>
                <a:latin typeface="Arvo"/>
                <a:ea typeface="Arvo"/>
                <a:cs typeface="Arvo"/>
                <a:sym typeface="Arvo"/>
              </a:endParaRPr>
            </a:p>
          </p:txBody>
        </p:sp>
      </p:grpSp>
      <p:grpSp>
        <p:nvGrpSpPr>
          <p:cNvPr id="15012" name="Google Shape;15012;p256"/>
          <p:cNvGrpSpPr/>
          <p:nvPr/>
        </p:nvGrpSpPr>
        <p:grpSpPr>
          <a:xfrm>
            <a:off x="4728159" y="875834"/>
            <a:ext cx="5135352" cy="5774659"/>
            <a:chOff x="6025601" y="561600"/>
            <a:chExt cx="5773302" cy="6192000"/>
          </a:xfrm>
        </p:grpSpPr>
        <p:sp>
          <p:nvSpPr>
            <p:cNvPr id="15013" name="Google Shape;15013;p256"/>
            <p:cNvSpPr txBox="1"/>
            <p:nvPr/>
          </p:nvSpPr>
          <p:spPr>
            <a:xfrm>
              <a:off x="6025601" y="561600"/>
              <a:ext cx="5760600" cy="6192000"/>
            </a:xfrm>
            <a:prstGeom prst="rect">
              <a:avLst/>
            </a:prstGeom>
            <a:solidFill>
              <a:srgbClr val="FFFFFF"/>
            </a:solidFill>
            <a:ln cap="flat" cmpd="sng" w="38100">
              <a:solidFill>
                <a:srgbClr val="96479C"/>
              </a:solidFill>
              <a:prstDash val="solid"/>
              <a:round/>
              <a:headEnd len="sm" w="sm" type="none"/>
              <a:tailEnd len="sm" w="sm" type="none"/>
            </a:ln>
            <a:effectLst>
              <a:outerShdw blurRad="63500" dir="10800000" dist="38100">
                <a:srgbClr val="000000">
                  <a:alpha val="39220"/>
                </a:srgbClr>
              </a:outerShdw>
            </a:effectLst>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Arial"/>
                <a:ea typeface="Arial"/>
                <a:cs typeface="Arial"/>
                <a:sym typeface="Arial"/>
              </a:endParaRPr>
            </a:p>
          </p:txBody>
        </p:sp>
        <p:sp>
          <p:nvSpPr>
            <p:cNvPr id="15014" name="Google Shape;15014;p256"/>
            <p:cNvSpPr txBox="1"/>
            <p:nvPr/>
          </p:nvSpPr>
          <p:spPr>
            <a:xfrm>
              <a:off x="6038303" y="561600"/>
              <a:ext cx="5760600" cy="352500"/>
            </a:xfrm>
            <a:prstGeom prst="rect">
              <a:avLst/>
            </a:prstGeom>
            <a:solidFill>
              <a:srgbClr val="96479C"/>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FFFFFF"/>
                </a:buClr>
                <a:buSzPts val="1800"/>
                <a:buFont typeface="Arial"/>
                <a:buNone/>
              </a:pPr>
              <a:r>
                <a:rPr b="1" lang="es-419" sz="1200">
                  <a:solidFill>
                    <a:srgbClr val="FFFFFF"/>
                  </a:solidFill>
                  <a:latin typeface="Arvo"/>
                  <a:ea typeface="Arvo"/>
                  <a:cs typeface="Arvo"/>
                  <a:sym typeface="Arvo"/>
                </a:rPr>
                <a:t>Sistema de Información</a:t>
              </a:r>
              <a:endParaRPr i="0" sz="1200" u="none" cap="none" strike="noStrike">
                <a:solidFill>
                  <a:srgbClr val="000000"/>
                </a:solidFill>
                <a:latin typeface="Arvo"/>
                <a:ea typeface="Arvo"/>
                <a:cs typeface="Arvo"/>
                <a:sym typeface="Arvo"/>
              </a:endParaRPr>
            </a:p>
          </p:txBody>
        </p:sp>
      </p:grpSp>
      <p:grpSp>
        <p:nvGrpSpPr>
          <p:cNvPr id="15015" name="Google Shape;15015;p256"/>
          <p:cNvGrpSpPr/>
          <p:nvPr/>
        </p:nvGrpSpPr>
        <p:grpSpPr>
          <a:xfrm>
            <a:off x="4862100" y="1326042"/>
            <a:ext cx="2365102" cy="1823291"/>
            <a:chOff x="4977080" y="1509325"/>
            <a:chExt cx="2028911" cy="1321800"/>
          </a:xfrm>
        </p:grpSpPr>
        <p:sp>
          <p:nvSpPr>
            <p:cNvPr id="15016" name="Google Shape;15016;p256"/>
            <p:cNvSpPr txBox="1"/>
            <p:nvPr/>
          </p:nvSpPr>
          <p:spPr>
            <a:xfrm>
              <a:off x="4977092" y="1509325"/>
              <a:ext cx="2028900" cy="1321800"/>
            </a:xfrm>
            <a:prstGeom prst="rect">
              <a:avLst/>
            </a:prstGeom>
            <a:solidFill>
              <a:srgbClr val="FFFFFF"/>
            </a:solidFill>
            <a:ln cap="flat" cmpd="sng" w="38100">
              <a:solidFill>
                <a:srgbClr val="BFBFBF"/>
              </a:solidFill>
              <a:prstDash val="solid"/>
              <a:round/>
              <a:headEnd len="sm" w="sm" type="none"/>
              <a:tailEnd len="sm" w="sm" type="none"/>
            </a:ln>
            <a:effectLst>
              <a:outerShdw blurRad="63500" dir="2700000" dist="38100">
                <a:srgbClr val="000000">
                  <a:alpha val="39220"/>
                </a:srgbClr>
              </a:outerShdw>
            </a:effectLst>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Arial"/>
                <a:ea typeface="Arial"/>
                <a:cs typeface="Arial"/>
                <a:sym typeface="Arial"/>
              </a:endParaRPr>
            </a:p>
          </p:txBody>
        </p:sp>
        <p:sp>
          <p:nvSpPr>
            <p:cNvPr id="15017" name="Google Shape;15017;p256"/>
            <p:cNvSpPr txBox="1"/>
            <p:nvPr/>
          </p:nvSpPr>
          <p:spPr>
            <a:xfrm>
              <a:off x="4977080" y="1520404"/>
              <a:ext cx="2028900" cy="192600"/>
            </a:xfrm>
            <a:prstGeom prst="rect">
              <a:avLst/>
            </a:prstGeom>
            <a:solidFill>
              <a:srgbClr val="BFBFBF"/>
            </a:solidFill>
            <a:ln>
              <a:noFill/>
            </a:ln>
          </p:spPr>
          <p:txBody>
            <a:bodyPr anchorCtr="0" anchor="ctr" bIns="0" lIns="0" spcFirstLastPara="1" rIns="0" wrap="square" tIns="0">
              <a:noAutofit/>
            </a:bodyPr>
            <a:lstStyle/>
            <a:p>
              <a:pPr indent="0" lvl="0" marL="0" marR="0" rtl="0" algn="ctr">
                <a:lnSpc>
                  <a:spcPct val="100000"/>
                </a:lnSpc>
                <a:spcBef>
                  <a:spcPts val="0"/>
                </a:spcBef>
                <a:spcAft>
                  <a:spcPts val="0"/>
                </a:spcAft>
                <a:buClr>
                  <a:srgbClr val="000000"/>
                </a:buClr>
                <a:buSzPts val="1800"/>
                <a:buFont typeface="Arial"/>
                <a:buNone/>
              </a:pPr>
              <a:r>
                <a:rPr b="1" i="0" lang="es-419" sz="1000" u="none" cap="none" strike="noStrike">
                  <a:solidFill>
                    <a:srgbClr val="000000"/>
                  </a:solidFill>
                  <a:latin typeface="Arvo"/>
                  <a:ea typeface="Arvo"/>
                  <a:cs typeface="Arvo"/>
                  <a:sym typeface="Arvo"/>
                </a:rPr>
                <a:t>Formularios - P</a:t>
              </a:r>
              <a:r>
                <a:rPr b="1" lang="es-419" sz="1000">
                  <a:latin typeface="Arvo"/>
                  <a:ea typeface="Arvo"/>
                  <a:cs typeface="Arvo"/>
                  <a:sym typeface="Arvo"/>
                </a:rPr>
                <a:t>rocesos</a:t>
              </a:r>
              <a:endParaRPr i="0" sz="1000" u="none" cap="none" strike="noStrike">
                <a:solidFill>
                  <a:srgbClr val="000000"/>
                </a:solidFill>
                <a:latin typeface="Arvo"/>
                <a:ea typeface="Arvo"/>
                <a:cs typeface="Arvo"/>
                <a:sym typeface="Arvo"/>
              </a:endParaRPr>
            </a:p>
          </p:txBody>
        </p:sp>
      </p:grpSp>
      <p:grpSp>
        <p:nvGrpSpPr>
          <p:cNvPr id="15018" name="Google Shape;15018;p256"/>
          <p:cNvGrpSpPr/>
          <p:nvPr/>
        </p:nvGrpSpPr>
        <p:grpSpPr>
          <a:xfrm>
            <a:off x="4862112" y="3288193"/>
            <a:ext cx="2365090" cy="1583535"/>
            <a:chOff x="4977091" y="2931792"/>
            <a:chExt cx="2028901" cy="1147988"/>
          </a:xfrm>
        </p:grpSpPr>
        <p:sp>
          <p:nvSpPr>
            <p:cNvPr id="15019" name="Google Shape;15019;p256"/>
            <p:cNvSpPr txBox="1"/>
            <p:nvPr/>
          </p:nvSpPr>
          <p:spPr>
            <a:xfrm>
              <a:off x="4977092" y="2944881"/>
              <a:ext cx="2028900" cy="1134900"/>
            </a:xfrm>
            <a:prstGeom prst="rect">
              <a:avLst/>
            </a:prstGeom>
            <a:solidFill>
              <a:srgbClr val="FFFFFF"/>
            </a:solidFill>
            <a:ln cap="flat" cmpd="sng" w="38100">
              <a:solidFill>
                <a:srgbClr val="D9D9D9"/>
              </a:solidFill>
              <a:prstDash val="solid"/>
              <a:round/>
              <a:headEnd len="sm" w="sm" type="none"/>
              <a:tailEnd len="sm" w="sm" type="none"/>
            </a:ln>
            <a:effectLst>
              <a:outerShdw blurRad="63500" dir="2700000" dist="38100">
                <a:srgbClr val="000000">
                  <a:alpha val="39220"/>
                </a:srgbClr>
              </a:outerShdw>
            </a:effectLst>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Arial"/>
                <a:ea typeface="Arial"/>
                <a:cs typeface="Arial"/>
                <a:sym typeface="Arial"/>
              </a:endParaRPr>
            </a:p>
          </p:txBody>
        </p:sp>
        <p:sp>
          <p:nvSpPr>
            <p:cNvPr id="15020" name="Google Shape;15020;p256"/>
            <p:cNvSpPr txBox="1"/>
            <p:nvPr/>
          </p:nvSpPr>
          <p:spPr>
            <a:xfrm>
              <a:off x="4977091" y="2931792"/>
              <a:ext cx="2028900" cy="208500"/>
            </a:xfrm>
            <a:prstGeom prst="rect">
              <a:avLst/>
            </a:prstGeom>
            <a:solidFill>
              <a:srgbClr val="F2F2F2"/>
            </a:solidFill>
            <a:ln cap="flat" cmpd="sng" w="9525">
              <a:solidFill>
                <a:srgbClr val="D9D9D9"/>
              </a:solidFill>
              <a:prstDash val="solid"/>
              <a:miter lim="800000"/>
              <a:headEnd len="sm" w="sm" type="none"/>
              <a:tailEnd len="sm" w="sm" type="none"/>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rPr b="1" lang="es-419" sz="1000">
                  <a:latin typeface="Arvo"/>
                  <a:ea typeface="Arvo"/>
                  <a:cs typeface="Arvo"/>
                  <a:sym typeface="Arvo"/>
                </a:rPr>
                <a:t>Formulario </a:t>
              </a:r>
              <a:r>
                <a:rPr b="1" i="0" lang="es-419" sz="1000" u="none" cap="none" strike="noStrike">
                  <a:solidFill>
                    <a:srgbClr val="000000"/>
                  </a:solidFill>
                  <a:latin typeface="Arvo"/>
                  <a:ea typeface="Arvo"/>
                  <a:cs typeface="Arvo"/>
                  <a:sym typeface="Arvo"/>
                </a:rPr>
                <a:t>- </a:t>
              </a:r>
              <a:r>
                <a:rPr b="1" lang="es-419" sz="1000">
                  <a:latin typeface="Arvo"/>
                  <a:ea typeface="Arvo"/>
                  <a:cs typeface="Arvo"/>
                  <a:sym typeface="Arvo"/>
                </a:rPr>
                <a:t>Soporte</a:t>
              </a:r>
              <a:endParaRPr i="0" sz="1000" u="none" cap="none" strike="noStrike">
                <a:solidFill>
                  <a:srgbClr val="000000"/>
                </a:solidFill>
                <a:latin typeface="Arvo"/>
                <a:ea typeface="Arvo"/>
                <a:cs typeface="Arvo"/>
                <a:sym typeface="Arvo"/>
              </a:endParaRPr>
            </a:p>
          </p:txBody>
        </p:sp>
      </p:grpSp>
      <p:grpSp>
        <p:nvGrpSpPr>
          <p:cNvPr id="15021" name="Google Shape;15021;p256"/>
          <p:cNvGrpSpPr/>
          <p:nvPr/>
        </p:nvGrpSpPr>
        <p:grpSpPr>
          <a:xfrm>
            <a:off x="4862466" y="5042037"/>
            <a:ext cx="2365089" cy="1466001"/>
            <a:chOff x="4977394" y="4203246"/>
            <a:chExt cx="2028900" cy="1062781"/>
          </a:xfrm>
        </p:grpSpPr>
        <p:sp>
          <p:nvSpPr>
            <p:cNvPr id="15022" name="Google Shape;15022;p256"/>
            <p:cNvSpPr txBox="1"/>
            <p:nvPr/>
          </p:nvSpPr>
          <p:spPr>
            <a:xfrm>
              <a:off x="4977394" y="4216328"/>
              <a:ext cx="2028900" cy="1049700"/>
            </a:xfrm>
            <a:prstGeom prst="rect">
              <a:avLst/>
            </a:prstGeom>
            <a:solidFill>
              <a:srgbClr val="FFFFFF"/>
            </a:solidFill>
            <a:ln cap="flat" cmpd="sng" w="38100">
              <a:solidFill>
                <a:srgbClr val="72BFC5"/>
              </a:solidFill>
              <a:prstDash val="solid"/>
              <a:round/>
              <a:headEnd len="sm" w="sm" type="none"/>
              <a:tailEnd len="sm" w="sm" type="none"/>
            </a:ln>
            <a:effectLst>
              <a:outerShdw blurRad="63500" dir="2700000" dist="38100">
                <a:srgbClr val="000000">
                  <a:alpha val="39220"/>
                </a:srgbClr>
              </a:outerShdw>
            </a:effectLst>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Arial"/>
                <a:ea typeface="Arial"/>
                <a:cs typeface="Arial"/>
                <a:sym typeface="Arial"/>
              </a:endParaRPr>
            </a:p>
          </p:txBody>
        </p:sp>
        <p:sp>
          <p:nvSpPr>
            <p:cNvPr id="15023" name="Google Shape;15023;p256"/>
            <p:cNvSpPr txBox="1"/>
            <p:nvPr/>
          </p:nvSpPr>
          <p:spPr>
            <a:xfrm>
              <a:off x="4977394" y="4203246"/>
              <a:ext cx="2028900" cy="182100"/>
            </a:xfrm>
            <a:prstGeom prst="rect">
              <a:avLst/>
            </a:prstGeom>
            <a:solidFill>
              <a:srgbClr val="72BFC5"/>
            </a:solidFill>
            <a:ln cap="flat" cmpd="sng" w="38100">
              <a:solidFill>
                <a:srgbClr val="72BFC5"/>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rPr b="1" i="0" lang="es-419" sz="1000" u="none" cap="none" strike="noStrike">
                  <a:solidFill>
                    <a:srgbClr val="000000"/>
                  </a:solidFill>
                  <a:latin typeface="Arvo"/>
                  <a:ea typeface="Arvo"/>
                  <a:cs typeface="Arvo"/>
                  <a:sym typeface="Arvo"/>
                </a:rPr>
                <a:t>Formularios - D</a:t>
              </a:r>
              <a:r>
                <a:rPr b="1" lang="es-419" sz="1000">
                  <a:latin typeface="Arvo"/>
                  <a:ea typeface="Arvo"/>
                  <a:cs typeface="Arvo"/>
                  <a:sym typeface="Arvo"/>
                </a:rPr>
                <a:t>ialogo</a:t>
              </a:r>
              <a:endParaRPr i="0" sz="1000" u="none" cap="none" strike="noStrike">
                <a:solidFill>
                  <a:srgbClr val="000000"/>
                </a:solidFill>
                <a:latin typeface="Arvo"/>
                <a:ea typeface="Arvo"/>
                <a:cs typeface="Arvo"/>
                <a:sym typeface="Arvo"/>
              </a:endParaRPr>
            </a:p>
          </p:txBody>
        </p:sp>
      </p:grpSp>
      <p:grpSp>
        <p:nvGrpSpPr>
          <p:cNvPr id="15024" name="Google Shape;15024;p256"/>
          <p:cNvGrpSpPr/>
          <p:nvPr/>
        </p:nvGrpSpPr>
        <p:grpSpPr>
          <a:xfrm>
            <a:off x="7414088" y="1326038"/>
            <a:ext cx="2297245" cy="1823436"/>
            <a:chOff x="7166313" y="1509322"/>
            <a:chExt cx="1970700" cy="1321905"/>
          </a:xfrm>
        </p:grpSpPr>
        <p:sp>
          <p:nvSpPr>
            <p:cNvPr id="15025" name="Google Shape;15025;p256"/>
            <p:cNvSpPr txBox="1"/>
            <p:nvPr/>
          </p:nvSpPr>
          <p:spPr>
            <a:xfrm>
              <a:off x="7166313" y="1510328"/>
              <a:ext cx="1970700" cy="1320900"/>
            </a:xfrm>
            <a:prstGeom prst="rect">
              <a:avLst/>
            </a:prstGeom>
            <a:solidFill>
              <a:srgbClr val="FFFFFF"/>
            </a:solidFill>
            <a:ln cap="flat" cmpd="sng" w="38100">
              <a:solidFill>
                <a:srgbClr val="D9D9D9"/>
              </a:solidFill>
              <a:prstDash val="solid"/>
              <a:round/>
              <a:headEnd len="sm" w="sm" type="none"/>
              <a:tailEnd len="sm" w="sm" type="none"/>
            </a:ln>
            <a:effectLst>
              <a:outerShdw blurRad="63500" dir="2700000" dist="38100">
                <a:srgbClr val="000000">
                  <a:alpha val="39220"/>
                </a:srgbClr>
              </a:outerShdw>
            </a:effectLst>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Arial"/>
                <a:ea typeface="Arial"/>
                <a:cs typeface="Arial"/>
                <a:sym typeface="Arial"/>
              </a:endParaRPr>
            </a:p>
          </p:txBody>
        </p:sp>
        <p:sp>
          <p:nvSpPr>
            <p:cNvPr id="15026" name="Google Shape;15026;p256"/>
            <p:cNvSpPr txBox="1"/>
            <p:nvPr/>
          </p:nvSpPr>
          <p:spPr>
            <a:xfrm>
              <a:off x="7166313" y="1509322"/>
              <a:ext cx="1970700" cy="181800"/>
            </a:xfrm>
            <a:prstGeom prst="rect">
              <a:avLst/>
            </a:prstGeom>
            <a:solidFill>
              <a:srgbClr val="F2F2F2"/>
            </a:solidFill>
            <a:ln cap="flat" cmpd="sng" w="38100">
              <a:solidFill>
                <a:srgbClr val="D9D9D9"/>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rPr b="1" lang="es-419" sz="1000">
                  <a:latin typeface="Arvo"/>
                  <a:ea typeface="Arvo"/>
                  <a:cs typeface="Arvo"/>
                  <a:sym typeface="Arvo"/>
                </a:rPr>
                <a:t>Entidades </a:t>
              </a:r>
              <a:r>
                <a:rPr b="1" i="0" lang="es-419" sz="1000" u="none" cap="none" strike="noStrike">
                  <a:solidFill>
                    <a:srgbClr val="000000"/>
                  </a:solidFill>
                  <a:latin typeface="Arvo"/>
                  <a:ea typeface="Arvo"/>
                  <a:cs typeface="Arvo"/>
                  <a:sym typeface="Arvo"/>
                </a:rPr>
                <a:t>- </a:t>
              </a:r>
              <a:r>
                <a:rPr b="1" lang="es-419" sz="1000">
                  <a:latin typeface="Arvo"/>
                  <a:ea typeface="Arvo"/>
                  <a:cs typeface="Arvo"/>
                  <a:sym typeface="Arvo"/>
                </a:rPr>
                <a:t>Dominio</a:t>
              </a:r>
              <a:endParaRPr b="1" i="0" sz="1000" u="none" cap="none" strike="noStrike">
                <a:solidFill>
                  <a:srgbClr val="000000"/>
                </a:solidFill>
                <a:latin typeface="Arvo"/>
                <a:ea typeface="Arvo"/>
                <a:cs typeface="Arvo"/>
                <a:sym typeface="Arvo"/>
              </a:endParaRPr>
            </a:p>
          </p:txBody>
        </p:sp>
      </p:grpSp>
      <p:grpSp>
        <p:nvGrpSpPr>
          <p:cNvPr id="15027" name="Google Shape;15027;p256"/>
          <p:cNvGrpSpPr/>
          <p:nvPr/>
        </p:nvGrpSpPr>
        <p:grpSpPr>
          <a:xfrm>
            <a:off x="7413883" y="3312381"/>
            <a:ext cx="2297249" cy="3195411"/>
            <a:chOff x="7166309" y="2980271"/>
            <a:chExt cx="1970704" cy="2285701"/>
          </a:xfrm>
        </p:grpSpPr>
        <p:sp>
          <p:nvSpPr>
            <p:cNvPr id="15028" name="Google Shape;15028;p256"/>
            <p:cNvSpPr txBox="1"/>
            <p:nvPr/>
          </p:nvSpPr>
          <p:spPr>
            <a:xfrm>
              <a:off x="7166313" y="2980272"/>
              <a:ext cx="1970700" cy="2285700"/>
            </a:xfrm>
            <a:prstGeom prst="rect">
              <a:avLst/>
            </a:prstGeom>
            <a:solidFill>
              <a:srgbClr val="FFFFFF"/>
            </a:solidFill>
            <a:ln cap="flat" cmpd="sng" w="38100">
              <a:solidFill>
                <a:srgbClr val="C00000"/>
              </a:solidFill>
              <a:prstDash val="solid"/>
              <a:round/>
              <a:headEnd len="sm" w="sm" type="none"/>
              <a:tailEnd len="sm" w="sm" type="none"/>
            </a:ln>
            <a:effectLst>
              <a:outerShdw blurRad="63500" dir="2700000" dist="38100">
                <a:srgbClr val="000000">
                  <a:alpha val="39220"/>
                </a:srgbClr>
              </a:outerShdw>
            </a:effectLst>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Arial"/>
                <a:ea typeface="Arial"/>
                <a:cs typeface="Arial"/>
                <a:sym typeface="Arial"/>
              </a:endParaRPr>
            </a:p>
          </p:txBody>
        </p:sp>
        <p:sp>
          <p:nvSpPr>
            <p:cNvPr id="15029" name="Google Shape;15029;p256"/>
            <p:cNvSpPr txBox="1"/>
            <p:nvPr/>
          </p:nvSpPr>
          <p:spPr>
            <a:xfrm>
              <a:off x="7166309" y="2980271"/>
              <a:ext cx="1970700" cy="171300"/>
            </a:xfrm>
            <a:prstGeom prst="rect">
              <a:avLst/>
            </a:prstGeom>
            <a:solidFill>
              <a:srgbClr val="C00000"/>
            </a:solidFill>
            <a:ln cap="flat" cmpd="sng" w="38100">
              <a:solidFill>
                <a:srgbClr val="C00000"/>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FFFFFF"/>
                </a:buClr>
                <a:buSzPts val="1800"/>
                <a:buFont typeface="Arial"/>
                <a:buNone/>
              </a:pPr>
              <a:r>
                <a:rPr b="1" lang="es-419" sz="1000">
                  <a:solidFill>
                    <a:srgbClr val="FFFFFF"/>
                  </a:solidFill>
                  <a:latin typeface="Arvo"/>
                  <a:ea typeface="Arvo"/>
                  <a:cs typeface="Arvo"/>
                  <a:sym typeface="Arvo"/>
                </a:rPr>
                <a:t>Comunicación</a:t>
              </a:r>
              <a:endParaRPr i="0" sz="1000" u="none" cap="none" strike="noStrike">
                <a:solidFill>
                  <a:srgbClr val="000000"/>
                </a:solidFill>
                <a:latin typeface="Arvo"/>
                <a:ea typeface="Arvo"/>
                <a:cs typeface="Arvo"/>
                <a:sym typeface="Arvo"/>
              </a:endParaRPr>
            </a:p>
          </p:txBody>
        </p:sp>
      </p:grpSp>
    </p:spTree>
  </p:cSld>
  <p:clrMapOvr>
    <a:masterClrMapping/>
  </p:clrMapOvr>
</p:sldLayout>
</file>

<file path=ppt/slideLayouts/slideLayout25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Paleta 3">
  <p:cSld name="CUSTOM_3">
    <p:spTree>
      <p:nvGrpSpPr>
        <p:cNvPr id="15030" name="Shape 15030"/>
        <p:cNvGrpSpPr/>
        <p:nvPr/>
      </p:nvGrpSpPr>
      <p:grpSpPr>
        <a:xfrm>
          <a:off x="0" y="0"/>
          <a:ext cx="0" cy="0"/>
          <a:chOff x="0" y="0"/>
          <a:chExt cx="0" cy="0"/>
        </a:xfrm>
      </p:grpSpPr>
      <p:sp>
        <p:nvSpPr>
          <p:cNvPr id="15031" name="Google Shape;15031;p257"/>
          <p:cNvSpPr/>
          <p:nvPr/>
        </p:nvSpPr>
        <p:spPr>
          <a:xfrm>
            <a:off x="195013" y="263250"/>
            <a:ext cx="3319800" cy="421200"/>
          </a:xfrm>
          <a:prstGeom prst="roundRect">
            <a:avLst>
              <a:gd fmla="val 17492" name="adj"/>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s-419" sz="1200">
                <a:solidFill>
                  <a:srgbClr val="FFFFFF"/>
                </a:solidFill>
              </a:rPr>
              <a:t>Estructura de Procesos</a:t>
            </a:r>
            <a:endParaRPr b="1" sz="1100">
              <a:solidFill>
                <a:srgbClr val="FFFFFF"/>
              </a:solidFill>
            </a:endParaRPr>
          </a:p>
        </p:txBody>
      </p:sp>
      <p:cxnSp>
        <p:nvCxnSpPr>
          <p:cNvPr id="15032" name="Google Shape;15032;p257"/>
          <p:cNvCxnSpPr/>
          <p:nvPr/>
        </p:nvCxnSpPr>
        <p:spPr>
          <a:xfrm>
            <a:off x="3706088" y="164100"/>
            <a:ext cx="0" cy="6511800"/>
          </a:xfrm>
          <a:prstGeom prst="straightConnector1">
            <a:avLst/>
          </a:prstGeom>
          <a:noFill/>
          <a:ln cap="flat" cmpd="sng" w="28575">
            <a:solidFill>
              <a:srgbClr val="B7B7B7"/>
            </a:solidFill>
            <a:prstDash val="dash"/>
            <a:round/>
            <a:headEnd len="med" w="med" type="none"/>
            <a:tailEnd len="med" w="med" type="none"/>
          </a:ln>
        </p:spPr>
      </p:cxnSp>
      <p:sp>
        <p:nvSpPr>
          <p:cNvPr id="15033" name="Google Shape;15033;p257"/>
          <p:cNvSpPr/>
          <p:nvPr/>
        </p:nvSpPr>
        <p:spPr>
          <a:xfrm>
            <a:off x="195000" y="822275"/>
            <a:ext cx="3319800" cy="5853600"/>
          </a:xfrm>
          <a:prstGeom prst="roundRect">
            <a:avLst>
              <a:gd fmla="val 4230" name="adj"/>
            </a:avLst>
          </a:prstGeom>
          <a:solidFill>
            <a:srgbClr val="F3F3F3"/>
          </a:solidFill>
          <a:ln cap="flat" cmpd="sng" w="9525">
            <a:solidFill>
              <a:srgbClr val="F3F3F3"/>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4" name="Google Shape;15034;p257"/>
          <p:cNvSpPr/>
          <p:nvPr/>
        </p:nvSpPr>
        <p:spPr>
          <a:xfrm>
            <a:off x="287014" y="1073599"/>
            <a:ext cx="687600" cy="366900"/>
          </a:xfrm>
          <a:prstGeom prst="foldedCorner">
            <a:avLst>
              <a:gd fmla="val 16667" name="adj"/>
            </a:avLst>
          </a:prstGeom>
          <a:solidFill>
            <a:srgbClr val="F3F3F3"/>
          </a:solidFill>
          <a:ln cap="flat" cmpd="sng" w="9525">
            <a:solidFill>
              <a:srgbClr val="999999"/>
            </a:solidFill>
            <a:prstDash val="solid"/>
            <a:round/>
            <a:headEnd len="sm" w="sm" type="none"/>
            <a:tailEnd len="sm" w="sm" type="none"/>
          </a:ln>
          <a:effectLst>
            <a:outerShdw blurRad="57150" rotWithShape="0" algn="bl" dir="1920000" dist="19050">
              <a:srgbClr val="000000">
                <a:alpha val="22000"/>
              </a:srgbClr>
            </a:outerShdw>
          </a:effectLst>
        </p:spPr>
        <p:txBody>
          <a:bodyPr anchorCtr="0" anchor="t" bIns="18000" lIns="18000" spcFirstLastPara="1" rIns="18000" wrap="square" tIns="18000">
            <a:noAutofit/>
          </a:bodyPr>
          <a:lstStyle/>
          <a:p>
            <a:pPr indent="0" lvl="0" marL="0" rtl="0" algn="ctr">
              <a:spcBef>
                <a:spcPts val="0"/>
              </a:spcBef>
              <a:spcAft>
                <a:spcPts val="0"/>
              </a:spcAft>
              <a:buNone/>
            </a:pPr>
            <a:r>
              <a:rPr b="1" lang="es-419" sz="800"/>
              <a:t>&lt;...&gt;</a:t>
            </a:r>
            <a:endParaRPr b="1" sz="800"/>
          </a:p>
          <a:p>
            <a:pPr indent="0" lvl="0" marL="0" rtl="0" algn="ctr">
              <a:spcBef>
                <a:spcPts val="0"/>
              </a:spcBef>
              <a:spcAft>
                <a:spcPts val="0"/>
              </a:spcAft>
              <a:buNone/>
            </a:pPr>
            <a:r>
              <a:rPr lang="es-419" sz="800"/>
              <a:t>&lt;...&gt;</a:t>
            </a:r>
            <a:endParaRPr sz="800"/>
          </a:p>
        </p:txBody>
      </p:sp>
      <p:grpSp>
        <p:nvGrpSpPr>
          <p:cNvPr id="15035" name="Google Shape;15035;p257"/>
          <p:cNvGrpSpPr/>
          <p:nvPr/>
        </p:nvGrpSpPr>
        <p:grpSpPr>
          <a:xfrm>
            <a:off x="791843" y="2540959"/>
            <a:ext cx="801000" cy="434150"/>
            <a:chOff x="6170025" y="1408150"/>
            <a:chExt cx="801000" cy="434150"/>
          </a:xfrm>
        </p:grpSpPr>
        <p:cxnSp>
          <p:nvCxnSpPr>
            <p:cNvPr id="15036" name="Google Shape;15036;p257"/>
            <p:cNvCxnSpPr/>
            <p:nvPr/>
          </p:nvCxnSpPr>
          <p:spPr>
            <a:xfrm>
              <a:off x="6170025" y="1555500"/>
              <a:ext cx="801000" cy="286800"/>
            </a:xfrm>
            <a:prstGeom prst="bentConnector3">
              <a:avLst>
                <a:gd fmla="val 50000" name="adj1"/>
              </a:avLst>
            </a:prstGeom>
            <a:noFill/>
            <a:ln cap="flat" cmpd="sng" w="19050">
              <a:solidFill>
                <a:srgbClr val="274E13"/>
              </a:solidFill>
              <a:prstDash val="lgDash"/>
              <a:round/>
              <a:headEnd len="med" w="med" type="none"/>
              <a:tailEnd len="med" w="med" type="stealth"/>
            </a:ln>
          </p:spPr>
        </p:cxnSp>
        <p:sp>
          <p:nvSpPr>
            <p:cNvPr id="15037" name="Google Shape;15037;p257"/>
            <p:cNvSpPr txBox="1"/>
            <p:nvPr/>
          </p:nvSpPr>
          <p:spPr>
            <a:xfrm>
              <a:off x="6255333" y="1408150"/>
              <a:ext cx="623400" cy="123000"/>
            </a:xfrm>
            <a:prstGeom prst="rect">
              <a:avLst/>
            </a:prstGeom>
            <a:noFill/>
            <a:ln>
              <a:noFill/>
            </a:ln>
          </p:spPr>
          <p:txBody>
            <a:bodyPr anchorCtr="0" anchor="t" bIns="0" lIns="0" spcFirstLastPara="1" rIns="0" wrap="square" tIns="0">
              <a:spAutoFit/>
            </a:bodyPr>
            <a:lstStyle/>
            <a:p>
              <a:pPr indent="0" lvl="0" marL="0" rtl="0" algn="ctr">
                <a:spcBef>
                  <a:spcPts val="0"/>
                </a:spcBef>
                <a:spcAft>
                  <a:spcPts val="0"/>
                </a:spcAft>
                <a:buNone/>
              </a:pPr>
              <a:r>
                <a:rPr b="1" i="1" lang="es-419" sz="800">
                  <a:solidFill>
                    <a:srgbClr val="274E13"/>
                  </a:solidFill>
                </a:rPr>
                <a:t>includes</a:t>
              </a:r>
              <a:endParaRPr b="1" i="1" sz="800">
                <a:solidFill>
                  <a:srgbClr val="274E13"/>
                </a:solidFill>
              </a:endParaRPr>
            </a:p>
          </p:txBody>
        </p:sp>
      </p:grpSp>
      <p:grpSp>
        <p:nvGrpSpPr>
          <p:cNvPr id="15038" name="Google Shape;15038;p257"/>
          <p:cNvGrpSpPr/>
          <p:nvPr/>
        </p:nvGrpSpPr>
        <p:grpSpPr>
          <a:xfrm>
            <a:off x="2026468" y="2580397"/>
            <a:ext cx="801000" cy="434150"/>
            <a:chOff x="6170025" y="1408150"/>
            <a:chExt cx="801000" cy="434150"/>
          </a:xfrm>
        </p:grpSpPr>
        <p:cxnSp>
          <p:nvCxnSpPr>
            <p:cNvPr id="15039" name="Google Shape;15039;p257"/>
            <p:cNvCxnSpPr/>
            <p:nvPr/>
          </p:nvCxnSpPr>
          <p:spPr>
            <a:xfrm>
              <a:off x="6170025" y="1555500"/>
              <a:ext cx="801000" cy="286800"/>
            </a:xfrm>
            <a:prstGeom prst="bentConnector3">
              <a:avLst>
                <a:gd fmla="val 50000" name="adj1"/>
              </a:avLst>
            </a:prstGeom>
            <a:noFill/>
            <a:ln cap="flat" cmpd="sng" w="19050">
              <a:solidFill>
                <a:srgbClr val="990000"/>
              </a:solidFill>
              <a:prstDash val="lgDash"/>
              <a:round/>
              <a:headEnd len="med" w="med" type="none"/>
              <a:tailEnd len="med" w="med" type="stealth"/>
            </a:ln>
          </p:spPr>
        </p:cxnSp>
        <p:sp>
          <p:nvSpPr>
            <p:cNvPr id="15040" name="Google Shape;15040;p257"/>
            <p:cNvSpPr txBox="1"/>
            <p:nvPr/>
          </p:nvSpPr>
          <p:spPr>
            <a:xfrm>
              <a:off x="6255333" y="1408150"/>
              <a:ext cx="623400" cy="123000"/>
            </a:xfrm>
            <a:prstGeom prst="rect">
              <a:avLst/>
            </a:prstGeom>
            <a:noFill/>
            <a:ln>
              <a:noFill/>
            </a:ln>
          </p:spPr>
          <p:txBody>
            <a:bodyPr anchorCtr="0" anchor="t" bIns="0" lIns="0" spcFirstLastPara="1" rIns="0" wrap="square" tIns="0">
              <a:spAutoFit/>
            </a:bodyPr>
            <a:lstStyle/>
            <a:p>
              <a:pPr indent="0" lvl="0" marL="0" rtl="0" algn="ctr">
                <a:spcBef>
                  <a:spcPts val="0"/>
                </a:spcBef>
                <a:spcAft>
                  <a:spcPts val="0"/>
                </a:spcAft>
                <a:buNone/>
              </a:pPr>
              <a:r>
                <a:rPr b="1" i="1" lang="es-419" sz="800">
                  <a:solidFill>
                    <a:srgbClr val="990000"/>
                  </a:solidFill>
                </a:rPr>
                <a:t>extends</a:t>
              </a:r>
              <a:endParaRPr b="1" i="1" sz="800">
                <a:solidFill>
                  <a:srgbClr val="990000"/>
                </a:solidFill>
              </a:endParaRPr>
            </a:p>
          </p:txBody>
        </p:sp>
      </p:grpSp>
      <p:pic>
        <p:nvPicPr>
          <p:cNvPr id="15041" name="Google Shape;15041;p257"/>
          <p:cNvPicPr preferRelativeResize="0"/>
          <p:nvPr/>
        </p:nvPicPr>
        <p:blipFill rotWithShape="1">
          <a:blip r:embed="rId2">
            <a:alphaModFix/>
          </a:blip>
          <a:srcRect b="0" l="0" r="0" t="0"/>
          <a:stretch/>
        </p:blipFill>
        <p:spPr>
          <a:xfrm>
            <a:off x="2665759" y="1883602"/>
            <a:ext cx="189000" cy="540000"/>
          </a:xfrm>
          <a:prstGeom prst="rect">
            <a:avLst/>
          </a:prstGeom>
          <a:noFill/>
          <a:ln>
            <a:noFill/>
          </a:ln>
        </p:spPr>
      </p:pic>
      <p:pic>
        <p:nvPicPr>
          <p:cNvPr id="15042" name="Google Shape;15042;p257"/>
          <p:cNvPicPr preferRelativeResize="0"/>
          <p:nvPr/>
        </p:nvPicPr>
        <p:blipFill rotWithShape="1">
          <a:blip r:embed="rId3">
            <a:alphaModFix/>
          </a:blip>
          <a:srcRect b="0" l="0" r="0" t="0"/>
          <a:stretch/>
        </p:blipFill>
        <p:spPr>
          <a:xfrm>
            <a:off x="2236333" y="1883594"/>
            <a:ext cx="259200" cy="540000"/>
          </a:xfrm>
          <a:prstGeom prst="rect">
            <a:avLst/>
          </a:prstGeom>
          <a:noFill/>
          <a:ln>
            <a:noFill/>
          </a:ln>
        </p:spPr>
      </p:pic>
      <p:pic>
        <p:nvPicPr>
          <p:cNvPr id="15043" name="Google Shape;15043;p257"/>
          <p:cNvPicPr preferRelativeResize="0"/>
          <p:nvPr/>
        </p:nvPicPr>
        <p:blipFill rotWithShape="1">
          <a:blip r:embed="rId4">
            <a:alphaModFix/>
          </a:blip>
          <a:srcRect b="0" l="0" r="0" t="0"/>
          <a:stretch/>
        </p:blipFill>
        <p:spPr>
          <a:xfrm>
            <a:off x="3060890" y="1883600"/>
            <a:ext cx="259200" cy="540000"/>
          </a:xfrm>
          <a:prstGeom prst="rect">
            <a:avLst/>
          </a:prstGeom>
          <a:noFill/>
          <a:ln>
            <a:noFill/>
          </a:ln>
        </p:spPr>
      </p:pic>
      <p:grpSp>
        <p:nvGrpSpPr>
          <p:cNvPr id="15044" name="Google Shape;15044;p257"/>
          <p:cNvGrpSpPr/>
          <p:nvPr/>
        </p:nvGrpSpPr>
        <p:grpSpPr>
          <a:xfrm>
            <a:off x="1855443" y="936425"/>
            <a:ext cx="1541275" cy="839850"/>
            <a:chOff x="849038" y="4592425"/>
            <a:chExt cx="1541275" cy="839850"/>
          </a:xfrm>
        </p:grpSpPr>
        <p:sp>
          <p:nvSpPr>
            <p:cNvPr id="15045" name="Google Shape;15045;p257"/>
            <p:cNvSpPr/>
            <p:nvPr/>
          </p:nvSpPr>
          <p:spPr>
            <a:xfrm>
              <a:off x="850363" y="4592425"/>
              <a:ext cx="1527600" cy="831300"/>
            </a:xfrm>
            <a:prstGeom prst="snip2SameRect">
              <a:avLst>
                <a:gd fmla="val 37547" name="adj1"/>
                <a:gd fmla="val 0" name="adj2"/>
              </a:avLst>
            </a:prstGeom>
            <a:solidFill>
              <a:schemeClr val="l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i="1" lang="es-419" sz="1000"/>
                <a:t>&lt;...&gt;</a:t>
              </a:r>
              <a:endParaRPr i="1" sz="1000"/>
            </a:p>
          </p:txBody>
        </p:sp>
        <p:cxnSp>
          <p:nvCxnSpPr>
            <p:cNvPr id="15046" name="Google Shape;15046;p257"/>
            <p:cNvCxnSpPr/>
            <p:nvPr/>
          </p:nvCxnSpPr>
          <p:spPr>
            <a:xfrm flipH="1">
              <a:off x="849038" y="5009550"/>
              <a:ext cx="320100" cy="413700"/>
            </a:xfrm>
            <a:prstGeom prst="straightConnector1">
              <a:avLst/>
            </a:prstGeom>
            <a:noFill/>
            <a:ln cap="flat" cmpd="sng" w="9525">
              <a:solidFill>
                <a:schemeClr val="dk2"/>
              </a:solidFill>
              <a:prstDash val="solid"/>
              <a:round/>
              <a:headEnd len="med" w="med" type="none"/>
              <a:tailEnd len="med" w="med" type="none"/>
            </a:ln>
          </p:spPr>
        </p:cxnSp>
        <p:cxnSp>
          <p:nvCxnSpPr>
            <p:cNvPr id="15047" name="Google Shape;15047;p257"/>
            <p:cNvCxnSpPr/>
            <p:nvPr/>
          </p:nvCxnSpPr>
          <p:spPr>
            <a:xfrm>
              <a:off x="1163288" y="4592700"/>
              <a:ext cx="0" cy="425700"/>
            </a:xfrm>
            <a:prstGeom prst="straightConnector1">
              <a:avLst/>
            </a:prstGeom>
            <a:noFill/>
            <a:ln cap="flat" cmpd="sng" w="9525">
              <a:solidFill>
                <a:schemeClr val="dk2"/>
              </a:solidFill>
              <a:prstDash val="solid"/>
              <a:round/>
              <a:headEnd len="med" w="med" type="none"/>
              <a:tailEnd len="med" w="med" type="none"/>
            </a:ln>
          </p:spPr>
        </p:cxnSp>
        <p:cxnSp>
          <p:nvCxnSpPr>
            <p:cNvPr id="15048" name="Google Shape;15048;p257"/>
            <p:cNvCxnSpPr/>
            <p:nvPr/>
          </p:nvCxnSpPr>
          <p:spPr>
            <a:xfrm flipH="1" rot="10800000">
              <a:off x="1169138" y="5012425"/>
              <a:ext cx="892500" cy="3000"/>
            </a:xfrm>
            <a:prstGeom prst="straightConnector1">
              <a:avLst/>
            </a:prstGeom>
            <a:noFill/>
            <a:ln cap="flat" cmpd="sng" w="9525">
              <a:solidFill>
                <a:schemeClr val="dk2"/>
              </a:solidFill>
              <a:prstDash val="solid"/>
              <a:round/>
              <a:headEnd len="med" w="med" type="none"/>
              <a:tailEnd len="med" w="med" type="none"/>
            </a:ln>
          </p:spPr>
        </p:cxnSp>
        <p:cxnSp>
          <p:nvCxnSpPr>
            <p:cNvPr id="15049" name="Google Shape;15049;p257"/>
            <p:cNvCxnSpPr/>
            <p:nvPr/>
          </p:nvCxnSpPr>
          <p:spPr>
            <a:xfrm>
              <a:off x="2064138" y="4592700"/>
              <a:ext cx="0" cy="425700"/>
            </a:xfrm>
            <a:prstGeom prst="straightConnector1">
              <a:avLst/>
            </a:prstGeom>
            <a:noFill/>
            <a:ln cap="flat" cmpd="sng" w="9525">
              <a:solidFill>
                <a:schemeClr val="dk2"/>
              </a:solidFill>
              <a:prstDash val="solid"/>
              <a:round/>
              <a:headEnd len="med" w="med" type="none"/>
              <a:tailEnd len="med" w="med" type="none"/>
            </a:ln>
          </p:spPr>
        </p:cxnSp>
        <p:cxnSp>
          <p:nvCxnSpPr>
            <p:cNvPr id="15050" name="Google Shape;15050;p257"/>
            <p:cNvCxnSpPr/>
            <p:nvPr/>
          </p:nvCxnSpPr>
          <p:spPr>
            <a:xfrm rot="10800000">
              <a:off x="2067513" y="5018275"/>
              <a:ext cx="322800" cy="414000"/>
            </a:xfrm>
            <a:prstGeom prst="straightConnector1">
              <a:avLst/>
            </a:prstGeom>
            <a:noFill/>
            <a:ln cap="flat" cmpd="sng" w="9525">
              <a:solidFill>
                <a:schemeClr val="dk2"/>
              </a:solidFill>
              <a:prstDash val="solid"/>
              <a:round/>
              <a:headEnd len="med" w="med" type="none"/>
              <a:tailEnd len="med" w="med" type="none"/>
            </a:ln>
          </p:spPr>
        </p:cxnSp>
      </p:grpSp>
      <p:grpSp>
        <p:nvGrpSpPr>
          <p:cNvPr id="15051" name="Google Shape;15051;p257"/>
          <p:cNvGrpSpPr/>
          <p:nvPr/>
        </p:nvGrpSpPr>
        <p:grpSpPr>
          <a:xfrm>
            <a:off x="506231" y="3169679"/>
            <a:ext cx="2716200" cy="1366800"/>
            <a:chOff x="6859675" y="892675"/>
            <a:chExt cx="2716200" cy="1366800"/>
          </a:xfrm>
        </p:grpSpPr>
        <p:sp>
          <p:nvSpPr>
            <p:cNvPr id="15052" name="Google Shape;15052;p257"/>
            <p:cNvSpPr/>
            <p:nvPr/>
          </p:nvSpPr>
          <p:spPr>
            <a:xfrm>
              <a:off x="6859675" y="892675"/>
              <a:ext cx="2716200" cy="1366800"/>
            </a:xfrm>
            <a:prstGeom prst="roundRect">
              <a:avLst>
                <a:gd fmla="val 3146" name="adj"/>
              </a:avLst>
            </a:prstGeom>
            <a:solidFill>
              <a:srgbClr val="FFFFFF"/>
            </a:solidFill>
            <a:ln cap="flat" cmpd="sng" w="9525">
              <a:solidFill>
                <a:srgbClr val="EFEFEF"/>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t" bIns="18000" lIns="18000" spcFirstLastPara="1" rIns="18000" wrap="square" tIns="18000">
              <a:noAutofit/>
            </a:bodyPr>
            <a:lstStyle/>
            <a:p>
              <a:pPr indent="0" lvl="0" marL="0" rtl="0" algn="r">
                <a:spcBef>
                  <a:spcPts val="0"/>
                </a:spcBef>
                <a:spcAft>
                  <a:spcPts val="0"/>
                </a:spcAft>
                <a:buNone/>
              </a:pPr>
              <a:r>
                <a:t/>
              </a:r>
              <a:endParaRPr b="1" i="1" sz="900">
                <a:solidFill>
                  <a:srgbClr val="434343"/>
                </a:solidFill>
              </a:endParaRPr>
            </a:p>
          </p:txBody>
        </p:sp>
        <p:sp>
          <p:nvSpPr>
            <p:cNvPr id="15053" name="Google Shape;15053;p257"/>
            <p:cNvSpPr txBox="1"/>
            <p:nvPr/>
          </p:nvSpPr>
          <p:spPr>
            <a:xfrm>
              <a:off x="6939508" y="944250"/>
              <a:ext cx="376500" cy="265800"/>
            </a:xfrm>
            <a:prstGeom prst="rect">
              <a:avLst/>
            </a:prstGeom>
            <a:noFill/>
            <a:ln>
              <a:noFill/>
            </a:ln>
          </p:spPr>
          <p:txBody>
            <a:bodyPr anchorCtr="0" anchor="ctr" bIns="0" lIns="0" spcFirstLastPara="1" rIns="0" wrap="square" tIns="0">
              <a:noAutofit/>
            </a:bodyPr>
            <a:lstStyle/>
            <a:p>
              <a:pPr indent="0" lvl="0" marL="0" rtl="0" algn="r">
                <a:spcBef>
                  <a:spcPts val="0"/>
                </a:spcBef>
                <a:spcAft>
                  <a:spcPts val="0"/>
                </a:spcAft>
                <a:buNone/>
              </a:pPr>
              <a:r>
                <a:rPr lang="es-419" sz="700">
                  <a:latin typeface="Arvo"/>
                  <a:ea typeface="Arvo"/>
                  <a:cs typeface="Arvo"/>
                  <a:sym typeface="Arvo"/>
                </a:rPr>
                <a:t>Proceso:</a:t>
              </a:r>
              <a:endParaRPr sz="700">
                <a:latin typeface="Arvo"/>
                <a:ea typeface="Arvo"/>
                <a:cs typeface="Arvo"/>
                <a:sym typeface="Arvo"/>
              </a:endParaRPr>
            </a:p>
            <a:p>
              <a:pPr indent="0" lvl="0" marL="0" rtl="0" algn="r">
                <a:spcBef>
                  <a:spcPts val="0"/>
                </a:spcBef>
                <a:spcAft>
                  <a:spcPts val="0"/>
                </a:spcAft>
                <a:buNone/>
              </a:pPr>
              <a:r>
                <a:t/>
              </a:r>
              <a:endParaRPr i="1" sz="600">
                <a:solidFill>
                  <a:srgbClr val="666666"/>
                </a:solidFill>
                <a:latin typeface="Arvo"/>
                <a:ea typeface="Arvo"/>
                <a:cs typeface="Arvo"/>
                <a:sym typeface="Arvo"/>
              </a:endParaRPr>
            </a:p>
          </p:txBody>
        </p:sp>
        <p:sp>
          <p:nvSpPr>
            <p:cNvPr id="15054" name="Google Shape;15054;p257"/>
            <p:cNvSpPr/>
            <p:nvPr/>
          </p:nvSpPr>
          <p:spPr>
            <a:xfrm>
              <a:off x="7450814" y="951063"/>
              <a:ext cx="2049300" cy="160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600">
                <a:latin typeface="Roboto"/>
                <a:ea typeface="Roboto"/>
                <a:cs typeface="Roboto"/>
                <a:sym typeface="Roboto"/>
              </a:endParaRPr>
            </a:p>
          </p:txBody>
        </p:sp>
        <p:sp>
          <p:nvSpPr>
            <p:cNvPr id="15055" name="Google Shape;15055;p257"/>
            <p:cNvSpPr txBox="1"/>
            <p:nvPr/>
          </p:nvSpPr>
          <p:spPr>
            <a:xfrm>
              <a:off x="7450814" y="946863"/>
              <a:ext cx="1736100" cy="169200"/>
            </a:xfrm>
            <a:prstGeom prst="rect">
              <a:avLst/>
            </a:prstGeom>
            <a:noFill/>
            <a:ln>
              <a:noFill/>
            </a:ln>
          </p:spPr>
          <p:txBody>
            <a:bodyPr anchorCtr="0" anchor="ctr" bIns="18000" lIns="18000" spcFirstLastPara="1" rIns="18000" wrap="square" tIns="18000">
              <a:noAutofit/>
            </a:bodyPr>
            <a:lstStyle/>
            <a:p>
              <a:pPr indent="0" lvl="0" marL="0" rtl="0" algn="ctr">
                <a:spcBef>
                  <a:spcPts val="0"/>
                </a:spcBef>
                <a:spcAft>
                  <a:spcPts val="0"/>
                </a:spcAft>
                <a:buNone/>
              </a:pPr>
              <a:r>
                <a:rPr b="1" i="1" lang="es-419" sz="800">
                  <a:solidFill>
                    <a:srgbClr val="434343"/>
                  </a:solidFill>
                </a:rPr>
                <a:t>&lt;...&gt;</a:t>
              </a:r>
              <a:endParaRPr b="1" i="1" sz="800">
                <a:solidFill>
                  <a:srgbClr val="434343"/>
                </a:solidFill>
              </a:endParaRPr>
            </a:p>
          </p:txBody>
        </p:sp>
        <p:sp>
          <p:nvSpPr>
            <p:cNvPr id="15056" name="Google Shape;15056;p257"/>
            <p:cNvSpPr/>
            <p:nvPr/>
          </p:nvSpPr>
          <p:spPr>
            <a:xfrm>
              <a:off x="6965508" y="1159663"/>
              <a:ext cx="461700" cy="1038600"/>
            </a:xfrm>
            <a:prstGeom prst="roundRect">
              <a:avLst>
                <a:gd fmla="val 9856" name="adj"/>
              </a:avLst>
            </a:prstGeom>
            <a:solidFill>
              <a:schemeClr val="l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7" name="Google Shape;15057;p257"/>
            <p:cNvSpPr txBox="1"/>
            <p:nvPr/>
          </p:nvSpPr>
          <p:spPr>
            <a:xfrm>
              <a:off x="6965508" y="1204638"/>
              <a:ext cx="454500" cy="386700"/>
            </a:xfrm>
            <a:prstGeom prst="rect">
              <a:avLst/>
            </a:prstGeom>
            <a:noFill/>
            <a:ln>
              <a:noFill/>
            </a:ln>
          </p:spPr>
          <p:txBody>
            <a:bodyPr anchorCtr="0" anchor="t" bIns="18000" lIns="18000" spcFirstLastPara="1" rIns="18000" wrap="square" tIns="18000">
              <a:noAutofit/>
            </a:bodyPr>
            <a:lstStyle/>
            <a:p>
              <a:pPr indent="0" lvl="0" marL="0" rtl="0" algn="ctr">
                <a:spcBef>
                  <a:spcPts val="0"/>
                </a:spcBef>
                <a:spcAft>
                  <a:spcPts val="0"/>
                </a:spcAft>
                <a:buNone/>
              </a:pPr>
              <a:r>
                <a:rPr lang="es-419" sz="700"/>
                <a:t>&lt;...&gt;</a:t>
              </a:r>
              <a:endParaRPr sz="700"/>
            </a:p>
            <a:p>
              <a:pPr indent="0" lvl="0" marL="457200" rtl="0" algn="ctr">
                <a:spcBef>
                  <a:spcPts val="0"/>
                </a:spcBef>
                <a:spcAft>
                  <a:spcPts val="0"/>
                </a:spcAft>
                <a:buNone/>
              </a:pPr>
              <a:r>
                <a:t/>
              </a:r>
              <a:endParaRPr sz="700"/>
            </a:p>
          </p:txBody>
        </p:sp>
        <p:sp>
          <p:nvSpPr>
            <p:cNvPr id="15058" name="Google Shape;15058;p257"/>
            <p:cNvSpPr/>
            <p:nvPr/>
          </p:nvSpPr>
          <p:spPr>
            <a:xfrm>
              <a:off x="7479206" y="1159663"/>
              <a:ext cx="461700" cy="1038600"/>
            </a:xfrm>
            <a:prstGeom prst="roundRect">
              <a:avLst>
                <a:gd fmla="val 9856" name="adj"/>
              </a:avLst>
            </a:prstGeom>
            <a:solidFill>
              <a:schemeClr val="l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9" name="Google Shape;15059;p257"/>
            <p:cNvSpPr txBox="1"/>
            <p:nvPr/>
          </p:nvSpPr>
          <p:spPr>
            <a:xfrm>
              <a:off x="7479206" y="1204638"/>
              <a:ext cx="454500" cy="386700"/>
            </a:xfrm>
            <a:prstGeom prst="rect">
              <a:avLst/>
            </a:prstGeom>
            <a:noFill/>
            <a:ln>
              <a:noFill/>
            </a:ln>
          </p:spPr>
          <p:txBody>
            <a:bodyPr anchorCtr="0" anchor="t" bIns="18000" lIns="18000" spcFirstLastPara="1" rIns="18000" wrap="square" tIns="18000">
              <a:noAutofit/>
            </a:bodyPr>
            <a:lstStyle/>
            <a:p>
              <a:pPr indent="0" lvl="0" marL="0" rtl="0" algn="ctr">
                <a:spcBef>
                  <a:spcPts val="0"/>
                </a:spcBef>
                <a:spcAft>
                  <a:spcPts val="0"/>
                </a:spcAft>
                <a:buNone/>
              </a:pPr>
              <a:r>
                <a:rPr lang="es-419" sz="700"/>
                <a:t>&lt;...&gt;</a:t>
              </a:r>
              <a:endParaRPr sz="700"/>
            </a:p>
            <a:p>
              <a:pPr indent="0" lvl="0" marL="457200" rtl="0" algn="ctr">
                <a:spcBef>
                  <a:spcPts val="0"/>
                </a:spcBef>
                <a:spcAft>
                  <a:spcPts val="0"/>
                </a:spcAft>
                <a:buNone/>
              </a:pPr>
              <a:r>
                <a:t/>
              </a:r>
              <a:endParaRPr sz="700"/>
            </a:p>
          </p:txBody>
        </p:sp>
        <p:sp>
          <p:nvSpPr>
            <p:cNvPr id="15060" name="Google Shape;15060;p257"/>
            <p:cNvSpPr/>
            <p:nvPr/>
          </p:nvSpPr>
          <p:spPr>
            <a:xfrm>
              <a:off x="7998866" y="1159663"/>
              <a:ext cx="461700" cy="1038600"/>
            </a:xfrm>
            <a:prstGeom prst="roundRect">
              <a:avLst>
                <a:gd fmla="val 9856" name="adj"/>
              </a:avLst>
            </a:prstGeom>
            <a:solidFill>
              <a:schemeClr val="l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1" name="Google Shape;15061;p257"/>
            <p:cNvSpPr txBox="1"/>
            <p:nvPr/>
          </p:nvSpPr>
          <p:spPr>
            <a:xfrm>
              <a:off x="7998866" y="1204638"/>
              <a:ext cx="454500" cy="386700"/>
            </a:xfrm>
            <a:prstGeom prst="rect">
              <a:avLst/>
            </a:prstGeom>
            <a:noFill/>
            <a:ln>
              <a:noFill/>
            </a:ln>
          </p:spPr>
          <p:txBody>
            <a:bodyPr anchorCtr="0" anchor="t" bIns="18000" lIns="18000" spcFirstLastPara="1" rIns="18000" wrap="square" tIns="18000">
              <a:noAutofit/>
            </a:bodyPr>
            <a:lstStyle/>
            <a:p>
              <a:pPr indent="0" lvl="0" marL="0" rtl="0" algn="ctr">
                <a:spcBef>
                  <a:spcPts val="0"/>
                </a:spcBef>
                <a:spcAft>
                  <a:spcPts val="0"/>
                </a:spcAft>
                <a:buNone/>
              </a:pPr>
              <a:r>
                <a:rPr lang="es-419" sz="700"/>
                <a:t>&lt;...&gt;</a:t>
              </a:r>
              <a:endParaRPr sz="700"/>
            </a:p>
            <a:p>
              <a:pPr indent="0" lvl="0" marL="457200" rtl="0" algn="ctr">
                <a:spcBef>
                  <a:spcPts val="0"/>
                </a:spcBef>
                <a:spcAft>
                  <a:spcPts val="0"/>
                </a:spcAft>
                <a:buNone/>
              </a:pPr>
              <a:r>
                <a:t/>
              </a:r>
              <a:endParaRPr sz="700"/>
            </a:p>
          </p:txBody>
        </p:sp>
        <p:sp>
          <p:nvSpPr>
            <p:cNvPr id="15062" name="Google Shape;15062;p257"/>
            <p:cNvSpPr/>
            <p:nvPr/>
          </p:nvSpPr>
          <p:spPr>
            <a:xfrm>
              <a:off x="8518526" y="1159663"/>
              <a:ext cx="461700" cy="1038600"/>
            </a:xfrm>
            <a:prstGeom prst="roundRect">
              <a:avLst>
                <a:gd fmla="val 9856" name="adj"/>
              </a:avLst>
            </a:prstGeom>
            <a:solidFill>
              <a:schemeClr val="l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3" name="Google Shape;15063;p257"/>
            <p:cNvSpPr txBox="1"/>
            <p:nvPr/>
          </p:nvSpPr>
          <p:spPr>
            <a:xfrm>
              <a:off x="8518526" y="1204638"/>
              <a:ext cx="454500" cy="386700"/>
            </a:xfrm>
            <a:prstGeom prst="rect">
              <a:avLst/>
            </a:prstGeom>
            <a:noFill/>
            <a:ln>
              <a:noFill/>
            </a:ln>
          </p:spPr>
          <p:txBody>
            <a:bodyPr anchorCtr="0" anchor="t" bIns="18000" lIns="18000" spcFirstLastPara="1" rIns="18000" wrap="square" tIns="18000">
              <a:noAutofit/>
            </a:bodyPr>
            <a:lstStyle/>
            <a:p>
              <a:pPr indent="0" lvl="0" marL="0" rtl="0" algn="ctr">
                <a:spcBef>
                  <a:spcPts val="0"/>
                </a:spcBef>
                <a:spcAft>
                  <a:spcPts val="0"/>
                </a:spcAft>
                <a:buNone/>
              </a:pPr>
              <a:r>
                <a:rPr lang="es-419" sz="700"/>
                <a:t>&lt;...&gt;</a:t>
              </a:r>
              <a:endParaRPr sz="700"/>
            </a:p>
            <a:p>
              <a:pPr indent="0" lvl="0" marL="457200" rtl="0" algn="ctr">
                <a:spcBef>
                  <a:spcPts val="0"/>
                </a:spcBef>
                <a:spcAft>
                  <a:spcPts val="0"/>
                </a:spcAft>
                <a:buNone/>
              </a:pPr>
              <a:r>
                <a:t/>
              </a:r>
              <a:endParaRPr sz="700"/>
            </a:p>
          </p:txBody>
        </p:sp>
        <p:sp>
          <p:nvSpPr>
            <p:cNvPr id="15064" name="Google Shape;15064;p257"/>
            <p:cNvSpPr/>
            <p:nvPr/>
          </p:nvSpPr>
          <p:spPr>
            <a:xfrm>
              <a:off x="9038185" y="1159663"/>
              <a:ext cx="461700" cy="1038600"/>
            </a:xfrm>
            <a:prstGeom prst="roundRect">
              <a:avLst>
                <a:gd fmla="val 9856" name="adj"/>
              </a:avLst>
            </a:prstGeom>
            <a:solidFill>
              <a:schemeClr val="l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5" name="Google Shape;15065;p257"/>
            <p:cNvSpPr txBox="1"/>
            <p:nvPr/>
          </p:nvSpPr>
          <p:spPr>
            <a:xfrm>
              <a:off x="9038185" y="1204638"/>
              <a:ext cx="454500" cy="386700"/>
            </a:xfrm>
            <a:prstGeom prst="rect">
              <a:avLst/>
            </a:prstGeom>
            <a:noFill/>
            <a:ln>
              <a:noFill/>
            </a:ln>
          </p:spPr>
          <p:txBody>
            <a:bodyPr anchorCtr="0" anchor="t" bIns="18000" lIns="18000" spcFirstLastPara="1" rIns="18000" wrap="square" tIns="18000">
              <a:noAutofit/>
            </a:bodyPr>
            <a:lstStyle/>
            <a:p>
              <a:pPr indent="0" lvl="0" marL="0" rtl="0" algn="ctr">
                <a:spcBef>
                  <a:spcPts val="0"/>
                </a:spcBef>
                <a:spcAft>
                  <a:spcPts val="0"/>
                </a:spcAft>
                <a:buNone/>
              </a:pPr>
              <a:r>
                <a:rPr lang="es-419" sz="700"/>
                <a:t>&lt;...&gt;</a:t>
              </a:r>
              <a:endParaRPr sz="700"/>
            </a:p>
          </p:txBody>
        </p:sp>
      </p:grpSp>
      <p:cxnSp>
        <p:nvCxnSpPr>
          <p:cNvPr id="15066" name="Google Shape;15066;p257"/>
          <p:cNvCxnSpPr/>
          <p:nvPr/>
        </p:nvCxnSpPr>
        <p:spPr>
          <a:xfrm>
            <a:off x="473468" y="1675158"/>
            <a:ext cx="773700" cy="442200"/>
          </a:xfrm>
          <a:prstGeom prst="bentConnector3">
            <a:avLst>
              <a:gd fmla="val 50000" name="adj1"/>
            </a:avLst>
          </a:prstGeom>
          <a:noFill/>
          <a:ln cap="flat" cmpd="sng" w="19050">
            <a:solidFill>
              <a:schemeClr val="dk2"/>
            </a:solidFill>
            <a:prstDash val="dash"/>
            <a:round/>
            <a:headEnd len="med" w="med" type="none"/>
            <a:tailEnd len="med" w="med" type="stealth"/>
          </a:ln>
        </p:spPr>
      </p:cxnSp>
      <p:sp>
        <p:nvSpPr>
          <p:cNvPr id="15067" name="Google Shape;15067;p257"/>
          <p:cNvSpPr/>
          <p:nvPr/>
        </p:nvSpPr>
        <p:spPr>
          <a:xfrm>
            <a:off x="1059443" y="1103150"/>
            <a:ext cx="691500" cy="307800"/>
          </a:xfrm>
          <a:prstGeom prst="roundRect">
            <a:avLst>
              <a:gd fmla="val 5590" name="adj"/>
            </a:avLst>
          </a:prstGeom>
          <a:solidFill>
            <a:srgbClr val="D9EAD3"/>
          </a:solidFill>
          <a:ln cap="flat" cmpd="sng" w="9525">
            <a:solidFill>
              <a:srgbClr val="EFEFEF"/>
            </a:solidFill>
            <a:prstDash val="solid"/>
            <a:round/>
            <a:headEnd len="sm" w="sm" type="none"/>
            <a:tailEnd len="sm" w="sm" type="none"/>
          </a:ln>
          <a:effectLst>
            <a:outerShdw rotWithShape="0" algn="bl" dir="2820000" dist="9525">
              <a:srgbClr val="660000">
                <a:alpha val="50000"/>
              </a:srgbClr>
            </a:outerShdw>
          </a:effectLst>
        </p:spPr>
        <p:txBody>
          <a:bodyPr anchorCtr="0" anchor="ctr" bIns="18000" lIns="18000" spcFirstLastPara="1" rIns="18000" wrap="square" tIns="18000">
            <a:noAutofit/>
          </a:bodyPr>
          <a:lstStyle/>
          <a:p>
            <a:pPr indent="0" lvl="0" marL="0" rtl="0" algn="ctr">
              <a:spcBef>
                <a:spcPts val="0"/>
              </a:spcBef>
              <a:spcAft>
                <a:spcPts val="0"/>
              </a:spcAft>
              <a:buNone/>
            </a:pPr>
            <a:r>
              <a:rPr b="1" lang="es-419" sz="800"/>
              <a:t>&lt;..&gt;</a:t>
            </a:r>
            <a:endParaRPr b="1" sz="800">
              <a:latin typeface="Roboto"/>
              <a:ea typeface="Roboto"/>
              <a:cs typeface="Roboto"/>
              <a:sym typeface="Roboto"/>
            </a:endParaRPr>
          </a:p>
        </p:txBody>
      </p:sp>
      <p:pic>
        <p:nvPicPr>
          <p:cNvPr id="15068" name="Google Shape;15068;p257"/>
          <p:cNvPicPr preferRelativeResize="0"/>
          <p:nvPr/>
        </p:nvPicPr>
        <p:blipFill rotWithShape="1">
          <a:blip r:embed="rId5">
            <a:alphaModFix/>
          </a:blip>
          <a:srcRect b="0" l="0" r="0" t="0"/>
          <a:stretch/>
        </p:blipFill>
        <p:spPr>
          <a:xfrm>
            <a:off x="1839124" y="1883611"/>
            <a:ext cx="167400" cy="540000"/>
          </a:xfrm>
          <a:prstGeom prst="rect">
            <a:avLst/>
          </a:prstGeom>
          <a:noFill/>
          <a:ln>
            <a:noFill/>
          </a:ln>
        </p:spPr>
      </p:pic>
      <p:sp>
        <p:nvSpPr>
          <p:cNvPr id="15069" name="Google Shape;15069;p257"/>
          <p:cNvSpPr/>
          <p:nvPr/>
        </p:nvSpPr>
        <p:spPr>
          <a:xfrm>
            <a:off x="4005026" y="263250"/>
            <a:ext cx="3472500" cy="421200"/>
          </a:xfrm>
          <a:prstGeom prst="roundRect">
            <a:avLst>
              <a:gd fmla="val 17492" name="adj"/>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s-419" sz="1200">
                <a:solidFill>
                  <a:srgbClr val="FFFFFF"/>
                </a:solidFill>
              </a:rPr>
              <a:t>Estructura de Puntos de Automatización</a:t>
            </a:r>
            <a:endParaRPr b="1" sz="1100">
              <a:solidFill>
                <a:srgbClr val="FFFFFF"/>
              </a:solidFill>
            </a:endParaRPr>
          </a:p>
        </p:txBody>
      </p:sp>
      <p:sp>
        <p:nvSpPr>
          <p:cNvPr id="15070" name="Google Shape;15070;p257"/>
          <p:cNvSpPr/>
          <p:nvPr/>
        </p:nvSpPr>
        <p:spPr>
          <a:xfrm>
            <a:off x="4005000" y="822275"/>
            <a:ext cx="3472500" cy="5853600"/>
          </a:xfrm>
          <a:prstGeom prst="roundRect">
            <a:avLst>
              <a:gd fmla="val 4230" name="adj"/>
            </a:avLst>
          </a:prstGeom>
          <a:solidFill>
            <a:srgbClr val="F3F3F3"/>
          </a:solidFill>
          <a:ln cap="flat" cmpd="sng" w="9525">
            <a:solidFill>
              <a:srgbClr val="F3F3F3"/>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071" name="Google Shape;15071;p257"/>
          <p:cNvGrpSpPr/>
          <p:nvPr/>
        </p:nvGrpSpPr>
        <p:grpSpPr>
          <a:xfrm>
            <a:off x="4200298" y="1006178"/>
            <a:ext cx="3098700" cy="2874900"/>
            <a:chOff x="-3269900" y="813200"/>
            <a:chExt cx="3098700" cy="2874900"/>
          </a:xfrm>
        </p:grpSpPr>
        <p:sp>
          <p:nvSpPr>
            <p:cNvPr id="15072" name="Google Shape;15072;p257"/>
            <p:cNvSpPr/>
            <p:nvPr/>
          </p:nvSpPr>
          <p:spPr>
            <a:xfrm>
              <a:off x="-3269900" y="813200"/>
              <a:ext cx="3098700" cy="2874900"/>
            </a:xfrm>
            <a:prstGeom prst="roundRect">
              <a:avLst>
                <a:gd fmla="val 3233" name="adj"/>
              </a:avLst>
            </a:prstGeom>
            <a:solidFill>
              <a:srgbClr val="FFFFFF"/>
            </a:solidFill>
            <a:ln cap="flat" cmpd="sng" w="9525">
              <a:solidFill>
                <a:srgbClr val="EFEFEF"/>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t" bIns="18000" lIns="18000" spcFirstLastPara="1" rIns="18000" wrap="square" tIns="18000">
              <a:noAutofit/>
            </a:bodyPr>
            <a:lstStyle/>
            <a:p>
              <a:pPr indent="0" lvl="0" marL="0" rtl="0" algn="ctr">
                <a:spcBef>
                  <a:spcPts val="0"/>
                </a:spcBef>
                <a:spcAft>
                  <a:spcPts val="0"/>
                </a:spcAft>
                <a:buNone/>
              </a:pPr>
              <a:r>
                <a:rPr b="1" i="1" lang="es-419" sz="900">
                  <a:solidFill>
                    <a:srgbClr val="434343"/>
                  </a:solidFill>
                </a:rPr>
                <a:t>Puntos de Automatización</a:t>
              </a:r>
              <a:endParaRPr b="1" i="1" sz="900">
                <a:solidFill>
                  <a:srgbClr val="434343"/>
                </a:solidFill>
              </a:endParaRPr>
            </a:p>
          </p:txBody>
        </p:sp>
        <p:sp>
          <p:nvSpPr>
            <p:cNvPr id="15073" name="Google Shape;15073;p257"/>
            <p:cNvSpPr txBox="1"/>
            <p:nvPr/>
          </p:nvSpPr>
          <p:spPr>
            <a:xfrm>
              <a:off x="-3089724" y="1083825"/>
              <a:ext cx="1098600" cy="232500"/>
            </a:xfrm>
            <a:prstGeom prst="rect">
              <a:avLst/>
            </a:prstGeom>
            <a:noFill/>
            <a:ln>
              <a:noFill/>
            </a:ln>
          </p:spPr>
          <p:txBody>
            <a:bodyPr anchorCtr="0" anchor="ctr" bIns="0" lIns="0" spcFirstLastPara="1" rIns="0" wrap="square" tIns="0">
              <a:noAutofit/>
            </a:bodyPr>
            <a:lstStyle/>
            <a:p>
              <a:pPr indent="0" lvl="0" marL="0" rtl="0" algn="r">
                <a:spcBef>
                  <a:spcPts val="0"/>
                </a:spcBef>
                <a:spcAft>
                  <a:spcPts val="0"/>
                </a:spcAft>
                <a:buNone/>
              </a:pPr>
              <a:r>
                <a:rPr lang="es-419" sz="800">
                  <a:latin typeface="Arvo"/>
                  <a:ea typeface="Arvo"/>
                  <a:cs typeface="Arvo"/>
                  <a:sym typeface="Arvo"/>
                </a:rPr>
                <a:t>Actividad de Negocio</a:t>
              </a:r>
              <a:endParaRPr sz="800">
                <a:latin typeface="Arvo"/>
                <a:ea typeface="Arvo"/>
                <a:cs typeface="Arvo"/>
                <a:sym typeface="Arvo"/>
              </a:endParaRPr>
            </a:p>
            <a:p>
              <a:pPr indent="0" lvl="0" marL="0" rtl="0" algn="r">
                <a:spcBef>
                  <a:spcPts val="0"/>
                </a:spcBef>
                <a:spcAft>
                  <a:spcPts val="0"/>
                </a:spcAft>
                <a:buNone/>
              </a:pPr>
              <a:r>
                <a:rPr i="1" lang="es-419" sz="600">
                  <a:latin typeface="Arvo"/>
                  <a:ea typeface="Arvo"/>
                  <a:cs typeface="Arvo"/>
                  <a:sym typeface="Arvo"/>
                </a:rPr>
                <a:t>&lt;ej: Identificarse&gt;</a:t>
              </a:r>
              <a:endParaRPr i="1" sz="600">
                <a:latin typeface="Arvo"/>
                <a:ea typeface="Arvo"/>
                <a:cs typeface="Arvo"/>
                <a:sym typeface="Arvo"/>
              </a:endParaRPr>
            </a:p>
          </p:txBody>
        </p:sp>
        <p:sp>
          <p:nvSpPr>
            <p:cNvPr id="15074" name="Google Shape;15074;p257"/>
            <p:cNvSpPr/>
            <p:nvPr/>
          </p:nvSpPr>
          <p:spPr>
            <a:xfrm>
              <a:off x="-1959300" y="1060675"/>
              <a:ext cx="17313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600">
                <a:latin typeface="Roboto"/>
                <a:ea typeface="Roboto"/>
                <a:cs typeface="Roboto"/>
                <a:sym typeface="Roboto"/>
              </a:endParaRPr>
            </a:p>
          </p:txBody>
        </p:sp>
        <p:sp>
          <p:nvSpPr>
            <p:cNvPr id="15075" name="Google Shape;15075;p257"/>
            <p:cNvSpPr txBox="1"/>
            <p:nvPr/>
          </p:nvSpPr>
          <p:spPr>
            <a:xfrm>
              <a:off x="-1947450" y="1043175"/>
              <a:ext cx="1731300" cy="351900"/>
            </a:xfrm>
            <a:prstGeom prst="rect">
              <a:avLst/>
            </a:prstGeom>
            <a:noFill/>
            <a:ln>
              <a:noFill/>
            </a:ln>
          </p:spPr>
          <p:txBody>
            <a:bodyPr anchorCtr="0" anchor="ctr" bIns="18000" lIns="18000" spcFirstLastPara="1" rIns="18000" wrap="square" tIns="18000">
              <a:noAutofit/>
            </a:bodyPr>
            <a:lstStyle/>
            <a:p>
              <a:pPr indent="0" lvl="0" marL="0" rtl="0" algn="ctr">
                <a:spcBef>
                  <a:spcPts val="0"/>
                </a:spcBef>
                <a:spcAft>
                  <a:spcPts val="0"/>
                </a:spcAft>
                <a:buNone/>
              </a:pPr>
              <a:r>
                <a:t/>
              </a:r>
              <a:endParaRPr b="1" i="1" sz="800">
                <a:solidFill>
                  <a:srgbClr val="434343"/>
                </a:solidFill>
              </a:endParaRPr>
            </a:p>
          </p:txBody>
        </p:sp>
        <p:sp>
          <p:nvSpPr>
            <p:cNvPr id="15076" name="Google Shape;15076;p257"/>
            <p:cNvSpPr/>
            <p:nvPr/>
          </p:nvSpPr>
          <p:spPr>
            <a:xfrm>
              <a:off x="-2264100" y="1976599"/>
              <a:ext cx="6333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600">
                <a:latin typeface="Roboto"/>
                <a:ea typeface="Roboto"/>
                <a:cs typeface="Roboto"/>
                <a:sym typeface="Roboto"/>
              </a:endParaRPr>
            </a:p>
          </p:txBody>
        </p:sp>
        <p:sp>
          <p:nvSpPr>
            <p:cNvPr id="15077" name="Google Shape;15077;p257"/>
            <p:cNvSpPr/>
            <p:nvPr/>
          </p:nvSpPr>
          <p:spPr>
            <a:xfrm>
              <a:off x="-2264100" y="2361045"/>
              <a:ext cx="6333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600">
                <a:latin typeface="Roboto"/>
                <a:ea typeface="Roboto"/>
                <a:cs typeface="Roboto"/>
                <a:sym typeface="Roboto"/>
              </a:endParaRPr>
            </a:p>
          </p:txBody>
        </p:sp>
        <p:sp>
          <p:nvSpPr>
            <p:cNvPr id="15078" name="Google Shape;15078;p257"/>
            <p:cNvSpPr/>
            <p:nvPr/>
          </p:nvSpPr>
          <p:spPr>
            <a:xfrm>
              <a:off x="-2264100" y="2754449"/>
              <a:ext cx="6333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600">
                <a:latin typeface="Roboto"/>
                <a:ea typeface="Roboto"/>
                <a:cs typeface="Roboto"/>
                <a:sym typeface="Roboto"/>
              </a:endParaRPr>
            </a:p>
          </p:txBody>
        </p:sp>
        <p:sp>
          <p:nvSpPr>
            <p:cNvPr id="15079" name="Google Shape;15079;p257"/>
            <p:cNvSpPr/>
            <p:nvPr/>
          </p:nvSpPr>
          <p:spPr>
            <a:xfrm>
              <a:off x="-2264100" y="3130951"/>
              <a:ext cx="6333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600">
                <a:latin typeface="Roboto"/>
                <a:ea typeface="Roboto"/>
                <a:cs typeface="Roboto"/>
                <a:sym typeface="Roboto"/>
              </a:endParaRPr>
            </a:p>
          </p:txBody>
        </p:sp>
        <p:pic>
          <p:nvPicPr>
            <p:cNvPr id="15080" name="Google Shape;15080;p257"/>
            <p:cNvPicPr preferRelativeResize="0"/>
            <p:nvPr/>
          </p:nvPicPr>
          <p:blipFill rotWithShape="1">
            <a:blip r:embed="rId6">
              <a:alphaModFix/>
            </a:blip>
            <a:srcRect b="603" l="50354" r="37994" t="86695"/>
            <a:stretch/>
          </p:blipFill>
          <p:spPr>
            <a:xfrm>
              <a:off x="-2213375" y="2387276"/>
              <a:ext cx="261818" cy="288000"/>
            </a:xfrm>
            <a:prstGeom prst="rect">
              <a:avLst/>
            </a:prstGeom>
            <a:noFill/>
            <a:ln>
              <a:noFill/>
            </a:ln>
          </p:spPr>
        </p:pic>
        <p:pic>
          <p:nvPicPr>
            <p:cNvPr id="15081" name="Google Shape;15081;p257"/>
            <p:cNvPicPr preferRelativeResize="0"/>
            <p:nvPr/>
          </p:nvPicPr>
          <p:blipFill rotWithShape="1">
            <a:blip r:embed="rId6">
              <a:alphaModFix/>
            </a:blip>
            <a:srcRect b="603" l="50354" r="37994" t="86695"/>
            <a:stretch/>
          </p:blipFill>
          <p:spPr>
            <a:xfrm>
              <a:off x="-2191453" y="3156710"/>
              <a:ext cx="261818" cy="288000"/>
            </a:xfrm>
            <a:prstGeom prst="rect">
              <a:avLst/>
            </a:prstGeom>
            <a:noFill/>
            <a:ln>
              <a:noFill/>
            </a:ln>
          </p:spPr>
        </p:pic>
        <p:sp>
          <p:nvSpPr>
            <p:cNvPr id="15082" name="Google Shape;15082;p257"/>
            <p:cNvSpPr/>
            <p:nvPr/>
          </p:nvSpPr>
          <p:spPr>
            <a:xfrm>
              <a:off x="-1560550" y="1976600"/>
              <a:ext cx="13251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2000" lIns="72000" spcFirstLastPara="1" rIns="72000" wrap="square" tIns="72000">
              <a:noAutofit/>
            </a:bodyPr>
            <a:lstStyle/>
            <a:p>
              <a:pPr indent="0" lvl="0" marL="0" rtl="0" algn="l">
                <a:spcBef>
                  <a:spcPts val="0"/>
                </a:spcBef>
                <a:spcAft>
                  <a:spcPts val="0"/>
                </a:spcAft>
                <a:buNone/>
              </a:pPr>
              <a:r>
                <a:rPr lang="es-419" sz="800">
                  <a:latin typeface="Roboto"/>
                  <a:ea typeface="Roboto"/>
                  <a:cs typeface="Roboto"/>
                  <a:sym typeface="Roboto"/>
                </a:rPr>
                <a:t>&lt;...&gt;</a:t>
              </a:r>
              <a:endParaRPr sz="800">
                <a:latin typeface="Roboto"/>
                <a:ea typeface="Roboto"/>
                <a:cs typeface="Roboto"/>
                <a:sym typeface="Roboto"/>
              </a:endParaRPr>
            </a:p>
          </p:txBody>
        </p:sp>
        <p:sp>
          <p:nvSpPr>
            <p:cNvPr id="15083" name="Google Shape;15083;p257"/>
            <p:cNvSpPr/>
            <p:nvPr/>
          </p:nvSpPr>
          <p:spPr>
            <a:xfrm>
              <a:off x="-1560550" y="2361043"/>
              <a:ext cx="13251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2000" lIns="72000" spcFirstLastPara="1" rIns="72000" wrap="square" tIns="72000">
              <a:noAutofit/>
            </a:bodyPr>
            <a:lstStyle/>
            <a:p>
              <a:pPr indent="0" lvl="0" marL="0" rtl="0" algn="l">
                <a:spcBef>
                  <a:spcPts val="0"/>
                </a:spcBef>
                <a:spcAft>
                  <a:spcPts val="0"/>
                </a:spcAft>
                <a:buNone/>
              </a:pPr>
              <a:r>
                <a:rPr lang="es-419" sz="800">
                  <a:latin typeface="Roboto"/>
                  <a:ea typeface="Roboto"/>
                  <a:cs typeface="Roboto"/>
                  <a:sym typeface="Roboto"/>
                </a:rPr>
                <a:t>&lt;...&gt;</a:t>
              </a:r>
              <a:endParaRPr sz="800">
                <a:latin typeface="Roboto"/>
                <a:ea typeface="Roboto"/>
                <a:cs typeface="Roboto"/>
                <a:sym typeface="Roboto"/>
              </a:endParaRPr>
            </a:p>
          </p:txBody>
        </p:sp>
        <p:sp>
          <p:nvSpPr>
            <p:cNvPr id="15084" name="Google Shape;15084;p257"/>
            <p:cNvSpPr/>
            <p:nvPr/>
          </p:nvSpPr>
          <p:spPr>
            <a:xfrm>
              <a:off x="-1560550" y="2754444"/>
              <a:ext cx="13251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2000" lIns="72000" spcFirstLastPara="1" rIns="72000" wrap="square" tIns="72000">
              <a:noAutofit/>
            </a:bodyPr>
            <a:lstStyle/>
            <a:p>
              <a:pPr indent="0" lvl="0" marL="0" rtl="0" algn="l">
                <a:spcBef>
                  <a:spcPts val="0"/>
                </a:spcBef>
                <a:spcAft>
                  <a:spcPts val="0"/>
                </a:spcAft>
                <a:buNone/>
              </a:pPr>
              <a:r>
                <a:rPr lang="es-419" sz="800">
                  <a:latin typeface="Roboto"/>
                  <a:ea typeface="Roboto"/>
                  <a:cs typeface="Roboto"/>
                  <a:sym typeface="Roboto"/>
                </a:rPr>
                <a:t>&lt;...&gt;</a:t>
              </a:r>
              <a:endParaRPr sz="800">
                <a:latin typeface="Roboto"/>
                <a:ea typeface="Roboto"/>
                <a:cs typeface="Roboto"/>
                <a:sym typeface="Roboto"/>
              </a:endParaRPr>
            </a:p>
          </p:txBody>
        </p:sp>
        <p:sp>
          <p:nvSpPr>
            <p:cNvPr id="15085" name="Google Shape;15085;p257"/>
            <p:cNvSpPr/>
            <p:nvPr/>
          </p:nvSpPr>
          <p:spPr>
            <a:xfrm>
              <a:off x="-1560550" y="3140903"/>
              <a:ext cx="13251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2000" lIns="72000" spcFirstLastPara="1" rIns="72000" wrap="square" tIns="72000">
              <a:noAutofit/>
            </a:bodyPr>
            <a:lstStyle/>
            <a:p>
              <a:pPr indent="0" lvl="0" marL="0" rtl="0" algn="l">
                <a:spcBef>
                  <a:spcPts val="0"/>
                </a:spcBef>
                <a:spcAft>
                  <a:spcPts val="0"/>
                </a:spcAft>
                <a:buNone/>
              </a:pPr>
              <a:r>
                <a:rPr lang="es-419" sz="800">
                  <a:latin typeface="Roboto"/>
                  <a:ea typeface="Roboto"/>
                  <a:cs typeface="Roboto"/>
                  <a:sym typeface="Roboto"/>
                </a:rPr>
                <a:t>&lt;...&gt;</a:t>
              </a:r>
              <a:endParaRPr sz="800">
                <a:latin typeface="Roboto"/>
                <a:ea typeface="Roboto"/>
                <a:cs typeface="Roboto"/>
                <a:sym typeface="Roboto"/>
              </a:endParaRPr>
            </a:p>
          </p:txBody>
        </p:sp>
        <p:sp>
          <p:nvSpPr>
            <p:cNvPr id="15086" name="Google Shape;15086;p257"/>
            <p:cNvSpPr/>
            <p:nvPr/>
          </p:nvSpPr>
          <p:spPr>
            <a:xfrm>
              <a:off x="-3205580" y="2362700"/>
              <a:ext cx="8817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600">
                <a:latin typeface="Roboto"/>
                <a:ea typeface="Roboto"/>
                <a:cs typeface="Roboto"/>
                <a:sym typeface="Roboto"/>
              </a:endParaRPr>
            </a:p>
          </p:txBody>
        </p:sp>
        <p:sp>
          <p:nvSpPr>
            <p:cNvPr id="15087" name="Google Shape;15087;p257"/>
            <p:cNvSpPr txBox="1"/>
            <p:nvPr/>
          </p:nvSpPr>
          <p:spPr>
            <a:xfrm>
              <a:off x="-1447300" y="1458400"/>
              <a:ext cx="1098600" cy="4653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b="1" lang="es-419" sz="800">
                  <a:latin typeface="Arvo"/>
                  <a:ea typeface="Arvo"/>
                  <a:cs typeface="Arvo"/>
                  <a:sym typeface="Arvo"/>
                </a:rPr>
                <a:t>Acción interactiva:</a:t>
              </a:r>
              <a:endParaRPr b="1" sz="800">
                <a:latin typeface="Arvo"/>
                <a:ea typeface="Arvo"/>
                <a:cs typeface="Arvo"/>
                <a:sym typeface="Arvo"/>
              </a:endParaRPr>
            </a:p>
            <a:p>
              <a:pPr indent="0" lvl="0" marL="0" rtl="0" algn="ctr">
                <a:spcBef>
                  <a:spcPts val="0"/>
                </a:spcBef>
                <a:spcAft>
                  <a:spcPts val="0"/>
                </a:spcAft>
                <a:buNone/>
              </a:pPr>
              <a:r>
                <a:rPr i="1" lang="es-419" sz="600">
                  <a:latin typeface="Arvo"/>
                  <a:ea typeface="Arvo"/>
                  <a:cs typeface="Arvo"/>
                  <a:sym typeface="Arvo"/>
                </a:rPr>
                <a:t>&lt;ej: </a:t>
              </a:r>
              <a:r>
                <a:rPr i="1" lang="es-419" sz="600">
                  <a:solidFill>
                    <a:schemeClr val="dk1"/>
                  </a:solidFill>
                  <a:latin typeface="Roboto"/>
                  <a:ea typeface="Roboto"/>
                  <a:cs typeface="Roboto"/>
                  <a:sym typeface="Roboto"/>
                </a:rPr>
                <a:t>autenticar por huella y cara</a:t>
              </a:r>
              <a:r>
                <a:rPr i="1" lang="es-419" sz="600">
                  <a:latin typeface="Arvo"/>
                  <a:ea typeface="Arvo"/>
                  <a:cs typeface="Arvo"/>
                  <a:sym typeface="Arvo"/>
                </a:rPr>
                <a:t>&gt;</a:t>
              </a:r>
              <a:endParaRPr i="1" sz="600">
                <a:latin typeface="Arvo"/>
                <a:ea typeface="Arvo"/>
                <a:cs typeface="Arvo"/>
                <a:sym typeface="Arvo"/>
              </a:endParaRPr>
            </a:p>
          </p:txBody>
        </p:sp>
        <p:sp>
          <p:nvSpPr>
            <p:cNvPr id="15088" name="Google Shape;15088;p257"/>
            <p:cNvSpPr txBox="1"/>
            <p:nvPr/>
          </p:nvSpPr>
          <p:spPr>
            <a:xfrm>
              <a:off x="-2270600" y="1458400"/>
              <a:ext cx="702600" cy="4653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b="1" lang="es-419" sz="800">
                  <a:latin typeface="Arvo"/>
                  <a:ea typeface="Arvo"/>
                  <a:cs typeface="Arvo"/>
                  <a:sym typeface="Arvo"/>
                </a:rPr>
                <a:t>Punto de contacto</a:t>
              </a:r>
              <a:endParaRPr sz="800">
                <a:latin typeface="Arvo"/>
                <a:ea typeface="Arvo"/>
                <a:cs typeface="Arvo"/>
                <a:sym typeface="Arvo"/>
              </a:endParaRPr>
            </a:p>
          </p:txBody>
        </p:sp>
        <p:sp>
          <p:nvSpPr>
            <p:cNvPr id="15089" name="Google Shape;15089;p257"/>
            <p:cNvSpPr txBox="1"/>
            <p:nvPr/>
          </p:nvSpPr>
          <p:spPr>
            <a:xfrm>
              <a:off x="-3126063" y="1469121"/>
              <a:ext cx="702600" cy="4653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b="1" lang="es-419" sz="800">
                  <a:latin typeface="Arvo"/>
                  <a:ea typeface="Arvo"/>
                  <a:cs typeface="Arvo"/>
                  <a:sym typeface="Arvo"/>
                </a:rPr>
                <a:t>Rol</a:t>
              </a:r>
              <a:endParaRPr sz="800">
                <a:latin typeface="Arvo"/>
                <a:ea typeface="Arvo"/>
                <a:cs typeface="Arvo"/>
                <a:sym typeface="Arvo"/>
              </a:endParaRPr>
            </a:p>
          </p:txBody>
        </p:sp>
        <p:pic>
          <p:nvPicPr>
            <p:cNvPr id="15090" name="Google Shape;15090;p257"/>
            <p:cNvPicPr preferRelativeResize="0"/>
            <p:nvPr/>
          </p:nvPicPr>
          <p:blipFill rotWithShape="1">
            <a:blip r:embed="rId7">
              <a:alphaModFix/>
            </a:blip>
            <a:srcRect b="-868" l="0" r="82941" t="66946"/>
            <a:stretch/>
          </p:blipFill>
          <p:spPr>
            <a:xfrm>
              <a:off x="-3127829" y="1726844"/>
              <a:ext cx="702701" cy="702700"/>
            </a:xfrm>
            <a:prstGeom prst="rect">
              <a:avLst/>
            </a:prstGeom>
            <a:noFill/>
            <a:ln>
              <a:noFill/>
            </a:ln>
          </p:spPr>
        </p:pic>
        <p:sp>
          <p:nvSpPr>
            <p:cNvPr id="15091" name="Google Shape;15091;p257"/>
            <p:cNvSpPr txBox="1"/>
            <p:nvPr/>
          </p:nvSpPr>
          <p:spPr>
            <a:xfrm>
              <a:off x="-3127825" y="2377125"/>
              <a:ext cx="761100" cy="2325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b="1" lang="es-419" sz="800">
                  <a:latin typeface="Arvo"/>
                  <a:ea typeface="Arvo"/>
                  <a:cs typeface="Arvo"/>
                  <a:sym typeface="Arvo"/>
                </a:rPr>
                <a:t>Conductor</a:t>
              </a:r>
              <a:endParaRPr b="1" i="1" sz="700">
                <a:solidFill>
                  <a:srgbClr val="666666"/>
                </a:solidFill>
                <a:latin typeface="Arvo"/>
                <a:ea typeface="Arvo"/>
                <a:cs typeface="Arvo"/>
                <a:sym typeface="Arvo"/>
              </a:endParaRPr>
            </a:p>
          </p:txBody>
        </p:sp>
        <p:sp>
          <p:nvSpPr>
            <p:cNvPr id="15092" name="Google Shape;15092;p257"/>
            <p:cNvSpPr txBox="1"/>
            <p:nvPr/>
          </p:nvSpPr>
          <p:spPr>
            <a:xfrm>
              <a:off x="-3205576" y="2570725"/>
              <a:ext cx="964800" cy="232500"/>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t/>
              </a:r>
              <a:endParaRPr b="1" sz="800">
                <a:latin typeface="Arvo"/>
                <a:ea typeface="Arvo"/>
                <a:cs typeface="Arvo"/>
                <a:sym typeface="Arvo"/>
              </a:endParaRPr>
            </a:p>
            <a:p>
              <a:pPr indent="0" lvl="0" marL="0" rtl="0" algn="ctr">
                <a:spcBef>
                  <a:spcPts val="0"/>
                </a:spcBef>
                <a:spcAft>
                  <a:spcPts val="0"/>
                </a:spcAft>
                <a:buNone/>
              </a:pPr>
              <a:r>
                <a:rPr i="1" lang="es-419" sz="600">
                  <a:latin typeface="Arvo"/>
                  <a:ea typeface="Arvo"/>
                  <a:cs typeface="Arvo"/>
                  <a:sym typeface="Arvo"/>
                </a:rPr>
                <a:t>&lt;ej: conductor&gt;</a:t>
              </a:r>
              <a:endParaRPr i="1" sz="600">
                <a:latin typeface="Arvo"/>
                <a:ea typeface="Arvo"/>
                <a:cs typeface="Arvo"/>
                <a:sym typeface="Arvo"/>
              </a:endParaRPr>
            </a:p>
          </p:txBody>
        </p:sp>
        <p:pic>
          <p:nvPicPr>
            <p:cNvPr id="15093" name="Google Shape;15093;p257"/>
            <p:cNvPicPr preferRelativeResize="0"/>
            <p:nvPr/>
          </p:nvPicPr>
          <p:blipFill rotWithShape="1">
            <a:blip r:embed="rId8">
              <a:alphaModFix/>
            </a:blip>
            <a:srcRect b="0" l="0" r="65599" t="84478"/>
            <a:stretch/>
          </p:blipFill>
          <p:spPr>
            <a:xfrm>
              <a:off x="-1929625" y="3173750"/>
              <a:ext cx="261825" cy="265800"/>
            </a:xfrm>
            <a:prstGeom prst="rect">
              <a:avLst/>
            </a:prstGeom>
            <a:noFill/>
            <a:ln>
              <a:noFill/>
            </a:ln>
            <a:effectLst>
              <a:outerShdw blurRad="57150" rotWithShape="0" algn="bl" dir="5400000" dist="19050">
                <a:srgbClr val="000000">
                  <a:alpha val="50000"/>
                </a:srgbClr>
              </a:outerShdw>
            </a:effectLst>
          </p:spPr>
        </p:pic>
        <p:pic>
          <p:nvPicPr>
            <p:cNvPr id="15094" name="Google Shape;15094;p257"/>
            <p:cNvPicPr preferRelativeResize="0"/>
            <p:nvPr/>
          </p:nvPicPr>
          <p:blipFill rotWithShape="1">
            <a:blip r:embed="rId8">
              <a:alphaModFix/>
            </a:blip>
            <a:srcRect b="56583" l="0" r="65599" t="27896"/>
            <a:stretch/>
          </p:blipFill>
          <p:spPr>
            <a:xfrm>
              <a:off x="-1951550" y="2398375"/>
              <a:ext cx="261825" cy="265800"/>
            </a:xfrm>
            <a:prstGeom prst="rect">
              <a:avLst/>
            </a:prstGeom>
            <a:noFill/>
            <a:ln>
              <a:noFill/>
            </a:ln>
            <a:effectLst>
              <a:outerShdw blurRad="57150" rotWithShape="0" algn="bl" dir="5400000" dist="19050">
                <a:srgbClr val="000000">
                  <a:alpha val="50000"/>
                </a:srgbClr>
              </a:outerShdw>
            </a:effectLst>
          </p:spPr>
        </p:pic>
        <p:pic>
          <p:nvPicPr>
            <p:cNvPr id="15095" name="Google Shape;15095;p257"/>
            <p:cNvPicPr preferRelativeResize="0"/>
            <p:nvPr/>
          </p:nvPicPr>
          <p:blipFill rotWithShape="1">
            <a:blip r:embed="rId6">
              <a:alphaModFix/>
            </a:blip>
            <a:srcRect b="603" l="50354" r="37994" t="86695"/>
            <a:stretch/>
          </p:blipFill>
          <p:spPr>
            <a:xfrm>
              <a:off x="-2213375" y="2006276"/>
              <a:ext cx="261818" cy="288000"/>
            </a:xfrm>
            <a:prstGeom prst="rect">
              <a:avLst/>
            </a:prstGeom>
            <a:noFill/>
            <a:ln>
              <a:noFill/>
            </a:ln>
          </p:spPr>
        </p:pic>
        <p:pic>
          <p:nvPicPr>
            <p:cNvPr id="15096" name="Google Shape;15096;p257"/>
            <p:cNvPicPr preferRelativeResize="0"/>
            <p:nvPr/>
          </p:nvPicPr>
          <p:blipFill rotWithShape="1">
            <a:blip r:embed="rId8">
              <a:alphaModFix/>
            </a:blip>
            <a:srcRect b="26533" l="31394" r="34205" t="57946"/>
            <a:stretch/>
          </p:blipFill>
          <p:spPr>
            <a:xfrm>
              <a:off x="-1951550" y="2017375"/>
              <a:ext cx="261825" cy="265800"/>
            </a:xfrm>
            <a:prstGeom prst="rect">
              <a:avLst/>
            </a:prstGeom>
            <a:noFill/>
            <a:ln>
              <a:noFill/>
            </a:ln>
            <a:effectLst>
              <a:outerShdw blurRad="57150" rotWithShape="0" algn="bl" dir="5400000" dist="19050">
                <a:srgbClr val="000000">
                  <a:alpha val="50000"/>
                </a:srgbClr>
              </a:outerShdw>
            </a:effectLst>
          </p:spPr>
        </p:pic>
      </p:grpSp>
      <p:grpSp>
        <p:nvGrpSpPr>
          <p:cNvPr id="15097" name="Google Shape;15097;p257"/>
          <p:cNvGrpSpPr/>
          <p:nvPr/>
        </p:nvGrpSpPr>
        <p:grpSpPr>
          <a:xfrm>
            <a:off x="410000" y="4705769"/>
            <a:ext cx="2955900" cy="1814700"/>
            <a:chOff x="-3261600" y="4165325"/>
            <a:chExt cx="2955900" cy="1814700"/>
          </a:xfrm>
        </p:grpSpPr>
        <p:sp>
          <p:nvSpPr>
            <p:cNvPr id="15098" name="Google Shape;15098;p257"/>
            <p:cNvSpPr/>
            <p:nvPr/>
          </p:nvSpPr>
          <p:spPr>
            <a:xfrm>
              <a:off x="-3261600" y="4165325"/>
              <a:ext cx="2955900" cy="1814700"/>
            </a:xfrm>
            <a:prstGeom prst="roundRect">
              <a:avLst>
                <a:gd fmla="val 3233" name="adj"/>
              </a:avLst>
            </a:prstGeom>
            <a:solidFill>
              <a:srgbClr val="FFFFFF"/>
            </a:solidFill>
            <a:ln cap="flat" cmpd="sng" w="9525">
              <a:solidFill>
                <a:srgbClr val="EFEFEF"/>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t" bIns="18000" lIns="18000" spcFirstLastPara="1" rIns="18000" wrap="square" tIns="18000">
              <a:noAutofit/>
            </a:bodyPr>
            <a:lstStyle/>
            <a:p>
              <a:pPr indent="0" lvl="0" marL="0" rtl="0" algn="ctr">
                <a:spcBef>
                  <a:spcPts val="0"/>
                </a:spcBef>
                <a:spcAft>
                  <a:spcPts val="0"/>
                </a:spcAft>
                <a:buNone/>
              </a:pPr>
              <a:r>
                <a:rPr b="1" i="1" lang="es-419" sz="900">
                  <a:solidFill>
                    <a:srgbClr val="434343"/>
                  </a:solidFill>
                </a:rPr>
                <a:t>Objetivos de Proceso</a:t>
              </a:r>
              <a:endParaRPr b="1" i="1" sz="900">
                <a:solidFill>
                  <a:srgbClr val="434343"/>
                </a:solidFill>
              </a:endParaRPr>
            </a:p>
          </p:txBody>
        </p:sp>
        <p:sp>
          <p:nvSpPr>
            <p:cNvPr id="15099" name="Google Shape;15099;p257"/>
            <p:cNvSpPr txBox="1"/>
            <p:nvPr/>
          </p:nvSpPr>
          <p:spPr>
            <a:xfrm>
              <a:off x="-1831833" y="4425758"/>
              <a:ext cx="1069200" cy="2166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t/>
              </a:r>
              <a:endParaRPr b="1" sz="600"/>
            </a:p>
          </p:txBody>
        </p:sp>
        <p:sp>
          <p:nvSpPr>
            <p:cNvPr id="15100" name="Google Shape;15100;p257"/>
            <p:cNvSpPr txBox="1"/>
            <p:nvPr/>
          </p:nvSpPr>
          <p:spPr>
            <a:xfrm>
              <a:off x="-3145225" y="4433975"/>
              <a:ext cx="1011000" cy="232500"/>
            </a:xfrm>
            <a:prstGeom prst="rect">
              <a:avLst/>
            </a:prstGeom>
            <a:noFill/>
            <a:ln>
              <a:noFill/>
            </a:ln>
          </p:spPr>
          <p:txBody>
            <a:bodyPr anchorCtr="0" anchor="ctr" bIns="0" lIns="0" spcFirstLastPara="1" rIns="0" wrap="square" tIns="0">
              <a:noAutofit/>
            </a:bodyPr>
            <a:lstStyle/>
            <a:p>
              <a:pPr indent="0" lvl="0" marL="0" rtl="0" algn="r">
                <a:spcBef>
                  <a:spcPts val="0"/>
                </a:spcBef>
                <a:spcAft>
                  <a:spcPts val="0"/>
                </a:spcAft>
                <a:buNone/>
              </a:pPr>
              <a:r>
                <a:rPr lang="es-419" sz="700">
                  <a:latin typeface="Arvo"/>
                  <a:ea typeface="Arvo"/>
                  <a:cs typeface="Arvo"/>
                  <a:sym typeface="Arvo"/>
                </a:rPr>
                <a:t>Nombre del Proceso:</a:t>
              </a:r>
              <a:endParaRPr sz="700">
                <a:latin typeface="Arvo"/>
                <a:ea typeface="Arvo"/>
                <a:cs typeface="Arvo"/>
                <a:sym typeface="Arvo"/>
              </a:endParaRPr>
            </a:p>
            <a:p>
              <a:pPr indent="0" lvl="0" marL="0" rtl="0" algn="r">
                <a:spcBef>
                  <a:spcPts val="0"/>
                </a:spcBef>
                <a:spcAft>
                  <a:spcPts val="0"/>
                </a:spcAft>
                <a:buNone/>
              </a:pPr>
              <a:r>
                <a:rPr i="1" lang="es-419" sz="600">
                  <a:solidFill>
                    <a:srgbClr val="666666"/>
                  </a:solidFill>
                  <a:latin typeface="Arvo"/>
                  <a:ea typeface="Arvo"/>
                  <a:cs typeface="Arvo"/>
                  <a:sym typeface="Arvo"/>
                </a:rPr>
                <a:t>ej: Reserva de citas médicas</a:t>
              </a:r>
              <a:endParaRPr i="1" sz="600">
                <a:solidFill>
                  <a:srgbClr val="666666"/>
                </a:solidFill>
                <a:latin typeface="Arvo"/>
                <a:ea typeface="Arvo"/>
                <a:cs typeface="Arvo"/>
                <a:sym typeface="Arvo"/>
              </a:endParaRPr>
            </a:p>
          </p:txBody>
        </p:sp>
        <p:sp>
          <p:nvSpPr>
            <p:cNvPr id="15101" name="Google Shape;15101;p257"/>
            <p:cNvSpPr txBox="1"/>
            <p:nvPr/>
          </p:nvSpPr>
          <p:spPr>
            <a:xfrm>
              <a:off x="-3145224" y="5374533"/>
              <a:ext cx="1011000" cy="232500"/>
            </a:xfrm>
            <a:prstGeom prst="rect">
              <a:avLst/>
            </a:prstGeom>
            <a:noFill/>
            <a:ln>
              <a:noFill/>
            </a:ln>
          </p:spPr>
          <p:txBody>
            <a:bodyPr anchorCtr="0" anchor="ctr" bIns="0" lIns="0" spcFirstLastPara="1" rIns="0" wrap="square" tIns="0">
              <a:noAutofit/>
            </a:bodyPr>
            <a:lstStyle/>
            <a:p>
              <a:pPr indent="0" lvl="0" marL="0" rtl="0" algn="r">
                <a:spcBef>
                  <a:spcPts val="0"/>
                </a:spcBef>
                <a:spcAft>
                  <a:spcPts val="0"/>
                </a:spcAft>
                <a:buNone/>
              </a:pPr>
              <a:r>
                <a:rPr lang="es-419" sz="700">
                  <a:latin typeface="Arvo"/>
                  <a:ea typeface="Arvo"/>
                  <a:cs typeface="Arvo"/>
                  <a:sym typeface="Arvo"/>
                </a:rPr>
                <a:t>Meta Cliente:</a:t>
              </a:r>
              <a:endParaRPr sz="700">
                <a:latin typeface="Arvo"/>
                <a:ea typeface="Arvo"/>
                <a:cs typeface="Arvo"/>
                <a:sym typeface="Arvo"/>
              </a:endParaRPr>
            </a:p>
            <a:p>
              <a:pPr indent="0" lvl="0" marL="0" rtl="0" algn="r">
                <a:lnSpc>
                  <a:spcPct val="85000"/>
                </a:lnSpc>
                <a:spcBef>
                  <a:spcPts val="0"/>
                </a:spcBef>
                <a:spcAft>
                  <a:spcPts val="0"/>
                </a:spcAft>
                <a:buClr>
                  <a:srgbClr val="000000"/>
                </a:buClr>
                <a:buSzPts val="1100"/>
                <a:buFont typeface="Arial"/>
                <a:buNone/>
              </a:pPr>
              <a:r>
                <a:rPr lang="es-419" sz="500">
                  <a:solidFill>
                    <a:srgbClr val="000000"/>
                  </a:solidFill>
                  <a:latin typeface="Arvo"/>
                  <a:ea typeface="Arvo"/>
                  <a:cs typeface="Arvo"/>
                  <a:sym typeface="Arvo"/>
                </a:rPr>
                <a:t>&lt;sustantivo&gt;&lt;adjetivo&gt;</a:t>
              </a:r>
              <a:endParaRPr sz="600">
                <a:latin typeface="Arvo"/>
                <a:ea typeface="Arvo"/>
                <a:cs typeface="Arvo"/>
                <a:sym typeface="Arvo"/>
              </a:endParaRPr>
            </a:p>
            <a:p>
              <a:pPr indent="0" lvl="0" marL="0" rtl="0" algn="r">
                <a:spcBef>
                  <a:spcPts val="0"/>
                </a:spcBef>
                <a:spcAft>
                  <a:spcPts val="0"/>
                </a:spcAft>
                <a:buNone/>
              </a:pPr>
              <a:r>
                <a:rPr i="1" lang="es-419" sz="600">
                  <a:latin typeface="Arvo"/>
                  <a:ea typeface="Arvo"/>
                  <a:cs typeface="Arvo"/>
                  <a:sym typeface="Arvo"/>
                </a:rPr>
                <a:t> </a:t>
              </a:r>
              <a:r>
                <a:rPr i="1" lang="es-419" sz="600">
                  <a:solidFill>
                    <a:srgbClr val="666666"/>
                  </a:solidFill>
                  <a:latin typeface="Arvo"/>
                  <a:ea typeface="Arvo"/>
                  <a:cs typeface="Arvo"/>
                  <a:sym typeface="Arvo"/>
                </a:rPr>
                <a:t>ej: cita reservada</a:t>
              </a:r>
              <a:endParaRPr i="1" sz="600">
                <a:solidFill>
                  <a:srgbClr val="666666"/>
                </a:solidFill>
                <a:latin typeface="Arvo"/>
                <a:ea typeface="Arvo"/>
                <a:cs typeface="Arvo"/>
                <a:sym typeface="Arvo"/>
              </a:endParaRPr>
            </a:p>
          </p:txBody>
        </p:sp>
        <p:sp>
          <p:nvSpPr>
            <p:cNvPr id="15102" name="Google Shape;15102;p257"/>
            <p:cNvSpPr txBox="1"/>
            <p:nvPr/>
          </p:nvSpPr>
          <p:spPr>
            <a:xfrm>
              <a:off x="-3145224" y="5658000"/>
              <a:ext cx="1011000" cy="248700"/>
            </a:xfrm>
            <a:prstGeom prst="rect">
              <a:avLst/>
            </a:prstGeom>
            <a:noFill/>
            <a:ln>
              <a:noFill/>
            </a:ln>
          </p:spPr>
          <p:txBody>
            <a:bodyPr anchorCtr="0" anchor="ctr" bIns="0" lIns="0" spcFirstLastPara="1" rIns="0" wrap="square" tIns="0">
              <a:spAutoFit/>
            </a:bodyPr>
            <a:lstStyle/>
            <a:p>
              <a:pPr indent="0" lvl="0" marL="0" marR="0" rtl="0" algn="r">
                <a:lnSpc>
                  <a:spcPct val="85000"/>
                </a:lnSpc>
                <a:spcBef>
                  <a:spcPts val="0"/>
                </a:spcBef>
                <a:spcAft>
                  <a:spcPts val="0"/>
                </a:spcAft>
                <a:buNone/>
              </a:pPr>
              <a:r>
                <a:rPr lang="es-419" sz="700">
                  <a:latin typeface="Arvo"/>
                  <a:ea typeface="Arvo"/>
                  <a:cs typeface="Arvo"/>
                  <a:sym typeface="Arvo"/>
                </a:rPr>
                <a:t>Meta Empresa:</a:t>
              </a:r>
              <a:endParaRPr sz="700">
                <a:latin typeface="Arvo"/>
                <a:ea typeface="Arvo"/>
                <a:cs typeface="Arvo"/>
                <a:sym typeface="Arvo"/>
              </a:endParaRPr>
            </a:p>
            <a:p>
              <a:pPr indent="0" lvl="0" marL="0" marR="0" rtl="0" algn="r">
                <a:lnSpc>
                  <a:spcPct val="85000"/>
                </a:lnSpc>
                <a:spcBef>
                  <a:spcPts val="0"/>
                </a:spcBef>
                <a:spcAft>
                  <a:spcPts val="0"/>
                </a:spcAft>
                <a:buNone/>
              </a:pPr>
              <a:r>
                <a:rPr lang="es-419" sz="500">
                  <a:latin typeface="Arvo"/>
                  <a:ea typeface="Arvo"/>
                  <a:cs typeface="Arvo"/>
                  <a:sym typeface="Arvo"/>
                </a:rPr>
                <a:t>&lt;sustantivo&gt;&lt;adjetivo&gt;</a:t>
              </a:r>
              <a:r>
                <a:rPr lang="es-419" sz="600">
                  <a:solidFill>
                    <a:srgbClr val="000000"/>
                  </a:solidFill>
                </a:rPr>
                <a:t> </a:t>
              </a:r>
              <a:endParaRPr sz="600">
                <a:solidFill>
                  <a:srgbClr val="000000"/>
                </a:solidFill>
              </a:endParaRPr>
            </a:p>
            <a:p>
              <a:pPr indent="0" lvl="0" marL="0" marR="0" rtl="0" algn="r">
                <a:lnSpc>
                  <a:spcPct val="85000"/>
                </a:lnSpc>
                <a:spcBef>
                  <a:spcPts val="0"/>
                </a:spcBef>
                <a:spcAft>
                  <a:spcPts val="0"/>
                </a:spcAft>
                <a:buNone/>
              </a:pPr>
              <a:r>
                <a:rPr i="1" lang="es-419" sz="600">
                  <a:solidFill>
                    <a:srgbClr val="666666"/>
                  </a:solidFill>
                  <a:latin typeface="Arvo"/>
                  <a:ea typeface="Arvo"/>
                  <a:cs typeface="Arvo"/>
                  <a:sym typeface="Arvo"/>
                </a:rPr>
                <a:t>ej: agenda actualizada</a:t>
              </a:r>
              <a:endParaRPr i="1" sz="600">
                <a:latin typeface="Arvo"/>
                <a:ea typeface="Arvo"/>
                <a:cs typeface="Arvo"/>
                <a:sym typeface="Arvo"/>
              </a:endParaRPr>
            </a:p>
          </p:txBody>
        </p:sp>
        <p:sp>
          <p:nvSpPr>
            <p:cNvPr id="15103" name="Google Shape;15103;p257"/>
            <p:cNvSpPr txBox="1"/>
            <p:nvPr/>
          </p:nvSpPr>
          <p:spPr>
            <a:xfrm>
              <a:off x="-3145224" y="4720952"/>
              <a:ext cx="1011000" cy="265500"/>
            </a:xfrm>
            <a:prstGeom prst="rect">
              <a:avLst/>
            </a:prstGeom>
            <a:noFill/>
            <a:ln>
              <a:noFill/>
            </a:ln>
          </p:spPr>
          <p:txBody>
            <a:bodyPr anchorCtr="0" anchor="ctr" bIns="0" lIns="0" spcFirstLastPara="1" rIns="0" wrap="square" tIns="0">
              <a:spAutoFit/>
            </a:bodyPr>
            <a:lstStyle/>
            <a:p>
              <a:pPr indent="0" lvl="0" marL="0" rtl="0" algn="r">
                <a:spcBef>
                  <a:spcPts val="0"/>
                </a:spcBef>
                <a:spcAft>
                  <a:spcPts val="0"/>
                </a:spcAft>
                <a:buNone/>
              </a:pPr>
              <a:r>
                <a:rPr lang="es-419" sz="700">
                  <a:latin typeface="Arvo"/>
                  <a:ea typeface="Arvo"/>
                  <a:cs typeface="Arvo"/>
                  <a:sym typeface="Arvo"/>
                </a:rPr>
                <a:t>Precondiciones:</a:t>
              </a:r>
              <a:endParaRPr sz="700">
                <a:latin typeface="Arvo"/>
                <a:ea typeface="Arvo"/>
                <a:cs typeface="Arvo"/>
                <a:sym typeface="Arvo"/>
              </a:endParaRPr>
            </a:p>
            <a:p>
              <a:pPr indent="0" lvl="0" marL="0" rtl="0" algn="r">
                <a:lnSpc>
                  <a:spcPct val="85000"/>
                </a:lnSpc>
                <a:spcBef>
                  <a:spcPts val="0"/>
                </a:spcBef>
                <a:spcAft>
                  <a:spcPts val="0"/>
                </a:spcAft>
                <a:buClr>
                  <a:srgbClr val="000000"/>
                </a:buClr>
                <a:buSzPts val="1100"/>
                <a:buFont typeface="Arial"/>
                <a:buNone/>
              </a:pPr>
              <a:r>
                <a:rPr lang="es-419" sz="500">
                  <a:solidFill>
                    <a:srgbClr val="000000"/>
                  </a:solidFill>
                  <a:latin typeface="Arvo"/>
                  <a:ea typeface="Arvo"/>
                  <a:cs typeface="Arvo"/>
                  <a:sym typeface="Arvo"/>
                </a:rPr>
                <a:t>&lt;sustantivo&gt;&lt;adjetivo&gt;</a:t>
              </a:r>
              <a:endParaRPr sz="600">
                <a:latin typeface="Arvo"/>
                <a:ea typeface="Arvo"/>
                <a:cs typeface="Arvo"/>
                <a:sym typeface="Arvo"/>
              </a:endParaRPr>
            </a:p>
            <a:p>
              <a:pPr indent="0" lvl="0" marL="0" rtl="0" algn="r">
                <a:spcBef>
                  <a:spcPts val="0"/>
                </a:spcBef>
                <a:spcAft>
                  <a:spcPts val="0"/>
                </a:spcAft>
                <a:buNone/>
              </a:pPr>
              <a:r>
                <a:rPr i="1" lang="es-419" sz="600">
                  <a:solidFill>
                    <a:srgbClr val="666666"/>
                  </a:solidFill>
                  <a:latin typeface="Arvo"/>
                  <a:ea typeface="Arvo"/>
                  <a:cs typeface="Arvo"/>
                  <a:sym typeface="Arvo"/>
                </a:rPr>
                <a:t>ej: comprador registrado</a:t>
              </a:r>
              <a:endParaRPr i="1" sz="600">
                <a:solidFill>
                  <a:srgbClr val="666666"/>
                </a:solidFill>
                <a:latin typeface="Arvo"/>
                <a:ea typeface="Arvo"/>
                <a:cs typeface="Arvo"/>
                <a:sym typeface="Arvo"/>
              </a:endParaRPr>
            </a:p>
          </p:txBody>
        </p:sp>
        <p:sp>
          <p:nvSpPr>
            <p:cNvPr id="15104" name="Google Shape;15104;p257"/>
            <p:cNvSpPr txBox="1"/>
            <p:nvPr/>
          </p:nvSpPr>
          <p:spPr>
            <a:xfrm>
              <a:off x="-3145224" y="5031405"/>
              <a:ext cx="1011000" cy="232500"/>
            </a:xfrm>
            <a:prstGeom prst="rect">
              <a:avLst/>
            </a:prstGeom>
            <a:noFill/>
            <a:ln>
              <a:noFill/>
            </a:ln>
          </p:spPr>
          <p:txBody>
            <a:bodyPr anchorCtr="0" anchor="ctr" bIns="0" lIns="0" spcFirstLastPara="1" rIns="0" wrap="square" tIns="0">
              <a:noAutofit/>
            </a:bodyPr>
            <a:lstStyle/>
            <a:p>
              <a:pPr indent="0" lvl="0" marL="0" rtl="0" algn="r">
                <a:spcBef>
                  <a:spcPts val="0"/>
                </a:spcBef>
                <a:spcAft>
                  <a:spcPts val="0"/>
                </a:spcAft>
                <a:buNone/>
              </a:pPr>
              <a:r>
                <a:rPr lang="es-419" sz="700">
                  <a:latin typeface="Arvo"/>
                  <a:ea typeface="Arvo"/>
                  <a:cs typeface="Arvo"/>
                  <a:sym typeface="Arvo"/>
                </a:rPr>
                <a:t>Poscondición:</a:t>
              </a:r>
              <a:endParaRPr sz="700">
                <a:latin typeface="Arvo"/>
                <a:ea typeface="Arvo"/>
                <a:cs typeface="Arvo"/>
                <a:sym typeface="Arvo"/>
              </a:endParaRPr>
            </a:p>
            <a:p>
              <a:pPr indent="0" lvl="0" marL="0" rtl="0" algn="r">
                <a:lnSpc>
                  <a:spcPct val="85000"/>
                </a:lnSpc>
                <a:spcBef>
                  <a:spcPts val="0"/>
                </a:spcBef>
                <a:spcAft>
                  <a:spcPts val="0"/>
                </a:spcAft>
                <a:buClr>
                  <a:srgbClr val="000000"/>
                </a:buClr>
                <a:buSzPts val="1100"/>
                <a:buFont typeface="Arial"/>
                <a:buNone/>
              </a:pPr>
              <a:r>
                <a:rPr lang="es-419" sz="500">
                  <a:solidFill>
                    <a:srgbClr val="000000"/>
                  </a:solidFill>
                  <a:latin typeface="Arvo"/>
                  <a:ea typeface="Arvo"/>
                  <a:cs typeface="Arvo"/>
                  <a:sym typeface="Arvo"/>
                </a:rPr>
                <a:t>&lt;sustantivo&gt;&lt;adjetivo&gt;</a:t>
              </a:r>
              <a:endParaRPr sz="600">
                <a:latin typeface="Arvo"/>
                <a:ea typeface="Arvo"/>
                <a:cs typeface="Arvo"/>
                <a:sym typeface="Arvo"/>
              </a:endParaRPr>
            </a:p>
            <a:p>
              <a:pPr indent="0" lvl="0" marL="0" rtl="0" algn="r">
                <a:spcBef>
                  <a:spcPts val="0"/>
                </a:spcBef>
                <a:spcAft>
                  <a:spcPts val="0"/>
                </a:spcAft>
                <a:buNone/>
              </a:pPr>
              <a:r>
                <a:rPr i="1" lang="es-419" sz="600">
                  <a:solidFill>
                    <a:srgbClr val="666666"/>
                  </a:solidFill>
                  <a:latin typeface="Arvo"/>
                  <a:ea typeface="Arvo"/>
                  <a:cs typeface="Arvo"/>
                  <a:sym typeface="Arvo"/>
                </a:rPr>
                <a:t>ej: pago  realizado</a:t>
              </a:r>
              <a:endParaRPr i="1" sz="600">
                <a:solidFill>
                  <a:srgbClr val="666666"/>
                </a:solidFill>
                <a:latin typeface="Arvo"/>
                <a:ea typeface="Arvo"/>
                <a:cs typeface="Arvo"/>
                <a:sym typeface="Arvo"/>
              </a:endParaRPr>
            </a:p>
          </p:txBody>
        </p:sp>
        <p:sp>
          <p:nvSpPr>
            <p:cNvPr id="15105" name="Google Shape;15105;p257"/>
            <p:cNvSpPr txBox="1"/>
            <p:nvPr/>
          </p:nvSpPr>
          <p:spPr>
            <a:xfrm>
              <a:off x="-1831833" y="4822921"/>
              <a:ext cx="1069200" cy="2166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t/>
              </a:r>
              <a:endParaRPr b="1" sz="600"/>
            </a:p>
          </p:txBody>
        </p:sp>
        <p:sp>
          <p:nvSpPr>
            <p:cNvPr id="15106" name="Google Shape;15106;p257"/>
            <p:cNvSpPr/>
            <p:nvPr/>
          </p:nvSpPr>
          <p:spPr>
            <a:xfrm>
              <a:off x="-2029275" y="4746721"/>
              <a:ext cx="1551300" cy="2166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600">
                <a:latin typeface="Roboto"/>
                <a:ea typeface="Roboto"/>
                <a:cs typeface="Roboto"/>
                <a:sym typeface="Roboto"/>
              </a:endParaRPr>
            </a:p>
          </p:txBody>
        </p:sp>
        <p:sp>
          <p:nvSpPr>
            <p:cNvPr id="15107" name="Google Shape;15107;p257"/>
            <p:cNvSpPr/>
            <p:nvPr/>
          </p:nvSpPr>
          <p:spPr>
            <a:xfrm>
              <a:off x="-2029275" y="5024235"/>
              <a:ext cx="1551300" cy="2166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600">
                <a:latin typeface="Roboto"/>
                <a:ea typeface="Roboto"/>
                <a:cs typeface="Roboto"/>
                <a:sym typeface="Roboto"/>
              </a:endParaRPr>
            </a:p>
          </p:txBody>
        </p:sp>
        <p:sp>
          <p:nvSpPr>
            <p:cNvPr id="15108" name="Google Shape;15108;p257"/>
            <p:cNvSpPr/>
            <p:nvPr/>
          </p:nvSpPr>
          <p:spPr>
            <a:xfrm>
              <a:off x="-2029275" y="5376429"/>
              <a:ext cx="1551300" cy="2166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600">
                <a:latin typeface="Roboto"/>
                <a:ea typeface="Roboto"/>
                <a:cs typeface="Roboto"/>
                <a:sym typeface="Roboto"/>
              </a:endParaRPr>
            </a:p>
          </p:txBody>
        </p:sp>
        <p:sp>
          <p:nvSpPr>
            <p:cNvPr id="15109" name="Google Shape;15109;p257"/>
            <p:cNvSpPr/>
            <p:nvPr/>
          </p:nvSpPr>
          <p:spPr>
            <a:xfrm>
              <a:off x="-2029275" y="5674405"/>
              <a:ext cx="1551300" cy="2166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600">
                <a:latin typeface="Roboto"/>
                <a:ea typeface="Roboto"/>
                <a:cs typeface="Roboto"/>
                <a:sym typeface="Roboto"/>
              </a:endParaRPr>
            </a:p>
          </p:txBody>
        </p:sp>
        <p:sp>
          <p:nvSpPr>
            <p:cNvPr id="15110" name="Google Shape;15110;p257"/>
            <p:cNvSpPr txBox="1"/>
            <p:nvPr/>
          </p:nvSpPr>
          <p:spPr>
            <a:xfrm>
              <a:off x="-2005450" y="4760200"/>
              <a:ext cx="1527600" cy="203100"/>
            </a:xfrm>
            <a:prstGeom prst="rect">
              <a:avLst/>
            </a:prstGeom>
            <a:solidFill>
              <a:srgbClr val="F3F3F3"/>
            </a:solidFill>
            <a:ln>
              <a:noFill/>
            </a:ln>
          </p:spPr>
          <p:txBody>
            <a:bodyPr anchorCtr="0" anchor="ctr" bIns="18000" lIns="18000" spcFirstLastPara="1" rIns="18000" wrap="square" tIns="18000">
              <a:noAutofit/>
            </a:bodyPr>
            <a:lstStyle/>
            <a:p>
              <a:pPr indent="0" lvl="0" marL="0" rtl="0" algn="l">
                <a:spcBef>
                  <a:spcPts val="0"/>
                </a:spcBef>
                <a:spcAft>
                  <a:spcPts val="0"/>
                </a:spcAft>
                <a:buNone/>
              </a:pPr>
              <a:r>
                <a:t/>
              </a:r>
              <a:endParaRPr b="1" i="1" sz="800">
                <a:solidFill>
                  <a:srgbClr val="434343"/>
                </a:solidFill>
              </a:endParaRPr>
            </a:p>
          </p:txBody>
        </p:sp>
        <p:sp>
          <p:nvSpPr>
            <p:cNvPr id="15111" name="Google Shape;15111;p257"/>
            <p:cNvSpPr txBox="1"/>
            <p:nvPr/>
          </p:nvSpPr>
          <p:spPr>
            <a:xfrm>
              <a:off x="-2005450" y="5028638"/>
              <a:ext cx="1527600" cy="203100"/>
            </a:xfrm>
            <a:prstGeom prst="rect">
              <a:avLst/>
            </a:prstGeom>
            <a:solidFill>
              <a:srgbClr val="F3F3F3"/>
            </a:solidFill>
            <a:ln>
              <a:noFill/>
            </a:ln>
          </p:spPr>
          <p:txBody>
            <a:bodyPr anchorCtr="0" anchor="ctr" bIns="18000" lIns="18000" spcFirstLastPara="1" rIns="18000" wrap="square" tIns="18000">
              <a:noAutofit/>
            </a:bodyPr>
            <a:lstStyle/>
            <a:p>
              <a:pPr indent="0" lvl="0" marL="0" rtl="0" algn="l">
                <a:spcBef>
                  <a:spcPts val="0"/>
                </a:spcBef>
                <a:spcAft>
                  <a:spcPts val="0"/>
                </a:spcAft>
                <a:buNone/>
              </a:pPr>
              <a:r>
                <a:t/>
              </a:r>
              <a:endParaRPr b="1" i="1" sz="800">
                <a:solidFill>
                  <a:srgbClr val="434343"/>
                </a:solidFill>
              </a:endParaRPr>
            </a:p>
          </p:txBody>
        </p:sp>
        <p:sp>
          <p:nvSpPr>
            <p:cNvPr id="15112" name="Google Shape;15112;p257"/>
            <p:cNvSpPr txBox="1"/>
            <p:nvPr/>
          </p:nvSpPr>
          <p:spPr>
            <a:xfrm>
              <a:off x="-2005450" y="5387503"/>
              <a:ext cx="1527600" cy="203100"/>
            </a:xfrm>
            <a:prstGeom prst="rect">
              <a:avLst/>
            </a:prstGeom>
            <a:solidFill>
              <a:srgbClr val="F3F3F3"/>
            </a:solidFill>
            <a:ln>
              <a:noFill/>
            </a:ln>
          </p:spPr>
          <p:txBody>
            <a:bodyPr anchorCtr="0" anchor="ctr" bIns="18000" lIns="18000" spcFirstLastPara="1" rIns="18000" wrap="square" tIns="18000">
              <a:noAutofit/>
            </a:bodyPr>
            <a:lstStyle/>
            <a:p>
              <a:pPr indent="0" lvl="0" marL="0" rtl="0" algn="l">
                <a:spcBef>
                  <a:spcPts val="0"/>
                </a:spcBef>
                <a:spcAft>
                  <a:spcPts val="0"/>
                </a:spcAft>
                <a:buNone/>
              </a:pPr>
              <a:r>
                <a:t/>
              </a:r>
              <a:endParaRPr b="1" i="1" sz="800">
                <a:solidFill>
                  <a:srgbClr val="434343"/>
                </a:solidFill>
              </a:endParaRPr>
            </a:p>
          </p:txBody>
        </p:sp>
        <p:sp>
          <p:nvSpPr>
            <p:cNvPr id="15113" name="Google Shape;15113;p257"/>
            <p:cNvSpPr txBox="1"/>
            <p:nvPr/>
          </p:nvSpPr>
          <p:spPr>
            <a:xfrm>
              <a:off x="-2005450" y="5667006"/>
              <a:ext cx="1527600" cy="203100"/>
            </a:xfrm>
            <a:prstGeom prst="rect">
              <a:avLst/>
            </a:prstGeom>
            <a:solidFill>
              <a:srgbClr val="F3F3F3"/>
            </a:solidFill>
            <a:ln>
              <a:noFill/>
            </a:ln>
          </p:spPr>
          <p:txBody>
            <a:bodyPr anchorCtr="0" anchor="ctr" bIns="18000" lIns="18000" spcFirstLastPara="1" rIns="18000" wrap="square" tIns="18000">
              <a:noAutofit/>
            </a:bodyPr>
            <a:lstStyle/>
            <a:p>
              <a:pPr indent="0" lvl="0" marL="0" rtl="0" algn="l">
                <a:spcBef>
                  <a:spcPts val="0"/>
                </a:spcBef>
                <a:spcAft>
                  <a:spcPts val="0"/>
                </a:spcAft>
                <a:buNone/>
              </a:pPr>
              <a:r>
                <a:t/>
              </a:r>
              <a:endParaRPr b="1" i="1" sz="800">
                <a:solidFill>
                  <a:srgbClr val="434343"/>
                </a:solidFill>
              </a:endParaRPr>
            </a:p>
          </p:txBody>
        </p:sp>
        <p:sp>
          <p:nvSpPr>
            <p:cNvPr id="15114" name="Google Shape;15114;p257"/>
            <p:cNvSpPr txBox="1"/>
            <p:nvPr/>
          </p:nvSpPr>
          <p:spPr>
            <a:xfrm>
              <a:off x="-1819858" y="4435254"/>
              <a:ext cx="1069200" cy="2166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t/>
              </a:r>
              <a:endParaRPr b="1" sz="600"/>
            </a:p>
          </p:txBody>
        </p:sp>
        <p:sp>
          <p:nvSpPr>
            <p:cNvPr id="15115" name="Google Shape;15115;p257"/>
            <p:cNvSpPr/>
            <p:nvPr/>
          </p:nvSpPr>
          <p:spPr>
            <a:xfrm>
              <a:off x="-2017300" y="4377771"/>
              <a:ext cx="15513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600">
                <a:latin typeface="Roboto"/>
                <a:ea typeface="Roboto"/>
                <a:cs typeface="Roboto"/>
                <a:sym typeface="Roboto"/>
              </a:endParaRPr>
            </a:p>
          </p:txBody>
        </p:sp>
        <p:sp>
          <p:nvSpPr>
            <p:cNvPr id="15116" name="Google Shape;15116;p257"/>
            <p:cNvSpPr txBox="1"/>
            <p:nvPr/>
          </p:nvSpPr>
          <p:spPr>
            <a:xfrm>
              <a:off x="-2005450" y="4360282"/>
              <a:ext cx="1527600" cy="351900"/>
            </a:xfrm>
            <a:prstGeom prst="rect">
              <a:avLst/>
            </a:prstGeom>
            <a:noFill/>
            <a:ln>
              <a:noFill/>
            </a:ln>
          </p:spPr>
          <p:txBody>
            <a:bodyPr anchorCtr="0" anchor="ctr" bIns="18000" lIns="18000" spcFirstLastPara="1" rIns="18000" wrap="square" tIns="18000">
              <a:noAutofit/>
            </a:bodyPr>
            <a:lstStyle/>
            <a:p>
              <a:pPr indent="0" lvl="0" marL="0" rtl="0" algn="ctr">
                <a:spcBef>
                  <a:spcPts val="0"/>
                </a:spcBef>
                <a:spcAft>
                  <a:spcPts val="0"/>
                </a:spcAft>
                <a:buNone/>
              </a:pPr>
              <a:r>
                <a:t/>
              </a:r>
              <a:endParaRPr b="1" i="1" sz="1100">
                <a:solidFill>
                  <a:srgbClr val="434343"/>
                </a:solidFill>
              </a:endParaRPr>
            </a:p>
          </p:txBody>
        </p:sp>
      </p:grpSp>
    </p:spTree>
  </p:cSld>
  <p:clrMapOvr>
    <a:masterClrMapping/>
  </p:clrMapOvr>
</p:sldLayout>
</file>

<file path=ppt/slideLayouts/slideLayout25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Paleta 3 2">
  <p:cSld name="CUSTOM_3_2">
    <p:spTree>
      <p:nvGrpSpPr>
        <p:cNvPr id="15117" name="Shape 15117"/>
        <p:cNvGrpSpPr/>
        <p:nvPr/>
      </p:nvGrpSpPr>
      <p:grpSpPr>
        <a:xfrm>
          <a:off x="0" y="0"/>
          <a:ext cx="0" cy="0"/>
          <a:chOff x="0" y="0"/>
          <a:chExt cx="0" cy="0"/>
        </a:xfrm>
      </p:grpSpPr>
      <p:sp>
        <p:nvSpPr>
          <p:cNvPr id="15118" name="Google Shape;15118;p258"/>
          <p:cNvSpPr/>
          <p:nvPr/>
        </p:nvSpPr>
        <p:spPr>
          <a:xfrm>
            <a:off x="195013" y="263250"/>
            <a:ext cx="3319800" cy="421200"/>
          </a:xfrm>
          <a:prstGeom prst="roundRect">
            <a:avLst>
              <a:gd fmla="val 17492" name="adj"/>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s-419" sz="1200">
                <a:solidFill>
                  <a:srgbClr val="FFFFFF"/>
                </a:solidFill>
              </a:rPr>
              <a:t>Estructura de Funcionalidades</a:t>
            </a:r>
            <a:endParaRPr b="1" sz="1100">
              <a:solidFill>
                <a:srgbClr val="FFFFFF"/>
              </a:solidFill>
            </a:endParaRPr>
          </a:p>
        </p:txBody>
      </p:sp>
      <p:sp>
        <p:nvSpPr>
          <p:cNvPr id="15119" name="Google Shape;15119;p258"/>
          <p:cNvSpPr/>
          <p:nvPr/>
        </p:nvSpPr>
        <p:spPr>
          <a:xfrm>
            <a:off x="195000" y="822275"/>
            <a:ext cx="3319800" cy="4765500"/>
          </a:xfrm>
          <a:prstGeom prst="roundRect">
            <a:avLst>
              <a:gd fmla="val 4230" name="adj"/>
            </a:avLst>
          </a:prstGeom>
          <a:solidFill>
            <a:srgbClr val="F3F3F3"/>
          </a:solidFill>
          <a:ln cap="flat" cmpd="sng" w="9525">
            <a:solidFill>
              <a:srgbClr val="F3F3F3"/>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0" name="Google Shape;15120;p258"/>
          <p:cNvSpPr/>
          <p:nvPr/>
        </p:nvSpPr>
        <p:spPr>
          <a:xfrm>
            <a:off x="849764" y="996349"/>
            <a:ext cx="687600" cy="366900"/>
          </a:xfrm>
          <a:prstGeom prst="foldedCorner">
            <a:avLst>
              <a:gd fmla="val 16667" name="adj"/>
            </a:avLst>
          </a:prstGeom>
          <a:solidFill>
            <a:srgbClr val="F3F3F3"/>
          </a:solidFill>
          <a:ln cap="flat" cmpd="sng" w="9525">
            <a:solidFill>
              <a:srgbClr val="999999"/>
            </a:solidFill>
            <a:prstDash val="solid"/>
            <a:round/>
            <a:headEnd len="sm" w="sm" type="none"/>
            <a:tailEnd len="sm" w="sm" type="none"/>
          </a:ln>
          <a:effectLst>
            <a:outerShdw blurRad="57150" rotWithShape="0" algn="bl" dir="1920000" dist="19050">
              <a:srgbClr val="000000">
                <a:alpha val="22000"/>
              </a:srgbClr>
            </a:outerShdw>
          </a:effectLst>
        </p:spPr>
        <p:txBody>
          <a:bodyPr anchorCtr="0" anchor="t" bIns="18000" lIns="18000" spcFirstLastPara="1" rIns="18000" wrap="square" tIns="18000">
            <a:noAutofit/>
          </a:bodyPr>
          <a:lstStyle/>
          <a:p>
            <a:pPr indent="0" lvl="0" marL="0" rtl="0" algn="ctr">
              <a:spcBef>
                <a:spcPts val="0"/>
              </a:spcBef>
              <a:spcAft>
                <a:spcPts val="0"/>
              </a:spcAft>
              <a:buNone/>
            </a:pPr>
            <a:r>
              <a:rPr b="1" lang="es-419" sz="800"/>
              <a:t>&lt;...&gt;</a:t>
            </a:r>
            <a:endParaRPr b="1" sz="800"/>
          </a:p>
          <a:p>
            <a:pPr indent="0" lvl="0" marL="0" rtl="0" algn="ctr">
              <a:spcBef>
                <a:spcPts val="0"/>
              </a:spcBef>
              <a:spcAft>
                <a:spcPts val="0"/>
              </a:spcAft>
              <a:buNone/>
            </a:pPr>
            <a:r>
              <a:rPr lang="es-419" sz="800"/>
              <a:t>&lt;...&gt;</a:t>
            </a:r>
            <a:endParaRPr sz="800"/>
          </a:p>
        </p:txBody>
      </p:sp>
      <p:grpSp>
        <p:nvGrpSpPr>
          <p:cNvPr id="15121" name="Google Shape;15121;p258"/>
          <p:cNvGrpSpPr/>
          <p:nvPr/>
        </p:nvGrpSpPr>
        <p:grpSpPr>
          <a:xfrm>
            <a:off x="2300118" y="1679184"/>
            <a:ext cx="801000" cy="434150"/>
            <a:chOff x="6170025" y="1408150"/>
            <a:chExt cx="801000" cy="434150"/>
          </a:xfrm>
        </p:grpSpPr>
        <p:cxnSp>
          <p:nvCxnSpPr>
            <p:cNvPr id="15122" name="Google Shape;15122;p258"/>
            <p:cNvCxnSpPr/>
            <p:nvPr/>
          </p:nvCxnSpPr>
          <p:spPr>
            <a:xfrm>
              <a:off x="6170025" y="1555500"/>
              <a:ext cx="801000" cy="286800"/>
            </a:xfrm>
            <a:prstGeom prst="bentConnector3">
              <a:avLst>
                <a:gd fmla="val 50000" name="adj1"/>
              </a:avLst>
            </a:prstGeom>
            <a:noFill/>
            <a:ln cap="flat" cmpd="sng" w="19050">
              <a:solidFill>
                <a:srgbClr val="274E13"/>
              </a:solidFill>
              <a:prstDash val="lgDash"/>
              <a:round/>
              <a:headEnd len="med" w="med" type="none"/>
              <a:tailEnd len="med" w="med" type="stealth"/>
            </a:ln>
          </p:spPr>
        </p:cxnSp>
        <p:sp>
          <p:nvSpPr>
            <p:cNvPr id="15123" name="Google Shape;15123;p258"/>
            <p:cNvSpPr txBox="1"/>
            <p:nvPr/>
          </p:nvSpPr>
          <p:spPr>
            <a:xfrm>
              <a:off x="6255333" y="1408150"/>
              <a:ext cx="623400" cy="123000"/>
            </a:xfrm>
            <a:prstGeom prst="rect">
              <a:avLst/>
            </a:prstGeom>
            <a:noFill/>
            <a:ln>
              <a:noFill/>
            </a:ln>
          </p:spPr>
          <p:txBody>
            <a:bodyPr anchorCtr="0" anchor="t" bIns="0" lIns="0" spcFirstLastPara="1" rIns="0" wrap="square" tIns="0">
              <a:spAutoFit/>
            </a:bodyPr>
            <a:lstStyle/>
            <a:p>
              <a:pPr indent="0" lvl="0" marL="0" rtl="0" algn="ctr">
                <a:spcBef>
                  <a:spcPts val="0"/>
                </a:spcBef>
                <a:spcAft>
                  <a:spcPts val="0"/>
                </a:spcAft>
                <a:buNone/>
              </a:pPr>
              <a:r>
                <a:rPr b="1" i="1" lang="es-419" sz="800">
                  <a:solidFill>
                    <a:srgbClr val="274E13"/>
                  </a:solidFill>
                </a:rPr>
                <a:t>includes</a:t>
              </a:r>
              <a:endParaRPr b="1" i="1" sz="800">
                <a:solidFill>
                  <a:srgbClr val="274E13"/>
                </a:solidFill>
              </a:endParaRPr>
            </a:p>
          </p:txBody>
        </p:sp>
      </p:grpSp>
      <p:grpSp>
        <p:nvGrpSpPr>
          <p:cNvPr id="15124" name="Google Shape;15124;p258"/>
          <p:cNvGrpSpPr/>
          <p:nvPr/>
        </p:nvGrpSpPr>
        <p:grpSpPr>
          <a:xfrm>
            <a:off x="1335043" y="1602972"/>
            <a:ext cx="801000" cy="434150"/>
            <a:chOff x="6170025" y="1408150"/>
            <a:chExt cx="801000" cy="434150"/>
          </a:xfrm>
        </p:grpSpPr>
        <p:cxnSp>
          <p:nvCxnSpPr>
            <p:cNvPr id="15125" name="Google Shape;15125;p258"/>
            <p:cNvCxnSpPr/>
            <p:nvPr/>
          </p:nvCxnSpPr>
          <p:spPr>
            <a:xfrm>
              <a:off x="6170025" y="1555500"/>
              <a:ext cx="801000" cy="286800"/>
            </a:xfrm>
            <a:prstGeom prst="bentConnector3">
              <a:avLst>
                <a:gd fmla="val 50000" name="adj1"/>
              </a:avLst>
            </a:prstGeom>
            <a:noFill/>
            <a:ln cap="flat" cmpd="sng" w="19050">
              <a:solidFill>
                <a:srgbClr val="990000"/>
              </a:solidFill>
              <a:prstDash val="lgDash"/>
              <a:round/>
              <a:headEnd len="med" w="med" type="none"/>
              <a:tailEnd len="med" w="med" type="stealth"/>
            </a:ln>
          </p:spPr>
        </p:cxnSp>
        <p:sp>
          <p:nvSpPr>
            <p:cNvPr id="15126" name="Google Shape;15126;p258"/>
            <p:cNvSpPr txBox="1"/>
            <p:nvPr/>
          </p:nvSpPr>
          <p:spPr>
            <a:xfrm>
              <a:off x="6255333" y="1408150"/>
              <a:ext cx="623400" cy="123000"/>
            </a:xfrm>
            <a:prstGeom prst="rect">
              <a:avLst/>
            </a:prstGeom>
            <a:noFill/>
            <a:ln>
              <a:noFill/>
            </a:ln>
          </p:spPr>
          <p:txBody>
            <a:bodyPr anchorCtr="0" anchor="t" bIns="0" lIns="0" spcFirstLastPara="1" rIns="0" wrap="square" tIns="0">
              <a:spAutoFit/>
            </a:bodyPr>
            <a:lstStyle/>
            <a:p>
              <a:pPr indent="0" lvl="0" marL="0" rtl="0" algn="ctr">
                <a:spcBef>
                  <a:spcPts val="0"/>
                </a:spcBef>
                <a:spcAft>
                  <a:spcPts val="0"/>
                </a:spcAft>
                <a:buNone/>
              </a:pPr>
              <a:r>
                <a:rPr b="1" i="1" lang="es-419" sz="800">
                  <a:solidFill>
                    <a:srgbClr val="990000"/>
                  </a:solidFill>
                </a:rPr>
                <a:t>extends</a:t>
              </a:r>
              <a:endParaRPr b="1" i="1" sz="800">
                <a:solidFill>
                  <a:srgbClr val="990000"/>
                </a:solidFill>
              </a:endParaRPr>
            </a:p>
          </p:txBody>
        </p:sp>
      </p:grpSp>
      <p:sp>
        <p:nvSpPr>
          <p:cNvPr id="15127" name="Google Shape;15127;p258"/>
          <p:cNvSpPr/>
          <p:nvPr/>
        </p:nvSpPr>
        <p:spPr>
          <a:xfrm>
            <a:off x="529850" y="2389750"/>
            <a:ext cx="2620800" cy="1493100"/>
          </a:xfrm>
          <a:prstGeom prst="roundRect">
            <a:avLst>
              <a:gd fmla="val 3146" name="adj"/>
            </a:avLst>
          </a:prstGeom>
          <a:solidFill>
            <a:srgbClr val="FFFFFF"/>
          </a:solidFill>
          <a:ln cap="flat" cmpd="sng" w="9525">
            <a:solidFill>
              <a:srgbClr val="EFEFEF"/>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t" bIns="18000" lIns="18000" spcFirstLastPara="1" rIns="18000" wrap="square" tIns="18000">
            <a:noAutofit/>
          </a:bodyPr>
          <a:lstStyle/>
          <a:p>
            <a:pPr indent="0" lvl="0" marL="0" rtl="0" algn="r">
              <a:spcBef>
                <a:spcPts val="0"/>
              </a:spcBef>
              <a:spcAft>
                <a:spcPts val="0"/>
              </a:spcAft>
              <a:buNone/>
            </a:pPr>
            <a:r>
              <a:t/>
            </a:r>
            <a:endParaRPr b="1" i="1" sz="900">
              <a:solidFill>
                <a:srgbClr val="434343"/>
              </a:solidFill>
            </a:endParaRPr>
          </a:p>
        </p:txBody>
      </p:sp>
      <p:sp>
        <p:nvSpPr>
          <p:cNvPr id="15128" name="Google Shape;15128;p258"/>
          <p:cNvSpPr txBox="1"/>
          <p:nvPr/>
        </p:nvSpPr>
        <p:spPr>
          <a:xfrm>
            <a:off x="555675" y="2429250"/>
            <a:ext cx="691500" cy="2658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lang="es-419" sz="700">
                <a:latin typeface="Arvo"/>
                <a:ea typeface="Arvo"/>
                <a:cs typeface="Arvo"/>
                <a:sym typeface="Arvo"/>
              </a:rPr>
              <a:t>Funcionalidad:</a:t>
            </a:r>
            <a:endParaRPr i="1" sz="600">
              <a:solidFill>
                <a:srgbClr val="666666"/>
              </a:solidFill>
              <a:latin typeface="Arvo"/>
              <a:ea typeface="Arvo"/>
              <a:cs typeface="Arvo"/>
              <a:sym typeface="Arvo"/>
            </a:endParaRPr>
          </a:p>
        </p:txBody>
      </p:sp>
      <p:sp>
        <p:nvSpPr>
          <p:cNvPr id="15129" name="Google Shape;15129;p258"/>
          <p:cNvSpPr/>
          <p:nvPr/>
        </p:nvSpPr>
        <p:spPr>
          <a:xfrm>
            <a:off x="1260100" y="2485425"/>
            <a:ext cx="1783200" cy="160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600">
              <a:latin typeface="Roboto"/>
              <a:ea typeface="Roboto"/>
              <a:cs typeface="Roboto"/>
              <a:sym typeface="Roboto"/>
            </a:endParaRPr>
          </a:p>
        </p:txBody>
      </p:sp>
      <p:sp>
        <p:nvSpPr>
          <p:cNvPr id="15130" name="Google Shape;15130;p258"/>
          <p:cNvSpPr txBox="1"/>
          <p:nvPr/>
        </p:nvSpPr>
        <p:spPr>
          <a:xfrm>
            <a:off x="1260100" y="2481225"/>
            <a:ext cx="1783200" cy="169200"/>
          </a:xfrm>
          <a:prstGeom prst="rect">
            <a:avLst/>
          </a:prstGeom>
          <a:noFill/>
          <a:ln>
            <a:noFill/>
          </a:ln>
        </p:spPr>
        <p:txBody>
          <a:bodyPr anchorCtr="0" anchor="ctr" bIns="18000" lIns="18000" spcFirstLastPara="1" rIns="18000" wrap="square" tIns="18000">
            <a:noAutofit/>
          </a:bodyPr>
          <a:lstStyle/>
          <a:p>
            <a:pPr indent="0" lvl="0" marL="0" rtl="0" algn="ctr">
              <a:spcBef>
                <a:spcPts val="0"/>
              </a:spcBef>
              <a:spcAft>
                <a:spcPts val="0"/>
              </a:spcAft>
              <a:buNone/>
            </a:pPr>
            <a:r>
              <a:rPr b="1" i="1" lang="es-419" sz="800">
                <a:solidFill>
                  <a:srgbClr val="434343"/>
                </a:solidFill>
              </a:rPr>
              <a:t>&lt;...&gt;</a:t>
            </a:r>
            <a:endParaRPr b="1" i="1" sz="800">
              <a:solidFill>
                <a:srgbClr val="434343"/>
              </a:solidFill>
            </a:endParaRPr>
          </a:p>
        </p:txBody>
      </p:sp>
      <p:cxnSp>
        <p:nvCxnSpPr>
          <p:cNvPr id="15131" name="Google Shape;15131;p258"/>
          <p:cNvCxnSpPr/>
          <p:nvPr/>
        </p:nvCxnSpPr>
        <p:spPr>
          <a:xfrm>
            <a:off x="473468" y="1675158"/>
            <a:ext cx="773700" cy="442200"/>
          </a:xfrm>
          <a:prstGeom prst="bentConnector3">
            <a:avLst>
              <a:gd fmla="val 50000" name="adj1"/>
            </a:avLst>
          </a:prstGeom>
          <a:noFill/>
          <a:ln cap="flat" cmpd="sng" w="19050">
            <a:solidFill>
              <a:schemeClr val="dk2"/>
            </a:solidFill>
            <a:prstDash val="dash"/>
            <a:round/>
            <a:headEnd len="med" w="med" type="none"/>
            <a:tailEnd len="med" w="med" type="stealth"/>
          </a:ln>
        </p:spPr>
      </p:cxnSp>
      <p:sp>
        <p:nvSpPr>
          <p:cNvPr id="15132" name="Google Shape;15132;p258"/>
          <p:cNvSpPr/>
          <p:nvPr/>
        </p:nvSpPr>
        <p:spPr>
          <a:xfrm>
            <a:off x="1994606" y="1027913"/>
            <a:ext cx="691500" cy="307800"/>
          </a:xfrm>
          <a:prstGeom prst="roundRect">
            <a:avLst>
              <a:gd fmla="val 5590" name="adj"/>
            </a:avLst>
          </a:prstGeom>
          <a:solidFill>
            <a:srgbClr val="D9EAD3"/>
          </a:solidFill>
          <a:ln cap="flat" cmpd="sng" w="9525">
            <a:solidFill>
              <a:srgbClr val="EFEFEF"/>
            </a:solidFill>
            <a:prstDash val="solid"/>
            <a:round/>
            <a:headEnd len="sm" w="sm" type="none"/>
            <a:tailEnd len="sm" w="sm" type="none"/>
          </a:ln>
          <a:effectLst>
            <a:outerShdw rotWithShape="0" algn="bl" dir="2820000" dist="9525">
              <a:srgbClr val="660000">
                <a:alpha val="50000"/>
              </a:srgbClr>
            </a:outerShdw>
          </a:effectLst>
        </p:spPr>
        <p:txBody>
          <a:bodyPr anchorCtr="0" anchor="ctr" bIns="18000" lIns="18000" spcFirstLastPara="1" rIns="18000" wrap="square" tIns="18000">
            <a:noAutofit/>
          </a:bodyPr>
          <a:lstStyle/>
          <a:p>
            <a:pPr indent="0" lvl="0" marL="0" rtl="0" algn="ctr">
              <a:spcBef>
                <a:spcPts val="0"/>
              </a:spcBef>
              <a:spcAft>
                <a:spcPts val="0"/>
              </a:spcAft>
              <a:buNone/>
            </a:pPr>
            <a:r>
              <a:rPr b="1" lang="es-419" sz="800"/>
              <a:t>&lt;..&gt;</a:t>
            </a:r>
            <a:endParaRPr b="1" sz="800">
              <a:latin typeface="Roboto"/>
              <a:ea typeface="Roboto"/>
              <a:cs typeface="Roboto"/>
              <a:sym typeface="Roboto"/>
            </a:endParaRPr>
          </a:p>
        </p:txBody>
      </p:sp>
      <p:grpSp>
        <p:nvGrpSpPr>
          <p:cNvPr id="15133" name="Google Shape;15133;p258"/>
          <p:cNvGrpSpPr/>
          <p:nvPr/>
        </p:nvGrpSpPr>
        <p:grpSpPr>
          <a:xfrm>
            <a:off x="454975" y="4061650"/>
            <a:ext cx="2799900" cy="1366800"/>
            <a:chOff x="454975" y="4155250"/>
            <a:chExt cx="2799900" cy="1366800"/>
          </a:xfrm>
        </p:grpSpPr>
        <p:sp>
          <p:nvSpPr>
            <p:cNvPr id="15134" name="Google Shape;15134;p258"/>
            <p:cNvSpPr/>
            <p:nvPr/>
          </p:nvSpPr>
          <p:spPr>
            <a:xfrm>
              <a:off x="454975" y="4155250"/>
              <a:ext cx="2799900" cy="1366800"/>
            </a:xfrm>
            <a:prstGeom prst="roundRect">
              <a:avLst>
                <a:gd fmla="val 3233" name="adj"/>
              </a:avLst>
            </a:prstGeom>
            <a:solidFill>
              <a:srgbClr val="FFFFFF"/>
            </a:solidFill>
            <a:ln cap="flat" cmpd="sng" w="9525">
              <a:solidFill>
                <a:srgbClr val="EFEFEF"/>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t" bIns="18000" lIns="18000" spcFirstLastPara="1" rIns="18000" wrap="square" tIns="18000">
              <a:noAutofit/>
            </a:bodyPr>
            <a:lstStyle/>
            <a:p>
              <a:pPr indent="0" lvl="0" marL="0" rtl="0" algn="ctr">
                <a:spcBef>
                  <a:spcPts val="0"/>
                </a:spcBef>
                <a:spcAft>
                  <a:spcPts val="0"/>
                </a:spcAft>
                <a:buNone/>
              </a:pPr>
              <a:r>
                <a:rPr b="1" i="1" lang="es-419" sz="900">
                  <a:solidFill>
                    <a:srgbClr val="434343"/>
                  </a:solidFill>
                </a:rPr>
                <a:t>Objetivos de la Funcionalidad</a:t>
              </a:r>
              <a:endParaRPr b="1" i="1" sz="900">
                <a:solidFill>
                  <a:srgbClr val="434343"/>
                </a:solidFill>
              </a:endParaRPr>
            </a:p>
          </p:txBody>
        </p:sp>
        <p:sp>
          <p:nvSpPr>
            <p:cNvPr id="15135" name="Google Shape;15135;p258"/>
            <p:cNvSpPr txBox="1"/>
            <p:nvPr/>
          </p:nvSpPr>
          <p:spPr>
            <a:xfrm>
              <a:off x="1764892" y="4415677"/>
              <a:ext cx="1069200" cy="2166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t/>
              </a:r>
              <a:endParaRPr b="1" sz="600"/>
            </a:p>
          </p:txBody>
        </p:sp>
        <p:sp>
          <p:nvSpPr>
            <p:cNvPr id="15136" name="Google Shape;15136;p258"/>
            <p:cNvSpPr txBox="1"/>
            <p:nvPr/>
          </p:nvSpPr>
          <p:spPr>
            <a:xfrm>
              <a:off x="661500" y="4423900"/>
              <a:ext cx="801000" cy="232500"/>
            </a:xfrm>
            <a:prstGeom prst="rect">
              <a:avLst/>
            </a:prstGeom>
            <a:noFill/>
            <a:ln>
              <a:noFill/>
            </a:ln>
          </p:spPr>
          <p:txBody>
            <a:bodyPr anchorCtr="0" anchor="ctr" bIns="0" lIns="0" spcFirstLastPara="1" rIns="0" wrap="square" tIns="0">
              <a:noAutofit/>
            </a:bodyPr>
            <a:lstStyle/>
            <a:p>
              <a:pPr indent="0" lvl="0" marL="0" rtl="0" algn="r">
                <a:spcBef>
                  <a:spcPts val="0"/>
                </a:spcBef>
                <a:spcAft>
                  <a:spcPts val="0"/>
                </a:spcAft>
                <a:buNone/>
              </a:pPr>
              <a:r>
                <a:rPr lang="es-419" sz="700">
                  <a:latin typeface="Arvo"/>
                  <a:ea typeface="Arvo"/>
                  <a:cs typeface="Arvo"/>
                  <a:sym typeface="Arvo"/>
                </a:rPr>
                <a:t>Nombre de la Funcionalidad:</a:t>
              </a:r>
              <a:endParaRPr sz="700">
                <a:latin typeface="Arvo"/>
                <a:ea typeface="Arvo"/>
                <a:cs typeface="Arvo"/>
                <a:sym typeface="Arvo"/>
              </a:endParaRPr>
            </a:p>
            <a:p>
              <a:pPr indent="0" lvl="0" marL="0" rtl="0" algn="r">
                <a:spcBef>
                  <a:spcPts val="0"/>
                </a:spcBef>
                <a:spcAft>
                  <a:spcPts val="0"/>
                </a:spcAft>
                <a:buNone/>
              </a:pPr>
              <a:r>
                <a:rPr i="1" lang="es-419" sz="600">
                  <a:solidFill>
                    <a:srgbClr val="666666"/>
                  </a:solidFill>
                  <a:latin typeface="Arvo"/>
                  <a:ea typeface="Arvo"/>
                  <a:cs typeface="Arvo"/>
                  <a:sym typeface="Arvo"/>
                </a:rPr>
                <a:t>ej: Reserva de citas médicas</a:t>
              </a:r>
              <a:endParaRPr i="1" sz="600">
                <a:solidFill>
                  <a:srgbClr val="666666"/>
                </a:solidFill>
                <a:latin typeface="Arvo"/>
                <a:ea typeface="Arvo"/>
                <a:cs typeface="Arvo"/>
                <a:sym typeface="Arvo"/>
              </a:endParaRPr>
            </a:p>
          </p:txBody>
        </p:sp>
        <p:sp>
          <p:nvSpPr>
            <p:cNvPr id="15137" name="Google Shape;15137;p258"/>
            <p:cNvSpPr txBox="1"/>
            <p:nvPr/>
          </p:nvSpPr>
          <p:spPr>
            <a:xfrm>
              <a:off x="536975" y="5190725"/>
              <a:ext cx="925500" cy="248700"/>
            </a:xfrm>
            <a:prstGeom prst="rect">
              <a:avLst/>
            </a:prstGeom>
            <a:noFill/>
            <a:ln>
              <a:noFill/>
            </a:ln>
          </p:spPr>
          <p:txBody>
            <a:bodyPr anchorCtr="0" anchor="ctr" bIns="0" lIns="0" spcFirstLastPara="1" rIns="0" wrap="square" tIns="0">
              <a:spAutoFit/>
            </a:bodyPr>
            <a:lstStyle/>
            <a:p>
              <a:pPr indent="0" lvl="0" marL="0" marR="0" rtl="0" algn="r">
                <a:lnSpc>
                  <a:spcPct val="85000"/>
                </a:lnSpc>
                <a:spcBef>
                  <a:spcPts val="0"/>
                </a:spcBef>
                <a:spcAft>
                  <a:spcPts val="0"/>
                </a:spcAft>
                <a:buNone/>
              </a:pPr>
              <a:r>
                <a:rPr lang="es-419" sz="700">
                  <a:latin typeface="Arvo"/>
                  <a:ea typeface="Arvo"/>
                  <a:cs typeface="Arvo"/>
                  <a:sym typeface="Arvo"/>
                </a:rPr>
                <a:t>Meta Empresa:</a:t>
              </a:r>
              <a:endParaRPr sz="700">
                <a:latin typeface="Arvo"/>
                <a:ea typeface="Arvo"/>
                <a:cs typeface="Arvo"/>
                <a:sym typeface="Arvo"/>
              </a:endParaRPr>
            </a:p>
            <a:p>
              <a:pPr indent="0" lvl="0" marL="0" marR="0" rtl="0" algn="r">
                <a:lnSpc>
                  <a:spcPct val="85000"/>
                </a:lnSpc>
                <a:spcBef>
                  <a:spcPts val="0"/>
                </a:spcBef>
                <a:spcAft>
                  <a:spcPts val="0"/>
                </a:spcAft>
                <a:buNone/>
              </a:pPr>
              <a:r>
                <a:rPr lang="es-419" sz="500">
                  <a:latin typeface="Arvo"/>
                  <a:ea typeface="Arvo"/>
                  <a:cs typeface="Arvo"/>
                  <a:sym typeface="Arvo"/>
                </a:rPr>
                <a:t>&lt;sustantivo&gt;&lt;adjetivo&gt;</a:t>
              </a:r>
              <a:r>
                <a:rPr lang="es-419" sz="600">
                  <a:solidFill>
                    <a:srgbClr val="000000"/>
                  </a:solidFill>
                </a:rPr>
                <a:t> </a:t>
              </a:r>
              <a:endParaRPr sz="600">
                <a:solidFill>
                  <a:srgbClr val="000000"/>
                </a:solidFill>
              </a:endParaRPr>
            </a:p>
            <a:p>
              <a:pPr indent="0" lvl="0" marL="0" marR="0" rtl="0" algn="r">
                <a:lnSpc>
                  <a:spcPct val="85000"/>
                </a:lnSpc>
                <a:spcBef>
                  <a:spcPts val="0"/>
                </a:spcBef>
                <a:spcAft>
                  <a:spcPts val="0"/>
                </a:spcAft>
                <a:buNone/>
              </a:pPr>
              <a:r>
                <a:rPr i="1" lang="es-419" sz="600">
                  <a:solidFill>
                    <a:srgbClr val="666666"/>
                  </a:solidFill>
                  <a:latin typeface="Arvo"/>
                  <a:ea typeface="Arvo"/>
                  <a:cs typeface="Arvo"/>
                  <a:sym typeface="Arvo"/>
                </a:rPr>
                <a:t>ej: agenda actualizada</a:t>
              </a:r>
              <a:endParaRPr i="1" sz="600">
                <a:latin typeface="Arvo"/>
                <a:ea typeface="Arvo"/>
                <a:cs typeface="Arvo"/>
                <a:sym typeface="Arvo"/>
              </a:endParaRPr>
            </a:p>
          </p:txBody>
        </p:sp>
        <p:sp>
          <p:nvSpPr>
            <p:cNvPr id="15138" name="Google Shape;15138;p258"/>
            <p:cNvSpPr txBox="1"/>
            <p:nvPr/>
          </p:nvSpPr>
          <p:spPr>
            <a:xfrm>
              <a:off x="537000" y="4868925"/>
              <a:ext cx="925500" cy="232500"/>
            </a:xfrm>
            <a:prstGeom prst="rect">
              <a:avLst/>
            </a:prstGeom>
            <a:noFill/>
            <a:ln>
              <a:noFill/>
            </a:ln>
          </p:spPr>
          <p:txBody>
            <a:bodyPr anchorCtr="0" anchor="ctr" bIns="0" lIns="0" spcFirstLastPara="1" rIns="0" wrap="square" tIns="0">
              <a:noAutofit/>
            </a:bodyPr>
            <a:lstStyle/>
            <a:p>
              <a:pPr indent="0" lvl="0" marL="0" rtl="0" algn="r">
                <a:spcBef>
                  <a:spcPts val="0"/>
                </a:spcBef>
                <a:spcAft>
                  <a:spcPts val="0"/>
                </a:spcAft>
                <a:buNone/>
              </a:pPr>
              <a:r>
                <a:rPr lang="es-419" sz="700">
                  <a:latin typeface="Arvo"/>
                  <a:ea typeface="Arvo"/>
                  <a:cs typeface="Arvo"/>
                  <a:sym typeface="Arvo"/>
                </a:rPr>
                <a:t>Poscondición:</a:t>
              </a:r>
              <a:endParaRPr sz="700">
                <a:latin typeface="Arvo"/>
                <a:ea typeface="Arvo"/>
                <a:cs typeface="Arvo"/>
                <a:sym typeface="Arvo"/>
              </a:endParaRPr>
            </a:p>
            <a:p>
              <a:pPr indent="0" lvl="0" marL="0" rtl="0" algn="r">
                <a:lnSpc>
                  <a:spcPct val="85000"/>
                </a:lnSpc>
                <a:spcBef>
                  <a:spcPts val="0"/>
                </a:spcBef>
                <a:spcAft>
                  <a:spcPts val="0"/>
                </a:spcAft>
                <a:buClr>
                  <a:srgbClr val="000000"/>
                </a:buClr>
                <a:buSzPts val="1100"/>
                <a:buFont typeface="Arial"/>
                <a:buNone/>
              </a:pPr>
              <a:r>
                <a:rPr lang="es-419" sz="500">
                  <a:solidFill>
                    <a:srgbClr val="000000"/>
                  </a:solidFill>
                  <a:latin typeface="Arvo"/>
                  <a:ea typeface="Arvo"/>
                  <a:cs typeface="Arvo"/>
                  <a:sym typeface="Arvo"/>
                </a:rPr>
                <a:t>&lt;sustantivo&gt;&lt;adjetivo&gt;</a:t>
              </a:r>
              <a:endParaRPr sz="600">
                <a:latin typeface="Arvo"/>
                <a:ea typeface="Arvo"/>
                <a:cs typeface="Arvo"/>
                <a:sym typeface="Arvo"/>
              </a:endParaRPr>
            </a:p>
            <a:p>
              <a:pPr indent="0" lvl="0" marL="0" rtl="0" algn="r">
                <a:spcBef>
                  <a:spcPts val="0"/>
                </a:spcBef>
                <a:spcAft>
                  <a:spcPts val="0"/>
                </a:spcAft>
                <a:buNone/>
              </a:pPr>
              <a:r>
                <a:rPr i="1" lang="es-419" sz="600">
                  <a:solidFill>
                    <a:srgbClr val="666666"/>
                  </a:solidFill>
                  <a:latin typeface="Arvo"/>
                  <a:ea typeface="Arvo"/>
                  <a:cs typeface="Arvo"/>
                  <a:sym typeface="Arvo"/>
                </a:rPr>
                <a:t>ej: pago  realizado</a:t>
              </a:r>
              <a:endParaRPr i="1" sz="600">
                <a:solidFill>
                  <a:srgbClr val="666666"/>
                </a:solidFill>
                <a:latin typeface="Arvo"/>
                <a:ea typeface="Arvo"/>
                <a:cs typeface="Arvo"/>
                <a:sym typeface="Arvo"/>
              </a:endParaRPr>
            </a:p>
          </p:txBody>
        </p:sp>
        <p:sp>
          <p:nvSpPr>
            <p:cNvPr id="15139" name="Google Shape;15139;p258"/>
            <p:cNvSpPr/>
            <p:nvPr/>
          </p:nvSpPr>
          <p:spPr>
            <a:xfrm>
              <a:off x="1567450" y="4861754"/>
              <a:ext cx="1551300" cy="2166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600">
                <a:latin typeface="Roboto"/>
                <a:ea typeface="Roboto"/>
                <a:cs typeface="Roboto"/>
                <a:sym typeface="Roboto"/>
              </a:endParaRPr>
            </a:p>
          </p:txBody>
        </p:sp>
        <p:sp>
          <p:nvSpPr>
            <p:cNvPr id="15140" name="Google Shape;15140;p258"/>
            <p:cNvSpPr/>
            <p:nvPr/>
          </p:nvSpPr>
          <p:spPr>
            <a:xfrm>
              <a:off x="1567450" y="5207124"/>
              <a:ext cx="1551300" cy="2166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600">
                <a:latin typeface="Roboto"/>
                <a:ea typeface="Roboto"/>
                <a:cs typeface="Roboto"/>
                <a:sym typeface="Roboto"/>
              </a:endParaRPr>
            </a:p>
          </p:txBody>
        </p:sp>
        <p:sp>
          <p:nvSpPr>
            <p:cNvPr id="15141" name="Google Shape;15141;p258"/>
            <p:cNvSpPr txBox="1"/>
            <p:nvPr/>
          </p:nvSpPr>
          <p:spPr>
            <a:xfrm>
              <a:off x="1591275" y="4866157"/>
              <a:ext cx="1527600" cy="203100"/>
            </a:xfrm>
            <a:prstGeom prst="rect">
              <a:avLst/>
            </a:prstGeom>
            <a:solidFill>
              <a:srgbClr val="F3F3F3"/>
            </a:solidFill>
            <a:ln>
              <a:noFill/>
            </a:ln>
          </p:spPr>
          <p:txBody>
            <a:bodyPr anchorCtr="0" anchor="ctr" bIns="18000" lIns="18000" spcFirstLastPara="1" rIns="18000" wrap="square" tIns="18000">
              <a:noAutofit/>
            </a:bodyPr>
            <a:lstStyle/>
            <a:p>
              <a:pPr indent="0" lvl="0" marL="0" rtl="0" algn="l">
                <a:spcBef>
                  <a:spcPts val="0"/>
                </a:spcBef>
                <a:spcAft>
                  <a:spcPts val="0"/>
                </a:spcAft>
                <a:buNone/>
              </a:pPr>
              <a:r>
                <a:t/>
              </a:r>
              <a:endParaRPr b="1" i="1" sz="800">
                <a:solidFill>
                  <a:srgbClr val="434343"/>
                </a:solidFill>
              </a:endParaRPr>
            </a:p>
          </p:txBody>
        </p:sp>
        <p:sp>
          <p:nvSpPr>
            <p:cNvPr id="15142" name="Google Shape;15142;p258"/>
            <p:cNvSpPr txBox="1"/>
            <p:nvPr/>
          </p:nvSpPr>
          <p:spPr>
            <a:xfrm>
              <a:off x="1591275" y="5199725"/>
              <a:ext cx="1527600" cy="203100"/>
            </a:xfrm>
            <a:prstGeom prst="rect">
              <a:avLst/>
            </a:prstGeom>
            <a:solidFill>
              <a:srgbClr val="F3F3F3"/>
            </a:solidFill>
            <a:ln>
              <a:noFill/>
            </a:ln>
          </p:spPr>
          <p:txBody>
            <a:bodyPr anchorCtr="0" anchor="ctr" bIns="18000" lIns="18000" spcFirstLastPara="1" rIns="18000" wrap="square" tIns="18000">
              <a:noAutofit/>
            </a:bodyPr>
            <a:lstStyle/>
            <a:p>
              <a:pPr indent="0" lvl="0" marL="0" rtl="0" algn="l">
                <a:spcBef>
                  <a:spcPts val="0"/>
                </a:spcBef>
                <a:spcAft>
                  <a:spcPts val="0"/>
                </a:spcAft>
                <a:buNone/>
              </a:pPr>
              <a:r>
                <a:t/>
              </a:r>
              <a:endParaRPr b="1" i="1" sz="800">
                <a:solidFill>
                  <a:srgbClr val="434343"/>
                </a:solidFill>
              </a:endParaRPr>
            </a:p>
          </p:txBody>
        </p:sp>
        <p:sp>
          <p:nvSpPr>
            <p:cNvPr id="15143" name="Google Shape;15143;p258"/>
            <p:cNvSpPr txBox="1"/>
            <p:nvPr/>
          </p:nvSpPr>
          <p:spPr>
            <a:xfrm>
              <a:off x="1776867" y="4425173"/>
              <a:ext cx="1069200" cy="2166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t/>
              </a:r>
              <a:endParaRPr b="1" sz="600"/>
            </a:p>
          </p:txBody>
        </p:sp>
        <p:sp>
          <p:nvSpPr>
            <p:cNvPr id="15144" name="Google Shape;15144;p258"/>
            <p:cNvSpPr/>
            <p:nvPr/>
          </p:nvSpPr>
          <p:spPr>
            <a:xfrm>
              <a:off x="1579425" y="4367690"/>
              <a:ext cx="15513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600">
                <a:latin typeface="Roboto"/>
                <a:ea typeface="Roboto"/>
                <a:cs typeface="Roboto"/>
                <a:sym typeface="Roboto"/>
              </a:endParaRPr>
            </a:p>
          </p:txBody>
        </p:sp>
        <p:sp>
          <p:nvSpPr>
            <p:cNvPr id="15145" name="Google Shape;15145;p258"/>
            <p:cNvSpPr txBox="1"/>
            <p:nvPr/>
          </p:nvSpPr>
          <p:spPr>
            <a:xfrm>
              <a:off x="1591275" y="4350201"/>
              <a:ext cx="1527600" cy="351900"/>
            </a:xfrm>
            <a:prstGeom prst="rect">
              <a:avLst/>
            </a:prstGeom>
            <a:noFill/>
            <a:ln>
              <a:noFill/>
            </a:ln>
          </p:spPr>
          <p:txBody>
            <a:bodyPr anchorCtr="0" anchor="ctr" bIns="18000" lIns="18000" spcFirstLastPara="1" rIns="18000" wrap="square" tIns="18000">
              <a:noAutofit/>
            </a:bodyPr>
            <a:lstStyle/>
            <a:p>
              <a:pPr indent="0" lvl="0" marL="0" rtl="0" algn="ctr">
                <a:spcBef>
                  <a:spcPts val="0"/>
                </a:spcBef>
                <a:spcAft>
                  <a:spcPts val="0"/>
                </a:spcAft>
                <a:buNone/>
              </a:pPr>
              <a:r>
                <a:t/>
              </a:r>
              <a:endParaRPr b="1" i="1" sz="1100">
                <a:solidFill>
                  <a:srgbClr val="434343"/>
                </a:solidFill>
              </a:endParaRPr>
            </a:p>
          </p:txBody>
        </p:sp>
      </p:grpSp>
      <p:grpSp>
        <p:nvGrpSpPr>
          <p:cNvPr id="15146" name="Google Shape;15146;p258"/>
          <p:cNvGrpSpPr/>
          <p:nvPr/>
        </p:nvGrpSpPr>
        <p:grpSpPr>
          <a:xfrm>
            <a:off x="666588" y="2714647"/>
            <a:ext cx="2376625" cy="200100"/>
            <a:chOff x="624700" y="1498750"/>
            <a:chExt cx="2376625" cy="200100"/>
          </a:xfrm>
        </p:grpSpPr>
        <p:sp>
          <p:nvSpPr>
            <p:cNvPr id="15147" name="Google Shape;15147;p258"/>
            <p:cNvSpPr txBox="1"/>
            <p:nvPr/>
          </p:nvSpPr>
          <p:spPr>
            <a:xfrm>
              <a:off x="747725" y="1498750"/>
              <a:ext cx="2253600" cy="200100"/>
            </a:xfrm>
            <a:prstGeom prst="rect">
              <a:avLst/>
            </a:prstGeom>
            <a:solidFill>
              <a:srgbClr val="F3F3F3"/>
            </a:solidFill>
            <a:ln>
              <a:noFill/>
            </a:ln>
          </p:spPr>
          <p:txBody>
            <a:bodyPr anchorCtr="0" anchor="ctr" bIns="18000" lIns="18000" spcFirstLastPara="1" rIns="18000" wrap="square" tIns="18000">
              <a:noAutofit/>
            </a:bodyPr>
            <a:lstStyle/>
            <a:p>
              <a:pPr indent="0" lvl="0" marL="0" rtl="0" algn="l">
                <a:spcBef>
                  <a:spcPts val="0"/>
                </a:spcBef>
                <a:spcAft>
                  <a:spcPts val="0"/>
                </a:spcAft>
                <a:buNone/>
              </a:pPr>
              <a:r>
                <a:t/>
              </a:r>
              <a:endParaRPr sz="800">
                <a:solidFill>
                  <a:srgbClr val="434343"/>
                </a:solidFill>
              </a:endParaRPr>
            </a:p>
          </p:txBody>
        </p:sp>
        <p:sp>
          <p:nvSpPr>
            <p:cNvPr id="15148" name="Google Shape;15148;p258"/>
            <p:cNvSpPr txBox="1"/>
            <p:nvPr/>
          </p:nvSpPr>
          <p:spPr>
            <a:xfrm>
              <a:off x="624700" y="1514200"/>
              <a:ext cx="86100" cy="169200"/>
            </a:xfrm>
            <a:prstGeom prst="rect">
              <a:avLst/>
            </a:prstGeom>
            <a:noFill/>
            <a:ln>
              <a:noFill/>
            </a:ln>
          </p:spPr>
          <p:txBody>
            <a:bodyPr anchorCtr="0" anchor="ctr" bIns="0" lIns="0" spcFirstLastPara="1" rIns="0" wrap="square" tIns="0">
              <a:spAutoFit/>
            </a:bodyPr>
            <a:lstStyle/>
            <a:p>
              <a:pPr indent="0" lvl="0" marL="0" rtl="0" algn="r">
                <a:spcBef>
                  <a:spcPts val="0"/>
                </a:spcBef>
                <a:spcAft>
                  <a:spcPts val="0"/>
                </a:spcAft>
                <a:buNone/>
              </a:pPr>
              <a:r>
                <a:rPr lang="es-419" sz="700">
                  <a:latin typeface="Arvo"/>
                  <a:ea typeface="Arvo"/>
                  <a:cs typeface="Arvo"/>
                  <a:sym typeface="Arvo"/>
                </a:rPr>
                <a:t>1.</a:t>
              </a:r>
              <a:endParaRPr sz="700">
                <a:latin typeface="Arvo"/>
                <a:ea typeface="Arvo"/>
                <a:cs typeface="Arvo"/>
                <a:sym typeface="Arvo"/>
              </a:endParaRPr>
            </a:p>
            <a:p>
              <a:pPr indent="0" lvl="0" marL="0" rtl="0" algn="r">
                <a:spcBef>
                  <a:spcPts val="0"/>
                </a:spcBef>
                <a:spcAft>
                  <a:spcPts val="0"/>
                </a:spcAft>
                <a:buNone/>
              </a:pPr>
              <a:r>
                <a:t/>
              </a:r>
              <a:endParaRPr i="1" sz="400">
                <a:solidFill>
                  <a:srgbClr val="666666"/>
                </a:solidFill>
                <a:latin typeface="Arvo"/>
                <a:ea typeface="Arvo"/>
                <a:cs typeface="Arvo"/>
                <a:sym typeface="Arvo"/>
              </a:endParaRPr>
            </a:p>
          </p:txBody>
        </p:sp>
      </p:grpSp>
      <p:grpSp>
        <p:nvGrpSpPr>
          <p:cNvPr id="15149" name="Google Shape;15149;p258"/>
          <p:cNvGrpSpPr/>
          <p:nvPr/>
        </p:nvGrpSpPr>
        <p:grpSpPr>
          <a:xfrm>
            <a:off x="666588" y="2937184"/>
            <a:ext cx="2376625" cy="200100"/>
            <a:chOff x="624700" y="1498750"/>
            <a:chExt cx="2376625" cy="200100"/>
          </a:xfrm>
        </p:grpSpPr>
        <p:sp>
          <p:nvSpPr>
            <p:cNvPr id="15150" name="Google Shape;15150;p258"/>
            <p:cNvSpPr txBox="1"/>
            <p:nvPr/>
          </p:nvSpPr>
          <p:spPr>
            <a:xfrm>
              <a:off x="747725" y="1498750"/>
              <a:ext cx="2253600" cy="200100"/>
            </a:xfrm>
            <a:prstGeom prst="rect">
              <a:avLst/>
            </a:prstGeom>
            <a:solidFill>
              <a:srgbClr val="F3F3F3"/>
            </a:solidFill>
            <a:ln>
              <a:noFill/>
            </a:ln>
          </p:spPr>
          <p:txBody>
            <a:bodyPr anchorCtr="0" anchor="ctr" bIns="18000" lIns="18000" spcFirstLastPara="1" rIns="18000" wrap="square" tIns="18000">
              <a:noAutofit/>
            </a:bodyPr>
            <a:lstStyle/>
            <a:p>
              <a:pPr indent="0" lvl="0" marL="0" rtl="0" algn="l">
                <a:spcBef>
                  <a:spcPts val="0"/>
                </a:spcBef>
                <a:spcAft>
                  <a:spcPts val="0"/>
                </a:spcAft>
                <a:buNone/>
              </a:pPr>
              <a:r>
                <a:t/>
              </a:r>
              <a:endParaRPr sz="800">
                <a:solidFill>
                  <a:srgbClr val="434343"/>
                </a:solidFill>
              </a:endParaRPr>
            </a:p>
          </p:txBody>
        </p:sp>
        <p:sp>
          <p:nvSpPr>
            <p:cNvPr id="15151" name="Google Shape;15151;p258"/>
            <p:cNvSpPr txBox="1"/>
            <p:nvPr/>
          </p:nvSpPr>
          <p:spPr>
            <a:xfrm>
              <a:off x="624700" y="1514200"/>
              <a:ext cx="86100" cy="169200"/>
            </a:xfrm>
            <a:prstGeom prst="rect">
              <a:avLst/>
            </a:prstGeom>
            <a:noFill/>
            <a:ln>
              <a:noFill/>
            </a:ln>
          </p:spPr>
          <p:txBody>
            <a:bodyPr anchorCtr="0" anchor="ctr" bIns="0" lIns="0" spcFirstLastPara="1" rIns="0" wrap="square" tIns="0">
              <a:spAutoFit/>
            </a:bodyPr>
            <a:lstStyle/>
            <a:p>
              <a:pPr indent="0" lvl="0" marL="0" rtl="0" algn="r">
                <a:spcBef>
                  <a:spcPts val="0"/>
                </a:spcBef>
                <a:spcAft>
                  <a:spcPts val="0"/>
                </a:spcAft>
                <a:buNone/>
              </a:pPr>
              <a:r>
                <a:rPr lang="es-419" sz="700">
                  <a:latin typeface="Arvo"/>
                  <a:ea typeface="Arvo"/>
                  <a:cs typeface="Arvo"/>
                  <a:sym typeface="Arvo"/>
                </a:rPr>
                <a:t>2.</a:t>
              </a:r>
              <a:endParaRPr sz="700">
                <a:latin typeface="Arvo"/>
                <a:ea typeface="Arvo"/>
                <a:cs typeface="Arvo"/>
                <a:sym typeface="Arvo"/>
              </a:endParaRPr>
            </a:p>
            <a:p>
              <a:pPr indent="0" lvl="0" marL="0" rtl="0" algn="r">
                <a:spcBef>
                  <a:spcPts val="0"/>
                </a:spcBef>
                <a:spcAft>
                  <a:spcPts val="0"/>
                </a:spcAft>
                <a:buNone/>
              </a:pPr>
              <a:r>
                <a:t/>
              </a:r>
              <a:endParaRPr i="1" sz="400">
                <a:solidFill>
                  <a:srgbClr val="666666"/>
                </a:solidFill>
                <a:latin typeface="Arvo"/>
                <a:ea typeface="Arvo"/>
                <a:cs typeface="Arvo"/>
                <a:sym typeface="Arvo"/>
              </a:endParaRPr>
            </a:p>
          </p:txBody>
        </p:sp>
      </p:grpSp>
      <p:grpSp>
        <p:nvGrpSpPr>
          <p:cNvPr id="15152" name="Google Shape;15152;p258"/>
          <p:cNvGrpSpPr/>
          <p:nvPr/>
        </p:nvGrpSpPr>
        <p:grpSpPr>
          <a:xfrm>
            <a:off x="666588" y="3159747"/>
            <a:ext cx="2376625" cy="200100"/>
            <a:chOff x="624700" y="1498750"/>
            <a:chExt cx="2376625" cy="200100"/>
          </a:xfrm>
        </p:grpSpPr>
        <p:sp>
          <p:nvSpPr>
            <p:cNvPr id="15153" name="Google Shape;15153;p258"/>
            <p:cNvSpPr txBox="1"/>
            <p:nvPr/>
          </p:nvSpPr>
          <p:spPr>
            <a:xfrm>
              <a:off x="747725" y="1498750"/>
              <a:ext cx="2253600" cy="200100"/>
            </a:xfrm>
            <a:prstGeom prst="rect">
              <a:avLst/>
            </a:prstGeom>
            <a:solidFill>
              <a:srgbClr val="F3F3F3"/>
            </a:solidFill>
            <a:ln>
              <a:noFill/>
            </a:ln>
          </p:spPr>
          <p:txBody>
            <a:bodyPr anchorCtr="0" anchor="ctr" bIns="18000" lIns="18000" spcFirstLastPara="1" rIns="18000" wrap="square" tIns="18000">
              <a:noAutofit/>
            </a:bodyPr>
            <a:lstStyle/>
            <a:p>
              <a:pPr indent="0" lvl="0" marL="0" rtl="0" algn="l">
                <a:spcBef>
                  <a:spcPts val="0"/>
                </a:spcBef>
                <a:spcAft>
                  <a:spcPts val="0"/>
                </a:spcAft>
                <a:buNone/>
              </a:pPr>
              <a:r>
                <a:t/>
              </a:r>
              <a:endParaRPr sz="800">
                <a:solidFill>
                  <a:srgbClr val="434343"/>
                </a:solidFill>
              </a:endParaRPr>
            </a:p>
          </p:txBody>
        </p:sp>
        <p:sp>
          <p:nvSpPr>
            <p:cNvPr id="15154" name="Google Shape;15154;p258"/>
            <p:cNvSpPr txBox="1"/>
            <p:nvPr/>
          </p:nvSpPr>
          <p:spPr>
            <a:xfrm>
              <a:off x="624700" y="1514200"/>
              <a:ext cx="86100" cy="169200"/>
            </a:xfrm>
            <a:prstGeom prst="rect">
              <a:avLst/>
            </a:prstGeom>
            <a:noFill/>
            <a:ln>
              <a:noFill/>
            </a:ln>
          </p:spPr>
          <p:txBody>
            <a:bodyPr anchorCtr="0" anchor="ctr" bIns="0" lIns="0" spcFirstLastPara="1" rIns="0" wrap="square" tIns="0">
              <a:spAutoFit/>
            </a:bodyPr>
            <a:lstStyle/>
            <a:p>
              <a:pPr indent="0" lvl="0" marL="0" rtl="0" algn="r">
                <a:spcBef>
                  <a:spcPts val="0"/>
                </a:spcBef>
                <a:spcAft>
                  <a:spcPts val="0"/>
                </a:spcAft>
                <a:buNone/>
              </a:pPr>
              <a:r>
                <a:rPr lang="es-419" sz="700">
                  <a:latin typeface="Arvo"/>
                  <a:ea typeface="Arvo"/>
                  <a:cs typeface="Arvo"/>
                  <a:sym typeface="Arvo"/>
                </a:rPr>
                <a:t>3.</a:t>
              </a:r>
              <a:endParaRPr sz="700">
                <a:latin typeface="Arvo"/>
                <a:ea typeface="Arvo"/>
                <a:cs typeface="Arvo"/>
                <a:sym typeface="Arvo"/>
              </a:endParaRPr>
            </a:p>
            <a:p>
              <a:pPr indent="0" lvl="0" marL="0" rtl="0" algn="r">
                <a:spcBef>
                  <a:spcPts val="0"/>
                </a:spcBef>
                <a:spcAft>
                  <a:spcPts val="0"/>
                </a:spcAft>
                <a:buNone/>
              </a:pPr>
              <a:r>
                <a:t/>
              </a:r>
              <a:endParaRPr i="1" sz="400">
                <a:solidFill>
                  <a:srgbClr val="666666"/>
                </a:solidFill>
                <a:latin typeface="Arvo"/>
                <a:ea typeface="Arvo"/>
                <a:cs typeface="Arvo"/>
                <a:sym typeface="Arvo"/>
              </a:endParaRPr>
            </a:p>
          </p:txBody>
        </p:sp>
      </p:grpSp>
      <p:grpSp>
        <p:nvGrpSpPr>
          <p:cNvPr id="15155" name="Google Shape;15155;p258"/>
          <p:cNvGrpSpPr/>
          <p:nvPr/>
        </p:nvGrpSpPr>
        <p:grpSpPr>
          <a:xfrm>
            <a:off x="666588" y="3382284"/>
            <a:ext cx="2376625" cy="200100"/>
            <a:chOff x="624700" y="1498750"/>
            <a:chExt cx="2376625" cy="200100"/>
          </a:xfrm>
        </p:grpSpPr>
        <p:sp>
          <p:nvSpPr>
            <p:cNvPr id="15156" name="Google Shape;15156;p258"/>
            <p:cNvSpPr txBox="1"/>
            <p:nvPr/>
          </p:nvSpPr>
          <p:spPr>
            <a:xfrm>
              <a:off x="747725" y="1498750"/>
              <a:ext cx="2253600" cy="200100"/>
            </a:xfrm>
            <a:prstGeom prst="rect">
              <a:avLst/>
            </a:prstGeom>
            <a:solidFill>
              <a:srgbClr val="F3F3F3"/>
            </a:solidFill>
            <a:ln>
              <a:noFill/>
            </a:ln>
          </p:spPr>
          <p:txBody>
            <a:bodyPr anchorCtr="0" anchor="ctr" bIns="18000" lIns="18000" spcFirstLastPara="1" rIns="18000" wrap="square" tIns="18000">
              <a:noAutofit/>
            </a:bodyPr>
            <a:lstStyle/>
            <a:p>
              <a:pPr indent="0" lvl="0" marL="0" rtl="0" algn="l">
                <a:spcBef>
                  <a:spcPts val="0"/>
                </a:spcBef>
                <a:spcAft>
                  <a:spcPts val="0"/>
                </a:spcAft>
                <a:buNone/>
              </a:pPr>
              <a:r>
                <a:t/>
              </a:r>
              <a:endParaRPr sz="800">
                <a:solidFill>
                  <a:srgbClr val="434343"/>
                </a:solidFill>
              </a:endParaRPr>
            </a:p>
          </p:txBody>
        </p:sp>
        <p:sp>
          <p:nvSpPr>
            <p:cNvPr id="15157" name="Google Shape;15157;p258"/>
            <p:cNvSpPr txBox="1"/>
            <p:nvPr/>
          </p:nvSpPr>
          <p:spPr>
            <a:xfrm>
              <a:off x="624700" y="1514200"/>
              <a:ext cx="86100" cy="169200"/>
            </a:xfrm>
            <a:prstGeom prst="rect">
              <a:avLst/>
            </a:prstGeom>
            <a:noFill/>
            <a:ln>
              <a:noFill/>
            </a:ln>
          </p:spPr>
          <p:txBody>
            <a:bodyPr anchorCtr="0" anchor="ctr" bIns="0" lIns="0" spcFirstLastPara="1" rIns="0" wrap="square" tIns="0">
              <a:spAutoFit/>
            </a:bodyPr>
            <a:lstStyle/>
            <a:p>
              <a:pPr indent="0" lvl="0" marL="0" rtl="0" algn="r">
                <a:spcBef>
                  <a:spcPts val="0"/>
                </a:spcBef>
                <a:spcAft>
                  <a:spcPts val="0"/>
                </a:spcAft>
                <a:buNone/>
              </a:pPr>
              <a:r>
                <a:rPr lang="es-419" sz="700">
                  <a:latin typeface="Arvo"/>
                  <a:ea typeface="Arvo"/>
                  <a:cs typeface="Arvo"/>
                  <a:sym typeface="Arvo"/>
                </a:rPr>
                <a:t>4.</a:t>
              </a:r>
              <a:endParaRPr sz="700">
                <a:latin typeface="Arvo"/>
                <a:ea typeface="Arvo"/>
                <a:cs typeface="Arvo"/>
                <a:sym typeface="Arvo"/>
              </a:endParaRPr>
            </a:p>
            <a:p>
              <a:pPr indent="0" lvl="0" marL="0" rtl="0" algn="r">
                <a:spcBef>
                  <a:spcPts val="0"/>
                </a:spcBef>
                <a:spcAft>
                  <a:spcPts val="0"/>
                </a:spcAft>
                <a:buNone/>
              </a:pPr>
              <a:r>
                <a:t/>
              </a:r>
              <a:endParaRPr i="1" sz="400">
                <a:solidFill>
                  <a:srgbClr val="666666"/>
                </a:solidFill>
                <a:latin typeface="Arvo"/>
                <a:ea typeface="Arvo"/>
                <a:cs typeface="Arvo"/>
                <a:sym typeface="Arvo"/>
              </a:endParaRPr>
            </a:p>
          </p:txBody>
        </p:sp>
      </p:grpSp>
      <p:grpSp>
        <p:nvGrpSpPr>
          <p:cNvPr id="15158" name="Google Shape;15158;p258"/>
          <p:cNvGrpSpPr/>
          <p:nvPr/>
        </p:nvGrpSpPr>
        <p:grpSpPr>
          <a:xfrm>
            <a:off x="666588" y="3610709"/>
            <a:ext cx="2376625" cy="200100"/>
            <a:chOff x="624700" y="1498750"/>
            <a:chExt cx="2376625" cy="200100"/>
          </a:xfrm>
        </p:grpSpPr>
        <p:sp>
          <p:nvSpPr>
            <p:cNvPr id="15159" name="Google Shape;15159;p258"/>
            <p:cNvSpPr txBox="1"/>
            <p:nvPr/>
          </p:nvSpPr>
          <p:spPr>
            <a:xfrm>
              <a:off x="747725" y="1498750"/>
              <a:ext cx="2253600" cy="200100"/>
            </a:xfrm>
            <a:prstGeom prst="rect">
              <a:avLst/>
            </a:prstGeom>
            <a:solidFill>
              <a:srgbClr val="F3F3F3"/>
            </a:solidFill>
            <a:ln>
              <a:noFill/>
            </a:ln>
          </p:spPr>
          <p:txBody>
            <a:bodyPr anchorCtr="0" anchor="ctr" bIns="18000" lIns="18000" spcFirstLastPara="1" rIns="18000" wrap="square" tIns="18000">
              <a:noAutofit/>
            </a:bodyPr>
            <a:lstStyle/>
            <a:p>
              <a:pPr indent="0" lvl="0" marL="0" rtl="0" algn="l">
                <a:spcBef>
                  <a:spcPts val="0"/>
                </a:spcBef>
                <a:spcAft>
                  <a:spcPts val="0"/>
                </a:spcAft>
                <a:buNone/>
              </a:pPr>
              <a:r>
                <a:t/>
              </a:r>
              <a:endParaRPr sz="800">
                <a:solidFill>
                  <a:srgbClr val="434343"/>
                </a:solidFill>
              </a:endParaRPr>
            </a:p>
          </p:txBody>
        </p:sp>
        <p:sp>
          <p:nvSpPr>
            <p:cNvPr id="15160" name="Google Shape;15160;p258"/>
            <p:cNvSpPr txBox="1"/>
            <p:nvPr/>
          </p:nvSpPr>
          <p:spPr>
            <a:xfrm>
              <a:off x="624700" y="1514200"/>
              <a:ext cx="86100" cy="169200"/>
            </a:xfrm>
            <a:prstGeom prst="rect">
              <a:avLst/>
            </a:prstGeom>
            <a:noFill/>
            <a:ln>
              <a:noFill/>
            </a:ln>
          </p:spPr>
          <p:txBody>
            <a:bodyPr anchorCtr="0" anchor="ctr" bIns="0" lIns="0" spcFirstLastPara="1" rIns="0" wrap="square" tIns="0">
              <a:spAutoFit/>
            </a:bodyPr>
            <a:lstStyle/>
            <a:p>
              <a:pPr indent="0" lvl="0" marL="0" rtl="0" algn="r">
                <a:spcBef>
                  <a:spcPts val="0"/>
                </a:spcBef>
                <a:spcAft>
                  <a:spcPts val="0"/>
                </a:spcAft>
                <a:buNone/>
              </a:pPr>
              <a:r>
                <a:rPr lang="es-419" sz="700">
                  <a:latin typeface="Arvo"/>
                  <a:ea typeface="Arvo"/>
                  <a:cs typeface="Arvo"/>
                  <a:sym typeface="Arvo"/>
                </a:rPr>
                <a:t>5.</a:t>
              </a:r>
              <a:endParaRPr sz="700">
                <a:latin typeface="Arvo"/>
                <a:ea typeface="Arvo"/>
                <a:cs typeface="Arvo"/>
                <a:sym typeface="Arvo"/>
              </a:endParaRPr>
            </a:p>
            <a:p>
              <a:pPr indent="0" lvl="0" marL="0" rtl="0" algn="r">
                <a:spcBef>
                  <a:spcPts val="0"/>
                </a:spcBef>
                <a:spcAft>
                  <a:spcPts val="0"/>
                </a:spcAft>
                <a:buNone/>
              </a:pPr>
              <a:r>
                <a:t/>
              </a:r>
              <a:endParaRPr i="1" sz="400">
                <a:solidFill>
                  <a:srgbClr val="666666"/>
                </a:solidFill>
                <a:latin typeface="Arvo"/>
                <a:ea typeface="Arvo"/>
                <a:cs typeface="Arvo"/>
                <a:sym typeface="Arvo"/>
              </a:endParaRPr>
            </a:p>
          </p:txBody>
        </p:sp>
      </p:grpSp>
    </p:spTree>
  </p:cSld>
  <p:clrMapOvr>
    <a:masterClrMapping/>
  </p:clrMapOvr>
</p:sldLayout>
</file>

<file path=ppt/slideLayouts/slideLayout25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Paleta 3 1">
  <p:cSld name="CUSTOM_3_1">
    <p:spTree>
      <p:nvGrpSpPr>
        <p:cNvPr id="15161" name="Shape 15161"/>
        <p:cNvGrpSpPr/>
        <p:nvPr/>
      </p:nvGrpSpPr>
      <p:grpSpPr>
        <a:xfrm>
          <a:off x="0" y="0"/>
          <a:ext cx="0" cy="0"/>
          <a:chOff x="0" y="0"/>
          <a:chExt cx="0" cy="0"/>
        </a:xfrm>
      </p:grpSpPr>
      <p:sp>
        <p:nvSpPr>
          <p:cNvPr id="15162" name="Google Shape;15162;p259"/>
          <p:cNvSpPr/>
          <p:nvPr/>
        </p:nvSpPr>
        <p:spPr>
          <a:xfrm>
            <a:off x="195025" y="263250"/>
            <a:ext cx="5567400" cy="421200"/>
          </a:xfrm>
          <a:prstGeom prst="roundRect">
            <a:avLst>
              <a:gd fmla="val 17492" name="adj"/>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s-419" sz="1200">
                <a:solidFill>
                  <a:srgbClr val="FFFFFF"/>
                </a:solidFill>
              </a:rPr>
              <a:t>Especificación de Caso de Uso</a:t>
            </a:r>
            <a:endParaRPr b="1" sz="1100">
              <a:solidFill>
                <a:srgbClr val="FFFFFF"/>
              </a:solidFill>
            </a:endParaRPr>
          </a:p>
        </p:txBody>
      </p:sp>
      <p:sp>
        <p:nvSpPr>
          <p:cNvPr id="15163" name="Google Shape;15163;p259"/>
          <p:cNvSpPr/>
          <p:nvPr/>
        </p:nvSpPr>
        <p:spPr>
          <a:xfrm>
            <a:off x="195000" y="822275"/>
            <a:ext cx="5567400" cy="5853600"/>
          </a:xfrm>
          <a:prstGeom prst="roundRect">
            <a:avLst>
              <a:gd fmla="val 2402" name="adj"/>
            </a:avLst>
          </a:prstGeom>
          <a:solidFill>
            <a:srgbClr val="F3F3F3"/>
          </a:solidFill>
          <a:ln cap="flat" cmpd="sng" w="9525">
            <a:solidFill>
              <a:srgbClr val="F3F3F3"/>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164" name="Google Shape;15164;p259"/>
          <p:cNvGrpSpPr/>
          <p:nvPr/>
        </p:nvGrpSpPr>
        <p:grpSpPr>
          <a:xfrm>
            <a:off x="300175" y="1002322"/>
            <a:ext cx="2562300" cy="3616200"/>
            <a:chOff x="300175" y="1002322"/>
            <a:chExt cx="2562300" cy="3616200"/>
          </a:xfrm>
        </p:grpSpPr>
        <p:sp>
          <p:nvSpPr>
            <p:cNvPr id="15165" name="Google Shape;15165;p259"/>
            <p:cNvSpPr/>
            <p:nvPr/>
          </p:nvSpPr>
          <p:spPr>
            <a:xfrm>
              <a:off x="300175" y="1002322"/>
              <a:ext cx="2562300" cy="3616200"/>
            </a:xfrm>
            <a:prstGeom prst="roundRect">
              <a:avLst>
                <a:gd fmla="val 3233" name="adj"/>
              </a:avLst>
            </a:prstGeom>
            <a:solidFill>
              <a:srgbClr val="FFFFFF"/>
            </a:solidFill>
            <a:ln cap="flat" cmpd="sng" w="9525">
              <a:solidFill>
                <a:srgbClr val="EFEFEF"/>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t" bIns="18000" lIns="18000" spcFirstLastPara="1" rIns="18000" wrap="square" tIns="18000">
              <a:noAutofit/>
            </a:bodyPr>
            <a:lstStyle/>
            <a:p>
              <a:pPr indent="0" lvl="0" marL="0" rtl="0" algn="l">
                <a:spcBef>
                  <a:spcPts val="0"/>
                </a:spcBef>
                <a:spcAft>
                  <a:spcPts val="0"/>
                </a:spcAft>
                <a:buNone/>
              </a:pPr>
              <a:r>
                <a:rPr b="1" i="1" lang="es-419" sz="900">
                  <a:solidFill>
                    <a:srgbClr val="434343"/>
                  </a:solidFill>
                </a:rPr>
                <a:t>Pasos del Flujo Básico:</a:t>
              </a:r>
              <a:endParaRPr b="1" i="1" sz="900">
                <a:solidFill>
                  <a:srgbClr val="434343"/>
                </a:solidFill>
              </a:endParaRPr>
            </a:p>
          </p:txBody>
        </p:sp>
        <p:grpSp>
          <p:nvGrpSpPr>
            <p:cNvPr id="15166" name="Google Shape;15166;p259"/>
            <p:cNvGrpSpPr/>
            <p:nvPr/>
          </p:nvGrpSpPr>
          <p:grpSpPr>
            <a:xfrm>
              <a:off x="396100" y="1221347"/>
              <a:ext cx="2376625" cy="200100"/>
              <a:chOff x="624700" y="1498750"/>
              <a:chExt cx="2376625" cy="200100"/>
            </a:xfrm>
          </p:grpSpPr>
          <p:sp>
            <p:nvSpPr>
              <p:cNvPr id="15167" name="Google Shape;15167;p259"/>
              <p:cNvSpPr txBox="1"/>
              <p:nvPr/>
            </p:nvSpPr>
            <p:spPr>
              <a:xfrm>
                <a:off x="747725" y="1498750"/>
                <a:ext cx="2253600" cy="200100"/>
              </a:xfrm>
              <a:prstGeom prst="rect">
                <a:avLst/>
              </a:prstGeom>
              <a:solidFill>
                <a:srgbClr val="F3F3F3"/>
              </a:solidFill>
              <a:ln>
                <a:noFill/>
              </a:ln>
            </p:spPr>
            <p:txBody>
              <a:bodyPr anchorCtr="0" anchor="ctr" bIns="18000" lIns="18000" spcFirstLastPara="1" rIns="18000" wrap="square" tIns="18000">
                <a:noAutofit/>
              </a:bodyPr>
              <a:lstStyle/>
              <a:p>
                <a:pPr indent="0" lvl="0" marL="0" rtl="0" algn="l">
                  <a:spcBef>
                    <a:spcPts val="0"/>
                  </a:spcBef>
                  <a:spcAft>
                    <a:spcPts val="0"/>
                  </a:spcAft>
                  <a:buNone/>
                </a:pPr>
                <a:r>
                  <a:t/>
                </a:r>
                <a:endParaRPr sz="800">
                  <a:solidFill>
                    <a:srgbClr val="434343"/>
                  </a:solidFill>
                </a:endParaRPr>
              </a:p>
            </p:txBody>
          </p:sp>
          <p:sp>
            <p:nvSpPr>
              <p:cNvPr id="15168" name="Google Shape;15168;p259"/>
              <p:cNvSpPr txBox="1"/>
              <p:nvPr/>
            </p:nvSpPr>
            <p:spPr>
              <a:xfrm>
                <a:off x="624700" y="1514200"/>
                <a:ext cx="86100" cy="169200"/>
              </a:xfrm>
              <a:prstGeom prst="rect">
                <a:avLst/>
              </a:prstGeom>
              <a:noFill/>
              <a:ln>
                <a:noFill/>
              </a:ln>
            </p:spPr>
            <p:txBody>
              <a:bodyPr anchorCtr="0" anchor="ctr" bIns="0" lIns="0" spcFirstLastPara="1" rIns="0" wrap="square" tIns="0">
                <a:spAutoFit/>
              </a:bodyPr>
              <a:lstStyle/>
              <a:p>
                <a:pPr indent="0" lvl="0" marL="0" rtl="0" algn="r">
                  <a:spcBef>
                    <a:spcPts val="0"/>
                  </a:spcBef>
                  <a:spcAft>
                    <a:spcPts val="0"/>
                  </a:spcAft>
                  <a:buNone/>
                </a:pPr>
                <a:r>
                  <a:rPr lang="es-419" sz="700">
                    <a:latin typeface="Arvo"/>
                    <a:ea typeface="Arvo"/>
                    <a:cs typeface="Arvo"/>
                    <a:sym typeface="Arvo"/>
                  </a:rPr>
                  <a:t>1.</a:t>
                </a:r>
                <a:endParaRPr sz="700">
                  <a:latin typeface="Arvo"/>
                  <a:ea typeface="Arvo"/>
                  <a:cs typeface="Arvo"/>
                  <a:sym typeface="Arvo"/>
                </a:endParaRPr>
              </a:p>
              <a:p>
                <a:pPr indent="0" lvl="0" marL="0" rtl="0" algn="r">
                  <a:spcBef>
                    <a:spcPts val="0"/>
                  </a:spcBef>
                  <a:spcAft>
                    <a:spcPts val="0"/>
                  </a:spcAft>
                  <a:buNone/>
                </a:pPr>
                <a:r>
                  <a:t/>
                </a:r>
                <a:endParaRPr i="1" sz="400">
                  <a:solidFill>
                    <a:srgbClr val="666666"/>
                  </a:solidFill>
                  <a:latin typeface="Arvo"/>
                  <a:ea typeface="Arvo"/>
                  <a:cs typeface="Arvo"/>
                  <a:sym typeface="Arvo"/>
                </a:endParaRPr>
              </a:p>
            </p:txBody>
          </p:sp>
        </p:grpSp>
        <p:grpSp>
          <p:nvGrpSpPr>
            <p:cNvPr id="15169" name="Google Shape;15169;p259"/>
            <p:cNvGrpSpPr/>
            <p:nvPr/>
          </p:nvGrpSpPr>
          <p:grpSpPr>
            <a:xfrm>
              <a:off x="396100" y="1443884"/>
              <a:ext cx="2376625" cy="200100"/>
              <a:chOff x="624700" y="1498750"/>
              <a:chExt cx="2376625" cy="200100"/>
            </a:xfrm>
          </p:grpSpPr>
          <p:sp>
            <p:nvSpPr>
              <p:cNvPr id="15170" name="Google Shape;15170;p259"/>
              <p:cNvSpPr txBox="1"/>
              <p:nvPr/>
            </p:nvSpPr>
            <p:spPr>
              <a:xfrm>
                <a:off x="747725" y="1498750"/>
                <a:ext cx="2253600" cy="200100"/>
              </a:xfrm>
              <a:prstGeom prst="rect">
                <a:avLst/>
              </a:prstGeom>
              <a:solidFill>
                <a:srgbClr val="F3F3F3"/>
              </a:solidFill>
              <a:ln>
                <a:noFill/>
              </a:ln>
            </p:spPr>
            <p:txBody>
              <a:bodyPr anchorCtr="0" anchor="ctr" bIns="18000" lIns="18000" spcFirstLastPara="1" rIns="18000" wrap="square" tIns="18000">
                <a:noAutofit/>
              </a:bodyPr>
              <a:lstStyle/>
              <a:p>
                <a:pPr indent="0" lvl="0" marL="0" rtl="0" algn="l">
                  <a:spcBef>
                    <a:spcPts val="0"/>
                  </a:spcBef>
                  <a:spcAft>
                    <a:spcPts val="0"/>
                  </a:spcAft>
                  <a:buNone/>
                </a:pPr>
                <a:r>
                  <a:t/>
                </a:r>
                <a:endParaRPr sz="800">
                  <a:solidFill>
                    <a:srgbClr val="434343"/>
                  </a:solidFill>
                </a:endParaRPr>
              </a:p>
            </p:txBody>
          </p:sp>
          <p:sp>
            <p:nvSpPr>
              <p:cNvPr id="15171" name="Google Shape;15171;p259"/>
              <p:cNvSpPr txBox="1"/>
              <p:nvPr/>
            </p:nvSpPr>
            <p:spPr>
              <a:xfrm>
                <a:off x="624700" y="1514200"/>
                <a:ext cx="86100" cy="169200"/>
              </a:xfrm>
              <a:prstGeom prst="rect">
                <a:avLst/>
              </a:prstGeom>
              <a:noFill/>
              <a:ln>
                <a:noFill/>
              </a:ln>
            </p:spPr>
            <p:txBody>
              <a:bodyPr anchorCtr="0" anchor="ctr" bIns="0" lIns="0" spcFirstLastPara="1" rIns="0" wrap="square" tIns="0">
                <a:spAutoFit/>
              </a:bodyPr>
              <a:lstStyle/>
              <a:p>
                <a:pPr indent="0" lvl="0" marL="0" rtl="0" algn="r">
                  <a:spcBef>
                    <a:spcPts val="0"/>
                  </a:spcBef>
                  <a:spcAft>
                    <a:spcPts val="0"/>
                  </a:spcAft>
                  <a:buNone/>
                </a:pPr>
                <a:r>
                  <a:rPr lang="es-419" sz="700">
                    <a:latin typeface="Arvo"/>
                    <a:ea typeface="Arvo"/>
                    <a:cs typeface="Arvo"/>
                    <a:sym typeface="Arvo"/>
                  </a:rPr>
                  <a:t>2.</a:t>
                </a:r>
                <a:endParaRPr sz="700">
                  <a:latin typeface="Arvo"/>
                  <a:ea typeface="Arvo"/>
                  <a:cs typeface="Arvo"/>
                  <a:sym typeface="Arvo"/>
                </a:endParaRPr>
              </a:p>
              <a:p>
                <a:pPr indent="0" lvl="0" marL="0" rtl="0" algn="r">
                  <a:spcBef>
                    <a:spcPts val="0"/>
                  </a:spcBef>
                  <a:spcAft>
                    <a:spcPts val="0"/>
                  </a:spcAft>
                  <a:buNone/>
                </a:pPr>
                <a:r>
                  <a:t/>
                </a:r>
                <a:endParaRPr i="1" sz="400">
                  <a:solidFill>
                    <a:srgbClr val="666666"/>
                  </a:solidFill>
                  <a:latin typeface="Arvo"/>
                  <a:ea typeface="Arvo"/>
                  <a:cs typeface="Arvo"/>
                  <a:sym typeface="Arvo"/>
                </a:endParaRPr>
              </a:p>
            </p:txBody>
          </p:sp>
        </p:grpSp>
        <p:grpSp>
          <p:nvGrpSpPr>
            <p:cNvPr id="15172" name="Google Shape;15172;p259"/>
            <p:cNvGrpSpPr/>
            <p:nvPr/>
          </p:nvGrpSpPr>
          <p:grpSpPr>
            <a:xfrm>
              <a:off x="396100" y="1666447"/>
              <a:ext cx="2376625" cy="200100"/>
              <a:chOff x="624700" y="1498750"/>
              <a:chExt cx="2376625" cy="200100"/>
            </a:xfrm>
          </p:grpSpPr>
          <p:sp>
            <p:nvSpPr>
              <p:cNvPr id="15173" name="Google Shape;15173;p259"/>
              <p:cNvSpPr txBox="1"/>
              <p:nvPr/>
            </p:nvSpPr>
            <p:spPr>
              <a:xfrm>
                <a:off x="747725" y="1498750"/>
                <a:ext cx="2253600" cy="200100"/>
              </a:xfrm>
              <a:prstGeom prst="rect">
                <a:avLst/>
              </a:prstGeom>
              <a:solidFill>
                <a:srgbClr val="F3F3F3"/>
              </a:solidFill>
              <a:ln>
                <a:noFill/>
              </a:ln>
            </p:spPr>
            <p:txBody>
              <a:bodyPr anchorCtr="0" anchor="ctr" bIns="18000" lIns="18000" spcFirstLastPara="1" rIns="18000" wrap="square" tIns="18000">
                <a:noAutofit/>
              </a:bodyPr>
              <a:lstStyle/>
              <a:p>
                <a:pPr indent="0" lvl="0" marL="0" rtl="0" algn="l">
                  <a:spcBef>
                    <a:spcPts val="0"/>
                  </a:spcBef>
                  <a:spcAft>
                    <a:spcPts val="0"/>
                  </a:spcAft>
                  <a:buNone/>
                </a:pPr>
                <a:r>
                  <a:t/>
                </a:r>
                <a:endParaRPr sz="800">
                  <a:solidFill>
                    <a:srgbClr val="434343"/>
                  </a:solidFill>
                </a:endParaRPr>
              </a:p>
            </p:txBody>
          </p:sp>
          <p:sp>
            <p:nvSpPr>
              <p:cNvPr id="15174" name="Google Shape;15174;p259"/>
              <p:cNvSpPr txBox="1"/>
              <p:nvPr/>
            </p:nvSpPr>
            <p:spPr>
              <a:xfrm>
                <a:off x="624700" y="1514200"/>
                <a:ext cx="86100" cy="169200"/>
              </a:xfrm>
              <a:prstGeom prst="rect">
                <a:avLst/>
              </a:prstGeom>
              <a:noFill/>
              <a:ln>
                <a:noFill/>
              </a:ln>
            </p:spPr>
            <p:txBody>
              <a:bodyPr anchorCtr="0" anchor="ctr" bIns="0" lIns="0" spcFirstLastPara="1" rIns="0" wrap="square" tIns="0">
                <a:spAutoFit/>
              </a:bodyPr>
              <a:lstStyle/>
              <a:p>
                <a:pPr indent="0" lvl="0" marL="0" rtl="0" algn="r">
                  <a:spcBef>
                    <a:spcPts val="0"/>
                  </a:spcBef>
                  <a:spcAft>
                    <a:spcPts val="0"/>
                  </a:spcAft>
                  <a:buNone/>
                </a:pPr>
                <a:r>
                  <a:rPr lang="es-419" sz="700">
                    <a:latin typeface="Arvo"/>
                    <a:ea typeface="Arvo"/>
                    <a:cs typeface="Arvo"/>
                    <a:sym typeface="Arvo"/>
                  </a:rPr>
                  <a:t>3.</a:t>
                </a:r>
                <a:endParaRPr sz="700">
                  <a:latin typeface="Arvo"/>
                  <a:ea typeface="Arvo"/>
                  <a:cs typeface="Arvo"/>
                  <a:sym typeface="Arvo"/>
                </a:endParaRPr>
              </a:p>
              <a:p>
                <a:pPr indent="0" lvl="0" marL="0" rtl="0" algn="r">
                  <a:spcBef>
                    <a:spcPts val="0"/>
                  </a:spcBef>
                  <a:spcAft>
                    <a:spcPts val="0"/>
                  </a:spcAft>
                  <a:buNone/>
                </a:pPr>
                <a:r>
                  <a:t/>
                </a:r>
                <a:endParaRPr i="1" sz="400">
                  <a:solidFill>
                    <a:srgbClr val="666666"/>
                  </a:solidFill>
                  <a:latin typeface="Arvo"/>
                  <a:ea typeface="Arvo"/>
                  <a:cs typeface="Arvo"/>
                  <a:sym typeface="Arvo"/>
                </a:endParaRPr>
              </a:p>
            </p:txBody>
          </p:sp>
        </p:grpSp>
        <p:grpSp>
          <p:nvGrpSpPr>
            <p:cNvPr id="15175" name="Google Shape;15175;p259"/>
            <p:cNvGrpSpPr/>
            <p:nvPr/>
          </p:nvGrpSpPr>
          <p:grpSpPr>
            <a:xfrm>
              <a:off x="396100" y="1888984"/>
              <a:ext cx="2376625" cy="200100"/>
              <a:chOff x="624700" y="1498750"/>
              <a:chExt cx="2376625" cy="200100"/>
            </a:xfrm>
          </p:grpSpPr>
          <p:sp>
            <p:nvSpPr>
              <p:cNvPr id="15176" name="Google Shape;15176;p259"/>
              <p:cNvSpPr txBox="1"/>
              <p:nvPr/>
            </p:nvSpPr>
            <p:spPr>
              <a:xfrm>
                <a:off x="747725" y="1498750"/>
                <a:ext cx="2253600" cy="200100"/>
              </a:xfrm>
              <a:prstGeom prst="rect">
                <a:avLst/>
              </a:prstGeom>
              <a:solidFill>
                <a:srgbClr val="F3F3F3"/>
              </a:solidFill>
              <a:ln>
                <a:noFill/>
              </a:ln>
            </p:spPr>
            <p:txBody>
              <a:bodyPr anchorCtr="0" anchor="ctr" bIns="18000" lIns="18000" spcFirstLastPara="1" rIns="18000" wrap="square" tIns="18000">
                <a:noAutofit/>
              </a:bodyPr>
              <a:lstStyle/>
              <a:p>
                <a:pPr indent="0" lvl="0" marL="0" rtl="0" algn="l">
                  <a:spcBef>
                    <a:spcPts val="0"/>
                  </a:spcBef>
                  <a:spcAft>
                    <a:spcPts val="0"/>
                  </a:spcAft>
                  <a:buNone/>
                </a:pPr>
                <a:r>
                  <a:t/>
                </a:r>
                <a:endParaRPr sz="800">
                  <a:solidFill>
                    <a:srgbClr val="434343"/>
                  </a:solidFill>
                </a:endParaRPr>
              </a:p>
            </p:txBody>
          </p:sp>
          <p:sp>
            <p:nvSpPr>
              <p:cNvPr id="15177" name="Google Shape;15177;p259"/>
              <p:cNvSpPr txBox="1"/>
              <p:nvPr/>
            </p:nvSpPr>
            <p:spPr>
              <a:xfrm>
                <a:off x="624700" y="1514200"/>
                <a:ext cx="86100" cy="169200"/>
              </a:xfrm>
              <a:prstGeom prst="rect">
                <a:avLst/>
              </a:prstGeom>
              <a:noFill/>
              <a:ln>
                <a:noFill/>
              </a:ln>
            </p:spPr>
            <p:txBody>
              <a:bodyPr anchorCtr="0" anchor="ctr" bIns="0" lIns="0" spcFirstLastPara="1" rIns="0" wrap="square" tIns="0">
                <a:spAutoFit/>
              </a:bodyPr>
              <a:lstStyle/>
              <a:p>
                <a:pPr indent="0" lvl="0" marL="0" rtl="0" algn="r">
                  <a:spcBef>
                    <a:spcPts val="0"/>
                  </a:spcBef>
                  <a:spcAft>
                    <a:spcPts val="0"/>
                  </a:spcAft>
                  <a:buNone/>
                </a:pPr>
                <a:r>
                  <a:rPr lang="es-419" sz="700">
                    <a:latin typeface="Arvo"/>
                    <a:ea typeface="Arvo"/>
                    <a:cs typeface="Arvo"/>
                    <a:sym typeface="Arvo"/>
                  </a:rPr>
                  <a:t>4.</a:t>
                </a:r>
                <a:endParaRPr sz="700">
                  <a:latin typeface="Arvo"/>
                  <a:ea typeface="Arvo"/>
                  <a:cs typeface="Arvo"/>
                  <a:sym typeface="Arvo"/>
                </a:endParaRPr>
              </a:p>
              <a:p>
                <a:pPr indent="0" lvl="0" marL="0" rtl="0" algn="r">
                  <a:spcBef>
                    <a:spcPts val="0"/>
                  </a:spcBef>
                  <a:spcAft>
                    <a:spcPts val="0"/>
                  </a:spcAft>
                  <a:buNone/>
                </a:pPr>
                <a:r>
                  <a:t/>
                </a:r>
                <a:endParaRPr i="1" sz="400">
                  <a:solidFill>
                    <a:srgbClr val="666666"/>
                  </a:solidFill>
                  <a:latin typeface="Arvo"/>
                  <a:ea typeface="Arvo"/>
                  <a:cs typeface="Arvo"/>
                  <a:sym typeface="Arvo"/>
                </a:endParaRPr>
              </a:p>
            </p:txBody>
          </p:sp>
        </p:grpSp>
        <p:grpSp>
          <p:nvGrpSpPr>
            <p:cNvPr id="15178" name="Google Shape;15178;p259"/>
            <p:cNvGrpSpPr/>
            <p:nvPr/>
          </p:nvGrpSpPr>
          <p:grpSpPr>
            <a:xfrm>
              <a:off x="396100" y="2117409"/>
              <a:ext cx="2376625" cy="200100"/>
              <a:chOff x="624700" y="1498750"/>
              <a:chExt cx="2376625" cy="200100"/>
            </a:xfrm>
          </p:grpSpPr>
          <p:sp>
            <p:nvSpPr>
              <p:cNvPr id="15179" name="Google Shape;15179;p259"/>
              <p:cNvSpPr txBox="1"/>
              <p:nvPr/>
            </p:nvSpPr>
            <p:spPr>
              <a:xfrm>
                <a:off x="747725" y="1498750"/>
                <a:ext cx="2253600" cy="200100"/>
              </a:xfrm>
              <a:prstGeom prst="rect">
                <a:avLst/>
              </a:prstGeom>
              <a:solidFill>
                <a:srgbClr val="F3F3F3"/>
              </a:solidFill>
              <a:ln>
                <a:noFill/>
              </a:ln>
            </p:spPr>
            <p:txBody>
              <a:bodyPr anchorCtr="0" anchor="ctr" bIns="18000" lIns="18000" spcFirstLastPara="1" rIns="18000" wrap="square" tIns="18000">
                <a:noAutofit/>
              </a:bodyPr>
              <a:lstStyle/>
              <a:p>
                <a:pPr indent="0" lvl="0" marL="0" rtl="0" algn="l">
                  <a:spcBef>
                    <a:spcPts val="0"/>
                  </a:spcBef>
                  <a:spcAft>
                    <a:spcPts val="0"/>
                  </a:spcAft>
                  <a:buNone/>
                </a:pPr>
                <a:r>
                  <a:t/>
                </a:r>
                <a:endParaRPr sz="800">
                  <a:solidFill>
                    <a:srgbClr val="434343"/>
                  </a:solidFill>
                </a:endParaRPr>
              </a:p>
            </p:txBody>
          </p:sp>
          <p:sp>
            <p:nvSpPr>
              <p:cNvPr id="15180" name="Google Shape;15180;p259"/>
              <p:cNvSpPr txBox="1"/>
              <p:nvPr/>
            </p:nvSpPr>
            <p:spPr>
              <a:xfrm>
                <a:off x="624700" y="1514200"/>
                <a:ext cx="86100" cy="169200"/>
              </a:xfrm>
              <a:prstGeom prst="rect">
                <a:avLst/>
              </a:prstGeom>
              <a:noFill/>
              <a:ln>
                <a:noFill/>
              </a:ln>
            </p:spPr>
            <p:txBody>
              <a:bodyPr anchorCtr="0" anchor="ctr" bIns="0" lIns="0" spcFirstLastPara="1" rIns="0" wrap="square" tIns="0">
                <a:spAutoFit/>
              </a:bodyPr>
              <a:lstStyle/>
              <a:p>
                <a:pPr indent="0" lvl="0" marL="0" rtl="0" algn="r">
                  <a:spcBef>
                    <a:spcPts val="0"/>
                  </a:spcBef>
                  <a:spcAft>
                    <a:spcPts val="0"/>
                  </a:spcAft>
                  <a:buNone/>
                </a:pPr>
                <a:r>
                  <a:rPr lang="es-419" sz="700">
                    <a:latin typeface="Arvo"/>
                    <a:ea typeface="Arvo"/>
                    <a:cs typeface="Arvo"/>
                    <a:sym typeface="Arvo"/>
                  </a:rPr>
                  <a:t>5.</a:t>
                </a:r>
                <a:endParaRPr sz="700">
                  <a:latin typeface="Arvo"/>
                  <a:ea typeface="Arvo"/>
                  <a:cs typeface="Arvo"/>
                  <a:sym typeface="Arvo"/>
                </a:endParaRPr>
              </a:p>
              <a:p>
                <a:pPr indent="0" lvl="0" marL="0" rtl="0" algn="r">
                  <a:spcBef>
                    <a:spcPts val="0"/>
                  </a:spcBef>
                  <a:spcAft>
                    <a:spcPts val="0"/>
                  </a:spcAft>
                  <a:buNone/>
                </a:pPr>
                <a:r>
                  <a:t/>
                </a:r>
                <a:endParaRPr i="1" sz="400">
                  <a:solidFill>
                    <a:srgbClr val="666666"/>
                  </a:solidFill>
                  <a:latin typeface="Arvo"/>
                  <a:ea typeface="Arvo"/>
                  <a:cs typeface="Arvo"/>
                  <a:sym typeface="Arvo"/>
                </a:endParaRPr>
              </a:p>
            </p:txBody>
          </p:sp>
        </p:grpSp>
        <p:grpSp>
          <p:nvGrpSpPr>
            <p:cNvPr id="15181" name="Google Shape;15181;p259"/>
            <p:cNvGrpSpPr/>
            <p:nvPr/>
          </p:nvGrpSpPr>
          <p:grpSpPr>
            <a:xfrm>
              <a:off x="396100" y="2339947"/>
              <a:ext cx="2376625" cy="200100"/>
              <a:chOff x="624700" y="1498750"/>
              <a:chExt cx="2376625" cy="200100"/>
            </a:xfrm>
          </p:grpSpPr>
          <p:sp>
            <p:nvSpPr>
              <p:cNvPr id="15182" name="Google Shape;15182;p259"/>
              <p:cNvSpPr txBox="1"/>
              <p:nvPr/>
            </p:nvSpPr>
            <p:spPr>
              <a:xfrm>
                <a:off x="747725" y="1498750"/>
                <a:ext cx="2253600" cy="200100"/>
              </a:xfrm>
              <a:prstGeom prst="rect">
                <a:avLst/>
              </a:prstGeom>
              <a:solidFill>
                <a:srgbClr val="F3F3F3"/>
              </a:solidFill>
              <a:ln>
                <a:noFill/>
              </a:ln>
            </p:spPr>
            <p:txBody>
              <a:bodyPr anchorCtr="0" anchor="ctr" bIns="18000" lIns="18000" spcFirstLastPara="1" rIns="18000" wrap="square" tIns="18000">
                <a:noAutofit/>
              </a:bodyPr>
              <a:lstStyle/>
              <a:p>
                <a:pPr indent="0" lvl="0" marL="0" rtl="0" algn="l">
                  <a:spcBef>
                    <a:spcPts val="0"/>
                  </a:spcBef>
                  <a:spcAft>
                    <a:spcPts val="0"/>
                  </a:spcAft>
                  <a:buNone/>
                </a:pPr>
                <a:r>
                  <a:t/>
                </a:r>
                <a:endParaRPr sz="800">
                  <a:solidFill>
                    <a:srgbClr val="434343"/>
                  </a:solidFill>
                </a:endParaRPr>
              </a:p>
            </p:txBody>
          </p:sp>
          <p:sp>
            <p:nvSpPr>
              <p:cNvPr id="15183" name="Google Shape;15183;p259"/>
              <p:cNvSpPr txBox="1"/>
              <p:nvPr/>
            </p:nvSpPr>
            <p:spPr>
              <a:xfrm>
                <a:off x="624700" y="1514200"/>
                <a:ext cx="86100" cy="169200"/>
              </a:xfrm>
              <a:prstGeom prst="rect">
                <a:avLst/>
              </a:prstGeom>
              <a:noFill/>
              <a:ln>
                <a:noFill/>
              </a:ln>
            </p:spPr>
            <p:txBody>
              <a:bodyPr anchorCtr="0" anchor="ctr" bIns="0" lIns="0" spcFirstLastPara="1" rIns="0" wrap="square" tIns="0">
                <a:spAutoFit/>
              </a:bodyPr>
              <a:lstStyle/>
              <a:p>
                <a:pPr indent="0" lvl="0" marL="0" rtl="0" algn="r">
                  <a:spcBef>
                    <a:spcPts val="0"/>
                  </a:spcBef>
                  <a:spcAft>
                    <a:spcPts val="0"/>
                  </a:spcAft>
                  <a:buNone/>
                </a:pPr>
                <a:r>
                  <a:rPr lang="es-419" sz="700">
                    <a:latin typeface="Arvo"/>
                    <a:ea typeface="Arvo"/>
                    <a:cs typeface="Arvo"/>
                    <a:sym typeface="Arvo"/>
                  </a:rPr>
                  <a:t>6.</a:t>
                </a:r>
                <a:endParaRPr sz="700">
                  <a:latin typeface="Arvo"/>
                  <a:ea typeface="Arvo"/>
                  <a:cs typeface="Arvo"/>
                  <a:sym typeface="Arvo"/>
                </a:endParaRPr>
              </a:p>
              <a:p>
                <a:pPr indent="0" lvl="0" marL="0" rtl="0" algn="r">
                  <a:spcBef>
                    <a:spcPts val="0"/>
                  </a:spcBef>
                  <a:spcAft>
                    <a:spcPts val="0"/>
                  </a:spcAft>
                  <a:buNone/>
                </a:pPr>
                <a:r>
                  <a:t/>
                </a:r>
                <a:endParaRPr i="1" sz="400">
                  <a:solidFill>
                    <a:srgbClr val="666666"/>
                  </a:solidFill>
                  <a:latin typeface="Arvo"/>
                  <a:ea typeface="Arvo"/>
                  <a:cs typeface="Arvo"/>
                  <a:sym typeface="Arvo"/>
                </a:endParaRPr>
              </a:p>
            </p:txBody>
          </p:sp>
        </p:grpSp>
        <p:grpSp>
          <p:nvGrpSpPr>
            <p:cNvPr id="15184" name="Google Shape;15184;p259"/>
            <p:cNvGrpSpPr/>
            <p:nvPr/>
          </p:nvGrpSpPr>
          <p:grpSpPr>
            <a:xfrm>
              <a:off x="400875" y="2562472"/>
              <a:ext cx="2376625" cy="200100"/>
              <a:chOff x="624700" y="1498750"/>
              <a:chExt cx="2376625" cy="200100"/>
            </a:xfrm>
          </p:grpSpPr>
          <p:sp>
            <p:nvSpPr>
              <p:cNvPr id="15185" name="Google Shape;15185;p259"/>
              <p:cNvSpPr txBox="1"/>
              <p:nvPr/>
            </p:nvSpPr>
            <p:spPr>
              <a:xfrm>
                <a:off x="747725" y="1498750"/>
                <a:ext cx="2253600" cy="200100"/>
              </a:xfrm>
              <a:prstGeom prst="rect">
                <a:avLst/>
              </a:prstGeom>
              <a:solidFill>
                <a:srgbClr val="F3F3F3"/>
              </a:solidFill>
              <a:ln>
                <a:noFill/>
              </a:ln>
            </p:spPr>
            <p:txBody>
              <a:bodyPr anchorCtr="0" anchor="ctr" bIns="18000" lIns="18000" spcFirstLastPara="1" rIns="18000" wrap="square" tIns="18000">
                <a:noAutofit/>
              </a:bodyPr>
              <a:lstStyle/>
              <a:p>
                <a:pPr indent="0" lvl="0" marL="0" rtl="0" algn="l">
                  <a:spcBef>
                    <a:spcPts val="0"/>
                  </a:spcBef>
                  <a:spcAft>
                    <a:spcPts val="0"/>
                  </a:spcAft>
                  <a:buNone/>
                </a:pPr>
                <a:r>
                  <a:t/>
                </a:r>
                <a:endParaRPr sz="800">
                  <a:solidFill>
                    <a:srgbClr val="434343"/>
                  </a:solidFill>
                </a:endParaRPr>
              </a:p>
            </p:txBody>
          </p:sp>
          <p:sp>
            <p:nvSpPr>
              <p:cNvPr id="15186" name="Google Shape;15186;p259"/>
              <p:cNvSpPr txBox="1"/>
              <p:nvPr/>
            </p:nvSpPr>
            <p:spPr>
              <a:xfrm>
                <a:off x="624700" y="1514200"/>
                <a:ext cx="86100" cy="169200"/>
              </a:xfrm>
              <a:prstGeom prst="rect">
                <a:avLst/>
              </a:prstGeom>
              <a:noFill/>
              <a:ln>
                <a:noFill/>
              </a:ln>
            </p:spPr>
            <p:txBody>
              <a:bodyPr anchorCtr="0" anchor="ctr" bIns="0" lIns="0" spcFirstLastPara="1" rIns="0" wrap="square" tIns="0">
                <a:spAutoFit/>
              </a:bodyPr>
              <a:lstStyle/>
              <a:p>
                <a:pPr indent="0" lvl="0" marL="0" rtl="0" algn="r">
                  <a:spcBef>
                    <a:spcPts val="0"/>
                  </a:spcBef>
                  <a:spcAft>
                    <a:spcPts val="0"/>
                  </a:spcAft>
                  <a:buNone/>
                </a:pPr>
                <a:r>
                  <a:rPr lang="es-419" sz="700">
                    <a:latin typeface="Arvo"/>
                    <a:ea typeface="Arvo"/>
                    <a:cs typeface="Arvo"/>
                    <a:sym typeface="Arvo"/>
                  </a:rPr>
                  <a:t>7.</a:t>
                </a:r>
                <a:endParaRPr sz="700">
                  <a:latin typeface="Arvo"/>
                  <a:ea typeface="Arvo"/>
                  <a:cs typeface="Arvo"/>
                  <a:sym typeface="Arvo"/>
                </a:endParaRPr>
              </a:p>
              <a:p>
                <a:pPr indent="0" lvl="0" marL="0" rtl="0" algn="r">
                  <a:spcBef>
                    <a:spcPts val="0"/>
                  </a:spcBef>
                  <a:spcAft>
                    <a:spcPts val="0"/>
                  </a:spcAft>
                  <a:buNone/>
                </a:pPr>
                <a:r>
                  <a:t/>
                </a:r>
                <a:endParaRPr i="1" sz="400">
                  <a:solidFill>
                    <a:srgbClr val="666666"/>
                  </a:solidFill>
                  <a:latin typeface="Arvo"/>
                  <a:ea typeface="Arvo"/>
                  <a:cs typeface="Arvo"/>
                  <a:sym typeface="Arvo"/>
                </a:endParaRPr>
              </a:p>
            </p:txBody>
          </p:sp>
        </p:grpSp>
        <p:grpSp>
          <p:nvGrpSpPr>
            <p:cNvPr id="15187" name="Google Shape;15187;p259"/>
            <p:cNvGrpSpPr/>
            <p:nvPr/>
          </p:nvGrpSpPr>
          <p:grpSpPr>
            <a:xfrm>
              <a:off x="400875" y="2785009"/>
              <a:ext cx="2376625" cy="200100"/>
              <a:chOff x="624700" y="1498750"/>
              <a:chExt cx="2376625" cy="200100"/>
            </a:xfrm>
          </p:grpSpPr>
          <p:sp>
            <p:nvSpPr>
              <p:cNvPr id="15188" name="Google Shape;15188;p259"/>
              <p:cNvSpPr txBox="1"/>
              <p:nvPr/>
            </p:nvSpPr>
            <p:spPr>
              <a:xfrm>
                <a:off x="747725" y="1498750"/>
                <a:ext cx="2253600" cy="200100"/>
              </a:xfrm>
              <a:prstGeom prst="rect">
                <a:avLst/>
              </a:prstGeom>
              <a:solidFill>
                <a:srgbClr val="F3F3F3"/>
              </a:solidFill>
              <a:ln>
                <a:noFill/>
              </a:ln>
            </p:spPr>
            <p:txBody>
              <a:bodyPr anchorCtr="0" anchor="ctr" bIns="18000" lIns="18000" spcFirstLastPara="1" rIns="18000" wrap="square" tIns="18000">
                <a:noAutofit/>
              </a:bodyPr>
              <a:lstStyle/>
              <a:p>
                <a:pPr indent="0" lvl="0" marL="0" rtl="0" algn="l">
                  <a:spcBef>
                    <a:spcPts val="0"/>
                  </a:spcBef>
                  <a:spcAft>
                    <a:spcPts val="0"/>
                  </a:spcAft>
                  <a:buNone/>
                </a:pPr>
                <a:r>
                  <a:t/>
                </a:r>
                <a:endParaRPr sz="800">
                  <a:solidFill>
                    <a:srgbClr val="434343"/>
                  </a:solidFill>
                </a:endParaRPr>
              </a:p>
            </p:txBody>
          </p:sp>
          <p:sp>
            <p:nvSpPr>
              <p:cNvPr id="15189" name="Google Shape;15189;p259"/>
              <p:cNvSpPr txBox="1"/>
              <p:nvPr/>
            </p:nvSpPr>
            <p:spPr>
              <a:xfrm>
                <a:off x="624700" y="1514200"/>
                <a:ext cx="86100" cy="169200"/>
              </a:xfrm>
              <a:prstGeom prst="rect">
                <a:avLst/>
              </a:prstGeom>
              <a:noFill/>
              <a:ln>
                <a:noFill/>
              </a:ln>
            </p:spPr>
            <p:txBody>
              <a:bodyPr anchorCtr="0" anchor="ctr" bIns="0" lIns="0" spcFirstLastPara="1" rIns="0" wrap="square" tIns="0">
                <a:spAutoFit/>
              </a:bodyPr>
              <a:lstStyle/>
              <a:p>
                <a:pPr indent="0" lvl="0" marL="0" rtl="0" algn="r">
                  <a:spcBef>
                    <a:spcPts val="0"/>
                  </a:spcBef>
                  <a:spcAft>
                    <a:spcPts val="0"/>
                  </a:spcAft>
                  <a:buNone/>
                </a:pPr>
                <a:r>
                  <a:rPr lang="es-419" sz="700">
                    <a:latin typeface="Arvo"/>
                    <a:ea typeface="Arvo"/>
                    <a:cs typeface="Arvo"/>
                    <a:sym typeface="Arvo"/>
                  </a:rPr>
                  <a:t>8.</a:t>
                </a:r>
                <a:endParaRPr sz="700">
                  <a:latin typeface="Arvo"/>
                  <a:ea typeface="Arvo"/>
                  <a:cs typeface="Arvo"/>
                  <a:sym typeface="Arvo"/>
                </a:endParaRPr>
              </a:p>
              <a:p>
                <a:pPr indent="0" lvl="0" marL="0" rtl="0" algn="r">
                  <a:spcBef>
                    <a:spcPts val="0"/>
                  </a:spcBef>
                  <a:spcAft>
                    <a:spcPts val="0"/>
                  </a:spcAft>
                  <a:buNone/>
                </a:pPr>
                <a:r>
                  <a:t/>
                </a:r>
                <a:endParaRPr i="1" sz="400">
                  <a:solidFill>
                    <a:srgbClr val="666666"/>
                  </a:solidFill>
                  <a:latin typeface="Arvo"/>
                  <a:ea typeface="Arvo"/>
                  <a:cs typeface="Arvo"/>
                  <a:sym typeface="Arvo"/>
                </a:endParaRPr>
              </a:p>
            </p:txBody>
          </p:sp>
        </p:grpSp>
        <p:grpSp>
          <p:nvGrpSpPr>
            <p:cNvPr id="15190" name="Google Shape;15190;p259"/>
            <p:cNvGrpSpPr/>
            <p:nvPr/>
          </p:nvGrpSpPr>
          <p:grpSpPr>
            <a:xfrm>
              <a:off x="400875" y="3013434"/>
              <a:ext cx="2376625" cy="200100"/>
              <a:chOff x="624700" y="1498750"/>
              <a:chExt cx="2376625" cy="200100"/>
            </a:xfrm>
          </p:grpSpPr>
          <p:sp>
            <p:nvSpPr>
              <p:cNvPr id="15191" name="Google Shape;15191;p259"/>
              <p:cNvSpPr txBox="1"/>
              <p:nvPr/>
            </p:nvSpPr>
            <p:spPr>
              <a:xfrm>
                <a:off x="747725" y="1498750"/>
                <a:ext cx="2253600" cy="200100"/>
              </a:xfrm>
              <a:prstGeom prst="rect">
                <a:avLst/>
              </a:prstGeom>
              <a:solidFill>
                <a:srgbClr val="F3F3F3"/>
              </a:solidFill>
              <a:ln>
                <a:noFill/>
              </a:ln>
            </p:spPr>
            <p:txBody>
              <a:bodyPr anchorCtr="0" anchor="ctr" bIns="18000" lIns="18000" spcFirstLastPara="1" rIns="18000" wrap="square" tIns="18000">
                <a:noAutofit/>
              </a:bodyPr>
              <a:lstStyle/>
              <a:p>
                <a:pPr indent="0" lvl="0" marL="0" rtl="0" algn="l">
                  <a:spcBef>
                    <a:spcPts val="0"/>
                  </a:spcBef>
                  <a:spcAft>
                    <a:spcPts val="0"/>
                  </a:spcAft>
                  <a:buNone/>
                </a:pPr>
                <a:r>
                  <a:t/>
                </a:r>
                <a:endParaRPr sz="800">
                  <a:solidFill>
                    <a:srgbClr val="434343"/>
                  </a:solidFill>
                </a:endParaRPr>
              </a:p>
            </p:txBody>
          </p:sp>
          <p:sp>
            <p:nvSpPr>
              <p:cNvPr id="15192" name="Google Shape;15192;p259"/>
              <p:cNvSpPr txBox="1"/>
              <p:nvPr/>
            </p:nvSpPr>
            <p:spPr>
              <a:xfrm>
                <a:off x="624700" y="1514200"/>
                <a:ext cx="86100" cy="169200"/>
              </a:xfrm>
              <a:prstGeom prst="rect">
                <a:avLst/>
              </a:prstGeom>
              <a:noFill/>
              <a:ln>
                <a:noFill/>
              </a:ln>
            </p:spPr>
            <p:txBody>
              <a:bodyPr anchorCtr="0" anchor="ctr" bIns="0" lIns="0" spcFirstLastPara="1" rIns="0" wrap="square" tIns="0">
                <a:spAutoFit/>
              </a:bodyPr>
              <a:lstStyle/>
              <a:p>
                <a:pPr indent="0" lvl="0" marL="0" rtl="0" algn="r">
                  <a:spcBef>
                    <a:spcPts val="0"/>
                  </a:spcBef>
                  <a:spcAft>
                    <a:spcPts val="0"/>
                  </a:spcAft>
                  <a:buNone/>
                </a:pPr>
                <a:r>
                  <a:rPr lang="es-419" sz="700">
                    <a:latin typeface="Arvo"/>
                    <a:ea typeface="Arvo"/>
                    <a:cs typeface="Arvo"/>
                    <a:sym typeface="Arvo"/>
                  </a:rPr>
                  <a:t>9.</a:t>
                </a:r>
                <a:endParaRPr sz="700">
                  <a:latin typeface="Arvo"/>
                  <a:ea typeface="Arvo"/>
                  <a:cs typeface="Arvo"/>
                  <a:sym typeface="Arvo"/>
                </a:endParaRPr>
              </a:p>
              <a:p>
                <a:pPr indent="0" lvl="0" marL="0" rtl="0" algn="r">
                  <a:spcBef>
                    <a:spcPts val="0"/>
                  </a:spcBef>
                  <a:spcAft>
                    <a:spcPts val="0"/>
                  </a:spcAft>
                  <a:buNone/>
                </a:pPr>
                <a:r>
                  <a:t/>
                </a:r>
                <a:endParaRPr i="1" sz="400">
                  <a:solidFill>
                    <a:srgbClr val="666666"/>
                  </a:solidFill>
                  <a:latin typeface="Arvo"/>
                  <a:ea typeface="Arvo"/>
                  <a:cs typeface="Arvo"/>
                  <a:sym typeface="Arvo"/>
                </a:endParaRPr>
              </a:p>
            </p:txBody>
          </p:sp>
        </p:grpSp>
        <p:grpSp>
          <p:nvGrpSpPr>
            <p:cNvPr id="15193" name="Google Shape;15193;p259"/>
            <p:cNvGrpSpPr/>
            <p:nvPr/>
          </p:nvGrpSpPr>
          <p:grpSpPr>
            <a:xfrm>
              <a:off x="371475" y="3235972"/>
              <a:ext cx="2406025" cy="200100"/>
              <a:chOff x="595300" y="1498750"/>
              <a:chExt cx="2406025" cy="200100"/>
            </a:xfrm>
          </p:grpSpPr>
          <p:sp>
            <p:nvSpPr>
              <p:cNvPr id="15194" name="Google Shape;15194;p259"/>
              <p:cNvSpPr txBox="1"/>
              <p:nvPr/>
            </p:nvSpPr>
            <p:spPr>
              <a:xfrm>
                <a:off x="747725" y="1498750"/>
                <a:ext cx="2253600" cy="200100"/>
              </a:xfrm>
              <a:prstGeom prst="rect">
                <a:avLst/>
              </a:prstGeom>
              <a:solidFill>
                <a:srgbClr val="F3F3F3"/>
              </a:solidFill>
              <a:ln>
                <a:noFill/>
              </a:ln>
            </p:spPr>
            <p:txBody>
              <a:bodyPr anchorCtr="0" anchor="ctr" bIns="18000" lIns="18000" spcFirstLastPara="1" rIns="18000" wrap="square" tIns="18000">
                <a:noAutofit/>
              </a:bodyPr>
              <a:lstStyle/>
              <a:p>
                <a:pPr indent="0" lvl="0" marL="0" rtl="0" algn="l">
                  <a:spcBef>
                    <a:spcPts val="0"/>
                  </a:spcBef>
                  <a:spcAft>
                    <a:spcPts val="0"/>
                  </a:spcAft>
                  <a:buNone/>
                </a:pPr>
                <a:r>
                  <a:t/>
                </a:r>
                <a:endParaRPr sz="800">
                  <a:solidFill>
                    <a:srgbClr val="434343"/>
                  </a:solidFill>
                </a:endParaRPr>
              </a:p>
            </p:txBody>
          </p:sp>
          <p:sp>
            <p:nvSpPr>
              <p:cNvPr id="15195" name="Google Shape;15195;p259"/>
              <p:cNvSpPr txBox="1"/>
              <p:nvPr/>
            </p:nvSpPr>
            <p:spPr>
              <a:xfrm>
                <a:off x="595300" y="1514200"/>
                <a:ext cx="115500" cy="169200"/>
              </a:xfrm>
              <a:prstGeom prst="rect">
                <a:avLst/>
              </a:prstGeom>
              <a:noFill/>
              <a:ln>
                <a:noFill/>
              </a:ln>
            </p:spPr>
            <p:txBody>
              <a:bodyPr anchorCtr="0" anchor="ctr" bIns="0" lIns="0" spcFirstLastPara="1" rIns="0" wrap="square" tIns="0">
                <a:spAutoFit/>
              </a:bodyPr>
              <a:lstStyle/>
              <a:p>
                <a:pPr indent="0" lvl="0" marL="0" rtl="0" algn="r">
                  <a:spcBef>
                    <a:spcPts val="0"/>
                  </a:spcBef>
                  <a:spcAft>
                    <a:spcPts val="0"/>
                  </a:spcAft>
                  <a:buNone/>
                </a:pPr>
                <a:r>
                  <a:rPr lang="es-419" sz="700">
                    <a:latin typeface="Arvo"/>
                    <a:ea typeface="Arvo"/>
                    <a:cs typeface="Arvo"/>
                    <a:sym typeface="Arvo"/>
                  </a:rPr>
                  <a:t>10.</a:t>
                </a:r>
                <a:endParaRPr sz="700">
                  <a:latin typeface="Arvo"/>
                  <a:ea typeface="Arvo"/>
                  <a:cs typeface="Arvo"/>
                  <a:sym typeface="Arvo"/>
                </a:endParaRPr>
              </a:p>
              <a:p>
                <a:pPr indent="0" lvl="0" marL="0" rtl="0" algn="r">
                  <a:spcBef>
                    <a:spcPts val="0"/>
                  </a:spcBef>
                  <a:spcAft>
                    <a:spcPts val="0"/>
                  </a:spcAft>
                  <a:buNone/>
                </a:pPr>
                <a:r>
                  <a:t/>
                </a:r>
                <a:endParaRPr i="1" sz="400">
                  <a:solidFill>
                    <a:srgbClr val="666666"/>
                  </a:solidFill>
                  <a:latin typeface="Arvo"/>
                  <a:ea typeface="Arvo"/>
                  <a:cs typeface="Arvo"/>
                  <a:sym typeface="Arvo"/>
                </a:endParaRPr>
              </a:p>
            </p:txBody>
          </p:sp>
        </p:grpSp>
        <p:grpSp>
          <p:nvGrpSpPr>
            <p:cNvPr id="15196" name="Google Shape;15196;p259"/>
            <p:cNvGrpSpPr/>
            <p:nvPr/>
          </p:nvGrpSpPr>
          <p:grpSpPr>
            <a:xfrm>
              <a:off x="381000" y="3458497"/>
              <a:ext cx="2401250" cy="200100"/>
              <a:chOff x="600075" y="1498750"/>
              <a:chExt cx="2401250" cy="200100"/>
            </a:xfrm>
          </p:grpSpPr>
          <p:sp>
            <p:nvSpPr>
              <p:cNvPr id="15197" name="Google Shape;15197;p259"/>
              <p:cNvSpPr txBox="1"/>
              <p:nvPr/>
            </p:nvSpPr>
            <p:spPr>
              <a:xfrm>
                <a:off x="747725" y="1498750"/>
                <a:ext cx="2253600" cy="200100"/>
              </a:xfrm>
              <a:prstGeom prst="rect">
                <a:avLst/>
              </a:prstGeom>
              <a:solidFill>
                <a:srgbClr val="F3F3F3"/>
              </a:solidFill>
              <a:ln>
                <a:noFill/>
              </a:ln>
            </p:spPr>
            <p:txBody>
              <a:bodyPr anchorCtr="0" anchor="ctr" bIns="18000" lIns="18000" spcFirstLastPara="1" rIns="18000" wrap="square" tIns="18000">
                <a:noAutofit/>
              </a:bodyPr>
              <a:lstStyle/>
              <a:p>
                <a:pPr indent="0" lvl="0" marL="0" rtl="0" algn="l">
                  <a:spcBef>
                    <a:spcPts val="0"/>
                  </a:spcBef>
                  <a:spcAft>
                    <a:spcPts val="0"/>
                  </a:spcAft>
                  <a:buNone/>
                </a:pPr>
                <a:r>
                  <a:t/>
                </a:r>
                <a:endParaRPr sz="800">
                  <a:solidFill>
                    <a:srgbClr val="434343"/>
                  </a:solidFill>
                </a:endParaRPr>
              </a:p>
            </p:txBody>
          </p:sp>
          <p:sp>
            <p:nvSpPr>
              <p:cNvPr id="15198" name="Google Shape;15198;p259"/>
              <p:cNvSpPr txBox="1"/>
              <p:nvPr/>
            </p:nvSpPr>
            <p:spPr>
              <a:xfrm>
                <a:off x="600075" y="1514200"/>
                <a:ext cx="110700" cy="169200"/>
              </a:xfrm>
              <a:prstGeom prst="rect">
                <a:avLst/>
              </a:prstGeom>
              <a:noFill/>
              <a:ln>
                <a:noFill/>
              </a:ln>
            </p:spPr>
            <p:txBody>
              <a:bodyPr anchorCtr="0" anchor="ctr" bIns="0" lIns="0" spcFirstLastPara="1" rIns="0" wrap="square" tIns="0">
                <a:spAutoFit/>
              </a:bodyPr>
              <a:lstStyle/>
              <a:p>
                <a:pPr indent="0" lvl="0" marL="0" rtl="0" algn="r">
                  <a:spcBef>
                    <a:spcPts val="0"/>
                  </a:spcBef>
                  <a:spcAft>
                    <a:spcPts val="0"/>
                  </a:spcAft>
                  <a:buNone/>
                </a:pPr>
                <a:r>
                  <a:rPr lang="es-419" sz="700">
                    <a:latin typeface="Arvo"/>
                    <a:ea typeface="Arvo"/>
                    <a:cs typeface="Arvo"/>
                    <a:sym typeface="Arvo"/>
                  </a:rPr>
                  <a:t>11.</a:t>
                </a:r>
                <a:endParaRPr sz="700">
                  <a:latin typeface="Arvo"/>
                  <a:ea typeface="Arvo"/>
                  <a:cs typeface="Arvo"/>
                  <a:sym typeface="Arvo"/>
                </a:endParaRPr>
              </a:p>
              <a:p>
                <a:pPr indent="0" lvl="0" marL="0" rtl="0" algn="r">
                  <a:spcBef>
                    <a:spcPts val="0"/>
                  </a:spcBef>
                  <a:spcAft>
                    <a:spcPts val="0"/>
                  </a:spcAft>
                  <a:buNone/>
                </a:pPr>
                <a:r>
                  <a:t/>
                </a:r>
                <a:endParaRPr i="1" sz="400">
                  <a:solidFill>
                    <a:srgbClr val="666666"/>
                  </a:solidFill>
                  <a:latin typeface="Arvo"/>
                  <a:ea typeface="Arvo"/>
                  <a:cs typeface="Arvo"/>
                  <a:sym typeface="Arvo"/>
                </a:endParaRPr>
              </a:p>
            </p:txBody>
          </p:sp>
        </p:grpSp>
        <p:grpSp>
          <p:nvGrpSpPr>
            <p:cNvPr id="15199" name="Google Shape;15199;p259"/>
            <p:cNvGrpSpPr/>
            <p:nvPr/>
          </p:nvGrpSpPr>
          <p:grpSpPr>
            <a:xfrm>
              <a:off x="381000" y="3681022"/>
              <a:ext cx="2406025" cy="200100"/>
              <a:chOff x="595300" y="1498750"/>
              <a:chExt cx="2406025" cy="200100"/>
            </a:xfrm>
          </p:grpSpPr>
          <p:sp>
            <p:nvSpPr>
              <p:cNvPr id="15200" name="Google Shape;15200;p259"/>
              <p:cNvSpPr txBox="1"/>
              <p:nvPr/>
            </p:nvSpPr>
            <p:spPr>
              <a:xfrm>
                <a:off x="747725" y="1498750"/>
                <a:ext cx="2253600" cy="200100"/>
              </a:xfrm>
              <a:prstGeom prst="rect">
                <a:avLst/>
              </a:prstGeom>
              <a:solidFill>
                <a:srgbClr val="F3F3F3"/>
              </a:solidFill>
              <a:ln>
                <a:noFill/>
              </a:ln>
            </p:spPr>
            <p:txBody>
              <a:bodyPr anchorCtr="0" anchor="ctr" bIns="18000" lIns="18000" spcFirstLastPara="1" rIns="18000" wrap="square" tIns="18000">
                <a:noAutofit/>
              </a:bodyPr>
              <a:lstStyle/>
              <a:p>
                <a:pPr indent="0" lvl="0" marL="0" rtl="0" algn="l">
                  <a:spcBef>
                    <a:spcPts val="0"/>
                  </a:spcBef>
                  <a:spcAft>
                    <a:spcPts val="0"/>
                  </a:spcAft>
                  <a:buNone/>
                </a:pPr>
                <a:r>
                  <a:t/>
                </a:r>
                <a:endParaRPr sz="800">
                  <a:solidFill>
                    <a:srgbClr val="434343"/>
                  </a:solidFill>
                </a:endParaRPr>
              </a:p>
            </p:txBody>
          </p:sp>
          <p:sp>
            <p:nvSpPr>
              <p:cNvPr id="15201" name="Google Shape;15201;p259"/>
              <p:cNvSpPr txBox="1"/>
              <p:nvPr/>
            </p:nvSpPr>
            <p:spPr>
              <a:xfrm>
                <a:off x="595300" y="1514200"/>
                <a:ext cx="115500" cy="169200"/>
              </a:xfrm>
              <a:prstGeom prst="rect">
                <a:avLst/>
              </a:prstGeom>
              <a:noFill/>
              <a:ln>
                <a:noFill/>
              </a:ln>
            </p:spPr>
            <p:txBody>
              <a:bodyPr anchorCtr="0" anchor="ctr" bIns="0" lIns="0" spcFirstLastPara="1" rIns="0" wrap="square" tIns="0">
                <a:spAutoFit/>
              </a:bodyPr>
              <a:lstStyle/>
              <a:p>
                <a:pPr indent="0" lvl="0" marL="0" rtl="0" algn="r">
                  <a:spcBef>
                    <a:spcPts val="0"/>
                  </a:spcBef>
                  <a:spcAft>
                    <a:spcPts val="0"/>
                  </a:spcAft>
                  <a:buNone/>
                </a:pPr>
                <a:r>
                  <a:rPr lang="es-419" sz="700">
                    <a:latin typeface="Arvo"/>
                    <a:ea typeface="Arvo"/>
                    <a:cs typeface="Arvo"/>
                    <a:sym typeface="Arvo"/>
                  </a:rPr>
                  <a:t>12.</a:t>
                </a:r>
                <a:endParaRPr sz="700">
                  <a:latin typeface="Arvo"/>
                  <a:ea typeface="Arvo"/>
                  <a:cs typeface="Arvo"/>
                  <a:sym typeface="Arvo"/>
                </a:endParaRPr>
              </a:p>
              <a:p>
                <a:pPr indent="0" lvl="0" marL="0" rtl="0" algn="r">
                  <a:spcBef>
                    <a:spcPts val="0"/>
                  </a:spcBef>
                  <a:spcAft>
                    <a:spcPts val="0"/>
                  </a:spcAft>
                  <a:buNone/>
                </a:pPr>
                <a:r>
                  <a:t/>
                </a:r>
                <a:endParaRPr i="1" sz="400">
                  <a:solidFill>
                    <a:srgbClr val="666666"/>
                  </a:solidFill>
                  <a:latin typeface="Arvo"/>
                  <a:ea typeface="Arvo"/>
                  <a:cs typeface="Arvo"/>
                  <a:sym typeface="Arvo"/>
                </a:endParaRPr>
              </a:p>
            </p:txBody>
          </p:sp>
        </p:grpSp>
        <p:grpSp>
          <p:nvGrpSpPr>
            <p:cNvPr id="15202" name="Google Shape;15202;p259"/>
            <p:cNvGrpSpPr/>
            <p:nvPr/>
          </p:nvGrpSpPr>
          <p:grpSpPr>
            <a:xfrm>
              <a:off x="381000" y="3903559"/>
              <a:ext cx="2406025" cy="200100"/>
              <a:chOff x="595300" y="1498750"/>
              <a:chExt cx="2406025" cy="200100"/>
            </a:xfrm>
          </p:grpSpPr>
          <p:sp>
            <p:nvSpPr>
              <p:cNvPr id="15203" name="Google Shape;15203;p259"/>
              <p:cNvSpPr txBox="1"/>
              <p:nvPr/>
            </p:nvSpPr>
            <p:spPr>
              <a:xfrm>
                <a:off x="747725" y="1498750"/>
                <a:ext cx="2253600" cy="200100"/>
              </a:xfrm>
              <a:prstGeom prst="rect">
                <a:avLst/>
              </a:prstGeom>
              <a:solidFill>
                <a:srgbClr val="F3F3F3"/>
              </a:solidFill>
              <a:ln>
                <a:noFill/>
              </a:ln>
            </p:spPr>
            <p:txBody>
              <a:bodyPr anchorCtr="0" anchor="ctr" bIns="18000" lIns="18000" spcFirstLastPara="1" rIns="18000" wrap="square" tIns="18000">
                <a:noAutofit/>
              </a:bodyPr>
              <a:lstStyle/>
              <a:p>
                <a:pPr indent="0" lvl="0" marL="0" rtl="0" algn="l">
                  <a:spcBef>
                    <a:spcPts val="0"/>
                  </a:spcBef>
                  <a:spcAft>
                    <a:spcPts val="0"/>
                  </a:spcAft>
                  <a:buNone/>
                </a:pPr>
                <a:r>
                  <a:t/>
                </a:r>
                <a:endParaRPr sz="800">
                  <a:solidFill>
                    <a:srgbClr val="434343"/>
                  </a:solidFill>
                </a:endParaRPr>
              </a:p>
            </p:txBody>
          </p:sp>
          <p:sp>
            <p:nvSpPr>
              <p:cNvPr id="15204" name="Google Shape;15204;p259"/>
              <p:cNvSpPr txBox="1"/>
              <p:nvPr/>
            </p:nvSpPr>
            <p:spPr>
              <a:xfrm>
                <a:off x="595300" y="1514213"/>
                <a:ext cx="115500" cy="169200"/>
              </a:xfrm>
              <a:prstGeom prst="rect">
                <a:avLst/>
              </a:prstGeom>
              <a:noFill/>
              <a:ln>
                <a:noFill/>
              </a:ln>
            </p:spPr>
            <p:txBody>
              <a:bodyPr anchorCtr="0" anchor="ctr" bIns="0" lIns="0" spcFirstLastPara="1" rIns="0" wrap="square" tIns="0">
                <a:spAutoFit/>
              </a:bodyPr>
              <a:lstStyle/>
              <a:p>
                <a:pPr indent="0" lvl="0" marL="0" rtl="0" algn="r">
                  <a:spcBef>
                    <a:spcPts val="0"/>
                  </a:spcBef>
                  <a:spcAft>
                    <a:spcPts val="0"/>
                  </a:spcAft>
                  <a:buNone/>
                </a:pPr>
                <a:r>
                  <a:rPr lang="es-419" sz="700">
                    <a:latin typeface="Arvo"/>
                    <a:ea typeface="Arvo"/>
                    <a:cs typeface="Arvo"/>
                    <a:sym typeface="Arvo"/>
                  </a:rPr>
                  <a:t>13.</a:t>
                </a:r>
                <a:endParaRPr sz="700">
                  <a:latin typeface="Arvo"/>
                  <a:ea typeface="Arvo"/>
                  <a:cs typeface="Arvo"/>
                  <a:sym typeface="Arvo"/>
                </a:endParaRPr>
              </a:p>
              <a:p>
                <a:pPr indent="0" lvl="0" marL="0" rtl="0" algn="r">
                  <a:spcBef>
                    <a:spcPts val="0"/>
                  </a:spcBef>
                  <a:spcAft>
                    <a:spcPts val="0"/>
                  </a:spcAft>
                  <a:buNone/>
                </a:pPr>
                <a:r>
                  <a:t/>
                </a:r>
                <a:endParaRPr i="1" sz="400">
                  <a:solidFill>
                    <a:srgbClr val="666666"/>
                  </a:solidFill>
                  <a:latin typeface="Arvo"/>
                  <a:ea typeface="Arvo"/>
                  <a:cs typeface="Arvo"/>
                  <a:sym typeface="Arvo"/>
                </a:endParaRPr>
              </a:p>
            </p:txBody>
          </p:sp>
        </p:grpSp>
        <p:grpSp>
          <p:nvGrpSpPr>
            <p:cNvPr id="15205" name="Google Shape;15205;p259"/>
            <p:cNvGrpSpPr/>
            <p:nvPr/>
          </p:nvGrpSpPr>
          <p:grpSpPr>
            <a:xfrm>
              <a:off x="371475" y="4131984"/>
              <a:ext cx="2415550" cy="200100"/>
              <a:chOff x="585775" y="1498750"/>
              <a:chExt cx="2415550" cy="200100"/>
            </a:xfrm>
          </p:grpSpPr>
          <p:sp>
            <p:nvSpPr>
              <p:cNvPr id="15206" name="Google Shape;15206;p259"/>
              <p:cNvSpPr txBox="1"/>
              <p:nvPr/>
            </p:nvSpPr>
            <p:spPr>
              <a:xfrm>
                <a:off x="747725" y="1498750"/>
                <a:ext cx="2253600" cy="200100"/>
              </a:xfrm>
              <a:prstGeom prst="rect">
                <a:avLst/>
              </a:prstGeom>
              <a:solidFill>
                <a:srgbClr val="F3F3F3"/>
              </a:solidFill>
              <a:ln>
                <a:noFill/>
              </a:ln>
            </p:spPr>
            <p:txBody>
              <a:bodyPr anchorCtr="0" anchor="ctr" bIns="18000" lIns="18000" spcFirstLastPara="1" rIns="18000" wrap="square" tIns="18000">
                <a:noAutofit/>
              </a:bodyPr>
              <a:lstStyle/>
              <a:p>
                <a:pPr indent="0" lvl="0" marL="0" rtl="0" algn="l">
                  <a:spcBef>
                    <a:spcPts val="0"/>
                  </a:spcBef>
                  <a:spcAft>
                    <a:spcPts val="0"/>
                  </a:spcAft>
                  <a:buNone/>
                </a:pPr>
                <a:r>
                  <a:t/>
                </a:r>
                <a:endParaRPr sz="800">
                  <a:solidFill>
                    <a:srgbClr val="434343"/>
                  </a:solidFill>
                </a:endParaRPr>
              </a:p>
            </p:txBody>
          </p:sp>
          <p:sp>
            <p:nvSpPr>
              <p:cNvPr id="15207" name="Google Shape;15207;p259"/>
              <p:cNvSpPr txBox="1"/>
              <p:nvPr/>
            </p:nvSpPr>
            <p:spPr>
              <a:xfrm>
                <a:off x="585775" y="1514213"/>
                <a:ext cx="125100" cy="169200"/>
              </a:xfrm>
              <a:prstGeom prst="rect">
                <a:avLst/>
              </a:prstGeom>
              <a:noFill/>
              <a:ln>
                <a:noFill/>
              </a:ln>
            </p:spPr>
            <p:txBody>
              <a:bodyPr anchorCtr="0" anchor="ctr" bIns="0" lIns="0" spcFirstLastPara="1" rIns="0" wrap="square" tIns="0">
                <a:spAutoFit/>
              </a:bodyPr>
              <a:lstStyle/>
              <a:p>
                <a:pPr indent="0" lvl="0" marL="0" rtl="0" algn="r">
                  <a:spcBef>
                    <a:spcPts val="0"/>
                  </a:spcBef>
                  <a:spcAft>
                    <a:spcPts val="0"/>
                  </a:spcAft>
                  <a:buNone/>
                </a:pPr>
                <a:r>
                  <a:rPr lang="es-419" sz="700">
                    <a:latin typeface="Arvo"/>
                    <a:ea typeface="Arvo"/>
                    <a:cs typeface="Arvo"/>
                    <a:sym typeface="Arvo"/>
                  </a:rPr>
                  <a:t>14.</a:t>
                </a:r>
                <a:endParaRPr sz="700">
                  <a:latin typeface="Arvo"/>
                  <a:ea typeface="Arvo"/>
                  <a:cs typeface="Arvo"/>
                  <a:sym typeface="Arvo"/>
                </a:endParaRPr>
              </a:p>
              <a:p>
                <a:pPr indent="0" lvl="0" marL="0" rtl="0" algn="r">
                  <a:spcBef>
                    <a:spcPts val="0"/>
                  </a:spcBef>
                  <a:spcAft>
                    <a:spcPts val="0"/>
                  </a:spcAft>
                  <a:buNone/>
                </a:pPr>
                <a:r>
                  <a:t/>
                </a:r>
                <a:endParaRPr i="1" sz="400">
                  <a:solidFill>
                    <a:srgbClr val="666666"/>
                  </a:solidFill>
                  <a:latin typeface="Arvo"/>
                  <a:ea typeface="Arvo"/>
                  <a:cs typeface="Arvo"/>
                  <a:sym typeface="Arvo"/>
                </a:endParaRPr>
              </a:p>
            </p:txBody>
          </p:sp>
        </p:grpSp>
        <p:grpSp>
          <p:nvGrpSpPr>
            <p:cNvPr id="15208" name="Google Shape;15208;p259"/>
            <p:cNvGrpSpPr/>
            <p:nvPr/>
          </p:nvGrpSpPr>
          <p:grpSpPr>
            <a:xfrm>
              <a:off x="381000" y="4354522"/>
              <a:ext cx="2406025" cy="200100"/>
              <a:chOff x="595300" y="1498750"/>
              <a:chExt cx="2406025" cy="200100"/>
            </a:xfrm>
          </p:grpSpPr>
          <p:sp>
            <p:nvSpPr>
              <p:cNvPr id="15209" name="Google Shape;15209;p259"/>
              <p:cNvSpPr txBox="1"/>
              <p:nvPr/>
            </p:nvSpPr>
            <p:spPr>
              <a:xfrm>
                <a:off x="747725" y="1498750"/>
                <a:ext cx="2253600" cy="200100"/>
              </a:xfrm>
              <a:prstGeom prst="rect">
                <a:avLst/>
              </a:prstGeom>
              <a:solidFill>
                <a:srgbClr val="F3F3F3"/>
              </a:solidFill>
              <a:ln>
                <a:noFill/>
              </a:ln>
            </p:spPr>
            <p:txBody>
              <a:bodyPr anchorCtr="0" anchor="ctr" bIns="18000" lIns="18000" spcFirstLastPara="1" rIns="18000" wrap="square" tIns="18000">
                <a:noAutofit/>
              </a:bodyPr>
              <a:lstStyle/>
              <a:p>
                <a:pPr indent="0" lvl="0" marL="0" rtl="0" algn="l">
                  <a:spcBef>
                    <a:spcPts val="0"/>
                  </a:spcBef>
                  <a:spcAft>
                    <a:spcPts val="0"/>
                  </a:spcAft>
                  <a:buNone/>
                </a:pPr>
                <a:r>
                  <a:t/>
                </a:r>
                <a:endParaRPr sz="800">
                  <a:solidFill>
                    <a:srgbClr val="434343"/>
                  </a:solidFill>
                </a:endParaRPr>
              </a:p>
            </p:txBody>
          </p:sp>
          <p:sp>
            <p:nvSpPr>
              <p:cNvPr id="15210" name="Google Shape;15210;p259"/>
              <p:cNvSpPr txBox="1"/>
              <p:nvPr/>
            </p:nvSpPr>
            <p:spPr>
              <a:xfrm>
                <a:off x="595300" y="1514200"/>
                <a:ext cx="115500" cy="169200"/>
              </a:xfrm>
              <a:prstGeom prst="rect">
                <a:avLst/>
              </a:prstGeom>
              <a:noFill/>
              <a:ln>
                <a:noFill/>
              </a:ln>
            </p:spPr>
            <p:txBody>
              <a:bodyPr anchorCtr="0" anchor="ctr" bIns="0" lIns="0" spcFirstLastPara="1" rIns="0" wrap="square" tIns="0">
                <a:spAutoFit/>
              </a:bodyPr>
              <a:lstStyle/>
              <a:p>
                <a:pPr indent="0" lvl="0" marL="0" rtl="0" algn="r">
                  <a:spcBef>
                    <a:spcPts val="0"/>
                  </a:spcBef>
                  <a:spcAft>
                    <a:spcPts val="0"/>
                  </a:spcAft>
                  <a:buNone/>
                </a:pPr>
                <a:r>
                  <a:rPr lang="es-419" sz="700">
                    <a:latin typeface="Arvo"/>
                    <a:ea typeface="Arvo"/>
                    <a:cs typeface="Arvo"/>
                    <a:sym typeface="Arvo"/>
                  </a:rPr>
                  <a:t>15.</a:t>
                </a:r>
                <a:endParaRPr sz="700">
                  <a:latin typeface="Arvo"/>
                  <a:ea typeface="Arvo"/>
                  <a:cs typeface="Arvo"/>
                  <a:sym typeface="Arvo"/>
                </a:endParaRPr>
              </a:p>
              <a:p>
                <a:pPr indent="0" lvl="0" marL="0" rtl="0" algn="r">
                  <a:spcBef>
                    <a:spcPts val="0"/>
                  </a:spcBef>
                  <a:spcAft>
                    <a:spcPts val="0"/>
                  </a:spcAft>
                  <a:buNone/>
                </a:pPr>
                <a:r>
                  <a:t/>
                </a:r>
                <a:endParaRPr i="1" sz="400">
                  <a:solidFill>
                    <a:srgbClr val="666666"/>
                  </a:solidFill>
                  <a:latin typeface="Arvo"/>
                  <a:ea typeface="Arvo"/>
                  <a:cs typeface="Arvo"/>
                  <a:sym typeface="Arvo"/>
                </a:endParaRPr>
              </a:p>
            </p:txBody>
          </p:sp>
        </p:grpSp>
      </p:grpSp>
      <p:grpSp>
        <p:nvGrpSpPr>
          <p:cNvPr id="15211" name="Google Shape;15211;p259"/>
          <p:cNvGrpSpPr/>
          <p:nvPr/>
        </p:nvGrpSpPr>
        <p:grpSpPr>
          <a:xfrm>
            <a:off x="288239" y="4783900"/>
            <a:ext cx="2562300" cy="1689300"/>
            <a:chOff x="5068625" y="1150650"/>
            <a:chExt cx="2562300" cy="1689300"/>
          </a:xfrm>
        </p:grpSpPr>
        <p:sp>
          <p:nvSpPr>
            <p:cNvPr id="15212" name="Google Shape;15212;p259"/>
            <p:cNvSpPr/>
            <p:nvPr/>
          </p:nvSpPr>
          <p:spPr>
            <a:xfrm>
              <a:off x="5068625" y="1150650"/>
              <a:ext cx="2562300" cy="1689300"/>
            </a:xfrm>
            <a:prstGeom prst="roundRect">
              <a:avLst>
                <a:gd fmla="val 3233" name="adj"/>
              </a:avLst>
            </a:prstGeom>
            <a:solidFill>
              <a:srgbClr val="FFFFFF"/>
            </a:solidFill>
            <a:ln cap="flat" cmpd="sng" w="9525">
              <a:solidFill>
                <a:srgbClr val="EFEFEF"/>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t" bIns="18000" lIns="18000" spcFirstLastPara="1" rIns="18000" wrap="square" tIns="18000">
              <a:noAutofit/>
            </a:bodyPr>
            <a:lstStyle/>
            <a:p>
              <a:pPr indent="0" lvl="0" marL="0" rtl="0" algn="l">
                <a:spcBef>
                  <a:spcPts val="0"/>
                </a:spcBef>
                <a:spcAft>
                  <a:spcPts val="0"/>
                </a:spcAft>
                <a:buNone/>
              </a:pPr>
              <a:r>
                <a:t/>
              </a:r>
              <a:endParaRPr b="1" i="1" sz="900">
                <a:solidFill>
                  <a:srgbClr val="434343"/>
                </a:solidFill>
              </a:endParaRPr>
            </a:p>
          </p:txBody>
        </p:sp>
        <p:sp>
          <p:nvSpPr>
            <p:cNvPr id="15213" name="Google Shape;15213;p259"/>
            <p:cNvSpPr txBox="1"/>
            <p:nvPr/>
          </p:nvSpPr>
          <p:spPr>
            <a:xfrm>
              <a:off x="6040800" y="1202400"/>
              <a:ext cx="1527600" cy="210900"/>
            </a:xfrm>
            <a:prstGeom prst="rect">
              <a:avLst/>
            </a:prstGeom>
            <a:solidFill>
              <a:srgbClr val="F3F3F3"/>
            </a:solidFill>
            <a:ln>
              <a:noFill/>
            </a:ln>
          </p:spPr>
          <p:txBody>
            <a:bodyPr anchorCtr="0" anchor="ctr" bIns="18000" lIns="18000" spcFirstLastPara="1" rIns="18000" wrap="square" tIns="18000">
              <a:noAutofit/>
            </a:bodyPr>
            <a:lstStyle/>
            <a:p>
              <a:pPr indent="0" lvl="0" marL="0" rtl="0" algn="l">
                <a:spcBef>
                  <a:spcPts val="0"/>
                </a:spcBef>
                <a:spcAft>
                  <a:spcPts val="0"/>
                </a:spcAft>
                <a:buNone/>
              </a:pPr>
              <a:r>
                <a:t/>
              </a:r>
              <a:endParaRPr i="1" sz="800">
                <a:solidFill>
                  <a:srgbClr val="434343"/>
                </a:solidFill>
              </a:endParaRPr>
            </a:p>
          </p:txBody>
        </p:sp>
        <p:sp>
          <p:nvSpPr>
            <p:cNvPr id="15214" name="Google Shape;15214;p259"/>
            <p:cNvSpPr txBox="1"/>
            <p:nvPr/>
          </p:nvSpPr>
          <p:spPr>
            <a:xfrm>
              <a:off x="5427300" y="1175175"/>
              <a:ext cx="591300" cy="169200"/>
            </a:xfrm>
            <a:prstGeom prst="rect">
              <a:avLst/>
            </a:prstGeom>
            <a:noFill/>
            <a:ln>
              <a:noFill/>
            </a:ln>
          </p:spPr>
          <p:txBody>
            <a:bodyPr anchorCtr="0" anchor="ctr" bIns="0" lIns="0" spcFirstLastPara="1" rIns="0" wrap="square" tIns="0">
              <a:noAutofit/>
            </a:bodyPr>
            <a:lstStyle/>
            <a:p>
              <a:pPr indent="0" lvl="0" marL="0" rtl="0" algn="r">
                <a:spcBef>
                  <a:spcPts val="0"/>
                </a:spcBef>
                <a:spcAft>
                  <a:spcPts val="0"/>
                </a:spcAft>
                <a:buNone/>
              </a:pPr>
              <a:r>
                <a:rPr b="1" i="1" lang="es-419" sz="800">
                  <a:solidFill>
                    <a:srgbClr val="434343"/>
                  </a:solidFill>
                </a:rPr>
                <a:t>Subflujo 1:</a:t>
              </a:r>
              <a:endParaRPr i="1" sz="500">
                <a:solidFill>
                  <a:srgbClr val="666666"/>
                </a:solidFill>
                <a:latin typeface="Arvo"/>
                <a:ea typeface="Arvo"/>
                <a:cs typeface="Arvo"/>
                <a:sym typeface="Arvo"/>
              </a:endParaRPr>
            </a:p>
          </p:txBody>
        </p:sp>
        <p:sp>
          <p:nvSpPr>
            <p:cNvPr id="15215" name="Google Shape;15215;p259"/>
            <p:cNvSpPr txBox="1"/>
            <p:nvPr/>
          </p:nvSpPr>
          <p:spPr>
            <a:xfrm>
              <a:off x="5116238" y="1403775"/>
              <a:ext cx="902400" cy="169200"/>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i="1" lang="es-419" sz="700">
                  <a:solidFill>
                    <a:srgbClr val="434343"/>
                  </a:solidFill>
                </a:rPr>
                <a:t>Pasos del subflujo: </a:t>
              </a:r>
              <a:endParaRPr i="1" sz="400">
                <a:solidFill>
                  <a:srgbClr val="666666"/>
                </a:solidFill>
                <a:latin typeface="Arvo"/>
                <a:ea typeface="Arvo"/>
                <a:cs typeface="Arvo"/>
                <a:sym typeface="Arvo"/>
              </a:endParaRPr>
            </a:p>
          </p:txBody>
        </p:sp>
        <p:grpSp>
          <p:nvGrpSpPr>
            <p:cNvPr id="15216" name="Google Shape;15216;p259"/>
            <p:cNvGrpSpPr/>
            <p:nvPr/>
          </p:nvGrpSpPr>
          <p:grpSpPr>
            <a:xfrm>
              <a:off x="5161463" y="1594275"/>
              <a:ext cx="2376625" cy="200100"/>
              <a:chOff x="624700" y="1498750"/>
              <a:chExt cx="2376625" cy="200100"/>
            </a:xfrm>
          </p:grpSpPr>
          <p:sp>
            <p:nvSpPr>
              <p:cNvPr id="15217" name="Google Shape;15217;p259"/>
              <p:cNvSpPr txBox="1"/>
              <p:nvPr/>
            </p:nvSpPr>
            <p:spPr>
              <a:xfrm>
                <a:off x="747725" y="1498750"/>
                <a:ext cx="2253600" cy="200100"/>
              </a:xfrm>
              <a:prstGeom prst="rect">
                <a:avLst/>
              </a:prstGeom>
              <a:solidFill>
                <a:srgbClr val="F3F3F3"/>
              </a:solidFill>
              <a:ln>
                <a:noFill/>
              </a:ln>
            </p:spPr>
            <p:txBody>
              <a:bodyPr anchorCtr="0" anchor="ctr" bIns="18000" lIns="18000" spcFirstLastPara="1" rIns="18000" wrap="square" tIns="18000">
                <a:noAutofit/>
              </a:bodyPr>
              <a:lstStyle/>
              <a:p>
                <a:pPr indent="0" lvl="0" marL="0" rtl="0" algn="l">
                  <a:spcBef>
                    <a:spcPts val="0"/>
                  </a:spcBef>
                  <a:spcAft>
                    <a:spcPts val="0"/>
                  </a:spcAft>
                  <a:buNone/>
                </a:pPr>
                <a:r>
                  <a:t/>
                </a:r>
                <a:endParaRPr sz="800">
                  <a:solidFill>
                    <a:srgbClr val="434343"/>
                  </a:solidFill>
                </a:endParaRPr>
              </a:p>
            </p:txBody>
          </p:sp>
          <p:sp>
            <p:nvSpPr>
              <p:cNvPr id="15218" name="Google Shape;15218;p259"/>
              <p:cNvSpPr txBox="1"/>
              <p:nvPr/>
            </p:nvSpPr>
            <p:spPr>
              <a:xfrm>
                <a:off x="624700" y="1514200"/>
                <a:ext cx="86100" cy="169200"/>
              </a:xfrm>
              <a:prstGeom prst="rect">
                <a:avLst/>
              </a:prstGeom>
              <a:noFill/>
              <a:ln>
                <a:noFill/>
              </a:ln>
            </p:spPr>
            <p:txBody>
              <a:bodyPr anchorCtr="0" anchor="ctr" bIns="0" lIns="0" spcFirstLastPara="1" rIns="0" wrap="square" tIns="0">
                <a:spAutoFit/>
              </a:bodyPr>
              <a:lstStyle/>
              <a:p>
                <a:pPr indent="0" lvl="0" marL="0" rtl="0" algn="r">
                  <a:spcBef>
                    <a:spcPts val="0"/>
                  </a:spcBef>
                  <a:spcAft>
                    <a:spcPts val="0"/>
                  </a:spcAft>
                  <a:buNone/>
                </a:pPr>
                <a:r>
                  <a:rPr lang="es-419" sz="700">
                    <a:latin typeface="Arvo"/>
                    <a:ea typeface="Arvo"/>
                    <a:cs typeface="Arvo"/>
                    <a:sym typeface="Arvo"/>
                  </a:rPr>
                  <a:t>1.</a:t>
                </a:r>
                <a:endParaRPr sz="700">
                  <a:latin typeface="Arvo"/>
                  <a:ea typeface="Arvo"/>
                  <a:cs typeface="Arvo"/>
                  <a:sym typeface="Arvo"/>
                </a:endParaRPr>
              </a:p>
              <a:p>
                <a:pPr indent="0" lvl="0" marL="0" rtl="0" algn="r">
                  <a:spcBef>
                    <a:spcPts val="0"/>
                  </a:spcBef>
                  <a:spcAft>
                    <a:spcPts val="0"/>
                  </a:spcAft>
                  <a:buNone/>
                </a:pPr>
                <a:r>
                  <a:t/>
                </a:r>
                <a:endParaRPr i="1" sz="400">
                  <a:solidFill>
                    <a:srgbClr val="666666"/>
                  </a:solidFill>
                  <a:latin typeface="Arvo"/>
                  <a:ea typeface="Arvo"/>
                  <a:cs typeface="Arvo"/>
                  <a:sym typeface="Arvo"/>
                </a:endParaRPr>
              </a:p>
            </p:txBody>
          </p:sp>
        </p:grpSp>
        <p:grpSp>
          <p:nvGrpSpPr>
            <p:cNvPr id="15219" name="Google Shape;15219;p259"/>
            <p:cNvGrpSpPr/>
            <p:nvPr/>
          </p:nvGrpSpPr>
          <p:grpSpPr>
            <a:xfrm>
              <a:off x="5161463" y="1816813"/>
              <a:ext cx="2376625" cy="200100"/>
              <a:chOff x="624700" y="1498750"/>
              <a:chExt cx="2376625" cy="200100"/>
            </a:xfrm>
          </p:grpSpPr>
          <p:sp>
            <p:nvSpPr>
              <p:cNvPr id="15220" name="Google Shape;15220;p259"/>
              <p:cNvSpPr txBox="1"/>
              <p:nvPr/>
            </p:nvSpPr>
            <p:spPr>
              <a:xfrm>
                <a:off x="747725" y="1498750"/>
                <a:ext cx="2253600" cy="200100"/>
              </a:xfrm>
              <a:prstGeom prst="rect">
                <a:avLst/>
              </a:prstGeom>
              <a:solidFill>
                <a:srgbClr val="F3F3F3"/>
              </a:solidFill>
              <a:ln>
                <a:noFill/>
              </a:ln>
            </p:spPr>
            <p:txBody>
              <a:bodyPr anchorCtr="0" anchor="ctr" bIns="18000" lIns="18000" spcFirstLastPara="1" rIns="18000" wrap="square" tIns="18000">
                <a:noAutofit/>
              </a:bodyPr>
              <a:lstStyle/>
              <a:p>
                <a:pPr indent="0" lvl="0" marL="0" rtl="0" algn="l">
                  <a:spcBef>
                    <a:spcPts val="0"/>
                  </a:spcBef>
                  <a:spcAft>
                    <a:spcPts val="0"/>
                  </a:spcAft>
                  <a:buNone/>
                </a:pPr>
                <a:r>
                  <a:t/>
                </a:r>
                <a:endParaRPr sz="800">
                  <a:solidFill>
                    <a:srgbClr val="434343"/>
                  </a:solidFill>
                </a:endParaRPr>
              </a:p>
            </p:txBody>
          </p:sp>
          <p:sp>
            <p:nvSpPr>
              <p:cNvPr id="15221" name="Google Shape;15221;p259"/>
              <p:cNvSpPr txBox="1"/>
              <p:nvPr/>
            </p:nvSpPr>
            <p:spPr>
              <a:xfrm>
                <a:off x="624700" y="1514200"/>
                <a:ext cx="86100" cy="169200"/>
              </a:xfrm>
              <a:prstGeom prst="rect">
                <a:avLst/>
              </a:prstGeom>
              <a:noFill/>
              <a:ln>
                <a:noFill/>
              </a:ln>
            </p:spPr>
            <p:txBody>
              <a:bodyPr anchorCtr="0" anchor="ctr" bIns="0" lIns="0" spcFirstLastPara="1" rIns="0" wrap="square" tIns="0">
                <a:spAutoFit/>
              </a:bodyPr>
              <a:lstStyle/>
              <a:p>
                <a:pPr indent="0" lvl="0" marL="0" rtl="0" algn="r">
                  <a:spcBef>
                    <a:spcPts val="0"/>
                  </a:spcBef>
                  <a:spcAft>
                    <a:spcPts val="0"/>
                  </a:spcAft>
                  <a:buNone/>
                </a:pPr>
                <a:r>
                  <a:rPr lang="es-419" sz="700">
                    <a:latin typeface="Arvo"/>
                    <a:ea typeface="Arvo"/>
                    <a:cs typeface="Arvo"/>
                    <a:sym typeface="Arvo"/>
                  </a:rPr>
                  <a:t>2.</a:t>
                </a:r>
                <a:endParaRPr sz="700">
                  <a:latin typeface="Arvo"/>
                  <a:ea typeface="Arvo"/>
                  <a:cs typeface="Arvo"/>
                  <a:sym typeface="Arvo"/>
                </a:endParaRPr>
              </a:p>
              <a:p>
                <a:pPr indent="0" lvl="0" marL="0" rtl="0" algn="r">
                  <a:spcBef>
                    <a:spcPts val="0"/>
                  </a:spcBef>
                  <a:spcAft>
                    <a:spcPts val="0"/>
                  </a:spcAft>
                  <a:buNone/>
                </a:pPr>
                <a:r>
                  <a:t/>
                </a:r>
                <a:endParaRPr i="1" sz="400">
                  <a:solidFill>
                    <a:srgbClr val="666666"/>
                  </a:solidFill>
                  <a:latin typeface="Arvo"/>
                  <a:ea typeface="Arvo"/>
                  <a:cs typeface="Arvo"/>
                  <a:sym typeface="Arvo"/>
                </a:endParaRPr>
              </a:p>
            </p:txBody>
          </p:sp>
        </p:grpSp>
        <p:grpSp>
          <p:nvGrpSpPr>
            <p:cNvPr id="15222" name="Google Shape;15222;p259"/>
            <p:cNvGrpSpPr/>
            <p:nvPr/>
          </p:nvGrpSpPr>
          <p:grpSpPr>
            <a:xfrm>
              <a:off x="5161463" y="2039375"/>
              <a:ext cx="2376625" cy="200100"/>
              <a:chOff x="624700" y="1498750"/>
              <a:chExt cx="2376625" cy="200100"/>
            </a:xfrm>
          </p:grpSpPr>
          <p:sp>
            <p:nvSpPr>
              <p:cNvPr id="15223" name="Google Shape;15223;p259"/>
              <p:cNvSpPr txBox="1"/>
              <p:nvPr/>
            </p:nvSpPr>
            <p:spPr>
              <a:xfrm>
                <a:off x="747725" y="1498750"/>
                <a:ext cx="2253600" cy="200100"/>
              </a:xfrm>
              <a:prstGeom prst="rect">
                <a:avLst/>
              </a:prstGeom>
              <a:solidFill>
                <a:srgbClr val="F3F3F3"/>
              </a:solidFill>
              <a:ln>
                <a:noFill/>
              </a:ln>
            </p:spPr>
            <p:txBody>
              <a:bodyPr anchorCtr="0" anchor="ctr" bIns="18000" lIns="18000" spcFirstLastPara="1" rIns="18000" wrap="square" tIns="18000">
                <a:noAutofit/>
              </a:bodyPr>
              <a:lstStyle/>
              <a:p>
                <a:pPr indent="0" lvl="0" marL="0" rtl="0" algn="l">
                  <a:spcBef>
                    <a:spcPts val="0"/>
                  </a:spcBef>
                  <a:spcAft>
                    <a:spcPts val="0"/>
                  </a:spcAft>
                  <a:buNone/>
                </a:pPr>
                <a:r>
                  <a:t/>
                </a:r>
                <a:endParaRPr sz="800">
                  <a:solidFill>
                    <a:srgbClr val="434343"/>
                  </a:solidFill>
                </a:endParaRPr>
              </a:p>
            </p:txBody>
          </p:sp>
          <p:sp>
            <p:nvSpPr>
              <p:cNvPr id="15224" name="Google Shape;15224;p259"/>
              <p:cNvSpPr txBox="1"/>
              <p:nvPr/>
            </p:nvSpPr>
            <p:spPr>
              <a:xfrm>
                <a:off x="624700" y="1514200"/>
                <a:ext cx="86100" cy="169200"/>
              </a:xfrm>
              <a:prstGeom prst="rect">
                <a:avLst/>
              </a:prstGeom>
              <a:noFill/>
              <a:ln>
                <a:noFill/>
              </a:ln>
            </p:spPr>
            <p:txBody>
              <a:bodyPr anchorCtr="0" anchor="ctr" bIns="0" lIns="0" spcFirstLastPara="1" rIns="0" wrap="square" tIns="0">
                <a:spAutoFit/>
              </a:bodyPr>
              <a:lstStyle/>
              <a:p>
                <a:pPr indent="0" lvl="0" marL="0" rtl="0" algn="r">
                  <a:spcBef>
                    <a:spcPts val="0"/>
                  </a:spcBef>
                  <a:spcAft>
                    <a:spcPts val="0"/>
                  </a:spcAft>
                  <a:buNone/>
                </a:pPr>
                <a:r>
                  <a:rPr lang="es-419" sz="700">
                    <a:latin typeface="Arvo"/>
                    <a:ea typeface="Arvo"/>
                    <a:cs typeface="Arvo"/>
                    <a:sym typeface="Arvo"/>
                  </a:rPr>
                  <a:t>3.</a:t>
                </a:r>
                <a:endParaRPr sz="700">
                  <a:latin typeface="Arvo"/>
                  <a:ea typeface="Arvo"/>
                  <a:cs typeface="Arvo"/>
                  <a:sym typeface="Arvo"/>
                </a:endParaRPr>
              </a:p>
              <a:p>
                <a:pPr indent="0" lvl="0" marL="0" rtl="0" algn="r">
                  <a:spcBef>
                    <a:spcPts val="0"/>
                  </a:spcBef>
                  <a:spcAft>
                    <a:spcPts val="0"/>
                  </a:spcAft>
                  <a:buNone/>
                </a:pPr>
                <a:r>
                  <a:t/>
                </a:r>
                <a:endParaRPr i="1" sz="400">
                  <a:solidFill>
                    <a:srgbClr val="666666"/>
                  </a:solidFill>
                  <a:latin typeface="Arvo"/>
                  <a:ea typeface="Arvo"/>
                  <a:cs typeface="Arvo"/>
                  <a:sym typeface="Arvo"/>
                </a:endParaRPr>
              </a:p>
            </p:txBody>
          </p:sp>
        </p:grpSp>
        <p:grpSp>
          <p:nvGrpSpPr>
            <p:cNvPr id="15225" name="Google Shape;15225;p259"/>
            <p:cNvGrpSpPr/>
            <p:nvPr/>
          </p:nvGrpSpPr>
          <p:grpSpPr>
            <a:xfrm>
              <a:off x="5161463" y="2261913"/>
              <a:ext cx="2376625" cy="200100"/>
              <a:chOff x="624700" y="1498750"/>
              <a:chExt cx="2376625" cy="200100"/>
            </a:xfrm>
          </p:grpSpPr>
          <p:sp>
            <p:nvSpPr>
              <p:cNvPr id="15226" name="Google Shape;15226;p259"/>
              <p:cNvSpPr txBox="1"/>
              <p:nvPr/>
            </p:nvSpPr>
            <p:spPr>
              <a:xfrm>
                <a:off x="747725" y="1498750"/>
                <a:ext cx="2253600" cy="200100"/>
              </a:xfrm>
              <a:prstGeom prst="rect">
                <a:avLst/>
              </a:prstGeom>
              <a:solidFill>
                <a:srgbClr val="F3F3F3"/>
              </a:solidFill>
              <a:ln>
                <a:noFill/>
              </a:ln>
            </p:spPr>
            <p:txBody>
              <a:bodyPr anchorCtr="0" anchor="ctr" bIns="18000" lIns="18000" spcFirstLastPara="1" rIns="18000" wrap="square" tIns="18000">
                <a:noAutofit/>
              </a:bodyPr>
              <a:lstStyle/>
              <a:p>
                <a:pPr indent="0" lvl="0" marL="0" rtl="0" algn="l">
                  <a:spcBef>
                    <a:spcPts val="0"/>
                  </a:spcBef>
                  <a:spcAft>
                    <a:spcPts val="0"/>
                  </a:spcAft>
                  <a:buNone/>
                </a:pPr>
                <a:r>
                  <a:t/>
                </a:r>
                <a:endParaRPr sz="800">
                  <a:solidFill>
                    <a:srgbClr val="434343"/>
                  </a:solidFill>
                </a:endParaRPr>
              </a:p>
            </p:txBody>
          </p:sp>
          <p:sp>
            <p:nvSpPr>
              <p:cNvPr id="15227" name="Google Shape;15227;p259"/>
              <p:cNvSpPr txBox="1"/>
              <p:nvPr/>
            </p:nvSpPr>
            <p:spPr>
              <a:xfrm>
                <a:off x="624700" y="1514200"/>
                <a:ext cx="86100" cy="169200"/>
              </a:xfrm>
              <a:prstGeom prst="rect">
                <a:avLst/>
              </a:prstGeom>
              <a:noFill/>
              <a:ln>
                <a:noFill/>
              </a:ln>
            </p:spPr>
            <p:txBody>
              <a:bodyPr anchorCtr="0" anchor="ctr" bIns="0" lIns="0" spcFirstLastPara="1" rIns="0" wrap="square" tIns="0">
                <a:spAutoFit/>
              </a:bodyPr>
              <a:lstStyle/>
              <a:p>
                <a:pPr indent="0" lvl="0" marL="0" rtl="0" algn="r">
                  <a:spcBef>
                    <a:spcPts val="0"/>
                  </a:spcBef>
                  <a:spcAft>
                    <a:spcPts val="0"/>
                  </a:spcAft>
                  <a:buNone/>
                </a:pPr>
                <a:r>
                  <a:rPr lang="es-419" sz="700">
                    <a:latin typeface="Arvo"/>
                    <a:ea typeface="Arvo"/>
                    <a:cs typeface="Arvo"/>
                    <a:sym typeface="Arvo"/>
                  </a:rPr>
                  <a:t>4.</a:t>
                </a:r>
                <a:endParaRPr sz="700">
                  <a:latin typeface="Arvo"/>
                  <a:ea typeface="Arvo"/>
                  <a:cs typeface="Arvo"/>
                  <a:sym typeface="Arvo"/>
                </a:endParaRPr>
              </a:p>
              <a:p>
                <a:pPr indent="0" lvl="0" marL="0" rtl="0" algn="r">
                  <a:spcBef>
                    <a:spcPts val="0"/>
                  </a:spcBef>
                  <a:spcAft>
                    <a:spcPts val="0"/>
                  </a:spcAft>
                  <a:buNone/>
                </a:pPr>
                <a:r>
                  <a:t/>
                </a:r>
                <a:endParaRPr i="1" sz="400">
                  <a:solidFill>
                    <a:srgbClr val="666666"/>
                  </a:solidFill>
                  <a:latin typeface="Arvo"/>
                  <a:ea typeface="Arvo"/>
                  <a:cs typeface="Arvo"/>
                  <a:sym typeface="Arvo"/>
                </a:endParaRPr>
              </a:p>
            </p:txBody>
          </p:sp>
        </p:grpSp>
        <p:grpSp>
          <p:nvGrpSpPr>
            <p:cNvPr id="15228" name="Google Shape;15228;p259"/>
            <p:cNvGrpSpPr/>
            <p:nvPr/>
          </p:nvGrpSpPr>
          <p:grpSpPr>
            <a:xfrm>
              <a:off x="5161463" y="2490338"/>
              <a:ext cx="2376625" cy="200100"/>
              <a:chOff x="624700" y="1498750"/>
              <a:chExt cx="2376625" cy="200100"/>
            </a:xfrm>
          </p:grpSpPr>
          <p:sp>
            <p:nvSpPr>
              <p:cNvPr id="15229" name="Google Shape;15229;p259"/>
              <p:cNvSpPr txBox="1"/>
              <p:nvPr/>
            </p:nvSpPr>
            <p:spPr>
              <a:xfrm>
                <a:off x="747725" y="1498750"/>
                <a:ext cx="2253600" cy="200100"/>
              </a:xfrm>
              <a:prstGeom prst="rect">
                <a:avLst/>
              </a:prstGeom>
              <a:solidFill>
                <a:srgbClr val="F3F3F3"/>
              </a:solidFill>
              <a:ln>
                <a:noFill/>
              </a:ln>
            </p:spPr>
            <p:txBody>
              <a:bodyPr anchorCtr="0" anchor="ctr" bIns="18000" lIns="18000" spcFirstLastPara="1" rIns="18000" wrap="square" tIns="18000">
                <a:noAutofit/>
              </a:bodyPr>
              <a:lstStyle/>
              <a:p>
                <a:pPr indent="0" lvl="0" marL="0" rtl="0" algn="l">
                  <a:spcBef>
                    <a:spcPts val="0"/>
                  </a:spcBef>
                  <a:spcAft>
                    <a:spcPts val="0"/>
                  </a:spcAft>
                  <a:buNone/>
                </a:pPr>
                <a:r>
                  <a:t/>
                </a:r>
                <a:endParaRPr sz="800">
                  <a:solidFill>
                    <a:srgbClr val="434343"/>
                  </a:solidFill>
                </a:endParaRPr>
              </a:p>
            </p:txBody>
          </p:sp>
          <p:sp>
            <p:nvSpPr>
              <p:cNvPr id="15230" name="Google Shape;15230;p259"/>
              <p:cNvSpPr txBox="1"/>
              <p:nvPr/>
            </p:nvSpPr>
            <p:spPr>
              <a:xfrm>
                <a:off x="624700" y="1514200"/>
                <a:ext cx="86100" cy="169200"/>
              </a:xfrm>
              <a:prstGeom prst="rect">
                <a:avLst/>
              </a:prstGeom>
              <a:noFill/>
              <a:ln>
                <a:noFill/>
              </a:ln>
            </p:spPr>
            <p:txBody>
              <a:bodyPr anchorCtr="0" anchor="ctr" bIns="0" lIns="0" spcFirstLastPara="1" rIns="0" wrap="square" tIns="0">
                <a:spAutoFit/>
              </a:bodyPr>
              <a:lstStyle/>
              <a:p>
                <a:pPr indent="0" lvl="0" marL="0" rtl="0" algn="r">
                  <a:spcBef>
                    <a:spcPts val="0"/>
                  </a:spcBef>
                  <a:spcAft>
                    <a:spcPts val="0"/>
                  </a:spcAft>
                  <a:buNone/>
                </a:pPr>
                <a:r>
                  <a:rPr lang="es-419" sz="700">
                    <a:latin typeface="Arvo"/>
                    <a:ea typeface="Arvo"/>
                    <a:cs typeface="Arvo"/>
                    <a:sym typeface="Arvo"/>
                  </a:rPr>
                  <a:t>5.</a:t>
                </a:r>
                <a:endParaRPr sz="700">
                  <a:latin typeface="Arvo"/>
                  <a:ea typeface="Arvo"/>
                  <a:cs typeface="Arvo"/>
                  <a:sym typeface="Arvo"/>
                </a:endParaRPr>
              </a:p>
              <a:p>
                <a:pPr indent="0" lvl="0" marL="0" rtl="0" algn="r">
                  <a:spcBef>
                    <a:spcPts val="0"/>
                  </a:spcBef>
                  <a:spcAft>
                    <a:spcPts val="0"/>
                  </a:spcAft>
                  <a:buNone/>
                </a:pPr>
                <a:r>
                  <a:t/>
                </a:r>
                <a:endParaRPr i="1" sz="400">
                  <a:solidFill>
                    <a:srgbClr val="666666"/>
                  </a:solidFill>
                  <a:latin typeface="Arvo"/>
                  <a:ea typeface="Arvo"/>
                  <a:cs typeface="Arvo"/>
                  <a:sym typeface="Arvo"/>
                </a:endParaRPr>
              </a:p>
            </p:txBody>
          </p:sp>
        </p:grpSp>
      </p:grpSp>
      <p:grpSp>
        <p:nvGrpSpPr>
          <p:cNvPr id="15231" name="Google Shape;15231;p259"/>
          <p:cNvGrpSpPr/>
          <p:nvPr/>
        </p:nvGrpSpPr>
        <p:grpSpPr>
          <a:xfrm>
            <a:off x="3031238" y="1002325"/>
            <a:ext cx="2562300" cy="1786500"/>
            <a:chOff x="4624325" y="4703025"/>
            <a:chExt cx="2562300" cy="1786500"/>
          </a:xfrm>
        </p:grpSpPr>
        <p:sp>
          <p:nvSpPr>
            <p:cNvPr id="15232" name="Google Shape;15232;p259"/>
            <p:cNvSpPr/>
            <p:nvPr/>
          </p:nvSpPr>
          <p:spPr>
            <a:xfrm>
              <a:off x="4624325" y="4703025"/>
              <a:ext cx="2562300" cy="1786500"/>
            </a:xfrm>
            <a:prstGeom prst="roundRect">
              <a:avLst>
                <a:gd fmla="val 3233" name="adj"/>
              </a:avLst>
            </a:prstGeom>
            <a:solidFill>
              <a:srgbClr val="FFFFFF"/>
            </a:solidFill>
            <a:ln cap="flat" cmpd="sng" w="9525">
              <a:solidFill>
                <a:srgbClr val="EFEFEF"/>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t" bIns="18000" lIns="18000" spcFirstLastPara="1" rIns="18000" wrap="square" tIns="18000">
              <a:noAutofit/>
            </a:bodyPr>
            <a:lstStyle/>
            <a:p>
              <a:pPr indent="0" lvl="0" marL="0" rtl="0" algn="l">
                <a:spcBef>
                  <a:spcPts val="0"/>
                </a:spcBef>
                <a:spcAft>
                  <a:spcPts val="0"/>
                </a:spcAft>
                <a:buNone/>
              </a:pPr>
              <a:r>
                <a:t/>
              </a:r>
              <a:endParaRPr b="1" i="1" sz="900">
                <a:solidFill>
                  <a:srgbClr val="434343"/>
                </a:solidFill>
              </a:endParaRPr>
            </a:p>
          </p:txBody>
        </p:sp>
        <p:sp>
          <p:nvSpPr>
            <p:cNvPr id="15233" name="Google Shape;15233;p259"/>
            <p:cNvSpPr txBox="1"/>
            <p:nvPr/>
          </p:nvSpPr>
          <p:spPr>
            <a:xfrm>
              <a:off x="5596488" y="4754775"/>
              <a:ext cx="1527600" cy="133800"/>
            </a:xfrm>
            <a:prstGeom prst="rect">
              <a:avLst/>
            </a:prstGeom>
            <a:solidFill>
              <a:srgbClr val="F3F3F3"/>
            </a:solidFill>
            <a:ln>
              <a:noFill/>
            </a:ln>
          </p:spPr>
          <p:txBody>
            <a:bodyPr anchorCtr="0" anchor="ctr" bIns="18000" lIns="18000" spcFirstLastPara="1" rIns="18000" wrap="square" tIns="18000">
              <a:noAutofit/>
            </a:bodyPr>
            <a:lstStyle/>
            <a:p>
              <a:pPr indent="0" lvl="0" marL="0" rtl="0" algn="l">
                <a:spcBef>
                  <a:spcPts val="0"/>
                </a:spcBef>
                <a:spcAft>
                  <a:spcPts val="0"/>
                </a:spcAft>
                <a:buNone/>
              </a:pPr>
              <a:r>
                <a:t/>
              </a:r>
              <a:endParaRPr sz="800">
                <a:solidFill>
                  <a:srgbClr val="434343"/>
                </a:solidFill>
              </a:endParaRPr>
            </a:p>
          </p:txBody>
        </p:sp>
        <p:sp>
          <p:nvSpPr>
            <p:cNvPr id="15234" name="Google Shape;15234;p259"/>
            <p:cNvSpPr txBox="1"/>
            <p:nvPr/>
          </p:nvSpPr>
          <p:spPr>
            <a:xfrm>
              <a:off x="4671950" y="4727550"/>
              <a:ext cx="902400" cy="169200"/>
            </a:xfrm>
            <a:prstGeom prst="rect">
              <a:avLst/>
            </a:prstGeom>
            <a:noFill/>
            <a:ln>
              <a:noFill/>
            </a:ln>
          </p:spPr>
          <p:txBody>
            <a:bodyPr anchorCtr="0" anchor="ctr" bIns="0" lIns="0" spcFirstLastPara="1" rIns="0" wrap="square" tIns="0">
              <a:noAutofit/>
            </a:bodyPr>
            <a:lstStyle/>
            <a:p>
              <a:pPr indent="0" lvl="0" marL="0" rtl="0" algn="r">
                <a:spcBef>
                  <a:spcPts val="0"/>
                </a:spcBef>
                <a:spcAft>
                  <a:spcPts val="0"/>
                </a:spcAft>
                <a:buNone/>
              </a:pPr>
              <a:r>
                <a:rPr b="1" i="1" lang="es-419" sz="800">
                  <a:solidFill>
                    <a:srgbClr val="434343"/>
                  </a:solidFill>
                </a:rPr>
                <a:t>Flujo Alterno 1:</a:t>
              </a:r>
              <a:endParaRPr i="1" sz="500">
                <a:solidFill>
                  <a:srgbClr val="666666"/>
                </a:solidFill>
                <a:latin typeface="Arvo"/>
                <a:ea typeface="Arvo"/>
                <a:cs typeface="Arvo"/>
                <a:sym typeface="Arvo"/>
              </a:endParaRPr>
            </a:p>
          </p:txBody>
        </p:sp>
        <p:sp>
          <p:nvSpPr>
            <p:cNvPr id="15235" name="Google Shape;15235;p259"/>
            <p:cNvSpPr txBox="1"/>
            <p:nvPr/>
          </p:nvSpPr>
          <p:spPr>
            <a:xfrm>
              <a:off x="5594263" y="4945275"/>
              <a:ext cx="1527600" cy="133800"/>
            </a:xfrm>
            <a:prstGeom prst="rect">
              <a:avLst/>
            </a:prstGeom>
            <a:solidFill>
              <a:srgbClr val="F3F3F3"/>
            </a:solidFill>
            <a:ln>
              <a:noFill/>
            </a:ln>
          </p:spPr>
          <p:txBody>
            <a:bodyPr anchorCtr="0" anchor="ctr" bIns="18000" lIns="18000" spcFirstLastPara="1" rIns="18000" wrap="square" tIns="18000">
              <a:noAutofit/>
            </a:bodyPr>
            <a:lstStyle/>
            <a:p>
              <a:pPr indent="0" lvl="0" marL="0" rtl="0" algn="l">
                <a:spcBef>
                  <a:spcPts val="0"/>
                </a:spcBef>
                <a:spcAft>
                  <a:spcPts val="0"/>
                </a:spcAft>
                <a:buNone/>
              </a:pPr>
              <a:r>
                <a:t/>
              </a:r>
              <a:endParaRPr sz="800">
                <a:solidFill>
                  <a:srgbClr val="434343"/>
                </a:solidFill>
              </a:endParaRPr>
            </a:p>
          </p:txBody>
        </p:sp>
        <p:sp>
          <p:nvSpPr>
            <p:cNvPr id="15236" name="Google Shape;15236;p259"/>
            <p:cNvSpPr txBox="1"/>
            <p:nvPr/>
          </p:nvSpPr>
          <p:spPr>
            <a:xfrm>
              <a:off x="4665138" y="4918050"/>
              <a:ext cx="902400" cy="169200"/>
            </a:xfrm>
            <a:prstGeom prst="rect">
              <a:avLst/>
            </a:prstGeom>
            <a:noFill/>
            <a:ln>
              <a:noFill/>
            </a:ln>
          </p:spPr>
          <p:txBody>
            <a:bodyPr anchorCtr="0" anchor="ctr" bIns="0" lIns="0" spcFirstLastPara="1" rIns="0" wrap="square" tIns="0">
              <a:noAutofit/>
            </a:bodyPr>
            <a:lstStyle/>
            <a:p>
              <a:pPr indent="0" lvl="0" marL="0" rtl="0" algn="r">
                <a:spcBef>
                  <a:spcPts val="0"/>
                </a:spcBef>
                <a:spcAft>
                  <a:spcPts val="0"/>
                </a:spcAft>
                <a:buNone/>
              </a:pPr>
              <a:r>
                <a:rPr i="1" lang="es-419" sz="700">
                  <a:solidFill>
                    <a:srgbClr val="434343"/>
                  </a:solidFill>
                </a:rPr>
                <a:t>Paso del flujo básico:</a:t>
              </a:r>
              <a:endParaRPr i="1" sz="400">
                <a:solidFill>
                  <a:srgbClr val="666666"/>
                </a:solidFill>
                <a:latin typeface="Arvo"/>
                <a:ea typeface="Arvo"/>
                <a:cs typeface="Arvo"/>
                <a:sym typeface="Arvo"/>
              </a:endParaRPr>
            </a:p>
          </p:txBody>
        </p:sp>
        <p:sp>
          <p:nvSpPr>
            <p:cNvPr id="15237" name="Google Shape;15237;p259"/>
            <p:cNvSpPr txBox="1"/>
            <p:nvPr/>
          </p:nvSpPr>
          <p:spPr>
            <a:xfrm>
              <a:off x="4671938" y="5108550"/>
              <a:ext cx="902400" cy="169200"/>
            </a:xfrm>
            <a:prstGeom prst="rect">
              <a:avLst/>
            </a:prstGeom>
            <a:noFill/>
            <a:ln>
              <a:noFill/>
            </a:ln>
          </p:spPr>
          <p:txBody>
            <a:bodyPr anchorCtr="0" anchor="ctr" bIns="0" lIns="0" spcFirstLastPara="1" rIns="0" wrap="square" tIns="0">
              <a:noAutofit/>
            </a:bodyPr>
            <a:lstStyle/>
            <a:p>
              <a:pPr indent="0" lvl="0" marL="0" rtl="0" algn="r">
                <a:spcBef>
                  <a:spcPts val="0"/>
                </a:spcBef>
                <a:spcAft>
                  <a:spcPts val="0"/>
                </a:spcAft>
                <a:buNone/>
              </a:pPr>
              <a:r>
                <a:rPr i="1" lang="es-419" sz="700">
                  <a:solidFill>
                    <a:srgbClr val="434343"/>
                  </a:solidFill>
                </a:rPr>
                <a:t>Pasos del flujo alterno:</a:t>
              </a:r>
              <a:endParaRPr i="1" sz="400">
                <a:solidFill>
                  <a:srgbClr val="666666"/>
                </a:solidFill>
                <a:latin typeface="Arvo"/>
                <a:ea typeface="Arvo"/>
                <a:cs typeface="Arvo"/>
                <a:sym typeface="Arvo"/>
              </a:endParaRPr>
            </a:p>
          </p:txBody>
        </p:sp>
        <p:grpSp>
          <p:nvGrpSpPr>
            <p:cNvPr id="15238" name="Google Shape;15238;p259"/>
            <p:cNvGrpSpPr/>
            <p:nvPr/>
          </p:nvGrpSpPr>
          <p:grpSpPr>
            <a:xfrm>
              <a:off x="4717163" y="5299050"/>
              <a:ext cx="2376625" cy="200100"/>
              <a:chOff x="624700" y="1498750"/>
              <a:chExt cx="2376625" cy="200100"/>
            </a:xfrm>
          </p:grpSpPr>
          <p:sp>
            <p:nvSpPr>
              <p:cNvPr id="15239" name="Google Shape;15239;p259"/>
              <p:cNvSpPr txBox="1"/>
              <p:nvPr/>
            </p:nvSpPr>
            <p:spPr>
              <a:xfrm>
                <a:off x="747725" y="1498750"/>
                <a:ext cx="2253600" cy="200100"/>
              </a:xfrm>
              <a:prstGeom prst="rect">
                <a:avLst/>
              </a:prstGeom>
              <a:solidFill>
                <a:srgbClr val="F3F3F3"/>
              </a:solidFill>
              <a:ln>
                <a:noFill/>
              </a:ln>
            </p:spPr>
            <p:txBody>
              <a:bodyPr anchorCtr="0" anchor="ctr" bIns="18000" lIns="18000" spcFirstLastPara="1" rIns="18000" wrap="square" tIns="18000">
                <a:noAutofit/>
              </a:bodyPr>
              <a:lstStyle/>
              <a:p>
                <a:pPr indent="0" lvl="0" marL="0" rtl="0" algn="l">
                  <a:spcBef>
                    <a:spcPts val="0"/>
                  </a:spcBef>
                  <a:spcAft>
                    <a:spcPts val="0"/>
                  </a:spcAft>
                  <a:buNone/>
                </a:pPr>
                <a:r>
                  <a:t/>
                </a:r>
                <a:endParaRPr sz="800">
                  <a:solidFill>
                    <a:srgbClr val="434343"/>
                  </a:solidFill>
                </a:endParaRPr>
              </a:p>
            </p:txBody>
          </p:sp>
          <p:sp>
            <p:nvSpPr>
              <p:cNvPr id="15240" name="Google Shape;15240;p259"/>
              <p:cNvSpPr txBox="1"/>
              <p:nvPr/>
            </p:nvSpPr>
            <p:spPr>
              <a:xfrm>
                <a:off x="624700" y="1514200"/>
                <a:ext cx="86100" cy="169200"/>
              </a:xfrm>
              <a:prstGeom prst="rect">
                <a:avLst/>
              </a:prstGeom>
              <a:noFill/>
              <a:ln>
                <a:noFill/>
              </a:ln>
            </p:spPr>
            <p:txBody>
              <a:bodyPr anchorCtr="0" anchor="ctr" bIns="0" lIns="0" spcFirstLastPara="1" rIns="0" wrap="square" tIns="0">
                <a:spAutoFit/>
              </a:bodyPr>
              <a:lstStyle/>
              <a:p>
                <a:pPr indent="0" lvl="0" marL="0" rtl="0" algn="r">
                  <a:spcBef>
                    <a:spcPts val="0"/>
                  </a:spcBef>
                  <a:spcAft>
                    <a:spcPts val="0"/>
                  </a:spcAft>
                  <a:buNone/>
                </a:pPr>
                <a:r>
                  <a:rPr lang="es-419" sz="700">
                    <a:latin typeface="Arvo"/>
                    <a:ea typeface="Arvo"/>
                    <a:cs typeface="Arvo"/>
                    <a:sym typeface="Arvo"/>
                  </a:rPr>
                  <a:t>1.</a:t>
                </a:r>
                <a:endParaRPr sz="700">
                  <a:latin typeface="Arvo"/>
                  <a:ea typeface="Arvo"/>
                  <a:cs typeface="Arvo"/>
                  <a:sym typeface="Arvo"/>
                </a:endParaRPr>
              </a:p>
              <a:p>
                <a:pPr indent="0" lvl="0" marL="0" rtl="0" algn="r">
                  <a:spcBef>
                    <a:spcPts val="0"/>
                  </a:spcBef>
                  <a:spcAft>
                    <a:spcPts val="0"/>
                  </a:spcAft>
                  <a:buNone/>
                </a:pPr>
                <a:r>
                  <a:t/>
                </a:r>
                <a:endParaRPr i="1" sz="400">
                  <a:solidFill>
                    <a:srgbClr val="666666"/>
                  </a:solidFill>
                  <a:latin typeface="Arvo"/>
                  <a:ea typeface="Arvo"/>
                  <a:cs typeface="Arvo"/>
                  <a:sym typeface="Arvo"/>
                </a:endParaRPr>
              </a:p>
            </p:txBody>
          </p:sp>
        </p:grpSp>
        <p:grpSp>
          <p:nvGrpSpPr>
            <p:cNvPr id="15241" name="Google Shape;15241;p259"/>
            <p:cNvGrpSpPr/>
            <p:nvPr/>
          </p:nvGrpSpPr>
          <p:grpSpPr>
            <a:xfrm>
              <a:off x="4717163" y="5521588"/>
              <a:ext cx="2376625" cy="200100"/>
              <a:chOff x="624700" y="1498750"/>
              <a:chExt cx="2376625" cy="200100"/>
            </a:xfrm>
          </p:grpSpPr>
          <p:sp>
            <p:nvSpPr>
              <p:cNvPr id="15242" name="Google Shape;15242;p259"/>
              <p:cNvSpPr txBox="1"/>
              <p:nvPr/>
            </p:nvSpPr>
            <p:spPr>
              <a:xfrm>
                <a:off x="747725" y="1498750"/>
                <a:ext cx="2253600" cy="200100"/>
              </a:xfrm>
              <a:prstGeom prst="rect">
                <a:avLst/>
              </a:prstGeom>
              <a:solidFill>
                <a:srgbClr val="F3F3F3"/>
              </a:solidFill>
              <a:ln>
                <a:noFill/>
              </a:ln>
            </p:spPr>
            <p:txBody>
              <a:bodyPr anchorCtr="0" anchor="ctr" bIns="18000" lIns="18000" spcFirstLastPara="1" rIns="18000" wrap="square" tIns="18000">
                <a:noAutofit/>
              </a:bodyPr>
              <a:lstStyle/>
              <a:p>
                <a:pPr indent="0" lvl="0" marL="0" rtl="0" algn="l">
                  <a:spcBef>
                    <a:spcPts val="0"/>
                  </a:spcBef>
                  <a:spcAft>
                    <a:spcPts val="0"/>
                  </a:spcAft>
                  <a:buNone/>
                </a:pPr>
                <a:r>
                  <a:t/>
                </a:r>
                <a:endParaRPr sz="800">
                  <a:solidFill>
                    <a:srgbClr val="434343"/>
                  </a:solidFill>
                </a:endParaRPr>
              </a:p>
            </p:txBody>
          </p:sp>
          <p:sp>
            <p:nvSpPr>
              <p:cNvPr id="15243" name="Google Shape;15243;p259"/>
              <p:cNvSpPr txBox="1"/>
              <p:nvPr/>
            </p:nvSpPr>
            <p:spPr>
              <a:xfrm>
                <a:off x="624700" y="1514200"/>
                <a:ext cx="86100" cy="169200"/>
              </a:xfrm>
              <a:prstGeom prst="rect">
                <a:avLst/>
              </a:prstGeom>
              <a:noFill/>
              <a:ln>
                <a:noFill/>
              </a:ln>
            </p:spPr>
            <p:txBody>
              <a:bodyPr anchorCtr="0" anchor="ctr" bIns="0" lIns="0" spcFirstLastPara="1" rIns="0" wrap="square" tIns="0">
                <a:spAutoFit/>
              </a:bodyPr>
              <a:lstStyle/>
              <a:p>
                <a:pPr indent="0" lvl="0" marL="0" rtl="0" algn="r">
                  <a:spcBef>
                    <a:spcPts val="0"/>
                  </a:spcBef>
                  <a:spcAft>
                    <a:spcPts val="0"/>
                  </a:spcAft>
                  <a:buNone/>
                </a:pPr>
                <a:r>
                  <a:rPr lang="es-419" sz="700">
                    <a:latin typeface="Arvo"/>
                    <a:ea typeface="Arvo"/>
                    <a:cs typeface="Arvo"/>
                    <a:sym typeface="Arvo"/>
                  </a:rPr>
                  <a:t>2.</a:t>
                </a:r>
                <a:endParaRPr sz="700">
                  <a:latin typeface="Arvo"/>
                  <a:ea typeface="Arvo"/>
                  <a:cs typeface="Arvo"/>
                  <a:sym typeface="Arvo"/>
                </a:endParaRPr>
              </a:p>
              <a:p>
                <a:pPr indent="0" lvl="0" marL="0" rtl="0" algn="r">
                  <a:spcBef>
                    <a:spcPts val="0"/>
                  </a:spcBef>
                  <a:spcAft>
                    <a:spcPts val="0"/>
                  </a:spcAft>
                  <a:buNone/>
                </a:pPr>
                <a:r>
                  <a:t/>
                </a:r>
                <a:endParaRPr i="1" sz="400">
                  <a:solidFill>
                    <a:srgbClr val="666666"/>
                  </a:solidFill>
                  <a:latin typeface="Arvo"/>
                  <a:ea typeface="Arvo"/>
                  <a:cs typeface="Arvo"/>
                  <a:sym typeface="Arvo"/>
                </a:endParaRPr>
              </a:p>
            </p:txBody>
          </p:sp>
        </p:grpSp>
        <p:grpSp>
          <p:nvGrpSpPr>
            <p:cNvPr id="15244" name="Google Shape;15244;p259"/>
            <p:cNvGrpSpPr/>
            <p:nvPr/>
          </p:nvGrpSpPr>
          <p:grpSpPr>
            <a:xfrm>
              <a:off x="4717163" y="5744150"/>
              <a:ext cx="2376625" cy="200100"/>
              <a:chOff x="624700" y="1498750"/>
              <a:chExt cx="2376625" cy="200100"/>
            </a:xfrm>
          </p:grpSpPr>
          <p:sp>
            <p:nvSpPr>
              <p:cNvPr id="15245" name="Google Shape;15245;p259"/>
              <p:cNvSpPr txBox="1"/>
              <p:nvPr/>
            </p:nvSpPr>
            <p:spPr>
              <a:xfrm>
                <a:off x="747725" y="1498750"/>
                <a:ext cx="2253600" cy="200100"/>
              </a:xfrm>
              <a:prstGeom prst="rect">
                <a:avLst/>
              </a:prstGeom>
              <a:solidFill>
                <a:srgbClr val="F3F3F3"/>
              </a:solidFill>
              <a:ln>
                <a:noFill/>
              </a:ln>
            </p:spPr>
            <p:txBody>
              <a:bodyPr anchorCtr="0" anchor="ctr" bIns="18000" lIns="18000" spcFirstLastPara="1" rIns="18000" wrap="square" tIns="18000">
                <a:noAutofit/>
              </a:bodyPr>
              <a:lstStyle/>
              <a:p>
                <a:pPr indent="0" lvl="0" marL="0" rtl="0" algn="l">
                  <a:spcBef>
                    <a:spcPts val="0"/>
                  </a:spcBef>
                  <a:spcAft>
                    <a:spcPts val="0"/>
                  </a:spcAft>
                  <a:buNone/>
                </a:pPr>
                <a:r>
                  <a:t/>
                </a:r>
                <a:endParaRPr sz="800">
                  <a:solidFill>
                    <a:srgbClr val="434343"/>
                  </a:solidFill>
                </a:endParaRPr>
              </a:p>
            </p:txBody>
          </p:sp>
          <p:sp>
            <p:nvSpPr>
              <p:cNvPr id="15246" name="Google Shape;15246;p259"/>
              <p:cNvSpPr txBox="1"/>
              <p:nvPr/>
            </p:nvSpPr>
            <p:spPr>
              <a:xfrm>
                <a:off x="624700" y="1514200"/>
                <a:ext cx="86100" cy="169200"/>
              </a:xfrm>
              <a:prstGeom prst="rect">
                <a:avLst/>
              </a:prstGeom>
              <a:noFill/>
              <a:ln>
                <a:noFill/>
              </a:ln>
            </p:spPr>
            <p:txBody>
              <a:bodyPr anchorCtr="0" anchor="ctr" bIns="0" lIns="0" spcFirstLastPara="1" rIns="0" wrap="square" tIns="0">
                <a:spAutoFit/>
              </a:bodyPr>
              <a:lstStyle/>
              <a:p>
                <a:pPr indent="0" lvl="0" marL="0" rtl="0" algn="r">
                  <a:spcBef>
                    <a:spcPts val="0"/>
                  </a:spcBef>
                  <a:spcAft>
                    <a:spcPts val="0"/>
                  </a:spcAft>
                  <a:buNone/>
                </a:pPr>
                <a:r>
                  <a:rPr lang="es-419" sz="700">
                    <a:latin typeface="Arvo"/>
                    <a:ea typeface="Arvo"/>
                    <a:cs typeface="Arvo"/>
                    <a:sym typeface="Arvo"/>
                  </a:rPr>
                  <a:t>3.</a:t>
                </a:r>
                <a:endParaRPr sz="700">
                  <a:latin typeface="Arvo"/>
                  <a:ea typeface="Arvo"/>
                  <a:cs typeface="Arvo"/>
                  <a:sym typeface="Arvo"/>
                </a:endParaRPr>
              </a:p>
              <a:p>
                <a:pPr indent="0" lvl="0" marL="0" rtl="0" algn="r">
                  <a:spcBef>
                    <a:spcPts val="0"/>
                  </a:spcBef>
                  <a:spcAft>
                    <a:spcPts val="0"/>
                  </a:spcAft>
                  <a:buNone/>
                </a:pPr>
                <a:r>
                  <a:t/>
                </a:r>
                <a:endParaRPr i="1" sz="400">
                  <a:solidFill>
                    <a:srgbClr val="666666"/>
                  </a:solidFill>
                  <a:latin typeface="Arvo"/>
                  <a:ea typeface="Arvo"/>
                  <a:cs typeface="Arvo"/>
                  <a:sym typeface="Arvo"/>
                </a:endParaRPr>
              </a:p>
            </p:txBody>
          </p:sp>
        </p:grpSp>
        <p:grpSp>
          <p:nvGrpSpPr>
            <p:cNvPr id="15247" name="Google Shape;15247;p259"/>
            <p:cNvGrpSpPr/>
            <p:nvPr/>
          </p:nvGrpSpPr>
          <p:grpSpPr>
            <a:xfrm>
              <a:off x="4717163" y="5966688"/>
              <a:ext cx="2376625" cy="200100"/>
              <a:chOff x="624700" y="1498750"/>
              <a:chExt cx="2376625" cy="200100"/>
            </a:xfrm>
          </p:grpSpPr>
          <p:sp>
            <p:nvSpPr>
              <p:cNvPr id="15248" name="Google Shape;15248;p259"/>
              <p:cNvSpPr txBox="1"/>
              <p:nvPr/>
            </p:nvSpPr>
            <p:spPr>
              <a:xfrm>
                <a:off x="747725" y="1498750"/>
                <a:ext cx="2253600" cy="200100"/>
              </a:xfrm>
              <a:prstGeom prst="rect">
                <a:avLst/>
              </a:prstGeom>
              <a:solidFill>
                <a:srgbClr val="F3F3F3"/>
              </a:solidFill>
              <a:ln>
                <a:noFill/>
              </a:ln>
            </p:spPr>
            <p:txBody>
              <a:bodyPr anchorCtr="0" anchor="ctr" bIns="18000" lIns="18000" spcFirstLastPara="1" rIns="18000" wrap="square" tIns="18000">
                <a:noAutofit/>
              </a:bodyPr>
              <a:lstStyle/>
              <a:p>
                <a:pPr indent="0" lvl="0" marL="0" rtl="0" algn="l">
                  <a:spcBef>
                    <a:spcPts val="0"/>
                  </a:spcBef>
                  <a:spcAft>
                    <a:spcPts val="0"/>
                  </a:spcAft>
                  <a:buNone/>
                </a:pPr>
                <a:r>
                  <a:t/>
                </a:r>
                <a:endParaRPr sz="800">
                  <a:solidFill>
                    <a:srgbClr val="434343"/>
                  </a:solidFill>
                </a:endParaRPr>
              </a:p>
            </p:txBody>
          </p:sp>
          <p:sp>
            <p:nvSpPr>
              <p:cNvPr id="15249" name="Google Shape;15249;p259"/>
              <p:cNvSpPr txBox="1"/>
              <p:nvPr/>
            </p:nvSpPr>
            <p:spPr>
              <a:xfrm>
                <a:off x="624700" y="1514200"/>
                <a:ext cx="86100" cy="169200"/>
              </a:xfrm>
              <a:prstGeom prst="rect">
                <a:avLst/>
              </a:prstGeom>
              <a:noFill/>
              <a:ln>
                <a:noFill/>
              </a:ln>
            </p:spPr>
            <p:txBody>
              <a:bodyPr anchorCtr="0" anchor="ctr" bIns="0" lIns="0" spcFirstLastPara="1" rIns="0" wrap="square" tIns="0">
                <a:spAutoFit/>
              </a:bodyPr>
              <a:lstStyle/>
              <a:p>
                <a:pPr indent="0" lvl="0" marL="0" rtl="0" algn="r">
                  <a:spcBef>
                    <a:spcPts val="0"/>
                  </a:spcBef>
                  <a:spcAft>
                    <a:spcPts val="0"/>
                  </a:spcAft>
                  <a:buNone/>
                </a:pPr>
                <a:r>
                  <a:rPr lang="es-419" sz="700">
                    <a:latin typeface="Arvo"/>
                    <a:ea typeface="Arvo"/>
                    <a:cs typeface="Arvo"/>
                    <a:sym typeface="Arvo"/>
                  </a:rPr>
                  <a:t>4.</a:t>
                </a:r>
                <a:endParaRPr sz="700">
                  <a:latin typeface="Arvo"/>
                  <a:ea typeface="Arvo"/>
                  <a:cs typeface="Arvo"/>
                  <a:sym typeface="Arvo"/>
                </a:endParaRPr>
              </a:p>
              <a:p>
                <a:pPr indent="0" lvl="0" marL="0" rtl="0" algn="r">
                  <a:spcBef>
                    <a:spcPts val="0"/>
                  </a:spcBef>
                  <a:spcAft>
                    <a:spcPts val="0"/>
                  </a:spcAft>
                  <a:buNone/>
                </a:pPr>
                <a:r>
                  <a:t/>
                </a:r>
                <a:endParaRPr i="1" sz="400">
                  <a:solidFill>
                    <a:srgbClr val="666666"/>
                  </a:solidFill>
                  <a:latin typeface="Arvo"/>
                  <a:ea typeface="Arvo"/>
                  <a:cs typeface="Arvo"/>
                  <a:sym typeface="Arvo"/>
                </a:endParaRPr>
              </a:p>
            </p:txBody>
          </p:sp>
        </p:grpSp>
        <p:grpSp>
          <p:nvGrpSpPr>
            <p:cNvPr id="15250" name="Google Shape;15250;p259"/>
            <p:cNvGrpSpPr/>
            <p:nvPr/>
          </p:nvGrpSpPr>
          <p:grpSpPr>
            <a:xfrm>
              <a:off x="4717163" y="6195113"/>
              <a:ext cx="2376625" cy="200100"/>
              <a:chOff x="624700" y="1498750"/>
              <a:chExt cx="2376625" cy="200100"/>
            </a:xfrm>
          </p:grpSpPr>
          <p:sp>
            <p:nvSpPr>
              <p:cNvPr id="15251" name="Google Shape;15251;p259"/>
              <p:cNvSpPr txBox="1"/>
              <p:nvPr/>
            </p:nvSpPr>
            <p:spPr>
              <a:xfrm>
                <a:off x="747725" y="1498750"/>
                <a:ext cx="2253600" cy="200100"/>
              </a:xfrm>
              <a:prstGeom prst="rect">
                <a:avLst/>
              </a:prstGeom>
              <a:solidFill>
                <a:srgbClr val="F3F3F3"/>
              </a:solidFill>
              <a:ln>
                <a:noFill/>
              </a:ln>
            </p:spPr>
            <p:txBody>
              <a:bodyPr anchorCtr="0" anchor="ctr" bIns="18000" lIns="18000" spcFirstLastPara="1" rIns="18000" wrap="square" tIns="18000">
                <a:noAutofit/>
              </a:bodyPr>
              <a:lstStyle/>
              <a:p>
                <a:pPr indent="0" lvl="0" marL="0" rtl="0" algn="l">
                  <a:spcBef>
                    <a:spcPts val="0"/>
                  </a:spcBef>
                  <a:spcAft>
                    <a:spcPts val="0"/>
                  </a:spcAft>
                  <a:buNone/>
                </a:pPr>
                <a:r>
                  <a:t/>
                </a:r>
                <a:endParaRPr sz="800">
                  <a:solidFill>
                    <a:srgbClr val="434343"/>
                  </a:solidFill>
                </a:endParaRPr>
              </a:p>
            </p:txBody>
          </p:sp>
          <p:sp>
            <p:nvSpPr>
              <p:cNvPr id="15252" name="Google Shape;15252;p259"/>
              <p:cNvSpPr txBox="1"/>
              <p:nvPr/>
            </p:nvSpPr>
            <p:spPr>
              <a:xfrm>
                <a:off x="624700" y="1514200"/>
                <a:ext cx="86100" cy="169200"/>
              </a:xfrm>
              <a:prstGeom prst="rect">
                <a:avLst/>
              </a:prstGeom>
              <a:noFill/>
              <a:ln>
                <a:noFill/>
              </a:ln>
            </p:spPr>
            <p:txBody>
              <a:bodyPr anchorCtr="0" anchor="ctr" bIns="0" lIns="0" spcFirstLastPara="1" rIns="0" wrap="square" tIns="0">
                <a:spAutoFit/>
              </a:bodyPr>
              <a:lstStyle/>
              <a:p>
                <a:pPr indent="0" lvl="0" marL="0" rtl="0" algn="r">
                  <a:spcBef>
                    <a:spcPts val="0"/>
                  </a:spcBef>
                  <a:spcAft>
                    <a:spcPts val="0"/>
                  </a:spcAft>
                  <a:buNone/>
                </a:pPr>
                <a:r>
                  <a:rPr lang="es-419" sz="700">
                    <a:latin typeface="Arvo"/>
                    <a:ea typeface="Arvo"/>
                    <a:cs typeface="Arvo"/>
                    <a:sym typeface="Arvo"/>
                  </a:rPr>
                  <a:t>5.</a:t>
                </a:r>
                <a:endParaRPr sz="700">
                  <a:latin typeface="Arvo"/>
                  <a:ea typeface="Arvo"/>
                  <a:cs typeface="Arvo"/>
                  <a:sym typeface="Arvo"/>
                </a:endParaRPr>
              </a:p>
              <a:p>
                <a:pPr indent="0" lvl="0" marL="0" rtl="0" algn="r">
                  <a:spcBef>
                    <a:spcPts val="0"/>
                  </a:spcBef>
                  <a:spcAft>
                    <a:spcPts val="0"/>
                  </a:spcAft>
                  <a:buNone/>
                </a:pPr>
                <a:r>
                  <a:t/>
                </a:r>
                <a:endParaRPr i="1" sz="400">
                  <a:solidFill>
                    <a:srgbClr val="666666"/>
                  </a:solidFill>
                  <a:latin typeface="Arvo"/>
                  <a:ea typeface="Arvo"/>
                  <a:cs typeface="Arvo"/>
                  <a:sym typeface="Arvo"/>
                </a:endParaRPr>
              </a:p>
            </p:txBody>
          </p:sp>
        </p:grpSp>
      </p:grpSp>
      <p:cxnSp>
        <p:nvCxnSpPr>
          <p:cNvPr id="15253" name="Google Shape;15253;p259"/>
          <p:cNvCxnSpPr/>
          <p:nvPr/>
        </p:nvCxnSpPr>
        <p:spPr>
          <a:xfrm flipH="1" rot="10800000">
            <a:off x="3031250" y="3171713"/>
            <a:ext cx="642300" cy="345000"/>
          </a:xfrm>
          <a:prstGeom prst="bentConnector3">
            <a:avLst>
              <a:gd fmla="val 50000" name="adj1"/>
            </a:avLst>
          </a:prstGeom>
          <a:noFill/>
          <a:ln cap="flat" cmpd="sng" w="9525">
            <a:solidFill>
              <a:srgbClr val="595959"/>
            </a:solidFill>
            <a:prstDash val="dash"/>
            <a:round/>
            <a:headEnd len="med" w="med" type="none"/>
            <a:tailEnd len="med" w="med" type="stealth"/>
          </a:ln>
        </p:spPr>
      </p:cxnSp>
      <p:sp>
        <p:nvSpPr>
          <p:cNvPr id="15254" name="Google Shape;15254;p259"/>
          <p:cNvSpPr/>
          <p:nvPr/>
        </p:nvSpPr>
        <p:spPr>
          <a:xfrm>
            <a:off x="6267913" y="208450"/>
            <a:ext cx="3319800" cy="421200"/>
          </a:xfrm>
          <a:prstGeom prst="roundRect">
            <a:avLst>
              <a:gd fmla="val 17492" name="adj"/>
            </a:avLst>
          </a:prstGeom>
          <a:solidFill>
            <a:srgbClr val="00000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s-419" sz="1200">
                <a:solidFill>
                  <a:srgbClr val="FFFFFF"/>
                </a:solidFill>
              </a:rPr>
              <a:t>Estructura de Funcionalidades</a:t>
            </a:r>
            <a:endParaRPr b="1" sz="1100">
              <a:solidFill>
                <a:srgbClr val="FFFFFF"/>
              </a:solidFill>
            </a:endParaRPr>
          </a:p>
        </p:txBody>
      </p:sp>
      <p:sp>
        <p:nvSpPr>
          <p:cNvPr id="15255" name="Google Shape;15255;p259"/>
          <p:cNvSpPr/>
          <p:nvPr/>
        </p:nvSpPr>
        <p:spPr>
          <a:xfrm>
            <a:off x="6267900" y="767475"/>
            <a:ext cx="3319800" cy="4765500"/>
          </a:xfrm>
          <a:prstGeom prst="roundRect">
            <a:avLst>
              <a:gd fmla="val 4230" name="adj"/>
            </a:avLst>
          </a:prstGeom>
          <a:solidFill>
            <a:srgbClr val="F3F3F3"/>
          </a:solidFill>
          <a:ln cap="flat" cmpd="sng" w="9525">
            <a:solidFill>
              <a:srgbClr val="F3F3F3"/>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6" name="Google Shape;15256;p259"/>
          <p:cNvSpPr/>
          <p:nvPr/>
        </p:nvSpPr>
        <p:spPr>
          <a:xfrm>
            <a:off x="6922664" y="941549"/>
            <a:ext cx="687600" cy="366900"/>
          </a:xfrm>
          <a:prstGeom prst="foldedCorner">
            <a:avLst>
              <a:gd fmla="val 16667" name="adj"/>
            </a:avLst>
          </a:prstGeom>
          <a:solidFill>
            <a:srgbClr val="F3F3F3"/>
          </a:solidFill>
          <a:ln cap="flat" cmpd="sng" w="9525">
            <a:solidFill>
              <a:srgbClr val="999999"/>
            </a:solidFill>
            <a:prstDash val="solid"/>
            <a:round/>
            <a:headEnd len="sm" w="sm" type="none"/>
            <a:tailEnd len="sm" w="sm" type="none"/>
          </a:ln>
          <a:effectLst>
            <a:outerShdw blurRad="57150" rotWithShape="0" algn="bl" dir="1920000" dist="19050">
              <a:srgbClr val="000000">
                <a:alpha val="22000"/>
              </a:srgbClr>
            </a:outerShdw>
          </a:effectLst>
        </p:spPr>
        <p:txBody>
          <a:bodyPr anchorCtr="0" anchor="t" bIns="18000" lIns="18000" spcFirstLastPara="1" rIns="18000" wrap="square" tIns="18000">
            <a:noAutofit/>
          </a:bodyPr>
          <a:lstStyle/>
          <a:p>
            <a:pPr indent="0" lvl="0" marL="0" rtl="0" algn="ctr">
              <a:spcBef>
                <a:spcPts val="0"/>
              </a:spcBef>
              <a:spcAft>
                <a:spcPts val="0"/>
              </a:spcAft>
              <a:buNone/>
            </a:pPr>
            <a:r>
              <a:rPr b="1" lang="es-419" sz="800"/>
              <a:t>&lt;...&gt;</a:t>
            </a:r>
            <a:endParaRPr b="1" sz="800"/>
          </a:p>
          <a:p>
            <a:pPr indent="0" lvl="0" marL="0" rtl="0" algn="ctr">
              <a:spcBef>
                <a:spcPts val="0"/>
              </a:spcBef>
              <a:spcAft>
                <a:spcPts val="0"/>
              </a:spcAft>
              <a:buNone/>
            </a:pPr>
            <a:r>
              <a:rPr lang="es-419" sz="800"/>
              <a:t>&lt;...&gt;</a:t>
            </a:r>
            <a:endParaRPr sz="800"/>
          </a:p>
        </p:txBody>
      </p:sp>
      <p:grpSp>
        <p:nvGrpSpPr>
          <p:cNvPr id="15257" name="Google Shape;15257;p259"/>
          <p:cNvGrpSpPr/>
          <p:nvPr/>
        </p:nvGrpSpPr>
        <p:grpSpPr>
          <a:xfrm>
            <a:off x="8373018" y="1624384"/>
            <a:ext cx="801000" cy="434150"/>
            <a:chOff x="6170025" y="1408150"/>
            <a:chExt cx="801000" cy="434150"/>
          </a:xfrm>
        </p:grpSpPr>
        <p:cxnSp>
          <p:nvCxnSpPr>
            <p:cNvPr id="15258" name="Google Shape;15258;p259"/>
            <p:cNvCxnSpPr/>
            <p:nvPr/>
          </p:nvCxnSpPr>
          <p:spPr>
            <a:xfrm>
              <a:off x="6170025" y="1555500"/>
              <a:ext cx="801000" cy="286800"/>
            </a:xfrm>
            <a:prstGeom prst="bentConnector3">
              <a:avLst>
                <a:gd fmla="val 50000" name="adj1"/>
              </a:avLst>
            </a:prstGeom>
            <a:noFill/>
            <a:ln cap="flat" cmpd="sng" w="19050">
              <a:solidFill>
                <a:srgbClr val="274E13"/>
              </a:solidFill>
              <a:prstDash val="lgDash"/>
              <a:round/>
              <a:headEnd len="med" w="med" type="none"/>
              <a:tailEnd len="med" w="med" type="stealth"/>
            </a:ln>
          </p:spPr>
        </p:cxnSp>
        <p:sp>
          <p:nvSpPr>
            <p:cNvPr id="15259" name="Google Shape;15259;p259"/>
            <p:cNvSpPr txBox="1"/>
            <p:nvPr/>
          </p:nvSpPr>
          <p:spPr>
            <a:xfrm>
              <a:off x="6255333" y="1408150"/>
              <a:ext cx="623400" cy="123000"/>
            </a:xfrm>
            <a:prstGeom prst="rect">
              <a:avLst/>
            </a:prstGeom>
            <a:noFill/>
            <a:ln>
              <a:noFill/>
            </a:ln>
          </p:spPr>
          <p:txBody>
            <a:bodyPr anchorCtr="0" anchor="t" bIns="0" lIns="0" spcFirstLastPara="1" rIns="0" wrap="square" tIns="0">
              <a:spAutoFit/>
            </a:bodyPr>
            <a:lstStyle/>
            <a:p>
              <a:pPr indent="0" lvl="0" marL="0" rtl="0" algn="ctr">
                <a:spcBef>
                  <a:spcPts val="0"/>
                </a:spcBef>
                <a:spcAft>
                  <a:spcPts val="0"/>
                </a:spcAft>
                <a:buNone/>
              </a:pPr>
              <a:r>
                <a:rPr b="1" i="1" lang="es-419" sz="800">
                  <a:solidFill>
                    <a:srgbClr val="274E13"/>
                  </a:solidFill>
                </a:rPr>
                <a:t>includes</a:t>
              </a:r>
              <a:endParaRPr b="1" i="1" sz="800">
                <a:solidFill>
                  <a:srgbClr val="274E13"/>
                </a:solidFill>
              </a:endParaRPr>
            </a:p>
          </p:txBody>
        </p:sp>
      </p:grpSp>
      <p:grpSp>
        <p:nvGrpSpPr>
          <p:cNvPr id="15260" name="Google Shape;15260;p259"/>
          <p:cNvGrpSpPr/>
          <p:nvPr/>
        </p:nvGrpSpPr>
        <p:grpSpPr>
          <a:xfrm>
            <a:off x="7407943" y="1548172"/>
            <a:ext cx="801000" cy="434150"/>
            <a:chOff x="6170025" y="1408150"/>
            <a:chExt cx="801000" cy="434150"/>
          </a:xfrm>
        </p:grpSpPr>
        <p:cxnSp>
          <p:nvCxnSpPr>
            <p:cNvPr id="15261" name="Google Shape;15261;p259"/>
            <p:cNvCxnSpPr/>
            <p:nvPr/>
          </p:nvCxnSpPr>
          <p:spPr>
            <a:xfrm>
              <a:off x="6170025" y="1555500"/>
              <a:ext cx="801000" cy="286800"/>
            </a:xfrm>
            <a:prstGeom prst="bentConnector3">
              <a:avLst>
                <a:gd fmla="val 50000" name="adj1"/>
              </a:avLst>
            </a:prstGeom>
            <a:noFill/>
            <a:ln cap="flat" cmpd="sng" w="19050">
              <a:solidFill>
                <a:srgbClr val="990000"/>
              </a:solidFill>
              <a:prstDash val="lgDash"/>
              <a:round/>
              <a:headEnd len="med" w="med" type="none"/>
              <a:tailEnd len="med" w="med" type="stealth"/>
            </a:ln>
          </p:spPr>
        </p:cxnSp>
        <p:sp>
          <p:nvSpPr>
            <p:cNvPr id="15262" name="Google Shape;15262;p259"/>
            <p:cNvSpPr txBox="1"/>
            <p:nvPr/>
          </p:nvSpPr>
          <p:spPr>
            <a:xfrm>
              <a:off x="6255333" y="1408150"/>
              <a:ext cx="623400" cy="123000"/>
            </a:xfrm>
            <a:prstGeom prst="rect">
              <a:avLst/>
            </a:prstGeom>
            <a:noFill/>
            <a:ln>
              <a:noFill/>
            </a:ln>
          </p:spPr>
          <p:txBody>
            <a:bodyPr anchorCtr="0" anchor="t" bIns="0" lIns="0" spcFirstLastPara="1" rIns="0" wrap="square" tIns="0">
              <a:spAutoFit/>
            </a:bodyPr>
            <a:lstStyle/>
            <a:p>
              <a:pPr indent="0" lvl="0" marL="0" rtl="0" algn="ctr">
                <a:spcBef>
                  <a:spcPts val="0"/>
                </a:spcBef>
                <a:spcAft>
                  <a:spcPts val="0"/>
                </a:spcAft>
                <a:buNone/>
              </a:pPr>
              <a:r>
                <a:rPr b="1" i="1" lang="es-419" sz="800">
                  <a:solidFill>
                    <a:srgbClr val="990000"/>
                  </a:solidFill>
                </a:rPr>
                <a:t>extends</a:t>
              </a:r>
              <a:endParaRPr b="1" i="1" sz="800">
                <a:solidFill>
                  <a:srgbClr val="990000"/>
                </a:solidFill>
              </a:endParaRPr>
            </a:p>
          </p:txBody>
        </p:sp>
      </p:grpSp>
      <p:cxnSp>
        <p:nvCxnSpPr>
          <p:cNvPr id="15263" name="Google Shape;15263;p259"/>
          <p:cNvCxnSpPr/>
          <p:nvPr/>
        </p:nvCxnSpPr>
        <p:spPr>
          <a:xfrm>
            <a:off x="6546368" y="1620358"/>
            <a:ext cx="773700" cy="442200"/>
          </a:xfrm>
          <a:prstGeom prst="bentConnector3">
            <a:avLst>
              <a:gd fmla="val 50000" name="adj1"/>
            </a:avLst>
          </a:prstGeom>
          <a:noFill/>
          <a:ln cap="flat" cmpd="sng" w="19050">
            <a:solidFill>
              <a:schemeClr val="dk2"/>
            </a:solidFill>
            <a:prstDash val="dash"/>
            <a:round/>
            <a:headEnd len="med" w="med" type="none"/>
            <a:tailEnd len="med" w="med" type="stealth"/>
          </a:ln>
        </p:spPr>
      </p:cxnSp>
      <p:sp>
        <p:nvSpPr>
          <p:cNvPr id="15264" name="Google Shape;15264;p259"/>
          <p:cNvSpPr/>
          <p:nvPr/>
        </p:nvSpPr>
        <p:spPr>
          <a:xfrm>
            <a:off x="8067506" y="973113"/>
            <a:ext cx="691500" cy="307800"/>
          </a:xfrm>
          <a:prstGeom prst="roundRect">
            <a:avLst>
              <a:gd fmla="val 5590" name="adj"/>
            </a:avLst>
          </a:prstGeom>
          <a:solidFill>
            <a:srgbClr val="D9EAD3"/>
          </a:solidFill>
          <a:ln cap="flat" cmpd="sng" w="9525">
            <a:solidFill>
              <a:srgbClr val="EFEFEF"/>
            </a:solidFill>
            <a:prstDash val="solid"/>
            <a:round/>
            <a:headEnd len="sm" w="sm" type="none"/>
            <a:tailEnd len="sm" w="sm" type="none"/>
          </a:ln>
          <a:effectLst>
            <a:outerShdw rotWithShape="0" algn="bl" dir="2820000" dist="9525">
              <a:srgbClr val="660000">
                <a:alpha val="50000"/>
              </a:srgbClr>
            </a:outerShdw>
          </a:effectLst>
        </p:spPr>
        <p:txBody>
          <a:bodyPr anchorCtr="0" anchor="ctr" bIns="18000" lIns="18000" spcFirstLastPara="1" rIns="18000" wrap="square" tIns="18000">
            <a:noAutofit/>
          </a:bodyPr>
          <a:lstStyle/>
          <a:p>
            <a:pPr indent="0" lvl="0" marL="0" rtl="0" algn="ctr">
              <a:spcBef>
                <a:spcPts val="0"/>
              </a:spcBef>
              <a:spcAft>
                <a:spcPts val="0"/>
              </a:spcAft>
              <a:buNone/>
            </a:pPr>
            <a:r>
              <a:rPr b="1" lang="es-419" sz="800"/>
              <a:t>&lt;..&gt;</a:t>
            </a:r>
            <a:endParaRPr b="1" sz="800">
              <a:latin typeface="Roboto"/>
              <a:ea typeface="Roboto"/>
              <a:cs typeface="Roboto"/>
              <a:sym typeface="Roboto"/>
            </a:endParaRPr>
          </a:p>
        </p:txBody>
      </p:sp>
      <p:grpSp>
        <p:nvGrpSpPr>
          <p:cNvPr id="15265" name="Google Shape;15265;p259"/>
          <p:cNvGrpSpPr/>
          <p:nvPr/>
        </p:nvGrpSpPr>
        <p:grpSpPr>
          <a:xfrm>
            <a:off x="6527875" y="4006850"/>
            <a:ext cx="2799900" cy="1366800"/>
            <a:chOff x="454975" y="4155250"/>
            <a:chExt cx="2799900" cy="1366800"/>
          </a:xfrm>
        </p:grpSpPr>
        <p:sp>
          <p:nvSpPr>
            <p:cNvPr id="15266" name="Google Shape;15266;p259"/>
            <p:cNvSpPr/>
            <p:nvPr/>
          </p:nvSpPr>
          <p:spPr>
            <a:xfrm>
              <a:off x="454975" y="4155250"/>
              <a:ext cx="2799900" cy="1366800"/>
            </a:xfrm>
            <a:prstGeom prst="roundRect">
              <a:avLst>
                <a:gd fmla="val 3233" name="adj"/>
              </a:avLst>
            </a:prstGeom>
            <a:solidFill>
              <a:srgbClr val="FFFFFF"/>
            </a:solidFill>
            <a:ln cap="flat" cmpd="sng" w="9525">
              <a:solidFill>
                <a:srgbClr val="EFEFEF"/>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t" bIns="18000" lIns="18000" spcFirstLastPara="1" rIns="18000" wrap="square" tIns="18000">
              <a:noAutofit/>
            </a:bodyPr>
            <a:lstStyle/>
            <a:p>
              <a:pPr indent="0" lvl="0" marL="0" rtl="0" algn="ctr">
                <a:spcBef>
                  <a:spcPts val="0"/>
                </a:spcBef>
                <a:spcAft>
                  <a:spcPts val="0"/>
                </a:spcAft>
                <a:buNone/>
              </a:pPr>
              <a:r>
                <a:rPr b="1" i="1" lang="es-419" sz="900">
                  <a:solidFill>
                    <a:srgbClr val="434343"/>
                  </a:solidFill>
                </a:rPr>
                <a:t>Objetivos de la Funcionalidad</a:t>
              </a:r>
              <a:endParaRPr b="1" i="1" sz="900">
                <a:solidFill>
                  <a:srgbClr val="434343"/>
                </a:solidFill>
              </a:endParaRPr>
            </a:p>
          </p:txBody>
        </p:sp>
        <p:sp>
          <p:nvSpPr>
            <p:cNvPr id="15267" name="Google Shape;15267;p259"/>
            <p:cNvSpPr txBox="1"/>
            <p:nvPr/>
          </p:nvSpPr>
          <p:spPr>
            <a:xfrm>
              <a:off x="1764892" y="4415677"/>
              <a:ext cx="1069200" cy="2166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t/>
              </a:r>
              <a:endParaRPr b="1" sz="600"/>
            </a:p>
          </p:txBody>
        </p:sp>
        <p:sp>
          <p:nvSpPr>
            <p:cNvPr id="15268" name="Google Shape;15268;p259"/>
            <p:cNvSpPr txBox="1"/>
            <p:nvPr/>
          </p:nvSpPr>
          <p:spPr>
            <a:xfrm>
              <a:off x="661500" y="4423900"/>
              <a:ext cx="801000" cy="232500"/>
            </a:xfrm>
            <a:prstGeom prst="rect">
              <a:avLst/>
            </a:prstGeom>
            <a:noFill/>
            <a:ln>
              <a:noFill/>
            </a:ln>
          </p:spPr>
          <p:txBody>
            <a:bodyPr anchorCtr="0" anchor="ctr" bIns="0" lIns="0" spcFirstLastPara="1" rIns="0" wrap="square" tIns="0">
              <a:noAutofit/>
            </a:bodyPr>
            <a:lstStyle/>
            <a:p>
              <a:pPr indent="0" lvl="0" marL="0" rtl="0" algn="r">
                <a:spcBef>
                  <a:spcPts val="0"/>
                </a:spcBef>
                <a:spcAft>
                  <a:spcPts val="0"/>
                </a:spcAft>
                <a:buNone/>
              </a:pPr>
              <a:r>
                <a:rPr lang="es-419" sz="700">
                  <a:latin typeface="Arvo"/>
                  <a:ea typeface="Arvo"/>
                  <a:cs typeface="Arvo"/>
                  <a:sym typeface="Arvo"/>
                </a:rPr>
                <a:t>Nombre de la Funcionalidad:</a:t>
              </a:r>
              <a:endParaRPr sz="700">
                <a:latin typeface="Arvo"/>
                <a:ea typeface="Arvo"/>
                <a:cs typeface="Arvo"/>
                <a:sym typeface="Arvo"/>
              </a:endParaRPr>
            </a:p>
            <a:p>
              <a:pPr indent="0" lvl="0" marL="0" rtl="0" algn="r">
                <a:spcBef>
                  <a:spcPts val="0"/>
                </a:spcBef>
                <a:spcAft>
                  <a:spcPts val="0"/>
                </a:spcAft>
                <a:buNone/>
              </a:pPr>
              <a:r>
                <a:rPr i="1" lang="es-419" sz="600">
                  <a:solidFill>
                    <a:srgbClr val="666666"/>
                  </a:solidFill>
                  <a:latin typeface="Arvo"/>
                  <a:ea typeface="Arvo"/>
                  <a:cs typeface="Arvo"/>
                  <a:sym typeface="Arvo"/>
                </a:rPr>
                <a:t>ej: Reserva de citas médicas</a:t>
              </a:r>
              <a:endParaRPr i="1" sz="600">
                <a:solidFill>
                  <a:srgbClr val="666666"/>
                </a:solidFill>
                <a:latin typeface="Arvo"/>
                <a:ea typeface="Arvo"/>
                <a:cs typeface="Arvo"/>
                <a:sym typeface="Arvo"/>
              </a:endParaRPr>
            </a:p>
          </p:txBody>
        </p:sp>
        <p:sp>
          <p:nvSpPr>
            <p:cNvPr id="15269" name="Google Shape;15269;p259"/>
            <p:cNvSpPr txBox="1"/>
            <p:nvPr/>
          </p:nvSpPr>
          <p:spPr>
            <a:xfrm>
              <a:off x="536975" y="5190725"/>
              <a:ext cx="925500" cy="248700"/>
            </a:xfrm>
            <a:prstGeom prst="rect">
              <a:avLst/>
            </a:prstGeom>
            <a:noFill/>
            <a:ln>
              <a:noFill/>
            </a:ln>
          </p:spPr>
          <p:txBody>
            <a:bodyPr anchorCtr="0" anchor="ctr" bIns="0" lIns="0" spcFirstLastPara="1" rIns="0" wrap="square" tIns="0">
              <a:spAutoFit/>
            </a:bodyPr>
            <a:lstStyle/>
            <a:p>
              <a:pPr indent="0" lvl="0" marL="0" marR="0" rtl="0" algn="r">
                <a:lnSpc>
                  <a:spcPct val="85000"/>
                </a:lnSpc>
                <a:spcBef>
                  <a:spcPts val="0"/>
                </a:spcBef>
                <a:spcAft>
                  <a:spcPts val="0"/>
                </a:spcAft>
                <a:buNone/>
              </a:pPr>
              <a:r>
                <a:rPr lang="es-419" sz="700">
                  <a:latin typeface="Arvo"/>
                  <a:ea typeface="Arvo"/>
                  <a:cs typeface="Arvo"/>
                  <a:sym typeface="Arvo"/>
                </a:rPr>
                <a:t>Meta Empresa:</a:t>
              </a:r>
              <a:endParaRPr sz="700">
                <a:latin typeface="Arvo"/>
                <a:ea typeface="Arvo"/>
                <a:cs typeface="Arvo"/>
                <a:sym typeface="Arvo"/>
              </a:endParaRPr>
            </a:p>
            <a:p>
              <a:pPr indent="0" lvl="0" marL="0" marR="0" rtl="0" algn="r">
                <a:lnSpc>
                  <a:spcPct val="85000"/>
                </a:lnSpc>
                <a:spcBef>
                  <a:spcPts val="0"/>
                </a:spcBef>
                <a:spcAft>
                  <a:spcPts val="0"/>
                </a:spcAft>
                <a:buNone/>
              </a:pPr>
              <a:r>
                <a:rPr lang="es-419" sz="500">
                  <a:latin typeface="Arvo"/>
                  <a:ea typeface="Arvo"/>
                  <a:cs typeface="Arvo"/>
                  <a:sym typeface="Arvo"/>
                </a:rPr>
                <a:t>&lt;sustantivo&gt;&lt;adjetivo&gt;</a:t>
              </a:r>
              <a:r>
                <a:rPr lang="es-419" sz="600">
                  <a:solidFill>
                    <a:srgbClr val="000000"/>
                  </a:solidFill>
                </a:rPr>
                <a:t> </a:t>
              </a:r>
              <a:endParaRPr sz="600">
                <a:solidFill>
                  <a:srgbClr val="000000"/>
                </a:solidFill>
              </a:endParaRPr>
            </a:p>
            <a:p>
              <a:pPr indent="0" lvl="0" marL="0" marR="0" rtl="0" algn="r">
                <a:lnSpc>
                  <a:spcPct val="85000"/>
                </a:lnSpc>
                <a:spcBef>
                  <a:spcPts val="0"/>
                </a:spcBef>
                <a:spcAft>
                  <a:spcPts val="0"/>
                </a:spcAft>
                <a:buNone/>
              </a:pPr>
              <a:r>
                <a:rPr i="1" lang="es-419" sz="600">
                  <a:solidFill>
                    <a:srgbClr val="666666"/>
                  </a:solidFill>
                  <a:latin typeface="Arvo"/>
                  <a:ea typeface="Arvo"/>
                  <a:cs typeface="Arvo"/>
                  <a:sym typeface="Arvo"/>
                </a:rPr>
                <a:t>ej: agenda actualizada</a:t>
              </a:r>
              <a:endParaRPr i="1" sz="600">
                <a:latin typeface="Arvo"/>
                <a:ea typeface="Arvo"/>
                <a:cs typeface="Arvo"/>
                <a:sym typeface="Arvo"/>
              </a:endParaRPr>
            </a:p>
          </p:txBody>
        </p:sp>
        <p:sp>
          <p:nvSpPr>
            <p:cNvPr id="15270" name="Google Shape;15270;p259"/>
            <p:cNvSpPr txBox="1"/>
            <p:nvPr/>
          </p:nvSpPr>
          <p:spPr>
            <a:xfrm>
              <a:off x="537000" y="4868925"/>
              <a:ext cx="925500" cy="232500"/>
            </a:xfrm>
            <a:prstGeom prst="rect">
              <a:avLst/>
            </a:prstGeom>
            <a:noFill/>
            <a:ln>
              <a:noFill/>
            </a:ln>
          </p:spPr>
          <p:txBody>
            <a:bodyPr anchorCtr="0" anchor="ctr" bIns="0" lIns="0" spcFirstLastPara="1" rIns="0" wrap="square" tIns="0">
              <a:noAutofit/>
            </a:bodyPr>
            <a:lstStyle/>
            <a:p>
              <a:pPr indent="0" lvl="0" marL="0" rtl="0" algn="r">
                <a:spcBef>
                  <a:spcPts val="0"/>
                </a:spcBef>
                <a:spcAft>
                  <a:spcPts val="0"/>
                </a:spcAft>
                <a:buNone/>
              </a:pPr>
              <a:r>
                <a:rPr lang="es-419" sz="700">
                  <a:latin typeface="Arvo"/>
                  <a:ea typeface="Arvo"/>
                  <a:cs typeface="Arvo"/>
                  <a:sym typeface="Arvo"/>
                </a:rPr>
                <a:t>Poscondición:</a:t>
              </a:r>
              <a:endParaRPr sz="700">
                <a:latin typeface="Arvo"/>
                <a:ea typeface="Arvo"/>
                <a:cs typeface="Arvo"/>
                <a:sym typeface="Arvo"/>
              </a:endParaRPr>
            </a:p>
            <a:p>
              <a:pPr indent="0" lvl="0" marL="0" rtl="0" algn="r">
                <a:lnSpc>
                  <a:spcPct val="85000"/>
                </a:lnSpc>
                <a:spcBef>
                  <a:spcPts val="0"/>
                </a:spcBef>
                <a:spcAft>
                  <a:spcPts val="0"/>
                </a:spcAft>
                <a:buClr>
                  <a:srgbClr val="000000"/>
                </a:buClr>
                <a:buSzPts val="1100"/>
                <a:buFont typeface="Arial"/>
                <a:buNone/>
              </a:pPr>
              <a:r>
                <a:rPr lang="es-419" sz="500">
                  <a:solidFill>
                    <a:srgbClr val="000000"/>
                  </a:solidFill>
                  <a:latin typeface="Arvo"/>
                  <a:ea typeface="Arvo"/>
                  <a:cs typeface="Arvo"/>
                  <a:sym typeface="Arvo"/>
                </a:rPr>
                <a:t>&lt;sustantivo&gt;&lt;adjetivo&gt;</a:t>
              </a:r>
              <a:endParaRPr sz="600">
                <a:latin typeface="Arvo"/>
                <a:ea typeface="Arvo"/>
                <a:cs typeface="Arvo"/>
                <a:sym typeface="Arvo"/>
              </a:endParaRPr>
            </a:p>
            <a:p>
              <a:pPr indent="0" lvl="0" marL="0" rtl="0" algn="r">
                <a:spcBef>
                  <a:spcPts val="0"/>
                </a:spcBef>
                <a:spcAft>
                  <a:spcPts val="0"/>
                </a:spcAft>
                <a:buNone/>
              </a:pPr>
              <a:r>
                <a:rPr i="1" lang="es-419" sz="600">
                  <a:solidFill>
                    <a:srgbClr val="666666"/>
                  </a:solidFill>
                  <a:latin typeface="Arvo"/>
                  <a:ea typeface="Arvo"/>
                  <a:cs typeface="Arvo"/>
                  <a:sym typeface="Arvo"/>
                </a:rPr>
                <a:t>ej: pago  realizado</a:t>
              </a:r>
              <a:endParaRPr i="1" sz="600">
                <a:solidFill>
                  <a:srgbClr val="666666"/>
                </a:solidFill>
                <a:latin typeface="Arvo"/>
                <a:ea typeface="Arvo"/>
                <a:cs typeface="Arvo"/>
                <a:sym typeface="Arvo"/>
              </a:endParaRPr>
            </a:p>
          </p:txBody>
        </p:sp>
        <p:sp>
          <p:nvSpPr>
            <p:cNvPr id="15271" name="Google Shape;15271;p259"/>
            <p:cNvSpPr/>
            <p:nvPr/>
          </p:nvSpPr>
          <p:spPr>
            <a:xfrm>
              <a:off x="1567450" y="4861754"/>
              <a:ext cx="1551300" cy="2166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600">
                <a:latin typeface="Roboto"/>
                <a:ea typeface="Roboto"/>
                <a:cs typeface="Roboto"/>
                <a:sym typeface="Roboto"/>
              </a:endParaRPr>
            </a:p>
          </p:txBody>
        </p:sp>
        <p:sp>
          <p:nvSpPr>
            <p:cNvPr id="15272" name="Google Shape;15272;p259"/>
            <p:cNvSpPr/>
            <p:nvPr/>
          </p:nvSpPr>
          <p:spPr>
            <a:xfrm>
              <a:off x="1567450" y="5207124"/>
              <a:ext cx="1551300" cy="2166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600">
                <a:latin typeface="Roboto"/>
                <a:ea typeface="Roboto"/>
                <a:cs typeface="Roboto"/>
                <a:sym typeface="Roboto"/>
              </a:endParaRPr>
            </a:p>
          </p:txBody>
        </p:sp>
        <p:sp>
          <p:nvSpPr>
            <p:cNvPr id="15273" name="Google Shape;15273;p259"/>
            <p:cNvSpPr txBox="1"/>
            <p:nvPr/>
          </p:nvSpPr>
          <p:spPr>
            <a:xfrm>
              <a:off x="1591275" y="4866157"/>
              <a:ext cx="1527600" cy="203100"/>
            </a:xfrm>
            <a:prstGeom prst="rect">
              <a:avLst/>
            </a:prstGeom>
            <a:solidFill>
              <a:srgbClr val="F3F3F3"/>
            </a:solidFill>
            <a:ln>
              <a:noFill/>
            </a:ln>
          </p:spPr>
          <p:txBody>
            <a:bodyPr anchorCtr="0" anchor="ctr" bIns="18000" lIns="18000" spcFirstLastPara="1" rIns="18000" wrap="square" tIns="18000">
              <a:noAutofit/>
            </a:bodyPr>
            <a:lstStyle/>
            <a:p>
              <a:pPr indent="0" lvl="0" marL="0" rtl="0" algn="l">
                <a:spcBef>
                  <a:spcPts val="0"/>
                </a:spcBef>
                <a:spcAft>
                  <a:spcPts val="0"/>
                </a:spcAft>
                <a:buNone/>
              </a:pPr>
              <a:r>
                <a:t/>
              </a:r>
              <a:endParaRPr b="1" i="1" sz="800">
                <a:solidFill>
                  <a:srgbClr val="434343"/>
                </a:solidFill>
              </a:endParaRPr>
            </a:p>
          </p:txBody>
        </p:sp>
        <p:sp>
          <p:nvSpPr>
            <p:cNvPr id="15274" name="Google Shape;15274;p259"/>
            <p:cNvSpPr txBox="1"/>
            <p:nvPr/>
          </p:nvSpPr>
          <p:spPr>
            <a:xfrm>
              <a:off x="1591275" y="5199725"/>
              <a:ext cx="1527600" cy="203100"/>
            </a:xfrm>
            <a:prstGeom prst="rect">
              <a:avLst/>
            </a:prstGeom>
            <a:solidFill>
              <a:srgbClr val="F3F3F3"/>
            </a:solidFill>
            <a:ln>
              <a:noFill/>
            </a:ln>
          </p:spPr>
          <p:txBody>
            <a:bodyPr anchorCtr="0" anchor="ctr" bIns="18000" lIns="18000" spcFirstLastPara="1" rIns="18000" wrap="square" tIns="18000">
              <a:noAutofit/>
            </a:bodyPr>
            <a:lstStyle/>
            <a:p>
              <a:pPr indent="0" lvl="0" marL="0" rtl="0" algn="l">
                <a:spcBef>
                  <a:spcPts val="0"/>
                </a:spcBef>
                <a:spcAft>
                  <a:spcPts val="0"/>
                </a:spcAft>
                <a:buNone/>
              </a:pPr>
              <a:r>
                <a:t/>
              </a:r>
              <a:endParaRPr b="1" i="1" sz="800">
                <a:solidFill>
                  <a:srgbClr val="434343"/>
                </a:solidFill>
              </a:endParaRPr>
            </a:p>
          </p:txBody>
        </p:sp>
        <p:sp>
          <p:nvSpPr>
            <p:cNvPr id="15275" name="Google Shape;15275;p259"/>
            <p:cNvSpPr txBox="1"/>
            <p:nvPr/>
          </p:nvSpPr>
          <p:spPr>
            <a:xfrm>
              <a:off x="1776867" y="4425173"/>
              <a:ext cx="1069200" cy="2166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t/>
              </a:r>
              <a:endParaRPr b="1" sz="600"/>
            </a:p>
          </p:txBody>
        </p:sp>
        <p:sp>
          <p:nvSpPr>
            <p:cNvPr id="15276" name="Google Shape;15276;p259"/>
            <p:cNvSpPr/>
            <p:nvPr/>
          </p:nvSpPr>
          <p:spPr>
            <a:xfrm>
              <a:off x="1579425" y="4367690"/>
              <a:ext cx="15513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600">
                <a:latin typeface="Roboto"/>
                <a:ea typeface="Roboto"/>
                <a:cs typeface="Roboto"/>
                <a:sym typeface="Roboto"/>
              </a:endParaRPr>
            </a:p>
          </p:txBody>
        </p:sp>
        <p:sp>
          <p:nvSpPr>
            <p:cNvPr id="15277" name="Google Shape;15277;p259"/>
            <p:cNvSpPr txBox="1"/>
            <p:nvPr/>
          </p:nvSpPr>
          <p:spPr>
            <a:xfrm>
              <a:off x="1591275" y="4350201"/>
              <a:ext cx="1527600" cy="351900"/>
            </a:xfrm>
            <a:prstGeom prst="rect">
              <a:avLst/>
            </a:prstGeom>
            <a:noFill/>
            <a:ln>
              <a:noFill/>
            </a:ln>
          </p:spPr>
          <p:txBody>
            <a:bodyPr anchorCtr="0" anchor="ctr" bIns="18000" lIns="18000" spcFirstLastPara="1" rIns="18000" wrap="square" tIns="18000">
              <a:noAutofit/>
            </a:bodyPr>
            <a:lstStyle/>
            <a:p>
              <a:pPr indent="0" lvl="0" marL="0" rtl="0" algn="ctr">
                <a:spcBef>
                  <a:spcPts val="0"/>
                </a:spcBef>
                <a:spcAft>
                  <a:spcPts val="0"/>
                </a:spcAft>
                <a:buNone/>
              </a:pPr>
              <a:r>
                <a:t/>
              </a:r>
              <a:endParaRPr b="1" i="1" sz="1100">
                <a:solidFill>
                  <a:srgbClr val="434343"/>
                </a:solidFill>
              </a:endParaRPr>
            </a:p>
          </p:txBody>
        </p:sp>
      </p:grpSp>
      <p:grpSp>
        <p:nvGrpSpPr>
          <p:cNvPr id="15278" name="Google Shape;15278;p259"/>
          <p:cNvGrpSpPr/>
          <p:nvPr/>
        </p:nvGrpSpPr>
        <p:grpSpPr>
          <a:xfrm>
            <a:off x="6602750" y="2334950"/>
            <a:ext cx="2620800" cy="1493100"/>
            <a:chOff x="6602750" y="2334950"/>
            <a:chExt cx="2620800" cy="1493100"/>
          </a:xfrm>
        </p:grpSpPr>
        <p:sp>
          <p:nvSpPr>
            <p:cNvPr id="15279" name="Google Shape;15279;p259"/>
            <p:cNvSpPr/>
            <p:nvPr/>
          </p:nvSpPr>
          <p:spPr>
            <a:xfrm>
              <a:off x="6602750" y="2334950"/>
              <a:ext cx="2620800" cy="1493100"/>
            </a:xfrm>
            <a:prstGeom prst="roundRect">
              <a:avLst>
                <a:gd fmla="val 3146" name="adj"/>
              </a:avLst>
            </a:prstGeom>
            <a:solidFill>
              <a:srgbClr val="FFFFFF"/>
            </a:solidFill>
            <a:ln cap="flat" cmpd="sng" w="9525">
              <a:solidFill>
                <a:srgbClr val="EFEFEF"/>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t" bIns="18000" lIns="18000" spcFirstLastPara="1" rIns="18000" wrap="square" tIns="18000">
              <a:noAutofit/>
            </a:bodyPr>
            <a:lstStyle/>
            <a:p>
              <a:pPr indent="0" lvl="0" marL="0" rtl="0" algn="r">
                <a:spcBef>
                  <a:spcPts val="0"/>
                </a:spcBef>
                <a:spcAft>
                  <a:spcPts val="0"/>
                </a:spcAft>
                <a:buNone/>
              </a:pPr>
              <a:r>
                <a:t/>
              </a:r>
              <a:endParaRPr b="1" i="1" sz="900">
                <a:solidFill>
                  <a:srgbClr val="434343"/>
                </a:solidFill>
              </a:endParaRPr>
            </a:p>
          </p:txBody>
        </p:sp>
        <p:sp>
          <p:nvSpPr>
            <p:cNvPr id="15280" name="Google Shape;15280;p259"/>
            <p:cNvSpPr txBox="1"/>
            <p:nvPr/>
          </p:nvSpPr>
          <p:spPr>
            <a:xfrm>
              <a:off x="6628575" y="2374450"/>
              <a:ext cx="691500" cy="2658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lang="es-419" sz="700">
                  <a:latin typeface="Arvo"/>
                  <a:ea typeface="Arvo"/>
                  <a:cs typeface="Arvo"/>
                  <a:sym typeface="Arvo"/>
                </a:rPr>
                <a:t>Funcionalidad:</a:t>
              </a:r>
              <a:endParaRPr i="1" sz="600">
                <a:solidFill>
                  <a:srgbClr val="666666"/>
                </a:solidFill>
                <a:latin typeface="Arvo"/>
                <a:ea typeface="Arvo"/>
                <a:cs typeface="Arvo"/>
                <a:sym typeface="Arvo"/>
              </a:endParaRPr>
            </a:p>
          </p:txBody>
        </p:sp>
        <p:sp>
          <p:nvSpPr>
            <p:cNvPr id="15281" name="Google Shape;15281;p259"/>
            <p:cNvSpPr/>
            <p:nvPr/>
          </p:nvSpPr>
          <p:spPr>
            <a:xfrm>
              <a:off x="7333000" y="2430625"/>
              <a:ext cx="1783200" cy="160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600">
                <a:latin typeface="Roboto"/>
                <a:ea typeface="Roboto"/>
                <a:cs typeface="Roboto"/>
                <a:sym typeface="Roboto"/>
              </a:endParaRPr>
            </a:p>
          </p:txBody>
        </p:sp>
        <p:sp>
          <p:nvSpPr>
            <p:cNvPr id="15282" name="Google Shape;15282;p259"/>
            <p:cNvSpPr txBox="1"/>
            <p:nvPr/>
          </p:nvSpPr>
          <p:spPr>
            <a:xfrm>
              <a:off x="7333000" y="2426425"/>
              <a:ext cx="1783200" cy="169200"/>
            </a:xfrm>
            <a:prstGeom prst="rect">
              <a:avLst/>
            </a:prstGeom>
            <a:noFill/>
            <a:ln>
              <a:noFill/>
            </a:ln>
          </p:spPr>
          <p:txBody>
            <a:bodyPr anchorCtr="0" anchor="ctr" bIns="18000" lIns="18000" spcFirstLastPara="1" rIns="18000" wrap="square" tIns="18000">
              <a:noAutofit/>
            </a:bodyPr>
            <a:lstStyle/>
            <a:p>
              <a:pPr indent="0" lvl="0" marL="0" rtl="0" algn="ctr">
                <a:spcBef>
                  <a:spcPts val="0"/>
                </a:spcBef>
                <a:spcAft>
                  <a:spcPts val="0"/>
                </a:spcAft>
                <a:buNone/>
              </a:pPr>
              <a:r>
                <a:rPr b="1" i="1" lang="es-419" sz="800">
                  <a:solidFill>
                    <a:srgbClr val="434343"/>
                  </a:solidFill>
                </a:rPr>
                <a:t>&lt;...&gt;</a:t>
              </a:r>
              <a:endParaRPr b="1" i="1" sz="800">
                <a:solidFill>
                  <a:srgbClr val="434343"/>
                </a:solidFill>
              </a:endParaRPr>
            </a:p>
          </p:txBody>
        </p:sp>
        <p:grpSp>
          <p:nvGrpSpPr>
            <p:cNvPr id="15283" name="Google Shape;15283;p259"/>
            <p:cNvGrpSpPr/>
            <p:nvPr/>
          </p:nvGrpSpPr>
          <p:grpSpPr>
            <a:xfrm>
              <a:off x="6739488" y="2659847"/>
              <a:ext cx="2376625" cy="200100"/>
              <a:chOff x="624700" y="1498750"/>
              <a:chExt cx="2376625" cy="200100"/>
            </a:xfrm>
          </p:grpSpPr>
          <p:sp>
            <p:nvSpPr>
              <p:cNvPr id="15284" name="Google Shape;15284;p259"/>
              <p:cNvSpPr txBox="1"/>
              <p:nvPr/>
            </p:nvSpPr>
            <p:spPr>
              <a:xfrm>
                <a:off x="747725" y="1498750"/>
                <a:ext cx="2253600" cy="200100"/>
              </a:xfrm>
              <a:prstGeom prst="rect">
                <a:avLst/>
              </a:prstGeom>
              <a:solidFill>
                <a:srgbClr val="F3F3F3"/>
              </a:solidFill>
              <a:ln>
                <a:noFill/>
              </a:ln>
            </p:spPr>
            <p:txBody>
              <a:bodyPr anchorCtr="0" anchor="ctr" bIns="18000" lIns="18000" spcFirstLastPara="1" rIns="18000" wrap="square" tIns="18000">
                <a:noAutofit/>
              </a:bodyPr>
              <a:lstStyle/>
              <a:p>
                <a:pPr indent="0" lvl="0" marL="0" rtl="0" algn="l">
                  <a:spcBef>
                    <a:spcPts val="0"/>
                  </a:spcBef>
                  <a:spcAft>
                    <a:spcPts val="0"/>
                  </a:spcAft>
                  <a:buNone/>
                </a:pPr>
                <a:r>
                  <a:t/>
                </a:r>
                <a:endParaRPr sz="800">
                  <a:solidFill>
                    <a:srgbClr val="434343"/>
                  </a:solidFill>
                </a:endParaRPr>
              </a:p>
            </p:txBody>
          </p:sp>
          <p:sp>
            <p:nvSpPr>
              <p:cNvPr id="15285" name="Google Shape;15285;p259"/>
              <p:cNvSpPr txBox="1"/>
              <p:nvPr/>
            </p:nvSpPr>
            <p:spPr>
              <a:xfrm>
                <a:off x="624700" y="1514200"/>
                <a:ext cx="86100" cy="169200"/>
              </a:xfrm>
              <a:prstGeom prst="rect">
                <a:avLst/>
              </a:prstGeom>
              <a:noFill/>
              <a:ln>
                <a:noFill/>
              </a:ln>
            </p:spPr>
            <p:txBody>
              <a:bodyPr anchorCtr="0" anchor="ctr" bIns="0" lIns="0" spcFirstLastPara="1" rIns="0" wrap="square" tIns="0">
                <a:spAutoFit/>
              </a:bodyPr>
              <a:lstStyle/>
              <a:p>
                <a:pPr indent="0" lvl="0" marL="0" rtl="0" algn="r">
                  <a:spcBef>
                    <a:spcPts val="0"/>
                  </a:spcBef>
                  <a:spcAft>
                    <a:spcPts val="0"/>
                  </a:spcAft>
                  <a:buNone/>
                </a:pPr>
                <a:r>
                  <a:rPr lang="es-419" sz="700">
                    <a:latin typeface="Arvo"/>
                    <a:ea typeface="Arvo"/>
                    <a:cs typeface="Arvo"/>
                    <a:sym typeface="Arvo"/>
                  </a:rPr>
                  <a:t>1.</a:t>
                </a:r>
                <a:endParaRPr sz="700">
                  <a:latin typeface="Arvo"/>
                  <a:ea typeface="Arvo"/>
                  <a:cs typeface="Arvo"/>
                  <a:sym typeface="Arvo"/>
                </a:endParaRPr>
              </a:p>
              <a:p>
                <a:pPr indent="0" lvl="0" marL="0" rtl="0" algn="r">
                  <a:spcBef>
                    <a:spcPts val="0"/>
                  </a:spcBef>
                  <a:spcAft>
                    <a:spcPts val="0"/>
                  </a:spcAft>
                  <a:buNone/>
                </a:pPr>
                <a:r>
                  <a:t/>
                </a:r>
                <a:endParaRPr i="1" sz="400">
                  <a:solidFill>
                    <a:srgbClr val="666666"/>
                  </a:solidFill>
                  <a:latin typeface="Arvo"/>
                  <a:ea typeface="Arvo"/>
                  <a:cs typeface="Arvo"/>
                  <a:sym typeface="Arvo"/>
                </a:endParaRPr>
              </a:p>
            </p:txBody>
          </p:sp>
        </p:grpSp>
        <p:grpSp>
          <p:nvGrpSpPr>
            <p:cNvPr id="15286" name="Google Shape;15286;p259"/>
            <p:cNvGrpSpPr/>
            <p:nvPr/>
          </p:nvGrpSpPr>
          <p:grpSpPr>
            <a:xfrm>
              <a:off x="6739488" y="2882384"/>
              <a:ext cx="2376625" cy="200100"/>
              <a:chOff x="624700" y="1498750"/>
              <a:chExt cx="2376625" cy="200100"/>
            </a:xfrm>
          </p:grpSpPr>
          <p:sp>
            <p:nvSpPr>
              <p:cNvPr id="15287" name="Google Shape;15287;p259"/>
              <p:cNvSpPr txBox="1"/>
              <p:nvPr/>
            </p:nvSpPr>
            <p:spPr>
              <a:xfrm>
                <a:off x="747725" y="1498750"/>
                <a:ext cx="2253600" cy="200100"/>
              </a:xfrm>
              <a:prstGeom prst="rect">
                <a:avLst/>
              </a:prstGeom>
              <a:solidFill>
                <a:srgbClr val="F3F3F3"/>
              </a:solidFill>
              <a:ln>
                <a:noFill/>
              </a:ln>
            </p:spPr>
            <p:txBody>
              <a:bodyPr anchorCtr="0" anchor="ctr" bIns="18000" lIns="18000" spcFirstLastPara="1" rIns="18000" wrap="square" tIns="18000">
                <a:noAutofit/>
              </a:bodyPr>
              <a:lstStyle/>
              <a:p>
                <a:pPr indent="0" lvl="0" marL="0" rtl="0" algn="l">
                  <a:spcBef>
                    <a:spcPts val="0"/>
                  </a:spcBef>
                  <a:spcAft>
                    <a:spcPts val="0"/>
                  </a:spcAft>
                  <a:buNone/>
                </a:pPr>
                <a:r>
                  <a:t/>
                </a:r>
                <a:endParaRPr sz="800">
                  <a:solidFill>
                    <a:srgbClr val="434343"/>
                  </a:solidFill>
                </a:endParaRPr>
              </a:p>
            </p:txBody>
          </p:sp>
          <p:sp>
            <p:nvSpPr>
              <p:cNvPr id="15288" name="Google Shape;15288;p259"/>
              <p:cNvSpPr txBox="1"/>
              <p:nvPr/>
            </p:nvSpPr>
            <p:spPr>
              <a:xfrm>
                <a:off x="624700" y="1514200"/>
                <a:ext cx="86100" cy="169200"/>
              </a:xfrm>
              <a:prstGeom prst="rect">
                <a:avLst/>
              </a:prstGeom>
              <a:noFill/>
              <a:ln>
                <a:noFill/>
              </a:ln>
            </p:spPr>
            <p:txBody>
              <a:bodyPr anchorCtr="0" anchor="ctr" bIns="0" lIns="0" spcFirstLastPara="1" rIns="0" wrap="square" tIns="0">
                <a:spAutoFit/>
              </a:bodyPr>
              <a:lstStyle/>
              <a:p>
                <a:pPr indent="0" lvl="0" marL="0" rtl="0" algn="r">
                  <a:spcBef>
                    <a:spcPts val="0"/>
                  </a:spcBef>
                  <a:spcAft>
                    <a:spcPts val="0"/>
                  </a:spcAft>
                  <a:buNone/>
                </a:pPr>
                <a:r>
                  <a:rPr lang="es-419" sz="700">
                    <a:latin typeface="Arvo"/>
                    <a:ea typeface="Arvo"/>
                    <a:cs typeface="Arvo"/>
                    <a:sym typeface="Arvo"/>
                  </a:rPr>
                  <a:t>2.</a:t>
                </a:r>
                <a:endParaRPr sz="700">
                  <a:latin typeface="Arvo"/>
                  <a:ea typeface="Arvo"/>
                  <a:cs typeface="Arvo"/>
                  <a:sym typeface="Arvo"/>
                </a:endParaRPr>
              </a:p>
              <a:p>
                <a:pPr indent="0" lvl="0" marL="0" rtl="0" algn="r">
                  <a:spcBef>
                    <a:spcPts val="0"/>
                  </a:spcBef>
                  <a:spcAft>
                    <a:spcPts val="0"/>
                  </a:spcAft>
                  <a:buNone/>
                </a:pPr>
                <a:r>
                  <a:t/>
                </a:r>
                <a:endParaRPr i="1" sz="400">
                  <a:solidFill>
                    <a:srgbClr val="666666"/>
                  </a:solidFill>
                  <a:latin typeface="Arvo"/>
                  <a:ea typeface="Arvo"/>
                  <a:cs typeface="Arvo"/>
                  <a:sym typeface="Arvo"/>
                </a:endParaRPr>
              </a:p>
            </p:txBody>
          </p:sp>
        </p:grpSp>
        <p:grpSp>
          <p:nvGrpSpPr>
            <p:cNvPr id="15289" name="Google Shape;15289;p259"/>
            <p:cNvGrpSpPr/>
            <p:nvPr/>
          </p:nvGrpSpPr>
          <p:grpSpPr>
            <a:xfrm>
              <a:off x="6739488" y="3104947"/>
              <a:ext cx="2376625" cy="200100"/>
              <a:chOff x="624700" y="1498750"/>
              <a:chExt cx="2376625" cy="200100"/>
            </a:xfrm>
          </p:grpSpPr>
          <p:sp>
            <p:nvSpPr>
              <p:cNvPr id="15290" name="Google Shape;15290;p259"/>
              <p:cNvSpPr txBox="1"/>
              <p:nvPr/>
            </p:nvSpPr>
            <p:spPr>
              <a:xfrm>
                <a:off x="747725" y="1498750"/>
                <a:ext cx="2253600" cy="200100"/>
              </a:xfrm>
              <a:prstGeom prst="rect">
                <a:avLst/>
              </a:prstGeom>
              <a:solidFill>
                <a:srgbClr val="F3F3F3"/>
              </a:solidFill>
              <a:ln>
                <a:noFill/>
              </a:ln>
            </p:spPr>
            <p:txBody>
              <a:bodyPr anchorCtr="0" anchor="ctr" bIns="18000" lIns="18000" spcFirstLastPara="1" rIns="18000" wrap="square" tIns="18000">
                <a:noAutofit/>
              </a:bodyPr>
              <a:lstStyle/>
              <a:p>
                <a:pPr indent="0" lvl="0" marL="0" rtl="0" algn="l">
                  <a:spcBef>
                    <a:spcPts val="0"/>
                  </a:spcBef>
                  <a:spcAft>
                    <a:spcPts val="0"/>
                  </a:spcAft>
                  <a:buNone/>
                </a:pPr>
                <a:r>
                  <a:t/>
                </a:r>
                <a:endParaRPr sz="800">
                  <a:solidFill>
                    <a:srgbClr val="434343"/>
                  </a:solidFill>
                </a:endParaRPr>
              </a:p>
            </p:txBody>
          </p:sp>
          <p:sp>
            <p:nvSpPr>
              <p:cNvPr id="15291" name="Google Shape;15291;p259"/>
              <p:cNvSpPr txBox="1"/>
              <p:nvPr/>
            </p:nvSpPr>
            <p:spPr>
              <a:xfrm>
                <a:off x="624700" y="1514200"/>
                <a:ext cx="86100" cy="169200"/>
              </a:xfrm>
              <a:prstGeom prst="rect">
                <a:avLst/>
              </a:prstGeom>
              <a:noFill/>
              <a:ln>
                <a:noFill/>
              </a:ln>
            </p:spPr>
            <p:txBody>
              <a:bodyPr anchorCtr="0" anchor="ctr" bIns="0" lIns="0" spcFirstLastPara="1" rIns="0" wrap="square" tIns="0">
                <a:spAutoFit/>
              </a:bodyPr>
              <a:lstStyle/>
              <a:p>
                <a:pPr indent="0" lvl="0" marL="0" rtl="0" algn="r">
                  <a:spcBef>
                    <a:spcPts val="0"/>
                  </a:spcBef>
                  <a:spcAft>
                    <a:spcPts val="0"/>
                  </a:spcAft>
                  <a:buNone/>
                </a:pPr>
                <a:r>
                  <a:rPr lang="es-419" sz="700">
                    <a:latin typeface="Arvo"/>
                    <a:ea typeface="Arvo"/>
                    <a:cs typeface="Arvo"/>
                    <a:sym typeface="Arvo"/>
                  </a:rPr>
                  <a:t>3.</a:t>
                </a:r>
                <a:endParaRPr sz="700">
                  <a:latin typeface="Arvo"/>
                  <a:ea typeface="Arvo"/>
                  <a:cs typeface="Arvo"/>
                  <a:sym typeface="Arvo"/>
                </a:endParaRPr>
              </a:p>
              <a:p>
                <a:pPr indent="0" lvl="0" marL="0" rtl="0" algn="r">
                  <a:spcBef>
                    <a:spcPts val="0"/>
                  </a:spcBef>
                  <a:spcAft>
                    <a:spcPts val="0"/>
                  </a:spcAft>
                  <a:buNone/>
                </a:pPr>
                <a:r>
                  <a:t/>
                </a:r>
                <a:endParaRPr i="1" sz="400">
                  <a:solidFill>
                    <a:srgbClr val="666666"/>
                  </a:solidFill>
                  <a:latin typeface="Arvo"/>
                  <a:ea typeface="Arvo"/>
                  <a:cs typeface="Arvo"/>
                  <a:sym typeface="Arvo"/>
                </a:endParaRPr>
              </a:p>
            </p:txBody>
          </p:sp>
        </p:grpSp>
        <p:grpSp>
          <p:nvGrpSpPr>
            <p:cNvPr id="15292" name="Google Shape;15292;p259"/>
            <p:cNvGrpSpPr/>
            <p:nvPr/>
          </p:nvGrpSpPr>
          <p:grpSpPr>
            <a:xfrm>
              <a:off x="6739488" y="3327484"/>
              <a:ext cx="2376625" cy="200100"/>
              <a:chOff x="624700" y="1498750"/>
              <a:chExt cx="2376625" cy="200100"/>
            </a:xfrm>
          </p:grpSpPr>
          <p:sp>
            <p:nvSpPr>
              <p:cNvPr id="15293" name="Google Shape;15293;p259"/>
              <p:cNvSpPr txBox="1"/>
              <p:nvPr/>
            </p:nvSpPr>
            <p:spPr>
              <a:xfrm>
                <a:off x="747725" y="1498750"/>
                <a:ext cx="2253600" cy="200100"/>
              </a:xfrm>
              <a:prstGeom prst="rect">
                <a:avLst/>
              </a:prstGeom>
              <a:solidFill>
                <a:srgbClr val="F3F3F3"/>
              </a:solidFill>
              <a:ln>
                <a:noFill/>
              </a:ln>
            </p:spPr>
            <p:txBody>
              <a:bodyPr anchorCtr="0" anchor="ctr" bIns="18000" lIns="18000" spcFirstLastPara="1" rIns="18000" wrap="square" tIns="18000">
                <a:noAutofit/>
              </a:bodyPr>
              <a:lstStyle/>
              <a:p>
                <a:pPr indent="0" lvl="0" marL="0" rtl="0" algn="l">
                  <a:spcBef>
                    <a:spcPts val="0"/>
                  </a:spcBef>
                  <a:spcAft>
                    <a:spcPts val="0"/>
                  </a:spcAft>
                  <a:buNone/>
                </a:pPr>
                <a:r>
                  <a:t/>
                </a:r>
                <a:endParaRPr sz="800">
                  <a:solidFill>
                    <a:srgbClr val="434343"/>
                  </a:solidFill>
                </a:endParaRPr>
              </a:p>
            </p:txBody>
          </p:sp>
          <p:sp>
            <p:nvSpPr>
              <p:cNvPr id="15294" name="Google Shape;15294;p259"/>
              <p:cNvSpPr txBox="1"/>
              <p:nvPr/>
            </p:nvSpPr>
            <p:spPr>
              <a:xfrm>
                <a:off x="624700" y="1514200"/>
                <a:ext cx="86100" cy="169200"/>
              </a:xfrm>
              <a:prstGeom prst="rect">
                <a:avLst/>
              </a:prstGeom>
              <a:noFill/>
              <a:ln>
                <a:noFill/>
              </a:ln>
            </p:spPr>
            <p:txBody>
              <a:bodyPr anchorCtr="0" anchor="ctr" bIns="0" lIns="0" spcFirstLastPara="1" rIns="0" wrap="square" tIns="0">
                <a:spAutoFit/>
              </a:bodyPr>
              <a:lstStyle/>
              <a:p>
                <a:pPr indent="0" lvl="0" marL="0" rtl="0" algn="r">
                  <a:spcBef>
                    <a:spcPts val="0"/>
                  </a:spcBef>
                  <a:spcAft>
                    <a:spcPts val="0"/>
                  </a:spcAft>
                  <a:buNone/>
                </a:pPr>
                <a:r>
                  <a:rPr lang="es-419" sz="700">
                    <a:latin typeface="Arvo"/>
                    <a:ea typeface="Arvo"/>
                    <a:cs typeface="Arvo"/>
                    <a:sym typeface="Arvo"/>
                  </a:rPr>
                  <a:t>4.</a:t>
                </a:r>
                <a:endParaRPr sz="700">
                  <a:latin typeface="Arvo"/>
                  <a:ea typeface="Arvo"/>
                  <a:cs typeface="Arvo"/>
                  <a:sym typeface="Arvo"/>
                </a:endParaRPr>
              </a:p>
              <a:p>
                <a:pPr indent="0" lvl="0" marL="0" rtl="0" algn="r">
                  <a:spcBef>
                    <a:spcPts val="0"/>
                  </a:spcBef>
                  <a:spcAft>
                    <a:spcPts val="0"/>
                  </a:spcAft>
                  <a:buNone/>
                </a:pPr>
                <a:r>
                  <a:t/>
                </a:r>
                <a:endParaRPr i="1" sz="400">
                  <a:solidFill>
                    <a:srgbClr val="666666"/>
                  </a:solidFill>
                  <a:latin typeface="Arvo"/>
                  <a:ea typeface="Arvo"/>
                  <a:cs typeface="Arvo"/>
                  <a:sym typeface="Arvo"/>
                </a:endParaRPr>
              </a:p>
            </p:txBody>
          </p:sp>
        </p:grpSp>
        <p:grpSp>
          <p:nvGrpSpPr>
            <p:cNvPr id="15295" name="Google Shape;15295;p259"/>
            <p:cNvGrpSpPr/>
            <p:nvPr/>
          </p:nvGrpSpPr>
          <p:grpSpPr>
            <a:xfrm>
              <a:off x="6739488" y="3555909"/>
              <a:ext cx="2376625" cy="200100"/>
              <a:chOff x="624700" y="1498750"/>
              <a:chExt cx="2376625" cy="200100"/>
            </a:xfrm>
          </p:grpSpPr>
          <p:sp>
            <p:nvSpPr>
              <p:cNvPr id="15296" name="Google Shape;15296;p259"/>
              <p:cNvSpPr txBox="1"/>
              <p:nvPr/>
            </p:nvSpPr>
            <p:spPr>
              <a:xfrm>
                <a:off x="747725" y="1498750"/>
                <a:ext cx="2253600" cy="200100"/>
              </a:xfrm>
              <a:prstGeom prst="rect">
                <a:avLst/>
              </a:prstGeom>
              <a:solidFill>
                <a:srgbClr val="F3F3F3"/>
              </a:solidFill>
              <a:ln>
                <a:noFill/>
              </a:ln>
            </p:spPr>
            <p:txBody>
              <a:bodyPr anchorCtr="0" anchor="ctr" bIns="18000" lIns="18000" spcFirstLastPara="1" rIns="18000" wrap="square" tIns="18000">
                <a:noAutofit/>
              </a:bodyPr>
              <a:lstStyle/>
              <a:p>
                <a:pPr indent="0" lvl="0" marL="0" rtl="0" algn="l">
                  <a:spcBef>
                    <a:spcPts val="0"/>
                  </a:spcBef>
                  <a:spcAft>
                    <a:spcPts val="0"/>
                  </a:spcAft>
                  <a:buNone/>
                </a:pPr>
                <a:r>
                  <a:t/>
                </a:r>
                <a:endParaRPr sz="800">
                  <a:solidFill>
                    <a:srgbClr val="434343"/>
                  </a:solidFill>
                </a:endParaRPr>
              </a:p>
            </p:txBody>
          </p:sp>
          <p:sp>
            <p:nvSpPr>
              <p:cNvPr id="15297" name="Google Shape;15297;p259"/>
              <p:cNvSpPr txBox="1"/>
              <p:nvPr/>
            </p:nvSpPr>
            <p:spPr>
              <a:xfrm>
                <a:off x="624700" y="1514200"/>
                <a:ext cx="86100" cy="169200"/>
              </a:xfrm>
              <a:prstGeom prst="rect">
                <a:avLst/>
              </a:prstGeom>
              <a:noFill/>
              <a:ln>
                <a:noFill/>
              </a:ln>
            </p:spPr>
            <p:txBody>
              <a:bodyPr anchorCtr="0" anchor="ctr" bIns="0" lIns="0" spcFirstLastPara="1" rIns="0" wrap="square" tIns="0">
                <a:spAutoFit/>
              </a:bodyPr>
              <a:lstStyle/>
              <a:p>
                <a:pPr indent="0" lvl="0" marL="0" rtl="0" algn="r">
                  <a:spcBef>
                    <a:spcPts val="0"/>
                  </a:spcBef>
                  <a:spcAft>
                    <a:spcPts val="0"/>
                  </a:spcAft>
                  <a:buNone/>
                </a:pPr>
                <a:r>
                  <a:rPr lang="es-419" sz="700">
                    <a:latin typeface="Arvo"/>
                    <a:ea typeface="Arvo"/>
                    <a:cs typeface="Arvo"/>
                    <a:sym typeface="Arvo"/>
                  </a:rPr>
                  <a:t>5.</a:t>
                </a:r>
                <a:endParaRPr sz="700">
                  <a:latin typeface="Arvo"/>
                  <a:ea typeface="Arvo"/>
                  <a:cs typeface="Arvo"/>
                  <a:sym typeface="Arvo"/>
                </a:endParaRPr>
              </a:p>
              <a:p>
                <a:pPr indent="0" lvl="0" marL="0" rtl="0" algn="r">
                  <a:spcBef>
                    <a:spcPts val="0"/>
                  </a:spcBef>
                  <a:spcAft>
                    <a:spcPts val="0"/>
                  </a:spcAft>
                  <a:buNone/>
                </a:pPr>
                <a:r>
                  <a:t/>
                </a:r>
                <a:endParaRPr i="1" sz="400">
                  <a:solidFill>
                    <a:srgbClr val="666666"/>
                  </a:solidFill>
                  <a:latin typeface="Arvo"/>
                  <a:ea typeface="Arvo"/>
                  <a:cs typeface="Arvo"/>
                  <a:sym typeface="Arvo"/>
                </a:endParaRPr>
              </a:p>
            </p:txBody>
          </p:sp>
        </p:grpSp>
      </p:grpSp>
    </p:spTree>
  </p:cSld>
  <p:clrMapOvr>
    <a:masterClrMapping/>
  </p:clrMapOvr>
</p:sldLayout>
</file>

<file path=ppt/slideMasters/_rels/slideMaster1.xml.rels><?xml version="1.0" encoding="UTF-8" standalone="yes"?><Relationships xmlns="http://schemas.openxmlformats.org/package/2006/relationships"><Relationship Id="rId40" Type="http://schemas.openxmlformats.org/officeDocument/2006/relationships/slideLayout" Target="../slideLayouts/slideLayout38.xml"/><Relationship Id="rId42" Type="http://schemas.openxmlformats.org/officeDocument/2006/relationships/slideLayout" Target="../slideLayouts/slideLayout40.xml"/><Relationship Id="rId41" Type="http://schemas.openxmlformats.org/officeDocument/2006/relationships/slideLayout" Target="../slideLayouts/slideLayout39.xml"/><Relationship Id="rId44" Type="http://schemas.openxmlformats.org/officeDocument/2006/relationships/slideLayout" Target="../slideLayouts/slideLayout42.xml"/><Relationship Id="rId43" Type="http://schemas.openxmlformats.org/officeDocument/2006/relationships/slideLayout" Target="../slideLayouts/slideLayout41.xml"/><Relationship Id="rId46" Type="http://schemas.openxmlformats.org/officeDocument/2006/relationships/theme" Target="../theme/theme4.xml"/><Relationship Id="rId45" Type="http://schemas.openxmlformats.org/officeDocument/2006/relationships/slideLayout" Target="../slideLayouts/slideLayout43.xml"/><Relationship Id="rId31" Type="http://schemas.openxmlformats.org/officeDocument/2006/relationships/slideLayout" Target="../slideLayouts/slideLayout29.xml"/><Relationship Id="rId30" Type="http://schemas.openxmlformats.org/officeDocument/2006/relationships/slideLayout" Target="../slideLayouts/slideLayout28.xml"/><Relationship Id="rId33" Type="http://schemas.openxmlformats.org/officeDocument/2006/relationships/slideLayout" Target="../slideLayouts/slideLayout31.xml"/><Relationship Id="rId32" Type="http://schemas.openxmlformats.org/officeDocument/2006/relationships/slideLayout" Target="../slideLayouts/slideLayout30.xml"/><Relationship Id="rId35" Type="http://schemas.openxmlformats.org/officeDocument/2006/relationships/slideLayout" Target="../slideLayouts/slideLayout33.xml"/><Relationship Id="rId34" Type="http://schemas.openxmlformats.org/officeDocument/2006/relationships/slideLayout" Target="../slideLayouts/slideLayout32.xml"/><Relationship Id="rId37" Type="http://schemas.openxmlformats.org/officeDocument/2006/relationships/slideLayout" Target="../slideLayouts/slideLayout35.xml"/><Relationship Id="rId36" Type="http://schemas.openxmlformats.org/officeDocument/2006/relationships/slideLayout" Target="../slideLayouts/slideLayout34.xml"/><Relationship Id="rId39" Type="http://schemas.openxmlformats.org/officeDocument/2006/relationships/slideLayout" Target="../slideLayouts/slideLayout37.xml"/><Relationship Id="rId38" Type="http://schemas.openxmlformats.org/officeDocument/2006/relationships/slideLayout" Target="../slideLayouts/slideLayout36.xml"/><Relationship Id="rId20" Type="http://schemas.openxmlformats.org/officeDocument/2006/relationships/slideLayout" Target="../slideLayouts/slideLayout18.xml"/><Relationship Id="rId22" Type="http://schemas.openxmlformats.org/officeDocument/2006/relationships/slideLayout" Target="../slideLayouts/slideLayout20.xml"/><Relationship Id="rId21" Type="http://schemas.openxmlformats.org/officeDocument/2006/relationships/slideLayout" Target="../slideLayouts/slideLayout19.xml"/><Relationship Id="rId24" Type="http://schemas.openxmlformats.org/officeDocument/2006/relationships/slideLayout" Target="../slideLayouts/slideLayout22.xml"/><Relationship Id="rId23" Type="http://schemas.openxmlformats.org/officeDocument/2006/relationships/slideLayout" Target="../slideLayouts/slideLayout21.xml"/><Relationship Id="rId26" Type="http://schemas.openxmlformats.org/officeDocument/2006/relationships/slideLayout" Target="../slideLayouts/slideLayout24.xml"/><Relationship Id="rId25" Type="http://schemas.openxmlformats.org/officeDocument/2006/relationships/slideLayout" Target="../slideLayouts/slideLayout23.xml"/><Relationship Id="rId28" Type="http://schemas.openxmlformats.org/officeDocument/2006/relationships/slideLayout" Target="../slideLayouts/slideLayout26.xml"/><Relationship Id="rId27" Type="http://schemas.openxmlformats.org/officeDocument/2006/relationships/slideLayout" Target="../slideLayouts/slideLayout25.xml"/><Relationship Id="rId29" Type="http://schemas.openxmlformats.org/officeDocument/2006/relationships/slideLayout" Target="../slideLayouts/slideLayout27.xml"/><Relationship Id="rId11" Type="http://schemas.openxmlformats.org/officeDocument/2006/relationships/slideLayout" Target="../slideLayouts/slideLayout9.xml"/><Relationship Id="rId10" Type="http://schemas.openxmlformats.org/officeDocument/2006/relationships/slideLayout" Target="../slideLayouts/slideLayout8.xml"/><Relationship Id="rId13" Type="http://schemas.openxmlformats.org/officeDocument/2006/relationships/slideLayout" Target="../slideLayouts/slideLayout11.xml"/><Relationship Id="rId12" Type="http://schemas.openxmlformats.org/officeDocument/2006/relationships/slideLayout" Target="../slideLayouts/slideLayout10.xml"/><Relationship Id="rId15" Type="http://schemas.openxmlformats.org/officeDocument/2006/relationships/slideLayout" Target="../slideLayouts/slideLayout13.xml"/><Relationship Id="rId14" Type="http://schemas.openxmlformats.org/officeDocument/2006/relationships/slideLayout" Target="../slideLayouts/slideLayout12.xml"/><Relationship Id="rId17" Type="http://schemas.openxmlformats.org/officeDocument/2006/relationships/slideLayout" Target="../slideLayouts/slideLayout15.xml"/><Relationship Id="rId16" Type="http://schemas.openxmlformats.org/officeDocument/2006/relationships/slideLayout" Target="../slideLayouts/slideLayout14.xml"/><Relationship Id="rId19" Type="http://schemas.openxmlformats.org/officeDocument/2006/relationships/slideLayout" Target="../slideLayouts/slideLayout17.xml"/><Relationship Id="rId18" Type="http://schemas.openxmlformats.org/officeDocument/2006/relationships/slideLayout" Target="../slideLayouts/slideLayout16.xml"/><Relationship Id="rId1" Type="http://schemas.openxmlformats.org/officeDocument/2006/relationships/image" Target="../media/image276.png"/><Relationship Id="rId2" Type="http://schemas.openxmlformats.org/officeDocument/2006/relationships/image" Target="../media/image1.png"/><Relationship Id="rId3" Type="http://schemas.openxmlformats.org/officeDocument/2006/relationships/slideLayout" Target="../slideLayouts/slideLayout1.xml"/><Relationship Id="rId4" Type="http://schemas.openxmlformats.org/officeDocument/2006/relationships/slideLayout" Target="../slideLayouts/slideLayout2.xml"/><Relationship Id="rId9" Type="http://schemas.openxmlformats.org/officeDocument/2006/relationships/slideLayout" Target="../slideLayouts/slideLayout7.xml"/><Relationship Id="rId5" Type="http://schemas.openxmlformats.org/officeDocument/2006/relationships/slideLayout" Target="../slideLayouts/slideLayout3.xml"/><Relationship Id="rId6" Type="http://schemas.openxmlformats.org/officeDocument/2006/relationships/slideLayout" Target="../slideLayouts/slideLayout4.xml"/><Relationship Id="rId7" Type="http://schemas.openxmlformats.org/officeDocument/2006/relationships/slideLayout" Target="../slideLayouts/slideLayout5.xml"/><Relationship Id="rId8" Type="http://schemas.openxmlformats.org/officeDocument/2006/relationships/slideLayout" Target="../slideLayouts/slideLayout6.xml"/></Relationships>
</file>

<file path=ppt/slideMasters/_rels/slideMaster2.xml.rels><?xml version="1.0" encoding="UTF-8" standalone="yes"?><Relationships xmlns="http://schemas.openxmlformats.org/package/2006/relationships"><Relationship Id="rId40" Type="http://schemas.openxmlformats.org/officeDocument/2006/relationships/slideLayout" Target="../slideLayouts/slideLayout81.xml"/><Relationship Id="rId42" Type="http://schemas.openxmlformats.org/officeDocument/2006/relationships/slideLayout" Target="../slideLayouts/slideLayout83.xml"/><Relationship Id="rId41" Type="http://schemas.openxmlformats.org/officeDocument/2006/relationships/slideLayout" Target="../slideLayouts/slideLayout82.xml"/><Relationship Id="rId44" Type="http://schemas.openxmlformats.org/officeDocument/2006/relationships/slideLayout" Target="../slideLayouts/slideLayout85.xml"/><Relationship Id="rId43" Type="http://schemas.openxmlformats.org/officeDocument/2006/relationships/slideLayout" Target="../slideLayouts/slideLayout84.xml"/><Relationship Id="rId45" Type="http://schemas.openxmlformats.org/officeDocument/2006/relationships/theme" Target="../theme/theme2.xml"/><Relationship Id="rId31" Type="http://schemas.openxmlformats.org/officeDocument/2006/relationships/slideLayout" Target="../slideLayouts/slideLayout72.xml"/><Relationship Id="rId30" Type="http://schemas.openxmlformats.org/officeDocument/2006/relationships/slideLayout" Target="../slideLayouts/slideLayout71.xml"/><Relationship Id="rId33" Type="http://schemas.openxmlformats.org/officeDocument/2006/relationships/slideLayout" Target="../slideLayouts/slideLayout74.xml"/><Relationship Id="rId32" Type="http://schemas.openxmlformats.org/officeDocument/2006/relationships/slideLayout" Target="../slideLayouts/slideLayout73.xml"/><Relationship Id="rId35" Type="http://schemas.openxmlformats.org/officeDocument/2006/relationships/slideLayout" Target="../slideLayouts/slideLayout76.xml"/><Relationship Id="rId34" Type="http://schemas.openxmlformats.org/officeDocument/2006/relationships/slideLayout" Target="../slideLayouts/slideLayout75.xml"/><Relationship Id="rId37" Type="http://schemas.openxmlformats.org/officeDocument/2006/relationships/slideLayout" Target="../slideLayouts/slideLayout78.xml"/><Relationship Id="rId36" Type="http://schemas.openxmlformats.org/officeDocument/2006/relationships/slideLayout" Target="../slideLayouts/slideLayout77.xml"/><Relationship Id="rId39" Type="http://schemas.openxmlformats.org/officeDocument/2006/relationships/slideLayout" Target="../slideLayouts/slideLayout80.xml"/><Relationship Id="rId38" Type="http://schemas.openxmlformats.org/officeDocument/2006/relationships/slideLayout" Target="../slideLayouts/slideLayout79.xml"/><Relationship Id="rId20" Type="http://schemas.openxmlformats.org/officeDocument/2006/relationships/slideLayout" Target="../slideLayouts/slideLayout61.xml"/><Relationship Id="rId22" Type="http://schemas.openxmlformats.org/officeDocument/2006/relationships/slideLayout" Target="../slideLayouts/slideLayout63.xml"/><Relationship Id="rId21" Type="http://schemas.openxmlformats.org/officeDocument/2006/relationships/slideLayout" Target="../slideLayouts/slideLayout62.xml"/><Relationship Id="rId24" Type="http://schemas.openxmlformats.org/officeDocument/2006/relationships/slideLayout" Target="../slideLayouts/slideLayout65.xml"/><Relationship Id="rId23" Type="http://schemas.openxmlformats.org/officeDocument/2006/relationships/slideLayout" Target="../slideLayouts/slideLayout64.xml"/><Relationship Id="rId26" Type="http://schemas.openxmlformats.org/officeDocument/2006/relationships/slideLayout" Target="../slideLayouts/slideLayout67.xml"/><Relationship Id="rId25" Type="http://schemas.openxmlformats.org/officeDocument/2006/relationships/slideLayout" Target="../slideLayouts/slideLayout66.xml"/><Relationship Id="rId28" Type="http://schemas.openxmlformats.org/officeDocument/2006/relationships/slideLayout" Target="../slideLayouts/slideLayout69.xml"/><Relationship Id="rId27" Type="http://schemas.openxmlformats.org/officeDocument/2006/relationships/slideLayout" Target="../slideLayouts/slideLayout68.xml"/><Relationship Id="rId29" Type="http://schemas.openxmlformats.org/officeDocument/2006/relationships/slideLayout" Target="../slideLayouts/slideLayout70.xml"/><Relationship Id="rId11" Type="http://schemas.openxmlformats.org/officeDocument/2006/relationships/slideLayout" Target="../slideLayouts/slideLayout52.xml"/><Relationship Id="rId10" Type="http://schemas.openxmlformats.org/officeDocument/2006/relationships/slideLayout" Target="../slideLayouts/slideLayout51.xml"/><Relationship Id="rId13" Type="http://schemas.openxmlformats.org/officeDocument/2006/relationships/slideLayout" Target="../slideLayouts/slideLayout54.xml"/><Relationship Id="rId12" Type="http://schemas.openxmlformats.org/officeDocument/2006/relationships/slideLayout" Target="../slideLayouts/slideLayout53.xml"/><Relationship Id="rId15" Type="http://schemas.openxmlformats.org/officeDocument/2006/relationships/slideLayout" Target="../slideLayouts/slideLayout56.xml"/><Relationship Id="rId14" Type="http://schemas.openxmlformats.org/officeDocument/2006/relationships/slideLayout" Target="../slideLayouts/slideLayout55.xml"/><Relationship Id="rId17" Type="http://schemas.openxmlformats.org/officeDocument/2006/relationships/slideLayout" Target="../slideLayouts/slideLayout58.xml"/><Relationship Id="rId16" Type="http://schemas.openxmlformats.org/officeDocument/2006/relationships/slideLayout" Target="../slideLayouts/slideLayout57.xml"/><Relationship Id="rId19" Type="http://schemas.openxmlformats.org/officeDocument/2006/relationships/slideLayout" Target="../slideLayouts/slideLayout60.xml"/><Relationship Id="rId18" Type="http://schemas.openxmlformats.org/officeDocument/2006/relationships/slideLayout" Target="../slideLayouts/slideLayout59.xml"/><Relationship Id="rId1" Type="http://schemas.openxmlformats.org/officeDocument/2006/relationships/image" Target="../media/image276.png"/><Relationship Id="rId2" Type="http://schemas.openxmlformats.org/officeDocument/2006/relationships/image" Target="../media/image1.png"/><Relationship Id="rId3" Type="http://schemas.openxmlformats.org/officeDocument/2006/relationships/slideLayout" Target="../slideLayouts/slideLayout44.xml"/><Relationship Id="rId4" Type="http://schemas.openxmlformats.org/officeDocument/2006/relationships/slideLayout" Target="../slideLayouts/slideLayout45.xml"/><Relationship Id="rId9" Type="http://schemas.openxmlformats.org/officeDocument/2006/relationships/slideLayout" Target="../slideLayouts/slideLayout50.xml"/><Relationship Id="rId5" Type="http://schemas.openxmlformats.org/officeDocument/2006/relationships/slideLayout" Target="../slideLayouts/slideLayout46.xml"/><Relationship Id="rId6" Type="http://schemas.openxmlformats.org/officeDocument/2006/relationships/slideLayout" Target="../slideLayouts/slideLayout47.xml"/><Relationship Id="rId7" Type="http://schemas.openxmlformats.org/officeDocument/2006/relationships/slideLayout" Target="../slideLayouts/slideLayout48.xml"/><Relationship Id="rId8" Type="http://schemas.openxmlformats.org/officeDocument/2006/relationships/slideLayout" Target="../slideLayouts/slideLayout49.xml"/></Relationships>
</file>

<file path=ppt/slideMasters/_rels/slideMaster3.xml.rels><?xml version="1.0" encoding="UTF-8" standalone="yes"?><Relationships xmlns="http://schemas.openxmlformats.org/package/2006/relationships"><Relationship Id="rId40" Type="http://schemas.openxmlformats.org/officeDocument/2006/relationships/slideLayout" Target="../slideLayouts/slideLayout123.xml"/><Relationship Id="rId42" Type="http://schemas.openxmlformats.org/officeDocument/2006/relationships/slideLayout" Target="../slideLayouts/slideLayout125.xml"/><Relationship Id="rId41" Type="http://schemas.openxmlformats.org/officeDocument/2006/relationships/slideLayout" Target="../slideLayouts/slideLayout124.xml"/><Relationship Id="rId44" Type="http://schemas.openxmlformats.org/officeDocument/2006/relationships/slideLayout" Target="../slideLayouts/slideLayout127.xml"/><Relationship Id="rId43" Type="http://schemas.openxmlformats.org/officeDocument/2006/relationships/slideLayout" Target="../slideLayouts/slideLayout126.xml"/><Relationship Id="rId45" Type="http://schemas.openxmlformats.org/officeDocument/2006/relationships/theme" Target="../theme/theme3.xml"/><Relationship Id="rId31" Type="http://schemas.openxmlformats.org/officeDocument/2006/relationships/slideLayout" Target="../slideLayouts/slideLayout114.xml"/><Relationship Id="rId30" Type="http://schemas.openxmlformats.org/officeDocument/2006/relationships/slideLayout" Target="../slideLayouts/slideLayout113.xml"/><Relationship Id="rId33" Type="http://schemas.openxmlformats.org/officeDocument/2006/relationships/slideLayout" Target="../slideLayouts/slideLayout116.xml"/><Relationship Id="rId32" Type="http://schemas.openxmlformats.org/officeDocument/2006/relationships/slideLayout" Target="../slideLayouts/slideLayout115.xml"/><Relationship Id="rId35" Type="http://schemas.openxmlformats.org/officeDocument/2006/relationships/slideLayout" Target="../slideLayouts/slideLayout118.xml"/><Relationship Id="rId34" Type="http://schemas.openxmlformats.org/officeDocument/2006/relationships/slideLayout" Target="../slideLayouts/slideLayout117.xml"/><Relationship Id="rId37" Type="http://schemas.openxmlformats.org/officeDocument/2006/relationships/slideLayout" Target="../slideLayouts/slideLayout120.xml"/><Relationship Id="rId36" Type="http://schemas.openxmlformats.org/officeDocument/2006/relationships/slideLayout" Target="../slideLayouts/slideLayout119.xml"/><Relationship Id="rId39" Type="http://schemas.openxmlformats.org/officeDocument/2006/relationships/slideLayout" Target="../slideLayouts/slideLayout122.xml"/><Relationship Id="rId38" Type="http://schemas.openxmlformats.org/officeDocument/2006/relationships/slideLayout" Target="../slideLayouts/slideLayout121.xml"/><Relationship Id="rId20" Type="http://schemas.openxmlformats.org/officeDocument/2006/relationships/slideLayout" Target="../slideLayouts/slideLayout103.xml"/><Relationship Id="rId22" Type="http://schemas.openxmlformats.org/officeDocument/2006/relationships/slideLayout" Target="../slideLayouts/slideLayout105.xml"/><Relationship Id="rId21" Type="http://schemas.openxmlformats.org/officeDocument/2006/relationships/slideLayout" Target="../slideLayouts/slideLayout104.xml"/><Relationship Id="rId24" Type="http://schemas.openxmlformats.org/officeDocument/2006/relationships/slideLayout" Target="../slideLayouts/slideLayout107.xml"/><Relationship Id="rId23" Type="http://schemas.openxmlformats.org/officeDocument/2006/relationships/slideLayout" Target="../slideLayouts/slideLayout106.xml"/><Relationship Id="rId26" Type="http://schemas.openxmlformats.org/officeDocument/2006/relationships/slideLayout" Target="../slideLayouts/slideLayout109.xml"/><Relationship Id="rId25" Type="http://schemas.openxmlformats.org/officeDocument/2006/relationships/slideLayout" Target="../slideLayouts/slideLayout108.xml"/><Relationship Id="rId28" Type="http://schemas.openxmlformats.org/officeDocument/2006/relationships/slideLayout" Target="../slideLayouts/slideLayout111.xml"/><Relationship Id="rId27" Type="http://schemas.openxmlformats.org/officeDocument/2006/relationships/slideLayout" Target="../slideLayouts/slideLayout110.xml"/><Relationship Id="rId29" Type="http://schemas.openxmlformats.org/officeDocument/2006/relationships/slideLayout" Target="../slideLayouts/slideLayout112.xml"/><Relationship Id="rId11" Type="http://schemas.openxmlformats.org/officeDocument/2006/relationships/slideLayout" Target="../slideLayouts/slideLayout94.xml"/><Relationship Id="rId10" Type="http://schemas.openxmlformats.org/officeDocument/2006/relationships/slideLayout" Target="../slideLayouts/slideLayout93.xml"/><Relationship Id="rId13" Type="http://schemas.openxmlformats.org/officeDocument/2006/relationships/slideLayout" Target="../slideLayouts/slideLayout96.xml"/><Relationship Id="rId12" Type="http://schemas.openxmlformats.org/officeDocument/2006/relationships/slideLayout" Target="../slideLayouts/slideLayout95.xml"/><Relationship Id="rId15" Type="http://schemas.openxmlformats.org/officeDocument/2006/relationships/slideLayout" Target="../slideLayouts/slideLayout98.xml"/><Relationship Id="rId14" Type="http://schemas.openxmlformats.org/officeDocument/2006/relationships/slideLayout" Target="../slideLayouts/slideLayout97.xml"/><Relationship Id="rId17" Type="http://schemas.openxmlformats.org/officeDocument/2006/relationships/slideLayout" Target="../slideLayouts/slideLayout100.xml"/><Relationship Id="rId16" Type="http://schemas.openxmlformats.org/officeDocument/2006/relationships/slideLayout" Target="../slideLayouts/slideLayout99.xml"/><Relationship Id="rId19" Type="http://schemas.openxmlformats.org/officeDocument/2006/relationships/slideLayout" Target="../slideLayouts/slideLayout102.xml"/><Relationship Id="rId18" Type="http://schemas.openxmlformats.org/officeDocument/2006/relationships/slideLayout" Target="../slideLayouts/slideLayout101.xml"/><Relationship Id="rId1" Type="http://schemas.openxmlformats.org/officeDocument/2006/relationships/image" Target="../media/image276.png"/><Relationship Id="rId2" Type="http://schemas.openxmlformats.org/officeDocument/2006/relationships/image" Target="../media/image1.png"/><Relationship Id="rId3" Type="http://schemas.openxmlformats.org/officeDocument/2006/relationships/slideLayout" Target="../slideLayouts/slideLayout86.xml"/><Relationship Id="rId4" Type="http://schemas.openxmlformats.org/officeDocument/2006/relationships/slideLayout" Target="../slideLayouts/slideLayout87.xml"/><Relationship Id="rId9" Type="http://schemas.openxmlformats.org/officeDocument/2006/relationships/slideLayout" Target="../slideLayouts/slideLayout92.xml"/><Relationship Id="rId5" Type="http://schemas.openxmlformats.org/officeDocument/2006/relationships/slideLayout" Target="../slideLayouts/slideLayout88.xml"/><Relationship Id="rId6" Type="http://schemas.openxmlformats.org/officeDocument/2006/relationships/slideLayout" Target="../slideLayouts/slideLayout89.xml"/><Relationship Id="rId7" Type="http://schemas.openxmlformats.org/officeDocument/2006/relationships/slideLayout" Target="../slideLayouts/slideLayout90.xml"/><Relationship Id="rId8" Type="http://schemas.openxmlformats.org/officeDocument/2006/relationships/slideLayout" Target="../slideLayouts/slideLayout91.xml"/></Relationships>
</file>

<file path=ppt/slideMasters/_rels/slideMaster4.xml.rels><?xml version="1.0" encoding="UTF-8" standalone="yes"?><Relationships xmlns="http://schemas.openxmlformats.org/package/2006/relationships"><Relationship Id="rId40" Type="http://schemas.openxmlformats.org/officeDocument/2006/relationships/slideLayout" Target="../slideLayouts/slideLayout165.xml"/><Relationship Id="rId42" Type="http://schemas.openxmlformats.org/officeDocument/2006/relationships/slideLayout" Target="../slideLayouts/slideLayout167.xml"/><Relationship Id="rId41" Type="http://schemas.openxmlformats.org/officeDocument/2006/relationships/slideLayout" Target="../slideLayouts/slideLayout166.xml"/><Relationship Id="rId44" Type="http://schemas.openxmlformats.org/officeDocument/2006/relationships/slideLayout" Target="../slideLayouts/slideLayout169.xml"/><Relationship Id="rId43" Type="http://schemas.openxmlformats.org/officeDocument/2006/relationships/slideLayout" Target="../slideLayouts/slideLayout168.xml"/><Relationship Id="rId45" Type="http://schemas.openxmlformats.org/officeDocument/2006/relationships/theme" Target="../theme/theme5.xml"/><Relationship Id="rId31" Type="http://schemas.openxmlformats.org/officeDocument/2006/relationships/slideLayout" Target="../slideLayouts/slideLayout156.xml"/><Relationship Id="rId30" Type="http://schemas.openxmlformats.org/officeDocument/2006/relationships/slideLayout" Target="../slideLayouts/slideLayout155.xml"/><Relationship Id="rId33" Type="http://schemas.openxmlformats.org/officeDocument/2006/relationships/slideLayout" Target="../slideLayouts/slideLayout158.xml"/><Relationship Id="rId32" Type="http://schemas.openxmlformats.org/officeDocument/2006/relationships/slideLayout" Target="../slideLayouts/slideLayout157.xml"/><Relationship Id="rId35" Type="http://schemas.openxmlformats.org/officeDocument/2006/relationships/slideLayout" Target="../slideLayouts/slideLayout160.xml"/><Relationship Id="rId34" Type="http://schemas.openxmlformats.org/officeDocument/2006/relationships/slideLayout" Target="../slideLayouts/slideLayout159.xml"/><Relationship Id="rId37" Type="http://schemas.openxmlformats.org/officeDocument/2006/relationships/slideLayout" Target="../slideLayouts/slideLayout162.xml"/><Relationship Id="rId36" Type="http://schemas.openxmlformats.org/officeDocument/2006/relationships/slideLayout" Target="../slideLayouts/slideLayout161.xml"/><Relationship Id="rId39" Type="http://schemas.openxmlformats.org/officeDocument/2006/relationships/slideLayout" Target="../slideLayouts/slideLayout164.xml"/><Relationship Id="rId38" Type="http://schemas.openxmlformats.org/officeDocument/2006/relationships/slideLayout" Target="../slideLayouts/slideLayout163.xml"/><Relationship Id="rId20" Type="http://schemas.openxmlformats.org/officeDocument/2006/relationships/slideLayout" Target="../slideLayouts/slideLayout145.xml"/><Relationship Id="rId22" Type="http://schemas.openxmlformats.org/officeDocument/2006/relationships/slideLayout" Target="../slideLayouts/slideLayout147.xml"/><Relationship Id="rId21" Type="http://schemas.openxmlformats.org/officeDocument/2006/relationships/slideLayout" Target="../slideLayouts/slideLayout146.xml"/><Relationship Id="rId24" Type="http://schemas.openxmlformats.org/officeDocument/2006/relationships/slideLayout" Target="../slideLayouts/slideLayout149.xml"/><Relationship Id="rId23" Type="http://schemas.openxmlformats.org/officeDocument/2006/relationships/slideLayout" Target="../slideLayouts/slideLayout148.xml"/><Relationship Id="rId26" Type="http://schemas.openxmlformats.org/officeDocument/2006/relationships/slideLayout" Target="../slideLayouts/slideLayout151.xml"/><Relationship Id="rId25" Type="http://schemas.openxmlformats.org/officeDocument/2006/relationships/slideLayout" Target="../slideLayouts/slideLayout150.xml"/><Relationship Id="rId28" Type="http://schemas.openxmlformats.org/officeDocument/2006/relationships/slideLayout" Target="../slideLayouts/slideLayout153.xml"/><Relationship Id="rId27" Type="http://schemas.openxmlformats.org/officeDocument/2006/relationships/slideLayout" Target="../slideLayouts/slideLayout152.xml"/><Relationship Id="rId29" Type="http://schemas.openxmlformats.org/officeDocument/2006/relationships/slideLayout" Target="../slideLayouts/slideLayout154.xml"/><Relationship Id="rId11" Type="http://schemas.openxmlformats.org/officeDocument/2006/relationships/slideLayout" Target="../slideLayouts/slideLayout136.xml"/><Relationship Id="rId10" Type="http://schemas.openxmlformats.org/officeDocument/2006/relationships/slideLayout" Target="../slideLayouts/slideLayout135.xml"/><Relationship Id="rId13" Type="http://schemas.openxmlformats.org/officeDocument/2006/relationships/slideLayout" Target="../slideLayouts/slideLayout138.xml"/><Relationship Id="rId12" Type="http://schemas.openxmlformats.org/officeDocument/2006/relationships/slideLayout" Target="../slideLayouts/slideLayout137.xml"/><Relationship Id="rId15" Type="http://schemas.openxmlformats.org/officeDocument/2006/relationships/slideLayout" Target="../slideLayouts/slideLayout140.xml"/><Relationship Id="rId14" Type="http://schemas.openxmlformats.org/officeDocument/2006/relationships/slideLayout" Target="../slideLayouts/slideLayout139.xml"/><Relationship Id="rId17" Type="http://schemas.openxmlformats.org/officeDocument/2006/relationships/slideLayout" Target="../slideLayouts/slideLayout142.xml"/><Relationship Id="rId16" Type="http://schemas.openxmlformats.org/officeDocument/2006/relationships/slideLayout" Target="../slideLayouts/slideLayout141.xml"/><Relationship Id="rId19" Type="http://schemas.openxmlformats.org/officeDocument/2006/relationships/slideLayout" Target="../slideLayouts/slideLayout144.xml"/><Relationship Id="rId18" Type="http://schemas.openxmlformats.org/officeDocument/2006/relationships/slideLayout" Target="../slideLayouts/slideLayout143.xml"/><Relationship Id="rId1" Type="http://schemas.openxmlformats.org/officeDocument/2006/relationships/image" Target="../media/image276.png"/><Relationship Id="rId2" Type="http://schemas.openxmlformats.org/officeDocument/2006/relationships/image" Target="../media/image1.png"/><Relationship Id="rId3" Type="http://schemas.openxmlformats.org/officeDocument/2006/relationships/slideLayout" Target="../slideLayouts/slideLayout128.xml"/><Relationship Id="rId4" Type="http://schemas.openxmlformats.org/officeDocument/2006/relationships/slideLayout" Target="../slideLayouts/slideLayout129.xml"/><Relationship Id="rId9" Type="http://schemas.openxmlformats.org/officeDocument/2006/relationships/slideLayout" Target="../slideLayouts/slideLayout134.xml"/><Relationship Id="rId5" Type="http://schemas.openxmlformats.org/officeDocument/2006/relationships/slideLayout" Target="../slideLayouts/slideLayout130.xml"/><Relationship Id="rId6" Type="http://schemas.openxmlformats.org/officeDocument/2006/relationships/slideLayout" Target="../slideLayouts/slideLayout131.xml"/><Relationship Id="rId7" Type="http://schemas.openxmlformats.org/officeDocument/2006/relationships/slideLayout" Target="../slideLayouts/slideLayout132.xml"/><Relationship Id="rId8" Type="http://schemas.openxmlformats.org/officeDocument/2006/relationships/slideLayout" Target="../slideLayouts/slideLayout133.xml"/></Relationships>
</file>

<file path=ppt/slideMasters/_rels/slideMaster5.xml.rels><?xml version="1.0" encoding="UTF-8" standalone="yes"?><Relationships xmlns="http://schemas.openxmlformats.org/package/2006/relationships"><Relationship Id="rId40" Type="http://schemas.openxmlformats.org/officeDocument/2006/relationships/slideLayout" Target="../slideLayouts/slideLayout207.xml"/><Relationship Id="rId42" Type="http://schemas.openxmlformats.org/officeDocument/2006/relationships/slideLayout" Target="../slideLayouts/slideLayout209.xml"/><Relationship Id="rId41" Type="http://schemas.openxmlformats.org/officeDocument/2006/relationships/slideLayout" Target="../slideLayouts/slideLayout208.xml"/><Relationship Id="rId44" Type="http://schemas.openxmlformats.org/officeDocument/2006/relationships/slideLayout" Target="../slideLayouts/slideLayout211.xml"/><Relationship Id="rId43" Type="http://schemas.openxmlformats.org/officeDocument/2006/relationships/slideLayout" Target="../slideLayouts/slideLayout210.xml"/><Relationship Id="rId45" Type="http://schemas.openxmlformats.org/officeDocument/2006/relationships/theme" Target="../theme/theme6.xml"/><Relationship Id="rId31" Type="http://schemas.openxmlformats.org/officeDocument/2006/relationships/slideLayout" Target="../slideLayouts/slideLayout198.xml"/><Relationship Id="rId30" Type="http://schemas.openxmlformats.org/officeDocument/2006/relationships/slideLayout" Target="../slideLayouts/slideLayout197.xml"/><Relationship Id="rId33" Type="http://schemas.openxmlformats.org/officeDocument/2006/relationships/slideLayout" Target="../slideLayouts/slideLayout200.xml"/><Relationship Id="rId32" Type="http://schemas.openxmlformats.org/officeDocument/2006/relationships/slideLayout" Target="../slideLayouts/slideLayout199.xml"/><Relationship Id="rId35" Type="http://schemas.openxmlformats.org/officeDocument/2006/relationships/slideLayout" Target="../slideLayouts/slideLayout202.xml"/><Relationship Id="rId34" Type="http://schemas.openxmlformats.org/officeDocument/2006/relationships/slideLayout" Target="../slideLayouts/slideLayout201.xml"/><Relationship Id="rId37" Type="http://schemas.openxmlformats.org/officeDocument/2006/relationships/slideLayout" Target="../slideLayouts/slideLayout204.xml"/><Relationship Id="rId36" Type="http://schemas.openxmlformats.org/officeDocument/2006/relationships/slideLayout" Target="../slideLayouts/slideLayout203.xml"/><Relationship Id="rId39" Type="http://schemas.openxmlformats.org/officeDocument/2006/relationships/slideLayout" Target="../slideLayouts/slideLayout206.xml"/><Relationship Id="rId38" Type="http://schemas.openxmlformats.org/officeDocument/2006/relationships/slideLayout" Target="../slideLayouts/slideLayout205.xml"/><Relationship Id="rId20" Type="http://schemas.openxmlformats.org/officeDocument/2006/relationships/slideLayout" Target="../slideLayouts/slideLayout187.xml"/><Relationship Id="rId22" Type="http://schemas.openxmlformats.org/officeDocument/2006/relationships/slideLayout" Target="../slideLayouts/slideLayout189.xml"/><Relationship Id="rId21" Type="http://schemas.openxmlformats.org/officeDocument/2006/relationships/slideLayout" Target="../slideLayouts/slideLayout188.xml"/><Relationship Id="rId24" Type="http://schemas.openxmlformats.org/officeDocument/2006/relationships/slideLayout" Target="../slideLayouts/slideLayout191.xml"/><Relationship Id="rId23" Type="http://schemas.openxmlformats.org/officeDocument/2006/relationships/slideLayout" Target="../slideLayouts/slideLayout190.xml"/><Relationship Id="rId26" Type="http://schemas.openxmlformats.org/officeDocument/2006/relationships/slideLayout" Target="../slideLayouts/slideLayout193.xml"/><Relationship Id="rId25" Type="http://schemas.openxmlformats.org/officeDocument/2006/relationships/slideLayout" Target="../slideLayouts/slideLayout192.xml"/><Relationship Id="rId28" Type="http://schemas.openxmlformats.org/officeDocument/2006/relationships/slideLayout" Target="../slideLayouts/slideLayout195.xml"/><Relationship Id="rId27" Type="http://schemas.openxmlformats.org/officeDocument/2006/relationships/slideLayout" Target="../slideLayouts/slideLayout194.xml"/><Relationship Id="rId29" Type="http://schemas.openxmlformats.org/officeDocument/2006/relationships/slideLayout" Target="../slideLayouts/slideLayout196.xml"/><Relationship Id="rId11" Type="http://schemas.openxmlformats.org/officeDocument/2006/relationships/slideLayout" Target="../slideLayouts/slideLayout178.xml"/><Relationship Id="rId10" Type="http://schemas.openxmlformats.org/officeDocument/2006/relationships/slideLayout" Target="../slideLayouts/slideLayout177.xml"/><Relationship Id="rId13" Type="http://schemas.openxmlformats.org/officeDocument/2006/relationships/slideLayout" Target="../slideLayouts/slideLayout180.xml"/><Relationship Id="rId12" Type="http://schemas.openxmlformats.org/officeDocument/2006/relationships/slideLayout" Target="../slideLayouts/slideLayout179.xml"/><Relationship Id="rId15" Type="http://schemas.openxmlformats.org/officeDocument/2006/relationships/slideLayout" Target="../slideLayouts/slideLayout182.xml"/><Relationship Id="rId14" Type="http://schemas.openxmlformats.org/officeDocument/2006/relationships/slideLayout" Target="../slideLayouts/slideLayout181.xml"/><Relationship Id="rId17" Type="http://schemas.openxmlformats.org/officeDocument/2006/relationships/slideLayout" Target="../slideLayouts/slideLayout184.xml"/><Relationship Id="rId16" Type="http://schemas.openxmlformats.org/officeDocument/2006/relationships/slideLayout" Target="../slideLayouts/slideLayout183.xml"/><Relationship Id="rId19" Type="http://schemas.openxmlformats.org/officeDocument/2006/relationships/slideLayout" Target="../slideLayouts/slideLayout186.xml"/><Relationship Id="rId18" Type="http://schemas.openxmlformats.org/officeDocument/2006/relationships/slideLayout" Target="../slideLayouts/slideLayout185.xml"/><Relationship Id="rId1" Type="http://schemas.openxmlformats.org/officeDocument/2006/relationships/image" Target="../media/image276.png"/><Relationship Id="rId2" Type="http://schemas.openxmlformats.org/officeDocument/2006/relationships/image" Target="../media/image1.png"/><Relationship Id="rId3" Type="http://schemas.openxmlformats.org/officeDocument/2006/relationships/slideLayout" Target="../slideLayouts/slideLayout170.xml"/><Relationship Id="rId4" Type="http://schemas.openxmlformats.org/officeDocument/2006/relationships/slideLayout" Target="../slideLayouts/slideLayout171.xml"/><Relationship Id="rId9" Type="http://schemas.openxmlformats.org/officeDocument/2006/relationships/slideLayout" Target="../slideLayouts/slideLayout176.xml"/><Relationship Id="rId5" Type="http://schemas.openxmlformats.org/officeDocument/2006/relationships/slideLayout" Target="../slideLayouts/slideLayout172.xml"/><Relationship Id="rId6" Type="http://schemas.openxmlformats.org/officeDocument/2006/relationships/slideLayout" Target="../slideLayouts/slideLayout173.xml"/><Relationship Id="rId7" Type="http://schemas.openxmlformats.org/officeDocument/2006/relationships/slideLayout" Target="../slideLayouts/slideLayout174.xml"/><Relationship Id="rId8" Type="http://schemas.openxmlformats.org/officeDocument/2006/relationships/slideLayout" Target="../slideLayouts/slideLayout175.xml"/></Relationships>
</file>

<file path=ppt/slideMasters/_rels/slideMaster6.xml.rels><?xml version="1.0" encoding="UTF-8" standalone="yes"?><Relationships xmlns="http://schemas.openxmlformats.org/package/2006/relationships"><Relationship Id="rId40" Type="http://schemas.openxmlformats.org/officeDocument/2006/relationships/slideLayout" Target="../slideLayouts/slideLayout249.xml"/><Relationship Id="rId42" Type="http://schemas.openxmlformats.org/officeDocument/2006/relationships/slideLayout" Target="../slideLayouts/slideLayout251.xml"/><Relationship Id="rId41" Type="http://schemas.openxmlformats.org/officeDocument/2006/relationships/slideLayout" Target="../slideLayouts/slideLayout250.xml"/><Relationship Id="rId44" Type="http://schemas.openxmlformats.org/officeDocument/2006/relationships/slideLayout" Target="../slideLayouts/slideLayout253.xml"/><Relationship Id="rId43" Type="http://schemas.openxmlformats.org/officeDocument/2006/relationships/slideLayout" Target="../slideLayouts/slideLayout252.xml"/><Relationship Id="rId45" Type="http://schemas.openxmlformats.org/officeDocument/2006/relationships/theme" Target="../theme/theme7.xml"/><Relationship Id="rId31" Type="http://schemas.openxmlformats.org/officeDocument/2006/relationships/slideLayout" Target="../slideLayouts/slideLayout240.xml"/><Relationship Id="rId30" Type="http://schemas.openxmlformats.org/officeDocument/2006/relationships/slideLayout" Target="../slideLayouts/slideLayout239.xml"/><Relationship Id="rId33" Type="http://schemas.openxmlformats.org/officeDocument/2006/relationships/slideLayout" Target="../slideLayouts/slideLayout242.xml"/><Relationship Id="rId32" Type="http://schemas.openxmlformats.org/officeDocument/2006/relationships/slideLayout" Target="../slideLayouts/slideLayout241.xml"/><Relationship Id="rId35" Type="http://schemas.openxmlformats.org/officeDocument/2006/relationships/slideLayout" Target="../slideLayouts/slideLayout244.xml"/><Relationship Id="rId34" Type="http://schemas.openxmlformats.org/officeDocument/2006/relationships/slideLayout" Target="../slideLayouts/slideLayout243.xml"/><Relationship Id="rId37" Type="http://schemas.openxmlformats.org/officeDocument/2006/relationships/slideLayout" Target="../slideLayouts/slideLayout246.xml"/><Relationship Id="rId36" Type="http://schemas.openxmlformats.org/officeDocument/2006/relationships/slideLayout" Target="../slideLayouts/slideLayout245.xml"/><Relationship Id="rId39" Type="http://schemas.openxmlformats.org/officeDocument/2006/relationships/slideLayout" Target="../slideLayouts/slideLayout248.xml"/><Relationship Id="rId38" Type="http://schemas.openxmlformats.org/officeDocument/2006/relationships/slideLayout" Target="../slideLayouts/slideLayout247.xml"/><Relationship Id="rId20" Type="http://schemas.openxmlformats.org/officeDocument/2006/relationships/slideLayout" Target="../slideLayouts/slideLayout229.xml"/><Relationship Id="rId22" Type="http://schemas.openxmlformats.org/officeDocument/2006/relationships/slideLayout" Target="../slideLayouts/slideLayout231.xml"/><Relationship Id="rId21" Type="http://schemas.openxmlformats.org/officeDocument/2006/relationships/slideLayout" Target="../slideLayouts/slideLayout230.xml"/><Relationship Id="rId24" Type="http://schemas.openxmlformats.org/officeDocument/2006/relationships/slideLayout" Target="../slideLayouts/slideLayout233.xml"/><Relationship Id="rId23" Type="http://schemas.openxmlformats.org/officeDocument/2006/relationships/slideLayout" Target="../slideLayouts/slideLayout232.xml"/><Relationship Id="rId26" Type="http://schemas.openxmlformats.org/officeDocument/2006/relationships/slideLayout" Target="../slideLayouts/slideLayout235.xml"/><Relationship Id="rId25" Type="http://schemas.openxmlformats.org/officeDocument/2006/relationships/slideLayout" Target="../slideLayouts/slideLayout234.xml"/><Relationship Id="rId28" Type="http://schemas.openxmlformats.org/officeDocument/2006/relationships/slideLayout" Target="../slideLayouts/slideLayout237.xml"/><Relationship Id="rId27" Type="http://schemas.openxmlformats.org/officeDocument/2006/relationships/slideLayout" Target="../slideLayouts/slideLayout236.xml"/><Relationship Id="rId29" Type="http://schemas.openxmlformats.org/officeDocument/2006/relationships/slideLayout" Target="../slideLayouts/slideLayout238.xml"/><Relationship Id="rId11" Type="http://schemas.openxmlformats.org/officeDocument/2006/relationships/slideLayout" Target="../slideLayouts/slideLayout220.xml"/><Relationship Id="rId10" Type="http://schemas.openxmlformats.org/officeDocument/2006/relationships/slideLayout" Target="../slideLayouts/slideLayout219.xml"/><Relationship Id="rId13" Type="http://schemas.openxmlformats.org/officeDocument/2006/relationships/slideLayout" Target="../slideLayouts/slideLayout222.xml"/><Relationship Id="rId12" Type="http://schemas.openxmlformats.org/officeDocument/2006/relationships/slideLayout" Target="../slideLayouts/slideLayout221.xml"/><Relationship Id="rId15" Type="http://schemas.openxmlformats.org/officeDocument/2006/relationships/slideLayout" Target="../slideLayouts/slideLayout224.xml"/><Relationship Id="rId14" Type="http://schemas.openxmlformats.org/officeDocument/2006/relationships/slideLayout" Target="../slideLayouts/slideLayout223.xml"/><Relationship Id="rId17" Type="http://schemas.openxmlformats.org/officeDocument/2006/relationships/slideLayout" Target="../slideLayouts/slideLayout226.xml"/><Relationship Id="rId16" Type="http://schemas.openxmlformats.org/officeDocument/2006/relationships/slideLayout" Target="../slideLayouts/slideLayout225.xml"/><Relationship Id="rId19" Type="http://schemas.openxmlformats.org/officeDocument/2006/relationships/slideLayout" Target="../slideLayouts/slideLayout228.xml"/><Relationship Id="rId18" Type="http://schemas.openxmlformats.org/officeDocument/2006/relationships/slideLayout" Target="../slideLayouts/slideLayout227.xml"/><Relationship Id="rId1" Type="http://schemas.openxmlformats.org/officeDocument/2006/relationships/image" Target="../media/image276.png"/><Relationship Id="rId2" Type="http://schemas.openxmlformats.org/officeDocument/2006/relationships/image" Target="../media/image1.png"/><Relationship Id="rId3" Type="http://schemas.openxmlformats.org/officeDocument/2006/relationships/slideLayout" Target="../slideLayouts/slideLayout212.xml"/><Relationship Id="rId4" Type="http://schemas.openxmlformats.org/officeDocument/2006/relationships/slideLayout" Target="../slideLayouts/slideLayout213.xml"/><Relationship Id="rId9" Type="http://schemas.openxmlformats.org/officeDocument/2006/relationships/slideLayout" Target="../slideLayouts/slideLayout218.xml"/><Relationship Id="rId5" Type="http://schemas.openxmlformats.org/officeDocument/2006/relationships/slideLayout" Target="../slideLayouts/slideLayout214.xml"/><Relationship Id="rId6" Type="http://schemas.openxmlformats.org/officeDocument/2006/relationships/slideLayout" Target="../slideLayouts/slideLayout215.xml"/><Relationship Id="rId7" Type="http://schemas.openxmlformats.org/officeDocument/2006/relationships/slideLayout" Target="../slideLayouts/slideLayout216.xml"/><Relationship Id="rId8" Type="http://schemas.openxmlformats.org/officeDocument/2006/relationships/slideLayout" Target="../slideLayouts/slideLayout217.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lt1"/>
        </a:solidFill>
      </p:bgPr>
    </p:bg>
    <p:spTree>
      <p:nvGrpSpPr>
        <p:cNvPr id="5" name="Shape 5"/>
        <p:cNvGrpSpPr/>
        <p:nvPr/>
      </p:nvGrpSpPr>
      <p:grpSpPr>
        <a:xfrm>
          <a:off x="0" y="0"/>
          <a:ext cx="0" cy="0"/>
          <a:chOff x="0" y="0"/>
          <a:chExt cx="0" cy="0"/>
        </a:xfrm>
      </p:grpSpPr>
      <p:pic>
        <p:nvPicPr>
          <p:cNvPr id="6" name="Google Shape;6;p1"/>
          <p:cNvPicPr preferRelativeResize="0"/>
          <p:nvPr/>
        </p:nvPicPr>
        <p:blipFill>
          <a:blip r:embed="rId1">
            <a:alphaModFix/>
          </a:blip>
          <a:stretch>
            <a:fillRect/>
          </a:stretch>
        </p:blipFill>
        <p:spPr>
          <a:xfrm>
            <a:off x="-420400" y="-116500"/>
            <a:ext cx="10557552" cy="7038368"/>
          </a:xfrm>
          <a:prstGeom prst="rect">
            <a:avLst/>
          </a:prstGeom>
          <a:noFill/>
          <a:ln>
            <a:noFill/>
          </a:ln>
        </p:spPr>
      </p:pic>
      <p:sp>
        <p:nvSpPr>
          <p:cNvPr id="7" name="Google Shape;7;p1"/>
          <p:cNvSpPr/>
          <p:nvPr/>
        </p:nvSpPr>
        <p:spPr>
          <a:xfrm>
            <a:off x="-262550" y="776375"/>
            <a:ext cx="10275900" cy="6020700"/>
          </a:xfrm>
          <a:prstGeom prst="roundRect">
            <a:avLst>
              <a:gd fmla="val 2367" name="adj"/>
            </a:avLst>
          </a:prstGeom>
          <a:solidFill>
            <a:srgbClr val="FFFFFF"/>
          </a:solidFill>
          <a:ln cap="flat" cmpd="sng" w="9525">
            <a:solidFill>
              <a:srgbClr val="595959"/>
            </a:solidFill>
            <a:prstDash val="solid"/>
            <a:round/>
            <a:headEnd len="sm" w="sm" type="none"/>
            <a:tailEnd len="sm" w="sm" type="none"/>
          </a:ln>
          <a:effectLst>
            <a:outerShdw blurRad="57150" rotWithShape="0" algn="bl" dir="2760000" dist="19050">
              <a:srgbClr val="000000">
                <a:alpha val="82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8" name="Google Shape;8;p1"/>
          <p:cNvPicPr preferRelativeResize="0"/>
          <p:nvPr/>
        </p:nvPicPr>
        <p:blipFill>
          <a:blip r:embed="rId2">
            <a:alphaModFix/>
          </a:blip>
          <a:stretch>
            <a:fillRect/>
          </a:stretch>
        </p:blipFill>
        <p:spPr>
          <a:xfrm>
            <a:off x="-507244" y="978713"/>
            <a:ext cx="507252" cy="5616000"/>
          </a:xfrm>
          <a:prstGeom prst="rect">
            <a:avLst/>
          </a:prstGeom>
          <a:noFill/>
          <a:ln>
            <a:noFill/>
          </a:ln>
        </p:spPr>
      </p:pic>
    </p:spTree>
  </p:cSld>
  <p:clrMap accent1="accent1" accent2="accent2" accent3="accent3" accent4="accent4" accent5="accent5" accent6="accent6" bg1="lt1" bg2="dk2" tx1="dk1" tx2="lt2" folHlink="folHlink" hlink="hlink"/>
  <p:sldLayoutIdLst>
    <p:sldLayoutId id="2147483648" r:id="rId3"/>
    <p:sldLayoutId id="2147483649" r:id="rId4"/>
    <p:sldLayoutId id="2147483650" r:id="rId5"/>
    <p:sldLayoutId id="2147483651" r:id="rId6"/>
    <p:sldLayoutId id="2147483652" r:id="rId7"/>
    <p:sldLayoutId id="2147483653" r:id="rId8"/>
    <p:sldLayoutId id="2147483654" r:id="rId9"/>
    <p:sldLayoutId id="2147483655" r:id="rId10"/>
    <p:sldLayoutId id="2147483656" r:id="rId11"/>
    <p:sldLayoutId id="2147483657" r:id="rId12"/>
    <p:sldLayoutId id="2147483658" r:id="rId13"/>
    <p:sldLayoutId id="2147483659" r:id="rId14"/>
    <p:sldLayoutId id="2147483660" r:id="rId15"/>
    <p:sldLayoutId id="2147483661" r:id="rId16"/>
    <p:sldLayoutId id="2147483662" r:id="rId17"/>
    <p:sldLayoutId id="2147483663" r:id="rId18"/>
    <p:sldLayoutId id="2147483664" r:id="rId19"/>
    <p:sldLayoutId id="2147483665" r:id="rId20"/>
    <p:sldLayoutId id="2147483666" r:id="rId21"/>
    <p:sldLayoutId id="2147483667" r:id="rId22"/>
    <p:sldLayoutId id="2147483668" r:id="rId23"/>
    <p:sldLayoutId id="2147483669" r:id="rId24"/>
    <p:sldLayoutId id="2147483670" r:id="rId25"/>
    <p:sldLayoutId id="2147483671" r:id="rId26"/>
    <p:sldLayoutId id="2147483672" r:id="rId27"/>
    <p:sldLayoutId id="2147483673" r:id="rId28"/>
    <p:sldLayoutId id="2147483674" r:id="rId29"/>
    <p:sldLayoutId id="2147483675" r:id="rId30"/>
    <p:sldLayoutId id="2147483676" r:id="rId31"/>
    <p:sldLayoutId id="2147483677" r:id="rId32"/>
    <p:sldLayoutId id="2147483678" r:id="rId33"/>
    <p:sldLayoutId id="2147483679" r:id="rId34"/>
    <p:sldLayoutId id="2147483680" r:id="rId35"/>
    <p:sldLayoutId id="2147483681" r:id="rId36"/>
    <p:sldLayoutId id="2147483682" r:id="rId37"/>
    <p:sldLayoutId id="2147483683" r:id="rId38"/>
    <p:sldLayoutId id="2147483684" r:id="rId39"/>
    <p:sldLayoutId id="2147483685" r:id="rId40"/>
    <p:sldLayoutId id="2147483686" r:id="rId41"/>
    <p:sldLayoutId id="2147483687" r:id="rId42"/>
    <p:sldLayoutId id="2147483688" r:id="rId43"/>
    <p:sldLayoutId id="2147483689" r:id="rId44"/>
    <p:sldLayoutId id="2147483690" r:id="rId45"/>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lt1"/>
        </a:solidFill>
      </p:bgPr>
    </p:bg>
    <p:spTree>
      <p:nvGrpSpPr>
        <p:cNvPr id="2588" name="Shape 2588"/>
        <p:cNvGrpSpPr/>
        <p:nvPr/>
      </p:nvGrpSpPr>
      <p:grpSpPr>
        <a:xfrm>
          <a:off x="0" y="0"/>
          <a:ext cx="0" cy="0"/>
          <a:chOff x="0" y="0"/>
          <a:chExt cx="0" cy="0"/>
        </a:xfrm>
      </p:grpSpPr>
      <p:pic>
        <p:nvPicPr>
          <p:cNvPr id="2589" name="Google Shape;2589;p45"/>
          <p:cNvPicPr preferRelativeResize="0"/>
          <p:nvPr/>
        </p:nvPicPr>
        <p:blipFill>
          <a:blip r:embed="rId1">
            <a:alphaModFix/>
          </a:blip>
          <a:stretch>
            <a:fillRect/>
          </a:stretch>
        </p:blipFill>
        <p:spPr>
          <a:xfrm>
            <a:off x="-420400" y="-116500"/>
            <a:ext cx="10557552" cy="7038368"/>
          </a:xfrm>
          <a:prstGeom prst="rect">
            <a:avLst/>
          </a:prstGeom>
          <a:noFill/>
          <a:ln>
            <a:noFill/>
          </a:ln>
        </p:spPr>
      </p:pic>
      <p:sp>
        <p:nvSpPr>
          <p:cNvPr id="2590" name="Google Shape;2590;p45"/>
          <p:cNvSpPr/>
          <p:nvPr/>
        </p:nvSpPr>
        <p:spPr>
          <a:xfrm>
            <a:off x="-262550" y="776375"/>
            <a:ext cx="10275900" cy="6020700"/>
          </a:xfrm>
          <a:prstGeom prst="roundRect">
            <a:avLst>
              <a:gd fmla="val 2367" name="adj"/>
            </a:avLst>
          </a:prstGeom>
          <a:solidFill>
            <a:srgbClr val="FFFFFF"/>
          </a:solidFill>
          <a:ln cap="flat" cmpd="sng" w="9525">
            <a:solidFill>
              <a:srgbClr val="595959"/>
            </a:solidFill>
            <a:prstDash val="solid"/>
            <a:round/>
            <a:headEnd len="sm" w="sm" type="none"/>
            <a:tailEnd len="sm" w="sm" type="none"/>
          </a:ln>
          <a:effectLst>
            <a:outerShdw blurRad="57150" rotWithShape="0" algn="bl" dir="2760000" dist="19050">
              <a:srgbClr val="000000">
                <a:alpha val="82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2591" name="Google Shape;2591;p45"/>
          <p:cNvPicPr preferRelativeResize="0"/>
          <p:nvPr/>
        </p:nvPicPr>
        <p:blipFill>
          <a:blip r:embed="rId2">
            <a:alphaModFix/>
          </a:blip>
          <a:stretch>
            <a:fillRect/>
          </a:stretch>
        </p:blipFill>
        <p:spPr>
          <a:xfrm>
            <a:off x="-507244" y="978713"/>
            <a:ext cx="507252" cy="5616000"/>
          </a:xfrm>
          <a:prstGeom prst="rect">
            <a:avLst/>
          </a:prstGeom>
          <a:noFill/>
          <a:ln>
            <a:noFill/>
          </a:ln>
        </p:spPr>
      </p:pic>
    </p:spTree>
  </p:cSld>
  <p:clrMap accent1="accent1" accent2="accent2" accent3="accent3" accent4="accent4" accent5="accent5" accent6="accent6" bg1="lt1" bg2="dk2" tx1="dk1" tx2="lt2" folHlink="folHlink" hlink="hlink"/>
  <p:sldLayoutIdLst>
    <p:sldLayoutId id="2147483691" r:id="rId3"/>
    <p:sldLayoutId id="2147483692" r:id="rId4"/>
    <p:sldLayoutId id="2147483693" r:id="rId5"/>
    <p:sldLayoutId id="2147483694" r:id="rId6"/>
    <p:sldLayoutId id="2147483695" r:id="rId7"/>
    <p:sldLayoutId id="2147483696" r:id="rId8"/>
    <p:sldLayoutId id="2147483697" r:id="rId9"/>
    <p:sldLayoutId id="2147483698" r:id="rId10"/>
    <p:sldLayoutId id="2147483699" r:id="rId11"/>
    <p:sldLayoutId id="2147483700" r:id="rId12"/>
    <p:sldLayoutId id="2147483701" r:id="rId13"/>
    <p:sldLayoutId id="2147483702" r:id="rId14"/>
    <p:sldLayoutId id="2147483703" r:id="rId15"/>
    <p:sldLayoutId id="2147483704" r:id="rId16"/>
    <p:sldLayoutId id="2147483705" r:id="rId17"/>
    <p:sldLayoutId id="2147483706" r:id="rId18"/>
    <p:sldLayoutId id="2147483707" r:id="rId19"/>
    <p:sldLayoutId id="2147483708" r:id="rId20"/>
    <p:sldLayoutId id="2147483709" r:id="rId21"/>
    <p:sldLayoutId id="2147483710" r:id="rId22"/>
    <p:sldLayoutId id="2147483711" r:id="rId23"/>
    <p:sldLayoutId id="2147483712" r:id="rId24"/>
    <p:sldLayoutId id="2147483713" r:id="rId25"/>
    <p:sldLayoutId id="2147483714" r:id="rId26"/>
    <p:sldLayoutId id="2147483715" r:id="rId27"/>
    <p:sldLayoutId id="2147483716" r:id="rId28"/>
    <p:sldLayoutId id="2147483717" r:id="rId29"/>
    <p:sldLayoutId id="2147483718" r:id="rId30"/>
    <p:sldLayoutId id="2147483719" r:id="rId31"/>
    <p:sldLayoutId id="2147483720" r:id="rId32"/>
    <p:sldLayoutId id="2147483721" r:id="rId33"/>
    <p:sldLayoutId id="2147483722" r:id="rId34"/>
    <p:sldLayoutId id="2147483723" r:id="rId35"/>
    <p:sldLayoutId id="2147483724" r:id="rId36"/>
    <p:sldLayoutId id="2147483725" r:id="rId37"/>
    <p:sldLayoutId id="2147483726" r:id="rId38"/>
    <p:sldLayoutId id="2147483727" r:id="rId39"/>
    <p:sldLayoutId id="2147483728" r:id="rId40"/>
    <p:sldLayoutId id="2147483729" r:id="rId41"/>
    <p:sldLayoutId id="2147483730" r:id="rId42"/>
    <p:sldLayoutId id="2147483731" r:id="rId43"/>
    <p:sldLayoutId id="2147483732" r:id="rId44"/>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otherStyle>
  </p:txStyles>
</p:sldMaster>
</file>

<file path=ppt/slideMasters/slideMaster3.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lt1"/>
        </a:solidFill>
      </p:bgPr>
    </p:bg>
    <p:spTree>
      <p:nvGrpSpPr>
        <p:cNvPr id="5130" name="Shape 5130"/>
        <p:cNvGrpSpPr/>
        <p:nvPr/>
      </p:nvGrpSpPr>
      <p:grpSpPr>
        <a:xfrm>
          <a:off x="0" y="0"/>
          <a:ext cx="0" cy="0"/>
          <a:chOff x="0" y="0"/>
          <a:chExt cx="0" cy="0"/>
        </a:xfrm>
      </p:grpSpPr>
      <p:pic>
        <p:nvPicPr>
          <p:cNvPr id="5131" name="Google Shape;5131;p88"/>
          <p:cNvPicPr preferRelativeResize="0"/>
          <p:nvPr/>
        </p:nvPicPr>
        <p:blipFill>
          <a:blip r:embed="rId1">
            <a:alphaModFix/>
          </a:blip>
          <a:stretch>
            <a:fillRect/>
          </a:stretch>
        </p:blipFill>
        <p:spPr>
          <a:xfrm>
            <a:off x="-420400" y="-116500"/>
            <a:ext cx="10557552" cy="7038368"/>
          </a:xfrm>
          <a:prstGeom prst="rect">
            <a:avLst/>
          </a:prstGeom>
          <a:noFill/>
          <a:ln>
            <a:noFill/>
          </a:ln>
        </p:spPr>
      </p:pic>
      <p:sp>
        <p:nvSpPr>
          <p:cNvPr id="5132" name="Google Shape;5132;p88"/>
          <p:cNvSpPr/>
          <p:nvPr/>
        </p:nvSpPr>
        <p:spPr>
          <a:xfrm>
            <a:off x="-262550" y="776375"/>
            <a:ext cx="10275900" cy="6020700"/>
          </a:xfrm>
          <a:prstGeom prst="roundRect">
            <a:avLst>
              <a:gd fmla="val 2367" name="adj"/>
            </a:avLst>
          </a:prstGeom>
          <a:solidFill>
            <a:srgbClr val="FFFFFF"/>
          </a:solidFill>
          <a:ln cap="flat" cmpd="sng" w="9525">
            <a:solidFill>
              <a:srgbClr val="595959"/>
            </a:solidFill>
            <a:prstDash val="solid"/>
            <a:round/>
            <a:headEnd len="sm" w="sm" type="none"/>
            <a:tailEnd len="sm" w="sm" type="none"/>
          </a:ln>
          <a:effectLst>
            <a:outerShdw blurRad="57150" rotWithShape="0" algn="bl" dir="2760000" dist="19050">
              <a:srgbClr val="000000">
                <a:alpha val="82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5133" name="Google Shape;5133;p88"/>
          <p:cNvPicPr preferRelativeResize="0"/>
          <p:nvPr/>
        </p:nvPicPr>
        <p:blipFill>
          <a:blip r:embed="rId2">
            <a:alphaModFix/>
          </a:blip>
          <a:stretch>
            <a:fillRect/>
          </a:stretch>
        </p:blipFill>
        <p:spPr>
          <a:xfrm>
            <a:off x="-507244" y="978713"/>
            <a:ext cx="507252" cy="5616000"/>
          </a:xfrm>
          <a:prstGeom prst="rect">
            <a:avLst/>
          </a:prstGeom>
          <a:noFill/>
          <a:ln>
            <a:noFill/>
          </a:ln>
        </p:spPr>
      </p:pic>
    </p:spTree>
  </p:cSld>
  <p:clrMap accent1="accent1" accent2="accent2" accent3="accent3" accent4="accent4" accent5="accent5" accent6="accent6" bg1="lt1" bg2="dk2" tx1="dk1" tx2="lt2" folHlink="folHlink" hlink="hlink"/>
  <p:sldLayoutIdLst>
    <p:sldLayoutId id="2147483733" r:id="rId3"/>
    <p:sldLayoutId id="2147483734" r:id="rId4"/>
    <p:sldLayoutId id="2147483735" r:id="rId5"/>
    <p:sldLayoutId id="2147483736" r:id="rId6"/>
    <p:sldLayoutId id="2147483737" r:id="rId7"/>
    <p:sldLayoutId id="2147483738" r:id="rId8"/>
    <p:sldLayoutId id="2147483739" r:id="rId9"/>
    <p:sldLayoutId id="2147483740" r:id="rId10"/>
    <p:sldLayoutId id="2147483741" r:id="rId11"/>
    <p:sldLayoutId id="2147483742" r:id="rId12"/>
    <p:sldLayoutId id="2147483743" r:id="rId13"/>
    <p:sldLayoutId id="2147483744" r:id="rId14"/>
    <p:sldLayoutId id="2147483745" r:id="rId15"/>
    <p:sldLayoutId id="2147483746" r:id="rId16"/>
    <p:sldLayoutId id="2147483747" r:id="rId17"/>
    <p:sldLayoutId id="2147483748" r:id="rId18"/>
    <p:sldLayoutId id="2147483749" r:id="rId19"/>
    <p:sldLayoutId id="2147483750" r:id="rId20"/>
    <p:sldLayoutId id="2147483751" r:id="rId21"/>
    <p:sldLayoutId id="2147483752" r:id="rId22"/>
    <p:sldLayoutId id="2147483753" r:id="rId23"/>
    <p:sldLayoutId id="2147483754" r:id="rId24"/>
    <p:sldLayoutId id="2147483755" r:id="rId25"/>
    <p:sldLayoutId id="2147483756" r:id="rId26"/>
    <p:sldLayoutId id="2147483757" r:id="rId27"/>
    <p:sldLayoutId id="2147483758" r:id="rId28"/>
    <p:sldLayoutId id="2147483759" r:id="rId29"/>
    <p:sldLayoutId id="2147483760" r:id="rId30"/>
    <p:sldLayoutId id="2147483761" r:id="rId31"/>
    <p:sldLayoutId id="2147483762" r:id="rId32"/>
    <p:sldLayoutId id="2147483763" r:id="rId33"/>
    <p:sldLayoutId id="2147483764" r:id="rId34"/>
    <p:sldLayoutId id="2147483765" r:id="rId35"/>
    <p:sldLayoutId id="2147483766" r:id="rId36"/>
    <p:sldLayoutId id="2147483767" r:id="rId37"/>
    <p:sldLayoutId id="2147483768" r:id="rId38"/>
    <p:sldLayoutId id="2147483769" r:id="rId39"/>
    <p:sldLayoutId id="2147483770" r:id="rId40"/>
    <p:sldLayoutId id="2147483771" r:id="rId41"/>
    <p:sldLayoutId id="2147483772" r:id="rId42"/>
    <p:sldLayoutId id="2147483773" r:id="rId43"/>
    <p:sldLayoutId id="2147483774" r:id="rId44"/>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otherStyle>
  </p:txStyles>
</p:sldMaster>
</file>

<file path=ppt/slideMasters/slideMaster4.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lt1"/>
        </a:solidFill>
      </p:bgPr>
    </p:bg>
    <p:spTree>
      <p:nvGrpSpPr>
        <p:cNvPr id="7672" name="Shape 7672"/>
        <p:cNvGrpSpPr/>
        <p:nvPr/>
      </p:nvGrpSpPr>
      <p:grpSpPr>
        <a:xfrm>
          <a:off x="0" y="0"/>
          <a:ext cx="0" cy="0"/>
          <a:chOff x="0" y="0"/>
          <a:chExt cx="0" cy="0"/>
        </a:xfrm>
      </p:grpSpPr>
      <p:pic>
        <p:nvPicPr>
          <p:cNvPr id="7673" name="Google Shape;7673;p131"/>
          <p:cNvPicPr preferRelativeResize="0"/>
          <p:nvPr/>
        </p:nvPicPr>
        <p:blipFill>
          <a:blip r:embed="rId1">
            <a:alphaModFix/>
          </a:blip>
          <a:stretch>
            <a:fillRect/>
          </a:stretch>
        </p:blipFill>
        <p:spPr>
          <a:xfrm>
            <a:off x="-420400" y="-116500"/>
            <a:ext cx="10557552" cy="7038368"/>
          </a:xfrm>
          <a:prstGeom prst="rect">
            <a:avLst/>
          </a:prstGeom>
          <a:noFill/>
          <a:ln>
            <a:noFill/>
          </a:ln>
        </p:spPr>
      </p:pic>
      <p:sp>
        <p:nvSpPr>
          <p:cNvPr id="7674" name="Google Shape;7674;p131"/>
          <p:cNvSpPr/>
          <p:nvPr/>
        </p:nvSpPr>
        <p:spPr>
          <a:xfrm>
            <a:off x="-262550" y="776375"/>
            <a:ext cx="10275900" cy="6020700"/>
          </a:xfrm>
          <a:prstGeom prst="roundRect">
            <a:avLst>
              <a:gd fmla="val 2367" name="adj"/>
            </a:avLst>
          </a:prstGeom>
          <a:solidFill>
            <a:srgbClr val="FFFFFF"/>
          </a:solidFill>
          <a:ln cap="flat" cmpd="sng" w="9525">
            <a:solidFill>
              <a:srgbClr val="595959"/>
            </a:solidFill>
            <a:prstDash val="solid"/>
            <a:round/>
            <a:headEnd len="sm" w="sm" type="none"/>
            <a:tailEnd len="sm" w="sm" type="none"/>
          </a:ln>
          <a:effectLst>
            <a:outerShdw blurRad="57150" rotWithShape="0" algn="bl" dir="2760000" dist="19050">
              <a:srgbClr val="000000">
                <a:alpha val="82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7675" name="Google Shape;7675;p131"/>
          <p:cNvPicPr preferRelativeResize="0"/>
          <p:nvPr/>
        </p:nvPicPr>
        <p:blipFill>
          <a:blip r:embed="rId2">
            <a:alphaModFix/>
          </a:blip>
          <a:stretch>
            <a:fillRect/>
          </a:stretch>
        </p:blipFill>
        <p:spPr>
          <a:xfrm>
            <a:off x="-507244" y="978713"/>
            <a:ext cx="507252" cy="5616000"/>
          </a:xfrm>
          <a:prstGeom prst="rect">
            <a:avLst/>
          </a:prstGeom>
          <a:noFill/>
          <a:ln>
            <a:noFill/>
          </a:ln>
        </p:spPr>
      </p:pic>
    </p:spTree>
  </p:cSld>
  <p:clrMap accent1="accent1" accent2="accent2" accent3="accent3" accent4="accent4" accent5="accent5" accent6="accent6" bg1="lt1" bg2="dk2" tx1="dk1" tx2="lt2" folHlink="folHlink" hlink="hlink"/>
  <p:sldLayoutIdLst>
    <p:sldLayoutId id="2147483775" r:id="rId3"/>
    <p:sldLayoutId id="2147483776" r:id="rId4"/>
    <p:sldLayoutId id="2147483777" r:id="rId5"/>
    <p:sldLayoutId id="2147483778" r:id="rId6"/>
    <p:sldLayoutId id="2147483779" r:id="rId7"/>
    <p:sldLayoutId id="2147483780" r:id="rId8"/>
    <p:sldLayoutId id="2147483781" r:id="rId9"/>
    <p:sldLayoutId id="2147483782" r:id="rId10"/>
    <p:sldLayoutId id="2147483783" r:id="rId11"/>
    <p:sldLayoutId id="2147483784" r:id="rId12"/>
    <p:sldLayoutId id="2147483785" r:id="rId13"/>
    <p:sldLayoutId id="2147483786" r:id="rId14"/>
    <p:sldLayoutId id="2147483787" r:id="rId15"/>
    <p:sldLayoutId id="2147483788" r:id="rId16"/>
    <p:sldLayoutId id="2147483789" r:id="rId17"/>
    <p:sldLayoutId id="2147483790" r:id="rId18"/>
    <p:sldLayoutId id="2147483791" r:id="rId19"/>
    <p:sldLayoutId id="2147483792" r:id="rId20"/>
    <p:sldLayoutId id="2147483793" r:id="rId21"/>
    <p:sldLayoutId id="2147483794" r:id="rId22"/>
    <p:sldLayoutId id="2147483795" r:id="rId23"/>
    <p:sldLayoutId id="2147483796" r:id="rId24"/>
    <p:sldLayoutId id="2147483797" r:id="rId25"/>
    <p:sldLayoutId id="2147483798" r:id="rId26"/>
    <p:sldLayoutId id="2147483799" r:id="rId27"/>
    <p:sldLayoutId id="2147483800" r:id="rId28"/>
    <p:sldLayoutId id="2147483801" r:id="rId29"/>
    <p:sldLayoutId id="2147483802" r:id="rId30"/>
    <p:sldLayoutId id="2147483803" r:id="rId31"/>
    <p:sldLayoutId id="2147483804" r:id="rId32"/>
    <p:sldLayoutId id="2147483805" r:id="rId33"/>
    <p:sldLayoutId id="2147483806" r:id="rId34"/>
    <p:sldLayoutId id="2147483807" r:id="rId35"/>
    <p:sldLayoutId id="2147483808" r:id="rId36"/>
    <p:sldLayoutId id="2147483809" r:id="rId37"/>
    <p:sldLayoutId id="2147483810" r:id="rId38"/>
    <p:sldLayoutId id="2147483811" r:id="rId39"/>
    <p:sldLayoutId id="2147483812" r:id="rId40"/>
    <p:sldLayoutId id="2147483813" r:id="rId41"/>
    <p:sldLayoutId id="2147483814" r:id="rId42"/>
    <p:sldLayoutId id="2147483815" r:id="rId43"/>
    <p:sldLayoutId id="2147483816" r:id="rId44"/>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otherStyle>
  </p:txStyles>
</p:sldMaster>
</file>

<file path=ppt/slideMasters/slideMaster5.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lt1"/>
        </a:solidFill>
      </p:bgPr>
    </p:bg>
    <p:spTree>
      <p:nvGrpSpPr>
        <p:cNvPr id="10214" name="Shape 10214"/>
        <p:cNvGrpSpPr/>
        <p:nvPr/>
      </p:nvGrpSpPr>
      <p:grpSpPr>
        <a:xfrm>
          <a:off x="0" y="0"/>
          <a:ext cx="0" cy="0"/>
          <a:chOff x="0" y="0"/>
          <a:chExt cx="0" cy="0"/>
        </a:xfrm>
      </p:grpSpPr>
      <p:pic>
        <p:nvPicPr>
          <p:cNvPr id="10215" name="Google Shape;10215;p174"/>
          <p:cNvPicPr preferRelativeResize="0"/>
          <p:nvPr/>
        </p:nvPicPr>
        <p:blipFill>
          <a:blip r:embed="rId1">
            <a:alphaModFix/>
          </a:blip>
          <a:stretch>
            <a:fillRect/>
          </a:stretch>
        </p:blipFill>
        <p:spPr>
          <a:xfrm>
            <a:off x="-420400" y="-116500"/>
            <a:ext cx="10557552" cy="7038368"/>
          </a:xfrm>
          <a:prstGeom prst="rect">
            <a:avLst/>
          </a:prstGeom>
          <a:noFill/>
          <a:ln>
            <a:noFill/>
          </a:ln>
        </p:spPr>
      </p:pic>
      <p:sp>
        <p:nvSpPr>
          <p:cNvPr id="10216" name="Google Shape;10216;p174"/>
          <p:cNvSpPr/>
          <p:nvPr/>
        </p:nvSpPr>
        <p:spPr>
          <a:xfrm>
            <a:off x="-262550" y="776375"/>
            <a:ext cx="10275900" cy="6020700"/>
          </a:xfrm>
          <a:prstGeom prst="roundRect">
            <a:avLst>
              <a:gd fmla="val 2367" name="adj"/>
            </a:avLst>
          </a:prstGeom>
          <a:solidFill>
            <a:srgbClr val="FFFFFF"/>
          </a:solidFill>
          <a:ln cap="flat" cmpd="sng" w="9525">
            <a:solidFill>
              <a:srgbClr val="595959"/>
            </a:solidFill>
            <a:prstDash val="solid"/>
            <a:round/>
            <a:headEnd len="sm" w="sm" type="none"/>
            <a:tailEnd len="sm" w="sm" type="none"/>
          </a:ln>
          <a:effectLst>
            <a:outerShdw blurRad="57150" rotWithShape="0" algn="bl" dir="2760000" dist="19050">
              <a:srgbClr val="000000">
                <a:alpha val="82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0217" name="Google Shape;10217;p174"/>
          <p:cNvPicPr preferRelativeResize="0"/>
          <p:nvPr/>
        </p:nvPicPr>
        <p:blipFill>
          <a:blip r:embed="rId2">
            <a:alphaModFix/>
          </a:blip>
          <a:stretch>
            <a:fillRect/>
          </a:stretch>
        </p:blipFill>
        <p:spPr>
          <a:xfrm>
            <a:off x="-507244" y="978713"/>
            <a:ext cx="507252" cy="5616000"/>
          </a:xfrm>
          <a:prstGeom prst="rect">
            <a:avLst/>
          </a:prstGeom>
          <a:noFill/>
          <a:ln>
            <a:noFill/>
          </a:ln>
        </p:spPr>
      </p:pic>
    </p:spTree>
  </p:cSld>
  <p:clrMap accent1="accent1" accent2="accent2" accent3="accent3" accent4="accent4" accent5="accent5" accent6="accent6" bg1="lt1" bg2="dk2" tx1="dk1" tx2="lt2" folHlink="folHlink" hlink="hlink"/>
  <p:sldLayoutIdLst>
    <p:sldLayoutId id="2147483817" r:id="rId3"/>
    <p:sldLayoutId id="2147483818" r:id="rId4"/>
    <p:sldLayoutId id="2147483819" r:id="rId5"/>
    <p:sldLayoutId id="2147483820" r:id="rId6"/>
    <p:sldLayoutId id="2147483821" r:id="rId7"/>
    <p:sldLayoutId id="2147483822" r:id="rId8"/>
    <p:sldLayoutId id="2147483823" r:id="rId9"/>
    <p:sldLayoutId id="2147483824" r:id="rId10"/>
    <p:sldLayoutId id="2147483825" r:id="rId11"/>
    <p:sldLayoutId id="2147483826" r:id="rId12"/>
    <p:sldLayoutId id="2147483827" r:id="rId13"/>
    <p:sldLayoutId id="2147483828" r:id="rId14"/>
    <p:sldLayoutId id="2147483829" r:id="rId15"/>
    <p:sldLayoutId id="2147483830" r:id="rId16"/>
    <p:sldLayoutId id="2147483831" r:id="rId17"/>
    <p:sldLayoutId id="2147483832" r:id="rId18"/>
    <p:sldLayoutId id="2147483833" r:id="rId19"/>
    <p:sldLayoutId id="2147483834" r:id="rId20"/>
    <p:sldLayoutId id="2147483835" r:id="rId21"/>
    <p:sldLayoutId id="2147483836" r:id="rId22"/>
    <p:sldLayoutId id="2147483837" r:id="rId23"/>
    <p:sldLayoutId id="2147483838" r:id="rId24"/>
    <p:sldLayoutId id="2147483839" r:id="rId25"/>
    <p:sldLayoutId id="2147483840" r:id="rId26"/>
    <p:sldLayoutId id="2147483841" r:id="rId27"/>
    <p:sldLayoutId id="2147483842" r:id="rId28"/>
    <p:sldLayoutId id="2147483843" r:id="rId29"/>
    <p:sldLayoutId id="2147483844" r:id="rId30"/>
    <p:sldLayoutId id="2147483845" r:id="rId31"/>
    <p:sldLayoutId id="2147483846" r:id="rId32"/>
    <p:sldLayoutId id="2147483847" r:id="rId33"/>
    <p:sldLayoutId id="2147483848" r:id="rId34"/>
    <p:sldLayoutId id="2147483849" r:id="rId35"/>
    <p:sldLayoutId id="2147483850" r:id="rId36"/>
    <p:sldLayoutId id="2147483851" r:id="rId37"/>
    <p:sldLayoutId id="2147483852" r:id="rId38"/>
    <p:sldLayoutId id="2147483853" r:id="rId39"/>
    <p:sldLayoutId id="2147483854" r:id="rId40"/>
    <p:sldLayoutId id="2147483855" r:id="rId41"/>
    <p:sldLayoutId id="2147483856" r:id="rId42"/>
    <p:sldLayoutId id="2147483857" r:id="rId43"/>
    <p:sldLayoutId id="2147483858" r:id="rId44"/>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otherStyle>
  </p:txStyles>
</p:sldMaster>
</file>

<file path=ppt/slideMasters/slideMaster6.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lt1"/>
        </a:solidFill>
      </p:bgPr>
    </p:bg>
    <p:spTree>
      <p:nvGrpSpPr>
        <p:cNvPr id="12756" name="Shape 12756"/>
        <p:cNvGrpSpPr/>
        <p:nvPr/>
      </p:nvGrpSpPr>
      <p:grpSpPr>
        <a:xfrm>
          <a:off x="0" y="0"/>
          <a:ext cx="0" cy="0"/>
          <a:chOff x="0" y="0"/>
          <a:chExt cx="0" cy="0"/>
        </a:xfrm>
      </p:grpSpPr>
      <p:pic>
        <p:nvPicPr>
          <p:cNvPr id="12757" name="Google Shape;12757;p217"/>
          <p:cNvPicPr preferRelativeResize="0"/>
          <p:nvPr/>
        </p:nvPicPr>
        <p:blipFill>
          <a:blip r:embed="rId1">
            <a:alphaModFix/>
          </a:blip>
          <a:stretch>
            <a:fillRect/>
          </a:stretch>
        </p:blipFill>
        <p:spPr>
          <a:xfrm>
            <a:off x="-420400" y="-116500"/>
            <a:ext cx="10557552" cy="7038368"/>
          </a:xfrm>
          <a:prstGeom prst="rect">
            <a:avLst/>
          </a:prstGeom>
          <a:noFill/>
          <a:ln>
            <a:noFill/>
          </a:ln>
        </p:spPr>
      </p:pic>
      <p:sp>
        <p:nvSpPr>
          <p:cNvPr id="12758" name="Google Shape;12758;p217"/>
          <p:cNvSpPr/>
          <p:nvPr/>
        </p:nvSpPr>
        <p:spPr>
          <a:xfrm>
            <a:off x="-262550" y="776375"/>
            <a:ext cx="10275900" cy="6020700"/>
          </a:xfrm>
          <a:prstGeom prst="roundRect">
            <a:avLst>
              <a:gd fmla="val 2367" name="adj"/>
            </a:avLst>
          </a:prstGeom>
          <a:solidFill>
            <a:srgbClr val="FFFFFF"/>
          </a:solidFill>
          <a:ln cap="flat" cmpd="sng" w="9525">
            <a:solidFill>
              <a:srgbClr val="595959"/>
            </a:solidFill>
            <a:prstDash val="solid"/>
            <a:round/>
            <a:headEnd len="sm" w="sm" type="none"/>
            <a:tailEnd len="sm" w="sm" type="none"/>
          </a:ln>
          <a:effectLst>
            <a:outerShdw blurRad="57150" rotWithShape="0" algn="bl" dir="2760000" dist="19050">
              <a:srgbClr val="000000">
                <a:alpha val="82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2759" name="Google Shape;12759;p217"/>
          <p:cNvPicPr preferRelativeResize="0"/>
          <p:nvPr/>
        </p:nvPicPr>
        <p:blipFill>
          <a:blip r:embed="rId2">
            <a:alphaModFix/>
          </a:blip>
          <a:stretch>
            <a:fillRect/>
          </a:stretch>
        </p:blipFill>
        <p:spPr>
          <a:xfrm>
            <a:off x="-507244" y="978713"/>
            <a:ext cx="507252" cy="5616000"/>
          </a:xfrm>
          <a:prstGeom prst="rect">
            <a:avLst/>
          </a:prstGeom>
          <a:noFill/>
          <a:ln>
            <a:noFill/>
          </a:ln>
        </p:spPr>
      </p:pic>
    </p:spTree>
  </p:cSld>
  <p:clrMap accent1="accent1" accent2="accent2" accent3="accent3" accent4="accent4" accent5="accent5" accent6="accent6" bg1="lt1" bg2="dk2" tx1="dk1" tx2="lt2" folHlink="folHlink" hlink="hlink"/>
  <p:sldLayoutIdLst>
    <p:sldLayoutId id="2147483859" r:id="rId3"/>
    <p:sldLayoutId id="2147483860" r:id="rId4"/>
    <p:sldLayoutId id="2147483861" r:id="rId5"/>
    <p:sldLayoutId id="2147483862" r:id="rId6"/>
    <p:sldLayoutId id="2147483863" r:id="rId7"/>
    <p:sldLayoutId id="2147483864" r:id="rId8"/>
    <p:sldLayoutId id="2147483865" r:id="rId9"/>
    <p:sldLayoutId id="2147483866" r:id="rId10"/>
    <p:sldLayoutId id="2147483867" r:id="rId11"/>
    <p:sldLayoutId id="2147483868" r:id="rId12"/>
    <p:sldLayoutId id="2147483869" r:id="rId13"/>
    <p:sldLayoutId id="2147483870" r:id="rId14"/>
    <p:sldLayoutId id="2147483871" r:id="rId15"/>
    <p:sldLayoutId id="2147483872" r:id="rId16"/>
    <p:sldLayoutId id="2147483873" r:id="rId17"/>
    <p:sldLayoutId id="2147483874" r:id="rId18"/>
    <p:sldLayoutId id="2147483875" r:id="rId19"/>
    <p:sldLayoutId id="2147483876" r:id="rId20"/>
    <p:sldLayoutId id="2147483877" r:id="rId21"/>
    <p:sldLayoutId id="2147483878" r:id="rId22"/>
    <p:sldLayoutId id="2147483879" r:id="rId23"/>
    <p:sldLayoutId id="2147483880" r:id="rId24"/>
    <p:sldLayoutId id="2147483881" r:id="rId25"/>
    <p:sldLayoutId id="2147483882" r:id="rId26"/>
    <p:sldLayoutId id="2147483883" r:id="rId27"/>
    <p:sldLayoutId id="2147483884" r:id="rId28"/>
    <p:sldLayoutId id="2147483885" r:id="rId29"/>
    <p:sldLayoutId id="2147483886" r:id="rId30"/>
    <p:sldLayoutId id="2147483887" r:id="rId31"/>
    <p:sldLayoutId id="2147483888" r:id="rId32"/>
    <p:sldLayoutId id="2147483889" r:id="rId33"/>
    <p:sldLayoutId id="2147483890" r:id="rId34"/>
    <p:sldLayoutId id="2147483891" r:id="rId35"/>
    <p:sldLayoutId id="2147483892" r:id="rId36"/>
    <p:sldLayoutId id="2147483893" r:id="rId37"/>
    <p:sldLayoutId id="2147483894" r:id="rId38"/>
    <p:sldLayoutId id="2147483895" r:id="rId39"/>
    <p:sldLayoutId id="2147483896" r:id="rId40"/>
    <p:sldLayoutId id="2147483897" r:id="rId41"/>
    <p:sldLayoutId id="2147483898" r:id="rId42"/>
    <p:sldLayoutId id="2147483899" r:id="rId43"/>
    <p:sldLayoutId id="2147483900" r:id="rId44"/>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2.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3.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4.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xml"/><Relationship Id="rId3" Type="http://schemas.openxmlformats.org/officeDocument/2006/relationships/image" Target="../media/image257.jpg"/></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6.xml"/><Relationship Id="rId3" Type="http://schemas.openxmlformats.org/officeDocument/2006/relationships/image" Target="../media/image254.png"/></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7.xml"/><Relationship Id="rId3" Type="http://schemas.openxmlformats.org/officeDocument/2006/relationships/image" Target="../media/image256.png"/></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8.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9.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0.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1.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2.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3.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4.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64.xml"/><Relationship Id="rId2" Type="http://schemas.openxmlformats.org/officeDocument/2006/relationships/notesSlide" Target="../notesSlides/notesSlide15.xml"/><Relationship Id="rId3" Type="http://schemas.openxmlformats.org/officeDocument/2006/relationships/image" Target="../media/image258.png"/></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106.xml"/><Relationship Id="rId2" Type="http://schemas.openxmlformats.org/officeDocument/2006/relationships/notesSlide" Target="../notesSlides/notesSlide16.xml"/><Relationship Id="rId3" Type="http://schemas.openxmlformats.org/officeDocument/2006/relationships/image" Target="../media/image258.png"/></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64.xml"/><Relationship Id="rId2" Type="http://schemas.openxmlformats.org/officeDocument/2006/relationships/notesSlide" Target="../notesSlides/notesSlide17.xml"/><Relationship Id="rId3" Type="http://schemas.openxmlformats.org/officeDocument/2006/relationships/image" Target="../media/image261.png"/></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18.xml"/><Relationship Id="rId3" Type="http://schemas.openxmlformats.org/officeDocument/2006/relationships/image" Target="../media/image259.png"/></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148.xml"/><Relationship Id="rId2" Type="http://schemas.openxmlformats.org/officeDocument/2006/relationships/notesSlide" Target="../notesSlides/notesSlide19.xml"/><Relationship Id="rId3" Type="http://schemas.openxmlformats.org/officeDocument/2006/relationships/image" Target="../media/image260.png"/></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190.xml"/><Relationship Id="rId2" Type="http://schemas.openxmlformats.org/officeDocument/2006/relationships/notesSlide" Target="../notesSlides/notesSlide20.xml"/><Relationship Id="rId3" Type="http://schemas.openxmlformats.org/officeDocument/2006/relationships/image" Target="../media/image262.png"/></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232.xml"/><Relationship Id="rId2" Type="http://schemas.openxmlformats.org/officeDocument/2006/relationships/notesSlide" Target="../notesSlides/notesSlide21.xml"/><Relationship Id="rId3" Type="http://schemas.openxmlformats.org/officeDocument/2006/relationships/image" Target="../media/image269.png"/></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22.xml"/><Relationship Id="rId3" Type="http://schemas.openxmlformats.org/officeDocument/2006/relationships/image" Target="../media/image263.png"/></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23.xml"/><Relationship Id="rId3" Type="http://schemas.openxmlformats.org/officeDocument/2006/relationships/image" Target="../media/image268.png"/></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24.xml"/><Relationship Id="rId3" Type="http://schemas.openxmlformats.org/officeDocument/2006/relationships/image" Target="../media/image264.png"/></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25.xml"/><Relationship Id="rId3" Type="http://schemas.openxmlformats.org/officeDocument/2006/relationships/image" Target="../media/image265.png"/></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26.xml"/><Relationship Id="rId3" Type="http://schemas.openxmlformats.org/officeDocument/2006/relationships/image" Target="../media/image266.png"/></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43.xml"/><Relationship Id="rId2" Type="http://schemas.openxmlformats.org/officeDocument/2006/relationships/notesSlide" Target="../notesSlides/notesSlide27.xml"/><Relationship Id="rId3" Type="http://schemas.openxmlformats.org/officeDocument/2006/relationships/image" Target="../media/image9.png"/><Relationship Id="rId4" Type="http://schemas.openxmlformats.org/officeDocument/2006/relationships/image" Target="../media/image7.png"/><Relationship Id="rId5" Type="http://schemas.openxmlformats.org/officeDocument/2006/relationships/image" Target="../media/image5.png"/><Relationship Id="rId6" Type="http://schemas.openxmlformats.org/officeDocument/2006/relationships/image" Target="../media/image8.png"/><Relationship Id="rId7" Type="http://schemas.openxmlformats.org/officeDocument/2006/relationships/image" Target="../media/image275.png"/></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28.xml"/><Relationship Id="rId3" Type="http://schemas.openxmlformats.org/officeDocument/2006/relationships/image" Target="../media/image8.png"/></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29.xml"/><Relationship Id="rId3" Type="http://schemas.openxmlformats.org/officeDocument/2006/relationships/image" Target="../media/image8.png"/></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30.xml"/><Relationship Id="rId3" Type="http://schemas.openxmlformats.org/officeDocument/2006/relationships/image" Target="../media/image8.png"/></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31.xml"/><Relationship Id="rId3" Type="http://schemas.openxmlformats.org/officeDocument/2006/relationships/image" Target="../media/image8.png"/></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32.xml"/><Relationship Id="rId3" Type="http://schemas.openxmlformats.org/officeDocument/2006/relationships/image" Target="../media/image8.png"/></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33.xml"/><Relationship Id="rId3" Type="http://schemas.openxmlformats.org/officeDocument/2006/relationships/image" Target="../media/image8.png"/></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34.xml"/><Relationship Id="rId3" Type="http://schemas.openxmlformats.org/officeDocument/2006/relationships/image" Target="../media/image8.png"/></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35.xml"/><Relationship Id="rId3" Type="http://schemas.openxmlformats.org/officeDocument/2006/relationships/image" Target="../media/image8.png"/></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36.xml"/><Relationship Id="rId3" Type="http://schemas.openxmlformats.org/officeDocument/2006/relationships/image" Target="../media/image8.png"/></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37.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38.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39.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40.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41.xm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42.xm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43.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44.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45.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46.xm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47.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48.xml"/></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49.xml"/></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50.xml"/></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51.xml"/></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52.xml"/></Relationships>
</file>

<file path=ppt/slides/_rels/slide53.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53.xml"/></Relationships>
</file>

<file path=ppt/slides/_rels/slide54.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54.xml"/></Relationships>
</file>

<file path=ppt/slides/_rels/slide55.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55.xml"/></Relationships>
</file>

<file path=ppt/slides/_rels/slide56.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56.xml"/></Relationships>
</file>

<file path=ppt/slides/_rels/slide57.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57.xml"/></Relationships>
</file>

<file path=ppt/slides/_rels/slide58.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58.xml"/></Relationships>
</file>

<file path=ppt/slides/_rels/slide59.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59.xml"/></Relationships>
</file>

<file path=ppt/slides/_rels/slide60.xml.rels><?xml version="1.0" encoding="UTF-8" standalone="yes"?><Relationships xmlns="http://schemas.openxmlformats.org/package/2006/relationships"><Relationship Id="rId1" Type="http://schemas.openxmlformats.org/officeDocument/2006/relationships/slideLayout" Target="../slideLayouts/slideLayout36.xml"/><Relationship Id="rId2" Type="http://schemas.openxmlformats.org/officeDocument/2006/relationships/notesSlide" Target="../notesSlides/notesSlide60.xml"/><Relationship Id="rId3" Type="http://schemas.openxmlformats.org/officeDocument/2006/relationships/image" Target="../media/image274.png"/></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301" name="Shape 15301"/>
        <p:cNvGrpSpPr/>
        <p:nvPr/>
      </p:nvGrpSpPr>
      <p:grpSpPr>
        <a:xfrm>
          <a:off x="0" y="0"/>
          <a:ext cx="0" cy="0"/>
          <a:chOff x="0" y="0"/>
          <a:chExt cx="0" cy="0"/>
        </a:xfrm>
      </p:grpSpPr>
      <p:sp>
        <p:nvSpPr>
          <p:cNvPr id="15302" name="Google Shape;15302;p260"/>
          <p:cNvSpPr txBox="1"/>
          <p:nvPr>
            <p:ph type="title"/>
          </p:nvPr>
        </p:nvSpPr>
        <p:spPr>
          <a:xfrm flipH="1">
            <a:off x="3219174" y="437575"/>
            <a:ext cx="1731300" cy="265800"/>
          </a:xfrm>
          <a:prstGeom prst="rect">
            <a:avLst/>
          </a:prstGeom>
        </p:spPr>
        <p:txBody>
          <a:bodyPr anchorCtr="0" anchor="ctr" bIns="0" lIns="0" spcFirstLastPara="1" rIns="0" wrap="square" tIns="0">
            <a:noAutofit/>
          </a:bodyPr>
          <a:lstStyle/>
          <a:p>
            <a:pPr indent="0" lvl="0" marL="0" rtl="0" algn="l">
              <a:spcBef>
                <a:spcPts val="0"/>
              </a:spcBef>
              <a:spcAft>
                <a:spcPts val="0"/>
              </a:spcAft>
              <a:buNone/>
            </a:pPr>
            <a:r>
              <a:rPr lang="es-419"/>
              <a:t>MI-02</a:t>
            </a:r>
            <a:endParaRPr/>
          </a:p>
        </p:txBody>
      </p:sp>
      <p:sp>
        <p:nvSpPr>
          <p:cNvPr id="15303" name="Google Shape;15303;p260"/>
          <p:cNvSpPr txBox="1"/>
          <p:nvPr>
            <p:ph idx="1" type="body"/>
          </p:nvPr>
        </p:nvSpPr>
        <p:spPr>
          <a:xfrm>
            <a:off x="264725" y="556875"/>
            <a:ext cx="2467500" cy="383400"/>
          </a:xfrm>
          <a:prstGeom prst="rect">
            <a:avLst/>
          </a:prstGeom>
        </p:spPr>
        <p:txBody>
          <a:bodyPr anchorCtr="0" anchor="t" bIns="0" lIns="0" spcFirstLastPara="1" rIns="0" wrap="square" tIns="0">
            <a:noAutofit/>
          </a:bodyPr>
          <a:lstStyle/>
          <a:p>
            <a:pPr indent="0" lvl="0" marL="0" rtl="0" algn="ctr">
              <a:spcBef>
                <a:spcPts val="0"/>
              </a:spcBef>
              <a:spcAft>
                <a:spcPts val="0"/>
              </a:spcAft>
              <a:buNone/>
            </a:pPr>
            <a:r>
              <a:rPr b="1" lang="es-419">
                <a:solidFill>
                  <a:schemeClr val="lt1"/>
                </a:solidFill>
              </a:rPr>
              <a:t>:</a:t>
            </a:r>
            <a:r>
              <a:rPr lang="es-419">
                <a:solidFill>
                  <a:schemeClr val="lt1"/>
                </a:solidFill>
              </a:rPr>
              <a:t> </a:t>
            </a:r>
            <a:r>
              <a:rPr lang="es-419" sz="800">
                <a:solidFill>
                  <a:schemeClr val="lt1"/>
                </a:solidFill>
              </a:rPr>
              <a:t>Comprar producto ecológico en tienda</a:t>
            </a:r>
            <a:endParaRPr sz="700">
              <a:solidFill>
                <a:schemeClr val="lt1"/>
              </a:solidFill>
            </a:endParaRPr>
          </a:p>
        </p:txBody>
      </p:sp>
      <p:sp>
        <p:nvSpPr>
          <p:cNvPr id="15304" name="Google Shape;15304;p260"/>
          <p:cNvSpPr txBox="1"/>
          <p:nvPr>
            <p:ph idx="2" type="title"/>
          </p:nvPr>
        </p:nvSpPr>
        <p:spPr>
          <a:xfrm flipH="1">
            <a:off x="6546263" y="387663"/>
            <a:ext cx="3350100" cy="169200"/>
          </a:xfrm>
          <a:prstGeom prst="rect">
            <a:avLst/>
          </a:prstGeom>
        </p:spPr>
        <p:txBody>
          <a:bodyPr anchorCtr="0" anchor="ctr" bIns="0" lIns="0" spcFirstLastPara="1" rIns="0" wrap="square" tIns="0">
            <a:noAutofit/>
          </a:bodyPr>
          <a:lstStyle/>
          <a:p>
            <a:pPr indent="0" lvl="0" marL="0" rtl="0" algn="l">
              <a:spcBef>
                <a:spcPts val="0"/>
              </a:spcBef>
              <a:spcAft>
                <a:spcPts val="0"/>
              </a:spcAft>
              <a:buNone/>
            </a:pPr>
            <a:r>
              <a:rPr lang="es-419"/>
              <a:t>Venta registrada segura</a:t>
            </a:r>
            <a:endParaRPr/>
          </a:p>
        </p:txBody>
      </p:sp>
      <p:sp>
        <p:nvSpPr>
          <p:cNvPr id="15305" name="Google Shape;15305;p260"/>
          <p:cNvSpPr txBox="1"/>
          <p:nvPr>
            <p:ph idx="3" type="title"/>
          </p:nvPr>
        </p:nvSpPr>
        <p:spPr>
          <a:xfrm flipH="1">
            <a:off x="6546263" y="579538"/>
            <a:ext cx="3350100" cy="169200"/>
          </a:xfrm>
          <a:prstGeom prst="rect">
            <a:avLst/>
          </a:prstGeom>
        </p:spPr>
        <p:txBody>
          <a:bodyPr anchorCtr="0" anchor="ctr" bIns="0" lIns="0" spcFirstLastPara="1" rIns="0" wrap="square" tIns="0">
            <a:noAutofit/>
          </a:bodyPr>
          <a:lstStyle/>
          <a:p>
            <a:pPr indent="0" lvl="0" marL="0" rtl="0" algn="l">
              <a:spcBef>
                <a:spcPts val="0"/>
              </a:spcBef>
              <a:spcAft>
                <a:spcPts val="0"/>
              </a:spcAft>
              <a:buNone/>
            </a:pPr>
            <a:r>
              <a:rPr lang="es-419"/>
              <a:t>Compra satisfactoria rápida</a:t>
            </a:r>
            <a:endParaRPr/>
          </a:p>
        </p:txBody>
      </p:sp>
      <p:sp>
        <p:nvSpPr>
          <p:cNvPr id="15306" name="Google Shape;15306;p260"/>
          <p:cNvSpPr txBox="1"/>
          <p:nvPr>
            <p:ph idx="4" type="subTitle"/>
          </p:nvPr>
        </p:nvSpPr>
        <p:spPr>
          <a:xfrm>
            <a:off x="263406" y="1782608"/>
            <a:ext cx="796500" cy="437700"/>
          </a:xfrm>
          <a:prstGeom prst="rect">
            <a:avLst/>
          </a:prstGeom>
        </p:spPr>
        <p:txBody>
          <a:bodyPr anchorCtr="0" anchor="ctr" bIns="36000" lIns="36000" spcFirstLastPara="1" rIns="36000" wrap="square" tIns="36000">
            <a:noAutofit/>
          </a:bodyPr>
          <a:lstStyle/>
          <a:p>
            <a:pPr indent="0" lvl="0" marL="0" rtl="0" algn="ctr">
              <a:spcBef>
                <a:spcPts val="0"/>
              </a:spcBef>
              <a:spcAft>
                <a:spcPts val="0"/>
              </a:spcAft>
              <a:buNone/>
            </a:pPr>
            <a:r>
              <a:rPr lang="es-419"/>
              <a:t>Recibir Y Saludar Al Cliente</a:t>
            </a:r>
            <a:endParaRPr/>
          </a:p>
        </p:txBody>
      </p:sp>
      <p:sp>
        <p:nvSpPr>
          <p:cNvPr id="15307" name="Google Shape;15307;p260"/>
          <p:cNvSpPr txBox="1"/>
          <p:nvPr>
            <p:ph idx="5" type="subTitle"/>
          </p:nvPr>
        </p:nvSpPr>
        <p:spPr>
          <a:xfrm>
            <a:off x="1177829" y="1782608"/>
            <a:ext cx="777900" cy="437700"/>
          </a:xfrm>
          <a:prstGeom prst="rect">
            <a:avLst/>
          </a:prstGeom>
        </p:spPr>
        <p:txBody>
          <a:bodyPr anchorCtr="0" anchor="ctr" bIns="36000" lIns="36000" spcFirstLastPara="1" rIns="36000" wrap="square" tIns="36000">
            <a:noAutofit/>
          </a:bodyPr>
          <a:lstStyle/>
          <a:p>
            <a:pPr indent="0" lvl="0" marL="0" rtl="0" algn="ctr">
              <a:spcBef>
                <a:spcPts val="0"/>
              </a:spcBef>
              <a:spcAft>
                <a:spcPts val="0"/>
              </a:spcAft>
              <a:buNone/>
            </a:pPr>
            <a:r>
              <a:rPr lang="es-419"/>
              <a:t>Asesor de ventas</a:t>
            </a:r>
            <a:endParaRPr/>
          </a:p>
        </p:txBody>
      </p:sp>
      <p:sp>
        <p:nvSpPr>
          <p:cNvPr id="15308" name="Google Shape;15308;p260"/>
          <p:cNvSpPr txBox="1"/>
          <p:nvPr>
            <p:ph idx="6" type="subTitle"/>
          </p:nvPr>
        </p:nvSpPr>
        <p:spPr>
          <a:xfrm>
            <a:off x="1988728" y="1782608"/>
            <a:ext cx="815100" cy="437700"/>
          </a:xfrm>
          <a:prstGeom prst="rect">
            <a:avLst/>
          </a:prstGeom>
        </p:spPr>
        <p:txBody>
          <a:bodyPr anchorCtr="0" anchor="ctr" bIns="36000" lIns="36000" spcFirstLastPara="1" rIns="36000" wrap="square" tIns="36000">
            <a:noAutofit/>
          </a:bodyPr>
          <a:lstStyle/>
          <a:p>
            <a:pPr indent="0" lvl="0" marL="0" rtl="0" algn="ctr">
              <a:spcBef>
                <a:spcPts val="0"/>
              </a:spcBef>
              <a:spcAft>
                <a:spcPts val="0"/>
              </a:spcAft>
              <a:buNone/>
            </a:pPr>
            <a:r>
              <a:rPr lang="es-419"/>
              <a:t>Cliente</a:t>
            </a:r>
            <a:endParaRPr/>
          </a:p>
        </p:txBody>
      </p:sp>
      <p:sp>
        <p:nvSpPr>
          <p:cNvPr id="15309" name="Google Shape;15309;p260"/>
          <p:cNvSpPr txBox="1"/>
          <p:nvPr>
            <p:ph idx="7" type="subTitle"/>
          </p:nvPr>
        </p:nvSpPr>
        <p:spPr>
          <a:xfrm>
            <a:off x="2923907" y="1782608"/>
            <a:ext cx="777900" cy="437700"/>
          </a:xfrm>
          <a:prstGeom prst="rect">
            <a:avLst/>
          </a:prstGeom>
        </p:spPr>
        <p:txBody>
          <a:bodyPr anchorCtr="0" anchor="ctr" bIns="36000" lIns="36000" spcFirstLastPara="1" rIns="36000" wrap="square" tIns="36000">
            <a:noAutofit/>
          </a:bodyPr>
          <a:lstStyle/>
          <a:p>
            <a:pPr indent="0" lvl="0" marL="0" rtl="0" algn="ctr">
              <a:spcBef>
                <a:spcPts val="0"/>
              </a:spcBef>
              <a:spcAft>
                <a:spcPts val="0"/>
              </a:spcAft>
              <a:buNone/>
            </a:pPr>
            <a:r>
              <a:rPr lang="es-419"/>
              <a:t>Catálogo físico, certificaciones de producto</a:t>
            </a:r>
            <a:endParaRPr/>
          </a:p>
        </p:txBody>
      </p:sp>
      <p:sp>
        <p:nvSpPr>
          <p:cNvPr id="15310" name="Google Shape;15310;p260"/>
          <p:cNvSpPr txBox="1"/>
          <p:nvPr>
            <p:ph idx="8" type="subTitle"/>
          </p:nvPr>
        </p:nvSpPr>
        <p:spPr>
          <a:xfrm>
            <a:off x="3734801" y="1782608"/>
            <a:ext cx="815100" cy="437700"/>
          </a:xfrm>
          <a:prstGeom prst="rect">
            <a:avLst/>
          </a:prstGeom>
        </p:spPr>
        <p:txBody>
          <a:bodyPr anchorCtr="0" anchor="ctr" bIns="36000" lIns="36000" spcFirstLastPara="1" rIns="36000" wrap="square" tIns="36000">
            <a:noAutofit/>
          </a:bodyPr>
          <a:lstStyle/>
          <a:p>
            <a:pPr indent="0" lvl="0" marL="0" rtl="0" algn="ctr">
              <a:spcBef>
                <a:spcPts val="0"/>
              </a:spcBef>
              <a:spcAft>
                <a:spcPts val="0"/>
              </a:spcAft>
              <a:buNone/>
            </a:pPr>
            <a:r>
              <a:rPr lang="es-419"/>
              <a:t>Preferencias del cliente</a:t>
            </a:r>
            <a:endParaRPr/>
          </a:p>
        </p:txBody>
      </p:sp>
      <p:sp>
        <p:nvSpPr>
          <p:cNvPr id="15311" name="Google Shape;15311;p260"/>
          <p:cNvSpPr txBox="1"/>
          <p:nvPr>
            <p:ph idx="9" type="subTitle"/>
          </p:nvPr>
        </p:nvSpPr>
        <p:spPr>
          <a:xfrm>
            <a:off x="4669984" y="1782608"/>
            <a:ext cx="777900" cy="437700"/>
          </a:xfrm>
          <a:prstGeom prst="rect">
            <a:avLst/>
          </a:prstGeom>
        </p:spPr>
        <p:txBody>
          <a:bodyPr anchorCtr="0" anchor="ctr" bIns="36000" lIns="36000" spcFirstLastPara="1" rIns="36000" wrap="square" tIns="36000">
            <a:noAutofit/>
          </a:bodyPr>
          <a:lstStyle/>
          <a:p>
            <a:pPr indent="0" lvl="0" marL="0" rtl="0" algn="ctr">
              <a:spcBef>
                <a:spcPts val="0"/>
              </a:spcBef>
              <a:spcAft>
                <a:spcPts val="0"/>
              </a:spcAft>
              <a:buNone/>
            </a:pPr>
            <a:r>
              <a:rPr lang="es-419"/>
              <a:t>Catálogo, estantes</a:t>
            </a:r>
            <a:endParaRPr/>
          </a:p>
        </p:txBody>
      </p:sp>
      <p:sp>
        <p:nvSpPr>
          <p:cNvPr id="15312" name="Google Shape;15312;p260"/>
          <p:cNvSpPr txBox="1"/>
          <p:nvPr>
            <p:ph idx="13" type="subTitle"/>
          </p:nvPr>
        </p:nvSpPr>
        <p:spPr>
          <a:xfrm>
            <a:off x="5480878" y="1782608"/>
            <a:ext cx="815100" cy="437700"/>
          </a:xfrm>
          <a:prstGeom prst="rect">
            <a:avLst/>
          </a:prstGeom>
        </p:spPr>
        <p:txBody>
          <a:bodyPr anchorCtr="0" anchor="ctr" bIns="36000" lIns="36000" spcFirstLastPara="1" rIns="36000" wrap="square" tIns="36000">
            <a:noAutofit/>
          </a:bodyPr>
          <a:lstStyle/>
          <a:p>
            <a:pPr indent="0" lvl="0" marL="0" rtl="0" algn="ctr">
              <a:spcBef>
                <a:spcPts val="0"/>
              </a:spcBef>
              <a:spcAft>
                <a:spcPts val="0"/>
              </a:spcAft>
              <a:buNone/>
            </a:pPr>
            <a:r>
              <a:rPr lang="es-419"/>
              <a:t>Tienda Norte o Centro</a:t>
            </a:r>
            <a:endParaRPr/>
          </a:p>
        </p:txBody>
      </p:sp>
      <p:sp>
        <p:nvSpPr>
          <p:cNvPr id="15313" name="Google Shape;15313;p260"/>
          <p:cNvSpPr txBox="1"/>
          <p:nvPr>
            <p:ph idx="14" type="subTitle"/>
          </p:nvPr>
        </p:nvSpPr>
        <p:spPr>
          <a:xfrm>
            <a:off x="6410573" y="1782608"/>
            <a:ext cx="813600" cy="437700"/>
          </a:xfrm>
          <a:prstGeom prst="rect">
            <a:avLst/>
          </a:prstGeom>
        </p:spPr>
        <p:txBody>
          <a:bodyPr anchorCtr="0" anchor="ctr" bIns="36000" lIns="36000" spcFirstLastPara="1" rIns="36000" wrap="square" tIns="36000">
            <a:noAutofit/>
          </a:bodyPr>
          <a:lstStyle/>
          <a:p>
            <a:pPr indent="0" lvl="0" marL="0" rtl="0" algn="l">
              <a:lnSpc>
                <a:spcPct val="100000"/>
              </a:lnSpc>
              <a:spcBef>
                <a:spcPts val="0"/>
              </a:spcBef>
              <a:spcAft>
                <a:spcPts val="0"/>
              </a:spcAft>
              <a:buNone/>
            </a:pPr>
            <a:r>
              <a:rPr lang="es-419"/>
              <a:t>En el momento de la atención presencial</a:t>
            </a:r>
            <a:endParaRPr/>
          </a:p>
          <a:p>
            <a:pPr indent="0" lvl="0" marL="0" rtl="0" algn="ctr">
              <a:spcBef>
                <a:spcPts val="0"/>
              </a:spcBef>
              <a:spcAft>
                <a:spcPts val="0"/>
              </a:spcAft>
              <a:buNone/>
            </a:pPr>
            <a:r>
              <a:t/>
            </a:r>
            <a:endParaRPr/>
          </a:p>
        </p:txBody>
      </p:sp>
      <p:sp>
        <p:nvSpPr>
          <p:cNvPr id="15314" name="Google Shape;15314;p260"/>
          <p:cNvSpPr txBox="1"/>
          <p:nvPr>
            <p:ph idx="15" type="subTitle"/>
          </p:nvPr>
        </p:nvSpPr>
        <p:spPr>
          <a:xfrm>
            <a:off x="7344346" y="1782608"/>
            <a:ext cx="796500" cy="437700"/>
          </a:xfrm>
          <a:prstGeom prst="rect">
            <a:avLst/>
          </a:prstGeom>
        </p:spPr>
        <p:txBody>
          <a:bodyPr anchorCtr="0" anchor="ctr" bIns="36000" lIns="36000" spcFirstLastPara="1" rIns="36000" wrap="square" tIns="36000">
            <a:noAutofit/>
          </a:bodyPr>
          <a:lstStyle/>
          <a:p>
            <a:pPr indent="0" lvl="0" marL="0" rtl="0" algn="ctr">
              <a:spcBef>
                <a:spcPts val="0"/>
              </a:spcBef>
              <a:spcAft>
                <a:spcPts val="0"/>
              </a:spcAft>
              <a:buNone/>
            </a:pPr>
            <a:r>
              <a:rPr lang="es-419"/>
              <a:t>conocer el producto</a:t>
            </a:r>
            <a:endParaRPr/>
          </a:p>
        </p:txBody>
      </p:sp>
      <p:sp>
        <p:nvSpPr>
          <p:cNvPr id="15315" name="Google Shape;15315;p260"/>
          <p:cNvSpPr txBox="1"/>
          <p:nvPr>
            <p:ph idx="16" type="subTitle"/>
          </p:nvPr>
        </p:nvSpPr>
        <p:spPr>
          <a:xfrm>
            <a:off x="8181345" y="1782608"/>
            <a:ext cx="796500" cy="437700"/>
          </a:xfrm>
          <a:prstGeom prst="rect">
            <a:avLst/>
          </a:prstGeom>
        </p:spPr>
        <p:txBody>
          <a:bodyPr anchorCtr="0" anchor="ctr" bIns="36000" lIns="36000" spcFirstLastPara="1" rIns="36000" wrap="square" tIns="36000">
            <a:noAutofit/>
          </a:bodyPr>
          <a:lstStyle/>
          <a:p>
            <a:pPr indent="0" lvl="0" marL="0" rtl="0" algn="ctr">
              <a:spcBef>
                <a:spcPts val="0"/>
              </a:spcBef>
              <a:spcAft>
                <a:spcPts val="0"/>
              </a:spcAft>
              <a:buNone/>
            </a:pPr>
            <a:r>
              <a:rPr lang="es-419"/>
              <a:t>recomendar lo adecuado </a:t>
            </a:r>
            <a:endParaRPr/>
          </a:p>
        </p:txBody>
      </p:sp>
      <p:sp>
        <p:nvSpPr>
          <p:cNvPr id="15316" name="Google Shape;15316;p260"/>
          <p:cNvSpPr txBox="1"/>
          <p:nvPr>
            <p:ph idx="17" type="subTitle"/>
          </p:nvPr>
        </p:nvSpPr>
        <p:spPr>
          <a:xfrm>
            <a:off x="8998819" y="1782608"/>
            <a:ext cx="815100" cy="437700"/>
          </a:xfrm>
          <a:prstGeom prst="rect">
            <a:avLst/>
          </a:prstGeom>
        </p:spPr>
        <p:txBody>
          <a:bodyPr anchorCtr="0" anchor="ctr" bIns="36000" lIns="36000" spcFirstLastPara="1" rIns="36000" wrap="square" tIns="36000">
            <a:noAutofit/>
          </a:bodyPr>
          <a:lstStyle/>
          <a:p>
            <a:pPr indent="0" lvl="0" marL="0" rtl="0" algn="ctr">
              <a:spcBef>
                <a:spcPts val="0"/>
              </a:spcBef>
              <a:spcAft>
                <a:spcPts val="0"/>
              </a:spcAft>
              <a:buNone/>
            </a:pPr>
            <a:r>
              <a:rPr lang="es-419"/>
              <a:t>Validación de certificaciones ecológicas</a:t>
            </a:r>
            <a:endParaRPr/>
          </a:p>
        </p:txBody>
      </p:sp>
      <p:sp>
        <p:nvSpPr>
          <p:cNvPr id="15317" name="Google Shape;15317;p260"/>
          <p:cNvSpPr txBox="1"/>
          <p:nvPr>
            <p:ph idx="18" type="subTitle"/>
          </p:nvPr>
        </p:nvSpPr>
        <p:spPr>
          <a:xfrm>
            <a:off x="263406" y="2268846"/>
            <a:ext cx="796500" cy="437700"/>
          </a:xfrm>
          <a:prstGeom prst="rect">
            <a:avLst/>
          </a:prstGeom>
        </p:spPr>
        <p:txBody>
          <a:bodyPr anchorCtr="0" anchor="ctr" bIns="36000" lIns="36000" spcFirstLastPara="1" rIns="36000" wrap="square" tIns="36000">
            <a:noAutofit/>
          </a:bodyPr>
          <a:lstStyle/>
          <a:p>
            <a:pPr indent="0" lvl="0" marL="0" rtl="0" algn="ctr">
              <a:spcBef>
                <a:spcPts val="0"/>
              </a:spcBef>
              <a:spcAft>
                <a:spcPts val="0"/>
              </a:spcAft>
              <a:buNone/>
            </a:pPr>
            <a:r>
              <a:rPr lang="es-419"/>
              <a:t>asesorar al cliente en la </a:t>
            </a:r>
            <a:r>
              <a:rPr lang="es-419"/>
              <a:t>selección</a:t>
            </a:r>
            <a:r>
              <a:rPr lang="es-419"/>
              <a:t> del producto</a:t>
            </a:r>
            <a:endParaRPr/>
          </a:p>
        </p:txBody>
      </p:sp>
      <p:sp>
        <p:nvSpPr>
          <p:cNvPr id="15318" name="Google Shape;15318;p260"/>
          <p:cNvSpPr txBox="1"/>
          <p:nvPr>
            <p:ph idx="19" type="subTitle"/>
          </p:nvPr>
        </p:nvSpPr>
        <p:spPr>
          <a:xfrm>
            <a:off x="1177829" y="2268846"/>
            <a:ext cx="777900" cy="437700"/>
          </a:xfrm>
          <a:prstGeom prst="rect">
            <a:avLst/>
          </a:prstGeom>
        </p:spPr>
        <p:txBody>
          <a:bodyPr anchorCtr="0" anchor="ctr" bIns="36000" lIns="36000" spcFirstLastPara="1" rIns="36000" wrap="square" tIns="36000">
            <a:noAutofit/>
          </a:bodyPr>
          <a:lstStyle/>
          <a:p>
            <a:pPr indent="0" lvl="0" marL="0" rtl="0" algn="ctr">
              <a:spcBef>
                <a:spcPts val="0"/>
              </a:spcBef>
              <a:spcAft>
                <a:spcPts val="0"/>
              </a:spcAft>
              <a:buClr>
                <a:schemeClr val="dk1"/>
              </a:buClr>
              <a:buSzPts val="1100"/>
              <a:buFont typeface="Arial"/>
              <a:buNone/>
            </a:pPr>
            <a:r>
              <a:rPr lang="es-419">
                <a:solidFill>
                  <a:schemeClr val="dk1"/>
                </a:solidFill>
              </a:rPr>
              <a:t>Asesor de ventas</a:t>
            </a:r>
            <a:endParaRPr>
              <a:solidFill>
                <a:schemeClr val="dk1"/>
              </a:solidFill>
            </a:endParaRPr>
          </a:p>
          <a:p>
            <a:pPr indent="0" lvl="0" marL="0" rtl="0" algn="ctr">
              <a:spcBef>
                <a:spcPts val="0"/>
              </a:spcBef>
              <a:spcAft>
                <a:spcPts val="0"/>
              </a:spcAft>
              <a:buNone/>
            </a:pPr>
            <a:r>
              <a:t/>
            </a:r>
            <a:endParaRPr/>
          </a:p>
        </p:txBody>
      </p:sp>
      <p:sp>
        <p:nvSpPr>
          <p:cNvPr id="15319" name="Google Shape;15319;p260"/>
          <p:cNvSpPr txBox="1"/>
          <p:nvPr>
            <p:ph idx="20" type="subTitle"/>
          </p:nvPr>
        </p:nvSpPr>
        <p:spPr>
          <a:xfrm>
            <a:off x="1988728" y="2268846"/>
            <a:ext cx="815100" cy="437700"/>
          </a:xfrm>
          <a:prstGeom prst="rect">
            <a:avLst/>
          </a:prstGeom>
        </p:spPr>
        <p:txBody>
          <a:bodyPr anchorCtr="0" anchor="ctr" bIns="36000" lIns="36000" spcFirstLastPara="1" rIns="36000" wrap="square" tIns="36000">
            <a:noAutofit/>
          </a:bodyPr>
          <a:lstStyle/>
          <a:p>
            <a:pPr indent="0" lvl="0" marL="0" rtl="0" algn="ctr">
              <a:spcBef>
                <a:spcPts val="0"/>
              </a:spcBef>
              <a:spcAft>
                <a:spcPts val="0"/>
              </a:spcAft>
              <a:buNone/>
            </a:pPr>
            <a:r>
              <a:rPr lang="es-419"/>
              <a:t>Cliente</a:t>
            </a:r>
            <a:endParaRPr/>
          </a:p>
        </p:txBody>
      </p:sp>
      <p:sp>
        <p:nvSpPr>
          <p:cNvPr id="15320" name="Google Shape;15320;p260"/>
          <p:cNvSpPr txBox="1"/>
          <p:nvPr>
            <p:ph idx="21" type="subTitle"/>
          </p:nvPr>
        </p:nvSpPr>
        <p:spPr>
          <a:xfrm>
            <a:off x="2923907" y="2268846"/>
            <a:ext cx="777900" cy="437700"/>
          </a:xfrm>
          <a:prstGeom prst="rect">
            <a:avLst/>
          </a:prstGeom>
        </p:spPr>
        <p:txBody>
          <a:bodyPr anchorCtr="0" anchor="ctr" bIns="36000" lIns="36000" spcFirstLastPara="1" rIns="36000" wrap="square" tIns="36000">
            <a:noAutofit/>
          </a:bodyPr>
          <a:lstStyle/>
          <a:p>
            <a:pPr indent="0" lvl="0" marL="0" rtl="0" algn="ctr">
              <a:spcBef>
                <a:spcPts val="0"/>
              </a:spcBef>
              <a:spcAft>
                <a:spcPts val="0"/>
              </a:spcAft>
              <a:buClr>
                <a:schemeClr val="dk1"/>
              </a:buClr>
              <a:buSzPts val="1100"/>
              <a:buFont typeface="Arial"/>
              <a:buNone/>
            </a:pPr>
            <a:r>
              <a:rPr lang="es-419">
                <a:solidFill>
                  <a:schemeClr val="dk1"/>
                </a:solidFill>
              </a:rPr>
              <a:t>Catálogo físico, certificaciones de producto</a:t>
            </a:r>
            <a:endParaRPr>
              <a:solidFill>
                <a:schemeClr val="dk1"/>
              </a:solidFill>
            </a:endParaRPr>
          </a:p>
          <a:p>
            <a:pPr indent="0" lvl="0" marL="0" rtl="0" algn="ctr">
              <a:spcBef>
                <a:spcPts val="0"/>
              </a:spcBef>
              <a:spcAft>
                <a:spcPts val="0"/>
              </a:spcAft>
              <a:buNone/>
            </a:pPr>
            <a:r>
              <a:t/>
            </a:r>
            <a:endParaRPr/>
          </a:p>
        </p:txBody>
      </p:sp>
      <p:sp>
        <p:nvSpPr>
          <p:cNvPr id="15321" name="Google Shape;15321;p260"/>
          <p:cNvSpPr txBox="1"/>
          <p:nvPr>
            <p:ph idx="22" type="subTitle"/>
          </p:nvPr>
        </p:nvSpPr>
        <p:spPr>
          <a:xfrm>
            <a:off x="3734801" y="2268846"/>
            <a:ext cx="815100" cy="437700"/>
          </a:xfrm>
          <a:prstGeom prst="rect">
            <a:avLst/>
          </a:prstGeom>
        </p:spPr>
        <p:txBody>
          <a:bodyPr anchorCtr="0" anchor="ctr" bIns="36000" lIns="36000" spcFirstLastPara="1" rIns="36000" wrap="square" tIns="36000">
            <a:noAutofit/>
          </a:bodyPr>
          <a:lstStyle/>
          <a:p>
            <a:pPr indent="0" lvl="0" marL="0" rtl="0" algn="ctr">
              <a:spcBef>
                <a:spcPts val="0"/>
              </a:spcBef>
              <a:spcAft>
                <a:spcPts val="0"/>
              </a:spcAft>
              <a:buClr>
                <a:schemeClr val="dk1"/>
              </a:buClr>
              <a:buSzPts val="1100"/>
              <a:buFont typeface="Arial"/>
              <a:buNone/>
            </a:pPr>
            <a:r>
              <a:rPr lang="es-419">
                <a:solidFill>
                  <a:schemeClr val="dk1"/>
                </a:solidFill>
              </a:rPr>
              <a:t>Preferencias del cliente</a:t>
            </a:r>
            <a:endParaRPr/>
          </a:p>
        </p:txBody>
      </p:sp>
      <p:sp>
        <p:nvSpPr>
          <p:cNvPr id="15322" name="Google Shape;15322;p260"/>
          <p:cNvSpPr txBox="1"/>
          <p:nvPr>
            <p:ph idx="23" type="subTitle"/>
          </p:nvPr>
        </p:nvSpPr>
        <p:spPr>
          <a:xfrm>
            <a:off x="4669984" y="2268846"/>
            <a:ext cx="777900" cy="437700"/>
          </a:xfrm>
          <a:prstGeom prst="rect">
            <a:avLst/>
          </a:prstGeom>
        </p:spPr>
        <p:txBody>
          <a:bodyPr anchorCtr="0" anchor="ctr" bIns="36000" lIns="36000" spcFirstLastPara="1" rIns="36000" wrap="square" tIns="36000">
            <a:noAutofit/>
          </a:bodyPr>
          <a:lstStyle/>
          <a:p>
            <a:pPr indent="0" lvl="0" marL="0" rtl="0" algn="ctr">
              <a:spcBef>
                <a:spcPts val="0"/>
              </a:spcBef>
              <a:spcAft>
                <a:spcPts val="0"/>
              </a:spcAft>
              <a:buNone/>
            </a:pPr>
            <a:r>
              <a:rPr lang="es-419"/>
              <a:t>Registro físico (cuaderno Kardex)</a:t>
            </a:r>
            <a:endParaRPr/>
          </a:p>
        </p:txBody>
      </p:sp>
      <p:sp>
        <p:nvSpPr>
          <p:cNvPr id="15323" name="Google Shape;15323;p260"/>
          <p:cNvSpPr txBox="1"/>
          <p:nvPr>
            <p:ph idx="24" type="subTitle"/>
          </p:nvPr>
        </p:nvSpPr>
        <p:spPr>
          <a:xfrm>
            <a:off x="5480878" y="2268846"/>
            <a:ext cx="815100" cy="437700"/>
          </a:xfrm>
          <a:prstGeom prst="rect">
            <a:avLst/>
          </a:prstGeom>
        </p:spPr>
        <p:txBody>
          <a:bodyPr anchorCtr="0" anchor="ctr" bIns="36000" lIns="36000" spcFirstLastPara="1" rIns="36000" wrap="square" tIns="36000">
            <a:noAutofit/>
          </a:bodyPr>
          <a:lstStyle/>
          <a:p>
            <a:pPr indent="0" lvl="0" marL="0" rtl="0" algn="ctr">
              <a:spcBef>
                <a:spcPts val="0"/>
              </a:spcBef>
              <a:spcAft>
                <a:spcPts val="0"/>
              </a:spcAft>
              <a:buClr>
                <a:schemeClr val="dk1"/>
              </a:buClr>
              <a:buSzPts val="1100"/>
              <a:buFont typeface="Arial"/>
              <a:buNone/>
            </a:pPr>
            <a:r>
              <a:rPr lang="es-419">
                <a:solidFill>
                  <a:schemeClr val="dk1"/>
                </a:solidFill>
              </a:rPr>
              <a:t>Tienda Norte o Centro</a:t>
            </a:r>
            <a:endParaRPr/>
          </a:p>
        </p:txBody>
      </p:sp>
      <p:sp>
        <p:nvSpPr>
          <p:cNvPr id="15324" name="Google Shape;15324;p260"/>
          <p:cNvSpPr txBox="1"/>
          <p:nvPr>
            <p:ph idx="25" type="subTitle"/>
          </p:nvPr>
        </p:nvSpPr>
        <p:spPr>
          <a:xfrm>
            <a:off x="6410573" y="2268846"/>
            <a:ext cx="813600" cy="437700"/>
          </a:xfrm>
          <a:prstGeom prst="rect">
            <a:avLst/>
          </a:prstGeom>
        </p:spPr>
        <p:txBody>
          <a:bodyPr anchorCtr="0" anchor="ctr" bIns="36000" lIns="36000" spcFirstLastPara="1" rIns="36000" wrap="square" tIns="36000">
            <a:noAutofit/>
          </a:bodyPr>
          <a:lstStyle/>
          <a:p>
            <a:pPr indent="0" lvl="0" marL="0" rtl="0" algn="ctr">
              <a:spcBef>
                <a:spcPts val="0"/>
              </a:spcBef>
              <a:spcAft>
                <a:spcPts val="0"/>
              </a:spcAft>
              <a:buNone/>
            </a:pPr>
            <a:r>
              <a:rPr lang="es-419"/>
              <a:t>durante la visita del cliente</a:t>
            </a:r>
            <a:endParaRPr/>
          </a:p>
        </p:txBody>
      </p:sp>
      <p:sp>
        <p:nvSpPr>
          <p:cNvPr id="15325" name="Google Shape;15325;p260"/>
          <p:cNvSpPr txBox="1"/>
          <p:nvPr>
            <p:ph idx="26" type="subTitle"/>
          </p:nvPr>
        </p:nvSpPr>
        <p:spPr>
          <a:xfrm>
            <a:off x="7344346" y="2268846"/>
            <a:ext cx="796500" cy="437700"/>
          </a:xfrm>
          <a:prstGeom prst="rect">
            <a:avLst/>
          </a:prstGeom>
        </p:spPr>
        <p:txBody>
          <a:bodyPr anchorCtr="0" anchor="ctr" bIns="36000" lIns="36000" spcFirstLastPara="1" rIns="36000" wrap="square" tIns="36000">
            <a:noAutofit/>
          </a:bodyPr>
          <a:lstStyle/>
          <a:p>
            <a:pPr indent="0" lvl="0" marL="0" rtl="0" algn="ctr">
              <a:spcBef>
                <a:spcPts val="0"/>
              </a:spcBef>
              <a:spcAft>
                <a:spcPts val="0"/>
              </a:spcAft>
              <a:buNone/>
            </a:pPr>
            <a:r>
              <a:rPr lang="es-419"/>
              <a:t>validar existencia</a:t>
            </a:r>
            <a:endParaRPr/>
          </a:p>
        </p:txBody>
      </p:sp>
      <p:sp>
        <p:nvSpPr>
          <p:cNvPr id="15326" name="Google Shape;15326;p260"/>
          <p:cNvSpPr txBox="1"/>
          <p:nvPr>
            <p:ph idx="27" type="subTitle"/>
          </p:nvPr>
        </p:nvSpPr>
        <p:spPr>
          <a:xfrm>
            <a:off x="8181345" y="2268846"/>
            <a:ext cx="796500" cy="437700"/>
          </a:xfrm>
          <a:prstGeom prst="rect">
            <a:avLst/>
          </a:prstGeom>
        </p:spPr>
        <p:txBody>
          <a:bodyPr anchorCtr="0" anchor="ctr" bIns="36000" lIns="36000" spcFirstLastPara="1" rIns="36000" wrap="square" tIns="36000">
            <a:noAutofit/>
          </a:bodyPr>
          <a:lstStyle/>
          <a:p>
            <a:pPr indent="0" lvl="0" marL="0" rtl="0" algn="ctr">
              <a:spcBef>
                <a:spcPts val="0"/>
              </a:spcBef>
              <a:spcAft>
                <a:spcPts val="0"/>
              </a:spcAft>
              <a:buNone/>
            </a:pPr>
            <a:r>
              <a:rPr lang="es-419"/>
              <a:t>evitar falsas promesas</a:t>
            </a:r>
            <a:endParaRPr/>
          </a:p>
        </p:txBody>
      </p:sp>
      <p:sp>
        <p:nvSpPr>
          <p:cNvPr id="15327" name="Google Shape;15327;p260"/>
          <p:cNvSpPr txBox="1"/>
          <p:nvPr>
            <p:ph idx="28" type="subTitle"/>
          </p:nvPr>
        </p:nvSpPr>
        <p:spPr>
          <a:xfrm>
            <a:off x="8998819" y="2268846"/>
            <a:ext cx="815100" cy="437700"/>
          </a:xfrm>
          <a:prstGeom prst="rect">
            <a:avLst/>
          </a:prstGeom>
        </p:spPr>
        <p:txBody>
          <a:bodyPr anchorCtr="0" anchor="ctr" bIns="36000" lIns="36000" spcFirstLastPara="1" rIns="36000" wrap="square" tIns="36000">
            <a:noAutofit/>
          </a:bodyPr>
          <a:lstStyle/>
          <a:p>
            <a:pPr indent="0" lvl="0" marL="0" rtl="0" algn="ctr">
              <a:spcBef>
                <a:spcPts val="0"/>
              </a:spcBef>
              <a:spcAft>
                <a:spcPts val="0"/>
              </a:spcAft>
              <a:buNone/>
            </a:pPr>
            <a:r>
              <a:rPr lang="es-419"/>
              <a:t>Cruce de Kardex con stock real</a:t>
            </a:r>
            <a:endParaRPr/>
          </a:p>
        </p:txBody>
      </p:sp>
      <p:sp>
        <p:nvSpPr>
          <p:cNvPr id="15328" name="Google Shape;15328;p260"/>
          <p:cNvSpPr txBox="1"/>
          <p:nvPr>
            <p:ph idx="29" type="subTitle"/>
          </p:nvPr>
        </p:nvSpPr>
        <p:spPr>
          <a:xfrm>
            <a:off x="263406" y="2782511"/>
            <a:ext cx="796500" cy="437700"/>
          </a:xfrm>
          <a:prstGeom prst="rect">
            <a:avLst/>
          </a:prstGeom>
        </p:spPr>
        <p:txBody>
          <a:bodyPr anchorCtr="0" anchor="ctr" bIns="36000" lIns="36000" spcFirstLastPara="1" rIns="36000" wrap="square" tIns="36000">
            <a:noAutofit/>
          </a:bodyPr>
          <a:lstStyle/>
          <a:p>
            <a:pPr indent="0" lvl="0" marL="0" rtl="0" algn="l">
              <a:lnSpc>
                <a:spcPct val="100000"/>
              </a:lnSpc>
              <a:spcBef>
                <a:spcPts val="0"/>
              </a:spcBef>
              <a:spcAft>
                <a:spcPts val="0"/>
              </a:spcAft>
              <a:buNone/>
            </a:pPr>
            <a:r>
              <a:rPr lang="es-419"/>
              <a:t>Verificar Disponibilidad en inventario</a:t>
            </a:r>
            <a:endParaRPr/>
          </a:p>
          <a:p>
            <a:pPr indent="0" lvl="0" marL="0" rtl="0" algn="ctr">
              <a:spcBef>
                <a:spcPts val="0"/>
              </a:spcBef>
              <a:spcAft>
                <a:spcPts val="0"/>
              </a:spcAft>
              <a:buNone/>
            </a:pPr>
            <a:r>
              <a:t/>
            </a:r>
            <a:endParaRPr/>
          </a:p>
        </p:txBody>
      </p:sp>
      <p:sp>
        <p:nvSpPr>
          <p:cNvPr id="15329" name="Google Shape;15329;p260"/>
          <p:cNvSpPr txBox="1"/>
          <p:nvPr>
            <p:ph idx="30" type="subTitle"/>
          </p:nvPr>
        </p:nvSpPr>
        <p:spPr>
          <a:xfrm>
            <a:off x="1177829" y="2782511"/>
            <a:ext cx="777900" cy="437700"/>
          </a:xfrm>
          <a:prstGeom prst="rect">
            <a:avLst/>
          </a:prstGeom>
        </p:spPr>
        <p:txBody>
          <a:bodyPr anchorCtr="0" anchor="ctr" bIns="36000" lIns="36000" spcFirstLastPara="1" rIns="36000" wrap="square" tIns="36000">
            <a:noAutofit/>
          </a:bodyPr>
          <a:lstStyle/>
          <a:p>
            <a:pPr indent="0" lvl="0" marL="0" rtl="0" algn="ctr">
              <a:spcBef>
                <a:spcPts val="0"/>
              </a:spcBef>
              <a:spcAft>
                <a:spcPts val="0"/>
              </a:spcAft>
              <a:buNone/>
            </a:pPr>
            <a:r>
              <a:rPr lang="es-419"/>
              <a:t>Jefe de bodega</a:t>
            </a:r>
            <a:endParaRPr/>
          </a:p>
        </p:txBody>
      </p:sp>
      <p:sp>
        <p:nvSpPr>
          <p:cNvPr id="15330" name="Google Shape;15330;p260"/>
          <p:cNvSpPr txBox="1"/>
          <p:nvPr>
            <p:ph idx="31" type="subTitle"/>
          </p:nvPr>
        </p:nvSpPr>
        <p:spPr>
          <a:xfrm>
            <a:off x="1988728" y="2782511"/>
            <a:ext cx="815100" cy="437700"/>
          </a:xfrm>
          <a:prstGeom prst="rect">
            <a:avLst/>
          </a:prstGeom>
        </p:spPr>
        <p:txBody>
          <a:bodyPr anchorCtr="0" anchor="ctr" bIns="36000" lIns="36000" spcFirstLastPara="1" rIns="36000" wrap="square" tIns="36000">
            <a:noAutofit/>
          </a:bodyPr>
          <a:lstStyle/>
          <a:p>
            <a:pPr indent="0" lvl="0" marL="0" rtl="0" algn="ctr">
              <a:spcBef>
                <a:spcPts val="0"/>
              </a:spcBef>
              <a:spcAft>
                <a:spcPts val="0"/>
              </a:spcAft>
              <a:buNone/>
            </a:pPr>
            <a:r>
              <a:rPr lang="es-419"/>
              <a:t>Coordinador de calidad</a:t>
            </a:r>
            <a:endParaRPr/>
          </a:p>
        </p:txBody>
      </p:sp>
      <p:sp>
        <p:nvSpPr>
          <p:cNvPr id="15331" name="Google Shape;15331;p260"/>
          <p:cNvSpPr txBox="1"/>
          <p:nvPr>
            <p:ph idx="32" type="subTitle"/>
          </p:nvPr>
        </p:nvSpPr>
        <p:spPr>
          <a:xfrm>
            <a:off x="2923907" y="2782511"/>
            <a:ext cx="777900" cy="437700"/>
          </a:xfrm>
          <a:prstGeom prst="rect">
            <a:avLst/>
          </a:prstGeom>
        </p:spPr>
        <p:txBody>
          <a:bodyPr anchorCtr="0" anchor="ctr" bIns="36000" lIns="36000" spcFirstLastPara="1" rIns="36000" wrap="square" tIns="36000">
            <a:noAutofit/>
          </a:bodyPr>
          <a:lstStyle/>
          <a:p>
            <a:pPr indent="0" lvl="0" marL="0" rtl="0" algn="ctr">
              <a:spcBef>
                <a:spcPts val="0"/>
              </a:spcBef>
              <a:spcAft>
                <a:spcPts val="0"/>
              </a:spcAft>
              <a:buNone/>
            </a:pPr>
            <a:r>
              <a:rPr lang="es-419"/>
              <a:t>Kardex de inventario(E-BO-01))</a:t>
            </a:r>
            <a:endParaRPr/>
          </a:p>
        </p:txBody>
      </p:sp>
      <p:sp>
        <p:nvSpPr>
          <p:cNvPr id="15332" name="Google Shape;15332;p260"/>
          <p:cNvSpPr txBox="1"/>
          <p:nvPr>
            <p:ph idx="33" type="subTitle"/>
          </p:nvPr>
        </p:nvSpPr>
        <p:spPr>
          <a:xfrm>
            <a:off x="3734801" y="2782511"/>
            <a:ext cx="815100" cy="437700"/>
          </a:xfrm>
          <a:prstGeom prst="rect">
            <a:avLst/>
          </a:prstGeom>
        </p:spPr>
        <p:txBody>
          <a:bodyPr anchorCtr="0" anchor="ctr" bIns="36000" lIns="36000" spcFirstLastPara="1" rIns="36000" wrap="square" tIns="36000">
            <a:noAutofit/>
          </a:bodyPr>
          <a:lstStyle/>
          <a:p>
            <a:pPr indent="0" lvl="0" marL="0" rtl="0" algn="ctr">
              <a:spcBef>
                <a:spcPts val="0"/>
              </a:spcBef>
              <a:spcAft>
                <a:spcPts val="0"/>
              </a:spcAft>
              <a:buNone/>
            </a:pPr>
            <a:r>
              <a:rPr lang="es-419"/>
              <a:t>lote,fecha ingreso</a:t>
            </a:r>
            <a:endParaRPr/>
          </a:p>
        </p:txBody>
      </p:sp>
      <p:sp>
        <p:nvSpPr>
          <p:cNvPr id="15333" name="Google Shape;15333;p260"/>
          <p:cNvSpPr txBox="1"/>
          <p:nvPr>
            <p:ph idx="34" type="subTitle"/>
          </p:nvPr>
        </p:nvSpPr>
        <p:spPr>
          <a:xfrm>
            <a:off x="4669984" y="2782511"/>
            <a:ext cx="777900" cy="437700"/>
          </a:xfrm>
          <a:prstGeom prst="rect">
            <a:avLst/>
          </a:prstGeom>
        </p:spPr>
        <p:txBody>
          <a:bodyPr anchorCtr="0" anchor="ctr" bIns="36000" lIns="36000" spcFirstLastPara="1" rIns="36000" wrap="square" tIns="36000">
            <a:noAutofit/>
          </a:bodyPr>
          <a:lstStyle/>
          <a:p>
            <a:pPr indent="0" lvl="0" marL="0" rtl="0" algn="ctr">
              <a:spcBef>
                <a:spcPts val="0"/>
              </a:spcBef>
              <a:spcAft>
                <a:spcPts val="0"/>
              </a:spcAft>
              <a:buNone/>
            </a:pPr>
            <a:r>
              <a:rPr lang="es-419"/>
              <a:t>Kardex </a:t>
            </a:r>
            <a:r>
              <a:rPr lang="es-419"/>
              <a:t>Físico</a:t>
            </a:r>
            <a:endParaRPr/>
          </a:p>
        </p:txBody>
      </p:sp>
      <p:sp>
        <p:nvSpPr>
          <p:cNvPr id="15334" name="Google Shape;15334;p260"/>
          <p:cNvSpPr txBox="1"/>
          <p:nvPr>
            <p:ph idx="35" type="subTitle"/>
          </p:nvPr>
        </p:nvSpPr>
        <p:spPr>
          <a:xfrm>
            <a:off x="5480878" y="2782511"/>
            <a:ext cx="815100" cy="437700"/>
          </a:xfrm>
          <a:prstGeom prst="rect">
            <a:avLst/>
          </a:prstGeom>
        </p:spPr>
        <p:txBody>
          <a:bodyPr anchorCtr="0" anchor="ctr" bIns="36000" lIns="36000" spcFirstLastPara="1" rIns="36000" wrap="square" tIns="36000">
            <a:noAutofit/>
          </a:bodyPr>
          <a:lstStyle/>
          <a:p>
            <a:pPr indent="0" lvl="0" marL="0" rtl="0" algn="ctr">
              <a:spcBef>
                <a:spcPts val="0"/>
              </a:spcBef>
              <a:spcAft>
                <a:spcPts val="0"/>
              </a:spcAft>
              <a:buNone/>
            </a:pPr>
            <a:r>
              <a:rPr lang="es-419"/>
              <a:t>Bodega Tienda</a:t>
            </a:r>
            <a:endParaRPr/>
          </a:p>
        </p:txBody>
      </p:sp>
      <p:sp>
        <p:nvSpPr>
          <p:cNvPr id="15335" name="Google Shape;15335;p260"/>
          <p:cNvSpPr txBox="1"/>
          <p:nvPr>
            <p:ph idx="36" type="subTitle"/>
          </p:nvPr>
        </p:nvSpPr>
        <p:spPr>
          <a:xfrm>
            <a:off x="6410573" y="2782510"/>
            <a:ext cx="813600" cy="437700"/>
          </a:xfrm>
          <a:prstGeom prst="rect">
            <a:avLst/>
          </a:prstGeom>
        </p:spPr>
        <p:txBody>
          <a:bodyPr anchorCtr="0" anchor="ctr" bIns="36000" lIns="36000" spcFirstLastPara="1" rIns="36000" wrap="square" tIns="36000">
            <a:noAutofit/>
          </a:bodyPr>
          <a:lstStyle/>
          <a:p>
            <a:pPr indent="0" lvl="0" marL="0" rtl="0" algn="ctr">
              <a:spcBef>
                <a:spcPts val="0"/>
              </a:spcBef>
              <a:spcAft>
                <a:spcPts val="0"/>
              </a:spcAft>
              <a:buNone/>
            </a:pPr>
            <a:r>
              <a:rPr lang="es-419"/>
              <a:t>Antes de registrar la venta</a:t>
            </a:r>
            <a:endParaRPr/>
          </a:p>
        </p:txBody>
      </p:sp>
      <p:sp>
        <p:nvSpPr>
          <p:cNvPr id="15336" name="Google Shape;15336;p260"/>
          <p:cNvSpPr txBox="1"/>
          <p:nvPr>
            <p:ph idx="37" type="subTitle"/>
          </p:nvPr>
        </p:nvSpPr>
        <p:spPr>
          <a:xfrm>
            <a:off x="7344346" y="2782511"/>
            <a:ext cx="796500" cy="437700"/>
          </a:xfrm>
          <a:prstGeom prst="rect">
            <a:avLst/>
          </a:prstGeom>
        </p:spPr>
        <p:txBody>
          <a:bodyPr anchorCtr="0" anchor="ctr" bIns="36000" lIns="36000" spcFirstLastPara="1" rIns="36000" wrap="square" tIns="36000">
            <a:noAutofit/>
          </a:bodyPr>
          <a:lstStyle/>
          <a:p>
            <a:pPr indent="0" lvl="0" marL="0" rtl="0" algn="ctr">
              <a:spcBef>
                <a:spcPts val="0"/>
              </a:spcBef>
              <a:spcAft>
                <a:spcPts val="0"/>
              </a:spcAft>
              <a:buNone/>
            </a:pPr>
            <a:r>
              <a:rPr lang="es-419"/>
              <a:t>Acceso al Kardex</a:t>
            </a:r>
            <a:endParaRPr/>
          </a:p>
        </p:txBody>
      </p:sp>
      <p:sp>
        <p:nvSpPr>
          <p:cNvPr id="15337" name="Google Shape;15337;p260"/>
          <p:cNvSpPr txBox="1"/>
          <p:nvPr>
            <p:ph idx="38" type="subTitle"/>
          </p:nvPr>
        </p:nvSpPr>
        <p:spPr>
          <a:xfrm>
            <a:off x="8181345" y="2782511"/>
            <a:ext cx="796500" cy="437700"/>
          </a:xfrm>
          <a:prstGeom prst="rect">
            <a:avLst/>
          </a:prstGeom>
        </p:spPr>
        <p:txBody>
          <a:bodyPr anchorCtr="0" anchor="ctr" bIns="36000" lIns="36000" spcFirstLastPara="1" rIns="36000" wrap="square" tIns="36000">
            <a:noAutofit/>
          </a:bodyPr>
          <a:lstStyle/>
          <a:p>
            <a:pPr indent="0" lvl="0" marL="0" rtl="0" algn="ctr">
              <a:spcBef>
                <a:spcPts val="0"/>
              </a:spcBef>
              <a:spcAft>
                <a:spcPts val="0"/>
              </a:spcAft>
              <a:buNone/>
            </a:pPr>
            <a:r>
              <a:rPr lang="es-419"/>
              <a:t>para </a:t>
            </a:r>
            <a:r>
              <a:rPr lang="es-419"/>
              <a:t>confirmar</a:t>
            </a:r>
            <a:r>
              <a:rPr lang="es-419"/>
              <a:t> stock</a:t>
            </a:r>
            <a:endParaRPr/>
          </a:p>
        </p:txBody>
      </p:sp>
      <p:sp>
        <p:nvSpPr>
          <p:cNvPr id="15338" name="Google Shape;15338;p260"/>
          <p:cNvSpPr txBox="1"/>
          <p:nvPr>
            <p:ph idx="39" type="subTitle"/>
          </p:nvPr>
        </p:nvSpPr>
        <p:spPr>
          <a:xfrm>
            <a:off x="8998819" y="2782511"/>
            <a:ext cx="815100" cy="437700"/>
          </a:xfrm>
          <a:prstGeom prst="rect">
            <a:avLst/>
          </a:prstGeom>
        </p:spPr>
        <p:txBody>
          <a:bodyPr anchorCtr="0" anchor="ctr" bIns="36000" lIns="36000" spcFirstLastPara="1" rIns="36000" wrap="square" tIns="36000">
            <a:noAutofit/>
          </a:bodyPr>
          <a:lstStyle/>
          <a:p>
            <a:pPr indent="0" lvl="0" marL="0" rtl="0" algn="l">
              <a:spcBef>
                <a:spcPts val="0"/>
              </a:spcBef>
              <a:spcAft>
                <a:spcPts val="0"/>
              </a:spcAft>
              <a:buNone/>
            </a:pPr>
            <a:r>
              <a:rPr lang="es-419"/>
              <a:t>Verificar saldo y no vender si no hay </a:t>
            </a:r>
            <a:r>
              <a:rPr lang="es-419"/>
              <a:t>autorización</a:t>
            </a:r>
            <a:r>
              <a:rPr lang="es-419"/>
              <a:t> de retiro</a:t>
            </a:r>
            <a:endParaRPr/>
          </a:p>
        </p:txBody>
      </p:sp>
      <p:sp>
        <p:nvSpPr>
          <p:cNvPr id="15339" name="Google Shape;15339;p260"/>
          <p:cNvSpPr txBox="1"/>
          <p:nvPr>
            <p:ph idx="40" type="subTitle"/>
          </p:nvPr>
        </p:nvSpPr>
        <p:spPr>
          <a:xfrm>
            <a:off x="263406" y="3269058"/>
            <a:ext cx="796500" cy="437700"/>
          </a:xfrm>
          <a:prstGeom prst="rect">
            <a:avLst/>
          </a:prstGeom>
        </p:spPr>
        <p:txBody>
          <a:bodyPr anchorCtr="0" anchor="ctr" bIns="36000" lIns="36000" spcFirstLastPara="1" rIns="36000" wrap="square" tIns="36000">
            <a:noAutofit/>
          </a:bodyPr>
          <a:lstStyle/>
          <a:p>
            <a:pPr indent="0" lvl="0" marL="0" rtl="0" algn="l">
              <a:lnSpc>
                <a:spcPct val="100000"/>
              </a:lnSpc>
              <a:spcBef>
                <a:spcPts val="0"/>
              </a:spcBef>
              <a:spcAft>
                <a:spcPts val="0"/>
              </a:spcAft>
              <a:buNone/>
            </a:pPr>
            <a:r>
              <a:rPr lang="es-419"/>
              <a:t>Realizar Pedido</a:t>
            </a:r>
            <a:endParaRPr/>
          </a:p>
          <a:p>
            <a:pPr indent="0" lvl="0" marL="0" rtl="0" algn="ctr">
              <a:spcBef>
                <a:spcPts val="0"/>
              </a:spcBef>
              <a:spcAft>
                <a:spcPts val="0"/>
              </a:spcAft>
              <a:buNone/>
            </a:pPr>
            <a:r>
              <a:t/>
            </a:r>
            <a:endParaRPr/>
          </a:p>
        </p:txBody>
      </p:sp>
      <p:sp>
        <p:nvSpPr>
          <p:cNvPr id="15340" name="Google Shape;15340;p260"/>
          <p:cNvSpPr txBox="1"/>
          <p:nvPr>
            <p:ph idx="41" type="subTitle"/>
          </p:nvPr>
        </p:nvSpPr>
        <p:spPr>
          <a:xfrm>
            <a:off x="1177829" y="3269058"/>
            <a:ext cx="777900" cy="437700"/>
          </a:xfrm>
          <a:prstGeom prst="rect">
            <a:avLst/>
          </a:prstGeom>
        </p:spPr>
        <p:txBody>
          <a:bodyPr anchorCtr="0" anchor="ctr" bIns="36000" lIns="36000" spcFirstLastPara="1" rIns="36000" wrap="square" tIns="36000">
            <a:noAutofit/>
          </a:bodyPr>
          <a:lstStyle/>
          <a:p>
            <a:pPr indent="0" lvl="0" marL="0" rtl="0" algn="ctr">
              <a:spcBef>
                <a:spcPts val="0"/>
              </a:spcBef>
              <a:spcAft>
                <a:spcPts val="0"/>
              </a:spcAft>
              <a:buClr>
                <a:schemeClr val="dk1"/>
              </a:buClr>
              <a:buSzPts val="1100"/>
              <a:buFont typeface="Arial"/>
              <a:buNone/>
            </a:pPr>
            <a:r>
              <a:rPr lang="es-419">
                <a:solidFill>
                  <a:schemeClr val="dk1"/>
                </a:solidFill>
              </a:rPr>
              <a:t>Asesor de ventas</a:t>
            </a:r>
            <a:endParaRPr/>
          </a:p>
        </p:txBody>
      </p:sp>
      <p:sp>
        <p:nvSpPr>
          <p:cNvPr id="15341" name="Google Shape;15341;p260"/>
          <p:cNvSpPr txBox="1"/>
          <p:nvPr>
            <p:ph idx="42" type="subTitle"/>
          </p:nvPr>
        </p:nvSpPr>
        <p:spPr>
          <a:xfrm>
            <a:off x="1988728" y="3269058"/>
            <a:ext cx="815100" cy="437700"/>
          </a:xfrm>
          <a:prstGeom prst="rect">
            <a:avLst/>
          </a:prstGeom>
        </p:spPr>
        <p:txBody>
          <a:bodyPr anchorCtr="0" anchor="ctr" bIns="36000" lIns="36000" spcFirstLastPara="1" rIns="36000" wrap="square" tIns="36000">
            <a:noAutofit/>
          </a:bodyPr>
          <a:lstStyle/>
          <a:p>
            <a:pPr indent="0" lvl="0" marL="0" rtl="0" algn="ctr">
              <a:spcBef>
                <a:spcPts val="0"/>
              </a:spcBef>
              <a:spcAft>
                <a:spcPts val="0"/>
              </a:spcAft>
              <a:buNone/>
            </a:pPr>
            <a:r>
              <a:rPr lang="es-419"/>
              <a:t>Proveedor</a:t>
            </a:r>
            <a:r>
              <a:rPr lang="es-419"/>
              <a:t> local</a:t>
            </a:r>
            <a:endParaRPr/>
          </a:p>
        </p:txBody>
      </p:sp>
      <p:sp>
        <p:nvSpPr>
          <p:cNvPr id="15342" name="Google Shape;15342;p260"/>
          <p:cNvSpPr txBox="1"/>
          <p:nvPr>
            <p:ph idx="43" type="subTitle"/>
          </p:nvPr>
        </p:nvSpPr>
        <p:spPr>
          <a:xfrm>
            <a:off x="2923907" y="3269058"/>
            <a:ext cx="777900" cy="437700"/>
          </a:xfrm>
          <a:prstGeom prst="rect">
            <a:avLst/>
          </a:prstGeom>
        </p:spPr>
        <p:txBody>
          <a:bodyPr anchorCtr="0" anchor="ctr" bIns="36000" lIns="36000" spcFirstLastPara="1" rIns="36000" wrap="square" tIns="36000">
            <a:noAutofit/>
          </a:bodyPr>
          <a:lstStyle/>
          <a:p>
            <a:pPr indent="0" lvl="0" marL="0" rtl="0" algn="ctr">
              <a:spcBef>
                <a:spcPts val="0"/>
              </a:spcBef>
              <a:spcAft>
                <a:spcPts val="0"/>
              </a:spcAft>
              <a:buNone/>
            </a:pPr>
            <a:r>
              <a:rPr lang="es-419"/>
              <a:t>Formato de pedido (F-PD-01)</a:t>
            </a:r>
            <a:endParaRPr/>
          </a:p>
        </p:txBody>
      </p:sp>
      <p:sp>
        <p:nvSpPr>
          <p:cNvPr id="15343" name="Google Shape;15343;p260"/>
          <p:cNvSpPr txBox="1"/>
          <p:nvPr>
            <p:ph idx="44" type="subTitle"/>
          </p:nvPr>
        </p:nvSpPr>
        <p:spPr>
          <a:xfrm>
            <a:off x="3734801" y="3269058"/>
            <a:ext cx="815100" cy="437700"/>
          </a:xfrm>
          <a:prstGeom prst="rect">
            <a:avLst/>
          </a:prstGeom>
        </p:spPr>
        <p:txBody>
          <a:bodyPr anchorCtr="0" anchor="ctr" bIns="36000" lIns="36000" spcFirstLastPara="1" rIns="36000" wrap="square" tIns="36000">
            <a:noAutofit/>
          </a:bodyPr>
          <a:lstStyle/>
          <a:p>
            <a:pPr indent="0" lvl="0" marL="0" rtl="0" algn="ctr">
              <a:spcBef>
                <a:spcPts val="0"/>
              </a:spcBef>
              <a:spcAft>
                <a:spcPts val="0"/>
              </a:spcAft>
              <a:buNone/>
            </a:pPr>
            <a:r>
              <a:rPr lang="es-419"/>
              <a:t>Plazo De Entrega</a:t>
            </a:r>
            <a:endParaRPr/>
          </a:p>
        </p:txBody>
      </p:sp>
      <p:sp>
        <p:nvSpPr>
          <p:cNvPr id="15344" name="Google Shape;15344;p260"/>
          <p:cNvSpPr txBox="1"/>
          <p:nvPr>
            <p:ph idx="45" type="subTitle"/>
          </p:nvPr>
        </p:nvSpPr>
        <p:spPr>
          <a:xfrm>
            <a:off x="4669984" y="3269058"/>
            <a:ext cx="777900" cy="437700"/>
          </a:xfrm>
          <a:prstGeom prst="rect">
            <a:avLst/>
          </a:prstGeom>
        </p:spPr>
        <p:txBody>
          <a:bodyPr anchorCtr="0" anchor="ctr" bIns="36000" lIns="36000" spcFirstLastPara="1" rIns="36000" wrap="square" tIns="36000">
            <a:noAutofit/>
          </a:bodyPr>
          <a:lstStyle/>
          <a:p>
            <a:pPr indent="0" lvl="0" marL="0" rtl="0" algn="ctr">
              <a:spcBef>
                <a:spcPts val="0"/>
              </a:spcBef>
              <a:spcAft>
                <a:spcPts val="0"/>
              </a:spcAft>
              <a:buNone/>
            </a:pPr>
            <a:r>
              <a:rPr lang="es-419"/>
              <a:t>Formato </a:t>
            </a:r>
            <a:r>
              <a:rPr lang="es-419"/>
              <a:t>físico</a:t>
            </a:r>
            <a:r>
              <a:rPr lang="es-419"/>
              <a:t> y </a:t>
            </a:r>
            <a:r>
              <a:rPr lang="es-419"/>
              <a:t>contacto</a:t>
            </a:r>
            <a:r>
              <a:rPr lang="es-419"/>
              <a:t> del </a:t>
            </a:r>
            <a:r>
              <a:rPr lang="es-419"/>
              <a:t>proveedor</a:t>
            </a:r>
            <a:endParaRPr/>
          </a:p>
        </p:txBody>
      </p:sp>
      <p:sp>
        <p:nvSpPr>
          <p:cNvPr id="15345" name="Google Shape;15345;p260"/>
          <p:cNvSpPr txBox="1"/>
          <p:nvPr>
            <p:ph idx="46" type="subTitle"/>
          </p:nvPr>
        </p:nvSpPr>
        <p:spPr>
          <a:xfrm>
            <a:off x="5480878" y="3269058"/>
            <a:ext cx="815100" cy="437700"/>
          </a:xfrm>
          <a:prstGeom prst="rect">
            <a:avLst/>
          </a:prstGeom>
        </p:spPr>
        <p:txBody>
          <a:bodyPr anchorCtr="0" anchor="ctr" bIns="36000" lIns="36000" spcFirstLastPara="1" rIns="36000" wrap="square" tIns="36000">
            <a:noAutofit/>
          </a:bodyPr>
          <a:lstStyle/>
          <a:p>
            <a:pPr indent="0" lvl="0" marL="0" rtl="0" algn="ctr">
              <a:spcBef>
                <a:spcPts val="0"/>
              </a:spcBef>
              <a:spcAft>
                <a:spcPts val="0"/>
              </a:spcAft>
              <a:buNone/>
            </a:pPr>
            <a:r>
              <a:rPr lang="es-419"/>
              <a:t>Tienda Norte O centro</a:t>
            </a:r>
            <a:endParaRPr/>
          </a:p>
        </p:txBody>
      </p:sp>
      <p:sp>
        <p:nvSpPr>
          <p:cNvPr id="15346" name="Google Shape;15346;p260"/>
          <p:cNvSpPr txBox="1"/>
          <p:nvPr>
            <p:ph idx="47" type="subTitle"/>
          </p:nvPr>
        </p:nvSpPr>
        <p:spPr>
          <a:xfrm>
            <a:off x="6410573" y="3269056"/>
            <a:ext cx="813600" cy="437700"/>
          </a:xfrm>
          <a:prstGeom prst="rect">
            <a:avLst/>
          </a:prstGeom>
        </p:spPr>
        <p:txBody>
          <a:bodyPr anchorCtr="0" anchor="ctr" bIns="36000" lIns="36000" spcFirstLastPara="1" rIns="36000" wrap="square" tIns="36000">
            <a:noAutofit/>
          </a:bodyPr>
          <a:lstStyle/>
          <a:p>
            <a:pPr indent="0" lvl="0" marL="0" rtl="0" algn="l">
              <a:lnSpc>
                <a:spcPct val="100000"/>
              </a:lnSpc>
              <a:spcBef>
                <a:spcPts val="0"/>
              </a:spcBef>
              <a:spcAft>
                <a:spcPts val="0"/>
              </a:spcAft>
              <a:buNone/>
            </a:pPr>
            <a:r>
              <a:rPr lang="es-419"/>
              <a:t>Cuando no hay producto disponible en stock</a:t>
            </a:r>
            <a:endParaRPr/>
          </a:p>
          <a:p>
            <a:pPr indent="0" lvl="0" marL="0" rtl="0" algn="ctr">
              <a:spcBef>
                <a:spcPts val="0"/>
              </a:spcBef>
              <a:spcAft>
                <a:spcPts val="0"/>
              </a:spcAft>
              <a:buNone/>
            </a:pPr>
            <a:r>
              <a:t/>
            </a:r>
            <a:endParaRPr/>
          </a:p>
        </p:txBody>
      </p:sp>
      <p:sp>
        <p:nvSpPr>
          <p:cNvPr id="15347" name="Google Shape;15347;p260"/>
          <p:cNvSpPr txBox="1"/>
          <p:nvPr>
            <p:ph idx="48" type="subTitle"/>
          </p:nvPr>
        </p:nvSpPr>
        <p:spPr>
          <a:xfrm>
            <a:off x="7344346" y="3269058"/>
            <a:ext cx="796500" cy="437700"/>
          </a:xfrm>
          <a:prstGeom prst="rect">
            <a:avLst/>
          </a:prstGeom>
        </p:spPr>
        <p:txBody>
          <a:bodyPr anchorCtr="0" anchor="ctr" bIns="36000" lIns="36000" spcFirstLastPara="1" rIns="36000" wrap="square" tIns="36000">
            <a:noAutofit/>
          </a:bodyPr>
          <a:lstStyle/>
          <a:p>
            <a:pPr indent="0" lvl="0" marL="0" rtl="0" algn="ctr">
              <a:spcBef>
                <a:spcPts val="0"/>
              </a:spcBef>
              <a:spcAft>
                <a:spcPts val="0"/>
              </a:spcAft>
              <a:buNone/>
            </a:pPr>
            <a:r>
              <a:rPr lang="es-419"/>
              <a:t>Autorización</a:t>
            </a:r>
            <a:r>
              <a:rPr lang="es-419"/>
              <a:t> del jefe de bodega</a:t>
            </a:r>
            <a:endParaRPr/>
          </a:p>
        </p:txBody>
      </p:sp>
      <p:sp>
        <p:nvSpPr>
          <p:cNvPr id="15348" name="Google Shape;15348;p260"/>
          <p:cNvSpPr txBox="1"/>
          <p:nvPr>
            <p:ph idx="49" type="subTitle"/>
          </p:nvPr>
        </p:nvSpPr>
        <p:spPr>
          <a:xfrm>
            <a:off x="8181345" y="3269058"/>
            <a:ext cx="796500" cy="437700"/>
          </a:xfrm>
          <a:prstGeom prst="rect">
            <a:avLst/>
          </a:prstGeom>
        </p:spPr>
        <p:txBody>
          <a:bodyPr anchorCtr="0" anchor="ctr" bIns="36000" lIns="36000" spcFirstLastPara="1" rIns="36000" wrap="square" tIns="36000">
            <a:noAutofit/>
          </a:bodyPr>
          <a:lstStyle/>
          <a:p>
            <a:pPr indent="0" lvl="0" marL="0" rtl="0" algn="ctr">
              <a:spcBef>
                <a:spcPts val="0"/>
              </a:spcBef>
              <a:spcAft>
                <a:spcPts val="0"/>
              </a:spcAft>
              <a:buNone/>
            </a:pPr>
            <a:r>
              <a:rPr lang="es-419"/>
              <a:t>Reponer stock y cumplir la venta</a:t>
            </a:r>
            <a:endParaRPr/>
          </a:p>
        </p:txBody>
      </p:sp>
      <p:sp>
        <p:nvSpPr>
          <p:cNvPr id="15349" name="Google Shape;15349;p260"/>
          <p:cNvSpPr txBox="1"/>
          <p:nvPr>
            <p:ph idx="50" type="subTitle"/>
          </p:nvPr>
        </p:nvSpPr>
        <p:spPr>
          <a:xfrm>
            <a:off x="8998819" y="3269058"/>
            <a:ext cx="815100" cy="437700"/>
          </a:xfrm>
          <a:prstGeom prst="rect">
            <a:avLst/>
          </a:prstGeom>
        </p:spPr>
        <p:txBody>
          <a:bodyPr anchorCtr="0" anchor="ctr" bIns="36000" lIns="36000" spcFirstLastPara="1" rIns="36000" wrap="square" tIns="36000">
            <a:noAutofit/>
          </a:bodyPr>
          <a:lstStyle/>
          <a:p>
            <a:pPr indent="0" lvl="0" marL="0" rtl="0" algn="ctr">
              <a:spcBef>
                <a:spcPts val="0"/>
              </a:spcBef>
              <a:spcAft>
                <a:spcPts val="0"/>
              </a:spcAft>
              <a:buNone/>
            </a:pPr>
            <a:r>
              <a:rPr lang="es-419"/>
              <a:t>Conservar copia de F-PD-01,pedido urgente si stock=0</a:t>
            </a:r>
            <a:endParaRPr/>
          </a:p>
        </p:txBody>
      </p:sp>
      <p:sp>
        <p:nvSpPr>
          <p:cNvPr id="15350" name="Google Shape;15350;p260"/>
          <p:cNvSpPr txBox="1"/>
          <p:nvPr>
            <p:ph idx="51" type="subTitle"/>
          </p:nvPr>
        </p:nvSpPr>
        <p:spPr>
          <a:xfrm>
            <a:off x="263406" y="3763699"/>
            <a:ext cx="796500" cy="437700"/>
          </a:xfrm>
          <a:prstGeom prst="rect">
            <a:avLst/>
          </a:prstGeom>
        </p:spPr>
        <p:txBody>
          <a:bodyPr anchorCtr="0" anchor="ctr" bIns="36000" lIns="36000" spcFirstLastPara="1" rIns="36000" wrap="square" tIns="36000">
            <a:noAutofit/>
          </a:bodyPr>
          <a:lstStyle/>
          <a:p>
            <a:pPr indent="0" lvl="0" marL="0" rtl="0" algn="l">
              <a:lnSpc>
                <a:spcPct val="100000"/>
              </a:lnSpc>
              <a:spcBef>
                <a:spcPts val="0"/>
              </a:spcBef>
              <a:spcAft>
                <a:spcPts val="0"/>
              </a:spcAft>
              <a:buNone/>
            </a:pPr>
            <a:r>
              <a:rPr lang="es-419"/>
              <a:t>Solicitar Retiro Del Producto En Bodega</a:t>
            </a:r>
            <a:endParaRPr/>
          </a:p>
          <a:p>
            <a:pPr indent="0" lvl="0" marL="0" rtl="0" algn="ctr">
              <a:spcBef>
                <a:spcPts val="0"/>
              </a:spcBef>
              <a:spcAft>
                <a:spcPts val="0"/>
              </a:spcAft>
              <a:buNone/>
            </a:pPr>
            <a:r>
              <a:t/>
            </a:r>
            <a:endParaRPr/>
          </a:p>
        </p:txBody>
      </p:sp>
      <p:sp>
        <p:nvSpPr>
          <p:cNvPr id="15351" name="Google Shape;15351;p260"/>
          <p:cNvSpPr txBox="1"/>
          <p:nvPr>
            <p:ph idx="52" type="subTitle"/>
          </p:nvPr>
        </p:nvSpPr>
        <p:spPr>
          <a:xfrm>
            <a:off x="1177829" y="3763699"/>
            <a:ext cx="777900" cy="437700"/>
          </a:xfrm>
          <a:prstGeom prst="rect">
            <a:avLst/>
          </a:prstGeom>
        </p:spPr>
        <p:txBody>
          <a:bodyPr anchorCtr="0" anchor="ctr" bIns="36000" lIns="36000" spcFirstLastPara="1" rIns="36000" wrap="square" tIns="36000">
            <a:noAutofit/>
          </a:bodyPr>
          <a:lstStyle/>
          <a:p>
            <a:pPr indent="0" lvl="0" marL="0" rtl="0" algn="ctr">
              <a:spcBef>
                <a:spcPts val="0"/>
              </a:spcBef>
              <a:spcAft>
                <a:spcPts val="0"/>
              </a:spcAft>
              <a:buNone/>
            </a:pPr>
            <a:r>
              <a:rPr lang="es-419"/>
              <a:t>Asesor de ventas</a:t>
            </a:r>
            <a:endParaRPr/>
          </a:p>
        </p:txBody>
      </p:sp>
      <p:sp>
        <p:nvSpPr>
          <p:cNvPr id="15352" name="Google Shape;15352;p260"/>
          <p:cNvSpPr txBox="1"/>
          <p:nvPr>
            <p:ph idx="53" type="subTitle"/>
          </p:nvPr>
        </p:nvSpPr>
        <p:spPr>
          <a:xfrm>
            <a:off x="1988728" y="3763699"/>
            <a:ext cx="815100" cy="437700"/>
          </a:xfrm>
          <a:prstGeom prst="rect">
            <a:avLst/>
          </a:prstGeom>
        </p:spPr>
        <p:txBody>
          <a:bodyPr anchorCtr="0" anchor="ctr" bIns="36000" lIns="36000" spcFirstLastPara="1" rIns="36000" wrap="square" tIns="36000">
            <a:noAutofit/>
          </a:bodyPr>
          <a:lstStyle/>
          <a:p>
            <a:pPr indent="0" lvl="0" marL="0" rtl="0" algn="ctr">
              <a:spcBef>
                <a:spcPts val="0"/>
              </a:spcBef>
              <a:spcAft>
                <a:spcPts val="0"/>
              </a:spcAft>
              <a:buNone/>
            </a:pPr>
            <a:r>
              <a:rPr lang="es-419"/>
              <a:t>Proveedor</a:t>
            </a:r>
            <a:r>
              <a:rPr lang="es-419"/>
              <a:t> Local</a:t>
            </a:r>
            <a:endParaRPr/>
          </a:p>
        </p:txBody>
      </p:sp>
      <p:sp>
        <p:nvSpPr>
          <p:cNvPr id="15353" name="Google Shape;15353;p260"/>
          <p:cNvSpPr txBox="1"/>
          <p:nvPr>
            <p:ph idx="54" type="subTitle"/>
          </p:nvPr>
        </p:nvSpPr>
        <p:spPr>
          <a:xfrm>
            <a:off x="2923907" y="3763699"/>
            <a:ext cx="777900" cy="437700"/>
          </a:xfrm>
          <a:prstGeom prst="rect">
            <a:avLst/>
          </a:prstGeom>
        </p:spPr>
        <p:txBody>
          <a:bodyPr anchorCtr="0" anchor="ctr" bIns="36000" lIns="36000" spcFirstLastPara="1" rIns="36000" wrap="square" tIns="36000">
            <a:noAutofit/>
          </a:bodyPr>
          <a:lstStyle/>
          <a:p>
            <a:pPr indent="0" lvl="0" marL="0" rtl="0" algn="ctr">
              <a:spcBef>
                <a:spcPts val="0"/>
              </a:spcBef>
              <a:spcAft>
                <a:spcPts val="0"/>
              </a:spcAft>
              <a:buNone/>
            </a:pPr>
            <a:r>
              <a:rPr lang="es-419"/>
              <a:t>Vale de Retiro F-BO-01</a:t>
            </a:r>
            <a:endParaRPr/>
          </a:p>
        </p:txBody>
      </p:sp>
      <p:sp>
        <p:nvSpPr>
          <p:cNvPr id="15354" name="Google Shape;15354;p260"/>
          <p:cNvSpPr txBox="1"/>
          <p:nvPr>
            <p:ph idx="55" type="subTitle"/>
          </p:nvPr>
        </p:nvSpPr>
        <p:spPr>
          <a:xfrm>
            <a:off x="3734801" y="3763699"/>
            <a:ext cx="815100" cy="437700"/>
          </a:xfrm>
          <a:prstGeom prst="rect">
            <a:avLst/>
          </a:prstGeom>
        </p:spPr>
        <p:txBody>
          <a:bodyPr anchorCtr="0" anchor="ctr" bIns="36000" lIns="36000" spcFirstLastPara="1" rIns="36000" wrap="square" tIns="36000">
            <a:noAutofit/>
          </a:bodyPr>
          <a:lstStyle/>
          <a:p>
            <a:pPr indent="0" lvl="0" marL="0" rtl="0" algn="ctr">
              <a:spcBef>
                <a:spcPts val="0"/>
              </a:spcBef>
              <a:spcAft>
                <a:spcPts val="0"/>
              </a:spcAft>
              <a:buNone/>
            </a:pPr>
            <a:r>
              <a:rPr lang="es-419"/>
              <a:t>Comprobante de pago</a:t>
            </a:r>
            <a:endParaRPr/>
          </a:p>
        </p:txBody>
      </p:sp>
      <p:sp>
        <p:nvSpPr>
          <p:cNvPr id="15355" name="Google Shape;15355;p260"/>
          <p:cNvSpPr txBox="1"/>
          <p:nvPr>
            <p:ph idx="56" type="subTitle"/>
          </p:nvPr>
        </p:nvSpPr>
        <p:spPr>
          <a:xfrm>
            <a:off x="4669984" y="3763699"/>
            <a:ext cx="777900" cy="437700"/>
          </a:xfrm>
          <a:prstGeom prst="rect">
            <a:avLst/>
          </a:prstGeom>
        </p:spPr>
        <p:txBody>
          <a:bodyPr anchorCtr="0" anchor="ctr" bIns="36000" lIns="36000" spcFirstLastPara="1" rIns="36000" wrap="square" tIns="36000">
            <a:noAutofit/>
          </a:bodyPr>
          <a:lstStyle/>
          <a:p>
            <a:pPr indent="0" lvl="0" marL="0" rtl="0" algn="ctr">
              <a:spcBef>
                <a:spcPts val="0"/>
              </a:spcBef>
              <a:spcAft>
                <a:spcPts val="0"/>
              </a:spcAft>
              <a:buNone/>
            </a:pPr>
            <a:r>
              <a:rPr lang="es-419"/>
              <a:t>Producto, vale firmado </a:t>
            </a:r>
            <a:endParaRPr/>
          </a:p>
        </p:txBody>
      </p:sp>
      <p:sp>
        <p:nvSpPr>
          <p:cNvPr id="15356" name="Google Shape;15356;p260"/>
          <p:cNvSpPr txBox="1"/>
          <p:nvPr>
            <p:ph idx="57" type="subTitle"/>
          </p:nvPr>
        </p:nvSpPr>
        <p:spPr>
          <a:xfrm>
            <a:off x="5480878" y="3763699"/>
            <a:ext cx="815100" cy="437700"/>
          </a:xfrm>
          <a:prstGeom prst="rect">
            <a:avLst/>
          </a:prstGeom>
        </p:spPr>
        <p:txBody>
          <a:bodyPr anchorCtr="0" anchor="ctr" bIns="36000" lIns="36000" spcFirstLastPara="1" rIns="36000" wrap="square" tIns="36000">
            <a:noAutofit/>
          </a:bodyPr>
          <a:lstStyle/>
          <a:p>
            <a:pPr indent="0" lvl="0" marL="0" rtl="0" algn="ctr">
              <a:spcBef>
                <a:spcPts val="0"/>
              </a:spcBef>
              <a:spcAft>
                <a:spcPts val="0"/>
              </a:spcAft>
              <a:buNone/>
            </a:pPr>
            <a:r>
              <a:rPr lang="es-419"/>
              <a:t>Bodega y mostrador</a:t>
            </a:r>
            <a:endParaRPr/>
          </a:p>
        </p:txBody>
      </p:sp>
      <p:sp>
        <p:nvSpPr>
          <p:cNvPr id="15357" name="Google Shape;15357;p260"/>
          <p:cNvSpPr txBox="1"/>
          <p:nvPr>
            <p:ph idx="58" type="subTitle"/>
          </p:nvPr>
        </p:nvSpPr>
        <p:spPr>
          <a:xfrm>
            <a:off x="6410573" y="3763697"/>
            <a:ext cx="813600" cy="437700"/>
          </a:xfrm>
          <a:prstGeom prst="rect">
            <a:avLst/>
          </a:prstGeom>
        </p:spPr>
        <p:txBody>
          <a:bodyPr anchorCtr="0" anchor="ctr" bIns="36000" lIns="36000" spcFirstLastPara="1" rIns="36000" wrap="square" tIns="36000">
            <a:noAutofit/>
          </a:bodyPr>
          <a:lstStyle/>
          <a:p>
            <a:pPr indent="0" lvl="0" marL="0" rtl="0" algn="l">
              <a:lnSpc>
                <a:spcPct val="100000"/>
              </a:lnSpc>
              <a:spcBef>
                <a:spcPts val="0"/>
              </a:spcBef>
              <a:spcAft>
                <a:spcPts val="0"/>
              </a:spcAft>
              <a:buNone/>
            </a:pPr>
            <a:r>
              <a:rPr lang="es-419"/>
              <a:t>Tras verificar Disponibilidad</a:t>
            </a:r>
            <a:endParaRPr/>
          </a:p>
        </p:txBody>
      </p:sp>
      <p:sp>
        <p:nvSpPr>
          <p:cNvPr id="15358" name="Google Shape;15358;p260"/>
          <p:cNvSpPr txBox="1"/>
          <p:nvPr>
            <p:ph idx="59" type="subTitle"/>
          </p:nvPr>
        </p:nvSpPr>
        <p:spPr>
          <a:xfrm>
            <a:off x="7344346" y="3763699"/>
            <a:ext cx="796500" cy="437700"/>
          </a:xfrm>
          <a:prstGeom prst="rect">
            <a:avLst/>
          </a:prstGeom>
        </p:spPr>
        <p:txBody>
          <a:bodyPr anchorCtr="0" anchor="ctr" bIns="36000" lIns="36000" spcFirstLastPara="1" rIns="36000" wrap="square" tIns="36000">
            <a:noAutofit/>
          </a:bodyPr>
          <a:lstStyle/>
          <a:p>
            <a:pPr indent="0" lvl="0" marL="0" rtl="0" algn="ctr">
              <a:spcBef>
                <a:spcPts val="0"/>
              </a:spcBef>
              <a:spcAft>
                <a:spcPts val="0"/>
              </a:spcAft>
              <a:buNone/>
            </a:pPr>
            <a:r>
              <a:rPr lang="es-419"/>
              <a:t>entregar lo comprado</a:t>
            </a:r>
            <a:endParaRPr/>
          </a:p>
        </p:txBody>
      </p:sp>
      <p:sp>
        <p:nvSpPr>
          <p:cNvPr id="15359" name="Google Shape;15359;p260"/>
          <p:cNvSpPr txBox="1"/>
          <p:nvPr>
            <p:ph idx="60" type="subTitle"/>
          </p:nvPr>
        </p:nvSpPr>
        <p:spPr>
          <a:xfrm>
            <a:off x="8181345" y="3763699"/>
            <a:ext cx="796500" cy="437700"/>
          </a:xfrm>
          <a:prstGeom prst="rect">
            <a:avLst/>
          </a:prstGeom>
        </p:spPr>
        <p:txBody>
          <a:bodyPr anchorCtr="0" anchor="ctr" bIns="36000" lIns="36000" spcFirstLastPara="1" rIns="36000" wrap="square" tIns="36000">
            <a:noAutofit/>
          </a:bodyPr>
          <a:lstStyle/>
          <a:p>
            <a:pPr indent="0" lvl="0" marL="0" rtl="0" algn="ctr">
              <a:spcBef>
                <a:spcPts val="0"/>
              </a:spcBef>
              <a:spcAft>
                <a:spcPts val="0"/>
              </a:spcAft>
              <a:buNone/>
            </a:pPr>
            <a:r>
              <a:rPr lang="es-419"/>
              <a:t>cerrar la transacción</a:t>
            </a:r>
            <a:endParaRPr/>
          </a:p>
        </p:txBody>
      </p:sp>
      <p:sp>
        <p:nvSpPr>
          <p:cNvPr id="15360" name="Google Shape;15360;p260"/>
          <p:cNvSpPr txBox="1"/>
          <p:nvPr>
            <p:ph idx="61" type="subTitle"/>
          </p:nvPr>
        </p:nvSpPr>
        <p:spPr>
          <a:xfrm>
            <a:off x="8998819" y="3763699"/>
            <a:ext cx="815100" cy="437700"/>
          </a:xfrm>
          <a:prstGeom prst="rect">
            <a:avLst/>
          </a:prstGeom>
        </p:spPr>
        <p:txBody>
          <a:bodyPr anchorCtr="0" anchor="ctr" bIns="36000" lIns="36000" spcFirstLastPara="1" rIns="36000" wrap="square" tIns="36000">
            <a:noAutofit/>
          </a:bodyPr>
          <a:lstStyle/>
          <a:p>
            <a:pPr indent="0" lvl="0" marL="0" rtl="0" algn="ctr">
              <a:spcBef>
                <a:spcPts val="0"/>
              </a:spcBef>
              <a:spcAft>
                <a:spcPts val="0"/>
              </a:spcAft>
              <a:buNone/>
            </a:pPr>
            <a:r>
              <a:rPr lang="es-419"/>
              <a:t>Entrega contra comprobante</a:t>
            </a:r>
            <a:endParaRPr/>
          </a:p>
        </p:txBody>
      </p:sp>
      <p:sp>
        <p:nvSpPr>
          <p:cNvPr id="15361" name="Google Shape;15361;p260"/>
          <p:cNvSpPr txBox="1"/>
          <p:nvPr>
            <p:ph idx="62" type="subTitle"/>
          </p:nvPr>
        </p:nvSpPr>
        <p:spPr>
          <a:xfrm>
            <a:off x="263406" y="4278991"/>
            <a:ext cx="796500" cy="437700"/>
          </a:xfrm>
          <a:prstGeom prst="rect">
            <a:avLst/>
          </a:prstGeom>
        </p:spPr>
        <p:txBody>
          <a:bodyPr anchorCtr="0" anchor="ctr" bIns="36000" lIns="36000" spcFirstLastPara="1" rIns="36000" wrap="square" tIns="36000">
            <a:noAutofit/>
          </a:bodyPr>
          <a:lstStyle/>
          <a:p>
            <a:pPr indent="0" lvl="0" marL="0" rtl="0" algn="ctr">
              <a:spcBef>
                <a:spcPts val="0"/>
              </a:spcBef>
              <a:spcAft>
                <a:spcPts val="0"/>
              </a:spcAft>
              <a:buNone/>
            </a:pPr>
            <a:r>
              <a:rPr lang="es-419"/>
              <a:t>Registrar La Venta</a:t>
            </a:r>
            <a:endParaRPr/>
          </a:p>
        </p:txBody>
      </p:sp>
      <p:sp>
        <p:nvSpPr>
          <p:cNvPr id="15362" name="Google Shape;15362;p260"/>
          <p:cNvSpPr txBox="1"/>
          <p:nvPr>
            <p:ph idx="63" type="subTitle"/>
          </p:nvPr>
        </p:nvSpPr>
        <p:spPr>
          <a:xfrm>
            <a:off x="1177829" y="4278991"/>
            <a:ext cx="777900" cy="437700"/>
          </a:xfrm>
          <a:prstGeom prst="rect">
            <a:avLst/>
          </a:prstGeom>
        </p:spPr>
        <p:txBody>
          <a:bodyPr anchorCtr="0" anchor="ctr" bIns="36000" lIns="36000" spcFirstLastPara="1" rIns="36000" wrap="square" tIns="36000">
            <a:noAutofit/>
          </a:bodyPr>
          <a:lstStyle/>
          <a:p>
            <a:pPr indent="0" lvl="0" marL="0" rtl="0" algn="ctr">
              <a:spcBef>
                <a:spcPts val="0"/>
              </a:spcBef>
              <a:spcAft>
                <a:spcPts val="0"/>
              </a:spcAft>
              <a:buNone/>
            </a:pPr>
            <a:r>
              <a:rPr lang="es-419"/>
              <a:t>Asesor De Ventas</a:t>
            </a:r>
            <a:endParaRPr/>
          </a:p>
        </p:txBody>
      </p:sp>
      <p:sp>
        <p:nvSpPr>
          <p:cNvPr id="15363" name="Google Shape;15363;p260"/>
          <p:cNvSpPr txBox="1"/>
          <p:nvPr>
            <p:ph idx="64" type="subTitle"/>
          </p:nvPr>
        </p:nvSpPr>
        <p:spPr>
          <a:xfrm>
            <a:off x="1988728" y="4278991"/>
            <a:ext cx="815100" cy="437700"/>
          </a:xfrm>
          <a:prstGeom prst="rect">
            <a:avLst/>
          </a:prstGeom>
        </p:spPr>
        <p:txBody>
          <a:bodyPr anchorCtr="0" anchor="ctr" bIns="36000" lIns="36000" spcFirstLastPara="1" rIns="36000" wrap="square" tIns="36000">
            <a:noAutofit/>
          </a:bodyPr>
          <a:lstStyle/>
          <a:p>
            <a:pPr indent="0" lvl="0" marL="0" rtl="0" algn="ctr">
              <a:spcBef>
                <a:spcPts val="0"/>
              </a:spcBef>
              <a:spcAft>
                <a:spcPts val="0"/>
              </a:spcAft>
              <a:buClr>
                <a:schemeClr val="dk1"/>
              </a:buClr>
              <a:buSzPts val="1100"/>
              <a:buFont typeface="Arial"/>
              <a:buNone/>
            </a:pPr>
            <a:r>
              <a:rPr lang="es-419">
                <a:solidFill>
                  <a:schemeClr val="dk1"/>
                </a:solidFill>
              </a:rPr>
              <a:t>Proveedor Local</a:t>
            </a:r>
            <a:endParaRPr/>
          </a:p>
        </p:txBody>
      </p:sp>
      <p:sp>
        <p:nvSpPr>
          <p:cNvPr id="15364" name="Google Shape;15364;p260"/>
          <p:cNvSpPr txBox="1"/>
          <p:nvPr>
            <p:ph idx="65" type="subTitle"/>
          </p:nvPr>
        </p:nvSpPr>
        <p:spPr>
          <a:xfrm>
            <a:off x="2923907" y="4278991"/>
            <a:ext cx="777900" cy="437700"/>
          </a:xfrm>
          <a:prstGeom prst="rect">
            <a:avLst/>
          </a:prstGeom>
        </p:spPr>
        <p:txBody>
          <a:bodyPr anchorCtr="0" anchor="ctr" bIns="36000" lIns="36000" spcFirstLastPara="1" rIns="36000" wrap="square" tIns="36000">
            <a:noAutofit/>
          </a:bodyPr>
          <a:lstStyle/>
          <a:p>
            <a:pPr indent="0" lvl="0" marL="0" rtl="0" algn="ctr">
              <a:spcBef>
                <a:spcPts val="0"/>
              </a:spcBef>
              <a:spcAft>
                <a:spcPts val="0"/>
              </a:spcAft>
              <a:buNone/>
            </a:pPr>
            <a:r>
              <a:rPr lang="es-419"/>
              <a:t>Tiquete De Venta(F-TN-01)</a:t>
            </a:r>
            <a:endParaRPr/>
          </a:p>
        </p:txBody>
      </p:sp>
      <p:sp>
        <p:nvSpPr>
          <p:cNvPr id="15365" name="Google Shape;15365;p260"/>
          <p:cNvSpPr txBox="1"/>
          <p:nvPr>
            <p:ph idx="66" type="subTitle"/>
          </p:nvPr>
        </p:nvSpPr>
        <p:spPr>
          <a:xfrm>
            <a:off x="3734801" y="4278991"/>
            <a:ext cx="815100" cy="437700"/>
          </a:xfrm>
          <a:prstGeom prst="rect">
            <a:avLst/>
          </a:prstGeom>
        </p:spPr>
        <p:txBody>
          <a:bodyPr anchorCtr="0" anchor="ctr" bIns="36000" lIns="36000" spcFirstLastPara="1" rIns="36000" wrap="square" tIns="36000">
            <a:noAutofit/>
          </a:bodyPr>
          <a:lstStyle/>
          <a:p>
            <a:pPr indent="0" lvl="0" marL="0" rtl="0" algn="ctr">
              <a:spcBef>
                <a:spcPts val="0"/>
              </a:spcBef>
              <a:spcAft>
                <a:spcPts val="0"/>
              </a:spcAft>
              <a:buNone/>
            </a:pPr>
            <a:r>
              <a:rPr lang="es-419"/>
              <a:t>Datos del cliente</a:t>
            </a:r>
            <a:endParaRPr/>
          </a:p>
        </p:txBody>
      </p:sp>
      <p:sp>
        <p:nvSpPr>
          <p:cNvPr id="15366" name="Google Shape;15366;p260"/>
          <p:cNvSpPr txBox="1"/>
          <p:nvPr>
            <p:ph idx="67" type="subTitle"/>
          </p:nvPr>
        </p:nvSpPr>
        <p:spPr>
          <a:xfrm>
            <a:off x="4669984" y="4278991"/>
            <a:ext cx="777900" cy="437700"/>
          </a:xfrm>
          <a:prstGeom prst="rect">
            <a:avLst/>
          </a:prstGeom>
        </p:spPr>
        <p:txBody>
          <a:bodyPr anchorCtr="0" anchor="ctr" bIns="36000" lIns="36000" spcFirstLastPara="1" rIns="36000" wrap="square" tIns="36000">
            <a:noAutofit/>
          </a:bodyPr>
          <a:lstStyle/>
          <a:p>
            <a:pPr indent="0" lvl="0" marL="0" rtl="0" algn="ctr">
              <a:spcBef>
                <a:spcPts val="0"/>
              </a:spcBef>
              <a:spcAft>
                <a:spcPts val="0"/>
              </a:spcAft>
              <a:buNone/>
            </a:pPr>
            <a:r>
              <a:rPr lang="es-419"/>
              <a:t>Formato de tiquete</a:t>
            </a:r>
            <a:endParaRPr/>
          </a:p>
        </p:txBody>
      </p:sp>
      <p:sp>
        <p:nvSpPr>
          <p:cNvPr id="15367" name="Google Shape;15367;p260"/>
          <p:cNvSpPr txBox="1"/>
          <p:nvPr>
            <p:ph idx="68" type="subTitle"/>
          </p:nvPr>
        </p:nvSpPr>
        <p:spPr>
          <a:xfrm>
            <a:off x="5480878" y="4278991"/>
            <a:ext cx="815100" cy="437700"/>
          </a:xfrm>
          <a:prstGeom prst="rect">
            <a:avLst/>
          </a:prstGeom>
        </p:spPr>
        <p:txBody>
          <a:bodyPr anchorCtr="0" anchor="ctr" bIns="36000" lIns="36000" spcFirstLastPara="1" rIns="36000" wrap="square" tIns="36000">
            <a:noAutofit/>
          </a:bodyPr>
          <a:lstStyle/>
          <a:p>
            <a:pPr indent="0" lvl="0" marL="0" rtl="0" algn="ctr">
              <a:spcBef>
                <a:spcPts val="0"/>
              </a:spcBef>
              <a:spcAft>
                <a:spcPts val="0"/>
              </a:spcAft>
              <a:buClr>
                <a:schemeClr val="dk1"/>
              </a:buClr>
              <a:buSzPts val="1100"/>
              <a:buFont typeface="Arial"/>
              <a:buNone/>
            </a:pPr>
            <a:r>
              <a:rPr lang="es-419">
                <a:solidFill>
                  <a:schemeClr val="dk1"/>
                </a:solidFill>
              </a:rPr>
              <a:t>Bodega y mostrador</a:t>
            </a:r>
            <a:endParaRPr/>
          </a:p>
        </p:txBody>
      </p:sp>
      <p:sp>
        <p:nvSpPr>
          <p:cNvPr id="15368" name="Google Shape;15368;p260"/>
          <p:cNvSpPr txBox="1"/>
          <p:nvPr>
            <p:ph idx="69" type="subTitle"/>
          </p:nvPr>
        </p:nvSpPr>
        <p:spPr>
          <a:xfrm>
            <a:off x="6410573" y="4278988"/>
            <a:ext cx="813600" cy="437700"/>
          </a:xfrm>
          <a:prstGeom prst="rect">
            <a:avLst/>
          </a:prstGeom>
        </p:spPr>
        <p:txBody>
          <a:bodyPr anchorCtr="0" anchor="ctr" bIns="36000" lIns="36000" spcFirstLastPara="1" rIns="36000" wrap="square" tIns="36000">
            <a:noAutofit/>
          </a:bodyPr>
          <a:lstStyle/>
          <a:p>
            <a:pPr indent="0" lvl="0" marL="0" rtl="0" algn="ctr">
              <a:spcBef>
                <a:spcPts val="0"/>
              </a:spcBef>
              <a:spcAft>
                <a:spcPts val="0"/>
              </a:spcAft>
              <a:buNone/>
            </a:pPr>
            <a:r>
              <a:rPr lang="es-419"/>
              <a:t>Inmediatamente </a:t>
            </a:r>
            <a:r>
              <a:rPr lang="es-419"/>
              <a:t>después</a:t>
            </a:r>
            <a:r>
              <a:rPr lang="es-419"/>
              <a:t> de la </a:t>
            </a:r>
            <a:r>
              <a:rPr lang="es-419"/>
              <a:t>selección</a:t>
            </a:r>
            <a:endParaRPr/>
          </a:p>
        </p:txBody>
      </p:sp>
      <p:sp>
        <p:nvSpPr>
          <p:cNvPr id="15369" name="Google Shape;15369;p260"/>
          <p:cNvSpPr txBox="1"/>
          <p:nvPr>
            <p:ph idx="70" type="subTitle"/>
          </p:nvPr>
        </p:nvSpPr>
        <p:spPr>
          <a:xfrm>
            <a:off x="7344346" y="4278991"/>
            <a:ext cx="796500" cy="437700"/>
          </a:xfrm>
          <a:prstGeom prst="rect">
            <a:avLst/>
          </a:prstGeom>
        </p:spPr>
        <p:txBody>
          <a:bodyPr anchorCtr="0" anchor="ctr" bIns="36000" lIns="36000" spcFirstLastPara="1" rIns="36000" wrap="square" tIns="36000">
            <a:noAutofit/>
          </a:bodyPr>
          <a:lstStyle/>
          <a:p>
            <a:pPr indent="0" lvl="0" marL="0" rtl="0" algn="ctr">
              <a:spcBef>
                <a:spcPts val="0"/>
              </a:spcBef>
              <a:spcAft>
                <a:spcPts val="0"/>
              </a:spcAft>
              <a:buNone/>
            </a:pPr>
            <a:r>
              <a:rPr lang="es-419"/>
              <a:t>Producto y </a:t>
            </a:r>
            <a:r>
              <a:rPr lang="es-419"/>
              <a:t>decisión</a:t>
            </a:r>
            <a:r>
              <a:rPr lang="es-419"/>
              <a:t> del cliente</a:t>
            </a:r>
            <a:endParaRPr/>
          </a:p>
        </p:txBody>
      </p:sp>
      <p:sp>
        <p:nvSpPr>
          <p:cNvPr id="15370" name="Google Shape;15370;p260"/>
          <p:cNvSpPr txBox="1"/>
          <p:nvPr>
            <p:ph idx="71" type="subTitle"/>
          </p:nvPr>
        </p:nvSpPr>
        <p:spPr>
          <a:xfrm>
            <a:off x="8181345" y="4278991"/>
            <a:ext cx="796500" cy="437700"/>
          </a:xfrm>
          <a:prstGeom prst="rect">
            <a:avLst/>
          </a:prstGeom>
        </p:spPr>
        <p:txBody>
          <a:bodyPr anchorCtr="0" anchor="ctr" bIns="36000" lIns="36000" spcFirstLastPara="1" rIns="36000" wrap="square" tIns="36000">
            <a:noAutofit/>
          </a:bodyPr>
          <a:lstStyle/>
          <a:p>
            <a:pPr indent="0" lvl="0" marL="0" rtl="0" algn="ctr">
              <a:spcBef>
                <a:spcPts val="0"/>
              </a:spcBef>
              <a:spcAft>
                <a:spcPts val="0"/>
              </a:spcAft>
              <a:buNone/>
            </a:pPr>
            <a:r>
              <a:rPr lang="es-419"/>
              <a:t>Formalizar </a:t>
            </a:r>
            <a:r>
              <a:rPr lang="es-419"/>
              <a:t>transacción</a:t>
            </a:r>
            <a:endParaRPr/>
          </a:p>
        </p:txBody>
      </p:sp>
      <p:sp>
        <p:nvSpPr>
          <p:cNvPr id="15371" name="Google Shape;15371;p260"/>
          <p:cNvSpPr txBox="1"/>
          <p:nvPr>
            <p:ph idx="72" type="subTitle"/>
          </p:nvPr>
        </p:nvSpPr>
        <p:spPr>
          <a:xfrm>
            <a:off x="8998819" y="4278991"/>
            <a:ext cx="815100" cy="437700"/>
          </a:xfrm>
          <a:prstGeom prst="rect">
            <a:avLst/>
          </a:prstGeom>
        </p:spPr>
        <p:txBody>
          <a:bodyPr anchorCtr="0" anchor="ctr" bIns="36000" lIns="36000" spcFirstLastPara="1" rIns="36000" wrap="square" tIns="36000">
            <a:noAutofit/>
          </a:bodyPr>
          <a:lstStyle/>
          <a:p>
            <a:pPr indent="0" lvl="0" marL="0" rtl="0" algn="ctr">
              <a:spcBef>
                <a:spcPts val="0"/>
              </a:spcBef>
              <a:spcAft>
                <a:spcPts val="0"/>
              </a:spcAft>
              <a:buNone/>
            </a:pPr>
            <a:r>
              <a:rPr lang="es-419"/>
              <a:t>No Entregar sin tiquete registrado</a:t>
            </a:r>
            <a:endParaRPr/>
          </a:p>
        </p:txBody>
      </p:sp>
      <p:sp>
        <p:nvSpPr>
          <p:cNvPr id="15372" name="Google Shape;15372;p260"/>
          <p:cNvSpPr txBox="1"/>
          <p:nvPr>
            <p:ph idx="73" type="subTitle"/>
          </p:nvPr>
        </p:nvSpPr>
        <p:spPr>
          <a:xfrm>
            <a:off x="264731" y="4765316"/>
            <a:ext cx="796500" cy="437700"/>
          </a:xfrm>
          <a:prstGeom prst="rect">
            <a:avLst/>
          </a:prstGeom>
        </p:spPr>
        <p:txBody>
          <a:bodyPr anchorCtr="0" anchor="ctr" bIns="36000" lIns="36000" spcFirstLastPara="1" rIns="36000" wrap="square" tIns="36000">
            <a:noAutofit/>
          </a:bodyPr>
          <a:lstStyle/>
          <a:p>
            <a:pPr indent="0" lvl="0" marL="0" rtl="0" algn="ctr">
              <a:spcBef>
                <a:spcPts val="0"/>
              </a:spcBef>
              <a:spcAft>
                <a:spcPts val="0"/>
              </a:spcAft>
              <a:buNone/>
            </a:pPr>
            <a:r>
              <a:rPr lang="es-419"/>
              <a:t>Cobrar Y Emitir recibo</a:t>
            </a:r>
            <a:endParaRPr/>
          </a:p>
        </p:txBody>
      </p:sp>
      <p:sp>
        <p:nvSpPr>
          <p:cNvPr id="15373" name="Google Shape;15373;p260"/>
          <p:cNvSpPr txBox="1"/>
          <p:nvPr>
            <p:ph idx="74" type="subTitle"/>
          </p:nvPr>
        </p:nvSpPr>
        <p:spPr>
          <a:xfrm>
            <a:off x="1179154" y="4765316"/>
            <a:ext cx="777900" cy="437700"/>
          </a:xfrm>
          <a:prstGeom prst="rect">
            <a:avLst/>
          </a:prstGeom>
        </p:spPr>
        <p:txBody>
          <a:bodyPr anchorCtr="0" anchor="ctr" bIns="36000" lIns="36000" spcFirstLastPara="1" rIns="36000" wrap="square" tIns="36000">
            <a:noAutofit/>
          </a:bodyPr>
          <a:lstStyle/>
          <a:p>
            <a:pPr indent="0" lvl="0" marL="0" rtl="0" algn="ctr">
              <a:spcBef>
                <a:spcPts val="0"/>
              </a:spcBef>
              <a:spcAft>
                <a:spcPts val="0"/>
              </a:spcAft>
              <a:buNone/>
            </a:pPr>
            <a:r>
              <a:rPr lang="es-419"/>
              <a:t>Cajero General</a:t>
            </a:r>
            <a:endParaRPr/>
          </a:p>
        </p:txBody>
      </p:sp>
      <p:sp>
        <p:nvSpPr>
          <p:cNvPr id="15374" name="Google Shape;15374;p260"/>
          <p:cNvSpPr txBox="1"/>
          <p:nvPr>
            <p:ph idx="75" type="subTitle"/>
          </p:nvPr>
        </p:nvSpPr>
        <p:spPr>
          <a:xfrm>
            <a:off x="1990053" y="4765316"/>
            <a:ext cx="815100" cy="437700"/>
          </a:xfrm>
          <a:prstGeom prst="rect">
            <a:avLst/>
          </a:prstGeom>
        </p:spPr>
        <p:txBody>
          <a:bodyPr anchorCtr="0" anchor="ctr" bIns="36000" lIns="36000" spcFirstLastPara="1" rIns="36000" wrap="square" tIns="36000">
            <a:noAutofit/>
          </a:bodyPr>
          <a:lstStyle/>
          <a:p>
            <a:pPr indent="0" lvl="0" marL="0" rtl="0" algn="ctr">
              <a:spcBef>
                <a:spcPts val="0"/>
              </a:spcBef>
              <a:spcAft>
                <a:spcPts val="0"/>
              </a:spcAft>
              <a:buNone/>
            </a:pPr>
            <a:r>
              <a:rPr lang="es-419"/>
              <a:t>Cliente</a:t>
            </a:r>
            <a:endParaRPr/>
          </a:p>
        </p:txBody>
      </p:sp>
      <p:sp>
        <p:nvSpPr>
          <p:cNvPr id="15375" name="Google Shape;15375;p260"/>
          <p:cNvSpPr txBox="1"/>
          <p:nvPr>
            <p:ph idx="76" type="subTitle"/>
          </p:nvPr>
        </p:nvSpPr>
        <p:spPr>
          <a:xfrm>
            <a:off x="2925232" y="4765316"/>
            <a:ext cx="777900" cy="437700"/>
          </a:xfrm>
          <a:prstGeom prst="rect">
            <a:avLst/>
          </a:prstGeom>
        </p:spPr>
        <p:txBody>
          <a:bodyPr anchorCtr="0" anchor="ctr" bIns="36000" lIns="36000" spcFirstLastPara="1" rIns="36000" wrap="square" tIns="36000">
            <a:noAutofit/>
          </a:bodyPr>
          <a:lstStyle/>
          <a:p>
            <a:pPr indent="0" lvl="0" marL="0" rtl="0" algn="ctr">
              <a:spcBef>
                <a:spcPts val="0"/>
              </a:spcBef>
              <a:spcAft>
                <a:spcPts val="0"/>
              </a:spcAft>
              <a:buNone/>
            </a:pPr>
            <a:r>
              <a:rPr lang="es-419"/>
              <a:t>Recibo de pago (F-CJ-01)</a:t>
            </a:r>
            <a:endParaRPr/>
          </a:p>
        </p:txBody>
      </p:sp>
      <p:sp>
        <p:nvSpPr>
          <p:cNvPr id="15376" name="Google Shape;15376;p260"/>
          <p:cNvSpPr txBox="1"/>
          <p:nvPr>
            <p:ph idx="77" type="subTitle"/>
          </p:nvPr>
        </p:nvSpPr>
        <p:spPr>
          <a:xfrm>
            <a:off x="3736126" y="4765316"/>
            <a:ext cx="815100" cy="437700"/>
          </a:xfrm>
          <a:prstGeom prst="rect">
            <a:avLst/>
          </a:prstGeom>
        </p:spPr>
        <p:txBody>
          <a:bodyPr anchorCtr="0" anchor="ctr" bIns="36000" lIns="36000" spcFirstLastPara="1" rIns="36000" wrap="square" tIns="36000">
            <a:noAutofit/>
          </a:bodyPr>
          <a:lstStyle/>
          <a:p>
            <a:pPr indent="0" lvl="0" marL="0" rtl="0" algn="ctr">
              <a:spcBef>
                <a:spcPts val="0"/>
              </a:spcBef>
              <a:spcAft>
                <a:spcPts val="0"/>
              </a:spcAft>
              <a:buNone/>
            </a:pPr>
            <a:r>
              <a:rPr lang="es-419"/>
              <a:t>Método</a:t>
            </a:r>
            <a:r>
              <a:rPr lang="es-419"/>
              <a:t> de pago, cambio entregado</a:t>
            </a:r>
            <a:endParaRPr/>
          </a:p>
        </p:txBody>
      </p:sp>
      <p:sp>
        <p:nvSpPr>
          <p:cNvPr id="15377" name="Google Shape;15377;p260"/>
          <p:cNvSpPr txBox="1"/>
          <p:nvPr>
            <p:ph idx="78" type="subTitle"/>
          </p:nvPr>
        </p:nvSpPr>
        <p:spPr>
          <a:xfrm>
            <a:off x="4671309" y="4765316"/>
            <a:ext cx="777900" cy="437700"/>
          </a:xfrm>
          <a:prstGeom prst="rect">
            <a:avLst/>
          </a:prstGeom>
        </p:spPr>
        <p:txBody>
          <a:bodyPr anchorCtr="0" anchor="ctr" bIns="36000" lIns="36000" spcFirstLastPara="1" rIns="36000" wrap="square" tIns="36000">
            <a:noAutofit/>
          </a:bodyPr>
          <a:lstStyle/>
          <a:p>
            <a:pPr indent="0" lvl="0" marL="0" rtl="0" algn="ctr">
              <a:spcBef>
                <a:spcPts val="0"/>
              </a:spcBef>
              <a:spcAft>
                <a:spcPts val="0"/>
              </a:spcAft>
              <a:buNone/>
            </a:pPr>
            <a:r>
              <a:rPr lang="es-419"/>
              <a:t>Caja</a:t>
            </a:r>
            <a:endParaRPr/>
          </a:p>
        </p:txBody>
      </p:sp>
      <p:sp>
        <p:nvSpPr>
          <p:cNvPr id="15378" name="Google Shape;15378;p260"/>
          <p:cNvSpPr txBox="1"/>
          <p:nvPr>
            <p:ph idx="79" type="subTitle"/>
          </p:nvPr>
        </p:nvSpPr>
        <p:spPr>
          <a:xfrm>
            <a:off x="5482203" y="4765316"/>
            <a:ext cx="815100" cy="437700"/>
          </a:xfrm>
          <a:prstGeom prst="rect">
            <a:avLst/>
          </a:prstGeom>
        </p:spPr>
        <p:txBody>
          <a:bodyPr anchorCtr="0" anchor="ctr" bIns="36000" lIns="36000" spcFirstLastPara="1" rIns="36000" wrap="square" tIns="36000">
            <a:noAutofit/>
          </a:bodyPr>
          <a:lstStyle/>
          <a:p>
            <a:pPr indent="0" lvl="0" marL="0" rtl="0" algn="ctr">
              <a:spcBef>
                <a:spcPts val="0"/>
              </a:spcBef>
              <a:spcAft>
                <a:spcPts val="0"/>
              </a:spcAft>
              <a:buNone/>
            </a:pPr>
            <a:r>
              <a:rPr lang="es-419"/>
              <a:t>Caja De la Tienda</a:t>
            </a:r>
            <a:endParaRPr/>
          </a:p>
        </p:txBody>
      </p:sp>
      <p:sp>
        <p:nvSpPr>
          <p:cNvPr id="15379" name="Google Shape;15379;p260"/>
          <p:cNvSpPr txBox="1"/>
          <p:nvPr>
            <p:ph idx="80" type="subTitle"/>
          </p:nvPr>
        </p:nvSpPr>
        <p:spPr>
          <a:xfrm>
            <a:off x="6411959" y="4765313"/>
            <a:ext cx="813600" cy="437700"/>
          </a:xfrm>
          <a:prstGeom prst="rect">
            <a:avLst/>
          </a:prstGeom>
        </p:spPr>
        <p:txBody>
          <a:bodyPr anchorCtr="0" anchor="ctr" bIns="36000" lIns="36000" spcFirstLastPara="1" rIns="36000" wrap="square" tIns="36000">
            <a:noAutofit/>
          </a:bodyPr>
          <a:lstStyle/>
          <a:p>
            <a:pPr indent="0" lvl="0" marL="0" rtl="0" algn="ctr">
              <a:spcBef>
                <a:spcPts val="0"/>
              </a:spcBef>
              <a:spcAft>
                <a:spcPts val="0"/>
              </a:spcAft>
              <a:buNone/>
            </a:pPr>
            <a:r>
              <a:rPr lang="es-419"/>
              <a:t>Luego de registrar la venta</a:t>
            </a:r>
            <a:endParaRPr/>
          </a:p>
        </p:txBody>
      </p:sp>
      <p:sp>
        <p:nvSpPr>
          <p:cNvPr id="15380" name="Google Shape;15380;p260"/>
          <p:cNvSpPr txBox="1"/>
          <p:nvPr>
            <p:ph idx="81" type="subTitle"/>
          </p:nvPr>
        </p:nvSpPr>
        <p:spPr>
          <a:xfrm>
            <a:off x="7345671" y="4765316"/>
            <a:ext cx="796500" cy="437700"/>
          </a:xfrm>
          <a:prstGeom prst="rect">
            <a:avLst/>
          </a:prstGeom>
        </p:spPr>
        <p:txBody>
          <a:bodyPr anchorCtr="0" anchor="ctr" bIns="36000" lIns="36000" spcFirstLastPara="1" rIns="36000" wrap="square" tIns="36000">
            <a:noAutofit/>
          </a:bodyPr>
          <a:lstStyle/>
          <a:p>
            <a:pPr indent="0" lvl="0" marL="0" rtl="0" algn="ctr">
              <a:spcBef>
                <a:spcPts val="0"/>
              </a:spcBef>
              <a:spcAft>
                <a:spcPts val="0"/>
              </a:spcAft>
              <a:buNone/>
            </a:pPr>
            <a:r>
              <a:rPr lang="es-419"/>
              <a:t>Tiquete y dinero</a:t>
            </a:r>
            <a:endParaRPr/>
          </a:p>
        </p:txBody>
      </p:sp>
      <p:sp>
        <p:nvSpPr>
          <p:cNvPr id="15381" name="Google Shape;15381;p260"/>
          <p:cNvSpPr txBox="1"/>
          <p:nvPr>
            <p:ph idx="82" type="subTitle"/>
          </p:nvPr>
        </p:nvSpPr>
        <p:spPr>
          <a:xfrm>
            <a:off x="8182670" y="4765316"/>
            <a:ext cx="796500" cy="437700"/>
          </a:xfrm>
          <a:prstGeom prst="rect">
            <a:avLst/>
          </a:prstGeom>
        </p:spPr>
        <p:txBody>
          <a:bodyPr anchorCtr="0" anchor="ctr" bIns="36000" lIns="36000" spcFirstLastPara="1" rIns="36000" wrap="square" tIns="36000">
            <a:noAutofit/>
          </a:bodyPr>
          <a:lstStyle/>
          <a:p>
            <a:pPr indent="0" lvl="0" marL="0" rtl="0" algn="ctr">
              <a:spcBef>
                <a:spcPts val="0"/>
              </a:spcBef>
              <a:spcAft>
                <a:spcPts val="0"/>
              </a:spcAft>
              <a:buNone/>
            </a:pPr>
            <a:r>
              <a:rPr lang="es-419"/>
              <a:t>Garantizar el recaudo</a:t>
            </a:r>
            <a:endParaRPr/>
          </a:p>
        </p:txBody>
      </p:sp>
      <p:sp>
        <p:nvSpPr>
          <p:cNvPr id="15382" name="Google Shape;15382;p260"/>
          <p:cNvSpPr txBox="1"/>
          <p:nvPr>
            <p:ph idx="83" type="subTitle"/>
          </p:nvPr>
        </p:nvSpPr>
        <p:spPr>
          <a:xfrm>
            <a:off x="9000144" y="4765316"/>
            <a:ext cx="815100" cy="437700"/>
          </a:xfrm>
          <a:prstGeom prst="rect">
            <a:avLst/>
          </a:prstGeom>
        </p:spPr>
        <p:txBody>
          <a:bodyPr anchorCtr="0" anchor="ctr" bIns="36000" lIns="36000" spcFirstLastPara="1" rIns="36000" wrap="square" tIns="36000">
            <a:noAutofit/>
          </a:bodyPr>
          <a:lstStyle/>
          <a:p>
            <a:pPr indent="0" lvl="0" marL="0" rtl="0" algn="ctr">
              <a:spcBef>
                <a:spcPts val="0"/>
              </a:spcBef>
              <a:spcAft>
                <a:spcPts val="0"/>
              </a:spcAft>
              <a:buNone/>
            </a:pPr>
            <a:r>
              <a:rPr lang="es-419"/>
              <a:t>Entregar recibo original al cliente</a:t>
            </a:r>
            <a:endParaRPr/>
          </a:p>
        </p:txBody>
      </p:sp>
      <p:sp>
        <p:nvSpPr>
          <p:cNvPr id="15383" name="Google Shape;15383;p260"/>
          <p:cNvSpPr txBox="1"/>
          <p:nvPr>
            <p:ph idx="84" type="subTitle"/>
          </p:nvPr>
        </p:nvSpPr>
        <p:spPr>
          <a:xfrm>
            <a:off x="264731" y="5255657"/>
            <a:ext cx="796500" cy="437700"/>
          </a:xfrm>
          <a:prstGeom prst="rect">
            <a:avLst/>
          </a:prstGeom>
        </p:spPr>
        <p:txBody>
          <a:bodyPr anchorCtr="0" anchor="ctr" bIns="36000" lIns="36000" spcFirstLastPara="1" rIns="36000" wrap="square" tIns="36000">
            <a:noAutofit/>
          </a:bodyPr>
          <a:lstStyle/>
          <a:p>
            <a:pPr indent="0" lvl="0" marL="0" rtl="0" algn="ctr">
              <a:spcBef>
                <a:spcPts val="0"/>
              </a:spcBef>
              <a:spcAft>
                <a:spcPts val="0"/>
              </a:spcAft>
              <a:buNone/>
            </a:pPr>
            <a:r>
              <a:rPr lang="es-419"/>
              <a:t>Empacar y Entregar Producto</a:t>
            </a:r>
            <a:endParaRPr/>
          </a:p>
        </p:txBody>
      </p:sp>
      <p:sp>
        <p:nvSpPr>
          <p:cNvPr id="15384" name="Google Shape;15384;p260"/>
          <p:cNvSpPr txBox="1"/>
          <p:nvPr>
            <p:ph idx="85" type="subTitle"/>
          </p:nvPr>
        </p:nvSpPr>
        <p:spPr>
          <a:xfrm>
            <a:off x="1179154" y="5255657"/>
            <a:ext cx="777900" cy="437700"/>
          </a:xfrm>
          <a:prstGeom prst="rect">
            <a:avLst/>
          </a:prstGeom>
        </p:spPr>
        <p:txBody>
          <a:bodyPr anchorCtr="0" anchor="ctr" bIns="36000" lIns="36000" spcFirstLastPara="1" rIns="36000" wrap="square" tIns="36000">
            <a:noAutofit/>
          </a:bodyPr>
          <a:lstStyle/>
          <a:p>
            <a:pPr indent="0" lvl="0" marL="0" rtl="0" algn="ctr">
              <a:spcBef>
                <a:spcPts val="0"/>
              </a:spcBef>
              <a:spcAft>
                <a:spcPts val="0"/>
              </a:spcAft>
              <a:buNone/>
            </a:pPr>
            <a:r>
              <a:rPr lang="es-419"/>
              <a:t>Asesor de Ventas</a:t>
            </a:r>
            <a:endParaRPr/>
          </a:p>
        </p:txBody>
      </p:sp>
      <p:sp>
        <p:nvSpPr>
          <p:cNvPr id="15385" name="Google Shape;15385;p260"/>
          <p:cNvSpPr txBox="1"/>
          <p:nvPr>
            <p:ph idx="86" type="subTitle"/>
          </p:nvPr>
        </p:nvSpPr>
        <p:spPr>
          <a:xfrm>
            <a:off x="1990053" y="5255657"/>
            <a:ext cx="815100" cy="437700"/>
          </a:xfrm>
          <a:prstGeom prst="rect">
            <a:avLst/>
          </a:prstGeom>
        </p:spPr>
        <p:txBody>
          <a:bodyPr anchorCtr="0" anchor="ctr" bIns="36000" lIns="36000" spcFirstLastPara="1" rIns="36000" wrap="square" tIns="36000">
            <a:noAutofit/>
          </a:bodyPr>
          <a:lstStyle/>
          <a:p>
            <a:pPr indent="0" lvl="0" marL="0" rtl="0" algn="ctr">
              <a:spcBef>
                <a:spcPts val="0"/>
              </a:spcBef>
              <a:spcAft>
                <a:spcPts val="0"/>
              </a:spcAft>
              <a:buNone/>
            </a:pPr>
            <a:r>
              <a:rPr lang="es-419"/>
              <a:t>Cliente</a:t>
            </a:r>
            <a:endParaRPr/>
          </a:p>
        </p:txBody>
      </p:sp>
      <p:sp>
        <p:nvSpPr>
          <p:cNvPr id="15386" name="Google Shape;15386;p260"/>
          <p:cNvSpPr txBox="1"/>
          <p:nvPr>
            <p:ph idx="87" type="subTitle"/>
          </p:nvPr>
        </p:nvSpPr>
        <p:spPr>
          <a:xfrm>
            <a:off x="2925232" y="5255657"/>
            <a:ext cx="777900" cy="437700"/>
          </a:xfrm>
          <a:prstGeom prst="rect">
            <a:avLst/>
          </a:prstGeom>
        </p:spPr>
        <p:txBody>
          <a:bodyPr anchorCtr="0" anchor="ctr" bIns="36000" lIns="36000" spcFirstLastPara="1" rIns="36000" wrap="square" tIns="36000">
            <a:noAutofit/>
          </a:bodyPr>
          <a:lstStyle/>
          <a:p>
            <a:pPr indent="0" lvl="0" marL="0" rtl="0" algn="ctr">
              <a:spcBef>
                <a:spcPts val="0"/>
              </a:spcBef>
              <a:spcAft>
                <a:spcPts val="0"/>
              </a:spcAft>
              <a:buNone/>
            </a:pPr>
            <a:r>
              <a:rPr lang="es-419"/>
              <a:t>Comprobante de pago</a:t>
            </a:r>
            <a:endParaRPr/>
          </a:p>
        </p:txBody>
      </p:sp>
      <p:sp>
        <p:nvSpPr>
          <p:cNvPr id="15387" name="Google Shape;15387;p260"/>
          <p:cNvSpPr txBox="1"/>
          <p:nvPr>
            <p:ph idx="88" type="subTitle"/>
          </p:nvPr>
        </p:nvSpPr>
        <p:spPr>
          <a:xfrm>
            <a:off x="3736126" y="5255657"/>
            <a:ext cx="815100" cy="437700"/>
          </a:xfrm>
          <a:prstGeom prst="rect">
            <a:avLst/>
          </a:prstGeom>
        </p:spPr>
        <p:txBody>
          <a:bodyPr anchorCtr="0" anchor="ctr" bIns="36000" lIns="36000" spcFirstLastPara="1" rIns="36000" wrap="square" tIns="36000">
            <a:noAutofit/>
          </a:bodyPr>
          <a:lstStyle/>
          <a:p>
            <a:pPr indent="0" lvl="0" marL="0" rtl="0" algn="ctr">
              <a:spcBef>
                <a:spcPts val="0"/>
              </a:spcBef>
              <a:spcAft>
                <a:spcPts val="0"/>
              </a:spcAft>
              <a:buNone/>
            </a:pPr>
            <a:r>
              <a:rPr lang="es-419"/>
              <a:t>Instrucciones de uso</a:t>
            </a:r>
            <a:endParaRPr/>
          </a:p>
        </p:txBody>
      </p:sp>
      <p:sp>
        <p:nvSpPr>
          <p:cNvPr id="15388" name="Google Shape;15388;p260"/>
          <p:cNvSpPr txBox="1"/>
          <p:nvPr>
            <p:ph idx="89" type="subTitle"/>
          </p:nvPr>
        </p:nvSpPr>
        <p:spPr>
          <a:xfrm>
            <a:off x="4671309" y="5255657"/>
            <a:ext cx="777900" cy="437700"/>
          </a:xfrm>
          <a:prstGeom prst="rect">
            <a:avLst/>
          </a:prstGeom>
        </p:spPr>
        <p:txBody>
          <a:bodyPr anchorCtr="0" anchor="ctr" bIns="36000" lIns="36000" spcFirstLastPara="1" rIns="36000" wrap="square" tIns="36000">
            <a:noAutofit/>
          </a:bodyPr>
          <a:lstStyle/>
          <a:p>
            <a:pPr indent="0" lvl="0" marL="0" rtl="0" algn="ctr">
              <a:spcBef>
                <a:spcPts val="0"/>
              </a:spcBef>
              <a:spcAft>
                <a:spcPts val="0"/>
              </a:spcAft>
              <a:buNone/>
            </a:pPr>
            <a:r>
              <a:rPr lang="es-419"/>
              <a:t>Material de empaque y comprobante</a:t>
            </a:r>
            <a:endParaRPr/>
          </a:p>
        </p:txBody>
      </p:sp>
      <p:sp>
        <p:nvSpPr>
          <p:cNvPr id="15389" name="Google Shape;15389;p260"/>
          <p:cNvSpPr txBox="1"/>
          <p:nvPr>
            <p:ph idx="90" type="subTitle"/>
          </p:nvPr>
        </p:nvSpPr>
        <p:spPr>
          <a:xfrm>
            <a:off x="5482203" y="5255657"/>
            <a:ext cx="815100" cy="437700"/>
          </a:xfrm>
          <a:prstGeom prst="rect">
            <a:avLst/>
          </a:prstGeom>
        </p:spPr>
        <p:txBody>
          <a:bodyPr anchorCtr="0" anchor="ctr" bIns="36000" lIns="36000" spcFirstLastPara="1" rIns="36000" wrap="square" tIns="36000">
            <a:noAutofit/>
          </a:bodyPr>
          <a:lstStyle/>
          <a:p>
            <a:pPr indent="0" lvl="0" marL="0" rtl="0" algn="ctr">
              <a:spcBef>
                <a:spcPts val="0"/>
              </a:spcBef>
              <a:spcAft>
                <a:spcPts val="0"/>
              </a:spcAft>
              <a:buNone/>
            </a:pPr>
            <a:r>
              <a:rPr lang="es-419"/>
              <a:t>Mostrador o lugar destino de entrega</a:t>
            </a:r>
            <a:endParaRPr/>
          </a:p>
        </p:txBody>
      </p:sp>
      <p:sp>
        <p:nvSpPr>
          <p:cNvPr id="15390" name="Google Shape;15390;p260"/>
          <p:cNvSpPr txBox="1"/>
          <p:nvPr>
            <p:ph idx="91" type="subTitle"/>
          </p:nvPr>
        </p:nvSpPr>
        <p:spPr>
          <a:xfrm>
            <a:off x="6411959" y="5255653"/>
            <a:ext cx="813600" cy="437700"/>
          </a:xfrm>
          <a:prstGeom prst="rect">
            <a:avLst/>
          </a:prstGeom>
        </p:spPr>
        <p:txBody>
          <a:bodyPr anchorCtr="0" anchor="ctr" bIns="36000" lIns="36000" spcFirstLastPara="1" rIns="36000" wrap="square" tIns="36000">
            <a:noAutofit/>
          </a:bodyPr>
          <a:lstStyle/>
          <a:p>
            <a:pPr indent="0" lvl="0" marL="0" rtl="0" algn="ctr">
              <a:spcBef>
                <a:spcPts val="0"/>
              </a:spcBef>
              <a:spcAft>
                <a:spcPts val="0"/>
              </a:spcAft>
              <a:buNone/>
            </a:pPr>
            <a:r>
              <a:rPr lang="es-419"/>
              <a:t>inmediatamente </a:t>
            </a:r>
            <a:r>
              <a:rPr lang="es-419"/>
              <a:t>después</a:t>
            </a:r>
            <a:r>
              <a:rPr lang="es-419"/>
              <a:t> del pago</a:t>
            </a:r>
            <a:endParaRPr/>
          </a:p>
        </p:txBody>
      </p:sp>
      <p:sp>
        <p:nvSpPr>
          <p:cNvPr id="15391" name="Google Shape;15391;p260"/>
          <p:cNvSpPr txBox="1"/>
          <p:nvPr>
            <p:ph idx="92" type="subTitle"/>
          </p:nvPr>
        </p:nvSpPr>
        <p:spPr>
          <a:xfrm>
            <a:off x="7345671" y="5255657"/>
            <a:ext cx="796500" cy="437700"/>
          </a:xfrm>
          <a:prstGeom prst="rect">
            <a:avLst/>
          </a:prstGeom>
        </p:spPr>
        <p:txBody>
          <a:bodyPr anchorCtr="0" anchor="ctr" bIns="36000" lIns="36000" spcFirstLastPara="1" rIns="36000" wrap="square" tIns="36000">
            <a:noAutofit/>
          </a:bodyPr>
          <a:lstStyle/>
          <a:p>
            <a:pPr indent="0" lvl="0" marL="0" rtl="0" algn="ctr">
              <a:spcBef>
                <a:spcPts val="0"/>
              </a:spcBef>
              <a:spcAft>
                <a:spcPts val="0"/>
              </a:spcAft>
              <a:buNone/>
            </a:pPr>
            <a:r>
              <a:rPr lang="es-419"/>
              <a:t>Comprobante de pago</a:t>
            </a:r>
            <a:endParaRPr/>
          </a:p>
        </p:txBody>
      </p:sp>
      <p:sp>
        <p:nvSpPr>
          <p:cNvPr id="15392" name="Google Shape;15392;p260"/>
          <p:cNvSpPr txBox="1"/>
          <p:nvPr>
            <p:ph idx="93" type="subTitle"/>
          </p:nvPr>
        </p:nvSpPr>
        <p:spPr>
          <a:xfrm>
            <a:off x="8182670" y="5255657"/>
            <a:ext cx="796500" cy="437700"/>
          </a:xfrm>
          <a:prstGeom prst="rect">
            <a:avLst/>
          </a:prstGeom>
        </p:spPr>
        <p:txBody>
          <a:bodyPr anchorCtr="0" anchor="ctr" bIns="36000" lIns="36000" spcFirstLastPara="1" rIns="36000" wrap="square" tIns="36000">
            <a:noAutofit/>
          </a:bodyPr>
          <a:lstStyle/>
          <a:p>
            <a:pPr indent="0" lvl="0" marL="0" rtl="0" algn="ctr">
              <a:spcBef>
                <a:spcPts val="0"/>
              </a:spcBef>
              <a:spcAft>
                <a:spcPts val="0"/>
              </a:spcAft>
              <a:buNone/>
            </a:pPr>
            <a:r>
              <a:rPr lang="es-419"/>
              <a:t>asegurar entrega correcta</a:t>
            </a:r>
            <a:endParaRPr/>
          </a:p>
        </p:txBody>
      </p:sp>
      <p:sp>
        <p:nvSpPr>
          <p:cNvPr id="15393" name="Google Shape;15393;p260"/>
          <p:cNvSpPr txBox="1"/>
          <p:nvPr>
            <p:ph idx="94" type="subTitle"/>
          </p:nvPr>
        </p:nvSpPr>
        <p:spPr>
          <a:xfrm>
            <a:off x="9000144" y="5255657"/>
            <a:ext cx="815100" cy="437700"/>
          </a:xfrm>
          <a:prstGeom prst="rect">
            <a:avLst/>
          </a:prstGeom>
        </p:spPr>
        <p:txBody>
          <a:bodyPr anchorCtr="0" anchor="ctr" bIns="36000" lIns="36000" spcFirstLastPara="1" rIns="36000" wrap="square" tIns="36000">
            <a:noAutofit/>
          </a:bodyPr>
          <a:lstStyle/>
          <a:p>
            <a:pPr indent="0" lvl="0" marL="0" rtl="0" algn="ctr">
              <a:spcBef>
                <a:spcPts val="0"/>
              </a:spcBef>
              <a:spcAft>
                <a:spcPts val="0"/>
              </a:spcAft>
              <a:buNone/>
            </a:pPr>
            <a:r>
              <a:rPr lang="es-419"/>
              <a:t>rechazar entrega si el producto esta dañado</a:t>
            </a:r>
            <a:endParaRPr/>
          </a:p>
        </p:txBody>
      </p:sp>
      <p:sp>
        <p:nvSpPr>
          <p:cNvPr id="15394" name="Google Shape;15394;p260"/>
          <p:cNvSpPr txBox="1"/>
          <p:nvPr>
            <p:ph idx="95" type="subTitle"/>
          </p:nvPr>
        </p:nvSpPr>
        <p:spPr>
          <a:xfrm>
            <a:off x="264731" y="5769224"/>
            <a:ext cx="796500" cy="437700"/>
          </a:xfrm>
          <a:prstGeom prst="rect">
            <a:avLst/>
          </a:prstGeom>
        </p:spPr>
        <p:txBody>
          <a:bodyPr anchorCtr="0" anchor="ctr" bIns="36000" lIns="36000" spcFirstLastPara="1" rIns="36000" wrap="square" tIns="36000">
            <a:noAutofit/>
          </a:bodyPr>
          <a:lstStyle/>
          <a:p>
            <a:pPr indent="0" lvl="0" marL="0" rtl="0" algn="ctr">
              <a:spcBef>
                <a:spcPts val="0"/>
              </a:spcBef>
              <a:spcAft>
                <a:spcPts val="0"/>
              </a:spcAft>
              <a:buNone/>
            </a:pPr>
            <a:r>
              <a:rPr lang="es-419"/>
              <a:t>Confirmar </a:t>
            </a:r>
            <a:r>
              <a:rPr lang="es-419"/>
              <a:t>Satisfacción</a:t>
            </a:r>
            <a:r>
              <a:rPr lang="es-419"/>
              <a:t> del cliente</a:t>
            </a:r>
            <a:endParaRPr/>
          </a:p>
        </p:txBody>
      </p:sp>
      <p:sp>
        <p:nvSpPr>
          <p:cNvPr id="15395" name="Google Shape;15395;p260"/>
          <p:cNvSpPr txBox="1"/>
          <p:nvPr>
            <p:ph idx="96" type="subTitle"/>
          </p:nvPr>
        </p:nvSpPr>
        <p:spPr>
          <a:xfrm>
            <a:off x="1179154" y="5769224"/>
            <a:ext cx="777900" cy="437700"/>
          </a:xfrm>
          <a:prstGeom prst="rect">
            <a:avLst/>
          </a:prstGeom>
        </p:spPr>
        <p:txBody>
          <a:bodyPr anchorCtr="0" anchor="ctr" bIns="36000" lIns="36000" spcFirstLastPara="1" rIns="36000" wrap="square" tIns="36000">
            <a:noAutofit/>
          </a:bodyPr>
          <a:lstStyle/>
          <a:p>
            <a:pPr indent="0" lvl="0" marL="0" rtl="0" algn="ctr">
              <a:spcBef>
                <a:spcPts val="0"/>
              </a:spcBef>
              <a:spcAft>
                <a:spcPts val="0"/>
              </a:spcAft>
              <a:buNone/>
            </a:pPr>
            <a:r>
              <a:rPr lang="es-419"/>
              <a:t>Agente de Servicio</a:t>
            </a:r>
            <a:endParaRPr/>
          </a:p>
        </p:txBody>
      </p:sp>
      <p:sp>
        <p:nvSpPr>
          <p:cNvPr id="15396" name="Google Shape;15396;p260"/>
          <p:cNvSpPr txBox="1"/>
          <p:nvPr>
            <p:ph idx="97" type="subTitle"/>
          </p:nvPr>
        </p:nvSpPr>
        <p:spPr>
          <a:xfrm>
            <a:off x="1990053" y="5769224"/>
            <a:ext cx="815100" cy="437700"/>
          </a:xfrm>
          <a:prstGeom prst="rect">
            <a:avLst/>
          </a:prstGeom>
        </p:spPr>
        <p:txBody>
          <a:bodyPr anchorCtr="0" anchor="ctr" bIns="36000" lIns="36000" spcFirstLastPara="1" rIns="36000" wrap="square" tIns="36000">
            <a:noAutofit/>
          </a:bodyPr>
          <a:lstStyle/>
          <a:p>
            <a:pPr indent="0" lvl="0" marL="0" rtl="0" algn="ctr">
              <a:spcBef>
                <a:spcPts val="0"/>
              </a:spcBef>
              <a:spcAft>
                <a:spcPts val="0"/>
              </a:spcAft>
              <a:buNone/>
            </a:pPr>
            <a:r>
              <a:rPr lang="es-419"/>
              <a:t>	Cliente</a:t>
            </a:r>
            <a:endParaRPr/>
          </a:p>
        </p:txBody>
      </p:sp>
      <p:sp>
        <p:nvSpPr>
          <p:cNvPr id="15397" name="Google Shape;15397;p260"/>
          <p:cNvSpPr txBox="1"/>
          <p:nvPr>
            <p:ph idx="98" type="subTitle"/>
          </p:nvPr>
        </p:nvSpPr>
        <p:spPr>
          <a:xfrm>
            <a:off x="2925232" y="5769224"/>
            <a:ext cx="777900" cy="437700"/>
          </a:xfrm>
          <a:prstGeom prst="rect">
            <a:avLst/>
          </a:prstGeom>
        </p:spPr>
        <p:txBody>
          <a:bodyPr anchorCtr="0" anchor="ctr" bIns="36000" lIns="36000" spcFirstLastPara="1" rIns="36000" wrap="square" tIns="36000">
            <a:noAutofit/>
          </a:bodyPr>
          <a:lstStyle/>
          <a:p>
            <a:pPr indent="0" lvl="0" marL="0" rtl="0" algn="ctr">
              <a:spcBef>
                <a:spcPts val="0"/>
              </a:spcBef>
              <a:spcAft>
                <a:spcPts val="0"/>
              </a:spcAft>
              <a:buNone/>
            </a:pPr>
            <a:r>
              <a:rPr lang="es-419"/>
              <a:t>Registro de observaciones</a:t>
            </a:r>
            <a:endParaRPr/>
          </a:p>
        </p:txBody>
      </p:sp>
      <p:sp>
        <p:nvSpPr>
          <p:cNvPr id="15398" name="Google Shape;15398;p260"/>
          <p:cNvSpPr txBox="1"/>
          <p:nvPr>
            <p:ph idx="99" type="subTitle"/>
          </p:nvPr>
        </p:nvSpPr>
        <p:spPr>
          <a:xfrm>
            <a:off x="3736126" y="5769224"/>
            <a:ext cx="815100" cy="437700"/>
          </a:xfrm>
          <a:prstGeom prst="rect">
            <a:avLst/>
          </a:prstGeom>
        </p:spPr>
        <p:txBody>
          <a:bodyPr anchorCtr="0" anchor="ctr" bIns="36000" lIns="36000" spcFirstLastPara="1" rIns="36000" wrap="square" tIns="36000">
            <a:noAutofit/>
          </a:bodyPr>
          <a:lstStyle/>
          <a:p>
            <a:pPr indent="0" lvl="0" marL="0" rtl="0" algn="l">
              <a:spcBef>
                <a:spcPts val="0"/>
              </a:spcBef>
              <a:spcAft>
                <a:spcPts val="0"/>
              </a:spcAft>
              <a:buNone/>
            </a:pPr>
            <a:r>
              <a:rPr lang="es-419"/>
              <a:t>	comentarios o reclamaciones</a:t>
            </a:r>
            <a:endParaRPr/>
          </a:p>
        </p:txBody>
      </p:sp>
      <p:sp>
        <p:nvSpPr>
          <p:cNvPr id="15399" name="Google Shape;15399;p260"/>
          <p:cNvSpPr txBox="1"/>
          <p:nvPr>
            <p:ph idx="100" type="subTitle"/>
          </p:nvPr>
        </p:nvSpPr>
        <p:spPr>
          <a:xfrm>
            <a:off x="4671309" y="5769224"/>
            <a:ext cx="777900" cy="437700"/>
          </a:xfrm>
          <a:prstGeom prst="rect">
            <a:avLst/>
          </a:prstGeom>
        </p:spPr>
        <p:txBody>
          <a:bodyPr anchorCtr="0" anchor="ctr" bIns="36000" lIns="36000" spcFirstLastPara="1" rIns="36000" wrap="square" tIns="36000">
            <a:noAutofit/>
          </a:bodyPr>
          <a:lstStyle/>
          <a:p>
            <a:pPr indent="0" lvl="0" marL="0" rtl="0" algn="ctr">
              <a:spcBef>
                <a:spcPts val="0"/>
              </a:spcBef>
              <a:spcAft>
                <a:spcPts val="0"/>
              </a:spcAft>
              <a:buNone/>
            </a:pPr>
            <a:r>
              <a:rPr lang="es-419"/>
              <a:t>formularios de seguimiento</a:t>
            </a:r>
            <a:endParaRPr/>
          </a:p>
        </p:txBody>
      </p:sp>
      <p:sp>
        <p:nvSpPr>
          <p:cNvPr id="15400" name="Google Shape;15400;p260"/>
          <p:cNvSpPr txBox="1"/>
          <p:nvPr>
            <p:ph idx="101" type="subTitle"/>
          </p:nvPr>
        </p:nvSpPr>
        <p:spPr>
          <a:xfrm>
            <a:off x="5482203" y="5769224"/>
            <a:ext cx="815100" cy="437700"/>
          </a:xfrm>
          <a:prstGeom prst="rect">
            <a:avLst/>
          </a:prstGeom>
        </p:spPr>
        <p:txBody>
          <a:bodyPr anchorCtr="0" anchor="ctr" bIns="36000" lIns="36000" spcFirstLastPara="1" rIns="36000" wrap="square" tIns="36000">
            <a:noAutofit/>
          </a:bodyPr>
          <a:lstStyle/>
          <a:p>
            <a:pPr indent="0" lvl="0" marL="0" rtl="0" algn="ctr">
              <a:spcBef>
                <a:spcPts val="0"/>
              </a:spcBef>
              <a:spcAft>
                <a:spcPts val="0"/>
              </a:spcAft>
              <a:buNone/>
            </a:pPr>
            <a:r>
              <a:rPr lang="es-419"/>
              <a:t>Tienda norte o centro</a:t>
            </a:r>
            <a:endParaRPr/>
          </a:p>
        </p:txBody>
      </p:sp>
      <p:sp>
        <p:nvSpPr>
          <p:cNvPr id="15401" name="Google Shape;15401;p260"/>
          <p:cNvSpPr txBox="1"/>
          <p:nvPr>
            <p:ph idx="102" type="subTitle"/>
          </p:nvPr>
        </p:nvSpPr>
        <p:spPr>
          <a:xfrm>
            <a:off x="6411959" y="5769219"/>
            <a:ext cx="813600" cy="437700"/>
          </a:xfrm>
          <a:prstGeom prst="rect">
            <a:avLst/>
          </a:prstGeom>
        </p:spPr>
        <p:txBody>
          <a:bodyPr anchorCtr="0" anchor="ctr" bIns="36000" lIns="36000" spcFirstLastPara="1" rIns="36000" wrap="square" tIns="36000">
            <a:noAutofit/>
          </a:bodyPr>
          <a:lstStyle/>
          <a:p>
            <a:pPr indent="0" lvl="0" marL="0" rtl="0" algn="ctr">
              <a:spcBef>
                <a:spcPts val="0"/>
              </a:spcBef>
              <a:spcAft>
                <a:spcPts val="0"/>
              </a:spcAft>
              <a:buNone/>
            </a:pPr>
            <a:r>
              <a:rPr lang="es-419"/>
              <a:t>Después</a:t>
            </a:r>
            <a:r>
              <a:rPr lang="es-419"/>
              <a:t> de la entrega </a:t>
            </a:r>
            <a:endParaRPr/>
          </a:p>
        </p:txBody>
      </p:sp>
      <p:sp>
        <p:nvSpPr>
          <p:cNvPr id="15402" name="Google Shape;15402;p260"/>
          <p:cNvSpPr txBox="1"/>
          <p:nvPr>
            <p:ph idx="103" type="subTitle"/>
          </p:nvPr>
        </p:nvSpPr>
        <p:spPr>
          <a:xfrm>
            <a:off x="7345671" y="5769224"/>
            <a:ext cx="796500" cy="437700"/>
          </a:xfrm>
          <a:prstGeom prst="rect">
            <a:avLst/>
          </a:prstGeom>
        </p:spPr>
        <p:txBody>
          <a:bodyPr anchorCtr="0" anchor="ctr" bIns="36000" lIns="36000" spcFirstLastPara="1" rIns="36000" wrap="square" tIns="36000">
            <a:noAutofit/>
          </a:bodyPr>
          <a:lstStyle/>
          <a:p>
            <a:pPr indent="0" lvl="0" marL="0" rtl="0" algn="ctr">
              <a:spcBef>
                <a:spcPts val="0"/>
              </a:spcBef>
              <a:spcAft>
                <a:spcPts val="0"/>
              </a:spcAft>
              <a:buNone/>
            </a:pPr>
            <a:r>
              <a:rPr lang="es-419"/>
              <a:t>disposición</a:t>
            </a:r>
            <a:r>
              <a:rPr lang="es-419"/>
              <a:t> del cliente</a:t>
            </a:r>
            <a:endParaRPr/>
          </a:p>
        </p:txBody>
      </p:sp>
      <p:sp>
        <p:nvSpPr>
          <p:cNvPr id="15403" name="Google Shape;15403;p260"/>
          <p:cNvSpPr txBox="1"/>
          <p:nvPr>
            <p:ph idx="104" type="subTitle"/>
          </p:nvPr>
        </p:nvSpPr>
        <p:spPr>
          <a:xfrm>
            <a:off x="8182670" y="5769224"/>
            <a:ext cx="796500" cy="437700"/>
          </a:xfrm>
          <a:prstGeom prst="rect">
            <a:avLst/>
          </a:prstGeom>
        </p:spPr>
        <p:txBody>
          <a:bodyPr anchorCtr="0" anchor="ctr" bIns="36000" lIns="36000" spcFirstLastPara="1" rIns="36000" wrap="square" tIns="36000">
            <a:noAutofit/>
          </a:bodyPr>
          <a:lstStyle/>
          <a:p>
            <a:pPr indent="0" lvl="0" marL="0" rtl="0" algn="ctr">
              <a:spcBef>
                <a:spcPts val="0"/>
              </a:spcBef>
              <a:spcAft>
                <a:spcPts val="0"/>
              </a:spcAft>
              <a:buNone/>
            </a:pPr>
            <a:r>
              <a:rPr lang="es-419"/>
              <a:t>mejorar el servicio y medir </a:t>
            </a:r>
            <a:r>
              <a:rPr lang="es-419"/>
              <a:t>satisfacción</a:t>
            </a:r>
            <a:r>
              <a:rPr lang="es-419"/>
              <a:t> del cliente</a:t>
            </a:r>
            <a:endParaRPr/>
          </a:p>
        </p:txBody>
      </p:sp>
      <p:sp>
        <p:nvSpPr>
          <p:cNvPr id="15404" name="Google Shape;15404;p260"/>
          <p:cNvSpPr txBox="1"/>
          <p:nvPr>
            <p:ph idx="105" type="subTitle"/>
          </p:nvPr>
        </p:nvSpPr>
        <p:spPr>
          <a:xfrm>
            <a:off x="9000144" y="5769224"/>
            <a:ext cx="815100" cy="437700"/>
          </a:xfrm>
          <a:prstGeom prst="rect">
            <a:avLst/>
          </a:prstGeom>
        </p:spPr>
        <p:txBody>
          <a:bodyPr anchorCtr="0" anchor="ctr" bIns="36000" lIns="36000" spcFirstLastPara="1" rIns="36000" wrap="square" tIns="36000">
            <a:noAutofit/>
          </a:bodyPr>
          <a:lstStyle/>
          <a:p>
            <a:pPr indent="0" lvl="0" marL="0" rtl="0" algn="ctr">
              <a:spcBef>
                <a:spcPts val="0"/>
              </a:spcBef>
              <a:spcAft>
                <a:spcPts val="0"/>
              </a:spcAft>
              <a:buNone/>
            </a:pPr>
            <a:r>
              <a:rPr lang="es-419"/>
              <a:t>Reclamos deben derivarse a m1-04 SI PROCEDE</a:t>
            </a:r>
            <a:endParaRPr/>
          </a:p>
        </p:txBody>
      </p:sp>
      <p:sp>
        <p:nvSpPr>
          <p:cNvPr id="15405" name="Google Shape;15405;p260"/>
          <p:cNvSpPr txBox="1"/>
          <p:nvPr>
            <p:ph idx="106" type="subTitle"/>
          </p:nvPr>
        </p:nvSpPr>
        <p:spPr>
          <a:xfrm>
            <a:off x="264731" y="6302624"/>
            <a:ext cx="796500" cy="437700"/>
          </a:xfrm>
          <a:prstGeom prst="rect">
            <a:avLst/>
          </a:prstGeom>
        </p:spPr>
        <p:txBody>
          <a:bodyPr anchorCtr="0" anchor="ctr" bIns="36000" lIns="36000" spcFirstLastPara="1" rIns="36000" wrap="square" tIns="36000">
            <a:noAutofit/>
          </a:bodyPr>
          <a:lstStyle/>
          <a:p>
            <a:pPr indent="0" lvl="0" marL="0" rtl="0" algn="l">
              <a:spcBef>
                <a:spcPts val="0"/>
              </a:spcBef>
              <a:spcAft>
                <a:spcPts val="0"/>
              </a:spcAft>
              <a:buNone/>
            </a:pPr>
            <a:r>
              <a:t/>
            </a:r>
            <a:endParaRPr/>
          </a:p>
        </p:txBody>
      </p:sp>
      <p:sp>
        <p:nvSpPr>
          <p:cNvPr id="15406" name="Google Shape;15406;p260"/>
          <p:cNvSpPr txBox="1"/>
          <p:nvPr>
            <p:ph idx="107" type="subTitle"/>
          </p:nvPr>
        </p:nvSpPr>
        <p:spPr>
          <a:xfrm>
            <a:off x="1179154" y="6302624"/>
            <a:ext cx="777900" cy="437700"/>
          </a:xfrm>
          <a:prstGeom prst="rect">
            <a:avLst/>
          </a:prstGeom>
        </p:spPr>
        <p:txBody>
          <a:bodyPr anchorCtr="0" anchor="ctr" bIns="36000" lIns="36000" spcFirstLastPara="1" rIns="36000" wrap="square" tIns="36000">
            <a:noAutofit/>
          </a:bodyPr>
          <a:lstStyle/>
          <a:p>
            <a:pPr indent="0" lvl="0" marL="0" rtl="0" algn="ctr">
              <a:spcBef>
                <a:spcPts val="0"/>
              </a:spcBef>
              <a:spcAft>
                <a:spcPts val="0"/>
              </a:spcAft>
              <a:buNone/>
            </a:pPr>
            <a:r>
              <a:t/>
            </a:r>
            <a:endParaRPr/>
          </a:p>
        </p:txBody>
      </p:sp>
      <p:sp>
        <p:nvSpPr>
          <p:cNvPr id="15407" name="Google Shape;15407;p260"/>
          <p:cNvSpPr txBox="1"/>
          <p:nvPr>
            <p:ph idx="108" type="subTitle"/>
          </p:nvPr>
        </p:nvSpPr>
        <p:spPr>
          <a:xfrm>
            <a:off x="1990053" y="6302624"/>
            <a:ext cx="815100" cy="437700"/>
          </a:xfrm>
          <a:prstGeom prst="rect">
            <a:avLst/>
          </a:prstGeom>
        </p:spPr>
        <p:txBody>
          <a:bodyPr anchorCtr="0" anchor="ctr" bIns="36000" lIns="36000" spcFirstLastPara="1" rIns="36000" wrap="square" tIns="36000">
            <a:noAutofit/>
          </a:bodyPr>
          <a:lstStyle/>
          <a:p>
            <a:pPr indent="0" lvl="0" marL="0" rtl="0" algn="ctr">
              <a:spcBef>
                <a:spcPts val="0"/>
              </a:spcBef>
              <a:spcAft>
                <a:spcPts val="0"/>
              </a:spcAft>
              <a:buNone/>
            </a:pPr>
            <a:r>
              <a:t/>
            </a:r>
            <a:endParaRPr/>
          </a:p>
        </p:txBody>
      </p:sp>
      <p:sp>
        <p:nvSpPr>
          <p:cNvPr id="15408" name="Google Shape;15408;p260"/>
          <p:cNvSpPr txBox="1"/>
          <p:nvPr>
            <p:ph idx="109" type="subTitle"/>
          </p:nvPr>
        </p:nvSpPr>
        <p:spPr>
          <a:xfrm>
            <a:off x="2925232" y="6302624"/>
            <a:ext cx="777900" cy="437700"/>
          </a:xfrm>
          <a:prstGeom prst="rect">
            <a:avLst/>
          </a:prstGeom>
        </p:spPr>
        <p:txBody>
          <a:bodyPr anchorCtr="0" anchor="ctr" bIns="36000" lIns="36000" spcFirstLastPara="1" rIns="36000" wrap="square" tIns="36000">
            <a:noAutofit/>
          </a:bodyPr>
          <a:lstStyle/>
          <a:p>
            <a:pPr indent="0" lvl="0" marL="0" rtl="0" algn="ctr">
              <a:spcBef>
                <a:spcPts val="0"/>
              </a:spcBef>
              <a:spcAft>
                <a:spcPts val="0"/>
              </a:spcAft>
              <a:buNone/>
            </a:pPr>
            <a:r>
              <a:t/>
            </a:r>
            <a:endParaRPr/>
          </a:p>
        </p:txBody>
      </p:sp>
      <p:sp>
        <p:nvSpPr>
          <p:cNvPr id="15409" name="Google Shape;15409;p260"/>
          <p:cNvSpPr txBox="1"/>
          <p:nvPr>
            <p:ph idx="110" type="subTitle"/>
          </p:nvPr>
        </p:nvSpPr>
        <p:spPr>
          <a:xfrm>
            <a:off x="3736126" y="6302624"/>
            <a:ext cx="815100" cy="437700"/>
          </a:xfrm>
          <a:prstGeom prst="rect">
            <a:avLst/>
          </a:prstGeom>
        </p:spPr>
        <p:txBody>
          <a:bodyPr anchorCtr="0" anchor="ctr" bIns="36000" lIns="36000" spcFirstLastPara="1" rIns="36000" wrap="square" tIns="36000">
            <a:noAutofit/>
          </a:bodyPr>
          <a:lstStyle/>
          <a:p>
            <a:pPr indent="0" lvl="0" marL="0" rtl="0" algn="ctr">
              <a:spcBef>
                <a:spcPts val="0"/>
              </a:spcBef>
              <a:spcAft>
                <a:spcPts val="0"/>
              </a:spcAft>
              <a:buNone/>
            </a:pPr>
            <a:r>
              <a:t/>
            </a:r>
            <a:endParaRPr/>
          </a:p>
        </p:txBody>
      </p:sp>
      <p:sp>
        <p:nvSpPr>
          <p:cNvPr id="15410" name="Google Shape;15410;p260"/>
          <p:cNvSpPr txBox="1"/>
          <p:nvPr>
            <p:ph idx="111" type="subTitle"/>
          </p:nvPr>
        </p:nvSpPr>
        <p:spPr>
          <a:xfrm>
            <a:off x="4671309" y="6302624"/>
            <a:ext cx="777900" cy="437700"/>
          </a:xfrm>
          <a:prstGeom prst="rect">
            <a:avLst/>
          </a:prstGeom>
        </p:spPr>
        <p:txBody>
          <a:bodyPr anchorCtr="0" anchor="ctr" bIns="36000" lIns="36000" spcFirstLastPara="1" rIns="36000" wrap="square" tIns="36000">
            <a:noAutofit/>
          </a:bodyPr>
          <a:lstStyle/>
          <a:p>
            <a:pPr indent="0" lvl="0" marL="0" rtl="0" algn="ctr">
              <a:spcBef>
                <a:spcPts val="0"/>
              </a:spcBef>
              <a:spcAft>
                <a:spcPts val="0"/>
              </a:spcAft>
              <a:buNone/>
            </a:pPr>
            <a:r>
              <a:t/>
            </a:r>
            <a:endParaRPr/>
          </a:p>
        </p:txBody>
      </p:sp>
      <p:sp>
        <p:nvSpPr>
          <p:cNvPr id="15411" name="Google Shape;15411;p260"/>
          <p:cNvSpPr txBox="1"/>
          <p:nvPr>
            <p:ph idx="112" type="subTitle"/>
          </p:nvPr>
        </p:nvSpPr>
        <p:spPr>
          <a:xfrm>
            <a:off x="5482203" y="6302624"/>
            <a:ext cx="815100" cy="437700"/>
          </a:xfrm>
          <a:prstGeom prst="rect">
            <a:avLst/>
          </a:prstGeom>
        </p:spPr>
        <p:txBody>
          <a:bodyPr anchorCtr="0" anchor="ctr" bIns="36000" lIns="36000" spcFirstLastPara="1" rIns="36000" wrap="square" tIns="36000">
            <a:noAutofit/>
          </a:bodyPr>
          <a:lstStyle/>
          <a:p>
            <a:pPr indent="0" lvl="0" marL="0" rtl="0" algn="ctr">
              <a:spcBef>
                <a:spcPts val="0"/>
              </a:spcBef>
              <a:spcAft>
                <a:spcPts val="0"/>
              </a:spcAft>
              <a:buNone/>
            </a:pPr>
            <a:r>
              <a:t/>
            </a:r>
            <a:endParaRPr/>
          </a:p>
        </p:txBody>
      </p:sp>
      <p:sp>
        <p:nvSpPr>
          <p:cNvPr id="15412" name="Google Shape;15412;p260"/>
          <p:cNvSpPr txBox="1"/>
          <p:nvPr>
            <p:ph idx="113" type="subTitle"/>
          </p:nvPr>
        </p:nvSpPr>
        <p:spPr>
          <a:xfrm>
            <a:off x="6411959" y="6302619"/>
            <a:ext cx="813600" cy="437700"/>
          </a:xfrm>
          <a:prstGeom prst="rect">
            <a:avLst/>
          </a:prstGeom>
        </p:spPr>
        <p:txBody>
          <a:bodyPr anchorCtr="0" anchor="ctr" bIns="36000" lIns="36000" spcFirstLastPara="1" rIns="36000" wrap="square" tIns="36000">
            <a:noAutofit/>
          </a:bodyPr>
          <a:lstStyle/>
          <a:p>
            <a:pPr indent="0" lvl="0" marL="0" rtl="0" algn="ctr">
              <a:spcBef>
                <a:spcPts val="0"/>
              </a:spcBef>
              <a:spcAft>
                <a:spcPts val="0"/>
              </a:spcAft>
              <a:buNone/>
            </a:pPr>
            <a:r>
              <a:t/>
            </a:r>
            <a:endParaRPr/>
          </a:p>
        </p:txBody>
      </p:sp>
      <p:sp>
        <p:nvSpPr>
          <p:cNvPr id="15413" name="Google Shape;15413;p260"/>
          <p:cNvSpPr txBox="1"/>
          <p:nvPr>
            <p:ph idx="114" type="subTitle"/>
          </p:nvPr>
        </p:nvSpPr>
        <p:spPr>
          <a:xfrm>
            <a:off x="7345671" y="6302624"/>
            <a:ext cx="796500" cy="437700"/>
          </a:xfrm>
          <a:prstGeom prst="rect">
            <a:avLst/>
          </a:prstGeom>
        </p:spPr>
        <p:txBody>
          <a:bodyPr anchorCtr="0" anchor="ctr" bIns="36000" lIns="36000" spcFirstLastPara="1" rIns="36000" wrap="square" tIns="36000">
            <a:noAutofit/>
          </a:bodyPr>
          <a:lstStyle/>
          <a:p>
            <a:pPr indent="0" lvl="0" marL="0" rtl="0" algn="ctr">
              <a:spcBef>
                <a:spcPts val="0"/>
              </a:spcBef>
              <a:spcAft>
                <a:spcPts val="0"/>
              </a:spcAft>
              <a:buNone/>
            </a:pPr>
            <a:r>
              <a:t/>
            </a:r>
            <a:endParaRPr/>
          </a:p>
        </p:txBody>
      </p:sp>
      <p:sp>
        <p:nvSpPr>
          <p:cNvPr id="15414" name="Google Shape;15414;p260"/>
          <p:cNvSpPr txBox="1"/>
          <p:nvPr>
            <p:ph idx="115" type="subTitle"/>
          </p:nvPr>
        </p:nvSpPr>
        <p:spPr>
          <a:xfrm>
            <a:off x="8182670" y="6302624"/>
            <a:ext cx="796500" cy="437700"/>
          </a:xfrm>
          <a:prstGeom prst="rect">
            <a:avLst/>
          </a:prstGeom>
        </p:spPr>
        <p:txBody>
          <a:bodyPr anchorCtr="0" anchor="ctr" bIns="36000" lIns="36000" spcFirstLastPara="1" rIns="36000" wrap="square" tIns="36000">
            <a:noAutofit/>
          </a:bodyPr>
          <a:lstStyle/>
          <a:p>
            <a:pPr indent="0" lvl="0" marL="0" rtl="0" algn="ctr">
              <a:spcBef>
                <a:spcPts val="0"/>
              </a:spcBef>
              <a:spcAft>
                <a:spcPts val="0"/>
              </a:spcAft>
              <a:buNone/>
            </a:pPr>
            <a:r>
              <a:t/>
            </a:r>
            <a:endParaRPr/>
          </a:p>
        </p:txBody>
      </p:sp>
      <p:sp>
        <p:nvSpPr>
          <p:cNvPr id="15415" name="Google Shape;15415;p260"/>
          <p:cNvSpPr txBox="1"/>
          <p:nvPr>
            <p:ph idx="116" type="subTitle"/>
          </p:nvPr>
        </p:nvSpPr>
        <p:spPr>
          <a:xfrm>
            <a:off x="9000144" y="6302624"/>
            <a:ext cx="815100" cy="437700"/>
          </a:xfrm>
          <a:prstGeom prst="rect">
            <a:avLst/>
          </a:prstGeom>
        </p:spPr>
        <p:txBody>
          <a:bodyPr anchorCtr="0" anchor="ctr" bIns="36000" lIns="36000" spcFirstLastPara="1" rIns="36000" wrap="square" tIns="36000">
            <a:noAutofit/>
          </a:bodyPr>
          <a:lstStyle/>
          <a:p>
            <a:pPr indent="0" lvl="0" marL="0" rtl="0" algn="ctr">
              <a:spcBef>
                <a:spcPts val="0"/>
              </a:spcBef>
              <a:spcAft>
                <a:spcPts val="0"/>
              </a:spcAft>
              <a:buNone/>
            </a:pPr>
            <a:r>
              <a:t/>
            </a:r>
            <a:endParaRPr/>
          </a:p>
        </p:txBody>
      </p:sp>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419" name="Shape 15419"/>
        <p:cNvGrpSpPr/>
        <p:nvPr/>
      </p:nvGrpSpPr>
      <p:grpSpPr>
        <a:xfrm>
          <a:off x="0" y="0"/>
          <a:ext cx="0" cy="0"/>
          <a:chOff x="0" y="0"/>
          <a:chExt cx="0" cy="0"/>
        </a:xfrm>
      </p:grpSpPr>
      <p:sp>
        <p:nvSpPr>
          <p:cNvPr id="15420" name="Google Shape;15420;p261"/>
          <p:cNvSpPr txBox="1"/>
          <p:nvPr>
            <p:ph idx="29" type="subTitle"/>
          </p:nvPr>
        </p:nvSpPr>
        <p:spPr>
          <a:xfrm>
            <a:off x="832100" y="4826396"/>
            <a:ext cx="1750500" cy="561600"/>
          </a:xfrm>
          <a:prstGeom prst="rect">
            <a:avLst/>
          </a:prstGeom>
        </p:spPr>
        <p:txBody>
          <a:bodyPr anchorCtr="0" anchor="ctr" bIns="54000" lIns="54000" spcFirstLastPara="1" rIns="54000" wrap="square" tIns="54000">
            <a:noAutofit/>
          </a:bodyPr>
          <a:lstStyle/>
          <a:p>
            <a:pPr indent="0" lvl="0" marL="0" rtl="0" algn="l">
              <a:lnSpc>
                <a:spcPct val="100000"/>
              </a:lnSpc>
              <a:spcBef>
                <a:spcPts val="0"/>
              </a:spcBef>
              <a:spcAft>
                <a:spcPts val="0"/>
              </a:spcAft>
              <a:buNone/>
            </a:pPr>
            <a:r>
              <a:rPr lang="es-419"/>
              <a:t>Control de calidad manual</a:t>
            </a:r>
            <a:endParaRPr/>
          </a:p>
          <a:p>
            <a:pPr indent="0" lvl="0" marL="0" rtl="0" algn="l">
              <a:spcBef>
                <a:spcPts val="0"/>
              </a:spcBef>
              <a:spcAft>
                <a:spcPts val="0"/>
              </a:spcAft>
              <a:buNone/>
            </a:pPr>
            <a:r>
              <a:t/>
            </a:r>
            <a:endParaRPr/>
          </a:p>
        </p:txBody>
      </p:sp>
      <p:sp>
        <p:nvSpPr>
          <p:cNvPr id="15421" name="Google Shape;15421;p261"/>
          <p:cNvSpPr txBox="1"/>
          <p:nvPr>
            <p:ph idx="32" type="subTitle"/>
          </p:nvPr>
        </p:nvSpPr>
        <p:spPr>
          <a:xfrm>
            <a:off x="6269339" y="4826396"/>
            <a:ext cx="1731300" cy="561600"/>
          </a:xfrm>
          <a:prstGeom prst="rect">
            <a:avLst/>
          </a:prstGeom>
        </p:spPr>
        <p:txBody>
          <a:bodyPr anchorCtr="0" anchor="ctr" bIns="54000" lIns="54000" spcFirstLastPara="1" rIns="54000" wrap="square" tIns="54000">
            <a:noAutofit/>
          </a:bodyPr>
          <a:lstStyle/>
          <a:p>
            <a:pPr indent="0" lvl="0" marL="0" rtl="0" algn="l">
              <a:lnSpc>
                <a:spcPct val="100000"/>
              </a:lnSpc>
              <a:spcBef>
                <a:spcPts val="0"/>
              </a:spcBef>
              <a:spcAft>
                <a:spcPts val="0"/>
              </a:spcAft>
              <a:buNone/>
            </a:pPr>
            <a:r>
              <a:rPr lang="es-419"/>
              <a:t>Verificación lenta</a:t>
            </a:r>
            <a:endParaRPr/>
          </a:p>
          <a:p>
            <a:pPr indent="0" lvl="0" marL="0" rtl="0" algn="l">
              <a:spcBef>
                <a:spcPts val="0"/>
              </a:spcBef>
              <a:spcAft>
                <a:spcPts val="0"/>
              </a:spcAft>
              <a:buNone/>
            </a:pPr>
            <a:r>
              <a:t/>
            </a:r>
            <a:endParaRPr/>
          </a:p>
        </p:txBody>
      </p:sp>
      <p:sp>
        <p:nvSpPr>
          <p:cNvPr id="15422" name="Google Shape;15422;p261"/>
          <p:cNvSpPr txBox="1"/>
          <p:nvPr>
            <p:ph idx="20" type="subTitle"/>
          </p:nvPr>
        </p:nvSpPr>
        <p:spPr>
          <a:xfrm>
            <a:off x="8053914" y="2230907"/>
            <a:ext cx="1731300" cy="561600"/>
          </a:xfrm>
          <a:prstGeom prst="rect">
            <a:avLst/>
          </a:prstGeom>
        </p:spPr>
        <p:txBody>
          <a:bodyPr anchorCtr="0" anchor="ctr" bIns="54000" lIns="54000" spcFirstLastPara="1" rIns="54000" wrap="square" tIns="54000">
            <a:noAutofit/>
          </a:bodyPr>
          <a:lstStyle/>
          <a:p>
            <a:pPr indent="0" lvl="0" marL="0" rtl="0" algn="l">
              <a:lnSpc>
                <a:spcPct val="100000"/>
              </a:lnSpc>
              <a:spcBef>
                <a:spcPts val="0"/>
              </a:spcBef>
              <a:spcAft>
                <a:spcPts val="0"/>
              </a:spcAft>
              <a:buNone/>
            </a:pPr>
            <a:r>
              <a:rPr lang="es-419"/>
              <a:t>Clientes inconformes, retrasos</a:t>
            </a:r>
            <a:endParaRPr/>
          </a:p>
          <a:p>
            <a:pPr indent="0" lvl="0" marL="0" rtl="0" algn="l">
              <a:spcBef>
                <a:spcPts val="0"/>
              </a:spcBef>
              <a:spcAft>
                <a:spcPts val="0"/>
              </a:spcAft>
              <a:buNone/>
            </a:pPr>
            <a:r>
              <a:t/>
            </a:r>
            <a:endParaRPr/>
          </a:p>
        </p:txBody>
      </p:sp>
      <p:sp>
        <p:nvSpPr>
          <p:cNvPr id="15423" name="Google Shape;15423;p261"/>
          <p:cNvSpPr txBox="1"/>
          <p:nvPr>
            <p:ph idx="24" type="subTitle"/>
          </p:nvPr>
        </p:nvSpPr>
        <p:spPr>
          <a:xfrm>
            <a:off x="832100" y="4174052"/>
            <a:ext cx="1750500" cy="561600"/>
          </a:xfrm>
          <a:prstGeom prst="rect">
            <a:avLst/>
          </a:prstGeom>
        </p:spPr>
        <p:txBody>
          <a:bodyPr anchorCtr="0" anchor="ctr" bIns="54000" lIns="54000" spcFirstLastPara="1" rIns="54000" wrap="square" tIns="54000">
            <a:noAutofit/>
          </a:bodyPr>
          <a:lstStyle/>
          <a:p>
            <a:pPr indent="0" lvl="0" marL="0" rtl="0" algn="l">
              <a:lnSpc>
                <a:spcPct val="100000"/>
              </a:lnSpc>
              <a:spcBef>
                <a:spcPts val="0"/>
              </a:spcBef>
              <a:spcAft>
                <a:spcPts val="0"/>
              </a:spcAft>
              <a:buNone/>
            </a:pPr>
            <a:r>
              <a:rPr lang="es-419"/>
              <a:t>Capacitación irregular</a:t>
            </a:r>
            <a:endParaRPr/>
          </a:p>
          <a:p>
            <a:pPr indent="0" lvl="0" marL="0" rtl="0" algn="l">
              <a:spcBef>
                <a:spcPts val="0"/>
              </a:spcBef>
              <a:spcAft>
                <a:spcPts val="0"/>
              </a:spcAft>
              <a:buNone/>
            </a:pPr>
            <a:r>
              <a:t/>
            </a:r>
            <a:endParaRPr/>
          </a:p>
        </p:txBody>
      </p:sp>
      <p:sp>
        <p:nvSpPr>
          <p:cNvPr id="15424" name="Google Shape;15424;p261"/>
          <p:cNvSpPr txBox="1"/>
          <p:nvPr>
            <p:ph idx="30" type="subTitle"/>
          </p:nvPr>
        </p:nvSpPr>
        <p:spPr>
          <a:xfrm>
            <a:off x="2631411" y="4826396"/>
            <a:ext cx="1771500" cy="561600"/>
          </a:xfrm>
          <a:prstGeom prst="rect">
            <a:avLst/>
          </a:prstGeom>
        </p:spPr>
        <p:txBody>
          <a:bodyPr anchorCtr="0" anchor="ctr" bIns="54000" lIns="54000" spcFirstLastPara="1" rIns="54000" wrap="square" tIns="54000">
            <a:noAutofit/>
          </a:bodyPr>
          <a:lstStyle/>
          <a:p>
            <a:pPr indent="0" lvl="0" marL="0" rtl="0" algn="l">
              <a:lnSpc>
                <a:spcPct val="100000"/>
              </a:lnSpc>
              <a:spcBef>
                <a:spcPts val="0"/>
              </a:spcBef>
              <a:spcAft>
                <a:spcPts val="0"/>
              </a:spcAft>
              <a:buNone/>
            </a:pPr>
            <a:r>
              <a:rPr lang="es-419"/>
              <a:t>Certificación digital integrada</a:t>
            </a:r>
            <a:endParaRPr/>
          </a:p>
          <a:p>
            <a:pPr indent="0" lvl="0" marL="0" rtl="0" algn="l">
              <a:spcBef>
                <a:spcPts val="0"/>
              </a:spcBef>
              <a:spcAft>
                <a:spcPts val="0"/>
              </a:spcAft>
              <a:buNone/>
            </a:pPr>
            <a:r>
              <a:t/>
            </a:r>
            <a:endParaRPr/>
          </a:p>
        </p:txBody>
      </p:sp>
      <p:sp>
        <p:nvSpPr>
          <p:cNvPr id="15425" name="Google Shape;15425;p261"/>
          <p:cNvSpPr txBox="1"/>
          <p:nvPr>
            <p:ph idx="31" type="subTitle"/>
          </p:nvPr>
        </p:nvSpPr>
        <p:spPr>
          <a:xfrm>
            <a:off x="4460203" y="4826396"/>
            <a:ext cx="1750500" cy="561600"/>
          </a:xfrm>
          <a:prstGeom prst="rect">
            <a:avLst/>
          </a:prstGeom>
        </p:spPr>
        <p:txBody>
          <a:bodyPr anchorCtr="0" anchor="ctr" bIns="54000" lIns="54000" spcFirstLastPara="1" rIns="54000" wrap="square" tIns="54000">
            <a:noAutofit/>
          </a:bodyPr>
          <a:lstStyle/>
          <a:p>
            <a:pPr indent="0" lvl="0" marL="0" rtl="0" algn="l">
              <a:lnSpc>
                <a:spcPct val="100000"/>
              </a:lnSpc>
              <a:spcBef>
                <a:spcPts val="0"/>
              </a:spcBef>
              <a:spcAft>
                <a:spcPts val="0"/>
              </a:spcAft>
              <a:buNone/>
            </a:pPr>
            <a:r>
              <a:rPr lang="es-419"/>
              <a:t>Checklists en papel</a:t>
            </a:r>
            <a:endParaRPr/>
          </a:p>
          <a:p>
            <a:pPr indent="0" lvl="0" marL="0" rtl="0" algn="l">
              <a:spcBef>
                <a:spcPts val="0"/>
              </a:spcBef>
              <a:spcAft>
                <a:spcPts val="0"/>
              </a:spcAft>
              <a:buNone/>
            </a:pPr>
            <a:r>
              <a:t/>
            </a:r>
            <a:endParaRPr/>
          </a:p>
        </p:txBody>
      </p:sp>
      <p:sp>
        <p:nvSpPr>
          <p:cNvPr id="15426" name="Google Shape;15426;p261"/>
          <p:cNvSpPr txBox="1"/>
          <p:nvPr>
            <p:ph idx="33" type="subTitle"/>
          </p:nvPr>
        </p:nvSpPr>
        <p:spPr>
          <a:xfrm>
            <a:off x="8053914" y="4826396"/>
            <a:ext cx="1731300" cy="561600"/>
          </a:xfrm>
          <a:prstGeom prst="rect">
            <a:avLst/>
          </a:prstGeom>
        </p:spPr>
        <p:txBody>
          <a:bodyPr anchorCtr="0" anchor="ctr" bIns="54000" lIns="54000" spcFirstLastPara="1" rIns="54000" wrap="square" tIns="54000">
            <a:noAutofit/>
          </a:bodyPr>
          <a:lstStyle/>
          <a:p>
            <a:pPr indent="0" lvl="0" marL="0" rtl="0" algn="l">
              <a:lnSpc>
                <a:spcPct val="100000"/>
              </a:lnSpc>
              <a:spcBef>
                <a:spcPts val="0"/>
              </a:spcBef>
              <a:spcAft>
                <a:spcPts val="0"/>
              </a:spcAft>
              <a:buNone/>
            </a:pPr>
            <a:r>
              <a:rPr lang="es-419"/>
              <a:t>Riesgo de incumplir normas ecológicas</a:t>
            </a:r>
            <a:endParaRPr/>
          </a:p>
          <a:p>
            <a:pPr indent="0" lvl="0" marL="0" rtl="0" algn="l">
              <a:spcBef>
                <a:spcPts val="0"/>
              </a:spcBef>
              <a:spcAft>
                <a:spcPts val="0"/>
              </a:spcAft>
              <a:buNone/>
            </a:pPr>
            <a:r>
              <a:t/>
            </a:r>
            <a:endParaRPr/>
          </a:p>
        </p:txBody>
      </p:sp>
      <p:sp>
        <p:nvSpPr>
          <p:cNvPr id="15427" name="Google Shape;15427;p261"/>
          <p:cNvSpPr txBox="1"/>
          <p:nvPr>
            <p:ph idx="34" type="subTitle"/>
          </p:nvPr>
        </p:nvSpPr>
        <p:spPr>
          <a:xfrm>
            <a:off x="832100" y="5476396"/>
            <a:ext cx="1750500" cy="561600"/>
          </a:xfrm>
          <a:prstGeom prst="rect">
            <a:avLst/>
          </a:prstGeom>
        </p:spPr>
        <p:txBody>
          <a:bodyPr anchorCtr="0" anchor="ctr" bIns="54000" lIns="54000" spcFirstLastPara="1" rIns="54000" wrap="square" tIns="54000">
            <a:noAutofit/>
          </a:bodyPr>
          <a:lstStyle/>
          <a:p>
            <a:pPr indent="0" lvl="0" marL="0" rtl="0" algn="l">
              <a:lnSpc>
                <a:spcPct val="100000"/>
              </a:lnSpc>
              <a:spcBef>
                <a:spcPts val="0"/>
              </a:spcBef>
              <a:spcAft>
                <a:spcPts val="0"/>
              </a:spcAft>
              <a:buNone/>
            </a:pPr>
            <a:r>
              <a:rPr lang="es-419"/>
              <a:t>Manejo manual de membresías</a:t>
            </a:r>
            <a:endParaRPr/>
          </a:p>
          <a:p>
            <a:pPr indent="0" lvl="0" marL="0" rtl="0" algn="l">
              <a:spcBef>
                <a:spcPts val="0"/>
              </a:spcBef>
              <a:spcAft>
                <a:spcPts val="0"/>
              </a:spcAft>
              <a:buNone/>
            </a:pPr>
            <a:r>
              <a:t/>
            </a:r>
            <a:endParaRPr/>
          </a:p>
        </p:txBody>
      </p:sp>
      <p:sp>
        <p:nvSpPr>
          <p:cNvPr id="15428" name="Google Shape;15428;p261"/>
          <p:cNvSpPr txBox="1"/>
          <p:nvPr>
            <p:ph idx="1" type="subTitle"/>
          </p:nvPr>
        </p:nvSpPr>
        <p:spPr>
          <a:xfrm>
            <a:off x="832100" y="1581903"/>
            <a:ext cx="1750500" cy="561600"/>
          </a:xfrm>
          <a:prstGeom prst="rect">
            <a:avLst/>
          </a:prstGeom>
        </p:spPr>
        <p:txBody>
          <a:bodyPr anchorCtr="0" anchor="ctr" bIns="54000" lIns="54000" spcFirstLastPara="1" rIns="54000" wrap="square" tIns="54000">
            <a:noAutofit/>
          </a:bodyPr>
          <a:lstStyle/>
          <a:p>
            <a:pPr indent="0" lvl="0" marL="0" rtl="0" algn="l">
              <a:lnSpc>
                <a:spcPct val="100000"/>
              </a:lnSpc>
              <a:spcBef>
                <a:spcPts val="0"/>
              </a:spcBef>
              <a:spcAft>
                <a:spcPts val="0"/>
              </a:spcAft>
              <a:buNone/>
            </a:pPr>
            <a:r>
              <a:rPr lang="es-419"/>
              <a:t>Inventarios manuales en papel</a:t>
            </a:r>
            <a:endParaRPr/>
          </a:p>
          <a:p>
            <a:pPr indent="0" lvl="0" marL="0" rtl="0" algn="l">
              <a:spcBef>
                <a:spcPts val="0"/>
              </a:spcBef>
              <a:spcAft>
                <a:spcPts val="0"/>
              </a:spcAft>
              <a:buNone/>
            </a:pPr>
            <a:r>
              <a:t/>
            </a:r>
            <a:endParaRPr/>
          </a:p>
        </p:txBody>
      </p:sp>
      <p:sp>
        <p:nvSpPr>
          <p:cNvPr id="15429" name="Google Shape;15429;p261"/>
          <p:cNvSpPr txBox="1"/>
          <p:nvPr>
            <p:ph idx="2" type="subTitle"/>
          </p:nvPr>
        </p:nvSpPr>
        <p:spPr>
          <a:xfrm>
            <a:off x="2631411" y="1581903"/>
            <a:ext cx="1771500" cy="561600"/>
          </a:xfrm>
          <a:prstGeom prst="rect">
            <a:avLst/>
          </a:prstGeom>
        </p:spPr>
        <p:txBody>
          <a:bodyPr anchorCtr="0" anchor="ctr" bIns="54000" lIns="54000" spcFirstLastPara="1" rIns="54000" wrap="square" tIns="54000">
            <a:noAutofit/>
          </a:bodyPr>
          <a:lstStyle/>
          <a:p>
            <a:pPr indent="0" lvl="0" marL="0" rtl="0" algn="l">
              <a:lnSpc>
                <a:spcPct val="100000"/>
              </a:lnSpc>
              <a:spcBef>
                <a:spcPts val="0"/>
              </a:spcBef>
              <a:spcAft>
                <a:spcPts val="0"/>
              </a:spcAft>
              <a:buNone/>
            </a:pPr>
            <a:r>
              <a:rPr lang="es-419"/>
              <a:t>Inventario digital actualizado</a:t>
            </a:r>
            <a:endParaRPr/>
          </a:p>
          <a:p>
            <a:pPr indent="0" lvl="0" marL="0" rtl="0" algn="l">
              <a:spcBef>
                <a:spcPts val="0"/>
              </a:spcBef>
              <a:spcAft>
                <a:spcPts val="0"/>
              </a:spcAft>
              <a:buNone/>
            </a:pPr>
            <a:r>
              <a:t/>
            </a:r>
            <a:endParaRPr/>
          </a:p>
        </p:txBody>
      </p:sp>
      <p:sp>
        <p:nvSpPr>
          <p:cNvPr id="15430" name="Google Shape;15430;p261"/>
          <p:cNvSpPr txBox="1"/>
          <p:nvPr>
            <p:ph idx="3" type="subTitle"/>
          </p:nvPr>
        </p:nvSpPr>
        <p:spPr>
          <a:xfrm>
            <a:off x="4460203" y="1581903"/>
            <a:ext cx="1750500" cy="561600"/>
          </a:xfrm>
          <a:prstGeom prst="rect">
            <a:avLst/>
          </a:prstGeom>
        </p:spPr>
        <p:txBody>
          <a:bodyPr anchorCtr="0" anchor="ctr" bIns="54000" lIns="54000" spcFirstLastPara="1" rIns="54000" wrap="square" tIns="54000">
            <a:noAutofit/>
          </a:bodyPr>
          <a:lstStyle/>
          <a:p>
            <a:pPr indent="0" lvl="0" marL="0" rtl="0" algn="l">
              <a:lnSpc>
                <a:spcPct val="100000"/>
              </a:lnSpc>
              <a:spcBef>
                <a:spcPts val="0"/>
              </a:spcBef>
              <a:spcAft>
                <a:spcPts val="0"/>
              </a:spcAft>
              <a:buNone/>
            </a:pPr>
            <a:r>
              <a:rPr lang="es-419"/>
              <a:t>Registros en cuadernos</a:t>
            </a:r>
            <a:endParaRPr/>
          </a:p>
          <a:p>
            <a:pPr indent="0" lvl="0" marL="0" rtl="0" algn="l">
              <a:spcBef>
                <a:spcPts val="0"/>
              </a:spcBef>
              <a:spcAft>
                <a:spcPts val="0"/>
              </a:spcAft>
              <a:buNone/>
            </a:pPr>
            <a:r>
              <a:t/>
            </a:r>
            <a:endParaRPr/>
          </a:p>
        </p:txBody>
      </p:sp>
      <p:sp>
        <p:nvSpPr>
          <p:cNvPr id="15431" name="Google Shape;15431;p261"/>
          <p:cNvSpPr txBox="1"/>
          <p:nvPr>
            <p:ph idx="7" type="subTitle"/>
          </p:nvPr>
        </p:nvSpPr>
        <p:spPr>
          <a:xfrm>
            <a:off x="2631411" y="2878393"/>
            <a:ext cx="1771500" cy="561600"/>
          </a:xfrm>
          <a:prstGeom prst="rect">
            <a:avLst/>
          </a:prstGeom>
        </p:spPr>
        <p:txBody>
          <a:bodyPr anchorCtr="0" anchor="ctr" bIns="54000" lIns="54000" spcFirstLastPara="1" rIns="54000" wrap="square" tIns="54000">
            <a:noAutofit/>
          </a:bodyPr>
          <a:lstStyle/>
          <a:p>
            <a:pPr indent="0" lvl="0" marL="0" rtl="0" algn="l">
              <a:lnSpc>
                <a:spcPct val="100000"/>
              </a:lnSpc>
              <a:spcBef>
                <a:spcPts val="0"/>
              </a:spcBef>
              <a:spcAft>
                <a:spcPts val="0"/>
              </a:spcAft>
              <a:buNone/>
            </a:pPr>
            <a:r>
              <a:rPr lang="es-419"/>
              <a:t>Canales híbridos (tienda + digital)</a:t>
            </a:r>
            <a:endParaRPr/>
          </a:p>
          <a:p>
            <a:pPr indent="0" lvl="0" marL="0" rtl="0" algn="l">
              <a:spcBef>
                <a:spcPts val="0"/>
              </a:spcBef>
              <a:spcAft>
                <a:spcPts val="0"/>
              </a:spcAft>
              <a:buNone/>
            </a:pPr>
            <a:r>
              <a:t/>
            </a:r>
            <a:endParaRPr/>
          </a:p>
        </p:txBody>
      </p:sp>
      <p:sp>
        <p:nvSpPr>
          <p:cNvPr id="15432" name="Google Shape;15432;p261"/>
          <p:cNvSpPr txBox="1"/>
          <p:nvPr>
            <p:ph idx="8" type="subTitle"/>
          </p:nvPr>
        </p:nvSpPr>
        <p:spPr>
          <a:xfrm>
            <a:off x="4460203" y="2878393"/>
            <a:ext cx="1750500" cy="561600"/>
          </a:xfrm>
          <a:prstGeom prst="rect">
            <a:avLst/>
          </a:prstGeom>
        </p:spPr>
        <p:txBody>
          <a:bodyPr anchorCtr="0" anchor="ctr" bIns="54000" lIns="54000" spcFirstLastPara="1" rIns="54000" wrap="square" tIns="54000">
            <a:noAutofit/>
          </a:bodyPr>
          <a:lstStyle/>
          <a:p>
            <a:pPr indent="0" lvl="0" marL="0" rtl="0" algn="l">
              <a:lnSpc>
                <a:spcPct val="100000"/>
              </a:lnSpc>
              <a:spcBef>
                <a:spcPts val="0"/>
              </a:spcBef>
              <a:spcAft>
                <a:spcPts val="0"/>
              </a:spcAft>
              <a:buNone/>
            </a:pPr>
            <a:r>
              <a:rPr lang="es-419"/>
              <a:t>Solo atención en tienda física</a:t>
            </a:r>
            <a:endParaRPr/>
          </a:p>
          <a:p>
            <a:pPr indent="0" lvl="0" marL="0" rtl="0" algn="l">
              <a:spcBef>
                <a:spcPts val="0"/>
              </a:spcBef>
              <a:spcAft>
                <a:spcPts val="0"/>
              </a:spcAft>
              <a:buNone/>
            </a:pPr>
            <a:r>
              <a:t/>
            </a:r>
            <a:endParaRPr/>
          </a:p>
        </p:txBody>
      </p:sp>
      <p:sp>
        <p:nvSpPr>
          <p:cNvPr id="15433" name="Google Shape;15433;p261"/>
          <p:cNvSpPr txBox="1"/>
          <p:nvPr>
            <p:ph idx="25" type="subTitle"/>
          </p:nvPr>
        </p:nvSpPr>
        <p:spPr>
          <a:xfrm>
            <a:off x="2631411" y="4174052"/>
            <a:ext cx="1771500" cy="561600"/>
          </a:xfrm>
          <a:prstGeom prst="rect">
            <a:avLst/>
          </a:prstGeom>
        </p:spPr>
        <p:txBody>
          <a:bodyPr anchorCtr="0" anchor="ctr" bIns="54000" lIns="54000" spcFirstLastPara="1" rIns="54000" wrap="square" tIns="54000">
            <a:noAutofit/>
          </a:bodyPr>
          <a:lstStyle/>
          <a:p>
            <a:pPr indent="0" lvl="0" marL="0" rtl="0" algn="l">
              <a:lnSpc>
                <a:spcPct val="100000"/>
              </a:lnSpc>
              <a:spcBef>
                <a:spcPts val="0"/>
              </a:spcBef>
              <a:spcAft>
                <a:spcPts val="0"/>
              </a:spcAft>
              <a:buNone/>
            </a:pPr>
            <a:r>
              <a:rPr lang="es-419"/>
              <a:t>Programa de capacitación continuo</a:t>
            </a:r>
            <a:endParaRPr/>
          </a:p>
          <a:p>
            <a:pPr indent="0" lvl="0" marL="0" rtl="0" algn="l">
              <a:spcBef>
                <a:spcPts val="0"/>
              </a:spcBef>
              <a:spcAft>
                <a:spcPts val="0"/>
              </a:spcAft>
              <a:buNone/>
            </a:pPr>
            <a:r>
              <a:t/>
            </a:r>
            <a:endParaRPr/>
          </a:p>
        </p:txBody>
      </p:sp>
      <p:sp>
        <p:nvSpPr>
          <p:cNvPr id="15434" name="Google Shape;15434;p261"/>
          <p:cNvSpPr txBox="1"/>
          <p:nvPr>
            <p:ph idx="27" type="subTitle"/>
          </p:nvPr>
        </p:nvSpPr>
        <p:spPr>
          <a:xfrm>
            <a:off x="6269339" y="4174052"/>
            <a:ext cx="1731300" cy="561600"/>
          </a:xfrm>
          <a:prstGeom prst="rect">
            <a:avLst/>
          </a:prstGeom>
        </p:spPr>
        <p:txBody>
          <a:bodyPr anchorCtr="0" anchor="ctr" bIns="54000" lIns="54000" spcFirstLastPara="1" rIns="54000" wrap="square" tIns="54000">
            <a:noAutofit/>
          </a:bodyPr>
          <a:lstStyle/>
          <a:p>
            <a:pPr indent="0" lvl="0" marL="0" rtl="0" algn="l">
              <a:lnSpc>
                <a:spcPct val="100000"/>
              </a:lnSpc>
              <a:spcBef>
                <a:spcPts val="0"/>
              </a:spcBef>
              <a:spcAft>
                <a:spcPts val="0"/>
              </a:spcAft>
              <a:buNone/>
            </a:pPr>
            <a:r>
              <a:rPr lang="es-419"/>
              <a:t>Asesorías desiguales</a:t>
            </a:r>
            <a:endParaRPr/>
          </a:p>
          <a:p>
            <a:pPr indent="0" lvl="0" marL="0" rtl="0" algn="l">
              <a:spcBef>
                <a:spcPts val="0"/>
              </a:spcBef>
              <a:spcAft>
                <a:spcPts val="0"/>
              </a:spcAft>
              <a:buNone/>
            </a:pPr>
            <a:r>
              <a:t/>
            </a:r>
            <a:endParaRPr/>
          </a:p>
        </p:txBody>
      </p:sp>
      <p:sp>
        <p:nvSpPr>
          <p:cNvPr id="15435" name="Google Shape;15435;p261"/>
          <p:cNvSpPr txBox="1"/>
          <p:nvPr>
            <p:ph idx="39" type="subTitle"/>
          </p:nvPr>
        </p:nvSpPr>
        <p:spPr>
          <a:xfrm>
            <a:off x="832100" y="6122055"/>
            <a:ext cx="1750500" cy="561600"/>
          </a:xfrm>
          <a:prstGeom prst="rect">
            <a:avLst/>
          </a:prstGeom>
        </p:spPr>
        <p:txBody>
          <a:bodyPr anchorCtr="0" anchor="ctr" bIns="54000" lIns="54000" spcFirstLastPara="1" rIns="54000" wrap="square" tIns="54000">
            <a:noAutofit/>
          </a:bodyPr>
          <a:lstStyle/>
          <a:p>
            <a:pPr indent="0" lvl="0" marL="0" rtl="0" algn="l">
              <a:lnSpc>
                <a:spcPct val="100000"/>
              </a:lnSpc>
              <a:spcBef>
                <a:spcPts val="0"/>
              </a:spcBef>
              <a:spcAft>
                <a:spcPts val="0"/>
              </a:spcAft>
              <a:buNone/>
            </a:pPr>
            <a:r>
              <a:rPr lang="es-419"/>
              <a:t>Logística de entregas manual</a:t>
            </a:r>
            <a:endParaRPr/>
          </a:p>
          <a:p>
            <a:pPr indent="0" lvl="0" marL="0" rtl="0" algn="l">
              <a:spcBef>
                <a:spcPts val="0"/>
              </a:spcBef>
              <a:spcAft>
                <a:spcPts val="0"/>
              </a:spcAft>
              <a:buNone/>
            </a:pPr>
            <a:r>
              <a:t/>
            </a:r>
            <a:endParaRPr/>
          </a:p>
        </p:txBody>
      </p:sp>
      <p:sp>
        <p:nvSpPr>
          <p:cNvPr id="15436" name="Google Shape;15436;p261"/>
          <p:cNvSpPr txBox="1"/>
          <p:nvPr>
            <p:ph idx="40" type="subTitle"/>
          </p:nvPr>
        </p:nvSpPr>
        <p:spPr>
          <a:xfrm>
            <a:off x="2631411" y="6122055"/>
            <a:ext cx="1771500" cy="561600"/>
          </a:xfrm>
          <a:prstGeom prst="rect">
            <a:avLst/>
          </a:prstGeom>
        </p:spPr>
        <p:txBody>
          <a:bodyPr anchorCtr="0" anchor="ctr" bIns="54000" lIns="54000" spcFirstLastPara="1" rIns="54000" wrap="square" tIns="54000">
            <a:noAutofit/>
          </a:bodyPr>
          <a:lstStyle/>
          <a:p>
            <a:pPr indent="0" lvl="0" marL="0" rtl="0" algn="l">
              <a:lnSpc>
                <a:spcPct val="100000"/>
              </a:lnSpc>
              <a:spcBef>
                <a:spcPts val="0"/>
              </a:spcBef>
              <a:spcAft>
                <a:spcPts val="0"/>
              </a:spcAft>
              <a:buNone/>
            </a:pPr>
            <a:r>
              <a:rPr lang="es-419"/>
              <a:t>Sistema de rutas digital</a:t>
            </a:r>
            <a:endParaRPr/>
          </a:p>
          <a:p>
            <a:pPr indent="0" lvl="0" marL="0" rtl="0" algn="l">
              <a:spcBef>
                <a:spcPts val="0"/>
              </a:spcBef>
              <a:spcAft>
                <a:spcPts val="0"/>
              </a:spcAft>
              <a:buNone/>
            </a:pPr>
            <a:r>
              <a:t/>
            </a:r>
            <a:endParaRPr/>
          </a:p>
        </p:txBody>
      </p:sp>
      <p:sp>
        <p:nvSpPr>
          <p:cNvPr id="15437" name="Google Shape;15437;p261"/>
          <p:cNvSpPr txBox="1"/>
          <p:nvPr>
            <p:ph idx="41" type="subTitle"/>
          </p:nvPr>
        </p:nvSpPr>
        <p:spPr>
          <a:xfrm>
            <a:off x="4460203" y="6122055"/>
            <a:ext cx="1750500" cy="561600"/>
          </a:xfrm>
          <a:prstGeom prst="rect">
            <a:avLst/>
          </a:prstGeom>
        </p:spPr>
        <p:txBody>
          <a:bodyPr anchorCtr="0" anchor="ctr" bIns="54000" lIns="54000" spcFirstLastPara="1" rIns="54000" wrap="square" tIns="54000">
            <a:noAutofit/>
          </a:bodyPr>
          <a:lstStyle/>
          <a:p>
            <a:pPr indent="0" lvl="0" marL="0" rtl="0" algn="l">
              <a:lnSpc>
                <a:spcPct val="100000"/>
              </a:lnSpc>
              <a:spcBef>
                <a:spcPts val="0"/>
              </a:spcBef>
              <a:spcAft>
                <a:spcPts val="0"/>
              </a:spcAft>
              <a:buNone/>
            </a:pPr>
            <a:r>
              <a:rPr lang="es-419"/>
              <a:t>Rutas en papel</a:t>
            </a:r>
            <a:endParaRPr/>
          </a:p>
          <a:p>
            <a:pPr indent="0" lvl="0" marL="0" rtl="0" algn="l">
              <a:spcBef>
                <a:spcPts val="0"/>
              </a:spcBef>
              <a:spcAft>
                <a:spcPts val="0"/>
              </a:spcAft>
              <a:buNone/>
            </a:pPr>
            <a:r>
              <a:t/>
            </a:r>
            <a:endParaRPr/>
          </a:p>
        </p:txBody>
      </p:sp>
      <p:sp>
        <p:nvSpPr>
          <p:cNvPr id="15438" name="Google Shape;15438;p261"/>
          <p:cNvSpPr txBox="1"/>
          <p:nvPr>
            <p:ph idx="42" type="subTitle"/>
          </p:nvPr>
        </p:nvSpPr>
        <p:spPr>
          <a:xfrm>
            <a:off x="6269339" y="6122055"/>
            <a:ext cx="1731300" cy="561600"/>
          </a:xfrm>
          <a:prstGeom prst="rect">
            <a:avLst/>
          </a:prstGeom>
        </p:spPr>
        <p:txBody>
          <a:bodyPr anchorCtr="0" anchor="ctr" bIns="54000" lIns="54000" spcFirstLastPara="1" rIns="54000" wrap="square" tIns="54000">
            <a:noAutofit/>
          </a:bodyPr>
          <a:lstStyle/>
          <a:p>
            <a:pPr indent="0" lvl="0" marL="0" rtl="0" algn="l">
              <a:lnSpc>
                <a:spcPct val="100000"/>
              </a:lnSpc>
              <a:spcBef>
                <a:spcPts val="0"/>
              </a:spcBef>
              <a:spcAft>
                <a:spcPts val="0"/>
              </a:spcAft>
              <a:buNone/>
            </a:pPr>
            <a:r>
              <a:rPr lang="es-419"/>
              <a:t>Retrasos en entregas</a:t>
            </a:r>
            <a:endParaRPr/>
          </a:p>
          <a:p>
            <a:pPr indent="0" lvl="0" marL="0" rtl="0" algn="l">
              <a:spcBef>
                <a:spcPts val="0"/>
              </a:spcBef>
              <a:spcAft>
                <a:spcPts val="0"/>
              </a:spcAft>
              <a:buNone/>
            </a:pPr>
            <a:r>
              <a:t/>
            </a:r>
            <a:endParaRPr/>
          </a:p>
        </p:txBody>
      </p:sp>
      <p:sp>
        <p:nvSpPr>
          <p:cNvPr id="15439" name="Google Shape;15439;p261"/>
          <p:cNvSpPr txBox="1"/>
          <p:nvPr>
            <p:ph idx="43" type="subTitle"/>
          </p:nvPr>
        </p:nvSpPr>
        <p:spPr>
          <a:xfrm>
            <a:off x="8053914" y="6122055"/>
            <a:ext cx="1731300" cy="561600"/>
          </a:xfrm>
          <a:prstGeom prst="rect">
            <a:avLst/>
          </a:prstGeom>
        </p:spPr>
        <p:txBody>
          <a:bodyPr anchorCtr="0" anchor="ctr" bIns="54000" lIns="54000" spcFirstLastPara="1" rIns="54000" wrap="square" tIns="54000">
            <a:noAutofit/>
          </a:bodyPr>
          <a:lstStyle/>
          <a:p>
            <a:pPr indent="0" lvl="0" marL="0" rtl="0" algn="l">
              <a:lnSpc>
                <a:spcPct val="100000"/>
              </a:lnSpc>
              <a:spcBef>
                <a:spcPts val="0"/>
              </a:spcBef>
              <a:spcAft>
                <a:spcPts val="0"/>
              </a:spcAft>
              <a:buNone/>
            </a:pPr>
            <a:r>
              <a:rPr lang="es-419"/>
              <a:t>Insatisfacción del cliente</a:t>
            </a:r>
            <a:endParaRPr/>
          </a:p>
          <a:p>
            <a:pPr indent="0" lvl="0" marL="0" rtl="0" algn="l">
              <a:spcBef>
                <a:spcPts val="0"/>
              </a:spcBef>
              <a:spcAft>
                <a:spcPts val="0"/>
              </a:spcAft>
              <a:buNone/>
            </a:pPr>
            <a:r>
              <a:t/>
            </a:r>
            <a:endParaRPr/>
          </a:p>
        </p:txBody>
      </p:sp>
      <p:sp>
        <p:nvSpPr>
          <p:cNvPr id="15440" name="Google Shape;15440;p261"/>
          <p:cNvSpPr txBox="1"/>
          <p:nvPr>
            <p:ph idx="4" type="subTitle"/>
          </p:nvPr>
        </p:nvSpPr>
        <p:spPr>
          <a:xfrm>
            <a:off x="6269339" y="1581903"/>
            <a:ext cx="1731300" cy="561600"/>
          </a:xfrm>
          <a:prstGeom prst="rect">
            <a:avLst/>
          </a:prstGeom>
        </p:spPr>
        <p:txBody>
          <a:bodyPr anchorCtr="0" anchor="ctr" bIns="54000" lIns="54000" spcFirstLastPara="1" rIns="54000" wrap="square" tIns="54000">
            <a:noAutofit/>
          </a:bodyPr>
          <a:lstStyle/>
          <a:p>
            <a:pPr indent="0" lvl="0" marL="0" rtl="0" algn="l">
              <a:lnSpc>
                <a:spcPct val="100000"/>
              </a:lnSpc>
              <a:spcBef>
                <a:spcPts val="0"/>
              </a:spcBef>
              <a:spcAft>
                <a:spcPts val="0"/>
              </a:spcAft>
              <a:buNone/>
            </a:pPr>
            <a:r>
              <a:rPr lang="es-419"/>
              <a:t>Errores y pérdidas de control</a:t>
            </a:r>
            <a:endParaRPr/>
          </a:p>
          <a:p>
            <a:pPr indent="0" lvl="0" marL="0" rtl="0" algn="l">
              <a:spcBef>
                <a:spcPts val="0"/>
              </a:spcBef>
              <a:spcAft>
                <a:spcPts val="0"/>
              </a:spcAft>
              <a:buNone/>
            </a:pPr>
            <a:r>
              <a:t/>
            </a:r>
            <a:endParaRPr/>
          </a:p>
        </p:txBody>
      </p:sp>
      <p:sp>
        <p:nvSpPr>
          <p:cNvPr id="15441" name="Google Shape;15441;p261"/>
          <p:cNvSpPr txBox="1"/>
          <p:nvPr>
            <p:ph idx="5" type="subTitle"/>
          </p:nvPr>
        </p:nvSpPr>
        <p:spPr>
          <a:xfrm>
            <a:off x="8053914" y="1581903"/>
            <a:ext cx="1731300" cy="561600"/>
          </a:xfrm>
          <a:prstGeom prst="rect">
            <a:avLst/>
          </a:prstGeom>
        </p:spPr>
        <p:txBody>
          <a:bodyPr anchorCtr="0" anchor="ctr" bIns="54000" lIns="54000" spcFirstLastPara="1" rIns="54000" wrap="square" tIns="54000">
            <a:noAutofit/>
          </a:bodyPr>
          <a:lstStyle/>
          <a:p>
            <a:pPr indent="0" lvl="0" marL="0" rtl="0" algn="l">
              <a:lnSpc>
                <a:spcPct val="100000"/>
              </a:lnSpc>
              <a:spcBef>
                <a:spcPts val="0"/>
              </a:spcBef>
              <a:spcAft>
                <a:spcPts val="0"/>
              </a:spcAft>
              <a:buNone/>
            </a:pPr>
            <a:r>
              <a:rPr lang="es-419"/>
              <a:t>Desabastecimiento o sobrestock</a:t>
            </a:r>
            <a:endParaRPr/>
          </a:p>
          <a:p>
            <a:pPr indent="0" lvl="0" marL="0" rtl="0" algn="l">
              <a:spcBef>
                <a:spcPts val="0"/>
              </a:spcBef>
              <a:spcAft>
                <a:spcPts val="0"/>
              </a:spcAft>
              <a:buNone/>
            </a:pPr>
            <a:r>
              <a:t/>
            </a:r>
            <a:endParaRPr/>
          </a:p>
        </p:txBody>
      </p:sp>
      <p:sp>
        <p:nvSpPr>
          <p:cNvPr id="15442" name="Google Shape;15442;p261"/>
          <p:cNvSpPr txBox="1"/>
          <p:nvPr>
            <p:ph idx="16" type="subTitle"/>
          </p:nvPr>
        </p:nvSpPr>
        <p:spPr>
          <a:xfrm>
            <a:off x="832100" y="2230907"/>
            <a:ext cx="1750500" cy="561600"/>
          </a:xfrm>
          <a:prstGeom prst="rect">
            <a:avLst/>
          </a:prstGeom>
        </p:spPr>
        <p:txBody>
          <a:bodyPr anchorCtr="0" anchor="ctr" bIns="54000" lIns="54000" spcFirstLastPara="1" rIns="54000" wrap="square" tIns="54000">
            <a:noAutofit/>
          </a:bodyPr>
          <a:lstStyle/>
          <a:p>
            <a:pPr indent="0" lvl="0" marL="0" rtl="0" algn="l">
              <a:lnSpc>
                <a:spcPct val="100000"/>
              </a:lnSpc>
              <a:spcBef>
                <a:spcPts val="0"/>
              </a:spcBef>
              <a:spcAft>
                <a:spcPts val="0"/>
              </a:spcAft>
              <a:buNone/>
            </a:pPr>
            <a:r>
              <a:rPr lang="es-419"/>
              <a:t>Facturación manual</a:t>
            </a:r>
            <a:endParaRPr/>
          </a:p>
          <a:p>
            <a:pPr indent="0" lvl="0" marL="0" rtl="0" algn="l">
              <a:spcBef>
                <a:spcPts val="0"/>
              </a:spcBef>
              <a:spcAft>
                <a:spcPts val="0"/>
              </a:spcAft>
              <a:buNone/>
            </a:pPr>
            <a:r>
              <a:t/>
            </a:r>
            <a:endParaRPr/>
          </a:p>
        </p:txBody>
      </p:sp>
      <p:sp>
        <p:nvSpPr>
          <p:cNvPr id="15443" name="Google Shape;15443;p261"/>
          <p:cNvSpPr txBox="1"/>
          <p:nvPr>
            <p:ph idx="17" type="subTitle"/>
          </p:nvPr>
        </p:nvSpPr>
        <p:spPr>
          <a:xfrm>
            <a:off x="2631411" y="2230907"/>
            <a:ext cx="1771500" cy="561600"/>
          </a:xfrm>
          <a:prstGeom prst="rect">
            <a:avLst/>
          </a:prstGeom>
        </p:spPr>
        <p:txBody>
          <a:bodyPr anchorCtr="0" anchor="ctr" bIns="54000" lIns="54000" spcFirstLastPara="1" rIns="54000" wrap="square" tIns="54000">
            <a:noAutofit/>
          </a:bodyPr>
          <a:lstStyle/>
          <a:p>
            <a:pPr indent="0" lvl="0" marL="0" rtl="0" algn="l">
              <a:lnSpc>
                <a:spcPct val="100000"/>
              </a:lnSpc>
              <a:spcBef>
                <a:spcPts val="0"/>
              </a:spcBef>
              <a:spcAft>
                <a:spcPts val="0"/>
              </a:spcAft>
              <a:buNone/>
            </a:pPr>
            <a:r>
              <a:rPr lang="es-419"/>
              <a:t>Facturación digital y automática</a:t>
            </a:r>
            <a:endParaRPr/>
          </a:p>
          <a:p>
            <a:pPr indent="0" lvl="0" marL="0" rtl="0" algn="l">
              <a:spcBef>
                <a:spcPts val="0"/>
              </a:spcBef>
              <a:spcAft>
                <a:spcPts val="0"/>
              </a:spcAft>
              <a:buNone/>
            </a:pPr>
            <a:r>
              <a:t/>
            </a:r>
            <a:endParaRPr/>
          </a:p>
        </p:txBody>
      </p:sp>
      <p:sp>
        <p:nvSpPr>
          <p:cNvPr id="15444" name="Google Shape;15444;p261"/>
          <p:cNvSpPr txBox="1"/>
          <p:nvPr>
            <p:ph idx="6" type="subTitle"/>
          </p:nvPr>
        </p:nvSpPr>
        <p:spPr>
          <a:xfrm>
            <a:off x="832100" y="2878393"/>
            <a:ext cx="1750500" cy="561600"/>
          </a:xfrm>
          <a:prstGeom prst="rect">
            <a:avLst/>
          </a:prstGeom>
        </p:spPr>
        <p:txBody>
          <a:bodyPr anchorCtr="0" anchor="ctr" bIns="54000" lIns="54000" spcFirstLastPara="1" rIns="54000" wrap="square" tIns="54000">
            <a:noAutofit/>
          </a:bodyPr>
          <a:lstStyle/>
          <a:p>
            <a:pPr indent="0" lvl="0" marL="0" rtl="0" algn="l">
              <a:lnSpc>
                <a:spcPct val="100000"/>
              </a:lnSpc>
              <a:spcBef>
                <a:spcPts val="0"/>
              </a:spcBef>
              <a:spcAft>
                <a:spcPts val="0"/>
              </a:spcAft>
              <a:buNone/>
            </a:pPr>
            <a:r>
              <a:rPr lang="es-419"/>
              <a:t>Procesos presenciales obligatorios</a:t>
            </a:r>
            <a:endParaRPr/>
          </a:p>
          <a:p>
            <a:pPr indent="0" lvl="0" marL="0" rtl="0" algn="l">
              <a:spcBef>
                <a:spcPts val="0"/>
              </a:spcBef>
              <a:spcAft>
                <a:spcPts val="0"/>
              </a:spcAft>
              <a:buNone/>
            </a:pPr>
            <a:r>
              <a:t/>
            </a:r>
            <a:endParaRPr/>
          </a:p>
        </p:txBody>
      </p:sp>
      <p:sp>
        <p:nvSpPr>
          <p:cNvPr id="15445" name="Google Shape;15445;p261"/>
          <p:cNvSpPr txBox="1"/>
          <p:nvPr>
            <p:ph idx="9" type="subTitle"/>
          </p:nvPr>
        </p:nvSpPr>
        <p:spPr>
          <a:xfrm>
            <a:off x="6269339" y="2878393"/>
            <a:ext cx="1731300" cy="561600"/>
          </a:xfrm>
          <a:prstGeom prst="rect">
            <a:avLst/>
          </a:prstGeom>
        </p:spPr>
        <p:txBody>
          <a:bodyPr anchorCtr="0" anchor="ctr" bIns="54000" lIns="54000" spcFirstLastPara="1" rIns="54000" wrap="square" tIns="54000">
            <a:noAutofit/>
          </a:bodyPr>
          <a:lstStyle/>
          <a:p>
            <a:pPr indent="0" lvl="0" marL="0" rtl="0" algn="l">
              <a:lnSpc>
                <a:spcPct val="100000"/>
              </a:lnSpc>
              <a:spcBef>
                <a:spcPts val="0"/>
              </a:spcBef>
              <a:spcAft>
                <a:spcPts val="0"/>
              </a:spcAft>
              <a:buNone/>
            </a:pPr>
            <a:r>
              <a:rPr lang="es-419"/>
              <a:t>Limitación de mercado</a:t>
            </a:r>
            <a:endParaRPr/>
          </a:p>
          <a:p>
            <a:pPr indent="0" lvl="0" marL="0" rtl="0" algn="l">
              <a:spcBef>
                <a:spcPts val="0"/>
              </a:spcBef>
              <a:spcAft>
                <a:spcPts val="0"/>
              </a:spcAft>
              <a:buNone/>
            </a:pPr>
            <a:r>
              <a:t/>
            </a:r>
            <a:endParaRPr/>
          </a:p>
        </p:txBody>
      </p:sp>
      <p:sp>
        <p:nvSpPr>
          <p:cNvPr id="15446" name="Google Shape;15446;p261"/>
          <p:cNvSpPr txBox="1"/>
          <p:nvPr>
            <p:ph idx="13" type="subTitle"/>
          </p:nvPr>
        </p:nvSpPr>
        <p:spPr>
          <a:xfrm>
            <a:off x="8053914" y="2878393"/>
            <a:ext cx="1731300" cy="561600"/>
          </a:xfrm>
          <a:prstGeom prst="rect">
            <a:avLst/>
          </a:prstGeom>
        </p:spPr>
        <p:txBody>
          <a:bodyPr anchorCtr="0" anchor="ctr" bIns="54000" lIns="54000" spcFirstLastPara="1" rIns="54000" wrap="square" tIns="54000">
            <a:noAutofit/>
          </a:bodyPr>
          <a:lstStyle/>
          <a:p>
            <a:pPr indent="0" lvl="0" marL="0" rtl="0" algn="l">
              <a:lnSpc>
                <a:spcPct val="100000"/>
              </a:lnSpc>
              <a:spcBef>
                <a:spcPts val="0"/>
              </a:spcBef>
              <a:spcAft>
                <a:spcPts val="0"/>
              </a:spcAft>
              <a:buNone/>
            </a:pPr>
            <a:r>
              <a:rPr lang="es-419"/>
              <a:t>Pérdida de clientes potenciales</a:t>
            </a:r>
            <a:endParaRPr/>
          </a:p>
          <a:p>
            <a:pPr indent="0" lvl="0" marL="0" rtl="0" algn="l">
              <a:spcBef>
                <a:spcPts val="0"/>
              </a:spcBef>
              <a:spcAft>
                <a:spcPts val="0"/>
              </a:spcAft>
              <a:buNone/>
            </a:pPr>
            <a:r>
              <a:t/>
            </a:r>
            <a:endParaRPr/>
          </a:p>
        </p:txBody>
      </p:sp>
      <p:sp>
        <p:nvSpPr>
          <p:cNvPr id="15447" name="Google Shape;15447;p261"/>
          <p:cNvSpPr txBox="1"/>
          <p:nvPr>
            <p:ph idx="14" type="subTitle"/>
          </p:nvPr>
        </p:nvSpPr>
        <p:spPr>
          <a:xfrm>
            <a:off x="832100" y="3528393"/>
            <a:ext cx="1750500" cy="561600"/>
          </a:xfrm>
          <a:prstGeom prst="rect">
            <a:avLst/>
          </a:prstGeom>
        </p:spPr>
        <p:txBody>
          <a:bodyPr anchorCtr="0" anchor="ctr" bIns="54000" lIns="54000" spcFirstLastPara="1" rIns="54000" wrap="square" tIns="54000">
            <a:noAutofit/>
          </a:bodyPr>
          <a:lstStyle/>
          <a:p>
            <a:pPr indent="0" lvl="0" marL="0" rtl="0" algn="l">
              <a:lnSpc>
                <a:spcPct val="100000"/>
              </a:lnSpc>
              <a:spcBef>
                <a:spcPts val="0"/>
              </a:spcBef>
              <a:spcAft>
                <a:spcPts val="0"/>
              </a:spcAft>
              <a:buNone/>
            </a:pPr>
            <a:r>
              <a:rPr lang="es-419"/>
              <a:t>Comunicación fragmentada</a:t>
            </a:r>
            <a:endParaRPr/>
          </a:p>
          <a:p>
            <a:pPr indent="0" lvl="0" marL="0" rtl="0" algn="l">
              <a:spcBef>
                <a:spcPts val="0"/>
              </a:spcBef>
              <a:spcAft>
                <a:spcPts val="0"/>
              </a:spcAft>
              <a:buNone/>
            </a:pPr>
            <a:r>
              <a:t/>
            </a:r>
            <a:endParaRPr/>
          </a:p>
        </p:txBody>
      </p:sp>
      <p:sp>
        <p:nvSpPr>
          <p:cNvPr id="15448" name="Google Shape;15448;p261"/>
          <p:cNvSpPr txBox="1"/>
          <p:nvPr>
            <p:ph idx="15" type="subTitle"/>
          </p:nvPr>
        </p:nvSpPr>
        <p:spPr>
          <a:xfrm>
            <a:off x="2631411" y="3528393"/>
            <a:ext cx="1771500" cy="561600"/>
          </a:xfrm>
          <a:prstGeom prst="rect">
            <a:avLst/>
          </a:prstGeom>
        </p:spPr>
        <p:txBody>
          <a:bodyPr anchorCtr="0" anchor="ctr" bIns="54000" lIns="54000" spcFirstLastPara="1" rIns="54000" wrap="square" tIns="54000">
            <a:noAutofit/>
          </a:bodyPr>
          <a:lstStyle/>
          <a:p>
            <a:pPr indent="0" lvl="0" marL="0" rtl="0" algn="l">
              <a:lnSpc>
                <a:spcPct val="100000"/>
              </a:lnSpc>
              <a:spcBef>
                <a:spcPts val="0"/>
              </a:spcBef>
              <a:spcAft>
                <a:spcPts val="0"/>
              </a:spcAft>
              <a:buNone/>
            </a:pPr>
            <a:r>
              <a:rPr lang="es-419"/>
              <a:t>Sistema centralizado de información</a:t>
            </a:r>
            <a:endParaRPr/>
          </a:p>
          <a:p>
            <a:pPr indent="0" lvl="0" marL="0" rtl="0" algn="l">
              <a:spcBef>
                <a:spcPts val="0"/>
              </a:spcBef>
              <a:spcAft>
                <a:spcPts val="0"/>
              </a:spcAft>
              <a:buNone/>
            </a:pPr>
            <a:r>
              <a:t/>
            </a:r>
            <a:endParaRPr/>
          </a:p>
        </p:txBody>
      </p:sp>
      <p:sp>
        <p:nvSpPr>
          <p:cNvPr id="15449" name="Google Shape;15449;p261"/>
          <p:cNvSpPr txBox="1"/>
          <p:nvPr>
            <p:ph idx="28" type="subTitle"/>
          </p:nvPr>
        </p:nvSpPr>
        <p:spPr>
          <a:xfrm>
            <a:off x="8053914" y="4174052"/>
            <a:ext cx="1731300" cy="561600"/>
          </a:xfrm>
          <a:prstGeom prst="rect">
            <a:avLst/>
          </a:prstGeom>
        </p:spPr>
        <p:txBody>
          <a:bodyPr anchorCtr="0" anchor="ctr" bIns="54000" lIns="54000" spcFirstLastPara="1" rIns="54000" wrap="square" tIns="54000">
            <a:noAutofit/>
          </a:bodyPr>
          <a:lstStyle/>
          <a:p>
            <a:pPr indent="0" lvl="0" marL="0" rtl="0" algn="l">
              <a:lnSpc>
                <a:spcPct val="100000"/>
              </a:lnSpc>
              <a:spcBef>
                <a:spcPts val="0"/>
              </a:spcBef>
              <a:spcAft>
                <a:spcPts val="0"/>
              </a:spcAft>
              <a:buNone/>
            </a:pPr>
            <a:r>
              <a:rPr lang="es-419"/>
              <a:t>Inconsistencia en atención</a:t>
            </a:r>
            <a:endParaRPr/>
          </a:p>
          <a:p>
            <a:pPr indent="0" lvl="0" marL="0" rtl="0" algn="l">
              <a:spcBef>
                <a:spcPts val="0"/>
              </a:spcBef>
              <a:spcAft>
                <a:spcPts val="0"/>
              </a:spcAft>
              <a:buNone/>
            </a:pPr>
            <a:r>
              <a:t/>
            </a:r>
            <a:endParaRPr/>
          </a:p>
        </p:txBody>
      </p:sp>
      <p:sp>
        <p:nvSpPr>
          <p:cNvPr id="15450" name="Google Shape;15450;p261"/>
          <p:cNvSpPr txBox="1"/>
          <p:nvPr>
            <p:ph idx="35" type="subTitle"/>
          </p:nvPr>
        </p:nvSpPr>
        <p:spPr>
          <a:xfrm>
            <a:off x="2631411" y="5476396"/>
            <a:ext cx="1771500" cy="561600"/>
          </a:xfrm>
          <a:prstGeom prst="rect">
            <a:avLst/>
          </a:prstGeom>
        </p:spPr>
        <p:txBody>
          <a:bodyPr anchorCtr="0" anchor="ctr" bIns="54000" lIns="54000" spcFirstLastPara="1" rIns="54000" wrap="square" tIns="54000">
            <a:noAutofit/>
          </a:bodyPr>
          <a:lstStyle/>
          <a:p>
            <a:pPr indent="0" lvl="0" marL="0" rtl="0" algn="l">
              <a:lnSpc>
                <a:spcPct val="100000"/>
              </a:lnSpc>
              <a:spcBef>
                <a:spcPts val="0"/>
              </a:spcBef>
              <a:spcAft>
                <a:spcPts val="0"/>
              </a:spcAft>
              <a:buNone/>
            </a:pPr>
            <a:r>
              <a:rPr b="1" lang="es-419"/>
              <a:t>Sistema CRM para clientes</a:t>
            </a:r>
            <a:endParaRPr b="1"/>
          </a:p>
          <a:p>
            <a:pPr indent="0" lvl="0" marL="0" rtl="0" algn="l">
              <a:spcBef>
                <a:spcPts val="0"/>
              </a:spcBef>
              <a:spcAft>
                <a:spcPts val="0"/>
              </a:spcAft>
              <a:buNone/>
            </a:pPr>
            <a:r>
              <a:t/>
            </a:r>
            <a:endParaRPr b="1"/>
          </a:p>
        </p:txBody>
      </p:sp>
      <p:sp>
        <p:nvSpPr>
          <p:cNvPr id="15451" name="Google Shape;15451;p261"/>
          <p:cNvSpPr txBox="1"/>
          <p:nvPr>
            <p:ph idx="36" type="subTitle"/>
          </p:nvPr>
        </p:nvSpPr>
        <p:spPr>
          <a:xfrm>
            <a:off x="4460203" y="5476396"/>
            <a:ext cx="1750500" cy="561600"/>
          </a:xfrm>
          <a:prstGeom prst="rect">
            <a:avLst/>
          </a:prstGeom>
        </p:spPr>
        <p:txBody>
          <a:bodyPr anchorCtr="0" anchor="ctr" bIns="54000" lIns="54000" spcFirstLastPara="1" rIns="54000" wrap="square" tIns="54000">
            <a:noAutofit/>
          </a:bodyPr>
          <a:lstStyle/>
          <a:p>
            <a:pPr indent="0" lvl="0" marL="0" rtl="0" algn="l">
              <a:lnSpc>
                <a:spcPct val="100000"/>
              </a:lnSpc>
              <a:spcBef>
                <a:spcPts val="0"/>
              </a:spcBef>
              <a:spcAft>
                <a:spcPts val="0"/>
              </a:spcAft>
              <a:buNone/>
            </a:pPr>
            <a:r>
              <a:rPr lang="es-419"/>
              <a:t>Expedientes en carpetas</a:t>
            </a:r>
            <a:endParaRPr/>
          </a:p>
          <a:p>
            <a:pPr indent="0" lvl="0" marL="0" rtl="0" algn="l">
              <a:spcBef>
                <a:spcPts val="0"/>
              </a:spcBef>
              <a:spcAft>
                <a:spcPts val="0"/>
              </a:spcAft>
              <a:buNone/>
            </a:pPr>
            <a:r>
              <a:t/>
            </a:r>
            <a:endParaRPr/>
          </a:p>
        </p:txBody>
      </p:sp>
      <p:sp>
        <p:nvSpPr>
          <p:cNvPr id="15452" name="Google Shape;15452;p261"/>
          <p:cNvSpPr txBox="1"/>
          <p:nvPr>
            <p:ph idx="18" type="subTitle"/>
          </p:nvPr>
        </p:nvSpPr>
        <p:spPr>
          <a:xfrm>
            <a:off x="4460203" y="2230907"/>
            <a:ext cx="1750500" cy="561600"/>
          </a:xfrm>
          <a:prstGeom prst="rect">
            <a:avLst/>
          </a:prstGeom>
        </p:spPr>
        <p:txBody>
          <a:bodyPr anchorCtr="0" anchor="ctr" bIns="54000" lIns="54000" spcFirstLastPara="1" rIns="54000" wrap="square" tIns="54000">
            <a:noAutofit/>
          </a:bodyPr>
          <a:lstStyle/>
          <a:p>
            <a:pPr indent="0" lvl="0" marL="0" rtl="0" algn="l">
              <a:lnSpc>
                <a:spcPct val="100000"/>
              </a:lnSpc>
              <a:spcBef>
                <a:spcPts val="0"/>
              </a:spcBef>
              <a:spcAft>
                <a:spcPts val="0"/>
              </a:spcAft>
              <a:buNone/>
            </a:pPr>
            <a:r>
              <a:rPr lang="es-419"/>
              <a:t>Facturas escritas a mano</a:t>
            </a:r>
            <a:endParaRPr/>
          </a:p>
          <a:p>
            <a:pPr indent="0" lvl="0" marL="0" rtl="0" algn="l">
              <a:spcBef>
                <a:spcPts val="0"/>
              </a:spcBef>
              <a:spcAft>
                <a:spcPts val="0"/>
              </a:spcAft>
              <a:buNone/>
            </a:pPr>
            <a:r>
              <a:t/>
            </a:r>
            <a:endParaRPr/>
          </a:p>
        </p:txBody>
      </p:sp>
      <p:sp>
        <p:nvSpPr>
          <p:cNvPr id="15453" name="Google Shape;15453;p261"/>
          <p:cNvSpPr txBox="1"/>
          <p:nvPr>
            <p:ph idx="19" type="subTitle"/>
          </p:nvPr>
        </p:nvSpPr>
        <p:spPr>
          <a:xfrm>
            <a:off x="6269339" y="2230907"/>
            <a:ext cx="1731300" cy="561600"/>
          </a:xfrm>
          <a:prstGeom prst="rect">
            <a:avLst/>
          </a:prstGeom>
        </p:spPr>
        <p:txBody>
          <a:bodyPr anchorCtr="0" anchor="ctr" bIns="54000" lIns="54000" spcFirstLastPara="1" rIns="54000" wrap="square" tIns="54000">
            <a:noAutofit/>
          </a:bodyPr>
          <a:lstStyle/>
          <a:p>
            <a:pPr indent="0" lvl="0" marL="0" rtl="0" algn="l">
              <a:lnSpc>
                <a:spcPct val="100000"/>
              </a:lnSpc>
              <a:spcBef>
                <a:spcPts val="0"/>
              </a:spcBef>
              <a:spcAft>
                <a:spcPts val="0"/>
              </a:spcAft>
              <a:buNone/>
            </a:pPr>
            <a:r>
              <a:rPr lang="es-419"/>
              <a:t>Lentitud y errores humanos</a:t>
            </a:r>
            <a:endParaRPr/>
          </a:p>
          <a:p>
            <a:pPr indent="0" lvl="0" marL="0" rtl="0" algn="l">
              <a:spcBef>
                <a:spcPts val="0"/>
              </a:spcBef>
              <a:spcAft>
                <a:spcPts val="0"/>
              </a:spcAft>
              <a:buNone/>
            </a:pPr>
            <a:r>
              <a:t/>
            </a:r>
            <a:endParaRPr/>
          </a:p>
        </p:txBody>
      </p:sp>
      <p:sp>
        <p:nvSpPr>
          <p:cNvPr id="15454" name="Google Shape;15454;p261"/>
          <p:cNvSpPr txBox="1"/>
          <p:nvPr>
            <p:ph idx="21" type="subTitle"/>
          </p:nvPr>
        </p:nvSpPr>
        <p:spPr>
          <a:xfrm>
            <a:off x="4460203" y="3528393"/>
            <a:ext cx="1750500" cy="561600"/>
          </a:xfrm>
          <a:prstGeom prst="rect">
            <a:avLst/>
          </a:prstGeom>
        </p:spPr>
        <p:txBody>
          <a:bodyPr anchorCtr="0" anchor="ctr" bIns="54000" lIns="54000" spcFirstLastPara="1" rIns="54000" wrap="square" tIns="54000">
            <a:noAutofit/>
          </a:bodyPr>
          <a:lstStyle/>
          <a:p>
            <a:pPr indent="0" lvl="0" marL="0" rtl="0" algn="l">
              <a:lnSpc>
                <a:spcPct val="100000"/>
              </a:lnSpc>
              <a:spcBef>
                <a:spcPts val="0"/>
              </a:spcBef>
              <a:spcAft>
                <a:spcPts val="0"/>
              </a:spcAft>
              <a:buNone/>
            </a:pPr>
            <a:r>
              <a:rPr lang="es-419"/>
              <a:t>Cada unidad maneja registros aislados</a:t>
            </a:r>
            <a:endParaRPr/>
          </a:p>
          <a:p>
            <a:pPr indent="0" lvl="0" marL="0" rtl="0" algn="l">
              <a:spcBef>
                <a:spcPts val="0"/>
              </a:spcBef>
              <a:spcAft>
                <a:spcPts val="0"/>
              </a:spcAft>
              <a:buNone/>
            </a:pPr>
            <a:r>
              <a:t/>
            </a:r>
            <a:endParaRPr/>
          </a:p>
        </p:txBody>
      </p:sp>
      <p:sp>
        <p:nvSpPr>
          <p:cNvPr id="15455" name="Google Shape;15455;p261"/>
          <p:cNvSpPr txBox="1"/>
          <p:nvPr>
            <p:ph idx="22" type="subTitle"/>
          </p:nvPr>
        </p:nvSpPr>
        <p:spPr>
          <a:xfrm>
            <a:off x="6269339" y="3528393"/>
            <a:ext cx="1731300" cy="561600"/>
          </a:xfrm>
          <a:prstGeom prst="rect">
            <a:avLst/>
          </a:prstGeom>
        </p:spPr>
        <p:txBody>
          <a:bodyPr anchorCtr="0" anchor="ctr" bIns="54000" lIns="54000" spcFirstLastPara="1" rIns="54000" wrap="square" tIns="54000">
            <a:noAutofit/>
          </a:bodyPr>
          <a:lstStyle/>
          <a:p>
            <a:pPr indent="0" lvl="0" marL="0" rtl="0" algn="l">
              <a:lnSpc>
                <a:spcPct val="100000"/>
              </a:lnSpc>
              <a:spcBef>
                <a:spcPts val="0"/>
              </a:spcBef>
              <a:spcAft>
                <a:spcPts val="0"/>
              </a:spcAft>
              <a:buNone/>
            </a:pPr>
            <a:r>
              <a:rPr lang="es-419"/>
              <a:t>Falta de trazabilidad</a:t>
            </a:r>
            <a:endParaRPr/>
          </a:p>
          <a:p>
            <a:pPr indent="0" lvl="0" marL="0" rtl="0" algn="l">
              <a:spcBef>
                <a:spcPts val="0"/>
              </a:spcBef>
              <a:spcAft>
                <a:spcPts val="0"/>
              </a:spcAft>
              <a:buNone/>
            </a:pPr>
            <a:r>
              <a:t/>
            </a:r>
            <a:endParaRPr/>
          </a:p>
        </p:txBody>
      </p:sp>
      <p:sp>
        <p:nvSpPr>
          <p:cNvPr id="15456" name="Google Shape;15456;p261"/>
          <p:cNvSpPr txBox="1"/>
          <p:nvPr>
            <p:ph idx="23" type="subTitle"/>
          </p:nvPr>
        </p:nvSpPr>
        <p:spPr>
          <a:xfrm>
            <a:off x="8053914" y="3528393"/>
            <a:ext cx="1731300" cy="561600"/>
          </a:xfrm>
          <a:prstGeom prst="rect">
            <a:avLst/>
          </a:prstGeom>
        </p:spPr>
        <p:txBody>
          <a:bodyPr anchorCtr="0" anchor="ctr" bIns="54000" lIns="54000" spcFirstLastPara="1" rIns="54000" wrap="square" tIns="54000">
            <a:noAutofit/>
          </a:bodyPr>
          <a:lstStyle/>
          <a:p>
            <a:pPr indent="0" lvl="0" marL="0" rtl="0" algn="l">
              <a:lnSpc>
                <a:spcPct val="100000"/>
              </a:lnSpc>
              <a:spcBef>
                <a:spcPts val="0"/>
              </a:spcBef>
              <a:spcAft>
                <a:spcPts val="0"/>
              </a:spcAft>
              <a:buNone/>
            </a:pPr>
            <a:r>
              <a:rPr lang="es-419"/>
              <a:t>Dificultad en auditorías</a:t>
            </a:r>
            <a:endParaRPr/>
          </a:p>
          <a:p>
            <a:pPr indent="0" lvl="0" marL="0" rtl="0" algn="l">
              <a:spcBef>
                <a:spcPts val="0"/>
              </a:spcBef>
              <a:spcAft>
                <a:spcPts val="0"/>
              </a:spcAft>
              <a:buNone/>
            </a:pPr>
            <a:r>
              <a:t/>
            </a:r>
            <a:endParaRPr/>
          </a:p>
        </p:txBody>
      </p:sp>
      <p:sp>
        <p:nvSpPr>
          <p:cNvPr id="15457" name="Google Shape;15457;p261"/>
          <p:cNvSpPr txBox="1"/>
          <p:nvPr>
            <p:ph idx="26" type="subTitle"/>
          </p:nvPr>
        </p:nvSpPr>
        <p:spPr>
          <a:xfrm>
            <a:off x="4460203" y="4174052"/>
            <a:ext cx="1750500" cy="561600"/>
          </a:xfrm>
          <a:prstGeom prst="rect">
            <a:avLst/>
          </a:prstGeom>
        </p:spPr>
        <p:txBody>
          <a:bodyPr anchorCtr="0" anchor="ctr" bIns="54000" lIns="54000" spcFirstLastPara="1" rIns="54000" wrap="square" tIns="54000">
            <a:noAutofit/>
          </a:bodyPr>
          <a:lstStyle/>
          <a:p>
            <a:pPr indent="0" lvl="0" marL="0" rtl="0" algn="l">
              <a:lnSpc>
                <a:spcPct val="100000"/>
              </a:lnSpc>
              <a:spcBef>
                <a:spcPts val="0"/>
              </a:spcBef>
              <a:spcAft>
                <a:spcPts val="0"/>
              </a:spcAft>
              <a:buNone/>
            </a:pPr>
            <a:r>
              <a:rPr lang="es-419"/>
              <a:t>Entrenamiento eventual</a:t>
            </a:r>
            <a:endParaRPr/>
          </a:p>
          <a:p>
            <a:pPr indent="0" lvl="0" marL="0" rtl="0" algn="l">
              <a:spcBef>
                <a:spcPts val="0"/>
              </a:spcBef>
              <a:spcAft>
                <a:spcPts val="0"/>
              </a:spcAft>
              <a:buNone/>
            </a:pPr>
            <a:r>
              <a:t/>
            </a:r>
            <a:endParaRPr/>
          </a:p>
        </p:txBody>
      </p:sp>
      <p:sp>
        <p:nvSpPr>
          <p:cNvPr id="15458" name="Google Shape;15458;p261"/>
          <p:cNvSpPr txBox="1"/>
          <p:nvPr>
            <p:ph idx="37" type="subTitle"/>
          </p:nvPr>
        </p:nvSpPr>
        <p:spPr>
          <a:xfrm>
            <a:off x="6269339" y="5476396"/>
            <a:ext cx="1731300" cy="561600"/>
          </a:xfrm>
          <a:prstGeom prst="rect">
            <a:avLst/>
          </a:prstGeom>
        </p:spPr>
        <p:txBody>
          <a:bodyPr anchorCtr="0" anchor="ctr" bIns="54000" lIns="54000" spcFirstLastPara="1" rIns="54000" wrap="square" tIns="54000">
            <a:noAutofit/>
          </a:bodyPr>
          <a:lstStyle/>
          <a:p>
            <a:pPr indent="0" lvl="0" marL="0" rtl="0" algn="l">
              <a:lnSpc>
                <a:spcPct val="100000"/>
              </a:lnSpc>
              <a:spcBef>
                <a:spcPts val="0"/>
              </a:spcBef>
              <a:spcAft>
                <a:spcPts val="0"/>
              </a:spcAft>
              <a:buNone/>
            </a:pPr>
            <a:r>
              <a:rPr lang="es-419"/>
              <a:t>Dificultad de seguimiento</a:t>
            </a:r>
            <a:endParaRPr/>
          </a:p>
          <a:p>
            <a:pPr indent="0" lvl="0" marL="0" rtl="0" algn="l">
              <a:spcBef>
                <a:spcPts val="0"/>
              </a:spcBef>
              <a:spcAft>
                <a:spcPts val="0"/>
              </a:spcAft>
              <a:buNone/>
            </a:pPr>
            <a:r>
              <a:t/>
            </a:r>
            <a:endParaRPr/>
          </a:p>
        </p:txBody>
      </p:sp>
      <p:sp>
        <p:nvSpPr>
          <p:cNvPr id="15459" name="Google Shape;15459;p261"/>
          <p:cNvSpPr txBox="1"/>
          <p:nvPr>
            <p:ph idx="38" type="subTitle"/>
          </p:nvPr>
        </p:nvSpPr>
        <p:spPr>
          <a:xfrm>
            <a:off x="8053914" y="5476396"/>
            <a:ext cx="1731300" cy="561600"/>
          </a:xfrm>
          <a:prstGeom prst="rect">
            <a:avLst/>
          </a:prstGeom>
        </p:spPr>
        <p:txBody>
          <a:bodyPr anchorCtr="0" anchor="ctr" bIns="54000" lIns="54000" spcFirstLastPara="1" rIns="54000" wrap="square" tIns="54000">
            <a:noAutofit/>
          </a:bodyPr>
          <a:lstStyle/>
          <a:p>
            <a:pPr indent="0" lvl="0" marL="0" rtl="0" algn="l">
              <a:lnSpc>
                <a:spcPct val="100000"/>
              </a:lnSpc>
              <a:spcBef>
                <a:spcPts val="0"/>
              </a:spcBef>
              <a:spcAft>
                <a:spcPts val="0"/>
              </a:spcAft>
              <a:buNone/>
            </a:pPr>
            <a:r>
              <a:rPr lang="es-419"/>
              <a:t>Baja fidelización</a:t>
            </a:r>
            <a:endParaRPr/>
          </a:p>
          <a:p>
            <a:pPr indent="0" lvl="0" marL="0" rtl="0" algn="l">
              <a:spcBef>
                <a:spcPts val="0"/>
              </a:spcBef>
              <a:spcAft>
                <a:spcPts val="0"/>
              </a:spcAft>
              <a:buNone/>
            </a:pPr>
            <a:r>
              <a:t/>
            </a:r>
            <a:endParaRPr/>
          </a:p>
        </p:txBody>
      </p:sp>
      <p:sp>
        <p:nvSpPr>
          <p:cNvPr id="15460" name="Google Shape;15460;p261"/>
          <p:cNvSpPr txBox="1"/>
          <p:nvPr>
            <p:ph type="title"/>
          </p:nvPr>
        </p:nvSpPr>
        <p:spPr>
          <a:xfrm flipH="1">
            <a:off x="4025374" y="387675"/>
            <a:ext cx="5863200" cy="169200"/>
          </a:xfrm>
          <a:prstGeom prst="rect">
            <a:avLst/>
          </a:prstGeom>
        </p:spPr>
        <p:txBody>
          <a:bodyPr anchorCtr="0" anchor="ctr" bIns="0" lIns="0" spcFirstLastPara="1" rIns="0" wrap="square" tIns="0">
            <a:noAutofit/>
          </a:bodyPr>
          <a:lstStyle/>
          <a:p>
            <a:pPr indent="0" lvl="0" marL="0" rtl="0" algn="l">
              <a:spcBef>
                <a:spcPts val="0"/>
              </a:spcBef>
              <a:spcAft>
                <a:spcPts val="0"/>
              </a:spcAft>
              <a:buNone/>
            </a:pPr>
            <a:r>
              <a:rPr lang="es-419"/>
              <a:t>Comercializadora EcoVida</a:t>
            </a:r>
            <a:endParaRPr/>
          </a:p>
        </p:txBody>
      </p:sp>
      <p:sp>
        <p:nvSpPr>
          <p:cNvPr id="15461" name="Google Shape;15461;p261"/>
          <p:cNvSpPr txBox="1"/>
          <p:nvPr>
            <p:ph idx="44" type="title"/>
          </p:nvPr>
        </p:nvSpPr>
        <p:spPr>
          <a:xfrm flipH="1">
            <a:off x="3208773" y="579550"/>
            <a:ext cx="6679800" cy="169200"/>
          </a:xfrm>
          <a:prstGeom prst="rect">
            <a:avLst/>
          </a:prstGeom>
        </p:spPr>
        <p:txBody>
          <a:bodyPr anchorCtr="0" anchor="ctr" bIns="0" lIns="0" spcFirstLastPara="1" rIns="0" wrap="square" tIns="0">
            <a:noAutofit/>
          </a:bodyPr>
          <a:lstStyle/>
          <a:p>
            <a:pPr indent="0" lvl="0" marL="0" rtl="0" algn="l">
              <a:spcBef>
                <a:spcPts val="0"/>
              </a:spcBef>
              <a:spcAft>
                <a:spcPts val="0"/>
              </a:spcAft>
              <a:buNone/>
            </a:pPr>
            <a:r>
              <a:rPr lang="es-419"/>
              <a:t>Procesos misionales y de apoyo</a:t>
            </a:r>
            <a:endParaRPr/>
          </a:p>
        </p:txBody>
      </p:sp>
      <p:sp>
        <p:nvSpPr>
          <p:cNvPr id="15462" name="Google Shape;15462;p261"/>
          <p:cNvSpPr txBox="1"/>
          <p:nvPr>
            <p:ph idx="45" type="body"/>
          </p:nvPr>
        </p:nvSpPr>
        <p:spPr>
          <a:xfrm>
            <a:off x="87725" y="579550"/>
            <a:ext cx="2920200" cy="335400"/>
          </a:xfrm>
          <a:prstGeom prst="rect">
            <a:avLst/>
          </a:prstGeom>
        </p:spPr>
        <p:txBody>
          <a:bodyPr anchorCtr="0" anchor="t" bIns="0" lIns="0" spcFirstLastPara="1" rIns="0" wrap="square" tIns="0">
            <a:noAutofit/>
          </a:bodyPr>
          <a:lstStyle/>
          <a:p>
            <a:pPr indent="0" lvl="0" marL="0" rtl="0" algn="ctr">
              <a:spcBef>
                <a:spcPts val="0"/>
              </a:spcBef>
              <a:spcAft>
                <a:spcPts val="0"/>
              </a:spcAft>
              <a:buNone/>
            </a:pPr>
            <a:r>
              <a:rPr lang="es-419"/>
              <a:t>Problemas actuales en EcoVida</a:t>
            </a:r>
            <a:endParaRPr/>
          </a:p>
        </p:txBody>
      </p:sp>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466" name="Shape 15466"/>
        <p:cNvGrpSpPr/>
        <p:nvPr/>
      </p:nvGrpSpPr>
      <p:grpSpPr>
        <a:xfrm>
          <a:off x="0" y="0"/>
          <a:ext cx="0" cy="0"/>
          <a:chOff x="0" y="0"/>
          <a:chExt cx="0" cy="0"/>
        </a:xfrm>
      </p:grpSpPr>
      <p:sp>
        <p:nvSpPr>
          <p:cNvPr id="15467" name="Google Shape;15467;p262"/>
          <p:cNvSpPr txBox="1"/>
          <p:nvPr>
            <p:ph idx="1" type="subTitle"/>
          </p:nvPr>
        </p:nvSpPr>
        <p:spPr>
          <a:xfrm>
            <a:off x="482600" y="1820725"/>
            <a:ext cx="1251900" cy="1091700"/>
          </a:xfrm>
          <a:prstGeom prst="rect">
            <a:avLst/>
          </a:prstGeom>
        </p:spPr>
        <p:txBody>
          <a:bodyPr anchorCtr="0" anchor="ctr" bIns="18000" lIns="18000" spcFirstLastPara="1" rIns="18000" wrap="square" tIns="18000">
            <a:noAutofit/>
          </a:bodyPr>
          <a:lstStyle/>
          <a:p>
            <a:pPr indent="0" lvl="0" marL="0" rtl="0" algn="ctr">
              <a:spcBef>
                <a:spcPts val="0"/>
              </a:spcBef>
              <a:spcAft>
                <a:spcPts val="200"/>
              </a:spcAft>
              <a:buNone/>
            </a:pPr>
            <a:r>
              <a:rPr lang="es-419"/>
              <a:t>Kardex físico</a:t>
            </a:r>
            <a:endParaRPr/>
          </a:p>
        </p:txBody>
      </p:sp>
      <p:sp>
        <p:nvSpPr>
          <p:cNvPr id="15468" name="Google Shape;15468;p262"/>
          <p:cNvSpPr txBox="1"/>
          <p:nvPr>
            <p:ph idx="2" type="subTitle"/>
          </p:nvPr>
        </p:nvSpPr>
        <p:spPr>
          <a:xfrm>
            <a:off x="2026369" y="1820725"/>
            <a:ext cx="1251900" cy="1091700"/>
          </a:xfrm>
          <a:prstGeom prst="rect">
            <a:avLst/>
          </a:prstGeom>
        </p:spPr>
        <p:txBody>
          <a:bodyPr anchorCtr="0" anchor="ctr" bIns="18000" lIns="18000" spcFirstLastPara="1" rIns="18000" wrap="square" tIns="18000">
            <a:noAutofit/>
          </a:bodyPr>
          <a:lstStyle/>
          <a:p>
            <a:pPr indent="0" lvl="0" marL="0" rtl="0" algn="ctr">
              <a:spcBef>
                <a:spcPts val="0"/>
              </a:spcBef>
              <a:spcAft>
                <a:spcPts val="200"/>
              </a:spcAft>
              <a:buNone/>
            </a:pPr>
            <a:r>
              <a:rPr lang="es-419"/>
              <a:t> Facturas escritas a mano</a:t>
            </a:r>
            <a:endParaRPr/>
          </a:p>
        </p:txBody>
      </p:sp>
      <p:sp>
        <p:nvSpPr>
          <p:cNvPr id="15469" name="Google Shape;15469;p262"/>
          <p:cNvSpPr txBox="1"/>
          <p:nvPr>
            <p:ph idx="3" type="subTitle"/>
          </p:nvPr>
        </p:nvSpPr>
        <p:spPr>
          <a:xfrm>
            <a:off x="3570138" y="1820725"/>
            <a:ext cx="1251900" cy="1091700"/>
          </a:xfrm>
          <a:prstGeom prst="rect">
            <a:avLst/>
          </a:prstGeom>
        </p:spPr>
        <p:txBody>
          <a:bodyPr anchorCtr="0" anchor="ctr" bIns="18000" lIns="18000" spcFirstLastPara="1" rIns="18000" wrap="square" tIns="18000">
            <a:noAutofit/>
          </a:bodyPr>
          <a:lstStyle/>
          <a:p>
            <a:pPr indent="0" lvl="0" marL="0" rtl="0" algn="ctr">
              <a:spcBef>
                <a:spcPts val="0"/>
              </a:spcBef>
              <a:spcAft>
                <a:spcPts val="200"/>
              </a:spcAft>
              <a:buNone/>
            </a:pPr>
            <a:r>
              <a:rPr lang="es-419"/>
              <a:t>Reportes de ventas atrasados</a:t>
            </a:r>
            <a:endParaRPr/>
          </a:p>
        </p:txBody>
      </p:sp>
      <p:sp>
        <p:nvSpPr>
          <p:cNvPr id="15470" name="Google Shape;15470;p262"/>
          <p:cNvSpPr txBox="1"/>
          <p:nvPr>
            <p:ph idx="4" type="subTitle"/>
          </p:nvPr>
        </p:nvSpPr>
        <p:spPr>
          <a:xfrm>
            <a:off x="482600" y="3573325"/>
            <a:ext cx="1251900" cy="1091700"/>
          </a:xfrm>
          <a:prstGeom prst="rect">
            <a:avLst/>
          </a:prstGeom>
        </p:spPr>
        <p:txBody>
          <a:bodyPr anchorCtr="0" anchor="ctr" bIns="18000" lIns="18000" spcFirstLastPara="1" rIns="18000" wrap="square" tIns="18000">
            <a:noAutofit/>
          </a:bodyPr>
          <a:lstStyle/>
          <a:p>
            <a:pPr indent="0" lvl="0" marL="0" rtl="0" algn="ctr">
              <a:spcBef>
                <a:spcPts val="0"/>
              </a:spcBef>
              <a:spcAft>
                <a:spcPts val="200"/>
              </a:spcAft>
              <a:buNone/>
            </a:pPr>
            <a:r>
              <a:rPr lang="es-419"/>
              <a:t>Solo ventas en tienda física.</a:t>
            </a:r>
            <a:endParaRPr/>
          </a:p>
        </p:txBody>
      </p:sp>
      <p:sp>
        <p:nvSpPr>
          <p:cNvPr id="15471" name="Google Shape;15471;p262"/>
          <p:cNvSpPr txBox="1"/>
          <p:nvPr>
            <p:ph idx="5" type="subTitle"/>
          </p:nvPr>
        </p:nvSpPr>
        <p:spPr>
          <a:xfrm>
            <a:off x="2026369" y="3573325"/>
            <a:ext cx="1251900" cy="1091700"/>
          </a:xfrm>
          <a:prstGeom prst="rect">
            <a:avLst/>
          </a:prstGeom>
        </p:spPr>
        <p:txBody>
          <a:bodyPr anchorCtr="0" anchor="ctr" bIns="18000" lIns="18000" spcFirstLastPara="1" rIns="18000" wrap="square" tIns="18000">
            <a:noAutofit/>
          </a:bodyPr>
          <a:lstStyle/>
          <a:p>
            <a:pPr indent="0" lvl="0" marL="0" rtl="0" algn="ctr">
              <a:spcBef>
                <a:spcPts val="0"/>
              </a:spcBef>
              <a:spcAft>
                <a:spcPts val="200"/>
              </a:spcAft>
              <a:buNone/>
            </a:pPr>
            <a:r>
              <a:rPr lang="es-419"/>
              <a:t>Comunicación lenta entre tiendas.</a:t>
            </a:r>
            <a:endParaRPr/>
          </a:p>
        </p:txBody>
      </p:sp>
      <p:sp>
        <p:nvSpPr>
          <p:cNvPr id="15472" name="Google Shape;15472;p262"/>
          <p:cNvSpPr txBox="1"/>
          <p:nvPr>
            <p:ph idx="6" type="subTitle"/>
          </p:nvPr>
        </p:nvSpPr>
        <p:spPr>
          <a:xfrm>
            <a:off x="3570138" y="3573325"/>
            <a:ext cx="1251900" cy="1091700"/>
          </a:xfrm>
          <a:prstGeom prst="rect">
            <a:avLst/>
          </a:prstGeom>
        </p:spPr>
        <p:txBody>
          <a:bodyPr anchorCtr="0" anchor="ctr" bIns="18000" lIns="18000" spcFirstLastPara="1" rIns="18000" wrap="square" tIns="18000">
            <a:noAutofit/>
          </a:bodyPr>
          <a:lstStyle/>
          <a:p>
            <a:pPr indent="0" lvl="0" marL="0" rtl="0" algn="ctr">
              <a:spcBef>
                <a:spcPts val="0"/>
              </a:spcBef>
              <a:spcAft>
                <a:spcPts val="200"/>
              </a:spcAft>
              <a:buNone/>
            </a:pPr>
            <a:r>
              <a:rPr lang="es-419"/>
              <a:t>Escasa promoción digital.</a:t>
            </a:r>
            <a:endParaRPr/>
          </a:p>
        </p:txBody>
      </p:sp>
      <p:sp>
        <p:nvSpPr>
          <p:cNvPr id="15473" name="Google Shape;15473;p262"/>
          <p:cNvSpPr txBox="1"/>
          <p:nvPr>
            <p:ph idx="7" type="subTitle"/>
          </p:nvPr>
        </p:nvSpPr>
        <p:spPr>
          <a:xfrm>
            <a:off x="482600" y="5382356"/>
            <a:ext cx="1251900" cy="1091700"/>
          </a:xfrm>
          <a:prstGeom prst="rect">
            <a:avLst/>
          </a:prstGeom>
        </p:spPr>
        <p:txBody>
          <a:bodyPr anchorCtr="0" anchor="ctr" bIns="18000" lIns="18000" spcFirstLastPara="1" rIns="18000" wrap="square" tIns="18000">
            <a:noAutofit/>
          </a:bodyPr>
          <a:lstStyle/>
          <a:p>
            <a:pPr indent="0" lvl="0" marL="0" rtl="0" algn="ctr">
              <a:spcBef>
                <a:spcPts val="0"/>
              </a:spcBef>
              <a:spcAft>
                <a:spcPts val="200"/>
              </a:spcAft>
              <a:buNone/>
            </a:pPr>
            <a:r>
              <a:rPr lang="es-419"/>
              <a:t> Certificaciones verificadas en papel.</a:t>
            </a:r>
            <a:endParaRPr/>
          </a:p>
        </p:txBody>
      </p:sp>
      <p:sp>
        <p:nvSpPr>
          <p:cNvPr id="15474" name="Google Shape;15474;p262"/>
          <p:cNvSpPr txBox="1"/>
          <p:nvPr>
            <p:ph idx="8" type="subTitle"/>
          </p:nvPr>
        </p:nvSpPr>
        <p:spPr>
          <a:xfrm>
            <a:off x="2026369" y="5382356"/>
            <a:ext cx="1251900" cy="1091700"/>
          </a:xfrm>
          <a:prstGeom prst="rect">
            <a:avLst/>
          </a:prstGeom>
        </p:spPr>
        <p:txBody>
          <a:bodyPr anchorCtr="0" anchor="ctr" bIns="18000" lIns="18000" spcFirstLastPara="1" rIns="18000" wrap="square" tIns="18000">
            <a:noAutofit/>
          </a:bodyPr>
          <a:lstStyle/>
          <a:p>
            <a:pPr indent="0" lvl="0" marL="0" rtl="0" algn="ctr">
              <a:spcBef>
                <a:spcPts val="0"/>
              </a:spcBef>
              <a:spcAft>
                <a:spcPts val="200"/>
              </a:spcAft>
              <a:buNone/>
            </a:pPr>
            <a:r>
              <a:rPr lang="es-419"/>
              <a:t> Retrasos en control de calidad.</a:t>
            </a:r>
            <a:endParaRPr/>
          </a:p>
        </p:txBody>
      </p:sp>
      <p:sp>
        <p:nvSpPr>
          <p:cNvPr id="15475" name="Google Shape;15475;p262"/>
          <p:cNvSpPr txBox="1"/>
          <p:nvPr>
            <p:ph idx="9" type="subTitle"/>
          </p:nvPr>
        </p:nvSpPr>
        <p:spPr>
          <a:xfrm>
            <a:off x="3570138" y="5382356"/>
            <a:ext cx="1251900" cy="1091700"/>
          </a:xfrm>
          <a:prstGeom prst="rect">
            <a:avLst/>
          </a:prstGeom>
        </p:spPr>
        <p:txBody>
          <a:bodyPr anchorCtr="0" anchor="ctr" bIns="18000" lIns="18000" spcFirstLastPara="1" rIns="18000" wrap="square" tIns="18000">
            <a:noAutofit/>
          </a:bodyPr>
          <a:lstStyle/>
          <a:p>
            <a:pPr indent="0" lvl="0" marL="0" rtl="0" algn="ctr">
              <a:spcBef>
                <a:spcPts val="0"/>
              </a:spcBef>
              <a:spcAft>
                <a:spcPts val="200"/>
              </a:spcAft>
              <a:buNone/>
            </a:pPr>
            <a:r>
              <a:rPr lang="es-419"/>
              <a:t>Manejo manual de membresías.</a:t>
            </a:r>
            <a:endParaRPr/>
          </a:p>
        </p:txBody>
      </p:sp>
      <p:sp>
        <p:nvSpPr>
          <p:cNvPr id="15476" name="Google Shape;15476;p262"/>
          <p:cNvSpPr txBox="1"/>
          <p:nvPr>
            <p:ph idx="13" type="subTitle"/>
          </p:nvPr>
        </p:nvSpPr>
        <p:spPr>
          <a:xfrm>
            <a:off x="5337575" y="2135025"/>
            <a:ext cx="4319400" cy="390000"/>
          </a:xfrm>
          <a:prstGeom prst="rect">
            <a:avLst/>
          </a:prstGeom>
        </p:spPr>
        <p:txBody>
          <a:bodyPr anchorCtr="0" anchor="ctr" bIns="18000" lIns="18000" spcFirstLastPara="1" rIns="18000" wrap="square" tIns="18000">
            <a:noAutofit/>
          </a:bodyPr>
          <a:lstStyle/>
          <a:p>
            <a:pPr indent="0" lvl="0" marL="0" rtl="0" algn="ctr">
              <a:spcBef>
                <a:spcPts val="0"/>
              </a:spcBef>
              <a:spcAft>
                <a:spcPts val="200"/>
              </a:spcAft>
              <a:buNone/>
            </a:pPr>
            <a:r>
              <a:rPr lang="es-419"/>
              <a:t>Inventarios y facturación manual.</a:t>
            </a:r>
            <a:endParaRPr/>
          </a:p>
        </p:txBody>
      </p:sp>
      <p:sp>
        <p:nvSpPr>
          <p:cNvPr id="15477" name="Google Shape;15477;p262"/>
          <p:cNvSpPr txBox="1"/>
          <p:nvPr>
            <p:ph idx="14" type="subTitle"/>
          </p:nvPr>
        </p:nvSpPr>
        <p:spPr>
          <a:xfrm>
            <a:off x="5337575" y="3678794"/>
            <a:ext cx="4319400" cy="390000"/>
          </a:xfrm>
          <a:prstGeom prst="rect">
            <a:avLst/>
          </a:prstGeom>
        </p:spPr>
        <p:txBody>
          <a:bodyPr anchorCtr="0" anchor="ctr" bIns="18000" lIns="18000" spcFirstLastPara="1" rIns="18000" wrap="square" tIns="18000">
            <a:noAutofit/>
          </a:bodyPr>
          <a:lstStyle/>
          <a:p>
            <a:pPr indent="0" lvl="0" marL="0" rtl="0" algn="ctr">
              <a:spcBef>
                <a:spcPts val="0"/>
              </a:spcBef>
              <a:spcAft>
                <a:spcPts val="200"/>
              </a:spcAft>
              <a:buNone/>
            </a:pPr>
            <a:r>
              <a:rPr lang="es-419"/>
              <a:t> Procesos presenciales obligatorios y comunicación lenta</a:t>
            </a:r>
            <a:endParaRPr/>
          </a:p>
        </p:txBody>
      </p:sp>
      <p:sp>
        <p:nvSpPr>
          <p:cNvPr id="15478" name="Google Shape;15478;p262"/>
          <p:cNvSpPr txBox="1"/>
          <p:nvPr>
            <p:ph idx="15" type="subTitle"/>
          </p:nvPr>
        </p:nvSpPr>
        <p:spPr>
          <a:xfrm>
            <a:off x="5337575" y="5242331"/>
            <a:ext cx="4319400" cy="390000"/>
          </a:xfrm>
          <a:prstGeom prst="rect">
            <a:avLst/>
          </a:prstGeom>
        </p:spPr>
        <p:txBody>
          <a:bodyPr anchorCtr="0" anchor="ctr" bIns="18000" lIns="18000" spcFirstLastPara="1" rIns="18000" wrap="square" tIns="18000">
            <a:noAutofit/>
          </a:bodyPr>
          <a:lstStyle/>
          <a:p>
            <a:pPr indent="0" lvl="0" marL="0" rtl="0" algn="ctr">
              <a:spcBef>
                <a:spcPts val="0"/>
              </a:spcBef>
              <a:spcAft>
                <a:spcPts val="200"/>
              </a:spcAft>
              <a:buNone/>
            </a:pPr>
            <a:r>
              <a:rPr lang="es-419"/>
              <a:t>Control de calidad y fidelización deficientes.</a:t>
            </a:r>
            <a:endParaRPr/>
          </a:p>
        </p:txBody>
      </p:sp>
      <p:sp>
        <p:nvSpPr>
          <p:cNvPr id="15479" name="Google Shape;15479;p262"/>
          <p:cNvSpPr txBox="1"/>
          <p:nvPr>
            <p:ph idx="16" type="subTitle"/>
          </p:nvPr>
        </p:nvSpPr>
        <p:spPr>
          <a:xfrm>
            <a:off x="-3411750" y="1350875"/>
            <a:ext cx="821100" cy="736200"/>
          </a:xfrm>
          <a:prstGeom prst="rect">
            <a:avLst/>
          </a:prstGeom>
        </p:spPr>
        <p:txBody>
          <a:bodyPr anchorCtr="0" anchor="ctr" bIns="36000" lIns="36000" spcFirstLastPara="1" rIns="36000" wrap="square" tIns="36000">
            <a:noAutofit/>
          </a:bodyPr>
          <a:lstStyle/>
          <a:p>
            <a:pPr indent="0" lvl="0" marL="0" rtl="0" algn="ctr">
              <a:spcBef>
                <a:spcPts val="0"/>
              </a:spcBef>
              <a:spcAft>
                <a:spcPts val="200"/>
              </a:spcAft>
              <a:buNone/>
            </a:pPr>
            <a:r>
              <a:rPr lang="es-419"/>
              <a:t>Inventarios manuales</a:t>
            </a:r>
            <a:endParaRPr/>
          </a:p>
        </p:txBody>
      </p:sp>
      <p:sp>
        <p:nvSpPr>
          <p:cNvPr id="15480" name="Google Shape;15480;p262"/>
          <p:cNvSpPr txBox="1"/>
          <p:nvPr>
            <p:ph idx="17" type="subTitle"/>
          </p:nvPr>
        </p:nvSpPr>
        <p:spPr>
          <a:xfrm>
            <a:off x="-2475750" y="1350875"/>
            <a:ext cx="821100" cy="736200"/>
          </a:xfrm>
          <a:prstGeom prst="rect">
            <a:avLst/>
          </a:prstGeom>
        </p:spPr>
        <p:txBody>
          <a:bodyPr anchorCtr="0" anchor="ctr" bIns="36000" lIns="36000" spcFirstLastPara="1" rIns="36000" wrap="square" tIns="36000">
            <a:noAutofit/>
          </a:bodyPr>
          <a:lstStyle/>
          <a:p>
            <a:pPr indent="0" lvl="0" marL="0" rtl="0" algn="ctr">
              <a:spcBef>
                <a:spcPts val="0"/>
              </a:spcBef>
              <a:spcAft>
                <a:spcPts val="200"/>
              </a:spcAft>
              <a:buNone/>
            </a:pPr>
            <a:r>
              <a:rPr lang="es-419"/>
              <a:t>Facturación manual</a:t>
            </a:r>
            <a:endParaRPr/>
          </a:p>
        </p:txBody>
      </p:sp>
      <p:sp>
        <p:nvSpPr>
          <p:cNvPr id="15481" name="Google Shape;15481;p262"/>
          <p:cNvSpPr txBox="1"/>
          <p:nvPr>
            <p:ph idx="18" type="subTitle"/>
          </p:nvPr>
        </p:nvSpPr>
        <p:spPr>
          <a:xfrm>
            <a:off x="-1536150" y="1350975"/>
            <a:ext cx="821100" cy="736200"/>
          </a:xfrm>
          <a:prstGeom prst="rect">
            <a:avLst/>
          </a:prstGeom>
        </p:spPr>
        <p:txBody>
          <a:bodyPr anchorCtr="0" anchor="ctr" bIns="36000" lIns="36000" spcFirstLastPara="1" rIns="36000" wrap="square" tIns="36000">
            <a:noAutofit/>
          </a:bodyPr>
          <a:lstStyle/>
          <a:p>
            <a:pPr indent="0" lvl="0" marL="0" rtl="0" algn="ctr">
              <a:spcBef>
                <a:spcPts val="0"/>
              </a:spcBef>
              <a:spcAft>
                <a:spcPts val="200"/>
              </a:spcAft>
              <a:buNone/>
            </a:pPr>
            <a:r>
              <a:rPr lang="es-419"/>
              <a:t>Procesos 100% presenciales</a:t>
            </a:r>
            <a:endParaRPr/>
          </a:p>
        </p:txBody>
      </p:sp>
      <p:sp>
        <p:nvSpPr>
          <p:cNvPr id="15482" name="Google Shape;15482;p262"/>
          <p:cNvSpPr txBox="1"/>
          <p:nvPr>
            <p:ph idx="19" type="subTitle"/>
          </p:nvPr>
        </p:nvSpPr>
        <p:spPr>
          <a:xfrm>
            <a:off x="-3411750" y="2204525"/>
            <a:ext cx="821100" cy="736200"/>
          </a:xfrm>
          <a:prstGeom prst="rect">
            <a:avLst/>
          </a:prstGeom>
        </p:spPr>
        <p:txBody>
          <a:bodyPr anchorCtr="0" anchor="ctr" bIns="36000" lIns="36000" spcFirstLastPara="1" rIns="36000" wrap="square" tIns="36000">
            <a:noAutofit/>
          </a:bodyPr>
          <a:lstStyle/>
          <a:p>
            <a:pPr indent="0" lvl="0" marL="0" rtl="0" algn="ctr">
              <a:spcBef>
                <a:spcPts val="0"/>
              </a:spcBef>
              <a:spcAft>
                <a:spcPts val="200"/>
              </a:spcAft>
              <a:buNone/>
            </a:pPr>
            <a:r>
              <a:rPr lang="es-419"/>
              <a:t>Falta de trazabilidad en información.</a:t>
            </a:r>
            <a:endParaRPr/>
          </a:p>
        </p:txBody>
      </p:sp>
      <p:sp>
        <p:nvSpPr>
          <p:cNvPr id="15483" name="Google Shape;15483;p262"/>
          <p:cNvSpPr txBox="1"/>
          <p:nvPr>
            <p:ph idx="20" type="subTitle"/>
          </p:nvPr>
        </p:nvSpPr>
        <p:spPr>
          <a:xfrm>
            <a:off x="-2475750" y="2204525"/>
            <a:ext cx="821100" cy="736200"/>
          </a:xfrm>
          <a:prstGeom prst="rect">
            <a:avLst/>
          </a:prstGeom>
        </p:spPr>
        <p:txBody>
          <a:bodyPr anchorCtr="0" anchor="ctr" bIns="36000" lIns="36000" spcFirstLastPara="1" rIns="36000" wrap="square" tIns="36000">
            <a:noAutofit/>
          </a:bodyPr>
          <a:lstStyle/>
          <a:p>
            <a:pPr indent="0" lvl="0" marL="0" rtl="0" algn="ctr">
              <a:spcBef>
                <a:spcPts val="0"/>
              </a:spcBef>
              <a:spcAft>
                <a:spcPts val="200"/>
              </a:spcAft>
              <a:buNone/>
            </a:pPr>
            <a:r>
              <a:rPr lang="es-419"/>
              <a:t>Capacitación irregular.</a:t>
            </a:r>
            <a:endParaRPr/>
          </a:p>
        </p:txBody>
      </p:sp>
      <p:sp>
        <p:nvSpPr>
          <p:cNvPr id="15484" name="Google Shape;15484;p262"/>
          <p:cNvSpPr txBox="1"/>
          <p:nvPr>
            <p:ph idx="21" type="subTitle"/>
          </p:nvPr>
        </p:nvSpPr>
        <p:spPr>
          <a:xfrm>
            <a:off x="-1536150" y="2204375"/>
            <a:ext cx="821100" cy="736200"/>
          </a:xfrm>
          <a:prstGeom prst="rect">
            <a:avLst/>
          </a:prstGeom>
        </p:spPr>
        <p:txBody>
          <a:bodyPr anchorCtr="0" anchor="ctr" bIns="36000" lIns="36000" spcFirstLastPara="1" rIns="36000" wrap="square" tIns="36000">
            <a:noAutofit/>
          </a:bodyPr>
          <a:lstStyle/>
          <a:p>
            <a:pPr indent="0" lvl="0" marL="0" rtl="0" algn="ctr">
              <a:spcBef>
                <a:spcPts val="0"/>
              </a:spcBef>
              <a:spcAft>
                <a:spcPts val="200"/>
              </a:spcAft>
              <a:buNone/>
            </a:pPr>
            <a:r>
              <a:rPr lang="es-419"/>
              <a:t>Manejo de membresías en papel.</a:t>
            </a:r>
            <a:endParaRPr/>
          </a:p>
        </p:txBody>
      </p:sp>
      <p:sp>
        <p:nvSpPr>
          <p:cNvPr id="15485" name="Google Shape;15485;p262"/>
          <p:cNvSpPr txBox="1"/>
          <p:nvPr>
            <p:ph idx="22" type="subTitle"/>
          </p:nvPr>
        </p:nvSpPr>
        <p:spPr>
          <a:xfrm>
            <a:off x="-3411750" y="3078975"/>
            <a:ext cx="821100" cy="736200"/>
          </a:xfrm>
          <a:prstGeom prst="rect">
            <a:avLst/>
          </a:prstGeom>
        </p:spPr>
        <p:txBody>
          <a:bodyPr anchorCtr="0" anchor="ctr" bIns="36000" lIns="36000" spcFirstLastPara="1" rIns="36000" wrap="square" tIns="36000">
            <a:noAutofit/>
          </a:bodyPr>
          <a:lstStyle/>
          <a:p>
            <a:pPr indent="0" lvl="0" marL="0" rtl="0" algn="ctr">
              <a:spcBef>
                <a:spcPts val="0"/>
              </a:spcBef>
              <a:spcAft>
                <a:spcPts val="200"/>
              </a:spcAft>
              <a:buNone/>
            </a:pPr>
            <a:r>
              <a:rPr lang="es-419"/>
              <a:t>Logística manual de entregas.</a:t>
            </a:r>
            <a:endParaRPr/>
          </a:p>
        </p:txBody>
      </p:sp>
      <p:sp>
        <p:nvSpPr>
          <p:cNvPr id="15486" name="Google Shape;15486;p262"/>
          <p:cNvSpPr txBox="1"/>
          <p:nvPr>
            <p:ph idx="23" type="subTitle"/>
          </p:nvPr>
        </p:nvSpPr>
        <p:spPr>
          <a:xfrm>
            <a:off x="-2475750" y="3078975"/>
            <a:ext cx="821100" cy="736200"/>
          </a:xfrm>
          <a:prstGeom prst="rect">
            <a:avLst/>
          </a:prstGeom>
        </p:spPr>
        <p:txBody>
          <a:bodyPr anchorCtr="0" anchor="ctr" bIns="36000" lIns="36000" spcFirstLastPara="1" rIns="36000" wrap="square" tIns="36000">
            <a:noAutofit/>
          </a:bodyPr>
          <a:lstStyle/>
          <a:p>
            <a:pPr indent="0" lvl="0" marL="0" rtl="0" algn="ctr">
              <a:spcBef>
                <a:spcPts val="0"/>
              </a:spcBef>
              <a:spcAft>
                <a:spcPts val="200"/>
              </a:spcAft>
              <a:buNone/>
            </a:pPr>
            <a:r>
              <a:rPr lang="es-419"/>
              <a:t>Dificultades en certificaciones.</a:t>
            </a:r>
            <a:endParaRPr/>
          </a:p>
        </p:txBody>
      </p:sp>
      <p:sp>
        <p:nvSpPr>
          <p:cNvPr id="15487" name="Google Shape;15487;p262"/>
          <p:cNvSpPr txBox="1"/>
          <p:nvPr>
            <p:ph idx="24" type="subTitle"/>
          </p:nvPr>
        </p:nvSpPr>
        <p:spPr>
          <a:xfrm>
            <a:off x="-1536150" y="3078975"/>
            <a:ext cx="821100" cy="736200"/>
          </a:xfrm>
          <a:prstGeom prst="rect">
            <a:avLst/>
          </a:prstGeom>
        </p:spPr>
        <p:txBody>
          <a:bodyPr anchorCtr="0" anchor="ctr" bIns="36000" lIns="36000" spcFirstLastPara="1" rIns="36000" wrap="square" tIns="36000">
            <a:noAutofit/>
          </a:bodyPr>
          <a:lstStyle/>
          <a:p>
            <a:pPr indent="0" lvl="0" marL="0" rtl="0" algn="ctr">
              <a:spcBef>
                <a:spcPts val="0"/>
              </a:spcBef>
              <a:spcAft>
                <a:spcPts val="200"/>
              </a:spcAft>
              <a:buNone/>
            </a:pPr>
            <a:r>
              <a:rPr lang="es-419"/>
              <a:t>Errores de cálculo en cierre de caja.</a:t>
            </a:r>
            <a:endParaRPr/>
          </a:p>
        </p:txBody>
      </p:sp>
      <p:sp>
        <p:nvSpPr>
          <p:cNvPr id="15488" name="Google Shape;15488;p262"/>
          <p:cNvSpPr txBox="1"/>
          <p:nvPr>
            <p:ph idx="25" type="subTitle"/>
          </p:nvPr>
        </p:nvSpPr>
        <p:spPr>
          <a:xfrm>
            <a:off x="-3411750" y="3934675"/>
            <a:ext cx="819300" cy="736200"/>
          </a:xfrm>
          <a:prstGeom prst="rect">
            <a:avLst/>
          </a:prstGeom>
        </p:spPr>
        <p:txBody>
          <a:bodyPr anchorCtr="0" anchor="ctr" bIns="36000" lIns="36000" spcFirstLastPara="1" rIns="36000" wrap="square" tIns="36000">
            <a:noAutofit/>
          </a:bodyPr>
          <a:lstStyle/>
          <a:p>
            <a:pPr indent="0" lvl="0" marL="0" rtl="0" algn="ctr">
              <a:spcBef>
                <a:spcPts val="0"/>
              </a:spcBef>
              <a:spcAft>
                <a:spcPts val="200"/>
              </a:spcAft>
              <a:buNone/>
            </a:pPr>
            <a:r>
              <a:rPr lang="es-419"/>
              <a:t>Retrasos en control de calidad.</a:t>
            </a:r>
            <a:endParaRPr/>
          </a:p>
        </p:txBody>
      </p:sp>
      <p:sp>
        <p:nvSpPr>
          <p:cNvPr id="15489" name="Google Shape;15489;p262"/>
          <p:cNvSpPr txBox="1"/>
          <p:nvPr>
            <p:ph idx="26" type="subTitle"/>
          </p:nvPr>
        </p:nvSpPr>
        <p:spPr>
          <a:xfrm>
            <a:off x="-2475750" y="3934675"/>
            <a:ext cx="819300" cy="736200"/>
          </a:xfrm>
          <a:prstGeom prst="rect">
            <a:avLst/>
          </a:prstGeom>
        </p:spPr>
        <p:txBody>
          <a:bodyPr anchorCtr="0" anchor="ctr" bIns="36000" lIns="36000" spcFirstLastPara="1" rIns="36000" wrap="square" tIns="36000">
            <a:noAutofit/>
          </a:bodyPr>
          <a:lstStyle/>
          <a:p>
            <a:pPr indent="0" lvl="0" marL="0" rtl="0" algn="ctr">
              <a:spcBef>
                <a:spcPts val="0"/>
              </a:spcBef>
              <a:spcAft>
                <a:spcPts val="200"/>
              </a:spcAft>
              <a:buNone/>
            </a:pPr>
            <a:r>
              <a:rPr lang="es-419"/>
              <a:t>Escasa promoción digital.</a:t>
            </a:r>
            <a:endParaRPr/>
          </a:p>
        </p:txBody>
      </p:sp>
      <p:sp>
        <p:nvSpPr>
          <p:cNvPr id="15490" name="Google Shape;15490;p262"/>
          <p:cNvSpPr txBox="1"/>
          <p:nvPr>
            <p:ph idx="27" type="subTitle"/>
          </p:nvPr>
        </p:nvSpPr>
        <p:spPr>
          <a:xfrm>
            <a:off x="-1536150" y="3930975"/>
            <a:ext cx="821100" cy="736200"/>
          </a:xfrm>
          <a:prstGeom prst="rect">
            <a:avLst/>
          </a:prstGeom>
        </p:spPr>
        <p:txBody>
          <a:bodyPr anchorCtr="0" anchor="ctr" bIns="36000" lIns="36000" spcFirstLastPara="1" rIns="36000" wrap="square" tIns="36000">
            <a:noAutofit/>
          </a:bodyPr>
          <a:lstStyle/>
          <a:p>
            <a:pPr indent="0" lvl="0" marL="0" rtl="0" algn="ctr">
              <a:spcBef>
                <a:spcPts val="0"/>
              </a:spcBef>
              <a:spcAft>
                <a:spcPts val="200"/>
              </a:spcAft>
              <a:buNone/>
            </a:pPr>
            <a:r>
              <a:rPr lang="es-419"/>
              <a:t>Pérdida de tiempo en búsqueda de productos.</a:t>
            </a:r>
            <a:endParaRPr/>
          </a:p>
        </p:txBody>
      </p:sp>
      <p:sp>
        <p:nvSpPr>
          <p:cNvPr id="15491" name="Google Shape;15491;p262"/>
          <p:cNvSpPr txBox="1"/>
          <p:nvPr>
            <p:ph idx="28" type="subTitle"/>
          </p:nvPr>
        </p:nvSpPr>
        <p:spPr>
          <a:xfrm>
            <a:off x="-3401850" y="4787200"/>
            <a:ext cx="819300" cy="736200"/>
          </a:xfrm>
          <a:prstGeom prst="rect">
            <a:avLst/>
          </a:prstGeom>
        </p:spPr>
        <p:txBody>
          <a:bodyPr anchorCtr="0" anchor="ctr" bIns="36000" lIns="36000" spcFirstLastPara="1" rIns="36000" wrap="square" tIns="36000">
            <a:noAutofit/>
          </a:bodyPr>
          <a:lstStyle/>
          <a:p>
            <a:pPr indent="0" lvl="0" marL="0" rtl="0" algn="ctr">
              <a:spcBef>
                <a:spcPts val="0"/>
              </a:spcBef>
              <a:spcAft>
                <a:spcPts val="200"/>
              </a:spcAft>
              <a:buNone/>
            </a:pPr>
            <a:r>
              <a:rPr lang="es-419"/>
              <a:t>Comunicación lenta entre tiendas.</a:t>
            </a:r>
            <a:endParaRPr/>
          </a:p>
        </p:txBody>
      </p:sp>
      <p:sp>
        <p:nvSpPr>
          <p:cNvPr id="15492" name="Google Shape;15492;p262"/>
          <p:cNvSpPr txBox="1"/>
          <p:nvPr>
            <p:ph idx="29" type="subTitle"/>
          </p:nvPr>
        </p:nvSpPr>
        <p:spPr>
          <a:xfrm>
            <a:off x="-2475750" y="4787200"/>
            <a:ext cx="829200" cy="736200"/>
          </a:xfrm>
          <a:prstGeom prst="rect">
            <a:avLst/>
          </a:prstGeom>
        </p:spPr>
        <p:txBody>
          <a:bodyPr anchorCtr="0" anchor="ctr" bIns="36000" lIns="36000" spcFirstLastPara="1" rIns="36000" wrap="square" tIns="36000">
            <a:noAutofit/>
          </a:bodyPr>
          <a:lstStyle/>
          <a:p>
            <a:pPr indent="0" lvl="0" marL="0" rtl="0" algn="ctr">
              <a:spcBef>
                <a:spcPts val="0"/>
              </a:spcBef>
              <a:spcAft>
                <a:spcPts val="200"/>
              </a:spcAft>
              <a:buNone/>
            </a:pPr>
            <a:r>
              <a:rPr lang="es-419"/>
              <a:t>Registro manual de proveedores.</a:t>
            </a:r>
            <a:endParaRPr/>
          </a:p>
        </p:txBody>
      </p:sp>
      <p:sp>
        <p:nvSpPr>
          <p:cNvPr id="15493" name="Google Shape;15493;p262"/>
          <p:cNvSpPr txBox="1"/>
          <p:nvPr>
            <p:ph idx="30" type="subTitle"/>
          </p:nvPr>
        </p:nvSpPr>
        <p:spPr>
          <a:xfrm>
            <a:off x="-1536150" y="4787200"/>
            <a:ext cx="819300" cy="736200"/>
          </a:xfrm>
          <a:prstGeom prst="rect">
            <a:avLst/>
          </a:prstGeom>
        </p:spPr>
        <p:txBody>
          <a:bodyPr anchorCtr="0" anchor="ctr" bIns="36000" lIns="36000" spcFirstLastPara="1" rIns="36000" wrap="square" tIns="36000">
            <a:noAutofit/>
          </a:bodyPr>
          <a:lstStyle/>
          <a:p>
            <a:pPr indent="0" lvl="0" marL="0" rtl="0" algn="ctr">
              <a:spcBef>
                <a:spcPts val="0"/>
              </a:spcBef>
              <a:spcAft>
                <a:spcPts val="200"/>
              </a:spcAft>
              <a:buNone/>
            </a:pPr>
            <a:r>
              <a:rPr lang="es-419"/>
              <a:t>Falta de sistema de alertas de vencimiento.</a:t>
            </a:r>
            <a:endParaRPr/>
          </a:p>
        </p:txBody>
      </p:sp>
      <p:sp>
        <p:nvSpPr>
          <p:cNvPr id="15494" name="Google Shape;15494;p262"/>
          <p:cNvSpPr txBox="1"/>
          <p:nvPr>
            <p:ph idx="31" type="subTitle"/>
          </p:nvPr>
        </p:nvSpPr>
        <p:spPr>
          <a:xfrm>
            <a:off x="-3411750" y="5640725"/>
            <a:ext cx="829200" cy="736200"/>
          </a:xfrm>
          <a:prstGeom prst="rect">
            <a:avLst/>
          </a:prstGeom>
        </p:spPr>
        <p:txBody>
          <a:bodyPr anchorCtr="0" anchor="ctr" bIns="36000" lIns="36000" spcFirstLastPara="1" rIns="36000" wrap="square" tIns="36000">
            <a:noAutofit/>
          </a:bodyPr>
          <a:lstStyle/>
          <a:p>
            <a:pPr indent="0" lvl="0" marL="0" rtl="0" algn="ctr">
              <a:spcBef>
                <a:spcPts val="0"/>
              </a:spcBef>
              <a:spcAft>
                <a:spcPts val="200"/>
              </a:spcAft>
              <a:buNone/>
            </a:pPr>
            <a:r>
              <a:rPr lang="es-419"/>
              <a:t>Reportes de ventas atrasados.</a:t>
            </a:r>
            <a:endParaRPr/>
          </a:p>
        </p:txBody>
      </p:sp>
      <p:sp>
        <p:nvSpPr>
          <p:cNvPr id="15495" name="Google Shape;15495;p262"/>
          <p:cNvSpPr txBox="1"/>
          <p:nvPr>
            <p:ph idx="32" type="subTitle"/>
          </p:nvPr>
        </p:nvSpPr>
        <p:spPr>
          <a:xfrm>
            <a:off x="-2477575" y="5640725"/>
            <a:ext cx="819300" cy="736200"/>
          </a:xfrm>
          <a:prstGeom prst="rect">
            <a:avLst/>
          </a:prstGeom>
        </p:spPr>
        <p:txBody>
          <a:bodyPr anchorCtr="0" anchor="ctr" bIns="36000" lIns="36000" spcFirstLastPara="1" rIns="36000" wrap="square" tIns="36000">
            <a:noAutofit/>
          </a:bodyPr>
          <a:lstStyle/>
          <a:p>
            <a:pPr indent="0" lvl="0" marL="0" rtl="0" algn="ctr">
              <a:spcBef>
                <a:spcPts val="0"/>
              </a:spcBef>
              <a:spcAft>
                <a:spcPts val="200"/>
              </a:spcAft>
              <a:buNone/>
            </a:pPr>
            <a:r>
              <a:rPr lang="es-419"/>
              <a:t>Descoordinación en devoluciones.</a:t>
            </a:r>
            <a:endParaRPr/>
          </a:p>
        </p:txBody>
      </p:sp>
      <p:sp>
        <p:nvSpPr>
          <p:cNvPr id="15496" name="Google Shape;15496;p262"/>
          <p:cNvSpPr txBox="1"/>
          <p:nvPr>
            <p:ph idx="33" type="subTitle"/>
          </p:nvPr>
        </p:nvSpPr>
        <p:spPr>
          <a:xfrm>
            <a:off x="-1541575" y="5640600"/>
            <a:ext cx="829200" cy="736200"/>
          </a:xfrm>
          <a:prstGeom prst="rect">
            <a:avLst/>
          </a:prstGeom>
        </p:spPr>
        <p:txBody>
          <a:bodyPr anchorCtr="0" anchor="ctr" bIns="36000" lIns="36000" spcFirstLastPara="1" rIns="36000" wrap="square" tIns="36000">
            <a:noAutofit/>
          </a:bodyPr>
          <a:lstStyle/>
          <a:p>
            <a:pPr indent="0" lvl="0" marL="0" rtl="0" algn="ctr">
              <a:spcBef>
                <a:spcPts val="0"/>
              </a:spcBef>
              <a:spcAft>
                <a:spcPts val="200"/>
              </a:spcAft>
              <a:buNone/>
            </a:pPr>
            <a:r>
              <a:rPr lang="es-419"/>
              <a:t>Baja fidelización de clientes.</a:t>
            </a:r>
            <a:endParaRPr/>
          </a:p>
        </p:txBody>
      </p:sp>
      <p:sp>
        <p:nvSpPr>
          <p:cNvPr id="15497" name="Google Shape;15497;p262"/>
          <p:cNvSpPr txBox="1"/>
          <p:nvPr>
            <p:ph idx="34" type="subTitle"/>
          </p:nvPr>
        </p:nvSpPr>
        <p:spPr>
          <a:xfrm>
            <a:off x="5337575" y="4331637"/>
            <a:ext cx="4319400" cy="390000"/>
          </a:xfrm>
          <a:prstGeom prst="rect">
            <a:avLst/>
          </a:prstGeom>
        </p:spPr>
        <p:txBody>
          <a:bodyPr anchorCtr="0" anchor="ctr" bIns="18000" lIns="18000" spcFirstLastPara="1" rIns="18000" wrap="square" tIns="18000">
            <a:noAutofit/>
          </a:bodyPr>
          <a:lstStyle/>
          <a:p>
            <a:pPr indent="0" lvl="0" marL="0" rtl="0" algn="ctr">
              <a:spcBef>
                <a:spcPts val="0"/>
              </a:spcBef>
              <a:spcAft>
                <a:spcPts val="200"/>
              </a:spcAft>
              <a:buNone/>
            </a:pPr>
            <a:r>
              <a:rPr lang="es-419"/>
              <a:t> Ventas híbridas (tienda + digital) y comunicación centralizada.</a:t>
            </a:r>
            <a:endParaRPr/>
          </a:p>
        </p:txBody>
      </p:sp>
      <p:sp>
        <p:nvSpPr>
          <p:cNvPr id="15498" name="Google Shape;15498;p262"/>
          <p:cNvSpPr txBox="1"/>
          <p:nvPr>
            <p:ph idx="35" type="subTitle"/>
          </p:nvPr>
        </p:nvSpPr>
        <p:spPr>
          <a:xfrm>
            <a:off x="5337575" y="5888594"/>
            <a:ext cx="4319400" cy="390000"/>
          </a:xfrm>
          <a:prstGeom prst="rect">
            <a:avLst/>
          </a:prstGeom>
        </p:spPr>
        <p:txBody>
          <a:bodyPr anchorCtr="0" anchor="ctr" bIns="18000" lIns="18000" spcFirstLastPara="1" rIns="18000" wrap="square" tIns="18000">
            <a:noAutofit/>
          </a:bodyPr>
          <a:lstStyle/>
          <a:p>
            <a:pPr indent="0" lvl="0" marL="0" rtl="0" algn="ctr">
              <a:spcBef>
                <a:spcPts val="0"/>
              </a:spcBef>
              <a:spcAft>
                <a:spcPts val="200"/>
              </a:spcAft>
              <a:buNone/>
            </a:pPr>
            <a:r>
              <a:rPr lang="es-419"/>
              <a:t>Sistema digital de certificación y CRM de clientes para fidelización.</a:t>
            </a:r>
            <a:endParaRPr/>
          </a:p>
        </p:txBody>
      </p:sp>
      <p:sp>
        <p:nvSpPr>
          <p:cNvPr id="15499" name="Google Shape;15499;p262"/>
          <p:cNvSpPr txBox="1"/>
          <p:nvPr>
            <p:ph idx="36" type="subTitle"/>
          </p:nvPr>
        </p:nvSpPr>
        <p:spPr>
          <a:xfrm>
            <a:off x="5337575" y="2820825"/>
            <a:ext cx="4319400" cy="390000"/>
          </a:xfrm>
          <a:prstGeom prst="rect">
            <a:avLst/>
          </a:prstGeom>
        </p:spPr>
        <p:txBody>
          <a:bodyPr anchorCtr="0" anchor="ctr" bIns="18000" lIns="18000" spcFirstLastPara="1" rIns="18000" wrap="square" tIns="18000">
            <a:noAutofit/>
          </a:bodyPr>
          <a:lstStyle/>
          <a:p>
            <a:pPr indent="0" lvl="0" marL="0" rtl="0" algn="ctr">
              <a:spcBef>
                <a:spcPts val="0"/>
              </a:spcBef>
              <a:spcAft>
                <a:spcPts val="200"/>
              </a:spcAft>
              <a:buNone/>
            </a:pPr>
            <a:r>
              <a:rPr lang="es-419"/>
              <a:t>Sistema digital integrado de inventarios + facturación electrónica</a:t>
            </a:r>
            <a:endParaRPr/>
          </a:p>
        </p:txBody>
      </p:sp>
      <p:sp>
        <p:nvSpPr>
          <p:cNvPr id="15500" name="Google Shape;15500;p262"/>
          <p:cNvSpPr txBox="1"/>
          <p:nvPr>
            <p:ph type="title"/>
          </p:nvPr>
        </p:nvSpPr>
        <p:spPr>
          <a:xfrm flipH="1">
            <a:off x="4025374" y="387675"/>
            <a:ext cx="5863200" cy="169200"/>
          </a:xfrm>
          <a:prstGeom prst="rect">
            <a:avLst/>
          </a:prstGeom>
        </p:spPr>
        <p:txBody>
          <a:bodyPr anchorCtr="0" anchor="ctr" bIns="0" lIns="0" spcFirstLastPara="1" rIns="0" wrap="square" tIns="0">
            <a:noAutofit/>
          </a:bodyPr>
          <a:lstStyle/>
          <a:p>
            <a:pPr indent="0" lvl="0" marL="0" rtl="0" algn="l">
              <a:spcBef>
                <a:spcPts val="0"/>
              </a:spcBef>
              <a:spcAft>
                <a:spcPts val="0"/>
              </a:spcAft>
              <a:buNone/>
            </a:pPr>
            <a:r>
              <a:rPr lang="es-419"/>
              <a:t> Comercializadora EcoVida</a:t>
            </a:r>
            <a:endParaRPr/>
          </a:p>
        </p:txBody>
      </p:sp>
      <p:sp>
        <p:nvSpPr>
          <p:cNvPr id="15501" name="Google Shape;15501;p262"/>
          <p:cNvSpPr txBox="1"/>
          <p:nvPr>
            <p:ph idx="37" type="title"/>
          </p:nvPr>
        </p:nvSpPr>
        <p:spPr>
          <a:xfrm flipH="1">
            <a:off x="3208773" y="579550"/>
            <a:ext cx="6679800" cy="169200"/>
          </a:xfrm>
          <a:prstGeom prst="rect">
            <a:avLst/>
          </a:prstGeom>
        </p:spPr>
        <p:txBody>
          <a:bodyPr anchorCtr="0" anchor="ctr" bIns="0" lIns="0" spcFirstLastPara="1" rIns="0" wrap="square" tIns="0">
            <a:noAutofit/>
          </a:bodyPr>
          <a:lstStyle/>
          <a:p>
            <a:pPr indent="0" lvl="0" marL="0" rtl="0" algn="l">
              <a:spcBef>
                <a:spcPts val="0"/>
              </a:spcBef>
              <a:spcAft>
                <a:spcPts val="0"/>
              </a:spcAft>
              <a:buNone/>
            </a:pPr>
            <a:r>
              <a:rPr lang="es-419"/>
              <a:t>Procesos estratégicos, misionales y de apoyo</a:t>
            </a:r>
            <a:endParaRPr/>
          </a:p>
        </p:txBody>
      </p:sp>
      <p:sp>
        <p:nvSpPr>
          <p:cNvPr id="15502" name="Google Shape;15502;p262"/>
          <p:cNvSpPr txBox="1"/>
          <p:nvPr>
            <p:ph idx="38" type="body"/>
          </p:nvPr>
        </p:nvSpPr>
        <p:spPr>
          <a:xfrm>
            <a:off x="200525" y="603425"/>
            <a:ext cx="2669700" cy="490200"/>
          </a:xfrm>
          <a:prstGeom prst="rect">
            <a:avLst/>
          </a:prstGeom>
        </p:spPr>
        <p:txBody>
          <a:bodyPr anchorCtr="0" anchor="t" bIns="0" lIns="0" spcFirstLastPara="1" rIns="0" wrap="square" tIns="0">
            <a:noAutofit/>
          </a:bodyPr>
          <a:lstStyle/>
          <a:p>
            <a:pPr indent="0" lvl="0" marL="0" rtl="0" algn="ctr">
              <a:spcBef>
                <a:spcPts val="0"/>
              </a:spcBef>
              <a:spcAft>
                <a:spcPts val="0"/>
              </a:spcAft>
              <a:buNone/>
            </a:pPr>
            <a:r>
              <a:rPr lang="es-419" sz="900"/>
              <a:t>Situaciones problemáticas de EcoVida</a:t>
            </a:r>
            <a:endParaRPr sz="900"/>
          </a:p>
        </p:txBody>
      </p:sp>
      <p:sp>
        <p:nvSpPr>
          <p:cNvPr id="15503" name="Google Shape;15503;p262"/>
          <p:cNvSpPr txBox="1"/>
          <p:nvPr/>
        </p:nvSpPr>
        <p:spPr>
          <a:xfrm>
            <a:off x="2205800" y="1350975"/>
            <a:ext cx="3772500" cy="3900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s-419" sz="1100"/>
              <a:t>Gestión de inventarios y facturación manual</a:t>
            </a:r>
            <a:endParaRPr sz="1100"/>
          </a:p>
        </p:txBody>
      </p:sp>
      <p:sp>
        <p:nvSpPr>
          <p:cNvPr id="15504" name="Google Shape;15504;p262"/>
          <p:cNvSpPr txBox="1"/>
          <p:nvPr/>
        </p:nvSpPr>
        <p:spPr>
          <a:xfrm>
            <a:off x="2280975" y="3083100"/>
            <a:ext cx="2759100" cy="4902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s-419" sz="1100"/>
              <a:t>Procesos presenciales y comunicación limitada</a:t>
            </a:r>
            <a:endParaRPr sz="1100"/>
          </a:p>
        </p:txBody>
      </p:sp>
      <p:sp>
        <p:nvSpPr>
          <p:cNvPr id="15505" name="Google Shape;15505;p262"/>
          <p:cNvSpPr txBox="1"/>
          <p:nvPr/>
        </p:nvSpPr>
        <p:spPr>
          <a:xfrm>
            <a:off x="2205800" y="4900350"/>
            <a:ext cx="2759100" cy="2613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s-419"/>
              <a:t>Control de calidad y fidelización</a:t>
            </a:r>
            <a:endParaRPr/>
          </a:p>
        </p:txBody>
      </p:sp>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509" name="Shape 15509"/>
        <p:cNvGrpSpPr/>
        <p:nvPr/>
      </p:nvGrpSpPr>
      <p:grpSpPr>
        <a:xfrm>
          <a:off x="0" y="0"/>
          <a:ext cx="0" cy="0"/>
          <a:chOff x="0" y="0"/>
          <a:chExt cx="0" cy="0"/>
        </a:xfrm>
      </p:grpSpPr>
      <p:sp>
        <p:nvSpPr>
          <p:cNvPr id="15510" name="Google Shape;15510;p263"/>
          <p:cNvSpPr txBox="1"/>
          <p:nvPr>
            <p:ph idx="1" type="subTitle"/>
          </p:nvPr>
        </p:nvSpPr>
        <p:spPr>
          <a:xfrm>
            <a:off x="422525" y="1344634"/>
            <a:ext cx="1556100" cy="949800"/>
          </a:xfrm>
          <a:prstGeom prst="rect">
            <a:avLst/>
          </a:prstGeom>
        </p:spPr>
        <p:txBody>
          <a:bodyPr anchorCtr="0" anchor="ctr" bIns="72000" lIns="72000" spcFirstLastPara="1" rIns="72000" wrap="square" tIns="72000">
            <a:noAutofit/>
          </a:bodyPr>
          <a:lstStyle/>
          <a:p>
            <a:pPr indent="0" lvl="0" marL="0" rtl="0" algn="l">
              <a:spcBef>
                <a:spcPts val="0"/>
              </a:spcBef>
              <a:spcAft>
                <a:spcPts val="0"/>
              </a:spcAft>
              <a:buNone/>
            </a:pPr>
            <a:r>
              <a:rPr lang="es-419"/>
              <a:t> Procesos</a:t>
            </a:r>
            <a:endParaRPr/>
          </a:p>
        </p:txBody>
      </p:sp>
      <p:sp>
        <p:nvSpPr>
          <p:cNvPr id="15511" name="Google Shape;15511;p263"/>
          <p:cNvSpPr txBox="1"/>
          <p:nvPr>
            <p:ph idx="2" type="subTitle"/>
          </p:nvPr>
        </p:nvSpPr>
        <p:spPr>
          <a:xfrm>
            <a:off x="2282415" y="1344634"/>
            <a:ext cx="1556100" cy="949800"/>
          </a:xfrm>
          <a:prstGeom prst="rect">
            <a:avLst/>
          </a:prstGeom>
        </p:spPr>
        <p:txBody>
          <a:bodyPr anchorCtr="0" anchor="ctr" bIns="72000" lIns="72000" spcFirstLastPara="1" rIns="72000" wrap="square" tIns="72000">
            <a:noAutofit/>
          </a:bodyPr>
          <a:lstStyle/>
          <a:p>
            <a:pPr indent="0" lvl="0" marL="0" rtl="0" algn="l">
              <a:spcBef>
                <a:spcPts val="0"/>
              </a:spcBef>
              <a:spcAft>
                <a:spcPts val="0"/>
              </a:spcAft>
              <a:buNone/>
            </a:pPr>
            <a:r>
              <a:rPr lang="es-419"/>
              <a:t>Capital Humano</a:t>
            </a:r>
            <a:endParaRPr/>
          </a:p>
        </p:txBody>
      </p:sp>
      <p:sp>
        <p:nvSpPr>
          <p:cNvPr id="15512" name="Google Shape;15512;p263"/>
          <p:cNvSpPr txBox="1"/>
          <p:nvPr>
            <p:ph idx="3" type="subTitle"/>
          </p:nvPr>
        </p:nvSpPr>
        <p:spPr>
          <a:xfrm>
            <a:off x="4138559" y="1344634"/>
            <a:ext cx="1556100" cy="949800"/>
          </a:xfrm>
          <a:prstGeom prst="rect">
            <a:avLst/>
          </a:prstGeom>
        </p:spPr>
        <p:txBody>
          <a:bodyPr anchorCtr="0" anchor="ctr" bIns="72000" lIns="72000" spcFirstLastPara="1" rIns="72000" wrap="square" tIns="72000">
            <a:noAutofit/>
          </a:bodyPr>
          <a:lstStyle/>
          <a:p>
            <a:pPr indent="0" lvl="0" marL="0" rtl="0" algn="l">
              <a:spcBef>
                <a:spcPts val="0"/>
              </a:spcBef>
              <a:spcAft>
                <a:spcPts val="0"/>
              </a:spcAft>
              <a:buNone/>
            </a:pPr>
            <a:r>
              <a:rPr lang="es-419"/>
              <a:t>tecnología</a:t>
            </a:r>
            <a:endParaRPr/>
          </a:p>
        </p:txBody>
      </p:sp>
      <p:sp>
        <p:nvSpPr>
          <p:cNvPr id="15513" name="Google Shape;15513;p263"/>
          <p:cNvSpPr txBox="1"/>
          <p:nvPr>
            <p:ph idx="4" type="subTitle"/>
          </p:nvPr>
        </p:nvSpPr>
        <p:spPr>
          <a:xfrm>
            <a:off x="5998449" y="1344634"/>
            <a:ext cx="1556100" cy="949800"/>
          </a:xfrm>
          <a:prstGeom prst="rect">
            <a:avLst/>
          </a:prstGeom>
        </p:spPr>
        <p:txBody>
          <a:bodyPr anchorCtr="0" anchor="ctr" bIns="72000" lIns="72000" spcFirstLastPara="1" rIns="72000" wrap="square" tIns="72000">
            <a:noAutofit/>
          </a:bodyPr>
          <a:lstStyle/>
          <a:p>
            <a:pPr indent="0" lvl="0" marL="0" rtl="0" algn="l">
              <a:spcBef>
                <a:spcPts val="0"/>
              </a:spcBef>
              <a:spcAft>
                <a:spcPts val="0"/>
              </a:spcAft>
              <a:buNone/>
            </a:pPr>
            <a:r>
              <a:rPr lang="es-419"/>
              <a:t>información</a:t>
            </a:r>
            <a:endParaRPr/>
          </a:p>
        </p:txBody>
      </p:sp>
      <p:sp>
        <p:nvSpPr>
          <p:cNvPr id="15514" name="Google Shape;15514;p263"/>
          <p:cNvSpPr txBox="1"/>
          <p:nvPr>
            <p:ph idx="5" type="subTitle"/>
          </p:nvPr>
        </p:nvSpPr>
        <p:spPr>
          <a:xfrm>
            <a:off x="426300" y="5266845"/>
            <a:ext cx="1556100" cy="949800"/>
          </a:xfrm>
          <a:prstGeom prst="rect">
            <a:avLst/>
          </a:prstGeom>
        </p:spPr>
        <p:txBody>
          <a:bodyPr anchorCtr="0" anchor="ctr" bIns="72000" lIns="72000" spcFirstLastPara="1" rIns="72000" wrap="square" tIns="72000">
            <a:noAutofit/>
          </a:bodyPr>
          <a:lstStyle/>
          <a:p>
            <a:pPr indent="0" lvl="0" marL="0" rtl="0" algn="l">
              <a:spcBef>
                <a:spcPts val="0"/>
              </a:spcBef>
              <a:spcAft>
                <a:spcPts val="0"/>
              </a:spcAft>
              <a:buNone/>
            </a:pPr>
            <a:r>
              <a:rPr lang="es-419"/>
              <a:t>mercado</a:t>
            </a:r>
            <a:endParaRPr/>
          </a:p>
        </p:txBody>
      </p:sp>
      <p:sp>
        <p:nvSpPr>
          <p:cNvPr id="15515" name="Google Shape;15515;p263"/>
          <p:cNvSpPr txBox="1"/>
          <p:nvPr>
            <p:ph idx="6" type="subTitle"/>
          </p:nvPr>
        </p:nvSpPr>
        <p:spPr>
          <a:xfrm>
            <a:off x="2282415" y="5266845"/>
            <a:ext cx="1556100" cy="949800"/>
          </a:xfrm>
          <a:prstGeom prst="rect">
            <a:avLst/>
          </a:prstGeom>
        </p:spPr>
        <p:txBody>
          <a:bodyPr anchorCtr="0" anchor="ctr" bIns="72000" lIns="72000" spcFirstLastPara="1" rIns="72000" wrap="square" tIns="72000">
            <a:noAutofit/>
          </a:bodyPr>
          <a:lstStyle/>
          <a:p>
            <a:pPr indent="0" lvl="0" marL="0" rtl="0" algn="l">
              <a:spcBef>
                <a:spcPts val="0"/>
              </a:spcBef>
              <a:spcAft>
                <a:spcPts val="0"/>
              </a:spcAft>
              <a:buNone/>
            </a:pPr>
            <a:r>
              <a:rPr lang="es-419"/>
              <a:t>control</a:t>
            </a:r>
            <a:endParaRPr/>
          </a:p>
        </p:txBody>
      </p:sp>
      <p:sp>
        <p:nvSpPr>
          <p:cNvPr id="15516" name="Google Shape;15516;p263"/>
          <p:cNvSpPr txBox="1"/>
          <p:nvPr>
            <p:ph idx="7" type="subTitle"/>
          </p:nvPr>
        </p:nvSpPr>
        <p:spPr>
          <a:xfrm>
            <a:off x="4138559" y="5266845"/>
            <a:ext cx="1556100" cy="949800"/>
          </a:xfrm>
          <a:prstGeom prst="rect">
            <a:avLst/>
          </a:prstGeom>
        </p:spPr>
        <p:txBody>
          <a:bodyPr anchorCtr="0" anchor="ctr" bIns="72000" lIns="72000" spcFirstLastPara="1" rIns="72000" wrap="square" tIns="72000">
            <a:noAutofit/>
          </a:bodyPr>
          <a:lstStyle/>
          <a:p>
            <a:pPr indent="0" lvl="0" marL="0" rtl="0" algn="l">
              <a:spcBef>
                <a:spcPts val="0"/>
              </a:spcBef>
              <a:spcAft>
                <a:spcPts val="0"/>
              </a:spcAft>
              <a:buNone/>
            </a:pPr>
            <a:r>
              <a:rPr lang="es-419"/>
              <a:t>comunicación</a:t>
            </a:r>
            <a:endParaRPr/>
          </a:p>
        </p:txBody>
      </p:sp>
      <p:sp>
        <p:nvSpPr>
          <p:cNvPr id="15517" name="Google Shape;15517;p263"/>
          <p:cNvSpPr txBox="1"/>
          <p:nvPr>
            <p:ph idx="8" type="subTitle"/>
          </p:nvPr>
        </p:nvSpPr>
        <p:spPr>
          <a:xfrm>
            <a:off x="5998449" y="5266845"/>
            <a:ext cx="1556100" cy="949800"/>
          </a:xfrm>
          <a:prstGeom prst="rect">
            <a:avLst/>
          </a:prstGeom>
        </p:spPr>
        <p:txBody>
          <a:bodyPr anchorCtr="0" anchor="ctr" bIns="72000" lIns="72000" spcFirstLastPara="1" rIns="72000" wrap="square" tIns="72000">
            <a:noAutofit/>
          </a:bodyPr>
          <a:lstStyle/>
          <a:p>
            <a:pPr indent="0" lvl="0" marL="0" rtl="0" algn="l">
              <a:spcBef>
                <a:spcPts val="0"/>
              </a:spcBef>
              <a:spcAft>
                <a:spcPts val="0"/>
              </a:spcAft>
              <a:buNone/>
            </a:pPr>
            <a:r>
              <a:rPr lang="es-419"/>
              <a:t>logística</a:t>
            </a:r>
            <a:endParaRPr/>
          </a:p>
        </p:txBody>
      </p:sp>
      <p:sp>
        <p:nvSpPr>
          <p:cNvPr id="15518" name="Google Shape;15518;p263"/>
          <p:cNvSpPr txBox="1"/>
          <p:nvPr>
            <p:ph idx="9" type="subTitle"/>
          </p:nvPr>
        </p:nvSpPr>
        <p:spPr>
          <a:xfrm>
            <a:off x="8253950" y="2929759"/>
            <a:ext cx="1403700" cy="1696200"/>
          </a:xfrm>
          <a:prstGeom prst="rect">
            <a:avLst/>
          </a:prstGeom>
        </p:spPr>
        <p:txBody>
          <a:bodyPr anchorCtr="0" anchor="ctr" bIns="72000" lIns="72000" spcFirstLastPara="1" rIns="72000" wrap="square" tIns="72000">
            <a:noAutofit/>
          </a:bodyPr>
          <a:lstStyle/>
          <a:p>
            <a:pPr indent="0" lvl="0" marL="0" rtl="0" algn="l">
              <a:spcBef>
                <a:spcPts val="0"/>
              </a:spcBef>
              <a:spcAft>
                <a:spcPts val="0"/>
              </a:spcAft>
              <a:buNone/>
            </a:pPr>
            <a:r>
              <a:rPr lang="es-419"/>
              <a:t>i</a:t>
            </a:r>
            <a:r>
              <a:rPr lang="es-419"/>
              <a:t>neficiencia, errores e insatisfacción del cliente</a:t>
            </a:r>
            <a:endParaRPr/>
          </a:p>
        </p:txBody>
      </p:sp>
      <p:sp>
        <p:nvSpPr>
          <p:cNvPr id="15519" name="Google Shape;15519;p263"/>
          <p:cNvSpPr txBox="1"/>
          <p:nvPr>
            <p:ph type="title"/>
          </p:nvPr>
        </p:nvSpPr>
        <p:spPr>
          <a:xfrm flipH="1">
            <a:off x="4025374" y="387675"/>
            <a:ext cx="5863200" cy="169200"/>
          </a:xfrm>
          <a:prstGeom prst="rect">
            <a:avLst/>
          </a:prstGeom>
        </p:spPr>
        <p:txBody>
          <a:bodyPr anchorCtr="0" anchor="ctr" bIns="0" lIns="0" spcFirstLastPara="1" rIns="0" wrap="square" tIns="0">
            <a:noAutofit/>
          </a:bodyPr>
          <a:lstStyle/>
          <a:p>
            <a:pPr indent="0" lvl="0" marL="0" rtl="0" algn="l">
              <a:spcBef>
                <a:spcPts val="0"/>
              </a:spcBef>
              <a:spcAft>
                <a:spcPts val="0"/>
              </a:spcAft>
              <a:buNone/>
            </a:pPr>
            <a:r>
              <a:t/>
            </a:r>
            <a:endParaRPr/>
          </a:p>
        </p:txBody>
      </p:sp>
      <p:sp>
        <p:nvSpPr>
          <p:cNvPr id="15520" name="Google Shape;15520;p263"/>
          <p:cNvSpPr txBox="1"/>
          <p:nvPr>
            <p:ph idx="13" type="title"/>
          </p:nvPr>
        </p:nvSpPr>
        <p:spPr>
          <a:xfrm flipH="1">
            <a:off x="3208773" y="579550"/>
            <a:ext cx="6679800" cy="169200"/>
          </a:xfrm>
          <a:prstGeom prst="rect">
            <a:avLst/>
          </a:prstGeom>
        </p:spPr>
        <p:txBody>
          <a:bodyPr anchorCtr="0" anchor="ctr" bIns="0" lIns="0" spcFirstLastPara="1" rIns="0" wrap="square" tIns="0">
            <a:noAutofit/>
          </a:bodyPr>
          <a:lstStyle/>
          <a:p>
            <a:pPr indent="0" lvl="0" marL="0" rtl="0" algn="l">
              <a:spcBef>
                <a:spcPts val="0"/>
              </a:spcBef>
              <a:spcAft>
                <a:spcPts val="0"/>
              </a:spcAft>
              <a:buNone/>
            </a:pPr>
            <a:r>
              <a:t/>
            </a:r>
            <a:endParaRPr/>
          </a:p>
        </p:txBody>
      </p:sp>
      <p:sp>
        <p:nvSpPr>
          <p:cNvPr id="15521" name="Google Shape;15521;p263"/>
          <p:cNvSpPr txBox="1"/>
          <p:nvPr>
            <p:ph idx="14" type="body"/>
          </p:nvPr>
        </p:nvSpPr>
        <p:spPr>
          <a:xfrm>
            <a:off x="641150" y="612125"/>
            <a:ext cx="1770300" cy="160500"/>
          </a:xfrm>
          <a:prstGeom prst="rect">
            <a:avLst/>
          </a:prstGeom>
        </p:spPr>
        <p:txBody>
          <a:bodyPr anchorCtr="0" anchor="t" bIns="0" lIns="0" spcFirstLastPara="1" rIns="0" wrap="square" tIns="0">
            <a:noAutofit/>
          </a:bodyPr>
          <a:lstStyle/>
          <a:p>
            <a:pPr indent="0" lvl="0" marL="0" rtl="0" algn="ctr">
              <a:spcBef>
                <a:spcPts val="0"/>
              </a:spcBef>
              <a:spcAft>
                <a:spcPts val="0"/>
              </a:spcAft>
              <a:buNone/>
            </a:pPr>
            <a:r>
              <a:t/>
            </a:r>
            <a:endParaRPr/>
          </a:p>
        </p:txBody>
      </p:sp>
      <p:sp>
        <p:nvSpPr>
          <p:cNvPr id="15522" name="Google Shape;15522;p263"/>
          <p:cNvSpPr txBox="1"/>
          <p:nvPr/>
        </p:nvSpPr>
        <p:spPr>
          <a:xfrm>
            <a:off x="363450" y="2707100"/>
            <a:ext cx="1919100" cy="12282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s-419" sz="800"/>
              <a:t>Inventarios manuales (kardex físico).</a:t>
            </a:r>
            <a:br>
              <a:rPr lang="es-419" sz="800"/>
            </a:br>
            <a:endParaRPr sz="800"/>
          </a:p>
          <a:p>
            <a:pPr indent="0" lvl="0" marL="0" rtl="0" algn="l">
              <a:spcBef>
                <a:spcPts val="0"/>
              </a:spcBef>
              <a:spcAft>
                <a:spcPts val="0"/>
              </a:spcAft>
              <a:buClr>
                <a:schemeClr val="dk1"/>
              </a:buClr>
              <a:buSzPts val="1100"/>
              <a:buFont typeface="Arial"/>
              <a:buNone/>
            </a:pPr>
            <a:r>
              <a:rPr lang="es-419" sz="800"/>
              <a:t>Facturación escrita a mano.</a:t>
            </a:r>
            <a:br>
              <a:rPr lang="es-419" sz="800"/>
            </a:br>
            <a:endParaRPr sz="800"/>
          </a:p>
          <a:p>
            <a:pPr indent="0" lvl="0" marL="0" rtl="0" algn="l">
              <a:spcBef>
                <a:spcPts val="0"/>
              </a:spcBef>
              <a:spcAft>
                <a:spcPts val="0"/>
              </a:spcAft>
              <a:buClr>
                <a:schemeClr val="dk1"/>
              </a:buClr>
              <a:buSzPts val="1100"/>
              <a:buFont typeface="Arial"/>
              <a:buNone/>
            </a:pPr>
            <a:r>
              <a:rPr lang="es-419" sz="800"/>
              <a:t>Reportes de ventas atrasados.</a:t>
            </a:r>
            <a:endParaRPr sz="800"/>
          </a:p>
          <a:p>
            <a:pPr indent="0" lvl="0" marL="0" rtl="0" algn="l">
              <a:spcBef>
                <a:spcPts val="0"/>
              </a:spcBef>
              <a:spcAft>
                <a:spcPts val="0"/>
              </a:spcAft>
              <a:buNone/>
            </a:pPr>
            <a:r>
              <a:t/>
            </a:r>
            <a:endParaRPr/>
          </a:p>
        </p:txBody>
      </p:sp>
      <p:cxnSp>
        <p:nvCxnSpPr>
          <p:cNvPr id="15523" name="Google Shape;15523;p263"/>
          <p:cNvCxnSpPr>
            <a:stCxn id="15522" idx="0"/>
            <a:endCxn id="15522" idx="0"/>
          </p:cNvCxnSpPr>
          <p:nvPr/>
        </p:nvCxnSpPr>
        <p:spPr>
          <a:xfrm>
            <a:off x="1323000" y="2707100"/>
            <a:ext cx="0" cy="0"/>
          </a:xfrm>
          <a:prstGeom prst="straightConnector1">
            <a:avLst/>
          </a:prstGeom>
          <a:noFill/>
          <a:ln cap="flat" cmpd="sng" w="9525">
            <a:solidFill>
              <a:schemeClr val="dk2"/>
            </a:solidFill>
            <a:prstDash val="solid"/>
            <a:round/>
            <a:headEnd len="med" w="med" type="none"/>
            <a:tailEnd len="med" w="med" type="none"/>
          </a:ln>
        </p:spPr>
      </p:cxnSp>
      <p:cxnSp>
        <p:nvCxnSpPr>
          <p:cNvPr id="15524" name="Google Shape;15524;p263"/>
          <p:cNvCxnSpPr>
            <a:stCxn id="15510" idx="1"/>
            <a:endCxn id="15522" idx="1"/>
          </p:cNvCxnSpPr>
          <p:nvPr/>
        </p:nvCxnSpPr>
        <p:spPr>
          <a:xfrm flipH="1">
            <a:off x="363425" y="1819534"/>
            <a:ext cx="59100" cy="1501800"/>
          </a:xfrm>
          <a:prstGeom prst="straightConnector1">
            <a:avLst/>
          </a:prstGeom>
          <a:noFill/>
          <a:ln cap="flat" cmpd="sng" w="9525">
            <a:solidFill>
              <a:schemeClr val="dk2"/>
            </a:solidFill>
            <a:prstDash val="solid"/>
            <a:round/>
            <a:headEnd len="med" w="med" type="none"/>
            <a:tailEnd len="med" w="med" type="triangle"/>
          </a:ln>
        </p:spPr>
      </p:cxnSp>
      <p:sp>
        <p:nvSpPr>
          <p:cNvPr id="15525" name="Google Shape;15525;p263"/>
          <p:cNvSpPr txBox="1"/>
          <p:nvPr/>
        </p:nvSpPr>
        <p:spPr>
          <a:xfrm>
            <a:off x="2757275" y="2656850"/>
            <a:ext cx="1268100" cy="8877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s-419" sz="800"/>
              <a:t>Capacitación irregular.</a:t>
            </a:r>
            <a:br>
              <a:rPr lang="es-419" sz="800"/>
            </a:br>
            <a:endParaRPr sz="800"/>
          </a:p>
          <a:p>
            <a:pPr indent="0" lvl="0" marL="0" rtl="0" algn="l">
              <a:spcBef>
                <a:spcPts val="0"/>
              </a:spcBef>
              <a:spcAft>
                <a:spcPts val="0"/>
              </a:spcAft>
              <a:buClr>
                <a:schemeClr val="dk1"/>
              </a:buClr>
              <a:buSzPts val="1100"/>
              <a:buFont typeface="Arial"/>
              <a:buNone/>
            </a:pPr>
            <a:r>
              <a:rPr lang="es-419" sz="800"/>
              <a:t>Asesorías desiguales.</a:t>
            </a:r>
            <a:br>
              <a:rPr lang="es-419" sz="800"/>
            </a:br>
            <a:endParaRPr sz="800"/>
          </a:p>
          <a:p>
            <a:pPr indent="0" lvl="0" marL="0" rtl="0" algn="l">
              <a:spcBef>
                <a:spcPts val="0"/>
              </a:spcBef>
              <a:spcAft>
                <a:spcPts val="0"/>
              </a:spcAft>
              <a:buClr>
                <a:schemeClr val="dk1"/>
              </a:buClr>
              <a:buSzPts val="1100"/>
              <a:buFont typeface="Arial"/>
              <a:buNone/>
            </a:pPr>
            <a:r>
              <a:rPr lang="es-419" sz="800"/>
              <a:t>Manejo manual de membresías</a:t>
            </a:r>
            <a:endParaRPr sz="800"/>
          </a:p>
          <a:p>
            <a:pPr indent="0" lvl="0" marL="0" rtl="0" algn="l">
              <a:spcBef>
                <a:spcPts val="0"/>
              </a:spcBef>
              <a:spcAft>
                <a:spcPts val="0"/>
              </a:spcAft>
              <a:buNone/>
            </a:pPr>
            <a:r>
              <a:rPr lang="es-419"/>
              <a:t>.</a:t>
            </a:r>
            <a:endParaRPr/>
          </a:p>
        </p:txBody>
      </p:sp>
      <p:cxnSp>
        <p:nvCxnSpPr>
          <p:cNvPr id="15526" name="Google Shape;15526;p263"/>
          <p:cNvCxnSpPr>
            <a:stCxn id="15511" idx="1"/>
            <a:endCxn id="15525" idx="1"/>
          </p:cNvCxnSpPr>
          <p:nvPr/>
        </p:nvCxnSpPr>
        <p:spPr>
          <a:xfrm>
            <a:off x="2282415" y="1819534"/>
            <a:ext cx="474900" cy="1281300"/>
          </a:xfrm>
          <a:prstGeom prst="straightConnector1">
            <a:avLst/>
          </a:prstGeom>
          <a:noFill/>
          <a:ln cap="flat" cmpd="sng" w="9525">
            <a:solidFill>
              <a:schemeClr val="dk2"/>
            </a:solidFill>
            <a:prstDash val="solid"/>
            <a:round/>
            <a:headEnd len="med" w="med" type="none"/>
            <a:tailEnd len="med" w="med" type="triangle"/>
          </a:ln>
        </p:spPr>
      </p:cxnSp>
      <p:sp>
        <p:nvSpPr>
          <p:cNvPr id="15527" name="Google Shape;15527;p263"/>
          <p:cNvSpPr txBox="1"/>
          <p:nvPr/>
        </p:nvSpPr>
        <p:spPr>
          <a:xfrm>
            <a:off x="4511825" y="2656850"/>
            <a:ext cx="1716900" cy="8877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s-419" sz="800"/>
              <a:t>Falta de sistema digital de inventarios.</a:t>
            </a:r>
            <a:br>
              <a:rPr lang="es-419" sz="800"/>
            </a:br>
            <a:endParaRPr sz="800"/>
          </a:p>
          <a:p>
            <a:pPr indent="0" lvl="0" marL="0" rtl="0" algn="l">
              <a:spcBef>
                <a:spcPts val="0"/>
              </a:spcBef>
              <a:spcAft>
                <a:spcPts val="0"/>
              </a:spcAft>
              <a:buClr>
                <a:schemeClr val="dk1"/>
              </a:buClr>
              <a:buSzPts val="1100"/>
              <a:buFont typeface="Arial"/>
              <a:buNone/>
            </a:pPr>
            <a:r>
              <a:rPr lang="es-419" sz="800"/>
              <a:t>Sin facturación electrónica.</a:t>
            </a:r>
            <a:br>
              <a:rPr lang="es-419" sz="800"/>
            </a:br>
            <a:endParaRPr sz="800"/>
          </a:p>
          <a:p>
            <a:pPr indent="0" lvl="0" marL="0" rtl="0" algn="l">
              <a:spcBef>
                <a:spcPts val="0"/>
              </a:spcBef>
              <a:spcAft>
                <a:spcPts val="0"/>
              </a:spcAft>
              <a:buClr>
                <a:schemeClr val="dk1"/>
              </a:buClr>
              <a:buSzPts val="1100"/>
              <a:buFont typeface="Arial"/>
              <a:buNone/>
            </a:pPr>
            <a:r>
              <a:rPr lang="es-419" sz="800"/>
              <a:t>No hay CRM de clientes.</a:t>
            </a:r>
            <a:endParaRPr sz="800"/>
          </a:p>
          <a:p>
            <a:pPr indent="0" lvl="0" marL="0" rtl="0" algn="l">
              <a:spcBef>
                <a:spcPts val="0"/>
              </a:spcBef>
              <a:spcAft>
                <a:spcPts val="0"/>
              </a:spcAft>
              <a:buNone/>
            </a:pPr>
            <a:r>
              <a:t/>
            </a:r>
            <a:endParaRPr/>
          </a:p>
        </p:txBody>
      </p:sp>
      <p:cxnSp>
        <p:nvCxnSpPr>
          <p:cNvPr id="15528" name="Google Shape;15528;p263"/>
          <p:cNvCxnSpPr>
            <a:stCxn id="15512" idx="1"/>
            <a:endCxn id="15527" idx="1"/>
          </p:cNvCxnSpPr>
          <p:nvPr/>
        </p:nvCxnSpPr>
        <p:spPr>
          <a:xfrm>
            <a:off x="4138559" y="1819534"/>
            <a:ext cx="373200" cy="1281300"/>
          </a:xfrm>
          <a:prstGeom prst="straightConnector1">
            <a:avLst/>
          </a:prstGeom>
          <a:noFill/>
          <a:ln cap="flat" cmpd="sng" w="9525">
            <a:solidFill>
              <a:schemeClr val="dk2"/>
            </a:solidFill>
            <a:prstDash val="solid"/>
            <a:round/>
            <a:headEnd len="med" w="med" type="none"/>
            <a:tailEnd len="med" w="med" type="triangle"/>
          </a:ln>
        </p:spPr>
      </p:cxnSp>
      <p:sp>
        <p:nvSpPr>
          <p:cNvPr id="15529" name="Google Shape;15529;p263"/>
          <p:cNvSpPr txBox="1"/>
          <p:nvPr/>
        </p:nvSpPr>
        <p:spPr>
          <a:xfrm>
            <a:off x="6354175" y="2707100"/>
            <a:ext cx="1403700" cy="10152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s-419" sz="800"/>
              <a:t>Certificaciones verificadas en papel.</a:t>
            </a:r>
            <a:br>
              <a:rPr lang="es-419" sz="800"/>
            </a:br>
            <a:endParaRPr sz="800"/>
          </a:p>
          <a:p>
            <a:pPr indent="0" lvl="0" marL="0" rtl="0" algn="l">
              <a:spcBef>
                <a:spcPts val="0"/>
              </a:spcBef>
              <a:spcAft>
                <a:spcPts val="0"/>
              </a:spcAft>
              <a:buClr>
                <a:schemeClr val="dk1"/>
              </a:buClr>
              <a:buSzPts val="1100"/>
              <a:buFont typeface="Arial"/>
              <a:buNone/>
            </a:pPr>
            <a:r>
              <a:rPr lang="es-419" sz="800"/>
              <a:t>Registros fragmentados.</a:t>
            </a:r>
            <a:br>
              <a:rPr lang="es-419" sz="800"/>
            </a:br>
            <a:endParaRPr sz="800"/>
          </a:p>
          <a:p>
            <a:pPr indent="0" lvl="0" marL="0" rtl="0" algn="l">
              <a:spcBef>
                <a:spcPts val="0"/>
              </a:spcBef>
              <a:spcAft>
                <a:spcPts val="0"/>
              </a:spcAft>
              <a:buClr>
                <a:schemeClr val="dk1"/>
              </a:buClr>
              <a:buSzPts val="1100"/>
              <a:buFont typeface="Arial"/>
              <a:buNone/>
            </a:pPr>
            <a:r>
              <a:rPr lang="es-419" sz="800"/>
              <a:t>Falta de sistema de alertas de vencimiento.</a:t>
            </a:r>
            <a:endParaRPr sz="800"/>
          </a:p>
          <a:p>
            <a:pPr indent="0" lvl="0" marL="0" rtl="0" algn="l">
              <a:spcBef>
                <a:spcPts val="0"/>
              </a:spcBef>
              <a:spcAft>
                <a:spcPts val="0"/>
              </a:spcAft>
              <a:buNone/>
            </a:pPr>
            <a:r>
              <a:t/>
            </a:r>
            <a:endParaRPr/>
          </a:p>
        </p:txBody>
      </p:sp>
      <p:cxnSp>
        <p:nvCxnSpPr>
          <p:cNvPr id="15530" name="Google Shape;15530;p263"/>
          <p:cNvCxnSpPr>
            <a:stCxn id="15513" idx="1"/>
            <a:endCxn id="15529" idx="1"/>
          </p:cNvCxnSpPr>
          <p:nvPr/>
        </p:nvCxnSpPr>
        <p:spPr>
          <a:xfrm>
            <a:off x="5998449" y="1819534"/>
            <a:ext cx="355800" cy="1395300"/>
          </a:xfrm>
          <a:prstGeom prst="straightConnector1">
            <a:avLst/>
          </a:prstGeom>
          <a:noFill/>
          <a:ln cap="flat" cmpd="sng" w="9525">
            <a:solidFill>
              <a:schemeClr val="dk2"/>
            </a:solidFill>
            <a:prstDash val="solid"/>
            <a:round/>
            <a:headEnd len="med" w="med" type="none"/>
            <a:tailEnd len="med" w="med" type="triangle"/>
          </a:ln>
        </p:spPr>
      </p:cxnSp>
      <p:sp>
        <p:nvSpPr>
          <p:cNvPr id="15531" name="Google Shape;15531;p263"/>
          <p:cNvSpPr txBox="1"/>
          <p:nvPr/>
        </p:nvSpPr>
        <p:spPr>
          <a:xfrm>
            <a:off x="401050" y="4073200"/>
            <a:ext cx="1770300" cy="7269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s-419" sz="800"/>
              <a:t>Escasa promoción digital.</a:t>
            </a:r>
            <a:br>
              <a:rPr lang="es-419" sz="800"/>
            </a:br>
            <a:endParaRPr sz="800"/>
          </a:p>
          <a:p>
            <a:pPr indent="0" lvl="0" marL="0" rtl="0" algn="l">
              <a:spcBef>
                <a:spcPts val="0"/>
              </a:spcBef>
              <a:spcAft>
                <a:spcPts val="0"/>
              </a:spcAft>
              <a:buClr>
                <a:schemeClr val="dk1"/>
              </a:buClr>
              <a:buSzPts val="1100"/>
              <a:buFont typeface="Arial"/>
              <a:buNone/>
            </a:pPr>
            <a:r>
              <a:rPr lang="es-419" sz="800"/>
              <a:t>Dependencia exclusiva de ventas presenciales.</a:t>
            </a:r>
            <a:br>
              <a:rPr lang="es-419" sz="800"/>
            </a:br>
            <a:endParaRPr sz="800"/>
          </a:p>
          <a:p>
            <a:pPr indent="0" lvl="0" marL="0" rtl="0" algn="l">
              <a:spcBef>
                <a:spcPts val="0"/>
              </a:spcBef>
              <a:spcAft>
                <a:spcPts val="0"/>
              </a:spcAft>
              <a:buClr>
                <a:schemeClr val="dk1"/>
              </a:buClr>
              <a:buSzPts val="1100"/>
              <a:buFont typeface="Arial"/>
              <a:buNone/>
            </a:pPr>
            <a:r>
              <a:rPr lang="es-419" sz="800"/>
              <a:t>Pérdida de clientes potenciales.</a:t>
            </a:r>
            <a:endParaRPr sz="800"/>
          </a:p>
        </p:txBody>
      </p:sp>
      <p:cxnSp>
        <p:nvCxnSpPr>
          <p:cNvPr id="15532" name="Google Shape;15532;p263"/>
          <p:cNvCxnSpPr>
            <a:stCxn id="15514" idx="1"/>
            <a:endCxn id="15531" idx="1"/>
          </p:cNvCxnSpPr>
          <p:nvPr/>
        </p:nvCxnSpPr>
        <p:spPr>
          <a:xfrm rot="10800000">
            <a:off x="401100" y="4436745"/>
            <a:ext cx="25200" cy="1305000"/>
          </a:xfrm>
          <a:prstGeom prst="straightConnector1">
            <a:avLst/>
          </a:prstGeom>
          <a:noFill/>
          <a:ln cap="flat" cmpd="sng" w="9525">
            <a:solidFill>
              <a:schemeClr val="dk2"/>
            </a:solidFill>
            <a:prstDash val="solid"/>
            <a:round/>
            <a:headEnd len="med" w="med" type="none"/>
            <a:tailEnd len="med" w="med" type="triangle"/>
          </a:ln>
        </p:spPr>
      </p:cxnSp>
      <p:sp>
        <p:nvSpPr>
          <p:cNvPr id="15533" name="Google Shape;15533;p263"/>
          <p:cNvSpPr txBox="1"/>
          <p:nvPr/>
        </p:nvSpPr>
        <p:spPr>
          <a:xfrm>
            <a:off x="2794825" y="3960400"/>
            <a:ext cx="1616700" cy="8877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s-419" sz="800"/>
              <a:t>Retrasos en control de calidad.</a:t>
            </a:r>
            <a:br>
              <a:rPr lang="es-419" sz="800"/>
            </a:br>
            <a:endParaRPr sz="800"/>
          </a:p>
          <a:p>
            <a:pPr indent="0" lvl="0" marL="0" rtl="0" algn="l">
              <a:spcBef>
                <a:spcPts val="0"/>
              </a:spcBef>
              <a:spcAft>
                <a:spcPts val="0"/>
              </a:spcAft>
              <a:buClr>
                <a:schemeClr val="dk1"/>
              </a:buClr>
              <a:buSzPts val="1100"/>
              <a:buFont typeface="Arial"/>
              <a:buNone/>
            </a:pPr>
            <a:r>
              <a:rPr lang="es-419" sz="800"/>
              <a:t>Cálculos manuales en cierre de caja.</a:t>
            </a:r>
            <a:br>
              <a:rPr lang="es-419" sz="800"/>
            </a:br>
            <a:endParaRPr sz="800"/>
          </a:p>
          <a:p>
            <a:pPr indent="0" lvl="0" marL="0" rtl="0" algn="l">
              <a:spcBef>
                <a:spcPts val="0"/>
              </a:spcBef>
              <a:spcAft>
                <a:spcPts val="0"/>
              </a:spcAft>
              <a:buClr>
                <a:schemeClr val="dk1"/>
              </a:buClr>
              <a:buSzPts val="1100"/>
              <a:buFont typeface="Arial"/>
              <a:buNone/>
            </a:pPr>
            <a:r>
              <a:rPr lang="es-419" sz="800"/>
              <a:t>Falta de trazabilidad en procesos.</a:t>
            </a:r>
            <a:endParaRPr sz="800"/>
          </a:p>
          <a:p>
            <a:pPr indent="0" lvl="0" marL="0" rtl="0" algn="l">
              <a:spcBef>
                <a:spcPts val="0"/>
              </a:spcBef>
              <a:spcAft>
                <a:spcPts val="0"/>
              </a:spcAft>
              <a:buNone/>
            </a:pPr>
            <a:r>
              <a:t/>
            </a:r>
            <a:endParaRPr/>
          </a:p>
        </p:txBody>
      </p:sp>
      <p:cxnSp>
        <p:nvCxnSpPr>
          <p:cNvPr id="15534" name="Google Shape;15534;p263"/>
          <p:cNvCxnSpPr>
            <a:stCxn id="15515" idx="1"/>
            <a:endCxn id="15533" idx="1"/>
          </p:cNvCxnSpPr>
          <p:nvPr/>
        </p:nvCxnSpPr>
        <p:spPr>
          <a:xfrm flipH="1" rot="10800000">
            <a:off x="2282415" y="4404345"/>
            <a:ext cx="512400" cy="1337400"/>
          </a:xfrm>
          <a:prstGeom prst="straightConnector1">
            <a:avLst/>
          </a:prstGeom>
          <a:noFill/>
          <a:ln cap="flat" cmpd="sng" w="9525">
            <a:solidFill>
              <a:schemeClr val="dk2"/>
            </a:solidFill>
            <a:prstDash val="solid"/>
            <a:round/>
            <a:headEnd len="med" w="med" type="none"/>
            <a:tailEnd len="med" w="med" type="triangle"/>
          </a:ln>
        </p:spPr>
      </p:cxnSp>
      <p:sp>
        <p:nvSpPr>
          <p:cNvPr id="15535" name="Google Shape;15535;p263"/>
          <p:cNvSpPr txBox="1"/>
          <p:nvPr/>
        </p:nvSpPr>
        <p:spPr>
          <a:xfrm>
            <a:off x="4746350" y="4073200"/>
            <a:ext cx="1556100" cy="10152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s-419" sz="800"/>
              <a:t>Comunicación lenta entre tiendas.</a:t>
            </a:r>
            <a:br>
              <a:rPr lang="es-419" sz="800"/>
            </a:br>
            <a:endParaRPr sz="800"/>
          </a:p>
          <a:p>
            <a:pPr indent="0" lvl="0" marL="0" rtl="0" algn="l">
              <a:spcBef>
                <a:spcPts val="0"/>
              </a:spcBef>
              <a:spcAft>
                <a:spcPts val="0"/>
              </a:spcAft>
              <a:buClr>
                <a:schemeClr val="dk1"/>
              </a:buClr>
              <a:buSzPts val="1100"/>
              <a:buFont typeface="Arial"/>
              <a:buNone/>
            </a:pPr>
            <a:r>
              <a:rPr lang="es-419" sz="800"/>
              <a:t>Información no centralizada.</a:t>
            </a:r>
            <a:br>
              <a:rPr lang="es-419" sz="800"/>
            </a:br>
            <a:endParaRPr sz="800"/>
          </a:p>
          <a:p>
            <a:pPr indent="0" lvl="0" marL="0" rtl="0" algn="l">
              <a:spcBef>
                <a:spcPts val="0"/>
              </a:spcBef>
              <a:spcAft>
                <a:spcPts val="0"/>
              </a:spcAft>
              <a:buClr>
                <a:schemeClr val="dk1"/>
              </a:buClr>
              <a:buSzPts val="1100"/>
              <a:buFont typeface="Arial"/>
              <a:buNone/>
            </a:pPr>
            <a:r>
              <a:rPr lang="es-419" sz="800"/>
              <a:t>Dificultad para coordinar devoluciones.</a:t>
            </a:r>
            <a:endParaRPr sz="800"/>
          </a:p>
        </p:txBody>
      </p:sp>
      <p:cxnSp>
        <p:nvCxnSpPr>
          <p:cNvPr id="15536" name="Google Shape;15536;p263"/>
          <p:cNvCxnSpPr>
            <a:stCxn id="15516" idx="1"/>
            <a:endCxn id="15535" idx="1"/>
          </p:cNvCxnSpPr>
          <p:nvPr/>
        </p:nvCxnSpPr>
        <p:spPr>
          <a:xfrm flipH="1" rot="10800000">
            <a:off x="4138559" y="4580745"/>
            <a:ext cx="607800" cy="1161000"/>
          </a:xfrm>
          <a:prstGeom prst="straightConnector1">
            <a:avLst/>
          </a:prstGeom>
          <a:noFill/>
          <a:ln cap="flat" cmpd="sng" w="9525">
            <a:solidFill>
              <a:schemeClr val="dk2"/>
            </a:solidFill>
            <a:prstDash val="solid"/>
            <a:round/>
            <a:headEnd len="med" w="med" type="none"/>
            <a:tailEnd len="med" w="med" type="triangle"/>
          </a:ln>
        </p:spPr>
      </p:cxnSp>
      <p:sp>
        <p:nvSpPr>
          <p:cNvPr id="15537" name="Google Shape;15537;p263"/>
          <p:cNvSpPr txBox="1"/>
          <p:nvPr/>
        </p:nvSpPr>
        <p:spPr>
          <a:xfrm>
            <a:off x="6554700" y="4273600"/>
            <a:ext cx="1770300" cy="8877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s-419" sz="800"/>
              <a:t>Logística manual de entregas.</a:t>
            </a:r>
            <a:br>
              <a:rPr lang="es-419" sz="800"/>
            </a:br>
            <a:endParaRPr sz="800"/>
          </a:p>
          <a:p>
            <a:pPr indent="0" lvl="0" marL="0" rtl="0" algn="l">
              <a:spcBef>
                <a:spcPts val="0"/>
              </a:spcBef>
              <a:spcAft>
                <a:spcPts val="0"/>
              </a:spcAft>
              <a:buClr>
                <a:schemeClr val="dk1"/>
              </a:buClr>
              <a:buSzPts val="1100"/>
              <a:buFont typeface="Arial"/>
              <a:buNone/>
            </a:pPr>
            <a:r>
              <a:rPr lang="es-419" sz="800"/>
              <a:t>Rutas en papel.</a:t>
            </a:r>
            <a:br>
              <a:rPr lang="es-419" sz="800"/>
            </a:br>
            <a:endParaRPr sz="800"/>
          </a:p>
          <a:p>
            <a:pPr indent="0" lvl="0" marL="0" rtl="0" algn="l">
              <a:spcBef>
                <a:spcPts val="0"/>
              </a:spcBef>
              <a:spcAft>
                <a:spcPts val="0"/>
              </a:spcAft>
              <a:buClr>
                <a:schemeClr val="dk1"/>
              </a:buClr>
              <a:buSzPts val="1100"/>
              <a:buFont typeface="Arial"/>
              <a:buNone/>
            </a:pPr>
            <a:r>
              <a:rPr lang="es-419" sz="800"/>
              <a:t>Retrasos en entregas</a:t>
            </a:r>
            <a:endParaRPr sz="800"/>
          </a:p>
        </p:txBody>
      </p:sp>
      <p:cxnSp>
        <p:nvCxnSpPr>
          <p:cNvPr id="15538" name="Google Shape;15538;p263"/>
          <p:cNvCxnSpPr>
            <a:stCxn id="15517" idx="1"/>
            <a:endCxn id="15537" idx="1"/>
          </p:cNvCxnSpPr>
          <p:nvPr/>
        </p:nvCxnSpPr>
        <p:spPr>
          <a:xfrm flipH="1" rot="10800000">
            <a:off x="5998449" y="4717545"/>
            <a:ext cx="556200" cy="1024200"/>
          </a:xfrm>
          <a:prstGeom prst="straightConnector1">
            <a:avLst/>
          </a:prstGeom>
          <a:noFill/>
          <a:ln cap="flat" cmpd="sng" w="9525">
            <a:solidFill>
              <a:schemeClr val="dk2"/>
            </a:solidFill>
            <a:prstDash val="solid"/>
            <a:round/>
            <a:headEnd len="med" w="med" type="none"/>
            <a:tailEnd len="med" w="med" type="triangle"/>
          </a:ln>
        </p:spPr>
      </p:cxnSp>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542" name="Shape 15542"/>
        <p:cNvGrpSpPr/>
        <p:nvPr/>
      </p:nvGrpSpPr>
      <p:grpSpPr>
        <a:xfrm>
          <a:off x="0" y="0"/>
          <a:ext cx="0" cy="0"/>
          <a:chOff x="0" y="0"/>
          <a:chExt cx="0" cy="0"/>
        </a:xfrm>
      </p:grpSpPr>
      <p:sp>
        <p:nvSpPr>
          <p:cNvPr id="15543" name="Google Shape;15543;p264"/>
          <p:cNvSpPr txBox="1"/>
          <p:nvPr>
            <p:ph type="title"/>
          </p:nvPr>
        </p:nvSpPr>
        <p:spPr>
          <a:xfrm flipH="1">
            <a:off x="4025374" y="387675"/>
            <a:ext cx="5863200" cy="169200"/>
          </a:xfrm>
          <a:prstGeom prst="rect">
            <a:avLst/>
          </a:prstGeom>
        </p:spPr>
        <p:txBody>
          <a:bodyPr anchorCtr="0" anchor="ctr" bIns="0" lIns="0" spcFirstLastPara="1" rIns="0" wrap="square" tIns="0">
            <a:noAutofit/>
          </a:bodyPr>
          <a:lstStyle/>
          <a:p>
            <a:pPr indent="0" lvl="0" marL="0" rtl="0" algn="l">
              <a:spcBef>
                <a:spcPts val="0"/>
              </a:spcBef>
              <a:spcAft>
                <a:spcPts val="0"/>
              </a:spcAft>
              <a:buNone/>
            </a:pPr>
            <a:r>
              <a:rPr lang="es-419"/>
              <a:t>Comercializadora de Productos Naturales “EcoVida” – Red de Tiendas (Centro, Norte, Sur)</a:t>
            </a:r>
            <a:endParaRPr/>
          </a:p>
        </p:txBody>
      </p:sp>
      <p:sp>
        <p:nvSpPr>
          <p:cNvPr id="15544" name="Google Shape;15544;p264"/>
          <p:cNvSpPr txBox="1"/>
          <p:nvPr>
            <p:ph idx="2" type="title"/>
          </p:nvPr>
        </p:nvSpPr>
        <p:spPr>
          <a:xfrm flipH="1">
            <a:off x="3208773" y="579550"/>
            <a:ext cx="6679800" cy="169200"/>
          </a:xfrm>
          <a:prstGeom prst="rect">
            <a:avLst/>
          </a:prstGeom>
        </p:spPr>
        <p:txBody>
          <a:bodyPr anchorCtr="0" anchor="ctr" bIns="0" lIns="0" spcFirstLastPara="1" rIns="0" wrap="square" tIns="0">
            <a:noAutofit/>
          </a:bodyPr>
          <a:lstStyle/>
          <a:p>
            <a:pPr indent="0" lvl="0" marL="0" rtl="0" algn="l">
              <a:spcBef>
                <a:spcPts val="0"/>
              </a:spcBef>
              <a:spcAft>
                <a:spcPts val="0"/>
              </a:spcAft>
              <a:buNone/>
            </a:pPr>
            <a:r>
              <a:rPr lang="es-419" sz="800"/>
              <a:t>Procesos estratégicos, misionales y de apoyo en la gestión comercial, logística y administrativa (con énfasis en operación manual y registros físicos).</a:t>
            </a:r>
            <a:endParaRPr sz="800"/>
          </a:p>
        </p:txBody>
      </p:sp>
      <p:sp>
        <p:nvSpPr>
          <p:cNvPr id="15545" name="Google Shape;15545;p264"/>
          <p:cNvSpPr txBox="1"/>
          <p:nvPr>
            <p:ph idx="1" type="body"/>
          </p:nvPr>
        </p:nvSpPr>
        <p:spPr>
          <a:xfrm>
            <a:off x="641150" y="612125"/>
            <a:ext cx="1770300" cy="160500"/>
          </a:xfrm>
          <a:prstGeom prst="rect">
            <a:avLst/>
          </a:prstGeom>
        </p:spPr>
        <p:txBody>
          <a:bodyPr anchorCtr="0" anchor="t" bIns="0" lIns="0" spcFirstLastPara="1" rIns="0" wrap="square" tIns="0">
            <a:noAutofit/>
          </a:bodyPr>
          <a:lstStyle/>
          <a:p>
            <a:pPr indent="0" lvl="0" marL="0" rtl="0" algn="ctr">
              <a:spcBef>
                <a:spcPts val="0"/>
              </a:spcBef>
              <a:spcAft>
                <a:spcPts val="0"/>
              </a:spcAft>
              <a:buNone/>
            </a:pPr>
            <a:r>
              <a:rPr lang="es-419" sz="700"/>
              <a:t>Principales Causas de Ineficiencia EcoVida</a:t>
            </a:r>
            <a:endParaRPr sz="700"/>
          </a:p>
        </p:txBody>
      </p:sp>
      <p:sp>
        <p:nvSpPr>
          <p:cNvPr id="15546" name="Google Shape;15546;p264"/>
          <p:cNvSpPr txBox="1"/>
          <p:nvPr/>
        </p:nvSpPr>
        <p:spPr>
          <a:xfrm>
            <a:off x="244550" y="1209925"/>
            <a:ext cx="6204000" cy="39645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pic>
        <p:nvPicPr>
          <p:cNvPr id="15547" name="Google Shape;15547;p264"/>
          <p:cNvPicPr preferRelativeResize="0"/>
          <p:nvPr/>
        </p:nvPicPr>
        <p:blipFill>
          <a:blip r:embed="rId3">
            <a:alphaModFix/>
          </a:blip>
          <a:stretch>
            <a:fillRect/>
          </a:stretch>
        </p:blipFill>
        <p:spPr>
          <a:xfrm>
            <a:off x="540600" y="1132325"/>
            <a:ext cx="9241824" cy="4575375"/>
          </a:xfrm>
          <a:prstGeom prst="rect">
            <a:avLst/>
          </a:prstGeom>
          <a:noFill/>
          <a:ln>
            <a:noFill/>
          </a:ln>
        </p:spPr>
      </p:pic>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551" name="Shape 15551"/>
        <p:cNvGrpSpPr/>
        <p:nvPr/>
      </p:nvGrpSpPr>
      <p:grpSpPr>
        <a:xfrm>
          <a:off x="0" y="0"/>
          <a:ext cx="0" cy="0"/>
          <a:chOff x="0" y="0"/>
          <a:chExt cx="0" cy="0"/>
        </a:xfrm>
      </p:grpSpPr>
      <p:sp>
        <p:nvSpPr>
          <p:cNvPr id="15552" name="Google Shape;15552;p265"/>
          <p:cNvSpPr txBox="1"/>
          <p:nvPr>
            <p:ph type="title"/>
          </p:nvPr>
        </p:nvSpPr>
        <p:spPr>
          <a:xfrm flipH="1">
            <a:off x="4025374" y="387675"/>
            <a:ext cx="5863200" cy="169200"/>
          </a:xfrm>
          <a:prstGeom prst="rect">
            <a:avLst/>
          </a:prstGeom>
        </p:spPr>
        <p:txBody>
          <a:bodyPr anchorCtr="0" anchor="ctr" bIns="0" lIns="0" spcFirstLastPara="1" rIns="0" wrap="square" tIns="0">
            <a:noAutofit/>
          </a:bodyPr>
          <a:lstStyle/>
          <a:p>
            <a:pPr indent="0" lvl="0" marL="0" rtl="0" algn="l">
              <a:spcBef>
                <a:spcPts val="0"/>
              </a:spcBef>
              <a:spcAft>
                <a:spcPts val="0"/>
              </a:spcAft>
              <a:buNone/>
            </a:pPr>
            <a:r>
              <a:rPr lang="es-419"/>
              <a:t>EcoVida – Dirección General</a:t>
            </a:r>
            <a:endParaRPr/>
          </a:p>
        </p:txBody>
      </p:sp>
      <p:sp>
        <p:nvSpPr>
          <p:cNvPr id="15553" name="Google Shape;15553;p265"/>
          <p:cNvSpPr txBox="1"/>
          <p:nvPr>
            <p:ph idx="2" type="title"/>
          </p:nvPr>
        </p:nvSpPr>
        <p:spPr>
          <a:xfrm flipH="1">
            <a:off x="3208800" y="556875"/>
            <a:ext cx="6871200" cy="192000"/>
          </a:xfrm>
          <a:prstGeom prst="rect">
            <a:avLst/>
          </a:prstGeom>
        </p:spPr>
        <p:txBody>
          <a:bodyPr anchorCtr="0" anchor="ctr" bIns="0" lIns="0" spcFirstLastPara="1" rIns="0" wrap="square" tIns="0">
            <a:noAutofit/>
          </a:bodyPr>
          <a:lstStyle/>
          <a:p>
            <a:pPr indent="0" lvl="0" marL="0" rtl="0" algn="l">
              <a:spcBef>
                <a:spcPts val="0"/>
              </a:spcBef>
              <a:spcAft>
                <a:spcPts val="0"/>
              </a:spcAft>
              <a:buNone/>
            </a:pPr>
            <a:r>
              <a:rPr lang="es-419" sz="1100">
                <a:solidFill>
                  <a:schemeClr val="dk1"/>
                </a:solidFill>
              </a:rPr>
              <a:t>La estructura de procesos comprende los </a:t>
            </a:r>
            <a:r>
              <a:rPr b="1" lang="es-419" sz="1100">
                <a:solidFill>
                  <a:schemeClr val="dk1"/>
                </a:solidFill>
              </a:rPr>
              <a:t>procesos estratégicos, misionales y de apoyo</a:t>
            </a:r>
            <a:r>
              <a:rPr lang="es-419" sz="1100">
                <a:solidFill>
                  <a:schemeClr val="dk1"/>
                </a:solidFill>
              </a:rPr>
              <a:t> que guían la operación de EcoVida</a:t>
            </a:r>
            <a:endParaRPr/>
          </a:p>
        </p:txBody>
      </p:sp>
      <p:sp>
        <p:nvSpPr>
          <p:cNvPr id="15554" name="Google Shape;15554;p265"/>
          <p:cNvSpPr txBox="1"/>
          <p:nvPr>
            <p:ph idx="1" type="body"/>
          </p:nvPr>
        </p:nvSpPr>
        <p:spPr>
          <a:xfrm>
            <a:off x="641150" y="612125"/>
            <a:ext cx="1770300" cy="160500"/>
          </a:xfrm>
          <a:prstGeom prst="rect">
            <a:avLst/>
          </a:prstGeom>
        </p:spPr>
        <p:txBody>
          <a:bodyPr anchorCtr="0" anchor="t" bIns="0" lIns="0" spcFirstLastPara="1" rIns="0" wrap="square" tIns="0">
            <a:noAutofit/>
          </a:bodyPr>
          <a:lstStyle/>
          <a:p>
            <a:pPr indent="0" lvl="0" marL="0" rtl="0" algn="ctr">
              <a:spcBef>
                <a:spcPts val="0"/>
              </a:spcBef>
              <a:spcAft>
                <a:spcPts val="0"/>
              </a:spcAft>
              <a:buNone/>
            </a:pPr>
            <a:r>
              <a:rPr lang="es-419"/>
              <a:t>Estructura de Procesos de EcoVida</a:t>
            </a:r>
            <a:endParaRPr/>
          </a:p>
        </p:txBody>
      </p:sp>
      <p:sp>
        <p:nvSpPr>
          <p:cNvPr id="15555" name="Google Shape;15555;p265"/>
          <p:cNvSpPr txBox="1"/>
          <p:nvPr/>
        </p:nvSpPr>
        <p:spPr>
          <a:xfrm>
            <a:off x="988725" y="1199425"/>
            <a:ext cx="8282700" cy="52515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pic>
        <p:nvPicPr>
          <p:cNvPr id="15556" name="Google Shape;15556;p265"/>
          <p:cNvPicPr preferRelativeResize="0"/>
          <p:nvPr/>
        </p:nvPicPr>
        <p:blipFill>
          <a:blip r:embed="rId3">
            <a:alphaModFix/>
          </a:blip>
          <a:stretch>
            <a:fillRect/>
          </a:stretch>
        </p:blipFill>
        <p:spPr>
          <a:xfrm>
            <a:off x="1171325" y="1403000"/>
            <a:ext cx="8282700" cy="5135775"/>
          </a:xfrm>
          <a:prstGeom prst="rect">
            <a:avLst/>
          </a:prstGeom>
          <a:noFill/>
          <a:ln>
            <a:noFill/>
          </a:ln>
        </p:spPr>
      </p:pic>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560" name="Shape 15560"/>
        <p:cNvGrpSpPr/>
        <p:nvPr/>
      </p:nvGrpSpPr>
      <p:grpSpPr>
        <a:xfrm>
          <a:off x="0" y="0"/>
          <a:ext cx="0" cy="0"/>
          <a:chOff x="0" y="0"/>
          <a:chExt cx="0" cy="0"/>
        </a:xfrm>
      </p:grpSpPr>
      <p:sp>
        <p:nvSpPr>
          <p:cNvPr id="15561" name="Google Shape;15561;p266"/>
          <p:cNvSpPr txBox="1"/>
          <p:nvPr>
            <p:ph type="title"/>
          </p:nvPr>
        </p:nvSpPr>
        <p:spPr>
          <a:xfrm flipH="1">
            <a:off x="4025374" y="387675"/>
            <a:ext cx="5863200" cy="169200"/>
          </a:xfrm>
          <a:prstGeom prst="rect">
            <a:avLst/>
          </a:prstGeom>
        </p:spPr>
        <p:txBody>
          <a:bodyPr anchorCtr="0" anchor="ctr" bIns="0" lIns="0" spcFirstLastPara="1" rIns="0" wrap="square" tIns="0">
            <a:noAutofit/>
          </a:bodyPr>
          <a:lstStyle/>
          <a:p>
            <a:pPr indent="0" lvl="0" marL="0" rtl="0" algn="l">
              <a:spcBef>
                <a:spcPts val="0"/>
              </a:spcBef>
              <a:spcAft>
                <a:spcPts val="0"/>
              </a:spcAft>
              <a:buNone/>
            </a:pPr>
            <a:r>
              <a:rPr lang="es-419"/>
              <a:t>EcoVida – Dirección General, Compras y Abastecimiento, Atención al Cliente</a:t>
            </a:r>
            <a:endParaRPr/>
          </a:p>
        </p:txBody>
      </p:sp>
      <p:sp>
        <p:nvSpPr>
          <p:cNvPr id="15562" name="Google Shape;15562;p266"/>
          <p:cNvSpPr txBox="1"/>
          <p:nvPr>
            <p:ph idx="2" type="title"/>
          </p:nvPr>
        </p:nvSpPr>
        <p:spPr>
          <a:xfrm flipH="1">
            <a:off x="3089225" y="579550"/>
            <a:ext cx="6924900" cy="169200"/>
          </a:xfrm>
          <a:prstGeom prst="rect">
            <a:avLst/>
          </a:prstGeom>
        </p:spPr>
        <p:txBody>
          <a:bodyPr anchorCtr="0" anchor="ctr" bIns="0" lIns="0" spcFirstLastPara="1" rIns="0" wrap="square" tIns="0">
            <a:noAutofit/>
          </a:bodyPr>
          <a:lstStyle/>
          <a:p>
            <a:pPr indent="0" lvl="0" marL="0" rtl="0" algn="l">
              <a:spcBef>
                <a:spcPts val="0"/>
              </a:spcBef>
              <a:spcAft>
                <a:spcPts val="0"/>
              </a:spcAft>
              <a:buNone/>
            </a:pPr>
            <a:r>
              <a:rPr lang="es-419" sz="1100">
                <a:solidFill>
                  <a:schemeClr val="dk1"/>
                </a:solidFill>
              </a:rPr>
              <a:t>El diagrama de casos de negocio muestra la interacción entre las </a:t>
            </a:r>
            <a:r>
              <a:rPr b="1" lang="es-419" sz="1100">
                <a:solidFill>
                  <a:schemeClr val="dk1"/>
                </a:solidFill>
              </a:rPr>
              <a:t>unidades organizacionales</a:t>
            </a:r>
            <a:r>
              <a:rPr lang="es-419" sz="1100">
                <a:solidFill>
                  <a:schemeClr val="dk1"/>
                </a:solidFill>
              </a:rPr>
              <a:t> y los </a:t>
            </a:r>
            <a:r>
              <a:rPr b="1" lang="es-419" sz="1100">
                <a:solidFill>
                  <a:schemeClr val="dk1"/>
                </a:solidFill>
              </a:rPr>
              <a:t>procesos de negocio</a:t>
            </a:r>
            <a:r>
              <a:rPr lang="es-419" sz="1100">
                <a:solidFill>
                  <a:schemeClr val="dk1"/>
                </a:solidFill>
              </a:rPr>
              <a:t> de EcoVida.</a:t>
            </a:r>
            <a:endParaRPr/>
          </a:p>
        </p:txBody>
      </p:sp>
      <p:sp>
        <p:nvSpPr>
          <p:cNvPr id="15563" name="Google Shape;15563;p266"/>
          <p:cNvSpPr txBox="1"/>
          <p:nvPr>
            <p:ph idx="1" type="body"/>
          </p:nvPr>
        </p:nvSpPr>
        <p:spPr>
          <a:xfrm>
            <a:off x="666900" y="583900"/>
            <a:ext cx="1770300" cy="160500"/>
          </a:xfrm>
          <a:prstGeom prst="rect">
            <a:avLst/>
          </a:prstGeom>
        </p:spPr>
        <p:txBody>
          <a:bodyPr anchorCtr="0" anchor="t" bIns="0" lIns="0" spcFirstLastPara="1" rIns="0" wrap="square" tIns="0">
            <a:noAutofit/>
          </a:bodyPr>
          <a:lstStyle/>
          <a:p>
            <a:pPr indent="0" lvl="0" marL="0" rtl="0" algn="ctr">
              <a:spcBef>
                <a:spcPts val="0"/>
              </a:spcBef>
              <a:spcAft>
                <a:spcPts val="0"/>
              </a:spcAft>
              <a:buNone/>
            </a:pPr>
            <a:r>
              <a:rPr lang="es-419"/>
              <a:t>Casos de Uso de Negocio – EcoVida</a:t>
            </a:r>
            <a:endParaRPr/>
          </a:p>
        </p:txBody>
      </p:sp>
      <p:sp>
        <p:nvSpPr>
          <p:cNvPr id="15564" name="Google Shape;15564;p266"/>
          <p:cNvSpPr txBox="1"/>
          <p:nvPr/>
        </p:nvSpPr>
        <p:spPr>
          <a:xfrm>
            <a:off x="1069775" y="1329100"/>
            <a:ext cx="7229100" cy="35172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pic>
        <p:nvPicPr>
          <p:cNvPr id="15565" name="Google Shape;15565;p266"/>
          <p:cNvPicPr preferRelativeResize="0"/>
          <p:nvPr/>
        </p:nvPicPr>
        <p:blipFill>
          <a:blip r:embed="rId3">
            <a:alphaModFix/>
          </a:blip>
          <a:stretch>
            <a:fillRect/>
          </a:stretch>
        </p:blipFill>
        <p:spPr>
          <a:xfrm>
            <a:off x="810425" y="988725"/>
            <a:ext cx="8201525" cy="5689201"/>
          </a:xfrm>
          <a:prstGeom prst="rect">
            <a:avLst/>
          </a:prstGeom>
          <a:noFill/>
          <a:ln>
            <a:noFill/>
          </a:ln>
        </p:spPr>
      </p:pic>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569" name="Shape 15569"/>
        <p:cNvGrpSpPr/>
        <p:nvPr/>
      </p:nvGrpSpPr>
      <p:grpSpPr>
        <a:xfrm>
          <a:off x="0" y="0"/>
          <a:ext cx="0" cy="0"/>
          <a:chOff x="0" y="0"/>
          <a:chExt cx="0" cy="0"/>
        </a:xfrm>
      </p:grpSpPr>
      <p:sp>
        <p:nvSpPr>
          <p:cNvPr id="15570" name="Google Shape;15570;p267"/>
          <p:cNvSpPr txBox="1"/>
          <p:nvPr>
            <p:ph type="title"/>
          </p:nvPr>
        </p:nvSpPr>
        <p:spPr>
          <a:xfrm flipH="1">
            <a:off x="3219174" y="437575"/>
            <a:ext cx="1731300" cy="265800"/>
          </a:xfrm>
          <a:prstGeom prst="rect">
            <a:avLst/>
          </a:prstGeom>
        </p:spPr>
        <p:txBody>
          <a:bodyPr anchorCtr="0" anchor="ctr" bIns="0" lIns="0" spcFirstLastPara="1" rIns="0" wrap="square" tIns="0">
            <a:noAutofit/>
          </a:bodyPr>
          <a:lstStyle/>
          <a:p>
            <a:pPr indent="0" lvl="0" marL="0" rtl="0" algn="l">
              <a:spcBef>
                <a:spcPts val="0"/>
              </a:spcBef>
              <a:spcAft>
                <a:spcPts val="0"/>
              </a:spcAft>
              <a:buNone/>
            </a:pPr>
            <a:r>
              <a:rPr lang="es-419"/>
              <a:t>MI-02</a:t>
            </a:r>
            <a:endParaRPr/>
          </a:p>
        </p:txBody>
      </p:sp>
      <p:sp>
        <p:nvSpPr>
          <p:cNvPr id="15571" name="Google Shape;15571;p267"/>
          <p:cNvSpPr txBox="1"/>
          <p:nvPr>
            <p:ph idx="1" type="body"/>
          </p:nvPr>
        </p:nvSpPr>
        <p:spPr>
          <a:xfrm>
            <a:off x="264725" y="556875"/>
            <a:ext cx="2467500" cy="383400"/>
          </a:xfrm>
          <a:prstGeom prst="rect">
            <a:avLst/>
          </a:prstGeom>
        </p:spPr>
        <p:txBody>
          <a:bodyPr anchorCtr="0" anchor="t" bIns="0" lIns="0" spcFirstLastPara="1" rIns="0" wrap="square" tIns="0">
            <a:noAutofit/>
          </a:bodyPr>
          <a:lstStyle/>
          <a:p>
            <a:pPr indent="0" lvl="0" marL="0" rtl="0" algn="ctr">
              <a:spcBef>
                <a:spcPts val="0"/>
              </a:spcBef>
              <a:spcAft>
                <a:spcPts val="0"/>
              </a:spcAft>
              <a:buNone/>
            </a:pPr>
            <a:r>
              <a:rPr b="1" lang="es-419">
                <a:solidFill>
                  <a:schemeClr val="lt1"/>
                </a:solidFill>
              </a:rPr>
              <a:t>:</a:t>
            </a:r>
            <a:r>
              <a:rPr lang="es-419">
                <a:solidFill>
                  <a:schemeClr val="lt1"/>
                </a:solidFill>
              </a:rPr>
              <a:t> </a:t>
            </a:r>
            <a:r>
              <a:rPr lang="es-419" sz="800">
                <a:solidFill>
                  <a:schemeClr val="lt1"/>
                </a:solidFill>
              </a:rPr>
              <a:t>Comprar producto ecológico en tienda</a:t>
            </a:r>
            <a:endParaRPr sz="700">
              <a:solidFill>
                <a:schemeClr val="lt1"/>
              </a:solidFill>
            </a:endParaRPr>
          </a:p>
        </p:txBody>
      </p:sp>
      <p:sp>
        <p:nvSpPr>
          <p:cNvPr id="15572" name="Google Shape;15572;p267"/>
          <p:cNvSpPr txBox="1"/>
          <p:nvPr>
            <p:ph idx="2" type="title"/>
          </p:nvPr>
        </p:nvSpPr>
        <p:spPr>
          <a:xfrm flipH="1">
            <a:off x="6546263" y="387663"/>
            <a:ext cx="3350100" cy="169200"/>
          </a:xfrm>
          <a:prstGeom prst="rect">
            <a:avLst/>
          </a:prstGeom>
        </p:spPr>
        <p:txBody>
          <a:bodyPr anchorCtr="0" anchor="ctr" bIns="0" lIns="0" spcFirstLastPara="1" rIns="0" wrap="square" tIns="0">
            <a:noAutofit/>
          </a:bodyPr>
          <a:lstStyle/>
          <a:p>
            <a:pPr indent="0" lvl="0" marL="0" rtl="0" algn="l">
              <a:spcBef>
                <a:spcPts val="0"/>
              </a:spcBef>
              <a:spcAft>
                <a:spcPts val="0"/>
              </a:spcAft>
              <a:buNone/>
            </a:pPr>
            <a:r>
              <a:rPr lang="es-419"/>
              <a:t>Venta registrada segura</a:t>
            </a:r>
            <a:endParaRPr/>
          </a:p>
        </p:txBody>
      </p:sp>
      <p:sp>
        <p:nvSpPr>
          <p:cNvPr id="15573" name="Google Shape;15573;p267"/>
          <p:cNvSpPr txBox="1"/>
          <p:nvPr>
            <p:ph idx="3" type="title"/>
          </p:nvPr>
        </p:nvSpPr>
        <p:spPr>
          <a:xfrm flipH="1">
            <a:off x="6546263" y="579538"/>
            <a:ext cx="3350100" cy="169200"/>
          </a:xfrm>
          <a:prstGeom prst="rect">
            <a:avLst/>
          </a:prstGeom>
        </p:spPr>
        <p:txBody>
          <a:bodyPr anchorCtr="0" anchor="ctr" bIns="0" lIns="0" spcFirstLastPara="1" rIns="0" wrap="square" tIns="0">
            <a:noAutofit/>
          </a:bodyPr>
          <a:lstStyle/>
          <a:p>
            <a:pPr indent="0" lvl="0" marL="0" rtl="0" algn="l">
              <a:spcBef>
                <a:spcPts val="0"/>
              </a:spcBef>
              <a:spcAft>
                <a:spcPts val="0"/>
              </a:spcAft>
              <a:buNone/>
            </a:pPr>
            <a:r>
              <a:rPr lang="es-419"/>
              <a:t>Compra satisfactoria rápida</a:t>
            </a:r>
            <a:endParaRPr/>
          </a:p>
        </p:txBody>
      </p:sp>
      <p:sp>
        <p:nvSpPr>
          <p:cNvPr id="15574" name="Google Shape;15574;p267"/>
          <p:cNvSpPr txBox="1"/>
          <p:nvPr>
            <p:ph idx="4" type="subTitle"/>
          </p:nvPr>
        </p:nvSpPr>
        <p:spPr>
          <a:xfrm>
            <a:off x="263406" y="1782608"/>
            <a:ext cx="796500" cy="437700"/>
          </a:xfrm>
          <a:prstGeom prst="rect">
            <a:avLst/>
          </a:prstGeom>
        </p:spPr>
        <p:txBody>
          <a:bodyPr anchorCtr="0" anchor="ctr" bIns="36000" lIns="36000" spcFirstLastPara="1" rIns="36000" wrap="square" tIns="36000">
            <a:noAutofit/>
          </a:bodyPr>
          <a:lstStyle/>
          <a:p>
            <a:pPr indent="0" lvl="0" marL="0" rtl="0" algn="ctr">
              <a:spcBef>
                <a:spcPts val="0"/>
              </a:spcBef>
              <a:spcAft>
                <a:spcPts val="0"/>
              </a:spcAft>
              <a:buNone/>
            </a:pPr>
            <a:r>
              <a:rPr lang="es-419"/>
              <a:t>Recibir Y Saludar Al Cliente</a:t>
            </a:r>
            <a:endParaRPr/>
          </a:p>
        </p:txBody>
      </p:sp>
      <p:sp>
        <p:nvSpPr>
          <p:cNvPr id="15575" name="Google Shape;15575;p267"/>
          <p:cNvSpPr txBox="1"/>
          <p:nvPr>
            <p:ph idx="5" type="subTitle"/>
          </p:nvPr>
        </p:nvSpPr>
        <p:spPr>
          <a:xfrm>
            <a:off x="1177829" y="1782608"/>
            <a:ext cx="777900" cy="437700"/>
          </a:xfrm>
          <a:prstGeom prst="rect">
            <a:avLst/>
          </a:prstGeom>
        </p:spPr>
        <p:txBody>
          <a:bodyPr anchorCtr="0" anchor="ctr" bIns="36000" lIns="36000" spcFirstLastPara="1" rIns="36000" wrap="square" tIns="36000">
            <a:noAutofit/>
          </a:bodyPr>
          <a:lstStyle/>
          <a:p>
            <a:pPr indent="0" lvl="0" marL="0" rtl="0" algn="ctr">
              <a:spcBef>
                <a:spcPts val="0"/>
              </a:spcBef>
              <a:spcAft>
                <a:spcPts val="0"/>
              </a:spcAft>
              <a:buNone/>
            </a:pPr>
            <a:r>
              <a:rPr lang="es-419"/>
              <a:t>Asesor de ventas</a:t>
            </a:r>
            <a:endParaRPr/>
          </a:p>
        </p:txBody>
      </p:sp>
      <p:sp>
        <p:nvSpPr>
          <p:cNvPr id="15576" name="Google Shape;15576;p267"/>
          <p:cNvSpPr txBox="1"/>
          <p:nvPr>
            <p:ph idx="6" type="subTitle"/>
          </p:nvPr>
        </p:nvSpPr>
        <p:spPr>
          <a:xfrm>
            <a:off x="1988728" y="1782608"/>
            <a:ext cx="815100" cy="437700"/>
          </a:xfrm>
          <a:prstGeom prst="rect">
            <a:avLst/>
          </a:prstGeom>
        </p:spPr>
        <p:txBody>
          <a:bodyPr anchorCtr="0" anchor="ctr" bIns="36000" lIns="36000" spcFirstLastPara="1" rIns="36000" wrap="square" tIns="36000">
            <a:noAutofit/>
          </a:bodyPr>
          <a:lstStyle/>
          <a:p>
            <a:pPr indent="0" lvl="0" marL="0" rtl="0" algn="ctr">
              <a:spcBef>
                <a:spcPts val="0"/>
              </a:spcBef>
              <a:spcAft>
                <a:spcPts val="0"/>
              </a:spcAft>
              <a:buNone/>
            </a:pPr>
            <a:r>
              <a:rPr lang="es-419"/>
              <a:t>Cliente</a:t>
            </a:r>
            <a:endParaRPr/>
          </a:p>
        </p:txBody>
      </p:sp>
      <p:sp>
        <p:nvSpPr>
          <p:cNvPr id="15577" name="Google Shape;15577;p267"/>
          <p:cNvSpPr txBox="1"/>
          <p:nvPr>
            <p:ph idx="7" type="subTitle"/>
          </p:nvPr>
        </p:nvSpPr>
        <p:spPr>
          <a:xfrm>
            <a:off x="2923907" y="1782608"/>
            <a:ext cx="777900" cy="437700"/>
          </a:xfrm>
          <a:prstGeom prst="rect">
            <a:avLst/>
          </a:prstGeom>
        </p:spPr>
        <p:txBody>
          <a:bodyPr anchorCtr="0" anchor="ctr" bIns="36000" lIns="36000" spcFirstLastPara="1" rIns="36000" wrap="square" tIns="36000">
            <a:noAutofit/>
          </a:bodyPr>
          <a:lstStyle/>
          <a:p>
            <a:pPr indent="0" lvl="0" marL="0" rtl="0" algn="ctr">
              <a:spcBef>
                <a:spcPts val="0"/>
              </a:spcBef>
              <a:spcAft>
                <a:spcPts val="0"/>
              </a:spcAft>
              <a:buNone/>
            </a:pPr>
            <a:r>
              <a:rPr lang="es-419"/>
              <a:t>Catálogo físico, certificaciones de producto</a:t>
            </a:r>
            <a:endParaRPr/>
          </a:p>
        </p:txBody>
      </p:sp>
      <p:sp>
        <p:nvSpPr>
          <p:cNvPr id="15578" name="Google Shape;15578;p267"/>
          <p:cNvSpPr txBox="1"/>
          <p:nvPr>
            <p:ph idx="8" type="subTitle"/>
          </p:nvPr>
        </p:nvSpPr>
        <p:spPr>
          <a:xfrm>
            <a:off x="3734801" y="1782608"/>
            <a:ext cx="815100" cy="437700"/>
          </a:xfrm>
          <a:prstGeom prst="rect">
            <a:avLst/>
          </a:prstGeom>
        </p:spPr>
        <p:txBody>
          <a:bodyPr anchorCtr="0" anchor="ctr" bIns="36000" lIns="36000" spcFirstLastPara="1" rIns="36000" wrap="square" tIns="36000">
            <a:noAutofit/>
          </a:bodyPr>
          <a:lstStyle/>
          <a:p>
            <a:pPr indent="0" lvl="0" marL="0" rtl="0" algn="ctr">
              <a:spcBef>
                <a:spcPts val="0"/>
              </a:spcBef>
              <a:spcAft>
                <a:spcPts val="0"/>
              </a:spcAft>
              <a:buNone/>
            </a:pPr>
            <a:r>
              <a:rPr lang="es-419"/>
              <a:t>Preferencias del cliente</a:t>
            </a:r>
            <a:endParaRPr/>
          </a:p>
        </p:txBody>
      </p:sp>
      <p:sp>
        <p:nvSpPr>
          <p:cNvPr id="15579" name="Google Shape;15579;p267"/>
          <p:cNvSpPr txBox="1"/>
          <p:nvPr>
            <p:ph idx="9" type="subTitle"/>
          </p:nvPr>
        </p:nvSpPr>
        <p:spPr>
          <a:xfrm>
            <a:off x="4669984" y="1782608"/>
            <a:ext cx="777900" cy="437700"/>
          </a:xfrm>
          <a:prstGeom prst="rect">
            <a:avLst/>
          </a:prstGeom>
        </p:spPr>
        <p:txBody>
          <a:bodyPr anchorCtr="0" anchor="ctr" bIns="36000" lIns="36000" spcFirstLastPara="1" rIns="36000" wrap="square" tIns="36000">
            <a:noAutofit/>
          </a:bodyPr>
          <a:lstStyle/>
          <a:p>
            <a:pPr indent="0" lvl="0" marL="0" rtl="0" algn="ctr">
              <a:spcBef>
                <a:spcPts val="0"/>
              </a:spcBef>
              <a:spcAft>
                <a:spcPts val="0"/>
              </a:spcAft>
              <a:buNone/>
            </a:pPr>
            <a:r>
              <a:rPr lang="es-419"/>
              <a:t>Catálogo, estantes</a:t>
            </a:r>
            <a:endParaRPr/>
          </a:p>
        </p:txBody>
      </p:sp>
      <p:sp>
        <p:nvSpPr>
          <p:cNvPr id="15580" name="Google Shape;15580;p267"/>
          <p:cNvSpPr txBox="1"/>
          <p:nvPr>
            <p:ph idx="13" type="subTitle"/>
          </p:nvPr>
        </p:nvSpPr>
        <p:spPr>
          <a:xfrm>
            <a:off x="5480878" y="1782608"/>
            <a:ext cx="815100" cy="437700"/>
          </a:xfrm>
          <a:prstGeom prst="rect">
            <a:avLst/>
          </a:prstGeom>
        </p:spPr>
        <p:txBody>
          <a:bodyPr anchorCtr="0" anchor="ctr" bIns="36000" lIns="36000" spcFirstLastPara="1" rIns="36000" wrap="square" tIns="36000">
            <a:noAutofit/>
          </a:bodyPr>
          <a:lstStyle/>
          <a:p>
            <a:pPr indent="0" lvl="0" marL="0" rtl="0" algn="ctr">
              <a:spcBef>
                <a:spcPts val="0"/>
              </a:spcBef>
              <a:spcAft>
                <a:spcPts val="0"/>
              </a:spcAft>
              <a:buNone/>
            </a:pPr>
            <a:r>
              <a:rPr lang="es-419"/>
              <a:t>Tienda Norte o Centro</a:t>
            </a:r>
            <a:endParaRPr/>
          </a:p>
        </p:txBody>
      </p:sp>
      <p:sp>
        <p:nvSpPr>
          <p:cNvPr id="15581" name="Google Shape;15581;p267"/>
          <p:cNvSpPr txBox="1"/>
          <p:nvPr>
            <p:ph idx="14" type="subTitle"/>
          </p:nvPr>
        </p:nvSpPr>
        <p:spPr>
          <a:xfrm>
            <a:off x="6410573" y="1782608"/>
            <a:ext cx="813600" cy="437700"/>
          </a:xfrm>
          <a:prstGeom prst="rect">
            <a:avLst/>
          </a:prstGeom>
        </p:spPr>
        <p:txBody>
          <a:bodyPr anchorCtr="0" anchor="ctr" bIns="36000" lIns="36000" spcFirstLastPara="1" rIns="36000" wrap="square" tIns="36000">
            <a:noAutofit/>
          </a:bodyPr>
          <a:lstStyle/>
          <a:p>
            <a:pPr indent="0" lvl="0" marL="0" rtl="0" algn="l">
              <a:lnSpc>
                <a:spcPct val="100000"/>
              </a:lnSpc>
              <a:spcBef>
                <a:spcPts val="0"/>
              </a:spcBef>
              <a:spcAft>
                <a:spcPts val="0"/>
              </a:spcAft>
              <a:buNone/>
            </a:pPr>
            <a:r>
              <a:rPr lang="es-419"/>
              <a:t>En el momento de la atención presencial</a:t>
            </a:r>
            <a:endParaRPr/>
          </a:p>
          <a:p>
            <a:pPr indent="0" lvl="0" marL="0" rtl="0" algn="ctr">
              <a:spcBef>
                <a:spcPts val="0"/>
              </a:spcBef>
              <a:spcAft>
                <a:spcPts val="0"/>
              </a:spcAft>
              <a:buNone/>
            </a:pPr>
            <a:r>
              <a:t/>
            </a:r>
            <a:endParaRPr/>
          </a:p>
        </p:txBody>
      </p:sp>
      <p:sp>
        <p:nvSpPr>
          <p:cNvPr id="15582" name="Google Shape;15582;p267"/>
          <p:cNvSpPr txBox="1"/>
          <p:nvPr>
            <p:ph idx="15" type="subTitle"/>
          </p:nvPr>
        </p:nvSpPr>
        <p:spPr>
          <a:xfrm>
            <a:off x="7344346" y="1782608"/>
            <a:ext cx="796500" cy="437700"/>
          </a:xfrm>
          <a:prstGeom prst="rect">
            <a:avLst/>
          </a:prstGeom>
        </p:spPr>
        <p:txBody>
          <a:bodyPr anchorCtr="0" anchor="ctr" bIns="36000" lIns="36000" spcFirstLastPara="1" rIns="36000" wrap="square" tIns="36000">
            <a:noAutofit/>
          </a:bodyPr>
          <a:lstStyle/>
          <a:p>
            <a:pPr indent="0" lvl="0" marL="0" rtl="0" algn="ctr">
              <a:spcBef>
                <a:spcPts val="0"/>
              </a:spcBef>
              <a:spcAft>
                <a:spcPts val="0"/>
              </a:spcAft>
              <a:buNone/>
            </a:pPr>
            <a:r>
              <a:rPr lang="es-419"/>
              <a:t>conocer el producto</a:t>
            </a:r>
            <a:endParaRPr/>
          </a:p>
        </p:txBody>
      </p:sp>
      <p:sp>
        <p:nvSpPr>
          <p:cNvPr id="15583" name="Google Shape;15583;p267"/>
          <p:cNvSpPr txBox="1"/>
          <p:nvPr>
            <p:ph idx="16" type="subTitle"/>
          </p:nvPr>
        </p:nvSpPr>
        <p:spPr>
          <a:xfrm>
            <a:off x="8181345" y="1782608"/>
            <a:ext cx="796500" cy="437700"/>
          </a:xfrm>
          <a:prstGeom prst="rect">
            <a:avLst/>
          </a:prstGeom>
        </p:spPr>
        <p:txBody>
          <a:bodyPr anchorCtr="0" anchor="ctr" bIns="36000" lIns="36000" spcFirstLastPara="1" rIns="36000" wrap="square" tIns="36000">
            <a:noAutofit/>
          </a:bodyPr>
          <a:lstStyle/>
          <a:p>
            <a:pPr indent="0" lvl="0" marL="0" rtl="0" algn="ctr">
              <a:spcBef>
                <a:spcPts val="0"/>
              </a:spcBef>
              <a:spcAft>
                <a:spcPts val="0"/>
              </a:spcAft>
              <a:buNone/>
            </a:pPr>
            <a:r>
              <a:rPr lang="es-419"/>
              <a:t>recomendar lo adecuado </a:t>
            </a:r>
            <a:endParaRPr/>
          </a:p>
        </p:txBody>
      </p:sp>
      <p:sp>
        <p:nvSpPr>
          <p:cNvPr id="15584" name="Google Shape;15584;p267"/>
          <p:cNvSpPr txBox="1"/>
          <p:nvPr>
            <p:ph idx="17" type="subTitle"/>
          </p:nvPr>
        </p:nvSpPr>
        <p:spPr>
          <a:xfrm>
            <a:off x="8998819" y="1782608"/>
            <a:ext cx="815100" cy="437700"/>
          </a:xfrm>
          <a:prstGeom prst="rect">
            <a:avLst/>
          </a:prstGeom>
        </p:spPr>
        <p:txBody>
          <a:bodyPr anchorCtr="0" anchor="ctr" bIns="36000" lIns="36000" spcFirstLastPara="1" rIns="36000" wrap="square" tIns="36000">
            <a:noAutofit/>
          </a:bodyPr>
          <a:lstStyle/>
          <a:p>
            <a:pPr indent="0" lvl="0" marL="0" rtl="0" algn="ctr">
              <a:spcBef>
                <a:spcPts val="0"/>
              </a:spcBef>
              <a:spcAft>
                <a:spcPts val="0"/>
              </a:spcAft>
              <a:buNone/>
            </a:pPr>
            <a:r>
              <a:rPr lang="es-419"/>
              <a:t>Validación de certificaciones ecológicas</a:t>
            </a:r>
            <a:endParaRPr/>
          </a:p>
        </p:txBody>
      </p:sp>
      <p:sp>
        <p:nvSpPr>
          <p:cNvPr id="15585" name="Google Shape;15585;p267"/>
          <p:cNvSpPr txBox="1"/>
          <p:nvPr>
            <p:ph idx="18" type="subTitle"/>
          </p:nvPr>
        </p:nvSpPr>
        <p:spPr>
          <a:xfrm>
            <a:off x="263406" y="2268846"/>
            <a:ext cx="796500" cy="437700"/>
          </a:xfrm>
          <a:prstGeom prst="rect">
            <a:avLst/>
          </a:prstGeom>
        </p:spPr>
        <p:txBody>
          <a:bodyPr anchorCtr="0" anchor="ctr" bIns="36000" lIns="36000" spcFirstLastPara="1" rIns="36000" wrap="square" tIns="36000">
            <a:noAutofit/>
          </a:bodyPr>
          <a:lstStyle/>
          <a:p>
            <a:pPr indent="0" lvl="0" marL="0" rtl="0" algn="ctr">
              <a:spcBef>
                <a:spcPts val="0"/>
              </a:spcBef>
              <a:spcAft>
                <a:spcPts val="0"/>
              </a:spcAft>
              <a:buNone/>
            </a:pPr>
            <a:r>
              <a:rPr lang="es-419"/>
              <a:t>asesorar al cliente en la selección del producto</a:t>
            </a:r>
            <a:endParaRPr/>
          </a:p>
        </p:txBody>
      </p:sp>
      <p:sp>
        <p:nvSpPr>
          <p:cNvPr id="15586" name="Google Shape;15586;p267"/>
          <p:cNvSpPr txBox="1"/>
          <p:nvPr>
            <p:ph idx="19" type="subTitle"/>
          </p:nvPr>
        </p:nvSpPr>
        <p:spPr>
          <a:xfrm>
            <a:off x="1177829" y="2268846"/>
            <a:ext cx="777900" cy="437700"/>
          </a:xfrm>
          <a:prstGeom prst="rect">
            <a:avLst/>
          </a:prstGeom>
        </p:spPr>
        <p:txBody>
          <a:bodyPr anchorCtr="0" anchor="ctr" bIns="36000" lIns="36000" spcFirstLastPara="1" rIns="36000" wrap="square" tIns="36000">
            <a:noAutofit/>
          </a:bodyPr>
          <a:lstStyle/>
          <a:p>
            <a:pPr indent="0" lvl="0" marL="0" rtl="0" algn="ctr">
              <a:spcBef>
                <a:spcPts val="0"/>
              </a:spcBef>
              <a:spcAft>
                <a:spcPts val="0"/>
              </a:spcAft>
              <a:buClr>
                <a:schemeClr val="dk1"/>
              </a:buClr>
              <a:buSzPts val="1100"/>
              <a:buFont typeface="Arial"/>
              <a:buNone/>
            </a:pPr>
            <a:r>
              <a:rPr lang="es-419">
                <a:solidFill>
                  <a:schemeClr val="dk1"/>
                </a:solidFill>
              </a:rPr>
              <a:t>Asesor de ventas</a:t>
            </a:r>
            <a:endParaRPr>
              <a:solidFill>
                <a:schemeClr val="dk1"/>
              </a:solidFill>
            </a:endParaRPr>
          </a:p>
          <a:p>
            <a:pPr indent="0" lvl="0" marL="0" rtl="0" algn="ctr">
              <a:spcBef>
                <a:spcPts val="0"/>
              </a:spcBef>
              <a:spcAft>
                <a:spcPts val="0"/>
              </a:spcAft>
              <a:buNone/>
            </a:pPr>
            <a:r>
              <a:t/>
            </a:r>
            <a:endParaRPr/>
          </a:p>
        </p:txBody>
      </p:sp>
      <p:sp>
        <p:nvSpPr>
          <p:cNvPr id="15587" name="Google Shape;15587;p267"/>
          <p:cNvSpPr txBox="1"/>
          <p:nvPr>
            <p:ph idx="20" type="subTitle"/>
          </p:nvPr>
        </p:nvSpPr>
        <p:spPr>
          <a:xfrm>
            <a:off x="1988728" y="2268846"/>
            <a:ext cx="815100" cy="437700"/>
          </a:xfrm>
          <a:prstGeom prst="rect">
            <a:avLst/>
          </a:prstGeom>
        </p:spPr>
        <p:txBody>
          <a:bodyPr anchorCtr="0" anchor="ctr" bIns="36000" lIns="36000" spcFirstLastPara="1" rIns="36000" wrap="square" tIns="36000">
            <a:noAutofit/>
          </a:bodyPr>
          <a:lstStyle/>
          <a:p>
            <a:pPr indent="0" lvl="0" marL="0" rtl="0" algn="ctr">
              <a:spcBef>
                <a:spcPts val="0"/>
              </a:spcBef>
              <a:spcAft>
                <a:spcPts val="0"/>
              </a:spcAft>
              <a:buNone/>
            </a:pPr>
            <a:r>
              <a:rPr lang="es-419"/>
              <a:t>Cliente</a:t>
            </a:r>
            <a:endParaRPr/>
          </a:p>
        </p:txBody>
      </p:sp>
      <p:sp>
        <p:nvSpPr>
          <p:cNvPr id="15588" name="Google Shape;15588;p267"/>
          <p:cNvSpPr txBox="1"/>
          <p:nvPr>
            <p:ph idx="21" type="subTitle"/>
          </p:nvPr>
        </p:nvSpPr>
        <p:spPr>
          <a:xfrm>
            <a:off x="2923907" y="2268846"/>
            <a:ext cx="777900" cy="437700"/>
          </a:xfrm>
          <a:prstGeom prst="rect">
            <a:avLst/>
          </a:prstGeom>
        </p:spPr>
        <p:txBody>
          <a:bodyPr anchorCtr="0" anchor="ctr" bIns="36000" lIns="36000" spcFirstLastPara="1" rIns="36000" wrap="square" tIns="36000">
            <a:noAutofit/>
          </a:bodyPr>
          <a:lstStyle/>
          <a:p>
            <a:pPr indent="0" lvl="0" marL="0" rtl="0" algn="ctr">
              <a:spcBef>
                <a:spcPts val="0"/>
              </a:spcBef>
              <a:spcAft>
                <a:spcPts val="0"/>
              </a:spcAft>
              <a:buClr>
                <a:schemeClr val="dk1"/>
              </a:buClr>
              <a:buSzPts val="1100"/>
              <a:buFont typeface="Arial"/>
              <a:buNone/>
            </a:pPr>
            <a:r>
              <a:rPr lang="es-419">
                <a:solidFill>
                  <a:schemeClr val="dk1"/>
                </a:solidFill>
              </a:rPr>
              <a:t>Catálogo físico, certificaciones de producto</a:t>
            </a:r>
            <a:endParaRPr>
              <a:solidFill>
                <a:schemeClr val="dk1"/>
              </a:solidFill>
            </a:endParaRPr>
          </a:p>
          <a:p>
            <a:pPr indent="0" lvl="0" marL="0" rtl="0" algn="ctr">
              <a:spcBef>
                <a:spcPts val="0"/>
              </a:spcBef>
              <a:spcAft>
                <a:spcPts val="0"/>
              </a:spcAft>
              <a:buNone/>
            </a:pPr>
            <a:r>
              <a:t/>
            </a:r>
            <a:endParaRPr/>
          </a:p>
        </p:txBody>
      </p:sp>
      <p:sp>
        <p:nvSpPr>
          <p:cNvPr id="15589" name="Google Shape;15589;p267"/>
          <p:cNvSpPr txBox="1"/>
          <p:nvPr>
            <p:ph idx="22" type="subTitle"/>
          </p:nvPr>
        </p:nvSpPr>
        <p:spPr>
          <a:xfrm>
            <a:off x="3734801" y="2268846"/>
            <a:ext cx="815100" cy="437700"/>
          </a:xfrm>
          <a:prstGeom prst="rect">
            <a:avLst/>
          </a:prstGeom>
        </p:spPr>
        <p:txBody>
          <a:bodyPr anchorCtr="0" anchor="ctr" bIns="36000" lIns="36000" spcFirstLastPara="1" rIns="36000" wrap="square" tIns="36000">
            <a:noAutofit/>
          </a:bodyPr>
          <a:lstStyle/>
          <a:p>
            <a:pPr indent="0" lvl="0" marL="0" rtl="0" algn="ctr">
              <a:spcBef>
                <a:spcPts val="0"/>
              </a:spcBef>
              <a:spcAft>
                <a:spcPts val="0"/>
              </a:spcAft>
              <a:buClr>
                <a:schemeClr val="dk1"/>
              </a:buClr>
              <a:buSzPts val="1100"/>
              <a:buFont typeface="Arial"/>
              <a:buNone/>
            </a:pPr>
            <a:r>
              <a:rPr lang="es-419">
                <a:solidFill>
                  <a:schemeClr val="dk1"/>
                </a:solidFill>
              </a:rPr>
              <a:t>Preferencias del cliente</a:t>
            </a:r>
            <a:endParaRPr/>
          </a:p>
        </p:txBody>
      </p:sp>
      <p:sp>
        <p:nvSpPr>
          <p:cNvPr id="15590" name="Google Shape;15590;p267"/>
          <p:cNvSpPr txBox="1"/>
          <p:nvPr>
            <p:ph idx="23" type="subTitle"/>
          </p:nvPr>
        </p:nvSpPr>
        <p:spPr>
          <a:xfrm>
            <a:off x="4669984" y="2268846"/>
            <a:ext cx="777900" cy="437700"/>
          </a:xfrm>
          <a:prstGeom prst="rect">
            <a:avLst/>
          </a:prstGeom>
        </p:spPr>
        <p:txBody>
          <a:bodyPr anchorCtr="0" anchor="ctr" bIns="36000" lIns="36000" spcFirstLastPara="1" rIns="36000" wrap="square" tIns="36000">
            <a:noAutofit/>
          </a:bodyPr>
          <a:lstStyle/>
          <a:p>
            <a:pPr indent="0" lvl="0" marL="0" rtl="0" algn="ctr">
              <a:spcBef>
                <a:spcPts val="0"/>
              </a:spcBef>
              <a:spcAft>
                <a:spcPts val="0"/>
              </a:spcAft>
              <a:buNone/>
            </a:pPr>
            <a:r>
              <a:rPr lang="es-419"/>
              <a:t>Registro físico (cuaderno Kardex)</a:t>
            </a:r>
            <a:endParaRPr/>
          </a:p>
        </p:txBody>
      </p:sp>
      <p:sp>
        <p:nvSpPr>
          <p:cNvPr id="15591" name="Google Shape;15591;p267"/>
          <p:cNvSpPr txBox="1"/>
          <p:nvPr>
            <p:ph idx="24" type="subTitle"/>
          </p:nvPr>
        </p:nvSpPr>
        <p:spPr>
          <a:xfrm>
            <a:off x="5480878" y="2268846"/>
            <a:ext cx="815100" cy="437700"/>
          </a:xfrm>
          <a:prstGeom prst="rect">
            <a:avLst/>
          </a:prstGeom>
        </p:spPr>
        <p:txBody>
          <a:bodyPr anchorCtr="0" anchor="ctr" bIns="36000" lIns="36000" spcFirstLastPara="1" rIns="36000" wrap="square" tIns="36000">
            <a:noAutofit/>
          </a:bodyPr>
          <a:lstStyle/>
          <a:p>
            <a:pPr indent="0" lvl="0" marL="0" rtl="0" algn="ctr">
              <a:spcBef>
                <a:spcPts val="0"/>
              </a:spcBef>
              <a:spcAft>
                <a:spcPts val="0"/>
              </a:spcAft>
              <a:buClr>
                <a:schemeClr val="dk1"/>
              </a:buClr>
              <a:buSzPts val="1100"/>
              <a:buFont typeface="Arial"/>
              <a:buNone/>
            </a:pPr>
            <a:r>
              <a:rPr lang="es-419">
                <a:solidFill>
                  <a:schemeClr val="dk1"/>
                </a:solidFill>
              </a:rPr>
              <a:t>Tienda Norte o Centro</a:t>
            </a:r>
            <a:endParaRPr/>
          </a:p>
        </p:txBody>
      </p:sp>
      <p:sp>
        <p:nvSpPr>
          <p:cNvPr id="15592" name="Google Shape;15592;p267"/>
          <p:cNvSpPr txBox="1"/>
          <p:nvPr>
            <p:ph idx="25" type="subTitle"/>
          </p:nvPr>
        </p:nvSpPr>
        <p:spPr>
          <a:xfrm>
            <a:off x="6410573" y="2268846"/>
            <a:ext cx="813600" cy="437700"/>
          </a:xfrm>
          <a:prstGeom prst="rect">
            <a:avLst/>
          </a:prstGeom>
        </p:spPr>
        <p:txBody>
          <a:bodyPr anchorCtr="0" anchor="ctr" bIns="36000" lIns="36000" spcFirstLastPara="1" rIns="36000" wrap="square" tIns="36000">
            <a:noAutofit/>
          </a:bodyPr>
          <a:lstStyle/>
          <a:p>
            <a:pPr indent="0" lvl="0" marL="0" rtl="0" algn="ctr">
              <a:spcBef>
                <a:spcPts val="0"/>
              </a:spcBef>
              <a:spcAft>
                <a:spcPts val="0"/>
              </a:spcAft>
              <a:buNone/>
            </a:pPr>
            <a:r>
              <a:rPr lang="es-419"/>
              <a:t>durante la visita del cliente</a:t>
            </a:r>
            <a:endParaRPr/>
          </a:p>
        </p:txBody>
      </p:sp>
      <p:sp>
        <p:nvSpPr>
          <p:cNvPr id="15593" name="Google Shape;15593;p267"/>
          <p:cNvSpPr txBox="1"/>
          <p:nvPr>
            <p:ph idx="26" type="subTitle"/>
          </p:nvPr>
        </p:nvSpPr>
        <p:spPr>
          <a:xfrm>
            <a:off x="7344346" y="2268846"/>
            <a:ext cx="796500" cy="437700"/>
          </a:xfrm>
          <a:prstGeom prst="rect">
            <a:avLst/>
          </a:prstGeom>
        </p:spPr>
        <p:txBody>
          <a:bodyPr anchorCtr="0" anchor="ctr" bIns="36000" lIns="36000" spcFirstLastPara="1" rIns="36000" wrap="square" tIns="36000">
            <a:noAutofit/>
          </a:bodyPr>
          <a:lstStyle/>
          <a:p>
            <a:pPr indent="0" lvl="0" marL="0" rtl="0" algn="ctr">
              <a:spcBef>
                <a:spcPts val="0"/>
              </a:spcBef>
              <a:spcAft>
                <a:spcPts val="0"/>
              </a:spcAft>
              <a:buNone/>
            </a:pPr>
            <a:r>
              <a:rPr lang="es-419"/>
              <a:t>validar existencia</a:t>
            </a:r>
            <a:endParaRPr/>
          </a:p>
        </p:txBody>
      </p:sp>
      <p:sp>
        <p:nvSpPr>
          <p:cNvPr id="15594" name="Google Shape;15594;p267"/>
          <p:cNvSpPr txBox="1"/>
          <p:nvPr>
            <p:ph idx="27" type="subTitle"/>
          </p:nvPr>
        </p:nvSpPr>
        <p:spPr>
          <a:xfrm>
            <a:off x="8181345" y="2268846"/>
            <a:ext cx="796500" cy="437700"/>
          </a:xfrm>
          <a:prstGeom prst="rect">
            <a:avLst/>
          </a:prstGeom>
        </p:spPr>
        <p:txBody>
          <a:bodyPr anchorCtr="0" anchor="ctr" bIns="36000" lIns="36000" spcFirstLastPara="1" rIns="36000" wrap="square" tIns="36000">
            <a:noAutofit/>
          </a:bodyPr>
          <a:lstStyle/>
          <a:p>
            <a:pPr indent="0" lvl="0" marL="0" rtl="0" algn="ctr">
              <a:spcBef>
                <a:spcPts val="0"/>
              </a:spcBef>
              <a:spcAft>
                <a:spcPts val="0"/>
              </a:spcAft>
              <a:buNone/>
            </a:pPr>
            <a:r>
              <a:rPr lang="es-419"/>
              <a:t>evitar falsas promesas</a:t>
            </a:r>
            <a:endParaRPr/>
          </a:p>
        </p:txBody>
      </p:sp>
      <p:sp>
        <p:nvSpPr>
          <p:cNvPr id="15595" name="Google Shape;15595;p267"/>
          <p:cNvSpPr txBox="1"/>
          <p:nvPr>
            <p:ph idx="28" type="subTitle"/>
          </p:nvPr>
        </p:nvSpPr>
        <p:spPr>
          <a:xfrm>
            <a:off x="8998819" y="2268846"/>
            <a:ext cx="815100" cy="437700"/>
          </a:xfrm>
          <a:prstGeom prst="rect">
            <a:avLst/>
          </a:prstGeom>
        </p:spPr>
        <p:txBody>
          <a:bodyPr anchorCtr="0" anchor="ctr" bIns="36000" lIns="36000" spcFirstLastPara="1" rIns="36000" wrap="square" tIns="36000">
            <a:noAutofit/>
          </a:bodyPr>
          <a:lstStyle/>
          <a:p>
            <a:pPr indent="0" lvl="0" marL="0" rtl="0" algn="ctr">
              <a:spcBef>
                <a:spcPts val="0"/>
              </a:spcBef>
              <a:spcAft>
                <a:spcPts val="0"/>
              </a:spcAft>
              <a:buNone/>
            </a:pPr>
            <a:r>
              <a:rPr lang="es-419"/>
              <a:t>Cruce de Kardex con stock real</a:t>
            </a:r>
            <a:endParaRPr/>
          </a:p>
        </p:txBody>
      </p:sp>
      <p:sp>
        <p:nvSpPr>
          <p:cNvPr id="15596" name="Google Shape;15596;p267"/>
          <p:cNvSpPr txBox="1"/>
          <p:nvPr>
            <p:ph idx="29" type="subTitle"/>
          </p:nvPr>
        </p:nvSpPr>
        <p:spPr>
          <a:xfrm>
            <a:off x="263406" y="2782511"/>
            <a:ext cx="796500" cy="437700"/>
          </a:xfrm>
          <a:prstGeom prst="rect">
            <a:avLst/>
          </a:prstGeom>
        </p:spPr>
        <p:txBody>
          <a:bodyPr anchorCtr="0" anchor="ctr" bIns="36000" lIns="36000" spcFirstLastPara="1" rIns="36000" wrap="square" tIns="36000">
            <a:noAutofit/>
          </a:bodyPr>
          <a:lstStyle/>
          <a:p>
            <a:pPr indent="0" lvl="0" marL="0" rtl="0" algn="l">
              <a:lnSpc>
                <a:spcPct val="100000"/>
              </a:lnSpc>
              <a:spcBef>
                <a:spcPts val="0"/>
              </a:spcBef>
              <a:spcAft>
                <a:spcPts val="0"/>
              </a:spcAft>
              <a:buNone/>
            </a:pPr>
            <a:r>
              <a:rPr lang="es-419"/>
              <a:t>Verificar Disponibilidad en inventario</a:t>
            </a:r>
            <a:endParaRPr/>
          </a:p>
          <a:p>
            <a:pPr indent="0" lvl="0" marL="0" rtl="0" algn="ctr">
              <a:spcBef>
                <a:spcPts val="0"/>
              </a:spcBef>
              <a:spcAft>
                <a:spcPts val="0"/>
              </a:spcAft>
              <a:buNone/>
            </a:pPr>
            <a:r>
              <a:t/>
            </a:r>
            <a:endParaRPr/>
          </a:p>
        </p:txBody>
      </p:sp>
      <p:sp>
        <p:nvSpPr>
          <p:cNvPr id="15597" name="Google Shape;15597;p267"/>
          <p:cNvSpPr txBox="1"/>
          <p:nvPr>
            <p:ph idx="30" type="subTitle"/>
          </p:nvPr>
        </p:nvSpPr>
        <p:spPr>
          <a:xfrm>
            <a:off x="1177829" y="2782511"/>
            <a:ext cx="777900" cy="437700"/>
          </a:xfrm>
          <a:prstGeom prst="rect">
            <a:avLst/>
          </a:prstGeom>
        </p:spPr>
        <p:txBody>
          <a:bodyPr anchorCtr="0" anchor="ctr" bIns="36000" lIns="36000" spcFirstLastPara="1" rIns="36000" wrap="square" tIns="36000">
            <a:noAutofit/>
          </a:bodyPr>
          <a:lstStyle/>
          <a:p>
            <a:pPr indent="0" lvl="0" marL="0" rtl="0" algn="ctr">
              <a:spcBef>
                <a:spcPts val="0"/>
              </a:spcBef>
              <a:spcAft>
                <a:spcPts val="0"/>
              </a:spcAft>
              <a:buNone/>
            </a:pPr>
            <a:r>
              <a:rPr lang="es-419"/>
              <a:t>Jefe de bodega</a:t>
            </a:r>
            <a:endParaRPr/>
          </a:p>
        </p:txBody>
      </p:sp>
      <p:sp>
        <p:nvSpPr>
          <p:cNvPr id="15598" name="Google Shape;15598;p267"/>
          <p:cNvSpPr txBox="1"/>
          <p:nvPr>
            <p:ph idx="31" type="subTitle"/>
          </p:nvPr>
        </p:nvSpPr>
        <p:spPr>
          <a:xfrm>
            <a:off x="1988728" y="2782511"/>
            <a:ext cx="815100" cy="437700"/>
          </a:xfrm>
          <a:prstGeom prst="rect">
            <a:avLst/>
          </a:prstGeom>
        </p:spPr>
        <p:txBody>
          <a:bodyPr anchorCtr="0" anchor="ctr" bIns="36000" lIns="36000" spcFirstLastPara="1" rIns="36000" wrap="square" tIns="36000">
            <a:noAutofit/>
          </a:bodyPr>
          <a:lstStyle/>
          <a:p>
            <a:pPr indent="0" lvl="0" marL="0" rtl="0" algn="ctr">
              <a:spcBef>
                <a:spcPts val="0"/>
              </a:spcBef>
              <a:spcAft>
                <a:spcPts val="0"/>
              </a:spcAft>
              <a:buNone/>
            </a:pPr>
            <a:r>
              <a:rPr lang="es-419"/>
              <a:t>Coordinador de calidad</a:t>
            </a:r>
            <a:endParaRPr/>
          </a:p>
        </p:txBody>
      </p:sp>
      <p:sp>
        <p:nvSpPr>
          <p:cNvPr id="15599" name="Google Shape;15599;p267"/>
          <p:cNvSpPr txBox="1"/>
          <p:nvPr>
            <p:ph idx="32" type="subTitle"/>
          </p:nvPr>
        </p:nvSpPr>
        <p:spPr>
          <a:xfrm>
            <a:off x="2923907" y="2782511"/>
            <a:ext cx="777900" cy="437700"/>
          </a:xfrm>
          <a:prstGeom prst="rect">
            <a:avLst/>
          </a:prstGeom>
        </p:spPr>
        <p:txBody>
          <a:bodyPr anchorCtr="0" anchor="ctr" bIns="36000" lIns="36000" spcFirstLastPara="1" rIns="36000" wrap="square" tIns="36000">
            <a:noAutofit/>
          </a:bodyPr>
          <a:lstStyle/>
          <a:p>
            <a:pPr indent="0" lvl="0" marL="0" rtl="0" algn="ctr">
              <a:spcBef>
                <a:spcPts val="0"/>
              </a:spcBef>
              <a:spcAft>
                <a:spcPts val="0"/>
              </a:spcAft>
              <a:buNone/>
            </a:pPr>
            <a:r>
              <a:rPr lang="es-419"/>
              <a:t>Kardex de inventario(E-BO-01))</a:t>
            </a:r>
            <a:endParaRPr/>
          </a:p>
        </p:txBody>
      </p:sp>
      <p:sp>
        <p:nvSpPr>
          <p:cNvPr id="15600" name="Google Shape;15600;p267"/>
          <p:cNvSpPr txBox="1"/>
          <p:nvPr>
            <p:ph idx="33" type="subTitle"/>
          </p:nvPr>
        </p:nvSpPr>
        <p:spPr>
          <a:xfrm>
            <a:off x="3734801" y="2782511"/>
            <a:ext cx="815100" cy="437700"/>
          </a:xfrm>
          <a:prstGeom prst="rect">
            <a:avLst/>
          </a:prstGeom>
        </p:spPr>
        <p:txBody>
          <a:bodyPr anchorCtr="0" anchor="ctr" bIns="36000" lIns="36000" spcFirstLastPara="1" rIns="36000" wrap="square" tIns="36000">
            <a:noAutofit/>
          </a:bodyPr>
          <a:lstStyle/>
          <a:p>
            <a:pPr indent="0" lvl="0" marL="0" rtl="0" algn="ctr">
              <a:spcBef>
                <a:spcPts val="0"/>
              </a:spcBef>
              <a:spcAft>
                <a:spcPts val="0"/>
              </a:spcAft>
              <a:buNone/>
            </a:pPr>
            <a:r>
              <a:rPr lang="es-419"/>
              <a:t>lote,fecha ingreso</a:t>
            </a:r>
            <a:endParaRPr/>
          </a:p>
        </p:txBody>
      </p:sp>
      <p:sp>
        <p:nvSpPr>
          <p:cNvPr id="15601" name="Google Shape;15601;p267"/>
          <p:cNvSpPr txBox="1"/>
          <p:nvPr>
            <p:ph idx="34" type="subTitle"/>
          </p:nvPr>
        </p:nvSpPr>
        <p:spPr>
          <a:xfrm>
            <a:off x="4669984" y="2782511"/>
            <a:ext cx="777900" cy="437700"/>
          </a:xfrm>
          <a:prstGeom prst="rect">
            <a:avLst/>
          </a:prstGeom>
        </p:spPr>
        <p:txBody>
          <a:bodyPr anchorCtr="0" anchor="ctr" bIns="36000" lIns="36000" spcFirstLastPara="1" rIns="36000" wrap="square" tIns="36000">
            <a:noAutofit/>
          </a:bodyPr>
          <a:lstStyle/>
          <a:p>
            <a:pPr indent="0" lvl="0" marL="0" rtl="0" algn="ctr">
              <a:spcBef>
                <a:spcPts val="0"/>
              </a:spcBef>
              <a:spcAft>
                <a:spcPts val="0"/>
              </a:spcAft>
              <a:buNone/>
            </a:pPr>
            <a:r>
              <a:rPr lang="es-419"/>
              <a:t>Kardex Físico</a:t>
            </a:r>
            <a:endParaRPr/>
          </a:p>
        </p:txBody>
      </p:sp>
      <p:sp>
        <p:nvSpPr>
          <p:cNvPr id="15602" name="Google Shape;15602;p267"/>
          <p:cNvSpPr txBox="1"/>
          <p:nvPr>
            <p:ph idx="35" type="subTitle"/>
          </p:nvPr>
        </p:nvSpPr>
        <p:spPr>
          <a:xfrm>
            <a:off x="5480878" y="2782511"/>
            <a:ext cx="815100" cy="437700"/>
          </a:xfrm>
          <a:prstGeom prst="rect">
            <a:avLst/>
          </a:prstGeom>
        </p:spPr>
        <p:txBody>
          <a:bodyPr anchorCtr="0" anchor="ctr" bIns="36000" lIns="36000" spcFirstLastPara="1" rIns="36000" wrap="square" tIns="36000">
            <a:noAutofit/>
          </a:bodyPr>
          <a:lstStyle/>
          <a:p>
            <a:pPr indent="0" lvl="0" marL="0" rtl="0" algn="ctr">
              <a:spcBef>
                <a:spcPts val="0"/>
              </a:spcBef>
              <a:spcAft>
                <a:spcPts val="0"/>
              </a:spcAft>
              <a:buNone/>
            </a:pPr>
            <a:r>
              <a:rPr lang="es-419"/>
              <a:t>Bodega Tienda</a:t>
            </a:r>
            <a:endParaRPr/>
          </a:p>
        </p:txBody>
      </p:sp>
      <p:sp>
        <p:nvSpPr>
          <p:cNvPr id="15603" name="Google Shape;15603;p267"/>
          <p:cNvSpPr txBox="1"/>
          <p:nvPr>
            <p:ph idx="36" type="subTitle"/>
          </p:nvPr>
        </p:nvSpPr>
        <p:spPr>
          <a:xfrm>
            <a:off x="6410573" y="2782510"/>
            <a:ext cx="813600" cy="437700"/>
          </a:xfrm>
          <a:prstGeom prst="rect">
            <a:avLst/>
          </a:prstGeom>
        </p:spPr>
        <p:txBody>
          <a:bodyPr anchorCtr="0" anchor="ctr" bIns="36000" lIns="36000" spcFirstLastPara="1" rIns="36000" wrap="square" tIns="36000">
            <a:noAutofit/>
          </a:bodyPr>
          <a:lstStyle/>
          <a:p>
            <a:pPr indent="0" lvl="0" marL="0" rtl="0" algn="ctr">
              <a:spcBef>
                <a:spcPts val="0"/>
              </a:spcBef>
              <a:spcAft>
                <a:spcPts val="0"/>
              </a:spcAft>
              <a:buNone/>
            </a:pPr>
            <a:r>
              <a:rPr lang="es-419"/>
              <a:t>Antes de registrar la venta</a:t>
            </a:r>
            <a:endParaRPr/>
          </a:p>
        </p:txBody>
      </p:sp>
      <p:sp>
        <p:nvSpPr>
          <p:cNvPr id="15604" name="Google Shape;15604;p267"/>
          <p:cNvSpPr txBox="1"/>
          <p:nvPr>
            <p:ph idx="37" type="subTitle"/>
          </p:nvPr>
        </p:nvSpPr>
        <p:spPr>
          <a:xfrm>
            <a:off x="7344346" y="2782511"/>
            <a:ext cx="796500" cy="437700"/>
          </a:xfrm>
          <a:prstGeom prst="rect">
            <a:avLst/>
          </a:prstGeom>
        </p:spPr>
        <p:txBody>
          <a:bodyPr anchorCtr="0" anchor="ctr" bIns="36000" lIns="36000" spcFirstLastPara="1" rIns="36000" wrap="square" tIns="36000">
            <a:noAutofit/>
          </a:bodyPr>
          <a:lstStyle/>
          <a:p>
            <a:pPr indent="0" lvl="0" marL="0" rtl="0" algn="ctr">
              <a:spcBef>
                <a:spcPts val="0"/>
              </a:spcBef>
              <a:spcAft>
                <a:spcPts val="0"/>
              </a:spcAft>
              <a:buNone/>
            </a:pPr>
            <a:r>
              <a:rPr lang="es-419"/>
              <a:t>Acceso al Kardex</a:t>
            </a:r>
            <a:endParaRPr/>
          </a:p>
        </p:txBody>
      </p:sp>
      <p:sp>
        <p:nvSpPr>
          <p:cNvPr id="15605" name="Google Shape;15605;p267"/>
          <p:cNvSpPr txBox="1"/>
          <p:nvPr>
            <p:ph idx="38" type="subTitle"/>
          </p:nvPr>
        </p:nvSpPr>
        <p:spPr>
          <a:xfrm>
            <a:off x="8181345" y="2782511"/>
            <a:ext cx="796500" cy="437700"/>
          </a:xfrm>
          <a:prstGeom prst="rect">
            <a:avLst/>
          </a:prstGeom>
        </p:spPr>
        <p:txBody>
          <a:bodyPr anchorCtr="0" anchor="ctr" bIns="36000" lIns="36000" spcFirstLastPara="1" rIns="36000" wrap="square" tIns="36000">
            <a:noAutofit/>
          </a:bodyPr>
          <a:lstStyle/>
          <a:p>
            <a:pPr indent="0" lvl="0" marL="0" rtl="0" algn="ctr">
              <a:spcBef>
                <a:spcPts val="0"/>
              </a:spcBef>
              <a:spcAft>
                <a:spcPts val="0"/>
              </a:spcAft>
              <a:buNone/>
            </a:pPr>
            <a:r>
              <a:rPr lang="es-419"/>
              <a:t>para confirmar stock</a:t>
            </a:r>
            <a:endParaRPr/>
          </a:p>
        </p:txBody>
      </p:sp>
      <p:sp>
        <p:nvSpPr>
          <p:cNvPr id="15606" name="Google Shape;15606;p267"/>
          <p:cNvSpPr txBox="1"/>
          <p:nvPr>
            <p:ph idx="39" type="subTitle"/>
          </p:nvPr>
        </p:nvSpPr>
        <p:spPr>
          <a:xfrm>
            <a:off x="8998819" y="2782511"/>
            <a:ext cx="815100" cy="437700"/>
          </a:xfrm>
          <a:prstGeom prst="rect">
            <a:avLst/>
          </a:prstGeom>
        </p:spPr>
        <p:txBody>
          <a:bodyPr anchorCtr="0" anchor="ctr" bIns="36000" lIns="36000" spcFirstLastPara="1" rIns="36000" wrap="square" tIns="36000">
            <a:noAutofit/>
          </a:bodyPr>
          <a:lstStyle/>
          <a:p>
            <a:pPr indent="0" lvl="0" marL="0" rtl="0" algn="l">
              <a:spcBef>
                <a:spcPts val="0"/>
              </a:spcBef>
              <a:spcAft>
                <a:spcPts val="0"/>
              </a:spcAft>
              <a:buNone/>
            </a:pPr>
            <a:r>
              <a:rPr lang="es-419"/>
              <a:t>Verificar saldo y no vender si no hay autorización de retiro</a:t>
            </a:r>
            <a:endParaRPr/>
          </a:p>
        </p:txBody>
      </p:sp>
      <p:sp>
        <p:nvSpPr>
          <p:cNvPr id="15607" name="Google Shape;15607;p267"/>
          <p:cNvSpPr txBox="1"/>
          <p:nvPr>
            <p:ph idx="40" type="subTitle"/>
          </p:nvPr>
        </p:nvSpPr>
        <p:spPr>
          <a:xfrm>
            <a:off x="263406" y="3269058"/>
            <a:ext cx="796500" cy="437700"/>
          </a:xfrm>
          <a:prstGeom prst="rect">
            <a:avLst/>
          </a:prstGeom>
        </p:spPr>
        <p:txBody>
          <a:bodyPr anchorCtr="0" anchor="ctr" bIns="36000" lIns="36000" spcFirstLastPara="1" rIns="36000" wrap="square" tIns="36000">
            <a:noAutofit/>
          </a:bodyPr>
          <a:lstStyle/>
          <a:p>
            <a:pPr indent="0" lvl="0" marL="0" rtl="0" algn="l">
              <a:lnSpc>
                <a:spcPct val="100000"/>
              </a:lnSpc>
              <a:spcBef>
                <a:spcPts val="0"/>
              </a:spcBef>
              <a:spcAft>
                <a:spcPts val="0"/>
              </a:spcAft>
              <a:buNone/>
            </a:pPr>
            <a:r>
              <a:rPr lang="es-419"/>
              <a:t>Realizar Pedido</a:t>
            </a:r>
            <a:endParaRPr/>
          </a:p>
          <a:p>
            <a:pPr indent="0" lvl="0" marL="0" rtl="0" algn="ctr">
              <a:spcBef>
                <a:spcPts val="0"/>
              </a:spcBef>
              <a:spcAft>
                <a:spcPts val="0"/>
              </a:spcAft>
              <a:buNone/>
            </a:pPr>
            <a:r>
              <a:t/>
            </a:r>
            <a:endParaRPr/>
          </a:p>
        </p:txBody>
      </p:sp>
      <p:sp>
        <p:nvSpPr>
          <p:cNvPr id="15608" name="Google Shape;15608;p267"/>
          <p:cNvSpPr txBox="1"/>
          <p:nvPr>
            <p:ph idx="41" type="subTitle"/>
          </p:nvPr>
        </p:nvSpPr>
        <p:spPr>
          <a:xfrm>
            <a:off x="1177829" y="3269058"/>
            <a:ext cx="777900" cy="437700"/>
          </a:xfrm>
          <a:prstGeom prst="rect">
            <a:avLst/>
          </a:prstGeom>
        </p:spPr>
        <p:txBody>
          <a:bodyPr anchorCtr="0" anchor="ctr" bIns="36000" lIns="36000" spcFirstLastPara="1" rIns="36000" wrap="square" tIns="36000">
            <a:noAutofit/>
          </a:bodyPr>
          <a:lstStyle/>
          <a:p>
            <a:pPr indent="0" lvl="0" marL="0" rtl="0" algn="ctr">
              <a:spcBef>
                <a:spcPts val="0"/>
              </a:spcBef>
              <a:spcAft>
                <a:spcPts val="0"/>
              </a:spcAft>
              <a:buClr>
                <a:schemeClr val="dk1"/>
              </a:buClr>
              <a:buSzPts val="1100"/>
              <a:buFont typeface="Arial"/>
              <a:buNone/>
            </a:pPr>
            <a:r>
              <a:rPr lang="es-419">
                <a:solidFill>
                  <a:schemeClr val="dk1"/>
                </a:solidFill>
              </a:rPr>
              <a:t>Asesor de ventas</a:t>
            </a:r>
            <a:endParaRPr/>
          </a:p>
        </p:txBody>
      </p:sp>
      <p:sp>
        <p:nvSpPr>
          <p:cNvPr id="15609" name="Google Shape;15609;p267"/>
          <p:cNvSpPr txBox="1"/>
          <p:nvPr>
            <p:ph idx="42" type="subTitle"/>
          </p:nvPr>
        </p:nvSpPr>
        <p:spPr>
          <a:xfrm>
            <a:off x="1988728" y="3269058"/>
            <a:ext cx="815100" cy="437700"/>
          </a:xfrm>
          <a:prstGeom prst="rect">
            <a:avLst/>
          </a:prstGeom>
        </p:spPr>
        <p:txBody>
          <a:bodyPr anchorCtr="0" anchor="ctr" bIns="36000" lIns="36000" spcFirstLastPara="1" rIns="36000" wrap="square" tIns="36000">
            <a:noAutofit/>
          </a:bodyPr>
          <a:lstStyle/>
          <a:p>
            <a:pPr indent="0" lvl="0" marL="0" rtl="0" algn="ctr">
              <a:spcBef>
                <a:spcPts val="0"/>
              </a:spcBef>
              <a:spcAft>
                <a:spcPts val="0"/>
              </a:spcAft>
              <a:buNone/>
            </a:pPr>
            <a:r>
              <a:rPr lang="es-419"/>
              <a:t>Proveedor local</a:t>
            </a:r>
            <a:endParaRPr/>
          </a:p>
        </p:txBody>
      </p:sp>
      <p:sp>
        <p:nvSpPr>
          <p:cNvPr id="15610" name="Google Shape;15610;p267"/>
          <p:cNvSpPr txBox="1"/>
          <p:nvPr>
            <p:ph idx="43" type="subTitle"/>
          </p:nvPr>
        </p:nvSpPr>
        <p:spPr>
          <a:xfrm>
            <a:off x="2923907" y="3269058"/>
            <a:ext cx="777900" cy="437700"/>
          </a:xfrm>
          <a:prstGeom prst="rect">
            <a:avLst/>
          </a:prstGeom>
        </p:spPr>
        <p:txBody>
          <a:bodyPr anchorCtr="0" anchor="ctr" bIns="36000" lIns="36000" spcFirstLastPara="1" rIns="36000" wrap="square" tIns="36000">
            <a:noAutofit/>
          </a:bodyPr>
          <a:lstStyle/>
          <a:p>
            <a:pPr indent="0" lvl="0" marL="0" rtl="0" algn="ctr">
              <a:spcBef>
                <a:spcPts val="0"/>
              </a:spcBef>
              <a:spcAft>
                <a:spcPts val="0"/>
              </a:spcAft>
              <a:buNone/>
            </a:pPr>
            <a:r>
              <a:rPr lang="es-419"/>
              <a:t>Formato de pedido (F-PD-01)</a:t>
            </a:r>
            <a:endParaRPr/>
          </a:p>
        </p:txBody>
      </p:sp>
      <p:sp>
        <p:nvSpPr>
          <p:cNvPr id="15611" name="Google Shape;15611;p267"/>
          <p:cNvSpPr txBox="1"/>
          <p:nvPr>
            <p:ph idx="44" type="subTitle"/>
          </p:nvPr>
        </p:nvSpPr>
        <p:spPr>
          <a:xfrm>
            <a:off x="3734801" y="3269058"/>
            <a:ext cx="815100" cy="437700"/>
          </a:xfrm>
          <a:prstGeom prst="rect">
            <a:avLst/>
          </a:prstGeom>
        </p:spPr>
        <p:txBody>
          <a:bodyPr anchorCtr="0" anchor="ctr" bIns="36000" lIns="36000" spcFirstLastPara="1" rIns="36000" wrap="square" tIns="36000">
            <a:noAutofit/>
          </a:bodyPr>
          <a:lstStyle/>
          <a:p>
            <a:pPr indent="0" lvl="0" marL="0" rtl="0" algn="ctr">
              <a:spcBef>
                <a:spcPts val="0"/>
              </a:spcBef>
              <a:spcAft>
                <a:spcPts val="0"/>
              </a:spcAft>
              <a:buNone/>
            </a:pPr>
            <a:r>
              <a:rPr lang="es-419"/>
              <a:t>Plazo De Entrega</a:t>
            </a:r>
            <a:endParaRPr/>
          </a:p>
        </p:txBody>
      </p:sp>
      <p:sp>
        <p:nvSpPr>
          <p:cNvPr id="15612" name="Google Shape;15612;p267"/>
          <p:cNvSpPr txBox="1"/>
          <p:nvPr>
            <p:ph idx="45" type="subTitle"/>
          </p:nvPr>
        </p:nvSpPr>
        <p:spPr>
          <a:xfrm>
            <a:off x="4669984" y="3269058"/>
            <a:ext cx="777900" cy="437700"/>
          </a:xfrm>
          <a:prstGeom prst="rect">
            <a:avLst/>
          </a:prstGeom>
        </p:spPr>
        <p:txBody>
          <a:bodyPr anchorCtr="0" anchor="ctr" bIns="36000" lIns="36000" spcFirstLastPara="1" rIns="36000" wrap="square" tIns="36000">
            <a:noAutofit/>
          </a:bodyPr>
          <a:lstStyle/>
          <a:p>
            <a:pPr indent="0" lvl="0" marL="0" rtl="0" algn="ctr">
              <a:spcBef>
                <a:spcPts val="0"/>
              </a:spcBef>
              <a:spcAft>
                <a:spcPts val="0"/>
              </a:spcAft>
              <a:buNone/>
            </a:pPr>
            <a:r>
              <a:rPr lang="es-419"/>
              <a:t>Formato físico y contacto del proveedor</a:t>
            </a:r>
            <a:endParaRPr/>
          </a:p>
        </p:txBody>
      </p:sp>
      <p:sp>
        <p:nvSpPr>
          <p:cNvPr id="15613" name="Google Shape;15613;p267"/>
          <p:cNvSpPr txBox="1"/>
          <p:nvPr>
            <p:ph idx="46" type="subTitle"/>
          </p:nvPr>
        </p:nvSpPr>
        <p:spPr>
          <a:xfrm>
            <a:off x="5480878" y="3269058"/>
            <a:ext cx="815100" cy="437700"/>
          </a:xfrm>
          <a:prstGeom prst="rect">
            <a:avLst/>
          </a:prstGeom>
        </p:spPr>
        <p:txBody>
          <a:bodyPr anchorCtr="0" anchor="ctr" bIns="36000" lIns="36000" spcFirstLastPara="1" rIns="36000" wrap="square" tIns="36000">
            <a:noAutofit/>
          </a:bodyPr>
          <a:lstStyle/>
          <a:p>
            <a:pPr indent="0" lvl="0" marL="0" rtl="0" algn="ctr">
              <a:spcBef>
                <a:spcPts val="0"/>
              </a:spcBef>
              <a:spcAft>
                <a:spcPts val="0"/>
              </a:spcAft>
              <a:buNone/>
            </a:pPr>
            <a:r>
              <a:rPr lang="es-419"/>
              <a:t>Tienda Norte O centro</a:t>
            </a:r>
            <a:endParaRPr/>
          </a:p>
        </p:txBody>
      </p:sp>
      <p:sp>
        <p:nvSpPr>
          <p:cNvPr id="15614" name="Google Shape;15614;p267"/>
          <p:cNvSpPr txBox="1"/>
          <p:nvPr>
            <p:ph idx="47" type="subTitle"/>
          </p:nvPr>
        </p:nvSpPr>
        <p:spPr>
          <a:xfrm>
            <a:off x="6410573" y="3269056"/>
            <a:ext cx="813600" cy="437700"/>
          </a:xfrm>
          <a:prstGeom prst="rect">
            <a:avLst/>
          </a:prstGeom>
        </p:spPr>
        <p:txBody>
          <a:bodyPr anchorCtr="0" anchor="ctr" bIns="36000" lIns="36000" spcFirstLastPara="1" rIns="36000" wrap="square" tIns="36000">
            <a:noAutofit/>
          </a:bodyPr>
          <a:lstStyle/>
          <a:p>
            <a:pPr indent="0" lvl="0" marL="0" rtl="0" algn="l">
              <a:lnSpc>
                <a:spcPct val="100000"/>
              </a:lnSpc>
              <a:spcBef>
                <a:spcPts val="0"/>
              </a:spcBef>
              <a:spcAft>
                <a:spcPts val="0"/>
              </a:spcAft>
              <a:buNone/>
            </a:pPr>
            <a:r>
              <a:rPr lang="es-419"/>
              <a:t>Cuando no hay producto disponible en stock</a:t>
            </a:r>
            <a:endParaRPr/>
          </a:p>
          <a:p>
            <a:pPr indent="0" lvl="0" marL="0" rtl="0" algn="ctr">
              <a:spcBef>
                <a:spcPts val="0"/>
              </a:spcBef>
              <a:spcAft>
                <a:spcPts val="0"/>
              </a:spcAft>
              <a:buNone/>
            </a:pPr>
            <a:r>
              <a:t/>
            </a:r>
            <a:endParaRPr/>
          </a:p>
        </p:txBody>
      </p:sp>
      <p:sp>
        <p:nvSpPr>
          <p:cNvPr id="15615" name="Google Shape;15615;p267"/>
          <p:cNvSpPr txBox="1"/>
          <p:nvPr>
            <p:ph idx="48" type="subTitle"/>
          </p:nvPr>
        </p:nvSpPr>
        <p:spPr>
          <a:xfrm>
            <a:off x="7344346" y="3269058"/>
            <a:ext cx="796500" cy="437700"/>
          </a:xfrm>
          <a:prstGeom prst="rect">
            <a:avLst/>
          </a:prstGeom>
        </p:spPr>
        <p:txBody>
          <a:bodyPr anchorCtr="0" anchor="ctr" bIns="36000" lIns="36000" spcFirstLastPara="1" rIns="36000" wrap="square" tIns="36000">
            <a:noAutofit/>
          </a:bodyPr>
          <a:lstStyle/>
          <a:p>
            <a:pPr indent="0" lvl="0" marL="0" rtl="0" algn="ctr">
              <a:spcBef>
                <a:spcPts val="0"/>
              </a:spcBef>
              <a:spcAft>
                <a:spcPts val="0"/>
              </a:spcAft>
              <a:buNone/>
            </a:pPr>
            <a:r>
              <a:rPr lang="es-419"/>
              <a:t>Autorización del jefe de bodega</a:t>
            </a:r>
            <a:endParaRPr/>
          </a:p>
        </p:txBody>
      </p:sp>
      <p:sp>
        <p:nvSpPr>
          <p:cNvPr id="15616" name="Google Shape;15616;p267"/>
          <p:cNvSpPr txBox="1"/>
          <p:nvPr>
            <p:ph idx="49" type="subTitle"/>
          </p:nvPr>
        </p:nvSpPr>
        <p:spPr>
          <a:xfrm>
            <a:off x="8181345" y="3269058"/>
            <a:ext cx="796500" cy="437700"/>
          </a:xfrm>
          <a:prstGeom prst="rect">
            <a:avLst/>
          </a:prstGeom>
        </p:spPr>
        <p:txBody>
          <a:bodyPr anchorCtr="0" anchor="ctr" bIns="36000" lIns="36000" spcFirstLastPara="1" rIns="36000" wrap="square" tIns="36000">
            <a:noAutofit/>
          </a:bodyPr>
          <a:lstStyle/>
          <a:p>
            <a:pPr indent="0" lvl="0" marL="0" rtl="0" algn="ctr">
              <a:spcBef>
                <a:spcPts val="0"/>
              </a:spcBef>
              <a:spcAft>
                <a:spcPts val="0"/>
              </a:spcAft>
              <a:buNone/>
            </a:pPr>
            <a:r>
              <a:rPr lang="es-419"/>
              <a:t>Reponer stock y cumplir la venta</a:t>
            </a:r>
            <a:endParaRPr/>
          </a:p>
        </p:txBody>
      </p:sp>
      <p:sp>
        <p:nvSpPr>
          <p:cNvPr id="15617" name="Google Shape;15617;p267"/>
          <p:cNvSpPr txBox="1"/>
          <p:nvPr>
            <p:ph idx="50" type="subTitle"/>
          </p:nvPr>
        </p:nvSpPr>
        <p:spPr>
          <a:xfrm>
            <a:off x="8998819" y="3269058"/>
            <a:ext cx="815100" cy="437700"/>
          </a:xfrm>
          <a:prstGeom prst="rect">
            <a:avLst/>
          </a:prstGeom>
        </p:spPr>
        <p:txBody>
          <a:bodyPr anchorCtr="0" anchor="ctr" bIns="36000" lIns="36000" spcFirstLastPara="1" rIns="36000" wrap="square" tIns="36000">
            <a:noAutofit/>
          </a:bodyPr>
          <a:lstStyle/>
          <a:p>
            <a:pPr indent="0" lvl="0" marL="0" rtl="0" algn="ctr">
              <a:spcBef>
                <a:spcPts val="0"/>
              </a:spcBef>
              <a:spcAft>
                <a:spcPts val="0"/>
              </a:spcAft>
              <a:buNone/>
            </a:pPr>
            <a:r>
              <a:rPr lang="es-419"/>
              <a:t>Conservar copia de F-PD-01,pedido urgente si stock=0</a:t>
            </a:r>
            <a:endParaRPr/>
          </a:p>
        </p:txBody>
      </p:sp>
      <p:sp>
        <p:nvSpPr>
          <p:cNvPr id="15618" name="Google Shape;15618;p267"/>
          <p:cNvSpPr txBox="1"/>
          <p:nvPr>
            <p:ph idx="51" type="subTitle"/>
          </p:nvPr>
        </p:nvSpPr>
        <p:spPr>
          <a:xfrm>
            <a:off x="263406" y="3763699"/>
            <a:ext cx="796500" cy="437700"/>
          </a:xfrm>
          <a:prstGeom prst="rect">
            <a:avLst/>
          </a:prstGeom>
        </p:spPr>
        <p:txBody>
          <a:bodyPr anchorCtr="0" anchor="ctr" bIns="36000" lIns="36000" spcFirstLastPara="1" rIns="36000" wrap="square" tIns="36000">
            <a:noAutofit/>
          </a:bodyPr>
          <a:lstStyle/>
          <a:p>
            <a:pPr indent="0" lvl="0" marL="0" rtl="0" algn="l">
              <a:lnSpc>
                <a:spcPct val="100000"/>
              </a:lnSpc>
              <a:spcBef>
                <a:spcPts val="0"/>
              </a:spcBef>
              <a:spcAft>
                <a:spcPts val="0"/>
              </a:spcAft>
              <a:buNone/>
            </a:pPr>
            <a:r>
              <a:rPr lang="es-419"/>
              <a:t>Solicitar Retiro Del Producto En Bodega</a:t>
            </a:r>
            <a:endParaRPr/>
          </a:p>
          <a:p>
            <a:pPr indent="0" lvl="0" marL="0" rtl="0" algn="ctr">
              <a:spcBef>
                <a:spcPts val="0"/>
              </a:spcBef>
              <a:spcAft>
                <a:spcPts val="0"/>
              </a:spcAft>
              <a:buNone/>
            </a:pPr>
            <a:r>
              <a:t/>
            </a:r>
            <a:endParaRPr/>
          </a:p>
        </p:txBody>
      </p:sp>
      <p:sp>
        <p:nvSpPr>
          <p:cNvPr id="15619" name="Google Shape;15619;p267"/>
          <p:cNvSpPr txBox="1"/>
          <p:nvPr>
            <p:ph idx="52" type="subTitle"/>
          </p:nvPr>
        </p:nvSpPr>
        <p:spPr>
          <a:xfrm>
            <a:off x="1177829" y="3763699"/>
            <a:ext cx="777900" cy="437700"/>
          </a:xfrm>
          <a:prstGeom prst="rect">
            <a:avLst/>
          </a:prstGeom>
        </p:spPr>
        <p:txBody>
          <a:bodyPr anchorCtr="0" anchor="ctr" bIns="36000" lIns="36000" spcFirstLastPara="1" rIns="36000" wrap="square" tIns="36000">
            <a:noAutofit/>
          </a:bodyPr>
          <a:lstStyle/>
          <a:p>
            <a:pPr indent="0" lvl="0" marL="0" rtl="0" algn="ctr">
              <a:spcBef>
                <a:spcPts val="0"/>
              </a:spcBef>
              <a:spcAft>
                <a:spcPts val="0"/>
              </a:spcAft>
              <a:buNone/>
            </a:pPr>
            <a:r>
              <a:rPr lang="es-419"/>
              <a:t>Asesor de ventas</a:t>
            </a:r>
            <a:endParaRPr/>
          </a:p>
        </p:txBody>
      </p:sp>
      <p:sp>
        <p:nvSpPr>
          <p:cNvPr id="15620" name="Google Shape;15620;p267"/>
          <p:cNvSpPr txBox="1"/>
          <p:nvPr>
            <p:ph idx="53" type="subTitle"/>
          </p:nvPr>
        </p:nvSpPr>
        <p:spPr>
          <a:xfrm>
            <a:off x="1988728" y="3763699"/>
            <a:ext cx="815100" cy="437700"/>
          </a:xfrm>
          <a:prstGeom prst="rect">
            <a:avLst/>
          </a:prstGeom>
        </p:spPr>
        <p:txBody>
          <a:bodyPr anchorCtr="0" anchor="ctr" bIns="36000" lIns="36000" spcFirstLastPara="1" rIns="36000" wrap="square" tIns="36000">
            <a:noAutofit/>
          </a:bodyPr>
          <a:lstStyle/>
          <a:p>
            <a:pPr indent="0" lvl="0" marL="0" rtl="0" algn="ctr">
              <a:spcBef>
                <a:spcPts val="0"/>
              </a:spcBef>
              <a:spcAft>
                <a:spcPts val="0"/>
              </a:spcAft>
              <a:buNone/>
            </a:pPr>
            <a:r>
              <a:rPr lang="es-419"/>
              <a:t>Proveedor Local</a:t>
            </a:r>
            <a:endParaRPr/>
          </a:p>
        </p:txBody>
      </p:sp>
      <p:sp>
        <p:nvSpPr>
          <p:cNvPr id="15621" name="Google Shape;15621;p267"/>
          <p:cNvSpPr txBox="1"/>
          <p:nvPr>
            <p:ph idx="54" type="subTitle"/>
          </p:nvPr>
        </p:nvSpPr>
        <p:spPr>
          <a:xfrm>
            <a:off x="2923907" y="3763699"/>
            <a:ext cx="777900" cy="437700"/>
          </a:xfrm>
          <a:prstGeom prst="rect">
            <a:avLst/>
          </a:prstGeom>
        </p:spPr>
        <p:txBody>
          <a:bodyPr anchorCtr="0" anchor="ctr" bIns="36000" lIns="36000" spcFirstLastPara="1" rIns="36000" wrap="square" tIns="36000">
            <a:noAutofit/>
          </a:bodyPr>
          <a:lstStyle/>
          <a:p>
            <a:pPr indent="0" lvl="0" marL="0" rtl="0" algn="ctr">
              <a:spcBef>
                <a:spcPts val="0"/>
              </a:spcBef>
              <a:spcAft>
                <a:spcPts val="0"/>
              </a:spcAft>
              <a:buNone/>
            </a:pPr>
            <a:r>
              <a:rPr lang="es-419"/>
              <a:t>Vale de Retiro F-BO-01</a:t>
            </a:r>
            <a:endParaRPr/>
          </a:p>
        </p:txBody>
      </p:sp>
      <p:sp>
        <p:nvSpPr>
          <p:cNvPr id="15622" name="Google Shape;15622;p267"/>
          <p:cNvSpPr txBox="1"/>
          <p:nvPr>
            <p:ph idx="55" type="subTitle"/>
          </p:nvPr>
        </p:nvSpPr>
        <p:spPr>
          <a:xfrm>
            <a:off x="3734801" y="3763699"/>
            <a:ext cx="815100" cy="437700"/>
          </a:xfrm>
          <a:prstGeom prst="rect">
            <a:avLst/>
          </a:prstGeom>
        </p:spPr>
        <p:txBody>
          <a:bodyPr anchorCtr="0" anchor="ctr" bIns="36000" lIns="36000" spcFirstLastPara="1" rIns="36000" wrap="square" tIns="36000">
            <a:noAutofit/>
          </a:bodyPr>
          <a:lstStyle/>
          <a:p>
            <a:pPr indent="0" lvl="0" marL="0" rtl="0" algn="ctr">
              <a:spcBef>
                <a:spcPts val="0"/>
              </a:spcBef>
              <a:spcAft>
                <a:spcPts val="0"/>
              </a:spcAft>
              <a:buNone/>
            </a:pPr>
            <a:r>
              <a:rPr lang="es-419"/>
              <a:t>Comprobante de pago</a:t>
            </a:r>
            <a:endParaRPr/>
          </a:p>
        </p:txBody>
      </p:sp>
      <p:sp>
        <p:nvSpPr>
          <p:cNvPr id="15623" name="Google Shape;15623;p267"/>
          <p:cNvSpPr txBox="1"/>
          <p:nvPr>
            <p:ph idx="56" type="subTitle"/>
          </p:nvPr>
        </p:nvSpPr>
        <p:spPr>
          <a:xfrm>
            <a:off x="4669984" y="3763699"/>
            <a:ext cx="777900" cy="437700"/>
          </a:xfrm>
          <a:prstGeom prst="rect">
            <a:avLst/>
          </a:prstGeom>
        </p:spPr>
        <p:txBody>
          <a:bodyPr anchorCtr="0" anchor="ctr" bIns="36000" lIns="36000" spcFirstLastPara="1" rIns="36000" wrap="square" tIns="36000">
            <a:noAutofit/>
          </a:bodyPr>
          <a:lstStyle/>
          <a:p>
            <a:pPr indent="0" lvl="0" marL="0" rtl="0" algn="ctr">
              <a:spcBef>
                <a:spcPts val="0"/>
              </a:spcBef>
              <a:spcAft>
                <a:spcPts val="0"/>
              </a:spcAft>
              <a:buNone/>
            </a:pPr>
            <a:r>
              <a:rPr lang="es-419"/>
              <a:t>Producto, vale firmado </a:t>
            </a:r>
            <a:endParaRPr/>
          </a:p>
        </p:txBody>
      </p:sp>
      <p:sp>
        <p:nvSpPr>
          <p:cNvPr id="15624" name="Google Shape;15624;p267"/>
          <p:cNvSpPr txBox="1"/>
          <p:nvPr>
            <p:ph idx="57" type="subTitle"/>
          </p:nvPr>
        </p:nvSpPr>
        <p:spPr>
          <a:xfrm>
            <a:off x="5480878" y="3763699"/>
            <a:ext cx="815100" cy="437700"/>
          </a:xfrm>
          <a:prstGeom prst="rect">
            <a:avLst/>
          </a:prstGeom>
        </p:spPr>
        <p:txBody>
          <a:bodyPr anchorCtr="0" anchor="ctr" bIns="36000" lIns="36000" spcFirstLastPara="1" rIns="36000" wrap="square" tIns="36000">
            <a:noAutofit/>
          </a:bodyPr>
          <a:lstStyle/>
          <a:p>
            <a:pPr indent="0" lvl="0" marL="0" rtl="0" algn="ctr">
              <a:spcBef>
                <a:spcPts val="0"/>
              </a:spcBef>
              <a:spcAft>
                <a:spcPts val="0"/>
              </a:spcAft>
              <a:buNone/>
            </a:pPr>
            <a:r>
              <a:rPr lang="es-419"/>
              <a:t>Bodega y mostrador</a:t>
            </a:r>
            <a:endParaRPr/>
          </a:p>
        </p:txBody>
      </p:sp>
      <p:sp>
        <p:nvSpPr>
          <p:cNvPr id="15625" name="Google Shape;15625;p267"/>
          <p:cNvSpPr txBox="1"/>
          <p:nvPr>
            <p:ph idx="58" type="subTitle"/>
          </p:nvPr>
        </p:nvSpPr>
        <p:spPr>
          <a:xfrm>
            <a:off x="6410573" y="3763697"/>
            <a:ext cx="813600" cy="437700"/>
          </a:xfrm>
          <a:prstGeom prst="rect">
            <a:avLst/>
          </a:prstGeom>
        </p:spPr>
        <p:txBody>
          <a:bodyPr anchorCtr="0" anchor="ctr" bIns="36000" lIns="36000" spcFirstLastPara="1" rIns="36000" wrap="square" tIns="36000">
            <a:noAutofit/>
          </a:bodyPr>
          <a:lstStyle/>
          <a:p>
            <a:pPr indent="0" lvl="0" marL="0" rtl="0" algn="l">
              <a:lnSpc>
                <a:spcPct val="100000"/>
              </a:lnSpc>
              <a:spcBef>
                <a:spcPts val="0"/>
              </a:spcBef>
              <a:spcAft>
                <a:spcPts val="0"/>
              </a:spcAft>
              <a:buNone/>
            </a:pPr>
            <a:r>
              <a:rPr lang="es-419"/>
              <a:t>Tras verificar Disponibilidad</a:t>
            </a:r>
            <a:endParaRPr/>
          </a:p>
        </p:txBody>
      </p:sp>
      <p:sp>
        <p:nvSpPr>
          <p:cNvPr id="15626" name="Google Shape;15626;p267"/>
          <p:cNvSpPr txBox="1"/>
          <p:nvPr>
            <p:ph idx="59" type="subTitle"/>
          </p:nvPr>
        </p:nvSpPr>
        <p:spPr>
          <a:xfrm>
            <a:off x="7344346" y="3763699"/>
            <a:ext cx="796500" cy="437700"/>
          </a:xfrm>
          <a:prstGeom prst="rect">
            <a:avLst/>
          </a:prstGeom>
        </p:spPr>
        <p:txBody>
          <a:bodyPr anchorCtr="0" anchor="ctr" bIns="36000" lIns="36000" spcFirstLastPara="1" rIns="36000" wrap="square" tIns="36000">
            <a:noAutofit/>
          </a:bodyPr>
          <a:lstStyle/>
          <a:p>
            <a:pPr indent="0" lvl="0" marL="0" rtl="0" algn="ctr">
              <a:spcBef>
                <a:spcPts val="0"/>
              </a:spcBef>
              <a:spcAft>
                <a:spcPts val="0"/>
              </a:spcAft>
              <a:buNone/>
            </a:pPr>
            <a:r>
              <a:rPr lang="es-419"/>
              <a:t>entregar lo comprado</a:t>
            </a:r>
            <a:endParaRPr/>
          </a:p>
        </p:txBody>
      </p:sp>
      <p:sp>
        <p:nvSpPr>
          <p:cNvPr id="15627" name="Google Shape;15627;p267"/>
          <p:cNvSpPr txBox="1"/>
          <p:nvPr>
            <p:ph idx="60" type="subTitle"/>
          </p:nvPr>
        </p:nvSpPr>
        <p:spPr>
          <a:xfrm>
            <a:off x="8181345" y="3763699"/>
            <a:ext cx="796500" cy="437700"/>
          </a:xfrm>
          <a:prstGeom prst="rect">
            <a:avLst/>
          </a:prstGeom>
        </p:spPr>
        <p:txBody>
          <a:bodyPr anchorCtr="0" anchor="ctr" bIns="36000" lIns="36000" spcFirstLastPara="1" rIns="36000" wrap="square" tIns="36000">
            <a:noAutofit/>
          </a:bodyPr>
          <a:lstStyle/>
          <a:p>
            <a:pPr indent="0" lvl="0" marL="0" rtl="0" algn="ctr">
              <a:spcBef>
                <a:spcPts val="0"/>
              </a:spcBef>
              <a:spcAft>
                <a:spcPts val="0"/>
              </a:spcAft>
              <a:buNone/>
            </a:pPr>
            <a:r>
              <a:rPr lang="es-419"/>
              <a:t>cerrar la transacción</a:t>
            </a:r>
            <a:endParaRPr/>
          </a:p>
        </p:txBody>
      </p:sp>
      <p:sp>
        <p:nvSpPr>
          <p:cNvPr id="15628" name="Google Shape;15628;p267"/>
          <p:cNvSpPr txBox="1"/>
          <p:nvPr>
            <p:ph idx="61" type="subTitle"/>
          </p:nvPr>
        </p:nvSpPr>
        <p:spPr>
          <a:xfrm>
            <a:off x="8998819" y="3763699"/>
            <a:ext cx="815100" cy="437700"/>
          </a:xfrm>
          <a:prstGeom prst="rect">
            <a:avLst/>
          </a:prstGeom>
        </p:spPr>
        <p:txBody>
          <a:bodyPr anchorCtr="0" anchor="ctr" bIns="36000" lIns="36000" spcFirstLastPara="1" rIns="36000" wrap="square" tIns="36000">
            <a:noAutofit/>
          </a:bodyPr>
          <a:lstStyle/>
          <a:p>
            <a:pPr indent="0" lvl="0" marL="0" rtl="0" algn="ctr">
              <a:spcBef>
                <a:spcPts val="0"/>
              </a:spcBef>
              <a:spcAft>
                <a:spcPts val="0"/>
              </a:spcAft>
              <a:buNone/>
            </a:pPr>
            <a:r>
              <a:rPr lang="es-419"/>
              <a:t>Entrega contra comprobante</a:t>
            </a:r>
            <a:endParaRPr/>
          </a:p>
        </p:txBody>
      </p:sp>
      <p:sp>
        <p:nvSpPr>
          <p:cNvPr id="15629" name="Google Shape;15629;p267"/>
          <p:cNvSpPr txBox="1"/>
          <p:nvPr>
            <p:ph idx="62" type="subTitle"/>
          </p:nvPr>
        </p:nvSpPr>
        <p:spPr>
          <a:xfrm>
            <a:off x="263406" y="4278991"/>
            <a:ext cx="796500" cy="437700"/>
          </a:xfrm>
          <a:prstGeom prst="rect">
            <a:avLst/>
          </a:prstGeom>
        </p:spPr>
        <p:txBody>
          <a:bodyPr anchorCtr="0" anchor="ctr" bIns="36000" lIns="36000" spcFirstLastPara="1" rIns="36000" wrap="square" tIns="36000">
            <a:noAutofit/>
          </a:bodyPr>
          <a:lstStyle/>
          <a:p>
            <a:pPr indent="0" lvl="0" marL="0" rtl="0" algn="ctr">
              <a:spcBef>
                <a:spcPts val="0"/>
              </a:spcBef>
              <a:spcAft>
                <a:spcPts val="0"/>
              </a:spcAft>
              <a:buNone/>
            </a:pPr>
            <a:r>
              <a:rPr lang="es-419"/>
              <a:t>Registrar La Venta</a:t>
            </a:r>
            <a:endParaRPr/>
          </a:p>
        </p:txBody>
      </p:sp>
      <p:sp>
        <p:nvSpPr>
          <p:cNvPr id="15630" name="Google Shape;15630;p267"/>
          <p:cNvSpPr txBox="1"/>
          <p:nvPr>
            <p:ph idx="63" type="subTitle"/>
          </p:nvPr>
        </p:nvSpPr>
        <p:spPr>
          <a:xfrm>
            <a:off x="1177829" y="4278991"/>
            <a:ext cx="777900" cy="437700"/>
          </a:xfrm>
          <a:prstGeom prst="rect">
            <a:avLst/>
          </a:prstGeom>
        </p:spPr>
        <p:txBody>
          <a:bodyPr anchorCtr="0" anchor="ctr" bIns="36000" lIns="36000" spcFirstLastPara="1" rIns="36000" wrap="square" tIns="36000">
            <a:noAutofit/>
          </a:bodyPr>
          <a:lstStyle/>
          <a:p>
            <a:pPr indent="0" lvl="0" marL="0" rtl="0" algn="ctr">
              <a:spcBef>
                <a:spcPts val="0"/>
              </a:spcBef>
              <a:spcAft>
                <a:spcPts val="0"/>
              </a:spcAft>
              <a:buNone/>
            </a:pPr>
            <a:r>
              <a:rPr lang="es-419"/>
              <a:t>Asesor De Vntas</a:t>
            </a:r>
            <a:endParaRPr/>
          </a:p>
        </p:txBody>
      </p:sp>
      <p:sp>
        <p:nvSpPr>
          <p:cNvPr id="15631" name="Google Shape;15631;p267"/>
          <p:cNvSpPr txBox="1"/>
          <p:nvPr>
            <p:ph idx="64" type="subTitle"/>
          </p:nvPr>
        </p:nvSpPr>
        <p:spPr>
          <a:xfrm>
            <a:off x="1988728" y="4278991"/>
            <a:ext cx="815100" cy="437700"/>
          </a:xfrm>
          <a:prstGeom prst="rect">
            <a:avLst/>
          </a:prstGeom>
        </p:spPr>
        <p:txBody>
          <a:bodyPr anchorCtr="0" anchor="ctr" bIns="36000" lIns="36000" spcFirstLastPara="1" rIns="36000" wrap="square" tIns="36000">
            <a:noAutofit/>
          </a:bodyPr>
          <a:lstStyle/>
          <a:p>
            <a:pPr indent="0" lvl="0" marL="0" rtl="0" algn="ctr">
              <a:spcBef>
                <a:spcPts val="0"/>
              </a:spcBef>
              <a:spcAft>
                <a:spcPts val="0"/>
              </a:spcAft>
              <a:buClr>
                <a:schemeClr val="dk1"/>
              </a:buClr>
              <a:buSzPts val="1100"/>
              <a:buFont typeface="Arial"/>
              <a:buNone/>
            </a:pPr>
            <a:r>
              <a:rPr lang="es-419">
                <a:solidFill>
                  <a:schemeClr val="dk1"/>
                </a:solidFill>
              </a:rPr>
              <a:t>Proveedor Local</a:t>
            </a:r>
            <a:endParaRPr/>
          </a:p>
        </p:txBody>
      </p:sp>
      <p:sp>
        <p:nvSpPr>
          <p:cNvPr id="15632" name="Google Shape;15632;p267"/>
          <p:cNvSpPr txBox="1"/>
          <p:nvPr>
            <p:ph idx="65" type="subTitle"/>
          </p:nvPr>
        </p:nvSpPr>
        <p:spPr>
          <a:xfrm>
            <a:off x="2923907" y="4278991"/>
            <a:ext cx="777900" cy="437700"/>
          </a:xfrm>
          <a:prstGeom prst="rect">
            <a:avLst/>
          </a:prstGeom>
        </p:spPr>
        <p:txBody>
          <a:bodyPr anchorCtr="0" anchor="ctr" bIns="36000" lIns="36000" spcFirstLastPara="1" rIns="36000" wrap="square" tIns="36000">
            <a:noAutofit/>
          </a:bodyPr>
          <a:lstStyle/>
          <a:p>
            <a:pPr indent="0" lvl="0" marL="0" rtl="0" algn="ctr">
              <a:spcBef>
                <a:spcPts val="0"/>
              </a:spcBef>
              <a:spcAft>
                <a:spcPts val="0"/>
              </a:spcAft>
              <a:buNone/>
            </a:pPr>
            <a:r>
              <a:rPr lang="es-419"/>
              <a:t>Tiquete De Venta(F-TN-01)</a:t>
            </a:r>
            <a:endParaRPr/>
          </a:p>
        </p:txBody>
      </p:sp>
      <p:sp>
        <p:nvSpPr>
          <p:cNvPr id="15633" name="Google Shape;15633;p267"/>
          <p:cNvSpPr txBox="1"/>
          <p:nvPr>
            <p:ph idx="66" type="subTitle"/>
          </p:nvPr>
        </p:nvSpPr>
        <p:spPr>
          <a:xfrm>
            <a:off x="3734801" y="4278991"/>
            <a:ext cx="815100" cy="437700"/>
          </a:xfrm>
          <a:prstGeom prst="rect">
            <a:avLst/>
          </a:prstGeom>
        </p:spPr>
        <p:txBody>
          <a:bodyPr anchorCtr="0" anchor="ctr" bIns="36000" lIns="36000" spcFirstLastPara="1" rIns="36000" wrap="square" tIns="36000">
            <a:noAutofit/>
          </a:bodyPr>
          <a:lstStyle/>
          <a:p>
            <a:pPr indent="0" lvl="0" marL="0" rtl="0" algn="ctr">
              <a:spcBef>
                <a:spcPts val="0"/>
              </a:spcBef>
              <a:spcAft>
                <a:spcPts val="0"/>
              </a:spcAft>
              <a:buNone/>
            </a:pPr>
            <a:r>
              <a:rPr lang="es-419"/>
              <a:t>Datos del cliente</a:t>
            </a:r>
            <a:endParaRPr/>
          </a:p>
        </p:txBody>
      </p:sp>
      <p:sp>
        <p:nvSpPr>
          <p:cNvPr id="15634" name="Google Shape;15634;p267"/>
          <p:cNvSpPr txBox="1"/>
          <p:nvPr>
            <p:ph idx="67" type="subTitle"/>
          </p:nvPr>
        </p:nvSpPr>
        <p:spPr>
          <a:xfrm>
            <a:off x="4669984" y="4278991"/>
            <a:ext cx="777900" cy="437700"/>
          </a:xfrm>
          <a:prstGeom prst="rect">
            <a:avLst/>
          </a:prstGeom>
        </p:spPr>
        <p:txBody>
          <a:bodyPr anchorCtr="0" anchor="ctr" bIns="36000" lIns="36000" spcFirstLastPara="1" rIns="36000" wrap="square" tIns="36000">
            <a:noAutofit/>
          </a:bodyPr>
          <a:lstStyle/>
          <a:p>
            <a:pPr indent="0" lvl="0" marL="0" rtl="0" algn="ctr">
              <a:spcBef>
                <a:spcPts val="0"/>
              </a:spcBef>
              <a:spcAft>
                <a:spcPts val="0"/>
              </a:spcAft>
              <a:buNone/>
            </a:pPr>
            <a:r>
              <a:rPr lang="es-419"/>
              <a:t>Formato de tiquete</a:t>
            </a:r>
            <a:endParaRPr/>
          </a:p>
        </p:txBody>
      </p:sp>
      <p:sp>
        <p:nvSpPr>
          <p:cNvPr id="15635" name="Google Shape;15635;p267"/>
          <p:cNvSpPr txBox="1"/>
          <p:nvPr>
            <p:ph idx="68" type="subTitle"/>
          </p:nvPr>
        </p:nvSpPr>
        <p:spPr>
          <a:xfrm>
            <a:off x="5480878" y="4278991"/>
            <a:ext cx="815100" cy="437700"/>
          </a:xfrm>
          <a:prstGeom prst="rect">
            <a:avLst/>
          </a:prstGeom>
        </p:spPr>
        <p:txBody>
          <a:bodyPr anchorCtr="0" anchor="ctr" bIns="36000" lIns="36000" spcFirstLastPara="1" rIns="36000" wrap="square" tIns="36000">
            <a:noAutofit/>
          </a:bodyPr>
          <a:lstStyle/>
          <a:p>
            <a:pPr indent="0" lvl="0" marL="0" rtl="0" algn="ctr">
              <a:spcBef>
                <a:spcPts val="0"/>
              </a:spcBef>
              <a:spcAft>
                <a:spcPts val="0"/>
              </a:spcAft>
              <a:buClr>
                <a:schemeClr val="dk1"/>
              </a:buClr>
              <a:buSzPts val="1100"/>
              <a:buFont typeface="Arial"/>
              <a:buNone/>
            </a:pPr>
            <a:r>
              <a:rPr lang="es-419">
                <a:solidFill>
                  <a:schemeClr val="dk1"/>
                </a:solidFill>
              </a:rPr>
              <a:t>Bodega y mostrador</a:t>
            </a:r>
            <a:endParaRPr/>
          </a:p>
        </p:txBody>
      </p:sp>
      <p:sp>
        <p:nvSpPr>
          <p:cNvPr id="15636" name="Google Shape;15636;p267"/>
          <p:cNvSpPr txBox="1"/>
          <p:nvPr>
            <p:ph idx="69" type="subTitle"/>
          </p:nvPr>
        </p:nvSpPr>
        <p:spPr>
          <a:xfrm>
            <a:off x="6410573" y="4278988"/>
            <a:ext cx="813600" cy="437700"/>
          </a:xfrm>
          <a:prstGeom prst="rect">
            <a:avLst/>
          </a:prstGeom>
        </p:spPr>
        <p:txBody>
          <a:bodyPr anchorCtr="0" anchor="ctr" bIns="36000" lIns="36000" spcFirstLastPara="1" rIns="36000" wrap="square" tIns="36000">
            <a:noAutofit/>
          </a:bodyPr>
          <a:lstStyle/>
          <a:p>
            <a:pPr indent="0" lvl="0" marL="0" rtl="0" algn="ctr">
              <a:spcBef>
                <a:spcPts val="0"/>
              </a:spcBef>
              <a:spcAft>
                <a:spcPts val="0"/>
              </a:spcAft>
              <a:buNone/>
            </a:pPr>
            <a:r>
              <a:rPr lang="es-419"/>
              <a:t>Inmediatamente después de la selección</a:t>
            </a:r>
            <a:endParaRPr/>
          </a:p>
        </p:txBody>
      </p:sp>
      <p:sp>
        <p:nvSpPr>
          <p:cNvPr id="15637" name="Google Shape;15637;p267"/>
          <p:cNvSpPr txBox="1"/>
          <p:nvPr>
            <p:ph idx="70" type="subTitle"/>
          </p:nvPr>
        </p:nvSpPr>
        <p:spPr>
          <a:xfrm>
            <a:off x="7344346" y="4278991"/>
            <a:ext cx="796500" cy="437700"/>
          </a:xfrm>
          <a:prstGeom prst="rect">
            <a:avLst/>
          </a:prstGeom>
        </p:spPr>
        <p:txBody>
          <a:bodyPr anchorCtr="0" anchor="ctr" bIns="36000" lIns="36000" spcFirstLastPara="1" rIns="36000" wrap="square" tIns="36000">
            <a:noAutofit/>
          </a:bodyPr>
          <a:lstStyle/>
          <a:p>
            <a:pPr indent="0" lvl="0" marL="0" rtl="0" algn="ctr">
              <a:spcBef>
                <a:spcPts val="0"/>
              </a:spcBef>
              <a:spcAft>
                <a:spcPts val="0"/>
              </a:spcAft>
              <a:buNone/>
            </a:pPr>
            <a:r>
              <a:rPr lang="es-419"/>
              <a:t>Producto y decisión del cliente</a:t>
            </a:r>
            <a:endParaRPr/>
          </a:p>
        </p:txBody>
      </p:sp>
      <p:sp>
        <p:nvSpPr>
          <p:cNvPr id="15638" name="Google Shape;15638;p267"/>
          <p:cNvSpPr txBox="1"/>
          <p:nvPr>
            <p:ph idx="71" type="subTitle"/>
          </p:nvPr>
        </p:nvSpPr>
        <p:spPr>
          <a:xfrm>
            <a:off x="8181345" y="4278991"/>
            <a:ext cx="796500" cy="437700"/>
          </a:xfrm>
          <a:prstGeom prst="rect">
            <a:avLst/>
          </a:prstGeom>
        </p:spPr>
        <p:txBody>
          <a:bodyPr anchorCtr="0" anchor="ctr" bIns="36000" lIns="36000" spcFirstLastPara="1" rIns="36000" wrap="square" tIns="36000">
            <a:noAutofit/>
          </a:bodyPr>
          <a:lstStyle/>
          <a:p>
            <a:pPr indent="0" lvl="0" marL="0" rtl="0" algn="ctr">
              <a:spcBef>
                <a:spcPts val="0"/>
              </a:spcBef>
              <a:spcAft>
                <a:spcPts val="0"/>
              </a:spcAft>
              <a:buNone/>
            </a:pPr>
            <a:r>
              <a:rPr lang="es-419"/>
              <a:t>Formalizar transacción</a:t>
            </a:r>
            <a:endParaRPr/>
          </a:p>
        </p:txBody>
      </p:sp>
      <p:sp>
        <p:nvSpPr>
          <p:cNvPr id="15639" name="Google Shape;15639;p267"/>
          <p:cNvSpPr txBox="1"/>
          <p:nvPr>
            <p:ph idx="72" type="subTitle"/>
          </p:nvPr>
        </p:nvSpPr>
        <p:spPr>
          <a:xfrm>
            <a:off x="8998819" y="4278991"/>
            <a:ext cx="815100" cy="437700"/>
          </a:xfrm>
          <a:prstGeom prst="rect">
            <a:avLst/>
          </a:prstGeom>
        </p:spPr>
        <p:txBody>
          <a:bodyPr anchorCtr="0" anchor="ctr" bIns="36000" lIns="36000" spcFirstLastPara="1" rIns="36000" wrap="square" tIns="36000">
            <a:noAutofit/>
          </a:bodyPr>
          <a:lstStyle/>
          <a:p>
            <a:pPr indent="0" lvl="0" marL="0" rtl="0" algn="ctr">
              <a:spcBef>
                <a:spcPts val="0"/>
              </a:spcBef>
              <a:spcAft>
                <a:spcPts val="0"/>
              </a:spcAft>
              <a:buNone/>
            </a:pPr>
            <a:r>
              <a:rPr lang="es-419"/>
              <a:t>No Entregar sin tiquete registrado</a:t>
            </a:r>
            <a:endParaRPr/>
          </a:p>
        </p:txBody>
      </p:sp>
      <p:sp>
        <p:nvSpPr>
          <p:cNvPr id="15640" name="Google Shape;15640;p267"/>
          <p:cNvSpPr txBox="1"/>
          <p:nvPr>
            <p:ph idx="73" type="subTitle"/>
          </p:nvPr>
        </p:nvSpPr>
        <p:spPr>
          <a:xfrm>
            <a:off x="264731" y="4765316"/>
            <a:ext cx="796500" cy="437700"/>
          </a:xfrm>
          <a:prstGeom prst="rect">
            <a:avLst/>
          </a:prstGeom>
        </p:spPr>
        <p:txBody>
          <a:bodyPr anchorCtr="0" anchor="ctr" bIns="36000" lIns="36000" spcFirstLastPara="1" rIns="36000" wrap="square" tIns="36000">
            <a:noAutofit/>
          </a:bodyPr>
          <a:lstStyle/>
          <a:p>
            <a:pPr indent="0" lvl="0" marL="0" rtl="0" algn="ctr">
              <a:spcBef>
                <a:spcPts val="0"/>
              </a:spcBef>
              <a:spcAft>
                <a:spcPts val="0"/>
              </a:spcAft>
              <a:buNone/>
            </a:pPr>
            <a:r>
              <a:rPr lang="es-419"/>
              <a:t>Cobrar Y Emitir recibo</a:t>
            </a:r>
            <a:endParaRPr/>
          </a:p>
        </p:txBody>
      </p:sp>
      <p:sp>
        <p:nvSpPr>
          <p:cNvPr id="15641" name="Google Shape;15641;p267"/>
          <p:cNvSpPr txBox="1"/>
          <p:nvPr>
            <p:ph idx="74" type="subTitle"/>
          </p:nvPr>
        </p:nvSpPr>
        <p:spPr>
          <a:xfrm>
            <a:off x="1179154" y="4765316"/>
            <a:ext cx="777900" cy="437700"/>
          </a:xfrm>
          <a:prstGeom prst="rect">
            <a:avLst/>
          </a:prstGeom>
        </p:spPr>
        <p:txBody>
          <a:bodyPr anchorCtr="0" anchor="ctr" bIns="36000" lIns="36000" spcFirstLastPara="1" rIns="36000" wrap="square" tIns="36000">
            <a:noAutofit/>
          </a:bodyPr>
          <a:lstStyle/>
          <a:p>
            <a:pPr indent="0" lvl="0" marL="0" rtl="0" algn="ctr">
              <a:spcBef>
                <a:spcPts val="0"/>
              </a:spcBef>
              <a:spcAft>
                <a:spcPts val="0"/>
              </a:spcAft>
              <a:buNone/>
            </a:pPr>
            <a:r>
              <a:rPr lang="es-419"/>
              <a:t>Cajero General</a:t>
            </a:r>
            <a:endParaRPr/>
          </a:p>
        </p:txBody>
      </p:sp>
      <p:sp>
        <p:nvSpPr>
          <p:cNvPr id="15642" name="Google Shape;15642;p267"/>
          <p:cNvSpPr txBox="1"/>
          <p:nvPr>
            <p:ph idx="75" type="subTitle"/>
          </p:nvPr>
        </p:nvSpPr>
        <p:spPr>
          <a:xfrm>
            <a:off x="1990053" y="4765316"/>
            <a:ext cx="815100" cy="437700"/>
          </a:xfrm>
          <a:prstGeom prst="rect">
            <a:avLst/>
          </a:prstGeom>
        </p:spPr>
        <p:txBody>
          <a:bodyPr anchorCtr="0" anchor="ctr" bIns="36000" lIns="36000" spcFirstLastPara="1" rIns="36000" wrap="square" tIns="36000">
            <a:noAutofit/>
          </a:bodyPr>
          <a:lstStyle/>
          <a:p>
            <a:pPr indent="0" lvl="0" marL="0" rtl="0" algn="ctr">
              <a:spcBef>
                <a:spcPts val="0"/>
              </a:spcBef>
              <a:spcAft>
                <a:spcPts val="0"/>
              </a:spcAft>
              <a:buNone/>
            </a:pPr>
            <a:r>
              <a:rPr lang="es-419"/>
              <a:t>Cliente</a:t>
            </a:r>
            <a:endParaRPr/>
          </a:p>
        </p:txBody>
      </p:sp>
      <p:sp>
        <p:nvSpPr>
          <p:cNvPr id="15643" name="Google Shape;15643;p267"/>
          <p:cNvSpPr txBox="1"/>
          <p:nvPr>
            <p:ph idx="76" type="subTitle"/>
          </p:nvPr>
        </p:nvSpPr>
        <p:spPr>
          <a:xfrm>
            <a:off x="2925232" y="4765316"/>
            <a:ext cx="777900" cy="437700"/>
          </a:xfrm>
          <a:prstGeom prst="rect">
            <a:avLst/>
          </a:prstGeom>
        </p:spPr>
        <p:txBody>
          <a:bodyPr anchorCtr="0" anchor="ctr" bIns="36000" lIns="36000" spcFirstLastPara="1" rIns="36000" wrap="square" tIns="36000">
            <a:noAutofit/>
          </a:bodyPr>
          <a:lstStyle/>
          <a:p>
            <a:pPr indent="0" lvl="0" marL="0" rtl="0" algn="ctr">
              <a:spcBef>
                <a:spcPts val="0"/>
              </a:spcBef>
              <a:spcAft>
                <a:spcPts val="0"/>
              </a:spcAft>
              <a:buNone/>
            </a:pPr>
            <a:r>
              <a:rPr lang="es-419"/>
              <a:t>Recibo de pago (F-CJ-01)</a:t>
            </a:r>
            <a:endParaRPr/>
          </a:p>
        </p:txBody>
      </p:sp>
      <p:sp>
        <p:nvSpPr>
          <p:cNvPr id="15644" name="Google Shape;15644;p267"/>
          <p:cNvSpPr txBox="1"/>
          <p:nvPr>
            <p:ph idx="77" type="subTitle"/>
          </p:nvPr>
        </p:nvSpPr>
        <p:spPr>
          <a:xfrm>
            <a:off x="3736126" y="4765316"/>
            <a:ext cx="815100" cy="437700"/>
          </a:xfrm>
          <a:prstGeom prst="rect">
            <a:avLst/>
          </a:prstGeom>
        </p:spPr>
        <p:txBody>
          <a:bodyPr anchorCtr="0" anchor="ctr" bIns="36000" lIns="36000" spcFirstLastPara="1" rIns="36000" wrap="square" tIns="36000">
            <a:noAutofit/>
          </a:bodyPr>
          <a:lstStyle/>
          <a:p>
            <a:pPr indent="0" lvl="0" marL="0" rtl="0" algn="ctr">
              <a:spcBef>
                <a:spcPts val="0"/>
              </a:spcBef>
              <a:spcAft>
                <a:spcPts val="0"/>
              </a:spcAft>
              <a:buNone/>
            </a:pPr>
            <a:r>
              <a:rPr lang="es-419"/>
              <a:t>Método de pago, cambio entregado</a:t>
            </a:r>
            <a:endParaRPr/>
          </a:p>
        </p:txBody>
      </p:sp>
      <p:sp>
        <p:nvSpPr>
          <p:cNvPr id="15645" name="Google Shape;15645;p267"/>
          <p:cNvSpPr txBox="1"/>
          <p:nvPr>
            <p:ph idx="78" type="subTitle"/>
          </p:nvPr>
        </p:nvSpPr>
        <p:spPr>
          <a:xfrm>
            <a:off x="4671309" y="4765316"/>
            <a:ext cx="777900" cy="437700"/>
          </a:xfrm>
          <a:prstGeom prst="rect">
            <a:avLst/>
          </a:prstGeom>
        </p:spPr>
        <p:txBody>
          <a:bodyPr anchorCtr="0" anchor="ctr" bIns="36000" lIns="36000" spcFirstLastPara="1" rIns="36000" wrap="square" tIns="36000">
            <a:noAutofit/>
          </a:bodyPr>
          <a:lstStyle/>
          <a:p>
            <a:pPr indent="0" lvl="0" marL="0" rtl="0" algn="ctr">
              <a:spcBef>
                <a:spcPts val="0"/>
              </a:spcBef>
              <a:spcAft>
                <a:spcPts val="0"/>
              </a:spcAft>
              <a:buNone/>
            </a:pPr>
            <a:r>
              <a:rPr lang="es-419"/>
              <a:t>Caja</a:t>
            </a:r>
            <a:endParaRPr/>
          </a:p>
        </p:txBody>
      </p:sp>
      <p:sp>
        <p:nvSpPr>
          <p:cNvPr id="15646" name="Google Shape;15646;p267"/>
          <p:cNvSpPr txBox="1"/>
          <p:nvPr>
            <p:ph idx="79" type="subTitle"/>
          </p:nvPr>
        </p:nvSpPr>
        <p:spPr>
          <a:xfrm>
            <a:off x="5482203" y="4765316"/>
            <a:ext cx="815100" cy="437700"/>
          </a:xfrm>
          <a:prstGeom prst="rect">
            <a:avLst/>
          </a:prstGeom>
        </p:spPr>
        <p:txBody>
          <a:bodyPr anchorCtr="0" anchor="ctr" bIns="36000" lIns="36000" spcFirstLastPara="1" rIns="36000" wrap="square" tIns="36000">
            <a:noAutofit/>
          </a:bodyPr>
          <a:lstStyle/>
          <a:p>
            <a:pPr indent="0" lvl="0" marL="0" rtl="0" algn="ctr">
              <a:spcBef>
                <a:spcPts val="0"/>
              </a:spcBef>
              <a:spcAft>
                <a:spcPts val="0"/>
              </a:spcAft>
              <a:buNone/>
            </a:pPr>
            <a:r>
              <a:rPr lang="es-419"/>
              <a:t>Caja De la Tienda</a:t>
            </a:r>
            <a:endParaRPr/>
          </a:p>
        </p:txBody>
      </p:sp>
      <p:sp>
        <p:nvSpPr>
          <p:cNvPr id="15647" name="Google Shape;15647;p267"/>
          <p:cNvSpPr txBox="1"/>
          <p:nvPr>
            <p:ph idx="80" type="subTitle"/>
          </p:nvPr>
        </p:nvSpPr>
        <p:spPr>
          <a:xfrm>
            <a:off x="6411959" y="4765313"/>
            <a:ext cx="813600" cy="437700"/>
          </a:xfrm>
          <a:prstGeom prst="rect">
            <a:avLst/>
          </a:prstGeom>
        </p:spPr>
        <p:txBody>
          <a:bodyPr anchorCtr="0" anchor="ctr" bIns="36000" lIns="36000" spcFirstLastPara="1" rIns="36000" wrap="square" tIns="36000">
            <a:noAutofit/>
          </a:bodyPr>
          <a:lstStyle/>
          <a:p>
            <a:pPr indent="0" lvl="0" marL="0" rtl="0" algn="ctr">
              <a:spcBef>
                <a:spcPts val="0"/>
              </a:spcBef>
              <a:spcAft>
                <a:spcPts val="0"/>
              </a:spcAft>
              <a:buNone/>
            </a:pPr>
            <a:r>
              <a:rPr lang="es-419"/>
              <a:t>Luego de registrar la venta</a:t>
            </a:r>
            <a:endParaRPr/>
          </a:p>
        </p:txBody>
      </p:sp>
      <p:sp>
        <p:nvSpPr>
          <p:cNvPr id="15648" name="Google Shape;15648;p267"/>
          <p:cNvSpPr txBox="1"/>
          <p:nvPr>
            <p:ph idx="81" type="subTitle"/>
          </p:nvPr>
        </p:nvSpPr>
        <p:spPr>
          <a:xfrm>
            <a:off x="7345671" y="4765316"/>
            <a:ext cx="796500" cy="437700"/>
          </a:xfrm>
          <a:prstGeom prst="rect">
            <a:avLst/>
          </a:prstGeom>
        </p:spPr>
        <p:txBody>
          <a:bodyPr anchorCtr="0" anchor="ctr" bIns="36000" lIns="36000" spcFirstLastPara="1" rIns="36000" wrap="square" tIns="36000">
            <a:noAutofit/>
          </a:bodyPr>
          <a:lstStyle/>
          <a:p>
            <a:pPr indent="0" lvl="0" marL="0" rtl="0" algn="ctr">
              <a:spcBef>
                <a:spcPts val="0"/>
              </a:spcBef>
              <a:spcAft>
                <a:spcPts val="0"/>
              </a:spcAft>
              <a:buNone/>
            </a:pPr>
            <a:r>
              <a:rPr lang="es-419"/>
              <a:t>Tiquete y dinero</a:t>
            </a:r>
            <a:endParaRPr/>
          </a:p>
        </p:txBody>
      </p:sp>
      <p:sp>
        <p:nvSpPr>
          <p:cNvPr id="15649" name="Google Shape;15649;p267"/>
          <p:cNvSpPr txBox="1"/>
          <p:nvPr>
            <p:ph idx="82" type="subTitle"/>
          </p:nvPr>
        </p:nvSpPr>
        <p:spPr>
          <a:xfrm>
            <a:off x="8182670" y="4765316"/>
            <a:ext cx="796500" cy="437700"/>
          </a:xfrm>
          <a:prstGeom prst="rect">
            <a:avLst/>
          </a:prstGeom>
        </p:spPr>
        <p:txBody>
          <a:bodyPr anchorCtr="0" anchor="ctr" bIns="36000" lIns="36000" spcFirstLastPara="1" rIns="36000" wrap="square" tIns="36000">
            <a:noAutofit/>
          </a:bodyPr>
          <a:lstStyle/>
          <a:p>
            <a:pPr indent="0" lvl="0" marL="0" rtl="0" algn="ctr">
              <a:spcBef>
                <a:spcPts val="0"/>
              </a:spcBef>
              <a:spcAft>
                <a:spcPts val="0"/>
              </a:spcAft>
              <a:buNone/>
            </a:pPr>
            <a:r>
              <a:rPr lang="es-419"/>
              <a:t>Garantizar el recaudo</a:t>
            </a:r>
            <a:endParaRPr/>
          </a:p>
        </p:txBody>
      </p:sp>
      <p:sp>
        <p:nvSpPr>
          <p:cNvPr id="15650" name="Google Shape;15650;p267"/>
          <p:cNvSpPr txBox="1"/>
          <p:nvPr>
            <p:ph idx="83" type="subTitle"/>
          </p:nvPr>
        </p:nvSpPr>
        <p:spPr>
          <a:xfrm>
            <a:off x="9000144" y="4765316"/>
            <a:ext cx="815100" cy="437700"/>
          </a:xfrm>
          <a:prstGeom prst="rect">
            <a:avLst/>
          </a:prstGeom>
        </p:spPr>
        <p:txBody>
          <a:bodyPr anchorCtr="0" anchor="ctr" bIns="36000" lIns="36000" spcFirstLastPara="1" rIns="36000" wrap="square" tIns="36000">
            <a:noAutofit/>
          </a:bodyPr>
          <a:lstStyle/>
          <a:p>
            <a:pPr indent="0" lvl="0" marL="0" rtl="0" algn="ctr">
              <a:spcBef>
                <a:spcPts val="0"/>
              </a:spcBef>
              <a:spcAft>
                <a:spcPts val="0"/>
              </a:spcAft>
              <a:buNone/>
            </a:pPr>
            <a:r>
              <a:rPr lang="es-419"/>
              <a:t>Entregar recibo original al cliente</a:t>
            </a:r>
            <a:endParaRPr/>
          </a:p>
        </p:txBody>
      </p:sp>
      <p:sp>
        <p:nvSpPr>
          <p:cNvPr id="15651" name="Google Shape;15651;p267"/>
          <p:cNvSpPr txBox="1"/>
          <p:nvPr>
            <p:ph idx="84" type="subTitle"/>
          </p:nvPr>
        </p:nvSpPr>
        <p:spPr>
          <a:xfrm>
            <a:off x="264731" y="5255657"/>
            <a:ext cx="796500" cy="437700"/>
          </a:xfrm>
          <a:prstGeom prst="rect">
            <a:avLst/>
          </a:prstGeom>
        </p:spPr>
        <p:txBody>
          <a:bodyPr anchorCtr="0" anchor="ctr" bIns="36000" lIns="36000" spcFirstLastPara="1" rIns="36000" wrap="square" tIns="36000">
            <a:noAutofit/>
          </a:bodyPr>
          <a:lstStyle/>
          <a:p>
            <a:pPr indent="0" lvl="0" marL="0" rtl="0" algn="ctr">
              <a:spcBef>
                <a:spcPts val="0"/>
              </a:spcBef>
              <a:spcAft>
                <a:spcPts val="0"/>
              </a:spcAft>
              <a:buNone/>
            </a:pPr>
            <a:r>
              <a:rPr lang="es-419"/>
              <a:t>Empacar y Entregar Producto</a:t>
            </a:r>
            <a:endParaRPr/>
          </a:p>
        </p:txBody>
      </p:sp>
      <p:sp>
        <p:nvSpPr>
          <p:cNvPr id="15652" name="Google Shape;15652;p267"/>
          <p:cNvSpPr txBox="1"/>
          <p:nvPr>
            <p:ph idx="85" type="subTitle"/>
          </p:nvPr>
        </p:nvSpPr>
        <p:spPr>
          <a:xfrm>
            <a:off x="1179154" y="5255657"/>
            <a:ext cx="777900" cy="437700"/>
          </a:xfrm>
          <a:prstGeom prst="rect">
            <a:avLst/>
          </a:prstGeom>
        </p:spPr>
        <p:txBody>
          <a:bodyPr anchorCtr="0" anchor="ctr" bIns="36000" lIns="36000" spcFirstLastPara="1" rIns="36000" wrap="square" tIns="36000">
            <a:noAutofit/>
          </a:bodyPr>
          <a:lstStyle/>
          <a:p>
            <a:pPr indent="0" lvl="0" marL="0" rtl="0" algn="ctr">
              <a:spcBef>
                <a:spcPts val="0"/>
              </a:spcBef>
              <a:spcAft>
                <a:spcPts val="0"/>
              </a:spcAft>
              <a:buNone/>
            </a:pPr>
            <a:r>
              <a:rPr lang="es-419"/>
              <a:t>Asesor de Ventas</a:t>
            </a:r>
            <a:endParaRPr/>
          </a:p>
        </p:txBody>
      </p:sp>
      <p:sp>
        <p:nvSpPr>
          <p:cNvPr id="15653" name="Google Shape;15653;p267"/>
          <p:cNvSpPr txBox="1"/>
          <p:nvPr>
            <p:ph idx="86" type="subTitle"/>
          </p:nvPr>
        </p:nvSpPr>
        <p:spPr>
          <a:xfrm>
            <a:off x="1990053" y="5255657"/>
            <a:ext cx="815100" cy="437700"/>
          </a:xfrm>
          <a:prstGeom prst="rect">
            <a:avLst/>
          </a:prstGeom>
        </p:spPr>
        <p:txBody>
          <a:bodyPr anchorCtr="0" anchor="ctr" bIns="36000" lIns="36000" spcFirstLastPara="1" rIns="36000" wrap="square" tIns="36000">
            <a:noAutofit/>
          </a:bodyPr>
          <a:lstStyle/>
          <a:p>
            <a:pPr indent="0" lvl="0" marL="0" rtl="0" algn="ctr">
              <a:spcBef>
                <a:spcPts val="0"/>
              </a:spcBef>
              <a:spcAft>
                <a:spcPts val="0"/>
              </a:spcAft>
              <a:buNone/>
            </a:pPr>
            <a:r>
              <a:rPr lang="es-419"/>
              <a:t>Cliente</a:t>
            </a:r>
            <a:endParaRPr/>
          </a:p>
        </p:txBody>
      </p:sp>
      <p:sp>
        <p:nvSpPr>
          <p:cNvPr id="15654" name="Google Shape;15654;p267"/>
          <p:cNvSpPr txBox="1"/>
          <p:nvPr>
            <p:ph idx="87" type="subTitle"/>
          </p:nvPr>
        </p:nvSpPr>
        <p:spPr>
          <a:xfrm>
            <a:off x="2925232" y="5255657"/>
            <a:ext cx="777900" cy="437700"/>
          </a:xfrm>
          <a:prstGeom prst="rect">
            <a:avLst/>
          </a:prstGeom>
        </p:spPr>
        <p:txBody>
          <a:bodyPr anchorCtr="0" anchor="ctr" bIns="36000" lIns="36000" spcFirstLastPara="1" rIns="36000" wrap="square" tIns="36000">
            <a:noAutofit/>
          </a:bodyPr>
          <a:lstStyle/>
          <a:p>
            <a:pPr indent="0" lvl="0" marL="0" rtl="0" algn="ctr">
              <a:spcBef>
                <a:spcPts val="0"/>
              </a:spcBef>
              <a:spcAft>
                <a:spcPts val="0"/>
              </a:spcAft>
              <a:buNone/>
            </a:pPr>
            <a:r>
              <a:rPr lang="es-419"/>
              <a:t>Comprobante de pago</a:t>
            </a:r>
            <a:endParaRPr/>
          </a:p>
        </p:txBody>
      </p:sp>
      <p:sp>
        <p:nvSpPr>
          <p:cNvPr id="15655" name="Google Shape;15655;p267"/>
          <p:cNvSpPr txBox="1"/>
          <p:nvPr>
            <p:ph idx="88" type="subTitle"/>
          </p:nvPr>
        </p:nvSpPr>
        <p:spPr>
          <a:xfrm>
            <a:off x="3736126" y="5255657"/>
            <a:ext cx="815100" cy="437700"/>
          </a:xfrm>
          <a:prstGeom prst="rect">
            <a:avLst/>
          </a:prstGeom>
        </p:spPr>
        <p:txBody>
          <a:bodyPr anchorCtr="0" anchor="ctr" bIns="36000" lIns="36000" spcFirstLastPara="1" rIns="36000" wrap="square" tIns="36000">
            <a:noAutofit/>
          </a:bodyPr>
          <a:lstStyle/>
          <a:p>
            <a:pPr indent="0" lvl="0" marL="0" rtl="0" algn="ctr">
              <a:spcBef>
                <a:spcPts val="0"/>
              </a:spcBef>
              <a:spcAft>
                <a:spcPts val="0"/>
              </a:spcAft>
              <a:buNone/>
            </a:pPr>
            <a:r>
              <a:rPr lang="es-419"/>
              <a:t>Instrucciones de uso</a:t>
            </a:r>
            <a:endParaRPr/>
          </a:p>
        </p:txBody>
      </p:sp>
      <p:sp>
        <p:nvSpPr>
          <p:cNvPr id="15656" name="Google Shape;15656;p267"/>
          <p:cNvSpPr txBox="1"/>
          <p:nvPr>
            <p:ph idx="89" type="subTitle"/>
          </p:nvPr>
        </p:nvSpPr>
        <p:spPr>
          <a:xfrm>
            <a:off x="4671309" y="5255657"/>
            <a:ext cx="777900" cy="437700"/>
          </a:xfrm>
          <a:prstGeom prst="rect">
            <a:avLst/>
          </a:prstGeom>
        </p:spPr>
        <p:txBody>
          <a:bodyPr anchorCtr="0" anchor="ctr" bIns="36000" lIns="36000" spcFirstLastPara="1" rIns="36000" wrap="square" tIns="36000">
            <a:noAutofit/>
          </a:bodyPr>
          <a:lstStyle/>
          <a:p>
            <a:pPr indent="0" lvl="0" marL="0" rtl="0" algn="ctr">
              <a:spcBef>
                <a:spcPts val="0"/>
              </a:spcBef>
              <a:spcAft>
                <a:spcPts val="0"/>
              </a:spcAft>
              <a:buNone/>
            </a:pPr>
            <a:r>
              <a:rPr lang="es-419"/>
              <a:t>Material de empaque y comprobante</a:t>
            </a:r>
            <a:endParaRPr/>
          </a:p>
        </p:txBody>
      </p:sp>
      <p:sp>
        <p:nvSpPr>
          <p:cNvPr id="15657" name="Google Shape;15657;p267"/>
          <p:cNvSpPr txBox="1"/>
          <p:nvPr>
            <p:ph idx="90" type="subTitle"/>
          </p:nvPr>
        </p:nvSpPr>
        <p:spPr>
          <a:xfrm>
            <a:off x="5482203" y="5255657"/>
            <a:ext cx="815100" cy="437700"/>
          </a:xfrm>
          <a:prstGeom prst="rect">
            <a:avLst/>
          </a:prstGeom>
        </p:spPr>
        <p:txBody>
          <a:bodyPr anchorCtr="0" anchor="ctr" bIns="36000" lIns="36000" spcFirstLastPara="1" rIns="36000" wrap="square" tIns="36000">
            <a:noAutofit/>
          </a:bodyPr>
          <a:lstStyle/>
          <a:p>
            <a:pPr indent="0" lvl="0" marL="0" rtl="0" algn="ctr">
              <a:spcBef>
                <a:spcPts val="0"/>
              </a:spcBef>
              <a:spcAft>
                <a:spcPts val="0"/>
              </a:spcAft>
              <a:buNone/>
            </a:pPr>
            <a:r>
              <a:rPr lang="es-419"/>
              <a:t>Mostrador o lugar destino de entrega</a:t>
            </a:r>
            <a:endParaRPr/>
          </a:p>
        </p:txBody>
      </p:sp>
      <p:sp>
        <p:nvSpPr>
          <p:cNvPr id="15658" name="Google Shape;15658;p267"/>
          <p:cNvSpPr txBox="1"/>
          <p:nvPr>
            <p:ph idx="91" type="subTitle"/>
          </p:nvPr>
        </p:nvSpPr>
        <p:spPr>
          <a:xfrm>
            <a:off x="6411959" y="5255653"/>
            <a:ext cx="813600" cy="437700"/>
          </a:xfrm>
          <a:prstGeom prst="rect">
            <a:avLst/>
          </a:prstGeom>
        </p:spPr>
        <p:txBody>
          <a:bodyPr anchorCtr="0" anchor="ctr" bIns="36000" lIns="36000" spcFirstLastPara="1" rIns="36000" wrap="square" tIns="36000">
            <a:noAutofit/>
          </a:bodyPr>
          <a:lstStyle/>
          <a:p>
            <a:pPr indent="0" lvl="0" marL="0" rtl="0" algn="ctr">
              <a:spcBef>
                <a:spcPts val="0"/>
              </a:spcBef>
              <a:spcAft>
                <a:spcPts val="0"/>
              </a:spcAft>
              <a:buNone/>
            </a:pPr>
            <a:r>
              <a:rPr lang="es-419"/>
              <a:t>inmediatamente después del pago</a:t>
            </a:r>
            <a:endParaRPr/>
          </a:p>
        </p:txBody>
      </p:sp>
      <p:sp>
        <p:nvSpPr>
          <p:cNvPr id="15659" name="Google Shape;15659;p267"/>
          <p:cNvSpPr txBox="1"/>
          <p:nvPr>
            <p:ph idx="92" type="subTitle"/>
          </p:nvPr>
        </p:nvSpPr>
        <p:spPr>
          <a:xfrm>
            <a:off x="7345671" y="5255657"/>
            <a:ext cx="796500" cy="437700"/>
          </a:xfrm>
          <a:prstGeom prst="rect">
            <a:avLst/>
          </a:prstGeom>
        </p:spPr>
        <p:txBody>
          <a:bodyPr anchorCtr="0" anchor="ctr" bIns="36000" lIns="36000" spcFirstLastPara="1" rIns="36000" wrap="square" tIns="36000">
            <a:noAutofit/>
          </a:bodyPr>
          <a:lstStyle/>
          <a:p>
            <a:pPr indent="0" lvl="0" marL="0" rtl="0" algn="ctr">
              <a:spcBef>
                <a:spcPts val="0"/>
              </a:spcBef>
              <a:spcAft>
                <a:spcPts val="0"/>
              </a:spcAft>
              <a:buNone/>
            </a:pPr>
            <a:r>
              <a:rPr lang="es-419"/>
              <a:t>Comprobante de pago</a:t>
            </a:r>
            <a:endParaRPr/>
          </a:p>
        </p:txBody>
      </p:sp>
      <p:sp>
        <p:nvSpPr>
          <p:cNvPr id="15660" name="Google Shape;15660;p267"/>
          <p:cNvSpPr txBox="1"/>
          <p:nvPr>
            <p:ph idx="93" type="subTitle"/>
          </p:nvPr>
        </p:nvSpPr>
        <p:spPr>
          <a:xfrm>
            <a:off x="8182670" y="5255657"/>
            <a:ext cx="796500" cy="437700"/>
          </a:xfrm>
          <a:prstGeom prst="rect">
            <a:avLst/>
          </a:prstGeom>
        </p:spPr>
        <p:txBody>
          <a:bodyPr anchorCtr="0" anchor="ctr" bIns="36000" lIns="36000" spcFirstLastPara="1" rIns="36000" wrap="square" tIns="36000">
            <a:noAutofit/>
          </a:bodyPr>
          <a:lstStyle/>
          <a:p>
            <a:pPr indent="0" lvl="0" marL="0" rtl="0" algn="ctr">
              <a:spcBef>
                <a:spcPts val="0"/>
              </a:spcBef>
              <a:spcAft>
                <a:spcPts val="0"/>
              </a:spcAft>
              <a:buNone/>
            </a:pPr>
            <a:r>
              <a:rPr lang="es-419"/>
              <a:t>asegurar entrega correcta</a:t>
            </a:r>
            <a:endParaRPr/>
          </a:p>
        </p:txBody>
      </p:sp>
      <p:sp>
        <p:nvSpPr>
          <p:cNvPr id="15661" name="Google Shape;15661;p267"/>
          <p:cNvSpPr txBox="1"/>
          <p:nvPr>
            <p:ph idx="94" type="subTitle"/>
          </p:nvPr>
        </p:nvSpPr>
        <p:spPr>
          <a:xfrm>
            <a:off x="9000144" y="5255657"/>
            <a:ext cx="815100" cy="437700"/>
          </a:xfrm>
          <a:prstGeom prst="rect">
            <a:avLst/>
          </a:prstGeom>
        </p:spPr>
        <p:txBody>
          <a:bodyPr anchorCtr="0" anchor="ctr" bIns="36000" lIns="36000" spcFirstLastPara="1" rIns="36000" wrap="square" tIns="36000">
            <a:noAutofit/>
          </a:bodyPr>
          <a:lstStyle/>
          <a:p>
            <a:pPr indent="0" lvl="0" marL="0" rtl="0" algn="ctr">
              <a:spcBef>
                <a:spcPts val="0"/>
              </a:spcBef>
              <a:spcAft>
                <a:spcPts val="0"/>
              </a:spcAft>
              <a:buNone/>
            </a:pPr>
            <a:r>
              <a:rPr lang="es-419"/>
              <a:t>rechazar entrega si el producto esta dañado</a:t>
            </a:r>
            <a:endParaRPr/>
          </a:p>
        </p:txBody>
      </p:sp>
      <p:sp>
        <p:nvSpPr>
          <p:cNvPr id="15662" name="Google Shape;15662;p267"/>
          <p:cNvSpPr txBox="1"/>
          <p:nvPr>
            <p:ph idx="95" type="subTitle"/>
          </p:nvPr>
        </p:nvSpPr>
        <p:spPr>
          <a:xfrm>
            <a:off x="264731" y="5769224"/>
            <a:ext cx="796500" cy="437700"/>
          </a:xfrm>
          <a:prstGeom prst="rect">
            <a:avLst/>
          </a:prstGeom>
        </p:spPr>
        <p:txBody>
          <a:bodyPr anchorCtr="0" anchor="ctr" bIns="36000" lIns="36000" spcFirstLastPara="1" rIns="36000" wrap="square" tIns="36000">
            <a:noAutofit/>
          </a:bodyPr>
          <a:lstStyle/>
          <a:p>
            <a:pPr indent="0" lvl="0" marL="0" rtl="0" algn="ctr">
              <a:spcBef>
                <a:spcPts val="0"/>
              </a:spcBef>
              <a:spcAft>
                <a:spcPts val="0"/>
              </a:spcAft>
              <a:buNone/>
            </a:pPr>
            <a:r>
              <a:rPr lang="es-419"/>
              <a:t>Confirmar Satisfacción del cliente</a:t>
            </a:r>
            <a:endParaRPr/>
          </a:p>
        </p:txBody>
      </p:sp>
      <p:sp>
        <p:nvSpPr>
          <p:cNvPr id="15663" name="Google Shape;15663;p267"/>
          <p:cNvSpPr txBox="1"/>
          <p:nvPr>
            <p:ph idx="96" type="subTitle"/>
          </p:nvPr>
        </p:nvSpPr>
        <p:spPr>
          <a:xfrm>
            <a:off x="1179154" y="5769224"/>
            <a:ext cx="777900" cy="437700"/>
          </a:xfrm>
          <a:prstGeom prst="rect">
            <a:avLst/>
          </a:prstGeom>
        </p:spPr>
        <p:txBody>
          <a:bodyPr anchorCtr="0" anchor="ctr" bIns="36000" lIns="36000" spcFirstLastPara="1" rIns="36000" wrap="square" tIns="36000">
            <a:noAutofit/>
          </a:bodyPr>
          <a:lstStyle/>
          <a:p>
            <a:pPr indent="0" lvl="0" marL="0" rtl="0" algn="ctr">
              <a:spcBef>
                <a:spcPts val="0"/>
              </a:spcBef>
              <a:spcAft>
                <a:spcPts val="0"/>
              </a:spcAft>
              <a:buNone/>
            </a:pPr>
            <a:r>
              <a:rPr lang="es-419"/>
              <a:t>Agente de Servicio</a:t>
            </a:r>
            <a:endParaRPr/>
          </a:p>
        </p:txBody>
      </p:sp>
      <p:sp>
        <p:nvSpPr>
          <p:cNvPr id="15664" name="Google Shape;15664;p267"/>
          <p:cNvSpPr txBox="1"/>
          <p:nvPr>
            <p:ph idx="97" type="subTitle"/>
          </p:nvPr>
        </p:nvSpPr>
        <p:spPr>
          <a:xfrm>
            <a:off x="1990053" y="5769224"/>
            <a:ext cx="815100" cy="437700"/>
          </a:xfrm>
          <a:prstGeom prst="rect">
            <a:avLst/>
          </a:prstGeom>
        </p:spPr>
        <p:txBody>
          <a:bodyPr anchorCtr="0" anchor="ctr" bIns="36000" lIns="36000" spcFirstLastPara="1" rIns="36000" wrap="square" tIns="36000">
            <a:noAutofit/>
          </a:bodyPr>
          <a:lstStyle/>
          <a:p>
            <a:pPr indent="0" lvl="0" marL="0" rtl="0" algn="ctr">
              <a:spcBef>
                <a:spcPts val="0"/>
              </a:spcBef>
              <a:spcAft>
                <a:spcPts val="0"/>
              </a:spcAft>
              <a:buNone/>
            </a:pPr>
            <a:r>
              <a:rPr lang="es-419"/>
              <a:t>	Cliente</a:t>
            </a:r>
            <a:endParaRPr/>
          </a:p>
        </p:txBody>
      </p:sp>
      <p:sp>
        <p:nvSpPr>
          <p:cNvPr id="15665" name="Google Shape;15665;p267"/>
          <p:cNvSpPr txBox="1"/>
          <p:nvPr>
            <p:ph idx="98" type="subTitle"/>
          </p:nvPr>
        </p:nvSpPr>
        <p:spPr>
          <a:xfrm>
            <a:off x="2925232" y="5769224"/>
            <a:ext cx="777900" cy="437700"/>
          </a:xfrm>
          <a:prstGeom prst="rect">
            <a:avLst/>
          </a:prstGeom>
        </p:spPr>
        <p:txBody>
          <a:bodyPr anchorCtr="0" anchor="ctr" bIns="36000" lIns="36000" spcFirstLastPara="1" rIns="36000" wrap="square" tIns="36000">
            <a:noAutofit/>
          </a:bodyPr>
          <a:lstStyle/>
          <a:p>
            <a:pPr indent="0" lvl="0" marL="0" rtl="0" algn="ctr">
              <a:spcBef>
                <a:spcPts val="0"/>
              </a:spcBef>
              <a:spcAft>
                <a:spcPts val="0"/>
              </a:spcAft>
              <a:buNone/>
            </a:pPr>
            <a:r>
              <a:rPr lang="es-419"/>
              <a:t>Registro de observaciones</a:t>
            </a:r>
            <a:endParaRPr/>
          </a:p>
        </p:txBody>
      </p:sp>
      <p:sp>
        <p:nvSpPr>
          <p:cNvPr id="15666" name="Google Shape;15666;p267"/>
          <p:cNvSpPr txBox="1"/>
          <p:nvPr>
            <p:ph idx="99" type="subTitle"/>
          </p:nvPr>
        </p:nvSpPr>
        <p:spPr>
          <a:xfrm>
            <a:off x="3736126" y="5769224"/>
            <a:ext cx="815100" cy="437700"/>
          </a:xfrm>
          <a:prstGeom prst="rect">
            <a:avLst/>
          </a:prstGeom>
        </p:spPr>
        <p:txBody>
          <a:bodyPr anchorCtr="0" anchor="ctr" bIns="36000" lIns="36000" spcFirstLastPara="1" rIns="36000" wrap="square" tIns="36000">
            <a:noAutofit/>
          </a:bodyPr>
          <a:lstStyle/>
          <a:p>
            <a:pPr indent="0" lvl="0" marL="0" rtl="0" algn="l">
              <a:spcBef>
                <a:spcPts val="0"/>
              </a:spcBef>
              <a:spcAft>
                <a:spcPts val="0"/>
              </a:spcAft>
              <a:buNone/>
            </a:pPr>
            <a:r>
              <a:rPr lang="es-419"/>
              <a:t>	comentarios o reclamaciones</a:t>
            </a:r>
            <a:endParaRPr/>
          </a:p>
        </p:txBody>
      </p:sp>
      <p:sp>
        <p:nvSpPr>
          <p:cNvPr id="15667" name="Google Shape;15667;p267"/>
          <p:cNvSpPr txBox="1"/>
          <p:nvPr>
            <p:ph idx="100" type="subTitle"/>
          </p:nvPr>
        </p:nvSpPr>
        <p:spPr>
          <a:xfrm>
            <a:off x="4671309" y="5769224"/>
            <a:ext cx="777900" cy="437700"/>
          </a:xfrm>
          <a:prstGeom prst="rect">
            <a:avLst/>
          </a:prstGeom>
        </p:spPr>
        <p:txBody>
          <a:bodyPr anchorCtr="0" anchor="ctr" bIns="36000" lIns="36000" spcFirstLastPara="1" rIns="36000" wrap="square" tIns="36000">
            <a:noAutofit/>
          </a:bodyPr>
          <a:lstStyle/>
          <a:p>
            <a:pPr indent="0" lvl="0" marL="0" rtl="0" algn="ctr">
              <a:spcBef>
                <a:spcPts val="0"/>
              </a:spcBef>
              <a:spcAft>
                <a:spcPts val="0"/>
              </a:spcAft>
              <a:buNone/>
            </a:pPr>
            <a:r>
              <a:rPr lang="es-419"/>
              <a:t>formularios de seguimiento</a:t>
            </a:r>
            <a:endParaRPr/>
          </a:p>
        </p:txBody>
      </p:sp>
      <p:sp>
        <p:nvSpPr>
          <p:cNvPr id="15668" name="Google Shape;15668;p267"/>
          <p:cNvSpPr txBox="1"/>
          <p:nvPr>
            <p:ph idx="101" type="subTitle"/>
          </p:nvPr>
        </p:nvSpPr>
        <p:spPr>
          <a:xfrm>
            <a:off x="5482203" y="5769224"/>
            <a:ext cx="815100" cy="437700"/>
          </a:xfrm>
          <a:prstGeom prst="rect">
            <a:avLst/>
          </a:prstGeom>
        </p:spPr>
        <p:txBody>
          <a:bodyPr anchorCtr="0" anchor="ctr" bIns="36000" lIns="36000" spcFirstLastPara="1" rIns="36000" wrap="square" tIns="36000">
            <a:noAutofit/>
          </a:bodyPr>
          <a:lstStyle/>
          <a:p>
            <a:pPr indent="0" lvl="0" marL="0" rtl="0" algn="ctr">
              <a:spcBef>
                <a:spcPts val="0"/>
              </a:spcBef>
              <a:spcAft>
                <a:spcPts val="0"/>
              </a:spcAft>
              <a:buNone/>
            </a:pPr>
            <a:r>
              <a:rPr lang="es-419"/>
              <a:t>Tienda norte o centro</a:t>
            </a:r>
            <a:endParaRPr/>
          </a:p>
        </p:txBody>
      </p:sp>
      <p:sp>
        <p:nvSpPr>
          <p:cNvPr id="15669" name="Google Shape;15669;p267"/>
          <p:cNvSpPr txBox="1"/>
          <p:nvPr>
            <p:ph idx="102" type="subTitle"/>
          </p:nvPr>
        </p:nvSpPr>
        <p:spPr>
          <a:xfrm>
            <a:off x="6411959" y="5769219"/>
            <a:ext cx="813600" cy="437700"/>
          </a:xfrm>
          <a:prstGeom prst="rect">
            <a:avLst/>
          </a:prstGeom>
        </p:spPr>
        <p:txBody>
          <a:bodyPr anchorCtr="0" anchor="ctr" bIns="36000" lIns="36000" spcFirstLastPara="1" rIns="36000" wrap="square" tIns="36000">
            <a:noAutofit/>
          </a:bodyPr>
          <a:lstStyle/>
          <a:p>
            <a:pPr indent="0" lvl="0" marL="0" rtl="0" algn="ctr">
              <a:spcBef>
                <a:spcPts val="0"/>
              </a:spcBef>
              <a:spcAft>
                <a:spcPts val="0"/>
              </a:spcAft>
              <a:buNone/>
            </a:pPr>
            <a:r>
              <a:rPr lang="es-419"/>
              <a:t>Después de la entrega </a:t>
            </a:r>
            <a:endParaRPr/>
          </a:p>
        </p:txBody>
      </p:sp>
      <p:sp>
        <p:nvSpPr>
          <p:cNvPr id="15670" name="Google Shape;15670;p267"/>
          <p:cNvSpPr txBox="1"/>
          <p:nvPr>
            <p:ph idx="103" type="subTitle"/>
          </p:nvPr>
        </p:nvSpPr>
        <p:spPr>
          <a:xfrm>
            <a:off x="7345671" y="5769224"/>
            <a:ext cx="796500" cy="437700"/>
          </a:xfrm>
          <a:prstGeom prst="rect">
            <a:avLst/>
          </a:prstGeom>
        </p:spPr>
        <p:txBody>
          <a:bodyPr anchorCtr="0" anchor="ctr" bIns="36000" lIns="36000" spcFirstLastPara="1" rIns="36000" wrap="square" tIns="36000">
            <a:noAutofit/>
          </a:bodyPr>
          <a:lstStyle/>
          <a:p>
            <a:pPr indent="0" lvl="0" marL="0" rtl="0" algn="ctr">
              <a:spcBef>
                <a:spcPts val="0"/>
              </a:spcBef>
              <a:spcAft>
                <a:spcPts val="0"/>
              </a:spcAft>
              <a:buNone/>
            </a:pPr>
            <a:r>
              <a:rPr lang="es-419"/>
              <a:t>disposición del cliente</a:t>
            </a:r>
            <a:endParaRPr/>
          </a:p>
        </p:txBody>
      </p:sp>
      <p:sp>
        <p:nvSpPr>
          <p:cNvPr id="15671" name="Google Shape;15671;p267"/>
          <p:cNvSpPr txBox="1"/>
          <p:nvPr>
            <p:ph idx="104" type="subTitle"/>
          </p:nvPr>
        </p:nvSpPr>
        <p:spPr>
          <a:xfrm>
            <a:off x="8182670" y="5769224"/>
            <a:ext cx="796500" cy="437700"/>
          </a:xfrm>
          <a:prstGeom prst="rect">
            <a:avLst/>
          </a:prstGeom>
        </p:spPr>
        <p:txBody>
          <a:bodyPr anchorCtr="0" anchor="ctr" bIns="36000" lIns="36000" spcFirstLastPara="1" rIns="36000" wrap="square" tIns="36000">
            <a:noAutofit/>
          </a:bodyPr>
          <a:lstStyle/>
          <a:p>
            <a:pPr indent="0" lvl="0" marL="0" rtl="0" algn="ctr">
              <a:spcBef>
                <a:spcPts val="0"/>
              </a:spcBef>
              <a:spcAft>
                <a:spcPts val="0"/>
              </a:spcAft>
              <a:buNone/>
            </a:pPr>
            <a:r>
              <a:rPr lang="es-419"/>
              <a:t>mejorar el servicio y medir satisfacción del cliente</a:t>
            </a:r>
            <a:endParaRPr/>
          </a:p>
        </p:txBody>
      </p:sp>
      <p:sp>
        <p:nvSpPr>
          <p:cNvPr id="15672" name="Google Shape;15672;p267"/>
          <p:cNvSpPr txBox="1"/>
          <p:nvPr>
            <p:ph idx="105" type="subTitle"/>
          </p:nvPr>
        </p:nvSpPr>
        <p:spPr>
          <a:xfrm>
            <a:off x="9000144" y="5769224"/>
            <a:ext cx="815100" cy="437700"/>
          </a:xfrm>
          <a:prstGeom prst="rect">
            <a:avLst/>
          </a:prstGeom>
        </p:spPr>
        <p:txBody>
          <a:bodyPr anchorCtr="0" anchor="ctr" bIns="36000" lIns="36000" spcFirstLastPara="1" rIns="36000" wrap="square" tIns="36000">
            <a:noAutofit/>
          </a:bodyPr>
          <a:lstStyle/>
          <a:p>
            <a:pPr indent="0" lvl="0" marL="0" rtl="0" algn="ctr">
              <a:spcBef>
                <a:spcPts val="0"/>
              </a:spcBef>
              <a:spcAft>
                <a:spcPts val="0"/>
              </a:spcAft>
              <a:buNone/>
            </a:pPr>
            <a:r>
              <a:rPr lang="es-419"/>
              <a:t>Reclamos deben derivarse a m1-04 SI PROCEDE</a:t>
            </a:r>
            <a:endParaRPr/>
          </a:p>
        </p:txBody>
      </p:sp>
      <p:sp>
        <p:nvSpPr>
          <p:cNvPr id="15673" name="Google Shape;15673;p267"/>
          <p:cNvSpPr txBox="1"/>
          <p:nvPr>
            <p:ph idx="106" type="subTitle"/>
          </p:nvPr>
        </p:nvSpPr>
        <p:spPr>
          <a:xfrm>
            <a:off x="264731" y="6302624"/>
            <a:ext cx="796500" cy="437700"/>
          </a:xfrm>
          <a:prstGeom prst="rect">
            <a:avLst/>
          </a:prstGeom>
        </p:spPr>
        <p:txBody>
          <a:bodyPr anchorCtr="0" anchor="ctr" bIns="36000" lIns="36000" spcFirstLastPara="1" rIns="36000" wrap="square" tIns="36000">
            <a:noAutofit/>
          </a:bodyPr>
          <a:lstStyle/>
          <a:p>
            <a:pPr indent="0" lvl="0" marL="0" rtl="0" algn="l">
              <a:spcBef>
                <a:spcPts val="0"/>
              </a:spcBef>
              <a:spcAft>
                <a:spcPts val="0"/>
              </a:spcAft>
              <a:buNone/>
            </a:pPr>
            <a:r>
              <a:t/>
            </a:r>
            <a:endParaRPr/>
          </a:p>
        </p:txBody>
      </p:sp>
      <p:sp>
        <p:nvSpPr>
          <p:cNvPr id="15674" name="Google Shape;15674;p267"/>
          <p:cNvSpPr txBox="1"/>
          <p:nvPr>
            <p:ph idx="107" type="subTitle"/>
          </p:nvPr>
        </p:nvSpPr>
        <p:spPr>
          <a:xfrm>
            <a:off x="1179154" y="6302624"/>
            <a:ext cx="777900" cy="437700"/>
          </a:xfrm>
          <a:prstGeom prst="rect">
            <a:avLst/>
          </a:prstGeom>
        </p:spPr>
        <p:txBody>
          <a:bodyPr anchorCtr="0" anchor="ctr" bIns="36000" lIns="36000" spcFirstLastPara="1" rIns="36000" wrap="square" tIns="36000">
            <a:noAutofit/>
          </a:bodyPr>
          <a:lstStyle/>
          <a:p>
            <a:pPr indent="0" lvl="0" marL="0" rtl="0" algn="ctr">
              <a:spcBef>
                <a:spcPts val="0"/>
              </a:spcBef>
              <a:spcAft>
                <a:spcPts val="0"/>
              </a:spcAft>
              <a:buNone/>
            </a:pPr>
            <a:r>
              <a:t/>
            </a:r>
            <a:endParaRPr/>
          </a:p>
        </p:txBody>
      </p:sp>
      <p:sp>
        <p:nvSpPr>
          <p:cNvPr id="15675" name="Google Shape;15675;p267"/>
          <p:cNvSpPr txBox="1"/>
          <p:nvPr>
            <p:ph idx="108" type="subTitle"/>
          </p:nvPr>
        </p:nvSpPr>
        <p:spPr>
          <a:xfrm>
            <a:off x="1990053" y="6302624"/>
            <a:ext cx="815100" cy="437700"/>
          </a:xfrm>
          <a:prstGeom prst="rect">
            <a:avLst/>
          </a:prstGeom>
        </p:spPr>
        <p:txBody>
          <a:bodyPr anchorCtr="0" anchor="ctr" bIns="36000" lIns="36000" spcFirstLastPara="1" rIns="36000" wrap="square" tIns="36000">
            <a:noAutofit/>
          </a:bodyPr>
          <a:lstStyle/>
          <a:p>
            <a:pPr indent="0" lvl="0" marL="0" rtl="0" algn="ctr">
              <a:spcBef>
                <a:spcPts val="0"/>
              </a:spcBef>
              <a:spcAft>
                <a:spcPts val="0"/>
              </a:spcAft>
              <a:buNone/>
            </a:pPr>
            <a:r>
              <a:t/>
            </a:r>
            <a:endParaRPr/>
          </a:p>
        </p:txBody>
      </p:sp>
      <p:sp>
        <p:nvSpPr>
          <p:cNvPr id="15676" name="Google Shape;15676;p267"/>
          <p:cNvSpPr txBox="1"/>
          <p:nvPr>
            <p:ph idx="109" type="subTitle"/>
          </p:nvPr>
        </p:nvSpPr>
        <p:spPr>
          <a:xfrm>
            <a:off x="2925232" y="6302624"/>
            <a:ext cx="777900" cy="437700"/>
          </a:xfrm>
          <a:prstGeom prst="rect">
            <a:avLst/>
          </a:prstGeom>
        </p:spPr>
        <p:txBody>
          <a:bodyPr anchorCtr="0" anchor="ctr" bIns="36000" lIns="36000" spcFirstLastPara="1" rIns="36000" wrap="square" tIns="36000">
            <a:noAutofit/>
          </a:bodyPr>
          <a:lstStyle/>
          <a:p>
            <a:pPr indent="0" lvl="0" marL="0" rtl="0" algn="ctr">
              <a:spcBef>
                <a:spcPts val="0"/>
              </a:spcBef>
              <a:spcAft>
                <a:spcPts val="0"/>
              </a:spcAft>
              <a:buNone/>
            </a:pPr>
            <a:r>
              <a:t/>
            </a:r>
            <a:endParaRPr/>
          </a:p>
        </p:txBody>
      </p:sp>
      <p:sp>
        <p:nvSpPr>
          <p:cNvPr id="15677" name="Google Shape;15677;p267"/>
          <p:cNvSpPr txBox="1"/>
          <p:nvPr>
            <p:ph idx="110" type="subTitle"/>
          </p:nvPr>
        </p:nvSpPr>
        <p:spPr>
          <a:xfrm>
            <a:off x="3736126" y="6302624"/>
            <a:ext cx="815100" cy="437700"/>
          </a:xfrm>
          <a:prstGeom prst="rect">
            <a:avLst/>
          </a:prstGeom>
        </p:spPr>
        <p:txBody>
          <a:bodyPr anchorCtr="0" anchor="ctr" bIns="36000" lIns="36000" spcFirstLastPara="1" rIns="36000" wrap="square" tIns="36000">
            <a:noAutofit/>
          </a:bodyPr>
          <a:lstStyle/>
          <a:p>
            <a:pPr indent="0" lvl="0" marL="0" rtl="0" algn="ctr">
              <a:spcBef>
                <a:spcPts val="0"/>
              </a:spcBef>
              <a:spcAft>
                <a:spcPts val="0"/>
              </a:spcAft>
              <a:buNone/>
            </a:pPr>
            <a:r>
              <a:t/>
            </a:r>
            <a:endParaRPr/>
          </a:p>
        </p:txBody>
      </p:sp>
      <p:sp>
        <p:nvSpPr>
          <p:cNvPr id="15678" name="Google Shape;15678;p267"/>
          <p:cNvSpPr txBox="1"/>
          <p:nvPr>
            <p:ph idx="111" type="subTitle"/>
          </p:nvPr>
        </p:nvSpPr>
        <p:spPr>
          <a:xfrm>
            <a:off x="4671309" y="6302624"/>
            <a:ext cx="777900" cy="437700"/>
          </a:xfrm>
          <a:prstGeom prst="rect">
            <a:avLst/>
          </a:prstGeom>
        </p:spPr>
        <p:txBody>
          <a:bodyPr anchorCtr="0" anchor="ctr" bIns="36000" lIns="36000" spcFirstLastPara="1" rIns="36000" wrap="square" tIns="36000">
            <a:noAutofit/>
          </a:bodyPr>
          <a:lstStyle/>
          <a:p>
            <a:pPr indent="0" lvl="0" marL="0" rtl="0" algn="ctr">
              <a:spcBef>
                <a:spcPts val="0"/>
              </a:spcBef>
              <a:spcAft>
                <a:spcPts val="0"/>
              </a:spcAft>
              <a:buNone/>
            </a:pPr>
            <a:r>
              <a:t/>
            </a:r>
            <a:endParaRPr/>
          </a:p>
        </p:txBody>
      </p:sp>
      <p:sp>
        <p:nvSpPr>
          <p:cNvPr id="15679" name="Google Shape;15679;p267"/>
          <p:cNvSpPr txBox="1"/>
          <p:nvPr>
            <p:ph idx="112" type="subTitle"/>
          </p:nvPr>
        </p:nvSpPr>
        <p:spPr>
          <a:xfrm>
            <a:off x="5482203" y="6302624"/>
            <a:ext cx="815100" cy="437700"/>
          </a:xfrm>
          <a:prstGeom prst="rect">
            <a:avLst/>
          </a:prstGeom>
        </p:spPr>
        <p:txBody>
          <a:bodyPr anchorCtr="0" anchor="ctr" bIns="36000" lIns="36000" spcFirstLastPara="1" rIns="36000" wrap="square" tIns="36000">
            <a:noAutofit/>
          </a:bodyPr>
          <a:lstStyle/>
          <a:p>
            <a:pPr indent="0" lvl="0" marL="0" rtl="0" algn="ctr">
              <a:spcBef>
                <a:spcPts val="0"/>
              </a:spcBef>
              <a:spcAft>
                <a:spcPts val="0"/>
              </a:spcAft>
              <a:buNone/>
            </a:pPr>
            <a:r>
              <a:t/>
            </a:r>
            <a:endParaRPr/>
          </a:p>
        </p:txBody>
      </p:sp>
      <p:sp>
        <p:nvSpPr>
          <p:cNvPr id="15680" name="Google Shape;15680;p267"/>
          <p:cNvSpPr txBox="1"/>
          <p:nvPr>
            <p:ph idx="113" type="subTitle"/>
          </p:nvPr>
        </p:nvSpPr>
        <p:spPr>
          <a:xfrm>
            <a:off x="6411959" y="6302619"/>
            <a:ext cx="813600" cy="437700"/>
          </a:xfrm>
          <a:prstGeom prst="rect">
            <a:avLst/>
          </a:prstGeom>
        </p:spPr>
        <p:txBody>
          <a:bodyPr anchorCtr="0" anchor="ctr" bIns="36000" lIns="36000" spcFirstLastPara="1" rIns="36000" wrap="square" tIns="36000">
            <a:noAutofit/>
          </a:bodyPr>
          <a:lstStyle/>
          <a:p>
            <a:pPr indent="0" lvl="0" marL="0" rtl="0" algn="ctr">
              <a:spcBef>
                <a:spcPts val="0"/>
              </a:spcBef>
              <a:spcAft>
                <a:spcPts val="0"/>
              </a:spcAft>
              <a:buNone/>
            </a:pPr>
            <a:r>
              <a:t/>
            </a:r>
            <a:endParaRPr/>
          </a:p>
        </p:txBody>
      </p:sp>
      <p:sp>
        <p:nvSpPr>
          <p:cNvPr id="15681" name="Google Shape;15681;p267"/>
          <p:cNvSpPr txBox="1"/>
          <p:nvPr>
            <p:ph idx="114" type="subTitle"/>
          </p:nvPr>
        </p:nvSpPr>
        <p:spPr>
          <a:xfrm>
            <a:off x="7345671" y="6302624"/>
            <a:ext cx="796500" cy="437700"/>
          </a:xfrm>
          <a:prstGeom prst="rect">
            <a:avLst/>
          </a:prstGeom>
        </p:spPr>
        <p:txBody>
          <a:bodyPr anchorCtr="0" anchor="ctr" bIns="36000" lIns="36000" spcFirstLastPara="1" rIns="36000" wrap="square" tIns="36000">
            <a:noAutofit/>
          </a:bodyPr>
          <a:lstStyle/>
          <a:p>
            <a:pPr indent="0" lvl="0" marL="0" rtl="0" algn="ctr">
              <a:spcBef>
                <a:spcPts val="0"/>
              </a:spcBef>
              <a:spcAft>
                <a:spcPts val="0"/>
              </a:spcAft>
              <a:buNone/>
            </a:pPr>
            <a:r>
              <a:t/>
            </a:r>
            <a:endParaRPr/>
          </a:p>
        </p:txBody>
      </p:sp>
      <p:sp>
        <p:nvSpPr>
          <p:cNvPr id="15682" name="Google Shape;15682;p267"/>
          <p:cNvSpPr txBox="1"/>
          <p:nvPr>
            <p:ph idx="115" type="subTitle"/>
          </p:nvPr>
        </p:nvSpPr>
        <p:spPr>
          <a:xfrm>
            <a:off x="8182670" y="6302624"/>
            <a:ext cx="796500" cy="437700"/>
          </a:xfrm>
          <a:prstGeom prst="rect">
            <a:avLst/>
          </a:prstGeom>
        </p:spPr>
        <p:txBody>
          <a:bodyPr anchorCtr="0" anchor="ctr" bIns="36000" lIns="36000" spcFirstLastPara="1" rIns="36000" wrap="square" tIns="36000">
            <a:noAutofit/>
          </a:bodyPr>
          <a:lstStyle/>
          <a:p>
            <a:pPr indent="0" lvl="0" marL="0" rtl="0" algn="ctr">
              <a:spcBef>
                <a:spcPts val="0"/>
              </a:spcBef>
              <a:spcAft>
                <a:spcPts val="0"/>
              </a:spcAft>
              <a:buNone/>
            </a:pPr>
            <a:r>
              <a:t/>
            </a:r>
            <a:endParaRPr/>
          </a:p>
        </p:txBody>
      </p:sp>
      <p:sp>
        <p:nvSpPr>
          <p:cNvPr id="15683" name="Google Shape;15683;p267"/>
          <p:cNvSpPr txBox="1"/>
          <p:nvPr>
            <p:ph idx="116" type="subTitle"/>
          </p:nvPr>
        </p:nvSpPr>
        <p:spPr>
          <a:xfrm>
            <a:off x="9000144" y="6302624"/>
            <a:ext cx="815100" cy="437700"/>
          </a:xfrm>
          <a:prstGeom prst="rect">
            <a:avLst/>
          </a:prstGeom>
        </p:spPr>
        <p:txBody>
          <a:bodyPr anchorCtr="0" anchor="ctr" bIns="36000" lIns="36000" spcFirstLastPara="1" rIns="36000" wrap="square" tIns="36000">
            <a:noAutofit/>
          </a:bodyPr>
          <a:lstStyle/>
          <a:p>
            <a:pPr indent="0" lvl="0" marL="0" rtl="0" algn="ctr">
              <a:spcBef>
                <a:spcPts val="0"/>
              </a:spcBef>
              <a:spcAft>
                <a:spcPts val="0"/>
              </a:spcAft>
              <a:buNone/>
            </a:pPr>
            <a:r>
              <a:t/>
            </a:r>
            <a:endParaRPr/>
          </a:p>
        </p:txBody>
      </p:sp>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687" name="Shape 15687"/>
        <p:cNvGrpSpPr/>
        <p:nvPr/>
      </p:nvGrpSpPr>
      <p:grpSpPr>
        <a:xfrm>
          <a:off x="0" y="0"/>
          <a:ext cx="0" cy="0"/>
          <a:chOff x="0" y="0"/>
          <a:chExt cx="0" cy="0"/>
        </a:xfrm>
      </p:grpSpPr>
      <p:sp>
        <p:nvSpPr>
          <p:cNvPr id="15688" name="Google Shape;15688;p268"/>
          <p:cNvSpPr txBox="1"/>
          <p:nvPr>
            <p:ph type="title"/>
          </p:nvPr>
        </p:nvSpPr>
        <p:spPr>
          <a:xfrm flipH="1">
            <a:off x="4025374" y="387675"/>
            <a:ext cx="5863200" cy="169200"/>
          </a:xfrm>
          <a:prstGeom prst="rect">
            <a:avLst/>
          </a:prstGeom>
        </p:spPr>
        <p:txBody>
          <a:bodyPr anchorCtr="0" anchor="ctr" bIns="0" lIns="0" spcFirstLastPara="1" rIns="0" wrap="square" tIns="0">
            <a:noAutofit/>
          </a:bodyPr>
          <a:lstStyle/>
          <a:p>
            <a:pPr indent="0" lvl="0" marL="0" rtl="0" algn="l">
              <a:spcBef>
                <a:spcPts val="0"/>
              </a:spcBef>
              <a:spcAft>
                <a:spcPts val="0"/>
              </a:spcAft>
              <a:buNone/>
            </a:pPr>
            <a:r>
              <a:t/>
            </a:r>
            <a:endParaRPr/>
          </a:p>
        </p:txBody>
      </p:sp>
      <p:sp>
        <p:nvSpPr>
          <p:cNvPr id="15689" name="Google Shape;15689;p268"/>
          <p:cNvSpPr txBox="1"/>
          <p:nvPr>
            <p:ph idx="2" type="title"/>
          </p:nvPr>
        </p:nvSpPr>
        <p:spPr>
          <a:xfrm flipH="1">
            <a:off x="3208773" y="579550"/>
            <a:ext cx="6679800" cy="169200"/>
          </a:xfrm>
          <a:prstGeom prst="rect">
            <a:avLst/>
          </a:prstGeom>
        </p:spPr>
        <p:txBody>
          <a:bodyPr anchorCtr="0" anchor="ctr" bIns="0" lIns="0" spcFirstLastPara="1" rIns="0" wrap="square" tIns="0">
            <a:noAutofit/>
          </a:bodyPr>
          <a:lstStyle/>
          <a:p>
            <a:pPr indent="0" lvl="0" marL="0" rtl="0" algn="l">
              <a:spcBef>
                <a:spcPts val="0"/>
              </a:spcBef>
              <a:spcAft>
                <a:spcPts val="0"/>
              </a:spcAft>
              <a:buNone/>
            </a:pPr>
            <a:r>
              <a:t/>
            </a:r>
            <a:endParaRPr/>
          </a:p>
        </p:txBody>
      </p:sp>
      <p:sp>
        <p:nvSpPr>
          <p:cNvPr id="15690" name="Google Shape;15690;p268"/>
          <p:cNvSpPr txBox="1"/>
          <p:nvPr>
            <p:ph idx="1" type="body"/>
          </p:nvPr>
        </p:nvSpPr>
        <p:spPr>
          <a:xfrm>
            <a:off x="641150" y="612125"/>
            <a:ext cx="1770300" cy="160500"/>
          </a:xfrm>
          <a:prstGeom prst="rect">
            <a:avLst/>
          </a:prstGeom>
        </p:spPr>
        <p:txBody>
          <a:bodyPr anchorCtr="0" anchor="t" bIns="0" lIns="0" spcFirstLastPara="1" rIns="0" wrap="square" tIns="0">
            <a:noAutofit/>
          </a:bodyPr>
          <a:lstStyle/>
          <a:p>
            <a:pPr indent="0" lvl="0" marL="0" rtl="0" algn="ctr">
              <a:spcBef>
                <a:spcPts val="0"/>
              </a:spcBef>
              <a:spcAft>
                <a:spcPts val="0"/>
              </a:spcAft>
              <a:buNone/>
            </a:pPr>
            <a:r>
              <a:t/>
            </a:r>
            <a:endParaRPr/>
          </a:p>
        </p:txBody>
      </p:sp>
      <p:graphicFrame>
        <p:nvGraphicFramePr>
          <p:cNvPr id="15691" name="Google Shape;15691;p268"/>
          <p:cNvGraphicFramePr/>
          <p:nvPr/>
        </p:nvGraphicFramePr>
        <p:xfrm>
          <a:off x="101275" y="938075"/>
          <a:ext cx="3000000" cy="3000000"/>
        </p:xfrm>
        <a:graphic>
          <a:graphicData uri="http://schemas.openxmlformats.org/drawingml/2006/table">
            <a:tbl>
              <a:tblPr>
                <a:noFill/>
                <a:tableStyleId>{BCA326C2-F651-4685-9A93-08D606646A5A}</a:tableStyleId>
              </a:tblPr>
              <a:tblGrid>
                <a:gridCol w="838200"/>
                <a:gridCol w="885825"/>
                <a:gridCol w="971550"/>
                <a:gridCol w="1057275"/>
                <a:gridCol w="1457325"/>
                <a:gridCol w="723900"/>
                <a:gridCol w="885825"/>
                <a:gridCol w="771525"/>
                <a:gridCol w="895350"/>
                <a:gridCol w="1390650"/>
              </a:tblGrid>
              <a:tr h="965075">
                <a:tc>
                  <a:txBody>
                    <a:bodyPr/>
                    <a:lstStyle/>
                    <a:p>
                      <a:pPr indent="0" lvl="0" marL="0" rtl="0" algn="ctr">
                        <a:lnSpc>
                          <a:spcPct val="115000"/>
                        </a:lnSpc>
                        <a:spcBef>
                          <a:spcPts val="0"/>
                        </a:spcBef>
                        <a:spcAft>
                          <a:spcPts val="0"/>
                        </a:spcAft>
                        <a:buNone/>
                      </a:pPr>
                      <a:r>
                        <a:rPr b="1" lang="es-419" sz="1100"/>
                        <a:t>Solicitud del Cliente</a:t>
                      </a:r>
                      <a:endParaRPr b="1" sz="1100"/>
                    </a:p>
                  </a:txBody>
                  <a:tcPr marT="91425" marB="91425" marR="91425" marL="91425">
                    <a:solidFill>
                      <a:srgbClr val="FFFF00"/>
                    </a:solidFill>
                  </a:tcPr>
                </a:tc>
                <a:tc>
                  <a:txBody>
                    <a:bodyPr/>
                    <a:lstStyle/>
                    <a:p>
                      <a:pPr indent="0" lvl="0" marL="0" rtl="0" algn="ctr">
                        <a:lnSpc>
                          <a:spcPct val="115000"/>
                        </a:lnSpc>
                        <a:spcBef>
                          <a:spcPts val="0"/>
                        </a:spcBef>
                        <a:spcAft>
                          <a:spcPts val="0"/>
                        </a:spcAft>
                        <a:buNone/>
                      </a:pPr>
                      <a:r>
                        <a:rPr b="1" lang="es-419" sz="1100"/>
                        <a:t>Asesor de Ventas R-TN-01</a:t>
                      </a:r>
                      <a:endParaRPr b="1" sz="1100"/>
                    </a:p>
                  </a:txBody>
                  <a:tcPr marT="91425" marB="91425" marR="91425" marL="91425">
                    <a:solidFill>
                      <a:srgbClr val="FFFF00"/>
                    </a:solidFill>
                  </a:tcPr>
                </a:tc>
                <a:tc>
                  <a:txBody>
                    <a:bodyPr/>
                    <a:lstStyle/>
                    <a:p>
                      <a:pPr indent="0" lvl="0" marL="0" rtl="0" algn="ctr">
                        <a:lnSpc>
                          <a:spcPct val="115000"/>
                        </a:lnSpc>
                        <a:spcBef>
                          <a:spcPts val="0"/>
                        </a:spcBef>
                        <a:spcAft>
                          <a:spcPts val="0"/>
                        </a:spcAft>
                        <a:buNone/>
                      </a:pPr>
                      <a:r>
                        <a:rPr b="1" lang="es-419" sz="1100"/>
                        <a:t>F-05 Producto Ecológico</a:t>
                      </a:r>
                      <a:endParaRPr b="1" sz="1100"/>
                    </a:p>
                  </a:txBody>
                  <a:tcPr marT="91425" marB="91425" marR="91425" marL="91425">
                    <a:solidFill>
                      <a:srgbClr val="FFFF00"/>
                    </a:solidFill>
                  </a:tcPr>
                </a:tc>
                <a:tc>
                  <a:txBody>
                    <a:bodyPr/>
                    <a:lstStyle/>
                    <a:p>
                      <a:pPr indent="0" lvl="0" marL="0" rtl="0" algn="ctr">
                        <a:lnSpc>
                          <a:spcPct val="115000"/>
                        </a:lnSpc>
                        <a:spcBef>
                          <a:spcPts val="0"/>
                        </a:spcBef>
                        <a:spcAft>
                          <a:spcPts val="0"/>
                        </a:spcAft>
                        <a:buNone/>
                      </a:pPr>
                      <a:r>
                        <a:rPr b="1" lang="es-419" sz="1100"/>
                        <a:t>E-05 Kardex de Inventario</a:t>
                      </a:r>
                      <a:endParaRPr b="1" sz="1100"/>
                    </a:p>
                  </a:txBody>
                  <a:tcPr marT="91425" marB="91425" marR="91425" marL="91425">
                    <a:solidFill>
                      <a:srgbClr val="FFFF00"/>
                    </a:solidFill>
                  </a:tcPr>
                </a:tc>
                <a:tc>
                  <a:txBody>
                    <a:bodyPr/>
                    <a:lstStyle/>
                    <a:p>
                      <a:pPr indent="0" lvl="0" marL="0" rtl="0" algn="ctr">
                        <a:lnSpc>
                          <a:spcPct val="115000"/>
                        </a:lnSpc>
                        <a:spcBef>
                          <a:spcPts val="0"/>
                        </a:spcBef>
                        <a:spcAft>
                          <a:spcPts val="0"/>
                        </a:spcAft>
                        <a:buNone/>
                      </a:pPr>
                      <a:r>
                        <a:rPr b="1" lang="es-419" sz="1100"/>
                        <a:t>(PROCESO) Vale de Retiro de Producto</a:t>
                      </a:r>
                      <a:endParaRPr b="1" sz="1100"/>
                    </a:p>
                  </a:txBody>
                  <a:tcPr marT="91425" marB="91425" marR="91425" marL="91425">
                    <a:solidFill>
                      <a:srgbClr val="FFFF00"/>
                    </a:solidFill>
                  </a:tcPr>
                </a:tc>
                <a:tc>
                  <a:txBody>
                    <a:bodyPr/>
                    <a:lstStyle/>
                    <a:p>
                      <a:pPr indent="0" lvl="0" marL="0" rtl="0" algn="ctr">
                        <a:lnSpc>
                          <a:spcPct val="115000"/>
                        </a:lnSpc>
                        <a:spcBef>
                          <a:spcPts val="0"/>
                        </a:spcBef>
                        <a:spcAft>
                          <a:spcPts val="0"/>
                        </a:spcAft>
                        <a:buNone/>
                      </a:pPr>
                      <a:r>
                        <a:rPr b="1" lang="es-419" sz="1100"/>
                        <a:t>L-02 Tienda Norte</a:t>
                      </a:r>
                      <a:endParaRPr b="1" sz="1100"/>
                    </a:p>
                  </a:txBody>
                  <a:tcPr marT="91425" marB="91425" marR="91425" marL="91425">
                    <a:solidFill>
                      <a:srgbClr val="FFFF00"/>
                    </a:solidFill>
                  </a:tcPr>
                </a:tc>
                <a:tc>
                  <a:txBody>
                    <a:bodyPr/>
                    <a:lstStyle/>
                    <a:p>
                      <a:pPr indent="0" lvl="0" marL="0" rtl="0" algn="ctr">
                        <a:lnSpc>
                          <a:spcPct val="115000"/>
                        </a:lnSpc>
                        <a:spcBef>
                          <a:spcPts val="0"/>
                        </a:spcBef>
                        <a:spcAft>
                          <a:spcPts val="0"/>
                        </a:spcAft>
                        <a:buNone/>
                      </a:pPr>
                      <a:r>
                        <a:rPr b="1" lang="es-419" sz="1100"/>
                        <a:t>Entrega del Producto</a:t>
                      </a:r>
                      <a:endParaRPr b="1" sz="1100"/>
                    </a:p>
                  </a:txBody>
                  <a:tcPr marT="91425" marB="91425" marR="91425" marL="91425">
                    <a:solidFill>
                      <a:srgbClr val="FFFF00"/>
                    </a:solidFill>
                  </a:tcPr>
                </a:tc>
                <a:tc>
                  <a:txBody>
                    <a:bodyPr/>
                    <a:lstStyle/>
                    <a:p>
                      <a:pPr indent="0" lvl="0" marL="0" rtl="0" algn="ctr">
                        <a:lnSpc>
                          <a:spcPct val="115000"/>
                        </a:lnSpc>
                        <a:spcBef>
                          <a:spcPts val="0"/>
                        </a:spcBef>
                        <a:spcAft>
                          <a:spcPts val="0"/>
                        </a:spcAft>
                        <a:buNone/>
                      </a:pPr>
                      <a:r>
                        <a:rPr b="1" lang="es-419" sz="1100"/>
                        <a:t>Recibo de Pago E-07</a:t>
                      </a:r>
                      <a:endParaRPr b="1" sz="1100"/>
                    </a:p>
                  </a:txBody>
                  <a:tcPr marT="91425" marB="91425" marR="91425" marL="91425">
                    <a:solidFill>
                      <a:srgbClr val="FFFF00"/>
                    </a:solidFill>
                  </a:tcPr>
                </a:tc>
                <a:tc>
                  <a:txBody>
                    <a:bodyPr/>
                    <a:lstStyle/>
                    <a:p>
                      <a:pPr indent="0" lvl="0" marL="0" rtl="0" algn="ctr">
                        <a:lnSpc>
                          <a:spcPct val="115000"/>
                        </a:lnSpc>
                        <a:spcBef>
                          <a:spcPts val="0"/>
                        </a:spcBef>
                        <a:spcAft>
                          <a:spcPts val="0"/>
                        </a:spcAft>
                        <a:buNone/>
                      </a:pPr>
                      <a:r>
                        <a:rPr b="1" lang="es-419" sz="1100"/>
                        <a:t>Registro en Caja Diaria</a:t>
                      </a:r>
                      <a:endParaRPr b="1" sz="1100"/>
                    </a:p>
                  </a:txBody>
                  <a:tcPr marT="91425" marB="91425" marR="91425" marL="91425">
                    <a:solidFill>
                      <a:srgbClr val="FFFF00"/>
                    </a:solidFill>
                  </a:tcPr>
                </a:tc>
                <a:tc>
                  <a:txBody>
                    <a:bodyPr/>
                    <a:lstStyle/>
                    <a:p>
                      <a:pPr indent="0" lvl="0" marL="0" rtl="0" algn="ctr">
                        <a:lnSpc>
                          <a:spcPct val="115000"/>
                        </a:lnSpc>
                        <a:spcBef>
                          <a:spcPts val="0"/>
                        </a:spcBef>
                        <a:spcAft>
                          <a:spcPts val="0"/>
                        </a:spcAft>
                        <a:buNone/>
                      </a:pPr>
                      <a:r>
                        <a:rPr b="1" lang="es-419" sz="1100"/>
                        <a:t>Confirmación de venta completada</a:t>
                      </a:r>
                      <a:endParaRPr b="1" sz="1100"/>
                    </a:p>
                  </a:txBody>
                  <a:tcPr marT="91425" marB="91425" marR="91425" marL="91425">
                    <a:solidFill>
                      <a:srgbClr val="FFFF00"/>
                    </a:solidFill>
                  </a:tcPr>
                </a:tc>
              </a:tr>
            </a:tbl>
          </a:graphicData>
        </a:graphic>
      </p:graphicFrame>
      <p:sp>
        <p:nvSpPr>
          <p:cNvPr id="15692" name="Google Shape;15692;p268"/>
          <p:cNvSpPr txBox="1"/>
          <p:nvPr/>
        </p:nvSpPr>
        <p:spPr>
          <a:xfrm>
            <a:off x="194500" y="1903150"/>
            <a:ext cx="9352200" cy="1523700"/>
          </a:xfrm>
          <a:prstGeom prst="rect">
            <a:avLst/>
          </a:prstGeom>
          <a:solidFill>
            <a:srgbClr val="D9D9D9"/>
          </a:solidFill>
          <a:ln>
            <a:noFill/>
          </a:ln>
        </p:spPr>
        <p:txBody>
          <a:bodyPr anchorCtr="0" anchor="t" bIns="91425" lIns="91425" spcFirstLastPara="1" rIns="91425" wrap="square" tIns="91425">
            <a:noAutofit/>
          </a:bodyPr>
          <a:lstStyle/>
          <a:p>
            <a:pPr indent="0" lvl="0" marL="0" rtl="0" algn="l">
              <a:spcBef>
                <a:spcPts val="0"/>
              </a:spcBef>
              <a:spcAft>
                <a:spcPts val="0"/>
              </a:spcAft>
              <a:buNone/>
            </a:pPr>
            <a:r>
              <a:rPr b="1" lang="es-419" sz="1600"/>
              <a:t>1.	IDENTIFICAR SUSTANTIVOS</a:t>
            </a:r>
            <a:endParaRPr b="1" sz="1600"/>
          </a:p>
          <a:p>
            <a:pPr indent="0" lvl="0" marL="0" rtl="0" algn="l">
              <a:lnSpc>
                <a:spcPct val="115000"/>
              </a:lnSpc>
              <a:spcBef>
                <a:spcPts val="1200"/>
              </a:spcBef>
              <a:spcAft>
                <a:spcPts val="0"/>
              </a:spcAft>
              <a:buClr>
                <a:schemeClr val="dk1"/>
              </a:buClr>
              <a:buSzPts val="1100"/>
              <a:buFont typeface="Arial"/>
              <a:buNone/>
            </a:pPr>
            <a:r>
              <a:rPr lang="es-419"/>
              <a:t>Cliente, Asesor de Ventas R-TN-01, Jefe de Bodega R-BO-01, Cajero General R-CJ-01, Producto Ecológico F-05, Inventario (Kardex de Inventario) E-05, Tiquete de Venta E-06, Vale de Retiro de Producto (PROCESO) para entregar, Recibo de Pago E-07, Registro de Ventas (Caja Diaria) L-02, Tienda Norte L-05, Bodega, Caja</a:t>
            </a:r>
            <a:endParaRPr/>
          </a:p>
          <a:p>
            <a:pPr indent="0" lvl="0" marL="0" rtl="0" algn="l">
              <a:spcBef>
                <a:spcPts val="1200"/>
              </a:spcBef>
              <a:spcAft>
                <a:spcPts val="0"/>
              </a:spcAft>
              <a:buNone/>
            </a:pPr>
            <a:r>
              <a:t/>
            </a:r>
            <a:endParaRPr/>
          </a:p>
        </p:txBody>
      </p:sp>
      <p:sp>
        <p:nvSpPr>
          <p:cNvPr id="15693" name="Google Shape;15693;p268"/>
          <p:cNvSpPr txBox="1"/>
          <p:nvPr/>
        </p:nvSpPr>
        <p:spPr>
          <a:xfrm>
            <a:off x="105550" y="3338950"/>
            <a:ext cx="9352200" cy="1766700"/>
          </a:xfrm>
          <a:prstGeom prst="rect">
            <a:avLst/>
          </a:prstGeom>
          <a:solidFill>
            <a:srgbClr val="CCCCCC"/>
          </a:solidFill>
          <a:ln>
            <a:noFill/>
          </a:ln>
        </p:spPr>
        <p:txBody>
          <a:bodyPr anchorCtr="0" anchor="t" bIns="91425" lIns="91425" spcFirstLastPara="1" rIns="91425" wrap="square" tIns="91425">
            <a:noAutofit/>
          </a:bodyPr>
          <a:lstStyle/>
          <a:p>
            <a:pPr indent="0" lvl="0" marL="0" rtl="0" algn="l">
              <a:spcBef>
                <a:spcPts val="0"/>
              </a:spcBef>
              <a:spcAft>
                <a:spcPts val="0"/>
              </a:spcAft>
              <a:buNone/>
            </a:pPr>
            <a:r>
              <a:rPr b="1" lang="es-419" sz="1600"/>
              <a:t>2.	IDENTIFICAR RELACIONES ENTRE CLASES CON SUS ATRIBUTOS</a:t>
            </a:r>
            <a:endParaRPr b="1" sz="1600"/>
          </a:p>
          <a:p>
            <a:pPr indent="0" lvl="0" marL="0" rtl="0" algn="l">
              <a:spcBef>
                <a:spcPts val="0"/>
              </a:spcBef>
              <a:spcAft>
                <a:spcPts val="0"/>
              </a:spcAft>
              <a:buNone/>
            </a:pPr>
            <a:r>
              <a:t/>
            </a:r>
            <a:endParaRPr b="1" sz="1600"/>
          </a:p>
          <a:p>
            <a:pPr indent="0" lvl="0" marL="0" rtl="0" algn="l">
              <a:spcBef>
                <a:spcPts val="0"/>
              </a:spcBef>
              <a:spcAft>
                <a:spcPts val="0"/>
              </a:spcAft>
              <a:buNone/>
            </a:pPr>
            <a:r>
              <a:rPr lang="es-419"/>
              <a:t>{Cliente: nombre, cédula} {Producto: código, nombre, precio, estado=disponible} {Inventario: stock, ubicación, lote} {TiqueteVenta: número, fecha, valorTotal} </a:t>
            </a:r>
            <a:r>
              <a:rPr lang="es-419"/>
              <a:t>{</a:t>
            </a:r>
            <a:r>
              <a:rPr lang="es-419"/>
              <a:t>ValeRetiro: númeroVale, fecha, cantidad} {ReciboPago: númeroRecibo, valor, formaPago, estado=pagado} {RegistroVentas: fecha, totalRecaudado} {AsesorVentas: nombre, códigoEmpleado} {JefeBodega: nombre, códigoEmpleado} {CajeroGeneral: nombre, códigoEmpleado}</a:t>
            </a:r>
            <a:endParaRPr/>
          </a:p>
        </p:txBody>
      </p:sp>
      <p:grpSp>
        <p:nvGrpSpPr>
          <p:cNvPr id="15694" name="Google Shape;15694;p268"/>
          <p:cNvGrpSpPr/>
          <p:nvPr/>
        </p:nvGrpSpPr>
        <p:grpSpPr>
          <a:xfrm>
            <a:off x="624253" y="5297566"/>
            <a:ext cx="1006559" cy="1338066"/>
            <a:chOff x="1078153" y="1548569"/>
            <a:chExt cx="3426000" cy="1539600"/>
          </a:xfrm>
        </p:grpSpPr>
        <p:sp>
          <p:nvSpPr>
            <p:cNvPr id="15695" name="Google Shape;15695;p268"/>
            <p:cNvSpPr/>
            <p:nvPr/>
          </p:nvSpPr>
          <p:spPr>
            <a:xfrm>
              <a:off x="1078153" y="1548569"/>
              <a:ext cx="3426000" cy="1539600"/>
            </a:xfrm>
            <a:prstGeom prst="roundRect">
              <a:avLst>
                <a:gd fmla="val 8843" name="adj"/>
              </a:avLst>
            </a:prstGeom>
            <a:solidFill>
              <a:srgbClr val="EEEEEE"/>
            </a:solidFill>
            <a:ln cap="flat" cmpd="sng" w="9525">
              <a:solidFill>
                <a:srgbClr val="595959"/>
              </a:solidFill>
              <a:prstDash val="solid"/>
              <a:round/>
              <a:headEnd len="sm" w="sm" type="none"/>
              <a:tailEnd len="sm" w="sm" type="none"/>
            </a:ln>
          </p:spPr>
          <p:txBody>
            <a:bodyPr anchorCtr="0" anchor="t" bIns="91425" lIns="91425" spcFirstLastPara="1" rIns="91425" wrap="square" tIns="91425">
              <a:noAutofit/>
            </a:bodyPr>
            <a:lstStyle/>
            <a:p>
              <a:pPr indent="0" lvl="0" marL="0" rtl="0" algn="ctr">
                <a:spcBef>
                  <a:spcPts val="0"/>
                </a:spcBef>
                <a:spcAft>
                  <a:spcPts val="0"/>
                </a:spcAft>
                <a:buNone/>
              </a:pPr>
              <a:r>
                <a:rPr b="1" lang="es-419" sz="800"/>
                <a:t>Cliente</a:t>
              </a:r>
              <a:endParaRPr b="1" sz="800"/>
            </a:p>
            <a:p>
              <a:pPr indent="0" lvl="0" marL="0" rtl="0" algn="ctr">
                <a:spcBef>
                  <a:spcPts val="0"/>
                </a:spcBef>
                <a:spcAft>
                  <a:spcPts val="0"/>
                </a:spcAft>
                <a:buNone/>
              </a:pPr>
              <a:r>
                <a:t/>
              </a:r>
              <a:endParaRPr b="1" sz="800"/>
            </a:p>
            <a:p>
              <a:pPr indent="0" lvl="0" marL="0" rtl="0" algn="ctr">
                <a:spcBef>
                  <a:spcPts val="0"/>
                </a:spcBef>
                <a:spcAft>
                  <a:spcPts val="0"/>
                </a:spcAft>
                <a:buNone/>
              </a:pPr>
              <a:r>
                <a:t/>
              </a:r>
              <a:endParaRPr b="1" sz="800"/>
            </a:p>
            <a:p>
              <a:pPr indent="0" lvl="0" marL="0" rtl="0" algn="l">
                <a:spcBef>
                  <a:spcPts val="0"/>
                </a:spcBef>
                <a:spcAft>
                  <a:spcPts val="0"/>
                </a:spcAft>
                <a:buNone/>
              </a:pPr>
              <a:r>
                <a:rPr lang="es-419" sz="800"/>
                <a:t>.</a:t>
              </a:r>
              <a:endParaRPr sz="800"/>
            </a:p>
            <a:p>
              <a:pPr indent="0" lvl="0" marL="0" rtl="0" algn="l">
                <a:spcBef>
                  <a:spcPts val="0"/>
                </a:spcBef>
                <a:spcAft>
                  <a:spcPts val="0"/>
                </a:spcAft>
                <a:buNone/>
              </a:pPr>
              <a:r>
                <a:rPr lang="es-419" sz="1200"/>
                <a:t>nombre</a:t>
              </a:r>
              <a:endParaRPr sz="1200"/>
            </a:p>
            <a:p>
              <a:pPr indent="0" lvl="0" marL="0" rtl="0" algn="l">
                <a:spcBef>
                  <a:spcPts val="0"/>
                </a:spcBef>
                <a:spcAft>
                  <a:spcPts val="0"/>
                </a:spcAft>
                <a:buNone/>
              </a:pPr>
              <a:r>
                <a:rPr lang="es-419" sz="1200"/>
                <a:t>cedula</a:t>
              </a:r>
              <a:endParaRPr sz="1200"/>
            </a:p>
          </p:txBody>
        </p:sp>
        <p:cxnSp>
          <p:nvCxnSpPr>
            <p:cNvPr id="15696" name="Google Shape;15696;p268"/>
            <p:cNvCxnSpPr/>
            <p:nvPr/>
          </p:nvCxnSpPr>
          <p:spPr>
            <a:xfrm>
              <a:off x="1459305" y="2103777"/>
              <a:ext cx="2663700" cy="3600"/>
            </a:xfrm>
            <a:prstGeom prst="straightConnector1">
              <a:avLst/>
            </a:prstGeom>
            <a:noFill/>
            <a:ln cap="flat" cmpd="sng" w="9525">
              <a:solidFill>
                <a:srgbClr val="595959"/>
              </a:solidFill>
              <a:prstDash val="solid"/>
              <a:round/>
              <a:headEnd len="med" w="med" type="none"/>
              <a:tailEnd len="med" w="med" type="none"/>
            </a:ln>
          </p:spPr>
        </p:cxnSp>
      </p:grpSp>
      <p:grpSp>
        <p:nvGrpSpPr>
          <p:cNvPr id="15697" name="Google Shape;15697;p268"/>
          <p:cNvGrpSpPr/>
          <p:nvPr/>
        </p:nvGrpSpPr>
        <p:grpSpPr>
          <a:xfrm>
            <a:off x="1886650" y="5105650"/>
            <a:ext cx="785151" cy="1523678"/>
            <a:chOff x="1831774" y="1292737"/>
            <a:chExt cx="2672400" cy="2031300"/>
          </a:xfrm>
        </p:grpSpPr>
        <p:sp>
          <p:nvSpPr>
            <p:cNvPr id="15698" name="Google Shape;15698;p268"/>
            <p:cNvSpPr/>
            <p:nvPr/>
          </p:nvSpPr>
          <p:spPr>
            <a:xfrm>
              <a:off x="1831774" y="1292737"/>
              <a:ext cx="2672400" cy="2031300"/>
            </a:xfrm>
            <a:prstGeom prst="roundRect">
              <a:avLst>
                <a:gd fmla="val 8843" name="adj"/>
              </a:avLst>
            </a:prstGeom>
            <a:solidFill>
              <a:srgbClr val="EEEEEE"/>
            </a:solidFill>
            <a:ln cap="flat" cmpd="sng" w="9525">
              <a:solidFill>
                <a:srgbClr val="595959"/>
              </a:solidFill>
              <a:prstDash val="solid"/>
              <a:round/>
              <a:headEnd len="sm" w="sm" type="none"/>
              <a:tailEnd len="sm" w="sm" type="none"/>
            </a:ln>
          </p:spPr>
          <p:txBody>
            <a:bodyPr anchorCtr="0" anchor="t" bIns="91425" lIns="91425" spcFirstLastPara="1" rIns="91425" wrap="square" tIns="91425">
              <a:noAutofit/>
            </a:bodyPr>
            <a:lstStyle/>
            <a:p>
              <a:pPr indent="0" lvl="0" marL="0" rtl="0" algn="ctr">
                <a:spcBef>
                  <a:spcPts val="0"/>
                </a:spcBef>
                <a:spcAft>
                  <a:spcPts val="0"/>
                </a:spcAft>
                <a:buNone/>
              </a:pPr>
              <a:r>
                <a:rPr b="1" lang="es-419" sz="800"/>
                <a:t>Producto</a:t>
              </a:r>
              <a:endParaRPr b="1" sz="800"/>
            </a:p>
            <a:p>
              <a:pPr indent="0" lvl="0" marL="0" rtl="0" algn="ctr">
                <a:spcBef>
                  <a:spcPts val="0"/>
                </a:spcBef>
                <a:spcAft>
                  <a:spcPts val="0"/>
                </a:spcAft>
                <a:buNone/>
              </a:pPr>
              <a:r>
                <a:t/>
              </a:r>
              <a:endParaRPr b="1" sz="800"/>
            </a:p>
            <a:p>
              <a:pPr indent="0" lvl="0" marL="0" rtl="0" algn="ctr">
                <a:spcBef>
                  <a:spcPts val="0"/>
                </a:spcBef>
                <a:spcAft>
                  <a:spcPts val="0"/>
                </a:spcAft>
                <a:buNone/>
              </a:pPr>
              <a:r>
                <a:t/>
              </a:r>
              <a:endParaRPr b="1" sz="800"/>
            </a:p>
            <a:p>
              <a:pPr indent="0" lvl="0" marL="0" rtl="0" algn="l">
                <a:spcBef>
                  <a:spcPts val="0"/>
                </a:spcBef>
                <a:spcAft>
                  <a:spcPts val="0"/>
                </a:spcAft>
                <a:buNone/>
              </a:pPr>
              <a:r>
                <a:rPr lang="es-419" sz="800"/>
                <a:t>.</a:t>
              </a:r>
              <a:endParaRPr sz="800"/>
            </a:p>
            <a:p>
              <a:pPr indent="0" lvl="0" marL="0" rtl="0" algn="l">
                <a:spcBef>
                  <a:spcPts val="0"/>
                </a:spcBef>
                <a:spcAft>
                  <a:spcPts val="0"/>
                </a:spcAft>
                <a:buNone/>
              </a:pPr>
              <a:r>
                <a:rPr lang="es-419" sz="1200"/>
                <a:t>código, nombre, precio, estado </a:t>
              </a:r>
              <a:endParaRPr sz="1200"/>
            </a:p>
          </p:txBody>
        </p:sp>
        <p:cxnSp>
          <p:nvCxnSpPr>
            <p:cNvPr id="15699" name="Google Shape;15699;p268"/>
            <p:cNvCxnSpPr/>
            <p:nvPr/>
          </p:nvCxnSpPr>
          <p:spPr>
            <a:xfrm>
              <a:off x="1836092" y="1822881"/>
              <a:ext cx="2663700" cy="3600"/>
            </a:xfrm>
            <a:prstGeom prst="straightConnector1">
              <a:avLst/>
            </a:prstGeom>
            <a:noFill/>
            <a:ln cap="flat" cmpd="sng" w="9525">
              <a:solidFill>
                <a:srgbClr val="595959"/>
              </a:solidFill>
              <a:prstDash val="solid"/>
              <a:round/>
              <a:headEnd len="med" w="med" type="none"/>
              <a:tailEnd len="med" w="med" type="none"/>
            </a:ln>
          </p:spPr>
        </p:cxnSp>
      </p:grpSp>
      <p:grpSp>
        <p:nvGrpSpPr>
          <p:cNvPr id="15700" name="Google Shape;15700;p268"/>
          <p:cNvGrpSpPr/>
          <p:nvPr/>
        </p:nvGrpSpPr>
        <p:grpSpPr>
          <a:xfrm>
            <a:off x="2927565" y="5226391"/>
            <a:ext cx="1006426" cy="1338066"/>
            <a:chOff x="1831750" y="1548575"/>
            <a:chExt cx="2672400" cy="1539600"/>
          </a:xfrm>
        </p:grpSpPr>
        <p:sp>
          <p:nvSpPr>
            <p:cNvPr id="15701" name="Google Shape;15701;p268"/>
            <p:cNvSpPr/>
            <p:nvPr/>
          </p:nvSpPr>
          <p:spPr>
            <a:xfrm>
              <a:off x="1831750" y="1548575"/>
              <a:ext cx="2672400" cy="1539600"/>
            </a:xfrm>
            <a:prstGeom prst="roundRect">
              <a:avLst>
                <a:gd fmla="val 8843" name="adj"/>
              </a:avLst>
            </a:prstGeom>
            <a:solidFill>
              <a:srgbClr val="EEEEEE"/>
            </a:solidFill>
            <a:ln cap="flat" cmpd="sng" w="9525">
              <a:solidFill>
                <a:srgbClr val="595959"/>
              </a:solidFill>
              <a:prstDash val="solid"/>
              <a:round/>
              <a:headEnd len="sm" w="sm" type="none"/>
              <a:tailEnd len="sm" w="sm" type="none"/>
            </a:ln>
          </p:spPr>
          <p:txBody>
            <a:bodyPr anchorCtr="0" anchor="t" bIns="91425" lIns="91425" spcFirstLastPara="1" rIns="91425" wrap="square" tIns="91425">
              <a:noAutofit/>
            </a:bodyPr>
            <a:lstStyle/>
            <a:p>
              <a:pPr indent="0" lvl="0" marL="0" rtl="0" algn="ctr">
                <a:spcBef>
                  <a:spcPts val="0"/>
                </a:spcBef>
                <a:spcAft>
                  <a:spcPts val="0"/>
                </a:spcAft>
                <a:buNone/>
              </a:pPr>
              <a:r>
                <a:rPr b="1" lang="es-419" sz="800"/>
                <a:t>Inventario</a:t>
              </a:r>
              <a:endParaRPr b="1" sz="800"/>
            </a:p>
            <a:p>
              <a:pPr indent="0" lvl="0" marL="0" rtl="0" algn="ctr">
                <a:spcBef>
                  <a:spcPts val="0"/>
                </a:spcBef>
                <a:spcAft>
                  <a:spcPts val="0"/>
                </a:spcAft>
                <a:buNone/>
              </a:pPr>
              <a:r>
                <a:t/>
              </a:r>
              <a:endParaRPr b="1" sz="800"/>
            </a:p>
            <a:p>
              <a:pPr indent="0" lvl="0" marL="0" rtl="0" algn="ctr">
                <a:spcBef>
                  <a:spcPts val="0"/>
                </a:spcBef>
                <a:spcAft>
                  <a:spcPts val="0"/>
                </a:spcAft>
                <a:buNone/>
              </a:pPr>
              <a:r>
                <a:t/>
              </a:r>
              <a:endParaRPr b="1" sz="800"/>
            </a:p>
            <a:p>
              <a:pPr indent="0" lvl="0" marL="0" rtl="0" algn="l">
                <a:spcBef>
                  <a:spcPts val="0"/>
                </a:spcBef>
                <a:spcAft>
                  <a:spcPts val="0"/>
                </a:spcAft>
                <a:buNone/>
              </a:pPr>
              <a:r>
                <a:rPr lang="es-419" sz="800"/>
                <a:t>.</a:t>
              </a:r>
              <a:endParaRPr sz="800"/>
            </a:p>
            <a:p>
              <a:pPr indent="0" lvl="0" marL="0" rtl="0" algn="l">
                <a:spcBef>
                  <a:spcPts val="0"/>
                </a:spcBef>
                <a:spcAft>
                  <a:spcPts val="0"/>
                </a:spcAft>
                <a:buNone/>
              </a:pPr>
              <a:r>
                <a:rPr lang="es-419" sz="1200"/>
                <a:t>stock, ubicación, lote</a:t>
              </a:r>
              <a:endParaRPr sz="1200"/>
            </a:p>
          </p:txBody>
        </p:sp>
        <p:cxnSp>
          <p:nvCxnSpPr>
            <p:cNvPr id="15702" name="Google Shape;15702;p268"/>
            <p:cNvCxnSpPr/>
            <p:nvPr/>
          </p:nvCxnSpPr>
          <p:spPr>
            <a:xfrm>
              <a:off x="1836092" y="2125374"/>
              <a:ext cx="2663700" cy="3600"/>
            </a:xfrm>
            <a:prstGeom prst="straightConnector1">
              <a:avLst/>
            </a:prstGeom>
            <a:noFill/>
            <a:ln cap="flat" cmpd="sng" w="9525">
              <a:solidFill>
                <a:srgbClr val="595959"/>
              </a:solidFill>
              <a:prstDash val="solid"/>
              <a:round/>
              <a:headEnd len="med" w="med" type="none"/>
              <a:tailEnd len="med" w="med" type="none"/>
            </a:ln>
          </p:spPr>
        </p:cxnSp>
      </p:grpSp>
      <p:grpSp>
        <p:nvGrpSpPr>
          <p:cNvPr id="15703" name="Google Shape;15703;p268"/>
          <p:cNvGrpSpPr/>
          <p:nvPr/>
        </p:nvGrpSpPr>
        <p:grpSpPr>
          <a:xfrm>
            <a:off x="4097455" y="5226416"/>
            <a:ext cx="1006559" cy="1338066"/>
            <a:chOff x="1831728" y="1548569"/>
            <a:chExt cx="3426000" cy="1539600"/>
          </a:xfrm>
        </p:grpSpPr>
        <p:sp>
          <p:nvSpPr>
            <p:cNvPr id="15704" name="Google Shape;15704;p268"/>
            <p:cNvSpPr/>
            <p:nvPr/>
          </p:nvSpPr>
          <p:spPr>
            <a:xfrm>
              <a:off x="1831728" y="1548569"/>
              <a:ext cx="3426000" cy="1539600"/>
            </a:xfrm>
            <a:prstGeom prst="roundRect">
              <a:avLst>
                <a:gd fmla="val 8843" name="adj"/>
              </a:avLst>
            </a:prstGeom>
            <a:solidFill>
              <a:srgbClr val="EEEEEE"/>
            </a:solidFill>
            <a:ln cap="flat" cmpd="sng" w="9525">
              <a:solidFill>
                <a:srgbClr val="595959"/>
              </a:solidFill>
              <a:prstDash val="solid"/>
              <a:round/>
              <a:headEnd len="sm" w="sm" type="none"/>
              <a:tailEnd len="sm" w="sm" type="none"/>
            </a:ln>
          </p:spPr>
          <p:txBody>
            <a:bodyPr anchorCtr="0" anchor="t" bIns="91425" lIns="91425" spcFirstLastPara="1" rIns="91425" wrap="square" tIns="91425">
              <a:noAutofit/>
            </a:bodyPr>
            <a:lstStyle/>
            <a:p>
              <a:pPr indent="0" lvl="0" marL="0" rtl="0" algn="ctr">
                <a:spcBef>
                  <a:spcPts val="0"/>
                </a:spcBef>
                <a:spcAft>
                  <a:spcPts val="0"/>
                </a:spcAft>
                <a:buNone/>
              </a:pPr>
              <a:r>
                <a:rPr b="1" lang="es-419" sz="800"/>
                <a:t>TiqueteVenta</a:t>
              </a:r>
              <a:endParaRPr b="1" sz="800"/>
            </a:p>
            <a:p>
              <a:pPr indent="0" lvl="0" marL="0" rtl="0" algn="ctr">
                <a:spcBef>
                  <a:spcPts val="0"/>
                </a:spcBef>
                <a:spcAft>
                  <a:spcPts val="0"/>
                </a:spcAft>
                <a:buNone/>
              </a:pPr>
              <a:r>
                <a:t/>
              </a:r>
              <a:endParaRPr b="1" sz="800"/>
            </a:p>
            <a:p>
              <a:pPr indent="0" lvl="0" marL="0" rtl="0" algn="ctr">
                <a:spcBef>
                  <a:spcPts val="0"/>
                </a:spcBef>
                <a:spcAft>
                  <a:spcPts val="0"/>
                </a:spcAft>
                <a:buNone/>
              </a:pPr>
              <a:r>
                <a:t/>
              </a:r>
              <a:endParaRPr b="1" sz="800"/>
            </a:p>
            <a:p>
              <a:pPr indent="0" lvl="0" marL="0" rtl="0" algn="l">
                <a:spcBef>
                  <a:spcPts val="0"/>
                </a:spcBef>
                <a:spcAft>
                  <a:spcPts val="0"/>
                </a:spcAft>
                <a:buNone/>
              </a:pPr>
              <a:r>
                <a:rPr lang="es-419" sz="800"/>
                <a:t>.</a:t>
              </a:r>
              <a:r>
                <a:rPr lang="es-419" sz="1200"/>
                <a:t>número, fecha, valorTotal</a:t>
              </a:r>
              <a:endParaRPr sz="1200"/>
            </a:p>
            <a:p>
              <a:pPr indent="0" lvl="0" marL="0" rtl="0" algn="l">
                <a:spcBef>
                  <a:spcPts val="0"/>
                </a:spcBef>
                <a:spcAft>
                  <a:spcPts val="0"/>
                </a:spcAft>
                <a:buNone/>
              </a:pPr>
              <a:r>
                <a:t/>
              </a:r>
              <a:endParaRPr sz="1200"/>
            </a:p>
          </p:txBody>
        </p:sp>
        <p:cxnSp>
          <p:nvCxnSpPr>
            <p:cNvPr id="15705" name="Google Shape;15705;p268"/>
            <p:cNvCxnSpPr/>
            <p:nvPr/>
          </p:nvCxnSpPr>
          <p:spPr>
            <a:xfrm>
              <a:off x="1836092" y="2125374"/>
              <a:ext cx="2663700" cy="3600"/>
            </a:xfrm>
            <a:prstGeom prst="straightConnector1">
              <a:avLst/>
            </a:prstGeom>
            <a:noFill/>
            <a:ln cap="flat" cmpd="sng" w="9525">
              <a:solidFill>
                <a:srgbClr val="595959"/>
              </a:solidFill>
              <a:prstDash val="solid"/>
              <a:round/>
              <a:headEnd len="med" w="med" type="none"/>
              <a:tailEnd len="med" w="med" type="none"/>
            </a:ln>
          </p:spPr>
        </p:cxnSp>
      </p:grpSp>
      <p:grpSp>
        <p:nvGrpSpPr>
          <p:cNvPr id="15706" name="Google Shape;15706;p268"/>
          <p:cNvGrpSpPr/>
          <p:nvPr/>
        </p:nvGrpSpPr>
        <p:grpSpPr>
          <a:xfrm>
            <a:off x="5380281" y="5194035"/>
            <a:ext cx="1162607" cy="1402837"/>
            <a:chOff x="1619335" y="1548569"/>
            <a:chExt cx="3073240" cy="1870200"/>
          </a:xfrm>
        </p:grpSpPr>
        <p:sp>
          <p:nvSpPr>
            <p:cNvPr id="15707" name="Google Shape;15707;p268"/>
            <p:cNvSpPr/>
            <p:nvPr/>
          </p:nvSpPr>
          <p:spPr>
            <a:xfrm>
              <a:off x="1831774" y="1548569"/>
              <a:ext cx="2860800" cy="1870200"/>
            </a:xfrm>
            <a:prstGeom prst="roundRect">
              <a:avLst>
                <a:gd fmla="val 8843" name="adj"/>
              </a:avLst>
            </a:prstGeom>
            <a:solidFill>
              <a:srgbClr val="EEEEEE"/>
            </a:solidFill>
            <a:ln cap="flat" cmpd="sng" w="9525">
              <a:solidFill>
                <a:srgbClr val="595959"/>
              </a:solidFill>
              <a:prstDash val="solid"/>
              <a:round/>
              <a:headEnd len="sm" w="sm" type="none"/>
              <a:tailEnd len="sm" w="sm" type="none"/>
            </a:ln>
          </p:spPr>
          <p:txBody>
            <a:bodyPr anchorCtr="0" anchor="t" bIns="91425" lIns="91425" spcFirstLastPara="1" rIns="91425" wrap="square" tIns="91425">
              <a:noAutofit/>
            </a:bodyPr>
            <a:lstStyle/>
            <a:p>
              <a:pPr indent="0" lvl="0" marL="0" rtl="0" algn="ctr">
                <a:spcBef>
                  <a:spcPts val="0"/>
                </a:spcBef>
                <a:spcAft>
                  <a:spcPts val="0"/>
                </a:spcAft>
                <a:buNone/>
              </a:pPr>
              <a:r>
                <a:rPr b="1" lang="es-419" sz="800"/>
                <a:t>ReciboPago</a:t>
              </a:r>
              <a:endParaRPr b="1" sz="800"/>
            </a:p>
            <a:p>
              <a:pPr indent="0" lvl="0" marL="0" rtl="0" algn="l">
                <a:spcBef>
                  <a:spcPts val="0"/>
                </a:spcBef>
                <a:spcAft>
                  <a:spcPts val="0"/>
                </a:spcAft>
                <a:buNone/>
              </a:pPr>
              <a:r>
                <a:t/>
              </a:r>
              <a:endParaRPr sz="800"/>
            </a:p>
            <a:p>
              <a:pPr indent="0" lvl="0" marL="0" rtl="0" algn="l">
                <a:spcBef>
                  <a:spcPts val="0"/>
                </a:spcBef>
                <a:spcAft>
                  <a:spcPts val="0"/>
                </a:spcAft>
                <a:buNone/>
              </a:pPr>
              <a:r>
                <a:rPr lang="es-419" sz="1200"/>
                <a:t>númeroRecibo, valor, formaPago, estado</a:t>
              </a:r>
              <a:endParaRPr sz="1200"/>
            </a:p>
          </p:txBody>
        </p:sp>
        <p:cxnSp>
          <p:nvCxnSpPr>
            <p:cNvPr id="15708" name="Google Shape;15708;p268"/>
            <p:cNvCxnSpPr/>
            <p:nvPr/>
          </p:nvCxnSpPr>
          <p:spPr>
            <a:xfrm flipH="1" rot="10800000">
              <a:off x="1619335" y="1906395"/>
              <a:ext cx="2925600" cy="24300"/>
            </a:xfrm>
            <a:prstGeom prst="straightConnector1">
              <a:avLst/>
            </a:prstGeom>
            <a:noFill/>
            <a:ln cap="flat" cmpd="sng" w="9525">
              <a:solidFill>
                <a:srgbClr val="595959"/>
              </a:solidFill>
              <a:prstDash val="solid"/>
              <a:round/>
              <a:headEnd len="med" w="med" type="none"/>
              <a:tailEnd len="med" w="med" type="none"/>
            </a:ln>
          </p:spPr>
        </p:cxnSp>
      </p:grpSp>
      <p:grpSp>
        <p:nvGrpSpPr>
          <p:cNvPr id="15709" name="Google Shape;15709;p268"/>
          <p:cNvGrpSpPr/>
          <p:nvPr/>
        </p:nvGrpSpPr>
        <p:grpSpPr>
          <a:xfrm>
            <a:off x="6921174" y="5198450"/>
            <a:ext cx="1085856" cy="1338066"/>
            <a:chOff x="1587532" y="1548585"/>
            <a:chExt cx="3695902" cy="1539600"/>
          </a:xfrm>
        </p:grpSpPr>
        <p:sp>
          <p:nvSpPr>
            <p:cNvPr id="15710" name="Google Shape;15710;p268"/>
            <p:cNvSpPr/>
            <p:nvPr/>
          </p:nvSpPr>
          <p:spPr>
            <a:xfrm>
              <a:off x="1587532" y="1548585"/>
              <a:ext cx="3669600" cy="1539600"/>
            </a:xfrm>
            <a:prstGeom prst="roundRect">
              <a:avLst>
                <a:gd fmla="val 8843" name="adj"/>
              </a:avLst>
            </a:prstGeom>
            <a:solidFill>
              <a:srgbClr val="EEEEEE"/>
            </a:solidFill>
            <a:ln cap="flat" cmpd="sng" w="9525">
              <a:solidFill>
                <a:srgbClr val="595959"/>
              </a:solidFill>
              <a:prstDash val="solid"/>
              <a:round/>
              <a:headEnd len="sm" w="sm" type="none"/>
              <a:tailEnd len="sm" w="sm" type="none"/>
            </a:ln>
          </p:spPr>
          <p:txBody>
            <a:bodyPr anchorCtr="0" anchor="t" bIns="91425" lIns="91425" spcFirstLastPara="1" rIns="91425" wrap="square" tIns="91425">
              <a:noAutofit/>
            </a:bodyPr>
            <a:lstStyle/>
            <a:p>
              <a:pPr indent="0" lvl="0" marL="0" rtl="0" algn="ctr">
                <a:spcBef>
                  <a:spcPts val="0"/>
                </a:spcBef>
                <a:spcAft>
                  <a:spcPts val="0"/>
                </a:spcAft>
                <a:buNone/>
              </a:pPr>
              <a:r>
                <a:rPr b="1" lang="es-419" sz="800"/>
                <a:t>ValeRetiro</a:t>
              </a:r>
              <a:endParaRPr b="1" sz="800"/>
            </a:p>
            <a:p>
              <a:pPr indent="0" lvl="0" marL="0" rtl="0" algn="ctr">
                <a:spcBef>
                  <a:spcPts val="0"/>
                </a:spcBef>
                <a:spcAft>
                  <a:spcPts val="0"/>
                </a:spcAft>
                <a:buNone/>
              </a:pPr>
              <a:r>
                <a:t/>
              </a:r>
              <a:endParaRPr b="1" sz="800"/>
            </a:p>
            <a:p>
              <a:pPr indent="0" lvl="0" marL="0" rtl="0" algn="ctr">
                <a:spcBef>
                  <a:spcPts val="0"/>
                </a:spcBef>
                <a:spcAft>
                  <a:spcPts val="0"/>
                </a:spcAft>
                <a:buNone/>
              </a:pPr>
              <a:r>
                <a:t/>
              </a:r>
              <a:endParaRPr b="1" sz="800"/>
            </a:p>
            <a:p>
              <a:pPr indent="0" lvl="0" marL="0" rtl="0" algn="l">
                <a:spcBef>
                  <a:spcPts val="0"/>
                </a:spcBef>
                <a:spcAft>
                  <a:spcPts val="0"/>
                </a:spcAft>
                <a:buNone/>
              </a:pPr>
              <a:r>
                <a:rPr lang="es-419" sz="800"/>
                <a:t>.</a:t>
              </a:r>
              <a:r>
                <a:rPr lang="es-419" sz="1200"/>
                <a:t>númeroValefecha</a:t>
              </a:r>
              <a:endParaRPr sz="1200"/>
            </a:p>
            <a:p>
              <a:pPr indent="0" lvl="0" marL="0" rtl="0" algn="l">
                <a:spcBef>
                  <a:spcPts val="0"/>
                </a:spcBef>
                <a:spcAft>
                  <a:spcPts val="0"/>
                </a:spcAft>
                <a:buNone/>
              </a:pPr>
              <a:r>
                <a:rPr lang="es-419" sz="1200"/>
                <a:t>cantidad</a:t>
              </a:r>
              <a:endParaRPr sz="1200"/>
            </a:p>
            <a:p>
              <a:pPr indent="0" lvl="0" marL="0" rtl="0" algn="l">
                <a:spcBef>
                  <a:spcPts val="0"/>
                </a:spcBef>
                <a:spcAft>
                  <a:spcPts val="0"/>
                </a:spcAft>
                <a:buNone/>
              </a:pPr>
              <a:r>
                <a:t/>
              </a:r>
              <a:endParaRPr sz="1200"/>
            </a:p>
          </p:txBody>
        </p:sp>
        <p:cxnSp>
          <p:nvCxnSpPr>
            <p:cNvPr id="15711" name="Google Shape;15711;p268"/>
            <p:cNvCxnSpPr/>
            <p:nvPr/>
          </p:nvCxnSpPr>
          <p:spPr>
            <a:xfrm flipH="1" rot="10800000">
              <a:off x="1836134" y="1931988"/>
              <a:ext cx="3447300" cy="6900"/>
            </a:xfrm>
            <a:prstGeom prst="straightConnector1">
              <a:avLst/>
            </a:prstGeom>
            <a:noFill/>
            <a:ln cap="flat" cmpd="sng" w="9525">
              <a:solidFill>
                <a:srgbClr val="595959"/>
              </a:solidFill>
              <a:prstDash val="solid"/>
              <a:round/>
              <a:headEnd len="med" w="med" type="none"/>
              <a:tailEnd len="med" w="med" type="none"/>
            </a:ln>
          </p:spPr>
        </p:cxnSp>
      </p:grpSp>
      <p:grpSp>
        <p:nvGrpSpPr>
          <p:cNvPr id="15712" name="Google Shape;15712;p268"/>
          <p:cNvGrpSpPr/>
          <p:nvPr/>
        </p:nvGrpSpPr>
        <p:grpSpPr>
          <a:xfrm>
            <a:off x="8385318" y="5198450"/>
            <a:ext cx="1441177" cy="1338066"/>
            <a:chOff x="5392678" y="1709556"/>
            <a:chExt cx="4905300" cy="1539600"/>
          </a:xfrm>
        </p:grpSpPr>
        <p:sp>
          <p:nvSpPr>
            <p:cNvPr id="15713" name="Google Shape;15713;p268"/>
            <p:cNvSpPr/>
            <p:nvPr/>
          </p:nvSpPr>
          <p:spPr>
            <a:xfrm>
              <a:off x="5392687" y="1709556"/>
              <a:ext cx="4782000" cy="1539600"/>
            </a:xfrm>
            <a:prstGeom prst="roundRect">
              <a:avLst>
                <a:gd fmla="val 8843" name="adj"/>
              </a:avLst>
            </a:prstGeom>
            <a:solidFill>
              <a:srgbClr val="EEEEEE"/>
            </a:solidFill>
            <a:ln cap="flat" cmpd="sng" w="9525">
              <a:solidFill>
                <a:srgbClr val="595959"/>
              </a:solidFill>
              <a:prstDash val="solid"/>
              <a:round/>
              <a:headEnd len="sm" w="sm" type="none"/>
              <a:tailEnd len="sm" w="sm" type="none"/>
            </a:ln>
          </p:spPr>
          <p:txBody>
            <a:bodyPr anchorCtr="0" anchor="t" bIns="91425" lIns="91425" spcFirstLastPara="1" rIns="91425" wrap="square" tIns="91425">
              <a:noAutofit/>
            </a:bodyPr>
            <a:lstStyle/>
            <a:p>
              <a:pPr indent="0" lvl="0" marL="0" rtl="0" algn="ctr">
                <a:spcBef>
                  <a:spcPts val="0"/>
                </a:spcBef>
                <a:spcAft>
                  <a:spcPts val="0"/>
                </a:spcAft>
                <a:buNone/>
              </a:pPr>
              <a:r>
                <a:rPr b="1" lang="es-419" sz="800"/>
                <a:t>RegistroVentas</a:t>
              </a:r>
              <a:endParaRPr b="1" sz="800"/>
            </a:p>
            <a:p>
              <a:pPr indent="0" lvl="0" marL="0" rtl="0" algn="ctr">
                <a:spcBef>
                  <a:spcPts val="0"/>
                </a:spcBef>
                <a:spcAft>
                  <a:spcPts val="0"/>
                </a:spcAft>
                <a:buNone/>
              </a:pPr>
              <a:r>
                <a:t/>
              </a:r>
              <a:endParaRPr b="1" sz="800"/>
            </a:p>
            <a:p>
              <a:pPr indent="0" lvl="0" marL="0" rtl="0" algn="l">
                <a:spcBef>
                  <a:spcPts val="0"/>
                </a:spcBef>
                <a:spcAft>
                  <a:spcPts val="0"/>
                </a:spcAft>
                <a:buNone/>
              </a:pPr>
              <a:r>
                <a:t/>
              </a:r>
              <a:endParaRPr sz="800"/>
            </a:p>
            <a:p>
              <a:pPr indent="0" lvl="0" marL="0" rtl="0" algn="l">
                <a:spcBef>
                  <a:spcPts val="0"/>
                </a:spcBef>
                <a:spcAft>
                  <a:spcPts val="0"/>
                </a:spcAft>
                <a:buNone/>
              </a:pPr>
              <a:r>
                <a:rPr lang="es-419" sz="1200"/>
                <a:t>fecha</a:t>
              </a:r>
              <a:endParaRPr sz="1200"/>
            </a:p>
            <a:p>
              <a:pPr indent="0" lvl="0" marL="0" rtl="0" algn="l">
                <a:spcBef>
                  <a:spcPts val="0"/>
                </a:spcBef>
                <a:spcAft>
                  <a:spcPts val="0"/>
                </a:spcAft>
                <a:buNone/>
              </a:pPr>
              <a:r>
                <a:rPr lang="es-419" sz="1200"/>
                <a:t>TotalRecaudado</a:t>
              </a:r>
              <a:endParaRPr sz="1200"/>
            </a:p>
          </p:txBody>
        </p:sp>
        <p:cxnSp>
          <p:nvCxnSpPr>
            <p:cNvPr id="15714" name="Google Shape;15714;p268"/>
            <p:cNvCxnSpPr/>
            <p:nvPr/>
          </p:nvCxnSpPr>
          <p:spPr>
            <a:xfrm>
              <a:off x="5392678" y="2082146"/>
              <a:ext cx="4905300" cy="13800"/>
            </a:xfrm>
            <a:prstGeom prst="straightConnector1">
              <a:avLst/>
            </a:prstGeom>
            <a:noFill/>
            <a:ln cap="flat" cmpd="sng" w="9525">
              <a:solidFill>
                <a:srgbClr val="595959"/>
              </a:solidFill>
              <a:prstDash val="solid"/>
              <a:round/>
              <a:headEnd len="med" w="med" type="none"/>
              <a:tailEnd len="med" w="med" type="none"/>
            </a:ln>
          </p:spPr>
        </p:cxnSp>
      </p:grpSp>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718" name="Shape 15718"/>
        <p:cNvGrpSpPr/>
        <p:nvPr/>
      </p:nvGrpSpPr>
      <p:grpSpPr>
        <a:xfrm>
          <a:off x="0" y="0"/>
          <a:ext cx="0" cy="0"/>
          <a:chOff x="0" y="0"/>
          <a:chExt cx="0" cy="0"/>
        </a:xfrm>
      </p:grpSpPr>
      <p:sp>
        <p:nvSpPr>
          <p:cNvPr id="15719" name="Google Shape;15719;p269"/>
          <p:cNvSpPr txBox="1"/>
          <p:nvPr>
            <p:ph idx="1" type="subTitle"/>
          </p:nvPr>
        </p:nvSpPr>
        <p:spPr>
          <a:xfrm>
            <a:off x="1195650" y="1537620"/>
            <a:ext cx="2361300" cy="265800"/>
          </a:xfrm>
          <a:prstGeom prst="rect">
            <a:avLst/>
          </a:prstGeom>
        </p:spPr>
        <p:txBody>
          <a:bodyPr anchorCtr="0" anchor="ctr" bIns="36000" lIns="36000" spcFirstLastPara="1" rIns="36000" wrap="square" tIns="36000">
            <a:noAutofit/>
          </a:bodyPr>
          <a:lstStyle/>
          <a:p>
            <a:pPr indent="0" lvl="0" marL="0" rtl="0" algn="ctr">
              <a:spcBef>
                <a:spcPts val="0"/>
              </a:spcBef>
              <a:spcAft>
                <a:spcPts val="0"/>
              </a:spcAft>
              <a:buNone/>
            </a:pPr>
            <a:r>
              <a:rPr lang="es-419"/>
              <a:t>Cliente</a:t>
            </a:r>
            <a:endParaRPr/>
          </a:p>
        </p:txBody>
      </p:sp>
      <p:sp>
        <p:nvSpPr>
          <p:cNvPr id="15720" name="Google Shape;15720;p269"/>
          <p:cNvSpPr txBox="1"/>
          <p:nvPr>
            <p:ph idx="2" type="subTitle"/>
          </p:nvPr>
        </p:nvSpPr>
        <p:spPr>
          <a:xfrm>
            <a:off x="7340100" y="1537624"/>
            <a:ext cx="2361300" cy="266400"/>
          </a:xfrm>
          <a:prstGeom prst="rect">
            <a:avLst/>
          </a:prstGeom>
        </p:spPr>
        <p:txBody>
          <a:bodyPr anchorCtr="0" anchor="ctr" bIns="36000" lIns="36000" spcFirstLastPara="1" rIns="36000" wrap="square" tIns="36000">
            <a:noAutofit/>
          </a:bodyPr>
          <a:lstStyle/>
          <a:p>
            <a:pPr indent="0" lvl="0" marL="0" rtl="0" algn="ctr">
              <a:spcBef>
                <a:spcPts val="0"/>
              </a:spcBef>
              <a:spcAft>
                <a:spcPts val="0"/>
              </a:spcAft>
              <a:buNone/>
            </a:pPr>
            <a:r>
              <a:rPr lang="es-419"/>
              <a:t>Producto</a:t>
            </a:r>
            <a:endParaRPr/>
          </a:p>
        </p:txBody>
      </p:sp>
      <p:sp>
        <p:nvSpPr>
          <p:cNvPr id="15721" name="Google Shape;15721;p269"/>
          <p:cNvSpPr txBox="1"/>
          <p:nvPr>
            <p:ph idx="3" type="subTitle"/>
          </p:nvPr>
        </p:nvSpPr>
        <p:spPr>
          <a:xfrm>
            <a:off x="3673650" y="1537620"/>
            <a:ext cx="1827600" cy="265800"/>
          </a:xfrm>
          <a:prstGeom prst="rect">
            <a:avLst/>
          </a:prstGeom>
        </p:spPr>
        <p:txBody>
          <a:bodyPr anchorCtr="0" anchor="ctr" bIns="36000" lIns="36000" spcFirstLastPara="1" rIns="36000" wrap="square" tIns="36000">
            <a:noAutofit/>
          </a:bodyPr>
          <a:lstStyle/>
          <a:p>
            <a:pPr indent="0" lvl="0" marL="0" rtl="0" algn="ctr">
              <a:spcBef>
                <a:spcPts val="0"/>
              </a:spcBef>
              <a:spcAft>
                <a:spcPts val="0"/>
              </a:spcAft>
              <a:buNone/>
            </a:pPr>
            <a:r>
              <a:rPr lang="es-419"/>
              <a:t>compra</a:t>
            </a:r>
            <a:endParaRPr/>
          </a:p>
        </p:txBody>
      </p:sp>
      <p:sp>
        <p:nvSpPr>
          <p:cNvPr id="15722" name="Google Shape;15722;p269"/>
          <p:cNvSpPr txBox="1"/>
          <p:nvPr>
            <p:ph idx="4" type="subTitle"/>
          </p:nvPr>
        </p:nvSpPr>
        <p:spPr>
          <a:xfrm>
            <a:off x="5631975" y="1537625"/>
            <a:ext cx="1584600" cy="266400"/>
          </a:xfrm>
          <a:prstGeom prst="rect">
            <a:avLst/>
          </a:prstGeom>
        </p:spPr>
        <p:txBody>
          <a:bodyPr anchorCtr="0" anchor="ctr" bIns="36000" lIns="36000" spcFirstLastPara="1" rIns="36000" wrap="square" tIns="36000">
            <a:noAutofit/>
          </a:bodyPr>
          <a:lstStyle/>
          <a:p>
            <a:pPr indent="0" lvl="0" marL="0" rtl="0" algn="ctr">
              <a:spcBef>
                <a:spcPts val="0"/>
              </a:spcBef>
              <a:spcAft>
                <a:spcPts val="0"/>
              </a:spcAft>
              <a:buNone/>
            </a:pPr>
            <a:r>
              <a:rPr lang="es-419"/>
              <a:t>1 → *</a:t>
            </a:r>
            <a:endParaRPr/>
          </a:p>
        </p:txBody>
      </p:sp>
      <p:sp>
        <p:nvSpPr>
          <p:cNvPr id="15723" name="Google Shape;15723;p269"/>
          <p:cNvSpPr txBox="1"/>
          <p:nvPr>
            <p:ph idx="5" type="subTitle"/>
          </p:nvPr>
        </p:nvSpPr>
        <p:spPr>
          <a:xfrm>
            <a:off x="1195650" y="1842582"/>
            <a:ext cx="2361300" cy="265800"/>
          </a:xfrm>
          <a:prstGeom prst="rect">
            <a:avLst/>
          </a:prstGeom>
        </p:spPr>
        <p:txBody>
          <a:bodyPr anchorCtr="0" anchor="ctr" bIns="36000" lIns="36000" spcFirstLastPara="1" rIns="36000" wrap="square" tIns="36000">
            <a:noAutofit/>
          </a:bodyPr>
          <a:lstStyle/>
          <a:p>
            <a:pPr indent="0" lvl="0" marL="0" rtl="0" algn="ctr">
              <a:spcBef>
                <a:spcPts val="0"/>
              </a:spcBef>
              <a:spcAft>
                <a:spcPts val="0"/>
              </a:spcAft>
              <a:buNone/>
            </a:pPr>
            <a:r>
              <a:rPr lang="es-419"/>
              <a:t>Producto</a:t>
            </a:r>
            <a:endParaRPr/>
          </a:p>
        </p:txBody>
      </p:sp>
      <p:sp>
        <p:nvSpPr>
          <p:cNvPr id="15724" name="Google Shape;15724;p269"/>
          <p:cNvSpPr txBox="1"/>
          <p:nvPr>
            <p:ph idx="6" type="subTitle"/>
          </p:nvPr>
        </p:nvSpPr>
        <p:spPr>
          <a:xfrm>
            <a:off x="7340100" y="1842586"/>
            <a:ext cx="2361300" cy="266400"/>
          </a:xfrm>
          <a:prstGeom prst="rect">
            <a:avLst/>
          </a:prstGeom>
        </p:spPr>
        <p:txBody>
          <a:bodyPr anchorCtr="0" anchor="ctr" bIns="36000" lIns="36000" spcFirstLastPara="1" rIns="36000" wrap="square" tIns="36000">
            <a:noAutofit/>
          </a:bodyPr>
          <a:lstStyle/>
          <a:p>
            <a:pPr indent="0" lvl="0" marL="0" rtl="0" algn="l">
              <a:spcBef>
                <a:spcPts val="0"/>
              </a:spcBef>
              <a:spcAft>
                <a:spcPts val="0"/>
              </a:spcAft>
              <a:buNone/>
            </a:pPr>
            <a:r>
              <a:rPr lang="es-419"/>
              <a:t>                                  Inventario</a:t>
            </a:r>
            <a:endParaRPr/>
          </a:p>
        </p:txBody>
      </p:sp>
      <p:sp>
        <p:nvSpPr>
          <p:cNvPr id="15725" name="Google Shape;15725;p269"/>
          <p:cNvSpPr txBox="1"/>
          <p:nvPr>
            <p:ph idx="7" type="subTitle"/>
          </p:nvPr>
        </p:nvSpPr>
        <p:spPr>
          <a:xfrm>
            <a:off x="3673650" y="1842583"/>
            <a:ext cx="1827600" cy="265800"/>
          </a:xfrm>
          <a:prstGeom prst="rect">
            <a:avLst/>
          </a:prstGeom>
        </p:spPr>
        <p:txBody>
          <a:bodyPr anchorCtr="0" anchor="ctr" bIns="36000" lIns="36000" spcFirstLastPara="1" rIns="36000" wrap="square" tIns="36000">
            <a:noAutofit/>
          </a:bodyPr>
          <a:lstStyle/>
          <a:p>
            <a:pPr indent="0" lvl="0" marL="0" rtl="0" algn="ctr">
              <a:spcBef>
                <a:spcPts val="0"/>
              </a:spcBef>
              <a:spcAft>
                <a:spcPts val="0"/>
              </a:spcAft>
              <a:buNone/>
            </a:pPr>
            <a:r>
              <a:rPr lang="es-419"/>
              <a:t>pertenece a</a:t>
            </a:r>
            <a:endParaRPr/>
          </a:p>
        </p:txBody>
      </p:sp>
      <p:sp>
        <p:nvSpPr>
          <p:cNvPr id="15726" name="Google Shape;15726;p269"/>
          <p:cNvSpPr txBox="1"/>
          <p:nvPr>
            <p:ph idx="8" type="subTitle"/>
          </p:nvPr>
        </p:nvSpPr>
        <p:spPr>
          <a:xfrm>
            <a:off x="5631975" y="1842588"/>
            <a:ext cx="1584600" cy="266400"/>
          </a:xfrm>
          <a:prstGeom prst="rect">
            <a:avLst/>
          </a:prstGeom>
        </p:spPr>
        <p:txBody>
          <a:bodyPr anchorCtr="0" anchor="ctr" bIns="36000" lIns="36000" spcFirstLastPara="1" rIns="36000" wrap="square" tIns="36000">
            <a:noAutofit/>
          </a:bodyPr>
          <a:lstStyle/>
          <a:p>
            <a:pPr indent="0" lvl="0" marL="0" rtl="0" algn="ctr">
              <a:spcBef>
                <a:spcPts val="0"/>
              </a:spcBef>
              <a:spcAft>
                <a:spcPts val="0"/>
              </a:spcAft>
              <a:buNone/>
            </a:pPr>
            <a:r>
              <a:rPr lang="es-419"/>
              <a:t>* → 1</a:t>
            </a:r>
            <a:endParaRPr/>
          </a:p>
        </p:txBody>
      </p:sp>
      <p:sp>
        <p:nvSpPr>
          <p:cNvPr id="15727" name="Google Shape;15727;p269"/>
          <p:cNvSpPr txBox="1"/>
          <p:nvPr>
            <p:ph idx="9" type="subTitle"/>
          </p:nvPr>
        </p:nvSpPr>
        <p:spPr>
          <a:xfrm>
            <a:off x="1196438" y="2128995"/>
            <a:ext cx="2361300" cy="265800"/>
          </a:xfrm>
          <a:prstGeom prst="rect">
            <a:avLst/>
          </a:prstGeom>
        </p:spPr>
        <p:txBody>
          <a:bodyPr anchorCtr="0" anchor="ctr" bIns="36000" lIns="36000" spcFirstLastPara="1" rIns="36000" wrap="square" tIns="36000">
            <a:noAutofit/>
          </a:bodyPr>
          <a:lstStyle/>
          <a:p>
            <a:pPr indent="0" lvl="0" marL="0" rtl="0" algn="ctr">
              <a:spcBef>
                <a:spcPts val="0"/>
              </a:spcBef>
              <a:spcAft>
                <a:spcPts val="0"/>
              </a:spcAft>
              <a:buNone/>
            </a:pPr>
            <a:r>
              <a:rPr lang="es-419"/>
              <a:t>Inventario</a:t>
            </a:r>
            <a:endParaRPr/>
          </a:p>
        </p:txBody>
      </p:sp>
      <p:sp>
        <p:nvSpPr>
          <p:cNvPr id="15728" name="Google Shape;15728;p269"/>
          <p:cNvSpPr txBox="1"/>
          <p:nvPr>
            <p:ph idx="13" type="subTitle"/>
          </p:nvPr>
        </p:nvSpPr>
        <p:spPr>
          <a:xfrm>
            <a:off x="7340888" y="2128999"/>
            <a:ext cx="2361300" cy="266400"/>
          </a:xfrm>
          <a:prstGeom prst="rect">
            <a:avLst/>
          </a:prstGeom>
        </p:spPr>
        <p:txBody>
          <a:bodyPr anchorCtr="0" anchor="ctr" bIns="36000" lIns="36000" spcFirstLastPara="1" rIns="36000" wrap="square" tIns="36000">
            <a:noAutofit/>
          </a:bodyPr>
          <a:lstStyle/>
          <a:p>
            <a:pPr indent="0" lvl="0" marL="0" rtl="0" algn="ctr">
              <a:spcBef>
                <a:spcPts val="0"/>
              </a:spcBef>
              <a:spcAft>
                <a:spcPts val="0"/>
              </a:spcAft>
              <a:buNone/>
            </a:pPr>
            <a:r>
              <a:rPr lang="es-419"/>
              <a:t>Kardex de Inventario</a:t>
            </a:r>
            <a:endParaRPr/>
          </a:p>
        </p:txBody>
      </p:sp>
      <p:sp>
        <p:nvSpPr>
          <p:cNvPr id="15729" name="Google Shape;15729;p269"/>
          <p:cNvSpPr txBox="1"/>
          <p:nvPr>
            <p:ph idx="14" type="subTitle"/>
          </p:nvPr>
        </p:nvSpPr>
        <p:spPr>
          <a:xfrm>
            <a:off x="3674438" y="2128995"/>
            <a:ext cx="1827600" cy="265800"/>
          </a:xfrm>
          <a:prstGeom prst="rect">
            <a:avLst/>
          </a:prstGeom>
        </p:spPr>
        <p:txBody>
          <a:bodyPr anchorCtr="0" anchor="ctr" bIns="36000" lIns="36000" spcFirstLastPara="1" rIns="36000" wrap="square" tIns="36000">
            <a:noAutofit/>
          </a:bodyPr>
          <a:lstStyle/>
          <a:p>
            <a:pPr indent="0" lvl="0" marL="0" rtl="0" algn="ctr">
              <a:spcBef>
                <a:spcPts val="0"/>
              </a:spcBef>
              <a:spcAft>
                <a:spcPts val="0"/>
              </a:spcAft>
              <a:buNone/>
            </a:pPr>
            <a:r>
              <a:rPr lang="es-419"/>
              <a:t>genera actualización de</a:t>
            </a:r>
            <a:endParaRPr/>
          </a:p>
        </p:txBody>
      </p:sp>
      <p:sp>
        <p:nvSpPr>
          <p:cNvPr id="15730" name="Google Shape;15730;p269"/>
          <p:cNvSpPr txBox="1"/>
          <p:nvPr>
            <p:ph idx="15" type="subTitle"/>
          </p:nvPr>
        </p:nvSpPr>
        <p:spPr>
          <a:xfrm>
            <a:off x="5632763" y="2129000"/>
            <a:ext cx="1584600" cy="266400"/>
          </a:xfrm>
          <a:prstGeom prst="rect">
            <a:avLst/>
          </a:prstGeom>
        </p:spPr>
        <p:txBody>
          <a:bodyPr anchorCtr="0" anchor="ctr" bIns="36000" lIns="36000" spcFirstLastPara="1" rIns="36000" wrap="square" tIns="36000">
            <a:noAutofit/>
          </a:bodyPr>
          <a:lstStyle/>
          <a:p>
            <a:pPr indent="0" lvl="0" marL="0" rtl="0" algn="ctr">
              <a:spcBef>
                <a:spcPts val="0"/>
              </a:spcBef>
              <a:spcAft>
                <a:spcPts val="0"/>
              </a:spcAft>
              <a:buNone/>
            </a:pPr>
            <a:r>
              <a:rPr lang="es-419"/>
              <a:t>1 → *</a:t>
            </a:r>
            <a:endParaRPr/>
          </a:p>
        </p:txBody>
      </p:sp>
      <p:sp>
        <p:nvSpPr>
          <p:cNvPr id="15731" name="Google Shape;15731;p269"/>
          <p:cNvSpPr txBox="1"/>
          <p:nvPr>
            <p:ph idx="16" type="subTitle"/>
          </p:nvPr>
        </p:nvSpPr>
        <p:spPr>
          <a:xfrm>
            <a:off x="1196438" y="2433957"/>
            <a:ext cx="2361300" cy="265800"/>
          </a:xfrm>
          <a:prstGeom prst="rect">
            <a:avLst/>
          </a:prstGeom>
        </p:spPr>
        <p:txBody>
          <a:bodyPr anchorCtr="0" anchor="ctr" bIns="36000" lIns="36000" spcFirstLastPara="1" rIns="36000" wrap="square" tIns="36000">
            <a:noAutofit/>
          </a:bodyPr>
          <a:lstStyle/>
          <a:p>
            <a:pPr indent="0" lvl="0" marL="0" rtl="0" algn="ctr">
              <a:spcBef>
                <a:spcPts val="0"/>
              </a:spcBef>
              <a:spcAft>
                <a:spcPts val="0"/>
              </a:spcAft>
              <a:buNone/>
            </a:pPr>
            <a:r>
              <a:rPr lang="es-419"/>
              <a:t>Cliente</a:t>
            </a:r>
            <a:endParaRPr/>
          </a:p>
        </p:txBody>
      </p:sp>
      <p:sp>
        <p:nvSpPr>
          <p:cNvPr id="15732" name="Google Shape;15732;p269"/>
          <p:cNvSpPr txBox="1"/>
          <p:nvPr>
            <p:ph idx="17" type="subTitle"/>
          </p:nvPr>
        </p:nvSpPr>
        <p:spPr>
          <a:xfrm>
            <a:off x="7340888" y="2433961"/>
            <a:ext cx="2361300" cy="266400"/>
          </a:xfrm>
          <a:prstGeom prst="rect">
            <a:avLst/>
          </a:prstGeom>
        </p:spPr>
        <p:txBody>
          <a:bodyPr anchorCtr="0" anchor="ctr" bIns="36000" lIns="36000" spcFirstLastPara="1" rIns="36000" wrap="square" tIns="36000">
            <a:noAutofit/>
          </a:bodyPr>
          <a:lstStyle/>
          <a:p>
            <a:pPr indent="0" lvl="0" marL="0" rtl="0" algn="ctr">
              <a:spcBef>
                <a:spcPts val="0"/>
              </a:spcBef>
              <a:spcAft>
                <a:spcPts val="0"/>
              </a:spcAft>
              <a:buNone/>
            </a:pPr>
            <a:r>
              <a:rPr lang="es-419"/>
              <a:t>TiqueteVenta</a:t>
            </a:r>
            <a:endParaRPr/>
          </a:p>
        </p:txBody>
      </p:sp>
      <p:sp>
        <p:nvSpPr>
          <p:cNvPr id="15733" name="Google Shape;15733;p269"/>
          <p:cNvSpPr txBox="1"/>
          <p:nvPr>
            <p:ph idx="18" type="subTitle"/>
          </p:nvPr>
        </p:nvSpPr>
        <p:spPr>
          <a:xfrm>
            <a:off x="3674438" y="2433958"/>
            <a:ext cx="1827600" cy="265800"/>
          </a:xfrm>
          <a:prstGeom prst="rect">
            <a:avLst/>
          </a:prstGeom>
        </p:spPr>
        <p:txBody>
          <a:bodyPr anchorCtr="0" anchor="ctr" bIns="36000" lIns="36000" spcFirstLastPara="1" rIns="36000" wrap="square" tIns="36000">
            <a:noAutofit/>
          </a:bodyPr>
          <a:lstStyle/>
          <a:p>
            <a:pPr indent="0" lvl="0" marL="0" rtl="0" algn="ctr">
              <a:spcBef>
                <a:spcPts val="0"/>
              </a:spcBef>
              <a:spcAft>
                <a:spcPts val="0"/>
              </a:spcAft>
              <a:buNone/>
            </a:pPr>
            <a:r>
              <a:rPr lang="es-419"/>
              <a:t>Recibe</a:t>
            </a:r>
            <a:endParaRPr/>
          </a:p>
        </p:txBody>
      </p:sp>
      <p:sp>
        <p:nvSpPr>
          <p:cNvPr id="15734" name="Google Shape;15734;p269"/>
          <p:cNvSpPr txBox="1"/>
          <p:nvPr>
            <p:ph idx="19" type="subTitle"/>
          </p:nvPr>
        </p:nvSpPr>
        <p:spPr>
          <a:xfrm>
            <a:off x="5632763" y="2433963"/>
            <a:ext cx="1584600" cy="266400"/>
          </a:xfrm>
          <a:prstGeom prst="rect">
            <a:avLst/>
          </a:prstGeom>
        </p:spPr>
        <p:txBody>
          <a:bodyPr anchorCtr="0" anchor="ctr" bIns="36000" lIns="36000" spcFirstLastPara="1" rIns="36000" wrap="square" tIns="36000">
            <a:noAutofit/>
          </a:bodyPr>
          <a:lstStyle/>
          <a:p>
            <a:pPr indent="0" lvl="0" marL="0" rtl="0" algn="ctr">
              <a:spcBef>
                <a:spcPts val="0"/>
              </a:spcBef>
              <a:spcAft>
                <a:spcPts val="0"/>
              </a:spcAft>
              <a:buNone/>
            </a:pPr>
            <a:r>
              <a:rPr lang="es-419"/>
              <a:t>1 → *</a:t>
            </a:r>
            <a:endParaRPr/>
          </a:p>
        </p:txBody>
      </p:sp>
      <p:sp>
        <p:nvSpPr>
          <p:cNvPr id="15735" name="Google Shape;15735;p269"/>
          <p:cNvSpPr txBox="1"/>
          <p:nvPr>
            <p:ph idx="20" type="subTitle"/>
          </p:nvPr>
        </p:nvSpPr>
        <p:spPr>
          <a:xfrm>
            <a:off x="1195650" y="2731582"/>
            <a:ext cx="2361300" cy="265800"/>
          </a:xfrm>
          <a:prstGeom prst="rect">
            <a:avLst/>
          </a:prstGeom>
        </p:spPr>
        <p:txBody>
          <a:bodyPr anchorCtr="0" anchor="ctr" bIns="36000" lIns="36000" spcFirstLastPara="1" rIns="36000" wrap="square" tIns="36000">
            <a:noAutofit/>
          </a:bodyPr>
          <a:lstStyle/>
          <a:p>
            <a:pPr indent="0" lvl="0" marL="0" rtl="0" algn="ctr">
              <a:spcBef>
                <a:spcPts val="0"/>
              </a:spcBef>
              <a:spcAft>
                <a:spcPts val="0"/>
              </a:spcAft>
              <a:buNone/>
            </a:pPr>
            <a:r>
              <a:rPr lang="es-419"/>
              <a:t>TiqueteVenta</a:t>
            </a:r>
            <a:endParaRPr/>
          </a:p>
        </p:txBody>
      </p:sp>
      <p:sp>
        <p:nvSpPr>
          <p:cNvPr id="15736" name="Google Shape;15736;p269"/>
          <p:cNvSpPr txBox="1"/>
          <p:nvPr>
            <p:ph idx="21" type="subTitle"/>
          </p:nvPr>
        </p:nvSpPr>
        <p:spPr>
          <a:xfrm>
            <a:off x="7340100" y="2731586"/>
            <a:ext cx="2361300" cy="266400"/>
          </a:xfrm>
          <a:prstGeom prst="rect">
            <a:avLst/>
          </a:prstGeom>
        </p:spPr>
        <p:txBody>
          <a:bodyPr anchorCtr="0" anchor="ctr" bIns="36000" lIns="36000" spcFirstLastPara="1" rIns="36000" wrap="square" tIns="36000">
            <a:noAutofit/>
          </a:bodyPr>
          <a:lstStyle/>
          <a:p>
            <a:pPr indent="0" lvl="0" marL="0" rtl="0" algn="ctr">
              <a:spcBef>
                <a:spcPts val="0"/>
              </a:spcBef>
              <a:spcAft>
                <a:spcPts val="0"/>
              </a:spcAft>
              <a:buNone/>
            </a:pPr>
            <a:r>
              <a:rPr lang="es-419"/>
              <a:t>ReciboPago</a:t>
            </a:r>
            <a:endParaRPr/>
          </a:p>
        </p:txBody>
      </p:sp>
      <p:sp>
        <p:nvSpPr>
          <p:cNvPr id="15737" name="Google Shape;15737;p269"/>
          <p:cNvSpPr txBox="1"/>
          <p:nvPr>
            <p:ph idx="22" type="subTitle"/>
          </p:nvPr>
        </p:nvSpPr>
        <p:spPr>
          <a:xfrm>
            <a:off x="3673650" y="2731583"/>
            <a:ext cx="1827600" cy="265800"/>
          </a:xfrm>
          <a:prstGeom prst="rect">
            <a:avLst/>
          </a:prstGeom>
        </p:spPr>
        <p:txBody>
          <a:bodyPr anchorCtr="0" anchor="ctr" bIns="36000" lIns="36000" spcFirstLastPara="1" rIns="36000" wrap="square" tIns="36000">
            <a:noAutofit/>
          </a:bodyPr>
          <a:lstStyle/>
          <a:p>
            <a:pPr indent="0" lvl="0" marL="0" rtl="0" algn="ctr">
              <a:spcBef>
                <a:spcPts val="0"/>
              </a:spcBef>
              <a:spcAft>
                <a:spcPts val="0"/>
              </a:spcAft>
              <a:buNone/>
            </a:pPr>
            <a:r>
              <a:rPr lang="es-419"/>
              <a:t>Genera</a:t>
            </a:r>
            <a:endParaRPr/>
          </a:p>
        </p:txBody>
      </p:sp>
      <p:sp>
        <p:nvSpPr>
          <p:cNvPr id="15738" name="Google Shape;15738;p269"/>
          <p:cNvSpPr txBox="1"/>
          <p:nvPr>
            <p:ph idx="23" type="subTitle"/>
          </p:nvPr>
        </p:nvSpPr>
        <p:spPr>
          <a:xfrm>
            <a:off x="5631975" y="2731588"/>
            <a:ext cx="1584600" cy="266400"/>
          </a:xfrm>
          <a:prstGeom prst="rect">
            <a:avLst/>
          </a:prstGeom>
        </p:spPr>
        <p:txBody>
          <a:bodyPr anchorCtr="0" anchor="ctr" bIns="36000" lIns="36000" spcFirstLastPara="1" rIns="36000" wrap="square" tIns="36000">
            <a:noAutofit/>
          </a:bodyPr>
          <a:lstStyle/>
          <a:p>
            <a:pPr indent="0" lvl="0" marL="0" rtl="0" algn="ctr">
              <a:spcBef>
                <a:spcPts val="0"/>
              </a:spcBef>
              <a:spcAft>
                <a:spcPts val="0"/>
              </a:spcAft>
              <a:buNone/>
            </a:pPr>
            <a:r>
              <a:rPr lang="es-419"/>
              <a:t>1 → 1</a:t>
            </a:r>
            <a:endParaRPr/>
          </a:p>
        </p:txBody>
      </p:sp>
      <p:sp>
        <p:nvSpPr>
          <p:cNvPr id="15739" name="Google Shape;15739;p269"/>
          <p:cNvSpPr txBox="1"/>
          <p:nvPr>
            <p:ph idx="24" type="subTitle"/>
          </p:nvPr>
        </p:nvSpPr>
        <p:spPr>
          <a:xfrm>
            <a:off x="1195650" y="3036545"/>
            <a:ext cx="2361300" cy="265800"/>
          </a:xfrm>
          <a:prstGeom prst="rect">
            <a:avLst/>
          </a:prstGeom>
        </p:spPr>
        <p:txBody>
          <a:bodyPr anchorCtr="0" anchor="ctr" bIns="36000" lIns="36000" spcFirstLastPara="1" rIns="36000" wrap="square" tIns="36000">
            <a:noAutofit/>
          </a:bodyPr>
          <a:lstStyle/>
          <a:p>
            <a:pPr indent="0" lvl="0" marL="0" rtl="0" algn="ctr">
              <a:spcBef>
                <a:spcPts val="0"/>
              </a:spcBef>
              <a:spcAft>
                <a:spcPts val="0"/>
              </a:spcAft>
              <a:buNone/>
            </a:pPr>
            <a:r>
              <a:rPr lang="es-419"/>
              <a:t>ReciboPago</a:t>
            </a:r>
            <a:endParaRPr/>
          </a:p>
        </p:txBody>
      </p:sp>
      <p:sp>
        <p:nvSpPr>
          <p:cNvPr id="15740" name="Google Shape;15740;p269"/>
          <p:cNvSpPr txBox="1"/>
          <p:nvPr>
            <p:ph idx="25" type="subTitle"/>
          </p:nvPr>
        </p:nvSpPr>
        <p:spPr>
          <a:xfrm>
            <a:off x="7340100" y="3036549"/>
            <a:ext cx="2361300" cy="266400"/>
          </a:xfrm>
          <a:prstGeom prst="rect">
            <a:avLst/>
          </a:prstGeom>
        </p:spPr>
        <p:txBody>
          <a:bodyPr anchorCtr="0" anchor="ctr" bIns="36000" lIns="36000" spcFirstLastPara="1" rIns="36000" wrap="square" tIns="36000">
            <a:noAutofit/>
          </a:bodyPr>
          <a:lstStyle/>
          <a:p>
            <a:pPr indent="0" lvl="0" marL="0" rtl="0" algn="ctr">
              <a:spcBef>
                <a:spcPts val="0"/>
              </a:spcBef>
              <a:spcAft>
                <a:spcPts val="0"/>
              </a:spcAft>
              <a:buNone/>
            </a:pPr>
            <a:r>
              <a:rPr lang="es-419"/>
              <a:t>RegistroVentas</a:t>
            </a:r>
            <a:endParaRPr/>
          </a:p>
        </p:txBody>
      </p:sp>
      <p:sp>
        <p:nvSpPr>
          <p:cNvPr id="15741" name="Google Shape;15741;p269"/>
          <p:cNvSpPr txBox="1"/>
          <p:nvPr>
            <p:ph idx="26" type="subTitle"/>
          </p:nvPr>
        </p:nvSpPr>
        <p:spPr>
          <a:xfrm>
            <a:off x="3673650" y="3036545"/>
            <a:ext cx="1827600" cy="265800"/>
          </a:xfrm>
          <a:prstGeom prst="rect">
            <a:avLst/>
          </a:prstGeom>
        </p:spPr>
        <p:txBody>
          <a:bodyPr anchorCtr="0" anchor="ctr" bIns="36000" lIns="36000" spcFirstLastPara="1" rIns="36000" wrap="square" tIns="36000">
            <a:noAutofit/>
          </a:bodyPr>
          <a:lstStyle/>
          <a:p>
            <a:pPr indent="0" lvl="0" marL="0" rtl="0" algn="ctr">
              <a:spcBef>
                <a:spcPts val="0"/>
              </a:spcBef>
              <a:spcAft>
                <a:spcPts val="0"/>
              </a:spcAft>
              <a:buNone/>
            </a:pPr>
            <a:r>
              <a:rPr lang="es-419"/>
              <a:t>Registra en</a:t>
            </a:r>
            <a:endParaRPr/>
          </a:p>
        </p:txBody>
      </p:sp>
      <p:sp>
        <p:nvSpPr>
          <p:cNvPr id="15742" name="Google Shape;15742;p269"/>
          <p:cNvSpPr txBox="1"/>
          <p:nvPr>
            <p:ph idx="27" type="subTitle"/>
          </p:nvPr>
        </p:nvSpPr>
        <p:spPr>
          <a:xfrm>
            <a:off x="5631975" y="3036550"/>
            <a:ext cx="1584600" cy="266400"/>
          </a:xfrm>
          <a:prstGeom prst="rect">
            <a:avLst/>
          </a:prstGeom>
        </p:spPr>
        <p:txBody>
          <a:bodyPr anchorCtr="0" anchor="ctr" bIns="36000" lIns="36000" spcFirstLastPara="1" rIns="36000" wrap="square" tIns="36000">
            <a:noAutofit/>
          </a:bodyPr>
          <a:lstStyle/>
          <a:p>
            <a:pPr indent="0" lvl="0" marL="0" rtl="0" algn="ctr">
              <a:spcBef>
                <a:spcPts val="0"/>
              </a:spcBef>
              <a:spcAft>
                <a:spcPts val="0"/>
              </a:spcAft>
              <a:buNone/>
            </a:pPr>
            <a:r>
              <a:rPr lang="es-419"/>
              <a:t>1 → 1</a:t>
            </a:r>
            <a:endParaRPr/>
          </a:p>
        </p:txBody>
      </p:sp>
      <p:sp>
        <p:nvSpPr>
          <p:cNvPr id="15743" name="Google Shape;15743;p269"/>
          <p:cNvSpPr txBox="1"/>
          <p:nvPr>
            <p:ph idx="28" type="subTitle"/>
          </p:nvPr>
        </p:nvSpPr>
        <p:spPr>
          <a:xfrm>
            <a:off x="1195650" y="3336182"/>
            <a:ext cx="2361300" cy="265800"/>
          </a:xfrm>
          <a:prstGeom prst="rect">
            <a:avLst/>
          </a:prstGeom>
        </p:spPr>
        <p:txBody>
          <a:bodyPr anchorCtr="0" anchor="ctr" bIns="36000" lIns="36000" spcFirstLastPara="1" rIns="36000" wrap="square" tIns="36000">
            <a:noAutofit/>
          </a:bodyPr>
          <a:lstStyle/>
          <a:p>
            <a:pPr indent="0" lvl="0" marL="0" rtl="0" algn="ctr">
              <a:spcBef>
                <a:spcPts val="0"/>
              </a:spcBef>
              <a:spcAft>
                <a:spcPts val="0"/>
              </a:spcAft>
              <a:buNone/>
            </a:pPr>
            <a:r>
              <a:rPr lang="es-419"/>
              <a:t>ValeRetiro</a:t>
            </a:r>
            <a:endParaRPr/>
          </a:p>
        </p:txBody>
      </p:sp>
      <p:sp>
        <p:nvSpPr>
          <p:cNvPr id="15744" name="Google Shape;15744;p269"/>
          <p:cNvSpPr txBox="1"/>
          <p:nvPr>
            <p:ph idx="29" type="subTitle"/>
          </p:nvPr>
        </p:nvSpPr>
        <p:spPr>
          <a:xfrm>
            <a:off x="7340100" y="3336186"/>
            <a:ext cx="2361300" cy="266400"/>
          </a:xfrm>
          <a:prstGeom prst="rect">
            <a:avLst/>
          </a:prstGeom>
        </p:spPr>
        <p:txBody>
          <a:bodyPr anchorCtr="0" anchor="ctr" bIns="36000" lIns="36000" spcFirstLastPara="1" rIns="36000" wrap="square" tIns="36000">
            <a:noAutofit/>
          </a:bodyPr>
          <a:lstStyle/>
          <a:p>
            <a:pPr indent="0" lvl="0" marL="0" rtl="0" algn="ctr">
              <a:spcBef>
                <a:spcPts val="0"/>
              </a:spcBef>
              <a:spcAft>
                <a:spcPts val="0"/>
              </a:spcAft>
              <a:buNone/>
            </a:pPr>
            <a:r>
              <a:rPr lang="es-419"/>
              <a:t>Producto</a:t>
            </a:r>
            <a:endParaRPr/>
          </a:p>
        </p:txBody>
      </p:sp>
      <p:sp>
        <p:nvSpPr>
          <p:cNvPr id="15745" name="Google Shape;15745;p269"/>
          <p:cNvSpPr txBox="1"/>
          <p:nvPr>
            <p:ph idx="30" type="subTitle"/>
          </p:nvPr>
        </p:nvSpPr>
        <p:spPr>
          <a:xfrm>
            <a:off x="3673650" y="3336183"/>
            <a:ext cx="1827600" cy="265800"/>
          </a:xfrm>
          <a:prstGeom prst="rect">
            <a:avLst/>
          </a:prstGeom>
        </p:spPr>
        <p:txBody>
          <a:bodyPr anchorCtr="0" anchor="ctr" bIns="36000" lIns="36000" spcFirstLastPara="1" rIns="36000" wrap="square" tIns="36000">
            <a:noAutofit/>
          </a:bodyPr>
          <a:lstStyle/>
          <a:p>
            <a:pPr indent="0" lvl="0" marL="0" rtl="0" algn="ctr">
              <a:spcBef>
                <a:spcPts val="0"/>
              </a:spcBef>
              <a:spcAft>
                <a:spcPts val="0"/>
              </a:spcAft>
              <a:buNone/>
            </a:pPr>
            <a:r>
              <a:rPr lang="es-419"/>
              <a:t>Autoriza</a:t>
            </a:r>
            <a:endParaRPr/>
          </a:p>
        </p:txBody>
      </p:sp>
      <p:sp>
        <p:nvSpPr>
          <p:cNvPr id="15746" name="Google Shape;15746;p269"/>
          <p:cNvSpPr txBox="1"/>
          <p:nvPr>
            <p:ph idx="31" type="subTitle"/>
          </p:nvPr>
        </p:nvSpPr>
        <p:spPr>
          <a:xfrm>
            <a:off x="5628375" y="3335938"/>
            <a:ext cx="1584600" cy="266400"/>
          </a:xfrm>
          <a:prstGeom prst="rect">
            <a:avLst/>
          </a:prstGeom>
        </p:spPr>
        <p:txBody>
          <a:bodyPr anchorCtr="0" anchor="ctr" bIns="36000" lIns="36000" spcFirstLastPara="1" rIns="36000" wrap="square" tIns="36000">
            <a:noAutofit/>
          </a:bodyPr>
          <a:lstStyle/>
          <a:p>
            <a:pPr indent="0" lvl="0" marL="0" rtl="0" algn="ctr">
              <a:spcBef>
                <a:spcPts val="0"/>
              </a:spcBef>
              <a:spcAft>
                <a:spcPts val="0"/>
              </a:spcAft>
              <a:buNone/>
            </a:pPr>
            <a:r>
              <a:rPr lang="es-419"/>
              <a:t>1 → *</a:t>
            </a:r>
            <a:endParaRPr/>
          </a:p>
        </p:txBody>
      </p:sp>
      <p:sp>
        <p:nvSpPr>
          <p:cNvPr id="15747" name="Google Shape;15747;p269"/>
          <p:cNvSpPr txBox="1"/>
          <p:nvPr>
            <p:ph idx="32" type="subTitle"/>
          </p:nvPr>
        </p:nvSpPr>
        <p:spPr>
          <a:xfrm>
            <a:off x="1195650" y="3641145"/>
            <a:ext cx="2361300" cy="265800"/>
          </a:xfrm>
          <a:prstGeom prst="rect">
            <a:avLst/>
          </a:prstGeom>
        </p:spPr>
        <p:txBody>
          <a:bodyPr anchorCtr="0" anchor="ctr" bIns="36000" lIns="36000" spcFirstLastPara="1" rIns="36000" wrap="square" tIns="36000">
            <a:noAutofit/>
          </a:bodyPr>
          <a:lstStyle/>
          <a:p>
            <a:pPr indent="0" lvl="0" marL="0" rtl="0" algn="ctr">
              <a:spcBef>
                <a:spcPts val="0"/>
              </a:spcBef>
              <a:spcAft>
                <a:spcPts val="0"/>
              </a:spcAft>
              <a:buNone/>
            </a:pPr>
            <a:r>
              <a:rPr lang="es-419"/>
              <a:t>AsesorVentas</a:t>
            </a:r>
            <a:endParaRPr/>
          </a:p>
        </p:txBody>
      </p:sp>
      <p:sp>
        <p:nvSpPr>
          <p:cNvPr id="15748" name="Google Shape;15748;p269"/>
          <p:cNvSpPr txBox="1"/>
          <p:nvPr>
            <p:ph idx="33" type="subTitle"/>
          </p:nvPr>
        </p:nvSpPr>
        <p:spPr>
          <a:xfrm>
            <a:off x="7340100" y="3641149"/>
            <a:ext cx="2361300" cy="266400"/>
          </a:xfrm>
          <a:prstGeom prst="rect">
            <a:avLst/>
          </a:prstGeom>
        </p:spPr>
        <p:txBody>
          <a:bodyPr anchorCtr="0" anchor="ctr" bIns="36000" lIns="36000" spcFirstLastPara="1" rIns="36000" wrap="square" tIns="36000">
            <a:noAutofit/>
          </a:bodyPr>
          <a:lstStyle/>
          <a:p>
            <a:pPr indent="0" lvl="0" marL="0" rtl="0" algn="ctr">
              <a:spcBef>
                <a:spcPts val="0"/>
              </a:spcBef>
              <a:spcAft>
                <a:spcPts val="0"/>
              </a:spcAft>
              <a:buNone/>
            </a:pPr>
            <a:r>
              <a:rPr lang="es-419"/>
              <a:t>Cliente</a:t>
            </a:r>
            <a:endParaRPr/>
          </a:p>
        </p:txBody>
      </p:sp>
      <p:sp>
        <p:nvSpPr>
          <p:cNvPr id="15749" name="Google Shape;15749;p269"/>
          <p:cNvSpPr txBox="1"/>
          <p:nvPr>
            <p:ph idx="34" type="subTitle"/>
          </p:nvPr>
        </p:nvSpPr>
        <p:spPr>
          <a:xfrm>
            <a:off x="3673650" y="3641145"/>
            <a:ext cx="1827600" cy="265800"/>
          </a:xfrm>
          <a:prstGeom prst="rect">
            <a:avLst/>
          </a:prstGeom>
        </p:spPr>
        <p:txBody>
          <a:bodyPr anchorCtr="0" anchor="ctr" bIns="36000" lIns="36000" spcFirstLastPara="1" rIns="36000" wrap="square" tIns="36000">
            <a:noAutofit/>
          </a:bodyPr>
          <a:lstStyle/>
          <a:p>
            <a:pPr indent="0" lvl="0" marL="0" rtl="0" algn="ctr">
              <a:spcBef>
                <a:spcPts val="0"/>
              </a:spcBef>
              <a:spcAft>
                <a:spcPts val="0"/>
              </a:spcAft>
              <a:buNone/>
            </a:pPr>
            <a:r>
              <a:rPr lang="es-419"/>
              <a:t>Asiste a</a:t>
            </a:r>
            <a:endParaRPr/>
          </a:p>
        </p:txBody>
      </p:sp>
      <p:sp>
        <p:nvSpPr>
          <p:cNvPr id="15750" name="Google Shape;15750;p269"/>
          <p:cNvSpPr txBox="1"/>
          <p:nvPr>
            <p:ph idx="35" type="subTitle"/>
          </p:nvPr>
        </p:nvSpPr>
        <p:spPr>
          <a:xfrm>
            <a:off x="5631975" y="3641150"/>
            <a:ext cx="1584600" cy="266400"/>
          </a:xfrm>
          <a:prstGeom prst="rect">
            <a:avLst/>
          </a:prstGeom>
        </p:spPr>
        <p:txBody>
          <a:bodyPr anchorCtr="0" anchor="ctr" bIns="36000" lIns="36000" spcFirstLastPara="1" rIns="36000" wrap="square" tIns="36000">
            <a:noAutofit/>
          </a:bodyPr>
          <a:lstStyle/>
          <a:p>
            <a:pPr indent="0" lvl="0" marL="0" rtl="0" algn="ctr">
              <a:spcBef>
                <a:spcPts val="0"/>
              </a:spcBef>
              <a:spcAft>
                <a:spcPts val="0"/>
              </a:spcAft>
              <a:buClr>
                <a:schemeClr val="dk1"/>
              </a:buClr>
              <a:buSzPts val="1100"/>
              <a:buFont typeface="Arial"/>
              <a:buNone/>
            </a:pPr>
            <a:r>
              <a:rPr lang="es-419">
                <a:solidFill>
                  <a:schemeClr val="dk1"/>
                </a:solidFill>
              </a:rPr>
              <a:t>1 → *</a:t>
            </a:r>
            <a:endParaRPr>
              <a:solidFill>
                <a:schemeClr val="dk1"/>
              </a:solidFill>
            </a:endParaRPr>
          </a:p>
          <a:p>
            <a:pPr indent="0" lvl="0" marL="0" rtl="0" algn="ctr">
              <a:spcBef>
                <a:spcPts val="0"/>
              </a:spcBef>
              <a:spcAft>
                <a:spcPts val="0"/>
              </a:spcAft>
              <a:buNone/>
            </a:pPr>
            <a:r>
              <a:t/>
            </a:r>
            <a:endParaRPr/>
          </a:p>
        </p:txBody>
      </p:sp>
      <p:sp>
        <p:nvSpPr>
          <p:cNvPr id="15751" name="Google Shape;15751;p269"/>
          <p:cNvSpPr txBox="1"/>
          <p:nvPr>
            <p:ph idx="36" type="subTitle"/>
          </p:nvPr>
        </p:nvSpPr>
        <p:spPr>
          <a:xfrm>
            <a:off x="1196313" y="3940282"/>
            <a:ext cx="2361300" cy="265800"/>
          </a:xfrm>
          <a:prstGeom prst="rect">
            <a:avLst/>
          </a:prstGeom>
        </p:spPr>
        <p:txBody>
          <a:bodyPr anchorCtr="0" anchor="ctr" bIns="36000" lIns="36000" spcFirstLastPara="1" rIns="36000" wrap="square" tIns="36000">
            <a:noAutofit/>
          </a:bodyPr>
          <a:lstStyle/>
          <a:p>
            <a:pPr indent="0" lvl="0" marL="0" rtl="0" algn="ctr">
              <a:spcBef>
                <a:spcPts val="0"/>
              </a:spcBef>
              <a:spcAft>
                <a:spcPts val="0"/>
              </a:spcAft>
              <a:buNone/>
            </a:pPr>
            <a:r>
              <a:rPr lang="es-419"/>
              <a:t>JefeBodega</a:t>
            </a:r>
            <a:endParaRPr/>
          </a:p>
        </p:txBody>
      </p:sp>
      <p:sp>
        <p:nvSpPr>
          <p:cNvPr id="15752" name="Google Shape;15752;p269"/>
          <p:cNvSpPr txBox="1"/>
          <p:nvPr>
            <p:ph idx="37" type="subTitle"/>
          </p:nvPr>
        </p:nvSpPr>
        <p:spPr>
          <a:xfrm>
            <a:off x="7340763" y="3940286"/>
            <a:ext cx="2361300" cy="266400"/>
          </a:xfrm>
          <a:prstGeom prst="rect">
            <a:avLst/>
          </a:prstGeom>
        </p:spPr>
        <p:txBody>
          <a:bodyPr anchorCtr="0" anchor="ctr" bIns="36000" lIns="36000" spcFirstLastPara="1" rIns="36000" wrap="square" tIns="36000">
            <a:noAutofit/>
          </a:bodyPr>
          <a:lstStyle/>
          <a:p>
            <a:pPr indent="0" lvl="0" marL="0" rtl="0" algn="ctr">
              <a:spcBef>
                <a:spcPts val="0"/>
              </a:spcBef>
              <a:spcAft>
                <a:spcPts val="0"/>
              </a:spcAft>
              <a:buNone/>
            </a:pPr>
            <a:r>
              <a:rPr lang="es-419"/>
              <a:t>Inventario</a:t>
            </a:r>
            <a:endParaRPr/>
          </a:p>
        </p:txBody>
      </p:sp>
      <p:sp>
        <p:nvSpPr>
          <p:cNvPr id="15753" name="Google Shape;15753;p269"/>
          <p:cNvSpPr txBox="1"/>
          <p:nvPr>
            <p:ph idx="38" type="subTitle"/>
          </p:nvPr>
        </p:nvSpPr>
        <p:spPr>
          <a:xfrm>
            <a:off x="3674313" y="3940283"/>
            <a:ext cx="1827600" cy="265800"/>
          </a:xfrm>
          <a:prstGeom prst="rect">
            <a:avLst/>
          </a:prstGeom>
        </p:spPr>
        <p:txBody>
          <a:bodyPr anchorCtr="0" anchor="ctr" bIns="36000" lIns="36000" spcFirstLastPara="1" rIns="36000" wrap="square" tIns="36000">
            <a:noAutofit/>
          </a:bodyPr>
          <a:lstStyle/>
          <a:p>
            <a:pPr indent="0" lvl="0" marL="0" rtl="0" algn="ctr">
              <a:spcBef>
                <a:spcPts val="0"/>
              </a:spcBef>
              <a:spcAft>
                <a:spcPts val="0"/>
              </a:spcAft>
              <a:buNone/>
            </a:pPr>
            <a:r>
              <a:rPr lang="es-419"/>
              <a:t>Controla</a:t>
            </a:r>
            <a:endParaRPr/>
          </a:p>
        </p:txBody>
      </p:sp>
      <p:sp>
        <p:nvSpPr>
          <p:cNvPr id="15754" name="Google Shape;15754;p269"/>
          <p:cNvSpPr txBox="1"/>
          <p:nvPr>
            <p:ph idx="39" type="subTitle"/>
          </p:nvPr>
        </p:nvSpPr>
        <p:spPr>
          <a:xfrm>
            <a:off x="5632638" y="3940288"/>
            <a:ext cx="1584600" cy="266400"/>
          </a:xfrm>
          <a:prstGeom prst="rect">
            <a:avLst/>
          </a:prstGeom>
        </p:spPr>
        <p:txBody>
          <a:bodyPr anchorCtr="0" anchor="ctr" bIns="36000" lIns="36000" spcFirstLastPara="1" rIns="36000" wrap="square" tIns="36000">
            <a:noAutofit/>
          </a:bodyPr>
          <a:lstStyle/>
          <a:p>
            <a:pPr indent="0" lvl="0" marL="0" rtl="0" algn="ctr">
              <a:spcBef>
                <a:spcPts val="0"/>
              </a:spcBef>
              <a:spcAft>
                <a:spcPts val="0"/>
              </a:spcAft>
              <a:buClr>
                <a:schemeClr val="dk1"/>
              </a:buClr>
              <a:buSzPts val="1100"/>
              <a:buFont typeface="Arial"/>
              <a:buNone/>
            </a:pPr>
            <a:r>
              <a:rPr lang="es-419">
                <a:solidFill>
                  <a:schemeClr val="dk1"/>
                </a:solidFill>
              </a:rPr>
              <a:t>1 → *</a:t>
            </a:r>
            <a:endParaRPr>
              <a:solidFill>
                <a:schemeClr val="dk1"/>
              </a:solidFill>
            </a:endParaRPr>
          </a:p>
          <a:p>
            <a:pPr indent="0" lvl="0" marL="0" rtl="0" algn="ctr">
              <a:spcBef>
                <a:spcPts val="0"/>
              </a:spcBef>
              <a:spcAft>
                <a:spcPts val="0"/>
              </a:spcAft>
              <a:buNone/>
            </a:pPr>
            <a:r>
              <a:t/>
            </a:r>
            <a:endParaRPr/>
          </a:p>
        </p:txBody>
      </p:sp>
      <p:sp>
        <p:nvSpPr>
          <p:cNvPr id="15755" name="Google Shape;15755;p269"/>
          <p:cNvSpPr txBox="1"/>
          <p:nvPr>
            <p:ph idx="40" type="subTitle"/>
          </p:nvPr>
        </p:nvSpPr>
        <p:spPr>
          <a:xfrm>
            <a:off x="1196313" y="4245245"/>
            <a:ext cx="2361300" cy="265800"/>
          </a:xfrm>
          <a:prstGeom prst="rect">
            <a:avLst/>
          </a:prstGeom>
        </p:spPr>
        <p:txBody>
          <a:bodyPr anchorCtr="0" anchor="ctr" bIns="36000" lIns="36000" spcFirstLastPara="1" rIns="36000" wrap="square" tIns="36000">
            <a:noAutofit/>
          </a:bodyPr>
          <a:lstStyle/>
          <a:p>
            <a:pPr indent="0" lvl="0" marL="0" rtl="0" algn="ctr">
              <a:spcBef>
                <a:spcPts val="0"/>
              </a:spcBef>
              <a:spcAft>
                <a:spcPts val="0"/>
              </a:spcAft>
              <a:buNone/>
            </a:pPr>
            <a:r>
              <a:rPr lang="es-419"/>
              <a:t>CajeroGeneral</a:t>
            </a:r>
            <a:endParaRPr/>
          </a:p>
        </p:txBody>
      </p:sp>
      <p:sp>
        <p:nvSpPr>
          <p:cNvPr id="15756" name="Google Shape;15756;p269"/>
          <p:cNvSpPr txBox="1"/>
          <p:nvPr>
            <p:ph idx="41" type="subTitle"/>
          </p:nvPr>
        </p:nvSpPr>
        <p:spPr>
          <a:xfrm>
            <a:off x="7340763" y="4245249"/>
            <a:ext cx="2361300" cy="266400"/>
          </a:xfrm>
          <a:prstGeom prst="rect">
            <a:avLst/>
          </a:prstGeom>
        </p:spPr>
        <p:txBody>
          <a:bodyPr anchorCtr="0" anchor="ctr" bIns="36000" lIns="36000" spcFirstLastPara="1" rIns="36000" wrap="square" tIns="36000">
            <a:noAutofit/>
          </a:bodyPr>
          <a:lstStyle/>
          <a:p>
            <a:pPr indent="0" lvl="0" marL="0" rtl="0" algn="ctr">
              <a:spcBef>
                <a:spcPts val="0"/>
              </a:spcBef>
              <a:spcAft>
                <a:spcPts val="0"/>
              </a:spcAft>
              <a:buNone/>
            </a:pPr>
            <a:r>
              <a:rPr lang="es-419"/>
              <a:t>ReciboPago</a:t>
            </a:r>
            <a:endParaRPr/>
          </a:p>
        </p:txBody>
      </p:sp>
      <p:sp>
        <p:nvSpPr>
          <p:cNvPr id="15757" name="Google Shape;15757;p269"/>
          <p:cNvSpPr txBox="1"/>
          <p:nvPr>
            <p:ph idx="42" type="subTitle"/>
          </p:nvPr>
        </p:nvSpPr>
        <p:spPr>
          <a:xfrm>
            <a:off x="3674313" y="4245245"/>
            <a:ext cx="1827600" cy="265800"/>
          </a:xfrm>
          <a:prstGeom prst="rect">
            <a:avLst/>
          </a:prstGeom>
        </p:spPr>
        <p:txBody>
          <a:bodyPr anchorCtr="0" anchor="ctr" bIns="36000" lIns="36000" spcFirstLastPara="1" rIns="36000" wrap="square" tIns="36000">
            <a:noAutofit/>
          </a:bodyPr>
          <a:lstStyle/>
          <a:p>
            <a:pPr indent="0" lvl="0" marL="0" rtl="0" algn="ctr">
              <a:spcBef>
                <a:spcPts val="0"/>
              </a:spcBef>
              <a:spcAft>
                <a:spcPts val="0"/>
              </a:spcAft>
              <a:buNone/>
            </a:pPr>
            <a:r>
              <a:rPr lang="es-419"/>
              <a:t>Cobra</a:t>
            </a:r>
            <a:endParaRPr/>
          </a:p>
        </p:txBody>
      </p:sp>
      <p:sp>
        <p:nvSpPr>
          <p:cNvPr id="15758" name="Google Shape;15758;p269"/>
          <p:cNvSpPr txBox="1"/>
          <p:nvPr>
            <p:ph idx="43" type="subTitle"/>
          </p:nvPr>
        </p:nvSpPr>
        <p:spPr>
          <a:xfrm>
            <a:off x="5632638" y="4245250"/>
            <a:ext cx="1584600" cy="266400"/>
          </a:xfrm>
          <a:prstGeom prst="rect">
            <a:avLst/>
          </a:prstGeom>
        </p:spPr>
        <p:txBody>
          <a:bodyPr anchorCtr="0" anchor="ctr" bIns="36000" lIns="36000" spcFirstLastPara="1" rIns="36000" wrap="square" tIns="36000">
            <a:noAutofit/>
          </a:bodyPr>
          <a:lstStyle/>
          <a:p>
            <a:pPr indent="0" lvl="0" marL="0" rtl="0" algn="ctr">
              <a:spcBef>
                <a:spcPts val="0"/>
              </a:spcBef>
              <a:spcAft>
                <a:spcPts val="0"/>
              </a:spcAft>
              <a:buClr>
                <a:schemeClr val="dk1"/>
              </a:buClr>
              <a:buSzPts val="1100"/>
              <a:buFont typeface="Arial"/>
              <a:buNone/>
            </a:pPr>
            <a:r>
              <a:rPr lang="es-419">
                <a:solidFill>
                  <a:schemeClr val="dk1"/>
                </a:solidFill>
              </a:rPr>
              <a:t>1 → *</a:t>
            </a:r>
            <a:endParaRPr>
              <a:solidFill>
                <a:schemeClr val="dk1"/>
              </a:solidFill>
            </a:endParaRPr>
          </a:p>
          <a:p>
            <a:pPr indent="0" lvl="0" marL="0" rtl="0" algn="ctr">
              <a:spcBef>
                <a:spcPts val="0"/>
              </a:spcBef>
              <a:spcAft>
                <a:spcPts val="0"/>
              </a:spcAft>
              <a:buNone/>
            </a:pPr>
            <a:r>
              <a:t/>
            </a:r>
            <a:endParaRPr/>
          </a:p>
        </p:txBody>
      </p:sp>
      <p:sp>
        <p:nvSpPr>
          <p:cNvPr id="15759" name="Google Shape;15759;p269"/>
          <p:cNvSpPr txBox="1"/>
          <p:nvPr>
            <p:ph idx="44" type="subTitle"/>
          </p:nvPr>
        </p:nvSpPr>
        <p:spPr>
          <a:xfrm>
            <a:off x="1196438" y="4539620"/>
            <a:ext cx="2361300" cy="265800"/>
          </a:xfrm>
          <a:prstGeom prst="rect">
            <a:avLst/>
          </a:prstGeom>
        </p:spPr>
        <p:txBody>
          <a:bodyPr anchorCtr="0" anchor="ctr" bIns="36000" lIns="36000" spcFirstLastPara="1" rIns="36000" wrap="square" tIns="36000">
            <a:noAutofit/>
          </a:bodyPr>
          <a:lstStyle/>
          <a:p>
            <a:pPr indent="0" lvl="0" marL="0" rtl="0" algn="ctr">
              <a:spcBef>
                <a:spcPts val="0"/>
              </a:spcBef>
              <a:spcAft>
                <a:spcPts val="0"/>
              </a:spcAft>
              <a:buNone/>
            </a:pPr>
            <a:r>
              <a:t/>
            </a:r>
            <a:endParaRPr/>
          </a:p>
        </p:txBody>
      </p:sp>
      <p:sp>
        <p:nvSpPr>
          <p:cNvPr id="15760" name="Google Shape;15760;p269"/>
          <p:cNvSpPr txBox="1"/>
          <p:nvPr>
            <p:ph idx="45" type="subTitle"/>
          </p:nvPr>
        </p:nvSpPr>
        <p:spPr>
          <a:xfrm>
            <a:off x="7340888" y="4539624"/>
            <a:ext cx="2361300" cy="266400"/>
          </a:xfrm>
          <a:prstGeom prst="rect">
            <a:avLst/>
          </a:prstGeom>
        </p:spPr>
        <p:txBody>
          <a:bodyPr anchorCtr="0" anchor="ctr" bIns="36000" lIns="36000" spcFirstLastPara="1" rIns="36000" wrap="square" tIns="36000">
            <a:noAutofit/>
          </a:bodyPr>
          <a:lstStyle/>
          <a:p>
            <a:pPr indent="0" lvl="0" marL="0" rtl="0" algn="ctr">
              <a:spcBef>
                <a:spcPts val="0"/>
              </a:spcBef>
              <a:spcAft>
                <a:spcPts val="0"/>
              </a:spcAft>
              <a:buNone/>
            </a:pPr>
            <a:r>
              <a:t/>
            </a:r>
            <a:endParaRPr/>
          </a:p>
        </p:txBody>
      </p:sp>
      <p:sp>
        <p:nvSpPr>
          <p:cNvPr id="15761" name="Google Shape;15761;p269"/>
          <p:cNvSpPr txBox="1"/>
          <p:nvPr>
            <p:ph idx="46" type="subTitle"/>
          </p:nvPr>
        </p:nvSpPr>
        <p:spPr>
          <a:xfrm>
            <a:off x="3674438" y="4539620"/>
            <a:ext cx="1827600" cy="265800"/>
          </a:xfrm>
          <a:prstGeom prst="rect">
            <a:avLst/>
          </a:prstGeom>
        </p:spPr>
        <p:txBody>
          <a:bodyPr anchorCtr="0" anchor="ctr" bIns="36000" lIns="36000" spcFirstLastPara="1" rIns="36000" wrap="square" tIns="36000">
            <a:noAutofit/>
          </a:bodyPr>
          <a:lstStyle/>
          <a:p>
            <a:pPr indent="0" lvl="0" marL="0" rtl="0" algn="ctr">
              <a:spcBef>
                <a:spcPts val="0"/>
              </a:spcBef>
              <a:spcAft>
                <a:spcPts val="0"/>
              </a:spcAft>
              <a:buNone/>
            </a:pPr>
            <a:r>
              <a:t/>
            </a:r>
            <a:endParaRPr/>
          </a:p>
        </p:txBody>
      </p:sp>
      <p:sp>
        <p:nvSpPr>
          <p:cNvPr id="15762" name="Google Shape;15762;p269"/>
          <p:cNvSpPr txBox="1"/>
          <p:nvPr>
            <p:ph idx="47" type="subTitle"/>
          </p:nvPr>
        </p:nvSpPr>
        <p:spPr>
          <a:xfrm>
            <a:off x="5632763" y="4539625"/>
            <a:ext cx="1584600" cy="266400"/>
          </a:xfrm>
          <a:prstGeom prst="rect">
            <a:avLst/>
          </a:prstGeom>
        </p:spPr>
        <p:txBody>
          <a:bodyPr anchorCtr="0" anchor="ctr" bIns="36000" lIns="36000" spcFirstLastPara="1" rIns="36000" wrap="square" tIns="36000">
            <a:noAutofit/>
          </a:bodyPr>
          <a:lstStyle/>
          <a:p>
            <a:pPr indent="0" lvl="0" marL="0" rtl="0" algn="ctr">
              <a:spcBef>
                <a:spcPts val="0"/>
              </a:spcBef>
              <a:spcAft>
                <a:spcPts val="0"/>
              </a:spcAft>
              <a:buNone/>
            </a:pPr>
            <a:r>
              <a:t/>
            </a:r>
            <a:endParaRPr/>
          </a:p>
        </p:txBody>
      </p:sp>
      <p:sp>
        <p:nvSpPr>
          <p:cNvPr id="15763" name="Google Shape;15763;p269"/>
          <p:cNvSpPr txBox="1"/>
          <p:nvPr>
            <p:ph idx="48" type="subTitle"/>
          </p:nvPr>
        </p:nvSpPr>
        <p:spPr>
          <a:xfrm>
            <a:off x="1196438" y="4844582"/>
            <a:ext cx="2361300" cy="265800"/>
          </a:xfrm>
          <a:prstGeom prst="rect">
            <a:avLst/>
          </a:prstGeom>
        </p:spPr>
        <p:txBody>
          <a:bodyPr anchorCtr="0" anchor="ctr" bIns="36000" lIns="36000" spcFirstLastPara="1" rIns="36000" wrap="square" tIns="36000">
            <a:noAutofit/>
          </a:bodyPr>
          <a:lstStyle/>
          <a:p>
            <a:pPr indent="0" lvl="0" marL="0" rtl="0" algn="ctr">
              <a:spcBef>
                <a:spcPts val="0"/>
              </a:spcBef>
              <a:spcAft>
                <a:spcPts val="0"/>
              </a:spcAft>
              <a:buNone/>
            </a:pPr>
            <a:r>
              <a:t/>
            </a:r>
            <a:endParaRPr/>
          </a:p>
        </p:txBody>
      </p:sp>
      <p:sp>
        <p:nvSpPr>
          <p:cNvPr id="15764" name="Google Shape;15764;p269"/>
          <p:cNvSpPr txBox="1"/>
          <p:nvPr>
            <p:ph idx="49" type="subTitle"/>
          </p:nvPr>
        </p:nvSpPr>
        <p:spPr>
          <a:xfrm>
            <a:off x="7340888" y="4844586"/>
            <a:ext cx="2361300" cy="266400"/>
          </a:xfrm>
          <a:prstGeom prst="rect">
            <a:avLst/>
          </a:prstGeom>
        </p:spPr>
        <p:txBody>
          <a:bodyPr anchorCtr="0" anchor="ctr" bIns="36000" lIns="36000" spcFirstLastPara="1" rIns="36000" wrap="square" tIns="36000">
            <a:noAutofit/>
          </a:bodyPr>
          <a:lstStyle/>
          <a:p>
            <a:pPr indent="0" lvl="0" marL="0" rtl="0" algn="ctr">
              <a:spcBef>
                <a:spcPts val="0"/>
              </a:spcBef>
              <a:spcAft>
                <a:spcPts val="0"/>
              </a:spcAft>
              <a:buNone/>
            </a:pPr>
            <a:r>
              <a:t/>
            </a:r>
            <a:endParaRPr/>
          </a:p>
        </p:txBody>
      </p:sp>
      <p:sp>
        <p:nvSpPr>
          <p:cNvPr id="15765" name="Google Shape;15765;p269"/>
          <p:cNvSpPr txBox="1"/>
          <p:nvPr>
            <p:ph idx="50" type="subTitle"/>
          </p:nvPr>
        </p:nvSpPr>
        <p:spPr>
          <a:xfrm>
            <a:off x="3674438" y="4844583"/>
            <a:ext cx="1827600" cy="265800"/>
          </a:xfrm>
          <a:prstGeom prst="rect">
            <a:avLst/>
          </a:prstGeom>
        </p:spPr>
        <p:txBody>
          <a:bodyPr anchorCtr="0" anchor="ctr" bIns="36000" lIns="36000" spcFirstLastPara="1" rIns="36000" wrap="square" tIns="36000">
            <a:noAutofit/>
          </a:bodyPr>
          <a:lstStyle/>
          <a:p>
            <a:pPr indent="0" lvl="0" marL="0" rtl="0" algn="ctr">
              <a:spcBef>
                <a:spcPts val="0"/>
              </a:spcBef>
              <a:spcAft>
                <a:spcPts val="0"/>
              </a:spcAft>
              <a:buNone/>
            </a:pPr>
            <a:r>
              <a:t/>
            </a:r>
            <a:endParaRPr/>
          </a:p>
        </p:txBody>
      </p:sp>
      <p:sp>
        <p:nvSpPr>
          <p:cNvPr id="15766" name="Google Shape;15766;p269"/>
          <p:cNvSpPr txBox="1"/>
          <p:nvPr>
            <p:ph idx="51" type="subTitle"/>
          </p:nvPr>
        </p:nvSpPr>
        <p:spPr>
          <a:xfrm>
            <a:off x="5632763" y="4844588"/>
            <a:ext cx="1584600" cy="266400"/>
          </a:xfrm>
          <a:prstGeom prst="rect">
            <a:avLst/>
          </a:prstGeom>
        </p:spPr>
        <p:txBody>
          <a:bodyPr anchorCtr="0" anchor="ctr" bIns="36000" lIns="36000" spcFirstLastPara="1" rIns="36000" wrap="square" tIns="36000">
            <a:noAutofit/>
          </a:bodyPr>
          <a:lstStyle/>
          <a:p>
            <a:pPr indent="0" lvl="0" marL="0" rtl="0" algn="ctr">
              <a:spcBef>
                <a:spcPts val="0"/>
              </a:spcBef>
              <a:spcAft>
                <a:spcPts val="0"/>
              </a:spcAft>
              <a:buNone/>
            </a:pPr>
            <a:r>
              <a:t/>
            </a:r>
            <a:endParaRPr/>
          </a:p>
        </p:txBody>
      </p:sp>
      <p:sp>
        <p:nvSpPr>
          <p:cNvPr id="15767" name="Google Shape;15767;p269"/>
          <p:cNvSpPr txBox="1"/>
          <p:nvPr>
            <p:ph idx="52" type="subTitle"/>
          </p:nvPr>
        </p:nvSpPr>
        <p:spPr>
          <a:xfrm>
            <a:off x="1196438" y="5138957"/>
            <a:ext cx="2361300" cy="265800"/>
          </a:xfrm>
          <a:prstGeom prst="rect">
            <a:avLst/>
          </a:prstGeom>
        </p:spPr>
        <p:txBody>
          <a:bodyPr anchorCtr="0" anchor="ctr" bIns="36000" lIns="36000" spcFirstLastPara="1" rIns="36000" wrap="square" tIns="36000">
            <a:noAutofit/>
          </a:bodyPr>
          <a:lstStyle/>
          <a:p>
            <a:pPr indent="0" lvl="0" marL="0" rtl="0" algn="ctr">
              <a:spcBef>
                <a:spcPts val="0"/>
              </a:spcBef>
              <a:spcAft>
                <a:spcPts val="0"/>
              </a:spcAft>
              <a:buNone/>
            </a:pPr>
            <a:r>
              <a:t/>
            </a:r>
            <a:endParaRPr/>
          </a:p>
        </p:txBody>
      </p:sp>
      <p:sp>
        <p:nvSpPr>
          <p:cNvPr id="15768" name="Google Shape;15768;p269"/>
          <p:cNvSpPr txBox="1"/>
          <p:nvPr>
            <p:ph idx="53" type="subTitle"/>
          </p:nvPr>
        </p:nvSpPr>
        <p:spPr>
          <a:xfrm>
            <a:off x="7340888" y="5138961"/>
            <a:ext cx="2361300" cy="266400"/>
          </a:xfrm>
          <a:prstGeom prst="rect">
            <a:avLst/>
          </a:prstGeom>
        </p:spPr>
        <p:txBody>
          <a:bodyPr anchorCtr="0" anchor="ctr" bIns="36000" lIns="36000" spcFirstLastPara="1" rIns="36000" wrap="square" tIns="36000">
            <a:noAutofit/>
          </a:bodyPr>
          <a:lstStyle/>
          <a:p>
            <a:pPr indent="0" lvl="0" marL="0" rtl="0" algn="ctr">
              <a:spcBef>
                <a:spcPts val="0"/>
              </a:spcBef>
              <a:spcAft>
                <a:spcPts val="0"/>
              </a:spcAft>
              <a:buNone/>
            </a:pPr>
            <a:r>
              <a:t/>
            </a:r>
            <a:endParaRPr/>
          </a:p>
        </p:txBody>
      </p:sp>
      <p:sp>
        <p:nvSpPr>
          <p:cNvPr id="15769" name="Google Shape;15769;p269"/>
          <p:cNvSpPr txBox="1"/>
          <p:nvPr>
            <p:ph idx="54" type="subTitle"/>
          </p:nvPr>
        </p:nvSpPr>
        <p:spPr>
          <a:xfrm>
            <a:off x="3674438" y="5138958"/>
            <a:ext cx="1827600" cy="265800"/>
          </a:xfrm>
          <a:prstGeom prst="rect">
            <a:avLst/>
          </a:prstGeom>
        </p:spPr>
        <p:txBody>
          <a:bodyPr anchorCtr="0" anchor="ctr" bIns="36000" lIns="36000" spcFirstLastPara="1" rIns="36000" wrap="square" tIns="36000">
            <a:noAutofit/>
          </a:bodyPr>
          <a:lstStyle/>
          <a:p>
            <a:pPr indent="0" lvl="0" marL="0" rtl="0" algn="ctr">
              <a:spcBef>
                <a:spcPts val="0"/>
              </a:spcBef>
              <a:spcAft>
                <a:spcPts val="0"/>
              </a:spcAft>
              <a:buNone/>
            </a:pPr>
            <a:r>
              <a:t/>
            </a:r>
            <a:endParaRPr/>
          </a:p>
        </p:txBody>
      </p:sp>
      <p:sp>
        <p:nvSpPr>
          <p:cNvPr id="15770" name="Google Shape;15770;p269"/>
          <p:cNvSpPr txBox="1"/>
          <p:nvPr>
            <p:ph idx="55" type="subTitle"/>
          </p:nvPr>
        </p:nvSpPr>
        <p:spPr>
          <a:xfrm>
            <a:off x="5632763" y="5138963"/>
            <a:ext cx="1584600" cy="266400"/>
          </a:xfrm>
          <a:prstGeom prst="rect">
            <a:avLst/>
          </a:prstGeom>
        </p:spPr>
        <p:txBody>
          <a:bodyPr anchorCtr="0" anchor="ctr" bIns="36000" lIns="36000" spcFirstLastPara="1" rIns="36000" wrap="square" tIns="36000">
            <a:noAutofit/>
          </a:bodyPr>
          <a:lstStyle/>
          <a:p>
            <a:pPr indent="0" lvl="0" marL="0" rtl="0" algn="ctr">
              <a:spcBef>
                <a:spcPts val="0"/>
              </a:spcBef>
              <a:spcAft>
                <a:spcPts val="0"/>
              </a:spcAft>
              <a:buNone/>
            </a:pPr>
            <a:r>
              <a:t/>
            </a:r>
            <a:endParaRPr/>
          </a:p>
        </p:txBody>
      </p:sp>
      <p:sp>
        <p:nvSpPr>
          <p:cNvPr id="15771" name="Google Shape;15771;p269"/>
          <p:cNvSpPr txBox="1"/>
          <p:nvPr>
            <p:ph idx="56" type="subTitle"/>
          </p:nvPr>
        </p:nvSpPr>
        <p:spPr>
          <a:xfrm>
            <a:off x="1196438" y="5443920"/>
            <a:ext cx="2361300" cy="265800"/>
          </a:xfrm>
          <a:prstGeom prst="rect">
            <a:avLst/>
          </a:prstGeom>
        </p:spPr>
        <p:txBody>
          <a:bodyPr anchorCtr="0" anchor="ctr" bIns="36000" lIns="36000" spcFirstLastPara="1" rIns="36000" wrap="square" tIns="36000">
            <a:noAutofit/>
          </a:bodyPr>
          <a:lstStyle/>
          <a:p>
            <a:pPr indent="0" lvl="0" marL="0" rtl="0" algn="ctr">
              <a:spcBef>
                <a:spcPts val="0"/>
              </a:spcBef>
              <a:spcAft>
                <a:spcPts val="0"/>
              </a:spcAft>
              <a:buNone/>
            </a:pPr>
            <a:r>
              <a:t/>
            </a:r>
            <a:endParaRPr/>
          </a:p>
        </p:txBody>
      </p:sp>
      <p:sp>
        <p:nvSpPr>
          <p:cNvPr id="15772" name="Google Shape;15772;p269"/>
          <p:cNvSpPr txBox="1"/>
          <p:nvPr>
            <p:ph idx="57" type="subTitle"/>
          </p:nvPr>
        </p:nvSpPr>
        <p:spPr>
          <a:xfrm>
            <a:off x="7340888" y="5443924"/>
            <a:ext cx="2361300" cy="266400"/>
          </a:xfrm>
          <a:prstGeom prst="rect">
            <a:avLst/>
          </a:prstGeom>
        </p:spPr>
        <p:txBody>
          <a:bodyPr anchorCtr="0" anchor="ctr" bIns="36000" lIns="36000" spcFirstLastPara="1" rIns="36000" wrap="square" tIns="36000">
            <a:noAutofit/>
          </a:bodyPr>
          <a:lstStyle/>
          <a:p>
            <a:pPr indent="0" lvl="0" marL="0" rtl="0" algn="ctr">
              <a:spcBef>
                <a:spcPts val="0"/>
              </a:spcBef>
              <a:spcAft>
                <a:spcPts val="0"/>
              </a:spcAft>
              <a:buNone/>
            </a:pPr>
            <a:r>
              <a:t/>
            </a:r>
            <a:endParaRPr/>
          </a:p>
        </p:txBody>
      </p:sp>
      <p:sp>
        <p:nvSpPr>
          <p:cNvPr id="15773" name="Google Shape;15773;p269"/>
          <p:cNvSpPr txBox="1"/>
          <p:nvPr>
            <p:ph idx="58" type="subTitle"/>
          </p:nvPr>
        </p:nvSpPr>
        <p:spPr>
          <a:xfrm>
            <a:off x="3674438" y="5443920"/>
            <a:ext cx="1827600" cy="265800"/>
          </a:xfrm>
          <a:prstGeom prst="rect">
            <a:avLst/>
          </a:prstGeom>
        </p:spPr>
        <p:txBody>
          <a:bodyPr anchorCtr="0" anchor="ctr" bIns="36000" lIns="36000" spcFirstLastPara="1" rIns="36000" wrap="square" tIns="36000">
            <a:noAutofit/>
          </a:bodyPr>
          <a:lstStyle/>
          <a:p>
            <a:pPr indent="0" lvl="0" marL="0" rtl="0" algn="ctr">
              <a:spcBef>
                <a:spcPts val="0"/>
              </a:spcBef>
              <a:spcAft>
                <a:spcPts val="0"/>
              </a:spcAft>
              <a:buNone/>
            </a:pPr>
            <a:r>
              <a:t/>
            </a:r>
            <a:endParaRPr/>
          </a:p>
        </p:txBody>
      </p:sp>
      <p:sp>
        <p:nvSpPr>
          <p:cNvPr id="15774" name="Google Shape;15774;p269"/>
          <p:cNvSpPr txBox="1"/>
          <p:nvPr>
            <p:ph idx="59" type="subTitle"/>
          </p:nvPr>
        </p:nvSpPr>
        <p:spPr>
          <a:xfrm>
            <a:off x="5632763" y="5443925"/>
            <a:ext cx="1584600" cy="266400"/>
          </a:xfrm>
          <a:prstGeom prst="rect">
            <a:avLst/>
          </a:prstGeom>
        </p:spPr>
        <p:txBody>
          <a:bodyPr anchorCtr="0" anchor="ctr" bIns="36000" lIns="36000" spcFirstLastPara="1" rIns="36000" wrap="square" tIns="36000">
            <a:noAutofit/>
          </a:bodyPr>
          <a:lstStyle/>
          <a:p>
            <a:pPr indent="0" lvl="0" marL="0" rtl="0" algn="ctr">
              <a:spcBef>
                <a:spcPts val="0"/>
              </a:spcBef>
              <a:spcAft>
                <a:spcPts val="0"/>
              </a:spcAft>
              <a:buNone/>
            </a:pPr>
            <a:r>
              <a:t/>
            </a:r>
            <a:endParaRPr/>
          </a:p>
        </p:txBody>
      </p:sp>
      <p:sp>
        <p:nvSpPr>
          <p:cNvPr id="15775" name="Google Shape;15775;p269"/>
          <p:cNvSpPr txBox="1"/>
          <p:nvPr>
            <p:ph idx="60" type="subTitle"/>
          </p:nvPr>
        </p:nvSpPr>
        <p:spPr>
          <a:xfrm>
            <a:off x="1196438" y="5748882"/>
            <a:ext cx="2361300" cy="265800"/>
          </a:xfrm>
          <a:prstGeom prst="rect">
            <a:avLst/>
          </a:prstGeom>
        </p:spPr>
        <p:txBody>
          <a:bodyPr anchorCtr="0" anchor="ctr" bIns="36000" lIns="36000" spcFirstLastPara="1" rIns="36000" wrap="square" tIns="36000">
            <a:noAutofit/>
          </a:bodyPr>
          <a:lstStyle/>
          <a:p>
            <a:pPr indent="0" lvl="0" marL="0" rtl="0" algn="ctr">
              <a:spcBef>
                <a:spcPts val="0"/>
              </a:spcBef>
              <a:spcAft>
                <a:spcPts val="0"/>
              </a:spcAft>
              <a:buNone/>
            </a:pPr>
            <a:r>
              <a:t/>
            </a:r>
            <a:endParaRPr/>
          </a:p>
        </p:txBody>
      </p:sp>
      <p:sp>
        <p:nvSpPr>
          <p:cNvPr id="15776" name="Google Shape;15776;p269"/>
          <p:cNvSpPr txBox="1"/>
          <p:nvPr>
            <p:ph idx="61" type="subTitle"/>
          </p:nvPr>
        </p:nvSpPr>
        <p:spPr>
          <a:xfrm>
            <a:off x="7340888" y="5748886"/>
            <a:ext cx="2361300" cy="266400"/>
          </a:xfrm>
          <a:prstGeom prst="rect">
            <a:avLst/>
          </a:prstGeom>
        </p:spPr>
        <p:txBody>
          <a:bodyPr anchorCtr="0" anchor="ctr" bIns="36000" lIns="36000" spcFirstLastPara="1" rIns="36000" wrap="square" tIns="36000">
            <a:noAutofit/>
          </a:bodyPr>
          <a:lstStyle/>
          <a:p>
            <a:pPr indent="0" lvl="0" marL="0" rtl="0" algn="ctr">
              <a:spcBef>
                <a:spcPts val="0"/>
              </a:spcBef>
              <a:spcAft>
                <a:spcPts val="0"/>
              </a:spcAft>
              <a:buNone/>
            </a:pPr>
            <a:r>
              <a:t/>
            </a:r>
            <a:endParaRPr/>
          </a:p>
        </p:txBody>
      </p:sp>
      <p:sp>
        <p:nvSpPr>
          <p:cNvPr id="15777" name="Google Shape;15777;p269"/>
          <p:cNvSpPr txBox="1"/>
          <p:nvPr>
            <p:ph idx="62" type="subTitle"/>
          </p:nvPr>
        </p:nvSpPr>
        <p:spPr>
          <a:xfrm>
            <a:off x="3674438" y="5748883"/>
            <a:ext cx="1827600" cy="265800"/>
          </a:xfrm>
          <a:prstGeom prst="rect">
            <a:avLst/>
          </a:prstGeom>
        </p:spPr>
        <p:txBody>
          <a:bodyPr anchorCtr="0" anchor="ctr" bIns="36000" lIns="36000" spcFirstLastPara="1" rIns="36000" wrap="square" tIns="36000">
            <a:noAutofit/>
          </a:bodyPr>
          <a:lstStyle/>
          <a:p>
            <a:pPr indent="0" lvl="0" marL="0" rtl="0" algn="ctr">
              <a:spcBef>
                <a:spcPts val="0"/>
              </a:spcBef>
              <a:spcAft>
                <a:spcPts val="0"/>
              </a:spcAft>
              <a:buNone/>
            </a:pPr>
            <a:r>
              <a:t/>
            </a:r>
            <a:endParaRPr/>
          </a:p>
        </p:txBody>
      </p:sp>
      <p:sp>
        <p:nvSpPr>
          <p:cNvPr id="15778" name="Google Shape;15778;p269"/>
          <p:cNvSpPr txBox="1"/>
          <p:nvPr>
            <p:ph idx="63" type="subTitle"/>
          </p:nvPr>
        </p:nvSpPr>
        <p:spPr>
          <a:xfrm>
            <a:off x="5632763" y="5748888"/>
            <a:ext cx="1584600" cy="266400"/>
          </a:xfrm>
          <a:prstGeom prst="rect">
            <a:avLst/>
          </a:prstGeom>
        </p:spPr>
        <p:txBody>
          <a:bodyPr anchorCtr="0" anchor="ctr" bIns="36000" lIns="36000" spcFirstLastPara="1" rIns="36000" wrap="square" tIns="36000">
            <a:noAutofit/>
          </a:bodyPr>
          <a:lstStyle/>
          <a:p>
            <a:pPr indent="0" lvl="0" marL="0" rtl="0" algn="ctr">
              <a:spcBef>
                <a:spcPts val="0"/>
              </a:spcBef>
              <a:spcAft>
                <a:spcPts val="0"/>
              </a:spcAft>
              <a:buNone/>
            </a:pPr>
            <a:r>
              <a:t/>
            </a:r>
            <a:endParaRPr/>
          </a:p>
        </p:txBody>
      </p:sp>
      <p:sp>
        <p:nvSpPr>
          <p:cNvPr id="15779" name="Google Shape;15779;p269"/>
          <p:cNvSpPr txBox="1"/>
          <p:nvPr>
            <p:ph idx="64" type="subTitle"/>
          </p:nvPr>
        </p:nvSpPr>
        <p:spPr>
          <a:xfrm>
            <a:off x="1196438" y="6053845"/>
            <a:ext cx="2361300" cy="265800"/>
          </a:xfrm>
          <a:prstGeom prst="rect">
            <a:avLst/>
          </a:prstGeom>
        </p:spPr>
        <p:txBody>
          <a:bodyPr anchorCtr="0" anchor="ctr" bIns="36000" lIns="36000" spcFirstLastPara="1" rIns="36000" wrap="square" tIns="36000">
            <a:noAutofit/>
          </a:bodyPr>
          <a:lstStyle/>
          <a:p>
            <a:pPr indent="0" lvl="0" marL="0" rtl="0" algn="ctr">
              <a:spcBef>
                <a:spcPts val="0"/>
              </a:spcBef>
              <a:spcAft>
                <a:spcPts val="0"/>
              </a:spcAft>
              <a:buNone/>
            </a:pPr>
            <a:r>
              <a:t/>
            </a:r>
            <a:endParaRPr/>
          </a:p>
        </p:txBody>
      </p:sp>
      <p:sp>
        <p:nvSpPr>
          <p:cNvPr id="15780" name="Google Shape;15780;p269"/>
          <p:cNvSpPr txBox="1"/>
          <p:nvPr>
            <p:ph idx="65" type="subTitle"/>
          </p:nvPr>
        </p:nvSpPr>
        <p:spPr>
          <a:xfrm>
            <a:off x="7340888" y="6053849"/>
            <a:ext cx="2361300" cy="266400"/>
          </a:xfrm>
          <a:prstGeom prst="rect">
            <a:avLst/>
          </a:prstGeom>
        </p:spPr>
        <p:txBody>
          <a:bodyPr anchorCtr="0" anchor="ctr" bIns="36000" lIns="36000" spcFirstLastPara="1" rIns="36000" wrap="square" tIns="36000">
            <a:noAutofit/>
          </a:bodyPr>
          <a:lstStyle/>
          <a:p>
            <a:pPr indent="0" lvl="0" marL="0" rtl="0" algn="ctr">
              <a:spcBef>
                <a:spcPts val="0"/>
              </a:spcBef>
              <a:spcAft>
                <a:spcPts val="0"/>
              </a:spcAft>
              <a:buNone/>
            </a:pPr>
            <a:r>
              <a:t/>
            </a:r>
            <a:endParaRPr/>
          </a:p>
        </p:txBody>
      </p:sp>
      <p:sp>
        <p:nvSpPr>
          <p:cNvPr id="15781" name="Google Shape;15781;p269"/>
          <p:cNvSpPr txBox="1"/>
          <p:nvPr>
            <p:ph idx="66" type="subTitle"/>
          </p:nvPr>
        </p:nvSpPr>
        <p:spPr>
          <a:xfrm>
            <a:off x="3674438" y="6053845"/>
            <a:ext cx="1827600" cy="265800"/>
          </a:xfrm>
          <a:prstGeom prst="rect">
            <a:avLst/>
          </a:prstGeom>
        </p:spPr>
        <p:txBody>
          <a:bodyPr anchorCtr="0" anchor="ctr" bIns="36000" lIns="36000" spcFirstLastPara="1" rIns="36000" wrap="square" tIns="36000">
            <a:noAutofit/>
          </a:bodyPr>
          <a:lstStyle/>
          <a:p>
            <a:pPr indent="0" lvl="0" marL="0" rtl="0" algn="ctr">
              <a:spcBef>
                <a:spcPts val="0"/>
              </a:spcBef>
              <a:spcAft>
                <a:spcPts val="0"/>
              </a:spcAft>
              <a:buNone/>
            </a:pPr>
            <a:r>
              <a:t/>
            </a:r>
            <a:endParaRPr/>
          </a:p>
        </p:txBody>
      </p:sp>
      <p:sp>
        <p:nvSpPr>
          <p:cNvPr id="15782" name="Google Shape;15782;p269"/>
          <p:cNvSpPr txBox="1"/>
          <p:nvPr>
            <p:ph idx="67" type="subTitle"/>
          </p:nvPr>
        </p:nvSpPr>
        <p:spPr>
          <a:xfrm>
            <a:off x="5632763" y="6053850"/>
            <a:ext cx="1584600" cy="266400"/>
          </a:xfrm>
          <a:prstGeom prst="rect">
            <a:avLst/>
          </a:prstGeom>
        </p:spPr>
        <p:txBody>
          <a:bodyPr anchorCtr="0" anchor="ctr" bIns="36000" lIns="36000" spcFirstLastPara="1" rIns="36000" wrap="square" tIns="36000">
            <a:noAutofit/>
          </a:bodyPr>
          <a:lstStyle/>
          <a:p>
            <a:pPr indent="0" lvl="0" marL="0" rtl="0" algn="ctr">
              <a:spcBef>
                <a:spcPts val="0"/>
              </a:spcBef>
              <a:spcAft>
                <a:spcPts val="0"/>
              </a:spcAft>
              <a:buNone/>
            </a:pPr>
            <a:r>
              <a:t/>
            </a:r>
            <a:endParaRPr/>
          </a:p>
        </p:txBody>
      </p:sp>
      <p:sp>
        <p:nvSpPr>
          <p:cNvPr id="15783" name="Google Shape;15783;p269"/>
          <p:cNvSpPr txBox="1"/>
          <p:nvPr>
            <p:ph idx="68" type="subTitle"/>
          </p:nvPr>
        </p:nvSpPr>
        <p:spPr>
          <a:xfrm>
            <a:off x="1195625" y="6357745"/>
            <a:ext cx="2361300" cy="265800"/>
          </a:xfrm>
          <a:prstGeom prst="rect">
            <a:avLst/>
          </a:prstGeom>
        </p:spPr>
        <p:txBody>
          <a:bodyPr anchorCtr="0" anchor="ctr" bIns="36000" lIns="36000" spcFirstLastPara="1" rIns="36000" wrap="square" tIns="36000">
            <a:noAutofit/>
          </a:bodyPr>
          <a:lstStyle/>
          <a:p>
            <a:pPr indent="0" lvl="0" marL="0" rtl="0" algn="ctr">
              <a:spcBef>
                <a:spcPts val="0"/>
              </a:spcBef>
              <a:spcAft>
                <a:spcPts val="0"/>
              </a:spcAft>
              <a:buNone/>
            </a:pPr>
            <a:r>
              <a:t/>
            </a:r>
            <a:endParaRPr/>
          </a:p>
        </p:txBody>
      </p:sp>
      <p:sp>
        <p:nvSpPr>
          <p:cNvPr id="15784" name="Google Shape;15784;p269"/>
          <p:cNvSpPr txBox="1"/>
          <p:nvPr>
            <p:ph idx="69" type="subTitle"/>
          </p:nvPr>
        </p:nvSpPr>
        <p:spPr>
          <a:xfrm>
            <a:off x="7340075" y="6357749"/>
            <a:ext cx="2361300" cy="266400"/>
          </a:xfrm>
          <a:prstGeom prst="rect">
            <a:avLst/>
          </a:prstGeom>
        </p:spPr>
        <p:txBody>
          <a:bodyPr anchorCtr="0" anchor="ctr" bIns="36000" lIns="36000" spcFirstLastPara="1" rIns="36000" wrap="square" tIns="36000">
            <a:noAutofit/>
          </a:bodyPr>
          <a:lstStyle/>
          <a:p>
            <a:pPr indent="0" lvl="0" marL="0" rtl="0" algn="ctr">
              <a:spcBef>
                <a:spcPts val="0"/>
              </a:spcBef>
              <a:spcAft>
                <a:spcPts val="0"/>
              </a:spcAft>
              <a:buNone/>
            </a:pPr>
            <a:r>
              <a:t/>
            </a:r>
            <a:endParaRPr/>
          </a:p>
        </p:txBody>
      </p:sp>
      <p:sp>
        <p:nvSpPr>
          <p:cNvPr id="15785" name="Google Shape;15785;p269"/>
          <p:cNvSpPr txBox="1"/>
          <p:nvPr>
            <p:ph idx="70" type="subTitle"/>
          </p:nvPr>
        </p:nvSpPr>
        <p:spPr>
          <a:xfrm>
            <a:off x="3673625" y="6357745"/>
            <a:ext cx="1827600" cy="265800"/>
          </a:xfrm>
          <a:prstGeom prst="rect">
            <a:avLst/>
          </a:prstGeom>
        </p:spPr>
        <p:txBody>
          <a:bodyPr anchorCtr="0" anchor="ctr" bIns="36000" lIns="36000" spcFirstLastPara="1" rIns="36000" wrap="square" tIns="36000">
            <a:noAutofit/>
          </a:bodyPr>
          <a:lstStyle/>
          <a:p>
            <a:pPr indent="0" lvl="0" marL="0" rtl="0" algn="ctr">
              <a:spcBef>
                <a:spcPts val="0"/>
              </a:spcBef>
              <a:spcAft>
                <a:spcPts val="0"/>
              </a:spcAft>
              <a:buNone/>
            </a:pPr>
            <a:r>
              <a:t/>
            </a:r>
            <a:endParaRPr/>
          </a:p>
        </p:txBody>
      </p:sp>
      <p:sp>
        <p:nvSpPr>
          <p:cNvPr id="15786" name="Google Shape;15786;p269"/>
          <p:cNvSpPr txBox="1"/>
          <p:nvPr>
            <p:ph idx="71" type="subTitle"/>
          </p:nvPr>
        </p:nvSpPr>
        <p:spPr>
          <a:xfrm>
            <a:off x="5631950" y="6357750"/>
            <a:ext cx="1584600" cy="266400"/>
          </a:xfrm>
          <a:prstGeom prst="rect">
            <a:avLst/>
          </a:prstGeom>
        </p:spPr>
        <p:txBody>
          <a:bodyPr anchorCtr="0" anchor="ctr" bIns="36000" lIns="36000" spcFirstLastPara="1" rIns="36000" wrap="square" tIns="36000">
            <a:noAutofit/>
          </a:bodyPr>
          <a:lstStyle/>
          <a:p>
            <a:pPr indent="0" lvl="0" marL="0" rtl="0" algn="ctr">
              <a:spcBef>
                <a:spcPts val="0"/>
              </a:spcBef>
              <a:spcAft>
                <a:spcPts val="0"/>
              </a:spcAft>
              <a:buNone/>
            </a:pPr>
            <a:r>
              <a:t/>
            </a:r>
            <a:endParaRPr/>
          </a:p>
        </p:txBody>
      </p:sp>
      <p:sp>
        <p:nvSpPr>
          <p:cNvPr id="15787" name="Google Shape;15787;p269"/>
          <p:cNvSpPr txBox="1"/>
          <p:nvPr>
            <p:ph type="title"/>
          </p:nvPr>
        </p:nvSpPr>
        <p:spPr>
          <a:xfrm flipH="1">
            <a:off x="4025374" y="387675"/>
            <a:ext cx="5863200" cy="169200"/>
          </a:xfrm>
          <a:prstGeom prst="rect">
            <a:avLst/>
          </a:prstGeom>
        </p:spPr>
        <p:txBody>
          <a:bodyPr anchorCtr="0" anchor="ctr" bIns="0" lIns="0" spcFirstLastPara="1" rIns="0" wrap="square" tIns="0">
            <a:noAutofit/>
          </a:bodyPr>
          <a:lstStyle/>
          <a:p>
            <a:pPr indent="0" lvl="0" marL="0" rtl="0" algn="l">
              <a:spcBef>
                <a:spcPts val="0"/>
              </a:spcBef>
              <a:spcAft>
                <a:spcPts val="0"/>
              </a:spcAft>
              <a:buNone/>
            </a:pPr>
            <a:r>
              <a:t/>
            </a:r>
            <a:endParaRPr/>
          </a:p>
        </p:txBody>
      </p:sp>
      <p:sp>
        <p:nvSpPr>
          <p:cNvPr id="15788" name="Google Shape;15788;p269"/>
          <p:cNvSpPr txBox="1"/>
          <p:nvPr>
            <p:ph idx="72" type="title"/>
          </p:nvPr>
        </p:nvSpPr>
        <p:spPr>
          <a:xfrm flipH="1">
            <a:off x="3208773" y="579550"/>
            <a:ext cx="6679800" cy="169200"/>
          </a:xfrm>
          <a:prstGeom prst="rect">
            <a:avLst/>
          </a:prstGeom>
        </p:spPr>
        <p:txBody>
          <a:bodyPr anchorCtr="0" anchor="ctr" bIns="0" lIns="0" spcFirstLastPara="1" rIns="0" wrap="square" tIns="0">
            <a:noAutofit/>
          </a:bodyPr>
          <a:lstStyle/>
          <a:p>
            <a:pPr indent="0" lvl="0" marL="0" rtl="0" algn="l">
              <a:spcBef>
                <a:spcPts val="0"/>
              </a:spcBef>
              <a:spcAft>
                <a:spcPts val="0"/>
              </a:spcAft>
              <a:buNone/>
            </a:pPr>
            <a:r>
              <a:t/>
            </a:r>
            <a:endParaRPr/>
          </a:p>
        </p:txBody>
      </p:sp>
      <p:sp>
        <p:nvSpPr>
          <p:cNvPr id="15789" name="Google Shape;15789;p269"/>
          <p:cNvSpPr txBox="1"/>
          <p:nvPr>
            <p:ph idx="73" type="body"/>
          </p:nvPr>
        </p:nvSpPr>
        <p:spPr>
          <a:xfrm>
            <a:off x="641150" y="612125"/>
            <a:ext cx="1770300" cy="160500"/>
          </a:xfrm>
          <a:prstGeom prst="rect">
            <a:avLst/>
          </a:prstGeom>
        </p:spPr>
        <p:txBody>
          <a:bodyPr anchorCtr="0" anchor="t" bIns="0" lIns="0" spcFirstLastPara="1" rIns="0" wrap="square" tIns="0">
            <a:noAutofit/>
          </a:bodyPr>
          <a:lstStyle/>
          <a:p>
            <a:pPr indent="0" lvl="0" marL="0" rtl="0" algn="ctr">
              <a:spcBef>
                <a:spcPts val="0"/>
              </a:spcBef>
              <a:spcAft>
                <a:spcPts val="0"/>
              </a:spcAft>
              <a:buNone/>
            </a:pPr>
            <a:r>
              <a:t/>
            </a:r>
            <a:endParaRPr/>
          </a:p>
        </p:txBody>
      </p:sp>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793" name="Shape 15793"/>
        <p:cNvGrpSpPr/>
        <p:nvPr/>
      </p:nvGrpSpPr>
      <p:grpSpPr>
        <a:xfrm>
          <a:off x="0" y="0"/>
          <a:ext cx="0" cy="0"/>
          <a:chOff x="0" y="0"/>
          <a:chExt cx="0" cy="0"/>
        </a:xfrm>
      </p:grpSpPr>
      <p:sp>
        <p:nvSpPr>
          <p:cNvPr id="15794" name="Google Shape;15794;p270"/>
          <p:cNvSpPr txBox="1"/>
          <p:nvPr>
            <p:ph type="title"/>
          </p:nvPr>
        </p:nvSpPr>
        <p:spPr>
          <a:xfrm flipH="1">
            <a:off x="4228300" y="437575"/>
            <a:ext cx="5577600" cy="265800"/>
          </a:xfrm>
          <a:prstGeom prst="rect">
            <a:avLst/>
          </a:prstGeom>
        </p:spPr>
        <p:txBody>
          <a:bodyPr anchorCtr="0" anchor="ctr" bIns="0" lIns="0" spcFirstLastPara="1" rIns="0" wrap="square" tIns="0">
            <a:noAutofit/>
          </a:bodyPr>
          <a:lstStyle/>
          <a:p>
            <a:pPr indent="0" lvl="0" marL="0" rtl="0" algn="l">
              <a:spcBef>
                <a:spcPts val="0"/>
              </a:spcBef>
              <a:spcAft>
                <a:spcPts val="0"/>
              </a:spcAft>
              <a:buNone/>
            </a:pPr>
            <a:r>
              <a:t/>
            </a:r>
            <a:endParaRPr/>
          </a:p>
        </p:txBody>
      </p:sp>
      <p:sp>
        <p:nvSpPr>
          <p:cNvPr id="15795" name="Google Shape;15795;p270"/>
          <p:cNvSpPr txBox="1"/>
          <p:nvPr>
            <p:ph idx="1" type="subTitle"/>
          </p:nvPr>
        </p:nvSpPr>
        <p:spPr>
          <a:xfrm>
            <a:off x="1635275" y="2227250"/>
            <a:ext cx="8206800" cy="1399500"/>
          </a:xfrm>
          <a:prstGeom prst="rect">
            <a:avLst/>
          </a:prstGeom>
        </p:spPr>
        <p:txBody>
          <a:bodyPr anchorCtr="0" anchor="t" bIns="36000" lIns="36000" spcFirstLastPara="1" rIns="36000" wrap="square" tIns="36000">
            <a:noAutofit/>
          </a:bodyPr>
          <a:lstStyle/>
          <a:p>
            <a:pPr indent="0" lvl="0" marL="0" rtl="0" algn="l">
              <a:spcBef>
                <a:spcPts val="0"/>
              </a:spcBef>
              <a:spcAft>
                <a:spcPts val="0"/>
              </a:spcAft>
              <a:buNone/>
            </a:pPr>
            <a:r>
              <a:rPr lang="es-419" sz="1200">
                <a:solidFill>
                  <a:srgbClr val="F9FAFB"/>
                </a:solidFill>
                <a:highlight>
                  <a:srgbClr val="C27BA0"/>
                </a:highlight>
                <a:latin typeface="Roboto"/>
                <a:ea typeface="Roboto"/>
                <a:cs typeface="Roboto"/>
                <a:sym typeface="Roboto"/>
              </a:rPr>
              <a:t>Evita que se comercialicen productos sin certificación ecológica válida o sin stock disponible, asegurando la integridad de la transacción y el cumplimiento de los estándares de calidad establecidos.</a:t>
            </a:r>
            <a:endParaRPr>
              <a:highlight>
                <a:srgbClr val="C27BA0"/>
              </a:highlight>
            </a:endParaRPr>
          </a:p>
        </p:txBody>
      </p:sp>
      <p:sp>
        <p:nvSpPr>
          <p:cNvPr id="15796" name="Google Shape;15796;p270"/>
          <p:cNvSpPr txBox="1"/>
          <p:nvPr>
            <p:ph idx="2" type="subTitle"/>
          </p:nvPr>
        </p:nvSpPr>
        <p:spPr>
          <a:xfrm>
            <a:off x="1648125" y="3855575"/>
            <a:ext cx="1831200" cy="646500"/>
          </a:xfrm>
          <a:prstGeom prst="rect">
            <a:avLst/>
          </a:prstGeom>
        </p:spPr>
        <p:txBody>
          <a:bodyPr anchorCtr="0" anchor="t" bIns="36000" lIns="36000" spcFirstLastPara="1" rIns="36000" wrap="square" tIns="36000">
            <a:noAutofit/>
          </a:bodyPr>
          <a:lstStyle/>
          <a:p>
            <a:pPr indent="0" lvl="0" marL="0" rtl="0" algn="l">
              <a:spcBef>
                <a:spcPts val="0"/>
              </a:spcBef>
              <a:spcAft>
                <a:spcPts val="0"/>
              </a:spcAft>
              <a:buNone/>
            </a:pPr>
            <a:r>
              <a:rPr lang="es-419"/>
              <a:t>Calidad del servicio y Confianza del cliente</a:t>
            </a:r>
            <a:endParaRPr/>
          </a:p>
        </p:txBody>
      </p:sp>
      <p:sp>
        <p:nvSpPr>
          <p:cNvPr id="15797" name="Google Shape;15797;p270"/>
          <p:cNvSpPr txBox="1"/>
          <p:nvPr>
            <p:ph idx="3" type="subTitle"/>
          </p:nvPr>
        </p:nvSpPr>
        <p:spPr>
          <a:xfrm>
            <a:off x="4740190" y="3829375"/>
            <a:ext cx="1831200" cy="646500"/>
          </a:xfrm>
          <a:prstGeom prst="rect">
            <a:avLst/>
          </a:prstGeom>
        </p:spPr>
        <p:txBody>
          <a:bodyPr anchorCtr="0" anchor="t" bIns="36000" lIns="36000" spcFirstLastPara="1" rIns="36000" wrap="square" tIns="36000">
            <a:noAutofit/>
          </a:bodyPr>
          <a:lstStyle/>
          <a:p>
            <a:pPr indent="0" lvl="0" marL="0" rtl="0" algn="l">
              <a:spcBef>
                <a:spcPts val="0"/>
              </a:spcBef>
              <a:spcAft>
                <a:spcPts val="0"/>
              </a:spcAft>
              <a:buNone/>
            </a:pPr>
            <a:r>
              <a:rPr lang="es-419"/>
              <a:t>Producto ecologico sin validdar, con riesgo de incumplimiento en certificaciones</a:t>
            </a:r>
            <a:endParaRPr/>
          </a:p>
        </p:txBody>
      </p:sp>
      <p:sp>
        <p:nvSpPr>
          <p:cNvPr id="15798" name="Google Shape;15798;p270"/>
          <p:cNvSpPr txBox="1"/>
          <p:nvPr>
            <p:ph idx="4" type="subTitle"/>
          </p:nvPr>
        </p:nvSpPr>
        <p:spPr>
          <a:xfrm>
            <a:off x="7998604" y="3829375"/>
            <a:ext cx="1831200" cy="646500"/>
          </a:xfrm>
          <a:prstGeom prst="rect">
            <a:avLst/>
          </a:prstGeom>
        </p:spPr>
        <p:txBody>
          <a:bodyPr anchorCtr="0" anchor="t" bIns="36000" lIns="36000" spcFirstLastPara="1" rIns="36000" wrap="square" tIns="36000">
            <a:noAutofit/>
          </a:bodyPr>
          <a:lstStyle/>
          <a:p>
            <a:pPr indent="0" lvl="0" marL="0" rtl="0" algn="l">
              <a:spcBef>
                <a:spcPts val="0"/>
              </a:spcBef>
              <a:spcAft>
                <a:spcPts val="0"/>
              </a:spcAft>
              <a:buNone/>
            </a:pPr>
            <a:r>
              <a:rPr lang="es-419"/>
              <a:t>Producto ecologico certificado,  disponible y transaccion registrada correctamente</a:t>
            </a:r>
            <a:endParaRPr/>
          </a:p>
        </p:txBody>
      </p:sp>
      <p:sp>
        <p:nvSpPr>
          <p:cNvPr id="15799" name="Google Shape;15799;p270"/>
          <p:cNvSpPr txBox="1"/>
          <p:nvPr>
            <p:ph idx="5" type="subTitle"/>
          </p:nvPr>
        </p:nvSpPr>
        <p:spPr>
          <a:xfrm>
            <a:off x="1635275" y="916205"/>
            <a:ext cx="8206800" cy="402300"/>
          </a:xfrm>
          <a:prstGeom prst="rect">
            <a:avLst/>
          </a:prstGeom>
        </p:spPr>
        <p:txBody>
          <a:bodyPr anchorCtr="0" anchor="t" bIns="36000" lIns="36000" spcFirstLastPara="1" rIns="36000" wrap="square" tIns="36000">
            <a:noAutofit/>
          </a:bodyPr>
          <a:lstStyle/>
          <a:p>
            <a:pPr indent="0" lvl="0" marL="0" rtl="0" algn="l">
              <a:spcBef>
                <a:spcPts val="0"/>
              </a:spcBef>
              <a:spcAft>
                <a:spcPts val="0"/>
              </a:spcAft>
              <a:buNone/>
            </a:pPr>
            <a:r>
              <a:rPr lang="es-419" sz="1200">
                <a:solidFill>
                  <a:srgbClr val="F9FAFB"/>
                </a:solidFill>
                <a:highlight>
                  <a:srgbClr val="A64D79"/>
                </a:highlight>
              </a:rPr>
              <a:t>ECO/01 Validación de compra ecológica certificada</a:t>
            </a:r>
            <a:endParaRPr>
              <a:highlight>
                <a:srgbClr val="A64D79"/>
              </a:highlight>
            </a:endParaRPr>
          </a:p>
        </p:txBody>
      </p:sp>
      <p:sp>
        <p:nvSpPr>
          <p:cNvPr id="15800" name="Google Shape;15800;p270"/>
          <p:cNvSpPr txBox="1"/>
          <p:nvPr>
            <p:ph idx="6" type="subTitle"/>
          </p:nvPr>
        </p:nvSpPr>
        <p:spPr>
          <a:xfrm>
            <a:off x="1635175" y="1466748"/>
            <a:ext cx="8206800" cy="607500"/>
          </a:xfrm>
          <a:prstGeom prst="rect">
            <a:avLst/>
          </a:prstGeom>
        </p:spPr>
        <p:txBody>
          <a:bodyPr anchorCtr="0" anchor="t" bIns="36000" lIns="36000" spcFirstLastPara="1" rIns="36000" wrap="square" tIns="36000">
            <a:noAutofit/>
          </a:bodyPr>
          <a:lstStyle/>
          <a:p>
            <a:pPr indent="0" lvl="0" marL="0" rtl="0" algn="l">
              <a:spcBef>
                <a:spcPts val="0"/>
              </a:spcBef>
              <a:spcAft>
                <a:spcPts val="0"/>
              </a:spcAft>
              <a:buNone/>
            </a:pPr>
            <a:r>
              <a:rPr lang="es-419" sz="1200">
                <a:solidFill>
                  <a:srgbClr val="F9FAFB"/>
                </a:solidFill>
                <a:highlight>
                  <a:srgbClr val="D5A6BD"/>
                </a:highlight>
                <a:latin typeface="Roboto"/>
                <a:ea typeface="Roboto"/>
                <a:cs typeface="Roboto"/>
                <a:sym typeface="Roboto"/>
              </a:rPr>
              <a:t>La regla garantiza que cada venta de producto ecológico en tienda cumpla con los requisitos de certificación vigente, disponibilidad en inventario y registro seguro de la transacción, con validación por parte del personal autorizado.</a:t>
            </a:r>
            <a:endParaRPr>
              <a:highlight>
                <a:srgbClr val="D5A6BD"/>
              </a:highlight>
            </a:endParaRPr>
          </a:p>
        </p:txBody>
      </p:sp>
      <p:sp>
        <p:nvSpPr>
          <p:cNvPr id="15801" name="Google Shape;15801;p270"/>
          <p:cNvSpPr txBox="1"/>
          <p:nvPr>
            <p:ph idx="7" type="subTitle"/>
          </p:nvPr>
        </p:nvSpPr>
        <p:spPr>
          <a:xfrm>
            <a:off x="8258625" y="5890100"/>
            <a:ext cx="1547400" cy="572700"/>
          </a:xfrm>
          <a:prstGeom prst="rect">
            <a:avLst/>
          </a:prstGeom>
        </p:spPr>
        <p:txBody>
          <a:bodyPr anchorCtr="0" anchor="t" bIns="36000" lIns="36000" spcFirstLastPara="1" rIns="36000" wrap="square" tIns="36000">
            <a:noAutofit/>
          </a:bodyPr>
          <a:lstStyle/>
          <a:p>
            <a:pPr indent="0" lvl="0" marL="0" rtl="0" algn="l">
              <a:spcBef>
                <a:spcPts val="0"/>
              </a:spcBef>
              <a:spcAft>
                <a:spcPts val="0"/>
              </a:spcAft>
              <a:buNone/>
            </a:pPr>
            <a:r>
              <a:rPr lang="es-419"/>
              <a:t>Establece estandares de calidad</a:t>
            </a:r>
            <a:endParaRPr/>
          </a:p>
        </p:txBody>
      </p:sp>
      <p:sp>
        <p:nvSpPr>
          <p:cNvPr id="15802" name="Google Shape;15802;p270"/>
          <p:cNvSpPr txBox="1"/>
          <p:nvPr>
            <p:ph idx="8" type="subTitle"/>
          </p:nvPr>
        </p:nvSpPr>
        <p:spPr>
          <a:xfrm>
            <a:off x="8250538" y="4976000"/>
            <a:ext cx="1547400" cy="572700"/>
          </a:xfrm>
          <a:prstGeom prst="rect">
            <a:avLst/>
          </a:prstGeom>
        </p:spPr>
        <p:txBody>
          <a:bodyPr anchorCtr="0" anchor="t" bIns="36000" lIns="36000" spcFirstLastPara="1" rIns="36000" wrap="square" tIns="36000">
            <a:noAutofit/>
          </a:bodyPr>
          <a:lstStyle/>
          <a:p>
            <a:pPr indent="0" lvl="0" marL="0" rtl="0" algn="l">
              <a:spcBef>
                <a:spcPts val="0"/>
              </a:spcBef>
              <a:spcAft>
                <a:spcPts val="0"/>
              </a:spcAft>
              <a:buNone/>
            </a:pPr>
            <a:r>
              <a:rPr lang="es-419"/>
              <a:t>Coordinador de Calidad</a:t>
            </a:r>
            <a:endParaRPr/>
          </a:p>
        </p:txBody>
      </p:sp>
      <p:sp>
        <p:nvSpPr>
          <p:cNvPr id="15803" name="Google Shape;15803;p270"/>
          <p:cNvSpPr txBox="1"/>
          <p:nvPr>
            <p:ph idx="9" type="subTitle"/>
          </p:nvPr>
        </p:nvSpPr>
        <p:spPr>
          <a:xfrm>
            <a:off x="6623600" y="5890100"/>
            <a:ext cx="1547400" cy="572700"/>
          </a:xfrm>
          <a:prstGeom prst="rect">
            <a:avLst/>
          </a:prstGeom>
        </p:spPr>
        <p:txBody>
          <a:bodyPr anchorCtr="0" anchor="t" bIns="36000" lIns="36000" spcFirstLastPara="1" rIns="36000" wrap="square" tIns="36000">
            <a:noAutofit/>
          </a:bodyPr>
          <a:lstStyle/>
          <a:p>
            <a:pPr indent="0" lvl="0" marL="0" rtl="0" algn="l">
              <a:spcBef>
                <a:spcPts val="0"/>
              </a:spcBef>
              <a:spcAft>
                <a:spcPts val="0"/>
              </a:spcAft>
              <a:buNone/>
            </a:pPr>
            <a:r>
              <a:rPr lang="es-419"/>
              <a:t>Listo para procesar pagos</a:t>
            </a:r>
            <a:endParaRPr/>
          </a:p>
        </p:txBody>
      </p:sp>
      <p:sp>
        <p:nvSpPr>
          <p:cNvPr id="15804" name="Google Shape;15804;p270"/>
          <p:cNvSpPr txBox="1"/>
          <p:nvPr>
            <p:ph idx="13" type="subTitle"/>
          </p:nvPr>
        </p:nvSpPr>
        <p:spPr>
          <a:xfrm>
            <a:off x="6615513" y="4976000"/>
            <a:ext cx="1547400" cy="572700"/>
          </a:xfrm>
          <a:prstGeom prst="rect">
            <a:avLst/>
          </a:prstGeom>
        </p:spPr>
        <p:txBody>
          <a:bodyPr anchorCtr="0" anchor="t" bIns="36000" lIns="36000" spcFirstLastPara="1" rIns="36000" wrap="square" tIns="36000">
            <a:noAutofit/>
          </a:bodyPr>
          <a:lstStyle/>
          <a:p>
            <a:pPr indent="0" lvl="0" marL="0" rtl="0" algn="l">
              <a:spcBef>
                <a:spcPts val="0"/>
              </a:spcBef>
              <a:spcAft>
                <a:spcPts val="0"/>
              </a:spcAft>
              <a:buNone/>
            </a:pPr>
            <a:r>
              <a:rPr lang="es-419"/>
              <a:t>Cajero</a:t>
            </a:r>
            <a:endParaRPr/>
          </a:p>
        </p:txBody>
      </p:sp>
      <p:sp>
        <p:nvSpPr>
          <p:cNvPr id="15805" name="Google Shape;15805;p270"/>
          <p:cNvSpPr txBox="1"/>
          <p:nvPr>
            <p:ph idx="14" type="subTitle"/>
          </p:nvPr>
        </p:nvSpPr>
        <p:spPr>
          <a:xfrm>
            <a:off x="4982225" y="5899625"/>
            <a:ext cx="1547400" cy="572700"/>
          </a:xfrm>
          <a:prstGeom prst="rect">
            <a:avLst/>
          </a:prstGeom>
        </p:spPr>
        <p:txBody>
          <a:bodyPr anchorCtr="0" anchor="t" bIns="36000" lIns="36000" spcFirstLastPara="1" rIns="36000" wrap="square" tIns="36000">
            <a:noAutofit/>
          </a:bodyPr>
          <a:lstStyle/>
          <a:p>
            <a:pPr indent="0" lvl="0" marL="0" rtl="0" algn="l">
              <a:spcBef>
                <a:spcPts val="0"/>
              </a:spcBef>
              <a:spcAft>
                <a:spcPts val="0"/>
              </a:spcAft>
              <a:buNone/>
            </a:pPr>
            <a:r>
              <a:rPr lang="es-419"/>
              <a:t>Conoce niveles de inventario actual</a:t>
            </a:r>
            <a:endParaRPr/>
          </a:p>
        </p:txBody>
      </p:sp>
      <p:sp>
        <p:nvSpPr>
          <p:cNvPr id="15806" name="Google Shape;15806;p270"/>
          <p:cNvSpPr txBox="1"/>
          <p:nvPr>
            <p:ph idx="15" type="subTitle"/>
          </p:nvPr>
        </p:nvSpPr>
        <p:spPr>
          <a:xfrm>
            <a:off x="4974138" y="4985525"/>
            <a:ext cx="1547400" cy="572700"/>
          </a:xfrm>
          <a:prstGeom prst="rect">
            <a:avLst/>
          </a:prstGeom>
        </p:spPr>
        <p:txBody>
          <a:bodyPr anchorCtr="0" anchor="t" bIns="36000" lIns="36000" spcFirstLastPara="1" rIns="36000" wrap="square" tIns="36000">
            <a:noAutofit/>
          </a:bodyPr>
          <a:lstStyle/>
          <a:p>
            <a:pPr indent="0" lvl="0" marL="0" rtl="0" algn="l">
              <a:spcBef>
                <a:spcPts val="0"/>
              </a:spcBef>
              <a:spcAft>
                <a:spcPts val="0"/>
              </a:spcAft>
              <a:buNone/>
            </a:pPr>
            <a:r>
              <a:rPr lang="es-419"/>
              <a:t>Jefe De Bodega</a:t>
            </a:r>
            <a:endParaRPr/>
          </a:p>
        </p:txBody>
      </p:sp>
      <p:sp>
        <p:nvSpPr>
          <p:cNvPr id="15807" name="Google Shape;15807;p270"/>
          <p:cNvSpPr txBox="1"/>
          <p:nvPr>
            <p:ph idx="16" type="subTitle"/>
          </p:nvPr>
        </p:nvSpPr>
        <p:spPr>
          <a:xfrm>
            <a:off x="3337275" y="5899625"/>
            <a:ext cx="1547400" cy="572700"/>
          </a:xfrm>
          <a:prstGeom prst="rect">
            <a:avLst/>
          </a:prstGeom>
        </p:spPr>
        <p:txBody>
          <a:bodyPr anchorCtr="0" anchor="t" bIns="36000" lIns="36000" spcFirstLastPara="1" rIns="36000" wrap="square" tIns="36000">
            <a:noAutofit/>
          </a:bodyPr>
          <a:lstStyle/>
          <a:p>
            <a:pPr indent="0" lvl="0" marL="0" rtl="0" algn="l">
              <a:spcBef>
                <a:spcPts val="0"/>
              </a:spcBef>
              <a:spcAft>
                <a:spcPts val="0"/>
              </a:spcAft>
              <a:buNone/>
            </a:pPr>
            <a:r>
              <a:rPr lang="es-419"/>
              <a:t>Tiene acceso a fichas tecnicas de productos</a:t>
            </a:r>
            <a:endParaRPr/>
          </a:p>
        </p:txBody>
      </p:sp>
      <p:sp>
        <p:nvSpPr>
          <p:cNvPr id="15808" name="Google Shape;15808;p270"/>
          <p:cNvSpPr txBox="1"/>
          <p:nvPr>
            <p:ph idx="17" type="subTitle"/>
          </p:nvPr>
        </p:nvSpPr>
        <p:spPr>
          <a:xfrm>
            <a:off x="3329188" y="4985525"/>
            <a:ext cx="1547400" cy="572700"/>
          </a:xfrm>
          <a:prstGeom prst="rect">
            <a:avLst/>
          </a:prstGeom>
        </p:spPr>
        <p:txBody>
          <a:bodyPr anchorCtr="0" anchor="t" bIns="36000" lIns="36000" spcFirstLastPara="1" rIns="36000" wrap="square" tIns="36000">
            <a:noAutofit/>
          </a:bodyPr>
          <a:lstStyle/>
          <a:p>
            <a:pPr indent="0" lvl="0" marL="0" rtl="0" algn="l">
              <a:spcBef>
                <a:spcPts val="0"/>
              </a:spcBef>
              <a:spcAft>
                <a:spcPts val="0"/>
              </a:spcAft>
              <a:buNone/>
            </a:pPr>
            <a:r>
              <a:rPr lang="es-419"/>
              <a:t>Asesor De Venta</a:t>
            </a:r>
            <a:endParaRPr/>
          </a:p>
        </p:txBody>
      </p:sp>
      <p:sp>
        <p:nvSpPr>
          <p:cNvPr id="15809" name="Google Shape;15809;p270"/>
          <p:cNvSpPr txBox="1"/>
          <p:nvPr>
            <p:ph idx="18" type="subTitle"/>
          </p:nvPr>
        </p:nvSpPr>
        <p:spPr>
          <a:xfrm>
            <a:off x="1709688" y="5899625"/>
            <a:ext cx="1547400" cy="572700"/>
          </a:xfrm>
          <a:prstGeom prst="rect">
            <a:avLst/>
          </a:prstGeom>
        </p:spPr>
        <p:txBody>
          <a:bodyPr anchorCtr="0" anchor="t" bIns="36000" lIns="36000" spcFirstLastPara="1" rIns="36000" wrap="square" tIns="36000">
            <a:noAutofit/>
          </a:bodyPr>
          <a:lstStyle/>
          <a:p>
            <a:pPr indent="0" lvl="0" marL="0" rtl="0" algn="l">
              <a:spcBef>
                <a:spcPts val="0"/>
              </a:spcBef>
              <a:spcAft>
                <a:spcPts val="0"/>
              </a:spcAft>
              <a:buNone/>
            </a:pPr>
            <a:r>
              <a:rPr lang="es-419"/>
              <a:t>Necesita producto </a:t>
            </a:r>
            <a:r>
              <a:rPr lang="es-419"/>
              <a:t>ecológico</a:t>
            </a:r>
            <a:r>
              <a:rPr lang="es-419"/>
              <a:t> certificado</a:t>
            </a:r>
            <a:endParaRPr/>
          </a:p>
        </p:txBody>
      </p:sp>
      <p:sp>
        <p:nvSpPr>
          <p:cNvPr id="15810" name="Google Shape;15810;p270"/>
          <p:cNvSpPr txBox="1"/>
          <p:nvPr>
            <p:ph idx="19" type="subTitle"/>
          </p:nvPr>
        </p:nvSpPr>
        <p:spPr>
          <a:xfrm>
            <a:off x="1701600" y="4985525"/>
            <a:ext cx="1547400" cy="572700"/>
          </a:xfrm>
          <a:prstGeom prst="rect">
            <a:avLst/>
          </a:prstGeom>
          <a:solidFill>
            <a:schemeClr val="lt1"/>
          </a:solidFill>
        </p:spPr>
        <p:txBody>
          <a:bodyPr anchorCtr="0" anchor="t" bIns="36000" lIns="36000" spcFirstLastPara="1" rIns="36000" wrap="square" tIns="36000">
            <a:noAutofit/>
          </a:bodyPr>
          <a:lstStyle/>
          <a:p>
            <a:pPr indent="0" lvl="0" marL="0" rtl="0" algn="l">
              <a:spcBef>
                <a:spcPts val="0"/>
              </a:spcBef>
              <a:spcAft>
                <a:spcPts val="0"/>
              </a:spcAft>
              <a:buNone/>
            </a:pPr>
            <a:r>
              <a:rPr lang="es-419" sz="1150">
                <a:solidFill>
                  <a:schemeClr val="dk1"/>
                </a:solidFill>
                <a:highlight>
                  <a:schemeClr val="lt1"/>
                </a:highlight>
              </a:rPr>
              <a:t>Cliente</a:t>
            </a:r>
            <a:endParaRPr>
              <a:highlight>
                <a:schemeClr val="lt1"/>
              </a:highlight>
            </a:endParaRPr>
          </a:p>
        </p:txBody>
      </p:sp>
      <p:sp>
        <p:nvSpPr>
          <p:cNvPr id="15811" name="Google Shape;15811;p270"/>
          <p:cNvSpPr txBox="1"/>
          <p:nvPr>
            <p:ph idx="20" type="body"/>
          </p:nvPr>
        </p:nvSpPr>
        <p:spPr>
          <a:xfrm>
            <a:off x="641150" y="612125"/>
            <a:ext cx="1770300" cy="160500"/>
          </a:xfrm>
          <a:prstGeom prst="rect">
            <a:avLst/>
          </a:prstGeom>
        </p:spPr>
        <p:txBody>
          <a:bodyPr anchorCtr="0" anchor="t" bIns="0" lIns="0" spcFirstLastPara="1" rIns="0" wrap="square" tIns="0">
            <a:noAutofit/>
          </a:bodyPr>
          <a:lstStyle/>
          <a:p>
            <a:pPr indent="0" lvl="0" marL="0" rtl="0" algn="ctr">
              <a:spcBef>
                <a:spcPts val="0"/>
              </a:spcBef>
              <a:spcAft>
                <a:spcPts val="0"/>
              </a:spcAft>
              <a:buNone/>
            </a:pPr>
            <a:r>
              <a:t/>
            </a:r>
            <a:endParaRPr/>
          </a:p>
        </p:txBody>
      </p: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815" name="Shape 15815"/>
        <p:cNvGrpSpPr/>
        <p:nvPr/>
      </p:nvGrpSpPr>
      <p:grpSpPr>
        <a:xfrm>
          <a:off x="0" y="0"/>
          <a:ext cx="0" cy="0"/>
          <a:chOff x="0" y="0"/>
          <a:chExt cx="0" cy="0"/>
        </a:xfrm>
      </p:grpSpPr>
      <p:sp>
        <p:nvSpPr>
          <p:cNvPr id="15816" name="Google Shape;15816;p271"/>
          <p:cNvSpPr txBox="1"/>
          <p:nvPr>
            <p:ph type="title"/>
          </p:nvPr>
        </p:nvSpPr>
        <p:spPr>
          <a:xfrm flipH="1">
            <a:off x="4228300" y="437575"/>
            <a:ext cx="5577600" cy="265800"/>
          </a:xfrm>
          <a:prstGeom prst="rect">
            <a:avLst/>
          </a:prstGeom>
        </p:spPr>
        <p:txBody>
          <a:bodyPr anchorCtr="0" anchor="ctr" bIns="0" lIns="0" spcFirstLastPara="1" rIns="0" wrap="square" tIns="0">
            <a:noAutofit/>
          </a:bodyPr>
          <a:lstStyle/>
          <a:p>
            <a:pPr indent="0" lvl="0" marL="0" rtl="0" algn="l">
              <a:spcBef>
                <a:spcPts val="0"/>
              </a:spcBef>
              <a:spcAft>
                <a:spcPts val="0"/>
              </a:spcAft>
              <a:buNone/>
            </a:pPr>
            <a:r>
              <a:t/>
            </a:r>
            <a:endParaRPr/>
          </a:p>
        </p:txBody>
      </p:sp>
      <p:sp>
        <p:nvSpPr>
          <p:cNvPr id="15817" name="Google Shape;15817;p271"/>
          <p:cNvSpPr txBox="1"/>
          <p:nvPr>
            <p:ph idx="1" type="subTitle"/>
          </p:nvPr>
        </p:nvSpPr>
        <p:spPr>
          <a:xfrm>
            <a:off x="1635275" y="2227250"/>
            <a:ext cx="8206800" cy="1399500"/>
          </a:xfrm>
          <a:prstGeom prst="rect">
            <a:avLst/>
          </a:prstGeom>
        </p:spPr>
        <p:txBody>
          <a:bodyPr anchorCtr="0" anchor="t" bIns="36000" lIns="36000" spcFirstLastPara="1" rIns="36000" wrap="square" tIns="36000">
            <a:noAutofit/>
          </a:bodyPr>
          <a:lstStyle/>
          <a:p>
            <a:pPr indent="0" lvl="0" marL="0" rtl="0" algn="l">
              <a:spcBef>
                <a:spcPts val="0"/>
              </a:spcBef>
              <a:spcAft>
                <a:spcPts val="0"/>
              </a:spcAft>
              <a:buNone/>
            </a:pPr>
            <a:r>
              <a:rPr lang="es-419" sz="1200">
                <a:solidFill>
                  <a:srgbClr val="F9FAFB"/>
                </a:solidFill>
                <a:highlight>
                  <a:srgbClr val="C27BA0"/>
                </a:highlight>
                <a:latin typeface="Roboto"/>
                <a:ea typeface="Roboto"/>
                <a:cs typeface="Roboto"/>
                <a:sym typeface="Roboto"/>
              </a:rPr>
              <a:t>Evita que se comercialicen productos sin certificación ecológica válida o sin stock disponible, asegurando la integridad de la transacción y el cumplimiento de los estándares de calidad establecidos.</a:t>
            </a:r>
            <a:endParaRPr>
              <a:highlight>
                <a:srgbClr val="C27BA0"/>
              </a:highlight>
            </a:endParaRPr>
          </a:p>
        </p:txBody>
      </p:sp>
      <p:sp>
        <p:nvSpPr>
          <p:cNvPr id="15818" name="Google Shape;15818;p271"/>
          <p:cNvSpPr txBox="1"/>
          <p:nvPr>
            <p:ph idx="2" type="subTitle"/>
          </p:nvPr>
        </p:nvSpPr>
        <p:spPr>
          <a:xfrm>
            <a:off x="1648125" y="3855575"/>
            <a:ext cx="1831200" cy="646500"/>
          </a:xfrm>
          <a:prstGeom prst="rect">
            <a:avLst/>
          </a:prstGeom>
        </p:spPr>
        <p:txBody>
          <a:bodyPr anchorCtr="0" anchor="t" bIns="36000" lIns="36000" spcFirstLastPara="1" rIns="36000" wrap="square" tIns="36000">
            <a:noAutofit/>
          </a:bodyPr>
          <a:lstStyle/>
          <a:p>
            <a:pPr indent="0" lvl="0" marL="0" rtl="0" algn="l">
              <a:spcBef>
                <a:spcPts val="0"/>
              </a:spcBef>
              <a:spcAft>
                <a:spcPts val="0"/>
              </a:spcAft>
              <a:buNone/>
            </a:pPr>
            <a:r>
              <a:rPr lang="es-419"/>
              <a:t>Calidad del servicio y Confianza del cliente</a:t>
            </a:r>
            <a:endParaRPr/>
          </a:p>
        </p:txBody>
      </p:sp>
      <p:sp>
        <p:nvSpPr>
          <p:cNvPr id="15819" name="Google Shape;15819;p271"/>
          <p:cNvSpPr txBox="1"/>
          <p:nvPr>
            <p:ph idx="3" type="subTitle"/>
          </p:nvPr>
        </p:nvSpPr>
        <p:spPr>
          <a:xfrm>
            <a:off x="4740190" y="3829375"/>
            <a:ext cx="1831200" cy="646500"/>
          </a:xfrm>
          <a:prstGeom prst="rect">
            <a:avLst/>
          </a:prstGeom>
        </p:spPr>
        <p:txBody>
          <a:bodyPr anchorCtr="0" anchor="t" bIns="36000" lIns="36000" spcFirstLastPara="1" rIns="36000" wrap="square" tIns="36000">
            <a:noAutofit/>
          </a:bodyPr>
          <a:lstStyle/>
          <a:p>
            <a:pPr indent="0" lvl="0" marL="0" rtl="0" algn="l">
              <a:spcBef>
                <a:spcPts val="0"/>
              </a:spcBef>
              <a:spcAft>
                <a:spcPts val="0"/>
              </a:spcAft>
              <a:buNone/>
            </a:pPr>
            <a:r>
              <a:rPr lang="es-419"/>
              <a:t>Producto ecologico sin validdar, con riesgo de incumplimiento en certificaciones</a:t>
            </a:r>
            <a:endParaRPr/>
          </a:p>
        </p:txBody>
      </p:sp>
      <p:sp>
        <p:nvSpPr>
          <p:cNvPr id="15820" name="Google Shape;15820;p271"/>
          <p:cNvSpPr txBox="1"/>
          <p:nvPr>
            <p:ph idx="4" type="subTitle"/>
          </p:nvPr>
        </p:nvSpPr>
        <p:spPr>
          <a:xfrm>
            <a:off x="7998604" y="3829375"/>
            <a:ext cx="1831200" cy="646500"/>
          </a:xfrm>
          <a:prstGeom prst="rect">
            <a:avLst/>
          </a:prstGeom>
        </p:spPr>
        <p:txBody>
          <a:bodyPr anchorCtr="0" anchor="t" bIns="36000" lIns="36000" spcFirstLastPara="1" rIns="36000" wrap="square" tIns="36000">
            <a:noAutofit/>
          </a:bodyPr>
          <a:lstStyle/>
          <a:p>
            <a:pPr indent="0" lvl="0" marL="0" rtl="0" algn="l">
              <a:spcBef>
                <a:spcPts val="0"/>
              </a:spcBef>
              <a:spcAft>
                <a:spcPts val="0"/>
              </a:spcAft>
              <a:buNone/>
            </a:pPr>
            <a:r>
              <a:rPr lang="es-419"/>
              <a:t>Producto ecologico certificado,  disponible y transaccion registrada correctamente</a:t>
            </a:r>
            <a:endParaRPr/>
          </a:p>
        </p:txBody>
      </p:sp>
      <p:sp>
        <p:nvSpPr>
          <p:cNvPr id="15821" name="Google Shape;15821;p271"/>
          <p:cNvSpPr txBox="1"/>
          <p:nvPr>
            <p:ph idx="5" type="subTitle"/>
          </p:nvPr>
        </p:nvSpPr>
        <p:spPr>
          <a:xfrm>
            <a:off x="1635275" y="916205"/>
            <a:ext cx="8206800" cy="402300"/>
          </a:xfrm>
          <a:prstGeom prst="rect">
            <a:avLst/>
          </a:prstGeom>
        </p:spPr>
        <p:txBody>
          <a:bodyPr anchorCtr="0" anchor="t" bIns="36000" lIns="36000" spcFirstLastPara="1" rIns="36000" wrap="square" tIns="36000">
            <a:noAutofit/>
          </a:bodyPr>
          <a:lstStyle/>
          <a:p>
            <a:pPr indent="0" lvl="0" marL="0" rtl="0" algn="l">
              <a:spcBef>
                <a:spcPts val="0"/>
              </a:spcBef>
              <a:spcAft>
                <a:spcPts val="0"/>
              </a:spcAft>
              <a:buNone/>
            </a:pPr>
            <a:r>
              <a:rPr lang="es-419" sz="1200">
                <a:solidFill>
                  <a:srgbClr val="F9FAFB"/>
                </a:solidFill>
                <a:highlight>
                  <a:srgbClr val="A64D79"/>
                </a:highlight>
              </a:rPr>
              <a:t>ECO/01 Validación de compra ecológica certificada</a:t>
            </a:r>
            <a:endParaRPr>
              <a:highlight>
                <a:srgbClr val="A64D79"/>
              </a:highlight>
            </a:endParaRPr>
          </a:p>
        </p:txBody>
      </p:sp>
      <p:sp>
        <p:nvSpPr>
          <p:cNvPr id="15822" name="Google Shape;15822;p271"/>
          <p:cNvSpPr txBox="1"/>
          <p:nvPr>
            <p:ph idx="6" type="subTitle"/>
          </p:nvPr>
        </p:nvSpPr>
        <p:spPr>
          <a:xfrm>
            <a:off x="1635175" y="1466748"/>
            <a:ext cx="8206800" cy="607500"/>
          </a:xfrm>
          <a:prstGeom prst="rect">
            <a:avLst/>
          </a:prstGeom>
        </p:spPr>
        <p:txBody>
          <a:bodyPr anchorCtr="0" anchor="t" bIns="36000" lIns="36000" spcFirstLastPara="1" rIns="36000" wrap="square" tIns="36000">
            <a:noAutofit/>
          </a:bodyPr>
          <a:lstStyle/>
          <a:p>
            <a:pPr indent="0" lvl="0" marL="0" rtl="0" algn="l">
              <a:spcBef>
                <a:spcPts val="0"/>
              </a:spcBef>
              <a:spcAft>
                <a:spcPts val="0"/>
              </a:spcAft>
              <a:buNone/>
            </a:pPr>
            <a:r>
              <a:rPr lang="es-419" sz="1200">
                <a:solidFill>
                  <a:srgbClr val="F9FAFB"/>
                </a:solidFill>
                <a:highlight>
                  <a:srgbClr val="D5A6BD"/>
                </a:highlight>
                <a:latin typeface="Roboto"/>
                <a:ea typeface="Roboto"/>
                <a:cs typeface="Roboto"/>
                <a:sym typeface="Roboto"/>
              </a:rPr>
              <a:t>La regla garantiza que cada venta de producto ecológico en tienda cumpla con los requisitos de certificación vigente, disponibilidad en inventario y registro seguro de la transacción, con validación por parte del personal autorizado.</a:t>
            </a:r>
            <a:endParaRPr>
              <a:highlight>
                <a:srgbClr val="D5A6BD"/>
              </a:highlight>
            </a:endParaRPr>
          </a:p>
        </p:txBody>
      </p:sp>
      <p:sp>
        <p:nvSpPr>
          <p:cNvPr id="15823" name="Google Shape;15823;p271"/>
          <p:cNvSpPr txBox="1"/>
          <p:nvPr>
            <p:ph idx="7" type="subTitle"/>
          </p:nvPr>
        </p:nvSpPr>
        <p:spPr>
          <a:xfrm>
            <a:off x="8258625" y="5890100"/>
            <a:ext cx="1547400" cy="572700"/>
          </a:xfrm>
          <a:prstGeom prst="rect">
            <a:avLst/>
          </a:prstGeom>
        </p:spPr>
        <p:txBody>
          <a:bodyPr anchorCtr="0" anchor="t" bIns="36000" lIns="36000" spcFirstLastPara="1" rIns="36000" wrap="square" tIns="36000">
            <a:noAutofit/>
          </a:bodyPr>
          <a:lstStyle/>
          <a:p>
            <a:pPr indent="0" lvl="0" marL="0" rtl="0" algn="l">
              <a:spcBef>
                <a:spcPts val="0"/>
              </a:spcBef>
              <a:spcAft>
                <a:spcPts val="0"/>
              </a:spcAft>
              <a:buNone/>
            </a:pPr>
            <a:r>
              <a:rPr lang="es-419"/>
              <a:t>Establece estandares de calidad</a:t>
            </a:r>
            <a:endParaRPr/>
          </a:p>
        </p:txBody>
      </p:sp>
      <p:sp>
        <p:nvSpPr>
          <p:cNvPr id="15824" name="Google Shape;15824;p271"/>
          <p:cNvSpPr txBox="1"/>
          <p:nvPr>
            <p:ph idx="8" type="subTitle"/>
          </p:nvPr>
        </p:nvSpPr>
        <p:spPr>
          <a:xfrm>
            <a:off x="8250538" y="4976000"/>
            <a:ext cx="1547400" cy="572700"/>
          </a:xfrm>
          <a:prstGeom prst="rect">
            <a:avLst/>
          </a:prstGeom>
        </p:spPr>
        <p:txBody>
          <a:bodyPr anchorCtr="0" anchor="t" bIns="36000" lIns="36000" spcFirstLastPara="1" rIns="36000" wrap="square" tIns="36000">
            <a:noAutofit/>
          </a:bodyPr>
          <a:lstStyle/>
          <a:p>
            <a:pPr indent="0" lvl="0" marL="0" rtl="0" algn="l">
              <a:spcBef>
                <a:spcPts val="0"/>
              </a:spcBef>
              <a:spcAft>
                <a:spcPts val="0"/>
              </a:spcAft>
              <a:buNone/>
            </a:pPr>
            <a:r>
              <a:rPr lang="es-419"/>
              <a:t>Coordinador de Calidad</a:t>
            </a:r>
            <a:endParaRPr/>
          </a:p>
        </p:txBody>
      </p:sp>
      <p:sp>
        <p:nvSpPr>
          <p:cNvPr id="15825" name="Google Shape;15825;p271"/>
          <p:cNvSpPr txBox="1"/>
          <p:nvPr>
            <p:ph idx="9" type="subTitle"/>
          </p:nvPr>
        </p:nvSpPr>
        <p:spPr>
          <a:xfrm>
            <a:off x="6623600" y="5890100"/>
            <a:ext cx="1547400" cy="572700"/>
          </a:xfrm>
          <a:prstGeom prst="rect">
            <a:avLst/>
          </a:prstGeom>
        </p:spPr>
        <p:txBody>
          <a:bodyPr anchorCtr="0" anchor="t" bIns="36000" lIns="36000" spcFirstLastPara="1" rIns="36000" wrap="square" tIns="36000">
            <a:noAutofit/>
          </a:bodyPr>
          <a:lstStyle/>
          <a:p>
            <a:pPr indent="0" lvl="0" marL="0" rtl="0" algn="l">
              <a:spcBef>
                <a:spcPts val="0"/>
              </a:spcBef>
              <a:spcAft>
                <a:spcPts val="0"/>
              </a:spcAft>
              <a:buNone/>
            </a:pPr>
            <a:r>
              <a:rPr lang="es-419"/>
              <a:t>Listo para procesar pagos</a:t>
            </a:r>
            <a:endParaRPr/>
          </a:p>
        </p:txBody>
      </p:sp>
      <p:sp>
        <p:nvSpPr>
          <p:cNvPr id="15826" name="Google Shape;15826;p271"/>
          <p:cNvSpPr txBox="1"/>
          <p:nvPr>
            <p:ph idx="13" type="subTitle"/>
          </p:nvPr>
        </p:nvSpPr>
        <p:spPr>
          <a:xfrm>
            <a:off x="6615513" y="4976000"/>
            <a:ext cx="1547400" cy="572700"/>
          </a:xfrm>
          <a:prstGeom prst="rect">
            <a:avLst/>
          </a:prstGeom>
        </p:spPr>
        <p:txBody>
          <a:bodyPr anchorCtr="0" anchor="t" bIns="36000" lIns="36000" spcFirstLastPara="1" rIns="36000" wrap="square" tIns="36000">
            <a:noAutofit/>
          </a:bodyPr>
          <a:lstStyle/>
          <a:p>
            <a:pPr indent="0" lvl="0" marL="0" rtl="0" algn="l">
              <a:spcBef>
                <a:spcPts val="0"/>
              </a:spcBef>
              <a:spcAft>
                <a:spcPts val="0"/>
              </a:spcAft>
              <a:buNone/>
            </a:pPr>
            <a:r>
              <a:rPr lang="es-419"/>
              <a:t>Cajero</a:t>
            </a:r>
            <a:endParaRPr/>
          </a:p>
        </p:txBody>
      </p:sp>
      <p:sp>
        <p:nvSpPr>
          <p:cNvPr id="15827" name="Google Shape;15827;p271"/>
          <p:cNvSpPr txBox="1"/>
          <p:nvPr>
            <p:ph idx="14" type="subTitle"/>
          </p:nvPr>
        </p:nvSpPr>
        <p:spPr>
          <a:xfrm>
            <a:off x="4982225" y="5899625"/>
            <a:ext cx="1547400" cy="572700"/>
          </a:xfrm>
          <a:prstGeom prst="rect">
            <a:avLst/>
          </a:prstGeom>
        </p:spPr>
        <p:txBody>
          <a:bodyPr anchorCtr="0" anchor="t" bIns="36000" lIns="36000" spcFirstLastPara="1" rIns="36000" wrap="square" tIns="36000">
            <a:noAutofit/>
          </a:bodyPr>
          <a:lstStyle/>
          <a:p>
            <a:pPr indent="0" lvl="0" marL="0" rtl="0" algn="l">
              <a:spcBef>
                <a:spcPts val="0"/>
              </a:spcBef>
              <a:spcAft>
                <a:spcPts val="0"/>
              </a:spcAft>
              <a:buNone/>
            </a:pPr>
            <a:r>
              <a:rPr lang="es-419"/>
              <a:t>Conoce niveles de inventario actual</a:t>
            </a:r>
            <a:endParaRPr/>
          </a:p>
        </p:txBody>
      </p:sp>
      <p:sp>
        <p:nvSpPr>
          <p:cNvPr id="15828" name="Google Shape;15828;p271"/>
          <p:cNvSpPr txBox="1"/>
          <p:nvPr>
            <p:ph idx="15" type="subTitle"/>
          </p:nvPr>
        </p:nvSpPr>
        <p:spPr>
          <a:xfrm>
            <a:off x="4974138" y="4985525"/>
            <a:ext cx="1547400" cy="572700"/>
          </a:xfrm>
          <a:prstGeom prst="rect">
            <a:avLst/>
          </a:prstGeom>
        </p:spPr>
        <p:txBody>
          <a:bodyPr anchorCtr="0" anchor="t" bIns="36000" lIns="36000" spcFirstLastPara="1" rIns="36000" wrap="square" tIns="36000">
            <a:noAutofit/>
          </a:bodyPr>
          <a:lstStyle/>
          <a:p>
            <a:pPr indent="0" lvl="0" marL="0" rtl="0" algn="l">
              <a:spcBef>
                <a:spcPts val="0"/>
              </a:spcBef>
              <a:spcAft>
                <a:spcPts val="0"/>
              </a:spcAft>
              <a:buNone/>
            </a:pPr>
            <a:r>
              <a:rPr lang="es-419"/>
              <a:t>Jefe De Bodega</a:t>
            </a:r>
            <a:endParaRPr/>
          </a:p>
        </p:txBody>
      </p:sp>
      <p:sp>
        <p:nvSpPr>
          <p:cNvPr id="15829" name="Google Shape;15829;p271"/>
          <p:cNvSpPr txBox="1"/>
          <p:nvPr>
            <p:ph idx="16" type="subTitle"/>
          </p:nvPr>
        </p:nvSpPr>
        <p:spPr>
          <a:xfrm>
            <a:off x="3337275" y="5899625"/>
            <a:ext cx="1547400" cy="572700"/>
          </a:xfrm>
          <a:prstGeom prst="rect">
            <a:avLst/>
          </a:prstGeom>
        </p:spPr>
        <p:txBody>
          <a:bodyPr anchorCtr="0" anchor="t" bIns="36000" lIns="36000" spcFirstLastPara="1" rIns="36000" wrap="square" tIns="36000">
            <a:noAutofit/>
          </a:bodyPr>
          <a:lstStyle/>
          <a:p>
            <a:pPr indent="0" lvl="0" marL="0" rtl="0" algn="l">
              <a:spcBef>
                <a:spcPts val="0"/>
              </a:spcBef>
              <a:spcAft>
                <a:spcPts val="0"/>
              </a:spcAft>
              <a:buNone/>
            </a:pPr>
            <a:r>
              <a:rPr lang="es-419"/>
              <a:t>Tiene acceso a fichas tecnicas de productos</a:t>
            </a:r>
            <a:endParaRPr/>
          </a:p>
        </p:txBody>
      </p:sp>
      <p:sp>
        <p:nvSpPr>
          <p:cNvPr id="15830" name="Google Shape;15830;p271"/>
          <p:cNvSpPr txBox="1"/>
          <p:nvPr>
            <p:ph idx="17" type="subTitle"/>
          </p:nvPr>
        </p:nvSpPr>
        <p:spPr>
          <a:xfrm>
            <a:off x="3329188" y="4985525"/>
            <a:ext cx="1547400" cy="572700"/>
          </a:xfrm>
          <a:prstGeom prst="rect">
            <a:avLst/>
          </a:prstGeom>
        </p:spPr>
        <p:txBody>
          <a:bodyPr anchorCtr="0" anchor="t" bIns="36000" lIns="36000" spcFirstLastPara="1" rIns="36000" wrap="square" tIns="36000">
            <a:noAutofit/>
          </a:bodyPr>
          <a:lstStyle/>
          <a:p>
            <a:pPr indent="0" lvl="0" marL="0" rtl="0" algn="l">
              <a:spcBef>
                <a:spcPts val="0"/>
              </a:spcBef>
              <a:spcAft>
                <a:spcPts val="0"/>
              </a:spcAft>
              <a:buNone/>
            </a:pPr>
            <a:r>
              <a:rPr lang="es-419"/>
              <a:t>Asesor De Venta</a:t>
            </a:r>
            <a:endParaRPr/>
          </a:p>
        </p:txBody>
      </p:sp>
      <p:sp>
        <p:nvSpPr>
          <p:cNvPr id="15831" name="Google Shape;15831;p271"/>
          <p:cNvSpPr txBox="1"/>
          <p:nvPr>
            <p:ph idx="18" type="subTitle"/>
          </p:nvPr>
        </p:nvSpPr>
        <p:spPr>
          <a:xfrm>
            <a:off x="1709688" y="5899625"/>
            <a:ext cx="1547400" cy="572700"/>
          </a:xfrm>
          <a:prstGeom prst="rect">
            <a:avLst/>
          </a:prstGeom>
        </p:spPr>
        <p:txBody>
          <a:bodyPr anchorCtr="0" anchor="t" bIns="36000" lIns="36000" spcFirstLastPara="1" rIns="36000" wrap="square" tIns="36000">
            <a:noAutofit/>
          </a:bodyPr>
          <a:lstStyle/>
          <a:p>
            <a:pPr indent="0" lvl="0" marL="0" rtl="0" algn="l">
              <a:spcBef>
                <a:spcPts val="0"/>
              </a:spcBef>
              <a:spcAft>
                <a:spcPts val="0"/>
              </a:spcAft>
              <a:buNone/>
            </a:pPr>
            <a:r>
              <a:rPr lang="es-419"/>
              <a:t>Necesita producto ecológico certificado</a:t>
            </a:r>
            <a:endParaRPr/>
          </a:p>
        </p:txBody>
      </p:sp>
      <p:sp>
        <p:nvSpPr>
          <p:cNvPr id="15832" name="Google Shape;15832;p271"/>
          <p:cNvSpPr txBox="1"/>
          <p:nvPr>
            <p:ph idx="19" type="subTitle"/>
          </p:nvPr>
        </p:nvSpPr>
        <p:spPr>
          <a:xfrm>
            <a:off x="1701600" y="4985525"/>
            <a:ext cx="1547400" cy="572700"/>
          </a:xfrm>
          <a:prstGeom prst="rect">
            <a:avLst/>
          </a:prstGeom>
          <a:solidFill>
            <a:schemeClr val="lt1"/>
          </a:solidFill>
        </p:spPr>
        <p:txBody>
          <a:bodyPr anchorCtr="0" anchor="t" bIns="36000" lIns="36000" spcFirstLastPara="1" rIns="36000" wrap="square" tIns="36000">
            <a:noAutofit/>
          </a:bodyPr>
          <a:lstStyle/>
          <a:p>
            <a:pPr indent="0" lvl="0" marL="0" rtl="0" algn="l">
              <a:spcBef>
                <a:spcPts val="0"/>
              </a:spcBef>
              <a:spcAft>
                <a:spcPts val="0"/>
              </a:spcAft>
              <a:buNone/>
            </a:pPr>
            <a:r>
              <a:rPr lang="es-419" sz="1150">
                <a:solidFill>
                  <a:schemeClr val="dk1"/>
                </a:solidFill>
                <a:highlight>
                  <a:schemeClr val="lt1"/>
                </a:highlight>
              </a:rPr>
              <a:t>Cliente</a:t>
            </a:r>
            <a:endParaRPr>
              <a:highlight>
                <a:schemeClr val="lt1"/>
              </a:highlight>
            </a:endParaRPr>
          </a:p>
        </p:txBody>
      </p:sp>
      <p:sp>
        <p:nvSpPr>
          <p:cNvPr id="15833" name="Google Shape;15833;p271"/>
          <p:cNvSpPr txBox="1"/>
          <p:nvPr>
            <p:ph idx="20" type="body"/>
          </p:nvPr>
        </p:nvSpPr>
        <p:spPr>
          <a:xfrm>
            <a:off x="641150" y="612125"/>
            <a:ext cx="1770300" cy="160500"/>
          </a:xfrm>
          <a:prstGeom prst="rect">
            <a:avLst/>
          </a:prstGeom>
        </p:spPr>
        <p:txBody>
          <a:bodyPr anchorCtr="0" anchor="t" bIns="0" lIns="0" spcFirstLastPara="1" rIns="0" wrap="square" tIns="0">
            <a:noAutofit/>
          </a:bodyPr>
          <a:lstStyle/>
          <a:p>
            <a:pPr indent="0" lvl="0" marL="0" rtl="0" algn="ctr">
              <a:spcBef>
                <a:spcPts val="0"/>
              </a:spcBef>
              <a:spcAft>
                <a:spcPts val="0"/>
              </a:spcAft>
              <a:buNone/>
            </a:pPr>
            <a:r>
              <a:t/>
            </a:r>
            <a:endParaRPr/>
          </a:p>
        </p:txBody>
      </p:sp>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837" name="Shape 15837"/>
        <p:cNvGrpSpPr/>
        <p:nvPr/>
      </p:nvGrpSpPr>
      <p:grpSpPr>
        <a:xfrm>
          <a:off x="0" y="0"/>
          <a:ext cx="0" cy="0"/>
          <a:chOff x="0" y="0"/>
          <a:chExt cx="0" cy="0"/>
        </a:xfrm>
      </p:grpSpPr>
      <p:sp>
        <p:nvSpPr>
          <p:cNvPr id="15838" name="Google Shape;15838;p272"/>
          <p:cNvSpPr txBox="1"/>
          <p:nvPr>
            <p:ph type="title"/>
          </p:nvPr>
        </p:nvSpPr>
        <p:spPr>
          <a:xfrm flipH="1">
            <a:off x="4228300" y="437575"/>
            <a:ext cx="5577600" cy="265800"/>
          </a:xfrm>
          <a:prstGeom prst="rect">
            <a:avLst/>
          </a:prstGeom>
        </p:spPr>
        <p:txBody>
          <a:bodyPr anchorCtr="0" anchor="ctr" bIns="0" lIns="0" spcFirstLastPara="1" rIns="0" wrap="square" tIns="0">
            <a:noAutofit/>
          </a:bodyPr>
          <a:lstStyle/>
          <a:p>
            <a:pPr indent="0" lvl="0" marL="0" rtl="0" algn="l">
              <a:spcBef>
                <a:spcPts val="0"/>
              </a:spcBef>
              <a:spcAft>
                <a:spcPts val="0"/>
              </a:spcAft>
              <a:buNone/>
            </a:pPr>
            <a:r>
              <a:t/>
            </a:r>
            <a:endParaRPr/>
          </a:p>
        </p:txBody>
      </p:sp>
      <p:sp>
        <p:nvSpPr>
          <p:cNvPr id="15839" name="Google Shape;15839;p272"/>
          <p:cNvSpPr txBox="1"/>
          <p:nvPr>
            <p:ph idx="1" type="subTitle"/>
          </p:nvPr>
        </p:nvSpPr>
        <p:spPr>
          <a:xfrm>
            <a:off x="1635275" y="2227250"/>
            <a:ext cx="8206800" cy="1399500"/>
          </a:xfrm>
          <a:prstGeom prst="rect">
            <a:avLst/>
          </a:prstGeom>
        </p:spPr>
        <p:txBody>
          <a:bodyPr anchorCtr="0" anchor="t" bIns="36000" lIns="36000" spcFirstLastPara="1" rIns="36000" wrap="square" tIns="36000">
            <a:noAutofit/>
          </a:bodyPr>
          <a:lstStyle/>
          <a:p>
            <a:pPr indent="0" lvl="0" marL="0" rtl="0" algn="l">
              <a:spcBef>
                <a:spcPts val="0"/>
              </a:spcBef>
              <a:spcAft>
                <a:spcPts val="0"/>
              </a:spcAft>
              <a:buNone/>
            </a:pPr>
            <a:r>
              <a:rPr lang="es-419" sz="1200">
                <a:solidFill>
                  <a:srgbClr val="F9FAFB"/>
                </a:solidFill>
                <a:highlight>
                  <a:srgbClr val="C27BA0"/>
                </a:highlight>
                <a:latin typeface="Roboto"/>
                <a:ea typeface="Roboto"/>
                <a:cs typeface="Roboto"/>
                <a:sym typeface="Roboto"/>
              </a:rPr>
              <a:t>Evita que se comercialicen productos sin certificación ecológica válida o sin stock disponible, asegurando la integridad de la transacción y el cumplimiento de los estándares de calidad establecidos.</a:t>
            </a:r>
            <a:endParaRPr>
              <a:highlight>
                <a:srgbClr val="C27BA0"/>
              </a:highlight>
            </a:endParaRPr>
          </a:p>
        </p:txBody>
      </p:sp>
      <p:sp>
        <p:nvSpPr>
          <p:cNvPr id="15840" name="Google Shape;15840;p272"/>
          <p:cNvSpPr txBox="1"/>
          <p:nvPr>
            <p:ph idx="2" type="subTitle"/>
          </p:nvPr>
        </p:nvSpPr>
        <p:spPr>
          <a:xfrm>
            <a:off x="1648125" y="3855575"/>
            <a:ext cx="1831200" cy="646500"/>
          </a:xfrm>
          <a:prstGeom prst="rect">
            <a:avLst/>
          </a:prstGeom>
        </p:spPr>
        <p:txBody>
          <a:bodyPr anchorCtr="0" anchor="t" bIns="36000" lIns="36000" spcFirstLastPara="1" rIns="36000" wrap="square" tIns="36000">
            <a:noAutofit/>
          </a:bodyPr>
          <a:lstStyle/>
          <a:p>
            <a:pPr indent="0" lvl="0" marL="0" rtl="0" algn="l">
              <a:spcBef>
                <a:spcPts val="0"/>
              </a:spcBef>
              <a:spcAft>
                <a:spcPts val="0"/>
              </a:spcAft>
              <a:buNone/>
            </a:pPr>
            <a:r>
              <a:rPr lang="es-419"/>
              <a:t>Calidad del servicio y Confianza del cliente</a:t>
            </a:r>
            <a:endParaRPr/>
          </a:p>
        </p:txBody>
      </p:sp>
      <p:sp>
        <p:nvSpPr>
          <p:cNvPr id="15841" name="Google Shape;15841;p272"/>
          <p:cNvSpPr txBox="1"/>
          <p:nvPr>
            <p:ph idx="3" type="subTitle"/>
          </p:nvPr>
        </p:nvSpPr>
        <p:spPr>
          <a:xfrm>
            <a:off x="4740190" y="3829375"/>
            <a:ext cx="1831200" cy="646500"/>
          </a:xfrm>
          <a:prstGeom prst="rect">
            <a:avLst/>
          </a:prstGeom>
        </p:spPr>
        <p:txBody>
          <a:bodyPr anchorCtr="0" anchor="t" bIns="36000" lIns="36000" spcFirstLastPara="1" rIns="36000" wrap="square" tIns="36000">
            <a:noAutofit/>
          </a:bodyPr>
          <a:lstStyle/>
          <a:p>
            <a:pPr indent="0" lvl="0" marL="0" rtl="0" algn="l">
              <a:spcBef>
                <a:spcPts val="0"/>
              </a:spcBef>
              <a:spcAft>
                <a:spcPts val="0"/>
              </a:spcAft>
              <a:buNone/>
            </a:pPr>
            <a:r>
              <a:rPr lang="es-419"/>
              <a:t>Producto ecologico sin validdar, con riesgo de incumplimiento en certificaciones</a:t>
            </a:r>
            <a:endParaRPr/>
          </a:p>
        </p:txBody>
      </p:sp>
      <p:sp>
        <p:nvSpPr>
          <p:cNvPr id="15842" name="Google Shape;15842;p272"/>
          <p:cNvSpPr txBox="1"/>
          <p:nvPr>
            <p:ph idx="4" type="subTitle"/>
          </p:nvPr>
        </p:nvSpPr>
        <p:spPr>
          <a:xfrm>
            <a:off x="7998604" y="3829375"/>
            <a:ext cx="1831200" cy="646500"/>
          </a:xfrm>
          <a:prstGeom prst="rect">
            <a:avLst/>
          </a:prstGeom>
        </p:spPr>
        <p:txBody>
          <a:bodyPr anchorCtr="0" anchor="t" bIns="36000" lIns="36000" spcFirstLastPara="1" rIns="36000" wrap="square" tIns="36000">
            <a:noAutofit/>
          </a:bodyPr>
          <a:lstStyle/>
          <a:p>
            <a:pPr indent="0" lvl="0" marL="0" rtl="0" algn="l">
              <a:spcBef>
                <a:spcPts val="0"/>
              </a:spcBef>
              <a:spcAft>
                <a:spcPts val="0"/>
              </a:spcAft>
              <a:buNone/>
            </a:pPr>
            <a:r>
              <a:rPr lang="es-419"/>
              <a:t>Producto ecologico certificado,  disponible y transaccion registrada correctamente</a:t>
            </a:r>
            <a:endParaRPr/>
          </a:p>
        </p:txBody>
      </p:sp>
      <p:sp>
        <p:nvSpPr>
          <p:cNvPr id="15843" name="Google Shape;15843;p272"/>
          <p:cNvSpPr txBox="1"/>
          <p:nvPr>
            <p:ph idx="5" type="subTitle"/>
          </p:nvPr>
        </p:nvSpPr>
        <p:spPr>
          <a:xfrm>
            <a:off x="1635275" y="916205"/>
            <a:ext cx="8206800" cy="402300"/>
          </a:xfrm>
          <a:prstGeom prst="rect">
            <a:avLst/>
          </a:prstGeom>
        </p:spPr>
        <p:txBody>
          <a:bodyPr anchorCtr="0" anchor="t" bIns="36000" lIns="36000" spcFirstLastPara="1" rIns="36000" wrap="square" tIns="36000">
            <a:noAutofit/>
          </a:bodyPr>
          <a:lstStyle/>
          <a:p>
            <a:pPr indent="0" lvl="0" marL="0" rtl="0" algn="l">
              <a:spcBef>
                <a:spcPts val="0"/>
              </a:spcBef>
              <a:spcAft>
                <a:spcPts val="0"/>
              </a:spcAft>
              <a:buNone/>
            </a:pPr>
            <a:r>
              <a:rPr lang="es-419" sz="1200">
                <a:solidFill>
                  <a:srgbClr val="F9FAFB"/>
                </a:solidFill>
                <a:highlight>
                  <a:srgbClr val="A64D79"/>
                </a:highlight>
              </a:rPr>
              <a:t>ECO/01 Validación de compra ecológica certificada</a:t>
            </a:r>
            <a:endParaRPr>
              <a:highlight>
                <a:srgbClr val="A64D79"/>
              </a:highlight>
            </a:endParaRPr>
          </a:p>
        </p:txBody>
      </p:sp>
      <p:sp>
        <p:nvSpPr>
          <p:cNvPr id="15844" name="Google Shape;15844;p272"/>
          <p:cNvSpPr txBox="1"/>
          <p:nvPr>
            <p:ph idx="6" type="subTitle"/>
          </p:nvPr>
        </p:nvSpPr>
        <p:spPr>
          <a:xfrm>
            <a:off x="1635175" y="1466748"/>
            <a:ext cx="8206800" cy="607500"/>
          </a:xfrm>
          <a:prstGeom prst="rect">
            <a:avLst/>
          </a:prstGeom>
        </p:spPr>
        <p:txBody>
          <a:bodyPr anchorCtr="0" anchor="t" bIns="36000" lIns="36000" spcFirstLastPara="1" rIns="36000" wrap="square" tIns="36000">
            <a:noAutofit/>
          </a:bodyPr>
          <a:lstStyle/>
          <a:p>
            <a:pPr indent="0" lvl="0" marL="0" rtl="0" algn="l">
              <a:spcBef>
                <a:spcPts val="0"/>
              </a:spcBef>
              <a:spcAft>
                <a:spcPts val="0"/>
              </a:spcAft>
              <a:buNone/>
            </a:pPr>
            <a:r>
              <a:rPr lang="es-419" sz="1200">
                <a:solidFill>
                  <a:srgbClr val="F9FAFB"/>
                </a:solidFill>
                <a:highlight>
                  <a:srgbClr val="D5A6BD"/>
                </a:highlight>
                <a:latin typeface="Roboto"/>
                <a:ea typeface="Roboto"/>
                <a:cs typeface="Roboto"/>
                <a:sym typeface="Roboto"/>
              </a:rPr>
              <a:t>La regla garantiza que cada venta de producto ecológico en tienda cumpla con los requisitos de certificación vigente, disponibilidad en inventario y registro seguro de la transacción, con validación por parte del personal autorizado.</a:t>
            </a:r>
            <a:endParaRPr>
              <a:highlight>
                <a:srgbClr val="D5A6BD"/>
              </a:highlight>
            </a:endParaRPr>
          </a:p>
        </p:txBody>
      </p:sp>
      <p:sp>
        <p:nvSpPr>
          <p:cNvPr id="15845" name="Google Shape;15845;p272"/>
          <p:cNvSpPr txBox="1"/>
          <p:nvPr>
            <p:ph idx="7" type="subTitle"/>
          </p:nvPr>
        </p:nvSpPr>
        <p:spPr>
          <a:xfrm>
            <a:off x="8258625" y="5890100"/>
            <a:ext cx="1547400" cy="572700"/>
          </a:xfrm>
          <a:prstGeom prst="rect">
            <a:avLst/>
          </a:prstGeom>
        </p:spPr>
        <p:txBody>
          <a:bodyPr anchorCtr="0" anchor="t" bIns="36000" lIns="36000" spcFirstLastPara="1" rIns="36000" wrap="square" tIns="36000">
            <a:noAutofit/>
          </a:bodyPr>
          <a:lstStyle/>
          <a:p>
            <a:pPr indent="0" lvl="0" marL="0" rtl="0" algn="l">
              <a:spcBef>
                <a:spcPts val="0"/>
              </a:spcBef>
              <a:spcAft>
                <a:spcPts val="0"/>
              </a:spcAft>
              <a:buNone/>
            </a:pPr>
            <a:r>
              <a:rPr lang="es-419"/>
              <a:t>Establece estandares de calidad</a:t>
            </a:r>
            <a:endParaRPr/>
          </a:p>
        </p:txBody>
      </p:sp>
      <p:sp>
        <p:nvSpPr>
          <p:cNvPr id="15846" name="Google Shape;15846;p272"/>
          <p:cNvSpPr txBox="1"/>
          <p:nvPr>
            <p:ph idx="8" type="subTitle"/>
          </p:nvPr>
        </p:nvSpPr>
        <p:spPr>
          <a:xfrm>
            <a:off x="8250538" y="4976000"/>
            <a:ext cx="1547400" cy="572700"/>
          </a:xfrm>
          <a:prstGeom prst="rect">
            <a:avLst/>
          </a:prstGeom>
        </p:spPr>
        <p:txBody>
          <a:bodyPr anchorCtr="0" anchor="t" bIns="36000" lIns="36000" spcFirstLastPara="1" rIns="36000" wrap="square" tIns="36000">
            <a:noAutofit/>
          </a:bodyPr>
          <a:lstStyle/>
          <a:p>
            <a:pPr indent="0" lvl="0" marL="0" rtl="0" algn="l">
              <a:spcBef>
                <a:spcPts val="0"/>
              </a:spcBef>
              <a:spcAft>
                <a:spcPts val="0"/>
              </a:spcAft>
              <a:buNone/>
            </a:pPr>
            <a:r>
              <a:rPr lang="es-419"/>
              <a:t>Coordinador de Calidad</a:t>
            </a:r>
            <a:endParaRPr/>
          </a:p>
        </p:txBody>
      </p:sp>
      <p:sp>
        <p:nvSpPr>
          <p:cNvPr id="15847" name="Google Shape;15847;p272"/>
          <p:cNvSpPr txBox="1"/>
          <p:nvPr>
            <p:ph idx="9" type="subTitle"/>
          </p:nvPr>
        </p:nvSpPr>
        <p:spPr>
          <a:xfrm>
            <a:off x="6623600" y="5890100"/>
            <a:ext cx="1547400" cy="572700"/>
          </a:xfrm>
          <a:prstGeom prst="rect">
            <a:avLst/>
          </a:prstGeom>
        </p:spPr>
        <p:txBody>
          <a:bodyPr anchorCtr="0" anchor="t" bIns="36000" lIns="36000" spcFirstLastPara="1" rIns="36000" wrap="square" tIns="36000">
            <a:noAutofit/>
          </a:bodyPr>
          <a:lstStyle/>
          <a:p>
            <a:pPr indent="0" lvl="0" marL="0" rtl="0" algn="l">
              <a:spcBef>
                <a:spcPts val="0"/>
              </a:spcBef>
              <a:spcAft>
                <a:spcPts val="0"/>
              </a:spcAft>
              <a:buNone/>
            </a:pPr>
            <a:r>
              <a:rPr lang="es-419"/>
              <a:t>Listo para procesar pagos</a:t>
            </a:r>
            <a:endParaRPr/>
          </a:p>
        </p:txBody>
      </p:sp>
      <p:sp>
        <p:nvSpPr>
          <p:cNvPr id="15848" name="Google Shape;15848;p272"/>
          <p:cNvSpPr txBox="1"/>
          <p:nvPr>
            <p:ph idx="13" type="subTitle"/>
          </p:nvPr>
        </p:nvSpPr>
        <p:spPr>
          <a:xfrm>
            <a:off x="6615513" y="4976000"/>
            <a:ext cx="1547400" cy="572700"/>
          </a:xfrm>
          <a:prstGeom prst="rect">
            <a:avLst/>
          </a:prstGeom>
        </p:spPr>
        <p:txBody>
          <a:bodyPr anchorCtr="0" anchor="t" bIns="36000" lIns="36000" spcFirstLastPara="1" rIns="36000" wrap="square" tIns="36000">
            <a:noAutofit/>
          </a:bodyPr>
          <a:lstStyle/>
          <a:p>
            <a:pPr indent="0" lvl="0" marL="0" rtl="0" algn="l">
              <a:spcBef>
                <a:spcPts val="0"/>
              </a:spcBef>
              <a:spcAft>
                <a:spcPts val="0"/>
              </a:spcAft>
              <a:buNone/>
            </a:pPr>
            <a:r>
              <a:rPr lang="es-419"/>
              <a:t>Cajero</a:t>
            </a:r>
            <a:endParaRPr/>
          </a:p>
        </p:txBody>
      </p:sp>
      <p:sp>
        <p:nvSpPr>
          <p:cNvPr id="15849" name="Google Shape;15849;p272"/>
          <p:cNvSpPr txBox="1"/>
          <p:nvPr>
            <p:ph idx="14" type="subTitle"/>
          </p:nvPr>
        </p:nvSpPr>
        <p:spPr>
          <a:xfrm>
            <a:off x="4982225" y="5899625"/>
            <a:ext cx="1547400" cy="572700"/>
          </a:xfrm>
          <a:prstGeom prst="rect">
            <a:avLst/>
          </a:prstGeom>
        </p:spPr>
        <p:txBody>
          <a:bodyPr anchorCtr="0" anchor="t" bIns="36000" lIns="36000" spcFirstLastPara="1" rIns="36000" wrap="square" tIns="36000">
            <a:noAutofit/>
          </a:bodyPr>
          <a:lstStyle/>
          <a:p>
            <a:pPr indent="0" lvl="0" marL="0" rtl="0" algn="l">
              <a:spcBef>
                <a:spcPts val="0"/>
              </a:spcBef>
              <a:spcAft>
                <a:spcPts val="0"/>
              </a:spcAft>
              <a:buNone/>
            </a:pPr>
            <a:r>
              <a:rPr lang="es-419"/>
              <a:t>Conoce niveles de inventario actual</a:t>
            </a:r>
            <a:endParaRPr/>
          </a:p>
        </p:txBody>
      </p:sp>
      <p:sp>
        <p:nvSpPr>
          <p:cNvPr id="15850" name="Google Shape;15850;p272"/>
          <p:cNvSpPr txBox="1"/>
          <p:nvPr>
            <p:ph idx="15" type="subTitle"/>
          </p:nvPr>
        </p:nvSpPr>
        <p:spPr>
          <a:xfrm>
            <a:off x="4974138" y="4985525"/>
            <a:ext cx="1547400" cy="572700"/>
          </a:xfrm>
          <a:prstGeom prst="rect">
            <a:avLst/>
          </a:prstGeom>
        </p:spPr>
        <p:txBody>
          <a:bodyPr anchorCtr="0" anchor="t" bIns="36000" lIns="36000" spcFirstLastPara="1" rIns="36000" wrap="square" tIns="36000">
            <a:noAutofit/>
          </a:bodyPr>
          <a:lstStyle/>
          <a:p>
            <a:pPr indent="0" lvl="0" marL="0" rtl="0" algn="l">
              <a:spcBef>
                <a:spcPts val="0"/>
              </a:spcBef>
              <a:spcAft>
                <a:spcPts val="0"/>
              </a:spcAft>
              <a:buNone/>
            </a:pPr>
            <a:r>
              <a:rPr lang="es-419"/>
              <a:t>Jefe De Bodega</a:t>
            </a:r>
            <a:endParaRPr/>
          </a:p>
        </p:txBody>
      </p:sp>
      <p:sp>
        <p:nvSpPr>
          <p:cNvPr id="15851" name="Google Shape;15851;p272"/>
          <p:cNvSpPr txBox="1"/>
          <p:nvPr>
            <p:ph idx="16" type="subTitle"/>
          </p:nvPr>
        </p:nvSpPr>
        <p:spPr>
          <a:xfrm>
            <a:off x="3337275" y="5899625"/>
            <a:ext cx="1547400" cy="572700"/>
          </a:xfrm>
          <a:prstGeom prst="rect">
            <a:avLst/>
          </a:prstGeom>
        </p:spPr>
        <p:txBody>
          <a:bodyPr anchorCtr="0" anchor="t" bIns="36000" lIns="36000" spcFirstLastPara="1" rIns="36000" wrap="square" tIns="36000">
            <a:noAutofit/>
          </a:bodyPr>
          <a:lstStyle/>
          <a:p>
            <a:pPr indent="0" lvl="0" marL="0" rtl="0" algn="l">
              <a:spcBef>
                <a:spcPts val="0"/>
              </a:spcBef>
              <a:spcAft>
                <a:spcPts val="0"/>
              </a:spcAft>
              <a:buNone/>
            </a:pPr>
            <a:r>
              <a:rPr lang="es-419"/>
              <a:t>Tiene acceso a fichas tecnicas de productos</a:t>
            </a:r>
            <a:endParaRPr/>
          </a:p>
        </p:txBody>
      </p:sp>
      <p:sp>
        <p:nvSpPr>
          <p:cNvPr id="15852" name="Google Shape;15852;p272"/>
          <p:cNvSpPr txBox="1"/>
          <p:nvPr>
            <p:ph idx="17" type="subTitle"/>
          </p:nvPr>
        </p:nvSpPr>
        <p:spPr>
          <a:xfrm>
            <a:off x="3329188" y="4985525"/>
            <a:ext cx="1547400" cy="572700"/>
          </a:xfrm>
          <a:prstGeom prst="rect">
            <a:avLst/>
          </a:prstGeom>
        </p:spPr>
        <p:txBody>
          <a:bodyPr anchorCtr="0" anchor="t" bIns="36000" lIns="36000" spcFirstLastPara="1" rIns="36000" wrap="square" tIns="36000">
            <a:noAutofit/>
          </a:bodyPr>
          <a:lstStyle/>
          <a:p>
            <a:pPr indent="0" lvl="0" marL="0" rtl="0" algn="l">
              <a:spcBef>
                <a:spcPts val="0"/>
              </a:spcBef>
              <a:spcAft>
                <a:spcPts val="0"/>
              </a:spcAft>
              <a:buNone/>
            </a:pPr>
            <a:r>
              <a:rPr lang="es-419"/>
              <a:t>Asesor De Venta</a:t>
            </a:r>
            <a:endParaRPr/>
          </a:p>
        </p:txBody>
      </p:sp>
      <p:sp>
        <p:nvSpPr>
          <p:cNvPr id="15853" name="Google Shape;15853;p272"/>
          <p:cNvSpPr txBox="1"/>
          <p:nvPr>
            <p:ph idx="18" type="subTitle"/>
          </p:nvPr>
        </p:nvSpPr>
        <p:spPr>
          <a:xfrm>
            <a:off x="1709688" y="5899625"/>
            <a:ext cx="1547400" cy="572700"/>
          </a:xfrm>
          <a:prstGeom prst="rect">
            <a:avLst/>
          </a:prstGeom>
        </p:spPr>
        <p:txBody>
          <a:bodyPr anchorCtr="0" anchor="t" bIns="36000" lIns="36000" spcFirstLastPara="1" rIns="36000" wrap="square" tIns="36000">
            <a:noAutofit/>
          </a:bodyPr>
          <a:lstStyle/>
          <a:p>
            <a:pPr indent="0" lvl="0" marL="0" rtl="0" algn="l">
              <a:spcBef>
                <a:spcPts val="0"/>
              </a:spcBef>
              <a:spcAft>
                <a:spcPts val="0"/>
              </a:spcAft>
              <a:buNone/>
            </a:pPr>
            <a:r>
              <a:rPr lang="es-419"/>
              <a:t>Necesita producto ecológico certificado</a:t>
            </a:r>
            <a:endParaRPr/>
          </a:p>
        </p:txBody>
      </p:sp>
      <p:sp>
        <p:nvSpPr>
          <p:cNvPr id="15854" name="Google Shape;15854;p272"/>
          <p:cNvSpPr txBox="1"/>
          <p:nvPr>
            <p:ph idx="19" type="subTitle"/>
          </p:nvPr>
        </p:nvSpPr>
        <p:spPr>
          <a:xfrm>
            <a:off x="1701600" y="4985525"/>
            <a:ext cx="1547400" cy="572700"/>
          </a:xfrm>
          <a:prstGeom prst="rect">
            <a:avLst/>
          </a:prstGeom>
          <a:solidFill>
            <a:schemeClr val="lt1"/>
          </a:solidFill>
        </p:spPr>
        <p:txBody>
          <a:bodyPr anchorCtr="0" anchor="t" bIns="36000" lIns="36000" spcFirstLastPara="1" rIns="36000" wrap="square" tIns="36000">
            <a:noAutofit/>
          </a:bodyPr>
          <a:lstStyle/>
          <a:p>
            <a:pPr indent="0" lvl="0" marL="0" rtl="0" algn="l">
              <a:spcBef>
                <a:spcPts val="0"/>
              </a:spcBef>
              <a:spcAft>
                <a:spcPts val="0"/>
              </a:spcAft>
              <a:buNone/>
            </a:pPr>
            <a:r>
              <a:rPr lang="es-419" sz="1150">
                <a:solidFill>
                  <a:schemeClr val="dk1"/>
                </a:solidFill>
                <a:highlight>
                  <a:schemeClr val="lt1"/>
                </a:highlight>
              </a:rPr>
              <a:t>Cliente</a:t>
            </a:r>
            <a:endParaRPr>
              <a:highlight>
                <a:schemeClr val="lt1"/>
              </a:highlight>
            </a:endParaRPr>
          </a:p>
        </p:txBody>
      </p:sp>
      <p:sp>
        <p:nvSpPr>
          <p:cNvPr id="15855" name="Google Shape;15855;p272"/>
          <p:cNvSpPr txBox="1"/>
          <p:nvPr>
            <p:ph idx="20" type="body"/>
          </p:nvPr>
        </p:nvSpPr>
        <p:spPr>
          <a:xfrm>
            <a:off x="641150" y="612125"/>
            <a:ext cx="1770300" cy="160500"/>
          </a:xfrm>
          <a:prstGeom prst="rect">
            <a:avLst/>
          </a:prstGeom>
        </p:spPr>
        <p:txBody>
          <a:bodyPr anchorCtr="0" anchor="t" bIns="0" lIns="0" spcFirstLastPara="1" rIns="0" wrap="square" tIns="0">
            <a:noAutofit/>
          </a:bodyPr>
          <a:lstStyle/>
          <a:p>
            <a:pPr indent="0" lvl="0" marL="0" rtl="0" algn="ctr">
              <a:spcBef>
                <a:spcPts val="0"/>
              </a:spcBef>
              <a:spcAft>
                <a:spcPts val="0"/>
              </a:spcAft>
              <a:buNone/>
            </a:pPr>
            <a:r>
              <a:t/>
            </a:r>
            <a:endParaRPr/>
          </a:p>
        </p:txBody>
      </p:sp>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859" name="Shape 15859"/>
        <p:cNvGrpSpPr/>
        <p:nvPr/>
      </p:nvGrpSpPr>
      <p:grpSpPr>
        <a:xfrm>
          <a:off x="0" y="0"/>
          <a:ext cx="0" cy="0"/>
          <a:chOff x="0" y="0"/>
          <a:chExt cx="0" cy="0"/>
        </a:xfrm>
      </p:grpSpPr>
      <p:sp>
        <p:nvSpPr>
          <p:cNvPr id="15860" name="Google Shape;15860;p273"/>
          <p:cNvSpPr txBox="1"/>
          <p:nvPr>
            <p:ph type="title"/>
          </p:nvPr>
        </p:nvSpPr>
        <p:spPr>
          <a:xfrm flipH="1">
            <a:off x="4228300" y="437575"/>
            <a:ext cx="5577600" cy="265800"/>
          </a:xfrm>
          <a:prstGeom prst="rect">
            <a:avLst/>
          </a:prstGeom>
        </p:spPr>
        <p:txBody>
          <a:bodyPr anchorCtr="0" anchor="ctr" bIns="0" lIns="0" spcFirstLastPara="1" rIns="0" wrap="square" tIns="0">
            <a:noAutofit/>
          </a:bodyPr>
          <a:lstStyle/>
          <a:p>
            <a:pPr indent="0" lvl="0" marL="0" rtl="0" algn="l">
              <a:spcBef>
                <a:spcPts val="0"/>
              </a:spcBef>
              <a:spcAft>
                <a:spcPts val="0"/>
              </a:spcAft>
              <a:buNone/>
            </a:pPr>
            <a:r>
              <a:t/>
            </a:r>
            <a:endParaRPr/>
          </a:p>
        </p:txBody>
      </p:sp>
      <p:sp>
        <p:nvSpPr>
          <p:cNvPr id="15861" name="Google Shape;15861;p273"/>
          <p:cNvSpPr txBox="1"/>
          <p:nvPr>
            <p:ph idx="1" type="subTitle"/>
          </p:nvPr>
        </p:nvSpPr>
        <p:spPr>
          <a:xfrm>
            <a:off x="1635275" y="2227250"/>
            <a:ext cx="8206800" cy="1399500"/>
          </a:xfrm>
          <a:prstGeom prst="rect">
            <a:avLst/>
          </a:prstGeom>
        </p:spPr>
        <p:txBody>
          <a:bodyPr anchorCtr="0" anchor="t" bIns="36000" lIns="36000" spcFirstLastPara="1" rIns="36000" wrap="square" tIns="36000">
            <a:noAutofit/>
          </a:bodyPr>
          <a:lstStyle/>
          <a:p>
            <a:pPr indent="0" lvl="0" marL="0" rtl="0" algn="l">
              <a:spcBef>
                <a:spcPts val="0"/>
              </a:spcBef>
              <a:spcAft>
                <a:spcPts val="0"/>
              </a:spcAft>
              <a:buNone/>
            </a:pPr>
            <a:r>
              <a:t/>
            </a:r>
            <a:endParaRPr/>
          </a:p>
        </p:txBody>
      </p:sp>
      <p:sp>
        <p:nvSpPr>
          <p:cNvPr id="15862" name="Google Shape;15862;p273"/>
          <p:cNvSpPr txBox="1"/>
          <p:nvPr>
            <p:ph idx="2" type="subTitle"/>
          </p:nvPr>
        </p:nvSpPr>
        <p:spPr>
          <a:xfrm>
            <a:off x="1648125" y="3855575"/>
            <a:ext cx="1831200" cy="646500"/>
          </a:xfrm>
          <a:prstGeom prst="rect">
            <a:avLst/>
          </a:prstGeom>
        </p:spPr>
        <p:txBody>
          <a:bodyPr anchorCtr="0" anchor="t" bIns="36000" lIns="36000" spcFirstLastPara="1" rIns="36000" wrap="square" tIns="36000">
            <a:noAutofit/>
          </a:bodyPr>
          <a:lstStyle/>
          <a:p>
            <a:pPr indent="0" lvl="0" marL="0" rtl="0" algn="l">
              <a:spcBef>
                <a:spcPts val="0"/>
              </a:spcBef>
              <a:spcAft>
                <a:spcPts val="0"/>
              </a:spcAft>
              <a:buNone/>
            </a:pPr>
            <a:r>
              <a:t/>
            </a:r>
            <a:endParaRPr/>
          </a:p>
        </p:txBody>
      </p:sp>
      <p:sp>
        <p:nvSpPr>
          <p:cNvPr id="15863" name="Google Shape;15863;p273"/>
          <p:cNvSpPr txBox="1"/>
          <p:nvPr>
            <p:ph idx="3" type="subTitle"/>
          </p:nvPr>
        </p:nvSpPr>
        <p:spPr>
          <a:xfrm>
            <a:off x="4740190" y="3829375"/>
            <a:ext cx="1831200" cy="646500"/>
          </a:xfrm>
          <a:prstGeom prst="rect">
            <a:avLst/>
          </a:prstGeom>
        </p:spPr>
        <p:txBody>
          <a:bodyPr anchorCtr="0" anchor="t" bIns="36000" lIns="36000" spcFirstLastPara="1" rIns="36000" wrap="square" tIns="36000">
            <a:noAutofit/>
          </a:bodyPr>
          <a:lstStyle/>
          <a:p>
            <a:pPr indent="0" lvl="0" marL="0" rtl="0" algn="l">
              <a:spcBef>
                <a:spcPts val="0"/>
              </a:spcBef>
              <a:spcAft>
                <a:spcPts val="0"/>
              </a:spcAft>
              <a:buNone/>
            </a:pPr>
            <a:r>
              <a:t/>
            </a:r>
            <a:endParaRPr/>
          </a:p>
        </p:txBody>
      </p:sp>
      <p:sp>
        <p:nvSpPr>
          <p:cNvPr id="15864" name="Google Shape;15864;p273"/>
          <p:cNvSpPr txBox="1"/>
          <p:nvPr>
            <p:ph idx="4" type="subTitle"/>
          </p:nvPr>
        </p:nvSpPr>
        <p:spPr>
          <a:xfrm>
            <a:off x="7998604" y="3829375"/>
            <a:ext cx="1831200" cy="646500"/>
          </a:xfrm>
          <a:prstGeom prst="rect">
            <a:avLst/>
          </a:prstGeom>
        </p:spPr>
        <p:txBody>
          <a:bodyPr anchorCtr="0" anchor="t" bIns="36000" lIns="36000" spcFirstLastPara="1" rIns="36000" wrap="square" tIns="36000">
            <a:noAutofit/>
          </a:bodyPr>
          <a:lstStyle/>
          <a:p>
            <a:pPr indent="0" lvl="0" marL="0" rtl="0" algn="l">
              <a:spcBef>
                <a:spcPts val="0"/>
              </a:spcBef>
              <a:spcAft>
                <a:spcPts val="0"/>
              </a:spcAft>
              <a:buNone/>
            </a:pPr>
            <a:r>
              <a:t/>
            </a:r>
            <a:endParaRPr/>
          </a:p>
        </p:txBody>
      </p:sp>
      <p:sp>
        <p:nvSpPr>
          <p:cNvPr id="15865" name="Google Shape;15865;p273"/>
          <p:cNvSpPr txBox="1"/>
          <p:nvPr>
            <p:ph idx="5" type="subTitle"/>
          </p:nvPr>
        </p:nvSpPr>
        <p:spPr>
          <a:xfrm>
            <a:off x="1635275" y="916205"/>
            <a:ext cx="8206800" cy="402300"/>
          </a:xfrm>
          <a:prstGeom prst="rect">
            <a:avLst/>
          </a:prstGeom>
        </p:spPr>
        <p:txBody>
          <a:bodyPr anchorCtr="0" anchor="t" bIns="36000" lIns="36000" spcFirstLastPara="1" rIns="36000" wrap="square" tIns="36000">
            <a:noAutofit/>
          </a:bodyPr>
          <a:lstStyle/>
          <a:p>
            <a:pPr indent="0" lvl="0" marL="0" rtl="0" algn="l">
              <a:spcBef>
                <a:spcPts val="0"/>
              </a:spcBef>
              <a:spcAft>
                <a:spcPts val="0"/>
              </a:spcAft>
              <a:buNone/>
            </a:pPr>
            <a:r>
              <a:t/>
            </a:r>
            <a:endParaRPr/>
          </a:p>
        </p:txBody>
      </p:sp>
      <p:sp>
        <p:nvSpPr>
          <p:cNvPr id="15866" name="Google Shape;15866;p273"/>
          <p:cNvSpPr txBox="1"/>
          <p:nvPr>
            <p:ph idx="6" type="subTitle"/>
          </p:nvPr>
        </p:nvSpPr>
        <p:spPr>
          <a:xfrm>
            <a:off x="1635175" y="1466748"/>
            <a:ext cx="8206800" cy="607500"/>
          </a:xfrm>
          <a:prstGeom prst="rect">
            <a:avLst/>
          </a:prstGeom>
        </p:spPr>
        <p:txBody>
          <a:bodyPr anchorCtr="0" anchor="t" bIns="36000" lIns="36000" spcFirstLastPara="1" rIns="36000" wrap="square" tIns="36000">
            <a:noAutofit/>
          </a:bodyPr>
          <a:lstStyle/>
          <a:p>
            <a:pPr indent="0" lvl="0" marL="0" rtl="0" algn="l">
              <a:spcBef>
                <a:spcPts val="0"/>
              </a:spcBef>
              <a:spcAft>
                <a:spcPts val="0"/>
              </a:spcAft>
              <a:buNone/>
            </a:pPr>
            <a:r>
              <a:t/>
            </a:r>
            <a:endParaRPr/>
          </a:p>
        </p:txBody>
      </p:sp>
      <p:sp>
        <p:nvSpPr>
          <p:cNvPr id="15867" name="Google Shape;15867;p273"/>
          <p:cNvSpPr txBox="1"/>
          <p:nvPr>
            <p:ph idx="7" type="subTitle"/>
          </p:nvPr>
        </p:nvSpPr>
        <p:spPr>
          <a:xfrm>
            <a:off x="8258625" y="5890100"/>
            <a:ext cx="1547400" cy="572700"/>
          </a:xfrm>
          <a:prstGeom prst="rect">
            <a:avLst/>
          </a:prstGeom>
        </p:spPr>
        <p:txBody>
          <a:bodyPr anchorCtr="0" anchor="t" bIns="36000" lIns="36000" spcFirstLastPara="1" rIns="36000" wrap="square" tIns="36000">
            <a:noAutofit/>
          </a:bodyPr>
          <a:lstStyle/>
          <a:p>
            <a:pPr indent="0" lvl="0" marL="0" rtl="0" algn="l">
              <a:spcBef>
                <a:spcPts val="0"/>
              </a:spcBef>
              <a:spcAft>
                <a:spcPts val="0"/>
              </a:spcAft>
              <a:buNone/>
            </a:pPr>
            <a:r>
              <a:t/>
            </a:r>
            <a:endParaRPr/>
          </a:p>
        </p:txBody>
      </p:sp>
      <p:sp>
        <p:nvSpPr>
          <p:cNvPr id="15868" name="Google Shape;15868;p273"/>
          <p:cNvSpPr txBox="1"/>
          <p:nvPr>
            <p:ph idx="8" type="subTitle"/>
          </p:nvPr>
        </p:nvSpPr>
        <p:spPr>
          <a:xfrm>
            <a:off x="8250538" y="4976000"/>
            <a:ext cx="1547400" cy="572700"/>
          </a:xfrm>
          <a:prstGeom prst="rect">
            <a:avLst/>
          </a:prstGeom>
        </p:spPr>
        <p:txBody>
          <a:bodyPr anchorCtr="0" anchor="t" bIns="36000" lIns="36000" spcFirstLastPara="1" rIns="36000" wrap="square" tIns="36000">
            <a:noAutofit/>
          </a:bodyPr>
          <a:lstStyle/>
          <a:p>
            <a:pPr indent="0" lvl="0" marL="0" rtl="0" algn="l">
              <a:spcBef>
                <a:spcPts val="0"/>
              </a:spcBef>
              <a:spcAft>
                <a:spcPts val="0"/>
              </a:spcAft>
              <a:buNone/>
            </a:pPr>
            <a:r>
              <a:t/>
            </a:r>
            <a:endParaRPr/>
          </a:p>
        </p:txBody>
      </p:sp>
      <p:sp>
        <p:nvSpPr>
          <p:cNvPr id="15869" name="Google Shape;15869;p273"/>
          <p:cNvSpPr txBox="1"/>
          <p:nvPr>
            <p:ph idx="9" type="subTitle"/>
          </p:nvPr>
        </p:nvSpPr>
        <p:spPr>
          <a:xfrm>
            <a:off x="6623600" y="5890100"/>
            <a:ext cx="1547400" cy="572700"/>
          </a:xfrm>
          <a:prstGeom prst="rect">
            <a:avLst/>
          </a:prstGeom>
        </p:spPr>
        <p:txBody>
          <a:bodyPr anchorCtr="0" anchor="t" bIns="36000" lIns="36000" spcFirstLastPara="1" rIns="36000" wrap="square" tIns="36000">
            <a:noAutofit/>
          </a:bodyPr>
          <a:lstStyle/>
          <a:p>
            <a:pPr indent="0" lvl="0" marL="0" rtl="0" algn="l">
              <a:spcBef>
                <a:spcPts val="0"/>
              </a:spcBef>
              <a:spcAft>
                <a:spcPts val="0"/>
              </a:spcAft>
              <a:buNone/>
            </a:pPr>
            <a:r>
              <a:t/>
            </a:r>
            <a:endParaRPr/>
          </a:p>
        </p:txBody>
      </p:sp>
      <p:sp>
        <p:nvSpPr>
          <p:cNvPr id="15870" name="Google Shape;15870;p273"/>
          <p:cNvSpPr txBox="1"/>
          <p:nvPr>
            <p:ph idx="13" type="subTitle"/>
          </p:nvPr>
        </p:nvSpPr>
        <p:spPr>
          <a:xfrm>
            <a:off x="6615513" y="4976000"/>
            <a:ext cx="1547400" cy="572700"/>
          </a:xfrm>
          <a:prstGeom prst="rect">
            <a:avLst/>
          </a:prstGeom>
        </p:spPr>
        <p:txBody>
          <a:bodyPr anchorCtr="0" anchor="t" bIns="36000" lIns="36000" spcFirstLastPara="1" rIns="36000" wrap="square" tIns="36000">
            <a:noAutofit/>
          </a:bodyPr>
          <a:lstStyle/>
          <a:p>
            <a:pPr indent="0" lvl="0" marL="0" rtl="0" algn="l">
              <a:spcBef>
                <a:spcPts val="0"/>
              </a:spcBef>
              <a:spcAft>
                <a:spcPts val="0"/>
              </a:spcAft>
              <a:buNone/>
            </a:pPr>
            <a:r>
              <a:t/>
            </a:r>
            <a:endParaRPr/>
          </a:p>
        </p:txBody>
      </p:sp>
      <p:sp>
        <p:nvSpPr>
          <p:cNvPr id="15871" name="Google Shape;15871;p273"/>
          <p:cNvSpPr txBox="1"/>
          <p:nvPr>
            <p:ph idx="14" type="subTitle"/>
          </p:nvPr>
        </p:nvSpPr>
        <p:spPr>
          <a:xfrm>
            <a:off x="4982225" y="5899625"/>
            <a:ext cx="1547400" cy="572700"/>
          </a:xfrm>
          <a:prstGeom prst="rect">
            <a:avLst/>
          </a:prstGeom>
        </p:spPr>
        <p:txBody>
          <a:bodyPr anchorCtr="0" anchor="t" bIns="36000" lIns="36000" spcFirstLastPara="1" rIns="36000" wrap="square" tIns="36000">
            <a:noAutofit/>
          </a:bodyPr>
          <a:lstStyle/>
          <a:p>
            <a:pPr indent="0" lvl="0" marL="0" rtl="0" algn="l">
              <a:spcBef>
                <a:spcPts val="0"/>
              </a:spcBef>
              <a:spcAft>
                <a:spcPts val="0"/>
              </a:spcAft>
              <a:buNone/>
            </a:pPr>
            <a:r>
              <a:t/>
            </a:r>
            <a:endParaRPr/>
          </a:p>
        </p:txBody>
      </p:sp>
      <p:sp>
        <p:nvSpPr>
          <p:cNvPr id="15872" name="Google Shape;15872;p273"/>
          <p:cNvSpPr txBox="1"/>
          <p:nvPr>
            <p:ph idx="15" type="subTitle"/>
          </p:nvPr>
        </p:nvSpPr>
        <p:spPr>
          <a:xfrm>
            <a:off x="4974138" y="4985525"/>
            <a:ext cx="1547400" cy="572700"/>
          </a:xfrm>
          <a:prstGeom prst="rect">
            <a:avLst/>
          </a:prstGeom>
        </p:spPr>
        <p:txBody>
          <a:bodyPr anchorCtr="0" anchor="t" bIns="36000" lIns="36000" spcFirstLastPara="1" rIns="36000" wrap="square" tIns="36000">
            <a:noAutofit/>
          </a:bodyPr>
          <a:lstStyle/>
          <a:p>
            <a:pPr indent="0" lvl="0" marL="0" rtl="0" algn="l">
              <a:spcBef>
                <a:spcPts val="0"/>
              </a:spcBef>
              <a:spcAft>
                <a:spcPts val="0"/>
              </a:spcAft>
              <a:buNone/>
            </a:pPr>
            <a:r>
              <a:t/>
            </a:r>
            <a:endParaRPr/>
          </a:p>
        </p:txBody>
      </p:sp>
      <p:sp>
        <p:nvSpPr>
          <p:cNvPr id="15873" name="Google Shape;15873;p273"/>
          <p:cNvSpPr txBox="1"/>
          <p:nvPr>
            <p:ph idx="16" type="subTitle"/>
          </p:nvPr>
        </p:nvSpPr>
        <p:spPr>
          <a:xfrm>
            <a:off x="3337275" y="5899625"/>
            <a:ext cx="1547400" cy="572700"/>
          </a:xfrm>
          <a:prstGeom prst="rect">
            <a:avLst/>
          </a:prstGeom>
        </p:spPr>
        <p:txBody>
          <a:bodyPr anchorCtr="0" anchor="t" bIns="36000" lIns="36000" spcFirstLastPara="1" rIns="36000" wrap="square" tIns="36000">
            <a:noAutofit/>
          </a:bodyPr>
          <a:lstStyle/>
          <a:p>
            <a:pPr indent="0" lvl="0" marL="0" rtl="0" algn="l">
              <a:spcBef>
                <a:spcPts val="0"/>
              </a:spcBef>
              <a:spcAft>
                <a:spcPts val="0"/>
              </a:spcAft>
              <a:buNone/>
            </a:pPr>
            <a:r>
              <a:t/>
            </a:r>
            <a:endParaRPr/>
          </a:p>
        </p:txBody>
      </p:sp>
      <p:sp>
        <p:nvSpPr>
          <p:cNvPr id="15874" name="Google Shape;15874;p273"/>
          <p:cNvSpPr txBox="1"/>
          <p:nvPr>
            <p:ph idx="17" type="subTitle"/>
          </p:nvPr>
        </p:nvSpPr>
        <p:spPr>
          <a:xfrm>
            <a:off x="3329188" y="4985525"/>
            <a:ext cx="1547400" cy="572700"/>
          </a:xfrm>
          <a:prstGeom prst="rect">
            <a:avLst/>
          </a:prstGeom>
        </p:spPr>
        <p:txBody>
          <a:bodyPr anchorCtr="0" anchor="t" bIns="36000" lIns="36000" spcFirstLastPara="1" rIns="36000" wrap="square" tIns="36000">
            <a:noAutofit/>
          </a:bodyPr>
          <a:lstStyle/>
          <a:p>
            <a:pPr indent="0" lvl="0" marL="0" rtl="0" algn="l">
              <a:spcBef>
                <a:spcPts val="0"/>
              </a:spcBef>
              <a:spcAft>
                <a:spcPts val="0"/>
              </a:spcAft>
              <a:buNone/>
            </a:pPr>
            <a:r>
              <a:t/>
            </a:r>
            <a:endParaRPr/>
          </a:p>
        </p:txBody>
      </p:sp>
      <p:sp>
        <p:nvSpPr>
          <p:cNvPr id="15875" name="Google Shape;15875;p273"/>
          <p:cNvSpPr txBox="1"/>
          <p:nvPr>
            <p:ph idx="18" type="subTitle"/>
          </p:nvPr>
        </p:nvSpPr>
        <p:spPr>
          <a:xfrm>
            <a:off x="1709688" y="5899625"/>
            <a:ext cx="1547400" cy="572700"/>
          </a:xfrm>
          <a:prstGeom prst="rect">
            <a:avLst/>
          </a:prstGeom>
        </p:spPr>
        <p:txBody>
          <a:bodyPr anchorCtr="0" anchor="t" bIns="36000" lIns="36000" spcFirstLastPara="1" rIns="36000" wrap="square" tIns="36000">
            <a:noAutofit/>
          </a:bodyPr>
          <a:lstStyle/>
          <a:p>
            <a:pPr indent="0" lvl="0" marL="0" rtl="0" algn="l">
              <a:spcBef>
                <a:spcPts val="0"/>
              </a:spcBef>
              <a:spcAft>
                <a:spcPts val="0"/>
              </a:spcAft>
              <a:buNone/>
            </a:pPr>
            <a:r>
              <a:t/>
            </a:r>
            <a:endParaRPr/>
          </a:p>
        </p:txBody>
      </p:sp>
      <p:sp>
        <p:nvSpPr>
          <p:cNvPr id="15876" name="Google Shape;15876;p273"/>
          <p:cNvSpPr txBox="1"/>
          <p:nvPr>
            <p:ph idx="19" type="subTitle"/>
          </p:nvPr>
        </p:nvSpPr>
        <p:spPr>
          <a:xfrm>
            <a:off x="1701600" y="4985525"/>
            <a:ext cx="1547400" cy="572700"/>
          </a:xfrm>
          <a:prstGeom prst="rect">
            <a:avLst/>
          </a:prstGeom>
        </p:spPr>
        <p:txBody>
          <a:bodyPr anchorCtr="0" anchor="t" bIns="36000" lIns="36000" spcFirstLastPara="1" rIns="36000" wrap="square" tIns="36000">
            <a:noAutofit/>
          </a:bodyPr>
          <a:lstStyle/>
          <a:p>
            <a:pPr indent="0" lvl="0" marL="0" rtl="0" algn="l">
              <a:spcBef>
                <a:spcPts val="0"/>
              </a:spcBef>
              <a:spcAft>
                <a:spcPts val="0"/>
              </a:spcAft>
              <a:buNone/>
            </a:pPr>
            <a:r>
              <a:t/>
            </a:r>
            <a:endParaRPr/>
          </a:p>
        </p:txBody>
      </p:sp>
      <p:sp>
        <p:nvSpPr>
          <p:cNvPr id="15877" name="Google Shape;15877;p273"/>
          <p:cNvSpPr txBox="1"/>
          <p:nvPr>
            <p:ph idx="20" type="body"/>
          </p:nvPr>
        </p:nvSpPr>
        <p:spPr>
          <a:xfrm>
            <a:off x="641150" y="612125"/>
            <a:ext cx="1770300" cy="160500"/>
          </a:xfrm>
          <a:prstGeom prst="rect">
            <a:avLst/>
          </a:prstGeom>
        </p:spPr>
        <p:txBody>
          <a:bodyPr anchorCtr="0" anchor="t" bIns="0" lIns="0" spcFirstLastPara="1" rIns="0" wrap="square" tIns="0">
            <a:noAutofit/>
          </a:bodyPr>
          <a:lstStyle/>
          <a:p>
            <a:pPr indent="0" lvl="0" marL="0" rtl="0" algn="ctr">
              <a:spcBef>
                <a:spcPts val="0"/>
              </a:spcBef>
              <a:spcAft>
                <a:spcPts val="0"/>
              </a:spcAft>
              <a:buNone/>
            </a:pPr>
            <a:r>
              <a:t/>
            </a:r>
            <a:endParaRPr/>
          </a:p>
        </p:txBody>
      </p:sp>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881" name="Shape 15881"/>
        <p:cNvGrpSpPr/>
        <p:nvPr/>
      </p:nvGrpSpPr>
      <p:grpSpPr>
        <a:xfrm>
          <a:off x="0" y="0"/>
          <a:ext cx="0" cy="0"/>
          <a:chOff x="0" y="0"/>
          <a:chExt cx="0" cy="0"/>
        </a:xfrm>
      </p:grpSpPr>
      <p:sp>
        <p:nvSpPr>
          <p:cNvPr id="15882" name="Google Shape;15882;p274"/>
          <p:cNvSpPr txBox="1"/>
          <p:nvPr>
            <p:ph type="title"/>
          </p:nvPr>
        </p:nvSpPr>
        <p:spPr>
          <a:xfrm flipH="1">
            <a:off x="3219174" y="437575"/>
            <a:ext cx="1731300" cy="265800"/>
          </a:xfrm>
          <a:prstGeom prst="rect">
            <a:avLst/>
          </a:prstGeom>
        </p:spPr>
        <p:txBody>
          <a:bodyPr anchorCtr="0" anchor="ctr" bIns="0" lIns="0" spcFirstLastPara="1" rIns="0" wrap="square" tIns="0">
            <a:noAutofit/>
          </a:bodyPr>
          <a:lstStyle/>
          <a:p>
            <a:pPr indent="0" lvl="0" marL="0" rtl="0" algn="l">
              <a:spcBef>
                <a:spcPts val="0"/>
              </a:spcBef>
              <a:spcAft>
                <a:spcPts val="0"/>
              </a:spcAft>
              <a:buNone/>
            </a:pPr>
            <a:r>
              <a:t/>
            </a:r>
            <a:endParaRPr/>
          </a:p>
        </p:txBody>
      </p:sp>
      <p:sp>
        <p:nvSpPr>
          <p:cNvPr id="15883" name="Google Shape;15883;p274"/>
          <p:cNvSpPr txBox="1"/>
          <p:nvPr>
            <p:ph idx="2" type="title"/>
          </p:nvPr>
        </p:nvSpPr>
        <p:spPr>
          <a:xfrm flipH="1">
            <a:off x="6546263" y="387663"/>
            <a:ext cx="3350100" cy="169200"/>
          </a:xfrm>
          <a:prstGeom prst="rect">
            <a:avLst/>
          </a:prstGeom>
        </p:spPr>
        <p:txBody>
          <a:bodyPr anchorCtr="0" anchor="ctr" bIns="0" lIns="0" spcFirstLastPara="1" rIns="0" wrap="square" tIns="0">
            <a:noAutofit/>
          </a:bodyPr>
          <a:lstStyle/>
          <a:p>
            <a:pPr indent="0" lvl="0" marL="0" rtl="0" algn="l">
              <a:spcBef>
                <a:spcPts val="0"/>
              </a:spcBef>
              <a:spcAft>
                <a:spcPts val="0"/>
              </a:spcAft>
              <a:buNone/>
            </a:pPr>
            <a:r>
              <a:t/>
            </a:r>
            <a:endParaRPr/>
          </a:p>
        </p:txBody>
      </p:sp>
      <p:sp>
        <p:nvSpPr>
          <p:cNvPr id="15884" name="Google Shape;15884;p274"/>
          <p:cNvSpPr txBox="1"/>
          <p:nvPr>
            <p:ph idx="3" type="title"/>
          </p:nvPr>
        </p:nvSpPr>
        <p:spPr>
          <a:xfrm flipH="1">
            <a:off x="6546263" y="579538"/>
            <a:ext cx="3350100" cy="169200"/>
          </a:xfrm>
          <a:prstGeom prst="rect">
            <a:avLst/>
          </a:prstGeom>
        </p:spPr>
        <p:txBody>
          <a:bodyPr anchorCtr="0" anchor="ctr" bIns="0" lIns="0" spcFirstLastPara="1" rIns="0" wrap="square" tIns="0">
            <a:noAutofit/>
          </a:bodyPr>
          <a:lstStyle/>
          <a:p>
            <a:pPr indent="0" lvl="0" marL="0" rtl="0" algn="l">
              <a:spcBef>
                <a:spcPts val="0"/>
              </a:spcBef>
              <a:spcAft>
                <a:spcPts val="0"/>
              </a:spcAft>
              <a:buNone/>
            </a:pPr>
            <a:r>
              <a:t/>
            </a:r>
            <a:endParaRPr/>
          </a:p>
        </p:txBody>
      </p:sp>
      <p:sp>
        <p:nvSpPr>
          <p:cNvPr id="15885" name="Google Shape;15885;p274"/>
          <p:cNvSpPr txBox="1"/>
          <p:nvPr>
            <p:ph idx="1" type="body"/>
          </p:nvPr>
        </p:nvSpPr>
        <p:spPr>
          <a:xfrm>
            <a:off x="641150" y="612125"/>
            <a:ext cx="1770300" cy="160500"/>
          </a:xfrm>
          <a:prstGeom prst="rect">
            <a:avLst/>
          </a:prstGeom>
        </p:spPr>
        <p:txBody>
          <a:bodyPr anchorCtr="0" anchor="t" bIns="0" lIns="0" spcFirstLastPara="1" rIns="0" wrap="square" tIns="0">
            <a:noAutofit/>
          </a:bodyPr>
          <a:lstStyle/>
          <a:p>
            <a:pPr indent="0" lvl="0" marL="0" rtl="0" algn="ctr">
              <a:spcBef>
                <a:spcPts val="0"/>
              </a:spcBef>
              <a:spcAft>
                <a:spcPts val="0"/>
              </a:spcAft>
              <a:buNone/>
            </a:pPr>
            <a:r>
              <a:t/>
            </a:r>
            <a:endParaRPr/>
          </a:p>
        </p:txBody>
      </p:sp>
      <p:pic>
        <p:nvPicPr>
          <p:cNvPr id="15886" name="Google Shape;15886;p274"/>
          <p:cNvPicPr preferRelativeResize="0"/>
          <p:nvPr/>
        </p:nvPicPr>
        <p:blipFill>
          <a:blip r:embed="rId3">
            <a:alphaModFix/>
          </a:blip>
          <a:stretch>
            <a:fillRect/>
          </a:stretch>
        </p:blipFill>
        <p:spPr>
          <a:xfrm>
            <a:off x="777325" y="1204300"/>
            <a:ext cx="8996424" cy="5198075"/>
          </a:xfrm>
          <a:prstGeom prst="rect">
            <a:avLst/>
          </a:prstGeom>
          <a:noFill/>
          <a:ln>
            <a:noFill/>
          </a:ln>
        </p:spPr>
      </p:pic>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890" name="Shape 15890"/>
        <p:cNvGrpSpPr/>
        <p:nvPr/>
      </p:nvGrpSpPr>
      <p:grpSpPr>
        <a:xfrm>
          <a:off x="0" y="0"/>
          <a:ext cx="0" cy="0"/>
          <a:chOff x="0" y="0"/>
          <a:chExt cx="0" cy="0"/>
        </a:xfrm>
      </p:grpSpPr>
      <p:sp>
        <p:nvSpPr>
          <p:cNvPr id="15891" name="Google Shape;15891;p275"/>
          <p:cNvSpPr txBox="1"/>
          <p:nvPr>
            <p:ph type="title"/>
          </p:nvPr>
        </p:nvSpPr>
        <p:spPr>
          <a:xfrm flipH="1">
            <a:off x="3219174" y="437575"/>
            <a:ext cx="1731300" cy="265800"/>
          </a:xfrm>
          <a:prstGeom prst="rect">
            <a:avLst/>
          </a:prstGeom>
        </p:spPr>
        <p:txBody>
          <a:bodyPr anchorCtr="0" anchor="ctr" bIns="0" lIns="0" spcFirstLastPara="1" rIns="0" wrap="square" tIns="0">
            <a:noAutofit/>
          </a:bodyPr>
          <a:lstStyle/>
          <a:p>
            <a:pPr indent="0" lvl="0" marL="0" rtl="0" algn="l">
              <a:spcBef>
                <a:spcPts val="0"/>
              </a:spcBef>
              <a:spcAft>
                <a:spcPts val="0"/>
              </a:spcAft>
              <a:buNone/>
            </a:pPr>
            <a:r>
              <a:t/>
            </a:r>
            <a:endParaRPr/>
          </a:p>
        </p:txBody>
      </p:sp>
      <p:sp>
        <p:nvSpPr>
          <p:cNvPr id="15892" name="Google Shape;15892;p275"/>
          <p:cNvSpPr txBox="1"/>
          <p:nvPr>
            <p:ph idx="2" type="title"/>
          </p:nvPr>
        </p:nvSpPr>
        <p:spPr>
          <a:xfrm flipH="1">
            <a:off x="6546263" y="387663"/>
            <a:ext cx="3350100" cy="169200"/>
          </a:xfrm>
          <a:prstGeom prst="rect">
            <a:avLst/>
          </a:prstGeom>
        </p:spPr>
        <p:txBody>
          <a:bodyPr anchorCtr="0" anchor="ctr" bIns="0" lIns="0" spcFirstLastPara="1" rIns="0" wrap="square" tIns="0">
            <a:noAutofit/>
          </a:bodyPr>
          <a:lstStyle/>
          <a:p>
            <a:pPr indent="0" lvl="0" marL="0" rtl="0" algn="l">
              <a:spcBef>
                <a:spcPts val="0"/>
              </a:spcBef>
              <a:spcAft>
                <a:spcPts val="0"/>
              </a:spcAft>
              <a:buNone/>
            </a:pPr>
            <a:r>
              <a:t/>
            </a:r>
            <a:endParaRPr/>
          </a:p>
        </p:txBody>
      </p:sp>
      <p:sp>
        <p:nvSpPr>
          <p:cNvPr id="15893" name="Google Shape;15893;p275"/>
          <p:cNvSpPr txBox="1"/>
          <p:nvPr>
            <p:ph idx="3" type="title"/>
          </p:nvPr>
        </p:nvSpPr>
        <p:spPr>
          <a:xfrm flipH="1">
            <a:off x="6546263" y="579538"/>
            <a:ext cx="3350100" cy="169200"/>
          </a:xfrm>
          <a:prstGeom prst="rect">
            <a:avLst/>
          </a:prstGeom>
        </p:spPr>
        <p:txBody>
          <a:bodyPr anchorCtr="0" anchor="ctr" bIns="0" lIns="0" spcFirstLastPara="1" rIns="0" wrap="square" tIns="0">
            <a:noAutofit/>
          </a:bodyPr>
          <a:lstStyle/>
          <a:p>
            <a:pPr indent="0" lvl="0" marL="0" rtl="0" algn="l">
              <a:spcBef>
                <a:spcPts val="0"/>
              </a:spcBef>
              <a:spcAft>
                <a:spcPts val="0"/>
              </a:spcAft>
              <a:buNone/>
            </a:pPr>
            <a:r>
              <a:t/>
            </a:r>
            <a:endParaRPr/>
          </a:p>
        </p:txBody>
      </p:sp>
      <p:sp>
        <p:nvSpPr>
          <p:cNvPr id="15894" name="Google Shape;15894;p275"/>
          <p:cNvSpPr txBox="1"/>
          <p:nvPr>
            <p:ph idx="1" type="body"/>
          </p:nvPr>
        </p:nvSpPr>
        <p:spPr>
          <a:xfrm>
            <a:off x="641150" y="612125"/>
            <a:ext cx="1770300" cy="160500"/>
          </a:xfrm>
          <a:prstGeom prst="rect">
            <a:avLst/>
          </a:prstGeom>
        </p:spPr>
        <p:txBody>
          <a:bodyPr anchorCtr="0" anchor="t" bIns="0" lIns="0" spcFirstLastPara="1" rIns="0" wrap="square" tIns="0">
            <a:noAutofit/>
          </a:bodyPr>
          <a:lstStyle/>
          <a:p>
            <a:pPr indent="0" lvl="0" marL="0" rtl="0" algn="ctr">
              <a:spcBef>
                <a:spcPts val="0"/>
              </a:spcBef>
              <a:spcAft>
                <a:spcPts val="0"/>
              </a:spcAft>
              <a:buNone/>
            </a:pPr>
            <a:r>
              <a:t/>
            </a:r>
            <a:endParaRPr/>
          </a:p>
        </p:txBody>
      </p:sp>
      <p:pic>
        <p:nvPicPr>
          <p:cNvPr id="15895" name="Google Shape;15895;p275"/>
          <p:cNvPicPr preferRelativeResize="0"/>
          <p:nvPr/>
        </p:nvPicPr>
        <p:blipFill>
          <a:blip r:embed="rId3">
            <a:alphaModFix/>
          </a:blip>
          <a:stretch>
            <a:fillRect/>
          </a:stretch>
        </p:blipFill>
        <p:spPr>
          <a:xfrm>
            <a:off x="152400" y="925025"/>
            <a:ext cx="9621350" cy="5477350"/>
          </a:xfrm>
          <a:prstGeom prst="rect">
            <a:avLst/>
          </a:prstGeom>
          <a:noFill/>
          <a:ln>
            <a:noFill/>
          </a:ln>
        </p:spPr>
      </p:pic>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899" name="Shape 15899"/>
        <p:cNvGrpSpPr/>
        <p:nvPr/>
      </p:nvGrpSpPr>
      <p:grpSpPr>
        <a:xfrm>
          <a:off x="0" y="0"/>
          <a:ext cx="0" cy="0"/>
          <a:chOff x="0" y="0"/>
          <a:chExt cx="0" cy="0"/>
        </a:xfrm>
      </p:grpSpPr>
      <p:sp>
        <p:nvSpPr>
          <p:cNvPr id="15900" name="Google Shape;15900;p276"/>
          <p:cNvSpPr txBox="1"/>
          <p:nvPr>
            <p:ph type="title"/>
          </p:nvPr>
        </p:nvSpPr>
        <p:spPr>
          <a:xfrm flipH="1">
            <a:off x="3219174" y="437575"/>
            <a:ext cx="1731300" cy="265800"/>
          </a:xfrm>
          <a:prstGeom prst="rect">
            <a:avLst/>
          </a:prstGeom>
        </p:spPr>
        <p:txBody>
          <a:bodyPr anchorCtr="0" anchor="ctr" bIns="0" lIns="0" spcFirstLastPara="1" rIns="0" wrap="square" tIns="0">
            <a:noAutofit/>
          </a:bodyPr>
          <a:lstStyle/>
          <a:p>
            <a:pPr indent="0" lvl="0" marL="0" rtl="0" algn="l">
              <a:spcBef>
                <a:spcPts val="0"/>
              </a:spcBef>
              <a:spcAft>
                <a:spcPts val="0"/>
              </a:spcAft>
              <a:buNone/>
            </a:pPr>
            <a:r>
              <a:t/>
            </a:r>
            <a:endParaRPr/>
          </a:p>
        </p:txBody>
      </p:sp>
      <p:sp>
        <p:nvSpPr>
          <p:cNvPr id="15901" name="Google Shape;15901;p276"/>
          <p:cNvSpPr txBox="1"/>
          <p:nvPr>
            <p:ph idx="2" type="title"/>
          </p:nvPr>
        </p:nvSpPr>
        <p:spPr>
          <a:xfrm flipH="1">
            <a:off x="6546263" y="387663"/>
            <a:ext cx="3350100" cy="169200"/>
          </a:xfrm>
          <a:prstGeom prst="rect">
            <a:avLst/>
          </a:prstGeom>
        </p:spPr>
        <p:txBody>
          <a:bodyPr anchorCtr="0" anchor="ctr" bIns="0" lIns="0" spcFirstLastPara="1" rIns="0" wrap="square" tIns="0">
            <a:noAutofit/>
          </a:bodyPr>
          <a:lstStyle/>
          <a:p>
            <a:pPr indent="0" lvl="0" marL="0" rtl="0" algn="l">
              <a:spcBef>
                <a:spcPts val="0"/>
              </a:spcBef>
              <a:spcAft>
                <a:spcPts val="0"/>
              </a:spcAft>
              <a:buNone/>
            </a:pPr>
            <a:r>
              <a:t/>
            </a:r>
            <a:endParaRPr/>
          </a:p>
        </p:txBody>
      </p:sp>
      <p:sp>
        <p:nvSpPr>
          <p:cNvPr id="15902" name="Google Shape;15902;p276"/>
          <p:cNvSpPr txBox="1"/>
          <p:nvPr>
            <p:ph idx="3" type="title"/>
          </p:nvPr>
        </p:nvSpPr>
        <p:spPr>
          <a:xfrm flipH="1">
            <a:off x="6546263" y="579538"/>
            <a:ext cx="3350100" cy="169200"/>
          </a:xfrm>
          <a:prstGeom prst="rect">
            <a:avLst/>
          </a:prstGeom>
        </p:spPr>
        <p:txBody>
          <a:bodyPr anchorCtr="0" anchor="ctr" bIns="0" lIns="0" spcFirstLastPara="1" rIns="0" wrap="square" tIns="0">
            <a:noAutofit/>
          </a:bodyPr>
          <a:lstStyle/>
          <a:p>
            <a:pPr indent="0" lvl="0" marL="0" rtl="0" algn="l">
              <a:spcBef>
                <a:spcPts val="0"/>
              </a:spcBef>
              <a:spcAft>
                <a:spcPts val="0"/>
              </a:spcAft>
              <a:buNone/>
            </a:pPr>
            <a:r>
              <a:t/>
            </a:r>
            <a:endParaRPr/>
          </a:p>
        </p:txBody>
      </p:sp>
      <p:sp>
        <p:nvSpPr>
          <p:cNvPr id="15903" name="Google Shape;15903;p276"/>
          <p:cNvSpPr txBox="1"/>
          <p:nvPr>
            <p:ph idx="1" type="body"/>
          </p:nvPr>
        </p:nvSpPr>
        <p:spPr>
          <a:xfrm>
            <a:off x="641150" y="612125"/>
            <a:ext cx="1770300" cy="160500"/>
          </a:xfrm>
          <a:prstGeom prst="rect">
            <a:avLst/>
          </a:prstGeom>
        </p:spPr>
        <p:txBody>
          <a:bodyPr anchorCtr="0" anchor="t" bIns="0" lIns="0" spcFirstLastPara="1" rIns="0" wrap="square" tIns="0">
            <a:noAutofit/>
          </a:bodyPr>
          <a:lstStyle/>
          <a:p>
            <a:pPr indent="0" lvl="0" marL="0" rtl="0" algn="ctr">
              <a:spcBef>
                <a:spcPts val="0"/>
              </a:spcBef>
              <a:spcAft>
                <a:spcPts val="0"/>
              </a:spcAft>
              <a:buNone/>
            </a:pPr>
            <a:r>
              <a:t/>
            </a:r>
            <a:endParaRPr/>
          </a:p>
        </p:txBody>
      </p:sp>
      <p:pic>
        <p:nvPicPr>
          <p:cNvPr id="15904" name="Google Shape;15904;p276"/>
          <p:cNvPicPr preferRelativeResize="0"/>
          <p:nvPr/>
        </p:nvPicPr>
        <p:blipFill>
          <a:blip r:embed="rId3">
            <a:alphaModFix/>
          </a:blip>
          <a:stretch>
            <a:fillRect/>
          </a:stretch>
        </p:blipFill>
        <p:spPr>
          <a:xfrm>
            <a:off x="152400" y="925025"/>
            <a:ext cx="9775201" cy="4747950"/>
          </a:xfrm>
          <a:prstGeom prst="rect">
            <a:avLst/>
          </a:prstGeom>
          <a:noFill/>
          <a:ln>
            <a:noFill/>
          </a:ln>
        </p:spPr>
      </p:pic>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908" name="Shape 15908"/>
        <p:cNvGrpSpPr/>
        <p:nvPr/>
      </p:nvGrpSpPr>
      <p:grpSpPr>
        <a:xfrm>
          <a:off x="0" y="0"/>
          <a:ext cx="0" cy="0"/>
          <a:chOff x="0" y="0"/>
          <a:chExt cx="0" cy="0"/>
        </a:xfrm>
      </p:grpSpPr>
      <p:sp>
        <p:nvSpPr>
          <p:cNvPr id="15909" name="Google Shape;15909;p277"/>
          <p:cNvSpPr txBox="1"/>
          <p:nvPr>
            <p:ph type="title"/>
          </p:nvPr>
        </p:nvSpPr>
        <p:spPr>
          <a:xfrm flipH="1">
            <a:off x="3219174" y="437575"/>
            <a:ext cx="1731300" cy="265800"/>
          </a:xfrm>
          <a:prstGeom prst="rect">
            <a:avLst/>
          </a:prstGeom>
        </p:spPr>
        <p:txBody>
          <a:bodyPr anchorCtr="0" anchor="ctr" bIns="0" lIns="0" spcFirstLastPara="1" rIns="0" wrap="square" tIns="0">
            <a:noAutofit/>
          </a:bodyPr>
          <a:lstStyle/>
          <a:p>
            <a:pPr indent="0" lvl="0" marL="0" rtl="0" algn="l">
              <a:spcBef>
                <a:spcPts val="0"/>
              </a:spcBef>
              <a:spcAft>
                <a:spcPts val="0"/>
              </a:spcAft>
              <a:buNone/>
            </a:pPr>
            <a:r>
              <a:t/>
            </a:r>
            <a:endParaRPr/>
          </a:p>
        </p:txBody>
      </p:sp>
      <p:sp>
        <p:nvSpPr>
          <p:cNvPr id="15910" name="Google Shape;15910;p277"/>
          <p:cNvSpPr txBox="1"/>
          <p:nvPr>
            <p:ph idx="2" type="title"/>
          </p:nvPr>
        </p:nvSpPr>
        <p:spPr>
          <a:xfrm flipH="1">
            <a:off x="6546263" y="387663"/>
            <a:ext cx="3350100" cy="169200"/>
          </a:xfrm>
          <a:prstGeom prst="rect">
            <a:avLst/>
          </a:prstGeom>
        </p:spPr>
        <p:txBody>
          <a:bodyPr anchorCtr="0" anchor="ctr" bIns="0" lIns="0" spcFirstLastPara="1" rIns="0" wrap="square" tIns="0">
            <a:noAutofit/>
          </a:bodyPr>
          <a:lstStyle/>
          <a:p>
            <a:pPr indent="0" lvl="0" marL="0" rtl="0" algn="l">
              <a:spcBef>
                <a:spcPts val="0"/>
              </a:spcBef>
              <a:spcAft>
                <a:spcPts val="0"/>
              </a:spcAft>
              <a:buNone/>
            </a:pPr>
            <a:r>
              <a:t/>
            </a:r>
            <a:endParaRPr/>
          </a:p>
        </p:txBody>
      </p:sp>
      <p:sp>
        <p:nvSpPr>
          <p:cNvPr id="15911" name="Google Shape;15911;p277"/>
          <p:cNvSpPr txBox="1"/>
          <p:nvPr>
            <p:ph idx="3" type="title"/>
          </p:nvPr>
        </p:nvSpPr>
        <p:spPr>
          <a:xfrm flipH="1">
            <a:off x="6546263" y="579538"/>
            <a:ext cx="3350100" cy="169200"/>
          </a:xfrm>
          <a:prstGeom prst="rect">
            <a:avLst/>
          </a:prstGeom>
        </p:spPr>
        <p:txBody>
          <a:bodyPr anchorCtr="0" anchor="ctr" bIns="0" lIns="0" spcFirstLastPara="1" rIns="0" wrap="square" tIns="0">
            <a:noAutofit/>
          </a:bodyPr>
          <a:lstStyle/>
          <a:p>
            <a:pPr indent="0" lvl="0" marL="0" rtl="0" algn="l">
              <a:spcBef>
                <a:spcPts val="0"/>
              </a:spcBef>
              <a:spcAft>
                <a:spcPts val="0"/>
              </a:spcAft>
              <a:buNone/>
            </a:pPr>
            <a:r>
              <a:t/>
            </a:r>
            <a:endParaRPr/>
          </a:p>
        </p:txBody>
      </p:sp>
      <p:sp>
        <p:nvSpPr>
          <p:cNvPr id="15912" name="Google Shape;15912;p277"/>
          <p:cNvSpPr txBox="1"/>
          <p:nvPr>
            <p:ph idx="8" type="body"/>
          </p:nvPr>
        </p:nvSpPr>
        <p:spPr>
          <a:xfrm>
            <a:off x="641150" y="612125"/>
            <a:ext cx="1770300" cy="160500"/>
          </a:xfrm>
          <a:prstGeom prst="rect">
            <a:avLst/>
          </a:prstGeom>
        </p:spPr>
        <p:txBody>
          <a:bodyPr anchorCtr="0" anchor="t" bIns="0" lIns="0" spcFirstLastPara="1" rIns="0" wrap="square" tIns="0">
            <a:noAutofit/>
          </a:bodyPr>
          <a:lstStyle/>
          <a:p>
            <a:pPr indent="0" lvl="0" marL="0" rtl="0" algn="ctr">
              <a:spcBef>
                <a:spcPts val="0"/>
              </a:spcBef>
              <a:spcAft>
                <a:spcPts val="0"/>
              </a:spcAft>
              <a:buNone/>
            </a:pPr>
            <a:r>
              <a:t/>
            </a:r>
            <a:endParaRPr/>
          </a:p>
        </p:txBody>
      </p:sp>
      <p:pic>
        <p:nvPicPr>
          <p:cNvPr id="15913" name="Google Shape;15913;p277"/>
          <p:cNvPicPr preferRelativeResize="0"/>
          <p:nvPr/>
        </p:nvPicPr>
        <p:blipFill>
          <a:blip r:embed="rId3">
            <a:alphaModFix/>
          </a:blip>
          <a:stretch>
            <a:fillRect/>
          </a:stretch>
        </p:blipFill>
        <p:spPr>
          <a:xfrm>
            <a:off x="152400" y="972500"/>
            <a:ext cx="9743974" cy="5689200"/>
          </a:xfrm>
          <a:prstGeom prst="rect">
            <a:avLst/>
          </a:prstGeom>
          <a:noFill/>
          <a:ln>
            <a:noFill/>
          </a:ln>
        </p:spPr>
      </p:pic>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917" name="Shape 15917"/>
        <p:cNvGrpSpPr/>
        <p:nvPr/>
      </p:nvGrpSpPr>
      <p:grpSpPr>
        <a:xfrm>
          <a:off x="0" y="0"/>
          <a:ext cx="0" cy="0"/>
          <a:chOff x="0" y="0"/>
          <a:chExt cx="0" cy="0"/>
        </a:xfrm>
      </p:grpSpPr>
      <p:sp>
        <p:nvSpPr>
          <p:cNvPr id="15918" name="Google Shape;15918;p278"/>
          <p:cNvSpPr txBox="1"/>
          <p:nvPr>
            <p:ph type="title"/>
          </p:nvPr>
        </p:nvSpPr>
        <p:spPr>
          <a:xfrm flipH="1">
            <a:off x="3219174" y="437575"/>
            <a:ext cx="1731300" cy="265800"/>
          </a:xfrm>
          <a:prstGeom prst="rect">
            <a:avLst/>
          </a:prstGeom>
        </p:spPr>
        <p:txBody>
          <a:bodyPr anchorCtr="0" anchor="ctr" bIns="0" lIns="0" spcFirstLastPara="1" rIns="0" wrap="square" tIns="0">
            <a:noAutofit/>
          </a:bodyPr>
          <a:lstStyle/>
          <a:p>
            <a:pPr indent="0" lvl="0" marL="0" rtl="0" algn="l">
              <a:spcBef>
                <a:spcPts val="0"/>
              </a:spcBef>
              <a:spcAft>
                <a:spcPts val="0"/>
              </a:spcAft>
              <a:buNone/>
            </a:pPr>
            <a:r>
              <a:t/>
            </a:r>
            <a:endParaRPr/>
          </a:p>
        </p:txBody>
      </p:sp>
      <p:sp>
        <p:nvSpPr>
          <p:cNvPr id="15919" name="Google Shape;15919;p278"/>
          <p:cNvSpPr txBox="1"/>
          <p:nvPr>
            <p:ph idx="2" type="title"/>
          </p:nvPr>
        </p:nvSpPr>
        <p:spPr>
          <a:xfrm flipH="1">
            <a:off x="6546263" y="387663"/>
            <a:ext cx="3350100" cy="169200"/>
          </a:xfrm>
          <a:prstGeom prst="rect">
            <a:avLst/>
          </a:prstGeom>
        </p:spPr>
        <p:txBody>
          <a:bodyPr anchorCtr="0" anchor="ctr" bIns="0" lIns="0" spcFirstLastPara="1" rIns="0" wrap="square" tIns="0">
            <a:noAutofit/>
          </a:bodyPr>
          <a:lstStyle/>
          <a:p>
            <a:pPr indent="0" lvl="0" marL="0" rtl="0" algn="l">
              <a:spcBef>
                <a:spcPts val="0"/>
              </a:spcBef>
              <a:spcAft>
                <a:spcPts val="0"/>
              </a:spcAft>
              <a:buNone/>
            </a:pPr>
            <a:r>
              <a:t/>
            </a:r>
            <a:endParaRPr/>
          </a:p>
        </p:txBody>
      </p:sp>
      <p:sp>
        <p:nvSpPr>
          <p:cNvPr id="15920" name="Google Shape;15920;p278"/>
          <p:cNvSpPr txBox="1"/>
          <p:nvPr>
            <p:ph idx="3" type="title"/>
          </p:nvPr>
        </p:nvSpPr>
        <p:spPr>
          <a:xfrm flipH="1">
            <a:off x="6546263" y="579538"/>
            <a:ext cx="3350100" cy="169200"/>
          </a:xfrm>
          <a:prstGeom prst="rect">
            <a:avLst/>
          </a:prstGeom>
        </p:spPr>
        <p:txBody>
          <a:bodyPr anchorCtr="0" anchor="ctr" bIns="0" lIns="0" spcFirstLastPara="1" rIns="0" wrap="square" tIns="0">
            <a:noAutofit/>
          </a:bodyPr>
          <a:lstStyle/>
          <a:p>
            <a:pPr indent="0" lvl="0" marL="0" rtl="0" algn="l">
              <a:spcBef>
                <a:spcPts val="0"/>
              </a:spcBef>
              <a:spcAft>
                <a:spcPts val="0"/>
              </a:spcAft>
              <a:buNone/>
            </a:pPr>
            <a:r>
              <a:t/>
            </a:r>
            <a:endParaRPr/>
          </a:p>
        </p:txBody>
      </p:sp>
      <p:sp>
        <p:nvSpPr>
          <p:cNvPr id="15921" name="Google Shape;15921;p278"/>
          <p:cNvSpPr txBox="1"/>
          <p:nvPr>
            <p:ph idx="1" type="body"/>
          </p:nvPr>
        </p:nvSpPr>
        <p:spPr>
          <a:xfrm>
            <a:off x="641150" y="612125"/>
            <a:ext cx="1770300" cy="160500"/>
          </a:xfrm>
          <a:prstGeom prst="rect">
            <a:avLst/>
          </a:prstGeom>
        </p:spPr>
        <p:txBody>
          <a:bodyPr anchorCtr="0" anchor="t" bIns="0" lIns="0" spcFirstLastPara="1" rIns="0" wrap="square" tIns="0">
            <a:noAutofit/>
          </a:bodyPr>
          <a:lstStyle/>
          <a:p>
            <a:pPr indent="0" lvl="0" marL="0" rtl="0" algn="ctr">
              <a:spcBef>
                <a:spcPts val="0"/>
              </a:spcBef>
              <a:spcAft>
                <a:spcPts val="0"/>
              </a:spcAft>
              <a:buNone/>
            </a:pPr>
            <a:r>
              <a:t/>
            </a:r>
            <a:endParaRPr/>
          </a:p>
        </p:txBody>
      </p:sp>
      <p:pic>
        <p:nvPicPr>
          <p:cNvPr id="15922" name="Google Shape;15922;p278"/>
          <p:cNvPicPr preferRelativeResize="0"/>
          <p:nvPr/>
        </p:nvPicPr>
        <p:blipFill>
          <a:blip r:embed="rId3">
            <a:alphaModFix/>
          </a:blip>
          <a:stretch>
            <a:fillRect/>
          </a:stretch>
        </p:blipFill>
        <p:spPr>
          <a:xfrm>
            <a:off x="324175" y="1231850"/>
            <a:ext cx="9238850" cy="4911175"/>
          </a:xfrm>
          <a:prstGeom prst="rect">
            <a:avLst/>
          </a:prstGeom>
          <a:noFill/>
          <a:ln>
            <a:noFill/>
          </a:ln>
        </p:spPr>
      </p:pic>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926" name="Shape 15926"/>
        <p:cNvGrpSpPr/>
        <p:nvPr/>
      </p:nvGrpSpPr>
      <p:grpSpPr>
        <a:xfrm>
          <a:off x="0" y="0"/>
          <a:ext cx="0" cy="0"/>
          <a:chOff x="0" y="0"/>
          <a:chExt cx="0" cy="0"/>
        </a:xfrm>
      </p:grpSpPr>
      <p:sp>
        <p:nvSpPr>
          <p:cNvPr id="15927" name="Google Shape;15927;p279"/>
          <p:cNvSpPr txBox="1"/>
          <p:nvPr>
            <p:ph type="title"/>
          </p:nvPr>
        </p:nvSpPr>
        <p:spPr>
          <a:xfrm flipH="1">
            <a:off x="3219174" y="437575"/>
            <a:ext cx="1731300" cy="265800"/>
          </a:xfrm>
          <a:prstGeom prst="rect">
            <a:avLst/>
          </a:prstGeom>
        </p:spPr>
        <p:txBody>
          <a:bodyPr anchorCtr="0" anchor="ctr" bIns="0" lIns="0" spcFirstLastPara="1" rIns="0" wrap="square" tIns="0">
            <a:noAutofit/>
          </a:bodyPr>
          <a:lstStyle/>
          <a:p>
            <a:pPr indent="0" lvl="0" marL="0" rtl="0" algn="l">
              <a:spcBef>
                <a:spcPts val="0"/>
              </a:spcBef>
              <a:spcAft>
                <a:spcPts val="0"/>
              </a:spcAft>
              <a:buNone/>
            </a:pPr>
            <a:r>
              <a:t/>
            </a:r>
            <a:endParaRPr/>
          </a:p>
        </p:txBody>
      </p:sp>
      <p:sp>
        <p:nvSpPr>
          <p:cNvPr id="15928" name="Google Shape;15928;p279"/>
          <p:cNvSpPr txBox="1"/>
          <p:nvPr>
            <p:ph idx="2" type="title"/>
          </p:nvPr>
        </p:nvSpPr>
        <p:spPr>
          <a:xfrm flipH="1">
            <a:off x="6546263" y="387663"/>
            <a:ext cx="3350100" cy="169200"/>
          </a:xfrm>
          <a:prstGeom prst="rect">
            <a:avLst/>
          </a:prstGeom>
        </p:spPr>
        <p:txBody>
          <a:bodyPr anchorCtr="0" anchor="ctr" bIns="0" lIns="0" spcFirstLastPara="1" rIns="0" wrap="square" tIns="0">
            <a:noAutofit/>
          </a:bodyPr>
          <a:lstStyle/>
          <a:p>
            <a:pPr indent="0" lvl="0" marL="0" rtl="0" algn="l">
              <a:spcBef>
                <a:spcPts val="0"/>
              </a:spcBef>
              <a:spcAft>
                <a:spcPts val="0"/>
              </a:spcAft>
              <a:buNone/>
            </a:pPr>
            <a:r>
              <a:t/>
            </a:r>
            <a:endParaRPr/>
          </a:p>
        </p:txBody>
      </p:sp>
      <p:sp>
        <p:nvSpPr>
          <p:cNvPr id="15929" name="Google Shape;15929;p279"/>
          <p:cNvSpPr txBox="1"/>
          <p:nvPr>
            <p:ph idx="3" type="title"/>
          </p:nvPr>
        </p:nvSpPr>
        <p:spPr>
          <a:xfrm flipH="1">
            <a:off x="6546263" y="579538"/>
            <a:ext cx="3350100" cy="169200"/>
          </a:xfrm>
          <a:prstGeom prst="rect">
            <a:avLst/>
          </a:prstGeom>
        </p:spPr>
        <p:txBody>
          <a:bodyPr anchorCtr="0" anchor="ctr" bIns="0" lIns="0" spcFirstLastPara="1" rIns="0" wrap="square" tIns="0">
            <a:noAutofit/>
          </a:bodyPr>
          <a:lstStyle/>
          <a:p>
            <a:pPr indent="0" lvl="0" marL="0" rtl="0" algn="l">
              <a:spcBef>
                <a:spcPts val="0"/>
              </a:spcBef>
              <a:spcAft>
                <a:spcPts val="0"/>
              </a:spcAft>
              <a:buNone/>
            </a:pPr>
            <a:r>
              <a:t/>
            </a:r>
            <a:endParaRPr/>
          </a:p>
        </p:txBody>
      </p:sp>
      <p:sp>
        <p:nvSpPr>
          <p:cNvPr id="15930" name="Google Shape;15930;p279"/>
          <p:cNvSpPr txBox="1"/>
          <p:nvPr>
            <p:ph idx="1" type="body"/>
          </p:nvPr>
        </p:nvSpPr>
        <p:spPr>
          <a:xfrm>
            <a:off x="641150" y="612125"/>
            <a:ext cx="1770300" cy="160500"/>
          </a:xfrm>
          <a:prstGeom prst="rect">
            <a:avLst/>
          </a:prstGeom>
        </p:spPr>
        <p:txBody>
          <a:bodyPr anchorCtr="0" anchor="t" bIns="0" lIns="0" spcFirstLastPara="1" rIns="0" wrap="square" tIns="0">
            <a:noAutofit/>
          </a:bodyPr>
          <a:lstStyle/>
          <a:p>
            <a:pPr indent="0" lvl="0" marL="0" rtl="0" algn="ctr">
              <a:spcBef>
                <a:spcPts val="0"/>
              </a:spcBef>
              <a:spcAft>
                <a:spcPts val="0"/>
              </a:spcAft>
              <a:buNone/>
            </a:pPr>
            <a:r>
              <a:t/>
            </a:r>
            <a:endParaRPr/>
          </a:p>
        </p:txBody>
      </p:sp>
      <p:pic>
        <p:nvPicPr>
          <p:cNvPr id="15931" name="Google Shape;15931;p279"/>
          <p:cNvPicPr preferRelativeResize="0"/>
          <p:nvPr/>
        </p:nvPicPr>
        <p:blipFill>
          <a:blip r:embed="rId3">
            <a:alphaModFix/>
          </a:blip>
          <a:stretch>
            <a:fillRect/>
          </a:stretch>
        </p:blipFill>
        <p:spPr>
          <a:xfrm>
            <a:off x="567300" y="1037350"/>
            <a:ext cx="9044350" cy="5121900"/>
          </a:xfrm>
          <a:prstGeom prst="rect">
            <a:avLst/>
          </a:prstGeom>
          <a:noFill/>
          <a:ln>
            <a:noFill/>
          </a:ln>
        </p:spPr>
      </p:pic>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935" name="Shape 15935"/>
        <p:cNvGrpSpPr/>
        <p:nvPr/>
      </p:nvGrpSpPr>
      <p:grpSpPr>
        <a:xfrm>
          <a:off x="0" y="0"/>
          <a:ext cx="0" cy="0"/>
          <a:chOff x="0" y="0"/>
          <a:chExt cx="0" cy="0"/>
        </a:xfrm>
      </p:grpSpPr>
      <p:sp>
        <p:nvSpPr>
          <p:cNvPr id="15936" name="Google Shape;15936;p280"/>
          <p:cNvSpPr txBox="1"/>
          <p:nvPr>
            <p:ph type="title"/>
          </p:nvPr>
        </p:nvSpPr>
        <p:spPr>
          <a:xfrm flipH="1">
            <a:off x="3219174" y="437575"/>
            <a:ext cx="1731300" cy="265800"/>
          </a:xfrm>
          <a:prstGeom prst="rect">
            <a:avLst/>
          </a:prstGeom>
        </p:spPr>
        <p:txBody>
          <a:bodyPr anchorCtr="0" anchor="ctr" bIns="0" lIns="0" spcFirstLastPara="1" rIns="0" wrap="square" tIns="0">
            <a:noAutofit/>
          </a:bodyPr>
          <a:lstStyle/>
          <a:p>
            <a:pPr indent="0" lvl="0" marL="0" rtl="0" algn="l">
              <a:spcBef>
                <a:spcPts val="0"/>
              </a:spcBef>
              <a:spcAft>
                <a:spcPts val="0"/>
              </a:spcAft>
              <a:buNone/>
            </a:pPr>
            <a:r>
              <a:t/>
            </a:r>
            <a:endParaRPr/>
          </a:p>
        </p:txBody>
      </p:sp>
      <p:sp>
        <p:nvSpPr>
          <p:cNvPr id="15937" name="Google Shape;15937;p280"/>
          <p:cNvSpPr txBox="1"/>
          <p:nvPr>
            <p:ph idx="2" type="title"/>
          </p:nvPr>
        </p:nvSpPr>
        <p:spPr>
          <a:xfrm flipH="1">
            <a:off x="6546263" y="387663"/>
            <a:ext cx="3350100" cy="169200"/>
          </a:xfrm>
          <a:prstGeom prst="rect">
            <a:avLst/>
          </a:prstGeom>
        </p:spPr>
        <p:txBody>
          <a:bodyPr anchorCtr="0" anchor="ctr" bIns="0" lIns="0" spcFirstLastPara="1" rIns="0" wrap="square" tIns="0">
            <a:noAutofit/>
          </a:bodyPr>
          <a:lstStyle/>
          <a:p>
            <a:pPr indent="0" lvl="0" marL="0" rtl="0" algn="l">
              <a:spcBef>
                <a:spcPts val="0"/>
              </a:spcBef>
              <a:spcAft>
                <a:spcPts val="0"/>
              </a:spcAft>
              <a:buNone/>
            </a:pPr>
            <a:r>
              <a:t/>
            </a:r>
            <a:endParaRPr/>
          </a:p>
        </p:txBody>
      </p:sp>
      <p:sp>
        <p:nvSpPr>
          <p:cNvPr id="15938" name="Google Shape;15938;p280"/>
          <p:cNvSpPr txBox="1"/>
          <p:nvPr>
            <p:ph idx="3" type="title"/>
          </p:nvPr>
        </p:nvSpPr>
        <p:spPr>
          <a:xfrm flipH="1">
            <a:off x="6546263" y="579538"/>
            <a:ext cx="3350100" cy="169200"/>
          </a:xfrm>
          <a:prstGeom prst="rect">
            <a:avLst/>
          </a:prstGeom>
        </p:spPr>
        <p:txBody>
          <a:bodyPr anchorCtr="0" anchor="ctr" bIns="0" lIns="0" spcFirstLastPara="1" rIns="0" wrap="square" tIns="0">
            <a:noAutofit/>
          </a:bodyPr>
          <a:lstStyle/>
          <a:p>
            <a:pPr indent="0" lvl="0" marL="0" rtl="0" algn="l">
              <a:spcBef>
                <a:spcPts val="0"/>
              </a:spcBef>
              <a:spcAft>
                <a:spcPts val="0"/>
              </a:spcAft>
              <a:buNone/>
            </a:pPr>
            <a:r>
              <a:t/>
            </a:r>
            <a:endParaRPr/>
          </a:p>
        </p:txBody>
      </p:sp>
      <p:sp>
        <p:nvSpPr>
          <p:cNvPr id="15939" name="Google Shape;15939;p280"/>
          <p:cNvSpPr txBox="1"/>
          <p:nvPr>
            <p:ph idx="1" type="body"/>
          </p:nvPr>
        </p:nvSpPr>
        <p:spPr>
          <a:xfrm>
            <a:off x="641150" y="612125"/>
            <a:ext cx="1770300" cy="160500"/>
          </a:xfrm>
          <a:prstGeom prst="rect">
            <a:avLst/>
          </a:prstGeom>
        </p:spPr>
        <p:txBody>
          <a:bodyPr anchorCtr="0" anchor="t" bIns="0" lIns="0" spcFirstLastPara="1" rIns="0" wrap="square" tIns="0">
            <a:noAutofit/>
          </a:bodyPr>
          <a:lstStyle/>
          <a:p>
            <a:pPr indent="0" lvl="0" marL="0" rtl="0" algn="ctr">
              <a:spcBef>
                <a:spcPts val="0"/>
              </a:spcBef>
              <a:spcAft>
                <a:spcPts val="0"/>
              </a:spcAft>
              <a:buNone/>
            </a:pPr>
            <a:r>
              <a:t/>
            </a:r>
            <a:endParaRPr/>
          </a:p>
        </p:txBody>
      </p:sp>
      <p:pic>
        <p:nvPicPr>
          <p:cNvPr id="15940" name="Google Shape;15940;p280"/>
          <p:cNvPicPr preferRelativeResize="0"/>
          <p:nvPr/>
        </p:nvPicPr>
        <p:blipFill>
          <a:blip r:embed="rId3">
            <a:alphaModFix/>
          </a:blip>
          <a:stretch>
            <a:fillRect/>
          </a:stretch>
        </p:blipFill>
        <p:spPr>
          <a:xfrm>
            <a:off x="152400" y="925025"/>
            <a:ext cx="9775200" cy="5590800"/>
          </a:xfrm>
          <a:prstGeom prst="rect">
            <a:avLst/>
          </a:prstGeom>
          <a:noFill/>
          <a:ln>
            <a:noFill/>
          </a:ln>
        </p:spPr>
      </p:pic>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944" name="Shape 15944"/>
        <p:cNvGrpSpPr/>
        <p:nvPr/>
      </p:nvGrpSpPr>
      <p:grpSpPr>
        <a:xfrm>
          <a:off x="0" y="0"/>
          <a:ext cx="0" cy="0"/>
          <a:chOff x="0" y="0"/>
          <a:chExt cx="0" cy="0"/>
        </a:xfrm>
      </p:grpSpPr>
      <p:sp>
        <p:nvSpPr>
          <p:cNvPr id="15945" name="Google Shape;15945;p281"/>
          <p:cNvSpPr txBox="1"/>
          <p:nvPr>
            <p:ph type="title"/>
          </p:nvPr>
        </p:nvSpPr>
        <p:spPr>
          <a:xfrm flipH="1">
            <a:off x="3219174" y="437575"/>
            <a:ext cx="1731300" cy="265800"/>
          </a:xfrm>
          <a:prstGeom prst="rect">
            <a:avLst/>
          </a:prstGeom>
        </p:spPr>
        <p:txBody>
          <a:bodyPr anchorCtr="0" anchor="ctr" bIns="0" lIns="0" spcFirstLastPara="1" rIns="0" wrap="square" tIns="0">
            <a:noAutofit/>
          </a:bodyPr>
          <a:lstStyle/>
          <a:p>
            <a:pPr indent="0" lvl="0" marL="0" rtl="0" algn="l">
              <a:spcBef>
                <a:spcPts val="0"/>
              </a:spcBef>
              <a:spcAft>
                <a:spcPts val="0"/>
              </a:spcAft>
              <a:buNone/>
            </a:pPr>
            <a:r>
              <a:t/>
            </a:r>
            <a:endParaRPr/>
          </a:p>
        </p:txBody>
      </p:sp>
      <p:sp>
        <p:nvSpPr>
          <p:cNvPr id="15946" name="Google Shape;15946;p281"/>
          <p:cNvSpPr txBox="1"/>
          <p:nvPr>
            <p:ph idx="2" type="title"/>
          </p:nvPr>
        </p:nvSpPr>
        <p:spPr>
          <a:xfrm flipH="1">
            <a:off x="6546263" y="387663"/>
            <a:ext cx="3350100" cy="169200"/>
          </a:xfrm>
          <a:prstGeom prst="rect">
            <a:avLst/>
          </a:prstGeom>
        </p:spPr>
        <p:txBody>
          <a:bodyPr anchorCtr="0" anchor="ctr" bIns="0" lIns="0" spcFirstLastPara="1" rIns="0" wrap="square" tIns="0">
            <a:noAutofit/>
          </a:bodyPr>
          <a:lstStyle/>
          <a:p>
            <a:pPr indent="0" lvl="0" marL="0" rtl="0" algn="l">
              <a:spcBef>
                <a:spcPts val="0"/>
              </a:spcBef>
              <a:spcAft>
                <a:spcPts val="0"/>
              </a:spcAft>
              <a:buNone/>
            </a:pPr>
            <a:r>
              <a:t/>
            </a:r>
            <a:endParaRPr/>
          </a:p>
        </p:txBody>
      </p:sp>
      <p:sp>
        <p:nvSpPr>
          <p:cNvPr id="15947" name="Google Shape;15947;p281"/>
          <p:cNvSpPr txBox="1"/>
          <p:nvPr>
            <p:ph idx="3" type="title"/>
          </p:nvPr>
        </p:nvSpPr>
        <p:spPr>
          <a:xfrm flipH="1">
            <a:off x="6546263" y="579538"/>
            <a:ext cx="3350100" cy="169200"/>
          </a:xfrm>
          <a:prstGeom prst="rect">
            <a:avLst/>
          </a:prstGeom>
        </p:spPr>
        <p:txBody>
          <a:bodyPr anchorCtr="0" anchor="ctr" bIns="0" lIns="0" spcFirstLastPara="1" rIns="0" wrap="square" tIns="0">
            <a:noAutofit/>
          </a:bodyPr>
          <a:lstStyle/>
          <a:p>
            <a:pPr indent="0" lvl="0" marL="0" rtl="0" algn="l">
              <a:spcBef>
                <a:spcPts val="0"/>
              </a:spcBef>
              <a:spcAft>
                <a:spcPts val="0"/>
              </a:spcAft>
              <a:buNone/>
            </a:pPr>
            <a:r>
              <a:t/>
            </a:r>
            <a:endParaRPr/>
          </a:p>
        </p:txBody>
      </p:sp>
      <p:sp>
        <p:nvSpPr>
          <p:cNvPr id="15948" name="Google Shape;15948;p281"/>
          <p:cNvSpPr txBox="1"/>
          <p:nvPr>
            <p:ph idx="1" type="subTitle"/>
          </p:nvPr>
        </p:nvSpPr>
        <p:spPr>
          <a:xfrm>
            <a:off x="221113" y="928363"/>
            <a:ext cx="1932000" cy="296700"/>
          </a:xfrm>
          <a:prstGeom prst="rect">
            <a:avLst/>
          </a:prstGeom>
        </p:spPr>
        <p:txBody>
          <a:bodyPr anchorCtr="0" anchor="t" bIns="36000" lIns="36000" spcFirstLastPara="1" rIns="36000" wrap="square" tIns="36000">
            <a:noAutofit/>
          </a:bodyPr>
          <a:lstStyle/>
          <a:p>
            <a:pPr indent="0" lvl="0" marL="0" rtl="0" algn="ctr">
              <a:spcBef>
                <a:spcPts val="0"/>
              </a:spcBef>
              <a:spcAft>
                <a:spcPts val="0"/>
              </a:spcAft>
              <a:buNone/>
            </a:pPr>
            <a:r>
              <a:t/>
            </a:r>
            <a:endParaRPr/>
          </a:p>
        </p:txBody>
      </p:sp>
      <p:sp>
        <p:nvSpPr>
          <p:cNvPr id="15949" name="Google Shape;15949;p281"/>
          <p:cNvSpPr txBox="1"/>
          <p:nvPr>
            <p:ph idx="4" type="subTitle"/>
          </p:nvPr>
        </p:nvSpPr>
        <p:spPr>
          <a:xfrm>
            <a:off x="2153413" y="928363"/>
            <a:ext cx="1932000" cy="296700"/>
          </a:xfrm>
          <a:prstGeom prst="rect">
            <a:avLst/>
          </a:prstGeom>
        </p:spPr>
        <p:txBody>
          <a:bodyPr anchorCtr="0" anchor="t" bIns="36000" lIns="36000" spcFirstLastPara="1" rIns="36000" wrap="square" tIns="36000">
            <a:noAutofit/>
          </a:bodyPr>
          <a:lstStyle/>
          <a:p>
            <a:pPr indent="0" lvl="0" marL="0" rtl="0" algn="ctr">
              <a:spcBef>
                <a:spcPts val="0"/>
              </a:spcBef>
              <a:spcAft>
                <a:spcPts val="0"/>
              </a:spcAft>
              <a:buNone/>
            </a:pPr>
            <a:r>
              <a:t/>
            </a:r>
            <a:endParaRPr/>
          </a:p>
        </p:txBody>
      </p:sp>
      <p:sp>
        <p:nvSpPr>
          <p:cNvPr id="15950" name="Google Shape;15950;p281"/>
          <p:cNvSpPr txBox="1"/>
          <p:nvPr>
            <p:ph idx="5" type="subTitle"/>
          </p:nvPr>
        </p:nvSpPr>
        <p:spPr>
          <a:xfrm>
            <a:off x="4085425" y="1158268"/>
            <a:ext cx="1932000" cy="160500"/>
          </a:xfrm>
          <a:prstGeom prst="rect">
            <a:avLst/>
          </a:prstGeom>
        </p:spPr>
        <p:txBody>
          <a:bodyPr anchorCtr="0" anchor="t" bIns="36000" lIns="36000" spcFirstLastPara="1" rIns="36000" wrap="square" tIns="36000">
            <a:noAutofit/>
          </a:bodyPr>
          <a:lstStyle/>
          <a:p>
            <a:pPr indent="0" lvl="0" marL="0" rtl="0" algn="ctr">
              <a:spcBef>
                <a:spcPts val="0"/>
              </a:spcBef>
              <a:spcAft>
                <a:spcPts val="0"/>
              </a:spcAft>
              <a:buNone/>
            </a:pPr>
            <a:r>
              <a:t/>
            </a:r>
            <a:endParaRPr/>
          </a:p>
        </p:txBody>
      </p:sp>
      <p:sp>
        <p:nvSpPr>
          <p:cNvPr id="15951" name="Google Shape;15951;p281"/>
          <p:cNvSpPr txBox="1"/>
          <p:nvPr>
            <p:ph idx="6" type="subTitle"/>
          </p:nvPr>
        </p:nvSpPr>
        <p:spPr>
          <a:xfrm>
            <a:off x="6017713" y="928363"/>
            <a:ext cx="1932000" cy="296700"/>
          </a:xfrm>
          <a:prstGeom prst="rect">
            <a:avLst/>
          </a:prstGeom>
        </p:spPr>
        <p:txBody>
          <a:bodyPr anchorCtr="0" anchor="t" bIns="36000" lIns="36000" spcFirstLastPara="1" rIns="36000" wrap="square" tIns="36000">
            <a:noAutofit/>
          </a:bodyPr>
          <a:lstStyle/>
          <a:p>
            <a:pPr indent="0" lvl="0" marL="0" rtl="0" algn="ctr">
              <a:spcBef>
                <a:spcPts val="0"/>
              </a:spcBef>
              <a:spcAft>
                <a:spcPts val="0"/>
              </a:spcAft>
              <a:buNone/>
            </a:pPr>
            <a:r>
              <a:t/>
            </a:r>
            <a:endParaRPr/>
          </a:p>
        </p:txBody>
      </p:sp>
      <p:sp>
        <p:nvSpPr>
          <p:cNvPr id="15952" name="Google Shape;15952;p281"/>
          <p:cNvSpPr txBox="1"/>
          <p:nvPr>
            <p:ph idx="7" type="subTitle"/>
          </p:nvPr>
        </p:nvSpPr>
        <p:spPr>
          <a:xfrm>
            <a:off x="7949713" y="928363"/>
            <a:ext cx="1932000" cy="296700"/>
          </a:xfrm>
          <a:prstGeom prst="rect">
            <a:avLst/>
          </a:prstGeom>
        </p:spPr>
        <p:txBody>
          <a:bodyPr anchorCtr="0" anchor="t" bIns="36000" lIns="36000" spcFirstLastPara="1" rIns="36000" wrap="square" tIns="36000">
            <a:noAutofit/>
          </a:bodyPr>
          <a:lstStyle/>
          <a:p>
            <a:pPr indent="0" lvl="0" marL="0" rtl="0" algn="ctr">
              <a:spcBef>
                <a:spcPts val="0"/>
              </a:spcBef>
              <a:spcAft>
                <a:spcPts val="0"/>
              </a:spcAft>
              <a:buNone/>
            </a:pPr>
            <a:r>
              <a:t/>
            </a:r>
            <a:endParaRPr/>
          </a:p>
        </p:txBody>
      </p:sp>
      <p:sp>
        <p:nvSpPr>
          <p:cNvPr id="15953" name="Google Shape;15953;p281"/>
          <p:cNvSpPr txBox="1"/>
          <p:nvPr>
            <p:ph idx="8" type="body"/>
          </p:nvPr>
        </p:nvSpPr>
        <p:spPr>
          <a:xfrm>
            <a:off x="641150" y="612125"/>
            <a:ext cx="1770300" cy="160500"/>
          </a:xfrm>
          <a:prstGeom prst="rect">
            <a:avLst/>
          </a:prstGeom>
        </p:spPr>
        <p:txBody>
          <a:bodyPr anchorCtr="0" anchor="t" bIns="0" lIns="0" spcFirstLastPara="1" rIns="0" wrap="square" tIns="0">
            <a:noAutofit/>
          </a:bodyPr>
          <a:lstStyle/>
          <a:p>
            <a:pPr indent="0" lvl="0" marL="0" rtl="0" algn="ctr">
              <a:spcBef>
                <a:spcPts val="0"/>
              </a:spcBef>
              <a:spcAft>
                <a:spcPts val="0"/>
              </a:spcAft>
              <a:buNone/>
            </a:pPr>
            <a:r>
              <a:t/>
            </a:r>
            <a:endParaRPr/>
          </a:p>
        </p:txBody>
      </p:sp>
      <p:pic>
        <p:nvPicPr>
          <p:cNvPr id="15954" name="Google Shape;15954;p281"/>
          <p:cNvPicPr preferRelativeResize="0"/>
          <p:nvPr/>
        </p:nvPicPr>
        <p:blipFill>
          <a:blip r:embed="rId3">
            <a:alphaModFix/>
          </a:blip>
          <a:stretch>
            <a:fillRect/>
          </a:stretch>
        </p:blipFill>
        <p:spPr>
          <a:xfrm>
            <a:off x="317500" y="928375"/>
            <a:ext cx="9119724" cy="4801050"/>
          </a:xfrm>
          <a:prstGeom prst="rect">
            <a:avLst/>
          </a:prstGeom>
          <a:noFill/>
          <a:ln>
            <a:noFill/>
          </a:ln>
        </p:spPr>
      </p:pic>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958" name="Shape 15958"/>
        <p:cNvGrpSpPr/>
        <p:nvPr/>
      </p:nvGrpSpPr>
      <p:grpSpPr>
        <a:xfrm>
          <a:off x="0" y="0"/>
          <a:ext cx="0" cy="0"/>
          <a:chOff x="0" y="0"/>
          <a:chExt cx="0" cy="0"/>
        </a:xfrm>
      </p:grpSpPr>
      <p:sp>
        <p:nvSpPr>
          <p:cNvPr id="15959" name="Google Shape;15959;p282"/>
          <p:cNvSpPr txBox="1"/>
          <p:nvPr>
            <p:ph type="title"/>
          </p:nvPr>
        </p:nvSpPr>
        <p:spPr>
          <a:xfrm flipH="1">
            <a:off x="3219174" y="437575"/>
            <a:ext cx="1731300" cy="265800"/>
          </a:xfrm>
          <a:prstGeom prst="rect">
            <a:avLst/>
          </a:prstGeom>
        </p:spPr>
        <p:txBody>
          <a:bodyPr anchorCtr="0" anchor="ctr" bIns="0" lIns="0" spcFirstLastPara="1" rIns="0" wrap="square" tIns="0">
            <a:noAutofit/>
          </a:bodyPr>
          <a:lstStyle/>
          <a:p>
            <a:pPr indent="0" lvl="0" marL="0" rtl="0" algn="l">
              <a:spcBef>
                <a:spcPts val="0"/>
              </a:spcBef>
              <a:spcAft>
                <a:spcPts val="0"/>
              </a:spcAft>
              <a:buNone/>
            </a:pPr>
            <a:r>
              <a:t/>
            </a:r>
            <a:endParaRPr/>
          </a:p>
        </p:txBody>
      </p:sp>
      <p:sp>
        <p:nvSpPr>
          <p:cNvPr id="15960" name="Google Shape;15960;p282"/>
          <p:cNvSpPr txBox="1"/>
          <p:nvPr>
            <p:ph idx="2" type="title"/>
          </p:nvPr>
        </p:nvSpPr>
        <p:spPr>
          <a:xfrm flipH="1">
            <a:off x="6546263" y="387663"/>
            <a:ext cx="3350100" cy="169200"/>
          </a:xfrm>
          <a:prstGeom prst="rect">
            <a:avLst/>
          </a:prstGeom>
        </p:spPr>
        <p:txBody>
          <a:bodyPr anchorCtr="0" anchor="ctr" bIns="0" lIns="0" spcFirstLastPara="1" rIns="0" wrap="square" tIns="0">
            <a:noAutofit/>
          </a:bodyPr>
          <a:lstStyle/>
          <a:p>
            <a:pPr indent="0" lvl="0" marL="0" rtl="0" algn="l">
              <a:spcBef>
                <a:spcPts val="0"/>
              </a:spcBef>
              <a:spcAft>
                <a:spcPts val="0"/>
              </a:spcAft>
              <a:buNone/>
            </a:pPr>
            <a:r>
              <a:t/>
            </a:r>
            <a:endParaRPr/>
          </a:p>
        </p:txBody>
      </p:sp>
      <p:sp>
        <p:nvSpPr>
          <p:cNvPr id="15961" name="Google Shape;15961;p282"/>
          <p:cNvSpPr txBox="1"/>
          <p:nvPr>
            <p:ph idx="3" type="title"/>
          </p:nvPr>
        </p:nvSpPr>
        <p:spPr>
          <a:xfrm flipH="1">
            <a:off x="6546263" y="579538"/>
            <a:ext cx="3350100" cy="169200"/>
          </a:xfrm>
          <a:prstGeom prst="rect">
            <a:avLst/>
          </a:prstGeom>
        </p:spPr>
        <p:txBody>
          <a:bodyPr anchorCtr="0" anchor="ctr" bIns="0" lIns="0" spcFirstLastPara="1" rIns="0" wrap="square" tIns="0">
            <a:noAutofit/>
          </a:bodyPr>
          <a:lstStyle/>
          <a:p>
            <a:pPr indent="0" lvl="0" marL="0" rtl="0" algn="l">
              <a:spcBef>
                <a:spcPts val="0"/>
              </a:spcBef>
              <a:spcAft>
                <a:spcPts val="0"/>
              </a:spcAft>
              <a:buNone/>
            </a:pPr>
            <a:r>
              <a:t/>
            </a:r>
            <a:endParaRPr/>
          </a:p>
        </p:txBody>
      </p:sp>
      <p:sp>
        <p:nvSpPr>
          <p:cNvPr id="15962" name="Google Shape;15962;p282"/>
          <p:cNvSpPr txBox="1"/>
          <p:nvPr>
            <p:ph idx="8" type="body"/>
          </p:nvPr>
        </p:nvSpPr>
        <p:spPr>
          <a:xfrm>
            <a:off x="641150" y="612125"/>
            <a:ext cx="1770300" cy="160500"/>
          </a:xfrm>
          <a:prstGeom prst="rect">
            <a:avLst/>
          </a:prstGeom>
        </p:spPr>
        <p:txBody>
          <a:bodyPr anchorCtr="0" anchor="t" bIns="0" lIns="0" spcFirstLastPara="1" rIns="0" wrap="square" tIns="0">
            <a:noAutofit/>
          </a:bodyPr>
          <a:lstStyle/>
          <a:p>
            <a:pPr indent="0" lvl="0" marL="0" rtl="0" algn="ctr">
              <a:spcBef>
                <a:spcPts val="0"/>
              </a:spcBef>
              <a:spcAft>
                <a:spcPts val="0"/>
              </a:spcAft>
              <a:buNone/>
            </a:pPr>
            <a:r>
              <a:t/>
            </a:r>
            <a:endParaRPr/>
          </a:p>
        </p:txBody>
      </p:sp>
      <p:pic>
        <p:nvPicPr>
          <p:cNvPr id="15963" name="Google Shape;15963;p282"/>
          <p:cNvPicPr preferRelativeResize="0"/>
          <p:nvPr/>
        </p:nvPicPr>
        <p:blipFill>
          <a:blip r:embed="rId3">
            <a:alphaModFix/>
          </a:blip>
          <a:stretch>
            <a:fillRect/>
          </a:stretch>
        </p:blipFill>
        <p:spPr>
          <a:xfrm>
            <a:off x="229925" y="1565750"/>
            <a:ext cx="9666451" cy="2966825"/>
          </a:xfrm>
          <a:prstGeom prst="rect">
            <a:avLst/>
          </a:prstGeom>
          <a:noFill/>
          <a:ln>
            <a:noFill/>
          </a:ln>
        </p:spPr>
      </p:pic>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967" name="Shape 15967"/>
        <p:cNvGrpSpPr/>
        <p:nvPr/>
      </p:nvGrpSpPr>
      <p:grpSpPr>
        <a:xfrm>
          <a:off x="0" y="0"/>
          <a:ext cx="0" cy="0"/>
          <a:chOff x="0" y="0"/>
          <a:chExt cx="0" cy="0"/>
        </a:xfrm>
      </p:grpSpPr>
      <p:sp>
        <p:nvSpPr>
          <p:cNvPr id="15968" name="Google Shape;15968;p283"/>
          <p:cNvSpPr txBox="1"/>
          <p:nvPr>
            <p:ph type="title"/>
          </p:nvPr>
        </p:nvSpPr>
        <p:spPr>
          <a:xfrm flipH="1">
            <a:off x="3219174" y="437575"/>
            <a:ext cx="1731300" cy="265800"/>
          </a:xfrm>
          <a:prstGeom prst="rect">
            <a:avLst/>
          </a:prstGeom>
        </p:spPr>
        <p:txBody>
          <a:bodyPr anchorCtr="0" anchor="ctr" bIns="0" lIns="0" spcFirstLastPara="1" rIns="0" wrap="square" tIns="0">
            <a:noAutofit/>
          </a:bodyPr>
          <a:lstStyle/>
          <a:p>
            <a:pPr indent="0" lvl="0" marL="0" rtl="0" algn="l">
              <a:spcBef>
                <a:spcPts val="0"/>
              </a:spcBef>
              <a:spcAft>
                <a:spcPts val="0"/>
              </a:spcAft>
              <a:buNone/>
            </a:pPr>
            <a:r>
              <a:t/>
            </a:r>
            <a:endParaRPr/>
          </a:p>
        </p:txBody>
      </p:sp>
      <p:sp>
        <p:nvSpPr>
          <p:cNvPr id="15969" name="Google Shape;15969;p283"/>
          <p:cNvSpPr txBox="1"/>
          <p:nvPr>
            <p:ph idx="2" type="title"/>
          </p:nvPr>
        </p:nvSpPr>
        <p:spPr>
          <a:xfrm flipH="1">
            <a:off x="6546263" y="387663"/>
            <a:ext cx="3350100" cy="169200"/>
          </a:xfrm>
          <a:prstGeom prst="rect">
            <a:avLst/>
          </a:prstGeom>
        </p:spPr>
        <p:txBody>
          <a:bodyPr anchorCtr="0" anchor="ctr" bIns="0" lIns="0" spcFirstLastPara="1" rIns="0" wrap="square" tIns="0">
            <a:noAutofit/>
          </a:bodyPr>
          <a:lstStyle/>
          <a:p>
            <a:pPr indent="0" lvl="0" marL="0" rtl="0" algn="l">
              <a:spcBef>
                <a:spcPts val="0"/>
              </a:spcBef>
              <a:spcAft>
                <a:spcPts val="0"/>
              </a:spcAft>
              <a:buNone/>
            </a:pPr>
            <a:r>
              <a:t/>
            </a:r>
            <a:endParaRPr/>
          </a:p>
        </p:txBody>
      </p:sp>
      <p:sp>
        <p:nvSpPr>
          <p:cNvPr id="15970" name="Google Shape;15970;p283"/>
          <p:cNvSpPr txBox="1"/>
          <p:nvPr>
            <p:ph idx="3" type="title"/>
          </p:nvPr>
        </p:nvSpPr>
        <p:spPr>
          <a:xfrm flipH="1">
            <a:off x="6546263" y="579538"/>
            <a:ext cx="3350100" cy="169200"/>
          </a:xfrm>
          <a:prstGeom prst="rect">
            <a:avLst/>
          </a:prstGeom>
        </p:spPr>
        <p:txBody>
          <a:bodyPr anchorCtr="0" anchor="ctr" bIns="0" lIns="0" spcFirstLastPara="1" rIns="0" wrap="square" tIns="0">
            <a:noAutofit/>
          </a:bodyPr>
          <a:lstStyle/>
          <a:p>
            <a:pPr indent="0" lvl="0" marL="0" rtl="0" algn="l">
              <a:spcBef>
                <a:spcPts val="0"/>
              </a:spcBef>
              <a:spcAft>
                <a:spcPts val="0"/>
              </a:spcAft>
              <a:buNone/>
            </a:pPr>
            <a:r>
              <a:t/>
            </a:r>
            <a:endParaRPr/>
          </a:p>
        </p:txBody>
      </p:sp>
      <p:sp>
        <p:nvSpPr>
          <p:cNvPr id="15971" name="Google Shape;15971;p283"/>
          <p:cNvSpPr txBox="1"/>
          <p:nvPr>
            <p:ph idx="8" type="body"/>
          </p:nvPr>
        </p:nvSpPr>
        <p:spPr>
          <a:xfrm>
            <a:off x="641150" y="612125"/>
            <a:ext cx="1770300" cy="160500"/>
          </a:xfrm>
          <a:prstGeom prst="rect">
            <a:avLst/>
          </a:prstGeom>
        </p:spPr>
        <p:txBody>
          <a:bodyPr anchorCtr="0" anchor="t" bIns="0" lIns="0" spcFirstLastPara="1" rIns="0" wrap="square" tIns="0">
            <a:noAutofit/>
          </a:bodyPr>
          <a:lstStyle/>
          <a:p>
            <a:pPr indent="0" lvl="0" marL="0" rtl="0" algn="ctr">
              <a:spcBef>
                <a:spcPts val="0"/>
              </a:spcBef>
              <a:spcAft>
                <a:spcPts val="0"/>
              </a:spcAft>
              <a:buNone/>
            </a:pPr>
            <a:r>
              <a:t/>
            </a:r>
            <a:endParaRPr/>
          </a:p>
        </p:txBody>
      </p:sp>
      <p:pic>
        <p:nvPicPr>
          <p:cNvPr id="15972" name="Google Shape;15972;p283"/>
          <p:cNvPicPr preferRelativeResize="0"/>
          <p:nvPr/>
        </p:nvPicPr>
        <p:blipFill>
          <a:blip r:embed="rId3">
            <a:alphaModFix/>
          </a:blip>
          <a:stretch>
            <a:fillRect/>
          </a:stretch>
        </p:blipFill>
        <p:spPr>
          <a:xfrm>
            <a:off x="207975" y="1466400"/>
            <a:ext cx="9503150" cy="3000500"/>
          </a:xfrm>
          <a:prstGeom prst="rect">
            <a:avLst/>
          </a:prstGeom>
          <a:noFill/>
          <a:ln>
            <a:noFill/>
          </a:ln>
        </p:spPr>
      </p:pic>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976" name="Shape 15976"/>
        <p:cNvGrpSpPr/>
        <p:nvPr/>
      </p:nvGrpSpPr>
      <p:grpSpPr>
        <a:xfrm>
          <a:off x="0" y="0"/>
          <a:ext cx="0" cy="0"/>
          <a:chOff x="0" y="0"/>
          <a:chExt cx="0" cy="0"/>
        </a:xfrm>
      </p:grpSpPr>
      <p:sp>
        <p:nvSpPr>
          <p:cNvPr id="15977" name="Google Shape;15977;p284"/>
          <p:cNvSpPr txBox="1"/>
          <p:nvPr>
            <p:ph type="title"/>
          </p:nvPr>
        </p:nvSpPr>
        <p:spPr>
          <a:xfrm flipH="1">
            <a:off x="3219174" y="437575"/>
            <a:ext cx="1731300" cy="265800"/>
          </a:xfrm>
          <a:prstGeom prst="rect">
            <a:avLst/>
          </a:prstGeom>
        </p:spPr>
        <p:txBody>
          <a:bodyPr anchorCtr="0" anchor="ctr" bIns="0" lIns="0" spcFirstLastPara="1" rIns="0" wrap="square" tIns="0">
            <a:noAutofit/>
          </a:bodyPr>
          <a:lstStyle/>
          <a:p>
            <a:pPr indent="0" lvl="0" marL="0" rtl="0" algn="l">
              <a:spcBef>
                <a:spcPts val="0"/>
              </a:spcBef>
              <a:spcAft>
                <a:spcPts val="0"/>
              </a:spcAft>
              <a:buNone/>
            </a:pPr>
            <a:r>
              <a:t/>
            </a:r>
            <a:endParaRPr/>
          </a:p>
        </p:txBody>
      </p:sp>
      <p:sp>
        <p:nvSpPr>
          <p:cNvPr id="15978" name="Google Shape;15978;p284"/>
          <p:cNvSpPr txBox="1"/>
          <p:nvPr>
            <p:ph idx="2" type="title"/>
          </p:nvPr>
        </p:nvSpPr>
        <p:spPr>
          <a:xfrm flipH="1">
            <a:off x="6546263" y="387663"/>
            <a:ext cx="3350100" cy="169200"/>
          </a:xfrm>
          <a:prstGeom prst="rect">
            <a:avLst/>
          </a:prstGeom>
        </p:spPr>
        <p:txBody>
          <a:bodyPr anchorCtr="0" anchor="ctr" bIns="0" lIns="0" spcFirstLastPara="1" rIns="0" wrap="square" tIns="0">
            <a:noAutofit/>
          </a:bodyPr>
          <a:lstStyle/>
          <a:p>
            <a:pPr indent="0" lvl="0" marL="0" rtl="0" algn="l">
              <a:spcBef>
                <a:spcPts val="0"/>
              </a:spcBef>
              <a:spcAft>
                <a:spcPts val="0"/>
              </a:spcAft>
              <a:buNone/>
            </a:pPr>
            <a:r>
              <a:t/>
            </a:r>
            <a:endParaRPr/>
          </a:p>
        </p:txBody>
      </p:sp>
      <p:sp>
        <p:nvSpPr>
          <p:cNvPr id="15979" name="Google Shape;15979;p284"/>
          <p:cNvSpPr txBox="1"/>
          <p:nvPr>
            <p:ph idx="3" type="title"/>
          </p:nvPr>
        </p:nvSpPr>
        <p:spPr>
          <a:xfrm flipH="1">
            <a:off x="6546263" y="579538"/>
            <a:ext cx="3350100" cy="169200"/>
          </a:xfrm>
          <a:prstGeom prst="rect">
            <a:avLst/>
          </a:prstGeom>
        </p:spPr>
        <p:txBody>
          <a:bodyPr anchorCtr="0" anchor="ctr" bIns="0" lIns="0" spcFirstLastPara="1" rIns="0" wrap="square" tIns="0">
            <a:noAutofit/>
          </a:bodyPr>
          <a:lstStyle/>
          <a:p>
            <a:pPr indent="0" lvl="0" marL="0" rtl="0" algn="l">
              <a:spcBef>
                <a:spcPts val="0"/>
              </a:spcBef>
              <a:spcAft>
                <a:spcPts val="0"/>
              </a:spcAft>
              <a:buNone/>
            </a:pPr>
            <a:r>
              <a:t/>
            </a:r>
            <a:endParaRPr/>
          </a:p>
        </p:txBody>
      </p:sp>
      <p:sp>
        <p:nvSpPr>
          <p:cNvPr id="15980" name="Google Shape;15980;p284"/>
          <p:cNvSpPr txBox="1"/>
          <p:nvPr>
            <p:ph idx="8" type="body"/>
          </p:nvPr>
        </p:nvSpPr>
        <p:spPr>
          <a:xfrm>
            <a:off x="641150" y="612125"/>
            <a:ext cx="1770300" cy="160500"/>
          </a:xfrm>
          <a:prstGeom prst="rect">
            <a:avLst/>
          </a:prstGeom>
        </p:spPr>
        <p:txBody>
          <a:bodyPr anchorCtr="0" anchor="t" bIns="0" lIns="0" spcFirstLastPara="1" rIns="0" wrap="square" tIns="0">
            <a:noAutofit/>
          </a:bodyPr>
          <a:lstStyle/>
          <a:p>
            <a:pPr indent="0" lvl="0" marL="0" rtl="0" algn="ctr">
              <a:spcBef>
                <a:spcPts val="0"/>
              </a:spcBef>
              <a:spcAft>
                <a:spcPts val="0"/>
              </a:spcAft>
              <a:buNone/>
            </a:pPr>
            <a:r>
              <a:t/>
            </a:r>
            <a:endParaRPr/>
          </a:p>
        </p:txBody>
      </p:sp>
      <p:pic>
        <p:nvPicPr>
          <p:cNvPr id="15981" name="Google Shape;15981;p284"/>
          <p:cNvPicPr preferRelativeResize="0"/>
          <p:nvPr/>
        </p:nvPicPr>
        <p:blipFill>
          <a:blip r:embed="rId3">
            <a:alphaModFix/>
          </a:blip>
          <a:stretch>
            <a:fillRect/>
          </a:stretch>
        </p:blipFill>
        <p:spPr>
          <a:xfrm>
            <a:off x="197075" y="1565600"/>
            <a:ext cx="9699299" cy="2572850"/>
          </a:xfrm>
          <a:prstGeom prst="rect">
            <a:avLst/>
          </a:prstGeom>
          <a:noFill/>
          <a:ln>
            <a:noFill/>
          </a:ln>
        </p:spPr>
      </p:pic>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985" name="Shape 15985"/>
        <p:cNvGrpSpPr/>
        <p:nvPr/>
      </p:nvGrpSpPr>
      <p:grpSpPr>
        <a:xfrm>
          <a:off x="0" y="0"/>
          <a:ext cx="0" cy="0"/>
          <a:chOff x="0" y="0"/>
          <a:chExt cx="0" cy="0"/>
        </a:xfrm>
      </p:grpSpPr>
      <p:sp>
        <p:nvSpPr>
          <p:cNvPr id="15986" name="Google Shape;15986;p285"/>
          <p:cNvSpPr txBox="1"/>
          <p:nvPr>
            <p:ph type="title"/>
          </p:nvPr>
        </p:nvSpPr>
        <p:spPr>
          <a:xfrm flipH="1">
            <a:off x="3219174" y="437575"/>
            <a:ext cx="1731300" cy="265800"/>
          </a:xfrm>
          <a:prstGeom prst="rect">
            <a:avLst/>
          </a:prstGeom>
        </p:spPr>
        <p:txBody>
          <a:bodyPr anchorCtr="0" anchor="ctr" bIns="0" lIns="0" spcFirstLastPara="1" rIns="0" wrap="square" tIns="0">
            <a:noAutofit/>
          </a:bodyPr>
          <a:lstStyle/>
          <a:p>
            <a:pPr indent="0" lvl="0" marL="0" rtl="0" algn="l">
              <a:spcBef>
                <a:spcPts val="0"/>
              </a:spcBef>
              <a:spcAft>
                <a:spcPts val="0"/>
              </a:spcAft>
              <a:buNone/>
            </a:pPr>
            <a:r>
              <a:t/>
            </a:r>
            <a:endParaRPr/>
          </a:p>
        </p:txBody>
      </p:sp>
      <p:sp>
        <p:nvSpPr>
          <p:cNvPr id="15987" name="Google Shape;15987;p285"/>
          <p:cNvSpPr txBox="1"/>
          <p:nvPr>
            <p:ph idx="2" type="title"/>
          </p:nvPr>
        </p:nvSpPr>
        <p:spPr>
          <a:xfrm flipH="1">
            <a:off x="6546263" y="387663"/>
            <a:ext cx="3350100" cy="169200"/>
          </a:xfrm>
          <a:prstGeom prst="rect">
            <a:avLst/>
          </a:prstGeom>
        </p:spPr>
        <p:txBody>
          <a:bodyPr anchorCtr="0" anchor="ctr" bIns="0" lIns="0" spcFirstLastPara="1" rIns="0" wrap="square" tIns="0">
            <a:noAutofit/>
          </a:bodyPr>
          <a:lstStyle/>
          <a:p>
            <a:pPr indent="0" lvl="0" marL="0" rtl="0" algn="l">
              <a:spcBef>
                <a:spcPts val="0"/>
              </a:spcBef>
              <a:spcAft>
                <a:spcPts val="0"/>
              </a:spcAft>
              <a:buNone/>
            </a:pPr>
            <a:r>
              <a:t/>
            </a:r>
            <a:endParaRPr/>
          </a:p>
        </p:txBody>
      </p:sp>
      <p:sp>
        <p:nvSpPr>
          <p:cNvPr id="15988" name="Google Shape;15988;p285"/>
          <p:cNvSpPr txBox="1"/>
          <p:nvPr>
            <p:ph idx="3" type="title"/>
          </p:nvPr>
        </p:nvSpPr>
        <p:spPr>
          <a:xfrm flipH="1">
            <a:off x="6546263" y="579538"/>
            <a:ext cx="3350100" cy="169200"/>
          </a:xfrm>
          <a:prstGeom prst="rect">
            <a:avLst/>
          </a:prstGeom>
        </p:spPr>
        <p:txBody>
          <a:bodyPr anchorCtr="0" anchor="ctr" bIns="0" lIns="0" spcFirstLastPara="1" rIns="0" wrap="square" tIns="0">
            <a:noAutofit/>
          </a:bodyPr>
          <a:lstStyle/>
          <a:p>
            <a:pPr indent="0" lvl="0" marL="0" rtl="0" algn="l">
              <a:spcBef>
                <a:spcPts val="0"/>
              </a:spcBef>
              <a:spcAft>
                <a:spcPts val="0"/>
              </a:spcAft>
              <a:buNone/>
            </a:pPr>
            <a:r>
              <a:t/>
            </a:r>
            <a:endParaRPr/>
          </a:p>
        </p:txBody>
      </p:sp>
      <p:sp>
        <p:nvSpPr>
          <p:cNvPr id="15989" name="Google Shape;15989;p285"/>
          <p:cNvSpPr txBox="1"/>
          <p:nvPr>
            <p:ph idx="8" type="body"/>
          </p:nvPr>
        </p:nvSpPr>
        <p:spPr>
          <a:xfrm>
            <a:off x="641150" y="612125"/>
            <a:ext cx="1770300" cy="160500"/>
          </a:xfrm>
          <a:prstGeom prst="rect">
            <a:avLst/>
          </a:prstGeom>
        </p:spPr>
        <p:txBody>
          <a:bodyPr anchorCtr="0" anchor="t" bIns="0" lIns="0" spcFirstLastPara="1" rIns="0" wrap="square" tIns="0">
            <a:noAutofit/>
          </a:bodyPr>
          <a:lstStyle/>
          <a:p>
            <a:pPr indent="0" lvl="0" marL="0" rtl="0" algn="ctr">
              <a:spcBef>
                <a:spcPts val="0"/>
              </a:spcBef>
              <a:spcAft>
                <a:spcPts val="0"/>
              </a:spcAft>
              <a:buNone/>
            </a:pPr>
            <a:r>
              <a:t/>
            </a:r>
            <a:endParaRPr/>
          </a:p>
        </p:txBody>
      </p:sp>
      <p:pic>
        <p:nvPicPr>
          <p:cNvPr id="15990" name="Google Shape;15990;p285"/>
          <p:cNvPicPr preferRelativeResize="0"/>
          <p:nvPr/>
        </p:nvPicPr>
        <p:blipFill>
          <a:blip r:embed="rId3">
            <a:alphaModFix/>
          </a:blip>
          <a:stretch>
            <a:fillRect/>
          </a:stretch>
        </p:blipFill>
        <p:spPr>
          <a:xfrm>
            <a:off x="251800" y="1439600"/>
            <a:ext cx="9644575" cy="2447050"/>
          </a:xfrm>
          <a:prstGeom prst="rect">
            <a:avLst/>
          </a:prstGeom>
          <a:noFill/>
          <a:ln>
            <a:noFill/>
          </a:ln>
        </p:spPr>
      </p:pic>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994" name="Shape 15994"/>
        <p:cNvGrpSpPr/>
        <p:nvPr/>
      </p:nvGrpSpPr>
      <p:grpSpPr>
        <a:xfrm>
          <a:off x="0" y="0"/>
          <a:ext cx="0" cy="0"/>
          <a:chOff x="0" y="0"/>
          <a:chExt cx="0" cy="0"/>
        </a:xfrm>
      </p:grpSpPr>
      <p:sp>
        <p:nvSpPr>
          <p:cNvPr id="15995" name="Google Shape;15995;p286"/>
          <p:cNvSpPr txBox="1"/>
          <p:nvPr>
            <p:ph idx="3" type="title"/>
          </p:nvPr>
        </p:nvSpPr>
        <p:spPr>
          <a:xfrm flipH="1">
            <a:off x="5062163" y="43338"/>
            <a:ext cx="4942500" cy="265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15996" name="Google Shape;15996;p286"/>
          <p:cNvSpPr txBox="1"/>
          <p:nvPr>
            <p:ph idx="4" type="title"/>
          </p:nvPr>
        </p:nvSpPr>
        <p:spPr>
          <a:xfrm flipH="1">
            <a:off x="6546263" y="387663"/>
            <a:ext cx="3350100" cy="169200"/>
          </a:xfrm>
          <a:prstGeom prst="rect">
            <a:avLst/>
          </a:prstGeom>
        </p:spPr>
        <p:txBody>
          <a:bodyPr anchorCtr="0" anchor="ctr" bIns="0" lIns="0" spcFirstLastPara="1" rIns="0" wrap="square" tIns="0">
            <a:noAutofit/>
          </a:bodyPr>
          <a:lstStyle/>
          <a:p>
            <a:pPr indent="0" lvl="0" marL="0" rtl="0" algn="l">
              <a:spcBef>
                <a:spcPts val="0"/>
              </a:spcBef>
              <a:spcAft>
                <a:spcPts val="0"/>
              </a:spcAft>
              <a:buNone/>
            </a:pPr>
            <a:r>
              <a:rPr lang="es-419"/>
              <a:t>garantizar el cumplimiento oportuno de los pedidos</a:t>
            </a:r>
            <a:endParaRPr/>
          </a:p>
        </p:txBody>
      </p:sp>
      <p:sp>
        <p:nvSpPr>
          <p:cNvPr id="15997" name="Google Shape;15997;p286"/>
          <p:cNvSpPr txBox="1"/>
          <p:nvPr>
            <p:ph idx="2" type="title"/>
          </p:nvPr>
        </p:nvSpPr>
        <p:spPr>
          <a:xfrm flipH="1">
            <a:off x="3219174" y="437575"/>
            <a:ext cx="1731300" cy="265800"/>
          </a:xfrm>
          <a:prstGeom prst="rect">
            <a:avLst/>
          </a:prstGeom>
        </p:spPr>
        <p:txBody>
          <a:bodyPr anchorCtr="0" anchor="ctr" bIns="0" lIns="0" spcFirstLastPara="1" rIns="0" wrap="square" tIns="0">
            <a:noAutofit/>
          </a:bodyPr>
          <a:lstStyle/>
          <a:p>
            <a:pPr indent="0" lvl="0" marL="0" rtl="0" algn="l">
              <a:spcBef>
                <a:spcPts val="0"/>
              </a:spcBef>
              <a:spcAft>
                <a:spcPts val="0"/>
              </a:spcAft>
              <a:buNone/>
            </a:pPr>
            <a:r>
              <a:rPr lang="es-419"/>
              <a:t>Realizar Pedido De Producto Ecologico</a:t>
            </a:r>
            <a:endParaRPr/>
          </a:p>
        </p:txBody>
      </p:sp>
      <p:sp>
        <p:nvSpPr>
          <p:cNvPr id="15998" name="Google Shape;15998;p286"/>
          <p:cNvSpPr txBox="1"/>
          <p:nvPr>
            <p:ph idx="5" type="title"/>
          </p:nvPr>
        </p:nvSpPr>
        <p:spPr>
          <a:xfrm flipH="1">
            <a:off x="6546301" y="579553"/>
            <a:ext cx="3533700" cy="190200"/>
          </a:xfrm>
          <a:prstGeom prst="rect">
            <a:avLst/>
          </a:prstGeom>
        </p:spPr>
        <p:txBody>
          <a:bodyPr anchorCtr="0" anchor="ctr" bIns="0" lIns="0" spcFirstLastPara="1" rIns="0" wrap="square" tIns="0">
            <a:noAutofit/>
          </a:bodyPr>
          <a:lstStyle/>
          <a:p>
            <a:pPr indent="0" lvl="0" marL="0" rtl="0" algn="l">
              <a:spcBef>
                <a:spcPts val="0"/>
              </a:spcBef>
              <a:spcAft>
                <a:spcPts val="0"/>
              </a:spcAft>
              <a:buNone/>
            </a:pPr>
            <a:r>
              <a:rPr lang="es-419"/>
              <a:t>recibir el producto en el tiempo y las condiciones acordadas</a:t>
            </a:r>
            <a:endParaRPr/>
          </a:p>
        </p:txBody>
      </p:sp>
      <p:sp>
        <p:nvSpPr>
          <p:cNvPr id="15999" name="Google Shape;15999;p286"/>
          <p:cNvSpPr txBox="1"/>
          <p:nvPr>
            <p:ph idx="1" type="subTitle"/>
          </p:nvPr>
        </p:nvSpPr>
        <p:spPr>
          <a:xfrm>
            <a:off x="221113" y="928363"/>
            <a:ext cx="1932000" cy="296700"/>
          </a:xfrm>
          <a:prstGeom prst="rect">
            <a:avLst/>
          </a:prstGeom>
        </p:spPr>
        <p:txBody>
          <a:bodyPr anchorCtr="0" anchor="t" bIns="36000" lIns="36000" spcFirstLastPara="1" rIns="36000" wrap="square" tIns="36000">
            <a:noAutofit/>
          </a:bodyPr>
          <a:lstStyle/>
          <a:p>
            <a:pPr indent="0" lvl="0" marL="0" rtl="0" algn="ctr">
              <a:spcBef>
                <a:spcPts val="0"/>
              </a:spcBef>
              <a:spcAft>
                <a:spcPts val="0"/>
              </a:spcAft>
              <a:buNone/>
            </a:pPr>
            <a:r>
              <a:t/>
            </a:r>
            <a:endParaRPr/>
          </a:p>
        </p:txBody>
      </p:sp>
      <p:sp>
        <p:nvSpPr>
          <p:cNvPr id="16000" name="Google Shape;16000;p286"/>
          <p:cNvSpPr txBox="1"/>
          <p:nvPr>
            <p:ph idx="6" type="subTitle"/>
          </p:nvPr>
        </p:nvSpPr>
        <p:spPr>
          <a:xfrm>
            <a:off x="2153413" y="928363"/>
            <a:ext cx="1932000" cy="296700"/>
          </a:xfrm>
          <a:prstGeom prst="rect">
            <a:avLst/>
          </a:prstGeom>
        </p:spPr>
        <p:txBody>
          <a:bodyPr anchorCtr="0" anchor="t" bIns="36000" lIns="36000" spcFirstLastPara="1" rIns="36000" wrap="square" tIns="36000">
            <a:noAutofit/>
          </a:bodyPr>
          <a:lstStyle/>
          <a:p>
            <a:pPr indent="0" lvl="0" marL="0" rtl="0" algn="ctr">
              <a:spcBef>
                <a:spcPts val="0"/>
              </a:spcBef>
              <a:spcAft>
                <a:spcPts val="0"/>
              </a:spcAft>
              <a:buClr>
                <a:schemeClr val="dk1"/>
              </a:buClr>
              <a:buSzPts val="1100"/>
              <a:buFont typeface="Arial"/>
              <a:buNone/>
            </a:pPr>
            <a:r>
              <a:rPr lang="es-419">
                <a:solidFill>
                  <a:schemeClr val="dk1"/>
                </a:solidFill>
              </a:rPr>
              <a:t>comercial</a:t>
            </a:r>
            <a:endParaRPr/>
          </a:p>
        </p:txBody>
      </p:sp>
      <p:sp>
        <p:nvSpPr>
          <p:cNvPr id="16001" name="Google Shape;16001;p286"/>
          <p:cNvSpPr txBox="1"/>
          <p:nvPr>
            <p:ph idx="7" type="subTitle"/>
          </p:nvPr>
        </p:nvSpPr>
        <p:spPr>
          <a:xfrm>
            <a:off x="4085413" y="928363"/>
            <a:ext cx="1932000" cy="296700"/>
          </a:xfrm>
          <a:prstGeom prst="rect">
            <a:avLst/>
          </a:prstGeom>
        </p:spPr>
        <p:txBody>
          <a:bodyPr anchorCtr="0" anchor="t" bIns="36000" lIns="36000" spcFirstLastPara="1" rIns="36000" wrap="square" tIns="36000">
            <a:noAutofit/>
          </a:bodyPr>
          <a:lstStyle/>
          <a:p>
            <a:pPr indent="0" lvl="0" marL="0" rtl="0" algn="ctr">
              <a:spcBef>
                <a:spcPts val="0"/>
              </a:spcBef>
              <a:spcAft>
                <a:spcPts val="0"/>
              </a:spcAft>
              <a:buNone/>
            </a:pPr>
            <a:r>
              <a:t/>
            </a:r>
            <a:endParaRPr/>
          </a:p>
        </p:txBody>
      </p:sp>
      <p:sp>
        <p:nvSpPr>
          <p:cNvPr id="16002" name="Google Shape;16002;p286"/>
          <p:cNvSpPr txBox="1"/>
          <p:nvPr>
            <p:ph idx="8" type="subTitle"/>
          </p:nvPr>
        </p:nvSpPr>
        <p:spPr>
          <a:xfrm>
            <a:off x="6017713" y="928363"/>
            <a:ext cx="1932000" cy="296700"/>
          </a:xfrm>
          <a:prstGeom prst="rect">
            <a:avLst/>
          </a:prstGeom>
        </p:spPr>
        <p:txBody>
          <a:bodyPr anchorCtr="0" anchor="t" bIns="36000" lIns="36000" spcFirstLastPara="1" rIns="36000" wrap="square" tIns="36000">
            <a:noAutofit/>
          </a:bodyPr>
          <a:lstStyle/>
          <a:p>
            <a:pPr indent="0" lvl="0" marL="0" rtl="0" algn="ctr">
              <a:spcBef>
                <a:spcPts val="0"/>
              </a:spcBef>
              <a:spcAft>
                <a:spcPts val="0"/>
              </a:spcAft>
              <a:buNone/>
            </a:pPr>
            <a:r>
              <a:t/>
            </a:r>
            <a:endParaRPr/>
          </a:p>
        </p:txBody>
      </p:sp>
      <p:sp>
        <p:nvSpPr>
          <p:cNvPr id="16003" name="Google Shape;16003;p286"/>
          <p:cNvSpPr txBox="1"/>
          <p:nvPr>
            <p:ph idx="9" type="subTitle"/>
          </p:nvPr>
        </p:nvSpPr>
        <p:spPr>
          <a:xfrm>
            <a:off x="7949713" y="928363"/>
            <a:ext cx="1932000" cy="296700"/>
          </a:xfrm>
          <a:prstGeom prst="rect">
            <a:avLst/>
          </a:prstGeom>
        </p:spPr>
        <p:txBody>
          <a:bodyPr anchorCtr="0" anchor="t" bIns="36000" lIns="36000" spcFirstLastPara="1" rIns="36000" wrap="square" tIns="36000">
            <a:noAutofit/>
          </a:bodyPr>
          <a:lstStyle/>
          <a:p>
            <a:pPr indent="0" lvl="0" marL="0" rtl="0" algn="ctr">
              <a:spcBef>
                <a:spcPts val="0"/>
              </a:spcBef>
              <a:spcAft>
                <a:spcPts val="0"/>
              </a:spcAft>
              <a:buNone/>
            </a:pPr>
            <a:r>
              <a:t/>
            </a:r>
            <a:endParaRPr/>
          </a:p>
        </p:txBody>
      </p:sp>
      <p:sp>
        <p:nvSpPr>
          <p:cNvPr id="16004" name="Google Shape;16004;p286"/>
          <p:cNvSpPr txBox="1"/>
          <p:nvPr>
            <p:ph idx="13" type="body"/>
          </p:nvPr>
        </p:nvSpPr>
        <p:spPr>
          <a:xfrm>
            <a:off x="221125" y="576026"/>
            <a:ext cx="2102700" cy="160500"/>
          </a:xfrm>
          <a:prstGeom prst="rect">
            <a:avLst/>
          </a:prstGeom>
        </p:spPr>
        <p:txBody>
          <a:bodyPr anchorCtr="0" anchor="t" bIns="0" lIns="0" spcFirstLastPara="1" rIns="0" wrap="square" tIns="0">
            <a:noAutofit/>
          </a:bodyPr>
          <a:lstStyle/>
          <a:p>
            <a:pPr indent="0" lvl="0" marL="0" rtl="0" algn="ctr">
              <a:spcBef>
                <a:spcPts val="0"/>
              </a:spcBef>
              <a:spcAft>
                <a:spcPts val="0"/>
              </a:spcAft>
              <a:buNone/>
            </a:pPr>
            <a:r>
              <a:t/>
            </a:r>
            <a:endParaRPr/>
          </a:p>
        </p:txBody>
      </p:sp>
      <p:grpSp>
        <p:nvGrpSpPr>
          <p:cNvPr id="16005" name="Google Shape;16005;p286"/>
          <p:cNvGrpSpPr/>
          <p:nvPr/>
        </p:nvGrpSpPr>
        <p:grpSpPr>
          <a:xfrm>
            <a:off x="-769381" y="5406474"/>
            <a:ext cx="522688" cy="506718"/>
            <a:chOff x="2323550" y="2096250"/>
            <a:chExt cx="522688" cy="648475"/>
          </a:xfrm>
        </p:grpSpPr>
        <p:sp>
          <p:nvSpPr>
            <p:cNvPr id="16006" name="Google Shape;16006;p286"/>
            <p:cNvSpPr/>
            <p:nvPr/>
          </p:nvSpPr>
          <p:spPr>
            <a:xfrm>
              <a:off x="2323550" y="2096250"/>
              <a:ext cx="286500" cy="367500"/>
            </a:xfrm>
            <a:prstGeom prst="wedgeRoundRectCallout">
              <a:avLst>
                <a:gd fmla="val 36634" name="adj1"/>
                <a:gd fmla="val 77667" name="adj2"/>
                <a:gd fmla="val 0" name="adj3"/>
              </a:avLst>
            </a:prstGeom>
            <a:solidFill>
              <a:srgbClr val="CC0000">
                <a:alpha val="15320"/>
              </a:srgbClr>
            </a:solidFill>
            <a:ln cap="flat" cmpd="sng" w="9525">
              <a:solidFill>
                <a:srgbClr val="CC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7" name="Google Shape;16007;p286"/>
            <p:cNvSpPr/>
            <p:nvPr/>
          </p:nvSpPr>
          <p:spPr>
            <a:xfrm>
              <a:off x="2493738" y="2546725"/>
              <a:ext cx="352500" cy="198000"/>
            </a:xfrm>
            <a:prstGeom prst="roundRect">
              <a:avLst>
                <a:gd fmla="val 16667" name="adj"/>
              </a:avLst>
            </a:prstGeom>
            <a:solidFill>
              <a:srgbClr val="FFFFFF">
                <a:alpha val="77480"/>
              </a:srgbClr>
            </a:solidFill>
            <a:ln cap="flat" cmpd="sng" w="9525">
              <a:solidFill>
                <a:srgbClr val="CC0000"/>
              </a:solidFill>
              <a:prstDash val="solid"/>
              <a:round/>
              <a:headEnd len="sm" w="sm" type="none"/>
              <a:tailEnd len="sm" w="sm" type="none"/>
            </a:ln>
          </p:spPr>
          <p:txBody>
            <a:bodyPr anchorCtr="0" anchor="t" bIns="0" lIns="0" spcFirstLastPara="1" rIns="0" wrap="square" tIns="18000">
              <a:noAutofit/>
            </a:bodyPr>
            <a:lstStyle/>
            <a:p>
              <a:pPr indent="0" lvl="0" marL="0" rtl="0" algn="ctr">
                <a:spcBef>
                  <a:spcPts val="0"/>
                </a:spcBef>
                <a:spcAft>
                  <a:spcPts val="0"/>
                </a:spcAft>
                <a:buNone/>
              </a:pPr>
              <a:r>
                <a:rPr lang="es-419" sz="800"/>
                <a:t>&lt;...&gt;</a:t>
              </a:r>
              <a:endParaRPr sz="800"/>
            </a:p>
          </p:txBody>
        </p:sp>
      </p:grpSp>
      <p:sp>
        <p:nvSpPr>
          <p:cNvPr id="16008" name="Google Shape;16008;p286"/>
          <p:cNvSpPr/>
          <p:nvPr/>
        </p:nvSpPr>
        <p:spPr>
          <a:xfrm>
            <a:off x="-643638" y="2050413"/>
            <a:ext cx="271200" cy="246000"/>
          </a:xfrm>
          <a:prstGeom prst="diamond">
            <a:avLst/>
          </a:prstGeom>
          <a:solidFill>
            <a:srgbClr val="FFFFCC"/>
          </a:solidFill>
          <a:ln cap="flat" cmpd="sng" w="9525">
            <a:solidFill>
              <a:srgbClr val="990033"/>
            </a:solidFill>
            <a:prstDash val="solid"/>
            <a:round/>
            <a:headEnd len="sm" w="sm" type="none"/>
            <a:tailEnd len="sm" w="sm" type="none"/>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None/>
            </a:pPr>
            <a:r>
              <a:t/>
            </a:r>
            <a:endParaRPr sz="900"/>
          </a:p>
        </p:txBody>
      </p:sp>
      <p:cxnSp>
        <p:nvCxnSpPr>
          <p:cNvPr id="16009" name="Google Shape;16009;p286"/>
          <p:cNvCxnSpPr/>
          <p:nvPr/>
        </p:nvCxnSpPr>
        <p:spPr>
          <a:xfrm flipH="1">
            <a:off x="-634338" y="4027824"/>
            <a:ext cx="252600" cy="107700"/>
          </a:xfrm>
          <a:prstGeom prst="bentConnector3">
            <a:avLst>
              <a:gd fmla="val 50000" name="adj1"/>
            </a:avLst>
          </a:prstGeom>
          <a:noFill/>
          <a:ln cap="flat" cmpd="sng" w="9525">
            <a:solidFill>
              <a:srgbClr val="595959"/>
            </a:solidFill>
            <a:prstDash val="dot"/>
            <a:round/>
            <a:headEnd len="med" w="med" type="none"/>
            <a:tailEnd len="med" w="med" type="stealth"/>
          </a:ln>
        </p:spPr>
      </p:cxnSp>
      <p:cxnSp>
        <p:nvCxnSpPr>
          <p:cNvPr id="16010" name="Google Shape;16010;p286"/>
          <p:cNvCxnSpPr/>
          <p:nvPr/>
        </p:nvCxnSpPr>
        <p:spPr>
          <a:xfrm flipH="1">
            <a:off x="-619338" y="3711824"/>
            <a:ext cx="222600" cy="121500"/>
          </a:xfrm>
          <a:prstGeom prst="bentConnector3">
            <a:avLst>
              <a:gd fmla="val 48012" name="adj1"/>
            </a:avLst>
          </a:prstGeom>
          <a:noFill/>
          <a:ln cap="flat" cmpd="sng" w="9525">
            <a:solidFill>
              <a:srgbClr val="595959"/>
            </a:solidFill>
            <a:prstDash val="solid"/>
            <a:round/>
            <a:headEnd len="med" w="med" type="none"/>
            <a:tailEnd len="med" w="med" type="stealth"/>
          </a:ln>
        </p:spPr>
      </p:cxnSp>
      <p:pic>
        <p:nvPicPr>
          <p:cNvPr id="16011" name="Google Shape;16011;p286"/>
          <p:cNvPicPr preferRelativeResize="0"/>
          <p:nvPr/>
        </p:nvPicPr>
        <p:blipFill>
          <a:blip r:embed="rId3">
            <a:alphaModFix/>
          </a:blip>
          <a:stretch>
            <a:fillRect/>
          </a:stretch>
        </p:blipFill>
        <p:spPr>
          <a:xfrm>
            <a:off x="-603138" y="4893824"/>
            <a:ext cx="190200" cy="190200"/>
          </a:xfrm>
          <a:prstGeom prst="rect">
            <a:avLst/>
          </a:prstGeom>
          <a:noFill/>
          <a:ln>
            <a:noFill/>
          </a:ln>
        </p:spPr>
      </p:pic>
      <p:pic>
        <p:nvPicPr>
          <p:cNvPr id="16012" name="Google Shape;16012;p286"/>
          <p:cNvPicPr preferRelativeResize="0"/>
          <p:nvPr/>
        </p:nvPicPr>
        <p:blipFill>
          <a:blip r:embed="rId4">
            <a:alphaModFix/>
          </a:blip>
          <a:stretch>
            <a:fillRect/>
          </a:stretch>
        </p:blipFill>
        <p:spPr>
          <a:xfrm>
            <a:off x="-581388" y="4482433"/>
            <a:ext cx="146700" cy="146700"/>
          </a:xfrm>
          <a:prstGeom prst="rect">
            <a:avLst/>
          </a:prstGeom>
          <a:noFill/>
          <a:ln>
            <a:noFill/>
          </a:ln>
        </p:spPr>
      </p:pic>
      <p:grpSp>
        <p:nvGrpSpPr>
          <p:cNvPr id="16013" name="Google Shape;16013;p286"/>
          <p:cNvGrpSpPr/>
          <p:nvPr/>
        </p:nvGrpSpPr>
        <p:grpSpPr>
          <a:xfrm>
            <a:off x="-687870" y="6170971"/>
            <a:ext cx="359665" cy="471743"/>
            <a:chOff x="168338" y="3891550"/>
            <a:chExt cx="359665" cy="471743"/>
          </a:xfrm>
        </p:grpSpPr>
        <p:cxnSp>
          <p:nvCxnSpPr>
            <p:cNvPr id="16014" name="Google Shape;16014;p286"/>
            <p:cNvCxnSpPr>
              <a:stCxn id="16015" idx="4"/>
            </p:cNvCxnSpPr>
            <p:nvPr/>
          </p:nvCxnSpPr>
          <p:spPr>
            <a:xfrm rot="5400000">
              <a:off x="125438" y="4164693"/>
              <a:ext cx="241500" cy="155700"/>
            </a:xfrm>
            <a:prstGeom prst="bentConnector3">
              <a:avLst>
                <a:gd fmla="val 50000" name="adj1"/>
              </a:avLst>
            </a:prstGeom>
            <a:noFill/>
            <a:ln cap="flat" cmpd="sng" w="9525">
              <a:solidFill>
                <a:srgbClr val="990033"/>
              </a:solidFill>
              <a:prstDash val="dash"/>
              <a:round/>
              <a:headEnd len="sm" w="sm" type="none"/>
              <a:tailEnd len="sm" w="sm" type="none"/>
            </a:ln>
          </p:spPr>
        </p:cxnSp>
        <p:sp>
          <p:nvSpPr>
            <p:cNvPr id="16015" name="Google Shape;16015;p286"/>
            <p:cNvSpPr/>
            <p:nvPr/>
          </p:nvSpPr>
          <p:spPr>
            <a:xfrm>
              <a:off x="241503" y="3891550"/>
              <a:ext cx="286500" cy="192000"/>
            </a:xfrm>
            <a:prstGeom prst="wedgeRectCallout">
              <a:avLst>
                <a:gd fmla="val -21192" name="adj1"/>
                <a:gd fmla="val 69918" name="adj2"/>
              </a:avLst>
            </a:prstGeom>
            <a:solidFill>
              <a:srgbClr val="FFFFCC"/>
            </a:solidFill>
            <a:ln cap="flat" cmpd="sng" w="9525">
              <a:solidFill>
                <a:srgbClr val="990033"/>
              </a:solidFill>
              <a:prstDash val="solid"/>
              <a:round/>
              <a:headEnd len="sm" w="sm" type="none"/>
              <a:tailEnd len="sm" w="sm" type="none"/>
            </a:ln>
          </p:spPr>
          <p:txBody>
            <a:bodyPr anchorCtr="0" anchor="b" bIns="0" lIns="0" spcFirstLastPara="1" rIns="0" wrap="square" tIns="18000">
              <a:noAutofit/>
            </a:bodyPr>
            <a:lstStyle/>
            <a:p>
              <a:pPr indent="0" lvl="0" marL="0" rtl="0" algn="ctr">
                <a:spcBef>
                  <a:spcPts val="0"/>
                </a:spcBef>
                <a:spcAft>
                  <a:spcPts val="0"/>
                </a:spcAft>
                <a:buNone/>
              </a:pPr>
              <a:r>
                <a:rPr lang="es-419" sz="700"/>
                <a:t>&lt;...&gt;</a:t>
              </a:r>
              <a:endParaRPr sz="700"/>
            </a:p>
          </p:txBody>
        </p:sp>
      </p:grpSp>
      <p:grpSp>
        <p:nvGrpSpPr>
          <p:cNvPr id="16016" name="Google Shape;16016;p286"/>
          <p:cNvGrpSpPr/>
          <p:nvPr/>
        </p:nvGrpSpPr>
        <p:grpSpPr>
          <a:xfrm>
            <a:off x="-701088" y="3311149"/>
            <a:ext cx="386100" cy="299575"/>
            <a:chOff x="-1238876" y="2158050"/>
            <a:chExt cx="386100" cy="299575"/>
          </a:xfrm>
        </p:grpSpPr>
        <p:cxnSp>
          <p:nvCxnSpPr>
            <p:cNvPr id="16017" name="Google Shape;16017;p286"/>
            <p:cNvCxnSpPr/>
            <p:nvPr/>
          </p:nvCxnSpPr>
          <p:spPr>
            <a:xfrm flipH="1">
              <a:off x="-1221379" y="2158050"/>
              <a:ext cx="268800" cy="152100"/>
            </a:xfrm>
            <a:prstGeom prst="bentConnector3">
              <a:avLst>
                <a:gd fmla="val 50000" name="adj1"/>
              </a:avLst>
            </a:prstGeom>
            <a:noFill/>
            <a:ln cap="flat" cmpd="sng" w="9525">
              <a:solidFill>
                <a:srgbClr val="595959"/>
              </a:solidFill>
              <a:prstDash val="solid"/>
              <a:round/>
              <a:headEnd len="med" w="med" type="none"/>
              <a:tailEnd len="med" w="med" type="stealth"/>
            </a:ln>
          </p:spPr>
        </p:cxnSp>
        <p:sp>
          <p:nvSpPr>
            <p:cNvPr id="16018" name="Google Shape;16018;p286"/>
            <p:cNvSpPr txBox="1"/>
            <p:nvPr/>
          </p:nvSpPr>
          <p:spPr>
            <a:xfrm>
              <a:off x="-1238876" y="2333725"/>
              <a:ext cx="386100" cy="123900"/>
            </a:xfrm>
            <a:prstGeom prst="rect">
              <a:avLst/>
            </a:prstGeom>
            <a:noFill/>
            <a:ln>
              <a:noFill/>
            </a:ln>
          </p:spPr>
          <p:txBody>
            <a:bodyPr anchorCtr="0" anchor="t" bIns="0" lIns="0" spcFirstLastPara="1" rIns="0" wrap="square" tIns="0">
              <a:noAutofit/>
            </a:bodyPr>
            <a:lstStyle/>
            <a:p>
              <a:pPr indent="0" lvl="0" marL="0" rtl="0" algn="l">
                <a:spcBef>
                  <a:spcPts val="0"/>
                </a:spcBef>
                <a:spcAft>
                  <a:spcPts val="0"/>
                </a:spcAft>
                <a:buNone/>
              </a:pPr>
              <a:r>
                <a:rPr lang="es-419" sz="700"/>
                <a:t>&lt;..&gt;</a:t>
              </a:r>
              <a:endParaRPr sz="700"/>
            </a:p>
          </p:txBody>
        </p:sp>
      </p:grpSp>
      <p:grpSp>
        <p:nvGrpSpPr>
          <p:cNvPr id="16019" name="Google Shape;16019;p286"/>
          <p:cNvGrpSpPr/>
          <p:nvPr/>
        </p:nvGrpSpPr>
        <p:grpSpPr>
          <a:xfrm>
            <a:off x="-1016088" y="2409577"/>
            <a:ext cx="1016100" cy="648675"/>
            <a:chOff x="2711039" y="956525"/>
            <a:chExt cx="1016100" cy="648675"/>
          </a:xfrm>
        </p:grpSpPr>
        <p:sp>
          <p:nvSpPr>
            <p:cNvPr id="16020" name="Google Shape;16020;p286"/>
            <p:cNvSpPr/>
            <p:nvPr/>
          </p:nvSpPr>
          <p:spPr>
            <a:xfrm>
              <a:off x="3036100" y="959050"/>
              <a:ext cx="324900" cy="3069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1" name="Google Shape;16021;p286"/>
            <p:cNvSpPr txBox="1"/>
            <p:nvPr/>
          </p:nvSpPr>
          <p:spPr>
            <a:xfrm>
              <a:off x="2711039" y="1279275"/>
              <a:ext cx="1016100" cy="156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0"/>
                </a:spcAft>
                <a:buNone/>
              </a:pPr>
              <a:r>
                <a:rPr lang="es-419" sz="800"/>
                <a:t>&lt;...&gt;</a:t>
              </a:r>
              <a:endParaRPr sz="800"/>
            </a:p>
          </p:txBody>
        </p:sp>
        <p:sp>
          <p:nvSpPr>
            <p:cNvPr id="16022" name="Google Shape;16022;p286"/>
            <p:cNvSpPr txBox="1"/>
            <p:nvPr/>
          </p:nvSpPr>
          <p:spPr>
            <a:xfrm>
              <a:off x="2922239" y="1448900"/>
              <a:ext cx="593700" cy="156300"/>
            </a:xfrm>
            <a:prstGeom prst="rect">
              <a:avLst/>
            </a:prstGeom>
            <a:noFill/>
            <a:ln>
              <a:noFill/>
            </a:ln>
          </p:spPr>
          <p:txBody>
            <a:bodyPr anchorCtr="0" anchor="t" bIns="0" lIns="18000" spcFirstLastPara="1" rIns="0" wrap="square" tIns="18000">
              <a:noAutofit/>
            </a:bodyPr>
            <a:lstStyle/>
            <a:p>
              <a:pPr indent="0" lvl="0" marL="0" rtl="0" algn="l">
                <a:spcBef>
                  <a:spcPts val="0"/>
                </a:spcBef>
                <a:spcAft>
                  <a:spcPts val="0"/>
                </a:spcAft>
                <a:buNone/>
              </a:pPr>
              <a:r>
                <a:rPr lang="es-419" sz="700"/>
                <a:t>[Estado]</a:t>
              </a:r>
              <a:endParaRPr sz="700"/>
            </a:p>
          </p:txBody>
        </p:sp>
        <p:cxnSp>
          <p:nvCxnSpPr>
            <p:cNvPr id="16023" name="Google Shape;16023;p286"/>
            <p:cNvCxnSpPr/>
            <p:nvPr/>
          </p:nvCxnSpPr>
          <p:spPr>
            <a:xfrm>
              <a:off x="2959289" y="1434463"/>
              <a:ext cx="519600" cy="1800"/>
            </a:xfrm>
            <a:prstGeom prst="straightConnector1">
              <a:avLst/>
            </a:prstGeom>
            <a:noFill/>
            <a:ln cap="flat" cmpd="sng" w="9525">
              <a:solidFill>
                <a:srgbClr val="D9D9D9"/>
              </a:solidFill>
              <a:prstDash val="solid"/>
              <a:round/>
              <a:headEnd len="med" w="med" type="none"/>
              <a:tailEnd len="med" w="med" type="none"/>
            </a:ln>
          </p:spPr>
        </p:cxnSp>
        <p:sp>
          <p:nvSpPr>
            <p:cNvPr id="16024" name="Google Shape;16024;p286"/>
            <p:cNvSpPr txBox="1"/>
            <p:nvPr/>
          </p:nvSpPr>
          <p:spPr>
            <a:xfrm>
              <a:off x="3055750" y="956525"/>
              <a:ext cx="283500" cy="1563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
          <p:nvSpPr>
            <p:cNvPr id="16025" name="Google Shape;16025;p286"/>
            <p:cNvSpPr txBox="1"/>
            <p:nvPr/>
          </p:nvSpPr>
          <p:spPr>
            <a:xfrm>
              <a:off x="3055750" y="1108925"/>
              <a:ext cx="283500" cy="1563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pic>
          <p:nvPicPr>
            <p:cNvPr id="16026" name="Google Shape;16026;p286"/>
            <p:cNvPicPr preferRelativeResize="0"/>
            <p:nvPr/>
          </p:nvPicPr>
          <p:blipFill>
            <a:blip r:embed="rId5">
              <a:alphaModFix/>
            </a:blip>
            <a:stretch>
              <a:fillRect/>
            </a:stretch>
          </p:blipFill>
          <p:spPr>
            <a:xfrm>
              <a:off x="3025212" y="1016937"/>
              <a:ext cx="386100" cy="262357"/>
            </a:xfrm>
            <a:prstGeom prst="rect">
              <a:avLst/>
            </a:prstGeom>
            <a:noFill/>
            <a:ln>
              <a:noFill/>
            </a:ln>
          </p:spPr>
        </p:pic>
      </p:grpSp>
      <p:grpSp>
        <p:nvGrpSpPr>
          <p:cNvPr id="16027" name="Google Shape;16027;p286"/>
          <p:cNvGrpSpPr/>
          <p:nvPr/>
        </p:nvGrpSpPr>
        <p:grpSpPr>
          <a:xfrm>
            <a:off x="-745488" y="1052034"/>
            <a:ext cx="599794" cy="335546"/>
            <a:chOff x="463637" y="866084"/>
            <a:chExt cx="599794" cy="335546"/>
          </a:xfrm>
        </p:grpSpPr>
        <p:sp>
          <p:nvSpPr>
            <p:cNvPr id="16028" name="Google Shape;16028;p286"/>
            <p:cNvSpPr/>
            <p:nvPr/>
          </p:nvSpPr>
          <p:spPr>
            <a:xfrm>
              <a:off x="463637" y="968229"/>
              <a:ext cx="474900" cy="233400"/>
            </a:xfrm>
            <a:prstGeom prst="roundRect">
              <a:avLst>
                <a:gd fmla="val 50000" name="adj"/>
              </a:avLst>
            </a:prstGeom>
            <a:solidFill>
              <a:srgbClr val="FFFFCC"/>
            </a:solidFill>
            <a:ln cap="flat" cmpd="sng" w="9525">
              <a:solidFill>
                <a:srgbClr val="990033"/>
              </a:solidFill>
              <a:prstDash val="solid"/>
              <a:round/>
              <a:headEnd len="sm" w="sm" type="none"/>
              <a:tailEnd len="sm" w="sm" type="none"/>
            </a:ln>
          </p:spPr>
          <p:txBody>
            <a:bodyPr anchorCtr="0" anchor="b" bIns="0" lIns="0" spcFirstLastPara="1" rIns="0" wrap="square" tIns="18000">
              <a:noAutofit/>
            </a:bodyPr>
            <a:lstStyle/>
            <a:p>
              <a:pPr indent="0" lvl="0" marL="0" marR="0" rtl="0" algn="ctr">
                <a:lnSpc>
                  <a:spcPct val="100000"/>
                </a:lnSpc>
                <a:spcBef>
                  <a:spcPts val="0"/>
                </a:spcBef>
                <a:spcAft>
                  <a:spcPts val="0"/>
                </a:spcAft>
                <a:buNone/>
              </a:pPr>
              <a:r>
                <a:rPr lang="es-419" sz="800"/>
                <a:t>&lt;...&gt;</a:t>
              </a:r>
              <a:endParaRPr sz="800"/>
            </a:p>
          </p:txBody>
        </p:sp>
        <p:pic>
          <p:nvPicPr>
            <p:cNvPr id="16029" name="Google Shape;16029;p286"/>
            <p:cNvPicPr preferRelativeResize="0"/>
            <p:nvPr/>
          </p:nvPicPr>
          <p:blipFill rotWithShape="1">
            <a:blip r:embed="rId6">
              <a:alphaModFix/>
            </a:blip>
            <a:srcRect b="-868" l="0" r="82941" t="66946"/>
            <a:stretch/>
          </p:blipFill>
          <p:spPr>
            <a:xfrm>
              <a:off x="830031" y="866084"/>
              <a:ext cx="233400" cy="233401"/>
            </a:xfrm>
            <a:prstGeom prst="rect">
              <a:avLst/>
            </a:prstGeom>
            <a:noFill/>
            <a:ln>
              <a:noFill/>
            </a:ln>
          </p:spPr>
        </p:pic>
      </p:grpSp>
      <p:grpSp>
        <p:nvGrpSpPr>
          <p:cNvPr id="16030" name="Google Shape;16030;p286"/>
          <p:cNvGrpSpPr/>
          <p:nvPr/>
        </p:nvGrpSpPr>
        <p:grpSpPr>
          <a:xfrm>
            <a:off x="-864624" y="1499144"/>
            <a:ext cx="594037" cy="335546"/>
            <a:chOff x="344501" y="866084"/>
            <a:chExt cx="594037" cy="335546"/>
          </a:xfrm>
        </p:grpSpPr>
        <p:sp>
          <p:nvSpPr>
            <p:cNvPr id="16031" name="Google Shape;16031;p286"/>
            <p:cNvSpPr/>
            <p:nvPr/>
          </p:nvSpPr>
          <p:spPr>
            <a:xfrm>
              <a:off x="463637" y="968229"/>
              <a:ext cx="474900" cy="233400"/>
            </a:xfrm>
            <a:prstGeom prst="roundRect">
              <a:avLst>
                <a:gd fmla="val 50000" name="adj"/>
              </a:avLst>
            </a:prstGeom>
            <a:solidFill>
              <a:srgbClr val="FFFFCC"/>
            </a:solidFill>
            <a:ln cap="flat" cmpd="sng" w="9525">
              <a:solidFill>
                <a:srgbClr val="990033"/>
              </a:solidFill>
              <a:prstDash val="solid"/>
              <a:round/>
              <a:headEnd len="sm" w="sm" type="none"/>
              <a:tailEnd len="sm" w="sm" type="none"/>
            </a:ln>
          </p:spPr>
          <p:txBody>
            <a:bodyPr anchorCtr="0" anchor="b" bIns="0" lIns="0" spcFirstLastPara="1" rIns="0" wrap="square" tIns="18000">
              <a:noAutofit/>
            </a:bodyPr>
            <a:lstStyle/>
            <a:p>
              <a:pPr indent="0" lvl="0" marL="0" marR="0" rtl="0" algn="ctr">
                <a:lnSpc>
                  <a:spcPct val="100000"/>
                </a:lnSpc>
                <a:spcBef>
                  <a:spcPts val="0"/>
                </a:spcBef>
                <a:spcAft>
                  <a:spcPts val="0"/>
                </a:spcAft>
                <a:buNone/>
              </a:pPr>
              <a:r>
                <a:rPr lang="es-419" sz="800"/>
                <a:t>&lt;...&gt;</a:t>
              </a:r>
              <a:endParaRPr sz="800"/>
            </a:p>
          </p:txBody>
        </p:sp>
        <p:pic>
          <p:nvPicPr>
            <p:cNvPr id="16032" name="Google Shape;16032;p286"/>
            <p:cNvPicPr preferRelativeResize="0"/>
            <p:nvPr/>
          </p:nvPicPr>
          <p:blipFill rotWithShape="1">
            <a:blip r:embed="rId6">
              <a:alphaModFix/>
            </a:blip>
            <a:srcRect b="-868" l="33603" r="49337" t="66946"/>
            <a:stretch/>
          </p:blipFill>
          <p:spPr>
            <a:xfrm>
              <a:off x="344501" y="866084"/>
              <a:ext cx="233400" cy="233401"/>
            </a:xfrm>
            <a:prstGeom prst="rect">
              <a:avLst/>
            </a:prstGeom>
            <a:noFill/>
            <a:ln>
              <a:noFill/>
            </a:ln>
          </p:spPr>
        </p:pic>
      </p:grpSp>
      <p:pic>
        <p:nvPicPr>
          <p:cNvPr id="16033" name="Google Shape;16033;p286"/>
          <p:cNvPicPr preferRelativeResize="0"/>
          <p:nvPr/>
        </p:nvPicPr>
        <p:blipFill>
          <a:blip r:embed="rId7">
            <a:alphaModFix/>
          </a:blip>
          <a:stretch>
            <a:fillRect/>
          </a:stretch>
        </p:blipFill>
        <p:spPr>
          <a:xfrm>
            <a:off x="118700" y="928375"/>
            <a:ext cx="9763026" cy="5911625"/>
          </a:xfrm>
          <a:prstGeom prst="rect">
            <a:avLst/>
          </a:prstGeom>
          <a:noFill/>
          <a:ln>
            <a:noFill/>
          </a:ln>
        </p:spPr>
      </p:pic>
      <p:pic>
        <p:nvPicPr>
          <p:cNvPr id="16034" name="Google Shape;16034;p286"/>
          <p:cNvPicPr preferRelativeResize="0"/>
          <p:nvPr/>
        </p:nvPicPr>
        <p:blipFill rotWithShape="1">
          <a:blip r:embed="rId6">
            <a:alphaModFix/>
          </a:blip>
          <a:srcRect b="-868" l="0" r="82941" t="66946"/>
          <a:stretch/>
        </p:blipFill>
        <p:spPr>
          <a:xfrm>
            <a:off x="1302418" y="1225065"/>
            <a:ext cx="506724" cy="506725"/>
          </a:xfrm>
          <a:prstGeom prst="rect">
            <a:avLst/>
          </a:prstGeom>
          <a:noFill/>
          <a:ln>
            <a:noFill/>
          </a:ln>
        </p:spPr>
      </p:pic>
      <p:pic>
        <p:nvPicPr>
          <p:cNvPr id="16035" name="Google Shape;16035;p286"/>
          <p:cNvPicPr preferRelativeResize="0"/>
          <p:nvPr/>
        </p:nvPicPr>
        <p:blipFill rotWithShape="1">
          <a:blip r:embed="rId6">
            <a:alphaModFix/>
          </a:blip>
          <a:srcRect b="-64" l="16646" r="66294" t="66142"/>
          <a:stretch/>
        </p:blipFill>
        <p:spPr>
          <a:xfrm>
            <a:off x="2254918" y="1789690"/>
            <a:ext cx="506724" cy="506725"/>
          </a:xfrm>
          <a:prstGeom prst="rect">
            <a:avLst/>
          </a:prstGeom>
          <a:noFill/>
          <a:ln>
            <a:noFill/>
          </a:ln>
        </p:spPr>
      </p:pic>
      <p:pic>
        <p:nvPicPr>
          <p:cNvPr id="16036" name="Google Shape;16036;p286"/>
          <p:cNvPicPr preferRelativeResize="0"/>
          <p:nvPr/>
        </p:nvPicPr>
        <p:blipFill rotWithShape="1">
          <a:blip r:embed="rId6">
            <a:alphaModFix/>
          </a:blip>
          <a:srcRect b="-868" l="0" r="82941" t="66946"/>
          <a:stretch/>
        </p:blipFill>
        <p:spPr>
          <a:xfrm>
            <a:off x="1915618" y="3207578"/>
            <a:ext cx="506724" cy="506725"/>
          </a:xfrm>
          <a:prstGeom prst="rect">
            <a:avLst/>
          </a:prstGeom>
          <a:noFill/>
          <a:ln>
            <a:noFill/>
          </a:ln>
        </p:spPr>
      </p:pic>
      <p:pic>
        <p:nvPicPr>
          <p:cNvPr id="16037" name="Google Shape;16037;p286"/>
          <p:cNvPicPr preferRelativeResize="0"/>
          <p:nvPr/>
        </p:nvPicPr>
        <p:blipFill rotWithShape="1">
          <a:blip r:embed="rId6">
            <a:alphaModFix/>
          </a:blip>
          <a:srcRect b="-64" l="16646" r="66294" t="66142"/>
          <a:stretch/>
        </p:blipFill>
        <p:spPr>
          <a:xfrm>
            <a:off x="2666643" y="3166628"/>
            <a:ext cx="506724" cy="506725"/>
          </a:xfrm>
          <a:prstGeom prst="rect">
            <a:avLst/>
          </a:prstGeom>
          <a:noFill/>
          <a:ln>
            <a:noFill/>
          </a:ln>
        </p:spPr>
      </p:pic>
      <p:pic>
        <p:nvPicPr>
          <p:cNvPr id="16038" name="Google Shape;16038;p286"/>
          <p:cNvPicPr preferRelativeResize="0"/>
          <p:nvPr/>
        </p:nvPicPr>
        <p:blipFill rotWithShape="1">
          <a:blip r:embed="rId6">
            <a:alphaModFix/>
          </a:blip>
          <a:srcRect b="-868" l="0" r="82941" t="66946"/>
          <a:stretch/>
        </p:blipFill>
        <p:spPr>
          <a:xfrm>
            <a:off x="1701668" y="5014628"/>
            <a:ext cx="506724" cy="506725"/>
          </a:xfrm>
          <a:prstGeom prst="rect">
            <a:avLst/>
          </a:prstGeom>
          <a:noFill/>
          <a:ln>
            <a:noFill/>
          </a:ln>
        </p:spPr>
      </p:pic>
      <p:pic>
        <p:nvPicPr>
          <p:cNvPr id="16039" name="Google Shape;16039;p286"/>
          <p:cNvPicPr preferRelativeResize="0"/>
          <p:nvPr/>
        </p:nvPicPr>
        <p:blipFill rotWithShape="1">
          <a:blip r:embed="rId6">
            <a:alphaModFix/>
          </a:blip>
          <a:srcRect b="-64" l="16646" r="66294" t="66142"/>
          <a:stretch/>
        </p:blipFill>
        <p:spPr>
          <a:xfrm>
            <a:off x="2452693" y="4973678"/>
            <a:ext cx="506724" cy="506725"/>
          </a:xfrm>
          <a:prstGeom prst="rect">
            <a:avLst/>
          </a:prstGeom>
          <a:noFill/>
          <a:ln>
            <a:noFill/>
          </a:ln>
        </p:spPr>
      </p:pic>
      <p:pic>
        <p:nvPicPr>
          <p:cNvPr id="16040" name="Google Shape;16040;p286"/>
          <p:cNvPicPr preferRelativeResize="0"/>
          <p:nvPr/>
        </p:nvPicPr>
        <p:blipFill rotWithShape="1">
          <a:blip r:embed="rId6">
            <a:alphaModFix/>
          </a:blip>
          <a:srcRect b="-64" l="16646" r="66294" t="66142"/>
          <a:stretch/>
        </p:blipFill>
        <p:spPr>
          <a:xfrm>
            <a:off x="3413993" y="2296415"/>
            <a:ext cx="506724" cy="506725"/>
          </a:xfrm>
          <a:prstGeom prst="rect">
            <a:avLst/>
          </a:prstGeom>
          <a:noFill/>
          <a:ln>
            <a:noFill/>
          </a:ln>
        </p:spPr>
      </p:pic>
      <p:pic>
        <p:nvPicPr>
          <p:cNvPr id="16041" name="Google Shape;16041;p286"/>
          <p:cNvPicPr preferRelativeResize="0"/>
          <p:nvPr/>
        </p:nvPicPr>
        <p:blipFill rotWithShape="1">
          <a:blip r:embed="rId6">
            <a:alphaModFix/>
          </a:blip>
          <a:srcRect b="0" l="67258" r="15683" t="66078"/>
          <a:stretch/>
        </p:blipFill>
        <p:spPr>
          <a:xfrm>
            <a:off x="4950468" y="2353815"/>
            <a:ext cx="506724" cy="506725"/>
          </a:xfrm>
          <a:prstGeom prst="rect">
            <a:avLst/>
          </a:prstGeom>
          <a:noFill/>
          <a:ln>
            <a:noFill/>
          </a:ln>
        </p:spPr>
      </p:pic>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045" name="Shape 16045"/>
        <p:cNvGrpSpPr/>
        <p:nvPr/>
      </p:nvGrpSpPr>
      <p:grpSpPr>
        <a:xfrm>
          <a:off x="0" y="0"/>
          <a:ext cx="0" cy="0"/>
          <a:chOff x="0" y="0"/>
          <a:chExt cx="0" cy="0"/>
        </a:xfrm>
      </p:grpSpPr>
      <p:sp>
        <p:nvSpPr>
          <p:cNvPr id="16046" name="Google Shape;16046;p287"/>
          <p:cNvSpPr txBox="1"/>
          <p:nvPr>
            <p:ph type="title"/>
          </p:nvPr>
        </p:nvSpPr>
        <p:spPr>
          <a:xfrm flipH="1">
            <a:off x="3219174" y="437575"/>
            <a:ext cx="1731300" cy="265800"/>
          </a:xfrm>
          <a:prstGeom prst="rect">
            <a:avLst/>
          </a:prstGeom>
        </p:spPr>
        <p:txBody>
          <a:bodyPr anchorCtr="0" anchor="ctr" bIns="0" lIns="0" spcFirstLastPara="1" rIns="0" wrap="square" tIns="0">
            <a:noAutofit/>
          </a:bodyPr>
          <a:lstStyle/>
          <a:p>
            <a:pPr indent="0" lvl="0" marL="0" rtl="0" algn="l">
              <a:spcBef>
                <a:spcPts val="0"/>
              </a:spcBef>
              <a:spcAft>
                <a:spcPts val="0"/>
              </a:spcAft>
              <a:buNone/>
            </a:pPr>
            <a:r>
              <a:rPr lang="es-419"/>
              <a:t>PM-02</a:t>
            </a:r>
            <a:endParaRPr/>
          </a:p>
        </p:txBody>
      </p:sp>
      <p:sp>
        <p:nvSpPr>
          <p:cNvPr id="16047" name="Google Shape;16047;p287"/>
          <p:cNvSpPr txBox="1"/>
          <p:nvPr>
            <p:ph idx="2" type="title"/>
          </p:nvPr>
        </p:nvSpPr>
        <p:spPr>
          <a:xfrm flipH="1">
            <a:off x="6546263" y="387663"/>
            <a:ext cx="3350100" cy="169200"/>
          </a:xfrm>
          <a:prstGeom prst="rect">
            <a:avLst/>
          </a:prstGeom>
        </p:spPr>
        <p:txBody>
          <a:bodyPr anchorCtr="0" anchor="ctr" bIns="0" lIns="0" spcFirstLastPara="1" rIns="0" wrap="square" tIns="0">
            <a:noAutofit/>
          </a:bodyPr>
          <a:lstStyle/>
          <a:p>
            <a:pPr indent="0" lvl="0" marL="0" rtl="0" algn="l">
              <a:spcBef>
                <a:spcPts val="0"/>
              </a:spcBef>
              <a:spcAft>
                <a:spcPts val="0"/>
              </a:spcAft>
              <a:buNone/>
            </a:pPr>
            <a:r>
              <a:rPr lang="es-419"/>
              <a:t>Garantizar ingreso correcto del paciente.</a:t>
            </a:r>
            <a:endParaRPr/>
          </a:p>
        </p:txBody>
      </p:sp>
      <p:sp>
        <p:nvSpPr>
          <p:cNvPr id="16048" name="Google Shape;16048;p287"/>
          <p:cNvSpPr txBox="1"/>
          <p:nvPr>
            <p:ph idx="3" type="title"/>
          </p:nvPr>
        </p:nvSpPr>
        <p:spPr>
          <a:xfrm flipH="1">
            <a:off x="6546263" y="579538"/>
            <a:ext cx="3350100" cy="169200"/>
          </a:xfrm>
          <a:prstGeom prst="rect">
            <a:avLst/>
          </a:prstGeom>
        </p:spPr>
        <p:txBody>
          <a:bodyPr anchorCtr="0" anchor="ctr" bIns="0" lIns="0" spcFirstLastPara="1" rIns="0" wrap="square" tIns="0">
            <a:noAutofit/>
          </a:bodyPr>
          <a:lstStyle/>
          <a:p>
            <a:pPr indent="0" lvl="0" marL="0" rtl="0" algn="l">
              <a:spcBef>
                <a:spcPts val="0"/>
              </a:spcBef>
              <a:spcAft>
                <a:spcPts val="0"/>
              </a:spcAft>
              <a:buNone/>
            </a:pPr>
            <a:r>
              <a:rPr lang="es-419"/>
              <a:t>Garantizar ingreso correcto del paciente.</a:t>
            </a:r>
            <a:endParaRPr/>
          </a:p>
        </p:txBody>
      </p:sp>
      <p:grpSp>
        <p:nvGrpSpPr>
          <p:cNvPr id="16049" name="Google Shape;16049;p287"/>
          <p:cNvGrpSpPr/>
          <p:nvPr/>
        </p:nvGrpSpPr>
        <p:grpSpPr>
          <a:xfrm>
            <a:off x="408339" y="1304041"/>
            <a:ext cx="2810831" cy="2161925"/>
            <a:chOff x="2640436" y="-87872"/>
            <a:chExt cx="3098700" cy="2874900"/>
          </a:xfrm>
        </p:grpSpPr>
        <p:sp>
          <p:nvSpPr>
            <p:cNvPr id="16050" name="Google Shape;16050;p287"/>
            <p:cNvSpPr/>
            <p:nvPr/>
          </p:nvSpPr>
          <p:spPr>
            <a:xfrm>
              <a:off x="2640436" y="-87872"/>
              <a:ext cx="3098700" cy="2874900"/>
            </a:xfrm>
            <a:prstGeom prst="roundRect">
              <a:avLst>
                <a:gd fmla="val 3233" name="adj"/>
              </a:avLst>
            </a:prstGeom>
            <a:solidFill>
              <a:srgbClr val="FFFFFF"/>
            </a:solidFill>
            <a:ln cap="flat" cmpd="sng" w="9525">
              <a:solidFill>
                <a:srgbClr val="EFEFEF"/>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t" bIns="15400" lIns="15400" spcFirstLastPara="1" rIns="15400" wrap="square" tIns="15400">
              <a:noAutofit/>
            </a:bodyPr>
            <a:lstStyle/>
            <a:p>
              <a:pPr indent="0" lvl="0" marL="0" rtl="0" algn="ctr">
                <a:spcBef>
                  <a:spcPts val="0"/>
                </a:spcBef>
                <a:spcAft>
                  <a:spcPts val="0"/>
                </a:spcAft>
                <a:buNone/>
              </a:pPr>
              <a:r>
                <a:rPr b="1" i="1" lang="es-419" sz="800">
                  <a:solidFill>
                    <a:srgbClr val="434343"/>
                  </a:solidFill>
                </a:rPr>
                <a:t>Puntos de Automatización</a:t>
              </a:r>
              <a:endParaRPr b="1" i="1" sz="800">
                <a:solidFill>
                  <a:srgbClr val="434343"/>
                </a:solidFill>
              </a:endParaRPr>
            </a:p>
          </p:txBody>
        </p:sp>
        <p:sp>
          <p:nvSpPr>
            <p:cNvPr id="16051" name="Google Shape;16051;p287"/>
            <p:cNvSpPr txBox="1"/>
            <p:nvPr/>
          </p:nvSpPr>
          <p:spPr>
            <a:xfrm>
              <a:off x="2820612" y="182753"/>
              <a:ext cx="1098600" cy="232500"/>
            </a:xfrm>
            <a:prstGeom prst="rect">
              <a:avLst/>
            </a:prstGeom>
            <a:noFill/>
            <a:ln>
              <a:noFill/>
            </a:ln>
          </p:spPr>
          <p:txBody>
            <a:bodyPr anchorCtr="0" anchor="ctr" bIns="0" lIns="0" spcFirstLastPara="1" rIns="0" wrap="square" tIns="0">
              <a:noAutofit/>
            </a:bodyPr>
            <a:lstStyle/>
            <a:p>
              <a:pPr indent="0" lvl="0" marL="0" rtl="0" algn="r">
                <a:spcBef>
                  <a:spcPts val="0"/>
                </a:spcBef>
                <a:spcAft>
                  <a:spcPts val="0"/>
                </a:spcAft>
                <a:buNone/>
              </a:pPr>
              <a:r>
                <a:rPr lang="es-419" sz="700">
                  <a:latin typeface="Arvo"/>
                  <a:ea typeface="Arvo"/>
                  <a:cs typeface="Arvo"/>
                  <a:sym typeface="Arvo"/>
                </a:rPr>
                <a:t>Actividad de Negocio</a:t>
              </a:r>
              <a:endParaRPr sz="700">
                <a:latin typeface="Arvo"/>
                <a:ea typeface="Arvo"/>
                <a:cs typeface="Arvo"/>
                <a:sym typeface="Arvo"/>
              </a:endParaRPr>
            </a:p>
            <a:p>
              <a:pPr indent="0" lvl="0" marL="0" rtl="0" algn="r">
                <a:spcBef>
                  <a:spcPts val="0"/>
                </a:spcBef>
                <a:spcAft>
                  <a:spcPts val="0"/>
                </a:spcAft>
                <a:buNone/>
              </a:pPr>
              <a:r>
                <a:rPr i="1" lang="es-419" sz="500">
                  <a:latin typeface="Arvo"/>
                  <a:ea typeface="Arvo"/>
                  <a:cs typeface="Arvo"/>
                  <a:sym typeface="Arvo"/>
                </a:rPr>
                <a:t>&lt;ej: Identificarse&gt;</a:t>
              </a:r>
              <a:endParaRPr i="1" sz="500">
                <a:latin typeface="Arvo"/>
                <a:ea typeface="Arvo"/>
                <a:cs typeface="Arvo"/>
                <a:sym typeface="Arvo"/>
              </a:endParaRPr>
            </a:p>
          </p:txBody>
        </p:sp>
        <p:sp>
          <p:nvSpPr>
            <p:cNvPr id="16052" name="Google Shape;16052;p287"/>
            <p:cNvSpPr/>
            <p:nvPr/>
          </p:nvSpPr>
          <p:spPr>
            <a:xfrm>
              <a:off x="3951036" y="159603"/>
              <a:ext cx="17313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8200" lIns="78200" spcFirstLastPara="1" rIns="78200" wrap="square" tIns="78200">
              <a:noAutofit/>
            </a:bodyPr>
            <a:lstStyle/>
            <a:p>
              <a:pPr indent="0" lvl="0" marL="0" rtl="0" algn="l">
                <a:spcBef>
                  <a:spcPts val="0"/>
                </a:spcBef>
                <a:spcAft>
                  <a:spcPts val="0"/>
                </a:spcAft>
                <a:buNone/>
              </a:pPr>
              <a:r>
                <a:t/>
              </a:r>
              <a:endParaRPr sz="500">
                <a:latin typeface="Roboto"/>
                <a:ea typeface="Roboto"/>
                <a:cs typeface="Roboto"/>
                <a:sym typeface="Roboto"/>
              </a:endParaRPr>
            </a:p>
          </p:txBody>
        </p:sp>
        <p:sp>
          <p:nvSpPr>
            <p:cNvPr id="16053" name="Google Shape;16053;p287"/>
            <p:cNvSpPr txBox="1"/>
            <p:nvPr/>
          </p:nvSpPr>
          <p:spPr>
            <a:xfrm>
              <a:off x="3962886" y="142103"/>
              <a:ext cx="1731300" cy="351900"/>
            </a:xfrm>
            <a:prstGeom prst="rect">
              <a:avLst/>
            </a:prstGeom>
            <a:noFill/>
            <a:ln>
              <a:noFill/>
            </a:ln>
          </p:spPr>
          <p:txBody>
            <a:bodyPr anchorCtr="0" anchor="ctr" bIns="15400" lIns="15400" spcFirstLastPara="1" rIns="15400" wrap="square" tIns="15400">
              <a:noAutofit/>
            </a:bodyPr>
            <a:lstStyle/>
            <a:p>
              <a:pPr indent="0" lvl="0" marL="0" rtl="0" algn="l">
                <a:spcBef>
                  <a:spcPts val="0"/>
                </a:spcBef>
                <a:spcAft>
                  <a:spcPts val="0"/>
                </a:spcAft>
                <a:buNone/>
              </a:pPr>
              <a:r>
                <a:rPr b="1" lang="es-419" sz="700">
                  <a:solidFill>
                    <a:schemeClr val="dk1"/>
                  </a:solidFill>
                </a:rPr>
                <a:t>Registrar llegada del cliente</a:t>
              </a:r>
              <a:endParaRPr/>
            </a:p>
          </p:txBody>
        </p:sp>
        <p:sp>
          <p:nvSpPr>
            <p:cNvPr id="16054" name="Google Shape;16054;p287"/>
            <p:cNvSpPr/>
            <p:nvPr/>
          </p:nvSpPr>
          <p:spPr>
            <a:xfrm>
              <a:off x="3646236" y="1459973"/>
              <a:ext cx="6333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8200" lIns="78200" spcFirstLastPara="1" rIns="78200" wrap="square" tIns="78200">
              <a:noAutofit/>
            </a:bodyPr>
            <a:lstStyle/>
            <a:p>
              <a:pPr indent="0" lvl="0" marL="0" rtl="0" algn="l">
                <a:spcBef>
                  <a:spcPts val="0"/>
                </a:spcBef>
                <a:spcAft>
                  <a:spcPts val="0"/>
                </a:spcAft>
                <a:buNone/>
              </a:pPr>
              <a:r>
                <a:t/>
              </a:r>
              <a:endParaRPr sz="500">
                <a:latin typeface="Roboto"/>
                <a:ea typeface="Roboto"/>
                <a:cs typeface="Roboto"/>
                <a:sym typeface="Roboto"/>
              </a:endParaRPr>
            </a:p>
          </p:txBody>
        </p:sp>
        <p:sp>
          <p:nvSpPr>
            <p:cNvPr id="16055" name="Google Shape;16055;p287"/>
            <p:cNvSpPr/>
            <p:nvPr/>
          </p:nvSpPr>
          <p:spPr>
            <a:xfrm>
              <a:off x="3646236" y="1075527"/>
              <a:ext cx="6333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8200" lIns="78200" spcFirstLastPara="1" rIns="78200" wrap="square" tIns="78200">
              <a:noAutofit/>
            </a:bodyPr>
            <a:lstStyle/>
            <a:p>
              <a:pPr indent="0" lvl="0" marL="0" rtl="0" algn="l">
                <a:spcBef>
                  <a:spcPts val="0"/>
                </a:spcBef>
                <a:spcAft>
                  <a:spcPts val="0"/>
                </a:spcAft>
                <a:buNone/>
              </a:pPr>
              <a:r>
                <a:rPr lang="es-419" sz="700">
                  <a:latin typeface="Roboto"/>
                  <a:ea typeface="Roboto"/>
                  <a:cs typeface="Roboto"/>
                  <a:sym typeface="Roboto"/>
                </a:rPr>
                <a:t>Sistema de registro</a:t>
              </a:r>
              <a:r>
                <a:rPr lang="es-419" sz="700">
                  <a:latin typeface="Roboto"/>
                  <a:ea typeface="Roboto"/>
                  <a:cs typeface="Roboto"/>
                  <a:sym typeface="Roboto"/>
                </a:rPr>
                <a:t> </a:t>
              </a:r>
              <a:endParaRPr sz="700">
                <a:latin typeface="Roboto"/>
                <a:ea typeface="Roboto"/>
                <a:cs typeface="Roboto"/>
                <a:sym typeface="Roboto"/>
              </a:endParaRPr>
            </a:p>
          </p:txBody>
        </p:sp>
        <p:sp>
          <p:nvSpPr>
            <p:cNvPr id="16056" name="Google Shape;16056;p287"/>
            <p:cNvSpPr/>
            <p:nvPr/>
          </p:nvSpPr>
          <p:spPr>
            <a:xfrm>
              <a:off x="3646236" y="1853377"/>
              <a:ext cx="6333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8200" lIns="78200" spcFirstLastPara="1" rIns="78200" wrap="square" tIns="78200">
              <a:noAutofit/>
            </a:bodyPr>
            <a:lstStyle/>
            <a:p>
              <a:pPr indent="0" lvl="0" marL="0" rtl="0" algn="l">
                <a:spcBef>
                  <a:spcPts val="0"/>
                </a:spcBef>
                <a:spcAft>
                  <a:spcPts val="0"/>
                </a:spcAft>
                <a:buNone/>
              </a:pPr>
              <a:r>
                <a:t/>
              </a:r>
              <a:endParaRPr sz="500">
                <a:latin typeface="Roboto"/>
                <a:ea typeface="Roboto"/>
                <a:cs typeface="Roboto"/>
                <a:sym typeface="Roboto"/>
              </a:endParaRPr>
            </a:p>
          </p:txBody>
        </p:sp>
        <p:sp>
          <p:nvSpPr>
            <p:cNvPr id="16057" name="Google Shape;16057;p287"/>
            <p:cNvSpPr/>
            <p:nvPr/>
          </p:nvSpPr>
          <p:spPr>
            <a:xfrm>
              <a:off x="3646236" y="2229879"/>
              <a:ext cx="6333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8200" lIns="78200" spcFirstLastPara="1" rIns="78200" wrap="square" tIns="78200">
              <a:noAutofit/>
            </a:bodyPr>
            <a:lstStyle/>
            <a:p>
              <a:pPr indent="0" lvl="0" marL="0" rtl="0" algn="l">
                <a:spcBef>
                  <a:spcPts val="0"/>
                </a:spcBef>
                <a:spcAft>
                  <a:spcPts val="0"/>
                </a:spcAft>
                <a:buNone/>
              </a:pPr>
              <a:r>
                <a:t/>
              </a:r>
              <a:endParaRPr sz="500">
                <a:latin typeface="Roboto"/>
                <a:ea typeface="Roboto"/>
                <a:cs typeface="Roboto"/>
                <a:sym typeface="Roboto"/>
              </a:endParaRPr>
            </a:p>
          </p:txBody>
        </p:sp>
        <p:sp>
          <p:nvSpPr>
            <p:cNvPr id="16058" name="Google Shape;16058;p287"/>
            <p:cNvSpPr/>
            <p:nvPr/>
          </p:nvSpPr>
          <p:spPr>
            <a:xfrm>
              <a:off x="4349786" y="1075528"/>
              <a:ext cx="13251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61600" lIns="61600" spcFirstLastPara="1" rIns="61600" wrap="square" tIns="61600">
              <a:noAutofit/>
            </a:bodyPr>
            <a:lstStyle/>
            <a:p>
              <a:pPr indent="0" lvl="0" marL="0" rtl="0" algn="l">
                <a:spcBef>
                  <a:spcPts val="0"/>
                </a:spcBef>
                <a:spcAft>
                  <a:spcPts val="0"/>
                </a:spcAft>
                <a:buNone/>
              </a:pPr>
              <a:r>
                <a:rPr lang="es-419" sz="600">
                  <a:solidFill>
                    <a:schemeClr val="dk1"/>
                  </a:solidFill>
                </a:rPr>
                <a:t>Escanear documento del cliente</a:t>
              </a:r>
              <a:r>
                <a:rPr lang="es-419" sz="600">
                  <a:solidFill>
                    <a:schemeClr val="dk1"/>
                  </a:solidFill>
                </a:rPr>
                <a:t>.</a:t>
              </a:r>
              <a:endParaRPr sz="700">
                <a:latin typeface="Roboto"/>
                <a:ea typeface="Roboto"/>
                <a:cs typeface="Roboto"/>
                <a:sym typeface="Roboto"/>
              </a:endParaRPr>
            </a:p>
          </p:txBody>
        </p:sp>
        <p:sp>
          <p:nvSpPr>
            <p:cNvPr id="16059" name="Google Shape;16059;p287"/>
            <p:cNvSpPr/>
            <p:nvPr/>
          </p:nvSpPr>
          <p:spPr>
            <a:xfrm>
              <a:off x="4349786" y="1459971"/>
              <a:ext cx="13251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61600" lIns="61600" spcFirstLastPara="1" rIns="61600" wrap="square" tIns="61600">
              <a:noAutofit/>
            </a:bodyPr>
            <a:lstStyle/>
            <a:p>
              <a:pPr indent="0" lvl="0" marL="0" rtl="0" algn="l">
                <a:spcBef>
                  <a:spcPts val="0"/>
                </a:spcBef>
                <a:spcAft>
                  <a:spcPts val="0"/>
                </a:spcAft>
                <a:buNone/>
              </a:pPr>
              <a:r>
                <a:t/>
              </a:r>
              <a:endParaRPr sz="700">
                <a:latin typeface="Roboto"/>
                <a:ea typeface="Roboto"/>
                <a:cs typeface="Roboto"/>
                <a:sym typeface="Roboto"/>
              </a:endParaRPr>
            </a:p>
          </p:txBody>
        </p:sp>
        <p:sp>
          <p:nvSpPr>
            <p:cNvPr id="16060" name="Google Shape;16060;p287"/>
            <p:cNvSpPr/>
            <p:nvPr/>
          </p:nvSpPr>
          <p:spPr>
            <a:xfrm>
              <a:off x="4349786" y="1853372"/>
              <a:ext cx="13251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61600" lIns="61600" spcFirstLastPara="1" rIns="61600" wrap="square" tIns="61600">
              <a:noAutofit/>
            </a:bodyPr>
            <a:lstStyle/>
            <a:p>
              <a:pPr indent="0" lvl="0" marL="0" rtl="0" algn="l">
                <a:spcBef>
                  <a:spcPts val="0"/>
                </a:spcBef>
                <a:spcAft>
                  <a:spcPts val="0"/>
                </a:spcAft>
                <a:buNone/>
              </a:pPr>
              <a:r>
                <a:t/>
              </a:r>
              <a:endParaRPr sz="700">
                <a:latin typeface="Roboto"/>
                <a:ea typeface="Roboto"/>
                <a:cs typeface="Roboto"/>
                <a:sym typeface="Roboto"/>
              </a:endParaRPr>
            </a:p>
          </p:txBody>
        </p:sp>
        <p:sp>
          <p:nvSpPr>
            <p:cNvPr id="16061" name="Google Shape;16061;p287"/>
            <p:cNvSpPr/>
            <p:nvPr/>
          </p:nvSpPr>
          <p:spPr>
            <a:xfrm>
              <a:off x="4349786" y="2239831"/>
              <a:ext cx="13251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61600" lIns="61600" spcFirstLastPara="1" rIns="61600" wrap="square" tIns="61600">
              <a:noAutofit/>
            </a:bodyPr>
            <a:lstStyle/>
            <a:p>
              <a:pPr indent="0" lvl="0" marL="0" rtl="0" algn="l">
                <a:spcBef>
                  <a:spcPts val="0"/>
                </a:spcBef>
                <a:spcAft>
                  <a:spcPts val="0"/>
                </a:spcAft>
                <a:buNone/>
              </a:pPr>
              <a:r>
                <a:rPr lang="es-419" sz="700">
                  <a:latin typeface="Roboto"/>
                  <a:ea typeface="Roboto"/>
                  <a:cs typeface="Roboto"/>
                  <a:sym typeface="Roboto"/>
                </a:rPr>
                <a:t>&lt;...&gt;</a:t>
              </a:r>
              <a:endParaRPr sz="700">
                <a:latin typeface="Roboto"/>
                <a:ea typeface="Roboto"/>
                <a:cs typeface="Roboto"/>
                <a:sym typeface="Roboto"/>
              </a:endParaRPr>
            </a:p>
          </p:txBody>
        </p:sp>
        <p:sp>
          <p:nvSpPr>
            <p:cNvPr id="16062" name="Google Shape;16062;p287"/>
            <p:cNvSpPr/>
            <p:nvPr/>
          </p:nvSpPr>
          <p:spPr>
            <a:xfrm>
              <a:off x="2704756" y="1461628"/>
              <a:ext cx="8817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8200" lIns="78200" spcFirstLastPara="1" rIns="78200" wrap="square" tIns="78200">
              <a:noAutofit/>
            </a:bodyPr>
            <a:lstStyle/>
            <a:p>
              <a:pPr indent="0" lvl="0" marL="0" rtl="0" algn="l">
                <a:spcBef>
                  <a:spcPts val="0"/>
                </a:spcBef>
                <a:spcAft>
                  <a:spcPts val="0"/>
                </a:spcAft>
                <a:buNone/>
              </a:pPr>
              <a:r>
                <a:t/>
              </a:r>
              <a:endParaRPr sz="500">
                <a:latin typeface="Roboto"/>
                <a:ea typeface="Roboto"/>
                <a:cs typeface="Roboto"/>
                <a:sym typeface="Roboto"/>
              </a:endParaRPr>
            </a:p>
          </p:txBody>
        </p:sp>
        <p:sp>
          <p:nvSpPr>
            <p:cNvPr id="16063" name="Google Shape;16063;p287"/>
            <p:cNvSpPr txBox="1"/>
            <p:nvPr/>
          </p:nvSpPr>
          <p:spPr>
            <a:xfrm>
              <a:off x="4463036" y="557328"/>
              <a:ext cx="1098600" cy="4653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b="1" lang="es-419" sz="700">
                  <a:latin typeface="Arvo"/>
                  <a:ea typeface="Arvo"/>
                  <a:cs typeface="Arvo"/>
                  <a:sym typeface="Arvo"/>
                </a:rPr>
                <a:t>Acción interactiva:</a:t>
              </a:r>
              <a:endParaRPr b="1" sz="700">
                <a:latin typeface="Arvo"/>
                <a:ea typeface="Arvo"/>
                <a:cs typeface="Arvo"/>
                <a:sym typeface="Arvo"/>
              </a:endParaRPr>
            </a:p>
            <a:p>
              <a:pPr indent="0" lvl="0" marL="0" rtl="0" algn="ctr">
                <a:spcBef>
                  <a:spcPts val="0"/>
                </a:spcBef>
                <a:spcAft>
                  <a:spcPts val="0"/>
                </a:spcAft>
                <a:buNone/>
              </a:pPr>
              <a:r>
                <a:rPr i="1" lang="es-419" sz="500">
                  <a:latin typeface="Arvo"/>
                  <a:ea typeface="Arvo"/>
                  <a:cs typeface="Arvo"/>
                  <a:sym typeface="Arvo"/>
                </a:rPr>
                <a:t>&lt;ej: </a:t>
              </a:r>
              <a:r>
                <a:rPr i="1" lang="es-419" sz="500">
                  <a:solidFill>
                    <a:srgbClr val="000000"/>
                  </a:solidFill>
                  <a:latin typeface="Roboto"/>
                  <a:ea typeface="Roboto"/>
                  <a:cs typeface="Roboto"/>
                  <a:sym typeface="Roboto"/>
                </a:rPr>
                <a:t>autenticar por huella y cara</a:t>
              </a:r>
              <a:r>
                <a:rPr i="1" lang="es-419" sz="500">
                  <a:latin typeface="Arvo"/>
                  <a:ea typeface="Arvo"/>
                  <a:cs typeface="Arvo"/>
                  <a:sym typeface="Arvo"/>
                </a:rPr>
                <a:t>&gt;</a:t>
              </a:r>
              <a:endParaRPr i="1" sz="500">
                <a:latin typeface="Arvo"/>
                <a:ea typeface="Arvo"/>
                <a:cs typeface="Arvo"/>
                <a:sym typeface="Arvo"/>
              </a:endParaRPr>
            </a:p>
          </p:txBody>
        </p:sp>
        <p:sp>
          <p:nvSpPr>
            <p:cNvPr id="16064" name="Google Shape;16064;p287"/>
            <p:cNvSpPr txBox="1"/>
            <p:nvPr/>
          </p:nvSpPr>
          <p:spPr>
            <a:xfrm>
              <a:off x="3639736" y="557328"/>
              <a:ext cx="702600" cy="4653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b="1" lang="es-419" sz="700">
                  <a:latin typeface="Arvo"/>
                  <a:ea typeface="Arvo"/>
                  <a:cs typeface="Arvo"/>
                  <a:sym typeface="Arvo"/>
                </a:rPr>
                <a:t>Punto de contacto</a:t>
              </a:r>
              <a:endParaRPr sz="700">
                <a:latin typeface="Arvo"/>
                <a:ea typeface="Arvo"/>
                <a:cs typeface="Arvo"/>
                <a:sym typeface="Arvo"/>
              </a:endParaRPr>
            </a:p>
          </p:txBody>
        </p:sp>
        <p:sp>
          <p:nvSpPr>
            <p:cNvPr id="16065" name="Google Shape;16065;p287"/>
            <p:cNvSpPr txBox="1"/>
            <p:nvPr/>
          </p:nvSpPr>
          <p:spPr>
            <a:xfrm>
              <a:off x="2784273" y="568049"/>
              <a:ext cx="702600" cy="4653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b="1" lang="es-419" sz="700">
                  <a:latin typeface="Arvo"/>
                  <a:ea typeface="Arvo"/>
                  <a:cs typeface="Arvo"/>
                  <a:sym typeface="Arvo"/>
                </a:rPr>
                <a:t>Rol</a:t>
              </a:r>
              <a:endParaRPr sz="700">
                <a:latin typeface="Arvo"/>
                <a:ea typeface="Arvo"/>
                <a:cs typeface="Arvo"/>
                <a:sym typeface="Arvo"/>
              </a:endParaRPr>
            </a:p>
          </p:txBody>
        </p:sp>
        <p:pic>
          <p:nvPicPr>
            <p:cNvPr id="16066" name="Google Shape;16066;p287"/>
            <p:cNvPicPr preferRelativeResize="0"/>
            <p:nvPr/>
          </p:nvPicPr>
          <p:blipFill rotWithShape="1">
            <a:blip r:embed="rId3">
              <a:alphaModFix/>
            </a:blip>
            <a:srcRect b="-868" l="16515" r="66426" t="66946"/>
            <a:stretch/>
          </p:blipFill>
          <p:spPr>
            <a:xfrm>
              <a:off x="2782507" y="825772"/>
              <a:ext cx="702701" cy="702700"/>
            </a:xfrm>
            <a:prstGeom prst="rect">
              <a:avLst/>
            </a:prstGeom>
            <a:noFill/>
            <a:ln>
              <a:noFill/>
            </a:ln>
          </p:spPr>
        </p:pic>
        <p:sp>
          <p:nvSpPr>
            <p:cNvPr id="16067" name="Google Shape;16067;p287"/>
            <p:cNvSpPr txBox="1"/>
            <p:nvPr/>
          </p:nvSpPr>
          <p:spPr>
            <a:xfrm>
              <a:off x="2782511" y="1476053"/>
              <a:ext cx="761100" cy="232500"/>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s-419" sz="700"/>
                <a:t>A</a:t>
              </a:r>
              <a:r>
                <a:rPr b="1" lang="es-419" sz="700"/>
                <a:t>sesor De Venta</a:t>
              </a:r>
              <a:r>
                <a:rPr lang="es-419" sz="700"/>
                <a:t>s</a:t>
              </a:r>
              <a:endParaRPr sz="700"/>
            </a:p>
          </p:txBody>
        </p:sp>
        <p:sp>
          <p:nvSpPr>
            <p:cNvPr id="16068" name="Google Shape;16068;p287"/>
            <p:cNvSpPr txBox="1"/>
            <p:nvPr/>
          </p:nvSpPr>
          <p:spPr>
            <a:xfrm>
              <a:off x="2704760" y="1669653"/>
              <a:ext cx="964800" cy="232500"/>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t/>
              </a:r>
              <a:endParaRPr b="1" sz="700">
                <a:latin typeface="Arvo"/>
                <a:ea typeface="Arvo"/>
                <a:cs typeface="Arvo"/>
                <a:sym typeface="Arvo"/>
              </a:endParaRPr>
            </a:p>
            <a:p>
              <a:pPr indent="0" lvl="0" marL="0" rtl="0" algn="ctr">
                <a:spcBef>
                  <a:spcPts val="0"/>
                </a:spcBef>
                <a:spcAft>
                  <a:spcPts val="0"/>
                </a:spcAft>
                <a:buNone/>
              </a:pPr>
              <a:r>
                <a:rPr i="1" lang="es-419" sz="500">
                  <a:latin typeface="Arvo"/>
                  <a:ea typeface="Arvo"/>
                  <a:cs typeface="Arvo"/>
                  <a:sym typeface="Arvo"/>
                </a:rPr>
                <a:t>&lt;ej: conductor&gt;</a:t>
              </a:r>
              <a:endParaRPr i="1" sz="500">
                <a:latin typeface="Arvo"/>
                <a:ea typeface="Arvo"/>
                <a:cs typeface="Arvo"/>
                <a:sym typeface="Arvo"/>
              </a:endParaRPr>
            </a:p>
          </p:txBody>
        </p:sp>
      </p:grpSp>
      <p:grpSp>
        <p:nvGrpSpPr>
          <p:cNvPr id="16069" name="Google Shape;16069;p287"/>
          <p:cNvGrpSpPr/>
          <p:nvPr/>
        </p:nvGrpSpPr>
        <p:grpSpPr>
          <a:xfrm>
            <a:off x="6815889" y="4215341"/>
            <a:ext cx="2810831" cy="2161925"/>
            <a:chOff x="2640436" y="-87872"/>
            <a:chExt cx="3098700" cy="2874900"/>
          </a:xfrm>
        </p:grpSpPr>
        <p:sp>
          <p:nvSpPr>
            <p:cNvPr id="16070" name="Google Shape;16070;p287"/>
            <p:cNvSpPr/>
            <p:nvPr/>
          </p:nvSpPr>
          <p:spPr>
            <a:xfrm>
              <a:off x="2640436" y="-87872"/>
              <a:ext cx="3098700" cy="2874900"/>
            </a:xfrm>
            <a:prstGeom prst="roundRect">
              <a:avLst>
                <a:gd fmla="val 3233" name="adj"/>
              </a:avLst>
            </a:prstGeom>
            <a:solidFill>
              <a:srgbClr val="FFFFFF"/>
            </a:solidFill>
            <a:ln cap="flat" cmpd="sng" w="9525">
              <a:solidFill>
                <a:srgbClr val="EFEFEF"/>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t" bIns="15400" lIns="15400" spcFirstLastPara="1" rIns="15400" wrap="square" tIns="15400">
              <a:noAutofit/>
            </a:bodyPr>
            <a:lstStyle/>
            <a:p>
              <a:pPr indent="0" lvl="0" marL="0" rtl="0" algn="ctr">
                <a:spcBef>
                  <a:spcPts val="0"/>
                </a:spcBef>
                <a:spcAft>
                  <a:spcPts val="0"/>
                </a:spcAft>
                <a:buNone/>
              </a:pPr>
              <a:r>
                <a:rPr b="1" i="1" lang="es-419" sz="800">
                  <a:solidFill>
                    <a:srgbClr val="434343"/>
                  </a:solidFill>
                </a:rPr>
                <a:t>Puntos de Automatización</a:t>
              </a:r>
              <a:endParaRPr b="1" i="1" sz="800">
                <a:solidFill>
                  <a:srgbClr val="434343"/>
                </a:solidFill>
              </a:endParaRPr>
            </a:p>
          </p:txBody>
        </p:sp>
        <p:sp>
          <p:nvSpPr>
            <p:cNvPr id="16071" name="Google Shape;16071;p287"/>
            <p:cNvSpPr txBox="1"/>
            <p:nvPr/>
          </p:nvSpPr>
          <p:spPr>
            <a:xfrm>
              <a:off x="2820612" y="182753"/>
              <a:ext cx="1098600" cy="232500"/>
            </a:xfrm>
            <a:prstGeom prst="rect">
              <a:avLst/>
            </a:prstGeom>
            <a:noFill/>
            <a:ln>
              <a:noFill/>
            </a:ln>
          </p:spPr>
          <p:txBody>
            <a:bodyPr anchorCtr="0" anchor="ctr" bIns="0" lIns="0" spcFirstLastPara="1" rIns="0" wrap="square" tIns="0">
              <a:noAutofit/>
            </a:bodyPr>
            <a:lstStyle/>
            <a:p>
              <a:pPr indent="0" lvl="0" marL="0" rtl="0" algn="r">
                <a:spcBef>
                  <a:spcPts val="0"/>
                </a:spcBef>
                <a:spcAft>
                  <a:spcPts val="0"/>
                </a:spcAft>
                <a:buNone/>
              </a:pPr>
              <a:r>
                <a:rPr lang="es-419" sz="700">
                  <a:latin typeface="Arvo"/>
                  <a:ea typeface="Arvo"/>
                  <a:cs typeface="Arvo"/>
                  <a:sym typeface="Arvo"/>
                </a:rPr>
                <a:t>Actividad de Negocio</a:t>
              </a:r>
              <a:endParaRPr sz="700">
                <a:latin typeface="Arvo"/>
                <a:ea typeface="Arvo"/>
                <a:cs typeface="Arvo"/>
                <a:sym typeface="Arvo"/>
              </a:endParaRPr>
            </a:p>
            <a:p>
              <a:pPr indent="0" lvl="0" marL="0" rtl="0" algn="r">
                <a:spcBef>
                  <a:spcPts val="0"/>
                </a:spcBef>
                <a:spcAft>
                  <a:spcPts val="0"/>
                </a:spcAft>
                <a:buNone/>
              </a:pPr>
              <a:r>
                <a:rPr i="1" lang="es-419" sz="500">
                  <a:latin typeface="Arvo"/>
                  <a:ea typeface="Arvo"/>
                  <a:cs typeface="Arvo"/>
                  <a:sym typeface="Arvo"/>
                </a:rPr>
                <a:t>&lt;ej: Identificarse&gt;</a:t>
              </a:r>
              <a:endParaRPr i="1" sz="500">
                <a:latin typeface="Arvo"/>
                <a:ea typeface="Arvo"/>
                <a:cs typeface="Arvo"/>
                <a:sym typeface="Arvo"/>
              </a:endParaRPr>
            </a:p>
          </p:txBody>
        </p:sp>
        <p:sp>
          <p:nvSpPr>
            <p:cNvPr id="16072" name="Google Shape;16072;p287"/>
            <p:cNvSpPr/>
            <p:nvPr/>
          </p:nvSpPr>
          <p:spPr>
            <a:xfrm>
              <a:off x="3951036" y="159603"/>
              <a:ext cx="17313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8200" lIns="78200" spcFirstLastPara="1" rIns="78200" wrap="square" tIns="78200">
              <a:noAutofit/>
            </a:bodyPr>
            <a:lstStyle/>
            <a:p>
              <a:pPr indent="0" lvl="0" marL="0" rtl="0" algn="l">
                <a:spcBef>
                  <a:spcPts val="0"/>
                </a:spcBef>
                <a:spcAft>
                  <a:spcPts val="0"/>
                </a:spcAft>
                <a:buNone/>
              </a:pPr>
              <a:r>
                <a:t/>
              </a:r>
              <a:endParaRPr sz="500">
                <a:latin typeface="Roboto"/>
                <a:ea typeface="Roboto"/>
                <a:cs typeface="Roboto"/>
                <a:sym typeface="Roboto"/>
              </a:endParaRPr>
            </a:p>
          </p:txBody>
        </p:sp>
        <p:sp>
          <p:nvSpPr>
            <p:cNvPr id="16073" name="Google Shape;16073;p287"/>
            <p:cNvSpPr txBox="1"/>
            <p:nvPr/>
          </p:nvSpPr>
          <p:spPr>
            <a:xfrm>
              <a:off x="3962886" y="142103"/>
              <a:ext cx="1731300" cy="351900"/>
            </a:xfrm>
            <a:prstGeom prst="rect">
              <a:avLst/>
            </a:prstGeom>
            <a:noFill/>
            <a:ln>
              <a:noFill/>
            </a:ln>
          </p:spPr>
          <p:txBody>
            <a:bodyPr anchorCtr="0" anchor="ctr" bIns="15400" lIns="15400" spcFirstLastPara="1" rIns="15400" wrap="square" tIns="15400">
              <a:noAutofit/>
            </a:bodyPr>
            <a:lstStyle/>
            <a:p>
              <a:pPr indent="0" lvl="0" marL="0" rtl="0" algn="l">
                <a:spcBef>
                  <a:spcPts val="0"/>
                </a:spcBef>
                <a:spcAft>
                  <a:spcPts val="0"/>
                </a:spcAft>
                <a:buNone/>
              </a:pPr>
              <a:r>
                <a:rPr b="1" lang="es-419" sz="700">
                  <a:solidFill>
                    <a:schemeClr val="dk1"/>
                  </a:solidFill>
                </a:rPr>
                <a:t>Registrar tiempo de </a:t>
              </a:r>
              <a:r>
                <a:rPr b="1" lang="es-419" sz="700">
                  <a:solidFill>
                    <a:schemeClr val="dk1"/>
                  </a:solidFill>
                </a:rPr>
                <a:t>atención</a:t>
              </a:r>
              <a:r>
                <a:rPr b="1" lang="es-419" sz="700">
                  <a:solidFill>
                    <a:schemeClr val="dk1"/>
                  </a:solidFill>
                </a:rPr>
                <a:t> </a:t>
              </a:r>
              <a:endParaRPr/>
            </a:p>
          </p:txBody>
        </p:sp>
        <p:sp>
          <p:nvSpPr>
            <p:cNvPr id="16074" name="Google Shape;16074;p287"/>
            <p:cNvSpPr/>
            <p:nvPr/>
          </p:nvSpPr>
          <p:spPr>
            <a:xfrm>
              <a:off x="3646236" y="1459979"/>
              <a:ext cx="6333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8200" lIns="78200" spcFirstLastPara="1" rIns="78200" wrap="square" tIns="78200">
              <a:noAutofit/>
            </a:bodyPr>
            <a:lstStyle/>
            <a:p>
              <a:pPr indent="0" lvl="0" marL="0" rtl="0" algn="l">
                <a:spcBef>
                  <a:spcPts val="0"/>
                </a:spcBef>
                <a:spcAft>
                  <a:spcPts val="0"/>
                </a:spcAft>
                <a:buNone/>
              </a:pPr>
              <a:r>
                <a:rPr lang="es-419" sz="600">
                  <a:solidFill>
                    <a:schemeClr val="dk1"/>
                  </a:solidFill>
                </a:rPr>
                <a:t>🖨️ Sistema de </a:t>
              </a:r>
              <a:r>
                <a:rPr lang="es-419" sz="600">
                  <a:solidFill>
                    <a:schemeClr val="dk1"/>
                  </a:solidFill>
                </a:rPr>
                <a:t>estadísticas</a:t>
              </a:r>
              <a:endParaRPr sz="500">
                <a:latin typeface="Roboto"/>
                <a:ea typeface="Roboto"/>
                <a:cs typeface="Roboto"/>
                <a:sym typeface="Roboto"/>
              </a:endParaRPr>
            </a:p>
          </p:txBody>
        </p:sp>
        <p:sp>
          <p:nvSpPr>
            <p:cNvPr id="16075" name="Google Shape;16075;p287"/>
            <p:cNvSpPr/>
            <p:nvPr/>
          </p:nvSpPr>
          <p:spPr>
            <a:xfrm>
              <a:off x="3646236" y="1075527"/>
              <a:ext cx="6333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8200" lIns="78200" spcFirstLastPara="1" rIns="78200" wrap="square" tIns="78200">
              <a:noAutofit/>
            </a:bodyPr>
            <a:lstStyle/>
            <a:p>
              <a:pPr indent="0" lvl="0" marL="0" rtl="0" algn="l">
                <a:spcBef>
                  <a:spcPts val="0"/>
                </a:spcBef>
                <a:spcAft>
                  <a:spcPts val="0"/>
                </a:spcAft>
                <a:buNone/>
              </a:pPr>
              <a:r>
                <a:t/>
              </a:r>
              <a:endParaRPr sz="500">
                <a:latin typeface="Roboto"/>
                <a:ea typeface="Roboto"/>
                <a:cs typeface="Roboto"/>
                <a:sym typeface="Roboto"/>
              </a:endParaRPr>
            </a:p>
          </p:txBody>
        </p:sp>
        <p:sp>
          <p:nvSpPr>
            <p:cNvPr id="16076" name="Google Shape;16076;p287"/>
            <p:cNvSpPr/>
            <p:nvPr/>
          </p:nvSpPr>
          <p:spPr>
            <a:xfrm>
              <a:off x="3646236" y="1853377"/>
              <a:ext cx="6333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8200" lIns="78200" spcFirstLastPara="1" rIns="78200" wrap="square" tIns="78200">
              <a:noAutofit/>
            </a:bodyPr>
            <a:lstStyle/>
            <a:p>
              <a:pPr indent="0" lvl="0" marL="0" rtl="0" algn="l">
                <a:spcBef>
                  <a:spcPts val="0"/>
                </a:spcBef>
                <a:spcAft>
                  <a:spcPts val="0"/>
                </a:spcAft>
                <a:buNone/>
              </a:pPr>
              <a:r>
                <a:t/>
              </a:r>
              <a:endParaRPr sz="500">
                <a:latin typeface="Roboto"/>
                <a:ea typeface="Roboto"/>
                <a:cs typeface="Roboto"/>
                <a:sym typeface="Roboto"/>
              </a:endParaRPr>
            </a:p>
          </p:txBody>
        </p:sp>
        <p:sp>
          <p:nvSpPr>
            <p:cNvPr id="16077" name="Google Shape;16077;p287"/>
            <p:cNvSpPr/>
            <p:nvPr/>
          </p:nvSpPr>
          <p:spPr>
            <a:xfrm>
              <a:off x="3646236" y="2229879"/>
              <a:ext cx="6333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8200" lIns="78200" spcFirstLastPara="1" rIns="78200" wrap="square" tIns="78200">
              <a:noAutofit/>
            </a:bodyPr>
            <a:lstStyle/>
            <a:p>
              <a:pPr indent="0" lvl="0" marL="0" rtl="0" algn="l">
                <a:spcBef>
                  <a:spcPts val="0"/>
                </a:spcBef>
                <a:spcAft>
                  <a:spcPts val="0"/>
                </a:spcAft>
                <a:buNone/>
              </a:pPr>
              <a:r>
                <a:t/>
              </a:r>
              <a:endParaRPr sz="500">
                <a:latin typeface="Roboto"/>
                <a:ea typeface="Roboto"/>
                <a:cs typeface="Roboto"/>
                <a:sym typeface="Roboto"/>
              </a:endParaRPr>
            </a:p>
          </p:txBody>
        </p:sp>
        <p:sp>
          <p:nvSpPr>
            <p:cNvPr id="16078" name="Google Shape;16078;p287"/>
            <p:cNvSpPr/>
            <p:nvPr/>
          </p:nvSpPr>
          <p:spPr>
            <a:xfrm>
              <a:off x="4349786" y="1075528"/>
              <a:ext cx="13251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61600" lIns="61600" spcFirstLastPara="1" rIns="61600" wrap="square" tIns="61600">
              <a:noAutofit/>
            </a:bodyPr>
            <a:lstStyle/>
            <a:p>
              <a:pPr indent="0" lvl="0" marL="0" rtl="0" algn="l">
                <a:spcBef>
                  <a:spcPts val="0"/>
                </a:spcBef>
                <a:spcAft>
                  <a:spcPts val="0"/>
                </a:spcAft>
                <a:buNone/>
              </a:pPr>
              <a:r>
                <a:t/>
              </a:r>
              <a:endParaRPr sz="700">
                <a:latin typeface="Roboto"/>
                <a:ea typeface="Roboto"/>
                <a:cs typeface="Roboto"/>
                <a:sym typeface="Roboto"/>
              </a:endParaRPr>
            </a:p>
          </p:txBody>
        </p:sp>
        <p:sp>
          <p:nvSpPr>
            <p:cNvPr id="16079" name="Google Shape;16079;p287"/>
            <p:cNvSpPr/>
            <p:nvPr/>
          </p:nvSpPr>
          <p:spPr>
            <a:xfrm>
              <a:off x="4349786" y="1459971"/>
              <a:ext cx="13251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61600" lIns="61600" spcFirstLastPara="1" rIns="61600" wrap="square" tIns="61600">
              <a:noAutofit/>
            </a:bodyPr>
            <a:lstStyle/>
            <a:p>
              <a:pPr indent="0" lvl="0" marL="0" rtl="0" algn="l">
                <a:spcBef>
                  <a:spcPts val="0"/>
                </a:spcBef>
                <a:spcAft>
                  <a:spcPts val="0"/>
                </a:spcAft>
                <a:buNone/>
              </a:pPr>
              <a:r>
                <a:rPr lang="es-419" sz="600">
                  <a:solidFill>
                    <a:schemeClr val="dk1"/>
                  </a:solidFill>
                </a:rPr>
                <a:t>Registrar duracion del cliente</a:t>
              </a:r>
              <a:endParaRPr sz="700">
                <a:latin typeface="Roboto"/>
                <a:ea typeface="Roboto"/>
                <a:cs typeface="Roboto"/>
                <a:sym typeface="Roboto"/>
              </a:endParaRPr>
            </a:p>
          </p:txBody>
        </p:sp>
        <p:sp>
          <p:nvSpPr>
            <p:cNvPr id="16080" name="Google Shape;16080;p287"/>
            <p:cNvSpPr/>
            <p:nvPr/>
          </p:nvSpPr>
          <p:spPr>
            <a:xfrm>
              <a:off x="4349786" y="1853372"/>
              <a:ext cx="13251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61600" lIns="61600" spcFirstLastPara="1" rIns="61600" wrap="square" tIns="61600">
              <a:noAutofit/>
            </a:bodyPr>
            <a:lstStyle/>
            <a:p>
              <a:pPr indent="0" lvl="0" marL="0" rtl="0" algn="l">
                <a:spcBef>
                  <a:spcPts val="0"/>
                </a:spcBef>
                <a:spcAft>
                  <a:spcPts val="0"/>
                </a:spcAft>
                <a:buNone/>
              </a:pPr>
              <a:r>
                <a:t/>
              </a:r>
              <a:endParaRPr sz="700">
                <a:latin typeface="Roboto"/>
                <a:ea typeface="Roboto"/>
                <a:cs typeface="Roboto"/>
                <a:sym typeface="Roboto"/>
              </a:endParaRPr>
            </a:p>
          </p:txBody>
        </p:sp>
        <p:sp>
          <p:nvSpPr>
            <p:cNvPr id="16081" name="Google Shape;16081;p287"/>
            <p:cNvSpPr/>
            <p:nvPr/>
          </p:nvSpPr>
          <p:spPr>
            <a:xfrm>
              <a:off x="4349786" y="2239831"/>
              <a:ext cx="13251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61600" lIns="61600" spcFirstLastPara="1" rIns="61600" wrap="square" tIns="61600">
              <a:noAutofit/>
            </a:bodyPr>
            <a:lstStyle/>
            <a:p>
              <a:pPr indent="0" lvl="0" marL="0" rtl="0" algn="l">
                <a:spcBef>
                  <a:spcPts val="0"/>
                </a:spcBef>
                <a:spcAft>
                  <a:spcPts val="0"/>
                </a:spcAft>
                <a:buNone/>
              </a:pPr>
              <a:r>
                <a:rPr lang="es-419" sz="700">
                  <a:latin typeface="Roboto"/>
                  <a:ea typeface="Roboto"/>
                  <a:cs typeface="Roboto"/>
                  <a:sym typeface="Roboto"/>
                </a:rPr>
                <a:t>&lt;...&gt;</a:t>
              </a:r>
              <a:endParaRPr sz="700">
                <a:latin typeface="Roboto"/>
                <a:ea typeface="Roboto"/>
                <a:cs typeface="Roboto"/>
                <a:sym typeface="Roboto"/>
              </a:endParaRPr>
            </a:p>
          </p:txBody>
        </p:sp>
        <p:sp>
          <p:nvSpPr>
            <p:cNvPr id="16082" name="Google Shape;16082;p287"/>
            <p:cNvSpPr/>
            <p:nvPr/>
          </p:nvSpPr>
          <p:spPr>
            <a:xfrm>
              <a:off x="2704756" y="1461628"/>
              <a:ext cx="8817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8200" lIns="78200" spcFirstLastPara="1" rIns="78200" wrap="square" tIns="78200">
              <a:noAutofit/>
            </a:bodyPr>
            <a:lstStyle/>
            <a:p>
              <a:pPr indent="0" lvl="0" marL="0" rtl="0" algn="l">
                <a:spcBef>
                  <a:spcPts val="0"/>
                </a:spcBef>
                <a:spcAft>
                  <a:spcPts val="0"/>
                </a:spcAft>
                <a:buNone/>
              </a:pPr>
              <a:r>
                <a:t/>
              </a:r>
              <a:endParaRPr sz="500">
                <a:latin typeface="Roboto"/>
                <a:ea typeface="Roboto"/>
                <a:cs typeface="Roboto"/>
                <a:sym typeface="Roboto"/>
              </a:endParaRPr>
            </a:p>
          </p:txBody>
        </p:sp>
        <p:sp>
          <p:nvSpPr>
            <p:cNvPr id="16083" name="Google Shape;16083;p287"/>
            <p:cNvSpPr txBox="1"/>
            <p:nvPr/>
          </p:nvSpPr>
          <p:spPr>
            <a:xfrm>
              <a:off x="4463036" y="557328"/>
              <a:ext cx="1098600" cy="4653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b="1" lang="es-419" sz="700">
                  <a:latin typeface="Arvo"/>
                  <a:ea typeface="Arvo"/>
                  <a:cs typeface="Arvo"/>
                  <a:sym typeface="Arvo"/>
                </a:rPr>
                <a:t>Acción interactiva:</a:t>
              </a:r>
              <a:endParaRPr b="1" sz="700">
                <a:latin typeface="Arvo"/>
                <a:ea typeface="Arvo"/>
                <a:cs typeface="Arvo"/>
                <a:sym typeface="Arvo"/>
              </a:endParaRPr>
            </a:p>
            <a:p>
              <a:pPr indent="0" lvl="0" marL="0" rtl="0" algn="ctr">
                <a:spcBef>
                  <a:spcPts val="0"/>
                </a:spcBef>
                <a:spcAft>
                  <a:spcPts val="0"/>
                </a:spcAft>
                <a:buNone/>
              </a:pPr>
              <a:r>
                <a:rPr i="1" lang="es-419" sz="500">
                  <a:latin typeface="Arvo"/>
                  <a:ea typeface="Arvo"/>
                  <a:cs typeface="Arvo"/>
                  <a:sym typeface="Arvo"/>
                </a:rPr>
                <a:t>&lt;ej: </a:t>
              </a:r>
              <a:r>
                <a:rPr i="1" lang="es-419" sz="500">
                  <a:solidFill>
                    <a:srgbClr val="000000"/>
                  </a:solidFill>
                  <a:latin typeface="Roboto"/>
                  <a:ea typeface="Roboto"/>
                  <a:cs typeface="Roboto"/>
                  <a:sym typeface="Roboto"/>
                </a:rPr>
                <a:t>autenticar por huella y cara</a:t>
              </a:r>
              <a:r>
                <a:rPr i="1" lang="es-419" sz="500">
                  <a:latin typeface="Arvo"/>
                  <a:ea typeface="Arvo"/>
                  <a:cs typeface="Arvo"/>
                  <a:sym typeface="Arvo"/>
                </a:rPr>
                <a:t>&gt;</a:t>
              </a:r>
              <a:endParaRPr i="1" sz="500">
                <a:latin typeface="Arvo"/>
                <a:ea typeface="Arvo"/>
                <a:cs typeface="Arvo"/>
                <a:sym typeface="Arvo"/>
              </a:endParaRPr>
            </a:p>
          </p:txBody>
        </p:sp>
        <p:sp>
          <p:nvSpPr>
            <p:cNvPr id="16084" name="Google Shape;16084;p287"/>
            <p:cNvSpPr txBox="1"/>
            <p:nvPr/>
          </p:nvSpPr>
          <p:spPr>
            <a:xfrm>
              <a:off x="3639736" y="557328"/>
              <a:ext cx="702600" cy="4653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b="1" lang="es-419" sz="700">
                  <a:latin typeface="Arvo"/>
                  <a:ea typeface="Arvo"/>
                  <a:cs typeface="Arvo"/>
                  <a:sym typeface="Arvo"/>
                </a:rPr>
                <a:t>Punto de contacto</a:t>
              </a:r>
              <a:endParaRPr sz="700">
                <a:latin typeface="Arvo"/>
                <a:ea typeface="Arvo"/>
                <a:cs typeface="Arvo"/>
                <a:sym typeface="Arvo"/>
              </a:endParaRPr>
            </a:p>
          </p:txBody>
        </p:sp>
        <p:sp>
          <p:nvSpPr>
            <p:cNvPr id="16085" name="Google Shape;16085;p287"/>
            <p:cNvSpPr txBox="1"/>
            <p:nvPr/>
          </p:nvSpPr>
          <p:spPr>
            <a:xfrm>
              <a:off x="2784273" y="568049"/>
              <a:ext cx="702600" cy="4653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b="1" lang="es-419" sz="700">
                  <a:latin typeface="Arvo"/>
                  <a:ea typeface="Arvo"/>
                  <a:cs typeface="Arvo"/>
                  <a:sym typeface="Arvo"/>
                </a:rPr>
                <a:t>Rol</a:t>
              </a:r>
              <a:endParaRPr sz="700">
                <a:latin typeface="Arvo"/>
                <a:ea typeface="Arvo"/>
                <a:cs typeface="Arvo"/>
                <a:sym typeface="Arvo"/>
              </a:endParaRPr>
            </a:p>
          </p:txBody>
        </p:sp>
        <p:pic>
          <p:nvPicPr>
            <p:cNvPr id="16086" name="Google Shape;16086;p287"/>
            <p:cNvPicPr preferRelativeResize="0"/>
            <p:nvPr/>
          </p:nvPicPr>
          <p:blipFill rotWithShape="1">
            <a:blip r:embed="rId3">
              <a:alphaModFix/>
            </a:blip>
            <a:srcRect b="-868" l="16515" r="66426" t="66946"/>
            <a:stretch/>
          </p:blipFill>
          <p:spPr>
            <a:xfrm>
              <a:off x="2782507" y="825772"/>
              <a:ext cx="702701" cy="702700"/>
            </a:xfrm>
            <a:prstGeom prst="rect">
              <a:avLst/>
            </a:prstGeom>
            <a:noFill/>
            <a:ln>
              <a:noFill/>
            </a:ln>
          </p:spPr>
        </p:pic>
        <p:sp>
          <p:nvSpPr>
            <p:cNvPr id="16087" name="Google Shape;16087;p287"/>
            <p:cNvSpPr txBox="1"/>
            <p:nvPr/>
          </p:nvSpPr>
          <p:spPr>
            <a:xfrm>
              <a:off x="2782511" y="1476053"/>
              <a:ext cx="761100" cy="232500"/>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b="1" lang="es-419" sz="700">
                  <a:solidFill>
                    <a:schemeClr val="dk1"/>
                  </a:solidFill>
                </a:rPr>
                <a:t>Recepcionista</a:t>
              </a:r>
              <a:endParaRPr/>
            </a:p>
          </p:txBody>
        </p:sp>
        <p:sp>
          <p:nvSpPr>
            <p:cNvPr id="16088" name="Google Shape;16088;p287"/>
            <p:cNvSpPr txBox="1"/>
            <p:nvPr/>
          </p:nvSpPr>
          <p:spPr>
            <a:xfrm>
              <a:off x="2704760" y="1669653"/>
              <a:ext cx="964800" cy="232500"/>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t/>
              </a:r>
              <a:endParaRPr b="1" sz="700">
                <a:latin typeface="Arvo"/>
                <a:ea typeface="Arvo"/>
                <a:cs typeface="Arvo"/>
                <a:sym typeface="Arvo"/>
              </a:endParaRPr>
            </a:p>
            <a:p>
              <a:pPr indent="0" lvl="0" marL="0" rtl="0" algn="ctr">
                <a:spcBef>
                  <a:spcPts val="0"/>
                </a:spcBef>
                <a:spcAft>
                  <a:spcPts val="0"/>
                </a:spcAft>
                <a:buNone/>
              </a:pPr>
              <a:r>
                <a:rPr i="1" lang="es-419" sz="500">
                  <a:latin typeface="Arvo"/>
                  <a:ea typeface="Arvo"/>
                  <a:cs typeface="Arvo"/>
                  <a:sym typeface="Arvo"/>
                </a:rPr>
                <a:t>&lt;ej: conductor&gt;</a:t>
              </a:r>
              <a:endParaRPr i="1" sz="500">
                <a:latin typeface="Arvo"/>
                <a:ea typeface="Arvo"/>
                <a:cs typeface="Arvo"/>
                <a:sym typeface="Arvo"/>
              </a:endParaRPr>
            </a:p>
          </p:txBody>
        </p:sp>
      </p:grpSp>
      <p:grpSp>
        <p:nvGrpSpPr>
          <p:cNvPr id="16089" name="Google Shape;16089;p287"/>
          <p:cNvGrpSpPr/>
          <p:nvPr/>
        </p:nvGrpSpPr>
        <p:grpSpPr>
          <a:xfrm>
            <a:off x="3634576" y="4215341"/>
            <a:ext cx="2810831" cy="2161925"/>
            <a:chOff x="2640436" y="-87872"/>
            <a:chExt cx="3098700" cy="2874900"/>
          </a:xfrm>
        </p:grpSpPr>
        <p:sp>
          <p:nvSpPr>
            <p:cNvPr id="16090" name="Google Shape;16090;p287"/>
            <p:cNvSpPr/>
            <p:nvPr/>
          </p:nvSpPr>
          <p:spPr>
            <a:xfrm>
              <a:off x="2640436" y="-87872"/>
              <a:ext cx="3098700" cy="2874900"/>
            </a:xfrm>
            <a:prstGeom prst="roundRect">
              <a:avLst>
                <a:gd fmla="val 3233" name="adj"/>
              </a:avLst>
            </a:prstGeom>
            <a:solidFill>
              <a:srgbClr val="FFFFFF"/>
            </a:solidFill>
            <a:ln cap="flat" cmpd="sng" w="9525">
              <a:solidFill>
                <a:srgbClr val="EFEFEF"/>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t" bIns="15400" lIns="15400" spcFirstLastPara="1" rIns="15400" wrap="square" tIns="15400">
              <a:noAutofit/>
            </a:bodyPr>
            <a:lstStyle/>
            <a:p>
              <a:pPr indent="0" lvl="0" marL="0" rtl="0" algn="ctr">
                <a:spcBef>
                  <a:spcPts val="0"/>
                </a:spcBef>
                <a:spcAft>
                  <a:spcPts val="0"/>
                </a:spcAft>
                <a:buNone/>
              </a:pPr>
              <a:r>
                <a:rPr b="1" i="1" lang="es-419" sz="800">
                  <a:solidFill>
                    <a:srgbClr val="434343"/>
                  </a:solidFill>
                </a:rPr>
                <a:t>Puntos de Automatización</a:t>
              </a:r>
              <a:endParaRPr b="1" i="1" sz="800">
                <a:solidFill>
                  <a:srgbClr val="434343"/>
                </a:solidFill>
              </a:endParaRPr>
            </a:p>
          </p:txBody>
        </p:sp>
        <p:sp>
          <p:nvSpPr>
            <p:cNvPr id="16091" name="Google Shape;16091;p287"/>
            <p:cNvSpPr txBox="1"/>
            <p:nvPr/>
          </p:nvSpPr>
          <p:spPr>
            <a:xfrm>
              <a:off x="2820612" y="182753"/>
              <a:ext cx="1098600" cy="232500"/>
            </a:xfrm>
            <a:prstGeom prst="rect">
              <a:avLst/>
            </a:prstGeom>
            <a:noFill/>
            <a:ln>
              <a:noFill/>
            </a:ln>
          </p:spPr>
          <p:txBody>
            <a:bodyPr anchorCtr="0" anchor="ctr" bIns="0" lIns="0" spcFirstLastPara="1" rIns="0" wrap="square" tIns="0">
              <a:noAutofit/>
            </a:bodyPr>
            <a:lstStyle/>
            <a:p>
              <a:pPr indent="0" lvl="0" marL="0" rtl="0" algn="r">
                <a:spcBef>
                  <a:spcPts val="0"/>
                </a:spcBef>
                <a:spcAft>
                  <a:spcPts val="0"/>
                </a:spcAft>
                <a:buNone/>
              </a:pPr>
              <a:r>
                <a:rPr lang="es-419" sz="700">
                  <a:latin typeface="Arvo"/>
                  <a:ea typeface="Arvo"/>
                  <a:cs typeface="Arvo"/>
                  <a:sym typeface="Arvo"/>
                </a:rPr>
                <a:t>Actividad de Negocio</a:t>
              </a:r>
              <a:endParaRPr sz="700">
                <a:latin typeface="Arvo"/>
                <a:ea typeface="Arvo"/>
                <a:cs typeface="Arvo"/>
                <a:sym typeface="Arvo"/>
              </a:endParaRPr>
            </a:p>
            <a:p>
              <a:pPr indent="0" lvl="0" marL="0" rtl="0" algn="r">
                <a:spcBef>
                  <a:spcPts val="0"/>
                </a:spcBef>
                <a:spcAft>
                  <a:spcPts val="0"/>
                </a:spcAft>
                <a:buNone/>
              </a:pPr>
              <a:r>
                <a:rPr i="1" lang="es-419" sz="500">
                  <a:latin typeface="Arvo"/>
                  <a:ea typeface="Arvo"/>
                  <a:cs typeface="Arvo"/>
                  <a:sym typeface="Arvo"/>
                </a:rPr>
                <a:t>&lt;ej: Identificarse&gt;</a:t>
              </a:r>
              <a:endParaRPr i="1" sz="500">
                <a:latin typeface="Arvo"/>
                <a:ea typeface="Arvo"/>
                <a:cs typeface="Arvo"/>
                <a:sym typeface="Arvo"/>
              </a:endParaRPr>
            </a:p>
          </p:txBody>
        </p:sp>
        <p:sp>
          <p:nvSpPr>
            <p:cNvPr id="16092" name="Google Shape;16092;p287"/>
            <p:cNvSpPr/>
            <p:nvPr/>
          </p:nvSpPr>
          <p:spPr>
            <a:xfrm>
              <a:off x="3951036" y="159603"/>
              <a:ext cx="17313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8200" lIns="78200" spcFirstLastPara="1" rIns="78200" wrap="square" tIns="78200">
              <a:noAutofit/>
            </a:bodyPr>
            <a:lstStyle/>
            <a:p>
              <a:pPr indent="0" lvl="0" marL="0" rtl="0" algn="l">
                <a:spcBef>
                  <a:spcPts val="0"/>
                </a:spcBef>
                <a:spcAft>
                  <a:spcPts val="0"/>
                </a:spcAft>
                <a:buNone/>
              </a:pPr>
              <a:r>
                <a:t/>
              </a:r>
              <a:endParaRPr sz="500">
                <a:latin typeface="Roboto"/>
                <a:ea typeface="Roboto"/>
                <a:cs typeface="Roboto"/>
                <a:sym typeface="Roboto"/>
              </a:endParaRPr>
            </a:p>
          </p:txBody>
        </p:sp>
        <p:sp>
          <p:nvSpPr>
            <p:cNvPr id="16093" name="Google Shape;16093;p287"/>
            <p:cNvSpPr txBox="1"/>
            <p:nvPr/>
          </p:nvSpPr>
          <p:spPr>
            <a:xfrm>
              <a:off x="3962886" y="142103"/>
              <a:ext cx="1731300" cy="351900"/>
            </a:xfrm>
            <a:prstGeom prst="rect">
              <a:avLst/>
            </a:prstGeom>
            <a:noFill/>
            <a:ln>
              <a:noFill/>
            </a:ln>
          </p:spPr>
          <p:txBody>
            <a:bodyPr anchorCtr="0" anchor="ctr" bIns="15400" lIns="15400" spcFirstLastPara="1" rIns="15400" wrap="square" tIns="15400">
              <a:noAutofit/>
            </a:bodyPr>
            <a:lstStyle/>
            <a:p>
              <a:pPr indent="0" lvl="0" marL="0" rtl="0" algn="l">
                <a:spcBef>
                  <a:spcPts val="0"/>
                </a:spcBef>
                <a:spcAft>
                  <a:spcPts val="0"/>
                </a:spcAft>
                <a:buNone/>
              </a:pPr>
              <a:r>
                <a:rPr b="1" lang="es-419" sz="700">
                  <a:solidFill>
                    <a:schemeClr val="dk1"/>
                  </a:solidFill>
                </a:rPr>
                <a:t>Mostrar mensaje de bienvenida</a:t>
              </a:r>
              <a:endParaRPr/>
            </a:p>
          </p:txBody>
        </p:sp>
        <p:sp>
          <p:nvSpPr>
            <p:cNvPr id="16094" name="Google Shape;16094;p287"/>
            <p:cNvSpPr/>
            <p:nvPr/>
          </p:nvSpPr>
          <p:spPr>
            <a:xfrm>
              <a:off x="3646236" y="1459973"/>
              <a:ext cx="6333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8200" lIns="78200" spcFirstLastPara="1" rIns="78200" wrap="square" tIns="78200">
              <a:noAutofit/>
            </a:bodyPr>
            <a:lstStyle/>
            <a:p>
              <a:pPr indent="0" lvl="0" marL="0" rtl="0" algn="l">
                <a:spcBef>
                  <a:spcPts val="0"/>
                </a:spcBef>
                <a:spcAft>
                  <a:spcPts val="0"/>
                </a:spcAft>
                <a:buNone/>
              </a:pPr>
              <a:r>
                <a:t/>
              </a:r>
              <a:endParaRPr sz="500">
                <a:latin typeface="Roboto"/>
                <a:ea typeface="Roboto"/>
                <a:cs typeface="Roboto"/>
                <a:sym typeface="Roboto"/>
              </a:endParaRPr>
            </a:p>
          </p:txBody>
        </p:sp>
        <p:sp>
          <p:nvSpPr>
            <p:cNvPr id="16095" name="Google Shape;16095;p287"/>
            <p:cNvSpPr/>
            <p:nvPr/>
          </p:nvSpPr>
          <p:spPr>
            <a:xfrm>
              <a:off x="3646236" y="1075527"/>
              <a:ext cx="6333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8200" lIns="78200" spcFirstLastPara="1" rIns="78200" wrap="square" tIns="78200">
              <a:noAutofit/>
            </a:bodyPr>
            <a:lstStyle/>
            <a:p>
              <a:pPr indent="0" lvl="0" marL="0" rtl="0" algn="l">
                <a:spcBef>
                  <a:spcPts val="0"/>
                </a:spcBef>
                <a:spcAft>
                  <a:spcPts val="0"/>
                </a:spcAft>
                <a:buNone/>
              </a:pPr>
              <a:r>
                <a:rPr lang="es-419" sz="600">
                  <a:solidFill>
                    <a:schemeClr val="dk1"/>
                  </a:solidFill>
                </a:rPr>
                <a:t>🧾 Pantalla Informativa</a:t>
              </a:r>
              <a:endParaRPr sz="500">
                <a:latin typeface="Roboto"/>
                <a:ea typeface="Roboto"/>
                <a:cs typeface="Roboto"/>
                <a:sym typeface="Roboto"/>
              </a:endParaRPr>
            </a:p>
          </p:txBody>
        </p:sp>
        <p:sp>
          <p:nvSpPr>
            <p:cNvPr id="16096" name="Google Shape;16096;p287"/>
            <p:cNvSpPr/>
            <p:nvPr/>
          </p:nvSpPr>
          <p:spPr>
            <a:xfrm>
              <a:off x="3646236" y="1853377"/>
              <a:ext cx="6333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8200" lIns="78200" spcFirstLastPara="1" rIns="78200" wrap="square" tIns="78200">
              <a:noAutofit/>
            </a:bodyPr>
            <a:lstStyle/>
            <a:p>
              <a:pPr indent="0" lvl="0" marL="0" rtl="0" algn="l">
                <a:spcBef>
                  <a:spcPts val="0"/>
                </a:spcBef>
                <a:spcAft>
                  <a:spcPts val="0"/>
                </a:spcAft>
                <a:buNone/>
              </a:pPr>
              <a:r>
                <a:t/>
              </a:r>
              <a:endParaRPr sz="500">
                <a:latin typeface="Roboto"/>
                <a:ea typeface="Roboto"/>
                <a:cs typeface="Roboto"/>
                <a:sym typeface="Roboto"/>
              </a:endParaRPr>
            </a:p>
          </p:txBody>
        </p:sp>
        <p:sp>
          <p:nvSpPr>
            <p:cNvPr id="16097" name="Google Shape;16097;p287"/>
            <p:cNvSpPr/>
            <p:nvPr/>
          </p:nvSpPr>
          <p:spPr>
            <a:xfrm>
              <a:off x="3646236" y="2229879"/>
              <a:ext cx="6333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8200" lIns="78200" spcFirstLastPara="1" rIns="78200" wrap="square" tIns="78200">
              <a:noAutofit/>
            </a:bodyPr>
            <a:lstStyle/>
            <a:p>
              <a:pPr indent="0" lvl="0" marL="0" rtl="0" algn="l">
                <a:spcBef>
                  <a:spcPts val="0"/>
                </a:spcBef>
                <a:spcAft>
                  <a:spcPts val="0"/>
                </a:spcAft>
                <a:buNone/>
              </a:pPr>
              <a:r>
                <a:t/>
              </a:r>
              <a:endParaRPr sz="500">
                <a:latin typeface="Roboto"/>
                <a:ea typeface="Roboto"/>
                <a:cs typeface="Roboto"/>
                <a:sym typeface="Roboto"/>
              </a:endParaRPr>
            </a:p>
          </p:txBody>
        </p:sp>
        <p:sp>
          <p:nvSpPr>
            <p:cNvPr id="16098" name="Google Shape;16098;p287"/>
            <p:cNvSpPr/>
            <p:nvPr/>
          </p:nvSpPr>
          <p:spPr>
            <a:xfrm>
              <a:off x="4349786" y="1075528"/>
              <a:ext cx="13251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61600" lIns="61600" spcFirstLastPara="1" rIns="61600" wrap="square" tIns="61600">
              <a:noAutofit/>
            </a:bodyPr>
            <a:lstStyle/>
            <a:p>
              <a:pPr indent="0" lvl="0" marL="0" rtl="0" algn="l">
                <a:spcBef>
                  <a:spcPts val="0"/>
                </a:spcBef>
                <a:spcAft>
                  <a:spcPts val="0"/>
                </a:spcAft>
                <a:buNone/>
              </a:pPr>
              <a:r>
                <a:rPr lang="es-419" sz="600">
                  <a:solidFill>
                    <a:schemeClr val="dk1"/>
                  </a:solidFill>
                </a:rPr>
                <a:t>Mostrar saludo personalizado</a:t>
              </a:r>
              <a:endParaRPr sz="700">
                <a:latin typeface="Roboto"/>
                <a:ea typeface="Roboto"/>
                <a:cs typeface="Roboto"/>
                <a:sym typeface="Roboto"/>
              </a:endParaRPr>
            </a:p>
          </p:txBody>
        </p:sp>
        <p:sp>
          <p:nvSpPr>
            <p:cNvPr id="16099" name="Google Shape;16099;p287"/>
            <p:cNvSpPr/>
            <p:nvPr/>
          </p:nvSpPr>
          <p:spPr>
            <a:xfrm>
              <a:off x="4349786" y="1459971"/>
              <a:ext cx="13251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61600" lIns="61600" spcFirstLastPara="1" rIns="61600" wrap="square" tIns="61600">
              <a:noAutofit/>
            </a:bodyPr>
            <a:lstStyle/>
            <a:p>
              <a:pPr indent="0" lvl="0" marL="0" rtl="0" algn="l">
                <a:spcBef>
                  <a:spcPts val="0"/>
                </a:spcBef>
                <a:spcAft>
                  <a:spcPts val="0"/>
                </a:spcAft>
                <a:buNone/>
              </a:pPr>
              <a:r>
                <a:t/>
              </a:r>
              <a:endParaRPr sz="700">
                <a:latin typeface="Roboto"/>
                <a:ea typeface="Roboto"/>
                <a:cs typeface="Roboto"/>
                <a:sym typeface="Roboto"/>
              </a:endParaRPr>
            </a:p>
          </p:txBody>
        </p:sp>
        <p:sp>
          <p:nvSpPr>
            <p:cNvPr id="16100" name="Google Shape;16100;p287"/>
            <p:cNvSpPr/>
            <p:nvPr/>
          </p:nvSpPr>
          <p:spPr>
            <a:xfrm>
              <a:off x="4349786" y="1853372"/>
              <a:ext cx="13251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61600" lIns="61600" spcFirstLastPara="1" rIns="61600" wrap="square" tIns="61600">
              <a:noAutofit/>
            </a:bodyPr>
            <a:lstStyle/>
            <a:p>
              <a:pPr indent="0" lvl="0" marL="0" rtl="0" algn="l">
                <a:spcBef>
                  <a:spcPts val="0"/>
                </a:spcBef>
                <a:spcAft>
                  <a:spcPts val="0"/>
                </a:spcAft>
                <a:buNone/>
              </a:pPr>
              <a:r>
                <a:t/>
              </a:r>
              <a:endParaRPr sz="700">
                <a:latin typeface="Roboto"/>
                <a:ea typeface="Roboto"/>
                <a:cs typeface="Roboto"/>
                <a:sym typeface="Roboto"/>
              </a:endParaRPr>
            </a:p>
          </p:txBody>
        </p:sp>
        <p:sp>
          <p:nvSpPr>
            <p:cNvPr id="16101" name="Google Shape;16101;p287"/>
            <p:cNvSpPr/>
            <p:nvPr/>
          </p:nvSpPr>
          <p:spPr>
            <a:xfrm>
              <a:off x="4349786" y="2239831"/>
              <a:ext cx="13251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61600" lIns="61600" spcFirstLastPara="1" rIns="61600" wrap="square" tIns="61600">
              <a:noAutofit/>
            </a:bodyPr>
            <a:lstStyle/>
            <a:p>
              <a:pPr indent="0" lvl="0" marL="0" rtl="0" algn="l">
                <a:spcBef>
                  <a:spcPts val="0"/>
                </a:spcBef>
                <a:spcAft>
                  <a:spcPts val="0"/>
                </a:spcAft>
                <a:buNone/>
              </a:pPr>
              <a:r>
                <a:rPr lang="es-419" sz="700">
                  <a:latin typeface="Roboto"/>
                  <a:ea typeface="Roboto"/>
                  <a:cs typeface="Roboto"/>
                  <a:sym typeface="Roboto"/>
                </a:rPr>
                <a:t>&lt;...&gt;</a:t>
              </a:r>
              <a:endParaRPr sz="700">
                <a:latin typeface="Roboto"/>
                <a:ea typeface="Roboto"/>
                <a:cs typeface="Roboto"/>
                <a:sym typeface="Roboto"/>
              </a:endParaRPr>
            </a:p>
          </p:txBody>
        </p:sp>
        <p:sp>
          <p:nvSpPr>
            <p:cNvPr id="16102" name="Google Shape;16102;p287"/>
            <p:cNvSpPr/>
            <p:nvPr/>
          </p:nvSpPr>
          <p:spPr>
            <a:xfrm>
              <a:off x="2704756" y="1461628"/>
              <a:ext cx="8817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8200" lIns="78200" spcFirstLastPara="1" rIns="78200" wrap="square" tIns="78200">
              <a:noAutofit/>
            </a:bodyPr>
            <a:lstStyle/>
            <a:p>
              <a:pPr indent="0" lvl="0" marL="0" rtl="0" algn="l">
                <a:spcBef>
                  <a:spcPts val="0"/>
                </a:spcBef>
                <a:spcAft>
                  <a:spcPts val="0"/>
                </a:spcAft>
                <a:buNone/>
              </a:pPr>
              <a:r>
                <a:t/>
              </a:r>
              <a:endParaRPr sz="500">
                <a:latin typeface="Roboto"/>
                <a:ea typeface="Roboto"/>
                <a:cs typeface="Roboto"/>
                <a:sym typeface="Roboto"/>
              </a:endParaRPr>
            </a:p>
          </p:txBody>
        </p:sp>
        <p:sp>
          <p:nvSpPr>
            <p:cNvPr id="16103" name="Google Shape;16103;p287"/>
            <p:cNvSpPr txBox="1"/>
            <p:nvPr/>
          </p:nvSpPr>
          <p:spPr>
            <a:xfrm>
              <a:off x="4463036" y="557328"/>
              <a:ext cx="1098600" cy="4653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b="1" lang="es-419" sz="700">
                  <a:latin typeface="Arvo"/>
                  <a:ea typeface="Arvo"/>
                  <a:cs typeface="Arvo"/>
                  <a:sym typeface="Arvo"/>
                </a:rPr>
                <a:t>Acción interactiva:</a:t>
              </a:r>
              <a:endParaRPr b="1" sz="700">
                <a:latin typeface="Arvo"/>
                <a:ea typeface="Arvo"/>
                <a:cs typeface="Arvo"/>
                <a:sym typeface="Arvo"/>
              </a:endParaRPr>
            </a:p>
            <a:p>
              <a:pPr indent="0" lvl="0" marL="0" rtl="0" algn="ctr">
                <a:spcBef>
                  <a:spcPts val="0"/>
                </a:spcBef>
                <a:spcAft>
                  <a:spcPts val="0"/>
                </a:spcAft>
                <a:buNone/>
              </a:pPr>
              <a:r>
                <a:rPr i="1" lang="es-419" sz="500">
                  <a:latin typeface="Arvo"/>
                  <a:ea typeface="Arvo"/>
                  <a:cs typeface="Arvo"/>
                  <a:sym typeface="Arvo"/>
                </a:rPr>
                <a:t>&lt;ej: </a:t>
              </a:r>
              <a:r>
                <a:rPr i="1" lang="es-419" sz="500">
                  <a:solidFill>
                    <a:srgbClr val="000000"/>
                  </a:solidFill>
                  <a:latin typeface="Roboto"/>
                  <a:ea typeface="Roboto"/>
                  <a:cs typeface="Roboto"/>
                  <a:sym typeface="Roboto"/>
                </a:rPr>
                <a:t>autenticar por huella y cara</a:t>
              </a:r>
              <a:r>
                <a:rPr i="1" lang="es-419" sz="500">
                  <a:latin typeface="Arvo"/>
                  <a:ea typeface="Arvo"/>
                  <a:cs typeface="Arvo"/>
                  <a:sym typeface="Arvo"/>
                </a:rPr>
                <a:t>&gt;</a:t>
              </a:r>
              <a:endParaRPr i="1" sz="500">
                <a:latin typeface="Arvo"/>
                <a:ea typeface="Arvo"/>
                <a:cs typeface="Arvo"/>
                <a:sym typeface="Arvo"/>
              </a:endParaRPr>
            </a:p>
          </p:txBody>
        </p:sp>
        <p:sp>
          <p:nvSpPr>
            <p:cNvPr id="16104" name="Google Shape;16104;p287"/>
            <p:cNvSpPr txBox="1"/>
            <p:nvPr/>
          </p:nvSpPr>
          <p:spPr>
            <a:xfrm>
              <a:off x="3639736" y="557328"/>
              <a:ext cx="702600" cy="4653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b="1" lang="es-419" sz="700">
                  <a:latin typeface="Arvo"/>
                  <a:ea typeface="Arvo"/>
                  <a:cs typeface="Arvo"/>
                  <a:sym typeface="Arvo"/>
                </a:rPr>
                <a:t>Punto de contacto</a:t>
              </a:r>
              <a:endParaRPr sz="700">
                <a:latin typeface="Arvo"/>
                <a:ea typeface="Arvo"/>
                <a:cs typeface="Arvo"/>
                <a:sym typeface="Arvo"/>
              </a:endParaRPr>
            </a:p>
          </p:txBody>
        </p:sp>
        <p:sp>
          <p:nvSpPr>
            <p:cNvPr id="16105" name="Google Shape;16105;p287"/>
            <p:cNvSpPr txBox="1"/>
            <p:nvPr/>
          </p:nvSpPr>
          <p:spPr>
            <a:xfrm>
              <a:off x="2784273" y="568049"/>
              <a:ext cx="702600" cy="4653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b="1" lang="es-419" sz="700">
                  <a:latin typeface="Arvo"/>
                  <a:ea typeface="Arvo"/>
                  <a:cs typeface="Arvo"/>
                  <a:sym typeface="Arvo"/>
                </a:rPr>
                <a:t>Rol</a:t>
              </a:r>
              <a:endParaRPr sz="700">
                <a:latin typeface="Arvo"/>
                <a:ea typeface="Arvo"/>
                <a:cs typeface="Arvo"/>
                <a:sym typeface="Arvo"/>
              </a:endParaRPr>
            </a:p>
          </p:txBody>
        </p:sp>
        <p:pic>
          <p:nvPicPr>
            <p:cNvPr id="16106" name="Google Shape;16106;p287"/>
            <p:cNvPicPr preferRelativeResize="0"/>
            <p:nvPr/>
          </p:nvPicPr>
          <p:blipFill rotWithShape="1">
            <a:blip r:embed="rId3">
              <a:alphaModFix/>
            </a:blip>
            <a:srcRect b="-868" l="16515" r="66426" t="66946"/>
            <a:stretch/>
          </p:blipFill>
          <p:spPr>
            <a:xfrm>
              <a:off x="2782507" y="825772"/>
              <a:ext cx="702701" cy="702700"/>
            </a:xfrm>
            <a:prstGeom prst="rect">
              <a:avLst/>
            </a:prstGeom>
            <a:noFill/>
            <a:ln>
              <a:noFill/>
            </a:ln>
          </p:spPr>
        </p:pic>
        <p:sp>
          <p:nvSpPr>
            <p:cNvPr id="16107" name="Google Shape;16107;p287"/>
            <p:cNvSpPr txBox="1"/>
            <p:nvPr/>
          </p:nvSpPr>
          <p:spPr>
            <a:xfrm>
              <a:off x="2782511" y="1476053"/>
              <a:ext cx="761100" cy="232500"/>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s-419" sz="700">
                  <a:solidFill>
                    <a:schemeClr val="dk1"/>
                  </a:solidFill>
                </a:rPr>
                <a:t>asesor de ventas</a:t>
              </a:r>
              <a:endParaRPr/>
            </a:p>
          </p:txBody>
        </p:sp>
        <p:sp>
          <p:nvSpPr>
            <p:cNvPr id="16108" name="Google Shape;16108;p287"/>
            <p:cNvSpPr txBox="1"/>
            <p:nvPr/>
          </p:nvSpPr>
          <p:spPr>
            <a:xfrm>
              <a:off x="2704760" y="1669653"/>
              <a:ext cx="964800" cy="232500"/>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t/>
              </a:r>
              <a:endParaRPr b="1" sz="700">
                <a:latin typeface="Arvo"/>
                <a:ea typeface="Arvo"/>
                <a:cs typeface="Arvo"/>
                <a:sym typeface="Arvo"/>
              </a:endParaRPr>
            </a:p>
            <a:p>
              <a:pPr indent="0" lvl="0" marL="0" rtl="0" algn="ctr">
                <a:spcBef>
                  <a:spcPts val="0"/>
                </a:spcBef>
                <a:spcAft>
                  <a:spcPts val="0"/>
                </a:spcAft>
                <a:buNone/>
              </a:pPr>
              <a:r>
                <a:rPr i="1" lang="es-419" sz="500">
                  <a:latin typeface="Arvo"/>
                  <a:ea typeface="Arvo"/>
                  <a:cs typeface="Arvo"/>
                  <a:sym typeface="Arvo"/>
                </a:rPr>
                <a:t>&lt;ej: conductor&gt;</a:t>
              </a:r>
              <a:endParaRPr i="1" sz="500">
                <a:latin typeface="Arvo"/>
                <a:ea typeface="Arvo"/>
                <a:cs typeface="Arvo"/>
                <a:sym typeface="Arvo"/>
              </a:endParaRPr>
            </a:p>
          </p:txBody>
        </p:sp>
      </p:grpSp>
      <p:grpSp>
        <p:nvGrpSpPr>
          <p:cNvPr id="16109" name="Google Shape;16109;p287"/>
          <p:cNvGrpSpPr/>
          <p:nvPr/>
        </p:nvGrpSpPr>
        <p:grpSpPr>
          <a:xfrm>
            <a:off x="3634576" y="1304054"/>
            <a:ext cx="2810831" cy="2161925"/>
            <a:chOff x="2640436" y="-87872"/>
            <a:chExt cx="3098700" cy="2874900"/>
          </a:xfrm>
        </p:grpSpPr>
        <p:sp>
          <p:nvSpPr>
            <p:cNvPr id="16110" name="Google Shape;16110;p287"/>
            <p:cNvSpPr/>
            <p:nvPr/>
          </p:nvSpPr>
          <p:spPr>
            <a:xfrm>
              <a:off x="2640436" y="-87872"/>
              <a:ext cx="3098700" cy="2874900"/>
            </a:xfrm>
            <a:prstGeom prst="roundRect">
              <a:avLst>
                <a:gd fmla="val 3233" name="adj"/>
              </a:avLst>
            </a:prstGeom>
            <a:solidFill>
              <a:srgbClr val="FFFFFF"/>
            </a:solidFill>
            <a:ln cap="flat" cmpd="sng" w="9525">
              <a:solidFill>
                <a:srgbClr val="EFEFEF"/>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t" bIns="15400" lIns="15400" spcFirstLastPara="1" rIns="15400" wrap="square" tIns="15400">
              <a:noAutofit/>
            </a:bodyPr>
            <a:lstStyle/>
            <a:p>
              <a:pPr indent="0" lvl="0" marL="0" rtl="0" algn="ctr">
                <a:spcBef>
                  <a:spcPts val="0"/>
                </a:spcBef>
                <a:spcAft>
                  <a:spcPts val="0"/>
                </a:spcAft>
                <a:buNone/>
              </a:pPr>
              <a:r>
                <a:rPr b="1" i="1" lang="es-419" sz="800">
                  <a:solidFill>
                    <a:srgbClr val="434343"/>
                  </a:solidFill>
                </a:rPr>
                <a:t>Puntos de Automatización</a:t>
              </a:r>
              <a:endParaRPr b="1" i="1" sz="800">
                <a:solidFill>
                  <a:srgbClr val="434343"/>
                </a:solidFill>
              </a:endParaRPr>
            </a:p>
          </p:txBody>
        </p:sp>
        <p:sp>
          <p:nvSpPr>
            <p:cNvPr id="16111" name="Google Shape;16111;p287"/>
            <p:cNvSpPr txBox="1"/>
            <p:nvPr/>
          </p:nvSpPr>
          <p:spPr>
            <a:xfrm>
              <a:off x="2820612" y="182753"/>
              <a:ext cx="1098600" cy="232500"/>
            </a:xfrm>
            <a:prstGeom prst="rect">
              <a:avLst/>
            </a:prstGeom>
            <a:noFill/>
            <a:ln>
              <a:noFill/>
            </a:ln>
          </p:spPr>
          <p:txBody>
            <a:bodyPr anchorCtr="0" anchor="ctr" bIns="0" lIns="0" spcFirstLastPara="1" rIns="0" wrap="square" tIns="0">
              <a:noAutofit/>
            </a:bodyPr>
            <a:lstStyle/>
            <a:p>
              <a:pPr indent="0" lvl="0" marL="0" rtl="0" algn="r">
                <a:spcBef>
                  <a:spcPts val="0"/>
                </a:spcBef>
                <a:spcAft>
                  <a:spcPts val="0"/>
                </a:spcAft>
                <a:buNone/>
              </a:pPr>
              <a:r>
                <a:rPr lang="es-419" sz="700">
                  <a:latin typeface="Arvo"/>
                  <a:ea typeface="Arvo"/>
                  <a:cs typeface="Arvo"/>
                  <a:sym typeface="Arvo"/>
                </a:rPr>
                <a:t>Actividad de Negocio</a:t>
              </a:r>
              <a:endParaRPr sz="700">
                <a:latin typeface="Arvo"/>
                <a:ea typeface="Arvo"/>
                <a:cs typeface="Arvo"/>
                <a:sym typeface="Arvo"/>
              </a:endParaRPr>
            </a:p>
            <a:p>
              <a:pPr indent="0" lvl="0" marL="0" rtl="0" algn="r">
                <a:spcBef>
                  <a:spcPts val="0"/>
                </a:spcBef>
                <a:spcAft>
                  <a:spcPts val="0"/>
                </a:spcAft>
                <a:buNone/>
              </a:pPr>
              <a:r>
                <a:rPr i="1" lang="es-419" sz="500">
                  <a:latin typeface="Arvo"/>
                  <a:ea typeface="Arvo"/>
                  <a:cs typeface="Arvo"/>
                  <a:sym typeface="Arvo"/>
                </a:rPr>
                <a:t>&lt;ej: Identificarse&gt;</a:t>
              </a:r>
              <a:endParaRPr i="1" sz="500">
                <a:latin typeface="Arvo"/>
                <a:ea typeface="Arvo"/>
                <a:cs typeface="Arvo"/>
                <a:sym typeface="Arvo"/>
              </a:endParaRPr>
            </a:p>
          </p:txBody>
        </p:sp>
        <p:sp>
          <p:nvSpPr>
            <p:cNvPr id="16112" name="Google Shape;16112;p287"/>
            <p:cNvSpPr/>
            <p:nvPr/>
          </p:nvSpPr>
          <p:spPr>
            <a:xfrm>
              <a:off x="3951036" y="159603"/>
              <a:ext cx="17313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8200" lIns="78200" spcFirstLastPara="1" rIns="78200" wrap="square" tIns="78200">
              <a:noAutofit/>
            </a:bodyPr>
            <a:lstStyle/>
            <a:p>
              <a:pPr indent="0" lvl="0" marL="0" rtl="0" algn="l">
                <a:spcBef>
                  <a:spcPts val="0"/>
                </a:spcBef>
                <a:spcAft>
                  <a:spcPts val="0"/>
                </a:spcAft>
                <a:buNone/>
              </a:pPr>
              <a:r>
                <a:t/>
              </a:r>
              <a:endParaRPr sz="500">
                <a:latin typeface="Roboto"/>
                <a:ea typeface="Roboto"/>
                <a:cs typeface="Roboto"/>
                <a:sym typeface="Roboto"/>
              </a:endParaRPr>
            </a:p>
          </p:txBody>
        </p:sp>
        <p:sp>
          <p:nvSpPr>
            <p:cNvPr id="16113" name="Google Shape;16113;p287"/>
            <p:cNvSpPr txBox="1"/>
            <p:nvPr/>
          </p:nvSpPr>
          <p:spPr>
            <a:xfrm>
              <a:off x="3962886" y="142103"/>
              <a:ext cx="1731300" cy="351900"/>
            </a:xfrm>
            <a:prstGeom prst="rect">
              <a:avLst/>
            </a:prstGeom>
            <a:noFill/>
            <a:ln>
              <a:noFill/>
            </a:ln>
          </p:spPr>
          <p:txBody>
            <a:bodyPr anchorCtr="0" anchor="ctr" bIns="15400" lIns="15400" spcFirstLastPara="1" rIns="15400" wrap="square" tIns="15400">
              <a:noAutofit/>
            </a:bodyPr>
            <a:lstStyle/>
            <a:p>
              <a:pPr indent="0" lvl="0" marL="0" rtl="0" algn="l">
                <a:spcBef>
                  <a:spcPts val="0"/>
                </a:spcBef>
                <a:spcAft>
                  <a:spcPts val="0"/>
                </a:spcAft>
                <a:buNone/>
              </a:pPr>
              <a:r>
                <a:rPr b="1" lang="es-419" sz="700">
                  <a:solidFill>
                    <a:schemeClr val="dk1"/>
                  </a:solidFill>
                </a:rPr>
                <a:t>Identificar tipo de cliente</a:t>
              </a:r>
              <a:endParaRPr/>
            </a:p>
          </p:txBody>
        </p:sp>
        <p:sp>
          <p:nvSpPr>
            <p:cNvPr id="16114" name="Google Shape;16114;p287"/>
            <p:cNvSpPr/>
            <p:nvPr/>
          </p:nvSpPr>
          <p:spPr>
            <a:xfrm>
              <a:off x="3646236" y="1459973"/>
              <a:ext cx="6333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8200" lIns="78200" spcFirstLastPara="1" rIns="78200" wrap="square" tIns="78200">
              <a:noAutofit/>
            </a:bodyPr>
            <a:lstStyle/>
            <a:p>
              <a:pPr indent="0" lvl="0" marL="0" rtl="0" algn="l">
                <a:spcBef>
                  <a:spcPts val="0"/>
                </a:spcBef>
                <a:spcAft>
                  <a:spcPts val="0"/>
                </a:spcAft>
                <a:buNone/>
              </a:pPr>
              <a:r>
                <a:t/>
              </a:r>
              <a:endParaRPr sz="500">
                <a:latin typeface="Roboto"/>
                <a:ea typeface="Roboto"/>
                <a:cs typeface="Roboto"/>
                <a:sym typeface="Roboto"/>
              </a:endParaRPr>
            </a:p>
          </p:txBody>
        </p:sp>
        <p:sp>
          <p:nvSpPr>
            <p:cNvPr id="16115" name="Google Shape;16115;p287"/>
            <p:cNvSpPr/>
            <p:nvPr/>
          </p:nvSpPr>
          <p:spPr>
            <a:xfrm>
              <a:off x="3646236" y="1075527"/>
              <a:ext cx="6333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8200" lIns="78200" spcFirstLastPara="1" rIns="78200" wrap="square" tIns="78200">
              <a:noAutofit/>
            </a:bodyPr>
            <a:lstStyle/>
            <a:p>
              <a:pPr indent="0" lvl="0" marL="0" rtl="0" algn="l">
                <a:spcBef>
                  <a:spcPts val="0"/>
                </a:spcBef>
                <a:spcAft>
                  <a:spcPts val="0"/>
                </a:spcAft>
                <a:buNone/>
              </a:pPr>
              <a:r>
                <a:t/>
              </a:r>
              <a:endParaRPr sz="500">
                <a:latin typeface="Roboto"/>
                <a:ea typeface="Roboto"/>
                <a:cs typeface="Roboto"/>
                <a:sym typeface="Roboto"/>
              </a:endParaRPr>
            </a:p>
          </p:txBody>
        </p:sp>
        <p:sp>
          <p:nvSpPr>
            <p:cNvPr id="16116" name="Google Shape;16116;p287"/>
            <p:cNvSpPr/>
            <p:nvPr/>
          </p:nvSpPr>
          <p:spPr>
            <a:xfrm>
              <a:off x="3646222" y="1719570"/>
              <a:ext cx="633300" cy="5817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8200" lIns="78200" spcFirstLastPara="1" rIns="78200" wrap="square" tIns="78200">
              <a:noAutofit/>
            </a:bodyPr>
            <a:lstStyle/>
            <a:p>
              <a:pPr indent="0" lvl="0" marL="0" rtl="0" algn="l">
                <a:spcBef>
                  <a:spcPts val="0"/>
                </a:spcBef>
                <a:spcAft>
                  <a:spcPts val="0"/>
                </a:spcAft>
                <a:buNone/>
              </a:pPr>
              <a:r>
                <a:rPr lang="es-419" sz="600">
                  <a:latin typeface="Roboto"/>
                  <a:ea typeface="Roboto"/>
                  <a:cs typeface="Roboto"/>
                  <a:sym typeface="Roboto"/>
                </a:rPr>
                <a:t>💻 Aplicativo de </a:t>
              </a:r>
              <a:r>
                <a:rPr lang="es-419" sz="600">
                  <a:latin typeface="Roboto"/>
                  <a:ea typeface="Roboto"/>
                  <a:cs typeface="Roboto"/>
                  <a:sym typeface="Roboto"/>
                </a:rPr>
                <a:t>atención</a:t>
              </a:r>
              <a:r>
                <a:rPr lang="es-419" sz="600">
                  <a:latin typeface="Roboto"/>
                  <a:ea typeface="Roboto"/>
                  <a:cs typeface="Roboto"/>
                  <a:sym typeface="Roboto"/>
                </a:rPr>
                <a:t> al </a:t>
              </a:r>
              <a:r>
                <a:rPr lang="es-419" sz="600">
                  <a:latin typeface="Roboto"/>
                  <a:ea typeface="Roboto"/>
                  <a:cs typeface="Roboto"/>
                  <a:sym typeface="Roboto"/>
                </a:rPr>
                <a:t>cliente</a:t>
              </a:r>
              <a:endParaRPr sz="600">
                <a:latin typeface="Roboto"/>
                <a:ea typeface="Roboto"/>
                <a:cs typeface="Roboto"/>
                <a:sym typeface="Roboto"/>
              </a:endParaRPr>
            </a:p>
          </p:txBody>
        </p:sp>
        <p:sp>
          <p:nvSpPr>
            <p:cNvPr id="16117" name="Google Shape;16117;p287"/>
            <p:cNvSpPr/>
            <p:nvPr/>
          </p:nvSpPr>
          <p:spPr>
            <a:xfrm>
              <a:off x="3646222" y="2466603"/>
              <a:ext cx="633300" cy="948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8200" lIns="78200" spcFirstLastPara="1" rIns="78200" wrap="square" tIns="78200">
              <a:noAutofit/>
            </a:bodyPr>
            <a:lstStyle/>
            <a:p>
              <a:pPr indent="0" lvl="0" marL="0" rtl="0" algn="l">
                <a:spcBef>
                  <a:spcPts val="0"/>
                </a:spcBef>
                <a:spcAft>
                  <a:spcPts val="0"/>
                </a:spcAft>
                <a:buNone/>
              </a:pPr>
              <a:r>
                <a:t/>
              </a:r>
              <a:endParaRPr sz="500">
                <a:latin typeface="Roboto"/>
                <a:ea typeface="Roboto"/>
                <a:cs typeface="Roboto"/>
                <a:sym typeface="Roboto"/>
              </a:endParaRPr>
            </a:p>
          </p:txBody>
        </p:sp>
        <p:sp>
          <p:nvSpPr>
            <p:cNvPr id="16118" name="Google Shape;16118;p287"/>
            <p:cNvSpPr/>
            <p:nvPr/>
          </p:nvSpPr>
          <p:spPr>
            <a:xfrm>
              <a:off x="4349786" y="1075528"/>
              <a:ext cx="13251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61600" lIns="61600" spcFirstLastPara="1" rIns="61600" wrap="square" tIns="61600">
              <a:noAutofit/>
            </a:bodyPr>
            <a:lstStyle/>
            <a:p>
              <a:pPr indent="0" lvl="0" marL="0" rtl="0" algn="l">
                <a:spcBef>
                  <a:spcPts val="0"/>
                </a:spcBef>
                <a:spcAft>
                  <a:spcPts val="0"/>
                </a:spcAft>
                <a:buNone/>
              </a:pPr>
              <a:r>
                <a:t/>
              </a:r>
              <a:endParaRPr sz="700">
                <a:latin typeface="Roboto"/>
                <a:ea typeface="Roboto"/>
                <a:cs typeface="Roboto"/>
                <a:sym typeface="Roboto"/>
              </a:endParaRPr>
            </a:p>
          </p:txBody>
        </p:sp>
        <p:sp>
          <p:nvSpPr>
            <p:cNvPr id="16119" name="Google Shape;16119;p287"/>
            <p:cNvSpPr/>
            <p:nvPr/>
          </p:nvSpPr>
          <p:spPr>
            <a:xfrm>
              <a:off x="4349786" y="1459971"/>
              <a:ext cx="13251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61600" lIns="61600" spcFirstLastPara="1" rIns="61600" wrap="square" tIns="61600">
              <a:noAutofit/>
            </a:bodyPr>
            <a:lstStyle/>
            <a:p>
              <a:pPr indent="0" lvl="0" marL="0" rtl="0" algn="l">
                <a:spcBef>
                  <a:spcPts val="0"/>
                </a:spcBef>
                <a:spcAft>
                  <a:spcPts val="0"/>
                </a:spcAft>
                <a:buNone/>
              </a:pPr>
              <a:r>
                <a:t/>
              </a:r>
              <a:endParaRPr sz="700">
                <a:latin typeface="Roboto"/>
                <a:ea typeface="Roboto"/>
                <a:cs typeface="Roboto"/>
                <a:sym typeface="Roboto"/>
              </a:endParaRPr>
            </a:p>
          </p:txBody>
        </p:sp>
        <p:sp>
          <p:nvSpPr>
            <p:cNvPr id="16120" name="Google Shape;16120;p287"/>
            <p:cNvSpPr/>
            <p:nvPr/>
          </p:nvSpPr>
          <p:spPr>
            <a:xfrm>
              <a:off x="4349786" y="1853372"/>
              <a:ext cx="13251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61600" lIns="61600" spcFirstLastPara="1" rIns="61600" wrap="square" tIns="61600">
              <a:noAutofit/>
            </a:bodyPr>
            <a:lstStyle/>
            <a:p>
              <a:pPr indent="0" lvl="0" marL="0" rtl="0" algn="l">
                <a:spcBef>
                  <a:spcPts val="0"/>
                </a:spcBef>
                <a:spcAft>
                  <a:spcPts val="0"/>
                </a:spcAft>
                <a:buNone/>
              </a:pPr>
              <a:r>
                <a:rPr lang="es-419" sz="600">
                  <a:solidFill>
                    <a:schemeClr val="dk1"/>
                  </a:solidFill>
                </a:rPr>
                <a:t>Registrar motivo visita</a:t>
              </a:r>
              <a:endParaRPr sz="700">
                <a:latin typeface="Roboto"/>
                <a:ea typeface="Roboto"/>
                <a:cs typeface="Roboto"/>
                <a:sym typeface="Roboto"/>
              </a:endParaRPr>
            </a:p>
          </p:txBody>
        </p:sp>
        <p:sp>
          <p:nvSpPr>
            <p:cNvPr id="16121" name="Google Shape;16121;p287"/>
            <p:cNvSpPr/>
            <p:nvPr/>
          </p:nvSpPr>
          <p:spPr>
            <a:xfrm>
              <a:off x="4349786" y="2239831"/>
              <a:ext cx="13251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61600" lIns="61600" spcFirstLastPara="1" rIns="61600" wrap="square" tIns="61600">
              <a:noAutofit/>
            </a:bodyPr>
            <a:lstStyle/>
            <a:p>
              <a:pPr indent="0" lvl="0" marL="0" rtl="0" algn="l">
                <a:spcBef>
                  <a:spcPts val="0"/>
                </a:spcBef>
                <a:spcAft>
                  <a:spcPts val="0"/>
                </a:spcAft>
                <a:buNone/>
              </a:pPr>
              <a:r>
                <a:rPr lang="es-419" sz="700">
                  <a:latin typeface="Roboto"/>
                  <a:ea typeface="Roboto"/>
                  <a:cs typeface="Roboto"/>
                  <a:sym typeface="Roboto"/>
                </a:rPr>
                <a:t>&lt;...&gt;</a:t>
              </a:r>
              <a:endParaRPr sz="700">
                <a:latin typeface="Roboto"/>
                <a:ea typeface="Roboto"/>
                <a:cs typeface="Roboto"/>
                <a:sym typeface="Roboto"/>
              </a:endParaRPr>
            </a:p>
          </p:txBody>
        </p:sp>
        <p:sp>
          <p:nvSpPr>
            <p:cNvPr id="16122" name="Google Shape;16122;p287"/>
            <p:cNvSpPr/>
            <p:nvPr/>
          </p:nvSpPr>
          <p:spPr>
            <a:xfrm>
              <a:off x="2704756" y="1461628"/>
              <a:ext cx="8817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8200" lIns="78200" spcFirstLastPara="1" rIns="78200" wrap="square" tIns="78200">
              <a:noAutofit/>
            </a:bodyPr>
            <a:lstStyle/>
            <a:p>
              <a:pPr indent="0" lvl="0" marL="0" rtl="0" algn="l">
                <a:spcBef>
                  <a:spcPts val="0"/>
                </a:spcBef>
                <a:spcAft>
                  <a:spcPts val="0"/>
                </a:spcAft>
                <a:buNone/>
              </a:pPr>
              <a:r>
                <a:t/>
              </a:r>
              <a:endParaRPr sz="500">
                <a:latin typeface="Roboto"/>
                <a:ea typeface="Roboto"/>
                <a:cs typeface="Roboto"/>
                <a:sym typeface="Roboto"/>
              </a:endParaRPr>
            </a:p>
          </p:txBody>
        </p:sp>
        <p:sp>
          <p:nvSpPr>
            <p:cNvPr id="16123" name="Google Shape;16123;p287"/>
            <p:cNvSpPr txBox="1"/>
            <p:nvPr/>
          </p:nvSpPr>
          <p:spPr>
            <a:xfrm>
              <a:off x="4463036" y="557328"/>
              <a:ext cx="1098600" cy="4653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b="1" lang="es-419" sz="700">
                  <a:latin typeface="Arvo"/>
                  <a:ea typeface="Arvo"/>
                  <a:cs typeface="Arvo"/>
                  <a:sym typeface="Arvo"/>
                </a:rPr>
                <a:t>Acción interactiva:</a:t>
              </a:r>
              <a:endParaRPr b="1" sz="700">
                <a:latin typeface="Arvo"/>
                <a:ea typeface="Arvo"/>
                <a:cs typeface="Arvo"/>
                <a:sym typeface="Arvo"/>
              </a:endParaRPr>
            </a:p>
            <a:p>
              <a:pPr indent="0" lvl="0" marL="0" rtl="0" algn="ctr">
                <a:spcBef>
                  <a:spcPts val="0"/>
                </a:spcBef>
                <a:spcAft>
                  <a:spcPts val="0"/>
                </a:spcAft>
                <a:buNone/>
              </a:pPr>
              <a:r>
                <a:rPr i="1" lang="es-419" sz="500">
                  <a:latin typeface="Arvo"/>
                  <a:ea typeface="Arvo"/>
                  <a:cs typeface="Arvo"/>
                  <a:sym typeface="Arvo"/>
                </a:rPr>
                <a:t>&lt;ej: </a:t>
              </a:r>
              <a:r>
                <a:rPr i="1" lang="es-419" sz="500">
                  <a:solidFill>
                    <a:srgbClr val="000000"/>
                  </a:solidFill>
                  <a:latin typeface="Roboto"/>
                  <a:ea typeface="Roboto"/>
                  <a:cs typeface="Roboto"/>
                  <a:sym typeface="Roboto"/>
                </a:rPr>
                <a:t>autenticar por huella y cara</a:t>
              </a:r>
              <a:r>
                <a:rPr i="1" lang="es-419" sz="500">
                  <a:latin typeface="Arvo"/>
                  <a:ea typeface="Arvo"/>
                  <a:cs typeface="Arvo"/>
                  <a:sym typeface="Arvo"/>
                </a:rPr>
                <a:t>&gt;</a:t>
              </a:r>
              <a:endParaRPr i="1" sz="500">
                <a:latin typeface="Arvo"/>
                <a:ea typeface="Arvo"/>
                <a:cs typeface="Arvo"/>
                <a:sym typeface="Arvo"/>
              </a:endParaRPr>
            </a:p>
          </p:txBody>
        </p:sp>
        <p:sp>
          <p:nvSpPr>
            <p:cNvPr id="16124" name="Google Shape;16124;p287"/>
            <p:cNvSpPr txBox="1"/>
            <p:nvPr/>
          </p:nvSpPr>
          <p:spPr>
            <a:xfrm>
              <a:off x="3639736" y="557328"/>
              <a:ext cx="702600" cy="4653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b="1" lang="es-419" sz="700">
                  <a:latin typeface="Arvo"/>
                  <a:ea typeface="Arvo"/>
                  <a:cs typeface="Arvo"/>
                  <a:sym typeface="Arvo"/>
                </a:rPr>
                <a:t>Punto de contacto</a:t>
              </a:r>
              <a:endParaRPr sz="700">
                <a:latin typeface="Arvo"/>
                <a:ea typeface="Arvo"/>
                <a:cs typeface="Arvo"/>
                <a:sym typeface="Arvo"/>
              </a:endParaRPr>
            </a:p>
          </p:txBody>
        </p:sp>
        <p:sp>
          <p:nvSpPr>
            <p:cNvPr id="16125" name="Google Shape;16125;p287"/>
            <p:cNvSpPr txBox="1"/>
            <p:nvPr/>
          </p:nvSpPr>
          <p:spPr>
            <a:xfrm>
              <a:off x="2784273" y="568049"/>
              <a:ext cx="702600" cy="4653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b="1" lang="es-419" sz="700">
                  <a:latin typeface="Arvo"/>
                  <a:ea typeface="Arvo"/>
                  <a:cs typeface="Arvo"/>
                  <a:sym typeface="Arvo"/>
                </a:rPr>
                <a:t>Rol</a:t>
              </a:r>
              <a:endParaRPr sz="700">
                <a:latin typeface="Arvo"/>
                <a:ea typeface="Arvo"/>
                <a:cs typeface="Arvo"/>
                <a:sym typeface="Arvo"/>
              </a:endParaRPr>
            </a:p>
          </p:txBody>
        </p:sp>
        <p:pic>
          <p:nvPicPr>
            <p:cNvPr id="16126" name="Google Shape;16126;p287"/>
            <p:cNvPicPr preferRelativeResize="0"/>
            <p:nvPr/>
          </p:nvPicPr>
          <p:blipFill rotWithShape="1">
            <a:blip r:embed="rId3">
              <a:alphaModFix/>
            </a:blip>
            <a:srcRect b="-868" l="16515" r="66426" t="66946"/>
            <a:stretch/>
          </p:blipFill>
          <p:spPr>
            <a:xfrm>
              <a:off x="2782507" y="825772"/>
              <a:ext cx="702701" cy="702700"/>
            </a:xfrm>
            <a:prstGeom prst="rect">
              <a:avLst/>
            </a:prstGeom>
            <a:noFill/>
            <a:ln>
              <a:noFill/>
            </a:ln>
          </p:spPr>
        </p:pic>
        <p:sp>
          <p:nvSpPr>
            <p:cNvPr id="16127" name="Google Shape;16127;p287"/>
            <p:cNvSpPr txBox="1"/>
            <p:nvPr/>
          </p:nvSpPr>
          <p:spPr>
            <a:xfrm>
              <a:off x="2782511" y="1476053"/>
              <a:ext cx="761100" cy="2325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b="1" lang="es-419" sz="700">
                  <a:latin typeface="Arvo"/>
                  <a:ea typeface="Arvo"/>
                  <a:cs typeface="Arvo"/>
                  <a:sym typeface="Arvo"/>
                </a:rPr>
                <a:t>Asesor De Ventas</a:t>
              </a:r>
              <a:endParaRPr b="1" i="1" sz="600">
                <a:solidFill>
                  <a:srgbClr val="666666"/>
                </a:solidFill>
                <a:latin typeface="Arvo"/>
                <a:ea typeface="Arvo"/>
                <a:cs typeface="Arvo"/>
                <a:sym typeface="Arvo"/>
              </a:endParaRPr>
            </a:p>
          </p:txBody>
        </p:sp>
        <p:sp>
          <p:nvSpPr>
            <p:cNvPr id="16128" name="Google Shape;16128;p287"/>
            <p:cNvSpPr txBox="1"/>
            <p:nvPr/>
          </p:nvSpPr>
          <p:spPr>
            <a:xfrm>
              <a:off x="2704760" y="1669653"/>
              <a:ext cx="964800" cy="232500"/>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t/>
              </a:r>
              <a:endParaRPr b="1" sz="700">
                <a:latin typeface="Arvo"/>
                <a:ea typeface="Arvo"/>
                <a:cs typeface="Arvo"/>
                <a:sym typeface="Arvo"/>
              </a:endParaRPr>
            </a:p>
            <a:p>
              <a:pPr indent="0" lvl="0" marL="0" rtl="0" algn="ctr">
                <a:spcBef>
                  <a:spcPts val="0"/>
                </a:spcBef>
                <a:spcAft>
                  <a:spcPts val="0"/>
                </a:spcAft>
                <a:buNone/>
              </a:pPr>
              <a:r>
                <a:rPr i="1" lang="es-419" sz="500">
                  <a:latin typeface="Arvo"/>
                  <a:ea typeface="Arvo"/>
                  <a:cs typeface="Arvo"/>
                  <a:sym typeface="Arvo"/>
                </a:rPr>
                <a:t>&lt;ej: conductor&gt;</a:t>
              </a:r>
              <a:endParaRPr i="1" sz="500">
                <a:latin typeface="Arvo"/>
                <a:ea typeface="Arvo"/>
                <a:cs typeface="Arvo"/>
                <a:sym typeface="Arvo"/>
              </a:endParaRPr>
            </a:p>
          </p:txBody>
        </p:sp>
      </p:grpSp>
      <p:grpSp>
        <p:nvGrpSpPr>
          <p:cNvPr id="16129" name="Google Shape;16129;p287"/>
          <p:cNvGrpSpPr/>
          <p:nvPr/>
        </p:nvGrpSpPr>
        <p:grpSpPr>
          <a:xfrm>
            <a:off x="6815901" y="1192016"/>
            <a:ext cx="2810831" cy="2161925"/>
            <a:chOff x="2640436" y="-87872"/>
            <a:chExt cx="3098700" cy="2874900"/>
          </a:xfrm>
        </p:grpSpPr>
        <p:sp>
          <p:nvSpPr>
            <p:cNvPr id="16130" name="Google Shape;16130;p287"/>
            <p:cNvSpPr/>
            <p:nvPr/>
          </p:nvSpPr>
          <p:spPr>
            <a:xfrm>
              <a:off x="2640436" y="-87872"/>
              <a:ext cx="3098700" cy="2874900"/>
            </a:xfrm>
            <a:prstGeom prst="roundRect">
              <a:avLst>
                <a:gd fmla="val 3233" name="adj"/>
              </a:avLst>
            </a:prstGeom>
            <a:solidFill>
              <a:srgbClr val="FFFFFF"/>
            </a:solidFill>
            <a:ln cap="flat" cmpd="sng" w="9525">
              <a:solidFill>
                <a:srgbClr val="EFEFEF"/>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t" bIns="15400" lIns="15400" spcFirstLastPara="1" rIns="15400" wrap="square" tIns="15400">
              <a:noAutofit/>
            </a:bodyPr>
            <a:lstStyle/>
            <a:p>
              <a:pPr indent="0" lvl="0" marL="0" rtl="0" algn="ctr">
                <a:spcBef>
                  <a:spcPts val="0"/>
                </a:spcBef>
                <a:spcAft>
                  <a:spcPts val="0"/>
                </a:spcAft>
                <a:buNone/>
              </a:pPr>
              <a:r>
                <a:rPr b="1" i="1" lang="es-419" sz="800">
                  <a:solidFill>
                    <a:srgbClr val="434343"/>
                  </a:solidFill>
                </a:rPr>
                <a:t>Puntos de Automatización</a:t>
              </a:r>
              <a:endParaRPr b="1" i="1" sz="800">
                <a:solidFill>
                  <a:srgbClr val="434343"/>
                </a:solidFill>
              </a:endParaRPr>
            </a:p>
          </p:txBody>
        </p:sp>
        <p:sp>
          <p:nvSpPr>
            <p:cNvPr id="16131" name="Google Shape;16131;p287"/>
            <p:cNvSpPr txBox="1"/>
            <p:nvPr/>
          </p:nvSpPr>
          <p:spPr>
            <a:xfrm>
              <a:off x="2820612" y="182753"/>
              <a:ext cx="1098600" cy="232500"/>
            </a:xfrm>
            <a:prstGeom prst="rect">
              <a:avLst/>
            </a:prstGeom>
            <a:noFill/>
            <a:ln>
              <a:noFill/>
            </a:ln>
          </p:spPr>
          <p:txBody>
            <a:bodyPr anchorCtr="0" anchor="ctr" bIns="0" lIns="0" spcFirstLastPara="1" rIns="0" wrap="square" tIns="0">
              <a:noAutofit/>
            </a:bodyPr>
            <a:lstStyle/>
            <a:p>
              <a:pPr indent="0" lvl="0" marL="0" rtl="0" algn="r">
                <a:spcBef>
                  <a:spcPts val="0"/>
                </a:spcBef>
                <a:spcAft>
                  <a:spcPts val="0"/>
                </a:spcAft>
                <a:buNone/>
              </a:pPr>
              <a:r>
                <a:rPr lang="es-419" sz="700">
                  <a:latin typeface="Arvo"/>
                  <a:ea typeface="Arvo"/>
                  <a:cs typeface="Arvo"/>
                  <a:sym typeface="Arvo"/>
                </a:rPr>
                <a:t>Actividad de Negocio</a:t>
              </a:r>
              <a:endParaRPr sz="700">
                <a:latin typeface="Arvo"/>
                <a:ea typeface="Arvo"/>
                <a:cs typeface="Arvo"/>
                <a:sym typeface="Arvo"/>
              </a:endParaRPr>
            </a:p>
            <a:p>
              <a:pPr indent="0" lvl="0" marL="0" rtl="0" algn="r">
                <a:spcBef>
                  <a:spcPts val="0"/>
                </a:spcBef>
                <a:spcAft>
                  <a:spcPts val="0"/>
                </a:spcAft>
                <a:buNone/>
              </a:pPr>
              <a:r>
                <a:rPr i="1" lang="es-419" sz="500">
                  <a:latin typeface="Arvo"/>
                  <a:ea typeface="Arvo"/>
                  <a:cs typeface="Arvo"/>
                  <a:sym typeface="Arvo"/>
                </a:rPr>
                <a:t>&lt;ej: Identificarse&gt;</a:t>
              </a:r>
              <a:endParaRPr i="1" sz="500">
                <a:latin typeface="Arvo"/>
                <a:ea typeface="Arvo"/>
                <a:cs typeface="Arvo"/>
                <a:sym typeface="Arvo"/>
              </a:endParaRPr>
            </a:p>
          </p:txBody>
        </p:sp>
        <p:sp>
          <p:nvSpPr>
            <p:cNvPr id="16132" name="Google Shape;16132;p287"/>
            <p:cNvSpPr/>
            <p:nvPr/>
          </p:nvSpPr>
          <p:spPr>
            <a:xfrm>
              <a:off x="3951036" y="159603"/>
              <a:ext cx="17313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8200" lIns="78200" spcFirstLastPara="1" rIns="78200" wrap="square" tIns="78200">
              <a:noAutofit/>
            </a:bodyPr>
            <a:lstStyle/>
            <a:p>
              <a:pPr indent="0" lvl="0" marL="0" rtl="0" algn="l">
                <a:spcBef>
                  <a:spcPts val="0"/>
                </a:spcBef>
                <a:spcAft>
                  <a:spcPts val="0"/>
                </a:spcAft>
                <a:buNone/>
              </a:pPr>
              <a:r>
                <a:t/>
              </a:r>
              <a:endParaRPr sz="500">
                <a:latin typeface="Roboto"/>
                <a:ea typeface="Roboto"/>
                <a:cs typeface="Roboto"/>
                <a:sym typeface="Roboto"/>
              </a:endParaRPr>
            </a:p>
          </p:txBody>
        </p:sp>
        <p:sp>
          <p:nvSpPr>
            <p:cNvPr id="16133" name="Google Shape;16133;p287"/>
            <p:cNvSpPr txBox="1"/>
            <p:nvPr/>
          </p:nvSpPr>
          <p:spPr>
            <a:xfrm>
              <a:off x="3962886" y="142103"/>
              <a:ext cx="1731300" cy="351900"/>
            </a:xfrm>
            <a:prstGeom prst="rect">
              <a:avLst/>
            </a:prstGeom>
            <a:noFill/>
            <a:ln>
              <a:noFill/>
            </a:ln>
          </p:spPr>
          <p:txBody>
            <a:bodyPr anchorCtr="0" anchor="ctr" bIns="15400" lIns="15400" spcFirstLastPara="1" rIns="15400" wrap="square" tIns="15400">
              <a:noAutofit/>
            </a:bodyPr>
            <a:lstStyle/>
            <a:p>
              <a:pPr indent="0" lvl="0" marL="0" rtl="0" algn="l">
                <a:spcBef>
                  <a:spcPts val="0"/>
                </a:spcBef>
                <a:spcAft>
                  <a:spcPts val="0"/>
                </a:spcAft>
                <a:buNone/>
              </a:pPr>
              <a:r>
                <a:rPr b="1" lang="es-419" sz="700">
                  <a:solidFill>
                    <a:schemeClr val="dk1"/>
                  </a:solidFill>
                </a:rPr>
                <a:t>Confirmar asistencia</a:t>
              </a:r>
              <a:endParaRPr/>
            </a:p>
          </p:txBody>
        </p:sp>
        <p:sp>
          <p:nvSpPr>
            <p:cNvPr id="16134" name="Google Shape;16134;p287"/>
            <p:cNvSpPr/>
            <p:nvPr/>
          </p:nvSpPr>
          <p:spPr>
            <a:xfrm>
              <a:off x="3646236" y="1459973"/>
              <a:ext cx="6333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8200" lIns="78200" spcFirstLastPara="1" rIns="78200" wrap="square" tIns="78200">
              <a:noAutofit/>
            </a:bodyPr>
            <a:lstStyle/>
            <a:p>
              <a:pPr indent="0" lvl="0" marL="0" rtl="0" algn="l">
                <a:spcBef>
                  <a:spcPts val="0"/>
                </a:spcBef>
                <a:spcAft>
                  <a:spcPts val="0"/>
                </a:spcAft>
                <a:buNone/>
              </a:pPr>
              <a:r>
                <a:rPr lang="es-419" sz="600">
                  <a:solidFill>
                    <a:schemeClr val="dk1"/>
                  </a:solidFill>
                </a:rPr>
                <a:t>☁️ Quiosco Digital</a:t>
              </a:r>
              <a:endParaRPr sz="500">
                <a:latin typeface="Roboto"/>
                <a:ea typeface="Roboto"/>
                <a:cs typeface="Roboto"/>
                <a:sym typeface="Roboto"/>
              </a:endParaRPr>
            </a:p>
          </p:txBody>
        </p:sp>
        <p:sp>
          <p:nvSpPr>
            <p:cNvPr id="16135" name="Google Shape;16135;p287"/>
            <p:cNvSpPr/>
            <p:nvPr/>
          </p:nvSpPr>
          <p:spPr>
            <a:xfrm>
              <a:off x="3646236" y="1075527"/>
              <a:ext cx="6333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8200" lIns="78200" spcFirstLastPara="1" rIns="78200" wrap="square" tIns="78200">
              <a:noAutofit/>
            </a:bodyPr>
            <a:lstStyle/>
            <a:p>
              <a:pPr indent="0" lvl="0" marL="0" rtl="0" algn="l">
                <a:spcBef>
                  <a:spcPts val="0"/>
                </a:spcBef>
                <a:spcAft>
                  <a:spcPts val="0"/>
                </a:spcAft>
                <a:buNone/>
              </a:pPr>
              <a:r>
                <a:t/>
              </a:r>
              <a:endParaRPr sz="500">
                <a:latin typeface="Roboto"/>
                <a:ea typeface="Roboto"/>
                <a:cs typeface="Roboto"/>
                <a:sym typeface="Roboto"/>
              </a:endParaRPr>
            </a:p>
          </p:txBody>
        </p:sp>
        <p:sp>
          <p:nvSpPr>
            <p:cNvPr id="16136" name="Google Shape;16136;p287"/>
            <p:cNvSpPr/>
            <p:nvPr/>
          </p:nvSpPr>
          <p:spPr>
            <a:xfrm>
              <a:off x="3646236" y="1853377"/>
              <a:ext cx="6333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8200" lIns="78200" spcFirstLastPara="1" rIns="78200" wrap="square" tIns="78200">
              <a:noAutofit/>
            </a:bodyPr>
            <a:lstStyle/>
            <a:p>
              <a:pPr indent="0" lvl="0" marL="0" rtl="0" algn="l">
                <a:spcBef>
                  <a:spcPts val="0"/>
                </a:spcBef>
                <a:spcAft>
                  <a:spcPts val="0"/>
                </a:spcAft>
                <a:buNone/>
              </a:pPr>
              <a:r>
                <a:t/>
              </a:r>
              <a:endParaRPr sz="500">
                <a:latin typeface="Roboto"/>
                <a:ea typeface="Roboto"/>
                <a:cs typeface="Roboto"/>
                <a:sym typeface="Roboto"/>
              </a:endParaRPr>
            </a:p>
          </p:txBody>
        </p:sp>
        <p:sp>
          <p:nvSpPr>
            <p:cNvPr id="16137" name="Google Shape;16137;p287"/>
            <p:cNvSpPr/>
            <p:nvPr/>
          </p:nvSpPr>
          <p:spPr>
            <a:xfrm>
              <a:off x="3646236" y="2229879"/>
              <a:ext cx="6333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8200" lIns="78200" spcFirstLastPara="1" rIns="78200" wrap="square" tIns="78200">
              <a:noAutofit/>
            </a:bodyPr>
            <a:lstStyle/>
            <a:p>
              <a:pPr indent="0" lvl="0" marL="0" rtl="0" algn="l">
                <a:spcBef>
                  <a:spcPts val="0"/>
                </a:spcBef>
                <a:spcAft>
                  <a:spcPts val="0"/>
                </a:spcAft>
                <a:buNone/>
              </a:pPr>
              <a:r>
                <a:t/>
              </a:r>
              <a:endParaRPr sz="500">
                <a:latin typeface="Roboto"/>
                <a:ea typeface="Roboto"/>
                <a:cs typeface="Roboto"/>
                <a:sym typeface="Roboto"/>
              </a:endParaRPr>
            </a:p>
          </p:txBody>
        </p:sp>
        <p:sp>
          <p:nvSpPr>
            <p:cNvPr id="16138" name="Google Shape;16138;p287"/>
            <p:cNvSpPr/>
            <p:nvPr/>
          </p:nvSpPr>
          <p:spPr>
            <a:xfrm>
              <a:off x="4349786" y="1075528"/>
              <a:ext cx="13251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61600" lIns="61600" spcFirstLastPara="1" rIns="61600" wrap="square" tIns="61600">
              <a:noAutofit/>
            </a:bodyPr>
            <a:lstStyle/>
            <a:p>
              <a:pPr indent="0" lvl="0" marL="0" rtl="0" algn="l">
                <a:spcBef>
                  <a:spcPts val="0"/>
                </a:spcBef>
                <a:spcAft>
                  <a:spcPts val="0"/>
                </a:spcAft>
                <a:buNone/>
              </a:pPr>
              <a:r>
                <a:t/>
              </a:r>
              <a:endParaRPr sz="700">
                <a:latin typeface="Roboto"/>
                <a:ea typeface="Roboto"/>
                <a:cs typeface="Roboto"/>
                <a:sym typeface="Roboto"/>
              </a:endParaRPr>
            </a:p>
          </p:txBody>
        </p:sp>
        <p:sp>
          <p:nvSpPr>
            <p:cNvPr id="16139" name="Google Shape;16139;p287"/>
            <p:cNvSpPr/>
            <p:nvPr/>
          </p:nvSpPr>
          <p:spPr>
            <a:xfrm>
              <a:off x="4349786" y="1459971"/>
              <a:ext cx="13251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61600" lIns="61600" spcFirstLastPara="1" rIns="61600" wrap="square" tIns="61600">
              <a:noAutofit/>
            </a:bodyPr>
            <a:lstStyle/>
            <a:p>
              <a:pPr indent="0" lvl="0" marL="0" rtl="0" algn="l">
                <a:spcBef>
                  <a:spcPts val="0"/>
                </a:spcBef>
                <a:spcAft>
                  <a:spcPts val="0"/>
                </a:spcAft>
                <a:buNone/>
              </a:pPr>
              <a:r>
                <a:rPr lang="es-419" sz="600">
                  <a:solidFill>
                    <a:schemeClr val="dk1"/>
                  </a:solidFill>
                </a:rPr>
                <a:t>Marcar llegada del cliente</a:t>
              </a:r>
              <a:endParaRPr sz="700">
                <a:latin typeface="Roboto"/>
                <a:ea typeface="Roboto"/>
                <a:cs typeface="Roboto"/>
                <a:sym typeface="Roboto"/>
              </a:endParaRPr>
            </a:p>
          </p:txBody>
        </p:sp>
        <p:sp>
          <p:nvSpPr>
            <p:cNvPr id="16140" name="Google Shape;16140;p287"/>
            <p:cNvSpPr/>
            <p:nvPr/>
          </p:nvSpPr>
          <p:spPr>
            <a:xfrm>
              <a:off x="4349786" y="1853372"/>
              <a:ext cx="13251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61600" lIns="61600" spcFirstLastPara="1" rIns="61600" wrap="square" tIns="61600">
              <a:noAutofit/>
            </a:bodyPr>
            <a:lstStyle/>
            <a:p>
              <a:pPr indent="0" lvl="0" marL="0" rtl="0" algn="l">
                <a:spcBef>
                  <a:spcPts val="0"/>
                </a:spcBef>
                <a:spcAft>
                  <a:spcPts val="0"/>
                </a:spcAft>
                <a:buNone/>
              </a:pPr>
              <a:r>
                <a:t/>
              </a:r>
              <a:endParaRPr sz="700">
                <a:latin typeface="Roboto"/>
                <a:ea typeface="Roboto"/>
                <a:cs typeface="Roboto"/>
                <a:sym typeface="Roboto"/>
              </a:endParaRPr>
            </a:p>
          </p:txBody>
        </p:sp>
        <p:sp>
          <p:nvSpPr>
            <p:cNvPr id="16141" name="Google Shape;16141;p287"/>
            <p:cNvSpPr/>
            <p:nvPr/>
          </p:nvSpPr>
          <p:spPr>
            <a:xfrm>
              <a:off x="4349786" y="2239831"/>
              <a:ext cx="13251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61600" lIns="61600" spcFirstLastPara="1" rIns="61600" wrap="square" tIns="61600">
              <a:noAutofit/>
            </a:bodyPr>
            <a:lstStyle/>
            <a:p>
              <a:pPr indent="0" lvl="0" marL="0" rtl="0" algn="l">
                <a:spcBef>
                  <a:spcPts val="0"/>
                </a:spcBef>
                <a:spcAft>
                  <a:spcPts val="0"/>
                </a:spcAft>
                <a:buNone/>
              </a:pPr>
              <a:r>
                <a:rPr lang="es-419" sz="700">
                  <a:latin typeface="Roboto"/>
                  <a:ea typeface="Roboto"/>
                  <a:cs typeface="Roboto"/>
                  <a:sym typeface="Roboto"/>
                </a:rPr>
                <a:t>&lt;...&gt;</a:t>
              </a:r>
              <a:endParaRPr sz="700">
                <a:latin typeface="Roboto"/>
                <a:ea typeface="Roboto"/>
                <a:cs typeface="Roboto"/>
                <a:sym typeface="Roboto"/>
              </a:endParaRPr>
            </a:p>
          </p:txBody>
        </p:sp>
        <p:sp>
          <p:nvSpPr>
            <p:cNvPr id="16142" name="Google Shape;16142;p287"/>
            <p:cNvSpPr/>
            <p:nvPr/>
          </p:nvSpPr>
          <p:spPr>
            <a:xfrm>
              <a:off x="2704756" y="1461628"/>
              <a:ext cx="8817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8200" lIns="78200" spcFirstLastPara="1" rIns="78200" wrap="square" tIns="78200">
              <a:noAutofit/>
            </a:bodyPr>
            <a:lstStyle/>
            <a:p>
              <a:pPr indent="0" lvl="0" marL="0" rtl="0" algn="l">
                <a:spcBef>
                  <a:spcPts val="0"/>
                </a:spcBef>
                <a:spcAft>
                  <a:spcPts val="0"/>
                </a:spcAft>
                <a:buNone/>
              </a:pPr>
              <a:r>
                <a:t/>
              </a:r>
              <a:endParaRPr sz="500">
                <a:latin typeface="Roboto"/>
                <a:ea typeface="Roboto"/>
                <a:cs typeface="Roboto"/>
                <a:sym typeface="Roboto"/>
              </a:endParaRPr>
            </a:p>
          </p:txBody>
        </p:sp>
        <p:sp>
          <p:nvSpPr>
            <p:cNvPr id="16143" name="Google Shape;16143;p287"/>
            <p:cNvSpPr txBox="1"/>
            <p:nvPr/>
          </p:nvSpPr>
          <p:spPr>
            <a:xfrm>
              <a:off x="4463036" y="557328"/>
              <a:ext cx="1098600" cy="4653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b="1" lang="es-419" sz="700">
                  <a:latin typeface="Arvo"/>
                  <a:ea typeface="Arvo"/>
                  <a:cs typeface="Arvo"/>
                  <a:sym typeface="Arvo"/>
                </a:rPr>
                <a:t>Acción interactiva:</a:t>
              </a:r>
              <a:endParaRPr b="1" sz="700">
                <a:latin typeface="Arvo"/>
                <a:ea typeface="Arvo"/>
                <a:cs typeface="Arvo"/>
                <a:sym typeface="Arvo"/>
              </a:endParaRPr>
            </a:p>
            <a:p>
              <a:pPr indent="0" lvl="0" marL="0" rtl="0" algn="ctr">
                <a:spcBef>
                  <a:spcPts val="0"/>
                </a:spcBef>
                <a:spcAft>
                  <a:spcPts val="0"/>
                </a:spcAft>
                <a:buNone/>
              </a:pPr>
              <a:r>
                <a:rPr i="1" lang="es-419" sz="500">
                  <a:latin typeface="Arvo"/>
                  <a:ea typeface="Arvo"/>
                  <a:cs typeface="Arvo"/>
                  <a:sym typeface="Arvo"/>
                </a:rPr>
                <a:t>&lt;ej: </a:t>
              </a:r>
              <a:r>
                <a:rPr i="1" lang="es-419" sz="500">
                  <a:solidFill>
                    <a:srgbClr val="000000"/>
                  </a:solidFill>
                  <a:latin typeface="Roboto"/>
                  <a:ea typeface="Roboto"/>
                  <a:cs typeface="Roboto"/>
                  <a:sym typeface="Roboto"/>
                </a:rPr>
                <a:t>autenticar por huella y cara</a:t>
              </a:r>
              <a:r>
                <a:rPr i="1" lang="es-419" sz="500">
                  <a:latin typeface="Arvo"/>
                  <a:ea typeface="Arvo"/>
                  <a:cs typeface="Arvo"/>
                  <a:sym typeface="Arvo"/>
                </a:rPr>
                <a:t>&gt;</a:t>
              </a:r>
              <a:endParaRPr i="1" sz="500">
                <a:latin typeface="Arvo"/>
                <a:ea typeface="Arvo"/>
                <a:cs typeface="Arvo"/>
                <a:sym typeface="Arvo"/>
              </a:endParaRPr>
            </a:p>
          </p:txBody>
        </p:sp>
        <p:sp>
          <p:nvSpPr>
            <p:cNvPr id="16144" name="Google Shape;16144;p287"/>
            <p:cNvSpPr txBox="1"/>
            <p:nvPr/>
          </p:nvSpPr>
          <p:spPr>
            <a:xfrm>
              <a:off x="3639736" y="557328"/>
              <a:ext cx="702600" cy="4653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b="1" lang="es-419" sz="700">
                  <a:latin typeface="Arvo"/>
                  <a:ea typeface="Arvo"/>
                  <a:cs typeface="Arvo"/>
                  <a:sym typeface="Arvo"/>
                </a:rPr>
                <a:t>Punto de contacto</a:t>
              </a:r>
              <a:endParaRPr sz="700">
                <a:latin typeface="Arvo"/>
                <a:ea typeface="Arvo"/>
                <a:cs typeface="Arvo"/>
                <a:sym typeface="Arvo"/>
              </a:endParaRPr>
            </a:p>
          </p:txBody>
        </p:sp>
        <p:sp>
          <p:nvSpPr>
            <p:cNvPr id="16145" name="Google Shape;16145;p287"/>
            <p:cNvSpPr txBox="1"/>
            <p:nvPr/>
          </p:nvSpPr>
          <p:spPr>
            <a:xfrm>
              <a:off x="2784273" y="568049"/>
              <a:ext cx="702600" cy="4653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b="1" lang="es-419" sz="700">
                  <a:latin typeface="Arvo"/>
                  <a:ea typeface="Arvo"/>
                  <a:cs typeface="Arvo"/>
                  <a:sym typeface="Arvo"/>
                </a:rPr>
                <a:t>Rol</a:t>
              </a:r>
              <a:endParaRPr sz="700">
                <a:latin typeface="Arvo"/>
                <a:ea typeface="Arvo"/>
                <a:cs typeface="Arvo"/>
                <a:sym typeface="Arvo"/>
              </a:endParaRPr>
            </a:p>
          </p:txBody>
        </p:sp>
        <p:pic>
          <p:nvPicPr>
            <p:cNvPr id="16146" name="Google Shape;16146;p287"/>
            <p:cNvPicPr preferRelativeResize="0"/>
            <p:nvPr/>
          </p:nvPicPr>
          <p:blipFill rotWithShape="1">
            <a:blip r:embed="rId3">
              <a:alphaModFix/>
            </a:blip>
            <a:srcRect b="-868" l="16515" r="66426" t="66946"/>
            <a:stretch/>
          </p:blipFill>
          <p:spPr>
            <a:xfrm>
              <a:off x="2782507" y="825772"/>
              <a:ext cx="702701" cy="702700"/>
            </a:xfrm>
            <a:prstGeom prst="rect">
              <a:avLst/>
            </a:prstGeom>
            <a:noFill/>
            <a:ln>
              <a:noFill/>
            </a:ln>
          </p:spPr>
        </p:pic>
        <p:sp>
          <p:nvSpPr>
            <p:cNvPr id="16147" name="Google Shape;16147;p287"/>
            <p:cNvSpPr txBox="1"/>
            <p:nvPr/>
          </p:nvSpPr>
          <p:spPr>
            <a:xfrm>
              <a:off x="2782511" y="1476053"/>
              <a:ext cx="761100" cy="232500"/>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s-419" sz="700">
                  <a:solidFill>
                    <a:schemeClr val="dk1"/>
                  </a:solidFill>
                </a:rPr>
                <a:t>Asesor de ventas</a:t>
              </a:r>
              <a:endParaRPr/>
            </a:p>
          </p:txBody>
        </p:sp>
        <p:sp>
          <p:nvSpPr>
            <p:cNvPr id="16148" name="Google Shape;16148;p287"/>
            <p:cNvSpPr txBox="1"/>
            <p:nvPr/>
          </p:nvSpPr>
          <p:spPr>
            <a:xfrm>
              <a:off x="2704760" y="1669653"/>
              <a:ext cx="964800" cy="232500"/>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t/>
              </a:r>
              <a:endParaRPr b="1" sz="700">
                <a:latin typeface="Arvo"/>
                <a:ea typeface="Arvo"/>
                <a:cs typeface="Arvo"/>
                <a:sym typeface="Arvo"/>
              </a:endParaRPr>
            </a:p>
            <a:p>
              <a:pPr indent="0" lvl="0" marL="0" rtl="0" algn="ctr">
                <a:spcBef>
                  <a:spcPts val="0"/>
                </a:spcBef>
                <a:spcAft>
                  <a:spcPts val="0"/>
                </a:spcAft>
                <a:buNone/>
              </a:pPr>
              <a:r>
                <a:rPr i="1" lang="es-419" sz="500">
                  <a:latin typeface="Arvo"/>
                  <a:ea typeface="Arvo"/>
                  <a:cs typeface="Arvo"/>
                  <a:sym typeface="Arvo"/>
                </a:rPr>
                <a:t>&lt;ej: conductor&gt;</a:t>
              </a:r>
              <a:endParaRPr i="1" sz="500">
                <a:latin typeface="Arvo"/>
                <a:ea typeface="Arvo"/>
                <a:cs typeface="Arvo"/>
                <a:sym typeface="Arvo"/>
              </a:endParaRPr>
            </a:p>
          </p:txBody>
        </p:sp>
      </p:grpSp>
      <p:grpSp>
        <p:nvGrpSpPr>
          <p:cNvPr id="16149" name="Google Shape;16149;p287"/>
          <p:cNvGrpSpPr/>
          <p:nvPr/>
        </p:nvGrpSpPr>
        <p:grpSpPr>
          <a:xfrm>
            <a:off x="408339" y="4215341"/>
            <a:ext cx="2810831" cy="2161925"/>
            <a:chOff x="2640436" y="-87872"/>
            <a:chExt cx="3098700" cy="2874900"/>
          </a:xfrm>
        </p:grpSpPr>
        <p:sp>
          <p:nvSpPr>
            <p:cNvPr id="16150" name="Google Shape;16150;p287"/>
            <p:cNvSpPr/>
            <p:nvPr/>
          </p:nvSpPr>
          <p:spPr>
            <a:xfrm>
              <a:off x="2640436" y="-87872"/>
              <a:ext cx="3098700" cy="2874900"/>
            </a:xfrm>
            <a:prstGeom prst="roundRect">
              <a:avLst>
                <a:gd fmla="val 3233" name="adj"/>
              </a:avLst>
            </a:prstGeom>
            <a:solidFill>
              <a:srgbClr val="FFFFFF"/>
            </a:solidFill>
            <a:ln cap="flat" cmpd="sng" w="9525">
              <a:solidFill>
                <a:srgbClr val="EFEFEF"/>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t" bIns="15400" lIns="15400" spcFirstLastPara="1" rIns="15400" wrap="square" tIns="15400">
              <a:noAutofit/>
            </a:bodyPr>
            <a:lstStyle/>
            <a:p>
              <a:pPr indent="0" lvl="0" marL="0" rtl="0" algn="ctr">
                <a:spcBef>
                  <a:spcPts val="0"/>
                </a:spcBef>
                <a:spcAft>
                  <a:spcPts val="0"/>
                </a:spcAft>
                <a:buNone/>
              </a:pPr>
              <a:r>
                <a:rPr b="1" i="1" lang="es-419" sz="800">
                  <a:solidFill>
                    <a:srgbClr val="434343"/>
                  </a:solidFill>
                </a:rPr>
                <a:t>Puntos de Automatización</a:t>
              </a:r>
              <a:endParaRPr b="1" i="1" sz="800">
                <a:solidFill>
                  <a:srgbClr val="434343"/>
                </a:solidFill>
              </a:endParaRPr>
            </a:p>
          </p:txBody>
        </p:sp>
        <p:sp>
          <p:nvSpPr>
            <p:cNvPr id="16151" name="Google Shape;16151;p287"/>
            <p:cNvSpPr txBox="1"/>
            <p:nvPr/>
          </p:nvSpPr>
          <p:spPr>
            <a:xfrm>
              <a:off x="2820612" y="182753"/>
              <a:ext cx="1098600" cy="232500"/>
            </a:xfrm>
            <a:prstGeom prst="rect">
              <a:avLst/>
            </a:prstGeom>
            <a:noFill/>
            <a:ln>
              <a:noFill/>
            </a:ln>
          </p:spPr>
          <p:txBody>
            <a:bodyPr anchorCtr="0" anchor="ctr" bIns="0" lIns="0" spcFirstLastPara="1" rIns="0" wrap="square" tIns="0">
              <a:noAutofit/>
            </a:bodyPr>
            <a:lstStyle/>
            <a:p>
              <a:pPr indent="0" lvl="0" marL="0" rtl="0" algn="r">
                <a:spcBef>
                  <a:spcPts val="0"/>
                </a:spcBef>
                <a:spcAft>
                  <a:spcPts val="0"/>
                </a:spcAft>
                <a:buNone/>
              </a:pPr>
              <a:r>
                <a:rPr lang="es-419" sz="700">
                  <a:latin typeface="Arvo"/>
                  <a:ea typeface="Arvo"/>
                  <a:cs typeface="Arvo"/>
                  <a:sym typeface="Arvo"/>
                </a:rPr>
                <a:t>Actividad de Negocio</a:t>
              </a:r>
              <a:endParaRPr sz="700">
                <a:latin typeface="Arvo"/>
                <a:ea typeface="Arvo"/>
                <a:cs typeface="Arvo"/>
                <a:sym typeface="Arvo"/>
              </a:endParaRPr>
            </a:p>
            <a:p>
              <a:pPr indent="0" lvl="0" marL="0" rtl="0" algn="r">
                <a:spcBef>
                  <a:spcPts val="0"/>
                </a:spcBef>
                <a:spcAft>
                  <a:spcPts val="0"/>
                </a:spcAft>
                <a:buNone/>
              </a:pPr>
              <a:r>
                <a:rPr i="1" lang="es-419" sz="500">
                  <a:latin typeface="Arvo"/>
                  <a:ea typeface="Arvo"/>
                  <a:cs typeface="Arvo"/>
                  <a:sym typeface="Arvo"/>
                </a:rPr>
                <a:t>&lt;ej: Identificarse&gt;</a:t>
              </a:r>
              <a:endParaRPr i="1" sz="500">
                <a:latin typeface="Arvo"/>
                <a:ea typeface="Arvo"/>
                <a:cs typeface="Arvo"/>
                <a:sym typeface="Arvo"/>
              </a:endParaRPr>
            </a:p>
          </p:txBody>
        </p:sp>
        <p:sp>
          <p:nvSpPr>
            <p:cNvPr id="16152" name="Google Shape;16152;p287"/>
            <p:cNvSpPr/>
            <p:nvPr/>
          </p:nvSpPr>
          <p:spPr>
            <a:xfrm>
              <a:off x="3951036" y="159603"/>
              <a:ext cx="17313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8200" lIns="78200" spcFirstLastPara="1" rIns="78200" wrap="square" tIns="78200">
              <a:noAutofit/>
            </a:bodyPr>
            <a:lstStyle/>
            <a:p>
              <a:pPr indent="0" lvl="0" marL="0" rtl="0" algn="l">
                <a:spcBef>
                  <a:spcPts val="0"/>
                </a:spcBef>
                <a:spcAft>
                  <a:spcPts val="0"/>
                </a:spcAft>
                <a:buNone/>
              </a:pPr>
              <a:r>
                <a:t/>
              </a:r>
              <a:endParaRPr sz="500">
                <a:latin typeface="Roboto"/>
                <a:ea typeface="Roboto"/>
                <a:cs typeface="Roboto"/>
                <a:sym typeface="Roboto"/>
              </a:endParaRPr>
            </a:p>
          </p:txBody>
        </p:sp>
        <p:sp>
          <p:nvSpPr>
            <p:cNvPr id="16153" name="Google Shape;16153;p287"/>
            <p:cNvSpPr txBox="1"/>
            <p:nvPr/>
          </p:nvSpPr>
          <p:spPr>
            <a:xfrm>
              <a:off x="3962886" y="142103"/>
              <a:ext cx="1731300" cy="351900"/>
            </a:xfrm>
            <a:prstGeom prst="rect">
              <a:avLst/>
            </a:prstGeom>
            <a:noFill/>
            <a:ln>
              <a:noFill/>
            </a:ln>
          </p:spPr>
          <p:txBody>
            <a:bodyPr anchorCtr="0" anchor="ctr" bIns="15400" lIns="15400" spcFirstLastPara="1" rIns="15400" wrap="square" tIns="15400">
              <a:noAutofit/>
            </a:bodyPr>
            <a:lstStyle/>
            <a:p>
              <a:pPr indent="0" lvl="0" marL="0" rtl="0" algn="l">
                <a:spcBef>
                  <a:spcPts val="0"/>
                </a:spcBef>
                <a:spcAft>
                  <a:spcPts val="0"/>
                </a:spcAft>
                <a:buNone/>
              </a:pPr>
              <a:r>
                <a:rPr b="1" lang="es-419" sz="700">
                  <a:solidFill>
                    <a:schemeClr val="dk1"/>
                  </a:solidFill>
                </a:rPr>
                <a:t>asignar turno de </a:t>
              </a:r>
              <a:r>
                <a:rPr b="1" lang="es-419" sz="700">
                  <a:solidFill>
                    <a:schemeClr val="dk1"/>
                  </a:solidFill>
                </a:rPr>
                <a:t>atención</a:t>
              </a:r>
              <a:endParaRPr/>
            </a:p>
          </p:txBody>
        </p:sp>
        <p:sp>
          <p:nvSpPr>
            <p:cNvPr id="16154" name="Google Shape;16154;p287"/>
            <p:cNvSpPr/>
            <p:nvPr/>
          </p:nvSpPr>
          <p:spPr>
            <a:xfrm>
              <a:off x="3646236" y="1459973"/>
              <a:ext cx="6333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8200" lIns="78200" spcFirstLastPara="1" rIns="78200" wrap="square" tIns="78200">
              <a:noAutofit/>
            </a:bodyPr>
            <a:lstStyle/>
            <a:p>
              <a:pPr indent="0" lvl="0" marL="0" rtl="0" algn="l">
                <a:spcBef>
                  <a:spcPts val="0"/>
                </a:spcBef>
                <a:spcAft>
                  <a:spcPts val="0"/>
                </a:spcAft>
                <a:buNone/>
              </a:pPr>
              <a:r>
                <a:t/>
              </a:r>
              <a:endParaRPr sz="500">
                <a:latin typeface="Roboto"/>
                <a:ea typeface="Roboto"/>
                <a:cs typeface="Roboto"/>
                <a:sym typeface="Roboto"/>
              </a:endParaRPr>
            </a:p>
          </p:txBody>
        </p:sp>
        <p:sp>
          <p:nvSpPr>
            <p:cNvPr id="16155" name="Google Shape;16155;p287"/>
            <p:cNvSpPr/>
            <p:nvPr/>
          </p:nvSpPr>
          <p:spPr>
            <a:xfrm>
              <a:off x="3646236" y="1075527"/>
              <a:ext cx="6333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8200" lIns="78200" spcFirstLastPara="1" rIns="78200" wrap="square" tIns="78200">
              <a:noAutofit/>
            </a:bodyPr>
            <a:lstStyle/>
            <a:p>
              <a:pPr indent="0" lvl="0" marL="0" rtl="0" algn="l">
                <a:spcBef>
                  <a:spcPts val="0"/>
                </a:spcBef>
                <a:spcAft>
                  <a:spcPts val="0"/>
                </a:spcAft>
                <a:buNone/>
              </a:pPr>
              <a:r>
                <a:t/>
              </a:r>
              <a:endParaRPr sz="500">
                <a:latin typeface="Roboto"/>
                <a:ea typeface="Roboto"/>
                <a:cs typeface="Roboto"/>
                <a:sym typeface="Roboto"/>
              </a:endParaRPr>
            </a:p>
          </p:txBody>
        </p:sp>
        <p:sp>
          <p:nvSpPr>
            <p:cNvPr id="16156" name="Google Shape;16156;p287"/>
            <p:cNvSpPr/>
            <p:nvPr/>
          </p:nvSpPr>
          <p:spPr>
            <a:xfrm>
              <a:off x="3646236" y="2229879"/>
              <a:ext cx="6333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8200" lIns="78200" spcFirstLastPara="1" rIns="78200" wrap="square" tIns="78200">
              <a:noAutofit/>
            </a:bodyPr>
            <a:lstStyle/>
            <a:p>
              <a:pPr indent="0" lvl="0" marL="0" rtl="0" algn="l">
                <a:spcBef>
                  <a:spcPts val="0"/>
                </a:spcBef>
                <a:spcAft>
                  <a:spcPts val="0"/>
                </a:spcAft>
                <a:buNone/>
              </a:pPr>
              <a:r>
                <a:t/>
              </a:r>
              <a:endParaRPr sz="500">
                <a:latin typeface="Roboto"/>
                <a:ea typeface="Roboto"/>
                <a:cs typeface="Roboto"/>
                <a:sym typeface="Roboto"/>
              </a:endParaRPr>
            </a:p>
          </p:txBody>
        </p:sp>
        <p:sp>
          <p:nvSpPr>
            <p:cNvPr id="16157" name="Google Shape;16157;p287"/>
            <p:cNvSpPr/>
            <p:nvPr/>
          </p:nvSpPr>
          <p:spPr>
            <a:xfrm>
              <a:off x="4349786" y="1075528"/>
              <a:ext cx="13251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61600" lIns="61600" spcFirstLastPara="1" rIns="61600" wrap="square" tIns="61600">
              <a:noAutofit/>
            </a:bodyPr>
            <a:lstStyle/>
            <a:p>
              <a:pPr indent="0" lvl="0" marL="0" rtl="0" algn="l">
                <a:spcBef>
                  <a:spcPts val="0"/>
                </a:spcBef>
                <a:spcAft>
                  <a:spcPts val="0"/>
                </a:spcAft>
                <a:buNone/>
              </a:pPr>
              <a:r>
                <a:t/>
              </a:r>
              <a:endParaRPr sz="700">
                <a:latin typeface="Roboto"/>
                <a:ea typeface="Roboto"/>
                <a:cs typeface="Roboto"/>
                <a:sym typeface="Roboto"/>
              </a:endParaRPr>
            </a:p>
          </p:txBody>
        </p:sp>
        <p:sp>
          <p:nvSpPr>
            <p:cNvPr id="16158" name="Google Shape;16158;p287"/>
            <p:cNvSpPr/>
            <p:nvPr/>
          </p:nvSpPr>
          <p:spPr>
            <a:xfrm>
              <a:off x="4349786" y="1459971"/>
              <a:ext cx="13251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61600" lIns="61600" spcFirstLastPara="1" rIns="61600" wrap="square" tIns="61600">
              <a:noAutofit/>
            </a:bodyPr>
            <a:lstStyle/>
            <a:p>
              <a:pPr indent="0" lvl="0" marL="0" rtl="0" algn="l">
                <a:spcBef>
                  <a:spcPts val="0"/>
                </a:spcBef>
                <a:spcAft>
                  <a:spcPts val="0"/>
                </a:spcAft>
                <a:buNone/>
              </a:pPr>
              <a:r>
                <a:t/>
              </a:r>
              <a:endParaRPr sz="700">
                <a:latin typeface="Roboto"/>
                <a:ea typeface="Roboto"/>
                <a:cs typeface="Roboto"/>
                <a:sym typeface="Roboto"/>
              </a:endParaRPr>
            </a:p>
          </p:txBody>
        </p:sp>
        <p:sp>
          <p:nvSpPr>
            <p:cNvPr id="16159" name="Google Shape;16159;p287"/>
            <p:cNvSpPr/>
            <p:nvPr/>
          </p:nvSpPr>
          <p:spPr>
            <a:xfrm>
              <a:off x="4349786" y="1853372"/>
              <a:ext cx="13251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61600" lIns="61600" spcFirstLastPara="1" rIns="61600" wrap="square" tIns="61600">
              <a:noAutofit/>
            </a:bodyPr>
            <a:lstStyle/>
            <a:p>
              <a:pPr indent="0" lvl="0" marL="0" rtl="0" algn="l">
                <a:spcBef>
                  <a:spcPts val="0"/>
                </a:spcBef>
                <a:spcAft>
                  <a:spcPts val="0"/>
                </a:spcAft>
                <a:buNone/>
              </a:pPr>
              <a:r>
                <a:rPr lang="es-419" sz="600">
                  <a:solidFill>
                    <a:schemeClr val="dk1"/>
                  </a:solidFill>
                </a:rPr>
                <a:t>Generar ticket de </a:t>
              </a:r>
              <a:r>
                <a:rPr lang="es-419" sz="600">
                  <a:solidFill>
                    <a:schemeClr val="dk1"/>
                  </a:solidFill>
                </a:rPr>
                <a:t>atención</a:t>
              </a:r>
              <a:endParaRPr sz="700">
                <a:latin typeface="Roboto"/>
                <a:ea typeface="Roboto"/>
                <a:cs typeface="Roboto"/>
                <a:sym typeface="Roboto"/>
              </a:endParaRPr>
            </a:p>
          </p:txBody>
        </p:sp>
        <p:sp>
          <p:nvSpPr>
            <p:cNvPr id="16160" name="Google Shape;16160;p287"/>
            <p:cNvSpPr/>
            <p:nvPr/>
          </p:nvSpPr>
          <p:spPr>
            <a:xfrm>
              <a:off x="4349786" y="2239831"/>
              <a:ext cx="13251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61600" lIns="61600" spcFirstLastPara="1" rIns="61600" wrap="square" tIns="61600">
              <a:noAutofit/>
            </a:bodyPr>
            <a:lstStyle/>
            <a:p>
              <a:pPr indent="0" lvl="0" marL="0" rtl="0" algn="l">
                <a:spcBef>
                  <a:spcPts val="0"/>
                </a:spcBef>
                <a:spcAft>
                  <a:spcPts val="0"/>
                </a:spcAft>
                <a:buNone/>
              </a:pPr>
              <a:r>
                <a:rPr lang="es-419" sz="700">
                  <a:latin typeface="Roboto"/>
                  <a:ea typeface="Roboto"/>
                  <a:cs typeface="Roboto"/>
                  <a:sym typeface="Roboto"/>
                </a:rPr>
                <a:t>&lt;...&gt;</a:t>
              </a:r>
              <a:endParaRPr sz="700">
                <a:latin typeface="Roboto"/>
                <a:ea typeface="Roboto"/>
                <a:cs typeface="Roboto"/>
                <a:sym typeface="Roboto"/>
              </a:endParaRPr>
            </a:p>
          </p:txBody>
        </p:sp>
        <p:sp>
          <p:nvSpPr>
            <p:cNvPr id="16161" name="Google Shape;16161;p287"/>
            <p:cNvSpPr/>
            <p:nvPr/>
          </p:nvSpPr>
          <p:spPr>
            <a:xfrm>
              <a:off x="2704756" y="1461628"/>
              <a:ext cx="8817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8200" lIns="78200" spcFirstLastPara="1" rIns="78200" wrap="square" tIns="78200">
              <a:noAutofit/>
            </a:bodyPr>
            <a:lstStyle/>
            <a:p>
              <a:pPr indent="0" lvl="0" marL="0" rtl="0" algn="l">
                <a:spcBef>
                  <a:spcPts val="0"/>
                </a:spcBef>
                <a:spcAft>
                  <a:spcPts val="0"/>
                </a:spcAft>
                <a:buNone/>
              </a:pPr>
              <a:r>
                <a:t/>
              </a:r>
              <a:endParaRPr sz="500">
                <a:latin typeface="Roboto"/>
                <a:ea typeface="Roboto"/>
                <a:cs typeface="Roboto"/>
                <a:sym typeface="Roboto"/>
              </a:endParaRPr>
            </a:p>
          </p:txBody>
        </p:sp>
        <p:sp>
          <p:nvSpPr>
            <p:cNvPr id="16162" name="Google Shape;16162;p287"/>
            <p:cNvSpPr txBox="1"/>
            <p:nvPr/>
          </p:nvSpPr>
          <p:spPr>
            <a:xfrm>
              <a:off x="4463036" y="557328"/>
              <a:ext cx="1098600" cy="4653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b="1" lang="es-419" sz="700">
                  <a:latin typeface="Arvo"/>
                  <a:ea typeface="Arvo"/>
                  <a:cs typeface="Arvo"/>
                  <a:sym typeface="Arvo"/>
                </a:rPr>
                <a:t>Acción interactiva:</a:t>
              </a:r>
              <a:endParaRPr b="1" sz="700">
                <a:latin typeface="Arvo"/>
                <a:ea typeface="Arvo"/>
                <a:cs typeface="Arvo"/>
                <a:sym typeface="Arvo"/>
              </a:endParaRPr>
            </a:p>
            <a:p>
              <a:pPr indent="0" lvl="0" marL="0" rtl="0" algn="ctr">
                <a:spcBef>
                  <a:spcPts val="0"/>
                </a:spcBef>
                <a:spcAft>
                  <a:spcPts val="0"/>
                </a:spcAft>
                <a:buNone/>
              </a:pPr>
              <a:r>
                <a:rPr i="1" lang="es-419" sz="500">
                  <a:latin typeface="Arvo"/>
                  <a:ea typeface="Arvo"/>
                  <a:cs typeface="Arvo"/>
                  <a:sym typeface="Arvo"/>
                </a:rPr>
                <a:t>&lt;ej: </a:t>
              </a:r>
              <a:r>
                <a:rPr i="1" lang="es-419" sz="500">
                  <a:solidFill>
                    <a:srgbClr val="000000"/>
                  </a:solidFill>
                  <a:latin typeface="Roboto"/>
                  <a:ea typeface="Roboto"/>
                  <a:cs typeface="Roboto"/>
                  <a:sym typeface="Roboto"/>
                </a:rPr>
                <a:t>autenticar por huella y cara</a:t>
              </a:r>
              <a:r>
                <a:rPr i="1" lang="es-419" sz="500">
                  <a:latin typeface="Arvo"/>
                  <a:ea typeface="Arvo"/>
                  <a:cs typeface="Arvo"/>
                  <a:sym typeface="Arvo"/>
                </a:rPr>
                <a:t>&gt;</a:t>
              </a:r>
              <a:endParaRPr i="1" sz="500">
                <a:latin typeface="Arvo"/>
                <a:ea typeface="Arvo"/>
                <a:cs typeface="Arvo"/>
                <a:sym typeface="Arvo"/>
              </a:endParaRPr>
            </a:p>
          </p:txBody>
        </p:sp>
        <p:sp>
          <p:nvSpPr>
            <p:cNvPr id="16163" name="Google Shape;16163;p287"/>
            <p:cNvSpPr txBox="1"/>
            <p:nvPr/>
          </p:nvSpPr>
          <p:spPr>
            <a:xfrm>
              <a:off x="3639736" y="557328"/>
              <a:ext cx="702600" cy="4653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b="1" lang="es-419" sz="700">
                  <a:latin typeface="Arvo"/>
                  <a:ea typeface="Arvo"/>
                  <a:cs typeface="Arvo"/>
                  <a:sym typeface="Arvo"/>
                </a:rPr>
                <a:t>Punto de contacto</a:t>
              </a:r>
              <a:endParaRPr sz="700">
                <a:latin typeface="Arvo"/>
                <a:ea typeface="Arvo"/>
                <a:cs typeface="Arvo"/>
                <a:sym typeface="Arvo"/>
              </a:endParaRPr>
            </a:p>
          </p:txBody>
        </p:sp>
        <p:sp>
          <p:nvSpPr>
            <p:cNvPr id="16164" name="Google Shape;16164;p287"/>
            <p:cNvSpPr txBox="1"/>
            <p:nvPr/>
          </p:nvSpPr>
          <p:spPr>
            <a:xfrm>
              <a:off x="2784273" y="568049"/>
              <a:ext cx="702600" cy="4653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b="1" lang="es-419" sz="700">
                  <a:latin typeface="Arvo"/>
                  <a:ea typeface="Arvo"/>
                  <a:cs typeface="Arvo"/>
                  <a:sym typeface="Arvo"/>
                </a:rPr>
                <a:t>Rol</a:t>
              </a:r>
              <a:endParaRPr sz="700">
                <a:latin typeface="Arvo"/>
                <a:ea typeface="Arvo"/>
                <a:cs typeface="Arvo"/>
                <a:sym typeface="Arvo"/>
              </a:endParaRPr>
            </a:p>
          </p:txBody>
        </p:sp>
        <p:pic>
          <p:nvPicPr>
            <p:cNvPr id="16165" name="Google Shape;16165;p287"/>
            <p:cNvPicPr preferRelativeResize="0"/>
            <p:nvPr/>
          </p:nvPicPr>
          <p:blipFill rotWithShape="1">
            <a:blip r:embed="rId3">
              <a:alphaModFix/>
            </a:blip>
            <a:srcRect b="-868" l="16515" r="66426" t="66946"/>
            <a:stretch/>
          </p:blipFill>
          <p:spPr>
            <a:xfrm>
              <a:off x="2782507" y="825772"/>
              <a:ext cx="702701" cy="702700"/>
            </a:xfrm>
            <a:prstGeom prst="rect">
              <a:avLst/>
            </a:prstGeom>
            <a:noFill/>
            <a:ln>
              <a:noFill/>
            </a:ln>
          </p:spPr>
        </p:pic>
        <p:sp>
          <p:nvSpPr>
            <p:cNvPr id="16166" name="Google Shape;16166;p287"/>
            <p:cNvSpPr txBox="1"/>
            <p:nvPr/>
          </p:nvSpPr>
          <p:spPr>
            <a:xfrm>
              <a:off x="2782511" y="1476053"/>
              <a:ext cx="761100" cy="232500"/>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s-419" sz="700">
                  <a:solidFill>
                    <a:schemeClr val="dk1"/>
                  </a:solidFill>
                </a:rPr>
                <a:t>Recepcionista</a:t>
              </a:r>
              <a:endParaRPr/>
            </a:p>
          </p:txBody>
        </p:sp>
        <p:sp>
          <p:nvSpPr>
            <p:cNvPr id="16167" name="Google Shape;16167;p287"/>
            <p:cNvSpPr txBox="1"/>
            <p:nvPr/>
          </p:nvSpPr>
          <p:spPr>
            <a:xfrm>
              <a:off x="2704760" y="1669653"/>
              <a:ext cx="964800" cy="232500"/>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t/>
              </a:r>
              <a:endParaRPr b="1" sz="700">
                <a:latin typeface="Arvo"/>
                <a:ea typeface="Arvo"/>
                <a:cs typeface="Arvo"/>
                <a:sym typeface="Arvo"/>
              </a:endParaRPr>
            </a:p>
            <a:p>
              <a:pPr indent="0" lvl="0" marL="0" rtl="0" algn="ctr">
                <a:spcBef>
                  <a:spcPts val="0"/>
                </a:spcBef>
                <a:spcAft>
                  <a:spcPts val="0"/>
                </a:spcAft>
                <a:buNone/>
              </a:pPr>
              <a:r>
                <a:rPr i="1" lang="es-419" sz="500">
                  <a:latin typeface="Arvo"/>
                  <a:ea typeface="Arvo"/>
                  <a:cs typeface="Arvo"/>
                  <a:sym typeface="Arvo"/>
                </a:rPr>
                <a:t>&lt;ej: conductor&gt;</a:t>
              </a:r>
              <a:endParaRPr i="1" sz="500">
                <a:latin typeface="Arvo"/>
                <a:ea typeface="Arvo"/>
                <a:cs typeface="Arvo"/>
                <a:sym typeface="Arvo"/>
              </a:endParaRPr>
            </a:p>
          </p:txBody>
        </p:sp>
        <p:sp>
          <p:nvSpPr>
            <p:cNvPr id="16168" name="Google Shape;16168;p287"/>
            <p:cNvSpPr/>
            <p:nvPr/>
          </p:nvSpPr>
          <p:spPr>
            <a:xfrm>
              <a:off x="3646236" y="1853367"/>
              <a:ext cx="761100" cy="232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8200" lIns="78200" spcFirstLastPara="1" rIns="78200" wrap="square" tIns="78200">
              <a:noAutofit/>
            </a:bodyPr>
            <a:lstStyle/>
            <a:p>
              <a:pPr indent="0" lvl="0" marL="0" rtl="0" algn="l">
                <a:spcBef>
                  <a:spcPts val="0"/>
                </a:spcBef>
                <a:spcAft>
                  <a:spcPts val="0"/>
                </a:spcAft>
                <a:buNone/>
              </a:pPr>
              <a:r>
                <a:rPr lang="es-419" sz="600">
                  <a:solidFill>
                    <a:schemeClr val="dk1"/>
                  </a:solidFill>
                </a:rPr>
                <a:t>📧 Sistema de turnos</a:t>
              </a:r>
              <a:endParaRPr sz="500">
                <a:latin typeface="Roboto"/>
                <a:ea typeface="Roboto"/>
                <a:cs typeface="Roboto"/>
                <a:sym typeface="Roboto"/>
              </a:endParaRPr>
            </a:p>
          </p:txBody>
        </p:sp>
      </p:grpSp>
      <p:sp>
        <p:nvSpPr>
          <p:cNvPr id="16169" name="Google Shape;16169;p287"/>
          <p:cNvSpPr txBox="1"/>
          <p:nvPr/>
        </p:nvSpPr>
        <p:spPr>
          <a:xfrm>
            <a:off x="628825" y="531250"/>
            <a:ext cx="1553700" cy="265800"/>
          </a:xfrm>
          <a:prstGeom prst="rect">
            <a:avLst/>
          </a:prstGeom>
          <a:noFill/>
          <a:ln cap="flat" cmpd="sng" w="9525">
            <a:solidFill>
              <a:schemeClr val="dk1"/>
            </a:solidFill>
            <a:prstDash val="solid"/>
            <a:round/>
            <a:headEnd len="sm" w="sm" type="none"/>
            <a:tailEnd len="sm" w="sm" type="none"/>
          </a:ln>
        </p:spPr>
        <p:txBody>
          <a:bodyPr anchorCtr="0" anchor="t" bIns="91425" lIns="91425" spcFirstLastPara="1" rIns="91425" wrap="square" tIns="91425">
            <a:noAutofit/>
          </a:bodyPr>
          <a:lstStyle/>
          <a:p>
            <a:pPr indent="0" lvl="0" marL="0" rtl="0" algn="ctr">
              <a:lnSpc>
                <a:spcPct val="90000"/>
              </a:lnSpc>
              <a:spcBef>
                <a:spcPts val="0"/>
              </a:spcBef>
              <a:spcAft>
                <a:spcPts val="0"/>
              </a:spcAft>
              <a:buClr>
                <a:schemeClr val="dk1"/>
              </a:buClr>
              <a:buSzPts val="1100"/>
              <a:buFont typeface="Arial"/>
              <a:buNone/>
            </a:pPr>
            <a:r>
              <a:rPr lang="es-419" sz="700">
                <a:solidFill>
                  <a:schemeClr val="dk1"/>
                </a:solidFill>
                <a:highlight>
                  <a:schemeClr val="lt1"/>
                </a:highlight>
                <a:latin typeface="Arvo"/>
                <a:ea typeface="Arvo"/>
                <a:cs typeface="Arvo"/>
                <a:sym typeface="Arvo"/>
              </a:rPr>
              <a:t>Recibir Y Saludar Al Cliente</a:t>
            </a:r>
            <a:endParaRPr>
              <a:highlight>
                <a:schemeClr val="lt1"/>
              </a:highlight>
            </a:endParaRPr>
          </a:p>
        </p:txBody>
      </p:sp>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173" name="Shape 16173"/>
        <p:cNvGrpSpPr/>
        <p:nvPr/>
      </p:nvGrpSpPr>
      <p:grpSpPr>
        <a:xfrm>
          <a:off x="0" y="0"/>
          <a:ext cx="0" cy="0"/>
          <a:chOff x="0" y="0"/>
          <a:chExt cx="0" cy="0"/>
        </a:xfrm>
      </p:grpSpPr>
      <p:sp>
        <p:nvSpPr>
          <p:cNvPr id="16174" name="Google Shape;16174;p288"/>
          <p:cNvSpPr txBox="1"/>
          <p:nvPr>
            <p:ph type="title"/>
          </p:nvPr>
        </p:nvSpPr>
        <p:spPr>
          <a:xfrm flipH="1">
            <a:off x="3219174" y="437575"/>
            <a:ext cx="1731300" cy="265800"/>
          </a:xfrm>
          <a:prstGeom prst="rect">
            <a:avLst/>
          </a:prstGeom>
        </p:spPr>
        <p:txBody>
          <a:bodyPr anchorCtr="0" anchor="ctr" bIns="0" lIns="0" spcFirstLastPara="1" rIns="0" wrap="square" tIns="0">
            <a:noAutofit/>
          </a:bodyPr>
          <a:lstStyle/>
          <a:p>
            <a:pPr indent="0" lvl="0" marL="0" rtl="0" algn="l">
              <a:spcBef>
                <a:spcPts val="0"/>
              </a:spcBef>
              <a:spcAft>
                <a:spcPts val="0"/>
              </a:spcAft>
              <a:buNone/>
            </a:pPr>
            <a:r>
              <a:rPr lang="es-419"/>
              <a:t>PM-02</a:t>
            </a:r>
            <a:endParaRPr/>
          </a:p>
        </p:txBody>
      </p:sp>
      <p:sp>
        <p:nvSpPr>
          <p:cNvPr id="16175" name="Google Shape;16175;p288"/>
          <p:cNvSpPr txBox="1"/>
          <p:nvPr>
            <p:ph idx="2" type="title"/>
          </p:nvPr>
        </p:nvSpPr>
        <p:spPr>
          <a:xfrm flipH="1">
            <a:off x="6546263" y="387663"/>
            <a:ext cx="3350100" cy="169200"/>
          </a:xfrm>
          <a:prstGeom prst="rect">
            <a:avLst/>
          </a:prstGeom>
        </p:spPr>
        <p:txBody>
          <a:bodyPr anchorCtr="0" anchor="ctr" bIns="0" lIns="0" spcFirstLastPara="1" rIns="0" wrap="square" tIns="0">
            <a:noAutofit/>
          </a:bodyPr>
          <a:lstStyle/>
          <a:p>
            <a:pPr indent="0" lvl="0" marL="0" rtl="0" algn="l">
              <a:spcBef>
                <a:spcPts val="0"/>
              </a:spcBef>
              <a:spcAft>
                <a:spcPts val="0"/>
              </a:spcAft>
              <a:buNone/>
            </a:pPr>
            <a:r>
              <a:rPr lang="es-419"/>
              <a:t>Garantizar ingreso correcto del paciente.</a:t>
            </a:r>
            <a:endParaRPr/>
          </a:p>
        </p:txBody>
      </p:sp>
      <p:sp>
        <p:nvSpPr>
          <p:cNvPr id="16176" name="Google Shape;16176;p288"/>
          <p:cNvSpPr txBox="1"/>
          <p:nvPr>
            <p:ph idx="3" type="title"/>
          </p:nvPr>
        </p:nvSpPr>
        <p:spPr>
          <a:xfrm flipH="1">
            <a:off x="6546263" y="579538"/>
            <a:ext cx="3350100" cy="169200"/>
          </a:xfrm>
          <a:prstGeom prst="rect">
            <a:avLst/>
          </a:prstGeom>
        </p:spPr>
        <p:txBody>
          <a:bodyPr anchorCtr="0" anchor="ctr" bIns="0" lIns="0" spcFirstLastPara="1" rIns="0" wrap="square" tIns="0">
            <a:noAutofit/>
          </a:bodyPr>
          <a:lstStyle/>
          <a:p>
            <a:pPr indent="0" lvl="0" marL="0" rtl="0" algn="l">
              <a:spcBef>
                <a:spcPts val="0"/>
              </a:spcBef>
              <a:spcAft>
                <a:spcPts val="0"/>
              </a:spcAft>
              <a:buNone/>
            </a:pPr>
            <a:r>
              <a:rPr lang="es-419"/>
              <a:t>Garantizar ingreso correcto del paciente.</a:t>
            </a:r>
            <a:endParaRPr/>
          </a:p>
        </p:txBody>
      </p:sp>
      <p:grpSp>
        <p:nvGrpSpPr>
          <p:cNvPr id="16177" name="Google Shape;16177;p288"/>
          <p:cNvGrpSpPr/>
          <p:nvPr/>
        </p:nvGrpSpPr>
        <p:grpSpPr>
          <a:xfrm>
            <a:off x="408339" y="1304041"/>
            <a:ext cx="2810831" cy="2161925"/>
            <a:chOff x="2640436" y="-87872"/>
            <a:chExt cx="3098700" cy="2874900"/>
          </a:xfrm>
        </p:grpSpPr>
        <p:sp>
          <p:nvSpPr>
            <p:cNvPr id="16178" name="Google Shape;16178;p288"/>
            <p:cNvSpPr/>
            <p:nvPr/>
          </p:nvSpPr>
          <p:spPr>
            <a:xfrm>
              <a:off x="2640436" y="-87872"/>
              <a:ext cx="3098700" cy="2874900"/>
            </a:xfrm>
            <a:prstGeom prst="roundRect">
              <a:avLst>
                <a:gd fmla="val 3233" name="adj"/>
              </a:avLst>
            </a:prstGeom>
            <a:solidFill>
              <a:srgbClr val="FFFFFF"/>
            </a:solidFill>
            <a:ln cap="flat" cmpd="sng" w="9525">
              <a:solidFill>
                <a:srgbClr val="EFEFEF"/>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t" bIns="15400" lIns="15400" spcFirstLastPara="1" rIns="15400" wrap="square" tIns="15400">
              <a:noAutofit/>
            </a:bodyPr>
            <a:lstStyle/>
            <a:p>
              <a:pPr indent="0" lvl="0" marL="0" rtl="0" algn="ctr">
                <a:spcBef>
                  <a:spcPts val="0"/>
                </a:spcBef>
                <a:spcAft>
                  <a:spcPts val="0"/>
                </a:spcAft>
                <a:buNone/>
              </a:pPr>
              <a:r>
                <a:rPr b="1" i="1" lang="es-419" sz="800">
                  <a:solidFill>
                    <a:srgbClr val="434343"/>
                  </a:solidFill>
                </a:rPr>
                <a:t>Puntos de Automatización</a:t>
              </a:r>
              <a:endParaRPr b="1" i="1" sz="800">
                <a:solidFill>
                  <a:srgbClr val="434343"/>
                </a:solidFill>
              </a:endParaRPr>
            </a:p>
          </p:txBody>
        </p:sp>
        <p:sp>
          <p:nvSpPr>
            <p:cNvPr id="16179" name="Google Shape;16179;p288"/>
            <p:cNvSpPr txBox="1"/>
            <p:nvPr/>
          </p:nvSpPr>
          <p:spPr>
            <a:xfrm>
              <a:off x="2820612" y="182753"/>
              <a:ext cx="1098600" cy="232500"/>
            </a:xfrm>
            <a:prstGeom prst="rect">
              <a:avLst/>
            </a:prstGeom>
            <a:noFill/>
            <a:ln>
              <a:noFill/>
            </a:ln>
          </p:spPr>
          <p:txBody>
            <a:bodyPr anchorCtr="0" anchor="ctr" bIns="0" lIns="0" spcFirstLastPara="1" rIns="0" wrap="square" tIns="0">
              <a:noAutofit/>
            </a:bodyPr>
            <a:lstStyle/>
            <a:p>
              <a:pPr indent="0" lvl="0" marL="0" rtl="0" algn="r">
                <a:spcBef>
                  <a:spcPts val="0"/>
                </a:spcBef>
                <a:spcAft>
                  <a:spcPts val="0"/>
                </a:spcAft>
                <a:buNone/>
              </a:pPr>
              <a:r>
                <a:rPr lang="es-419" sz="700">
                  <a:latin typeface="Arvo"/>
                  <a:ea typeface="Arvo"/>
                  <a:cs typeface="Arvo"/>
                  <a:sym typeface="Arvo"/>
                </a:rPr>
                <a:t>Actividad de Negocio</a:t>
              </a:r>
              <a:endParaRPr sz="700">
                <a:latin typeface="Arvo"/>
                <a:ea typeface="Arvo"/>
                <a:cs typeface="Arvo"/>
                <a:sym typeface="Arvo"/>
              </a:endParaRPr>
            </a:p>
            <a:p>
              <a:pPr indent="0" lvl="0" marL="0" rtl="0" algn="r">
                <a:spcBef>
                  <a:spcPts val="0"/>
                </a:spcBef>
                <a:spcAft>
                  <a:spcPts val="0"/>
                </a:spcAft>
                <a:buNone/>
              </a:pPr>
              <a:r>
                <a:rPr i="1" lang="es-419" sz="500">
                  <a:latin typeface="Arvo"/>
                  <a:ea typeface="Arvo"/>
                  <a:cs typeface="Arvo"/>
                  <a:sym typeface="Arvo"/>
                </a:rPr>
                <a:t>&lt;ej: Identificarse&gt;</a:t>
              </a:r>
              <a:endParaRPr i="1" sz="500">
                <a:latin typeface="Arvo"/>
                <a:ea typeface="Arvo"/>
                <a:cs typeface="Arvo"/>
                <a:sym typeface="Arvo"/>
              </a:endParaRPr>
            </a:p>
          </p:txBody>
        </p:sp>
        <p:sp>
          <p:nvSpPr>
            <p:cNvPr id="16180" name="Google Shape;16180;p288"/>
            <p:cNvSpPr/>
            <p:nvPr/>
          </p:nvSpPr>
          <p:spPr>
            <a:xfrm>
              <a:off x="3951036" y="159603"/>
              <a:ext cx="17313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8200" lIns="78200" spcFirstLastPara="1" rIns="78200" wrap="square" tIns="78200">
              <a:noAutofit/>
            </a:bodyPr>
            <a:lstStyle/>
            <a:p>
              <a:pPr indent="0" lvl="0" marL="0" rtl="0" algn="l">
                <a:spcBef>
                  <a:spcPts val="0"/>
                </a:spcBef>
                <a:spcAft>
                  <a:spcPts val="0"/>
                </a:spcAft>
                <a:buNone/>
              </a:pPr>
              <a:r>
                <a:t/>
              </a:r>
              <a:endParaRPr sz="500">
                <a:latin typeface="Roboto"/>
                <a:ea typeface="Roboto"/>
                <a:cs typeface="Roboto"/>
                <a:sym typeface="Roboto"/>
              </a:endParaRPr>
            </a:p>
          </p:txBody>
        </p:sp>
        <p:sp>
          <p:nvSpPr>
            <p:cNvPr id="16181" name="Google Shape;16181;p288"/>
            <p:cNvSpPr txBox="1"/>
            <p:nvPr/>
          </p:nvSpPr>
          <p:spPr>
            <a:xfrm>
              <a:off x="3962886" y="142103"/>
              <a:ext cx="1731300" cy="351900"/>
            </a:xfrm>
            <a:prstGeom prst="rect">
              <a:avLst/>
            </a:prstGeom>
            <a:noFill/>
            <a:ln>
              <a:noFill/>
            </a:ln>
          </p:spPr>
          <p:txBody>
            <a:bodyPr anchorCtr="0" anchor="ctr" bIns="15400" lIns="15400" spcFirstLastPara="1" rIns="15400" wrap="square" tIns="15400">
              <a:noAutofit/>
            </a:bodyPr>
            <a:lstStyle/>
            <a:p>
              <a:pPr indent="0" lvl="0" marL="0" rtl="0" algn="l">
                <a:spcBef>
                  <a:spcPts val="0"/>
                </a:spcBef>
                <a:spcAft>
                  <a:spcPts val="0"/>
                </a:spcAft>
                <a:buNone/>
              </a:pPr>
              <a:r>
                <a:rPr b="1" lang="es-419" sz="700">
                  <a:solidFill>
                    <a:schemeClr val="dk1"/>
                  </a:solidFill>
                </a:rPr>
                <a:t>Identificar preferencias del cliente</a:t>
              </a:r>
              <a:endParaRPr/>
            </a:p>
          </p:txBody>
        </p:sp>
        <p:sp>
          <p:nvSpPr>
            <p:cNvPr id="16182" name="Google Shape;16182;p288"/>
            <p:cNvSpPr/>
            <p:nvPr/>
          </p:nvSpPr>
          <p:spPr>
            <a:xfrm>
              <a:off x="3646236" y="1459973"/>
              <a:ext cx="6333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8200" lIns="78200" spcFirstLastPara="1" rIns="78200" wrap="square" tIns="78200">
              <a:noAutofit/>
            </a:bodyPr>
            <a:lstStyle/>
            <a:p>
              <a:pPr indent="0" lvl="0" marL="0" rtl="0" algn="l">
                <a:spcBef>
                  <a:spcPts val="0"/>
                </a:spcBef>
                <a:spcAft>
                  <a:spcPts val="0"/>
                </a:spcAft>
                <a:buNone/>
              </a:pPr>
              <a:r>
                <a:t/>
              </a:r>
              <a:endParaRPr sz="500">
                <a:latin typeface="Roboto"/>
                <a:ea typeface="Roboto"/>
                <a:cs typeface="Roboto"/>
                <a:sym typeface="Roboto"/>
              </a:endParaRPr>
            </a:p>
          </p:txBody>
        </p:sp>
        <p:sp>
          <p:nvSpPr>
            <p:cNvPr id="16183" name="Google Shape;16183;p288"/>
            <p:cNvSpPr/>
            <p:nvPr/>
          </p:nvSpPr>
          <p:spPr>
            <a:xfrm>
              <a:off x="3646236" y="1075527"/>
              <a:ext cx="6333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8200" lIns="78200" spcFirstLastPara="1" rIns="78200" wrap="square" tIns="78200">
              <a:noAutofit/>
            </a:bodyPr>
            <a:lstStyle/>
            <a:p>
              <a:pPr indent="0" lvl="0" marL="0" rtl="0" algn="l">
                <a:spcBef>
                  <a:spcPts val="0"/>
                </a:spcBef>
                <a:spcAft>
                  <a:spcPts val="0"/>
                </a:spcAft>
                <a:buNone/>
              </a:pPr>
              <a:r>
                <a:rPr lang="es-419" sz="700">
                  <a:latin typeface="Roboto"/>
                  <a:ea typeface="Roboto"/>
                  <a:cs typeface="Roboto"/>
                  <a:sym typeface="Roboto"/>
                </a:rPr>
                <a:t>Sistema de </a:t>
              </a:r>
              <a:r>
                <a:rPr lang="es-419" sz="700">
                  <a:latin typeface="Roboto"/>
                  <a:ea typeface="Roboto"/>
                  <a:cs typeface="Roboto"/>
                  <a:sym typeface="Roboto"/>
                </a:rPr>
                <a:t>atención</a:t>
              </a:r>
              <a:endParaRPr sz="700">
                <a:latin typeface="Roboto"/>
                <a:ea typeface="Roboto"/>
                <a:cs typeface="Roboto"/>
                <a:sym typeface="Roboto"/>
              </a:endParaRPr>
            </a:p>
          </p:txBody>
        </p:sp>
        <p:sp>
          <p:nvSpPr>
            <p:cNvPr id="16184" name="Google Shape;16184;p288"/>
            <p:cNvSpPr/>
            <p:nvPr/>
          </p:nvSpPr>
          <p:spPr>
            <a:xfrm>
              <a:off x="3646236" y="1853377"/>
              <a:ext cx="6333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8200" lIns="78200" spcFirstLastPara="1" rIns="78200" wrap="square" tIns="78200">
              <a:noAutofit/>
            </a:bodyPr>
            <a:lstStyle/>
            <a:p>
              <a:pPr indent="0" lvl="0" marL="0" rtl="0" algn="l">
                <a:spcBef>
                  <a:spcPts val="0"/>
                </a:spcBef>
                <a:spcAft>
                  <a:spcPts val="0"/>
                </a:spcAft>
                <a:buNone/>
              </a:pPr>
              <a:r>
                <a:t/>
              </a:r>
              <a:endParaRPr sz="500">
                <a:latin typeface="Roboto"/>
                <a:ea typeface="Roboto"/>
                <a:cs typeface="Roboto"/>
                <a:sym typeface="Roboto"/>
              </a:endParaRPr>
            </a:p>
          </p:txBody>
        </p:sp>
        <p:sp>
          <p:nvSpPr>
            <p:cNvPr id="16185" name="Google Shape;16185;p288"/>
            <p:cNvSpPr/>
            <p:nvPr/>
          </p:nvSpPr>
          <p:spPr>
            <a:xfrm>
              <a:off x="3646236" y="2229879"/>
              <a:ext cx="6333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8200" lIns="78200" spcFirstLastPara="1" rIns="78200" wrap="square" tIns="78200">
              <a:noAutofit/>
            </a:bodyPr>
            <a:lstStyle/>
            <a:p>
              <a:pPr indent="0" lvl="0" marL="0" rtl="0" algn="l">
                <a:spcBef>
                  <a:spcPts val="0"/>
                </a:spcBef>
                <a:spcAft>
                  <a:spcPts val="0"/>
                </a:spcAft>
                <a:buNone/>
              </a:pPr>
              <a:r>
                <a:t/>
              </a:r>
              <a:endParaRPr sz="500">
                <a:latin typeface="Roboto"/>
                <a:ea typeface="Roboto"/>
                <a:cs typeface="Roboto"/>
                <a:sym typeface="Roboto"/>
              </a:endParaRPr>
            </a:p>
          </p:txBody>
        </p:sp>
        <p:sp>
          <p:nvSpPr>
            <p:cNvPr id="16186" name="Google Shape;16186;p288"/>
            <p:cNvSpPr/>
            <p:nvPr/>
          </p:nvSpPr>
          <p:spPr>
            <a:xfrm>
              <a:off x="4349786" y="1075528"/>
              <a:ext cx="13251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61600" lIns="61600" spcFirstLastPara="1" rIns="61600" wrap="square" tIns="61600">
              <a:noAutofit/>
            </a:bodyPr>
            <a:lstStyle/>
            <a:p>
              <a:pPr indent="0" lvl="0" marL="0" rtl="0" algn="l">
                <a:spcBef>
                  <a:spcPts val="0"/>
                </a:spcBef>
                <a:spcAft>
                  <a:spcPts val="0"/>
                </a:spcAft>
                <a:buNone/>
              </a:pPr>
              <a:r>
                <a:rPr lang="es-419" sz="600">
                  <a:solidFill>
                    <a:schemeClr val="dk1"/>
                  </a:solidFill>
                </a:rPr>
                <a:t>Registrar gustos del cliente</a:t>
              </a:r>
              <a:endParaRPr sz="700">
                <a:latin typeface="Roboto"/>
                <a:ea typeface="Roboto"/>
                <a:cs typeface="Roboto"/>
                <a:sym typeface="Roboto"/>
              </a:endParaRPr>
            </a:p>
          </p:txBody>
        </p:sp>
        <p:sp>
          <p:nvSpPr>
            <p:cNvPr id="16187" name="Google Shape;16187;p288"/>
            <p:cNvSpPr/>
            <p:nvPr/>
          </p:nvSpPr>
          <p:spPr>
            <a:xfrm>
              <a:off x="4349786" y="1459971"/>
              <a:ext cx="13251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61600" lIns="61600" spcFirstLastPara="1" rIns="61600" wrap="square" tIns="61600">
              <a:noAutofit/>
            </a:bodyPr>
            <a:lstStyle/>
            <a:p>
              <a:pPr indent="0" lvl="0" marL="0" rtl="0" algn="l">
                <a:spcBef>
                  <a:spcPts val="0"/>
                </a:spcBef>
                <a:spcAft>
                  <a:spcPts val="0"/>
                </a:spcAft>
                <a:buNone/>
              </a:pPr>
              <a:r>
                <a:t/>
              </a:r>
              <a:endParaRPr sz="700">
                <a:latin typeface="Roboto"/>
                <a:ea typeface="Roboto"/>
                <a:cs typeface="Roboto"/>
                <a:sym typeface="Roboto"/>
              </a:endParaRPr>
            </a:p>
          </p:txBody>
        </p:sp>
        <p:sp>
          <p:nvSpPr>
            <p:cNvPr id="16188" name="Google Shape;16188;p288"/>
            <p:cNvSpPr/>
            <p:nvPr/>
          </p:nvSpPr>
          <p:spPr>
            <a:xfrm>
              <a:off x="4349786" y="1853372"/>
              <a:ext cx="13251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61600" lIns="61600" spcFirstLastPara="1" rIns="61600" wrap="square" tIns="61600">
              <a:noAutofit/>
            </a:bodyPr>
            <a:lstStyle/>
            <a:p>
              <a:pPr indent="0" lvl="0" marL="0" rtl="0" algn="l">
                <a:spcBef>
                  <a:spcPts val="0"/>
                </a:spcBef>
                <a:spcAft>
                  <a:spcPts val="0"/>
                </a:spcAft>
                <a:buNone/>
              </a:pPr>
              <a:r>
                <a:t/>
              </a:r>
              <a:endParaRPr sz="700">
                <a:latin typeface="Roboto"/>
                <a:ea typeface="Roboto"/>
                <a:cs typeface="Roboto"/>
                <a:sym typeface="Roboto"/>
              </a:endParaRPr>
            </a:p>
          </p:txBody>
        </p:sp>
        <p:sp>
          <p:nvSpPr>
            <p:cNvPr id="16189" name="Google Shape;16189;p288"/>
            <p:cNvSpPr/>
            <p:nvPr/>
          </p:nvSpPr>
          <p:spPr>
            <a:xfrm>
              <a:off x="4349786" y="2239831"/>
              <a:ext cx="13251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61600" lIns="61600" spcFirstLastPara="1" rIns="61600" wrap="square" tIns="61600">
              <a:noAutofit/>
            </a:bodyPr>
            <a:lstStyle/>
            <a:p>
              <a:pPr indent="0" lvl="0" marL="0" rtl="0" algn="l">
                <a:spcBef>
                  <a:spcPts val="0"/>
                </a:spcBef>
                <a:spcAft>
                  <a:spcPts val="0"/>
                </a:spcAft>
                <a:buNone/>
              </a:pPr>
              <a:r>
                <a:rPr lang="es-419" sz="700">
                  <a:latin typeface="Roboto"/>
                  <a:ea typeface="Roboto"/>
                  <a:cs typeface="Roboto"/>
                  <a:sym typeface="Roboto"/>
                </a:rPr>
                <a:t>&lt;...&gt;</a:t>
              </a:r>
              <a:endParaRPr sz="700">
                <a:latin typeface="Roboto"/>
                <a:ea typeface="Roboto"/>
                <a:cs typeface="Roboto"/>
                <a:sym typeface="Roboto"/>
              </a:endParaRPr>
            </a:p>
          </p:txBody>
        </p:sp>
        <p:sp>
          <p:nvSpPr>
            <p:cNvPr id="16190" name="Google Shape;16190;p288"/>
            <p:cNvSpPr/>
            <p:nvPr/>
          </p:nvSpPr>
          <p:spPr>
            <a:xfrm>
              <a:off x="2704756" y="1461628"/>
              <a:ext cx="8817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8200" lIns="78200" spcFirstLastPara="1" rIns="78200" wrap="square" tIns="78200">
              <a:noAutofit/>
            </a:bodyPr>
            <a:lstStyle/>
            <a:p>
              <a:pPr indent="0" lvl="0" marL="0" rtl="0" algn="l">
                <a:spcBef>
                  <a:spcPts val="0"/>
                </a:spcBef>
                <a:spcAft>
                  <a:spcPts val="0"/>
                </a:spcAft>
                <a:buNone/>
              </a:pPr>
              <a:r>
                <a:t/>
              </a:r>
              <a:endParaRPr sz="500">
                <a:latin typeface="Roboto"/>
                <a:ea typeface="Roboto"/>
                <a:cs typeface="Roboto"/>
                <a:sym typeface="Roboto"/>
              </a:endParaRPr>
            </a:p>
          </p:txBody>
        </p:sp>
        <p:sp>
          <p:nvSpPr>
            <p:cNvPr id="16191" name="Google Shape;16191;p288"/>
            <p:cNvSpPr txBox="1"/>
            <p:nvPr/>
          </p:nvSpPr>
          <p:spPr>
            <a:xfrm>
              <a:off x="4463036" y="557328"/>
              <a:ext cx="1098600" cy="4653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b="1" lang="es-419" sz="700">
                  <a:latin typeface="Arvo"/>
                  <a:ea typeface="Arvo"/>
                  <a:cs typeface="Arvo"/>
                  <a:sym typeface="Arvo"/>
                </a:rPr>
                <a:t>Acción interactiva:</a:t>
              </a:r>
              <a:endParaRPr b="1" sz="700">
                <a:latin typeface="Arvo"/>
                <a:ea typeface="Arvo"/>
                <a:cs typeface="Arvo"/>
                <a:sym typeface="Arvo"/>
              </a:endParaRPr>
            </a:p>
            <a:p>
              <a:pPr indent="0" lvl="0" marL="0" rtl="0" algn="ctr">
                <a:spcBef>
                  <a:spcPts val="0"/>
                </a:spcBef>
                <a:spcAft>
                  <a:spcPts val="0"/>
                </a:spcAft>
                <a:buNone/>
              </a:pPr>
              <a:r>
                <a:rPr i="1" lang="es-419" sz="500">
                  <a:latin typeface="Arvo"/>
                  <a:ea typeface="Arvo"/>
                  <a:cs typeface="Arvo"/>
                  <a:sym typeface="Arvo"/>
                </a:rPr>
                <a:t>&lt;ej: </a:t>
              </a:r>
              <a:r>
                <a:rPr i="1" lang="es-419" sz="500">
                  <a:solidFill>
                    <a:srgbClr val="000000"/>
                  </a:solidFill>
                  <a:latin typeface="Roboto"/>
                  <a:ea typeface="Roboto"/>
                  <a:cs typeface="Roboto"/>
                  <a:sym typeface="Roboto"/>
                </a:rPr>
                <a:t>autenticar por huella y cara</a:t>
              </a:r>
              <a:r>
                <a:rPr i="1" lang="es-419" sz="500">
                  <a:latin typeface="Arvo"/>
                  <a:ea typeface="Arvo"/>
                  <a:cs typeface="Arvo"/>
                  <a:sym typeface="Arvo"/>
                </a:rPr>
                <a:t>&gt;</a:t>
              </a:r>
              <a:endParaRPr i="1" sz="500">
                <a:latin typeface="Arvo"/>
                <a:ea typeface="Arvo"/>
                <a:cs typeface="Arvo"/>
                <a:sym typeface="Arvo"/>
              </a:endParaRPr>
            </a:p>
          </p:txBody>
        </p:sp>
        <p:sp>
          <p:nvSpPr>
            <p:cNvPr id="16192" name="Google Shape;16192;p288"/>
            <p:cNvSpPr txBox="1"/>
            <p:nvPr/>
          </p:nvSpPr>
          <p:spPr>
            <a:xfrm>
              <a:off x="3639736" y="557328"/>
              <a:ext cx="702600" cy="4653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b="1" lang="es-419" sz="700">
                  <a:latin typeface="Arvo"/>
                  <a:ea typeface="Arvo"/>
                  <a:cs typeface="Arvo"/>
                  <a:sym typeface="Arvo"/>
                </a:rPr>
                <a:t>Punto de contacto</a:t>
              </a:r>
              <a:endParaRPr sz="700">
                <a:latin typeface="Arvo"/>
                <a:ea typeface="Arvo"/>
                <a:cs typeface="Arvo"/>
                <a:sym typeface="Arvo"/>
              </a:endParaRPr>
            </a:p>
          </p:txBody>
        </p:sp>
        <p:sp>
          <p:nvSpPr>
            <p:cNvPr id="16193" name="Google Shape;16193;p288"/>
            <p:cNvSpPr txBox="1"/>
            <p:nvPr/>
          </p:nvSpPr>
          <p:spPr>
            <a:xfrm>
              <a:off x="2784273" y="568049"/>
              <a:ext cx="702600" cy="4653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b="1" lang="es-419" sz="700">
                  <a:latin typeface="Arvo"/>
                  <a:ea typeface="Arvo"/>
                  <a:cs typeface="Arvo"/>
                  <a:sym typeface="Arvo"/>
                </a:rPr>
                <a:t>Rol</a:t>
              </a:r>
              <a:endParaRPr sz="700">
                <a:latin typeface="Arvo"/>
                <a:ea typeface="Arvo"/>
                <a:cs typeface="Arvo"/>
                <a:sym typeface="Arvo"/>
              </a:endParaRPr>
            </a:p>
          </p:txBody>
        </p:sp>
        <p:pic>
          <p:nvPicPr>
            <p:cNvPr id="16194" name="Google Shape;16194;p288"/>
            <p:cNvPicPr preferRelativeResize="0"/>
            <p:nvPr/>
          </p:nvPicPr>
          <p:blipFill rotWithShape="1">
            <a:blip r:embed="rId3">
              <a:alphaModFix/>
            </a:blip>
            <a:srcRect b="-868" l="16515" r="66426" t="66946"/>
            <a:stretch/>
          </p:blipFill>
          <p:spPr>
            <a:xfrm>
              <a:off x="2782507" y="825772"/>
              <a:ext cx="702701" cy="702700"/>
            </a:xfrm>
            <a:prstGeom prst="rect">
              <a:avLst/>
            </a:prstGeom>
            <a:noFill/>
            <a:ln>
              <a:noFill/>
            </a:ln>
          </p:spPr>
        </p:pic>
        <p:sp>
          <p:nvSpPr>
            <p:cNvPr id="16195" name="Google Shape;16195;p288"/>
            <p:cNvSpPr txBox="1"/>
            <p:nvPr/>
          </p:nvSpPr>
          <p:spPr>
            <a:xfrm>
              <a:off x="2782511" y="1476053"/>
              <a:ext cx="761100" cy="232500"/>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s-419" sz="700"/>
                <a:t>A</a:t>
              </a:r>
              <a:r>
                <a:rPr b="1" lang="es-419" sz="700"/>
                <a:t>sesor De Venta</a:t>
              </a:r>
              <a:r>
                <a:rPr lang="es-419" sz="700"/>
                <a:t>s</a:t>
              </a:r>
              <a:endParaRPr sz="700"/>
            </a:p>
          </p:txBody>
        </p:sp>
        <p:sp>
          <p:nvSpPr>
            <p:cNvPr id="16196" name="Google Shape;16196;p288"/>
            <p:cNvSpPr txBox="1"/>
            <p:nvPr/>
          </p:nvSpPr>
          <p:spPr>
            <a:xfrm>
              <a:off x="2704760" y="1669653"/>
              <a:ext cx="964800" cy="232500"/>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t/>
              </a:r>
              <a:endParaRPr b="1" sz="700">
                <a:latin typeface="Arvo"/>
                <a:ea typeface="Arvo"/>
                <a:cs typeface="Arvo"/>
                <a:sym typeface="Arvo"/>
              </a:endParaRPr>
            </a:p>
            <a:p>
              <a:pPr indent="0" lvl="0" marL="0" rtl="0" algn="ctr">
                <a:spcBef>
                  <a:spcPts val="0"/>
                </a:spcBef>
                <a:spcAft>
                  <a:spcPts val="0"/>
                </a:spcAft>
                <a:buNone/>
              </a:pPr>
              <a:r>
                <a:rPr i="1" lang="es-419" sz="500">
                  <a:latin typeface="Arvo"/>
                  <a:ea typeface="Arvo"/>
                  <a:cs typeface="Arvo"/>
                  <a:sym typeface="Arvo"/>
                </a:rPr>
                <a:t>&lt;ej: conductor&gt;</a:t>
              </a:r>
              <a:endParaRPr i="1" sz="500">
                <a:latin typeface="Arvo"/>
                <a:ea typeface="Arvo"/>
                <a:cs typeface="Arvo"/>
                <a:sym typeface="Arvo"/>
              </a:endParaRPr>
            </a:p>
          </p:txBody>
        </p:sp>
      </p:grpSp>
      <p:grpSp>
        <p:nvGrpSpPr>
          <p:cNvPr id="16197" name="Google Shape;16197;p288"/>
          <p:cNvGrpSpPr/>
          <p:nvPr/>
        </p:nvGrpSpPr>
        <p:grpSpPr>
          <a:xfrm>
            <a:off x="6815889" y="4215341"/>
            <a:ext cx="2810831" cy="2161925"/>
            <a:chOff x="2640436" y="-87872"/>
            <a:chExt cx="3098700" cy="2874900"/>
          </a:xfrm>
        </p:grpSpPr>
        <p:sp>
          <p:nvSpPr>
            <p:cNvPr id="16198" name="Google Shape;16198;p288"/>
            <p:cNvSpPr/>
            <p:nvPr/>
          </p:nvSpPr>
          <p:spPr>
            <a:xfrm>
              <a:off x="2640436" y="-87872"/>
              <a:ext cx="3098700" cy="2874900"/>
            </a:xfrm>
            <a:prstGeom prst="roundRect">
              <a:avLst>
                <a:gd fmla="val 3233" name="adj"/>
              </a:avLst>
            </a:prstGeom>
            <a:solidFill>
              <a:srgbClr val="FFFFFF"/>
            </a:solidFill>
            <a:ln cap="flat" cmpd="sng" w="9525">
              <a:solidFill>
                <a:srgbClr val="EFEFEF"/>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t" bIns="15400" lIns="15400" spcFirstLastPara="1" rIns="15400" wrap="square" tIns="15400">
              <a:noAutofit/>
            </a:bodyPr>
            <a:lstStyle/>
            <a:p>
              <a:pPr indent="0" lvl="0" marL="0" rtl="0" algn="ctr">
                <a:spcBef>
                  <a:spcPts val="0"/>
                </a:spcBef>
                <a:spcAft>
                  <a:spcPts val="0"/>
                </a:spcAft>
                <a:buNone/>
              </a:pPr>
              <a:r>
                <a:rPr b="1" i="1" lang="es-419" sz="800">
                  <a:solidFill>
                    <a:srgbClr val="434343"/>
                  </a:solidFill>
                </a:rPr>
                <a:t>Puntos de Automatización</a:t>
              </a:r>
              <a:endParaRPr b="1" i="1" sz="800">
                <a:solidFill>
                  <a:srgbClr val="434343"/>
                </a:solidFill>
              </a:endParaRPr>
            </a:p>
          </p:txBody>
        </p:sp>
        <p:sp>
          <p:nvSpPr>
            <p:cNvPr id="16199" name="Google Shape;16199;p288"/>
            <p:cNvSpPr txBox="1"/>
            <p:nvPr/>
          </p:nvSpPr>
          <p:spPr>
            <a:xfrm>
              <a:off x="2820612" y="182753"/>
              <a:ext cx="1098600" cy="232500"/>
            </a:xfrm>
            <a:prstGeom prst="rect">
              <a:avLst/>
            </a:prstGeom>
            <a:noFill/>
            <a:ln>
              <a:noFill/>
            </a:ln>
          </p:spPr>
          <p:txBody>
            <a:bodyPr anchorCtr="0" anchor="ctr" bIns="0" lIns="0" spcFirstLastPara="1" rIns="0" wrap="square" tIns="0">
              <a:noAutofit/>
            </a:bodyPr>
            <a:lstStyle/>
            <a:p>
              <a:pPr indent="0" lvl="0" marL="0" rtl="0" algn="r">
                <a:spcBef>
                  <a:spcPts val="0"/>
                </a:spcBef>
                <a:spcAft>
                  <a:spcPts val="0"/>
                </a:spcAft>
                <a:buNone/>
              </a:pPr>
              <a:r>
                <a:rPr lang="es-419" sz="700">
                  <a:latin typeface="Arvo"/>
                  <a:ea typeface="Arvo"/>
                  <a:cs typeface="Arvo"/>
                  <a:sym typeface="Arvo"/>
                </a:rPr>
                <a:t>Actividad de Negocio</a:t>
              </a:r>
              <a:endParaRPr sz="700">
                <a:latin typeface="Arvo"/>
                <a:ea typeface="Arvo"/>
                <a:cs typeface="Arvo"/>
                <a:sym typeface="Arvo"/>
              </a:endParaRPr>
            </a:p>
            <a:p>
              <a:pPr indent="0" lvl="0" marL="0" rtl="0" algn="r">
                <a:spcBef>
                  <a:spcPts val="0"/>
                </a:spcBef>
                <a:spcAft>
                  <a:spcPts val="0"/>
                </a:spcAft>
                <a:buNone/>
              </a:pPr>
              <a:r>
                <a:rPr i="1" lang="es-419" sz="500">
                  <a:latin typeface="Arvo"/>
                  <a:ea typeface="Arvo"/>
                  <a:cs typeface="Arvo"/>
                  <a:sym typeface="Arvo"/>
                </a:rPr>
                <a:t>&lt;ej: Identificarse&gt;</a:t>
              </a:r>
              <a:endParaRPr i="1" sz="500">
                <a:latin typeface="Arvo"/>
                <a:ea typeface="Arvo"/>
                <a:cs typeface="Arvo"/>
                <a:sym typeface="Arvo"/>
              </a:endParaRPr>
            </a:p>
          </p:txBody>
        </p:sp>
        <p:sp>
          <p:nvSpPr>
            <p:cNvPr id="16200" name="Google Shape;16200;p288"/>
            <p:cNvSpPr/>
            <p:nvPr/>
          </p:nvSpPr>
          <p:spPr>
            <a:xfrm>
              <a:off x="3951036" y="159603"/>
              <a:ext cx="17313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8200" lIns="78200" spcFirstLastPara="1" rIns="78200" wrap="square" tIns="78200">
              <a:noAutofit/>
            </a:bodyPr>
            <a:lstStyle/>
            <a:p>
              <a:pPr indent="0" lvl="0" marL="0" rtl="0" algn="l">
                <a:spcBef>
                  <a:spcPts val="0"/>
                </a:spcBef>
                <a:spcAft>
                  <a:spcPts val="0"/>
                </a:spcAft>
                <a:buNone/>
              </a:pPr>
              <a:r>
                <a:t/>
              </a:r>
              <a:endParaRPr sz="500">
                <a:latin typeface="Roboto"/>
                <a:ea typeface="Roboto"/>
                <a:cs typeface="Roboto"/>
                <a:sym typeface="Roboto"/>
              </a:endParaRPr>
            </a:p>
          </p:txBody>
        </p:sp>
        <p:sp>
          <p:nvSpPr>
            <p:cNvPr id="16201" name="Google Shape;16201;p288"/>
            <p:cNvSpPr txBox="1"/>
            <p:nvPr/>
          </p:nvSpPr>
          <p:spPr>
            <a:xfrm>
              <a:off x="3962886" y="142103"/>
              <a:ext cx="1731300" cy="351900"/>
            </a:xfrm>
            <a:prstGeom prst="rect">
              <a:avLst/>
            </a:prstGeom>
            <a:noFill/>
            <a:ln>
              <a:noFill/>
            </a:ln>
          </p:spPr>
          <p:txBody>
            <a:bodyPr anchorCtr="0" anchor="ctr" bIns="15400" lIns="15400" spcFirstLastPara="1" rIns="15400" wrap="square" tIns="15400">
              <a:noAutofit/>
            </a:bodyPr>
            <a:lstStyle/>
            <a:p>
              <a:pPr indent="0" lvl="0" marL="0" rtl="0" algn="l">
                <a:spcBef>
                  <a:spcPts val="0"/>
                </a:spcBef>
                <a:spcAft>
                  <a:spcPts val="0"/>
                </a:spcAft>
                <a:buNone/>
              </a:pPr>
              <a:r>
                <a:rPr b="1" lang="es-419" sz="700">
                  <a:solidFill>
                    <a:schemeClr val="dk1"/>
                  </a:solidFill>
                </a:rPr>
                <a:t>Generar </a:t>
              </a:r>
              <a:r>
                <a:rPr b="1" lang="es-419" sz="700">
                  <a:solidFill>
                    <a:schemeClr val="dk1"/>
                  </a:solidFill>
                </a:rPr>
                <a:t>previsualización</a:t>
              </a:r>
              <a:r>
                <a:rPr b="1" lang="es-419" sz="700">
                  <a:solidFill>
                    <a:schemeClr val="dk1"/>
                  </a:solidFill>
                </a:rPr>
                <a:t> del pedido</a:t>
              </a:r>
              <a:r>
                <a:rPr b="1" lang="es-419" sz="700">
                  <a:solidFill>
                    <a:schemeClr val="dk1"/>
                  </a:solidFill>
                </a:rPr>
                <a:t> </a:t>
              </a:r>
              <a:endParaRPr/>
            </a:p>
          </p:txBody>
        </p:sp>
        <p:sp>
          <p:nvSpPr>
            <p:cNvPr id="16202" name="Google Shape;16202;p288"/>
            <p:cNvSpPr/>
            <p:nvPr/>
          </p:nvSpPr>
          <p:spPr>
            <a:xfrm>
              <a:off x="3646236" y="1459979"/>
              <a:ext cx="6333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8200" lIns="78200" spcFirstLastPara="1" rIns="78200" wrap="square" tIns="78200">
              <a:noAutofit/>
            </a:bodyPr>
            <a:lstStyle/>
            <a:p>
              <a:pPr indent="0" lvl="0" marL="0" rtl="0" algn="l">
                <a:spcBef>
                  <a:spcPts val="0"/>
                </a:spcBef>
                <a:spcAft>
                  <a:spcPts val="0"/>
                </a:spcAft>
                <a:buNone/>
              </a:pPr>
              <a:r>
                <a:rPr lang="es-419" sz="600">
                  <a:solidFill>
                    <a:schemeClr val="dk1"/>
                  </a:solidFill>
                </a:rPr>
                <a:t>sistema de </a:t>
              </a:r>
              <a:r>
                <a:rPr lang="es-419" sz="600">
                  <a:solidFill>
                    <a:schemeClr val="dk1"/>
                  </a:solidFill>
                </a:rPr>
                <a:t>Gestión</a:t>
              </a:r>
              <a:r>
                <a:rPr lang="es-419" sz="600">
                  <a:solidFill>
                    <a:schemeClr val="dk1"/>
                  </a:solidFill>
                </a:rPr>
                <a:t> de pedidos</a:t>
              </a:r>
              <a:endParaRPr sz="500">
                <a:latin typeface="Roboto"/>
                <a:ea typeface="Roboto"/>
                <a:cs typeface="Roboto"/>
                <a:sym typeface="Roboto"/>
              </a:endParaRPr>
            </a:p>
          </p:txBody>
        </p:sp>
        <p:sp>
          <p:nvSpPr>
            <p:cNvPr id="16203" name="Google Shape;16203;p288"/>
            <p:cNvSpPr/>
            <p:nvPr/>
          </p:nvSpPr>
          <p:spPr>
            <a:xfrm>
              <a:off x="3646236" y="1075527"/>
              <a:ext cx="6333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8200" lIns="78200" spcFirstLastPara="1" rIns="78200" wrap="square" tIns="78200">
              <a:noAutofit/>
            </a:bodyPr>
            <a:lstStyle/>
            <a:p>
              <a:pPr indent="0" lvl="0" marL="0" rtl="0" algn="l">
                <a:spcBef>
                  <a:spcPts val="0"/>
                </a:spcBef>
                <a:spcAft>
                  <a:spcPts val="0"/>
                </a:spcAft>
                <a:buNone/>
              </a:pPr>
              <a:r>
                <a:t/>
              </a:r>
              <a:endParaRPr sz="500">
                <a:latin typeface="Roboto"/>
                <a:ea typeface="Roboto"/>
                <a:cs typeface="Roboto"/>
                <a:sym typeface="Roboto"/>
              </a:endParaRPr>
            </a:p>
          </p:txBody>
        </p:sp>
        <p:sp>
          <p:nvSpPr>
            <p:cNvPr id="16204" name="Google Shape;16204;p288"/>
            <p:cNvSpPr/>
            <p:nvPr/>
          </p:nvSpPr>
          <p:spPr>
            <a:xfrm>
              <a:off x="3646236" y="1853377"/>
              <a:ext cx="6333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8200" lIns="78200" spcFirstLastPara="1" rIns="78200" wrap="square" tIns="78200">
              <a:noAutofit/>
            </a:bodyPr>
            <a:lstStyle/>
            <a:p>
              <a:pPr indent="0" lvl="0" marL="0" rtl="0" algn="l">
                <a:spcBef>
                  <a:spcPts val="0"/>
                </a:spcBef>
                <a:spcAft>
                  <a:spcPts val="0"/>
                </a:spcAft>
                <a:buNone/>
              </a:pPr>
              <a:r>
                <a:t/>
              </a:r>
              <a:endParaRPr sz="500">
                <a:latin typeface="Roboto"/>
                <a:ea typeface="Roboto"/>
                <a:cs typeface="Roboto"/>
                <a:sym typeface="Roboto"/>
              </a:endParaRPr>
            </a:p>
          </p:txBody>
        </p:sp>
        <p:sp>
          <p:nvSpPr>
            <p:cNvPr id="16205" name="Google Shape;16205;p288"/>
            <p:cNvSpPr/>
            <p:nvPr/>
          </p:nvSpPr>
          <p:spPr>
            <a:xfrm>
              <a:off x="3646236" y="2229879"/>
              <a:ext cx="6333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8200" lIns="78200" spcFirstLastPara="1" rIns="78200" wrap="square" tIns="78200">
              <a:noAutofit/>
            </a:bodyPr>
            <a:lstStyle/>
            <a:p>
              <a:pPr indent="0" lvl="0" marL="0" rtl="0" algn="l">
                <a:spcBef>
                  <a:spcPts val="0"/>
                </a:spcBef>
                <a:spcAft>
                  <a:spcPts val="0"/>
                </a:spcAft>
                <a:buNone/>
              </a:pPr>
              <a:r>
                <a:t/>
              </a:r>
              <a:endParaRPr sz="500">
                <a:latin typeface="Roboto"/>
                <a:ea typeface="Roboto"/>
                <a:cs typeface="Roboto"/>
                <a:sym typeface="Roboto"/>
              </a:endParaRPr>
            </a:p>
          </p:txBody>
        </p:sp>
        <p:sp>
          <p:nvSpPr>
            <p:cNvPr id="16206" name="Google Shape;16206;p288"/>
            <p:cNvSpPr/>
            <p:nvPr/>
          </p:nvSpPr>
          <p:spPr>
            <a:xfrm>
              <a:off x="4349786" y="1075528"/>
              <a:ext cx="13251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61600" lIns="61600" spcFirstLastPara="1" rIns="61600" wrap="square" tIns="61600">
              <a:noAutofit/>
            </a:bodyPr>
            <a:lstStyle/>
            <a:p>
              <a:pPr indent="0" lvl="0" marL="0" rtl="0" algn="l">
                <a:spcBef>
                  <a:spcPts val="0"/>
                </a:spcBef>
                <a:spcAft>
                  <a:spcPts val="0"/>
                </a:spcAft>
                <a:buNone/>
              </a:pPr>
              <a:r>
                <a:t/>
              </a:r>
              <a:endParaRPr sz="700">
                <a:latin typeface="Roboto"/>
                <a:ea typeface="Roboto"/>
                <a:cs typeface="Roboto"/>
                <a:sym typeface="Roboto"/>
              </a:endParaRPr>
            </a:p>
          </p:txBody>
        </p:sp>
        <p:sp>
          <p:nvSpPr>
            <p:cNvPr id="16207" name="Google Shape;16207;p288"/>
            <p:cNvSpPr/>
            <p:nvPr/>
          </p:nvSpPr>
          <p:spPr>
            <a:xfrm>
              <a:off x="4349786" y="1459971"/>
              <a:ext cx="13251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61600" lIns="61600" spcFirstLastPara="1" rIns="61600" wrap="square" tIns="61600">
              <a:noAutofit/>
            </a:bodyPr>
            <a:lstStyle/>
            <a:p>
              <a:pPr indent="0" lvl="0" marL="0" rtl="0" algn="l">
                <a:spcBef>
                  <a:spcPts val="0"/>
                </a:spcBef>
                <a:spcAft>
                  <a:spcPts val="0"/>
                </a:spcAft>
                <a:buNone/>
              </a:pPr>
              <a:r>
                <a:rPr lang="es-419" sz="600">
                  <a:solidFill>
                    <a:schemeClr val="dk1"/>
                  </a:solidFill>
                </a:rPr>
                <a:t>Mostrar resumen antes de confirmar</a:t>
              </a:r>
              <a:endParaRPr sz="700">
                <a:latin typeface="Roboto"/>
                <a:ea typeface="Roboto"/>
                <a:cs typeface="Roboto"/>
                <a:sym typeface="Roboto"/>
              </a:endParaRPr>
            </a:p>
          </p:txBody>
        </p:sp>
        <p:sp>
          <p:nvSpPr>
            <p:cNvPr id="16208" name="Google Shape;16208;p288"/>
            <p:cNvSpPr/>
            <p:nvPr/>
          </p:nvSpPr>
          <p:spPr>
            <a:xfrm>
              <a:off x="4349786" y="1853372"/>
              <a:ext cx="13251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61600" lIns="61600" spcFirstLastPara="1" rIns="61600" wrap="square" tIns="61600">
              <a:noAutofit/>
            </a:bodyPr>
            <a:lstStyle/>
            <a:p>
              <a:pPr indent="0" lvl="0" marL="0" rtl="0" algn="l">
                <a:spcBef>
                  <a:spcPts val="0"/>
                </a:spcBef>
                <a:spcAft>
                  <a:spcPts val="0"/>
                </a:spcAft>
                <a:buNone/>
              </a:pPr>
              <a:r>
                <a:t/>
              </a:r>
              <a:endParaRPr sz="700">
                <a:latin typeface="Roboto"/>
                <a:ea typeface="Roboto"/>
                <a:cs typeface="Roboto"/>
                <a:sym typeface="Roboto"/>
              </a:endParaRPr>
            </a:p>
          </p:txBody>
        </p:sp>
        <p:sp>
          <p:nvSpPr>
            <p:cNvPr id="16209" name="Google Shape;16209;p288"/>
            <p:cNvSpPr/>
            <p:nvPr/>
          </p:nvSpPr>
          <p:spPr>
            <a:xfrm>
              <a:off x="4349786" y="2239831"/>
              <a:ext cx="13251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61600" lIns="61600" spcFirstLastPara="1" rIns="61600" wrap="square" tIns="61600">
              <a:noAutofit/>
            </a:bodyPr>
            <a:lstStyle/>
            <a:p>
              <a:pPr indent="0" lvl="0" marL="0" rtl="0" algn="l">
                <a:spcBef>
                  <a:spcPts val="0"/>
                </a:spcBef>
                <a:spcAft>
                  <a:spcPts val="0"/>
                </a:spcAft>
                <a:buNone/>
              </a:pPr>
              <a:r>
                <a:rPr lang="es-419" sz="700">
                  <a:latin typeface="Roboto"/>
                  <a:ea typeface="Roboto"/>
                  <a:cs typeface="Roboto"/>
                  <a:sym typeface="Roboto"/>
                </a:rPr>
                <a:t>&lt;...&gt;</a:t>
              </a:r>
              <a:endParaRPr sz="700">
                <a:latin typeface="Roboto"/>
                <a:ea typeface="Roboto"/>
                <a:cs typeface="Roboto"/>
                <a:sym typeface="Roboto"/>
              </a:endParaRPr>
            </a:p>
          </p:txBody>
        </p:sp>
        <p:sp>
          <p:nvSpPr>
            <p:cNvPr id="16210" name="Google Shape;16210;p288"/>
            <p:cNvSpPr/>
            <p:nvPr/>
          </p:nvSpPr>
          <p:spPr>
            <a:xfrm>
              <a:off x="2704756" y="1461628"/>
              <a:ext cx="8817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8200" lIns="78200" spcFirstLastPara="1" rIns="78200" wrap="square" tIns="78200">
              <a:noAutofit/>
            </a:bodyPr>
            <a:lstStyle/>
            <a:p>
              <a:pPr indent="0" lvl="0" marL="0" rtl="0" algn="l">
                <a:spcBef>
                  <a:spcPts val="0"/>
                </a:spcBef>
                <a:spcAft>
                  <a:spcPts val="0"/>
                </a:spcAft>
                <a:buNone/>
              </a:pPr>
              <a:r>
                <a:t/>
              </a:r>
              <a:endParaRPr sz="500">
                <a:latin typeface="Roboto"/>
                <a:ea typeface="Roboto"/>
                <a:cs typeface="Roboto"/>
                <a:sym typeface="Roboto"/>
              </a:endParaRPr>
            </a:p>
          </p:txBody>
        </p:sp>
        <p:sp>
          <p:nvSpPr>
            <p:cNvPr id="16211" name="Google Shape;16211;p288"/>
            <p:cNvSpPr txBox="1"/>
            <p:nvPr/>
          </p:nvSpPr>
          <p:spPr>
            <a:xfrm>
              <a:off x="4463036" y="557328"/>
              <a:ext cx="1098600" cy="4653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b="1" lang="es-419" sz="700">
                  <a:latin typeface="Arvo"/>
                  <a:ea typeface="Arvo"/>
                  <a:cs typeface="Arvo"/>
                  <a:sym typeface="Arvo"/>
                </a:rPr>
                <a:t>Acción interactiva:</a:t>
              </a:r>
              <a:endParaRPr b="1" sz="700">
                <a:latin typeface="Arvo"/>
                <a:ea typeface="Arvo"/>
                <a:cs typeface="Arvo"/>
                <a:sym typeface="Arvo"/>
              </a:endParaRPr>
            </a:p>
            <a:p>
              <a:pPr indent="0" lvl="0" marL="0" rtl="0" algn="ctr">
                <a:spcBef>
                  <a:spcPts val="0"/>
                </a:spcBef>
                <a:spcAft>
                  <a:spcPts val="0"/>
                </a:spcAft>
                <a:buNone/>
              </a:pPr>
              <a:r>
                <a:rPr i="1" lang="es-419" sz="500">
                  <a:latin typeface="Arvo"/>
                  <a:ea typeface="Arvo"/>
                  <a:cs typeface="Arvo"/>
                  <a:sym typeface="Arvo"/>
                </a:rPr>
                <a:t>&lt;ej: </a:t>
              </a:r>
              <a:r>
                <a:rPr i="1" lang="es-419" sz="500">
                  <a:solidFill>
                    <a:srgbClr val="000000"/>
                  </a:solidFill>
                  <a:latin typeface="Roboto"/>
                  <a:ea typeface="Roboto"/>
                  <a:cs typeface="Roboto"/>
                  <a:sym typeface="Roboto"/>
                </a:rPr>
                <a:t>autenticar por huella y cara</a:t>
              </a:r>
              <a:r>
                <a:rPr i="1" lang="es-419" sz="500">
                  <a:latin typeface="Arvo"/>
                  <a:ea typeface="Arvo"/>
                  <a:cs typeface="Arvo"/>
                  <a:sym typeface="Arvo"/>
                </a:rPr>
                <a:t>&gt;</a:t>
              </a:r>
              <a:endParaRPr i="1" sz="500">
                <a:latin typeface="Arvo"/>
                <a:ea typeface="Arvo"/>
                <a:cs typeface="Arvo"/>
                <a:sym typeface="Arvo"/>
              </a:endParaRPr>
            </a:p>
          </p:txBody>
        </p:sp>
        <p:sp>
          <p:nvSpPr>
            <p:cNvPr id="16212" name="Google Shape;16212;p288"/>
            <p:cNvSpPr txBox="1"/>
            <p:nvPr/>
          </p:nvSpPr>
          <p:spPr>
            <a:xfrm>
              <a:off x="3639736" y="557328"/>
              <a:ext cx="702600" cy="4653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b="1" lang="es-419" sz="700">
                  <a:latin typeface="Arvo"/>
                  <a:ea typeface="Arvo"/>
                  <a:cs typeface="Arvo"/>
                  <a:sym typeface="Arvo"/>
                </a:rPr>
                <a:t>Punto de contacto</a:t>
              </a:r>
              <a:endParaRPr sz="700">
                <a:latin typeface="Arvo"/>
                <a:ea typeface="Arvo"/>
                <a:cs typeface="Arvo"/>
                <a:sym typeface="Arvo"/>
              </a:endParaRPr>
            </a:p>
          </p:txBody>
        </p:sp>
        <p:sp>
          <p:nvSpPr>
            <p:cNvPr id="16213" name="Google Shape;16213;p288"/>
            <p:cNvSpPr txBox="1"/>
            <p:nvPr/>
          </p:nvSpPr>
          <p:spPr>
            <a:xfrm>
              <a:off x="2784273" y="568049"/>
              <a:ext cx="702600" cy="4653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b="1" lang="es-419" sz="700">
                  <a:latin typeface="Arvo"/>
                  <a:ea typeface="Arvo"/>
                  <a:cs typeface="Arvo"/>
                  <a:sym typeface="Arvo"/>
                </a:rPr>
                <a:t>Rol</a:t>
              </a:r>
              <a:endParaRPr sz="700">
                <a:latin typeface="Arvo"/>
                <a:ea typeface="Arvo"/>
                <a:cs typeface="Arvo"/>
                <a:sym typeface="Arvo"/>
              </a:endParaRPr>
            </a:p>
          </p:txBody>
        </p:sp>
        <p:pic>
          <p:nvPicPr>
            <p:cNvPr id="16214" name="Google Shape;16214;p288"/>
            <p:cNvPicPr preferRelativeResize="0"/>
            <p:nvPr/>
          </p:nvPicPr>
          <p:blipFill rotWithShape="1">
            <a:blip r:embed="rId3">
              <a:alphaModFix/>
            </a:blip>
            <a:srcRect b="-868" l="16515" r="66426" t="66946"/>
            <a:stretch/>
          </p:blipFill>
          <p:spPr>
            <a:xfrm>
              <a:off x="2782507" y="825772"/>
              <a:ext cx="702701" cy="702700"/>
            </a:xfrm>
            <a:prstGeom prst="rect">
              <a:avLst/>
            </a:prstGeom>
            <a:noFill/>
            <a:ln>
              <a:noFill/>
            </a:ln>
          </p:spPr>
        </p:pic>
        <p:sp>
          <p:nvSpPr>
            <p:cNvPr id="16215" name="Google Shape;16215;p288"/>
            <p:cNvSpPr txBox="1"/>
            <p:nvPr/>
          </p:nvSpPr>
          <p:spPr>
            <a:xfrm>
              <a:off x="2782511" y="1476053"/>
              <a:ext cx="761100" cy="232500"/>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b="1" lang="es-419" sz="700">
                  <a:solidFill>
                    <a:schemeClr val="dk1"/>
                  </a:solidFill>
                </a:rPr>
                <a:t>Recepcionista</a:t>
              </a:r>
              <a:endParaRPr/>
            </a:p>
          </p:txBody>
        </p:sp>
        <p:sp>
          <p:nvSpPr>
            <p:cNvPr id="16216" name="Google Shape;16216;p288"/>
            <p:cNvSpPr txBox="1"/>
            <p:nvPr/>
          </p:nvSpPr>
          <p:spPr>
            <a:xfrm>
              <a:off x="2704760" y="1669653"/>
              <a:ext cx="964800" cy="232500"/>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t/>
              </a:r>
              <a:endParaRPr b="1" sz="700">
                <a:latin typeface="Arvo"/>
                <a:ea typeface="Arvo"/>
                <a:cs typeface="Arvo"/>
                <a:sym typeface="Arvo"/>
              </a:endParaRPr>
            </a:p>
            <a:p>
              <a:pPr indent="0" lvl="0" marL="0" rtl="0" algn="ctr">
                <a:spcBef>
                  <a:spcPts val="0"/>
                </a:spcBef>
                <a:spcAft>
                  <a:spcPts val="0"/>
                </a:spcAft>
                <a:buNone/>
              </a:pPr>
              <a:r>
                <a:rPr i="1" lang="es-419" sz="500">
                  <a:latin typeface="Arvo"/>
                  <a:ea typeface="Arvo"/>
                  <a:cs typeface="Arvo"/>
                  <a:sym typeface="Arvo"/>
                </a:rPr>
                <a:t>&lt;ej: conductor&gt;</a:t>
              </a:r>
              <a:endParaRPr i="1" sz="500">
                <a:latin typeface="Arvo"/>
                <a:ea typeface="Arvo"/>
                <a:cs typeface="Arvo"/>
                <a:sym typeface="Arvo"/>
              </a:endParaRPr>
            </a:p>
          </p:txBody>
        </p:sp>
      </p:grpSp>
      <p:grpSp>
        <p:nvGrpSpPr>
          <p:cNvPr id="16217" name="Google Shape;16217;p288"/>
          <p:cNvGrpSpPr/>
          <p:nvPr/>
        </p:nvGrpSpPr>
        <p:grpSpPr>
          <a:xfrm>
            <a:off x="3634576" y="4215341"/>
            <a:ext cx="2810831" cy="2161925"/>
            <a:chOff x="2640436" y="-87872"/>
            <a:chExt cx="3098700" cy="2874900"/>
          </a:xfrm>
        </p:grpSpPr>
        <p:sp>
          <p:nvSpPr>
            <p:cNvPr id="16218" name="Google Shape;16218;p288"/>
            <p:cNvSpPr/>
            <p:nvPr/>
          </p:nvSpPr>
          <p:spPr>
            <a:xfrm>
              <a:off x="2640436" y="-87872"/>
              <a:ext cx="3098700" cy="2874900"/>
            </a:xfrm>
            <a:prstGeom prst="roundRect">
              <a:avLst>
                <a:gd fmla="val 3233" name="adj"/>
              </a:avLst>
            </a:prstGeom>
            <a:solidFill>
              <a:srgbClr val="FFFFFF"/>
            </a:solidFill>
            <a:ln cap="flat" cmpd="sng" w="9525">
              <a:solidFill>
                <a:srgbClr val="EFEFEF"/>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t" bIns="15400" lIns="15400" spcFirstLastPara="1" rIns="15400" wrap="square" tIns="15400">
              <a:noAutofit/>
            </a:bodyPr>
            <a:lstStyle/>
            <a:p>
              <a:pPr indent="0" lvl="0" marL="0" rtl="0" algn="ctr">
                <a:spcBef>
                  <a:spcPts val="0"/>
                </a:spcBef>
                <a:spcAft>
                  <a:spcPts val="0"/>
                </a:spcAft>
                <a:buNone/>
              </a:pPr>
              <a:r>
                <a:rPr b="1" i="1" lang="es-419" sz="800">
                  <a:solidFill>
                    <a:srgbClr val="434343"/>
                  </a:solidFill>
                </a:rPr>
                <a:t>Puntos de Automatización</a:t>
              </a:r>
              <a:endParaRPr b="1" i="1" sz="800">
                <a:solidFill>
                  <a:srgbClr val="434343"/>
                </a:solidFill>
              </a:endParaRPr>
            </a:p>
          </p:txBody>
        </p:sp>
        <p:sp>
          <p:nvSpPr>
            <p:cNvPr id="16219" name="Google Shape;16219;p288"/>
            <p:cNvSpPr txBox="1"/>
            <p:nvPr/>
          </p:nvSpPr>
          <p:spPr>
            <a:xfrm>
              <a:off x="2820612" y="182753"/>
              <a:ext cx="1098600" cy="232500"/>
            </a:xfrm>
            <a:prstGeom prst="rect">
              <a:avLst/>
            </a:prstGeom>
            <a:noFill/>
            <a:ln>
              <a:noFill/>
            </a:ln>
          </p:spPr>
          <p:txBody>
            <a:bodyPr anchorCtr="0" anchor="ctr" bIns="0" lIns="0" spcFirstLastPara="1" rIns="0" wrap="square" tIns="0">
              <a:noAutofit/>
            </a:bodyPr>
            <a:lstStyle/>
            <a:p>
              <a:pPr indent="0" lvl="0" marL="0" rtl="0" algn="r">
                <a:spcBef>
                  <a:spcPts val="0"/>
                </a:spcBef>
                <a:spcAft>
                  <a:spcPts val="0"/>
                </a:spcAft>
                <a:buNone/>
              </a:pPr>
              <a:r>
                <a:rPr lang="es-419" sz="700">
                  <a:latin typeface="Arvo"/>
                  <a:ea typeface="Arvo"/>
                  <a:cs typeface="Arvo"/>
                  <a:sym typeface="Arvo"/>
                </a:rPr>
                <a:t>Actividad de Negocio</a:t>
              </a:r>
              <a:endParaRPr sz="700">
                <a:latin typeface="Arvo"/>
                <a:ea typeface="Arvo"/>
                <a:cs typeface="Arvo"/>
                <a:sym typeface="Arvo"/>
              </a:endParaRPr>
            </a:p>
            <a:p>
              <a:pPr indent="0" lvl="0" marL="0" rtl="0" algn="r">
                <a:spcBef>
                  <a:spcPts val="0"/>
                </a:spcBef>
                <a:spcAft>
                  <a:spcPts val="0"/>
                </a:spcAft>
                <a:buNone/>
              </a:pPr>
              <a:r>
                <a:rPr i="1" lang="es-419" sz="500">
                  <a:latin typeface="Arvo"/>
                  <a:ea typeface="Arvo"/>
                  <a:cs typeface="Arvo"/>
                  <a:sym typeface="Arvo"/>
                </a:rPr>
                <a:t>&lt;ej: Identificarse&gt;</a:t>
              </a:r>
              <a:endParaRPr i="1" sz="500">
                <a:latin typeface="Arvo"/>
                <a:ea typeface="Arvo"/>
                <a:cs typeface="Arvo"/>
                <a:sym typeface="Arvo"/>
              </a:endParaRPr>
            </a:p>
          </p:txBody>
        </p:sp>
        <p:sp>
          <p:nvSpPr>
            <p:cNvPr id="16220" name="Google Shape;16220;p288"/>
            <p:cNvSpPr/>
            <p:nvPr/>
          </p:nvSpPr>
          <p:spPr>
            <a:xfrm>
              <a:off x="3951036" y="159603"/>
              <a:ext cx="17313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8200" lIns="78200" spcFirstLastPara="1" rIns="78200" wrap="square" tIns="78200">
              <a:noAutofit/>
            </a:bodyPr>
            <a:lstStyle/>
            <a:p>
              <a:pPr indent="0" lvl="0" marL="0" rtl="0" algn="l">
                <a:spcBef>
                  <a:spcPts val="0"/>
                </a:spcBef>
                <a:spcAft>
                  <a:spcPts val="0"/>
                </a:spcAft>
                <a:buNone/>
              </a:pPr>
              <a:r>
                <a:t/>
              </a:r>
              <a:endParaRPr sz="500">
                <a:latin typeface="Roboto"/>
                <a:ea typeface="Roboto"/>
                <a:cs typeface="Roboto"/>
                <a:sym typeface="Roboto"/>
              </a:endParaRPr>
            </a:p>
          </p:txBody>
        </p:sp>
        <p:sp>
          <p:nvSpPr>
            <p:cNvPr id="16221" name="Google Shape;16221;p288"/>
            <p:cNvSpPr txBox="1"/>
            <p:nvPr/>
          </p:nvSpPr>
          <p:spPr>
            <a:xfrm>
              <a:off x="3962886" y="142103"/>
              <a:ext cx="1731300" cy="351900"/>
            </a:xfrm>
            <a:prstGeom prst="rect">
              <a:avLst/>
            </a:prstGeom>
            <a:noFill/>
            <a:ln>
              <a:noFill/>
            </a:ln>
          </p:spPr>
          <p:txBody>
            <a:bodyPr anchorCtr="0" anchor="ctr" bIns="15400" lIns="15400" spcFirstLastPara="1" rIns="15400" wrap="square" tIns="15400">
              <a:noAutofit/>
            </a:bodyPr>
            <a:lstStyle/>
            <a:p>
              <a:pPr indent="0" lvl="0" marL="0" rtl="0" algn="l">
                <a:spcBef>
                  <a:spcPts val="0"/>
                </a:spcBef>
                <a:spcAft>
                  <a:spcPts val="0"/>
                </a:spcAft>
                <a:buNone/>
              </a:pPr>
              <a:r>
                <a:rPr b="1" lang="es-419" sz="700">
                  <a:solidFill>
                    <a:schemeClr val="dk1"/>
                  </a:solidFill>
                </a:rPr>
                <a:t>Confirmar </a:t>
              </a:r>
              <a:r>
                <a:rPr b="1" lang="es-419" sz="700">
                  <a:solidFill>
                    <a:schemeClr val="dk1"/>
                  </a:solidFill>
                </a:rPr>
                <a:t>selección</a:t>
              </a:r>
              <a:r>
                <a:rPr b="1" lang="es-419" sz="700">
                  <a:solidFill>
                    <a:schemeClr val="dk1"/>
                  </a:solidFill>
                </a:rPr>
                <a:t> final</a:t>
              </a:r>
              <a:endParaRPr/>
            </a:p>
          </p:txBody>
        </p:sp>
        <p:sp>
          <p:nvSpPr>
            <p:cNvPr id="16222" name="Google Shape;16222;p288"/>
            <p:cNvSpPr/>
            <p:nvPr/>
          </p:nvSpPr>
          <p:spPr>
            <a:xfrm>
              <a:off x="3646236" y="1459973"/>
              <a:ext cx="6333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8200" lIns="78200" spcFirstLastPara="1" rIns="78200" wrap="square" tIns="78200">
              <a:noAutofit/>
            </a:bodyPr>
            <a:lstStyle/>
            <a:p>
              <a:pPr indent="0" lvl="0" marL="0" rtl="0" algn="l">
                <a:spcBef>
                  <a:spcPts val="0"/>
                </a:spcBef>
                <a:spcAft>
                  <a:spcPts val="0"/>
                </a:spcAft>
                <a:buNone/>
              </a:pPr>
              <a:r>
                <a:t/>
              </a:r>
              <a:endParaRPr sz="500">
                <a:latin typeface="Roboto"/>
                <a:ea typeface="Roboto"/>
                <a:cs typeface="Roboto"/>
                <a:sym typeface="Roboto"/>
              </a:endParaRPr>
            </a:p>
          </p:txBody>
        </p:sp>
        <p:sp>
          <p:nvSpPr>
            <p:cNvPr id="16223" name="Google Shape;16223;p288"/>
            <p:cNvSpPr/>
            <p:nvPr/>
          </p:nvSpPr>
          <p:spPr>
            <a:xfrm>
              <a:off x="3646236" y="1075527"/>
              <a:ext cx="6333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8200" lIns="78200" spcFirstLastPara="1" rIns="78200" wrap="square" tIns="78200">
              <a:noAutofit/>
            </a:bodyPr>
            <a:lstStyle/>
            <a:p>
              <a:pPr indent="0" lvl="0" marL="0" rtl="0" algn="l">
                <a:spcBef>
                  <a:spcPts val="0"/>
                </a:spcBef>
                <a:spcAft>
                  <a:spcPts val="0"/>
                </a:spcAft>
                <a:buNone/>
              </a:pPr>
              <a:r>
                <a:rPr lang="es-419" sz="600">
                  <a:solidFill>
                    <a:schemeClr val="dk1"/>
                  </a:solidFill>
                </a:rPr>
                <a:t>🧾 Aplicativo de ventas</a:t>
              </a:r>
              <a:endParaRPr sz="500">
                <a:latin typeface="Roboto"/>
                <a:ea typeface="Roboto"/>
                <a:cs typeface="Roboto"/>
                <a:sym typeface="Roboto"/>
              </a:endParaRPr>
            </a:p>
          </p:txBody>
        </p:sp>
        <p:sp>
          <p:nvSpPr>
            <p:cNvPr id="16224" name="Google Shape;16224;p288"/>
            <p:cNvSpPr/>
            <p:nvPr/>
          </p:nvSpPr>
          <p:spPr>
            <a:xfrm>
              <a:off x="3646236" y="1853377"/>
              <a:ext cx="6333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8200" lIns="78200" spcFirstLastPara="1" rIns="78200" wrap="square" tIns="78200">
              <a:noAutofit/>
            </a:bodyPr>
            <a:lstStyle/>
            <a:p>
              <a:pPr indent="0" lvl="0" marL="0" rtl="0" algn="l">
                <a:spcBef>
                  <a:spcPts val="0"/>
                </a:spcBef>
                <a:spcAft>
                  <a:spcPts val="0"/>
                </a:spcAft>
                <a:buNone/>
              </a:pPr>
              <a:r>
                <a:t/>
              </a:r>
              <a:endParaRPr sz="500">
                <a:latin typeface="Roboto"/>
                <a:ea typeface="Roboto"/>
                <a:cs typeface="Roboto"/>
                <a:sym typeface="Roboto"/>
              </a:endParaRPr>
            </a:p>
          </p:txBody>
        </p:sp>
        <p:sp>
          <p:nvSpPr>
            <p:cNvPr id="16225" name="Google Shape;16225;p288"/>
            <p:cNvSpPr/>
            <p:nvPr/>
          </p:nvSpPr>
          <p:spPr>
            <a:xfrm>
              <a:off x="3646236" y="2229879"/>
              <a:ext cx="6333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8200" lIns="78200" spcFirstLastPara="1" rIns="78200" wrap="square" tIns="78200">
              <a:noAutofit/>
            </a:bodyPr>
            <a:lstStyle/>
            <a:p>
              <a:pPr indent="0" lvl="0" marL="0" rtl="0" algn="l">
                <a:spcBef>
                  <a:spcPts val="0"/>
                </a:spcBef>
                <a:spcAft>
                  <a:spcPts val="0"/>
                </a:spcAft>
                <a:buNone/>
              </a:pPr>
              <a:r>
                <a:t/>
              </a:r>
              <a:endParaRPr sz="500">
                <a:latin typeface="Roboto"/>
                <a:ea typeface="Roboto"/>
                <a:cs typeface="Roboto"/>
                <a:sym typeface="Roboto"/>
              </a:endParaRPr>
            </a:p>
          </p:txBody>
        </p:sp>
        <p:sp>
          <p:nvSpPr>
            <p:cNvPr id="16226" name="Google Shape;16226;p288"/>
            <p:cNvSpPr/>
            <p:nvPr/>
          </p:nvSpPr>
          <p:spPr>
            <a:xfrm>
              <a:off x="4349786" y="1075528"/>
              <a:ext cx="13251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61600" lIns="61600" spcFirstLastPara="1" rIns="61600" wrap="square" tIns="61600">
              <a:noAutofit/>
            </a:bodyPr>
            <a:lstStyle/>
            <a:p>
              <a:pPr indent="0" lvl="0" marL="0" rtl="0" algn="l">
                <a:spcBef>
                  <a:spcPts val="0"/>
                </a:spcBef>
                <a:spcAft>
                  <a:spcPts val="0"/>
                </a:spcAft>
                <a:buNone/>
              </a:pPr>
              <a:r>
                <a:rPr lang="es-419" sz="600">
                  <a:solidFill>
                    <a:schemeClr val="dk1"/>
                  </a:solidFill>
                </a:rPr>
                <a:t>Registrar producto elegido en el sistema</a:t>
              </a:r>
              <a:endParaRPr sz="700">
                <a:latin typeface="Roboto"/>
                <a:ea typeface="Roboto"/>
                <a:cs typeface="Roboto"/>
                <a:sym typeface="Roboto"/>
              </a:endParaRPr>
            </a:p>
          </p:txBody>
        </p:sp>
        <p:sp>
          <p:nvSpPr>
            <p:cNvPr id="16227" name="Google Shape;16227;p288"/>
            <p:cNvSpPr/>
            <p:nvPr/>
          </p:nvSpPr>
          <p:spPr>
            <a:xfrm>
              <a:off x="4349786" y="1459971"/>
              <a:ext cx="13251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61600" lIns="61600" spcFirstLastPara="1" rIns="61600" wrap="square" tIns="61600">
              <a:noAutofit/>
            </a:bodyPr>
            <a:lstStyle/>
            <a:p>
              <a:pPr indent="0" lvl="0" marL="0" rtl="0" algn="l">
                <a:spcBef>
                  <a:spcPts val="0"/>
                </a:spcBef>
                <a:spcAft>
                  <a:spcPts val="0"/>
                </a:spcAft>
                <a:buNone/>
              </a:pPr>
              <a:r>
                <a:t/>
              </a:r>
              <a:endParaRPr sz="700">
                <a:latin typeface="Roboto"/>
                <a:ea typeface="Roboto"/>
                <a:cs typeface="Roboto"/>
                <a:sym typeface="Roboto"/>
              </a:endParaRPr>
            </a:p>
          </p:txBody>
        </p:sp>
        <p:sp>
          <p:nvSpPr>
            <p:cNvPr id="16228" name="Google Shape;16228;p288"/>
            <p:cNvSpPr/>
            <p:nvPr/>
          </p:nvSpPr>
          <p:spPr>
            <a:xfrm>
              <a:off x="4349786" y="1853372"/>
              <a:ext cx="13251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61600" lIns="61600" spcFirstLastPara="1" rIns="61600" wrap="square" tIns="61600">
              <a:noAutofit/>
            </a:bodyPr>
            <a:lstStyle/>
            <a:p>
              <a:pPr indent="0" lvl="0" marL="0" rtl="0" algn="l">
                <a:spcBef>
                  <a:spcPts val="0"/>
                </a:spcBef>
                <a:spcAft>
                  <a:spcPts val="0"/>
                </a:spcAft>
                <a:buNone/>
              </a:pPr>
              <a:r>
                <a:t/>
              </a:r>
              <a:endParaRPr sz="700">
                <a:latin typeface="Roboto"/>
                <a:ea typeface="Roboto"/>
                <a:cs typeface="Roboto"/>
                <a:sym typeface="Roboto"/>
              </a:endParaRPr>
            </a:p>
          </p:txBody>
        </p:sp>
        <p:sp>
          <p:nvSpPr>
            <p:cNvPr id="16229" name="Google Shape;16229;p288"/>
            <p:cNvSpPr/>
            <p:nvPr/>
          </p:nvSpPr>
          <p:spPr>
            <a:xfrm>
              <a:off x="4349786" y="2239831"/>
              <a:ext cx="13251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61600" lIns="61600" spcFirstLastPara="1" rIns="61600" wrap="square" tIns="61600">
              <a:noAutofit/>
            </a:bodyPr>
            <a:lstStyle/>
            <a:p>
              <a:pPr indent="0" lvl="0" marL="0" rtl="0" algn="l">
                <a:spcBef>
                  <a:spcPts val="0"/>
                </a:spcBef>
                <a:spcAft>
                  <a:spcPts val="0"/>
                </a:spcAft>
                <a:buNone/>
              </a:pPr>
              <a:r>
                <a:rPr lang="es-419" sz="700">
                  <a:latin typeface="Roboto"/>
                  <a:ea typeface="Roboto"/>
                  <a:cs typeface="Roboto"/>
                  <a:sym typeface="Roboto"/>
                </a:rPr>
                <a:t>&lt;...&gt;</a:t>
              </a:r>
              <a:endParaRPr sz="700">
                <a:latin typeface="Roboto"/>
                <a:ea typeface="Roboto"/>
                <a:cs typeface="Roboto"/>
                <a:sym typeface="Roboto"/>
              </a:endParaRPr>
            </a:p>
          </p:txBody>
        </p:sp>
        <p:sp>
          <p:nvSpPr>
            <p:cNvPr id="16230" name="Google Shape;16230;p288"/>
            <p:cNvSpPr/>
            <p:nvPr/>
          </p:nvSpPr>
          <p:spPr>
            <a:xfrm>
              <a:off x="2704756" y="1461628"/>
              <a:ext cx="8817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8200" lIns="78200" spcFirstLastPara="1" rIns="78200" wrap="square" tIns="78200">
              <a:noAutofit/>
            </a:bodyPr>
            <a:lstStyle/>
            <a:p>
              <a:pPr indent="0" lvl="0" marL="0" rtl="0" algn="l">
                <a:spcBef>
                  <a:spcPts val="0"/>
                </a:spcBef>
                <a:spcAft>
                  <a:spcPts val="0"/>
                </a:spcAft>
                <a:buNone/>
              </a:pPr>
              <a:r>
                <a:t/>
              </a:r>
              <a:endParaRPr sz="500">
                <a:latin typeface="Roboto"/>
                <a:ea typeface="Roboto"/>
                <a:cs typeface="Roboto"/>
                <a:sym typeface="Roboto"/>
              </a:endParaRPr>
            </a:p>
          </p:txBody>
        </p:sp>
        <p:sp>
          <p:nvSpPr>
            <p:cNvPr id="16231" name="Google Shape;16231;p288"/>
            <p:cNvSpPr txBox="1"/>
            <p:nvPr/>
          </p:nvSpPr>
          <p:spPr>
            <a:xfrm>
              <a:off x="4463036" y="557328"/>
              <a:ext cx="1098600" cy="4653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b="1" lang="es-419" sz="700">
                  <a:latin typeface="Arvo"/>
                  <a:ea typeface="Arvo"/>
                  <a:cs typeface="Arvo"/>
                  <a:sym typeface="Arvo"/>
                </a:rPr>
                <a:t>Acción interactiva:</a:t>
              </a:r>
              <a:endParaRPr b="1" sz="700">
                <a:latin typeface="Arvo"/>
                <a:ea typeface="Arvo"/>
                <a:cs typeface="Arvo"/>
                <a:sym typeface="Arvo"/>
              </a:endParaRPr>
            </a:p>
            <a:p>
              <a:pPr indent="0" lvl="0" marL="0" rtl="0" algn="ctr">
                <a:spcBef>
                  <a:spcPts val="0"/>
                </a:spcBef>
                <a:spcAft>
                  <a:spcPts val="0"/>
                </a:spcAft>
                <a:buNone/>
              </a:pPr>
              <a:r>
                <a:rPr i="1" lang="es-419" sz="500">
                  <a:latin typeface="Arvo"/>
                  <a:ea typeface="Arvo"/>
                  <a:cs typeface="Arvo"/>
                  <a:sym typeface="Arvo"/>
                </a:rPr>
                <a:t>&lt;ej: </a:t>
              </a:r>
              <a:r>
                <a:rPr i="1" lang="es-419" sz="500">
                  <a:solidFill>
                    <a:srgbClr val="000000"/>
                  </a:solidFill>
                  <a:latin typeface="Roboto"/>
                  <a:ea typeface="Roboto"/>
                  <a:cs typeface="Roboto"/>
                  <a:sym typeface="Roboto"/>
                </a:rPr>
                <a:t>autenticar por huella y cara</a:t>
              </a:r>
              <a:r>
                <a:rPr i="1" lang="es-419" sz="500">
                  <a:latin typeface="Arvo"/>
                  <a:ea typeface="Arvo"/>
                  <a:cs typeface="Arvo"/>
                  <a:sym typeface="Arvo"/>
                </a:rPr>
                <a:t>&gt;</a:t>
              </a:r>
              <a:endParaRPr i="1" sz="500">
                <a:latin typeface="Arvo"/>
                <a:ea typeface="Arvo"/>
                <a:cs typeface="Arvo"/>
                <a:sym typeface="Arvo"/>
              </a:endParaRPr>
            </a:p>
          </p:txBody>
        </p:sp>
        <p:sp>
          <p:nvSpPr>
            <p:cNvPr id="16232" name="Google Shape;16232;p288"/>
            <p:cNvSpPr txBox="1"/>
            <p:nvPr/>
          </p:nvSpPr>
          <p:spPr>
            <a:xfrm>
              <a:off x="3639736" y="557328"/>
              <a:ext cx="702600" cy="4653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b="1" lang="es-419" sz="700">
                  <a:latin typeface="Arvo"/>
                  <a:ea typeface="Arvo"/>
                  <a:cs typeface="Arvo"/>
                  <a:sym typeface="Arvo"/>
                </a:rPr>
                <a:t>Punto de contacto</a:t>
              </a:r>
              <a:endParaRPr sz="700">
                <a:latin typeface="Arvo"/>
                <a:ea typeface="Arvo"/>
                <a:cs typeface="Arvo"/>
                <a:sym typeface="Arvo"/>
              </a:endParaRPr>
            </a:p>
          </p:txBody>
        </p:sp>
        <p:sp>
          <p:nvSpPr>
            <p:cNvPr id="16233" name="Google Shape;16233;p288"/>
            <p:cNvSpPr txBox="1"/>
            <p:nvPr/>
          </p:nvSpPr>
          <p:spPr>
            <a:xfrm>
              <a:off x="2784273" y="568049"/>
              <a:ext cx="702600" cy="4653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b="1" lang="es-419" sz="700">
                  <a:latin typeface="Arvo"/>
                  <a:ea typeface="Arvo"/>
                  <a:cs typeface="Arvo"/>
                  <a:sym typeface="Arvo"/>
                </a:rPr>
                <a:t>Rol</a:t>
              </a:r>
              <a:endParaRPr sz="700">
                <a:latin typeface="Arvo"/>
                <a:ea typeface="Arvo"/>
                <a:cs typeface="Arvo"/>
                <a:sym typeface="Arvo"/>
              </a:endParaRPr>
            </a:p>
          </p:txBody>
        </p:sp>
        <p:pic>
          <p:nvPicPr>
            <p:cNvPr id="16234" name="Google Shape;16234;p288"/>
            <p:cNvPicPr preferRelativeResize="0"/>
            <p:nvPr/>
          </p:nvPicPr>
          <p:blipFill rotWithShape="1">
            <a:blip r:embed="rId3">
              <a:alphaModFix/>
            </a:blip>
            <a:srcRect b="-868" l="16515" r="66426" t="66946"/>
            <a:stretch/>
          </p:blipFill>
          <p:spPr>
            <a:xfrm>
              <a:off x="2782507" y="825772"/>
              <a:ext cx="702701" cy="702700"/>
            </a:xfrm>
            <a:prstGeom prst="rect">
              <a:avLst/>
            </a:prstGeom>
            <a:noFill/>
            <a:ln>
              <a:noFill/>
            </a:ln>
          </p:spPr>
        </p:pic>
        <p:sp>
          <p:nvSpPr>
            <p:cNvPr id="16235" name="Google Shape;16235;p288"/>
            <p:cNvSpPr txBox="1"/>
            <p:nvPr/>
          </p:nvSpPr>
          <p:spPr>
            <a:xfrm>
              <a:off x="2782511" y="1476053"/>
              <a:ext cx="761100" cy="232500"/>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s-419" sz="700">
                  <a:solidFill>
                    <a:schemeClr val="dk1"/>
                  </a:solidFill>
                </a:rPr>
                <a:t>asesor de ventas</a:t>
              </a:r>
              <a:endParaRPr/>
            </a:p>
          </p:txBody>
        </p:sp>
        <p:sp>
          <p:nvSpPr>
            <p:cNvPr id="16236" name="Google Shape;16236;p288"/>
            <p:cNvSpPr txBox="1"/>
            <p:nvPr/>
          </p:nvSpPr>
          <p:spPr>
            <a:xfrm>
              <a:off x="2704760" y="1669653"/>
              <a:ext cx="964800" cy="232500"/>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t/>
              </a:r>
              <a:endParaRPr b="1" sz="700">
                <a:latin typeface="Arvo"/>
                <a:ea typeface="Arvo"/>
                <a:cs typeface="Arvo"/>
                <a:sym typeface="Arvo"/>
              </a:endParaRPr>
            </a:p>
            <a:p>
              <a:pPr indent="0" lvl="0" marL="0" rtl="0" algn="ctr">
                <a:spcBef>
                  <a:spcPts val="0"/>
                </a:spcBef>
                <a:spcAft>
                  <a:spcPts val="0"/>
                </a:spcAft>
                <a:buNone/>
              </a:pPr>
              <a:r>
                <a:rPr i="1" lang="es-419" sz="500">
                  <a:latin typeface="Arvo"/>
                  <a:ea typeface="Arvo"/>
                  <a:cs typeface="Arvo"/>
                  <a:sym typeface="Arvo"/>
                </a:rPr>
                <a:t>&lt;ej: conductor&gt;</a:t>
              </a:r>
              <a:endParaRPr i="1" sz="500">
                <a:latin typeface="Arvo"/>
                <a:ea typeface="Arvo"/>
                <a:cs typeface="Arvo"/>
                <a:sym typeface="Arvo"/>
              </a:endParaRPr>
            </a:p>
          </p:txBody>
        </p:sp>
      </p:grpSp>
      <p:grpSp>
        <p:nvGrpSpPr>
          <p:cNvPr id="16237" name="Google Shape;16237;p288"/>
          <p:cNvGrpSpPr/>
          <p:nvPr/>
        </p:nvGrpSpPr>
        <p:grpSpPr>
          <a:xfrm>
            <a:off x="3634576" y="1304054"/>
            <a:ext cx="2810831" cy="2161925"/>
            <a:chOff x="2640436" y="-87872"/>
            <a:chExt cx="3098700" cy="2874900"/>
          </a:xfrm>
        </p:grpSpPr>
        <p:sp>
          <p:nvSpPr>
            <p:cNvPr id="16238" name="Google Shape;16238;p288"/>
            <p:cNvSpPr/>
            <p:nvPr/>
          </p:nvSpPr>
          <p:spPr>
            <a:xfrm>
              <a:off x="2640436" y="-87872"/>
              <a:ext cx="3098700" cy="2874900"/>
            </a:xfrm>
            <a:prstGeom prst="roundRect">
              <a:avLst>
                <a:gd fmla="val 3233" name="adj"/>
              </a:avLst>
            </a:prstGeom>
            <a:solidFill>
              <a:srgbClr val="FFFFFF"/>
            </a:solidFill>
            <a:ln cap="flat" cmpd="sng" w="9525">
              <a:solidFill>
                <a:srgbClr val="EFEFEF"/>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t" bIns="15400" lIns="15400" spcFirstLastPara="1" rIns="15400" wrap="square" tIns="15400">
              <a:noAutofit/>
            </a:bodyPr>
            <a:lstStyle/>
            <a:p>
              <a:pPr indent="0" lvl="0" marL="0" rtl="0" algn="ctr">
                <a:spcBef>
                  <a:spcPts val="0"/>
                </a:spcBef>
                <a:spcAft>
                  <a:spcPts val="0"/>
                </a:spcAft>
                <a:buNone/>
              </a:pPr>
              <a:r>
                <a:rPr b="1" i="1" lang="es-419" sz="800">
                  <a:solidFill>
                    <a:srgbClr val="434343"/>
                  </a:solidFill>
                </a:rPr>
                <a:t>Puntos de Automatización</a:t>
              </a:r>
              <a:endParaRPr b="1" i="1" sz="800">
                <a:solidFill>
                  <a:srgbClr val="434343"/>
                </a:solidFill>
              </a:endParaRPr>
            </a:p>
          </p:txBody>
        </p:sp>
        <p:sp>
          <p:nvSpPr>
            <p:cNvPr id="16239" name="Google Shape;16239;p288"/>
            <p:cNvSpPr txBox="1"/>
            <p:nvPr/>
          </p:nvSpPr>
          <p:spPr>
            <a:xfrm>
              <a:off x="2820612" y="182753"/>
              <a:ext cx="1098600" cy="232500"/>
            </a:xfrm>
            <a:prstGeom prst="rect">
              <a:avLst/>
            </a:prstGeom>
            <a:noFill/>
            <a:ln>
              <a:noFill/>
            </a:ln>
          </p:spPr>
          <p:txBody>
            <a:bodyPr anchorCtr="0" anchor="ctr" bIns="0" lIns="0" spcFirstLastPara="1" rIns="0" wrap="square" tIns="0">
              <a:noAutofit/>
            </a:bodyPr>
            <a:lstStyle/>
            <a:p>
              <a:pPr indent="0" lvl="0" marL="0" rtl="0" algn="r">
                <a:spcBef>
                  <a:spcPts val="0"/>
                </a:spcBef>
                <a:spcAft>
                  <a:spcPts val="0"/>
                </a:spcAft>
                <a:buNone/>
              </a:pPr>
              <a:r>
                <a:rPr lang="es-419" sz="700">
                  <a:latin typeface="Arvo"/>
                  <a:ea typeface="Arvo"/>
                  <a:cs typeface="Arvo"/>
                  <a:sym typeface="Arvo"/>
                </a:rPr>
                <a:t>Actividad de Negocio</a:t>
              </a:r>
              <a:endParaRPr sz="700">
                <a:latin typeface="Arvo"/>
                <a:ea typeface="Arvo"/>
                <a:cs typeface="Arvo"/>
                <a:sym typeface="Arvo"/>
              </a:endParaRPr>
            </a:p>
            <a:p>
              <a:pPr indent="0" lvl="0" marL="0" rtl="0" algn="r">
                <a:spcBef>
                  <a:spcPts val="0"/>
                </a:spcBef>
                <a:spcAft>
                  <a:spcPts val="0"/>
                </a:spcAft>
                <a:buNone/>
              </a:pPr>
              <a:r>
                <a:rPr i="1" lang="es-419" sz="500">
                  <a:latin typeface="Arvo"/>
                  <a:ea typeface="Arvo"/>
                  <a:cs typeface="Arvo"/>
                  <a:sym typeface="Arvo"/>
                </a:rPr>
                <a:t>&lt;ej: Identificarse&gt;</a:t>
              </a:r>
              <a:endParaRPr i="1" sz="500">
                <a:latin typeface="Arvo"/>
                <a:ea typeface="Arvo"/>
                <a:cs typeface="Arvo"/>
                <a:sym typeface="Arvo"/>
              </a:endParaRPr>
            </a:p>
          </p:txBody>
        </p:sp>
        <p:sp>
          <p:nvSpPr>
            <p:cNvPr id="16240" name="Google Shape;16240;p288"/>
            <p:cNvSpPr/>
            <p:nvPr/>
          </p:nvSpPr>
          <p:spPr>
            <a:xfrm>
              <a:off x="3951036" y="159603"/>
              <a:ext cx="17313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8200" lIns="78200" spcFirstLastPara="1" rIns="78200" wrap="square" tIns="78200">
              <a:noAutofit/>
            </a:bodyPr>
            <a:lstStyle/>
            <a:p>
              <a:pPr indent="0" lvl="0" marL="0" rtl="0" algn="l">
                <a:spcBef>
                  <a:spcPts val="0"/>
                </a:spcBef>
                <a:spcAft>
                  <a:spcPts val="0"/>
                </a:spcAft>
                <a:buNone/>
              </a:pPr>
              <a:r>
                <a:t/>
              </a:r>
              <a:endParaRPr sz="500">
                <a:latin typeface="Roboto"/>
                <a:ea typeface="Roboto"/>
                <a:cs typeface="Roboto"/>
                <a:sym typeface="Roboto"/>
              </a:endParaRPr>
            </a:p>
          </p:txBody>
        </p:sp>
        <p:sp>
          <p:nvSpPr>
            <p:cNvPr id="16241" name="Google Shape;16241;p288"/>
            <p:cNvSpPr txBox="1"/>
            <p:nvPr/>
          </p:nvSpPr>
          <p:spPr>
            <a:xfrm>
              <a:off x="3962886" y="142103"/>
              <a:ext cx="1731300" cy="351900"/>
            </a:xfrm>
            <a:prstGeom prst="rect">
              <a:avLst/>
            </a:prstGeom>
            <a:noFill/>
            <a:ln>
              <a:noFill/>
            </a:ln>
          </p:spPr>
          <p:txBody>
            <a:bodyPr anchorCtr="0" anchor="ctr" bIns="15400" lIns="15400" spcFirstLastPara="1" rIns="15400" wrap="square" tIns="15400">
              <a:noAutofit/>
            </a:bodyPr>
            <a:lstStyle/>
            <a:p>
              <a:pPr indent="0" lvl="0" marL="0" rtl="0" algn="l">
                <a:spcBef>
                  <a:spcPts val="0"/>
                </a:spcBef>
                <a:spcAft>
                  <a:spcPts val="0"/>
                </a:spcAft>
                <a:buNone/>
              </a:pPr>
              <a:r>
                <a:rPr b="1" lang="es-419" sz="700">
                  <a:solidFill>
                    <a:schemeClr val="dk1"/>
                  </a:solidFill>
                </a:rPr>
                <a:t>buscar segun requerimientos</a:t>
              </a:r>
              <a:endParaRPr/>
            </a:p>
          </p:txBody>
        </p:sp>
        <p:sp>
          <p:nvSpPr>
            <p:cNvPr id="16242" name="Google Shape;16242;p288"/>
            <p:cNvSpPr/>
            <p:nvPr/>
          </p:nvSpPr>
          <p:spPr>
            <a:xfrm>
              <a:off x="3646236" y="1459973"/>
              <a:ext cx="6333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8200" lIns="78200" spcFirstLastPara="1" rIns="78200" wrap="square" tIns="78200">
              <a:noAutofit/>
            </a:bodyPr>
            <a:lstStyle/>
            <a:p>
              <a:pPr indent="0" lvl="0" marL="0" rtl="0" algn="l">
                <a:spcBef>
                  <a:spcPts val="0"/>
                </a:spcBef>
                <a:spcAft>
                  <a:spcPts val="0"/>
                </a:spcAft>
                <a:buNone/>
              </a:pPr>
              <a:r>
                <a:t/>
              </a:r>
              <a:endParaRPr sz="500">
                <a:latin typeface="Roboto"/>
                <a:ea typeface="Roboto"/>
                <a:cs typeface="Roboto"/>
                <a:sym typeface="Roboto"/>
              </a:endParaRPr>
            </a:p>
          </p:txBody>
        </p:sp>
        <p:sp>
          <p:nvSpPr>
            <p:cNvPr id="16243" name="Google Shape;16243;p288"/>
            <p:cNvSpPr/>
            <p:nvPr/>
          </p:nvSpPr>
          <p:spPr>
            <a:xfrm>
              <a:off x="3646236" y="1075527"/>
              <a:ext cx="6333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8200" lIns="78200" spcFirstLastPara="1" rIns="78200" wrap="square" tIns="78200">
              <a:noAutofit/>
            </a:bodyPr>
            <a:lstStyle/>
            <a:p>
              <a:pPr indent="0" lvl="0" marL="0" rtl="0" algn="l">
                <a:spcBef>
                  <a:spcPts val="0"/>
                </a:spcBef>
                <a:spcAft>
                  <a:spcPts val="0"/>
                </a:spcAft>
                <a:buNone/>
              </a:pPr>
              <a:r>
                <a:t/>
              </a:r>
              <a:endParaRPr sz="500">
                <a:latin typeface="Roboto"/>
                <a:ea typeface="Roboto"/>
                <a:cs typeface="Roboto"/>
                <a:sym typeface="Roboto"/>
              </a:endParaRPr>
            </a:p>
          </p:txBody>
        </p:sp>
        <p:sp>
          <p:nvSpPr>
            <p:cNvPr id="16244" name="Google Shape;16244;p288"/>
            <p:cNvSpPr/>
            <p:nvPr/>
          </p:nvSpPr>
          <p:spPr>
            <a:xfrm>
              <a:off x="3646222" y="1719570"/>
              <a:ext cx="633300" cy="5817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8200" lIns="78200" spcFirstLastPara="1" rIns="78200" wrap="square" tIns="78200">
              <a:noAutofit/>
            </a:bodyPr>
            <a:lstStyle/>
            <a:p>
              <a:pPr indent="0" lvl="0" marL="0" rtl="0" algn="l">
                <a:spcBef>
                  <a:spcPts val="0"/>
                </a:spcBef>
                <a:spcAft>
                  <a:spcPts val="0"/>
                </a:spcAft>
                <a:buNone/>
              </a:pPr>
              <a:r>
                <a:rPr lang="es-419" sz="600">
                  <a:latin typeface="Roboto"/>
                  <a:ea typeface="Roboto"/>
                  <a:cs typeface="Roboto"/>
                  <a:sym typeface="Roboto"/>
                </a:rPr>
                <a:t>💻 </a:t>
              </a:r>
              <a:r>
                <a:rPr lang="es-419" sz="600">
                  <a:latin typeface="Roboto"/>
                  <a:ea typeface="Roboto"/>
                  <a:cs typeface="Roboto"/>
                  <a:sym typeface="Roboto"/>
                </a:rPr>
                <a:t>Catálogo</a:t>
              </a:r>
              <a:r>
                <a:rPr lang="es-419" sz="600">
                  <a:latin typeface="Roboto"/>
                  <a:ea typeface="Roboto"/>
                  <a:cs typeface="Roboto"/>
                  <a:sym typeface="Roboto"/>
                </a:rPr>
                <a:t> digital</a:t>
              </a:r>
              <a:endParaRPr sz="600">
                <a:latin typeface="Roboto"/>
                <a:ea typeface="Roboto"/>
                <a:cs typeface="Roboto"/>
                <a:sym typeface="Roboto"/>
              </a:endParaRPr>
            </a:p>
          </p:txBody>
        </p:sp>
        <p:sp>
          <p:nvSpPr>
            <p:cNvPr id="16245" name="Google Shape;16245;p288"/>
            <p:cNvSpPr/>
            <p:nvPr/>
          </p:nvSpPr>
          <p:spPr>
            <a:xfrm>
              <a:off x="3646222" y="2466603"/>
              <a:ext cx="633300" cy="948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8200" lIns="78200" spcFirstLastPara="1" rIns="78200" wrap="square" tIns="78200">
              <a:noAutofit/>
            </a:bodyPr>
            <a:lstStyle/>
            <a:p>
              <a:pPr indent="0" lvl="0" marL="0" rtl="0" algn="l">
                <a:spcBef>
                  <a:spcPts val="0"/>
                </a:spcBef>
                <a:spcAft>
                  <a:spcPts val="0"/>
                </a:spcAft>
                <a:buNone/>
              </a:pPr>
              <a:r>
                <a:t/>
              </a:r>
              <a:endParaRPr sz="500">
                <a:latin typeface="Roboto"/>
                <a:ea typeface="Roboto"/>
                <a:cs typeface="Roboto"/>
                <a:sym typeface="Roboto"/>
              </a:endParaRPr>
            </a:p>
          </p:txBody>
        </p:sp>
        <p:sp>
          <p:nvSpPr>
            <p:cNvPr id="16246" name="Google Shape;16246;p288"/>
            <p:cNvSpPr/>
            <p:nvPr/>
          </p:nvSpPr>
          <p:spPr>
            <a:xfrm>
              <a:off x="4349786" y="1075528"/>
              <a:ext cx="13251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61600" lIns="61600" spcFirstLastPara="1" rIns="61600" wrap="square" tIns="61600">
              <a:noAutofit/>
            </a:bodyPr>
            <a:lstStyle/>
            <a:p>
              <a:pPr indent="0" lvl="0" marL="0" rtl="0" algn="l">
                <a:spcBef>
                  <a:spcPts val="0"/>
                </a:spcBef>
                <a:spcAft>
                  <a:spcPts val="0"/>
                </a:spcAft>
                <a:buNone/>
              </a:pPr>
              <a:r>
                <a:t/>
              </a:r>
              <a:endParaRPr sz="700">
                <a:latin typeface="Roboto"/>
                <a:ea typeface="Roboto"/>
                <a:cs typeface="Roboto"/>
                <a:sym typeface="Roboto"/>
              </a:endParaRPr>
            </a:p>
          </p:txBody>
        </p:sp>
        <p:sp>
          <p:nvSpPr>
            <p:cNvPr id="16247" name="Google Shape;16247;p288"/>
            <p:cNvSpPr/>
            <p:nvPr/>
          </p:nvSpPr>
          <p:spPr>
            <a:xfrm>
              <a:off x="4349786" y="1459971"/>
              <a:ext cx="13251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61600" lIns="61600" spcFirstLastPara="1" rIns="61600" wrap="square" tIns="61600">
              <a:noAutofit/>
            </a:bodyPr>
            <a:lstStyle/>
            <a:p>
              <a:pPr indent="0" lvl="0" marL="0" rtl="0" algn="l">
                <a:spcBef>
                  <a:spcPts val="0"/>
                </a:spcBef>
                <a:spcAft>
                  <a:spcPts val="0"/>
                </a:spcAft>
                <a:buNone/>
              </a:pPr>
              <a:r>
                <a:t/>
              </a:r>
              <a:endParaRPr sz="700">
                <a:latin typeface="Roboto"/>
                <a:ea typeface="Roboto"/>
                <a:cs typeface="Roboto"/>
                <a:sym typeface="Roboto"/>
              </a:endParaRPr>
            </a:p>
          </p:txBody>
        </p:sp>
        <p:sp>
          <p:nvSpPr>
            <p:cNvPr id="16248" name="Google Shape;16248;p288"/>
            <p:cNvSpPr/>
            <p:nvPr/>
          </p:nvSpPr>
          <p:spPr>
            <a:xfrm>
              <a:off x="4349786" y="1853372"/>
              <a:ext cx="13251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61600" lIns="61600" spcFirstLastPara="1" rIns="61600" wrap="square" tIns="61600">
              <a:noAutofit/>
            </a:bodyPr>
            <a:lstStyle/>
            <a:p>
              <a:pPr indent="0" lvl="0" marL="0" rtl="0" algn="l">
                <a:spcBef>
                  <a:spcPts val="0"/>
                </a:spcBef>
                <a:spcAft>
                  <a:spcPts val="0"/>
                </a:spcAft>
                <a:buNone/>
              </a:pPr>
              <a:r>
                <a:rPr lang="es-419" sz="600">
                  <a:solidFill>
                    <a:schemeClr val="dk1"/>
                  </a:solidFill>
                </a:rPr>
                <a:t>Filtrar opciones segun disponibilidad y </a:t>
              </a:r>
              <a:r>
                <a:rPr lang="es-419" sz="600">
                  <a:solidFill>
                    <a:schemeClr val="dk1"/>
                  </a:solidFill>
                </a:rPr>
                <a:t>categoría</a:t>
              </a:r>
              <a:endParaRPr sz="700">
                <a:latin typeface="Roboto"/>
                <a:ea typeface="Roboto"/>
                <a:cs typeface="Roboto"/>
                <a:sym typeface="Roboto"/>
              </a:endParaRPr>
            </a:p>
          </p:txBody>
        </p:sp>
        <p:sp>
          <p:nvSpPr>
            <p:cNvPr id="16249" name="Google Shape;16249;p288"/>
            <p:cNvSpPr/>
            <p:nvPr/>
          </p:nvSpPr>
          <p:spPr>
            <a:xfrm>
              <a:off x="4349786" y="2239831"/>
              <a:ext cx="13251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61600" lIns="61600" spcFirstLastPara="1" rIns="61600" wrap="square" tIns="61600">
              <a:noAutofit/>
            </a:bodyPr>
            <a:lstStyle/>
            <a:p>
              <a:pPr indent="0" lvl="0" marL="0" rtl="0" algn="l">
                <a:spcBef>
                  <a:spcPts val="0"/>
                </a:spcBef>
                <a:spcAft>
                  <a:spcPts val="0"/>
                </a:spcAft>
                <a:buNone/>
              </a:pPr>
              <a:r>
                <a:rPr lang="es-419" sz="700">
                  <a:latin typeface="Roboto"/>
                  <a:ea typeface="Roboto"/>
                  <a:cs typeface="Roboto"/>
                  <a:sym typeface="Roboto"/>
                </a:rPr>
                <a:t>&lt;...&gt;</a:t>
              </a:r>
              <a:endParaRPr sz="700">
                <a:latin typeface="Roboto"/>
                <a:ea typeface="Roboto"/>
                <a:cs typeface="Roboto"/>
                <a:sym typeface="Roboto"/>
              </a:endParaRPr>
            </a:p>
          </p:txBody>
        </p:sp>
        <p:sp>
          <p:nvSpPr>
            <p:cNvPr id="16250" name="Google Shape;16250;p288"/>
            <p:cNvSpPr/>
            <p:nvPr/>
          </p:nvSpPr>
          <p:spPr>
            <a:xfrm>
              <a:off x="2704756" y="1461628"/>
              <a:ext cx="8817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8200" lIns="78200" spcFirstLastPara="1" rIns="78200" wrap="square" tIns="78200">
              <a:noAutofit/>
            </a:bodyPr>
            <a:lstStyle/>
            <a:p>
              <a:pPr indent="0" lvl="0" marL="0" rtl="0" algn="l">
                <a:spcBef>
                  <a:spcPts val="0"/>
                </a:spcBef>
                <a:spcAft>
                  <a:spcPts val="0"/>
                </a:spcAft>
                <a:buNone/>
              </a:pPr>
              <a:r>
                <a:t/>
              </a:r>
              <a:endParaRPr sz="500">
                <a:latin typeface="Roboto"/>
                <a:ea typeface="Roboto"/>
                <a:cs typeface="Roboto"/>
                <a:sym typeface="Roboto"/>
              </a:endParaRPr>
            </a:p>
          </p:txBody>
        </p:sp>
        <p:sp>
          <p:nvSpPr>
            <p:cNvPr id="16251" name="Google Shape;16251;p288"/>
            <p:cNvSpPr txBox="1"/>
            <p:nvPr/>
          </p:nvSpPr>
          <p:spPr>
            <a:xfrm>
              <a:off x="4463036" y="557328"/>
              <a:ext cx="1098600" cy="4653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b="1" lang="es-419" sz="700">
                  <a:latin typeface="Arvo"/>
                  <a:ea typeface="Arvo"/>
                  <a:cs typeface="Arvo"/>
                  <a:sym typeface="Arvo"/>
                </a:rPr>
                <a:t>Acción interactiva:</a:t>
              </a:r>
              <a:endParaRPr b="1" sz="700">
                <a:latin typeface="Arvo"/>
                <a:ea typeface="Arvo"/>
                <a:cs typeface="Arvo"/>
                <a:sym typeface="Arvo"/>
              </a:endParaRPr>
            </a:p>
            <a:p>
              <a:pPr indent="0" lvl="0" marL="0" rtl="0" algn="ctr">
                <a:spcBef>
                  <a:spcPts val="0"/>
                </a:spcBef>
                <a:spcAft>
                  <a:spcPts val="0"/>
                </a:spcAft>
                <a:buNone/>
              </a:pPr>
              <a:r>
                <a:rPr i="1" lang="es-419" sz="500">
                  <a:latin typeface="Arvo"/>
                  <a:ea typeface="Arvo"/>
                  <a:cs typeface="Arvo"/>
                  <a:sym typeface="Arvo"/>
                </a:rPr>
                <a:t>&lt;ej: </a:t>
              </a:r>
              <a:r>
                <a:rPr i="1" lang="es-419" sz="500">
                  <a:solidFill>
                    <a:srgbClr val="000000"/>
                  </a:solidFill>
                  <a:latin typeface="Roboto"/>
                  <a:ea typeface="Roboto"/>
                  <a:cs typeface="Roboto"/>
                  <a:sym typeface="Roboto"/>
                </a:rPr>
                <a:t>autenticar por huella y cara</a:t>
              </a:r>
              <a:r>
                <a:rPr i="1" lang="es-419" sz="500">
                  <a:latin typeface="Arvo"/>
                  <a:ea typeface="Arvo"/>
                  <a:cs typeface="Arvo"/>
                  <a:sym typeface="Arvo"/>
                </a:rPr>
                <a:t>&gt;</a:t>
              </a:r>
              <a:endParaRPr i="1" sz="500">
                <a:latin typeface="Arvo"/>
                <a:ea typeface="Arvo"/>
                <a:cs typeface="Arvo"/>
                <a:sym typeface="Arvo"/>
              </a:endParaRPr>
            </a:p>
          </p:txBody>
        </p:sp>
        <p:sp>
          <p:nvSpPr>
            <p:cNvPr id="16252" name="Google Shape;16252;p288"/>
            <p:cNvSpPr txBox="1"/>
            <p:nvPr/>
          </p:nvSpPr>
          <p:spPr>
            <a:xfrm>
              <a:off x="3639736" y="557328"/>
              <a:ext cx="702600" cy="4653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b="1" lang="es-419" sz="700">
                  <a:latin typeface="Arvo"/>
                  <a:ea typeface="Arvo"/>
                  <a:cs typeface="Arvo"/>
                  <a:sym typeface="Arvo"/>
                </a:rPr>
                <a:t>Punto de contacto</a:t>
              </a:r>
              <a:endParaRPr sz="700">
                <a:latin typeface="Arvo"/>
                <a:ea typeface="Arvo"/>
                <a:cs typeface="Arvo"/>
                <a:sym typeface="Arvo"/>
              </a:endParaRPr>
            </a:p>
          </p:txBody>
        </p:sp>
        <p:sp>
          <p:nvSpPr>
            <p:cNvPr id="16253" name="Google Shape;16253;p288"/>
            <p:cNvSpPr txBox="1"/>
            <p:nvPr/>
          </p:nvSpPr>
          <p:spPr>
            <a:xfrm>
              <a:off x="2784273" y="568049"/>
              <a:ext cx="702600" cy="4653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b="1" lang="es-419" sz="700">
                  <a:latin typeface="Arvo"/>
                  <a:ea typeface="Arvo"/>
                  <a:cs typeface="Arvo"/>
                  <a:sym typeface="Arvo"/>
                </a:rPr>
                <a:t>Rol</a:t>
              </a:r>
              <a:endParaRPr sz="700">
                <a:latin typeface="Arvo"/>
                <a:ea typeface="Arvo"/>
                <a:cs typeface="Arvo"/>
                <a:sym typeface="Arvo"/>
              </a:endParaRPr>
            </a:p>
          </p:txBody>
        </p:sp>
        <p:pic>
          <p:nvPicPr>
            <p:cNvPr id="16254" name="Google Shape;16254;p288"/>
            <p:cNvPicPr preferRelativeResize="0"/>
            <p:nvPr/>
          </p:nvPicPr>
          <p:blipFill rotWithShape="1">
            <a:blip r:embed="rId3">
              <a:alphaModFix/>
            </a:blip>
            <a:srcRect b="-868" l="16515" r="66426" t="66946"/>
            <a:stretch/>
          </p:blipFill>
          <p:spPr>
            <a:xfrm>
              <a:off x="2782507" y="825772"/>
              <a:ext cx="702701" cy="702700"/>
            </a:xfrm>
            <a:prstGeom prst="rect">
              <a:avLst/>
            </a:prstGeom>
            <a:noFill/>
            <a:ln>
              <a:noFill/>
            </a:ln>
          </p:spPr>
        </p:pic>
        <p:sp>
          <p:nvSpPr>
            <p:cNvPr id="16255" name="Google Shape;16255;p288"/>
            <p:cNvSpPr txBox="1"/>
            <p:nvPr/>
          </p:nvSpPr>
          <p:spPr>
            <a:xfrm>
              <a:off x="2782511" y="1476053"/>
              <a:ext cx="761100" cy="2325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b="1" lang="es-419" sz="700">
                  <a:latin typeface="Arvo"/>
                  <a:ea typeface="Arvo"/>
                  <a:cs typeface="Arvo"/>
                  <a:sym typeface="Arvo"/>
                </a:rPr>
                <a:t>Asesor De Ventas</a:t>
              </a:r>
              <a:endParaRPr b="1" i="1" sz="600">
                <a:solidFill>
                  <a:srgbClr val="666666"/>
                </a:solidFill>
                <a:latin typeface="Arvo"/>
                <a:ea typeface="Arvo"/>
                <a:cs typeface="Arvo"/>
                <a:sym typeface="Arvo"/>
              </a:endParaRPr>
            </a:p>
          </p:txBody>
        </p:sp>
        <p:sp>
          <p:nvSpPr>
            <p:cNvPr id="16256" name="Google Shape;16256;p288"/>
            <p:cNvSpPr txBox="1"/>
            <p:nvPr/>
          </p:nvSpPr>
          <p:spPr>
            <a:xfrm>
              <a:off x="2704760" y="1669653"/>
              <a:ext cx="964800" cy="232500"/>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t/>
              </a:r>
              <a:endParaRPr b="1" sz="700">
                <a:latin typeface="Arvo"/>
                <a:ea typeface="Arvo"/>
                <a:cs typeface="Arvo"/>
                <a:sym typeface="Arvo"/>
              </a:endParaRPr>
            </a:p>
            <a:p>
              <a:pPr indent="0" lvl="0" marL="0" rtl="0" algn="ctr">
                <a:spcBef>
                  <a:spcPts val="0"/>
                </a:spcBef>
                <a:spcAft>
                  <a:spcPts val="0"/>
                </a:spcAft>
                <a:buNone/>
              </a:pPr>
              <a:r>
                <a:rPr i="1" lang="es-419" sz="500">
                  <a:latin typeface="Arvo"/>
                  <a:ea typeface="Arvo"/>
                  <a:cs typeface="Arvo"/>
                  <a:sym typeface="Arvo"/>
                </a:rPr>
                <a:t>&lt;ej: conductor&gt;</a:t>
              </a:r>
              <a:endParaRPr i="1" sz="500">
                <a:latin typeface="Arvo"/>
                <a:ea typeface="Arvo"/>
                <a:cs typeface="Arvo"/>
                <a:sym typeface="Arvo"/>
              </a:endParaRPr>
            </a:p>
          </p:txBody>
        </p:sp>
      </p:grpSp>
      <p:grpSp>
        <p:nvGrpSpPr>
          <p:cNvPr id="16257" name="Google Shape;16257;p288"/>
          <p:cNvGrpSpPr/>
          <p:nvPr/>
        </p:nvGrpSpPr>
        <p:grpSpPr>
          <a:xfrm>
            <a:off x="6815901" y="1192016"/>
            <a:ext cx="2810831" cy="2161925"/>
            <a:chOff x="2640436" y="-87872"/>
            <a:chExt cx="3098700" cy="2874900"/>
          </a:xfrm>
        </p:grpSpPr>
        <p:sp>
          <p:nvSpPr>
            <p:cNvPr id="16258" name="Google Shape;16258;p288"/>
            <p:cNvSpPr/>
            <p:nvPr/>
          </p:nvSpPr>
          <p:spPr>
            <a:xfrm>
              <a:off x="2640436" y="-87872"/>
              <a:ext cx="3098700" cy="2874900"/>
            </a:xfrm>
            <a:prstGeom prst="roundRect">
              <a:avLst>
                <a:gd fmla="val 3233" name="adj"/>
              </a:avLst>
            </a:prstGeom>
            <a:solidFill>
              <a:srgbClr val="FFFFFF"/>
            </a:solidFill>
            <a:ln cap="flat" cmpd="sng" w="9525">
              <a:solidFill>
                <a:srgbClr val="EFEFEF"/>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t" bIns="15400" lIns="15400" spcFirstLastPara="1" rIns="15400" wrap="square" tIns="15400">
              <a:noAutofit/>
            </a:bodyPr>
            <a:lstStyle/>
            <a:p>
              <a:pPr indent="0" lvl="0" marL="0" rtl="0" algn="ctr">
                <a:spcBef>
                  <a:spcPts val="0"/>
                </a:spcBef>
                <a:spcAft>
                  <a:spcPts val="0"/>
                </a:spcAft>
                <a:buNone/>
              </a:pPr>
              <a:r>
                <a:rPr b="1" i="1" lang="es-419" sz="800">
                  <a:solidFill>
                    <a:srgbClr val="434343"/>
                  </a:solidFill>
                </a:rPr>
                <a:t>Puntos de Automatización</a:t>
              </a:r>
              <a:endParaRPr b="1" i="1" sz="800">
                <a:solidFill>
                  <a:srgbClr val="434343"/>
                </a:solidFill>
              </a:endParaRPr>
            </a:p>
          </p:txBody>
        </p:sp>
        <p:sp>
          <p:nvSpPr>
            <p:cNvPr id="16259" name="Google Shape;16259;p288"/>
            <p:cNvSpPr txBox="1"/>
            <p:nvPr/>
          </p:nvSpPr>
          <p:spPr>
            <a:xfrm>
              <a:off x="2820612" y="182753"/>
              <a:ext cx="1098600" cy="232500"/>
            </a:xfrm>
            <a:prstGeom prst="rect">
              <a:avLst/>
            </a:prstGeom>
            <a:noFill/>
            <a:ln>
              <a:noFill/>
            </a:ln>
          </p:spPr>
          <p:txBody>
            <a:bodyPr anchorCtr="0" anchor="ctr" bIns="0" lIns="0" spcFirstLastPara="1" rIns="0" wrap="square" tIns="0">
              <a:noAutofit/>
            </a:bodyPr>
            <a:lstStyle/>
            <a:p>
              <a:pPr indent="0" lvl="0" marL="0" rtl="0" algn="r">
                <a:spcBef>
                  <a:spcPts val="0"/>
                </a:spcBef>
                <a:spcAft>
                  <a:spcPts val="0"/>
                </a:spcAft>
                <a:buNone/>
              </a:pPr>
              <a:r>
                <a:rPr lang="es-419" sz="700">
                  <a:latin typeface="Arvo"/>
                  <a:ea typeface="Arvo"/>
                  <a:cs typeface="Arvo"/>
                  <a:sym typeface="Arvo"/>
                </a:rPr>
                <a:t>Actividad de Negocio</a:t>
              </a:r>
              <a:endParaRPr sz="700">
                <a:latin typeface="Arvo"/>
                <a:ea typeface="Arvo"/>
                <a:cs typeface="Arvo"/>
                <a:sym typeface="Arvo"/>
              </a:endParaRPr>
            </a:p>
            <a:p>
              <a:pPr indent="0" lvl="0" marL="0" rtl="0" algn="r">
                <a:spcBef>
                  <a:spcPts val="0"/>
                </a:spcBef>
                <a:spcAft>
                  <a:spcPts val="0"/>
                </a:spcAft>
                <a:buNone/>
              </a:pPr>
              <a:r>
                <a:rPr i="1" lang="es-419" sz="500">
                  <a:latin typeface="Arvo"/>
                  <a:ea typeface="Arvo"/>
                  <a:cs typeface="Arvo"/>
                  <a:sym typeface="Arvo"/>
                </a:rPr>
                <a:t>&lt;ej: Identificarse&gt;</a:t>
              </a:r>
              <a:endParaRPr i="1" sz="500">
                <a:latin typeface="Arvo"/>
                <a:ea typeface="Arvo"/>
                <a:cs typeface="Arvo"/>
                <a:sym typeface="Arvo"/>
              </a:endParaRPr>
            </a:p>
          </p:txBody>
        </p:sp>
        <p:sp>
          <p:nvSpPr>
            <p:cNvPr id="16260" name="Google Shape;16260;p288"/>
            <p:cNvSpPr/>
            <p:nvPr/>
          </p:nvSpPr>
          <p:spPr>
            <a:xfrm>
              <a:off x="3951036" y="159603"/>
              <a:ext cx="17313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8200" lIns="78200" spcFirstLastPara="1" rIns="78200" wrap="square" tIns="78200">
              <a:noAutofit/>
            </a:bodyPr>
            <a:lstStyle/>
            <a:p>
              <a:pPr indent="0" lvl="0" marL="0" rtl="0" algn="l">
                <a:spcBef>
                  <a:spcPts val="0"/>
                </a:spcBef>
                <a:spcAft>
                  <a:spcPts val="0"/>
                </a:spcAft>
                <a:buNone/>
              </a:pPr>
              <a:r>
                <a:t/>
              </a:r>
              <a:endParaRPr sz="500">
                <a:latin typeface="Roboto"/>
                <a:ea typeface="Roboto"/>
                <a:cs typeface="Roboto"/>
                <a:sym typeface="Roboto"/>
              </a:endParaRPr>
            </a:p>
          </p:txBody>
        </p:sp>
        <p:sp>
          <p:nvSpPr>
            <p:cNvPr id="16261" name="Google Shape;16261;p288"/>
            <p:cNvSpPr txBox="1"/>
            <p:nvPr/>
          </p:nvSpPr>
          <p:spPr>
            <a:xfrm>
              <a:off x="3962886" y="142103"/>
              <a:ext cx="1731300" cy="351900"/>
            </a:xfrm>
            <a:prstGeom prst="rect">
              <a:avLst/>
            </a:prstGeom>
            <a:noFill/>
            <a:ln>
              <a:noFill/>
            </a:ln>
          </p:spPr>
          <p:txBody>
            <a:bodyPr anchorCtr="0" anchor="ctr" bIns="15400" lIns="15400" spcFirstLastPara="1" rIns="15400" wrap="square" tIns="15400">
              <a:noAutofit/>
            </a:bodyPr>
            <a:lstStyle/>
            <a:p>
              <a:pPr indent="0" lvl="0" marL="0" rtl="0" algn="l">
                <a:spcBef>
                  <a:spcPts val="0"/>
                </a:spcBef>
                <a:spcAft>
                  <a:spcPts val="0"/>
                </a:spcAft>
                <a:buNone/>
              </a:pPr>
              <a:r>
                <a:rPr b="1" lang="es-419" sz="700">
                  <a:solidFill>
                    <a:schemeClr val="dk1"/>
                  </a:solidFill>
                </a:rPr>
                <a:t>Mostrar opciones recomendadas</a:t>
              </a:r>
              <a:endParaRPr/>
            </a:p>
          </p:txBody>
        </p:sp>
        <p:sp>
          <p:nvSpPr>
            <p:cNvPr id="16262" name="Google Shape;16262;p288"/>
            <p:cNvSpPr/>
            <p:nvPr/>
          </p:nvSpPr>
          <p:spPr>
            <a:xfrm>
              <a:off x="3646236" y="1459973"/>
              <a:ext cx="6333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8200" lIns="78200" spcFirstLastPara="1" rIns="78200" wrap="square" tIns="78200">
              <a:noAutofit/>
            </a:bodyPr>
            <a:lstStyle/>
            <a:p>
              <a:pPr indent="0" lvl="0" marL="0" rtl="0" algn="l">
                <a:spcBef>
                  <a:spcPts val="0"/>
                </a:spcBef>
                <a:spcAft>
                  <a:spcPts val="0"/>
                </a:spcAft>
                <a:buNone/>
              </a:pPr>
              <a:r>
                <a:rPr lang="es-419" sz="600">
                  <a:solidFill>
                    <a:schemeClr val="dk1"/>
                  </a:solidFill>
                </a:rPr>
                <a:t>☁️ Aplicativo de ventas</a:t>
              </a:r>
              <a:endParaRPr sz="500">
                <a:latin typeface="Roboto"/>
                <a:ea typeface="Roboto"/>
                <a:cs typeface="Roboto"/>
                <a:sym typeface="Roboto"/>
              </a:endParaRPr>
            </a:p>
          </p:txBody>
        </p:sp>
        <p:sp>
          <p:nvSpPr>
            <p:cNvPr id="16263" name="Google Shape;16263;p288"/>
            <p:cNvSpPr/>
            <p:nvPr/>
          </p:nvSpPr>
          <p:spPr>
            <a:xfrm>
              <a:off x="3646236" y="1075527"/>
              <a:ext cx="6333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8200" lIns="78200" spcFirstLastPara="1" rIns="78200" wrap="square" tIns="78200">
              <a:noAutofit/>
            </a:bodyPr>
            <a:lstStyle/>
            <a:p>
              <a:pPr indent="0" lvl="0" marL="0" rtl="0" algn="l">
                <a:spcBef>
                  <a:spcPts val="0"/>
                </a:spcBef>
                <a:spcAft>
                  <a:spcPts val="0"/>
                </a:spcAft>
                <a:buNone/>
              </a:pPr>
              <a:r>
                <a:t/>
              </a:r>
              <a:endParaRPr sz="500">
                <a:latin typeface="Roboto"/>
                <a:ea typeface="Roboto"/>
                <a:cs typeface="Roboto"/>
                <a:sym typeface="Roboto"/>
              </a:endParaRPr>
            </a:p>
          </p:txBody>
        </p:sp>
        <p:sp>
          <p:nvSpPr>
            <p:cNvPr id="16264" name="Google Shape;16264;p288"/>
            <p:cNvSpPr/>
            <p:nvPr/>
          </p:nvSpPr>
          <p:spPr>
            <a:xfrm>
              <a:off x="3646236" y="1853377"/>
              <a:ext cx="6333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8200" lIns="78200" spcFirstLastPara="1" rIns="78200" wrap="square" tIns="78200">
              <a:noAutofit/>
            </a:bodyPr>
            <a:lstStyle/>
            <a:p>
              <a:pPr indent="0" lvl="0" marL="0" rtl="0" algn="l">
                <a:spcBef>
                  <a:spcPts val="0"/>
                </a:spcBef>
                <a:spcAft>
                  <a:spcPts val="0"/>
                </a:spcAft>
                <a:buNone/>
              </a:pPr>
              <a:r>
                <a:t/>
              </a:r>
              <a:endParaRPr sz="500">
                <a:latin typeface="Roboto"/>
                <a:ea typeface="Roboto"/>
                <a:cs typeface="Roboto"/>
                <a:sym typeface="Roboto"/>
              </a:endParaRPr>
            </a:p>
          </p:txBody>
        </p:sp>
        <p:sp>
          <p:nvSpPr>
            <p:cNvPr id="16265" name="Google Shape;16265;p288"/>
            <p:cNvSpPr/>
            <p:nvPr/>
          </p:nvSpPr>
          <p:spPr>
            <a:xfrm>
              <a:off x="3646236" y="2229879"/>
              <a:ext cx="6333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8200" lIns="78200" spcFirstLastPara="1" rIns="78200" wrap="square" tIns="78200">
              <a:noAutofit/>
            </a:bodyPr>
            <a:lstStyle/>
            <a:p>
              <a:pPr indent="0" lvl="0" marL="0" rtl="0" algn="l">
                <a:spcBef>
                  <a:spcPts val="0"/>
                </a:spcBef>
                <a:spcAft>
                  <a:spcPts val="0"/>
                </a:spcAft>
                <a:buNone/>
              </a:pPr>
              <a:r>
                <a:t/>
              </a:r>
              <a:endParaRPr sz="500">
                <a:latin typeface="Roboto"/>
                <a:ea typeface="Roboto"/>
                <a:cs typeface="Roboto"/>
                <a:sym typeface="Roboto"/>
              </a:endParaRPr>
            </a:p>
          </p:txBody>
        </p:sp>
        <p:sp>
          <p:nvSpPr>
            <p:cNvPr id="16266" name="Google Shape;16266;p288"/>
            <p:cNvSpPr/>
            <p:nvPr/>
          </p:nvSpPr>
          <p:spPr>
            <a:xfrm>
              <a:off x="4349786" y="1075528"/>
              <a:ext cx="13251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61600" lIns="61600" spcFirstLastPara="1" rIns="61600" wrap="square" tIns="61600">
              <a:noAutofit/>
            </a:bodyPr>
            <a:lstStyle/>
            <a:p>
              <a:pPr indent="0" lvl="0" marL="0" rtl="0" algn="l">
                <a:spcBef>
                  <a:spcPts val="0"/>
                </a:spcBef>
                <a:spcAft>
                  <a:spcPts val="0"/>
                </a:spcAft>
                <a:buNone/>
              </a:pPr>
              <a:r>
                <a:t/>
              </a:r>
              <a:endParaRPr sz="700">
                <a:latin typeface="Roboto"/>
                <a:ea typeface="Roboto"/>
                <a:cs typeface="Roboto"/>
                <a:sym typeface="Roboto"/>
              </a:endParaRPr>
            </a:p>
          </p:txBody>
        </p:sp>
        <p:sp>
          <p:nvSpPr>
            <p:cNvPr id="16267" name="Google Shape;16267;p288"/>
            <p:cNvSpPr/>
            <p:nvPr/>
          </p:nvSpPr>
          <p:spPr>
            <a:xfrm>
              <a:off x="4349786" y="1459971"/>
              <a:ext cx="13251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61600" lIns="61600" spcFirstLastPara="1" rIns="61600" wrap="square" tIns="61600">
              <a:noAutofit/>
            </a:bodyPr>
            <a:lstStyle/>
            <a:p>
              <a:pPr indent="0" lvl="0" marL="0" rtl="0" algn="l">
                <a:spcBef>
                  <a:spcPts val="0"/>
                </a:spcBef>
                <a:spcAft>
                  <a:spcPts val="0"/>
                </a:spcAft>
                <a:buNone/>
              </a:pPr>
              <a:r>
                <a:rPr lang="es-419" sz="600">
                  <a:solidFill>
                    <a:schemeClr val="dk1"/>
                  </a:solidFill>
                </a:rPr>
                <a:t>visualizar</a:t>
              </a:r>
              <a:r>
                <a:rPr lang="es-419" sz="600">
                  <a:solidFill>
                    <a:schemeClr val="dk1"/>
                  </a:solidFill>
                </a:rPr>
                <a:t> productos sugeridos con precios y </a:t>
              </a:r>
              <a:r>
                <a:rPr lang="es-419" sz="600">
                  <a:solidFill>
                    <a:schemeClr val="dk1"/>
                  </a:solidFill>
                </a:rPr>
                <a:t>características</a:t>
              </a:r>
              <a:endParaRPr sz="700">
                <a:latin typeface="Roboto"/>
                <a:ea typeface="Roboto"/>
                <a:cs typeface="Roboto"/>
                <a:sym typeface="Roboto"/>
              </a:endParaRPr>
            </a:p>
          </p:txBody>
        </p:sp>
        <p:sp>
          <p:nvSpPr>
            <p:cNvPr id="16268" name="Google Shape;16268;p288"/>
            <p:cNvSpPr/>
            <p:nvPr/>
          </p:nvSpPr>
          <p:spPr>
            <a:xfrm>
              <a:off x="4349786" y="1853372"/>
              <a:ext cx="13251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61600" lIns="61600" spcFirstLastPara="1" rIns="61600" wrap="square" tIns="61600">
              <a:noAutofit/>
            </a:bodyPr>
            <a:lstStyle/>
            <a:p>
              <a:pPr indent="0" lvl="0" marL="0" rtl="0" algn="l">
                <a:spcBef>
                  <a:spcPts val="0"/>
                </a:spcBef>
                <a:spcAft>
                  <a:spcPts val="0"/>
                </a:spcAft>
                <a:buNone/>
              </a:pPr>
              <a:r>
                <a:t/>
              </a:r>
              <a:endParaRPr sz="700">
                <a:latin typeface="Roboto"/>
                <a:ea typeface="Roboto"/>
                <a:cs typeface="Roboto"/>
                <a:sym typeface="Roboto"/>
              </a:endParaRPr>
            </a:p>
          </p:txBody>
        </p:sp>
        <p:sp>
          <p:nvSpPr>
            <p:cNvPr id="16269" name="Google Shape;16269;p288"/>
            <p:cNvSpPr/>
            <p:nvPr/>
          </p:nvSpPr>
          <p:spPr>
            <a:xfrm>
              <a:off x="4349786" y="2239831"/>
              <a:ext cx="13251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61600" lIns="61600" spcFirstLastPara="1" rIns="61600" wrap="square" tIns="61600">
              <a:noAutofit/>
            </a:bodyPr>
            <a:lstStyle/>
            <a:p>
              <a:pPr indent="0" lvl="0" marL="0" rtl="0" algn="l">
                <a:spcBef>
                  <a:spcPts val="0"/>
                </a:spcBef>
                <a:spcAft>
                  <a:spcPts val="0"/>
                </a:spcAft>
                <a:buNone/>
              </a:pPr>
              <a:r>
                <a:rPr lang="es-419" sz="700">
                  <a:latin typeface="Roboto"/>
                  <a:ea typeface="Roboto"/>
                  <a:cs typeface="Roboto"/>
                  <a:sym typeface="Roboto"/>
                </a:rPr>
                <a:t>&lt;...&gt;</a:t>
              </a:r>
              <a:endParaRPr sz="700">
                <a:latin typeface="Roboto"/>
                <a:ea typeface="Roboto"/>
                <a:cs typeface="Roboto"/>
                <a:sym typeface="Roboto"/>
              </a:endParaRPr>
            </a:p>
          </p:txBody>
        </p:sp>
        <p:sp>
          <p:nvSpPr>
            <p:cNvPr id="16270" name="Google Shape;16270;p288"/>
            <p:cNvSpPr/>
            <p:nvPr/>
          </p:nvSpPr>
          <p:spPr>
            <a:xfrm>
              <a:off x="2704756" y="1461628"/>
              <a:ext cx="8817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8200" lIns="78200" spcFirstLastPara="1" rIns="78200" wrap="square" tIns="78200">
              <a:noAutofit/>
            </a:bodyPr>
            <a:lstStyle/>
            <a:p>
              <a:pPr indent="0" lvl="0" marL="0" rtl="0" algn="l">
                <a:spcBef>
                  <a:spcPts val="0"/>
                </a:spcBef>
                <a:spcAft>
                  <a:spcPts val="0"/>
                </a:spcAft>
                <a:buNone/>
              </a:pPr>
              <a:r>
                <a:t/>
              </a:r>
              <a:endParaRPr sz="500">
                <a:latin typeface="Roboto"/>
                <a:ea typeface="Roboto"/>
                <a:cs typeface="Roboto"/>
                <a:sym typeface="Roboto"/>
              </a:endParaRPr>
            </a:p>
          </p:txBody>
        </p:sp>
        <p:sp>
          <p:nvSpPr>
            <p:cNvPr id="16271" name="Google Shape;16271;p288"/>
            <p:cNvSpPr txBox="1"/>
            <p:nvPr/>
          </p:nvSpPr>
          <p:spPr>
            <a:xfrm>
              <a:off x="4463036" y="557328"/>
              <a:ext cx="1098600" cy="4653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b="1" lang="es-419" sz="700">
                  <a:latin typeface="Arvo"/>
                  <a:ea typeface="Arvo"/>
                  <a:cs typeface="Arvo"/>
                  <a:sym typeface="Arvo"/>
                </a:rPr>
                <a:t>Acción interactiva:</a:t>
              </a:r>
              <a:endParaRPr b="1" sz="700">
                <a:latin typeface="Arvo"/>
                <a:ea typeface="Arvo"/>
                <a:cs typeface="Arvo"/>
                <a:sym typeface="Arvo"/>
              </a:endParaRPr>
            </a:p>
            <a:p>
              <a:pPr indent="0" lvl="0" marL="0" rtl="0" algn="ctr">
                <a:spcBef>
                  <a:spcPts val="0"/>
                </a:spcBef>
                <a:spcAft>
                  <a:spcPts val="0"/>
                </a:spcAft>
                <a:buNone/>
              </a:pPr>
              <a:r>
                <a:rPr i="1" lang="es-419" sz="500">
                  <a:latin typeface="Arvo"/>
                  <a:ea typeface="Arvo"/>
                  <a:cs typeface="Arvo"/>
                  <a:sym typeface="Arvo"/>
                </a:rPr>
                <a:t>&lt;ej: </a:t>
              </a:r>
              <a:r>
                <a:rPr i="1" lang="es-419" sz="500">
                  <a:solidFill>
                    <a:srgbClr val="000000"/>
                  </a:solidFill>
                  <a:latin typeface="Roboto"/>
                  <a:ea typeface="Roboto"/>
                  <a:cs typeface="Roboto"/>
                  <a:sym typeface="Roboto"/>
                </a:rPr>
                <a:t>autenticar por huella y cara</a:t>
              </a:r>
              <a:r>
                <a:rPr i="1" lang="es-419" sz="500">
                  <a:latin typeface="Arvo"/>
                  <a:ea typeface="Arvo"/>
                  <a:cs typeface="Arvo"/>
                  <a:sym typeface="Arvo"/>
                </a:rPr>
                <a:t>&gt;</a:t>
              </a:r>
              <a:endParaRPr i="1" sz="500">
                <a:latin typeface="Arvo"/>
                <a:ea typeface="Arvo"/>
                <a:cs typeface="Arvo"/>
                <a:sym typeface="Arvo"/>
              </a:endParaRPr>
            </a:p>
          </p:txBody>
        </p:sp>
        <p:sp>
          <p:nvSpPr>
            <p:cNvPr id="16272" name="Google Shape;16272;p288"/>
            <p:cNvSpPr txBox="1"/>
            <p:nvPr/>
          </p:nvSpPr>
          <p:spPr>
            <a:xfrm>
              <a:off x="3639736" y="557328"/>
              <a:ext cx="702600" cy="4653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b="1" lang="es-419" sz="700">
                  <a:latin typeface="Arvo"/>
                  <a:ea typeface="Arvo"/>
                  <a:cs typeface="Arvo"/>
                  <a:sym typeface="Arvo"/>
                </a:rPr>
                <a:t>Punto de contacto</a:t>
              </a:r>
              <a:endParaRPr sz="700">
                <a:latin typeface="Arvo"/>
                <a:ea typeface="Arvo"/>
                <a:cs typeface="Arvo"/>
                <a:sym typeface="Arvo"/>
              </a:endParaRPr>
            </a:p>
          </p:txBody>
        </p:sp>
        <p:sp>
          <p:nvSpPr>
            <p:cNvPr id="16273" name="Google Shape;16273;p288"/>
            <p:cNvSpPr txBox="1"/>
            <p:nvPr/>
          </p:nvSpPr>
          <p:spPr>
            <a:xfrm>
              <a:off x="2784273" y="568049"/>
              <a:ext cx="702600" cy="4653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b="1" lang="es-419" sz="700">
                  <a:latin typeface="Arvo"/>
                  <a:ea typeface="Arvo"/>
                  <a:cs typeface="Arvo"/>
                  <a:sym typeface="Arvo"/>
                </a:rPr>
                <a:t>Rol</a:t>
              </a:r>
              <a:endParaRPr sz="700">
                <a:latin typeface="Arvo"/>
                <a:ea typeface="Arvo"/>
                <a:cs typeface="Arvo"/>
                <a:sym typeface="Arvo"/>
              </a:endParaRPr>
            </a:p>
          </p:txBody>
        </p:sp>
        <p:pic>
          <p:nvPicPr>
            <p:cNvPr id="16274" name="Google Shape;16274;p288"/>
            <p:cNvPicPr preferRelativeResize="0"/>
            <p:nvPr/>
          </p:nvPicPr>
          <p:blipFill rotWithShape="1">
            <a:blip r:embed="rId3">
              <a:alphaModFix/>
            </a:blip>
            <a:srcRect b="-868" l="16515" r="66426" t="66946"/>
            <a:stretch/>
          </p:blipFill>
          <p:spPr>
            <a:xfrm>
              <a:off x="2782507" y="825772"/>
              <a:ext cx="702701" cy="702700"/>
            </a:xfrm>
            <a:prstGeom prst="rect">
              <a:avLst/>
            </a:prstGeom>
            <a:noFill/>
            <a:ln>
              <a:noFill/>
            </a:ln>
          </p:spPr>
        </p:pic>
        <p:sp>
          <p:nvSpPr>
            <p:cNvPr id="16275" name="Google Shape;16275;p288"/>
            <p:cNvSpPr txBox="1"/>
            <p:nvPr/>
          </p:nvSpPr>
          <p:spPr>
            <a:xfrm>
              <a:off x="2782511" y="1476053"/>
              <a:ext cx="761100" cy="232500"/>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s-419" sz="700">
                  <a:solidFill>
                    <a:schemeClr val="dk1"/>
                  </a:solidFill>
                </a:rPr>
                <a:t>Asesor de ventas</a:t>
              </a:r>
              <a:endParaRPr/>
            </a:p>
          </p:txBody>
        </p:sp>
        <p:sp>
          <p:nvSpPr>
            <p:cNvPr id="16276" name="Google Shape;16276;p288"/>
            <p:cNvSpPr txBox="1"/>
            <p:nvPr/>
          </p:nvSpPr>
          <p:spPr>
            <a:xfrm>
              <a:off x="2704760" y="1669653"/>
              <a:ext cx="964800" cy="232500"/>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t/>
              </a:r>
              <a:endParaRPr b="1" sz="700">
                <a:latin typeface="Arvo"/>
                <a:ea typeface="Arvo"/>
                <a:cs typeface="Arvo"/>
                <a:sym typeface="Arvo"/>
              </a:endParaRPr>
            </a:p>
            <a:p>
              <a:pPr indent="0" lvl="0" marL="0" rtl="0" algn="ctr">
                <a:spcBef>
                  <a:spcPts val="0"/>
                </a:spcBef>
                <a:spcAft>
                  <a:spcPts val="0"/>
                </a:spcAft>
                <a:buNone/>
              </a:pPr>
              <a:r>
                <a:rPr i="1" lang="es-419" sz="500">
                  <a:latin typeface="Arvo"/>
                  <a:ea typeface="Arvo"/>
                  <a:cs typeface="Arvo"/>
                  <a:sym typeface="Arvo"/>
                </a:rPr>
                <a:t>&lt;ej: conductor&gt;</a:t>
              </a:r>
              <a:endParaRPr i="1" sz="500">
                <a:latin typeface="Arvo"/>
                <a:ea typeface="Arvo"/>
                <a:cs typeface="Arvo"/>
                <a:sym typeface="Arvo"/>
              </a:endParaRPr>
            </a:p>
          </p:txBody>
        </p:sp>
      </p:grpSp>
      <p:grpSp>
        <p:nvGrpSpPr>
          <p:cNvPr id="16277" name="Google Shape;16277;p288"/>
          <p:cNvGrpSpPr/>
          <p:nvPr/>
        </p:nvGrpSpPr>
        <p:grpSpPr>
          <a:xfrm>
            <a:off x="408339" y="4215341"/>
            <a:ext cx="2810831" cy="2161925"/>
            <a:chOff x="2640436" y="-87872"/>
            <a:chExt cx="3098700" cy="2874900"/>
          </a:xfrm>
        </p:grpSpPr>
        <p:sp>
          <p:nvSpPr>
            <p:cNvPr id="16278" name="Google Shape;16278;p288"/>
            <p:cNvSpPr/>
            <p:nvPr/>
          </p:nvSpPr>
          <p:spPr>
            <a:xfrm>
              <a:off x="2640436" y="-87872"/>
              <a:ext cx="3098700" cy="2874900"/>
            </a:xfrm>
            <a:prstGeom prst="roundRect">
              <a:avLst>
                <a:gd fmla="val 3233" name="adj"/>
              </a:avLst>
            </a:prstGeom>
            <a:solidFill>
              <a:srgbClr val="FFFFFF"/>
            </a:solidFill>
            <a:ln cap="flat" cmpd="sng" w="9525">
              <a:solidFill>
                <a:srgbClr val="EFEFEF"/>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t" bIns="15400" lIns="15400" spcFirstLastPara="1" rIns="15400" wrap="square" tIns="15400">
              <a:noAutofit/>
            </a:bodyPr>
            <a:lstStyle/>
            <a:p>
              <a:pPr indent="0" lvl="0" marL="0" rtl="0" algn="ctr">
                <a:spcBef>
                  <a:spcPts val="0"/>
                </a:spcBef>
                <a:spcAft>
                  <a:spcPts val="0"/>
                </a:spcAft>
                <a:buNone/>
              </a:pPr>
              <a:r>
                <a:rPr b="1" i="1" lang="es-419" sz="800">
                  <a:solidFill>
                    <a:srgbClr val="434343"/>
                  </a:solidFill>
                </a:rPr>
                <a:t>Puntos de Automatización</a:t>
              </a:r>
              <a:endParaRPr b="1" i="1" sz="800">
                <a:solidFill>
                  <a:srgbClr val="434343"/>
                </a:solidFill>
              </a:endParaRPr>
            </a:p>
          </p:txBody>
        </p:sp>
        <p:sp>
          <p:nvSpPr>
            <p:cNvPr id="16279" name="Google Shape;16279;p288"/>
            <p:cNvSpPr txBox="1"/>
            <p:nvPr/>
          </p:nvSpPr>
          <p:spPr>
            <a:xfrm>
              <a:off x="2820612" y="182753"/>
              <a:ext cx="1098600" cy="232500"/>
            </a:xfrm>
            <a:prstGeom prst="rect">
              <a:avLst/>
            </a:prstGeom>
            <a:noFill/>
            <a:ln>
              <a:noFill/>
            </a:ln>
          </p:spPr>
          <p:txBody>
            <a:bodyPr anchorCtr="0" anchor="ctr" bIns="0" lIns="0" spcFirstLastPara="1" rIns="0" wrap="square" tIns="0">
              <a:noAutofit/>
            </a:bodyPr>
            <a:lstStyle/>
            <a:p>
              <a:pPr indent="0" lvl="0" marL="0" rtl="0" algn="r">
                <a:spcBef>
                  <a:spcPts val="0"/>
                </a:spcBef>
                <a:spcAft>
                  <a:spcPts val="0"/>
                </a:spcAft>
                <a:buNone/>
              </a:pPr>
              <a:r>
                <a:rPr lang="es-419" sz="700">
                  <a:latin typeface="Arvo"/>
                  <a:ea typeface="Arvo"/>
                  <a:cs typeface="Arvo"/>
                  <a:sym typeface="Arvo"/>
                </a:rPr>
                <a:t>Actividad de Negocio</a:t>
              </a:r>
              <a:endParaRPr sz="700">
                <a:latin typeface="Arvo"/>
                <a:ea typeface="Arvo"/>
                <a:cs typeface="Arvo"/>
                <a:sym typeface="Arvo"/>
              </a:endParaRPr>
            </a:p>
            <a:p>
              <a:pPr indent="0" lvl="0" marL="0" rtl="0" algn="r">
                <a:spcBef>
                  <a:spcPts val="0"/>
                </a:spcBef>
                <a:spcAft>
                  <a:spcPts val="0"/>
                </a:spcAft>
                <a:buNone/>
              </a:pPr>
              <a:r>
                <a:rPr i="1" lang="es-419" sz="500">
                  <a:latin typeface="Arvo"/>
                  <a:ea typeface="Arvo"/>
                  <a:cs typeface="Arvo"/>
                  <a:sym typeface="Arvo"/>
                </a:rPr>
                <a:t>&lt;ej: Identificarse&gt;</a:t>
              </a:r>
              <a:endParaRPr i="1" sz="500">
                <a:latin typeface="Arvo"/>
                <a:ea typeface="Arvo"/>
                <a:cs typeface="Arvo"/>
                <a:sym typeface="Arvo"/>
              </a:endParaRPr>
            </a:p>
          </p:txBody>
        </p:sp>
        <p:sp>
          <p:nvSpPr>
            <p:cNvPr id="16280" name="Google Shape;16280;p288"/>
            <p:cNvSpPr/>
            <p:nvPr/>
          </p:nvSpPr>
          <p:spPr>
            <a:xfrm>
              <a:off x="3951036" y="159603"/>
              <a:ext cx="17313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8200" lIns="78200" spcFirstLastPara="1" rIns="78200" wrap="square" tIns="78200">
              <a:noAutofit/>
            </a:bodyPr>
            <a:lstStyle/>
            <a:p>
              <a:pPr indent="0" lvl="0" marL="0" rtl="0" algn="l">
                <a:spcBef>
                  <a:spcPts val="0"/>
                </a:spcBef>
                <a:spcAft>
                  <a:spcPts val="0"/>
                </a:spcAft>
                <a:buNone/>
              </a:pPr>
              <a:r>
                <a:t/>
              </a:r>
              <a:endParaRPr sz="500">
                <a:latin typeface="Roboto"/>
                <a:ea typeface="Roboto"/>
                <a:cs typeface="Roboto"/>
                <a:sym typeface="Roboto"/>
              </a:endParaRPr>
            </a:p>
          </p:txBody>
        </p:sp>
        <p:sp>
          <p:nvSpPr>
            <p:cNvPr id="16281" name="Google Shape;16281;p288"/>
            <p:cNvSpPr txBox="1"/>
            <p:nvPr/>
          </p:nvSpPr>
          <p:spPr>
            <a:xfrm>
              <a:off x="3962886" y="142103"/>
              <a:ext cx="1731300" cy="351900"/>
            </a:xfrm>
            <a:prstGeom prst="rect">
              <a:avLst/>
            </a:prstGeom>
            <a:noFill/>
            <a:ln>
              <a:noFill/>
            </a:ln>
          </p:spPr>
          <p:txBody>
            <a:bodyPr anchorCtr="0" anchor="ctr" bIns="15400" lIns="15400" spcFirstLastPara="1" rIns="15400" wrap="square" tIns="15400">
              <a:noAutofit/>
            </a:bodyPr>
            <a:lstStyle/>
            <a:p>
              <a:pPr indent="0" lvl="0" marL="0" rtl="0" algn="l">
                <a:spcBef>
                  <a:spcPts val="0"/>
                </a:spcBef>
                <a:spcAft>
                  <a:spcPts val="0"/>
                </a:spcAft>
                <a:buNone/>
              </a:pPr>
              <a:r>
                <a:rPr b="1" lang="es-419" sz="700">
                  <a:solidFill>
                    <a:schemeClr val="dk1"/>
                  </a:solidFill>
                </a:rPr>
                <a:t>Comparar alternativas de producto</a:t>
              </a:r>
              <a:endParaRPr/>
            </a:p>
          </p:txBody>
        </p:sp>
        <p:sp>
          <p:nvSpPr>
            <p:cNvPr id="16282" name="Google Shape;16282;p288"/>
            <p:cNvSpPr/>
            <p:nvPr/>
          </p:nvSpPr>
          <p:spPr>
            <a:xfrm>
              <a:off x="3646236" y="1459973"/>
              <a:ext cx="6333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8200" lIns="78200" spcFirstLastPara="1" rIns="78200" wrap="square" tIns="78200">
              <a:noAutofit/>
            </a:bodyPr>
            <a:lstStyle/>
            <a:p>
              <a:pPr indent="0" lvl="0" marL="0" rtl="0" algn="l">
                <a:spcBef>
                  <a:spcPts val="0"/>
                </a:spcBef>
                <a:spcAft>
                  <a:spcPts val="0"/>
                </a:spcAft>
                <a:buNone/>
              </a:pPr>
              <a:r>
                <a:t/>
              </a:r>
              <a:endParaRPr sz="500">
                <a:latin typeface="Roboto"/>
                <a:ea typeface="Roboto"/>
                <a:cs typeface="Roboto"/>
                <a:sym typeface="Roboto"/>
              </a:endParaRPr>
            </a:p>
          </p:txBody>
        </p:sp>
        <p:sp>
          <p:nvSpPr>
            <p:cNvPr id="16283" name="Google Shape;16283;p288"/>
            <p:cNvSpPr/>
            <p:nvPr/>
          </p:nvSpPr>
          <p:spPr>
            <a:xfrm>
              <a:off x="3646236" y="1075527"/>
              <a:ext cx="6333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8200" lIns="78200" spcFirstLastPara="1" rIns="78200" wrap="square" tIns="78200">
              <a:noAutofit/>
            </a:bodyPr>
            <a:lstStyle/>
            <a:p>
              <a:pPr indent="0" lvl="0" marL="0" rtl="0" algn="l">
                <a:spcBef>
                  <a:spcPts val="0"/>
                </a:spcBef>
                <a:spcAft>
                  <a:spcPts val="0"/>
                </a:spcAft>
                <a:buNone/>
              </a:pPr>
              <a:r>
                <a:t/>
              </a:r>
              <a:endParaRPr sz="500">
                <a:latin typeface="Roboto"/>
                <a:ea typeface="Roboto"/>
                <a:cs typeface="Roboto"/>
                <a:sym typeface="Roboto"/>
              </a:endParaRPr>
            </a:p>
          </p:txBody>
        </p:sp>
        <p:sp>
          <p:nvSpPr>
            <p:cNvPr id="16284" name="Google Shape;16284;p288"/>
            <p:cNvSpPr/>
            <p:nvPr/>
          </p:nvSpPr>
          <p:spPr>
            <a:xfrm>
              <a:off x="3646236" y="2229879"/>
              <a:ext cx="6333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8200" lIns="78200" spcFirstLastPara="1" rIns="78200" wrap="square" tIns="78200">
              <a:noAutofit/>
            </a:bodyPr>
            <a:lstStyle/>
            <a:p>
              <a:pPr indent="0" lvl="0" marL="0" rtl="0" algn="l">
                <a:spcBef>
                  <a:spcPts val="0"/>
                </a:spcBef>
                <a:spcAft>
                  <a:spcPts val="0"/>
                </a:spcAft>
                <a:buNone/>
              </a:pPr>
              <a:r>
                <a:t/>
              </a:r>
              <a:endParaRPr sz="500">
                <a:latin typeface="Roboto"/>
                <a:ea typeface="Roboto"/>
                <a:cs typeface="Roboto"/>
                <a:sym typeface="Roboto"/>
              </a:endParaRPr>
            </a:p>
          </p:txBody>
        </p:sp>
        <p:sp>
          <p:nvSpPr>
            <p:cNvPr id="16285" name="Google Shape;16285;p288"/>
            <p:cNvSpPr/>
            <p:nvPr/>
          </p:nvSpPr>
          <p:spPr>
            <a:xfrm>
              <a:off x="4349786" y="1075528"/>
              <a:ext cx="13251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61600" lIns="61600" spcFirstLastPara="1" rIns="61600" wrap="square" tIns="61600">
              <a:noAutofit/>
            </a:bodyPr>
            <a:lstStyle/>
            <a:p>
              <a:pPr indent="0" lvl="0" marL="0" rtl="0" algn="l">
                <a:spcBef>
                  <a:spcPts val="0"/>
                </a:spcBef>
                <a:spcAft>
                  <a:spcPts val="0"/>
                </a:spcAft>
                <a:buNone/>
              </a:pPr>
              <a:r>
                <a:t/>
              </a:r>
              <a:endParaRPr sz="700">
                <a:latin typeface="Roboto"/>
                <a:ea typeface="Roboto"/>
                <a:cs typeface="Roboto"/>
                <a:sym typeface="Roboto"/>
              </a:endParaRPr>
            </a:p>
          </p:txBody>
        </p:sp>
        <p:sp>
          <p:nvSpPr>
            <p:cNvPr id="16286" name="Google Shape;16286;p288"/>
            <p:cNvSpPr/>
            <p:nvPr/>
          </p:nvSpPr>
          <p:spPr>
            <a:xfrm>
              <a:off x="4349786" y="1459971"/>
              <a:ext cx="13251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61600" lIns="61600" spcFirstLastPara="1" rIns="61600" wrap="square" tIns="61600">
              <a:noAutofit/>
            </a:bodyPr>
            <a:lstStyle/>
            <a:p>
              <a:pPr indent="0" lvl="0" marL="0" rtl="0" algn="l">
                <a:spcBef>
                  <a:spcPts val="0"/>
                </a:spcBef>
                <a:spcAft>
                  <a:spcPts val="0"/>
                </a:spcAft>
                <a:buNone/>
              </a:pPr>
              <a:r>
                <a:t/>
              </a:r>
              <a:endParaRPr sz="700">
                <a:latin typeface="Roboto"/>
                <a:ea typeface="Roboto"/>
                <a:cs typeface="Roboto"/>
                <a:sym typeface="Roboto"/>
              </a:endParaRPr>
            </a:p>
          </p:txBody>
        </p:sp>
        <p:sp>
          <p:nvSpPr>
            <p:cNvPr id="16287" name="Google Shape;16287;p288"/>
            <p:cNvSpPr/>
            <p:nvPr/>
          </p:nvSpPr>
          <p:spPr>
            <a:xfrm>
              <a:off x="4349786" y="1853372"/>
              <a:ext cx="13251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61600" lIns="61600" spcFirstLastPara="1" rIns="61600" wrap="square" tIns="61600">
              <a:noAutofit/>
            </a:bodyPr>
            <a:lstStyle/>
            <a:p>
              <a:pPr indent="0" lvl="0" marL="0" rtl="0" algn="l">
                <a:spcBef>
                  <a:spcPts val="0"/>
                </a:spcBef>
                <a:spcAft>
                  <a:spcPts val="0"/>
                </a:spcAft>
                <a:buNone/>
              </a:pPr>
              <a:r>
                <a:rPr lang="es-419" sz="600">
                  <a:solidFill>
                    <a:schemeClr val="dk1"/>
                  </a:solidFill>
                </a:rPr>
                <a:t>mostrar ventajas, precios y atributos de cada producto</a:t>
              </a:r>
              <a:endParaRPr sz="700">
                <a:latin typeface="Roboto"/>
                <a:ea typeface="Roboto"/>
                <a:cs typeface="Roboto"/>
                <a:sym typeface="Roboto"/>
              </a:endParaRPr>
            </a:p>
          </p:txBody>
        </p:sp>
        <p:sp>
          <p:nvSpPr>
            <p:cNvPr id="16288" name="Google Shape;16288;p288"/>
            <p:cNvSpPr/>
            <p:nvPr/>
          </p:nvSpPr>
          <p:spPr>
            <a:xfrm>
              <a:off x="4349786" y="2239831"/>
              <a:ext cx="13251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61600" lIns="61600" spcFirstLastPara="1" rIns="61600" wrap="square" tIns="61600">
              <a:noAutofit/>
            </a:bodyPr>
            <a:lstStyle/>
            <a:p>
              <a:pPr indent="0" lvl="0" marL="0" rtl="0" algn="l">
                <a:spcBef>
                  <a:spcPts val="0"/>
                </a:spcBef>
                <a:spcAft>
                  <a:spcPts val="0"/>
                </a:spcAft>
                <a:buNone/>
              </a:pPr>
              <a:r>
                <a:rPr lang="es-419" sz="700">
                  <a:latin typeface="Roboto"/>
                  <a:ea typeface="Roboto"/>
                  <a:cs typeface="Roboto"/>
                  <a:sym typeface="Roboto"/>
                </a:rPr>
                <a:t>&lt;...&gt;</a:t>
              </a:r>
              <a:endParaRPr sz="700">
                <a:latin typeface="Roboto"/>
                <a:ea typeface="Roboto"/>
                <a:cs typeface="Roboto"/>
                <a:sym typeface="Roboto"/>
              </a:endParaRPr>
            </a:p>
          </p:txBody>
        </p:sp>
        <p:sp>
          <p:nvSpPr>
            <p:cNvPr id="16289" name="Google Shape;16289;p288"/>
            <p:cNvSpPr/>
            <p:nvPr/>
          </p:nvSpPr>
          <p:spPr>
            <a:xfrm>
              <a:off x="2704756" y="1461628"/>
              <a:ext cx="8817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8200" lIns="78200" spcFirstLastPara="1" rIns="78200" wrap="square" tIns="78200">
              <a:noAutofit/>
            </a:bodyPr>
            <a:lstStyle/>
            <a:p>
              <a:pPr indent="0" lvl="0" marL="0" rtl="0" algn="l">
                <a:spcBef>
                  <a:spcPts val="0"/>
                </a:spcBef>
                <a:spcAft>
                  <a:spcPts val="0"/>
                </a:spcAft>
                <a:buNone/>
              </a:pPr>
              <a:r>
                <a:t/>
              </a:r>
              <a:endParaRPr sz="500">
                <a:latin typeface="Roboto"/>
                <a:ea typeface="Roboto"/>
                <a:cs typeface="Roboto"/>
                <a:sym typeface="Roboto"/>
              </a:endParaRPr>
            </a:p>
          </p:txBody>
        </p:sp>
        <p:sp>
          <p:nvSpPr>
            <p:cNvPr id="16290" name="Google Shape;16290;p288"/>
            <p:cNvSpPr txBox="1"/>
            <p:nvPr/>
          </p:nvSpPr>
          <p:spPr>
            <a:xfrm>
              <a:off x="4463036" y="557328"/>
              <a:ext cx="1098600" cy="4653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b="1" lang="es-419" sz="700">
                  <a:latin typeface="Arvo"/>
                  <a:ea typeface="Arvo"/>
                  <a:cs typeface="Arvo"/>
                  <a:sym typeface="Arvo"/>
                </a:rPr>
                <a:t>Acción interactiva:</a:t>
              </a:r>
              <a:endParaRPr b="1" sz="700">
                <a:latin typeface="Arvo"/>
                <a:ea typeface="Arvo"/>
                <a:cs typeface="Arvo"/>
                <a:sym typeface="Arvo"/>
              </a:endParaRPr>
            </a:p>
            <a:p>
              <a:pPr indent="0" lvl="0" marL="0" rtl="0" algn="ctr">
                <a:spcBef>
                  <a:spcPts val="0"/>
                </a:spcBef>
                <a:spcAft>
                  <a:spcPts val="0"/>
                </a:spcAft>
                <a:buNone/>
              </a:pPr>
              <a:r>
                <a:rPr i="1" lang="es-419" sz="500">
                  <a:latin typeface="Arvo"/>
                  <a:ea typeface="Arvo"/>
                  <a:cs typeface="Arvo"/>
                  <a:sym typeface="Arvo"/>
                </a:rPr>
                <a:t>&lt;ej: </a:t>
              </a:r>
              <a:r>
                <a:rPr i="1" lang="es-419" sz="500">
                  <a:solidFill>
                    <a:srgbClr val="000000"/>
                  </a:solidFill>
                  <a:latin typeface="Roboto"/>
                  <a:ea typeface="Roboto"/>
                  <a:cs typeface="Roboto"/>
                  <a:sym typeface="Roboto"/>
                </a:rPr>
                <a:t>autenticar por huella y cara</a:t>
              </a:r>
              <a:r>
                <a:rPr i="1" lang="es-419" sz="500">
                  <a:latin typeface="Arvo"/>
                  <a:ea typeface="Arvo"/>
                  <a:cs typeface="Arvo"/>
                  <a:sym typeface="Arvo"/>
                </a:rPr>
                <a:t>&gt;</a:t>
              </a:r>
              <a:endParaRPr i="1" sz="500">
                <a:latin typeface="Arvo"/>
                <a:ea typeface="Arvo"/>
                <a:cs typeface="Arvo"/>
                <a:sym typeface="Arvo"/>
              </a:endParaRPr>
            </a:p>
          </p:txBody>
        </p:sp>
        <p:sp>
          <p:nvSpPr>
            <p:cNvPr id="16291" name="Google Shape;16291;p288"/>
            <p:cNvSpPr txBox="1"/>
            <p:nvPr/>
          </p:nvSpPr>
          <p:spPr>
            <a:xfrm>
              <a:off x="3639736" y="557328"/>
              <a:ext cx="702600" cy="4653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b="1" lang="es-419" sz="700">
                  <a:latin typeface="Arvo"/>
                  <a:ea typeface="Arvo"/>
                  <a:cs typeface="Arvo"/>
                  <a:sym typeface="Arvo"/>
                </a:rPr>
                <a:t>Punto de contacto</a:t>
              </a:r>
              <a:endParaRPr sz="700">
                <a:latin typeface="Arvo"/>
                <a:ea typeface="Arvo"/>
                <a:cs typeface="Arvo"/>
                <a:sym typeface="Arvo"/>
              </a:endParaRPr>
            </a:p>
          </p:txBody>
        </p:sp>
        <p:sp>
          <p:nvSpPr>
            <p:cNvPr id="16292" name="Google Shape;16292;p288"/>
            <p:cNvSpPr txBox="1"/>
            <p:nvPr/>
          </p:nvSpPr>
          <p:spPr>
            <a:xfrm>
              <a:off x="2784273" y="568049"/>
              <a:ext cx="702600" cy="4653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b="1" lang="es-419" sz="700">
                  <a:latin typeface="Arvo"/>
                  <a:ea typeface="Arvo"/>
                  <a:cs typeface="Arvo"/>
                  <a:sym typeface="Arvo"/>
                </a:rPr>
                <a:t>Rol</a:t>
              </a:r>
              <a:endParaRPr sz="700">
                <a:latin typeface="Arvo"/>
                <a:ea typeface="Arvo"/>
                <a:cs typeface="Arvo"/>
                <a:sym typeface="Arvo"/>
              </a:endParaRPr>
            </a:p>
          </p:txBody>
        </p:sp>
        <p:pic>
          <p:nvPicPr>
            <p:cNvPr id="16293" name="Google Shape;16293;p288"/>
            <p:cNvPicPr preferRelativeResize="0"/>
            <p:nvPr/>
          </p:nvPicPr>
          <p:blipFill rotWithShape="1">
            <a:blip r:embed="rId3">
              <a:alphaModFix/>
            </a:blip>
            <a:srcRect b="-868" l="16515" r="66426" t="66946"/>
            <a:stretch/>
          </p:blipFill>
          <p:spPr>
            <a:xfrm>
              <a:off x="2782507" y="825772"/>
              <a:ext cx="702701" cy="702700"/>
            </a:xfrm>
            <a:prstGeom prst="rect">
              <a:avLst/>
            </a:prstGeom>
            <a:noFill/>
            <a:ln>
              <a:noFill/>
            </a:ln>
          </p:spPr>
        </p:pic>
        <p:sp>
          <p:nvSpPr>
            <p:cNvPr id="16294" name="Google Shape;16294;p288"/>
            <p:cNvSpPr txBox="1"/>
            <p:nvPr/>
          </p:nvSpPr>
          <p:spPr>
            <a:xfrm>
              <a:off x="2782511" y="1476053"/>
              <a:ext cx="761100" cy="232500"/>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s-419" sz="700">
                  <a:solidFill>
                    <a:schemeClr val="dk1"/>
                  </a:solidFill>
                </a:rPr>
                <a:t>asesor de ventas</a:t>
              </a:r>
              <a:endParaRPr/>
            </a:p>
          </p:txBody>
        </p:sp>
        <p:sp>
          <p:nvSpPr>
            <p:cNvPr id="16295" name="Google Shape;16295;p288"/>
            <p:cNvSpPr txBox="1"/>
            <p:nvPr/>
          </p:nvSpPr>
          <p:spPr>
            <a:xfrm>
              <a:off x="2704760" y="1669653"/>
              <a:ext cx="964800" cy="232500"/>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t/>
              </a:r>
              <a:endParaRPr b="1" sz="700">
                <a:latin typeface="Arvo"/>
                <a:ea typeface="Arvo"/>
                <a:cs typeface="Arvo"/>
                <a:sym typeface="Arvo"/>
              </a:endParaRPr>
            </a:p>
            <a:p>
              <a:pPr indent="0" lvl="0" marL="0" rtl="0" algn="ctr">
                <a:spcBef>
                  <a:spcPts val="0"/>
                </a:spcBef>
                <a:spcAft>
                  <a:spcPts val="0"/>
                </a:spcAft>
                <a:buNone/>
              </a:pPr>
              <a:r>
                <a:rPr i="1" lang="es-419" sz="500">
                  <a:latin typeface="Arvo"/>
                  <a:ea typeface="Arvo"/>
                  <a:cs typeface="Arvo"/>
                  <a:sym typeface="Arvo"/>
                </a:rPr>
                <a:t>&lt;ej: conductor&gt;</a:t>
              </a:r>
              <a:endParaRPr i="1" sz="500">
                <a:latin typeface="Arvo"/>
                <a:ea typeface="Arvo"/>
                <a:cs typeface="Arvo"/>
                <a:sym typeface="Arvo"/>
              </a:endParaRPr>
            </a:p>
          </p:txBody>
        </p:sp>
        <p:sp>
          <p:nvSpPr>
            <p:cNvPr id="16296" name="Google Shape;16296;p288"/>
            <p:cNvSpPr/>
            <p:nvPr/>
          </p:nvSpPr>
          <p:spPr>
            <a:xfrm>
              <a:off x="3646236" y="1853367"/>
              <a:ext cx="761100" cy="232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8200" lIns="78200" spcFirstLastPara="1" rIns="78200" wrap="square" tIns="78200">
              <a:noAutofit/>
            </a:bodyPr>
            <a:lstStyle/>
            <a:p>
              <a:pPr indent="0" lvl="0" marL="0" rtl="0" algn="l">
                <a:spcBef>
                  <a:spcPts val="0"/>
                </a:spcBef>
                <a:spcAft>
                  <a:spcPts val="0"/>
                </a:spcAft>
                <a:buNone/>
              </a:pPr>
              <a:r>
                <a:rPr lang="es-419" sz="600">
                  <a:solidFill>
                    <a:schemeClr val="dk1"/>
                  </a:solidFill>
                </a:rPr>
                <a:t>📧 Sistema de </a:t>
              </a:r>
              <a:r>
                <a:rPr lang="es-419" sz="600">
                  <a:solidFill>
                    <a:schemeClr val="dk1"/>
                  </a:solidFill>
                </a:rPr>
                <a:t>comparación</a:t>
              </a:r>
              <a:endParaRPr sz="500">
                <a:latin typeface="Roboto"/>
                <a:ea typeface="Roboto"/>
                <a:cs typeface="Roboto"/>
                <a:sym typeface="Roboto"/>
              </a:endParaRPr>
            </a:p>
          </p:txBody>
        </p:sp>
      </p:grpSp>
      <p:sp>
        <p:nvSpPr>
          <p:cNvPr id="16297" name="Google Shape;16297;p288"/>
          <p:cNvSpPr txBox="1"/>
          <p:nvPr/>
        </p:nvSpPr>
        <p:spPr>
          <a:xfrm>
            <a:off x="628825" y="531250"/>
            <a:ext cx="1553700" cy="265800"/>
          </a:xfrm>
          <a:prstGeom prst="rect">
            <a:avLst/>
          </a:prstGeom>
          <a:noFill/>
          <a:ln cap="flat" cmpd="sng" w="9525">
            <a:solidFill>
              <a:schemeClr val="dk1"/>
            </a:solidFill>
            <a:prstDash val="solid"/>
            <a:round/>
            <a:headEnd len="sm" w="sm" type="none"/>
            <a:tailEnd len="sm" w="sm" type="none"/>
          </a:ln>
        </p:spPr>
        <p:txBody>
          <a:bodyPr anchorCtr="0" anchor="t" bIns="91425" lIns="91425" spcFirstLastPara="1" rIns="91425" wrap="square" tIns="91425">
            <a:noAutofit/>
          </a:bodyPr>
          <a:lstStyle/>
          <a:p>
            <a:pPr indent="0" lvl="0" marL="0" rtl="0" algn="ctr">
              <a:lnSpc>
                <a:spcPct val="90000"/>
              </a:lnSpc>
              <a:spcBef>
                <a:spcPts val="0"/>
              </a:spcBef>
              <a:spcAft>
                <a:spcPts val="0"/>
              </a:spcAft>
              <a:buClr>
                <a:schemeClr val="dk1"/>
              </a:buClr>
              <a:buSzPts val="1100"/>
              <a:buFont typeface="Arial"/>
              <a:buNone/>
            </a:pPr>
            <a:r>
              <a:rPr lang="es-419" sz="700">
                <a:solidFill>
                  <a:schemeClr val="lt1"/>
                </a:solidFill>
                <a:latin typeface="Arvo"/>
                <a:ea typeface="Arvo"/>
                <a:cs typeface="Arvo"/>
                <a:sym typeface="Arvo"/>
              </a:rPr>
              <a:t>asesorar al cliente en la selección del producto</a:t>
            </a:r>
            <a:endParaRPr>
              <a:solidFill>
                <a:schemeClr val="lt1"/>
              </a:solidFill>
              <a:highlight>
                <a:schemeClr val="lt1"/>
              </a:highlight>
            </a:endParaRPr>
          </a:p>
        </p:txBody>
      </p:sp>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301" name="Shape 16301"/>
        <p:cNvGrpSpPr/>
        <p:nvPr/>
      </p:nvGrpSpPr>
      <p:grpSpPr>
        <a:xfrm>
          <a:off x="0" y="0"/>
          <a:ext cx="0" cy="0"/>
          <a:chOff x="0" y="0"/>
          <a:chExt cx="0" cy="0"/>
        </a:xfrm>
      </p:grpSpPr>
      <p:sp>
        <p:nvSpPr>
          <p:cNvPr id="16302" name="Google Shape;16302;p289"/>
          <p:cNvSpPr txBox="1"/>
          <p:nvPr>
            <p:ph type="title"/>
          </p:nvPr>
        </p:nvSpPr>
        <p:spPr>
          <a:xfrm flipH="1">
            <a:off x="3219174" y="437575"/>
            <a:ext cx="1731300" cy="265800"/>
          </a:xfrm>
          <a:prstGeom prst="rect">
            <a:avLst/>
          </a:prstGeom>
        </p:spPr>
        <p:txBody>
          <a:bodyPr anchorCtr="0" anchor="ctr" bIns="0" lIns="0" spcFirstLastPara="1" rIns="0" wrap="square" tIns="0">
            <a:noAutofit/>
          </a:bodyPr>
          <a:lstStyle/>
          <a:p>
            <a:pPr indent="0" lvl="0" marL="0" rtl="0" algn="l">
              <a:spcBef>
                <a:spcPts val="0"/>
              </a:spcBef>
              <a:spcAft>
                <a:spcPts val="0"/>
              </a:spcAft>
              <a:buNone/>
            </a:pPr>
            <a:r>
              <a:rPr lang="es-419"/>
              <a:t>PM-02</a:t>
            </a:r>
            <a:endParaRPr/>
          </a:p>
        </p:txBody>
      </p:sp>
      <p:sp>
        <p:nvSpPr>
          <p:cNvPr id="16303" name="Google Shape;16303;p289"/>
          <p:cNvSpPr txBox="1"/>
          <p:nvPr>
            <p:ph idx="2" type="title"/>
          </p:nvPr>
        </p:nvSpPr>
        <p:spPr>
          <a:xfrm flipH="1">
            <a:off x="6546263" y="387663"/>
            <a:ext cx="3350100" cy="169200"/>
          </a:xfrm>
          <a:prstGeom prst="rect">
            <a:avLst/>
          </a:prstGeom>
        </p:spPr>
        <p:txBody>
          <a:bodyPr anchorCtr="0" anchor="ctr" bIns="0" lIns="0" spcFirstLastPara="1" rIns="0" wrap="square" tIns="0">
            <a:noAutofit/>
          </a:bodyPr>
          <a:lstStyle/>
          <a:p>
            <a:pPr indent="0" lvl="0" marL="0" rtl="0" algn="l">
              <a:spcBef>
                <a:spcPts val="0"/>
              </a:spcBef>
              <a:spcAft>
                <a:spcPts val="0"/>
              </a:spcAft>
              <a:buNone/>
            </a:pPr>
            <a:r>
              <a:rPr lang="es-419"/>
              <a:t>Garantizar ingreso correcto del paciente.</a:t>
            </a:r>
            <a:endParaRPr/>
          </a:p>
        </p:txBody>
      </p:sp>
      <p:sp>
        <p:nvSpPr>
          <p:cNvPr id="16304" name="Google Shape;16304;p289"/>
          <p:cNvSpPr txBox="1"/>
          <p:nvPr>
            <p:ph idx="3" type="title"/>
          </p:nvPr>
        </p:nvSpPr>
        <p:spPr>
          <a:xfrm flipH="1">
            <a:off x="6546263" y="579538"/>
            <a:ext cx="3350100" cy="169200"/>
          </a:xfrm>
          <a:prstGeom prst="rect">
            <a:avLst/>
          </a:prstGeom>
        </p:spPr>
        <p:txBody>
          <a:bodyPr anchorCtr="0" anchor="ctr" bIns="0" lIns="0" spcFirstLastPara="1" rIns="0" wrap="square" tIns="0">
            <a:noAutofit/>
          </a:bodyPr>
          <a:lstStyle/>
          <a:p>
            <a:pPr indent="0" lvl="0" marL="0" rtl="0" algn="l">
              <a:spcBef>
                <a:spcPts val="0"/>
              </a:spcBef>
              <a:spcAft>
                <a:spcPts val="0"/>
              </a:spcAft>
              <a:buNone/>
            </a:pPr>
            <a:r>
              <a:rPr lang="es-419"/>
              <a:t>Garantizar ingreso correcto del paciente.</a:t>
            </a:r>
            <a:endParaRPr/>
          </a:p>
        </p:txBody>
      </p:sp>
      <p:grpSp>
        <p:nvGrpSpPr>
          <p:cNvPr id="16305" name="Google Shape;16305;p289"/>
          <p:cNvGrpSpPr/>
          <p:nvPr/>
        </p:nvGrpSpPr>
        <p:grpSpPr>
          <a:xfrm>
            <a:off x="408339" y="1304041"/>
            <a:ext cx="2810831" cy="2161925"/>
            <a:chOff x="2640436" y="-87872"/>
            <a:chExt cx="3098700" cy="2874900"/>
          </a:xfrm>
        </p:grpSpPr>
        <p:sp>
          <p:nvSpPr>
            <p:cNvPr id="16306" name="Google Shape;16306;p289"/>
            <p:cNvSpPr/>
            <p:nvPr/>
          </p:nvSpPr>
          <p:spPr>
            <a:xfrm>
              <a:off x="2640436" y="-87872"/>
              <a:ext cx="3098700" cy="2874900"/>
            </a:xfrm>
            <a:prstGeom prst="roundRect">
              <a:avLst>
                <a:gd fmla="val 3233" name="adj"/>
              </a:avLst>
            </a:prstGeom>
            <a:solidFill>
              <a:srgbClr val="FFFFFF"/>
            </a:solidFill>
            <a:ln cap="flat" cmpd="sng" w="9525">
              <a:solidFill>
                <a:srgbClr val="EFEFEF"/>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t" bIns="15400" lIns="15400" spcFirstLastPara="1" rIns="15400" wrap="square" tIns="15400">
              <a:noAutofit/>
            </a:bodyPr>
            <a:lstStyle/>
            <a:p>
              <a:pPr indent="0" lvl="0" marL="0" rtl="0" algn="ctr">
                <a:spcBef>
                  <a:spcPts val="0"/>
                </a:spcBef>
                <a:spcAft>
                  <a:spcPts val="0"/>
                </a:spcAft>
                <a:buNone/>
              </a:pPr>
              <a:r>
                <a:rPr b="1" i="1" lang="es-419" sz="800">
                  <a:solidFill>
                    <a:srgbClr val="434343"/>
                  </a:solidFill>
                </a:rPr>
                <a:t>Puntos de Automatización</a:t>
              </a:r>
              <a:endParaRPr b="1" i="1" sz="800">
                <a:solidFill>
                  <a:srgbClr val="434343"/>
                </a:solidFill>
              </a:endParaRPr>
            </a:p>
          </p:txBody>
        </p:sp>
        <p:sp>
          <p:nvSpPr>
            <p:cNvPr id="16307" name="Google Shape;16307;p289"/>
            <p:cNvSpPr txBox="1"/>
            <p:nvPr/>
          </p:nvSpPr>
          <p:spPr>
            <a:xfrm>
              <a:off x="2820612" y="182753"/>
              <a:ext cx="1098600" cy="232500"/>
            </a:xfrm>
            <a:prstGeom prst="rect">
              <a:avLst/>
            </a:prstGeom>
            <a:noFill/>
            <a:ln>
              <a:noFill/>
            </a:ln>
          </p:spPr>
          <p:txBody>
            <a:bodyPr anchorCtr="0" anchor="ctr" bIns="0" lIns="0" spcFirstLastPara="1" rIns="0" wrap="square" tIns="0">
              <a:noAutofit/>
            </a:bodyPr>
            <a:lstStyle/>
            <a:p>
              <a:pPr indent="0" lvl="0" marL="0" rtl="0" algn="r">
                <a:spcBef>
                  <a:spcPts val="0"/>
                </a:spcBef>
                <a:spcAft>
                  <a:spcPts val="0"/>
                </a:spcAft>
                <a:buNone/>
              </a:pPr>
              <a:r>
                <a:rPr lang="es-419" sz="700">
                  <a:latin typeface="Arvo"/>
                  <a:ea typeface="Arvo"/>
                  <a:cs typeface="Arvo"/>
                  <a:sym typeface="Arvo"/>
                </a:rPr>
                <a:t>Actividad de Negocio</a:t>
              </a:r>
              <a:endParaRPr sz="700">
                <a:latin typeface="Arvo"/>
                <a:ea typeface="Arvo"/>
                <a:cs typeface="Arvo"/>
                <a:sym typeface="Arvo"/>
              </a:endParaRPr>
            </a:p>
            <a:p>
              <a:pPr indent="0" lvl="0" marL="0" rtl="0" algn="r">
                <a:spcBef>
                  <a:spcPts val="0"/>
                </a:spcBef>
                <a:spcAft>
                  <a:spcPts val="0"/>
                </a:spcAft>
                <a:buNone/>
              </a:pPr>
              <a:r>
                <a:rPr i="1" lang="es-419" sz="500">
                  <a:latin typeface="Arvo"/>
                  <a:ea typeface="Arvo"/>
                  <a:cs typeface="Arvo"/>
                  <a:sym typeface="Arvo"/>
                </a:rPr>
                <a:t>&lt;ej: Identificarse&gt;</a:t>
              </a:r>
              <a:endParaRPr i="1" sz="500">
                <a:latin typeface="Arvo"/>
                <a:ea typeface="Arvo"/>
                <a:cs typeface="Arvo"/>
                <a:sym typeface="Arvo"/>
              </a:endParaRPr>
            </a:p>
          </p:txBody>
        </p:sp>
        <p:sp>
          <p:nvSpPr>
            <p:cNvPr id="16308" name="Google Shape;16308;p289"/>
            <p:cNvSpPr/>
            <p:nvPr/>
          </p:nvSpPr>
          <p:spPr>
            <a:xfrm>
              <a:off x="3951036" y="159603"/>
              <a:ext cx="17313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8200" lIns="78200" spcFirstLastPara="1" rIns="78200" wrap="square" tIns="78200">
              <a:noAutofit/>
            </a:bodyPr>
            <a:lstStyle/>
            <a:p>
              <a:pPr indent="0" lvl="0" marL="0" rtl="0" algn="l">
                <a:spcBef>
                  <a:spcPts val="0"/>
                </a:spcBef>
                <a:spcAft>
                  <a:spcPts val="0"/>
                </a:spcAft>
                <a:buNone/>
              </a:pPr>
              <a:r>
                <a:t/>
              </a:r>
              <a:endParaRPr sz="500">
                <a:latin typeface="Roboto"/>
                <a:ea typeface="Roboto"/>
                <a:cs typeface="Roboto"/>
                <a:sym typeface="Roboto"/>
              </a:endParaRPr>
            </a:p>
          </p:txBody>
        </p:sp>
        <p:sp>
          <p:nvSpPr>
            <p:cNvPr id="16309" name="Google Shape;16309;p289"/>
            <p:cNvSpPr txBox="1"/>
            <p:nvPr/>
          </p:nvSpPr>
          <p:spPr>
            <a:xfrm>
              <a:off x="3962886" y="142103"/>
              <a:ext cx="1731300" cy="351900"/>
            </a:xfrm>
            <a:prstGeom prst="rect">
              <a:avLst/>
            </a:prstGeom>
            <a:noFill/>
            <a:ln>
              <a:noFill/>
            </a:ln>
          </p:spPr>
          <p:txBody>
            <a:bodyPr anchorCtr="0" anchor="ctr" bIns="15400" lIns="15400" spcFirstLastPara="1" rIns="15400" wrap="square" tIns="15400">
              <a:noAutofit/>
            </a:bodyPr>
            <a:lstStyle/>
            <a:p>
              <a:pPr indent="0" lvl="0" marL="0" rtl="0" algn="l">
                <a:spcBef>
                  <a:spcPts val="0"/>
                </a:spcBef>
                <a:spcAft>
                  <a:spcPts val="0"/>
                </a:spcAft>
                <a:buNone/>
              </a:pPr>
              <a:r>
                <a:rPr b="1" lang="es-419" sz="700">
                  <a:solidFill>
                    <a:schemeClr val="dk1"/>
                  </a:solidFill>
                </a:rPr>
                <a:t>consultar stock actual del producto</a:t>
              </a:r>
              <a:endParaRPr/>
            </a:p>
          </p:txBody>
        </p:sp>
        <p:sp>
          <p:nvSpPr>
            <p:cNvPr id="16310" name="Google Shape;16310;p289"/>
            <p:cNvSpPr/>
            <p:nvPr/>
          </p:nvSpPr>
          <p:spPr>
            <a:xfrm>
              <a:off x="3646236" y="1459973"/>
              <a:ext cx="6333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8200" lIns="78200" spcFirstLastPara="1" rIns="78200" wrap="square" tIns="78200">
              <a:noAutofit/>
            </a:bodyPr>
            <a:lstStyle/>
            <a:p>
              <a:pPr indent="0" lvl="0" marL="0" rtl="0" algn="l">
                <a:spcBef>
                  <a:spcPts val="0"/>
                </a:spcBef>
                <a:spcAft>
                  <a:spcPts val="0"/>
                </a:spcAft>
                <a:buNone/>
              </a:pPr>
              <a:r>
                <a:t/>
              </a:r>
              <a:endParaRPr sz="500">
                <a:latin typeface="Roboto"/>
                <a:ea typeface="Roboto"/>
                <a:cs typeface="Roboto"/>
                <a:sym typeface="Roboto"/>
              </a:endParaRPr>
            </a:p>
          </p:txBody>
        </p:sp>
        <p:sp>
          <p:nvSpPr>
            <p:cNvPr id="16311" name="Google Shape;16311;p289"/>
            <p:cNvSpPr/>
            <p:nvPr/>
          </p:nvSpPr>
          <p:spPr>
            <a:xfrm>
              <a:off x="3646236" y="1075527"/>
              <a:ext cx="6333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8200" lIns="78200" spcFirstLastPara="1" rIns="78200" wrap="square" tIns="78200">
              <a:noAutofit/>
            </a:bodyPr>
            <a:lstStyle/>
            <a:p>
              <a:pPr indent="0" lvl="0" marL="0" rtl="0" algn="l">
                <a:spcBef>
                  <a:spcPts val="0"/>
                </a:spcBef>
                <a:spcAft>
                  <a:spcPts val="0"/>
                </a:spcAft>
                <a:buNone/>
              </a:pPr>
              <a:r>
                <a:rPr lang="es-419" sz="700">
                  <a:latin typeface="Roboto"/>
                  <a:ea typeface="Roboto"/>
                  <a:cs typeface="Roboto"/>
                  <a:sym typeface="Roboto"/>
                </a:rPr>
                <a:t>Control de </a:t>
              </a:r>
              <a:r>
                <a:rPr lang="es-419" sz="700">
                  <a:latin typeface="Roboto"/>
                  <a:ea typeface="Roboto"/>
                  <a:cs typeface="Roboto"/>
                  <a:sym typeface="Roboto"/>
                </a:rPr>
                <a:t>inventario</a:t>
              </a:r>
              <a:endParaRPr sz="700">
                <a:latin typeface="Roboto"/>
                <a:ea typeface="Roboto"/>
                <a:cs typeface="Roboto"/>
                <a:sym typeface="Roboto"/>
              </a:endParaRPr>
            </a:p>
          </p:txBody>
        </p:sp>
        <p:sp>
          <p:nvSpPr>
            <p:cNvPr id="16312" name="Google Shape;16312;p289"/>
            <p:cNvSpPr/>
            <p:nvPr/>
          </p:nvSpPr>
          <p:spPr>
            <a:xfrm>
              <a:off x="3646236" y="1853377"/>
              <a:ext cx="6333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8200" lIns="78200" spcFirstLastPara="1" rIns="78200" wrap="square" tIns="78200">
              <a:noAutofit/>
            </a:bodyPr>
            <a:lstStyle/>
            <a:p>
              <a:pPr indent="0" lvl="0" marL="0" rtl="0" algn="l">
                <a:spcBef>
                  <a:spcPts val="0"/>
                </a:spcBef>
                <a:spcAft>
                  <a:spcPts val="0"/>
                </a:spcAft>
                <a:buNone/>
              </a:pPr>
              <a:r>
                <a:t/>
              </a:r>
              <a:endParaRPr sz="500">
                <a:latin typeface="Roboto"/>
                <a:ea typeface="Roboto"/>
                <a:cs typeface="Roboto"/>
                <a:sym typeface="Roboto"/>
              </a:endParaRPr>
            </a:p>
          </p:txBody>
        </p:sp>
        <p:sp>
          <p:nvSpPr>
            <p:cNvPr id="16313" name="Google Shape;16313;p289"/>
            <p:cNvSpPr/>
            <p:nvPr/>
          </p:nvSpPr>
          <p:spPr>
            <a:xfrm>
              <a:off x="3646236" y="2229879"/>
              <a:ext cx="6333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8200" lIns="78200" spcFirstLastPara="1" rIns="78200" wrap="square" tIns="78200">
              <a:noAutofit/>
            </a:bodyPr>
            <a:lstStyle/>
            <a:p>
              <a:pPr indent="0" lvl="0" marL="0" rtl="0" algn="l">
                <a:spcBef>
                  <a:spcPts val="0"/>
                </a:spcBef>
                <a:spcAft>
                  <a:spcPts val="0"/>
                </a:spcAft>
                <a:buNone/>
              </a:pPr>
              <a:r>
                <a:t/>
              </a:r>
              <a:endParaRPr sz="500">
                <a:latin typeface="Roboto"/>
                <a:ea typeface="Roboto"/>
                <a:cs typeface="Roboto"/>
                <a:sym typeface="Roboto"/>
              </a:endParaRPr>
            </a:p>
          </p:txBody>
        </p:sp>
        <p:sp>
          <p:nvSpPr>
            <p:cNvPr id="16314" name="Google Shape;16314;p289"/>
            <p:cNvSpPr/>
            <p:nvPr/>
          </p:nvSpPr>
          <p:spPr>
            <a:xfrm>
              <a:off x="4349786" y="1075528"/>
              <a:ext cx="13251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61600" lIns="61600" spcFirstLastPara="1" rIns="61600" wrap="square" tIns="61600">
              <a:noAutofit/>
            </a:bodyPr>
            <a:lstStyle/>
            <a:p>
              <a:pPr indent="0" lvl="0" marL="0" rtl="0" algn="l">
                <a:spcBef>
                  <a:spcPts val="0"/>
                </a:spcBef>
                <a:spcAft>
                  <a:spcPts val="0"/>
                </a:spcAft>
                <a:buNone/>
              </a:pPr>
              <a:r>
                <a:rPr lang="es-419" sz="600">
                  <a:solidFill>
                    <a:schemeClr val="dk1"/>
                  </a:solidFill>
                </a:rPr>
                <a:t>Buscar producto en base de datos de existencia</a:t>
              </a:r>
              <a:endParaRPr sz="700">
                <a:latin typeface="Roboto"/>
                <a:ea typeface="Roboto"/>
                <a:cs typeface="Roboto"/>
                <a:sym typeface="Roboto"/>
              </a:endParaRPr>
            </a:p>
          </p:txBody>
        </p:sp>
        <p:sp>
          <p:nvSpPr>
            <p:cNvPr id="16315" name="Google Shape;16315;p289"/>
            <p:cNvSpPr/>
            <p:nvPr/>
          </p:nvSpPr>
          <p:spPr>
            <a:xfrm>
              <a:off x="4349786" y="1459971"/>
              <a:ext cx="13251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61600" lIns="61600" spcFirstLastPara="1" rIns="61600" wrap="square" tIns="61600">
              <a:noAutofit/>
            </a:bodyPr>
            <a:lstStyle/>
            <a:p>
              <a:pPr indent="0" lvl="0" marL="0" rtl="0" algn="l">
                <a:spcBef>
                  <a:spcPts val="0"/>
                </a:spcBef>
                <a:spcAft>
                  <a:spcPts val="0"/>
                </a:spcAft>
                <a:buNone/>
              </a:pPr>
              <a:r>
                <a:t/>
              </a:r>
              <a:endParaRPr sz="700">
                <a:latin typeface="Roboto"/>
                <a:ea typeface="Roboto"/>
                <a:cs typeface="Roboto"/>
                <a:sym typeface="Roboto"/>
              </a:endParaRPr>
            </a:p>
          </p:txBody>
        </p:sp>
        <p:sp>
          <p:nvSpPr>
            <p:cNvPr id="16316" name="Google Shape;16316;p289"/>
            <p:cNvSpPr/>
            <p:nvPr/>
          </p:nvSpPr>
          <p:spPr>
            <a:xfrm>
              <a:off x="4349786" y="1853372"/>
              <a:ext cx="13251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61600" lIns="61600" spcFirstLastPara="1" rIns="61600" wrap="square" tIns="61600">
              <a:noAutofit/>
            </a:bodyPr>
            <a:lstStyle/>
            <a:p>
              <a:pPr indent="0" lvl="0" marL="0" rtl="0" algn="l">
                <a:spcBef>
                  <a:spcPts val="0"/>
                </a:spcBef>
                <a:spcAft>
                  <a:spcPts val="0"/>
                </a:spcAft>
                <a:buNone/>
              </a:pPr>
              <a:r>
                <a:t/>
              </a:r>
              <a:endParaRPr sz="700">
                <a:latin typeface="Roboto"/>
                <a:ea typeface="Roboto"/>
                <a:cs typeface="Roboto"/>
                <a:sym typeface="Roboto"/>
              </a:endParaRPr>
            </a:p>
          </p:txBody>
        </p:sp>
        <p:sp>
          <p:nvSpPr>
            <p:cNvPr id="16317" name="Google Shape;16317;p289"/>
            <p:cNvSpPr/>
            <p:nvPr/>
          </p:nvSpPr>
          <p:spPr>
            <a:xfrm>
              <a:off x="4349786" y="2239831"/>
              <a:ext cx="13251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61600" lIns="61600" spcFirstLastPara="1" rIns="61600" wrap="square" tIns="61600">
              <a:noAutofit/>
            </a:bodyPr>
            <a:lstStyle/>
            <a:p>
              <a:pPr indent="0" lvl="0" marL="0" rtl="0" algn="l">
                <a:spcBef>
                  <a:spcPts val="0"/>
                </a:spcBef>
                <a:spcAft>
                  <a:spcPts val="0"/>
                </a:spcAft>
                <a:buNone/>
              </a:pPr>
              <a:r>
                <a:rPr lang="es-419" sz="700">
                  <a:latin typeface="Roboto"/>
                  <a:ea typeface="Roboto"/>
                  <a:cs typeface="Roboto"/>
                  <a:sym typeface="Roboto"/>
                </a:rPr>
                <a:t>&lt;...&gt;</a:t>
              </a:r>
              <a:endParaRPr sz="700">
                <a:latin typeface="Roboto"/>
                <a:ea typeface="Roboto"/>
                <a:cs typeface="Roboto"/>
                <a:sym typeface="Roboto"/>
              </a:endParaRPr>
            </a:p>
          </p:txBody>
        </p:sp>
        <p:sp>
          <p:nvSpPr>
            <p:cNvPr id="16318" name="Google Shape;16318;p289"/>
            <p:cNvSpPr/>
            <p:nvPr/>
          </p:nvSpPr>
          <p:spPr>
            <a:xfrm>
              <a:off x="2704756" y="1461628"/>
              <a:ext cx="8817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8200" lIns="78200" spcFirstLastPara="1" rIns="78200" wrap="square" tIns="78200">
              <a:noAutofit/>
            </a:bodyPr>
            <a:lstStyle/>
            <a:p>
              <a:pPr indent="0" lvl="0" marL="0" rtl="0" algn="l">
                <a:spcBef>
                  <a:spcPts val="0"/>
                </a:spcBef>
                <a:spcAft>
                  <a:spcPts val="0"/>
                </a:spcAft>
                <a:buNone/>
              </a:pPr>
              <a:r>
                <a:t/>
              </a:r>
              <a:endParaRPr sz="500">
                <a:latin typeface="Roboto"/>
                <a:ea typeface="Roboto"/>
                <a:cs typeface="Roboto"/>
                <a:sym typeface="Roboto"/>
              </a:endParaRPr>
            </a:p>
          </p:txBody>
        </p:sp>
        <p:sp>
          <p:nvSpPr>
            <p:cNvPr id="16319" name="Google Shape;16319;p289"/>
            <p:cNvSpPr txBox="1"/>
            <p:nvPr/>
          </p:nvSpPr>
          <p:spPr>
            <a:xfrm>
              <a:off x="4463036" y="557328"/>
              <a:ext cx="1098600" cy="4653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b="1" lang="es-419" sz="700">
                  <a:latin typeface="Arvo"/>
                  <a:ea typeface="Arvo"/>
                  <a:cs typeface="Arvo"/>
                  <a:sym typeface="Arvo"/>
                </a:rPr>
                <a:t>Acción interactiva:</a:t>
              </a:r>
              <a:endParaRPr b="1" sz="700">
                <a:latin typeface="Arvo"/>
                <a:ea typeface="Arvo"/>
                <a:cs typeface="Arvo"/>
                <a:sym typeface="Arvo"/>
              </a:endParaRPr>
            </a:p>
            <a:p>
              <a:pPr indent="0" lvl="0" marL="0" rtl="0" algn="ctr">
                <a:spcBef>
                  <a:spcPts val="0"/>
                </a:spcBef>
                <a:spcAft>
                  <a:spcPts val="0"/>
                </a:spcAft>
                <a:buNone/>
              </a:pPr>
              <a:r>
                <a:rPr i="1" lang="es-419" sz="500">
                  <a:latin typeface="Arvo"/>
                  <a:ea typeface="Arvo"/>
                  <a:cs typeface="Arvo"/>
                  <a:sym typeface="Arvo"/>
                </a:rPr>
                <a:t>&lt;ej: </a:t>
              </a:r>
              <a:r>
                <a:rPr i="1" lang="es-419" sz="500">
                  <a:solidFill>
                    <a:srgbClr val="000000"/>
                  </a:solidFill>
                  <a:latin typeface="Roboto"/>
                  <a:ea typeface="Roboto"/>
                  <a:cs typeface="Roboto"/>
                  <a:sym typeface="Roboto"/>
                </a:rPr>
                <a:t>autenticar por huella y cara</a:t>
              </a:r>
              <a:r>
                <a:rPr i="1" lang="es-419" sz="500">
                  <a:latin typeface="Arvo"/>
                  <a:ea typeface="Arvo"/>
                  <a:cs typeface="Arvo"/>
                  <a:sym typeface="Arvo"/>
                </a:rPr>
                <a:t>&gt;</a:t>
              </a:r>
              <a:endParaRPr i="1" sz="500">
                <a:latin typeface="Arvo"/>
                <a:ea typeface="Arvo"/>
                <a:cs typeface="Arvo"/>
                <a:sym typeface="Arvo"/>
              </a:endParaRPr>
            </a:p>
          </p:txBody>
        </p:sp>
        <p:sp>
          <p:nvSpPr>
            <p:cNvPr id="16320" name="Google Shape;16320;p289"/>
            <p:cNvSpPr txBox="1"/>
            <p:nvPr/>
          </p:nvSpPr>
          <p:spPr>
            <a:xfrm>
              <a:off x="3639736" y="557328"/>
              <a:ext cx="702600" cy="4653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b="1" lang="es-419" sz="700">
                  <a:latin typeface="Arvo"/>
                  <a:ea typeface="Arvo"/>
                  <a:cs typeface="Arvo"/>
                  <a:sym typeface="Arvo"/>
                </a:rPr>
                <a:t>Punto de contacto</a:t>
              </a:r>
              <a:endParaRPr sz="700">
                <a:latin typeface="Arvo"/>
                <a:ea typeface="Arvo"/>
                <a:cs typeface="Arvo"/>
                <a:sym typeface="Arvo"/>
              </a:endParaRPr>
            </a:p>
          </p:txBody>
        </p:sp>
        <p:sp>
          <p:nvSpPr>
            <p:cNvPr id="16321" name="Google Shape;16321;p289"/>
            <p:cNvSpPr txBox="1"/>
            <p:nvPr/>
          </p:nvSpPr>
          <p:spPr>
            <a:xfrm>
              <a:off x="2784273" y="568049"/>
              <a:ext cx="702600" cy="4653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b="1" lang="es-419" sz="700">
                  <a:latin typeface="Arvo"/>
                  <a:ea typeface="Arvo"/>
                  <a:cs typeface="Arvo"/>
                  <a:sym typeface="Arvo"/>
                </a:rPr>
                <a:t>Rol</a:t>
              </a:r>
              <a:endParaRPr sz="700">
                <a:latin typeface="Arvo"/>
                <a:ea typeface="Arvo"/>
                <a:cs typeface="Arvo"/>
                <a:sym typeface="Arvo"/>
              </a:endParaRPr>
            </a:p>
          </p:txBody>
        </p:sp>
        <p:pic>
          <p:nvPicPr>
            <p:cNvPr id="16322" name="Google Shape;16322;p289"/>
            <p:cNvPicPr preferRelativeResize="0"/>
            <p:nvPr/>
          </p:nvPicPr>
          <p:blipFill rotWithShape="1">
            <a:blip r:embed="rId3">
              <a:alphaModFix/>
            </a:blip>
            <a:srcRect b="-868" l="16515" r="66426" t="66946"/>
            <a:stretch/>
          </p:blipFill>
          <p:spPr>
            <a:xfrm>
              <a:off x="2782507" y="825772"/>
              <a:ext cx="702701" cy="702700"/>
            </a:xfrm>
            <a:prstGeom prst="rect">
              <a:avLst/>
            </a:prstGeom>
            <a:noFill/>
            <a:ln>
              <a:noFill/>
            </a:ln>
          </p:spPr>
        </p:pic>
        <p:sp>
          <p:nvSpPr>
            <p:cNvPr id="16323" name="Google Shape;16323;p289"/>
            <p:cNvSpPr txBox="1"/>
            <p:nvPr/>
          </p:nvSpPr>
          <p:spPr>
            <a:xfrm>
              <a:off x="2782511" y="1476053"/>
              <a:ext cx="761100" cy="232500"/>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s-419" sz="700"/>
                <a:t>Jefe de bodega</a:t>
              </a:r>
              <a:endParaRPr sz="700"/>
            </a:p>
          </p:txBody>
        </p:sp>
        <p:sp>
          <p:nvSpPr>
            <p:cNvPr id="16324" name="Google Shape;16324;p289"/>
            <p:cNvSpPr txBox="1"/>
            <p:nvPr/>
          </p:nvSpPr>
          <p:spPr>
            <a:xfrm>
              <a:off x="2704760" y="1669653"/>
              <a:ext cx="964800" cy="232500"/>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t/>
              </a:r>
              <a:endParaRPr b="1" sz="700">
                <a:latin typeface="Arvo"/>
                <a:ea typeface="Arvo"/>
                <a:cs typeface="Arvo"/>
                <a:sym typeface="Arvo"/>
              </a:endParaRPr>
            </a:p>
            <a:p>
              <a:pPr indent="0" lvl="0" marL="0" rtl="0" algn="ctr">
                <a:spcBef>
                  <a:spcPts val="0"/>
                </a:spcBef>
                <a:spcAft>
                  <a:spcPts val="0"/>
                </a:spcAft>
                <a:buNone/>
              </a:pPr>
              <a:r>
                <a:rPr i="1" lang="es-419" sz="500">
                  <a:latin typeface="Arvo"/>
                  <a:ea typeface="Arvo"/>
                  <a:cs typeface="Arvo"/>
                  <a:sym typeface="Arvo"/>
                </a:rPr>
                <a:t>&lt;ej: conductor&gt;</a:t>
              </a:r>
              <a:endParaRPr i="1" sz="500">
                <a:latin typeface="Arvo"/>
                <a:ea typeface="Arvo"/>
                <a:cs typeface="Arvo"/>
                <a:sym typeface="Arvo"/>
              </a:endParaRPr>
            </a:p>
          </p:txBody>
        </p:sp>
      </p:grpSp>
      <p:grpSp>
        <p:nvGrpSpPr>
          <p:cNvPr id="16325" name="Google Shape;16325;p289"/>
          <p:cNvGrpSpPr/>
          <p:nvPr/>
        </p:nvGrpSpPr>
        <p:grpSpPr>
          <a:xfrm>
            <a:off x="6815889" y="4215341"/>
            <a:ext cx="2810831" cy="2161925"/>
            <a:chOff x="2640436" y="-87872"/>
            <a:chExt cx="3098700" cy="2874900"/>
          </a:xfrm>
        </p:grpSpPr>
        <p:sp>
          <p:nvSpPr>
            <p:cNvPr id="16326" name="Google Shape;16326;p289"/>
            <p:cNvSpPr/>
            <p:nvPr/>
          </p:nvSpPr>
          <p:spPr>
            <a:xfrm>
              <a:off x="2640436" y="-87872"/>
              <a:ext cx="3098700" cy="2874900"/>
            </a:xfrm>
            <a:prstGeom prst="roundRect">
              <a:avLst>
                <a:gd fmla="val 3233" name="adj"/>
              </a:avLst>
            </a:prstGeom>
            <a:solidFill>
              <a:srgbClr val="FFFFFF"/>
            </a:solidFill>
            <a:ln cap="flat" cmpd="sng" w="9525">
              <a:solidFill>
                <a:srgbClr val="EFEFEF"/>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t" bIns="15400" lIns="15400" spcFirstLastPara="1" rIns="15400" wrap="square" tIns="15400">
              <a:noAutofit/>
            </a:bodyPr>
            <a:lstStyle/>
            <a:p>
              <a:pPr indent="0" lvl="0" marL="0" rtl="0" algn="ctr">
                <a:spcBef>
                  <a:spcPts val="0"/>
                </a:spcBef>
                <a:spcAft>
                  <a:spcPts val="0"/>
                </a:spcAft>
                <a:buNone/>
              </a:pPr>
              <a:r>
                <a:rPr b="1" i="1" lang="es-419" sz="800">
                  <a:solidFill>
                    <a:srgbClr val="434343"/>
                  </a:solidFill>
                </a:rPr>
                <a:t>Puntos de Automatización</a:t>
              </a:r>
              <a:endParaRPr b="1" i="1" sz="800">
                <a:solidFill>
                  <a:srgbClr val="434343"/>
                </a:solidFill>
              </a:endParaRPr>
            </a:p>
          </p:txBody>
        </p:sp>
        <p:sp>
          <p:nvSpPr>
            <p:cNvPr id="16327" name="Google Shape;16327;p289"/>
            <p:cNvSpPr txBox="1"/>
            <p:nvPr/>
          </p:nvSpPr>
          <p:spPr>
            <a:xfrm>
              <a:off x="2820612" y="182753"/>
              <a:ext cx="1098600" cy="232500"/>
            </a:xfrm>
            <a:prstGeom prst="rect">
              <a:avLst/>
            </a:prstGeom>
            <a:noFill/>
            <a:ln>
              <a:noFill/>
            </a:ln>
          </p:spPr>
          <p:txBody>
            <a:bodyPr anchorCtr="0" anchor="ctr" bIns="0" lIns="0" spcFirstLastPara="1" rIns="0" wrap="square" tIns="0">
              <a:noAutofit/>
            </a:bodyPr>
            <a:lstStyle/>
            <a:p>
              <a:pPr indent="0" lvl="0" marL="0" rtl="0" algn="r">
                <a:spcBef>
                  <a:spcPts val="0"/>
                </a:spcBef>
                <a:spcAft>
                  <a:spcPts val="0"/>
                </a:spcAft>
                <a:buNone/>
              </a:pPr>
              <a:r>
                <a:rPr lang="es-419" sz="700">
                  <a:latin typeface="Arvo"/>
                  <a:ea typeface="Arvo"/>
                  <a:cs typeface="Arvo"/>
                  <a:sym typeface="Arvo"/>
                </a:rPr>
                <a:t>Actividad de Negocio</a:t>
              </a:r>
              <a:endParaRPr sz="700">
                <a:latin typeface="Arvo"/>
                <a:ea typeface="Arvo"/>
                <a:cs typeface="Arvo"/>
                <a:sym typeface="Arvo"/>
              </a:endParaRPr>
            </a:p>
            <a:p>
              <a:pPr indent="0" lvl="0" marL="0" rtl="0" algn="r">
                <a:spcBef>
                  <a:spcPts val="0"/>
                </a:spcBef>
                <a:spcAft>
                  <a:spcPts val="0"/>
                </a:spcAft>
                <a:buNone/>
              </a:pPr>
              <a:r>
                <a:rPr i="1" lang="es-419" sz="500">
                  <a:latin typeface="Arvo"/>
                  <a:ea typeface="Arvo"/>
                  <a:cs typeface="Arvo"/>
                  <a:sym typeface="Arvo"/>
                </a:rPr>
                <a:t>&lt;ej: Identificarse&gt;</a:t>
              </a:r>
              <a:endParaRPr i="1" sz="500">
                <a:latin typeface="Arvo"/>
                <a:ea typeface="Arvo"/>
                <a:cs typeface="Arvo"/>
                <a:sym typeface="Arvo"/>
              </a:endParaRPr>
            </a:p>
          </p:txBody>
        </p:sp>
        <p:sp>
          <p:nvSpPr>
            <p:cNvPr id="16328" name="Google Shape;16328;p289"/>
            <p:cNvSpPr/>
            <p:nvPr/>
          </p:nvSpPr>
          <p:spPr>
            <a:xfrm>
              <a:off x="3951036" y="159603"/>
              <a:ext cx="17313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8200" lIns="78200" spcFirstLastPara="1" rIns="78200" wrap="square" tIns="78200">
              <a:noAutofit/>
            </a:bodyPr>
            <a:lstStyle/>
            <a:p>
              <a:pPr indent="0" lvl="0" marL="0" rtl="0" algn="l">
                <a:spcBef>
                  <a:spcPts val="0"/>
                </a:spcBef>
                <a:spcAft>
                  <a:spcPts val="0"/>
                </a:spcAft>
                <a:buNone/>
              </a:pPr>
              <a:r>
                <a:t/>
              </a:r>
              <a:endParaRPr sz="500">
                <a:latin typeface="Roboto"/>
                <a:ea typeface="Roboto"/>
                <a:cs typeface="Roboto"/>
                <a:sym typeface="Roboto"/>
              </a:endParaRPr>
            </a:p>
          </p:txBody>
        </p:sp>
        <p:sp>
          <p:nvSpPr>
            <p:cNvPr id="16329" name="Google Shape;16329;p289"/>
            <p:cNvSpPr txBox="1"/>
            <p:nvPr/>
          </p:nvSpPr>
          <p:spPr>
            <a:xfrm>
              <a:off x="3962886" y="142103"/>
              <a:ext cx="1731300" cy="351900"/>
            </a:xfrm>
            <a:prstGeom prst="rect">
              <a:avLst/>
            </a:prstGeom>
            <a:noFill/>
            <a:ln>
              <a:noFill/>
            </a:ln>
          </p:spPr>
          <p:txBody>
            <a:bodyPr anchorCtr="0" anchor="ctr" bIns="15400" lIns="15400" spcFirstLastPara="1" rIns="15400" wrap="square" tIns="15400">
              <a:noAutofit/>
            </a:bodyPr>
            <a:lstStyle/>
            <a:p>
              <a:pPr indent="0" lvl="0" marL="0" rtl="0" algn="l">
                <a:spcBef>
                  <a:spcPts val="0"/>
                </a:spcBef>
                <a:spcAft>
                  <a:spcPts val="0"/>
                </a:spcAft>
                <a:buNone/>
              </a:pPr>
              <a:r>
                <a:rPr b="1" lang="es-419" sz="700">
                  <a:solidFill>
                    <a:schemeClr val="dk1"/>
                  </a:solidFill>
                </a:rPr>
                <a:t>Confirmar</a:t>
              </a:r>
              <a:r>
                <a:rPr b="1" lang="es-419" sz="700">
                  <a:solidFill>
                    <a:schemeClr val="dk1"/>
                  </a:solidFill>
                </a:rPr>
                <a:t> disponibilidad al area de ventas</a:t>
              </a:r>
              <a:r>
                <a:rPr b="1" lang="es-419" sz="700">
                  <a:solidFill>
                    <a:schemeClr val="dk1"/>
                  </a:solidFill>
                </a:rPr>
                <a:t> </a:t>
              </a:r>
              <a:endParaRPr/>
            </a:p>
          </p:txBody>
        </p:sp>
        <p:sp>
          <p:nvSpPr>
            <p:cNvPr id="16330" name="Google Shape;16330;p289"/>
            <p:cNvSpPr/>
            <p:nvPr/>
          </p:nvSpPr>
          <p:spPr>
            <a:xfrm>
              <a:off x="3646236" y="1459979"/>
              <a:ext cx="6333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8200" lIns="78200" spcFirstLastPara="1" rIns="78200" wrap="square" tIns="78200">
              <a:noAutofit/>
            </a:bodyPr>
            <a:lstStyle/>
            <a:p>
              <a:pPr indent="0" lvl="0" marL="0" rtl="0" algn="l">
                <a:spcBef>
                  <a:spcPts val="0"/>
                </a:spcBef>
                <a:spcAft>
                  <a:spcPts val="0"/>
                </a:spcAft>
                <a:buNone/>
              </a:pPr>
              <a:r>
                <a:rPr lang="es-419" sz="600">
                  <a:solidFill>
                    <a:schemeClr val="dk1"/>
                  </a:solidFill>
                </a:rPr>
                <a:t>sistema interno de </a:t>
              </a:r>
              <a:r>
                <a:rPr lang="es-419" sz="600">
                  <a:solidFill>
                    <a:schemeClr val="dk1"/>
                  </a:solidFill>
                </a:rPr>
                <a:t>comunicación</a:t>
              </a:r>
              <a:endParaRPr sz="500">
                <a:latin typeface="Roboto"/>
                <a:ea typeface="Roboto"/>
                <a:cs typeface="Roboto"/>
                <a:sym typeface="Roboto"/>
              </a:endParaRPr>
            </a:p>
          </p:txBody>
        </p:sp>
        <p:sp>
          <p:nvSpPr>
            <p:cNvPr id="16331" name="Google Shape;16331;p289"/>
            <p:cNvSpPr/>
            <p:nvPr/>
          </p:nvSpPr>
          <p:spPr>
            <a:xfrm>
              <a:off x="3646236" y="1075527"/>
              <a:ext cx="6333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8200" lIns="78200" spcFirstLastPara="1" rIns="78200" wrap="square" tIns="78200">
              <a:noAutofit/>
            </a:bodyPr>
            <a:lstStyle/>
            <a:p>
              <a:pPr indent="0" lvl="0" marL="0" rtl="0" algn="l">
                <a:spcBef>
                  <a:spcPts val="0"/>
                </a:spcBef>
                <a:spcAft>
                  <a:spcPts val="0"/>
                </a:spcAft>
                <a:buNone/>
              </a:pPr>
              <a:r>
                <a:t/>
              </a:r>
              <a:endParaRPr sz="500">
                <a:latin typeface="Roboto"/>
                <a:ea typeface="Roboto"/>
                <a:cs typeface="Roboto"/>
                <a:sym typeface="Roboto"/>
              </a:endParaRPr>
            </a:p>
          </p:txBody>
        </p:sp>
        <p:sp>
          <p:nvSpPr>
            <p:cNvPr id="16332" name="Google Shape;16332;p289"/>
            <p:cNvSpPr/>
            <p:nvPr/>
          </p:nvSpPr>
          <p:spPr>
            <a:xfrm>
              <a:off x="3646236" y="1853377"/>
              <a:ext cx="6333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8200" lIns="78200" spcFirstLastPara="1" rIns="78200" wrap="square" tIns="78200">
              <a:noAutofit/>
            </a:bodyPr>
            <a:lstStyle/>
            <a:p>
              <a:pPr indent="0" lvl="0" marL="0" rtl="0" algn="l">
                <a:spcBef>
                  <a:spcPts val="0"/>
                </a:spcBef>
                <a:spcAft>
                  <a:spcPts val="0"/>
                </a:spcAft>
                <a:buNone/>
              </a:pPr>
              <a:r>
                <a:t/>
              </a:r>
              <a:endParaRPr sz="500">
                <a:latin typeface="Roboto"/>
                <a:ea typeface="Roboto"/>
                <a:cs typeface="Roboto"/>
                <a:sym typeface="Roboto"/>
              </a:endParaRPr>
            </a:p>
          </p:txBody>
        </p:sp>
        <p:sp>
          <p:nvSpPr>
            <p:cNvPr id="16333" name="Google Shape;16333;p289"/>
            <p:cNvSpPr/>
            <p:nvPr/>
          </p:nvSpPr>
          <p:spPr>
            <a:xfrm>
              <a:off x="3646236" y="2229879"/>
              <a:ext cx="6333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8200" lIns="78200" spcFirstLastPara="1" rIns="78200" wrap="square" tIns="78200">
              <a:noAutofit/>
            </a:bodyPr>
            <a:lstStyle/>
            <a:p>
              <a:pPr indent="0" lvl="0" marL="0" rtl="0" algn="l">
                <a:spcBef>
                  <a:spcPts val="0"/>
                </a:spcBef>
                <a:spcAft>
                  <a:spcPts val="0"/>
                </a:spcAft>
                <a:buNone/>
              </a:pPr>
              <a:r>
                <a:t/>
              </a:r>
              <a:endParaRPr sz="500">
                <a:latin typeface="Roboto"/>
                <a:ea typeface="Roboto"/>
                <a:cs typeface="Roboto"/>
                <a:sym typeface="Roboto"/>
              </a:endParaRPr>
            </a:p>
          </p:txBody>
        </p:sp>
        <p:sp>
          <p:nvSpPr>
            <p:cNvPr id="16334" name="Google Shape;16334;p289"/>
            <p:cNvSpPr/>
            <p:nvPr/>
          </p:nvSpPr>
          <p:spPr>
            <a:xfrm>
              <a:off x="4349786" y="1075528"/>
              <a:ext cx="13251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61600" lIns="61600" spcFirstLastPara="1" rIns="61600" wrap="square" tIns="61600">
              <a:noAutofit/>
            </a:bodyPr>
            <a:lstStyle/>
            <a:p>
              <a:pPr indent="0" lvl="0" marL="0" rtl="0" algn="l">
                <a:spcBef>
                  <a:spcPts val="0"/>
                </a:spcBef>
                <a:spcAft>
                  <a:spcPts val="0"/>
                </a:spcAft>
                <a:buNone/>
              </a:pPr>
              <a:r>
                <a:t/>
              </a:r>
              <a:endParaRPr sz="700">
                <a:latin typeface="Roboto"/>
                <a:ea typeface="Roboto"/>
                <a:cs typeface="Roboto"/>
                <a:sym typeface="Roboto"/>
              </a:endParaRPr>
            </a:p>
          </p:txBody>
        </p:sp>
        <p:sp>
          <p:nvSpPr>
            <p:cNvPr id="16335" name="Google Shape;16335;p289"/>
            <p:cNvSpPr/>
            <p:nvPr/>
          </p:nvSpPr>
          <p:spPr>
            <a:xfrm>
              <a:off x="4349786" y="1459971"/>
              <a:ext cx="13251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61600" lIns="61600" spcFirstLastPara="1" rIns="61600" wrap="square" tIns="61600">
              <a:noAutofit/>
            </a:bodyPr>
            <a:lstStyle/>
            <a:p>
              <a:pPr indent="0" lvl="0" marL="0" rtl="0" algn="l">
                <a:spcBef>
                  <a:spcPts val="0"/>
                </a:spcBef>
                <a:spcAft>
                  <a:spcPts val="0"/>
                </a:spcAft>
                <a:buNone/>
              </a:pPr>
              <a:r>
                <a:rPr lang="es-419" sz="600">
                  <a:solidFill>
                    <a:schemeClr val="dk1"/>
                  </a:solidFill>
                </a:rPr>
                <a:t>Enviar </a:t>
              </a:r>
              <a:r>
                <a:rPr lang="es-419" sz="600">
                  <a:solidFill>
                    <a:schemeClr val="dk1"/>
                  </a:solidFill>
                </a:rPr>
                <a:t>confirmación</a:t>
              </a:r>
              <a:r>
                <a:rPr lang="es-419" sz="600">
                  <a:solidFill>
                    <a:schemeClr val="dk1"/>
                  </a:solidFill>
                </a:rPr>
                <a:t> al asesor de ventas</a:t>
              </a:r>
              <a:endParaRPr sz="700">
                <a:latin typeface="Roboto"/>
                <a:ea typeface="Roboto"/>
                <a:cs typeface="Roboto"/>
                <a:sym typeface="Roboto"/>
              </a:endParaRPr>
            </a:p>
          </p:txBody>
        </p:sp>
        <p:sp>
          <p:nvSpPr>
            <p:cNvPr id="16336" name="Google Shape;16336;p289"/>
            <p:cNvSpPr/>
            <p:nvPr/>
          </p:nvSpPr>
          <p:spPr>
            <a:xfrm>
              <a:off x="4349786" y="1853372"/>
              <a:ext cx="13251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61600" lIns="61600" spcFirstLastPara="1" rIns="61600" wrap="square" tIns="61600">
              <a:noAutofit/>
            </a:bodyPr>
            <a:lstStyle/>
            <a:p>
              <a:pPr indent="0" lvl="0" marL="0" rtl="0" algn="l">
                <a:spcBef>
                  <a:spcPts val="0"/>
                </a:spcBef>
                <a:spcAft>
                  <a:spcPts val="0"/>
                </a:spcAft>
                <a:buNone/>
              </a:pPr>
              <a:r>
                <a:t/>
              </a:r>
              <a:endParaRPr sz="700">
                <a:latin typeface="Roboto"/>
                <a:ea typeface="Roboto"/>
                <a:cs typeface="Roboto"/>
                <a:sym typeface="Roboto"/>
              </a:endParaRPr>
            </a:p>
          </p:txBody>
        </p:sp>
        <p:sp>
          <p:nvSpPr>
            <p:cNvPr id="16337" name="Google Shape;16337;p289"/>
            <p:cNvSpPr/>
            <p:nvPr/>
          </p:nvSpPr>
          <p:spPr>
            <a:xfrm>
              <a:off x="4349786" y="2239831"/>
              <a:ext cx="13251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61600" lIns="61600" spcFirstLastPara="1" rIns="61600" wrap="square" tIns="61600">
              <a:noAutofit/>
            </a:bodyPr>
            <a:lstStyle/>
            <a:p>
              <a:pPr indent="0" lvl="0" marL="0" rtl="0" algn="l">
                <a:spcBef>
                  <a:spcPts val="0"/>
                </a:spcBef>
                <a:spcAft>
                  <a:spcPts val="0"/>
                </a:spcAft>
                <a:buNone/>
              </a:pPr>
              <a:r>
                <a:rPr lang="es-419" sz="700">
                  <a:latin typeface="Roboto"/>
                  <a:ea typeface="Roboto"/>
                  <a:cs typeface="Roboto"/>
                  <a:sym typeface="Roboto"/>
                </a:rPr>
                <a:t>&lt;...&gt;</a:t>
              </a:r>
              <a:endParaRPr sz="700">
                <a:latin typeface="Roboto"/>
                <a:ea typeface="Roboto"/>
                <a:cs typeface="Roboto"/>
                <a:sym typeface="Roboto"/>
              </a:endParaRPr>
            </a:p>
          </p:txBody>
        </p:sp>
        <p:sp>
          <p:nvSpPr>
            <p:cNvPr id="16338" name="Google Shape;16338;p289"/>
            <p:cNvSpPr/>
            <p:nvPr/>
          </p:nvSpPr>
          <p:spPr>
            <a:xfrm>
              <a:off x="2704756" y="1461628"/>
              <a:ext cx="8817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8200" lIns="78200" spcFirstLastPara="1" rIns="78200" wrap="square" tIns="78200">
              <a:noAutofit/>
            </a:bodyPr>
            <a:lstStyle/>
            <a:p>
              <a:pPr indent="0" lvl="0" marL="0" rtl="0" algn="l">
                <a:spcBef>
                  <a:spcPts val="0"/>
                </a:spcBef>
                <a:spcAft>
                  <a:spcPts val="0"/>
                </a:spcAft>
                <a:buNone/>
              </a:pPr>
              <a:r>
                <a:t/>
              </a:r>
              <a:endParaRPr sz="500">
                <a:latin typeface="Roboto"/>
                <a:ea typeface="Roboto"/>
                <a:cs typeface="Roboto"/>
                <a:sym typeface="Roboto"/>
              </a:endParaRPr>
            </a:p>
          </p:txBody>
        </p:sp>
        <p:sp>
          <p:nvSpPr>
            <p:cNvPr id="16339" name="Google Shape;16339;p289"/>
            <p:cNvSpPr txBox="1"/>
            <p:nvPr/>
          </p:nvSpPr>
          <p:spPr>
            <a:xfrm>
              <a:off x="4463036" y="557328"/>
              <a:ext cx="1098600" cy="4653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b="1" lang="es-419" sz="700">
                  <a:latin typeface="Arvo"/>
                  <a:ea typeface="Arvo"/>
                  <a:cs typeface="Arvo"/>
                  <a:sym typeface="Arvo"/>
                </a:rPr>
                <a:t>Acción interactiva:</a:t>
              </a:r>
              <a:endParaRPr b="1" sz="700">
                <a:latin typeface="Arvo"/>
                <a:ea typeface="Arvo"/>
                <a:cs typeface="Arvo"/>
                <a:sym typeface="Arvo"/>
              </a:endParaRPr>
            </a:p>
            <a:p>
              <a:pPr indent="0" lvl="0" marL="0" rtl="0" algn="ctr">
                <a:spcBef>
                  <a:spcPts val="0"/>
                </a:spcBef>
                <a:spcAft>
                  <a:spcPts val="0"/>
                </a:spcAft>
                <a:buNone/>
              </a:pPr>
              <a:r>
                <a:rPr i="1" lang="es-419" sz="500">
                  <a:latin typeface="Arvo"/>
                  <a:ea typeface="Arvo"/>
                  <a:cs typeface="Arvo"/>
                  <a:sym typeface="Arvo"/>
                </a:rPr>
                <a:t>&lt;ej: </a:t>
              </a:r>
              <a:r>
                <a:rPr i="1" lang="es-419" sz="500">
                  <a:solidFill>
                    <a:srgbClr val="000000"/>
                  </a:solidFill>
                  <a:latin typeface="Roboto"/>
                  <a:ea typeface="Roboto"/>
                  <a:cs typeface="Roboto"/>
                  <a:sym typeface="Roboto"/>
                </a:rPr>
                <a:t>autenticar por huella y cara</a:t>
              </a:r>
              <a:r>
                <a:rPr i="1" lang="es-419" sz="500">
                  <a:latin typeface="Arvo"/>
                  <a:ea typeface="Arvo"/>
                  <a:cs typeface="Arvo"/>
                  <a:sym typeface="Arvo"/>
                </a:rPr>
                <a:t>&gt;</a:t>
              </a:r>
              <a:endParaRPr i="1" sz="500">
                <a:latin typeface="Arvo"/>
                <a:ea typeface="Arvo"/>
                <a:cs typeface="Arvo"/>
                <a:sym typeface="Arvo"/>
              </a:endParaRPr>
            </a:p>
          </p:txBody>
        </p:sp>
        <p:sp>
          <p:nvSpPr>
            <p:cNvPr id="16340" name="Google Shape;16340;p289"/>
            <p:cNvSpPr txBox="1"/>
            <p:nvPr/>
          </p:nvSpPr>
          <p:spPr>
            <a:xfrm>
              <a:off x="3639736" y="557328"/>
              <a:ext cx="702600" cy="4653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b="1" lang="es-419" sz="700">
                  <a:latin typeface="Arvo"/>
                  <a:ea typeface="Arvo"/>
                  <a:cs typeface="Arvo"/>
                  <a:sym typeface="Arvo"/>
                </a:rPr>
                <a:t>Punto de contacto</a:t>
              </a:r>
              <a:endParaRPr sz="700">
                <a:latin typeface="Arvo"/>
                <a:ea typeface="Arvo"/>
                <a:cs typeface="Arvo"/>
                <a:sym typeface="Arvo"/>
              </a:endParaRPr>
            </a:p>
          </p:txBody>
        </p:sp>
        <p:sp>
          <p:nvSpPr>
            <p:cNvPr id="16341" name="Google Shape;16341;p289"/>
            <p:cNvSpPr txBox="1"/>
            <p:nvPr/>
          </p:nvSpPr>
          <p:spPr>
            <a:xfrm>
              <a:off x="2784273" y="568049"/>
              <a:ext cx="702600" cy="4653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b="1" lang="es-419" sz="700">
                  <a:latin typeface="Arvo"/>
                  <a:ea typeface="Arvo"/>
                  <a:cs typeface="Arvo"/>
                  <a:sym typeface="Arvo"/>
                </a:rPr>
                <a:t>Rol</a:t>
              </a:r>
              <a:endParaRPr sz="700">
                <a:latin typeface="Arvo"/>
                <a:ea typeface="Arvo"/>
                <a:cs typeface="Arvo"/>
                <a:sym typeface="Arvo"/>
              </a:endParaRPr>
            </a:p>
          </p:txBody>
        </p:sp>
        <p:pic>
          <p:nvPicPr>
            <p:cNvPr id="16342" name="Google Shape;16342;p289"/>
            <p:cNvPicPr preferRelativeResize="0"/>
            <p:nvPr/>
          </p:nvPicPr>
          <p:blipFill rotWithShape="1">
            <a:blip r:embed="rId3">
              <a:alphaModFix/>
            </a:blip>
            <a:srcRect b="-868" l="16515" r="66426" t="66946"/>
            <a:stretch/>
          </p:blipFill>
          <p:spPr>
            <a:xfrm>
              <a:off x="2782507" y="825772"/>
              <a:ext cx="702701" cy="702700"/>
            </a:xfrm>
            <a:prstGeom prst="rect">
              <a:avLst/>
            </a:prstGeom>
            <a:noFill/>
            <a:ln>
              <a:noFill/>
            </a:ln>
          </p:spPr>
        </p:pic>
        <p:sp>
          <p:nvSpPr>
            <p:cNvPr id="16343" name="Google Shape;16343;p289"/>
            <p:cNvSpPr txBox="1"/>
            <p:nvPr/>
          </p:nvSpPr>
          <p:spPr>
            <a:xfrm>
              <a:off x="2782511" y="1476053"/>
              <a:ext cx="761100" cy="232500"/>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b="1" lang="es-419" sz="700">
                  <a:solidFill>
                    <a:schemeClr val="dk1"/>
                  </a:solidFill>
                </a:rPr>
                <a:t>Jefe de bodega</a:t>
              </a:r>
              <a:endParaRPr/>
            </a:p>
          </p:txBody>
        </p:sp>
        <p:sp>
          <p:nvSpPr>
            <p:cNvPr id="16344" name="Google Shape;16344;p289"/>
            <p:cNvSpPr txBox="1"/>
            <p:nvPr/>
          </p:nvSpPr>
          <p:spPr>
            <a:xfrm>
              <a:off x="2704760" y="1669653"/>
              <a:ext cx="964800" cy="232500"/>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t/>
              </a:r>
              <a:endParaRPr b="1" sz="700">
                <a:latin typeface="Arvo"/>
                <a:ea typeface="Arvo"/>
                <a:cs typeface="Arvo"/>
                <a:sym typeface="Arvo"/>
              </a:endParaRPr>
            </a:p>
            <a:p>
              <a:pPr indent="0" lvl="0" marL="0" rtl="0" algn="ctr">
                <a:spcBef>
                  <a:spcPts val="0"/>
                </a:spcBef>
                <a:spcAft>
                  <a:spcPts val="0"/>
                </a:spcAft>
                <a:buNone/>
              </a:pPr>
              <a:r>
                <a:rPr i="1" lang="es-419" sz="500">
                  <a:latin typeface="Arvo"/>
                  <a:ea typeface="Arvo"/>
                  <a:cs typeface="Arvo"/>
                  <a:sym typeface="Arvo"/>
                </a:rPr>
                <a:t>&lt;ej: conductor&gt;</a:t>
              </a:r>
              <a:endParaRPr i="1" sz="500">
                <a:latin typeface="Arvo"/>
                <a:ea typeface="Arvo"/>
                <a:cs typeface="Arvo"/>
                <a:sym typeface="Arvo"/>
              </a:endParaRPr>
            </a:p>
          </p:txBody>
        </p:sp>
      </p:grpSp>
      <p:grpSp>
        <p:nvGrpSpPr>
          <p:cNvPr id="16345" name="Google Shape;16345;p289"/>
          <p:cNvGrpSpPr/>
          <p:nvPr/>
        </p:nvGrpSpPr>
        <p:grpSpPr>
          <a:xfrm>
            <a:off x="3634576" y="4215341"/>
            <a:ext cx="2810831" cy="2161925"/>
            <a:chOff x="2640436" y="-87872"/>
            <a:chExt cx="3098700" cy="2874900"/>
          </a:xfrm>
        </p:grpSpPr>
        <p:sp>
          <p:nvSpPr>
            <p:cNvPr id="16346" name="Google Shape;16346;p289"/>
            <p:cNvSpPr/>
            <p:nvPr/>
          </p:nvSpPr>
          <p:spPr>
            <a:xfrm>
              <a:off x="2640436" y="-87872"/>
              <a:ext cx="3098700" cy="2874900"/>
            </a:xfrm>
            <a:prstGeom prst="roundRect">
              <a:avLst>
                <a:gd fmla="val 3233" name="adj"/>
              </a:avLst>
            </a:prstGeom>
            <a:solidFill>
              <a:srgbClr val="FFFFFF"/>
            </a:solidFill>
            <a:ln cap="flat" cmpd="sng" w="9525">
              <a:solidFill>
                <a:srgbClr val="EFEFEF"/>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t" bIns="15400" lIns="15400" spcFirstLastPara="1" rIns="15400" wrap="square" tIns="15400">
              <a:noAutofit/>
            </a:bodyPr>
            <a:lstStyle/>
            <a:p>
              <a:pPr indent="0" lvl="0" marL="0" rtl="0" algn="ctr">
                <a:spcBef>
                  <a:spcPts val="0"/>
                </a:spcBef>
                <a:spcAft>
                  <a:spcPts val="0"/>
                </a:spcAft>
                <a:buNone/>
              </a:pPr>
              <a:r>
                <a:rPr b="1" i="1" lang="es-419" sz="800">
                  <a:solidFill>
                    <a:srgbClr val="434343"/>
                  </a:solidFill>
                </a:rPr>
                <a:t>Puntos de Automatización</a:t>
              </a:r>
              <a:endParaRPr b="1" i="1" sz="800">
                <a:solidFill>
                  <a:srgbClr val="434343"/>
                </a:solidFill>
              </a:endParaRPr>
            </a:p>
          </p:txBody>
        </p:sp>
        <p:sp>
          <p:nvSpPr>
            <p:cNvPr id="16347" name="Google Shape;16347;p289"/>
            <p:cNvSpPr txBox="1"/>
            <p:nvPr/>
          </p:nvSpPr>
          <p:spPr>
            <a:xfrm>
              <a:off x="2820612" y="182753"/>
              <a:ext cx="1098600" cy="232500"/>
            </a:xfrm>
            <a:prstGeom prst="rect">
              <a:avLst/>
            </a:prstGeom>
            <a:noFill/>
            <a:ln>
              <a:noFill/>
            </a:ln>
          </p:spPr>
          <p:txBody>
            <a:bodyPr anchorCtr="0" anchor="ctr" bIns="0" lIns="0" spcFirstLastPara="1" rIns="0" wrap="square" tIns="0">
              <a:noAutofit/>
            </a:bodyPr>
            <a:lstStyle/>
            <a:p>
              <a:pPr indent="0" lvl="0" marL="0" rtl="0" algn="r">
                <a:spcBef>
                  <a:spcPts val="0"/>
                </a:spcBef>
                <a:spcAft>
                  <a:spcPts val="0"/>
                </a:spcAft>
                <a:buNone/>
              </a:pPr>
              <a:r>
                <a:rPr lang="es-419" sz="700">
                  <a:latin typeface="Arvo"/>
                  <a:ea typeface="Arvo"/>
                  <a:cs typeface="Arvo"/>
                  <a:sym typeface="Arvo"/>
                </a:rPr>
                <a:t>Actividad de Negocio</a:t>
              </a:r>
              <a:endParaRPr sz="700">
                <a:latin typeface="Arvo"/>
                <a:ea typeface="Arvo"/>
                <a:cs typeface="Arvo"/>
                <a:sym typeface="Arvo"/>
              </a:endParaRPr>
            </a:p>
            <a:p>
              <a:pPr indent="0" lvl="0" marL="0" rtl="0" algn="r">
                <a:spcBef>
                  <a:spcPts val="0"/>
                </a:spcBef>
                <a:spcAft>
                  <a:spcPts val="0"/>
                </a:spcAft>
                <a:buNone/>
              </a:pPr>
              <a:r>
                <a:rPr i="1" lang="es-419" sz="500">
                  <a:latin typeface="Arvo"/>
                  <a:ea typeface="Arvo"/>
                  <a:cs typeface="Arvo"/>
                  <a:sym typeface="Arvo"/>
                </a:rPr>
                <a:t>&lt;ej: Identificarse&gt;</a:t>
              </a:r>
              <a:endParaRPr i="1" sz="500">
                <a:latin typeface="Arvo"/>
                <a:ea typeface="Arvo"/>
                <a:cs typeface="Arvo"/>
                <a:sym typeface="Arvo"/>
              </a:endParaRPr>
            </a:p>
          </p:txBody>
        </p:sp>
        <p:sp>
          <p:nvSpPr>
            <p:cNvPr id="16348" name="Google Shape;16348;p289"/>
            <p:cNvSpPr/>
            <p:nvPr/>
          </p:nvSpPr>
          <p:spPr>
            <a:xfrm>
              <a:off x="3951036" y="159603"/>
              <a:ext cx="17313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8200" lIns="78200" spcFirstLastPara="1" rIns="78200" wrap="square" tIns="78200">
              <a:noAutofit/>
            </a:bodyPr>
            <a:lstStyle/>
            <a:p>
              <a:pPr indent="0" lvl="0" marL="0" rtl="0" algn="l">
                <a:spcBef>
                  <a:spcPts val="0"/>
                </a:spcBef>
                <a:spcAft>
                  <a:spcPts val="0"/>
                </a:spcAft>
                <a:buNone/>
              </a:pPr>
              <a:r>
                <a:t/>
              </a:r>
              <a:endParaRPr sz="500">
                <a:latin typeface="Roboto"/>
                <a:ea typeface="Roboto"/>
                <a:cs typeface="Roboto"/>
                <a:sym typeface="Roboto"/>
              </a:endParaRPr>
            </a:p>
          </p:txBody>
        </p:sp>
        <p:sp>
          <p:nvSpPr>
            <p:cNvPr id="16349" name="Google Shape;16349;p289"/>
            <p:cNvSpPr txBox="1"/>
            <p:nvPr/>
          </p:nvSpPr>
          <p:spPr>
            <a:xfrm>
              <a:off x="3962886" y="142103"/>
              <a:ext cx="1731300" cy="351900"/>
            </a:xfrm>
            <a:prstGeom prst="rect">
              <a:avLst/>
            </a:prstGeom>
            <a:noFill/>
            <a:ln>
              <a:noFill/>
            </a:ln>
          </p:spPr>
          <p:txBody>
            <a:bodyPr anchorCtr="0" anchor="ctr" bIns="15400" lIns="15400" spcFirstLastPara="1" rIns="15400" wrap="square" tIns="15400">
              <a:noAutofit/>
            </a:bodyPr>
            <a:lstStyle/>
            <a:p>
              <a:pPr indent="0" lvl="0" marL="0" rtl="0" algn="l">
                <a:spcBef>
                  <a:spcPts val="0"/>
                </a:spcBef>
                <a:spcAft>
                  <a:spcPts val="0"/>
                </a:spcAft>
                <a:buNone/>
              </a:pPr>
              <a:r>
                <a:rPr b="1" lang="es-419" sz="700">
                  <a:solidFill>
                    <a:schemeClr val="dk1"/>
                  </a:solidFill>
                </a:rPr>
                <a:t>generar alerta por bajo stock</a:t>
              </a:r>
              <a:endParaRPr/>
            </a:p>
          </p:txBody>
        </p:sp>
        <p:sp>
          <p:nvSpPr>
            <p:cNvPr id="16350" name="Google Shape;16350;p289"/>
            <p:cNvSpPr/>
            <p:nvPr/>
          </p:nvSpPr>
          <p:spPr>
            <a:xfrm>
              <a:off x="3646236" y="1459973"/>
              <a:ext cx="6333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8200" lIns="78200" spcFirstLastPara="1" rIns="78200" wrap="square" tIns="78200">
              <a:noAutofit/>
            </a:bodyPr>
            <a:lstStyle/>
            <a:p>
              <a:pPr indent="0" lvl="0" marL="0" rtl="0" algn="l">
                <a:spcBef>
                  <a:spcPts val="0"/>
                </a:spcBef>
                <a:spcAft>
                  <a:spcPts val="0"/>
                </a:spcAft>
                <a:buNone/>
              </a:pPr>
              <a:r>
                <a:t/>
              </a:r>
              <a:endParaRPr sz="500">
                <a:latin typeface="Roboto"/>
                <a:ea typeface="Roboto"/>
                <a:cs typeface="Roboto"/>
                <a:sym typeface="Roboto"/>
              </a:endParaRPr>
            </a:p>
          </p:txBody>
        </p:sp>
        <p:sp>
          <p:nvSpPr>
            <p:cNvPr id="16351" name="Google Shape;16351;p289"/>
            <p:cNvSpPr/>
            <p:nvPr/>
          </p:nvSpPr>
          <p:spPr>
            <a:xfrm>
              <a:off x="3646236" y="1075527"/>
              <a:ext cx="6333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8200" lIns="78200" spcFirstLastPara="1" rIns="78200" wrap="square" tIns="78200">
              <a:noAutofit/>
            </a:bodyPr>
            <a:lstStyle/>
            <a:p>
              <a:pPr indent="0" lvl="0" marL="0" rtl="0" algn="l">
                <a:spcBef>
                  <a:spcPts val="0"/>
                </a:spcBef>
                <a:spcAft>
                  <a:spcPts val="0"/>
                </a:spcAft>
                <a:buNone/>
              </a:pPr>
              <a:r>
                <a:rPr lang="es-419" sz="600">
                  <a:solidFill>
                    <a:schemeClr val="dk1"/>
                  </a:solidFill>
                </a:rPr>
                <a:t>🧾 Panel de control</a:t>
              </a:r>
              <a:endParaRPr sz="500">
                <a:latin typeface="Roboto"/>
                <a:ea typeface="Roboto"/>
                <a:cs typeface="Roboto"/>
                <a:sym typeface="Roboto"/>
              </a:endParaRPr>
            </a:p>
          </p:txBody>
        </p:sp>
        <p:sp>
          <p:nvSpPr>
            <p:cNvPr id="16352" name="Google Shape;16352;p289"/>
            <p:cNvSpPr/>
            <p:nvPr/>
          </p:nvSpPr>
          <p:spPr>
            <a:xfrm>
              <a:off x="3646236" y="1853377"/>
              <a:ext cx="6333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8200" lIns="78200" spcFirstLastPara="1" rIns="78200" wrap="square" tIns="78200">
              <a:noAutofit/>
            </a:bodyPr>
            <a:lstStyle/>
            <a:p>
              <a:pPr indent="0" lvl="0" marL="0" rtl="0" algn="l">
                <a:spcBef>
                  <a:spcPts val="0"/>
                </a:spcBef>
                <a:spcAft>
                  <a:spcPts val="0"/>
                </a:spcAft>
                <a:buNone/>
              </a:pPr>
              <a:r>
                <a:t/>
              </a:r>
              <a:endParaRPr sz="500">
                <a:latin typeface="Roboto"/>
                <a:ea typeface="Roboto"/>
                <a:cs typeface="Roboto"/>
                <a:sym typeface="Roboto"/>
              </a:endParaRPr>
            </a:p>
          </p:txBody>
        </p:sp>
        <p:sp>
          <p:nvSpPr>
            <p:cNvPr id="16353" name="Google Shape;16353;p289"/>
            <p:cNvSpPr/>
            <p:nvPr/>
          </p:nvSpPr>
          <p:spPr>
            <a:xfrm>
              <a:off x="3646236" y="2229879"/>
              <a:ext cx="6333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8200" lIns="78200" spcFirstLastPara="1" rIns="78200" wrap="square" tIns="78200">
              <a:noAutofit/>
            </a:bodyPr>
            <a:lstStyle/>
            <a:p>
              <a:pPr indent="0" lvl="0" marL="0" rtl="0" algn="l">
                <a:spcBef>
                  <a:spcPts val="0"/>
                </a:spcBef>
                <a:spcAft>
                  <a:spcPts val="0"/>
                </a:spcAft>
                <a:buNone/>
              </a:pPr>
              <a:r>
                <a:t/>
              </a:r>
              <a:endParaRPr sz="500">
                <a:latin typeface="Roboto"/>
                <a:ea typeface="Roboto"/>
                <a:cs typeface="Roboto"/>
                <a:sym typeface="Roboto"/>
              </a:endParaRPr>
            </a:p>
          </p:txBody>
        </p:sp>
        <p:sp>
          <p:nvSpPr>
            <p:cNvPr id="16354" name="Google Shape;16354;p289"/>
            <p:cNvSpPr/>
            <p:nvPr/>
          </p:nvSpPr>
          <p:spPr>
            <a:xfrm>
              <a:off x="4349786" y="1075528"/>
              <a:ext cx="13251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61600" lIns="61600" spcFirstLastPara="1" rIns="61600" wrap="square" tIns="61600">
              <a:noAutofit/>
            </a:bodyPr>
            <a:lstStyle/>
            <a:p>
              <a:pPr indent="0" lvl="0" marL="0" rtl="0" algn="l">
                <a:spcBef>
                  <a:spcPts val="0"/>
                </a:spcBef>
                <a:spcAft>
                  <a:spcPts val="0"/>
                </a:spcAft>
                <a:buNone/>
              </a:pPr>
              <a:r>
                <a:rPr lang="es-419" sz="600">
                  <a:solidFill>
                    <a:schemeClr val="dk1"/>
                  </a:solidFill>
                </a:rPr>
                <a:t>Notificar </a:t>
              </a:r>
              <a:r>
                <a:rPr lang="es-419" sz="600">
                  <a:solidFill>
                    <a:schemeClr val="dk1"/>
                  </a:solidFill>
                </a:rPr>
                <a:t>automáticamente</a:t>
              </a:r>
              <a:r>
                <a:rPr lang="es-419" sz="600">
                  <a:solidFill>
                    <a:schemeClr val="dk1"/>
                  </a:solidFill>
                </a:rPr>
                <a:t> al deje de bodega</a:t>
              </a:r>
              <a:endParaRPr sz="700">
                <a:latin typeface="Roboto"/>
                <a:ea typeface="Roboto"/>
                <a:cs typeface="Roboto"/>
                <a:sym typeface="Roboto"/>
              </a:endParaRPr>
            </a:p>
          </p:txBody>
        </p:sp>
        <p:sp>
          <p:nvSpPr>
            <p:cNvPr id="16355" name="Google Shape;16355;p289"/>
            <p:cNvSpPr/>
            <p:nvPr/>
          </p:nvSpPr>
          <p:spPr>
            <a:xfrm>
              <a:off x="4349786" y="1459971"/>
              <a:ext cx="13251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61600" lIns="61600" spcFirstLastPara="1" rIns="61600" wrap="square" tIns="61600">
              <a:noAutofit/>
            </a:bodyPr>
            <a:lstStyle/>
            <a:p>
              <a:pPr indent="0" lvl="0" marL="0" rtl="0" algn="l">
                <a:spcBef>
                  <a:spcPts val="0"/>
                </a:spcBef>
                <a:spcAft>
                  <a:spcPts val="0"/>
                </a:spcAft>
                <a:buNone/>
              </a:pPr>
              <a:r>
                <a:t/>
              </a:r>
              <a:endParaRPr sz="700">
                <a:latin typeface="Roboto"/>
                <a:ea typeface="Roboto"/>
                <a:cs typeface="Roboto"/>
                <a:sym typeface="Roboto"/>
              </a:endParaRPr>
            </a:p>
          </p:txBody>
        </p:sp>
        <p:sp>
          <p:nvSpPr>
            <p:cNvPr id="16356" name="Google Shape;16356;p289"/>
            <p:cNvSpPr/>
            <p:nvPr/>
          </p:nvSpPr>
          <p:spPr>
            <a:xfrm>
              <a:off x="4349786" y="1853372"/>
              <a:ext cx="13251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61600" lIns="61600" spcFirstLastPara="1" rIns="61600" wrap="square" tIns="61600">
              <a:noAutofit/>
            </a:bodyPr>
            <a:lstStyle/>
            <a:p>
              <a:pPr indent="0" lvl="0" marL="0" rtl="0" algn="l">
                <a:spcBef>
                  <a:spcPts val="0"/>
                </a:spcBef>
                <a:spcAft>
                  <a:spcPts val="0"/>
                </a:spcAft>
                <a:buNone/>
              </a:pPr>
              <a:r>
                <a:t/>
              </a:r>
              <a:endParaRPr sz="700">
                <a:latin typeface="Roboto"/>
                <a:ea typeface="Roboto"/>
                <a:cs typeface="Roboto"/>
                <a:sym typeface="Roboto"/>
              </a:endParaRPr>
            </a:p>
          </p:txBody>
        </p:sp>
        <p:sp>
          <p:nvSpPr>
            <p:cNvPr id="16357" name="Google Shape;16357;p289"/>
            <p:cNvSpPr/>
            <p:nvPr/>
          </p:nvSpPr>
          <p:spPr>
            <a:xfrm>
              <a:off x="4349786" y="2239831"/>
              <a:ext cx="13251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61600" lIns="61600" spcFirstLastPara="1" rIns="61600" wrap="square" tIns="61600">
              <a:noAutofit/>
            </a:bodyPr>
            <a:lstStyle/>
            <a:p>
              <a:pPr indent="0" lvl="0" marL="0" rtl="0" algn="l">
                <a:spcBef>
                  <a:spcPts val="0"/>
                </a:spcBef>
                <a:spcAft>
                  <a:spcPts val="0"/>
                </a:spcAft>
                <a:buNone/>
              </a:pPr>
              <a:r>
                <a:rPr lang="es-419" sz="700">
                  <a:latin typeface="Roboto"/>
                  <a:ea typeface="Roboto"/>
                  <a:cs typeface="Roboto"/>
                  <a:sym typeface="Roboto"/>
                </a:rPr>
                <a:t>&lt;...&gt;</a:t>
              </a:r>
              <a:endParaRPr sz="700">
                <a:latin typeface="Roboto"/>
                <a:ea typeface="Roboto"/>
                <a:cs typeface="Roboto"/>
                <a:sym typeface="Roboto"/>
              </a:endParaRPr>
            </a:p>
          </p:txBody>
        </p:sp>
        <p:sp>
          <p:nvSpPr>
            <p:cNvPr id="16358" name="Google Shape;16358;p289"/>
            <p:cNvSpPr/>
            <p:nvPr/>
          </p:nvSpPr>
          <p:spPr>
            <a:xfrm>
              <a:off x="2704756" y="1461628"/>
              <a:ext cx="8817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8200" lIns="78200" spcFirstLastPara="1" rIns="78200" wrap="square" tIns="78200">
              <a:noAutofit/>
            </a:bodyPr>
            <a:lstStyle/>
            <a:p>
              <a:pPr indent="0" lvl="0" marL="0" rtl="0" algn="l">
                <a:spcBef>
                  <a:spcPts val="0"/>
                </a:spcBef>
                <a:spcAft>
                  <a:spcPts val="0"/>
                </a:spcAft>
                <a:buNone/>
              </a:pPr>
              <a:r>
                <a:t/>
              </a:r>
              <a:endParaRPr sz="500">
                <a:latin typeface="Roboto"/>
                <a:ea typeface="Roboto"/>
                <a:cs typeface="Roboto"/>
                <a:sym typeface="Roboto"/>
              </a:endParaRPr>
            </a:p>
          </p:txBody>
        </p:sp>
        <p:sp>
          <p:nvSpPr>
            <p:cNvPr id="16359" name="Google Shape;16359;p289"/>
            <p:cNvSpPr txBox="1"/>
            <p:nvPr/>
          </p:nvSpPr>
          <p:spPr>
            <a:xfrm>
              <a:off x="4463036" y="557328"/>
              <a:ext cx="1098600" cy="4653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b="1" lang="es-419" sz="700">
                  <a:latin typeface="Arvo"/>
                  <a:ea typeface="Arvo"/>
                  <a:cs typeface="Arvo"/>
                  <a:sym typeface="Arvo"/>
                </a:rPr>
                <a:t>Acción interactiva:</a:t>
              </a:r>
              <a:endParaRPr b="1" sz="700">
                <a:latin typeface="Arvo"/>
                <a:ea typeface="Arvo"/>
                <a:cs typeface="Arvo"/>
                <a:sym typeface="Arvo"/>
              </a:endParaRPr>
            </a:p>
            <a:p>
              <a:pPr indent="0" lvl="0" marL="0" rtl="0" algn="ctr">
                <a:spcBef>
                  <a:spcPts val="0"/>
                </a:spcBef>
                <a:spcAft>
                  <a:spcPts val="0"/>
                </a:spcAft>
                <a:buNone/>
              </a:pPr>
              <a:r>
                <a:rPr i="1" lang="es-419" sz="500">
                  <a:latin typeface="Arvo"/>
                  <a:ea typeface="Arvo"/>
                  <a:cs typeface="Arvo"/>
                  <a:sym typeface="Arvo"/>
                </a:rPr>
                <a:t>&lt;ej: </a:t>
              </a:r>
              <a:r>
                <a:rPr i="1" lang="es-419" sz="500">
                  <a:solidFill>
                    <a:srgbClr val="000000"/>
                  </a:solidFill>
                  <a:latin typeface="Roboto"/>
                  <a:ea typeface="Roboto"/>
                  <a:cs typeface="Roboto"/>
                  <a:sym typeface="Roboto"/>
                </a:rPr>
                <a:t>autenticar por huella y cara</a:t>
              </a:r>
              <a:r>
                <a:rPr i="1" lang="es-419" sz="500">
                  <a:latin typeface="Arvo"/>
                  <a:ea typeface="Arvo"/>
                  <a:cs typeface="Arvo"/>
                  <a:sym typeface="Arvo"/>
                </a:rPr>
                <a:t>&gt;</a:t>
              </a:r>
              <a:endParaRPr i="1" sz="500">
                <a:latin typeface="Arvo"/>
                <a:ea typeface="Arvo"/>
                <a:cs typeface="Arvo"/>
                <a:sym typeface="Arvo"/>
              </a:endParaRPr>
            </a:p>
          </p:txBody>
        </p:sp>
        <p:sp>
          <p:nvSpPr>
            <p:cNvPr id="16360" name="Google Shape;16360;p289"/>
            <p:cNvSpPr txBox="1"/>
            <p:nvPr/>
          </p:nvSpPr>
          <p:spPr>
            <a:xfrm>
              <a:off x="3639736" y="557328"/>
              <a:ext cx="702600" cy="4653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b="1" lang="es-419" sz="700">
                  <a:latin typeface="Arvo"/>
                  <a:ea typeface="Arvo"/>
                  <a:cs typeface="Arvo"/>
                  <a:sym typeface="Arvo"/>
                </a:rPr>
                <a:t>Punto de contacto</a:t>
              </a:r>
              <a:endParaRPr sz="700">
                <a:latin typeface="Arvo"/>
                <a:ea typeface="Arvo"/>
                <a:cs typeface="Arvo"/>
                <a:sym typeface="Arvo"/>
              </a:endParaRPr>
            </a:p>
          </p:txBody>
        </p:sp>
        <p:sp>
          <p:nvSpPr>
            <p:cNvPr id="16361" name="Google Shape;16361;p289"/>
            <p:cNvSpPr txBox="1"/>
            <p:nvPr/>
          </p:nvSpPr>
          <p:spPr>
            <a:xfrm>
              <a:off x="2784273" y="568049"/>
              <a:ext cx="702600" cy="4653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b="1" lang="es-419" sz="700">
                  <a:latin typeface="Arvo"/>
                  <a:ea typeface="Arvo"/>
                  <a:cs typeface="Arvo"/>
                  <a:sym typeface="Arvo"/>
                </a:rPr>
                <a:t>Rol</a:t>
              </a:r>
              <a:endParaRPr sz="700">
                <a:latin typeface="Arvo"/>
                <a:ea typeface="Arvo"/>
                <a:cs typeface="Arvo"/>
                <a:sym typeface="Arvo"/>
              </a:endParaRPr>
            </a:p>
          </p:txBody>
        </p:sp>
        <p:pic>
          <p:nvPicPr>
            <p:cNvPr id="16362" name="Google Shape;16362;p289"/>
            <p:cNvPicPr preferRelativeResize="0"/>
            <p:nvPr/>
          </p:nvPicPr>
          <p:blipFill rotWithShape="1">
            <a:blip r:embed="rId3">
              <a:alphaModFix/>
            </a:blip>
            <a:srcRect b="-868" l="16515" r="66426" t="66946"/>
            <a:stretch/>
          </p:blipFill>
          <p:spPr>
            <a:xfrm>
              <a:off x="2782507" y="825772"/>
              <a:ext cx="702701" cy="702700"/>
            </a:xfrm>
            <a:prstGeom prst="rect">
              <a:avLst/>
            </a:prstGeom>
            <a:noFill/>
            <a:ln>
              <a:noFill/>
            </a:ln>
          </p:spPr>
        </p:pic>
        <p:sp>
          <p:nvSpPr>
            <p:cNvPr id="16363" name="Google Shape;16363;p289"/>
            <p:cNvSpPr txBox="1"/>
            <p:nvPr/>
          </p:nvSpPr>
          <p:spPr>
            <a:xfrm>
              <a:off x="2782511" y="1476053"/>
              <a:ext cx="761100" cy="232500"/>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s-419" sz="700">
                  <a:solidFill>
                    <a:schemeClr val="dk1"/>
                  </a:solidFill>
                </a:rPr>
                <a:t>Sistema </a:t>
              </a:r>
              <a:r>
                <a:rPr lang="es-419" sz="700">
                  <a:solidFill>
                    <a:schemeClr val="dk1"/>
                  </a:solidFill>
                </a:rPr>
                <a:t>Automático</a:t>
              </a:r>
              <a:endParaRPr/>
            </a:p>
          </p:txBody>
        </p:sp>
        <p:sp>
          <p:nvSpPr>
            <p:cNvPr id="16364" name="Google Shape;16364;p289"/>
            <p:cNvSpPr txBox="1"/>
            <p:nvPr/>
          </p:nvSpPr>
          <p:spPr>
            <a:xfrm>
              <a:off x="2704760" y="1669653"/>
              <a:ext cx="964800" cy="232500"/>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t/>
              </a:r>
              <a:endParaRPr b="1" sz="700">
                <a:latin typeface="Arvo"/>
                <a:ea typeface="Arvo"/>
                <a:cs typeface="Arvo"/>
                <a:sym typeface="Arvo"/>
              </a:endParaRPr>
            </a:p>
            <a:p>
              <a:pPr indent="0" lvl="0" marL="0" rtl="0" algn="ctr">
                <a:spcBef>
                  <a:spcPts val="0"/>
                </a:spcBef>
                <a:spcAft>
                  <a:spcPts val="0"/>
                </a:spcAft>
                <a:buNone/>
              </a:pPr>
              <a:r>
                <a:rPr i="1" lang="es-419" sz="500">
                  <a:latin typeface="Arvo"/>
                  <a:ea typeface="Arvo"/>
                  <a:cs typeface="Arvo"/>
                  <a:sym typeface="Arvo"/>
                </a:rPr>
                <a:t>&lt;ej: conductor&gt;</a:t>
              </a:r>
              <a:endParaRPr i="1" sz="500">
                <a:latin typeface="Arvo"/>
                <a:ea typeface="Arvo"/>
                <a:cs typeface="Arvo"/>
                <a:sym typeface="Arvo"/>
              </a:endParaRPr>
            </a:p>
          </p:txBody>
        </p:sp>
      </p:grpSp>
      <p:grpSp>
        <p:nvGrpSpPr>
          <p:cNvPr id="16365" name="Google Shape;16365;p289"/>
          <p:cNvGrpSpPr/>
          <p:nvPr/>
        </p:nvGrpSpPr>
        <p:grpSpPr>
          <a:xfrm>
            <a:off x="3634576" y="1304054"/>
            <a:ext cx="2810831" cy="2161925"/>
            <a:chOff x="2640436" y="-87872"/>
            <a:chExt cx="3098700" cy="2874900"/>
          </a:xfrm>
        </p:grpSpPr>
        <p:sp>
          <p:nvSpPr>
            <p:cNvPr id="16366" name="Google Shape;16366;p289"/>
            <p:cNvSpPr/>
            <p:nvPr/>
          </p:nvSpPr>
          <p:spPr>
            <a:xfrm>
              <a:off x="2640436" y="-87872"/>
              <a:ext cx="3098700" cy="2874900"/>
            </a:xfrm>
            <a:prstGeom prst="roundRect">
              <a:avLst>
                <a:gd fmla="val 3233" name="adj"/>
              </a:avLst>
            </a:prstGeom>
            <a:solidFill>
              <a:srgbClr val="FFFFFF"/>
            </a:solidFill>
            <a:ln cap="flat" cmpd="sng" w="9525">
              <a:solidFill>
                <a:srgbClr val="EFEFEF"/>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t" bIns="15400" lIns="15400" spcFirstLastPara="1" rIns="15400" wrap="square" tIns="15400">
              <a:noAutofit/>
            </a:bodyPr>
            <a:lstStyle/>
            <a:p>
              <a:pPr indent="0" lvl="0" marL="0" rtl="0" algn="ctr">
                <a:spcBef>
                  <a:spcPts val="0"/>
                </a:spcBef>
                <a:spcAft>
                  <a:spcPts val="0"/>
                </a:spcAft>
                <a:buNone/>
              </a:pPr>
              <a:r>
                <a:rPr b="1" i="1" lang="es-419" sz="800">
                  <a:solidFill>
                    <a:srgbClr val="434343"/>
                  </a:solidFill>
                </a:rPr>
                <a:t>Puntos de Automatización</a:t>
              </a:r>
              <a:endParaRPr b="1" i="1" sz="800">
                <a:solidFill>
                  <a:srgbClr val="434343"/>
                </a:solidFill>
              </a:endParaRPr>
            </a:p>
          </p:txBody>
        </p:sp>
        <p:sp>
          <p:nvSpPr>
            <p:cNvPr id="16367" name="Google Shape;16367;p289"/>
            <p:cNvSpPr txBox="1"/>
            <p:nvPr/>
          </p:nvSpPr>
          <p:spPr>
            <a:xfrm>
              <a:off x="2820612" y="182753"/>
              <a:ext cx="1098600" cy="232500"/>
            </a:xfrm>
            <a:prstGeom prst="rect">
              <a:avLst/>
            </a:prstGeom>
            <a:noFill/>
            <a:ln>
              <a:noFill/>
            </a:ln>
          </p:spPr>
          <p:txBody>
            <a:bodyPr anchorCtr="0" anchor="ctr" bIns="0" lIns="0" spcFirstLastPara="1" rIns="0" wrap="square" tIns="0">
              <a:noAutofit/>
            </a:bodyPr>
            <a:lstStyle/>
            <a:p>
              <a:pPr indent="0" lvl="0" marL="0" rtl="0" algn="r">
                <a:spcBef>
                  <a:spcPts val="0"/>
                </a:spcBef>
                <a:spcAft>
                  <a:spcPts val="0"/>
                </a:spcAft>
                <a:buNone/>
              </a:pPr>
              <a:r>
                <a:rPr lang="es-419" sz="700">
                  <a:latin typeface="Arvo"/>
                  <a:ea typeface="Arvo"/>
                  <a:cs typeface="Arvo"/>
                  <a:sym typeface="Arvo"/>
                </a:rPr>
                <a:t>Actividad de Negocio</a:t>
              </a:r>
              <a:endParaRPr sz="700">
                <a:latin typeface="Arvo"/>
                <a:ea typeface="Arvo"/>
                <a:cs typeface="Arvo"/>
                <a:sym typeface="Arvo"/>
              </a:endParaRPr>
            </a:p>
            <a:p>
              <a:pPr indent="0" lvl="0" marL="0" rtl="0" algn="r">
                <a:spcBef>
                  <a:spcPts val="0"/>
                </a:spcBef>
                <a:spcAft>
                  <a:spcPts val="0"/>
                </a:spcAft>
                <a:buNone/>
              </a:pPr>
              <a:r>
                <a:rPr i="1" lang="es-419" sz="500">
                  <a:latin typeface="Arvo"/>
                  <a:ea typeface="Arvo"/>
                  <a:cs typeface="Arvo"/>
                  <a:sym typeface="Arvo"/>
                </a:rPr>
                <a:t>&lt;ej: Identificarse&gt;</a:t>
              </a:r>
              <a:endParaRPr i="1" sz="500">
                <a:latin typeface="Arvo"/>
                <a:ea typeface="Arvo"/>
                <a:cs typeface="Arvo"/>
                <a:sym typeface="Arvo"/>
              </a:endParaRPr>
            </a:p>
          </p:txBody>
        </p:sp>
        <p:sp>
          <p:nvSpPr>
            <p:cNvPr id="16368" name="Google Shape;16368;p289"/>
            <p:cNvSpPr/>
            <p:nvPr/>
          </p:nvSpPr>
          <p:spPr>
            <a:xfrm>
              <a:off x="3951036" y="159603"/>
              <a:ext cx="17313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8200" lIns="78200" spcFirstLastPara="1" rIns="78200" wrap="square" tIns="78200">
              <a:noAutofit/>
            </a:bodyPr>
            <a:lstStyle/>
            <a:p>
              <a:pPr indent="0" lvl="0" marL="0" rtl="0" algn="l">
                <a:spcBef>
                  <a:spcPts val="0"/>
                </a:spcBef>
                <a:spcAft>
                  <a:spcPts val="0"/>
                </a:spcAft>
                <a:buNone/>
              </a:pPr>
              <a:r>
                <a:t/>
              </a:r>
              <a:endParaRPr sz="500">
                <a:latin typeface="Roboto"/>
                <a:ea typeface="Roboto"/>
                <a:cs typeface="Roboto"/>
                <a:sym typeface="Roboto"/>
              </a:endParaRPr>
            </a:p>
          </p:txBody>
        </p:sp>
        <p:sp>
          <p:nvSpPr>
            <p:cNvPr id="16369" name="Google Shape;16369;p289"/>
            <p:cNvSpPr txBox="1"/>
            <p:nvPr/>
          </p:nvSpPr>
          <p:spPr>
            <a:xfrm>
              <a:off x="3962886" y="142103"/>
              <a:ext cx="1731300" cy="351900"/>
            </a:xfrm>
            <a:prstGeom prst="rect">
              <a:avLst/>
            </a:prstGeom>
            <a:noFill/>
            <a:ln>
              <a:noFill/>
            </a:ln>
          </p:spPr>
          <p:txBody>
            <a:bodyPr anchorCtr="0" anchor="ctr" bIns="15400" lIns="15400" spcFirstLastPara="1" rIns="15400" wrap="square" tIns="15400">
              <a:noAutofit/>
            </a:bodyPr>
            <a:lstStyle/>
            <a:p>
              <a:pPr indent="0" lvl="0" marL="0" rtl="0" algn="l">
                <a:spcBef>
                  <a:spcPts val="0"/>
                </a:spcBef>
                <a:spcAft>
                  <a:spcPts val="0"/>
                </a:spcAft>
                <a:buNone/>
              </a:pPr>
              <a:r>
                <a:rPr b="1" lang="es-419" sz="700">
                  <a:solidFill>
                    <a:schemeClr val="dk1"/>
                  </a:solidFill>
                </a:rPr>
                <a:t>Validar Cantidad</a:t>
              </a:r>
              <a:endParaRPr/>
            </a:p>
          </p:txBody>
        </p:sp>
        <p:sp>
          <p:nvSpPr>
            <p:cNvPr id="16370" name="Google Shape;16370;p289"/>
            <p:cNvSpPr/>
            <p:nvPr/>
          </p:nvSpPr>
          <p:spPr>
            <a:xfrm>
              <a:off x="3646236" y="1459973"/>
              <a:ext cx="6333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8200" lIns="78200" spcFirstLastPara="1" rIns="78200" wrap="square" tIns="78200">
              <a:noAutofit/>
            </a:bodyPr>
            <a:lstStyle/>
            <a:p>
              <a:pPr indent="0" lvl="0" marL="0" rtl="0" algn="l">
                <a:spcBef>
                  <a:spcPts val="0"/>
                </a:spcBef>
                <a:spcAft>
                  <a:spcPts val="0"/>
                </a:spcAft>
                <a:buNone/>
              </a:pPr>
              <a:r>
                <a:t/>
              </a:r>
              <a:endParaRPr sz="500">
                <a:latin typeface="Roboto"/>
                <a:ea typeface="Roboto"/>
                <a:cs typeface="Roboto"/>
                <a:sym typeface="Roboto"/>
              </a:endParaRPr>
            </a:p>
          </p:txBody>
        </p:sp>
        <p:sp>
          <p:nvSpPr>
            <p:cNvPr id="16371" name="Google Shape;16371;p289"/>
            <p:cNvSpPr/>
            <p:nvPr/>
          </p:nvSpPr>
          <p:spPr>
            <a:xfrm>
              <a:off x="3646236" y="1075527"/>
              <a:ext cx="6333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8200" lIns="78200" spcFirstLastPara="1" rIns="78200" wrap="square" tIns="78200">
              <a:noAutofit/>
            </a:bodyPr>
            <a:lstStyle/>
            <a:p>
              <a:pPr indent="0" lvl="0" marL="0" rtl="0" algn="l">
                <a:spcBef>
                  <a:spcPts val="0"/>
                </a:spcBef>
                <a:spcAft>
                  <a:spcPts val="0"/>
                </a:spcAft>
                <a:buNone/>
              </a:pPr>
              <a:r>
                <a:t/>
              </a:r>
              <a:endParaRPr sz="500">
                <a:latin typeface="Roboto"/>
                <a:ea typeface="Roboto"/>
                <a:cs typeface="Roboto"/>
                <a:sym typeface="Roboto"/>
              </a:endParaRPr>
            </a:p>
          </p:txBody>
        </p:sp>
        <p:sp>
          <p:nvSpPr>
            <p:cNvPr id="16372" name="Google Shape;16372;p289"/>
            <p:cNvSpPr/>
            <p:nvPr/>
          </p:nvSpPr>
          <p:spPr>
            <a:xfrm>
              <a:off x="3646222" y="1719570"/>
              <a:ext cx="633300" cy="5817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8200" lIns="78200" spcFirstLastPara="1" rIns="78200" wrap="square" tIns="78200">
              <a:noAutofit/>
            </a:bodyPr>
            <a:lstStyle/>
            <a:p>
              <a:pPr indent="0" lvl="0" marL="0" rtl="0" algn="l">
                <a:spcBef>
                  <a:spcPts val="0"/>
                </a:spcBef>
                <a:spcAft>
                  <a:spcPts val="0"/>
                </a:spcAft>
                <a:buNone/>
              </a:pPr>
              <a:r>
                <a:rPr lang="es-419" sz="600">
                  <a:latin typeface="Roboto"/>
                  <a:ea typeface="Roboto"/>
                  <a:cs typeface="Roboto"/>
                  <a:sym typeface="Roboto"/>
                </a:rPr>
                <a:t>💻 Plataforma de </a:t>
              </a:r>
              <a:r>
                <a:rPr lang="es-419" sz="600">
                  <a:latin typeface="Roboto"/>
                  <a:ea typeface="Roboto"/>
                  <a:cs typeface="Roboto"/>
                  <a:sym typeface="Roboto"/>
                </a:rPr>
                <a:t>gestión</a:t>
              </a:r>
              <a:endParaRPr sz="600">
                <a:latin typeface="Roboto"/>
                <a:ea typeface="Roboto"/>
                <a:cs typeface="Roboto"/>
                <a:sym typeface="Roboto"/>
              </a:endParaRPr>
            </a:p>
          </p:txBody>
        </p:sp>
        <p:sp>
          <p:nvSpPr>
            <p:cNvPr id="16373" name="Google Shape;16373;p289"/>
            <p:cNvSpPr/>
            <p:nvPr/>
          </p:nvSpPr>
          <p:spPr>
            <a:xfrm>
              <a:off x="3646222" y="2466603"/>
              <a:ext cx="633300" cy="948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8200" lIns="78200" spcFirstLastPara="1" rIns="78200" wrap="square" tIns="78200">
              <a:noAutofit/>
            </a:bodyPr>
            <a:lstStyle/>
            <a:p>
              <a:pPr indent="0" lvl="0" marL="0" rtl="0" algn="l">
                <a:spcBef>
                  <a:spcPts val="0"/>
                </a:spcBef>
                <a:spcAft>
                  <a:spcPts val="0"/>
                </a:spcAft>
                <a:buNone/>
              </a:pPr>
              <a:r>
                <a:t/>
              </a:r>
              <a:endParaRPr sz="500">
                <a:latin typeface="Roboto"/>
                <a:ea typeface="Roboto"/>
                <a:cs typeface="Roboto"/>
                <a:sym typeface="Roboto"/>
              </a:endParaRPr>
            </a:p>
          </p:txBody>
        </p:sp>
        <p:sp>
          <p:nvSpPr>
            <p:cNvPr id="16374" name="Google Shape;16374;p289"/>
            <p:cNvSpPr/>
            <p:nvPr/>
          </p:nvSpPr>
          <p:spPr>
            <a:xfrm>
              <a:off x="4349786" y="1075528"/>
              <a:ext cx="13251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61600" lIns="61600" spcFirstLastPara="1" rIns="61600" wrap="square" tIns="61600">
              <a:noAutofit/>
            </a:bodyPr>
            <a:lstStyle/>
            <a:p>
              <a:pPr indent="0" lvl="0" marL="0" rtl="0" algn="l">
                <a:spcBef>
                  <a:spcPts val="0"/>
                </a:spcBef>
                <a:spcAft>
                  <a:spcPts val="0"/>
                </a:spcAft>
                <a:buNone/>
              </a:pPr>
              <a:r>
                <a:t/>
              </a:r>
              <a:endParaRPr sz="700">
                <a:latin typeface="Roboto"/>
                <a:ea typeface="Roboto"/>
                <a:cs typeface="Roboto"/>
                <a:sym typeface="Roboto"/>
              </a:endParaRPr>
            </a:p>
          </p:txBody>
        </p:sp>
        <p:sp>
          <p:nvSpPr>
            <p:cNvPr id="16375" name="Google Shape;16375;p289"/>
            <p:cNvSpPr/>
            <p:nvPr/>
          </p:nvSpPr>
          <p:spPr>
            <a:xfrm>
              <a:off x="4349786" y="1459971"/>
              <a:ext cx="13251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61600" lIns="61600" spcFirstLastPara="1" rIns="61600" wrap="square" tIns="61600">
              <a:noAutofit/>
            </a:bodyPr>
            <a:lstStyle/>
            <a:p>
              <a:pPr indent="0" lvl="0" marL="0" rtl="0" algn="l">
                <a:spcBef>
                  <a:spcPts val="0"/>
                </a:spcBef>
                <a:spcAft>
                  <a:spcPts val="0"/>
                </a:spcAft>
                <a:buNone/>
              </a:pPr>
              <a:r>
                <a:t/>
              </a:r>
              <a:endParaRPr sz="700">
                <a:latin typeface="Roboto"/>
                <a:ea typeface="Roboto"/>
                <a:cs typeface="Roboto"/>
                <a:sym typeface="Roboto"/>
              </a:endParaRPr>
            </a:p>
          </p:txBody>
        </p:sp>
        <p:sp>
          <p:nvSpPr>
            <p:cNvPr id="16376" name="Google Shape;16376;p289"/>
            <p:cNvSpPr/>
            <p:nvPr/>
          </p:nvSpPr>
          <p:spPr>
            <a:xfrm>
              <a:off x="4349786" y="1853372"/>
              <a:ext cx="13251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61600" lIns="61600" spcFirstLastPara="1" rIns="61600" wrap="square" tIns="61600">
              <a:noAutofit/>
            </a:bodyPr>
            <a:lstStyle/>
            <a:p>
              <a:pPr indent="0" lvl="0" marL="0" rtl="0" algn="l">
                <a:spcBef>
                  <a:spcPts val="0"/>
                </a:spcBef>
                <a:spcAft>
                  <a:spcPts val="0"/>
                </a:spcAft>
                <a:buNone/>
              </a:pPr>
              <a:r>
                <a:rPr lang="es-419" sz="600">
                  <a:solidFill>
                    <a:schemeClr val="dk1"/>
                  </a:solidFill>
                </a:rPr>
                <a:t>Confirmar unidades disponibles en tiempo real</a:t>
              </a:r>
              <a:endParaRPr sz="700">
                <a:latin typeface="Roboto"/>
                <a:ea typeface="Roboto"/>
                <a:cs typeface="Roboto"/>
                <a:sym typeface="Roboto"/>
              </a:endParaRPr>
            </a:p>
          </p:txBody>
        </p:sp>
        <p:sp>
          <p:nvSpPr>
            <p:cNvPr id="16377" name="Google Shape;16377;p289"/>
            <p:cNvSpPr/>
            <p:nvPr/>
          </p:nvSpPr>
          <p:spPr>
            <a:xfrm>
              <a:off x="4349786" y="2239831"/>
              <a:ext cx="13251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61600" lIns="61600" spcFirstLastPara="1" rIns="61600" wrap="square" tIns="61600">
              <a:noAutofit/>
            </a:bodyPr>
            <a:lstStyle/>
            <a:p>
              <a:pPr indent="0" lvl="0" marL="0" rtl="0" algn="l">
                <a:spcBef>
                  <a:spcPts val="0"/>
                </a:spcBef>
                <a:spcAft>
                  <a:spcPts val="0"/>
                </a:spcAft>
                <a:buNone/>
              </a:pPr>
              <a:r>
                <a:rPr lang="es-419" sz="700">
                  <a:latin typeface="Roboto"/>
                  <a:ea typeface="Roboto"/>
                  <a:cs typeface="Roboto"/>
                  <a:sym typeface="Roboto"/>
                </a:rPr>
                <a:t>&lt;...&gt;</a:t>
              </a:r>
              <a:endParaRPr sz="700">
                <a:latin typeface="Roboto"/>
                <a:ea typeface="Roboto"/>
                <a:cs typeface="Roboto"/>
                <a:sym typeface="Roboto"/>
              </a:endParaRPr>
            </a:p>
          </p:txBody>
        </p:sp>
        <p:sp>
          <p:nvSpPr>
            <p:cNvPr id="16378" name="Google Shape;16378;p289"/>
            <p:cNvSpPr/>
            <p:nvPr/>
          </p:nvSpPr>
          <p:spPr>
            <a:xfrm>
              <a:off x="2704756" y="1461628"/>
              <a:ext cx="8817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8200" lIns="78200" spcFirstLastPara="1" rIns="78200" wrap="square" tIns="78200">
              <a:noAutofit/>
            </a:bodyPr>
            <a:lstStyle/>
            <a:p>
              <a:pPr indent="0" lvl="0" marL="0" rtl="0" algn="l">
                <a:spcBef>
                  <a:spcPts val="0"/>
                </a:spcBef>
                <a:spcAft>
                  <a:spcPts val="0"/>
                </a:spcAft>
                <a:buNone/>
              </a:pPr>
              <a:r>
                <a:t/>
              </a:r>
              <a:endParaRPr sz="500">
                <a:latin typeface="Roboto"/>
                <a:ea typeface="Roboto"/>
                <a:cs typeface="Roboto"/>
                <a:sym typeface="Roboto"/>
              </a:endParaRPr>
            </a:p>
          </p:txBody>
        </p:sp>
        <p:sp>
          <p:nvSpPr>
            <p:cNvPr id="16379" name="Google Shape;16379;p289"/>
            <p:cNvSpPr txBox="1"/>
            <p:nvPr/>
          </p:nvSpPr>
          <p:spPr>
            <a:xfrm>
              <a:off x="4463036" y="557328"/>
              <a:ext cx="1098600" cy="4653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b="1" lang="es-419" sz="700">
                  <a:latin typeface="Arvo"/>
                  <a:ea typeface="Arvo"/>
                  <a:cs typeface="Arvo"/>
                  <a:sym typeface="Arvo"/>
                </a:rPr>
                <a:t>Acción interactiva:</a:t>
              </a:r>
              <a:endParaRPr b="1" sz="700">
                <a:latin typeface="Arvo"/>
                <a:ea typeface="Arvo"/>
                <a:cs typeface="Arvo"/>
                <a:sym typeface="Arvo"/>
              </a:endParaRPr>
            </a:p>
            <a:p>
              <a:pPr indent="0" lvl="0" marL="0" rtl="0" algn="ctr">
                <a:spcBef>
                  <a:spcPts val="0"/>
                </a:spcBef>
                <a:spcAft>
                  <a:spcPts val="0"/>
                </a:spcAft>
                <a:buNone/>
              </a:pPr>
              <a:r>
                <a:rPr i="1" lang="es-419" sz="500">
                  <a:latin typeface="Arvo"/>
                  <a:ea typeface="Arvo"/>
                  <a:cs typeface="Arvo"/>
                  <a:sym typeface="Arvo"/>
                </a:rPr>
                <a:t>&lt;ej: </a:t>
              </a:r>
              <a:r>
                <a:rPr i="1" lang="es-419" sz="500">
                  <a:solidFill>
                    <a:srgbClr val="000000"/>
                  </a:solidFill>
                  <a:latin typeface="Roboto"/>
                  <a:ea typeface="Roboto"/>
                  <a:cs typeface="Roboto"/>
                  <a:sym typeface="Roboto"/>
                </a:rPr>
                <a:t>autenticar por huella y cara</a:t>
              </a:r>
              <a:r>
                <a:rPr i="1" lang="es-419" sz="500">
                  <a:latin typeface="Arvo"/>
                  <a:ea typeface="Arvo"/>
                  <a:cs typeface="Arvo"/>
                  <a:sym typeface="Arvo"/>
                </a:rPr>
                <a:t>&gt;</a:t>
              </a:r>
              <a:endParaRPr i="1" sz="500">
                <a:latin typeface="Arvo"/>
                <a:ea typeface="Arvo"/>
                <a:cs typeface="Arvo"/>
                <a:sym typeface="Arvo"/>
              </a:endParaRPr>
            </a:p>
          </p:txBody>
        </p:sp>
        <p:sp>
          <p:nvSpPr>
            <p:cNvPr id="16380" name="Google Shape;16380;p289"/>
            <p:cNvSpPr txBox="1"/>
            <p:nvPr/>
          </p:nvSpPr>
          <p:spPr>
            <a:xfrm>
              <a:off x="3639736" y="557328"/>
              <a:ext cx="702600" cy="4653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b="1" lang="es-419" sz="700">
                  <a:latin typeface="Arvo"/>
                  <a:ea typeface="Arvo"/>
                  <a:cs typeface="Arvo"/>
                  <a:sym typeface="Arvo"/>
                </a:rPr>
                <a:t>Punto de contacto</a:t>
              </a:r>
              <a:endParaRPr sz="700">
                <a:latin typeface="Arvo"/>
                <a:ea typeface="Arvo"/>
                <a:cs typeface="Arvo"/>
                <a:sym typeface="Arvo"/>
              </a:endParaRPr>
            </a:p>
          </p:txBody>
        </p:sp>
        <p:sp>
          <p:nvSpPr>
            <p:cNvPr id="16381" name="Google Shape;16381;p289"/>
            <p:cNvSpPr txBox="1"/>
            <p:nvPr/>
          </p:nvSpPr>
          <p:spPr>
            <a:xfrm>
              <a:off x="2784273" y="568049"/>
              <a:ext cx="702600" cy="4653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b="1" lang="es-419" sz="700">
                  <a:latin typeface="Arvo"/>
                  <a:ea typeface="Arvo"/>
                  <a:cs typeface="Arvo"/>
                  <a:sym typeface="Arvo"/>
                </a:rPr>
                <a:t>Rol</a:t>
              </a:r>
              <a:endParaRPr sz="700">
                <a:latin typeface="Arvo"/>
                <a:ea typeface="Arvo"/>
                <a:cs typeface="Arvo"/>
                <a:sym typeface="Arvo"/>
              </a:endParaRPr>
            </a:p>
          </p:txBody>
        </p:sp>
        <p:pic>
          <p:nvPicPr>
            <p:cNvPr id="16382" name="Google Shape;16382;p289"/>
            <p:cNvPicPr preferRelativeResize="0"/>
            <p:nvPr/>
          </p:nvPicPr>
          <p:blipFill rotWithShape="1">
            <a:blip r:embed="rId3">
              <a:alphaModFix/>
            </a:blip>
            <a:srcRect b="-868" l="16515" r="66426" t="66946"/>
            <a:stretch/>
          </p:blipFill>
          <p:spPr>
            <a:xfrm>
              <a:off x="2782507" y="825772"/>
              <a:ext cx="702701" cy="702700"/>
            </a:xfrm>
            <a:prstGeom prst="rect">
              <a:avLst/>
            </a:prstGeom>
            <a:noFill/>
            <a:ln>
              <a:noFill/>
            </a:ln>
          </p:spPr>
        </p:pic>
        <p:sp>
          <p:nvSpPr>
            <p:cNvPr id="16383" name="Google Shape;16383;p289"/>
            <p:cNvSpPr txBox="1"/>
            <p:nvPr/>
          </p:nvSpPr>
          <p:spPr>
            <a:xfrm>
              <a:off x="2782511" y="1476053"/>
              <a:ext cx="761100" cy="2325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b="1" lang="es-419" sz="700">
                  <a:latin typeface="Arvo"/>
                  <a:ea typeface="Arvo"/>
                  <a:cs typeface="Arvo"/>
                  <a:sym typeface="Arvo"/>
                </a:rPr>
                <a:t>Jefe De Bodega</a:t>
              </a:r>
              <a:endParaRPr b="1" i="1" sz="600">
                <a:solidFill>
                  <a:srgbClr val="666666"/>
                </a:solidFill>
                <a:latin typeface="Arvo"/>
                <a:ea typeface="Arvo"/>
                <a:cs typeface="Arvo"/>
                <a:sym typeface="Arvo"/>
              </a:endParaRPr>
            </a:p>
          </p:txBody>
        </p:sp>
        <p:sp>
          <p:nvSpPr>
            <p:cNvPr id="16384" name="Google Shape;16384;p289"/>
            <p:cNvSpPr txBox="1"/>
            <p:nvPr/>
          </p:nvSpPr>
          <p:spPr>
            <a:xfrm>
              <a:off x="2704760" y="1669653"/>
              <a:ext cx="964800" cy="232500"/>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t/>
              </a:r>
              <a:endParaRPr b="1" sz="700">
                <a:latin typeface="Arvo"/>
                <a:ea typeface="Arvo"/>
                <a:cs typeface="Arvo"/>
                <a:sym typeface="Arvo"/>
              </a:endParaRPr>
            </a:p>
            <a:p>
              <a:pPr indent="0" lvl="0" marL="0" rtl="0" algn="ctr">
                <a:spcBef>
                  <a:spcPts val="0"/>
                </a:spcBef>
                <a:spcAft>
                  <a:spcPts val="0"/>
                </a:spcAft>
                <a:buNone/>
              </a:pPr>
              <a:r>
                <a:rPr i="1" lang="es-419" sz="500">
                  <a:latin typeface="Arvo"/>
                  <a:ea typeface="Arvo"/>
                  <a:cs typeface="Arvo"/>
                  <a:sym typeface="Arvo"/>
                </a:rPr>
                <a:t>&lt;ej: conductor&gt;</a:t>
              </a:r>
              <a:endParaRPr i="1" sz="500">
                <a:latin typeface="Arvo"/>
                <a:ea typeface="Arvo"/>
                <a:cs typeface="Arvo"/>
                <a:sym typeface="Arvo"/>
              </a:endParaRPr>
            </a:p>
          </p:txBody>
        </p:sp>
      </p:grpSp>
      <p:grpSp>
        <p:nvGrpSpPr>
          <p:cNvPr id="16385" name="Google Shape;16385;p289"/>
          <p:cNvGrpSpPr/>
          <p:nvPr/>
        </p:nvGrpSpPr>
        <p:grpSpPr>
          <a:xfrm>
            <a:off x="6815901" y="1192016"/>
            <a:ext cx="2810831" cy="2161925"/>
            <a:chOff x="2640436" y="-87872"/>
            <a:chExt cx="3098700" cy="2874900"/>
          </a:xfrm>
        </p:grpSpPr>
        <p:sp>
          <p:nvSpPr>
            <p:cNvPr id="16386" name="Google Shape;16386;p289"/>
            <p:cNvSpPr/>
            <p:nvPr/>
          </p:nvSpPr>
          <p:spPr>
            <a:xfrm>
              <a:off x="2640436" y="-87872"/>
              <a:ext cx="3098700" cy="2874900"/>
            </a:xfrm>
            <a:prstGeom prst="roundRect">
              <a:avLst>
                <a:gd fmla="val 3233" name="adj"/>
              </a:avLst>
            </a:prstGeom>
            <a:solidFill>
              <a:srgbClr val="FFFFFF"/>
            </a:solidFill>
            <a:ln cap="flat" cmpd="sng" w="9525">
              <a:solidFill>
                <a:srgbClr val="EFEFEF"/>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t" bIns="15400" lIns="15400" spcFirstLastPara="1" rIns="15400" wrap="square" tIns="15400">
              <a:noAutofit/>
            </a:bodyPr>
            <a:lstStyle/>
            <a:p>
              <a:pPr indent="0" lvl="0" marL="0" rtl="0" algn="ctr">
                <a:spcBef>
                  <a:spcPts val="0"/>
                </a:spcBef>
                <a:spcAft>
                  <a:spcPts val="0"/>
                </a:spcAft>
                <a:buNone/>
              </a:pPr>
              <a:r>
                <a:rPr b="1" i="1" lang="es-419" sz="800">
                  <a:solidFill>
                    <a:srgbClr val="434343"/>
                  </a:solidFill>
                </a:rPr>
                <a:t>Puntos de Automatización</a:t>
              </a:r>
              <a:endParaRPr b="1" i="1" sz="800">
                <a:solidFill>
                  <a:srgbClr val="434343"/>
                </a:solidFill>
              </a:endParaRPr>
            </a:p>
          </p:txBody>
        </p:sp>
        <p:sp>
          <p:nvSpPr>
            <p:cNvPr id="16387" name="Google Shape;16387;p289"/>
            <p:cNvSpPr txBox="1"/>
            <p:nvPr/>
          </p:nvSpPr>
          <p:spPr>
            <a:xfrm>
              <a:off x="2820612" y="182753"/>
              <a:ext cx="1098600" cy="232500"/>
            </a:xfrm>
            <a:prstGeom prst="rect">
              <a:avLst/>
            </a:prstGeom>
            <a:noFill/>
            <a:ln>
              <a:noFill/>
            </a:ln>
          </p:spPr>
          <p:txBody>
            <a:bodyPr anchorCtr="0" anchor="ctr" bIns="0" lIns="0" spcFirstLastPara="1" rIns="0" wrap="square" tIns="0">
              <a:noAutofit/>
            </a:bodyPr>
            <a:lstStyle/>
            <a:p>
              <a:pPr indent="0" lvl="0" marL="0" rtl="0" algn="r">
                <a:spcBef>
                  <a:spcPts val="0"/>
                </a:spcBef>
                <a:spcAft>
                  <a:spcPts val="0"/>
                </a:spcAft>
                <a:buNone/>
              </a:pPr>
              <a:r>
                <a:rPr lang="es-419" sz="700">
                  <a:latin typeface="Arvo"/>
                  <a:ea typeface="Arvo"/>
                  <a:cs typeface="Arvo"/>
                  <a:sym typeface="Arvo"/>
                </a:rPr>
                <a:t>Actividad de Negocio</a:t>
              </a:r>
              <a:endParaRPr sz="700">
                <a:latin typeface="Arvo"/>
                <a:ea typeface="Arvo"/>
                <a:cs typeface="Arvo"/>
                <a:sym typeface="Arvo"/>
              </a:endParaRPr>
            </a:p>
            <a:p>
              <a:pPr indent="0" lvl="0" marL="0" rtl="0" algn="r">
                <a:spcBef>
                  <a:spcPts val="0"/>
                </a:spcBef>
                <a:spcAft>
                  <a:spcPts val="0"/>
                </a:spcAft>
                <a:buNone/>
              </a:pPr>
              <a:r>
                <a:rPr i="1" lang="es-419" sz="500">
                  <a:latin typeface="Arvo"/>
                  <a:ea typeface="Arvo"/>
                  <a:cs typeface="Arvo"/>
                  <a:sym typeface="Arvo"/>
                </a:rPr>
                <a:t>&lt;ej: Identificarse&gt;</a:t>
              </a:r>
              <a:endParaRPr i="1" sz="500">
                <a:latin typeface="Arvo"/>
                <a:ea typeface="Arvo"/>
                <a:cs typeface="Arvo"/>
                <a:sym typeface="Arvo"/>
              </a:endParaRPr>
            </a:p>
          </p:txBody>
        </p:sp>
        <p:sp>
          <p:nvSpPr>
            <p:cNvPr id="16388" name="Google Shape;16388;p289"/>
            <p:cNvSpPr/>
            <p:nvPr/>
          </p:nvSpPr>
          <p:spPr>
            <a:xfrm>
              <a:off x="3951036" y="159603"/>
              <a:ext cx="17313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8200" lIns="78200" spcFirstLastPara="1" rIns="78200" wrap="square" tIns="78200">
              <a:noAutofit/>
            </a:bodyPr>
            <a:lstStyle/>
            <a:p>
              <a:pPr indent="0" lvl="0" marL="0" rtl="0" algn="l">
                <a:spcBef>
                  <a:spcPts val="0"/>
                </a:spcBef>
                <a:spcAft>
                  <a:spcPts val="0"/>
                </a:spcAft>
                <a:buNone/>
              </a:pPr>
              <a:r>
                <a:t/>
              </a:r>
              <a:endParaRPr sz="500">
                <a:latin typeface="Roboto"/>
                <a:ea typeface="Roboto"/>
                <a:cs typeface="Roboto"/>
                <a:sym typeface="Roboto"/>
              </a:endParaRPr>
            </a:p>
          </p:txBody>
        </p:sp>
        <p:sp>
          <p:nvSpPr>
            <p:cNvPr id="16389" name="Google Shape;16389;p289"/>
            <p:cNvSpPr txBox="1"/>
            <p:nvPr/>
          </p:nvSpPr>
          <p:spPr>
            <a:xfrm>
              <a:off x="3962886" y="142103"/>
              <a:ext cx="1731300" cy="351900"/>
            </a:xfrm>
            <a:prstGeom prst="rect">
              <a:avLst/>
            </a:prstGeom>
            <a:noFill/>
            <a:ln>
              <a:noFill/>
            </a:ln>
          </p:spPr>
          <p:txBody>
            <a:bodyPr anchorCtr="0" anchor="ctr" bIns="15400" lIns="15400" spcFirstLastPara="1" rIns="15400" wrap="square" tIns="15400">
              <a:noAutofit/>
            </a:bodyPr>
            <a:lstStyle/>
            <a:p>
              <a:pPr indent="0" lvl="0" marL="0" rtl="0" algn="l">
                <a:spcBef>
                  <a:spcPts val="0"/>
                </a:spcBef>
                <a:spcAft>
                  <a:spcPts val="0"/>
                </a:spcAft>
                <a:buNone/>
              </a:pPr>
              <a:r>
                <a:rPr b="1" lang="es-419" sz="700">
                  <a:solidFill>
                    <a:schemeClr val="dk1"/>
                  </a:solidFill>
                </a:rPr>
                <a:t>Comprobar </a:t>
              </a:r>
              <a:r>
                <a:rPr b="1" lang="es-419" sz="700">
                  <a:solidFill>
                    <a:schemeClr val="dk1"/>
                  </a:solidFill>
                </a:rPr>
                <a:t>Ubicación</a:t>
              </a:r>
              <a:r>
                <a:rPr b="1" lang="es-419" sz="700">
                  <a:solidFill>
                    <a:schemeClr val="dk1"/>
                  </a:solidFill>
                </a:rPr>
                <a:t> del producto</a:t>
              </a:r>
              <a:endParaRPr/>
            </a:p>
          </p:txBody>
        </p:sp>
        <p:sp>
          <p:nvSpPr>
            <p:cNvPr id="16390" name="Google Shape;16390;p289"/>
            <p:cNvSpPr/>
            <p:nvPr/>
          </p:nvSpPr>
          <p:spPr>
            <a:xfrm>
              <a:off x="3646236" y="1459973"/>
              <a:ext cx="6333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8200" lIns="78200" spcFirstLastPara="1" rIns="78200" wrap="square" tIns="78200">
              <a:noAutofit/>
            </a:bodyPr>
            <a:lstStyle/>
            <a:p>
              <a:pPr indent="0" lvl="0" marL="0" rtl="0" algn="l">
                <a:spcBef>
                  <a:spcPts val="0"/>
                </a:spcBef>
                <a:spcAft>
                  <a:spcPts val="0"/>
                </a:spcAft>
                <a:buNone/>
              </a:pPr>
              <a:r>
                <a:rPr lang="es-419" sz="600">
                  <a:solidFill>
                    <a:schemeClr val="dk1"/>
                  </a:solidFill>
                </a:rPr>
                <a:t>☁️ S. almacenamiento</a:t>
              </a:r>
              <a:endParaRPr sz="500">
                <a:latin typeface="Roboto"/>
                <a:ea typeface="Roboto"/>
                <a:cs typeface="Roboto"/>
                <a:sym typeface="Roboto"/>
              </a:endParaRPr>
            </a:p>
          </p:txBody>
        </p:sp>
        <p:sp>
          <p:nvSpPr>
            <p:cNvPr id="16391" name="Google Shape;16391;p289"/>
            <p:cNvSpPr/>
            <p:nvPr/>
          </p:nvSpPr>
          <p:spPr>
            <a:xfrm>
              <a:off x="3646236" y="1075527"/>
              <a:ext cx="6333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8200" lIns="78200" spcFirstLastPara="1" rIns="78200" wrap="square" tIns="78200">
              <a:noAutofit/>
            </a:bodyPr>
            <a:lstStyle/>
            <a:p>
              <a:pPr indent="0" lvl="0" marL="0" rtl="0" algn="l">
                <a:spcBef>
                  <a:spcPts val="0"/>
                </a:spcBef>
                <a:spcAft>
                  <a:spcPts val="0"/>
                </a:spcAft>
                <a:buNone/>
              </a:pPr>
              <a:r>
                <a:t/>
              </a:r>
              <a:endParaRPr sz="500">
                <a:latin typeface="Roboto"/>
                <a:ea typeface="Roboto"/>
                <a:cs typeface="Roboto"/>
                <a:sym typeface="Roboto"/>
              </a:endParaRPr>
            </a:p>
          </p:txBody>
        </p:sp>
        <p:sp>
          <p:nvSpPr>
            <p:cNvPr id="16392" name="Google Shape;16392;p289"/>
            <p:cNvSpPr/>
            <p:nvPr/>
          </p:nvSpPr>
          <p:spPr>
            <a:xfrm>
              <a:off x="3646236" y="1853377"/>
              <a:ext cx="6333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8200" lIns="78200" spcFirstLastPara="1" rIns="78200" wrap="square" tIns="78200">
              <a:noAutofit/>
            </a:bodyPr>
            <a:lstStyle/>
            <a:p>
              <a:pPr indent="0" lvl="0" marL="0" rtl="0" algn="l">
                <a:spcBef>
                  <a:spcPts val="0"/>
                </a:spcBef>
                <a:spcAft>
                  <a:spcPts val="0"/>
                </a:spcAft>
                <a:buNone/>
              </a:pPr>
              <a:r>
                <a:t/>
              </a:r>
              <a:endParaRPr sz="500">
                <a:latin typeface="Roboto"/>
                <a:ea typeface="Roboto"/>
                <a:cs typeface="Roboto"/>
                <a:sym typeface="Roboto"/>
              </a:endParaRPr>
            </a:p>
          </p:txBody>
        </p:sp>
        <p:sp>
          <p:nvSpPr>
            <p:cNvPr id="16393" name="Google Shape;16393;p289"/>
            <p:cNvSpPr/>
            <p:nvPr/>
          </p:nvSpPr>
          <p:spPr>
            <a:xfrm>
              <a:off x="3646236" y="2229879"/>
              <a:ext cx="6333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8200" lIns="78200" spcFirstLastPara="1" rIns="78200" wrap="square" tIns="78200">
              <a:noAutofit/>
            </a:bodyPr>
            <a:lstStyle/>
            <a:p>
              <a:pPr indent="0" lvl="0" marL="0" rtl="0" algn="l">
                <a:spcBef>
                  <a:spcPts val="0"/>
                </a:spcBef>
                <a:spcAft>
                  <a:spcPts val="0"/>
                </a:spcAft>
                <a:buNone/>
              </a:pPr>
              <a:r>
                <a:t/>
              </a:r>
              <a:endParaRPr sz="500">
                <a:latin typeface="Roboto"/>
                <a:ea typeface="Roboto"/>
                <a:cs typeface="Roboto"/>
                <a:sym typeface="Roboto"/>
              </a:endParaRPr>
            </a:p>
          </p:txBody>
        </p:sp>
        <p:sp>
          <p:nvSpPr>
            <p:cNvPr id="16394" name="Google Shape;16394;p289"/>
            <p:cNvSpPr/>
            <p:nvPr/>
          </p:nvSpPr>
          <p:spPr>
            <a:xfrm>
              <a:off x="4349786" y="1075528"/>
              <a:ext cx="13251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61600" lIns="61600" spcFirstLastPara="1" rIns="61600" wrap="square" tIns="61600">
              <a:noAutofit/>
            </a:bodyPr>
            <a:lstStyle/>
            <a:p>
              <a:pPr indent="0" lvl="0" marL="0" rtl="0" algn="l">
                <a:spcBef>
                  <a:spcPts val="0"/>
                </a:spcBef>
                <a:spcAft>
                  <a:spcPts val="0"/>
                </a:spcAft>
                <a:buNone/>
              </a:pPr>
              <a:r>
                <a:t/>
              </a:r>
              <a:endParaRPr sz="700">
                <a:latin typeface="Roboto"/>
                <a:ea typeface="Roboto"/>
                <a:cs typeface="Roboto"/>
                <a:sym typeface="Roboto"/>
              </a:endParaRPr>
            </a:p>
          </p:txBody>
        </p:sp>
        <p:sp>
          <p:nvSpPr>
            <p:cNvPr id="16395" name="Google Shape;16395;p289"/>
            <p:cNvSpPr/>
            <p:nvPr/>
          </p:nvSpPr>
          <p:spPr>
            <a:xfrm>
              <a:off x="4349786" y="1459971"/>
              <a:ext cx="13251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61600" lIns="61600" spcFirstLastPara="1" rIns="61600" wrap="square" tIns="61600">
              <a:noAutofit/>
            </a:bodyPr>
            <a:lstStyle/>
            <a:p>
              <a:pPr indent="0" lvl="0" marL="0" rtl="0" algn="l">
                <a:spcBef>
                  <a:spcPts val="0"/>
                </a:spcBef>
                <a:spcAft>
                  <a:spcPts val="0"/>
                </a:spcAft>
                <a:buNone/>
              </a:pPr>
              <a:r>
                <a:rPr lang="es-419" sz="600">
                  <a:solidFill>
                    <a:schemeClr val="dk1"/>
                  </a:solidFill>
                </a:rPr>
                <a:t>Escanear </a:t>
              </a:r>
              <a:r>
                <a:rPr lang="es-419" sz="600">
                  <a:solidFill>
                    <a:schemeClr val="dk1"/>
                  </a:solidFill>
                </a:rPr>
                <a:t>ubicación</a:t>
              </a:r>
              <a:r>
                <a:rPr lang="es-419" sz="600">
                  <a:solidFill>
                    <a:schemeClr val="dk1"/>
                  </a:solidFill>
                </a:rPr>
                <a:t> del producto en el </a:t>
              </a:r>
              <a:r>
                <a:rPr lang="es-419" sz="600">
                  <a:solidFill>
                    <a:schemeClr val="dk1"/>
                  </a:solidFill>
                </a:rPr>
                <a:t>almacén</a:t>
              </a:r>
              <a:r>
                <a:rPr lang="es-419" sz="600">
                  <a:solidFill>
                    <a:schemeClr val="dk1"/>
                  </a:solidFill>
                </a:rPr>
                <a:t> </a:t>
              </a:r>
              <a:endParaRPr sz="700">
                <a:latin typeface="Roboto"/>
                <a:ea typeface="Roboto"/>
                <a:cs typeface="Roboto"/>
                <a:sym typeface="Roboto"/>
              </a:endParaRPr>
            </a:p>
          </p:txBody>
        </p:sp>
        <p:sp>
          <p:nvSpPr>
            <p:cNvPr id="16396" name="Google Shape;16396;p289"/>
            <p:cNvSpPr/>
            <p:nvPr/>
          </p:nvSpPr>
          <p:spPr>
            <a:xfrm>
              <a:off x="4349786" y="1853372"/>
              <a:ext cx="13251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61600" lIns="61600" spcFirstLastPara="1" rIns="61600" wrap="square" tIns="61600">
              <a:noAutofit/>
            </a:bodyPr>
            <a:lstStyle/>
            <a:p>
              <a:pPr indent="0" lvl="0" marL="0" rtl="0" algn="l">
                <a:spcBef>
                  <a:spcPts val="0"/>
                </a:spcBef>
                <a:spcAft>
                  <a:spcPts val="0"/>
                </a:spcAft>
                <a:buNone/>
              </a:pPr>
              <a:r>
                <a:t/>
              </a:r>
              <a:endParaRPr sz="700">
                <a:latin typeface="Roboto"/>
                <a:ea typeface="Roboto"/>
                <a:cs typeface="Roboto"/>
                <a:sym typeface="Roboto"/>
              </a:endParaRPr>
            </a:p>
          </p:txBody>
        </p:sp>
        <p:sp>
          <p:nvSpPr>
            <p:cNvPr id="16397" name="Google Shape;16397;p289"/>
            <p:cNvSpPr/>
            <p:nvPr/>
          </p:nvSpPr>
          <p:spPr>
            <a:xfrm>
              <a:off x="4349786" y="2239831"/>
              <a:ext cx="13251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61600" lIns="61600" spcFirstLastPara="1" rIns="61600" wrap="square" tIns="61600">
              <a:noAutofit/>
            </a:bodyPr>
            <a:lstStyle/>
            <a:p>
              <a:pPr indent="0" lvl="0" marL="0" rtl="0" algn="l">
                <a:spcBef>
                  <a:spcPts val="0"/>
                </a:spcBef>
                <a:spcAft>
                  <a:spcPts val="0"/>
                </a:spcAft>
                <a:buNone/>
              </a:pPr>
              <a:r>
                <a:rPr lang="es-419" sz="700">
                  <a:latin typeface="Roboto"/>
                  <a:ea typeface="Roboto"/>
                  <a:cs typeface="Roboto"/>
                  <a:sym typeface="Roboto"/>
                </a:rPr>
                <a:t>&lt;...&gt;</a:t>
              </a:r>
              <a:endParaRPr sz="700">
                <a:latin typeface="Roboto"/>
                <a:ea typeface="Roboto"/>
                <a:cs typeface="Roboto"/>
                <a:sym typeface="Roboto"/>
              </a:endParaRPr>
            </a:p>
          </p:txBody>
        </p:sp>
        <p:sp>
          <p:nvSpPr>
            <p:cNvPr id="16398" name="Google Shape;16398;p289"/>
            <p:cNvSpPr/>
            <p:nvPr/>
          </p:nvSpPr>
          <p:spPr>
            <a:xfrm>
              <a:off x="2704756" y="1461628"/>
              <a:ext cx="8817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8200" lIns="78200" spcFirstLastPara="1" rIns="78200" wrap="square" tIns="78200">
              <a:noAutofit/>
            </a:bodyPr>
            <a:lstStyle/>
            <a:p>
              <a:pPr indent="0" lvl="0" marL="0" rtl="0" algn="l">
                <a:spcBef>
                  <a:spcPts val="0"/>
                </a:spcBef>
                <a:spcAft>
                  <a:spcPts val="0"/>
                </a:spcAft>
                <a:buNone/>
              </a:pPr>
              <a:r>
                <a:t/>
              </a:r>
              <a:endParaRPr sz="500">
                <a:latin typeface="Roboto"/>
                <a:ea typeface="Roboto"/>
                <a:cs typeface="Roboto"/>
                <a:sym typeface="Roboto"/>
              </a:endParaRPr>
            </a:p>
          </p:txBody>
        </p:sp>
        <p:sp>
          <p:nvSpPr>
            <p:cNvPr id="16399" name="Google Shape;16399;p289"/>
            <p:cNvSpPr txBox="1"/>
            <p:nvPr/>
          </p:nvSpPr>
          <p:spPr>
            <a:xfrm>
              <a:off x="4463036" y="557328"/>
              <a:ext cx="1098600" cy="4653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b="1" lang="es-419" sz="700">
                  <a:latin typeface="Arvo"/>
                  <a:ea typeface="Arvo"/>
                  <a:cs typeface="Arvo"/>
                  <a:sym typeface="Arvo"/>
                </a:rPr>
                <a:t>Acción interactiva:</a:t>
              </a:r>
              <a:endParaRPr b="1" sz="700">
                <a:latin typeface="Arvo"/>
                <a:ea typeface="Arvo"/>
                <a:cs typeface="Arvo"/>
                <a:sym typeface="Arvo"/>
              </a:endParaRPr>
            </a:p>
            <a:p>
              <a:pPr indent="0" lvl="0" marL="0" rtl="0" algn="ctr">
                <a:spcBef>
                  <a:spcPts val="0"/>
                </a:spcBef>
                <a:spcAft>
                  <a:spcPts val="0"/>
                </a:spcAft>
                <a:buNone/>
              </a:pPr>
              <a:r>
                <a:rPr i="1" lang="es-419" sz="500">
                  <a:latin typeface="Arvo"/>
                  <a:ea typeface="Arvo"/>
                  <a:cs typeface="Arvo"/>
                  <a:sym typeface="Arvo"/>
                </a:rPr>
                <a:t>&lt;ej: </a:t>
              </a:r>
              <a:r>
                <a:rPr i="1" lang="es-419" sz="500">
                  <a:solidFill>
                    <a:srgbClr val="000000"/>
                  </a:solidFill>
                  <a:latin typeface="Roboto"/>
                  <a:ea typeface="Roboto"/>
                  <a:cs typeface="Roboto"/>
                  <a:sym typeface="Roboto"/>
                </a:rPr>
                <a:t>autenticar por huella y cara</a:t>
              </a:r>
              <a:r>
                <a:rPr i="1" lang="es-419" sz="500">
                  <a:latin typeface="Arvo"/>
                  <a:ea typeface="Arvo"/>
                  <a:cs typeface="Arvo"/>
                  <a:sym typeface="Arvo"/>
                </a:rPr>
                <a:t>&gt;</a:t>
              </a:r>
              <a:endParaRPr i="1" sz="500">
                <a:latin typeface="Arvo"/>
                <a:ea typeface="Arvo"/>
                <a:cs typeface="Arvo"/>
                <a:sym typeface="Arvo"/>
              </a:endParaRPr>
            </a:p>
          </p:txBody>
        </p:sp>
        <p:sp>
          <p:nvSpPr>
            <p:cNvPr id="16400" name="Google Shape;16400;p289"/>
            <p:cNvSpPr txBox="1"/>
            <p:nvPr/>
          </p:nvSpPr>
          <p:spPr>
            <a:xfrm>
              <a:off x="3639736" y="557328"/>
              <a:ext cx="702600" cy="4653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b="1" lang="es-419" sz="700">
                  <a:latin typeface="Arvo"/>
                  <a:ea typeface="Arvo"/>
                  <a:cs typeface="Arvo"/>
                  <a:sym typeface="Arvo"/>
                </a:rPr>
                <a:t>Punto de contacto</a:t>
              </a:r>
              <a:endParaRPr sz="700">
                <a:latin typeface="Arvo"/>
                <a:ea typeface="Arvo"/>
                <a:cs typeface="Arvo"/>
                <a:sym typeface="Arvo"/>
              </a:endParaRPr>
            </a:p>
          </p:txBody>
        </p:sp>
        <p:sp>
          <p:nvSpPr>
            <p:cNvPr id="16401" name="Google Shape;16401;p289"/>
            <p:cNvSpPr txBox="1"/>
            <p:nvPr/>
          </p:nvSpPr>
          <p:spPr>
            <a:xfrm>
              <a:off x="2784273" y="568049"/>
              <a:ext cx="702600" cy="4653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b="1" lang="es-419" sz="700">
                  <a:latin typeface="Arvo"/>
                  <a:ea typeface="Arvo"/>
                  <a:cs typeface="Arvo"/>
                  <a:sym typeface="Arvo"/>
                </a:rPr>
                <a:t>Rol</a:t>
              </a:r>
              <a:endParaRPr sz="700">
                <a:latin typeface="Arvo"/>
                <a:ea typeface="Arvo"/>
                <a:cs typeface="Arvo"/>
                <a:sym typeface="Arvo"/>
              </a:endParaRPr>
            </a:p>
          </p:txBody>
        </p:sp>
        <p:pic>
          <p:nvPicPr>
            <p:cNvPr id="16402" name="Google Shape;16402;p289"/>
            <p:cNvPicPr preferRelativeResize="0"/>
            <p:nvPr/>
          </p:nvPicPr>
          <p:blipFill rotWithShape="1">
            <a:blip r:embed="rId3">
              <a:alphaModFix/>
            </a:blip>
            <a:srcRect b="-868" l="16515" r="66426" t="66946"/>
            <a:stretch/>
          </p:blipFill>
          <p:spPr>
            <a:xfrm>
              <a:off x="2782507" y="825772"/>
              <a:ext cx="702701" cy="702700"/>
            </a:xfrm>
            <a:prstGeom prst="rect">
              <a:avLst/>
            </a:prstGeom>
            <a:noFill/>
            <a:ln>
              <a:noFill/>
            </a:ln>
          </p:spPr>
        </p:pic>
        <p:sp>
          <p:nvSpPr>
            <p:cNvPr id="16403" name="Google Shape;16403;p289"/>
            <p:cNvSpPr txBox="1"/>
            <p:nvPr/>
          </p:nvSpPr>
          <p:spPr>
            <a:xfrm>
              <a:off x="2782511" y="1476053"/>
              <a:ext cx="761100" cy="232500"/>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s-419" sz="700">
                  <a:solidFill>
                    <a:schemeClr val="dk1"/>
                  </a:solidFill>
                </a:rPr>
                <a:t>Auxiliar de bodega</a:t>
              </a:r>
              <a:endParaRPr/>
            </a:p>
          </p:txBody>
        </p:sp>
        <p:sp>
          <p:nvSpPr>
            <p:cNvPr id="16404" name="Google Shape;16404;p289"/>
            <p:cNvSpPr txBox="1"/>
            <p:nvPr/>
          </p:nvSpPr>
          <p:spPr>
            <a:xfrm>
              <a:off x="2704760" y="1669653"/>
              <a:ext cx="964800" cy="232500"/>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t/>
              </a:r>
              <a:endParaRPr b="1" sz="700">
                <a:latin typeface="Arvo"/>
                <a:ea typeface="Arvo"/>
                <a:cs typeface="Arvo"/>
                <a:sym typeface="Arvo"/>
              </a:endParaRPr>
            </a:p>
            <a:p>
              <a:pPr indent="0" lvl="0" marL="0" rtl="0" algn="ctr">
                <a:spcBef>
                  <a:spcPts val="0"/>
                </a:spcBef>
                <a:spcAft>
                  <a:spcPts val="0"/>
                </a:spcAft>
                <a:buNone/>
              </a:pPr>
              <a:r>
                <a:rPr i="1" lang="es-419" sz="500">
                  <a:latin typeface="Arvo"/>
                  <a:ea typeface="Arvo"/>
                  <a:cs typeface="Arvo"/>
                  <a:sym typeface="Arvo"/>
                </a:rPr>
                <a:t>&lt;ej: conductor&gt;</a:t>
              </a:r>
              <a:endParaRPr i="1" sz="500">
                <a:latin typeface="Arvo"/>
                <a:ea typeface="Arvo"/>
                <a:cs typeface="Arvo"/>
                <a:sym typeface="Arvo"/>
              </a:endParaRPr>
            </a:p>
          </p:txBody>
        </p:sp>
      </p:grpSp>
      <p:grpSp>
        <p:nvGrpSpPr>
          <p:cNvPr id="16405" name="Google Shape;16405;p289"/>
          <p:cNvGrpSpPr/>
          <p:nvPr/>
        </p:nvGrpSpPr>
        <p:grpSpPr>
          <a:xfrm>
            <a:off x="408339" y="4215341"/>
            <a:ext cx="2810831" cy="2161925"/>
            <a:chOff x="2640436" y="-87872"/>
            <a:chExt cx="3098700" cy="2874900"/>
          </a:xfrm>
        </p:grpSpPr>
        <p:sp>
          <p:nvSpPr>
            <p:cNvPr id="16406" name="Google Shape;16406;p289"/>
            <p:cNvSpPr/>
            <p:nvPr/>
          </p:nvSpPr>
          <p:spPr>
            <a:xfrm>
              <a:off x="2640436" y="-87872"/>
              <a:ext cx="3098700" cy="2874900"/>
            </a:xfrm>
            <a:prstGeom prst="roundRect">
              <a:avLst>
                <a:gd fmla="val 3233" name="adj"/>
              </a:avLst>
            </a:prstGeom>
            <a:solidFill>
              <a:srgbClr val="FFFFFF"/>
            </a:solidFill>
            <a:ln cap="flat" cmpd="sng" w="9525">
              <a:solidFill>
                <a:srgbClr val="EFEFEF"/>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t" bIns="15400" lIns="15400" spcFirstLastPara="1" rIns="15400" wrap="square" tIns="15400">
              <a:noAutofit/>
            </a:bodyPr>
            <a:lstStyle/>
            <a:p>
              <a:pPr indent="0" lvl="0" marL="0" rtl="0" algn="ctr">
                <a:spcBef>
                  <a:spcPts val="0"/>
                </a:spcBef>
                <a:spcAft>
                  <a:spcPts val="0"/>
                </a:spcAft>
                <a:buNone/>
              </a:pPr>
              <a:r>
                <a:rPr b="1" i="1" lang="es-419" sz="800">
                  <a:solidFill>
                    <a:srgbClr val="434343"/>
                  </a:solidFill>
                </a:rPr>
                <a:t>Puntos de Automatización</a:t>
              </a:r>
              <a:endParaRPr b="1" i="1" sz="800">
                <a:solidFill>
                  <a:srgbClr val="434343"/>
                </a:solidFill>
              </a:endParaRPr>
            </a:p>
          </p:txBody>
        </p:sp>
        <p:sp>
          <p:nvSpPr>
            <p:cNvPr id="16407" name="Google Shape;16407;p289"/>
            <p:cNvSpPr txBox="1"/>
            <p:nvPr/>
          </p:nvSpPr>
          <p:spPr>
            <a:xfrm>
              <a:off x="2820612" y="182753"/>
              <a:ext cx="1098600" cy="232500"/>
            </a:xfrm>
            <a:prstGeom prst="rect">
              <a:avLst/>
            </a:prstGeom>
            <a:noFill/>
            <a:ln>
              <a:noFill/>
            </a:ln>
          </p:spPr>
          <p:txBody>
            <a:bodyPr anchorCtr="0" anchor="ctr" bIns="0" lIns="0" spcFirstLastPara="1" rIns="0" wrap="square" tIns="0">
              <a:noAutofit/>
            </a:bodyPr>
            <a:lstStyle/>
            <a:p>
              <a:pPr indent="0" lvl="0" marL="0" rtl="0" algn="r">
                <a:spcBef>
                  <a:spcPts val="0"/>
                </a:spcBef>
                <a:spcAft>
                  <a:spcPts val="0"/>
                </a:spcAft>
                <a:buNone/>
              </a:pPr>
              <a:r>
                <a:rPr lang="es-419" sz="700">
                  <a:latin typeface="Arvo"/>
                  <a:ea typeface="Arvo"/>
                  <a:cs typeface="Arvo"/>
                  <a:sym typeface="Arvo"/>
                </a:rPr>
                <a:t>Actividad de Negocio</a:t>
              </a:r>
              <a:endParaRPr sz="700">
                <a:latin typeface="Arvo"/>
                <a:ea typeface="Arvo"/>
                <a:cs typeface="Arvo"/>
                <a:sym typeface="Arvo"/>
              </a:endParaRPr>
            </a:p>
            <a:p>
              <a:pPr indent="0" lvl="0" marL="0" rtl="0" algn="r">
                <a:spcBef>
                  <a:spcPts val="0"/>
                </a:spcBef>
                <a:spcAft>
                  <a:spcPts val="0"/>
                </a:spcAft>
                <a:buNone/>
              </a:pPr>
              <a:r>
                <a:rPr i="1" lang="es-419" sz="500">
                  <a:latin typeface="Arvo"/>
                  <a:ea typeface="Arvo"/>
                  <a:cs typeface="Arvo"/>
                  <a:sym typeface="Arvo"/>
                </a:rPr>
                <a:t>&lt;ej: Identificarse&gt;</a:t>
              </a:r>
              <a:endParaRPr i="1" sz="500">
                <a:latin typeface="Arvo"/>
                <a:ea typeface="Arvo"/>
                <a:cs typeface="Arvo"/>
                <a:sym typeface="Arvo"/>
              </a:endParaRPr>
            </a:p>
          </p:txBody>
        </p:sp>
        <p:sp>
          <p:nvSpPr>
            <p:cNvPr id="16408" name="Google Shape;16408;p289"/>
            <p:cNvSpPr/>
            <p:nvPr/>
          </p:nvSpPr>
          <p:spPr>
            <a:xfrm>
              <a:off x="3951036" y="159603"/>
              <a:ext cx="17313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8200" lIns="78200" spcFirstLastPara="1" rIns="78200" wrap="square" tIns="78200">
              <a:noAutofit/>
            </a:bodyPr>
            <a:lstStyle/>
            <a:p>
              <a:pPr indent="0" lvl="0" marL="0" rtl="0" algn="l">
                <a:spcBef>
                  <a:spcPts val="0"/>
                </a:spcBef>
                <a:spcAft>
                  <a:spcPts val="0"/>
                </a:spcAft>
                <a:buNone/>
              </a:pPr>
              <a:r>
                <a:t/>
              </a:r>
              <a:endParaRPr sz="500">
                <a:latin typeface="Roboto"/>
                <a:ea typeface="Roboto"/>
                <a:cs typeface="Roboto"/>
                <a:sym typeface="Roboto"/>
              </a:endParaRPr>
            </a:p>
          </p:txBody>
        </p:sp>
        <p:sp>
          <p:nvSpPr>
            <p:cNvPr id="16409" name="Google Shape;16409;p289"/>
            <p:cNvSpPr txBox="1"/>
            <p:nvPr/>
          </p:nvSpPr>
          <p:spPr>
            <a:xfrm>
              <a:off x="3962886" y="142103"/>
              <a:ext cx="1731300" cy="351900"/>
            </a:xfrm>
            <a:prstGeom prst="rect">
              <a:avLst/>
            </a:prstGeom>
            <a:noFill/>
            <a:ln>
              <a:noFill/>
            </a:ln>
          </p:spPr>
          <p:txBody>
            <a:bodyPr anchorCtr="0" anchor="ctr" bIns="15400" lIns="15400" spcFirstLastPara="1" rIns="15400" wrap="square" tIns="15400">
              <a:noAutofit/>
            </a:bodyPr>
            <a:lstStyle/>
            <a:p>
              <a:pPr indent="0" lvl="0" marL="0" rtl="0" algn="l">
                <a:spcBef>
                  <a:spcPts val="0"/>
                </a:spcBef>
                <a:spcAft>
                  <a:spcPts val="0"/>
                </a:spcAft>
                <a:buNone/>
              </a:pPr>
              <a:r>
                <a:rPr b="1" lang="es-419" sz="700">
                  <a:solidFill>
                    <a:schemeClr val="dk1"/>
                  </a:solidFill>
                </a:rPr>
                <a:t>Actualizar Estado Del Inventario</a:t>
              </a:r>
              <a:endParaRPr/>
            </a:p>
          </p:txBody>
        </p:sp>
        <p:sp>
          <p:nvSpPr>
            <p:cNvPr id="16410" name="Google Shape;16410;p289"/>
            <p:cNvSpPr/>
            <p:nvPr/>
          </p:nvSpPr>
          <p:spPr>
            <a:xfrm>
              <a:off x="3646236" y="1459973"/>
              <a:ext cx="6333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8200" lIns="78200" spcFirstLastPara="1" rIns="78200" wrap="square" tIns="78200">
              <a:noAutofit/>
            </a:bodyPr>
            <a:lstStyle/>
            <a:p>
              <a:pPr indent="0" lvl="0" marL="0" rtl="0" algn="l">
                <a:spcBef>
                  <a:spcPts val="0"/>
                </a:spcBef>
                <a:spcAft>
                  <a:spcPts val="0"/>
                </a:spcAft>
                <a:buNone/>
              </a:pPr>
              <a:r>
                <a:t/>
              </a:r>
              <a:endParaRPr sz="500">
                <a:latin typeface="Roboto"/>
                <a:ea typeface="Roboto"/>
                <a:cs typeface="Roboto"/>
                <a:sym typeface="Roboto"/>
              </a:endParaRPr>
            </a:p>
          </p:txBody>
        </p:sp>
        <p:sp>
          <p:nvSpPr>
            <p:cNvPr id="16411" name="Google Shape;16411;p289"/>
            <p:cNvSpPr/>
            <p:nvPr/>
          </p:nvSpPr>
          <p:spPr>
            <a:xfrm>
              <a:off x="3646236" y="1075527"/>
              <a:ext cx="6333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8200" lIns="78200" spcFirstLastPara="1" rIns="78200" wrap="square" tIns="78200">
              <a:noAutofit/>
            </a:bodyPr>
            <a:lstStyle/>
            <a:p>
              <a:pPr indent="0" lvl="0" marL="0" rtl="0" algn="l">
                <a:spcBef>
                  <a:spcPts val="0"/>
                </a:spcBef>
                <a:spcAft>
                  <a:spcPts val="0"/>
                </a:spcAft>
                <a:buNone/>
              </a:pPr>
              <a:r>
                <a:t/>
              </a:r>
              <a:endParaRPr sz="500">
                <a:latin typeface="Roboto"/>
                <a:ea typeface="Roboto"/>
                <a:cs typeface="Roboto"/>
                <a:sym typeface="Roboto"/>
              </a:endParaRPr>
            </a:p>
          </p:txBody>
        </p:sp>
        <p:sp>
          <p:nvSpPr>
            <p:cNvPr id="16412" name="Google Shape;16412;p289"/>
            <p:cNvSpPr/>
            <p:nvPr/>
          </p:nvSpPr>
          <p:spPr>
            <a:xfrm>
              <a:off x="3646236" y="2229879"/>
              <a:ext cx="6333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8200" lIns="78200" spcFirstLastPara="1" rIns="78200" wrap="square" tIns="78200">
              <a:noAutofit/>
            </a:bodyPr>
            <a:lstStyle/>
            <a:p>
              <a:pPr indent="0" lvl="0" marL="0" rtl="0" algn="l">
                <a:spcBef>
                  <a:spcPts val="0"/>
                </a:spcBef>
                <a:spcAft>
                  <a:spcPts val="0"/>
                </a:spcAft>
                <a:buNone/>
              </a:pPr>
              <a:r>
                <a:t/>
              </a:r>
              <a:endParaRPr sz="500">
                <a:latin typeface="Roboto"/>
                <a:ea typeface="Roboto"/>
                <a:cs typeface="Roboto"/>
                <a:sym typeface="Roboto"/>
              </a:endParaRPr>
            </a:p>
          </p:txBody>
        </p:sp>
        <p:sp>
          <p:nvSpPr>
            <p:cNvPr id="16413" name="Google Shape;16413;p289"/>
            <p:cNvSpPr/>
            <p:nvPr/>
          </p:nvSpPr>
          <p:spPr>
            <a:xfrm>
              <a:off x="4349786" y="1075528"/>
              <a:ext cx="13251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61600" lIns="61600" spcFirstLastPara="1" rIns="61600" wrap="square" tIns="61600">
              <a:noAutofit/>
            </a:bodyPr>
            <a:lstStyle/>
            <a:p>
              <a:pPr indent="0" lvl="0" marL="0" rtl="0" algn="l">
                <a:spcBef>
                  <a:spcPts val="0"/>
                </a:spcBef>
                <a:spcAft>
                  <a:spcPts val="0"/>
                </a:spcAft>
                <a:buNone/>
              </a:pPr>
              <a:r>
                <a:t/>
              </a:r>
              <a:endParaRPr sz="700">
                <a:latin typeface="Roboto"/>
                <a:ea typeface="Roboto"/>
                <a:cs typeface="Roboto"/>
                <a:sym typeface="Roboto"/>
              </a:endParaRPr>
            </a:p>
          </p:txBody>
        </p:sp>
        <p:sp>
          <p:nvSpPr>
            <p:cNvPr id="16414" name="Google Shape;16414;p289"/>
            <p:cNvSpPr/>
            <p:nvPr/>
          </p:nvSpPr>
          <p:spPr>
            <a:xfrm>
              <a:off x="4349786" y="1459971"/>
              <a:ext cx="13251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61600" lIns="61600" spcFirstLastPara="1" rIns="61600" wrap="square" tIns="61600">
              <a:noAutofit/>
            </a:bodyPr>
            <a:lstStyle/>
            <a:p>
              <a:pPr indent="0" lvl="0" marL="0" rtl="0" algn="l">
                <a:spcBef>
                  <a:spcPts val="0"/>
                </a:spcBef>
                <a:spcAft>
                  <a:spcPts val="0"/>
                </a:spcAft>
                <a:buNone/>
              </a:pPr>
              <a:r>
                <a:t/>
              </a:r>
              <a:endParaRPr sz="700">
                <a:latin typeface="Roboto"/>
                <a:ea typeface="Roboto"/>
                <a:cs typeface="Roboto"/>
                <a:sym typeface="Roboto"/>
              </a:endParaRPr>
            </a:p>
          </p:txBody>
        </p:sp>
        <p:sp>
          <p:nvSpPr>
            <p:cNvPr id="16415" name="Google Shape;16415;p289"/>
            <p:cNvSpPr/>
            <p:nvPr/>
          </p:nvSpPr>
          <p:spPr>
            <a:xfrm>
              <a:off x="4349786" y="1853372"/>
              <a:ext cx="13251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61600" lIns="61600" spcFirstLastPara="1" rIns="61600" wrap="square" tIns="61600">
              <a:noAutofit/>
            </a:bodyPr>
            <a:lstStyle/>
            <a:p>
              <a:pPr indent="0" lvl="0" marL="0" rtl="0" algn="l">
                <a:spcBef>
                  <a:spcPts val="0"/>
                </a:spcBef>
                <a:spcAft>
                  <a:spcPts val="0"/>
                </a:spcAft>
                <a:buNone/>
              </a:pPr>
              <a:r>
                <a:rPr lang="es-419" sz="600">
                  <a:solidFill>
                    <a:schemeClr val="dk1"/>
                  </a:solidFill>
                </a:rPr>
                <a:t>Registrar movimientos o cambios de stock</a:t>
              </a:r>
              <a:endParaRPr sz="700">
                <a:latin typeface="Roboto"/>
                <a:ea typeface="Roboto"/>
                <a:cs typeface="Roboto"/>
                <a:sym typeface="Roboto"/>
              </a:endParaRPr>
            </a:p>
          </p:txBody>
        </p:sp>
        <p:sp>
          <p:nvSpPr>
            <p:cNvPr id="16416" name="Google Shape;16416;p289"/>
            <p:cNvSpPr/>
            <p:nvPr/>
          </p:nvSpPr>
          <p:spPr>
            <a:xfrm>
              <a:off x="4349786" y="2239831"/>
              <a:ext cx="13251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61600" lIns="61600" spcFirstLastPara="1" rIns="61600" wrap="square" tIns="61600">
              <a:noAutofit/>
            </a:bodyPr>
            <a:lstStyle/>
            <a:p>
              <a:pPr indent="0" lvl="0" marL="0" rtl="0" algn="l">
                <a:spcBef>
                  <a:spcPts val="0"/>
                </a:spcBef>
                <a:spcAft>
                  <a:spcPts val="0"/>
                </a:spcAft>
                <a:buNone/>
              </a:pPr>
              <a:r>
                <a:rPr lang="es-419" sz="700">
                  <a:latin typeface="Roboto"/>
                  <a:ea typeface="Roboto"/>
                  <a:cs typeface="Roboto"/>
                  <a:sym typeface="Roboto"/>
                </a:rPr>
                <a:t>&lt;...&gt;</a:t>
              </a:r>
              <a:endParaRPr sz="700">
                <a:latin typeface="Roboto"/>
                <a:ea typeface="Roboto"/>
                <a:cs typeface="Roboto"/>
                <a:sym typeface="Roboto"/>
              </a:endParaRPr>
            </a:p>
          </p:txBody>
        </p:sp>
        <p:sp>
          <p:nvSpPr>
            <p:cNvPr id="16417" name="Google Shape;16417;p289"/>
            <p:cNvSpPr/>
            <p:nvPr/>
          </p:nvSpPr>
          <p:spPr>
            <a:xfrm>
              <a:off x="2704756" y="1461628"/>
              <a:ext cx="8817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8200" lIns="78200" spcFirstLastPara="1" rIns="78200" wrap="square" tIns="78200">
              <a:noAutofit/>
            </a:bodyPr>
            <a:lstStyle/>
            <a:p>
              <a:pPr indent="0" lvl="0" marL="0" rtl="0" algn="l">
                <a:spcBef>
                  <a:spcPts val="0"/>
                </a:spcBef>
                <a:spcAft>
                  <a:spcPts val="0"/>
                </a:spcAft>
                <a:buNone/>
              </a:pPr>
              <a:r>
                <a:t/>
              </a:r>
              <a:endParaRPr sz="500">
                <a:latin typeface="Roboto"/>
                <a:ea typeface="Roboto"/>
                <a:cs typeface="Roboto"/>
                <a:sym typeface="Roboto"/>
              </a:endParaRPr>
            </a:p>
          </p:txBody>
        </p:sp>
        <p:sp>
          <p:nvSpPr>
            <p:cNvPr id="16418" name="Google Shape;16418;p289"/>
            <p:cNvSpPr txBox="1"/>
            <p:nvPr/>
          </p:nvSpPr>
          <p:spPr>
            <a:xfrm>
              <a:off x="4463036" y="557328"/>
              <a:ext cx="1098600" cy="4653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b="1" lang="es-419" sz="700">
                  <a:latin typeface="Arvo"/>
                  <a:ea typeface="Arvo"/>
                  <a:cs typeface="Arvo"/>
                  <a:sym typeface="Arvo"/>
                </a:rPr>
                <a:t>Acción interactiva:</a:t>
              </a:r>
              <a:endParaRPr b="1" sz="700">
                <a:latin typeface="Arvo"/>
                <a:ea typeface="Arvo"/>
                <a:cs typeface="Arvo"/>
                <a:sym typeface="Arvo"/>
              </a:endParaRPr>
            </a:p>
            <a:p>
              <a:pPr indent="0" lvl="0" marL="0" rtl="0" algn="ctr">
                <a:spcBef>
                  <a:spcPts val="0"/>
                </a:spcBef>
                <a:spcAft>
                  <a:spcPts val="0"/>
                </a:spcAft>
                <a:buNone/>
              </a:pPr>
              <a:r>
                <a:rPr i="1" lang="es-419" sz="500">
                  <a:latin typeface="Arvo"/>
                  <a:ea typeface="Arvo"/>
                  <a:cs typeface="Arvo"/>
                  <a:sym typeface="Arvo"/>
                </a:rPr>
                <a:t>&lt;ej: </a:t>
              </a:r>
              <a:r>
                <a:rPr i="1" lang="es-419" sz="500">
                  <a:solidFill>
                    <a:srgbClr val="000000"/>
                  </a:solidFill>
                  <a:latin typeface="Roboto"/>
                  <a:ea typeface="Roboto"/>
                  <a:cs typeface="Roboto"/>
                  <a:sym typeface="Roboto"/>
                </a:rPr>
                <a:t>autenticar por huella y cara</a:t>
              </a:r>
              <a:r>
                <a:rPr i="1" lang="es-419" sz="500">
                  <a:latin typeface="Arvo"/>
                  <a:ea typeface="Arvo"/>
                  <a:cs typeface="Arvo"/>
                  <a:sym typeface="Arvo"/>
                </a:rPr>
                <a:t>&gt;</a:t>
              </a:r>
              <a:endParaRPr i="1" sz="500">
                <a:latin typeface="Arvo"/>
                <a:ea typeface="Arvo"/>
                <a:cs typeface="Arvo"/>
                <a:sym typeface="Arvo"/>
              </a:endParaRPr>
            </a:p>
          </p:txBody>
        </p:sp>
        <p:sp>
          <p:nvSpPr>
            <p:cNvPr id="16419" name="Google Shape;16419;p289"/>
            <p:cNvSpPr txBox="1"/>
            <p:nvPr/>
          </p:nvSpPr>
          <p:spPr>
            <a:xfrm>
              <a:off x="3639736" y="557328"/>
              <a:ext cx="702600" cy="4653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b="1" lang="es-419" sz="700">
                  <a:latin typeface="Arvo"/>
                  <a:ea typeface="Arvo"/>
                  <a:cs typeface="Arvo"/>
                  <a:sym typeface="Arvo"/>
                </a:rPr>
                <a:t>Punto de contacto</a:t>
              </a:r>
              <a:endParaRPr sz="700">
                <a:latin typeface="Arvo"/>
                <a:ea typeface="Arvo"/>
                <a:cs typeface="Arvo"/>
                <a:sym typeface="Arvo"/>
              </a:endParaRPr>
            </a:p>
          </p:txBody>
        </p:sp>
        <p:sp>
          <p:nvSpPr>
            <p:cNvPr id="16420" name="Google Shape;16420;p289"/>
            <p:cNvSpPr txBox="1"/>
            <p:nvPr/>
          </p:nvSpPr>
          <p:spPr>
            <a:xfrm>
              <a:off x="2784273" y="568049"/>
              <a:ext cx="702600" cy="4653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b="1" lang="es-419" sz="700">
                  <a:latin typeface="Arvo"/>
                  <a:ea typeface="Arvo"/>
                  <a:cs typeface="Arvo"/>
                  <a:sym typeface="Arvo"/>
                </a:rPr>
                <a:t>Rol</a:t>
              </a:r>
              <a:endParaRPr sz="700">
                <a:latin typeface="Arvo"/>
                <a:ea typeface="Arvo"/>
                <a:cs typeface="Arvo"/>
                <a:sym typeface="Arvo"/>
              </a:endParaRPr>
            </a:p>
          </p:txBody>
        </p:sp>
        <p:pic>
          <p:nvPicPr>
            <p:cNvPr id="16421" name="Google Shape;16421;p289"/>
            <p:cNvPicPr preferRelativeResize="0"/>
            <p:nvPr/>
          </p:nvPicPr>
          <p:blipFill rotWithShape="1">
            <a:blip r:embed="rId3">
              <a:alphaModFix/>
            </a:blip>
            <a:srcRect b="-868" l="16515" r="66426" t="66946"/>
            <a:stretch/>
          </p:blipFill>
          <p:spPr>
            <a:xfrm>
              <a:off x="2782507" y="825772"/>
              <a:ext cx="702701" cy="702700"/>
            </a:xfrm>
            <a:prstGeom prst="rect">
              <a:avLst/>
            </a:prstGeom>
            <a:noFill/>
            <a:ln>
              <a:noFill/>
            </a:ln>
          </p:spPr>
        </p:pic>
        <p:sp>
          <p:nvSpPr>
            <p:cNvPr id="16422" name="Google Shape;16422;p289"/>
            <p:cNvSpPr txBox="1"/>
            <p:nvPr/>
          </p:nvSpPr>
          <p:spPr>
            <a:xfrm>
              <a:off x="2782511" y="1476053"/>
              <a:ext cx="761100" cy="232500"/>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s-419" sz="700">
                  <a:solidFill>
                    <a:schemeClr val="dk1"/>
                  </a:solidFill>
                </a:rPr>
                <a:t>Jefe De Bodega</a:t>
              </a:r>
              <a:endParaRPr/>
            </a:p>
          </p:txBody>
        </p:sp>
        <p:sp>
          <p:nvSpPr>
            <p:cNvPr id="16423" name="Google Shape;16423;p289"/>
            <p:cNvSpPr txBox="1"/>
            <p:nvPr/>
          </p:nvSpPr>
          <p:spPr>
            <a:xfrm>
              <a:off x="2704760" y="1669653"/>
              <a:ext cx="964800" cy="232500"/>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t/>
              </a:r>
              <a:endParaRPr b="1" sz="700">
                <a:latin typeface="Arvo"/>
                <a:ea typeface="Arvo"/>
                <a:cs typeface="Arvo"/>
                <a:sym typeface="Arvo"/>
              </a:endParaRPr>
            </a:p>
            <a:p>
              <a:pPr indent="0" lvl="0" marL="0" rtl="0" algn="ctr">
                <a:spcBef>
                  <a:spcPts val="0"/>
                </a:spcBef>
                <a:spcAft>
                  <a:spcPts val="0"/>
                </a:spcAft>
                <a:buNone/>
              </a:pPr>
              <a:r>
                <a:rPr i="1" lang="es-419" sz="500">
                  <a:latin typeface="Arvo"/>
                  <a:ea typeface="Arvo"/>
                  <a:cs typeface="Arvo"/>
                  <a:sym typeface="Arvo"/>
                </a:rPr>
                <a:t>&lt;ej: conductor&gt;</a:t>
              </a:r>
              <a:endParaRPr i="1" sz="500">
                <a:latin typeface="Arvo"/>
                <a:ea typeface="Arvo"/>
                <a:cs typeface="Arvo"/>
                <a:sym typeface="Arvo"/>
              </a:endParaRPr>
            </a:p>
          </p:txBody>
        </p:sp>
        <p:sp>
          <p:nvSpPr>
            <p:cNvPr id="16424" name="Google Shape;16424;p289"/>
            <p:cNvSpPr/>
            <p:nvPr/>
          </p:nvSpPr>
          <p:spPr>
            <a:xfrm>
              <a:off x="3646236" y="1853367"/>
              <a:ext cx="761100" cy="232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8200" lIns="78200" spcFirstLastPara="1" rIns="78200" wrap="square" tIns="78200">
              <a:noAutofit/>
            </a:bodyPr>
            <a:lstStyle/>
            <a:p>
              <a:pPr indent="0" lvl="0" marL="0" rtl="0" algn="l">
                <a:spcBef>
                  <a:spcPts val="0"/>
                </a:spcBef>
                <a:spcAft>
                  <a:spcPts val="0"/>
                </a:spcAft>
                <a:buNone/>
              </a:pPr>
              <a:r>
                <a:rPr lang="es-419" sz="600">
                  <a:solidFill>
                    <a:schemeClr val="dk1"/>
                  </a:solidFill>
                </a:rPr>
                <a:t>📧 Software de inventario</a:t>
              </a:r>
              <a:endParaRPr sz="500">
                <a:latin typeface="Roboto"/>
                <a:ea typeface="Roboto"/>
                <a:cs typeface="Roboto"/>
                <a:sym typeface="Roboto"/>
              </a:endParaRPr>
            </a:p>
          </p:txBody>
        </p:sp>
      </p:grpSp>
      <p:sp>
        <p:nvSpPr>
          <p:cNvPr id="16425" name="Google Shape;16425;p289"/>
          <p:cNvSpPr txBox="1"/>
          <p:nvPr/>
        </p:nvSpPr>
        <p:spPr>
          <a:xfrm>
            <a:off x="749025" y="495100"/>
            <a:ext cx="1646100" cy="3381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s-419" sz="700">
                <a:solidFill>
                  <a:schemeClr val="lt1"/>
                </a:solidFill>
                <a:latin typeface="Arvo"/>
                <a:ea typeface="Arvo"/>
                <a:cs typeface="Arvo"/>
                <a:sym typeface="Arvo"/>
              </a:rPr>
              <a:t>Verificar Disponibilidad en inventario</a:t>
            </a:r>
            <a:endParaRPr>
              <a:solidFill>
                <a:schemeClr val="lt1"/>
              </a:solidFill>
            </a:endParaRPr>
          </a:p>
        </p:txBody>
      </p:sp>
    </p:spTree>
  </p:cSld>
  <p:clrMapOvr>
    <a:masterClrMapping/>
  </p:clrMapOvr>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429" name="Shape 16429"/>
        <p:cNvGrpSpPr/>
        <p:nvPr/>
      </p:nvGrpSpPr>
      <p:grpSpPr>
        <a:xfrm>
          <a:off x="0" y="0"/>
          <a:ext cx="0" cy="0"/>
          <a:chOff x="0" y="0"/>
          <a:chExt cx="0" cy="0"/>
        </a:xfrm>
      </p:grpSpPr>
      <p:sp>
        <p:nvSpPr>
          <p:cNvPr id="16430" name="Google Shape;16430;p290"/>
          <p:cNvSpPr txBox="1"/>
          <p:nvPr>
            <p:ph type="title"/>
          </p:nvPr>
        </p:nvSpPr>
        <p:spPr>
          <a:xfrm flipH="1">
            <a:off x="3219174" y="437575"/>
            <a:ext cx="1731300" cy="265800"/>
          </a:xfrm>
          <a:prstGeom prst="rect">
            <a:avLst/>
          </a:prstGeom>
        </p:spPr>
        <p:txBody>
          <a:bodyPr anchorCtr="0" anchor="ctr" bIns="0" lIns="0" spcFirstLastPara="1" rIns="0" wrap="square" tIns="0">
            <a:noAutofit/>
          </a:bodyPr>
          <a:lstStyle/>
          <a:p>
            <a:pPr indent="0" lvl="0" marL="0" rtl="0" algn="l">
              <a:spcBef>
                <a:spcPts val="0"/>
              </a:spcBef>
              <a:spcAft>
                <a:spcPts val="0"/>
              </a:spcAft>
              <a:buNone/>
            </a:pPr>
            <a:r>
              <a:rPr lang="es-419"/>
              <a:t>PM-02</a:t>
            </a:r>
            <a:endParaRPr/>
          </a:p>
        </p:txBody>
      </p:sp>
      <p:sp>
        <p:nvSpPr>
          <p:cNvPr id="16431" name="Google Shape;16431;p290"/>
          <p:cNvSpPr txBox="1"/>
          <p:nvPr>
            <p:ph idx="2" type="title"/>
          </p:nvPr>
        </p:nvSpPr>
        <p:spPr>
          <a:xfrm flipH="1">
            <a:off x="6546263" y="387663"/>
            <a:ext cx="3350100" cy="169200"/>
          </a:xfrm>
          <a:prstGeom prst="rect">
            <a:avLst/>
          </a:prstGeom>
        </p:spPr>
        <p:txBody>
          <a:bodyPr anchorCtr="0" anchor="ctr" bIns="0" lIns="0" spcFirstLastPara="1" rIns="0" wrap="square" tIns="0">
            <a:noAutofit/>
          </a:bodyPr>
          <a:lstStyle/>
          <a:p>
            <a:pPr indent="0" lvl="0" marL="0" rtl="0" algn="l">
              <a:spcBef>
                <a:spcPts val="0"/>
              </a:spcBef>
              <a:spcAft>
                <a:spcPts val="0"/>
              </a:spcAft>
              <a:buNone/>
            </a:pPr>
            <a:r>
              <a:rPr lang="es-419"/>
              <a:t>Garantizar ingreso correcto del paciente.</a:t>
            </a:r>
            <a:endParaRPr/>
          </a:p>
        </p:txBody>
      </p:sp>
      <p:sp>
        <p:nvSpPr>
          <p:cNvPr id="16432" name="Google Shape;16432;p290"/>
          <p:cNvSpPr txBox="1"/>
          <p:nvPr>
            <p:ph idx="3" type="title"/>
          </p:nvPr>
        </p:nvSpPr>
        <p:spPr>
          <a:xfrm flipH="1">
            <a:off x="6546263" y="579538"/>
            <a:ext cx="3350100" cy="169200"/>
          </a:xfrm>
          <a:prstGeom prst="rect">
            <a:avLst/>
          </a:prstGeom>
        </p:spPr>
        <p:txBody>
          <a:bodyPr anchorCtr="0" anchor="ctr" bIns="0" lIns="0" spcFirstLastPara="1" rIns="0" wrap="square" tIns="0">
            <a:noAutofit/>
          </a:bodyPr>
          <a:lstStyle/>
          <a:p>
            <a:pPr indent="0" lvl="0" marL="0" rtl="0" algn="l">
              <a:spcBef>
                <a:spcPts val="0"/>
              </a:spcBef>
              <a:spcAft>
                <a:spcPts val="0"/>
              </a:spcAft>
              <a:buNone/>
            </a:pPr>
            <a:r>
              <a:rPr lang="es-419"/>
              <a:t>Garantizar ingreso correcto del paciente.</a:t>
            </a:r>
            <a:endParaRPr/>
          </a:p>
        </p:txBody>
      </p:sp>
      <p:grpSp>
        <p:nvGrpSpPr>
          <p:cNvPr id="16433" name="Google Shape;16433;p290"/>
          <p:cNvGrpSpPr/>
          <p:nvPr/>
        </p:nvGrpSpPr>
        <p:grpSpPr>
          <a:xfrm>
            <a:off x="408339" y="1304041"/>
            <a:ext cx="2810831" cy="2161925"/>
            <a:chOff x="2640436" y="-87872"/>
            <a:chExt cx="3098700" cy="2874900"/>
          </a:xfrm>
        </p:grpSpPr>
        <p:sp>
          <p:nvSpPr>
            <p:cNvPr id="16434" name="Google Shape;16434;p290"/>
            <p:cNvSpPr/>
            <p:nvPr/>
          </p:nvSpPr>
          <p:spPr>
            <a:xfrm>
              <a:off x="2640436" y="-87872"/>
              <a:ext cx="3098700" cy="2874900"/>
            </a:xfrm>
            <a:prstGeom prst="roundRect">
              <a:avLst>
                <a:gd fmla="val 3233" name="adj"/>
              </a:avLst>
            </a:prstGeom>
            <a:solidFill>
              <a:srgbClr val="FFFFFF"/>
            </a:solidFill>
            <a:ln cap="flat" cmpd="sng" w="9525">
              <a:solidFill>
                <a:srgbClr val="EFEFEF"/>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t" bIns="15400" lIns="15400" spcFirstLastPara="1" rIns="15400" wrap="square" tIns="15400">
              <a:noAutofit/>
            </a:bodyPr>
            <a:lstStyle/>
            <a:p>
              <a:pPr indent="0" lvl="0" marL="0" rtl="0" algn="ctr">
                <a:spcBef>
                  <a:spcPts val="0"/>
                </a:spcBef>
                <a:spcAft>
                  <a:spcPts val="0"/>
                </a:spcAft>
                <a:buNone/>
              </a:pPr>
              <a:r>
                <a:rPr b="1" i="1" lang="es-419" sz="800">
                  <a:solidFill>
                    <a:srgbClr val="434343"/>
                  </a:solidFill>
                </a:rPr>
                <a:t>Puntos de Automatización</a:t>
              </a:r>
              <a:endParaRPr b="1" i="1" sz="800">
                <a:solidFill>
                  <a:srgbClr val="434343"/>
                </a:solidFill>
              </a:endParaRPr>
            </a:p>
          </p:txBody>
        </p:sp>
        <p:sp>
          <p:nvSpPr>
            <p:cNvPr id="16435" name="Google Shape;16435;p290"/>
            <p:cNvSpPr txBox="1"/>
            <p:nvPr/>
          </p:nvSpPr>
          <p:spPr>
            <a:xfrm>
              <a:off x="2820612" y="182753"/>
              <a:ext cx="1098600" cy="232500"/>
            </a:xfrm>
            <a:prstGeom prst="rect">
              <a:avLst/>
            </a:prstGeom>
            <a:noFill/>
            <a:ln>
              <a:noFill/>
            </a:ln>
          </p:spPr>
          <p:txBody>
            <a:bodyPr anchorCtr="0" anchor="ctr" bIns="0" lIns="0" spcFirstLastPara="1" rIns="0" wrap="square" tIns="0">
              <a:noAutofit/>
            </a:bodyPr>
            <a:lstStyle/>
            <a:p>
              <a:pPr indent="0" lvl="0" marL="0" rtl="0" algn="r">
                <a:spcBef>
                  <a:spcPts val="0"/>
                </a:spcBef>
                <a:spcAft>
                  <a:spcPts val="0"/>
                </a:spcAft>
                <a:buNone/>
              </a:pPr>
              <a:r>
                <a:rPr lang="es-419" sz="700">
                  <a:latin typeface="Arvo"/>
                  <a:ea typeface="Arvo"/>
                  <a:cs typeface="Arvo"/>
                  <a:sym typeface="Arvo"/>
                </a:rPr>
                <a:t>Actividad de Negocio</a:t>
              </a:r>
              <a:endParaRPr sz="700">
                <a:latin typeface="Arvo"/>
                <a:ea typeface="Arvo"/>
                <a:cs typeface="Arvo"/>
                <a:sym typeface="Arvo"/>
              </a:endParaRPr>
            </a:p>
            <a:p>
              <a:pPr indent="0" lvl="0" marL="0" rtl="0" algn="r">
                <a:spcBef>
                  <a:spcPts val="0"/>
                </a:spcBef>
                <a:spcAft>
                  <a:spcPts val="0"/>
                </a:spcAft>
                <a:buNone/>
              </a:pPr>
              <a:r>
                <a:rPr i="1" lang="es-419" sz="500">
                  <a:latin typeface="Arvo"/>
                  <a:ea typeface="Arvo"/>
                  <a:cs typeface="Arvo"/>
                  <a:sym typeface="Arvo"/>
                </a:rPr>
                <a:t>&lt;ej: Identificarse&gt;</a:t>
              </a:r>
              <a:endParaRPr i="1" sz="500">
                <a:latin typeface="Arvo"/>
                <a:ea typeface="Arvo"/>
                <a:cs typeface="Arvo"/>
                <a:sym typeface="Arvo"/>
              </a:endParaRPr>
            </a:p>
          </p:txBody>
        </p:sp>
        <p:sp>
          <p:nvSpPr>
            <p:cNvPr id="16436" name="Google Shape;16436;p290"/>
            <p:cNvSpPr/>
            <p:nvPr/>
          </p:nvSpPr>
          <p:spPr>
            <a:xfrm>
              <a:off x="3951036" y="159603"/>
              <a:ext cx="17313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8200" lIns="78200" spcFirstLastPara="1" rIns="78200" wrap="square" tIns="78200">
              <a:noAutofit/>
            </a:bodyPr>
            <a:lstStyle/>
            <a:p>
              <a:pPr indent="0" lvl="0" marL="0" rtl="0" algn="l">
                <a:spcBef>
                  <a:spcPts val="0"/>
                </a:spcBef>
                <a:spcAft>
                  <a:spcPts val="0"/>
                </a:spcAft>
                <a:buNone/>
              </a:pPr>
              <a:r>
                <a:t/>
              </a:r>
              <a:endParaRPr sz="500">
                <a:latin typeface="Roboto"/>
                <a:ea typeface="Roboto"/>
                <a:cs typeface="Roboto"/>
                <a:sym typeface="Roboto"/>
              </a:endParaRPr>
            </a:p>
          </p:txBody>
        </p:sp>
        <p:sp>
          <p:nvSpPr>
            <p:cNvPr id="16437" name="Google Shape;16437;p290"/>
            <p:cNvSpPr txBox="1"/>
            <p:nvPr/>
          </p:nvSpPr>
          <p:spPr>
            <a:xfrm>
              <a:off x="3962886" y="142103"/>
              <a:ext cx="1731300" cy="351900"/>
            </a:xfrm>
            <a:prstGeom prst="rect">
              <a:avLst/>
            </a:prstGeom>
            <a:noFill/>
            <a:ln>
              <a:noFill/>
            </a:ln>
          </p:spPr>
          <p:txBody>
            <a:bodyPr anchorCtr="0" anchor="ctr" bIns="15400" lIns="15400" spcFirstLastPara="1" rIns="15400" wrap="square" tIns="15400">
              <a:noAutofit/>
            </a:bodyPr>
            <a:lstStyle/>
            <a:p>
              <a:pPr indent="0" lvl="0" marL="0" rtl="0" algn="l">
                <a:spcBef>
                  <a:spcPts val="0"/>
                </a:spcBef>
                <a:spcAft>
                  <a:spcPts val="0"/>
                </a:spcAft>
                <a:buNone/>
              </a:pPr>
              <a:r>
                <a:rPr b="1" lang="es-419" sz="700">
                  <a:solidFill>
                    <a:schemeClr val="dk1"/>
                  </a:solidFill>
                </a:rPr>
                <a:t>Registrar Datos del cliente</a:t>
              </a:r>
              <a:endParaRPr/>
            </a:p>
          </p:txBody>
        </p:sp>
        <p:sp>
          <p:nvSpPr>
            <p:cNvPr id="16438" name="Google Shape;16438;p290"/>
            <p:cNvSpPr/>
            <p:nvPr/>
          </p:nvSpPr>
          <p:spPr>
            <a:xfrm>
              <a:off x="3646236" y="1459973"/>
              <a:ext cx="6333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8200" lIns="78200" spcFirstLastPara="1" rIns="78200" wrap="square" tIns="78200">
              <a:noAutofit/>
            </a:bodyPr>
            <a:lstStyle/>
            <a:p>
              <a:pPr indent="0" lvl="0" marL="0" rtl="0" algn="l">
                <a:spcBef>
                  <a:spcPts val="0"/>
                </a:spcBef>
                <a:spcAft>
                  <a:spcPts val="0"/>
                </a:spcAft>
                <a:buNone/>
              </a:pPr>
              <a:r>
                <a:t/>
              </a:r>
              <a:endParaRPr sz="500">
                <a:latin typeface="Roboto"/>
                <a:ea typeface="Roboto"/>
                <a:cs typeface="Roboto"/>
                <a:sym typeface="Roboto"/>
              </a:endParaRPr>
            </a:p>
          </p:txBody>
        </p:sp>
        <p:sp>
          <p:nvSpPr>
            <p:cNvPr id="16439" name="Google Shape;16439;p290"/>
            <p:cNvSpPr/>
            <p:nvPr/>
          </p:nvSpPr>
          <p:spPr>
            <a:xfrm>
              <a:off x="3646236" y="1075527"/>
              <a:ext cx="6333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8200" lIns="78200" spcFirstLastPara="1" rIns="78200" wrap="square" tIns="78200">
              <a:noAutofit/>
            </a:bodyPr>
            <a:lstStyle/>
            <a:p>
              <a:pPr indent="0" lvl="0" marL="0" rtl="0" algn="l">
                <a:spcBef>
                  <a:spcPts val="0"/>
                </a:spcBef>
                <a:spcAft>
                  <a:spcPts val="0"/>
                </a:spcAft>
                <a:buNone/>
              </a:pPr>
              <a:r>
                <a:rPr lang="es-419" sz="700">
                  <a:latin typeface="Roboto"/>
                  <a:ea typeface="Roboto"/>
                  <a:cs typeface="Roboto"/>
                  <a:sym typeface="Roboto"/>
                </a:rPr>
                <a:t>Sistema de Pedidos </a:t>
              </a:r>
              <a:endParaRPr sz="700">
                <a:latin typeface="Roboto"/>
                <a:ea typeface="Roboto"/>
                <a:cs typeface="Roboto"/>
                <a:sym typeface="Roboto"/>
              </a:endParaRPr>
            </a:p>
          </p:txBody>
        </p:sp>
        <p:sp>
          <p:nvSpPr>
            <p:cNvPr id="16440" name="Google Shape;16440;p290"/>
            <p:cNvSpPr/>
            <p:nvPr/>
          </p:nvSpPr>
          <p:spPr>
            <a:xfrm>
              <a:off x="3646236" y="1853377"/>
              <a:ext cx="6333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8200" lIns="78200" spcFirstLastPara="1" rIns="78200" wrap="square" tIns="78200">
              <a:noAutofit/>
            </a:bodyPr>
            <a:lstStyle/>
            <a:p>
              <a:pPr indent="0" lvl="0" marL="0" rtl="0" algn="l">
                <a:spcBef>
                  <a:spcPts val="0"/>
                </a:spcBef>
                <a:spcAft>
                  <a:spcPts val="0"/>
                </a:spcAft>
                <a:buNone/>
              </a:pPr>
              <a:r>
                <a:t/>
              </a:r>
              <a:endParaRPr sz="500">
                <a:latin typeface="Roboto"/>
                <a:ea typeface="Roboto"/>
                <a:cs typeface="Roboto"/>
                <a:sym typeface="Roboto"/>
              </a:endParaRPr>
            </a:p>
          </p:txBody>
        </p:sp>
        <p:sp>
          <p:nvSpPr>
            <p:cNvPr id="16441" name="Google Shape;16441;p290"/>
            <p:cNvSpPr/>
            <p:nvPr/>
          </p:nvSpPr>
          <p:spPr>
            <a:xfrm>
              <a:off x="3646236" y="2229879"/>
              <a:ext cx="6333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8200" lIns="78200" spcFirstLastPara="1" rIns="78200" wrap="square" tIns="78200">
              <a:noAutofit/>
            </a:bodyPr>
            <a:lstStyle/>
            <a:p>
              <a:pPr indent="0" lvl="0" marL="0" rtl="0" algn="l">
                <a:spcBef>
                  <a:spcPts val="0"/>
                </a:spcBef>
                <a:spcAft>
                  <a:spcPts val="0"/>
                </a:spcAft>
                <a:buNone/>
              </a:pPr>
              <a:r>
                <a:t/>
              </a:r>
              <a:endParaRPr sz="500">
                <a:latin typeface="Roboto"/>
                <a:ea typeface="Roboto"/>
                <a:cs typeface="Roboto"/>
                <a:sym typeface="Roboto"/>
              </a:endParaRPr>
            </a:p>
          </p:txBody>
        </p:sp>
        <p:sp>
          <p:nvSpPr>
            <p:cNvPr id="16442" name="Google Shape;16442;p290"/>
            <p:cNvSpPr/>
            <p:nvPr/>
          </p:nvSpPr>
          <p:spPr>
            <a:xfrm>
              <a:off x="4349786" y="1075528"/>
              <a:ext cx="13251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61600" lIns="61600" spcFirstLastPara="1" rIns="61600" wrap="square" tIns="61600">
              <a:noAutofit/>
            </a:bodyPr>
            <a:lstStyle/>
            <a:p>
              <a:pPr indent="0" lvl="0" marL="0" rtl="0" algn="l">
                <a:spcBef>
                  <a:spcPts val="0"/>
                </a:spcBef>
                <a:spcAft>
                  <a:spcPts val="0"/>
                </a:spcAft>
                <a:buNone/>
              </a:pPr>
              <a:r>
                <a:rPr lang="es-419" sz="600">
                  <a:solidFill>
                    <a:schemeClr val="dk1"/>
                  </a:solidFill>
                </a:rPr>
                <a:t>ingresar o verificar informacion del cliente</a:t>
              </a:r>
              <a:endParaRPr sz="700">
                <a:latin typeface="Roboto"/>
                <a:ea typeface="Roboto"/>
                <a:cs typeface="Roboto"/>
                <a:sym typeface="Roboto"/>
              </a:endParaRPr>
            </a:p>
          </p:txBody>
        </p:sp>
        <p:sp>
          <p:nvSpPr>
            <p:cNvPr id="16443" name="Google Shape;16443;p290"/>
            <p:cNvSpPr/>
            <p:nvPr/>
          </p:nvSpPr>
          <p:spPr>
            <a:xfrm>
              <a:off x="4349786" y="1459971"/>
              <a:ext cx="13251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61600" lIns="61600" spcFirstLastPara="1" rIns="61600" wrap="square" tIns="61600">
              <a:noAutofit/>
            </a:bodyPr>
            <a:lstStyle/>
            <a:p>
              <a:pPr indent="0" lvl="0" marL="0" rtl="0" algn="l">
                <a:spcBef>
                  <a:spcPts val="0"/>
                </a:spcBef>
                <a:spcAft>
                  <a:spcPts val="0"/>
                </a:spcAft>
                <a:buNone/>
              </a:pPr>
              <a:r>
                <a:t/>
              </a:r>
              <a:endParaRPr sz="700">
                <a:latin typeface="Roboto"/>
                <a:ea typeface="Roboto"/>
                <a:cs typeface="Roboto"/>
                <a:sym typeface="Roboto"/>
              </a:endParaRPr>
            </a:p>
          </p:txBody>
        </p:sp>
        <p:sp>
          <p:nvSpPr>
            <p:cNvPr id="16444" name="Google Shape;16444;p290"/>
            <p:cNvSpPr/>
            <p:nvPr/>
          </p:nvSpPr>
          <p:spPr>
            <a:xfrm>
              <a:off x="4349786" y="1853372"/>
              <a:ext cx="13251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61600" lIns="61600" spcFirstLastPara="1" rIns="61600" wrap="square" tIns="61600">
              <a:noAutofit/>
            </a:bodyPr>
            <a:lstStyle/>
            <a:p>
              <a:pPr indent="0" lvl="0" marL="0" rtl="0" algn="l">
                <a:spcBef>
                  <a:spcPts val="0"/>
                </a:spcBef>
                <a:spcAft>
                  <a:spcPts val="0"/>
                </a:spcAft>
                <a:buNone/>
              </a:pPr>
              <a:r>
                <a:t/>
              </a:r>
              <a:endParaRPr sz="700">
                <a:latin typeface="Roboto"/>
                <a:ea typeface="Roboto"/>
                <a:cs typeface="Roboto"/>
                <a:sym typeface="Roboto"/>
              </a:endParaRPr>
            </a:p>
          </p:txBody>
        </p:sp>
        <p:sp>
          <p:nvSpPr>
            <p:cNvPr id="16445" name="Google Shape;16445;p290"/>
            <p:cNvSpPr/>
            <p:nvPr/>
          </p:nvSpPr>
          <p:spPr>
            <a:xfrm>
              <a:off x="4349786" y="2239831"/>
              <a:ext cx="13251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61600" lIns="61600" spcFirstLastPara="1" rIns="61600" wrap="square" tIns="61600">
              <a:noAutofit/>
            </a:bodyPr>
            <a:lstStyle/>
            <a:p>
              <a:pPr indent="0" lvl="0" marL="0" rtl="0" algn="l">
                <a:spcBef>
                  <a:spcPts val="0"/>
                </a:spcBef>
                <a:spcAft>
                  <a:spcPts val="0"/>
                </a:spcAft>
                <a:buNone/>
              </a:pPr>
              <a:r>
                <a:rPr lang="es-419" sz="700">
                  <a:latin typeface="Roboto"/>
                  <a:ea typeface="Roboto"/>
                  <a:cs typeface="Roboto"/>
                  <a:sym typeface="Roboto"/>
                </a:rPr>
                <a:t>&lt;...&gt;</a:t>
              </a:r>
              <a:endParaRPr sz="700">
                <a:latin typeface="Roboto"/>
                <a:ea typeface="Roboto"/>
                <a:cs typeface="Roboto"/>
                <a:sym typeface="Roboto"/>
              </a:endParaRPr>
            </a:p>
          </p:txBody>
        </p:sp>
        <p:sp>
          <p:nvSpPr>
            <p:cNvPr id="16446" name="Google Shape;16446;p290"/>
            <p:cNvSpPr/>
            <p:nvPr/>
          </p:nvSpPr>
          <p:spPr>
            <a:xfrm>
              <a:off x="2704756" y="1461628"/>
              <a:ext cx="8817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8200" lIns="78200" spcFirstLastPara="1" rIns="78200" wrap="square" tIns="78200">
              <a:noAutofit/>
            </a:bodyPr>
            <a:lstStyle/>
            <a:p>
              <a:pPr indent="0" lvl="0" marL="0" rtl="0" algn="l">
                <a:spcBef>
                  <a:spcPts val="0"/>
                </a:spcBef>
                <a:spcAft>
                  <a:spcPts val="0"/>
                </a:spcAft>
                <a:buNone/>
              </a:pPr>
              <a:r>
                <a:t/>
              </a:r>
              <a:endParaRPr sz="500">
                <a:latin typeface="Roboto"/>
                <a:ea typeface="Roboto"/>
                <a:cs typeface="Roboto"/>
                <a:sym typeface="Roboto"/>
              </a:endParaRPr>
            </a:p>
          </p:txBody>
        </p:sp>
        <p:sp>
          <p:nvSpPr>
            <p:cNvPr id="16447" name="Google Shape;16447;p290"/>
            <p:cNvSpPr txBox="1"/>
            <p:nvPr/>
          </p:nvSpPr>
          <p:spPr>
            <a:xfrm>
              <a:off x="4463036" y="557328"/>
              <a:ext cx="1098600" cy="4653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b="1" lang="es-419" sz="700">
                  <a:latin typeface="Arvo"/>
                  <a:ea typeface="Arvo"/>
                  <a:cs typeface="Arvo"/>
                  <a:sym typeface="Arvo"/>
                </a:rPr>
                <a:t>Acción interactiva:</a:t>
              </a:r>
              <a:endParaRPr b="1" sz="700">
                <a:latin typeface="Arvo"/>
                <a:ea typeface="Arvo"/>
                <a:cs typeface="Arvo"/>
                <a:sym typeface="Arvo"/>
              </a:endParaRPr>
            </a:p>
            <a:p>
              <a:pPr indent="0" lvl="0" marL="0" rtl="0" algn="ctr">
                <a:spcBef>
                  <a:spcPts val="0"/>
                </a:spcBef>
                <a:spcAft>
                  <a:spcPts val="0"/>
                </a:spcAft>
                <a:buNone/>
              </a:pPr>
              <a:r>
                <a:rPr i="1" lang="es-419" sz="500">
                  <a:latin typeface="Arvo"/>
                  <a:ea typeface="Arvo"/>
                  <a:cs typeface="Arvo"/>
                  <a:sym typeface="Arvo"/>
                </a:rPr>
                <a:t>&lt;ej: </a:t>
              </a:r>
              <a:r>
                <a:rPr i="1" lang="es-419" sz="500">
                  <a:solidFill>
                    <a:srgbClr val="000000"/>
                  </a:solidFill>
                  <a:latin typeface="Roboto"/>
                  <a:ea typeface="Roboto"/>
                  <a:cs typeface="Roboto"/>
                  <a:sym typeface="Roboto"/>
                </a:rPr>
                <a:t>autenticar por huella y cara</a:t>
              </a:r>
              <a:r>
                <a:rPr i="1" lang="es-419" sz="500">
                  <a:latin typeface="Arvo"/>
                  <a:ea typeface="Arvo"/>
                  <a:cs typeface="Arvo"/>
                  <a:sym typeface="Arvo"/>
                </a:rPr>
                <a:t>&gt;</a:t>
              </a:r>
              <a:endParaRPr i="1" sz="500">
                <a:latin typeface="Arvo"/>
                <a:ea typeface="Arvo"/>
                <a:cs typeface="Arvo"/>
                <a:sym typeface="Arvo"/>
              </a:endParaRPr>
            </a:p>
          </p:txBody>
        </p:sp>
        <p:sp>
          <p:nvSpPr>
            <p:cNvPr id="16448" name="Google Shape;16448;p290"/>
            <p:cNvSpPr txBox="1"/>
            <p:nvPr/>
          </p:nvSpPr>
          <p:spPr>
            <a:xfrm>
              <a:off x="3639736" y="557328"/>
              <a:ext cx="702600" cy="4653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b="1" lang="es-419" sz="700">
                  <a:latin typeface="Arvo"/>
                  <a:ea typeface="Arvo"/>
                  <a:cs typeface="Arvo"/>
                  <a:sym typeface="Arvo"/>
                </a:rPr>
                <a:t>Punto de contacto</a:t>
              </a:r>
              <a:endParaRPr sz="700">
                <a:latin typeface="Arvo"/>
                <a:ea typeface="Arvo"/>
                <a:cs typeface="Arvo"/>
                <a:sym typeface="Arvo"/>
              </a:endParaRPr>
            </a:p>
          </p:txBody>
        </p:sp>
        <p:sp>
          <p:nvSpPr>
            <p:cNvPr id="16449" name="Google Shape;16449;p290"/>
            <p:cNvSpPr txBox="1"/>
            <p:nvPr/>
          </p:nvSpPr>
          <p:spPr>
            <a:xfrm>
              <a:off x="2784273" y="568049"/>
              <a:ext cx="702600" cy="4653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b="1" lang="es-419" sz="700">
                  <a:latin typeface="Arvo"/>
                  <a:ea typeface="Arvo"/>
                  <a:cs typeface="Arvo"/>
                  <a:sym typeface="Arvo"/>
                </a:rPr>
                <a:t>Rol</a:t>
              </a:r>
              <a:endParaRPr sz="700">
                <a:latin typeface="Arvo"/>
                <a:ea typeface="Arvo"/>
                <a:cs typeface="Arvo"/>
                <a:sym typeface="Arvo"/>
              </a:endParaRPr>
            </a:p>
          </p:txBody>
        </p:sp>
        <p:pic>
          <p:nvPicPr>
            <p:cNvPr id="16450" name="Google Shape;16450;p290"/>
            <p:cNvPicPr preferRelativeResize="0"/>
            <p:nvPr/>
          </p:nvPicPr>
          <p:blipFill rotWithShape="1">
            <a:blip r:embed="rId3">
              <a:alphaModFix/>
            </a:blip>
            <a:srcRect b="-868" l="16515" r="66426" t="66946"/>
            <a:stretch/>
          </p:blipFill>
          <p:spPr>
            <a:xfrm>
              <a:off x="2782507" y="825772"/>
              <a:ext cx="702701" cy="702700"/>
            </a:xfrm>
            <a:prstGeom prst="rect">
              <a:avLst/>
            </a:prstGeom>
            <a:noFill/>
            <a:ln>
              <a:noFill/>
            </a:ln>
          </p:spPr>
        </p:pic>
        <p:sp>
          <p:nvSpPr>
            <p:cNvPr id="16451" name="Google Shape;16451;p290"/>
            <p:cNvSpPr txBox="1"/>
            <p:nvPr/>
          </p:nvSpPr>
          <p:spPr>
            <a:xfrm>
              <a:off x="2782511" y="1476053"/>
              <a:ext cx="761100" cy="232500"/>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s-419" sz="700"/>
                <a:t>A</a:t>
              </a:r>
              <a:r>
                <a:rPr b="1" lang="es-419" sz="700"/>
                <a:t>sesor De Venta</a:t>
              </a:r>
              <a:r>
                <a:rPr lang="es-419" sz="700"/>
                <a:t>s</a:t>
              </a:r>
              <a:endParaRPr sz="700"/>
            </a:p>
          </p:txBody>
        </p:sp>
        <p:sp>
          <p:nvSpPr>
            <p:cNvPr id="16452" name="Google Shape;16452;p290"/>
            <p:cNvSpPr txBox="1"/>
            <p:nvPr/>
          </p:nvSpPr>
          <p:spPr>
            <a:xfrm>
              <a:off x="2704760" y="1669653"/>
              <a:ext cx="964800" cy="232500"/>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t/>
              </a:r>
              <a:endParaRPr b="1" sz="700">
                <a:latin typeface="Arvo"/>
                <a:ea typeface="Arvo"/>
                <a:cs typeface="Arvo"/>
                <a:sym typeface="Arvo"/>
              </a:endParaRPr>
            </a:p>
            <a:p>
              <a:pPr indent="0" lvl="0" marL="0" rtl="0" algn="ctr">
                <a:spcBef>
                  <a:spcPts val="0"/>
                </a:spcBef>
                <a:spcAft>
                  <a:spcPts val="0"/>
                </a:spcAft>
                <a:buNone/>
              </a:pPr>
              <a:r>
                <a:rPr i="1" lang="es-419" sz="500">
                  <a:latin typeface="Arvo"/>
                  <a:ea typeface="Arvo"/>
                  <a:cs typeface="Arvo"/>
                  <a:sym typeface="Arvo"/>
                </a:rPr>
                <a:t>&lt;ej: conductor&gt;</a:t>
              </a:r>
              <a:endParaRPr i="1" sz="500">
                <a:latin typeface="Arvo"/>
                <a:ea typeface="Arvo"/>
                <a:cs typeface="Arvo"/>
                <a:sym typeface="Arvo"/>
              </a:endParaRPr>
            </a:p>
          </p:txBody>
        </p:sp>
      </p:grpSp>
      <p:grpSp>
        <p:nvGrpSpPr>
          <p:cNvPr id="16453" name="Google Shape;16453;p290"/>
          <p:cNvGrpSpPr/>
          <p:nvPr/>
        </p:nvGrpSpPr>
        <p:grpSpPr>
          <a:xfrm>
            <a:off x="6815889" y="4215341"/>
            <a:ext cx="2810831" cy="2161925"/>
            <a:chOff x="2640436" y="-87872"/>
            <a:chExt cx="3098700" cy="2874900"/>
          </a:xfrm>
        </p:grpSpPr>
        <p:sp>
          <p:nvSpPr>
            <p:cNvPr id="16454" name="Google Shape;16454;p290"/>
            <p:cNvSpPr/>
            <p:nvPr/>
          </p:nvSpPr>
          <p:spPr>
            <a:xfrm>
              <a:off x="2640436" y="-87872"/>
              <a:ext cx="3098700" cy="2874900"/>
            </a:xfrm>
            <a:prstGeom prst="roundRect">
              <a:avLst>
                <a:gd fmla="val 3233" name="adj"/>
              </a:avLst>
            </a:prstGeom>
            <a:solidFill>
              <a:srgbClr val="FFFFFF"/>
            </a:solidFill>
            <a:ln cap="flat" cmpd="sng" w="9525">
              <a:solidFill>
                <a:srgbClr val="EFEFEF"/>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t" bIns="15400" lIns="15400" spcFirstLastPara="1" rIns="15400" wrap="square" tIns="15400">
              <a:noAutofit/>
            </a:bodyPr>
            <a:lstStyle/>
            <a:p>
              <a:pPr indent="0" lvl="0" marL="0" rtl="0" algn="ctr">
                <a:spcBef>
                  <a:spcPts val="0"/>
                </a:spcBef>
                <a:spcAft>
                  <a:spcPts val="0"/>
                </a:spcAft>
                <a:buNone/>
              </a:pPr>
              <a:r>
                <a:rPr b="1" i="1" lang="es-419" sz="800">
                  <a:solidFill>
                    <a:srgbClr val="434343"/>
                  </a:solidFill>
                </a:rPr>
                <a:t>Puntos de Automatización</a:t>
              </a:r>
              <a:endParaRPr b="1" i="1" sz="800">
                <a:solidFill>
                  <a:srgbClr val="434343"/>
                </a:solidFill>
              </a:endParaRPr>
            </a:p>
          </p:txBody>
        </p:sp>
        <p:sp>
          <p:nvSpPr>
            <p:cNvPr id="16455" name="Google Shape;16455;p290"/>
            <p:cNvSpPr txBox="1"/>
            <p:nvPr/>
          </p:nvSpPr>
          <p:spPr>
            <a:xfrm>
              <a:off x="2820612" y="182753"/>
              <a:ext cx="1098600" cy="232500"/>
            </a:xfrm>
            <a:prstGeom prst="rect">
              <a:avLst/>
            </a:prstGeom>
            <a:noFill/>
            <a:ln>
              <a:noFill/>
            </a:ln>
          </p:spPr>
          <p:txBody>
            <a:bodyPr anchorCtr="0" anchor="ctr" bIns="0" lIns="0" spcFirstLastPara="1" rIns="0" wrap="square" tIns="0">
              <a:noAutofit/>
            </a:bodyPr>
            <a:lstStyle/>
            <a:p>
              <a:pPr indent="0" lvl="0" marL="0" rtl="0" algn="r">
                <a:spcBef>
                  <a:spcPts val="0"/>
                </a:spcBef>
                <a:spcAft>
                  <a:spcPts val="0"/>
                </a:spcAft>
                <a:buNone/>
              </a:pPr>
              <a:r>
                <a:rPr lang="es-419" sz="700">
                  <a:latin typeface="Arvo"/>
                  <a:ea typeface="Arvo"/>
                  <a:cs typeface="Arvo"/>
                  <a:sym typeface="Arvo"/>
                </a:rPr>
                <a:t>Actividad de Negocio</a:t>
              </a:r>
              <a:endParaRPr sz="700">
                <a:latin typeface="Arvo"/>
                <a:ea typeface="Arvo"/>
                <a:cs typeface="Arvo"/>
                <a:sym typeface="Arvo"/>
              </a:endParaRPr>
            </a:p>
            <a:p>
              <a:pPr indent="0" lvl="0" marL="0" rtl="0" algn="r">
                <a:spcBef>
                  <a:spcPts val="0"/>
                </a:spcBef>
                <a:spcAft>
                  <a:spcPts val="0"/>
                </a:spcAft>
                <a:buNone/>
              </a:pPr>
              <a:r>
                <a:rPr i="1" lang="es-419" sz="500">
                  <a:latin typeface="Arvo"/>
                  <a:ea typeface="Arvo"/>
                  <a:cs typeface="Arvo"/>
                  <a:sym typeface="Arvo"/>
                </a:rPr>
                <a:t>&lt;ej: Identificarse&gt;</a:t>
              </a:r>
              <a:endParaRPr i="1" sz="500">
                <a:latin typeface="Arvo"/>
                <a:ea typeface="Arvo"/>
                <a:cs typeface="Arvo"/>
                <a:sym typeface="Arvo"/>
              </a:endParaRPr>
            </a:p>
          </p:txBody>
        </p:sp>
        <p:sp>
          <p:nvSpPr>
            <p:cNvPr id="16456" name="Google Shape;16456;p290"/>
            <p:cNvSpPr/>
            <p:nvPr/>
          </p:nvSpPr>
          <p:spPr>
            <a:xfrm>
              <a:off x="3951036" y="159603"/>
              <a:ext cx="17313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8200" lIns="78200" spcFirstLastPara="1" rIns="78200" wrap="square" tIns="78200">
              <a:noAutofit/>
            </a:bodyPr>
            <a:lstStyle/>
            <a:p>
              <a:pPr indent="0" lvl="0" marL="0" rtl="0" algn="l">
                <a:spcBef>
                  <a:spcPts val="0"/>
                </a:spcBef>
                <a:spcAft>
                  <a:spcPts val="0"/>
                </a:spcAft>
                <a:buNone/>
              </a:pPr>
              <a:r>
                <a:t/>
              </a:r>
              <a:endParaRPr sz="500">
                <a:latin typeface="Roboto"/>
                <a:ea typeface="Roboto"/>
                <a:cs typeface="Roboto"/>
                <a:sym typeface="Roboto"/>
              </a:endParaRPr>
            </a:p>
          </p:txBody>
        </p:sp>
        <p:sp>
          <p:nvSpPr>
            <p:cNvPr id="16457" name="Google Shape;16457;p290"/>
            <p:cNvSpPr txBox="1"/>
            <p:nvPr/>
          </p:nvSpPr>
          <p:spPr>
            <a:xfrm>
              <a:off x="3962886" y="142103"/>
              <a:ext cx="1731300" cy="351900"/>
            </a:xfrm>
            <a:prstGeom prst="rect">
              <a:avLst/>
            </a:prstGeom>
            <a:noFill/>
            <a:ln>
              <a:noFill/>
            </a:ln>
          </p:spPr>
          <p:txBody>
            <a:bodyPr anchorCtr="0" anchor="ctr" bIns="15400" lIns="15400" spcFirstLastPara="1" rIns="15400" wrap="square" tIns="15400">
              <a:noAutofit/>
            </a:bodyPr>
            <a:lstStyle/>
            <a:p>
              <a:pPr indent="0" lvl="0" marL="0" rtl="0" algn="l">
                <a:spcBef>
                  <a:spcPts val="0"/>
                </a:spcBef>
                <a:spcAft>
                  <a:spcPts val="0"/>
                </a:spcAft>
                <a:buNone/>
              </a:pPr>
              <a:r>
                <a:rPr b="1" lang="es-419" sz="700">
                  <a:solidFill>
                    <a:schemeClr val="dk1"/>
                  </a:solidFill>
                </a:rPr>
                <a:t>Enviar </a:t>
              </a:r>
              <a:r>
                <a:rPr b="1" lang="es-419" sz="700">
                  <a:solidFill>
                    <a:schemeClr val="dk1"/>
                  </a:solidFill>
                </a:rPr>
                <a:t>confirmación</a:t>
              </a:r>
              <a:r>
                <a:rPr b="1" lang="es-419" sz="700">
                  <a:solidFill>
                    <a:schemeClr val="dk1"/>
                  </a:solidFill>
                </a:rPr>
                <a:t> del pedido</a:t>
              </a:r>
              <a:r>
                <a:rPr b="1" lang="es-419" sz="700">
                  <a:solidFill>
                    <a:schemeClr val="dk1"/>
                  </a:solidFill>
                </a:rPr>
                <a:t> </a:t>
              </a:r>
              <a:endParaRPr/>
            </a:p>
          </p:txBody>
        </p:sp>
        <p:sp>
          <p:nvSpPr>
            <p:cNvPr id="16458" name="Google Shape;16458;p290"/>
            <p:cNvSpPr/>
            <p:nvPr/>
          </p:nvSpPr>
          <p:spPr>
            <a:xfrm>
              <a:off x="3646236" y="1459979"/>
              <a:ext cx="6333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8200" lIns="78200" spcFirstLastPara="1" rIns="78200" wrap="square" tIns="78200">
              <a:noAutofit/>
            </a:bodyPr>
            <a:lstStyle/>
            <a:p>
              <a:pPr indent="0" lvl="0" marL="0" rtl="0" algn="l">
                <a:spcBef>
                  <a:spcPts val="0"/>
                </a:spcBef>
                <a:spcAft>
                  <a:spcPts val="0"/>
                </a:spcAft>
                <a:buNone/>
              </a:pPr>
              <a:r>
                <a:rPr lang="es-419" sz="600">
                  <a:solidFill>
                    <a:schemeClr val="dk1"/>
                  </a:solidFill>
                </a:rPr>
                <a:t>🖨️Mensaje al cliente</a:t>
              </a:r>
              <a:endParaRPr sz="500">
                <a:latin typeface="Roboto"/>
                <a:ea typeface="Roboto"/>
                <a:cs typeface="Roboto"/>
                <a:sym typeface="Roboto"/>
              </a:endParaRPr>
            </a:p>
          </p:txBody>
        </p:sp>
        <p:sp>
          <p:nvSpPr>
            <p:cNvPr id="16459" name="Google Shape;16459;p290"/>
            <p:cNvSpPr/>
            <p:nvPr/>
          </p:nvSpPr>
          <p:spPr>
            <a:xfrm>
              <a:off x="3646236" y="1075527"/>
              <a:ext cx="6333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8200" lIns="78200" spcFirstLastPara="1" rIns="78200" wrap="square" tIns="78200">
              <a:noAutofit/>
            </a:bodyPr>
            <a:lstStyle/>
            <a:p>
              <a:pPr indent="0" lvl="0" marL="0" rtl="0" algn="l">
                <a:spcBef>
                  <a:spcPts val="0"/>
                </a:spcBef>
                <a:spcAft>
                  <a:spcPts val="0"/>
                </a:spcAft>
                <a:buNone/>
              </a:pPr>
              <a:r>
                <a:t/>
              </a:r>
              <a:endParaRPr sz="500">
                <a:latin typeface="Roboto"/>
                <a:ea typeface="Roboto"/>
                <a:cs typeface="Roboto"/>
                <a:sym typeface="Roboto"/>
              </a:endParaRPr>
            </a:p>
          </p:txBody>
        </p:sp>
        <p:sp>
          <p:nvSpPr>
            <p:cNvPr id="16460" name="Google Shape;16460;p290"/>
            <p:cNvSpPr/>
            <p:nvPr/>
          </p:nvSpPr>
          <p:spPr>
            <a:xfrm>
              <a:off x="3646236" y="1853377"/>
              <a:ext cx="6333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8200" lIns="78200" spcFirstLastPara="1" rIns="78200" wrap="square" tIns="78200">
              <a:noAutofit/>
            </a:bodyPr>
            <a:lstStyle/>
            <a:p>
              <a:pPr indent="0" lvl="0" marL="0" rtl="0" algn="l">
                <a:spcBef>
                  <a:spcPts val="0"/>
                </a:spcBef>
                <a:spcAft>
                  <a:spcPts val="0"/>
                </a:spcAft>
                <a:buNone/>
              </a:pPr>
              <a:r>
                <a:t/>
              </a:r>
              <a:endParaRPr sz="500">
                <a:latin typeface="Roboto"/>
                <a:ea typeface="Roboto"/>
                <a:cs typeface="Roboto"/>
                <a:sym typeface="Roboto"/>
              </a:endParaRPr>
            </a:p>
          </p:txBody>
        </p:sp>
        <p:sp>
          <p:nvSpPr>
            <p:cNvPr id="16461" name="Google Shape;16461;p290"/>
            <p:cNvSpPr/>
            <p:nvPr/>
          </p:nvSpPr>
          <p:spPr>
            <a:xfrm>
              <a:off x="3646236" y="2229879"/>
              <a:ext cx="6333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8200" lIns="78200" spcFirstLastPara="1" rIns="78200" wrap="square" tIns="78200">
              <a:noAutofit/>
            </a:bodyPr>
            <a:lstStyle/>
            <a:p>
              <a:pPr indent="0" lvl="0" marL="0" rtl="0" algn="l">
                <a:spcBef>
                  <a:spcPts val="0"/>
                </a:spcBef>
                <a:spcAft>
                  <a:spcPts val="0"/>
                </a:spcAft>
                <a:buNone/>
              </a:pPr>
              <a:r>
                <a:t/>
              </a:r>
              <a:endParaRPr sz="500">
                <a:latin typeface="Roboto"/>
                <a:ea typeface="Roboto"/>
                <a:cs typeface="Roboto"/>
                <a:sym typeface="Roboto"/>
              </a:endParaRPr>
            </a:p>
          </p:txBody>
        </p:sp>
        <p:sp>
          <p:nvSpPr>
            <p:cNvPr id="16462" name="Google Shape;16462;p290"/>
            <p:cNvSpPr/>
            <p:nvPr/>
          </p:nvSpPr>
          <p:spPr>
            <a:xfrm>
              <a:off x="4349786" y="1075528"/>
              <a:ext cx="13251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61600" lIns="61600" spcFirstLastPara="1" rIns="61600" wrap="square" tIns="61600">
              <a:noAutofit/>
            </a:bodyPr>
            <a:lstStyle/>
            <a:p>
              <a:pPr indent="0" lvl="0" marL="0" rtl="0" algn="l">
                <a:spcBef>
                  <a:spcPts val="0"/>
                </a:spcBef>
                <a:spcAft>
                  <a:spcPts val="0"/>
                </a:spcAft>
                <a:buNone/>
              </a:pPr>
              <a:r>
                <a:t/>
              </a:r>
              <a:endParaRPr sz="700">
                <a:latin typeface="Roboto"/>
                <a:ea typeface="Roboto"/>
                <a:cs typeface="Roboto"/>
                <a:sym typeface="Roboto"/>
              </a:endParaRPr>
            </a:p>
          </p:txBody>
        </p:sp>
        <p:sp>
          <p:nvSpPr>
            <p:cNvPr id="16463" name="Google Shape;16463;p290"/>
            <p:cNvSpPr/>
            <p:nvPr/>
          </p:nvSpPr>
          <p:spPr>
            <a:xfrm>
              <a:off x="4349786" y="1459971"/>
              <a:ext cx="13251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61600" lIns="61600" spcFirstLastPara="1" rIns="61600" wrap="square" tIns="61600">
              <a:noAutofit/>
            </a:bodyPr>
            <a:lstStyle/>
            <a:p>
              <a:pPr indent="0" lvl="0" marL="0" rtl="0" algn="l">
                <a:spcBef>
                  <a:spcPts val="0"/>
                </a:spcBef>
                <a:spcAft>
                  <a:spcPts val="0"/>
                </a:spcAft>
                <a:buNone/>
              </a:pPr>
              <a:r>
                <a:rPr lang="es-419" sz="600">
                  <a:solidFill>
                    <a:schemeClr val="dk1"/>
                  </a:solidFill>
                </a:rPr>
                <a:t>Notificar al cliente con los detalles del pedido realizado</a:t>
              </a:r>
              <a:endParaRPr sz="700">
                <a:latin typeface="Roboto"/>
                <a:ea typeface="Roboto"/>
                <a:cs typeface="Roboto"/>
                <a:sym typeface="Roboto"/>
              </a:endParaRPr>
            </a:p>
          </p:txBody>
        </p:sp>
        <p:sp>
          <p:nvSpPr>
            <p:cNvPr id="16464" name="Google Shape;16464;p290"/>
            <p:cNvSpPr/>
            <p:nvPr/>
          </p:nvSpPr>
          <p:spPr>
            <a:xfrm>
              <a:off x="4349786" y="1853372"/>
              <a:ext cx="13251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61600" lIns="61600" spcFirstLastPara="1" rIns="61600" wrap="square" tIns="61600">
              <a:noAutofit/>
            </a:bodyPr>
            <a:lstStyle/>
            <a:p>
              <a:pPr indent="0" lvl="0" marL="0" rtl="0" algn="l">
                <a:spcBef>
                  <a:spcPts val="0"/>
                </a:spcBef>
                <a:spcAft>
                  <a:spcPts val="0"/>
                </a:spcAft>
                <a:buNone/>
              </a:pPr>
              <a:r>
                <a:t/>
              </a:r>
              <a:endParaRPr sz="700">
                <a:latin typeface="Roboto"/>
                <a:ea typeface="Roboto"/>
                <a:cs typeface="Roboto"/>
                <a:sym typeface="Roboto"/>
              </a:endParaRPr>
            </a:p>
          </p:txBody>
        </p:sp>
        <p:sp>
          <p:nvSpPr>
            <p:cNvPr id="16465" name="Google Shape;16465;p290"/>
            <p:cNvSpPr/>
            <p:nvPr/>
          </p:nvSpPr>
          <p:spPr>
            <a:xfrm>
              <a:off x="4349786" y="2239831"/>
              <a:ext cx="13251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61600" lIns="61600" spcFirstLastPara="1" rIns="61600" wrap="square" tIns="61600">
              <a:noAutofit/>
            </a:bodyPr>
            <a:lstStyle/>
            <a:p>
              <a:pPr indent="0" lvl="0" marL="0" rtl="0" algn="l">
                <a:spcBef>
                  <a:spcPts val="0"/>
                </a:spcBef>
                <a:spcAft>
                  <a:spcPts val="0"/>
                </a:spcAft>
                <a:buNone/>
              </a:pPr>
              <a:r>
                <a:rPr lang="es-419" sz="700">
                  <a:latin typeface="Roboto"/>
                  <a:ea typeface="Roboto"/>
                  <a:cs typeface="Roboto"/>
                  <a:sym typeface="Roboto"/>
                </a:rPr>
                <a:t>&lt;...&gt;</a:t>
              </a:r>
              <a:endParaRPr sz="700">
                <a:latin typeface="Roboto"/>
                <a:ea typeface="Roboto"/>
                <a:cs typeface="Roboto"/>
                <a:sym typeface="Roboto"/>
              </a:endParaRPr>
            </a:p>
          </p:txBody>
        </p:sp>
        <p:sp>
          <p:nvSpPr>
            <p:cNvPr id="16466" name="Google Shape;16466;p290"/>
            <p:cNvSpPr/>
            <p:nvPr/>
          </p:nvSpPr>
          <p:spPr>
            <a:xfrm>
              <a:off x="2704756" y="1461628"/>
              <a:ext cx="8817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8200" lIns="78200" spcFirstLastPara="1" rIns="78200" wrap="square" tIns="78200">
              <a:noAutofit/>
            </a:bodyPr>
            <a:lstStyle/>
            <a:p>
              <a:pPr indent="0" lvl="0" marL="0" rtl="0" algn="l">
                <a:spcBef>
                  <a:spcPts val="0"/>
                </a:spcBef>
                <a:spcAft>
                  <a:spcPts val="0"/>
                </a:spcAft>
                <a:buNone/>
              </a:pPr>
              <a:r>
                <a:t/>
              </a:r>
              <a:endParaRPr sz="500">
                <a:latin typeface="Roboto"/>
                <a:ea typeface="Roboto"/>
                <a:cs typeface="Roboto"/>
                <a:sym typeface="Roboto"/>
              </a:endParaRPr>
            </a:p>
          </p:txBody>
        </p:sp>
        <p:sp>
          <p:nvSpPr>
            <p:cNvPr id="16467" name="Google Shape;16467;p290"/>
            <p:cNvSpPr txBox="1"/>
            <p:nvPr/>
          </p:nvSpPr>
          <p:spPr>
            <a:xfrm>
              <a:off x="4463036" y="557328"/>
              <a:ext cx="1098600" cy="4653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b="1" lang="es-419" sz="700">
                  <a:latin typeface="Arvo"/>
                  <a:ea typeface="Arvo"/>
                  <a:cs typeface="Arvo"/>
                  <a:sym typeface="Arvo"/>
                </a:rPr>
                <a:t>Acción interactiva:</a:t>
              </a:r>
              <a:endParaRPr b="1" sz="700">
                <a:latin typeface="Arvo"/>
                <a:ea typeface="Arvo"/>
                <a:cs typeface="Arvo"/>
                <a:sym typeface="Arvo"/>
              </a:endParaRPr>
            </a:p>
            <a:p>
              <a:pPr indent="0" lvl="0" marL="0" rtl="0" algn="ctr">
                <a:spcBef>
                  <a:spcPts val="0"/>
                </a:spcBef>
                <a:spcAft>
                  <a:spcPts val="0"/>
                </a:spcAft>
                <a:buNone/>
              </a:pPr>
              <a:r>
                <a:rPr i="1" lang="es-419" sz="500">
                  <a:latin typeface="Arvo"/>
                  <a:ea typeface="Arvo"/>
                  <a:cs typeface="Arvo"/>
                  <a:sym typeface="Arvo"/>
                </a:rPr>
                <a:t>&lt;ej: </a:t>
              </a:r>
              <a:r>
                <a:rPr i="1" lang="es-419" sz="500">
                  <a:solidFill>
                    <a:srgbClr val="000000"/>
                  </a:solidFill>
                  <a:latin typeface="Roboto"/>
                  <a:ea typeface="Roboto"/>
                  <a:cs typeface="Roboto"/>
                  <a:sym typeface="Roboto"/>
                </a:rPr>
                <a:t>autenticar por huella y cara</a:t>
              </a:r>
              <a:r>
                <a:rPr i="1" lang="es-419" sz="500">
                  <a:latin typeface="Arvo"/>
                  <a:ea typeface="Arvo"/>
                  <a:cs typeface="Arvo"/>
                  <a:sym typeface="Arvo"/>
                </a:rPr>
                <a:t>&gt;</a:t>
              </a:r>
              <a:endParaRPr i="1" sz="500">
                <a:latin typeface="Arvo"/>
                <a:ea typeface="Arvo"/>
                <a:cs typeface="Arvo"/>
                <a:sym typeface="Arvo"/>
              </a:endParaRPr>
            </a:p>
          </p:txBody>
        </p:sp>
        <p:sp>
          <p:nvSpPr>
            <p:cNvPr id="16468" name="Google Shape;16468;p290"/>
            <p:cNvSpPr txBox="1"/>
            <p:nvPr/>
          </p:nvSpPr>
          <p:spPr>
            <a:xfrm>
              <a:off x="3639736" y="557328"/>
              <a:ext cx="702600" cy="4653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b="1" lang="es-419" sz="700">
                  <a:latin typeface="Arvo"/>
                  <a:ea typeface="Arvo"/>
                  <a:cs typeface="Arvo"/>
                  <a:sym typeface="Arvo"/>
                </a:rPr>
                <a:t>Punto de contacto</a:t>
              </a:r>
              <a:endParaRPr sz="700">
                <a:latin typeface="Arvo"/>
                <a:ea typeface="Arvo"/>
                <a:cs typeface="Arvo"/>
                <a:sym typeface="Arvo"/>
              </a:endParaRPr>
            </a:p>
          </p:txBody>
        </p:sp>
        <p:sp>
          <p:nvSpPr>
            <p:cNvPr id="16469" name="Google Shape;16469;p290"/>
            <p:cNvSpPr txBox="1"/>
            <p:nvPr/>
          </p:nvSpPr>
          <p:spPr>
            <a:xfrm>
              <a:off x="2784273" y="568049"/>
              <a:ext cx="702600" cy="4653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b="1" lang="es-419" sz="700">
                  <a:latin typeface="Arvo"/>
                  <a:ea typeface="Arvo"/>
                  <a:cs typeface="Arvo"/>
                  <a:sym typeface="Arvo"/>
                </a:rPr>
                <a:t>Rol</a:t>
              </a:r>
              <a:endParaRPr sz="700">
                <a:latin typeface="Arvo"/>
                <a:ea typeface="Arvo"/>
                <a:cs typeface="Arvo"/>
                <a:sym typeface="Arvo"/>
              </a:endParaRPr>
            </a:p>
          </p:txBody>
        </p:sp>
        <p:pic>
          <p:nvPicPr>
            <p:cNvPr id="16470" name="Google Shape;16470;p290"/>
            <p:cNvPicPr preferRelativeResize="0"/>
            <p:nvPr/>
          </p:nvPicPr>
          <p:blipFill rotWithShape="1">
            <a:blip r:embed="rId3">
              <a:alphaModFix/>
            </a:blip>
            <a:srcRect b="-868" l="16515" r="66426" t="66946"/>
            <a:stretch/>
          </p:blipFill>
          <p:spPr>
            <a:xfrm>
              <a:off x="2782507" y="825772"/>
              <a:ext cx="702701" cy="702700"/>
            </a:xfrm>
            <a:prstGeom prst="rect">
              <a:avLst/>
            </a:prstGeom>
            <a:noFill/>
            <a:ln>
              <a:noFill/>
            </a:ln>
          </p:spPr>
        </p:pic>
        <p:sp>
          <p:nvSpPr>
            <p:cNvPr id="16471" name="Google Shape;16471;p290"/>
            <p:cNvSpPr txBox="1"/>
            <p:nvPr/>
          </p:nvSpPr>
          <p:spPr>
            <a:xfrm>
              <a:off x="2782511" y="1476053"/>
              <a:ext cx="761100" cy="232500"/>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b="1" lang="es-419" sz="700">
                  <a:solidFill>
                    <a:schemeClr val="dk1"/>
                  </a:solidFill>
                </a:rPr>
                <a:t>Sistema automatizado</a:t>
              </a:r>
              <a:endParaRPr/>
            </a:p>
          </p:txBody>
        </p:sp>
        <p:sp>
          <p:nvSpPr>
            <p:cNvPr id="16472" name="Google Shape;16472;p290"/>
            <p:cNvSpPr txBox="1"/>
            <p:nvPr/>
          </p:nvSpPr>
          <p:spPr>
            <a:xfrm>
              <a:off x="2704760" y="1669653"/>
              <a:ext cx="964800" cy="232500"/>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t/>
              </a:r>
              <a:endParaRPr b="1" sz="700">
                <a:latin typeface="Arvo"/>
                <a:ea typeface="Arvo"/>
                <a:cs typeface="Arvo"/>
                <a:sym typeface="Arvo"/>
              </a:endParaRPr>
            </a:p>
            <a:p>
              <a:pPr indent="0" lvl="0" marL="0" rtl="0" algn="ctr">
                <a:spcBef>
                  <a:spcPts val="0"/>
                </a:spcBef>
                <a:spcAft>
                  <a:spcPts val="0"/>
                </a:spcAft>
                <a:buNone/>
              </a:pPr>
              <a:r>
                <a:rPr i="1" lang="es-419" sz="500">
                  <a:latin typeface="Arvo"/>
                  <a:ea typeface="Arvo"/>
                  <a:cs typeface="Arvo"/>
                  <a:sym typeface="Arvo"/>
                </a:rPr>
                <a:t>&lt;ej: conductor&gt;</a:t>
              </a:r>
              <a:endParaRPr i="1" sz="500">
                <a:latin typeface="Arvo"/>
                <a:ea typeface="Arvo"/>
                <a:cs typeface="Arvo"/>
                <a:sym typeface="Arvo"/>
              </a:endParaRPr>
            </a:p>
          </p:txBody>
        </p:sp>
      </p:grpSp>
      <p:grpSp>
        <p:nvGrpSpPr>
          <p:cNvPr id="16473" name="Google Shape;16473;p290"/>
          <p:cNvGrpSpPr/>
          <p:nvPr/>
        </p:nvGrpSpPr>
        <p:grpSpPr>
          <a:xfrm>
            <a:off x="3634576" y="4215341"/>
            <a:ext cx="2810831" cy="2161925"/>
            <a:chOff x="2640436" y="-87872"/>
            <a:chExt cx="3098700" cy="2874900"/>
          </a:xfrm>
        </p:grpSpPr>
        <p:sp>
          <p:nvSpPr>
            <p:cNvPr id="16474" name="Google Shape;16474;p290"/>
            <p:cNvSpPr/>
            <p:nvPr/>
          </p:nvSpPr>
          <p:spPr>
            <a:xfrm>
              <a:off x="2640436" y="-87872"/>
              <a:ext cx="3098700" cy="2874900"/>
            </a:xfrm>
            <a:prstGeom prst="roundRect">
              <a:avLst>
                <a:gd fmla="val 3233" name="adj"/>
              </a:avLst>
            </a:prstGeom>
            <a:solidFill>
              <a:srgbClr val="FFFFFF"/>
            </a:solidFill>
            <a:ln cap="flat" cmpd="sng" w="9525">
              <a:solidFill>
                <a:srgbClr val="EFEFEF"/>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t" bIns="15400" lIns="15400" spcFirstLastPara="1" rIns="15400" wrap="square" tIns="15400">
              <a:noAutofit/>
            </a:bodyPr>
            <a:lstStyle/>
            <a:p>
              <a:pPr indent="0" lvl="0" marL="0" rtl="0" algn="ctr">
                <a:spcBef>
                  <a:spcPts val="0"/>
                </a:spcBef>
                <a:spcAft>
                  <a:spcPts val="0"/>
                </a:spcAft>
                <a:buNone/>
              </a:pPr>
              <a:r>
                <a:rPr b="1" i="1" lang="es-419" sz="800">
                  <a:solidFill>
                    <a:srgbClr val="434343"/>
                  </a:solidFill>
                </a:rPr>
                <a:t>Puntos de Automatización</a:t>
              </a:r>
              <a:endParaRPr b="1" i="1" sz="800">
                <a:solidFill>
                  <a:srgbClr val="434343"/>
                </a:solidFill>
              </a:endParaRPr>
            </a:p>
          </p:txBody>
        </p:sp>
        <p:sp>
          <p:nvSpPr>
            <p:cNvPr id="16475" name="Google Shape;16475;p290"/>
            <p:cNvSpPr txBox="1"/>
            <p:nvPr/>
          </p:nvSpPr>
          <p:spPr>
            <a:xfrm>
              <a:off x="2820612" y="182753"/>
              <a:ext cx="1098600" cy="232500"/>
            </a:xfrm>
            <a:prstGeom prst="rect">
              <a:avLst/>
            </a:prstGeom>
            <a:noFill/>
            <a:ln>
              <a:noFill/>
            </a:ln>
          </p:spPr>
          <p:txBody>
            <a:bodyPr anchorCtr="0" anchor="ctr" bIns="0" lIns="0" spcFirstLastPara="1" rIns="0" wrap="square" tIns="0">
              <a:noAutofit/>
            </a:bodyPr>
            <a:lstStyle/>
            <a:p>
              <a:pPr indent="0" lvl="0" marL="0" rtl="0" algn="r">
                <a:spcBef>
                  <a:spcPts val="0"/>
                </a:spcBef>
                <a:spcAft>
                  <a:spcPts val="0"/>
                </a:spcAft>
                <a:buNone/>
              </a:pPr>
              <a:r>
                <a:rPr lang="es-419" sz="700">
                  <a:latin typeface="Arvo"/>
                  <a:ea typeface="Arvo"/>
                  <a:cs typeface="Arvo"/>
                  <a:sym typeface="Arvo"/>
                </a:rPr>
                <a:t>Actividad de Negocio</a:t>
              </a:r>
              <a:endParaRPr sz="700">
                <a:latin typeface="Arvo"/>
                <a:ea typeface="Arvo"/>
                <a:cs typeface="Arvo"/>
                <a:sym typeface="Arvo"/>
              </a:endParaRPr>
            </a:p>
            <a:p>
              <a:pPr indent="0" lvl="0" marL="0" rtl="0" algn="r">
                <a:spcBef>
                  <a:spcPts val="0"/>
                </a:spcBef>
                <a:spcAft>
                  <a:spcPts val="0"/>
                </a:spcAft>
                <a:buNone/>
              </a:pPr>
              <a:r>
                <a:rPr i="1" lang="es-419" sz="500">
                  <a:latin typeface="Arvo"/>
                  <a:ea typeface="Arvo"/>
                  <a:cs typeface="Arvo"/>
                  <a:sym typeface="Arvo"/>
                </a:rPr>
                <a:t>&lt;ej: Identificarse&gt;</a:t>
              </a:r>
              <a:endParaRPr i="1" sz="500">
                <a:latin typeface="Arvo"/>
                <a:ea typeface="Arvo"/>
                <a:cs typeface="Arvo"/>
                <a:sym typeface="Arvo"/>
              </a:endParaRPr>
            </a:p>
          </p:txBody>
        </p:sp>
        <p:sp>
          <p:nvSpPr>
            <p:cNvPr id="16476" name="Google Shape;16476;p290"/>
            <p:cNvSpPr/>
            <p:nvPr/>
          </p:nvSpPr>
          <p:spPr>
            <a:xfrm>
              <a:off x="3951036" y="159603"/>
              <a:ext cx="17313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8200" lIns="78200" spcFirstLastPara="1" rIns="78200" wrap="square" tIns="78200">
              <a:noAutofit/>
            </a:bodyPr>
            <a:lstStyle/>
            <a:p>
              <a:pPr indent="0" lvl="0" marL="0" rtl="0" algn="l">
                <a:spcBef>
                  <a:spcPts val="0"/>
                </a:spcBef>
                <a:spcAft>
                  <a:spcPts val="0"/>
                </a:spcAft>
                <a:buNone/>
              </a:pPr>
              <a:r>
                <a:t/>
              </a:r>
              <a:endParaRPr sz="500">
                <a:latin typeface="Roboto"/>
                <a:ea typeface="Roboto"/>
                <a:cs typeface="Roboto"/>
                <a:sym typeface="Roboto"/>
              </a:endParaRPr>
            </a:p>
          </p:txBody>
        </p:sp>
        <p:sp>
          <p:nvSpPr>
            <p:cNvPr id="16477" name="Google Shape;16477;p290"/>
            <p:cNvSpPr txBox="1"/>
            <p:nvPr/>
          </p:nvSpPr>
          <p:spPr>
            <a:xfrm>
              <a:off x="3962886" y="142103"/>
              <a:ext cx="1731300" cy="351900"/>
            </a:xfrm>
            <a:prstGeom prst="rect">
              <a:avLst/>
            </a:prstGeom>
            <a:noFill/>
            <a:ln>
              <a:noFill/>
            </a:ln>
          </p:spPr>
          <p:txBody>
            <a:bodyPr anchorCtr="0" anchor="ctr" bIns="15400" lIns="15400" spcFirstLastPara="1" rIns="15400" wrap="square" tIns="15400">
              <a:noAutofit/>
            </a:bodyPr>
            <a:lstStyle/>
            <a:p>
              <a:pPr indent="0" lvl="0" marL="0" rtl="0" algn="l">
                <a:spcBef>
                  <a:spcPts val="0"/>
                </a:spcBef>
                <a:spcAft>
                  <a:spcPts val="0"/>
                </a:spcAft>
                <a:buNone/>
              </a:pPr>
              <a:r>
                <a:rPr b="1" lang="es-419" sz="700">
                  <a:solidFill>
                    <a:schemeClr val="dk1"/>
                  </a:solidFill>
                </a:rPr>
                <a:t>Generar </a:t>
              </a:r>
              <a:r>
                <a:rPr b="1" lang="es-419" sz="700">
                  <a:solidFill>
                    <a:schemeClr val="dk1"/>
                  </a:solidFill>
                </a:rPr>
                <a:t>número</a:t>
              </a:r>
              <a:r>
                <a:rPr b="1" lang="es-419" sz="700">
                  <a:solidFill>
                    <a:schemeClr val="dk1"/>
                  </a:solidFill>
                </a:rPr>
                <a:t> de pedido</a:t>
              </a:r>
              <a:endParaRPr/>
            </a:p>
          </p:txBody>
        </p:sp>
        <p:sp>
          <p:nvSpPr>
            <p:cNvPr id="16478" name="Google Shape;16478;p290"/>
            <p:cNvSpPr/>
            <p:nvPr/>
          </p:nvSpPr>
          <p:spPr>
            <a:xfrm>
              <a:off x="3646236" y="1459973"/>
              <a:ext cx="6333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8200" lIns="78200" spcFirstLastPara="1" rIns="78200" wrap="square" tIns="78200">
              <a:noAutofit/>
            </a:bodyPr>
            <a:lstStyle/>
            <a:p>
              <a:pPr indent="0" lvl="0" marL="0" rtl="0" algn="l">
                <a:spcBef>
                  <a:spcPts val="0"/>
                </a:spcBef>
                <a:spcAft>
                  <a:spcPts val="0"/>
                </a:spcAft>
                <a:buNone/>
              </a:pPr>
              <a:r>
                <a:t/>
              </a:r>
              <a:endParaRPr sz="500">
                <a:latin typeface="Roboto"/>
                <a:ea typeface="Roboto"/>
                <a:cs typeface="Roboto"/>
                <a:sym typeface="Roboto"/>
              </a:endParaRPr>
            </a:p>
          </p:txBody>
        </p:sp>
        <p:sp>
          <p:nvSpPr>
            <p:cNvPr id="16479" name="Google Shape;16479;p290"/>
            <p:cNvSpPr/>
            <p:nvPr/>
          </p:nvSpPr>
          <p:spPr>
            <a:xfrm>
              <a:off x="3646236" y="1075527"/>
              <a:ext cx="6333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8200" lIns="78200" spcFirstLastPara="1" rIns="78200" wrap="square" tIns="78200">
              <a:noAutofit/>
            </a:bodyPr>
            <a:lstStyle/>
            <a:p>
              <a:pPr indent="0" lvl="0" marL="0" rtl="0" algn="l">
                <a:spcBef>
                  <a:spcPts val="0"/>
                </a:spcBef>
                <a:spcAft>
                  <a:spcPts val="0"/>
                </a:spcAft>
                <a:buNone/>
              </a:pPr>
              <a:r>
                <a:rPr lang="es-419" sz="600">
                  <a:solidFill>
                    <a:schemeClr val="dk1"/>
                  </a:solidFill>
                </a:rPr>
                <a:t>🧾 Plataforma de pedidos</a:t>
              </a:r>
              <a:endParaRPr sz="500">
                <a:latin typeface="Roboto"/>
                <a:ea typeface="Roboto"/>
                <a:cs typeface="Roboto"/>
                <a:sym typeface="Roboto"/>
              </a:endParaRPr>
            </a:p>
          </p:txBody>
        </p:sp>
        <p:sp>
          <p:nvSpPr>
            <p:cNvPr id="16480" name="Google Shape;16480;p290"/>
            <p:cNvSpPr/>
            <p:nvPr/>
          </p:nvSpPr>
          <p:spPr>
            <a:xfrm>
              <a:off x="3646236" y="1853377"/>
              <a:ext cx="6333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8200" lIns="78200" spcFirstLastPara="1" rIns="78200" wrap="square" tIns="78200">
              <a:noAutofit/>
            </a:bodyPr>
            <a:lstStyle/>
            <a:p>
              <a:pPr indent="0" lvl="0" marL="0" rtl="0" algn="l">
                <a:spcBef>
                  <a:spcPts val="0"/>
                </a:spcBef>
                <a:spcAft>
                  <a:spcPts val="0"/>
                </a:spcAft>
                <a:buNone/>
              </a:pPr>
              <a:r>
                <a:t/>
              </a:r>
              <a:endParaRPr sz="500">
                <a:latin typeface="Roboto"/>
                <a:ea typeface="Roboto"/>
                <a:cs typeface="Roboto"/>
                <a:sym typeface="Roboto"/>
              </a:endParaRPr>
            </a:p>
          </p:txBody>
        </p:sp>
        <p:sp>
          <p:nvSpPr>
            <p:cNvPr id="16481" name="Google Shape;16481;p290"/>
            <p:cNvSpPr/>
            <p:nvPr/>
          </p:nvSpPr>
          <p:spPr>
            <a:xfrm>
              <a:off x="3646236" y="2229879"/>
              <a:ext cx="6333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8200" lIns="78200" spcFirstLastPara="1" rIns="78200" wrap="square" tIns="78200">
              <a:noAutofit/>
            </a:bodyPr>
            <a:lstStyle/>
            <a:p>
              <a:pPr indent="0" lvl="0" marL="0" rtl="0" algn="l">
                <a:spcBef>
                  <a:spcPts val="0"/>
                </a:spcBef>
                <a:spcAft>
                  <a:spcPts val="0"/>
                </a:spcAft>
                <a:buNone/>
              </a:pPr>
              <a:r>
                <a:t/>
              </a:r>
              <a:endParaRPr sz="500">
                <a:latin typeface="Roboto"/>
                <a:ea typeface="Roboto"/>
                <a:cs typeface="Roboto"/>
                <a:sym typeface="Roboto"/>
              </a:endParaRPr>
            </a:p>
          </p:txBody>
        </p:sp>
        <p:sp>
          <p:nvSpPr>
            <p:cNvPr id="16482" name="Google Shape;16482;p290"/>
            <p:cNvSpPr/>
            <p:nvPr/>
          </p:nvSpPr>
          <p:spPr>
            <a:xfrm>
              <a:off x="4349786" y="1075528"/>
              <a:ext cx="13251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61600" lIns="61600" spcFirstLastPara="1" rIns="61600" wrap="square" tIns="61600">
              <a:noAutofit/>
            </a:bodyPr>
            <a:lstStyle/>
            <a:p>
              <a:pPr indent="0" lvl="0" marL="0" rtl="0" algn="l">
                <a:spcBef>
                  <a:spcPts val="0"/>
                </a:spcBef>
                <a:spcAft>
                  <a:spcPts val="0"/>
                </a:spcAft>
                <a:buNone/>
              </a:pPr>
              <a:r>
                <a:rPr lang="es-419" sz="600">
                  <a:solidFill>
                    <a:schemeClr val="dk1"/>
                  </a:solidFill>
                </a:rPr>
                <a:t>Asignar un </a:t>
              </a:r>
              <a:r>
                <a:rPr lang="es-419" sz="600">
                  <a:solidFill>
                    <a:schemeClr val="dk1"/>
                  </a:solidFill>
                </a:rPr>
                <a:t>único</a:t>
              </a:r>
              <a:r>
                <a:rPr lang="es-419" sz="600">
                  <a:solidFill>
                    <a:schemeClr val="dk1"/>
                  </a:solidFill>
                </a:rPr>
                <a:t> </a:t>
              </a:r>
              <a:r>
                <a:rPr lang="es-419" sz="600">
                  <a:solidFill>
                    <a:schemeClr val="dk1"/>
                  </a:solidFill>
                </a:rPr>
                <a:t>código</a:t>
              </a:r>
              <a:r>
                <a:rPr lang="es-419" sz="600">
                  <a:solidFill>
                    <a:schemeClr val="dk1"/>
                  </a:solidFill>
                </a:rPr>
                <a:t> y guardar pedido en bases de datos</a:t>
              </a:r>
              <a:endParaRPr sz="700">
                <a:latin typeface="Roboto"/>
                <a:ea typeface="Roboto"/>
                <a:cs typeface="Roboto"/>
                <a:sym typeface="Roboto"/>
              </a:endParaRPr>
            </a:p>
          </p:txBody>
        </p:sp>
        <p:sp>
          <p:nvSpPr>
            <p:cNvPr id="16483" name="Google Shape;16483;p290"/>
            <p:cNvSpPr/>
            <p:nvPr/>
          </p:nvSpPr>
          <p:spPr>
            <a:xfrm>
              <a:off x="4349786" y="1459971"/>
              <a:ext cx="13251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61600" lIns="61600" spcFirstLastPara="1" rIns="61600" wrap="square" tIns="61600">
              <a:noAutofit/>
            </a:bodyPr>
            <a:lstStyle/>
            <a:p>
              <a:pPr indent="0" lvl="0" marL="0" rtl="0" algn="l">
                <a:spcBef>
                  <a:spcPts val="0"/>
                </a:spcBef>
                <a:spcAft>
                  <a:spcPts val="0"/>
                </a:spcAft>
                <a:buNone/>
              </a:pPr>
              <a:r>
                <a:t/>
              </a:r>
              <a:endParaRPr sz="700">
                <a:latin typeface="Roboto"/>
                <a:ea typeface="Roboto"/>
                <a:cs typeface="Roboto"/>
                <a:sym typeface="Roboto"/>
              </a:endParaRPr>
            </a:p>
          </p:txBody>
        </p:sp>
        <p:sp>
          <p:nvSpPr>
            <p:cNvPr id="16484" name="Google Shape;16484;p290"/>
            <p:cNvSpPr/>
            <p:nvPr/>
          </p:nvSpPr>
          <p:spPr>
            <a:xfrm>
              <a:off x="4349786" y="1853372"/>
              <a:ext cx="13251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61600" lIns="61600" spcFirstLastPara="1" rIns="61600" wrap="square" tIns="61600">
              <a:noAutofit/>
            </a:bodyPr>
            <a:lstStyle/>
            <a:p>
              <a:pPr indent="0" lvl="0" marL="0" rtl="0" algn="l">
                <a:spcBef>
                  <a:spcPts val="0"/>
                </a:spcBef>
                <a:spcAft>
                  <a:spcPts val="0"/>
                </a:spcAft>
                <a:buNone/>
              </a:pPr>
              <a:r>
                <a:t/>
              </a:r>
              <a:endParaRPr sz="700">
                <a:latin typeface="Roboto"/>
                <a:ea typeface="Roboto"/>
                <a:cs typeface="Roboto"/>
                <a:sym typeface="Roboto"/>
              </a:endParaRPr>
            </a:p>
          </p:txBody>
        </p:sp>
        <p:sp>
          <p:nvSpPr>
            <p:cNvPr id="16485" name="Google Shape;16485;p290"/>
            <p:cNvSpPr/>
            <p:nvPr/>
          </p:nvSpPr>
          <p:spPr>
            <a:xfrm>
              <a:off x="4349786" y="2239831"/>
              <a:ext cx="13251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61600" lIns="61600" spcFirstLastPara="1" rIns="61600" wrap="square" tIns="61600">
              <a:noAutofit/>
            </a:bodyPr>
            <a:lstStyle/>
            <a:p>
              <a:pPr indent="0" lvl="0" marL="0" rtl="0" algn="l">
                <a:spcBef>
                  <a:spcPts val="0"/>
                </a:spcBef>
                <a:spcAft>
                  <a:spcPts val="0"/>
                </a:spcAft>
                <a:buNone/>
              </a:pPr>
              <a:r>
                <a:rPr lang="es-419" sz="700">
                  <a:latin typeface="Roboto"/>
                  <a:ea typeface="Roboto"/>
                  <a:cs typeface="Roboto"/>
                  <a:sym typeface="Roboto"/>
                </a:rPr>
                <a:t>&lt;...&gt;</a:t>
              </a:r>
              <a:endParaRPr sz="700">
                <a:latin typeface="Roboto"/>
                <a:ea typeface="Roboto"/>
                <a:cs typeface="Roboto"/>
                <a:sym typeface="Roboto"/>
              </a:endParaRPr>
            </a:p>
          </p:txBody>
        </p:sp>
        <p:sp>
          <p:nvSpPr>
            <p:cNvPr id="16486" name="Google Shape;16486;p290"/>
            <p:cNvSpPr/>
            <p:nvPr/>
          </p:nvSpPr>
          <p:spPr>
            <a:xfrm>
              <a:off x="2704756" y="1461628"/>
              <a:ext cx="8817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8200" lIns="78200" spcFirstLastPara="1" rIns="78200" wrap="square" tIns="78200">
              <a:noAutofit/>
            </a:bodyPr>
            <a:lstStyle/>
            <a:p>
              <a:pPr indent="0" lvl="0" marL="0" rtl="0" algn="l">
                <a:spcBef>
                  <a:spcPts val="0"/>
                </a:spcBef>
                <a:spcAft>
                  <a:spcPts val="0"/>
                </a:spcAft>
                <a:buNone/>
              </a:pPr>
              <a:r>
                <a:t/>
              </a:r>
              <a:endParaRPr sz="500">
                <a:latin typeface="Roboto"/>
                <a:ea typeface="Roboto"/>
                <a:cs typeface="Roboto"/>
                <a:sym typeface="Roboto"/>
              </a:endParaRPr>
            </a:p>
          </p:txBody>
        </p:sp>
        <p:sp>
          <p:nvSpPr>
            <p:cNvPr id="16487" name="Google Shape;16487;p290"/>
            <p:cNvSpPr txBox="1"/>
            <p:nvPr/>
          </p:nvSpPr>
          <p:spPr>
            <a:xfrm>
              <a:off x="4463036" y="557328"/>
              <a:ext cx="1098600" cy="4653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b="1" lang="es-419" sz="700">
                  <a:latin typeface="Arvo"/>
                  <a:ea typeface="Arvo"/>
                  <a:cs typeface="Arvo"/>
                  <a:sym typeface="Arvo"/>
                </a:rPr>
                <a:t>Acción interactiva:</a:t>
              </a:r>
              <a:endParaRPr b="1" sz="700">
                <a:latin typeface="Arvo"/>
                <a:ea typeface="Arvo"/>
                <a:cs typeface="Arvo"/>
                <a:sym typeface="Arvo"/>
              </a:endParaRPr>
            </a:p>
            <a:p>
              <a:pPr indent="0" lvl="0" marL="0" rtl="0" algn="ctr">
                <a:spcBef>
                  <a:spcPts val="0"/>
                </a:spcBef>
                <a:spcAft>
                  <a:spcPts val="0"/>
                </a:spcAft>
                <a:buNone/>
              </a:pPr>
              <a:r>
                <a:rPr i="1" lang="es-419" sz="500">
                  <a:latin typeface="Arvo"/>
                  <a:ea typeface="Arvo"/>
                  <a:cs typeface="Arvo"/>
                  <a:sym typeface="Arvo"/>
                </a:rPr>
                <a:t>&lt;ej: </a:t>
              </a:r>
              <a:r>
                <a:rPr i="1" lang="es-419" sz="500">
                  <a:solidFill>
                    <a:srgbClr val="000000"/>
                  </a:solidFill>
                  <a:latin typeface="Roboto"/>
                  <a:ea typeface="Roboto"/>
                  <a:cs typeface="Roboto"/>
                  <a:sym typeface="Roboto"/>
                </a:rPr>
                <a:t>autenticar por huella y cara</a:t>
              </a:r>
              <a:r>
                <a:rPr i="1" lang="es-419" sz="500">
                  <a:latin typeface="Arvo"/>
                  <a:ea typeface="Arvo"/>
                  <a:cs typeface="Arvo"/>
                  <a:sym typeface="Arvo"/>
                </a:rPr>
                <a:t>&gt;</a:t>
              </a:r>
              <a:endParaRPr i="1" sz="500">
                <a:latin typeface="Arvo"/>
                <a:ea typeface="Arvo"/>
                <a:cs typeface="Arvo"/>
                <a:sym typeface="Arvo"/>
              </a:endParaRPr>
            </a:p>
          </p:txBody>
        </p:sp>
        <p:sp>
          <p:nvSpPr>
            <p:cNvPr id="16488" name="Google Shape;16488;p290"/>
            <p:cNvSpPr txBox="1"/>
            <p:nvPr/>
          </p:nvSpPr>
          <p:spPr>
            <a:xfrm>
              <a:off x="3639736" y="557328"/>
              <a:ext cx="702600" cy="4653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b="1" lang="es-419" sz="700">
                  <a:latin typeface="Arvo"/>
                  <a:ea typeface="Arvo"/>
                  <a:cs typeface="Arvo"/>
                  <a:sym typeface="Arvo"/>
                </a:rPr>
                <a:t>Punto de contacto</a:t>
              </a:r>
              <a:endParaRPr sz="700">
                <a:latin typeface="Arvo"/>
                <a:ea typeface="Arvo"/>
                <a:cs typeface="Arvo"/>
                <a:sym typeface="Arvo"/>
              </a:endParaRPr>
            </a:p>
          </p:txBody>
        </p:sp>
        <p:sp>
          <p:nvSpPr>
            <p:cNvPr id="16489" name="Google Shape;16489;p290"/>
            <p:cNvSpPr txBox="1"/>
            <p:nvPr/>
          </p:nvSpPr>
          <p:spPr>
            <a:xfrm>
              <a:off x="2784273" y="568049"/>
              <a:ext cx="702600" cy="4653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b="1" lang="es-419" sz="700">
                  <a:latin typeface="Arvo"/>
                  <a:ea typeface="Arvo"/>
                  <a:cs typeface="Arvo"/>
                  <a:sym typeface="Arvo"/>
                </a:rPr>
                <a:t>Rol</a:t>
              </a:r>
              <a:endParaRPr sz="700">
                <a:latin typeface="Arvo"/>
                <a:ea typeface="Arvo"/>
                <a:cs typeface="Arvo"/>
                <a:sym typeface="Arvo"/>
              </a:endParaRPr>
            </a:p>
          </p:txBody>
        </p:sp>
        <p:pic>
          <p:nvPicPr>
            <p:cNvPr id="16490" name="Google Shape;16490;p290"/>
            <p:cNvPicPr preferRelativeResize="0"/>
            <p:nvPr/>
          </p:nvPicPr>
          <p:blipFill rotWithShape="1">
            <a:blip r:embed="rId3">
              <a:alphaModFix/>
            </a:blip>
            <a:srcRect b="-868" l="16515" r="66426" t="66946"/>
            <a:stretch/>
          </p:blipFill>
          <p:spPr>
            <a:xfrm>
              <a:off x="2782507" y="825772"/>
              <a:ext cx="702701" cy="702700"/>
            </a:xfrm>
            <a:prstGeom prst="rect">
              <a:avLst/>
            </a:prstGeom>
            <a:noFill/>
            <a:ln>
              <a:noFill/>
            </a:ln>
          </p:spPr>
        </p:pic>
        <p:sp>
          <p:nvSpPr>
            <p:cNvPr id="16491" name="Google Shape;16491;p290"/>
            <p:cNvSpPr txBox="1"/>
            <p:nvPr/>
          </p:nvSpPr>
          <p:spPr>
            <a:xfrm>
              <a:off x="2782511" y="1476053"/>
              <a:ext cx="761100" cy="232500"/>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s-419" sz="700">
                  <a:solidFill>
                    <a:schemeClr val="dk1"/>
                  </a:solidFill>
                </a:rPr>
                <a:t>Sistema Automatizado</a:t>
              </a:r>
              <a:endParaRPr/>
            </a:p>
          </p:txBody>
        </p:sp>
        <p:sp>
          <p:nvSpPr>
            <p:cNvPr id="16492" name="Google Shape;16492;p290"/>
            <p:cNvSpPr txBox="1"/>
            <p:nvPr/>
          </p:nvSpPr>
          <p:spPr>
            <a:xfrm>
              <a:off x="2704760" y="1669653"/>
              <a:ext cx="964800" cy="232500"/>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t/>
              </a:r>
              <a:endParaRPr b="1" sz="700">
                <a:latin typeface="Arvo"/>
                <a:ea typeface="Arvo"/>
                <a:cs typeface="Arvo"/>
                <a:sym typeface="Arvo"/>
              </a:endParaRPr>
            </a:p>
            <a:p>
              <a:pPr indent="0" lvl="0" marL="0" rtl="0" algn="ctr">
                <a:spcBef>
                  <a:spcPts val="0"/>
                </a:spcBef>
                <a:spcAft>
                  <a:spcPts val="0"/>
                </a:spcAft>
                <a:buNone/>
              </a:pPr>
              <a:r>
                <a:rPr i="1" lang="es-419" sz="500">
                  <a:latin typeface="Arvo"/>
                  <a:ea typeface="Arvo"/>
                  <a:cs typeface="Arvo"/>
                  <a:sym typeface="Arvo"/>
                </a:rPr>
                <a:t>&lt;ej: conductor&gt;</a:t>
              </a:r>
              <a:endParaRPr i="1" sz="500">
                <a:latin typeface="Arvo"/>
                <a:ea typeface="Arvo"/>
                <a:cs typeface="Arvo"/>
                <a:sym typeface="Arvo"/>
              </a:endParaRPr>
            </a:p>
          </p:txBody>
        </p:sp>
      </p:grpSp>
      <p:grpSp>
        <p:nvGrpSpPr>
          <p:cNvPr id="16493" name="Google Shape;16493;p290"/>
          <p:cNvGrpSpPr/>
          <p:nvPr/>
        </p:nvGrpSpPr>
        <p:grpSpPr>
          <a:xfrm>
            <a:off x="3634576" y="1304054"/>
            <a:ext cx="2810831" cy="2161925"/>
            <a:chOff x="2640436" y="-87872"/>
            <a:chExt cx="3098700" cy="2874900"/>
          </a:xfrm>
        </p:grpSpPr>
        <p:sp>
          <p:nvSpPr>
            <p:cNvPr id="16494" name="Google Shape;16494;p290"/>
            <p:cNvSpPr/>
            <p:nvPr/>
          </p:nvSpPr>
          <p:spPr>
            <a:xfrm>
              <a:off x="2640436" y="-87872"/>
              <a:ext cx="3098700" cy="2874900"/>
            </a:xfrm>
            <a:prstGeom prst="roundRect">
              <a:avLst>
                <a:gd fmla="val 3233" name="adj"/>
              </a:avLst>
            </a:prstGeom>
            <a:solidFill>
              <a:srgbClr val="FFFFFF"/>
            </a:solidFill>
            <a:ln cap="flat" cmpd="sng" w="9525">
              <a:solidFill>
                <a:srgbClr val="EFEFEF"/>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t" bIns="15400" lIns="15400" spcFirstLastPara="1" rIns="15400" wrap="square" tIns="15400">
              <a:noAutofit/>
            </a:bodyPr>
            <a:lstStyle/>
            <a:p>
              <a:pPr indent="0" lvl="0" marL="0" rtl="0" algn="ctr">
                <a:spcBef>
                  <a:spcPts val="0"/>
                </a:spcBef>
                <a:spcAft>
                  <a:spcPts val="0"/>
                </a:spcAft>
                <a:buNone/>
              </a:pPr>
              <a:r>
                <a:rPr b="1" i="1" lang="es-419" sz="800">
                  <a:solidFill>
                    <a:srgbClr val="434343"/>
                  </a:solidFill>
                </a:rPr>
                <a:t>Puntos de Automatización</a:t>
              </a:r>
              <a:endParaRPr b="1" i="1" sz="800">
                <a:solidFill>
                  <a:srgbClr val="434343"/>
                </a:solidFill>
              </a:endParaRPr>
            </a:p>
          </p:txBody>
        </p:sp>
        <p:sp>
          <p:nvSpPr>
            <p:cNvPr id="16495" name="Google Shape;16495;p290"/>
            <p:cNvSpPr txBox="1"/>
            <p:nvPr/>
          </p:nvSpPr>
          <p:spPr>
            <a:xfrm>
              <a:off x="2820612" y="182753"/>
              <a:ext cx="1098600" cy="232500"/>
            </a:xfrm>
            <a:prstGeom prst="rect">
              <a:avLst/>
            </a:prstGeom>
            <a:noFill/>
            <a:ln>
              <a:noFill/>
            </a:ln>
          </p:spPr>
          <p:txBody>
            <a:bodyPr anchorCtr="0" anchor="ctr" bIns="0" lIns="0" spcFirstLastPara="1" rIns="0" wrap="square" tIns="0">
              <a:noAutofit/>
            </a:bodyPr>
            <a:lstStyle/>
            <a:p>
              <a:pPr indent="0" lvl="0" marL="0" rtl="0" algn="r">
                <a:spcBef>
                  <a:spcPts val="0"/>
                </a:spcBef>
                <a:spcAft>
                  <a:spcPts val="0"/>
                </a:spcAft>
                <a:buNone/>
              </a:pPr>
              <a:r>
                <a:rPr lang="es-419" sz="700">
                  <a:latin typeface="Arvo"/>
                  <a:ea typeface="Arvo"/>
                  <a:cs typeface="Arvo"/>
                  <a:sym typeface="Arvo"/>
                </a:rPr>
                <a:t>Actividad de Negocio</a:t>
              </a:r>
              <a:endParaRPr sz="700">
                <a:latin typeface="Arvo"/>
                <a:ea typeface="Arvo"/>
                <a:cs typeface="Arvo"/>
                <a:sym typeface="Arvo"/>
              </a:endParaRPr>
            </a:p>
            <a:p>
              <a:pPr indent="0" lvl="0" marL="0" rtl="0" algn="r">
                <a:spcBef>
                  <a:spcPts val="0"/>
                </a:spcBef>
                <a:spcAft>
                  <a:spcPts val="0"/>
                </a:spcAft>
                <a:buNone/>
              </a:pPr>
              <a:r>
                <a:rPr i="1" lang="es-419" sz="500">
                  <a:latin typeface="Arvo"/>
                  <a:ea typeface="Arvo"/>
                  <a:cs typeface="Arvo"/>
                  <a:sym typeface="Arvo"/>
                </a:rPr>
                <a:t>&lt;ej: Identificarse&gt;</a:t>
              </a:r>
              <a:endParaRPr i="1" sz="500">
                <a:latin typeface="Arvo"/>
                <a:ea typeface="Arvo"/>
                <a:cs typeface="Arvo"/>
                <a:sym typeface="Arvo"/>
              </a:endParaRPr>
            </a:p>
          </p:txBody>
        </p:sp>
        <p:sp>
          <p:nvSpPr>
            <p:cNvPr id="16496" name="Google Shape;16496;p290"/>
            <p:cNvSpPr/>
            <p:nvPr/>
          </p:nvSpPr>
          <p:spPr>
            <a:xfrm>
              <a:off x="3951036" y="159603"/>
              <a:ext cx="17313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8200" lIns="78200" spcFirstLastPara="1" rIns="78200" wrap="square" tIns="78200">
              <a:noAutofit/>
            </a:bodyPr>
            <a:lstStyle/>
            <a:p>
              <a:pPr indent="0" lvl="0" marL="0" rtl="0" algn="l">
                <a:spcBef>
                  <a:spcPts val="0"/>
                </a:spcBef>
                <a:spcAft>
                  <a:spcPts val="0"/>
                </a:spcAft>
                <a:buNone/>
              </a:pPr>
              <a:r>
                <a:t/>
              </a:r>
              <a:endParaRPr sz="500">
                <a:latin typeface="Roboto"/>
                <a:ea typeface="Roboto"/>
                <a:cs typeface="Roboto"/>
                <a:sym typeface="Roboto"/>
              </a:endParaRPr>
            </a:p>
          </p:txBody>
        </p:sp>
        <p:sp>
          <p:nvSpPr>
            <p:cNvPr id="16497" name="Google Shape;16497;p290"/>
            <p:cNvSpPr txBox="1"/>
            <p:nvPr/>
          </p:nvSpPr>
          <p:spPr>
            <a:xfrm>
              <a:off x="3962886" y="142103"/>
              <a:ext cx="1731300" cy="351900"/>
            </a:xfrm>
            <a:prstGeom prst="rect">
              <a:avLst/>
            </a:prstGeom>
            <a:noFill/>
            <a:ln>
              <a:noFill/>
            </a:ln>
          </p:spPr>
          <p:txBody>
            <a:bodyPr anchorCtr="0" anchor="ctr" bIns="15400" lIns="15400" spcFirstLastPara="1" rIns="15400" wrap="square" tIns="15400">
              <a:noAutofit/>
            </a:bodyPr>
            <a:lstStyle/>
            <a:p>
              <a:pPr indent="0" lvl="0" marL="0" rtl="0" algn="l">
                <a:spcBef>
                  <a:spcPts val="0"/>
                </a:spcBef>
                <a:spcAft>
                  <a:spcPts val="0"/>
                </a:spcAft>
                <a:buNone/>
              </a:pPr>
              <a:r>
                <a:rPr b="1" lang="es-419" sz="700">
                  <a:solidFill>
                    <a:schemeClr val="dk1"/>
                  </a:solidFill>
                </a:rPr>
                <a:t>Seleccionar productos del pedido</a:t>
              </a:r>
              <a:endParaRPr/>
            </a:p>
          </p:txBody>
        </p:sp>
        <p:sp>
          <p:nvSpPr>
            <p:cNvPr id="16498" name="Google Shape;16498;p290"/>
            <p:cNvSpPr/>
            <p:nvPr/>
          </p:nvSpPr>
          <p:spPr>
            <a:xfrm>
              <a:off x="3646236" y="1459973"/>
              <a:ext cx="6333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8200" lIns="78200" spcFirstLastPara="1" rIns="78200" wrap="square" tIns="78200">
              <a:noAutofit/>
            </a:bodyPr>
            <a:lstStyle/>
            <a:p>
              <a:pPr indent="0" lvl="0" marL="0" rtl="0" algn="l">
                <a:spcBef>
                  <a:spcPts val="0"/>
                </a:spcBef>
                <a:spcAft>
                  <a:spcPts val="0"/>
                </a:spcAft>
                <a:buNone/>
              </a:pPr>
              <a:r>
                <a:t/>
              </a:r>
              <a:endParaRPr sz="500">
                <a:latin typeface="Roboto"/>
                <a:ea typeface="Roboto"/>
                <a:cs typeface="Roboto"/>
                <a:sym typeface="Roboto"/>
              </a:endParaRPr>
            </a:p>
          </p:txBody>
        </p:sp>
        <p:sp>
          <p:nvSpPr>
            <p:cNvPr id="16499" name="Google Shape;16499;p290"/>
            <p:cNvSpPr/>
            <p:nvPr/>
          </p:nvSpPr>
          <p:spPr>
            <a:xfrm>
              <a:off x="3646236" y="1075527"/>
              <a:ext cx="6333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8200" lIns="78200" spcFirstLastPara="1" rIns="78200" wrap="square" tIns="78200">
              <a:noAutofit/>
            </a:bodyPr>
            <a:lstStyle/>
            <a:p>
              <a:pPr indent="0" lvl="0" marL="0" rtl="0" algn="l">
                <a:spcBef>
                  <a:spcPts val="0"/>
                </a:spcBef>
                <a:spcAft>
                  <a:spcPts val="0"/>
                </a:spcAft>
                <a:buNone/>
              </a:pPr>
              <a:r>
                <a:t/>
              </a:r>
              <a:endParaRPr sz="500">
                <a:latin typeface="Roboto"/>
                <a:ea typeface="Roboto"/>
                <a:cs typeface="Roboto"/>
                <a:sym typeface="Roboto"/>
              </a:endParaRPr>
            </a:p>
          </p:txBody>
        </p:sp>
        <p:sp>
          <p:nvSpPr>
            <p:cNvPr id="16500" name="Google Shape;16500;p290"/>
            <p:cNvSpPr/>
            <p:nvPr/>
          </p:nvSpPr>
          <p:spPr>
            <a:xfrm>
              <a:off x="3646222" y="1719570"/>
              <a:ext cx="633300" cy="4653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8200" lIns="78200" spcFirstLastPara="1" rIns="78200" wrap="square" tIns="78200">
              <a:noAutofit/>
            </a:bodyPr>
            <a:lstStyle/>
            <a:p>
              <a:pPr indent="0" lvl="0" marL="0" rtl="0" algn="l">
                <a:spcBef>
                  <a:spcPts val="0"/>
                </a:spcBef>
                <a:spcAft>
                  <a:spcPts val="0"/>
                </a:spcAft>
                <a:buNone/>
              </a:pPr>
              <a:r>
                <a:rPr lang="es-419" sz="600">
                  <a:latin typeface="Roboto"/>
                  <a:ea typeface="Roboto"/>
                  <a:cs typeface="Roboto"/>
                  <a:sym typeface="Roboto"/>
                </a:rPr>
                <a:t>💻Plataforma de ventas</a:t>
              </a:r>
              <a:endParaRPr sz="600">
                <a:latin typeface="Roboto"/>
                <a:ea typeface="Roboto"/>
                <a:cs typeface="Roboto"/>
                <a:sym typeface="Roboto"/>
              </a:endParaRPr>
            </a:p>
          </p:txBody>
        </p:sp>
        <p:sp>
          <p:nvSpPr>
            <p:cNvPr id="16501" name="Google Shape;16501;p290"/>
            <p:cNvSpPr/>
            <p:nvPr/>
          </p:nvSpPr>
          <p:spPr>
            <a:xfrm>
              <a:off x="3646222" y="2336378"/>
              <a:ext cx="633300" cy="2250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8200" lIns="78200" spcFirstLastPara="1" rIns="78200" wrap="square" tIns="78200">
              <a:noAutofit/>
            </a:bodyPr>
            <a:lstStyle/>
            <a:p>
              <a:pPr indent="0" lvl="0" marL="0" rtl="0" algn="l">
                <a:spcBef>
                  <a:spcPts val="0"/>
                </a:spcBef>
                <a:spcAft>
                  <a:spcPts val="0"/>
                </a:spcAft>
                <a:buNone/>
              </a:pPr>
              <a:r>
                <a:t/>
              </a:r>
              <a:endParaRPr sz="500">
                <a:latin typeface="Roboto"/>
                <a:ea typeface="Roboto"/>
                <a:cs typeface="Roboto"/>
                <a:sym typeface="Roboto"/>
              </a:endParaRPr>
            </a:p>
          </p:txBody>
        </p:sp>
        <p:sp>
          <p:nvSpPr>
            <p:cNvPr id="16502" name="Google Shape;16502;p290"/>
            <p:cNvSpPr/>
            <p:nvPr/>
          </p:nvSpPr>
          <p:spPr>
            <a:xfrm>
              <a:off x="4349786" y="1075528"/>
              <a:ext cx="13251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61600" lIns="61600" spcFirstLastPara="1" rIns="61600" wrap="square" tIns="61600">
              <a:noAutofit/>
            </a:bodyPr>
            <a:lstStyle/>
            <a:p>
              <a:pPr indent="0" lvl="0" marL="0" rtl="0" algn="l">
                <a:spcBef>
                  <a:spcPts val="0"/>
                </a:spcBef>
                <a:spcAft>
                  <a:spcPts val="0"/>
                </a:spcAft>
                <a:buNone/>
              </a:pPr>
              <a:r>
                <a:t/>
              </a:r>
              <a:endParaRPr sz="700">
                <a:latin typeface="Roboto"/>
                <a:ea typeface="Roboto"/>
                <a:cs typeface="Roboto"/>
                <a:sym typeface="Roboto"/>
              </a:endParaRPr>
            </a:p>
          </p:txBody>
        </p:sp>
        <p:sp>
          <p:nvSpPr>
            <p:cNvPr id="16503" name="Google Shape;16503;p290"/>
            <p:cNvSpPr/>
            <p:nvPr/>
          </p:nvSpPr>
          <p:spPr>
            <a:xfrm>
              <a:off x="4349786" y="1459971"/>
              <a:ext cx="13251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61600" lIns="61600" spcFirstLastPara="1" rIns="61600" wrap="square" tIns="61600">
              <a:noAutofit/>
            </a:bodyPr>
            <a:lstStyle/>
            <a:p>
              <a:pPr indent="0" lvl="0" marL="0" rtl="0" algn="l">
                <a:spcBef>
                  <a:spcPts val="0"/>
                </a:spcBef>
                <a:spcAft>
                  <a:spcPts val="0"/>
                </a:spcAft>
                <a:buNone/>
              </a:pPr>
              <a:r>
                <a:t/>
              </a:r>
              <a:endParaRPr sz="700">
                <a:latin typeface="Roboto"/>
                <a:ea typeface="Roboto"/>
                <a:cs typeface="Roboto"/>
                <a:sym typeface="Roboto"/>
              </a:endParaRPr>
            </a:p>
          </p:txBody>
        </p:sp>
        <p:sp>
          <p:nvSpPr>
            <p:cNvPr id="16504" name="Google Shape;16504;p290"/>
            <p:cNvSpPr/>
            <p:nvPr/>
          </p:nvSpPr>
          <p:spPr>
            <a:xfrm>
              <a:off x="4349786" y="1853372"/>
              <a:ext cx="13251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61600" lIns="61600" spcFirstLastPara="1" rIns="61600" wrap="square" tIns="61600">
              <a:noAutofit/>
            </a:bodyPr>
            <a:lstStyle/>
            <a:p>
              <a:pPr indent="0" lvl="0" marL="0" rtl="0" algn="l">
                <a:spcBef>
                  <a:spcPts val="0"/>
                </a:spcBef>
                <a:spcAft>
                  <a:spcPts val="0"/>
                </a:spcAft>
                <a:buNone/>
              </a:pPr>
              <a:r>
                <a:rPr lang="es-419" sz="600">
                  <a:solidFill>
                    <a:schemeClr val="dk1"/>
                  </a:solidFill>
                </a:rPr>
                <a:t>Agregar productos al carrito</a:t>
              </a:r>
              <a:endParaRPr sz="700">
                <a:latin typeface="Roboto"/>
                <a:ea typeface="Roboto"/>
                <a:cs typeface="Roboto"/>
                <a:sym typeface="Roboto"/>
              </a:endParaRPr>
            </a:p>
          </p:txBody>
        </p:sp>
        <p:sp>
          <p:nvSpPr>
            <p:cNvPr id="16505" name="Google Shape;16505;p290"/>
            <p:cNvSpPr/>
            <p:nvPr/>
          </p:nvSpPr>
          <p:spPr>
            <a:xfrm>
              <a:off x="4349786" y="2239831"/>
              <a:ext cx="13251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61600" lIns="61600" spcFirstLastPara="1" rIns="61600" wrap="square" tIns="61600">
              <a:noAutofit/>
            </a:bodyPr>
            <a:lstStyle/>
            <a:p>
              <a:pPr indent="0" lvl="0" marL="0" rtl="0" algn="l">
                <a:spcBef>
                  <a:spcPts val="0"/>
                </a:spcBef>
                <a:spcAft>
                  <a:spcPts val="0"/>
                </a:spcAft>
                <a:buNone/>
              </a:pPr>
              <a:r>
                <a:rPr lang="es-419" sz="700">
                  <a:latin typeface="Roboto"/>
                  <a:ea typeface="Roboto"/>
                  <a:cs typeface="Roboto"/>
                  <a:sym typeface="Roboto"/>
                </a:rPr>
                <a:t>&lt;...&gt;</a:t>
              </a:r>
              <a:endParaRPr sz="700">
                <a:latin typeface="Roboto"/>
                <a:ea typeface="Roboto"/>
                <a:cs typeface="Roboto"/>
                <a:sym typeface="Roboto"/>
              </a:endParaRPr>
            </a:p>
          </p:txBody>
        </p:sp>
        <p:sp>
          <p:nvSpPr>
            <p:cNvPr id="16506" name="Google Shape;16506;p290"/>
            <p:cNvSpPr/>
            <p:nvPr/>
          </p:nvSpPr>
          <p:spPr>
            <a:xfrm>
              <a:off x="2704756" y="1461628"/>
              <a:ext cx="8817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8200" lIns="78200" spcFirstLastPara="1" rIns="78200" wrap="square" tIns="78200">
              <a:noAutofit/>
            </a:bodyPr>
            <a:lstStyle/>
            <a:p>
              <a:pPr indent="0" lvl="0" marL="0" rtl="0" algn="l">
                <a:spcBef>
                  <a:spcPts val="0"/>
                </a:spcBef>
                <a:spcAft>
                  <a:spcPts val="0"/>
                </a:spcAft>
                <a:buNone/>
              </a:pPr>
              <a:r>
                <a:t/>
              </a:r>
              <a:endParaRPr sz="500">
                <a:latin typeface="Roboto"/>
                <a:ea typeface="Roboto"/>
                <a:cs typeface="Roboto"/>
                <a:sym typeface="Roboto"/>
              </a:endParaRPr>
            </a:p>
          </p:txBody>
        </p:sp>
        <p:sp>
          <p:nvSpPr>
            <p:cNvPr id="16507" name="Google Shape;16507;p290"/>
            <p:cNvSpPr txBox="1"/>
            <p:nvPr/>
          </p:nvSpPr>
          <p:spPr>
            <a:xfrm>
              <a:off x="4463036" y="557328"/>
              <a:ext cx="1098600" cy="4653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b="1" lang="es-419" sz="700">
                  <a:latin typeface="Arvo"/>
                  <a:ea typeface="Arvo"/>
                  <a:cs typeface="Arvo"/>
                  <a:sym typeface="Arvo"/>
                </a:rPr>
                <a:t>Acción interactiva:</a:t>
              </a:r>
              <a:endParaRPr b="1" sz="700">
                <a:latin typeface="Arvo"/>
                <a:ea typeface="Arvo"/>
                <a:cs typeface="Arvo"/>
                <a:sym typeface="Arvo"/>
              </a:endParaRPr>
            </a:p>
            <a:p>
              <a:pPr indent="0" lvl="0" marL="0" rtl="0" algn="ctr">
                <a:spcBef>
                  <a:spcPts val="0"/>
                </a:spcBef>
                <a:spcAft>
                  <a:spcPts val="0"/>
                </a:spcAft>
                <a:buNone/>
              </a:pPr>
              <a:r>
                <a:rPr i="1" lang="es-419" sz="500">
                  <a:latin typeface="Arvo"/>
                  <a:ea typeface="Arvo"/>
                  <a:cs typeface="Arvo"/>
                  <a:sym typeface="Arvo"/>
                </a:rPr>
                <a:t>&lt;ej: </a:t>
              </a:r>
              <a:r>
                <a:rPr i="1" lang="es-419" sz="500">
                  <a:solidFill>
                    <a:srgbClr val="000000"/>
                  </a:solidFill>
                  <a:latin typeface="Roboto"/>
                  <a:ea typeface="Roboto"/>
                  <a:cs typeface="Roboto"/>
                  <a:sym typeface="Roboto"/>
                </a:rPr>
                <a:t>autenticar por huella y cara</a:t>
              </a:r>
              <a:r>
                <a:rPr i="1" lang="es-419" sz="500">
                  <a:latin typeface="Arvo"/>
                  <a:ea typeface="Arvo"/>
                  <a:cs typeface="Arvo"/>
                  <a:sym typeface="Arvo"/>
                </a:rPr>
                <a:t>&gt;</a:t>
              </a:r>
              <a:endParaRPr i="1" sz="500">
                <a:latin typeface="Arvo"/>
                <a:ea typeface="Arvo"/>
                <a:cs typeface="Arvo"/>
                <a:sym typeface="Arvo"/>
              </a:endParaRPr>
            </a:p>
          </p:txBody>
        </p:sp>
        <p:sp>
          <p:nvSpPr>
            <p:cNvPr id="16508" name="Google Shape;16508;p290"/>
            <p:cNvSpPr txBox="1"/>
            <p:nvPr/>
          </p:nvSpPr>
          <p:spPr>
            <a:xfrm>
              <a:off x="3639736" y="557328"/>
              <a:ext cx="702600" cy="4653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b="1" lang="es-419" sz="700">
                  <a:latin typeface="Arvo"/>
                  <a:ea typeface="Arvo"/>
                  <a:cs typeface="Arvo"/>
                  <a:sym typeface="Arvo"/>
                </a:rPr>
                <a:t>Punto de contacto</a:t>
              </a:r>
              <a:endParaRPr sz="700">
                <a:latin typeface="Arvo"/>
                <a:ea typeface="Arvo"/>
                <a:cs typeface="Arvo"/>
                <a:sym typeface="Arvo"/>
              </a:endParaRPr>
            </a:p>
          </p:txBody>
        </p:sp>
        <p:sp>
          <p:nvSpPr>
            <p:cNvPr id="16509" name="Google Shape;16509;p290"/>
            <p:cNvSpPr txBox="1"/>
            <p:nvPr/>
          </p:nvSpPr>
          <p:spPr>
            <a:xfrm>
              <a:off x="2784273" y="568049"/>
              <a:ext cx="702600" cy="4653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b="1" lang="es-419" sz="700">
                  <a:latin typeface="Arvo"/>
                  <a:ea typeface="Arvo"/>
                  <a:cs typeface="Arvo"/>
                  <a:sym typeface="Arvo"/>
                </a:rPr>
                <a:t>Rol</a:t>
              </a:r>
              <a:endParaRPr sz="700">
                <a:latin typeface="Arvo"/>
                <a:ea typeface="Arvo"/>
                <a:cs typeface="Arvo"/>
                <a:sym typeface="Arvo"/>
              </a:endParaRPr>
            </a:p>
          </p:txBody>
        </p:sp>
        <p:pic>
          <p:nvPicPr>
            <p:cNvPr id="16510" name="Google Shape;16510;p290"/>
            <p:cNvPicPr preferRelativeResize="0"/>
            <p:nvPr/>
          </p:nvPicPr>
          <p:blipFill rotWithShape="1">
            <a:blip r:embed="rId3">
              <a:alphaModFix/>
            </a:blip>
            <a:srcRect b="-868" l="16515" r="66426" t="66946"/>
            <a:stretch/>
          </p:blipFill>
          <p:spPr>
            <a:xfrm>
              <a:off x="2782507" y="825772"/>
              <a:ext cx="702701" cy="702700"/>
            </a:xfrm>
            <a:prstGeom prst="rect">
              <a:avLst/>
            </a:prstGeom>
            <a:noFill/>
            <a:ln>
              <a:noFill/>
            </a:ln>
          </p:spPr>
        </p:pic>
        <p:sp>
          <p:nvSpPr>
            <p:cNvPr id="16511" name="Google Shape;16511;p290"/>
            <p:cNvSpPr txBox="1"/>
            <p:nvPr/>
          </p:nvSpPr>
          <p:spPr>
            <a:xfrm>
              <a:off x="2782511" y="1476053"/>
              <a:ext cx="761100" cy="2325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b="1" lang="es-419" sz="700">
                  <a:latin typeface="Arvo"/>
                  <a:ea typeface="Arvo"/>
                  <a:cs typeface="Arvo"/>
                  <a:sym typeface="Arvo"/>
                </a:rPr>
                <a:t>Asesor De Ventas</a:t>
              </a:r>
              <a:endParaRPr b="1" i="1" sz="600">
                <a:solidFill>
                  <a:srgbClr val="666666"/>
                </a:solidFill>
                <a:latin typeface="Arvo"/>
                <a:ea typeface="Arvo"/>
                <a:cs typeface="Arvo"/>
                <a:sym typeface="Arvo"/>
              </a:endParaRPr>
            </a:p>
          </p:txBody>
        </p:sp>
        <p:sp>
          <p:nvSpPr>
            <p:cNvPr id="16512" name="Google Shape;16512;p290"/>
            <p:cNvSpPr txBox="1"/>
            <p:nvPr/>
          </p:nvSpPr>
          <p:spPr>
            <a:xfrm>
              <a:off x="2704760" y="1669653"/>
              <a:ext cx="964800" cy="232500"/>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t/>
              </a:r>
              <a:endParaRPr b="1" sz="700">
                <a:latin typeface="Arvo"/>
                <a:ea typeface="Arvo"/>
                <a:cs typeface="Arvo"/>
                <a:sym typeface="Arvo"/>
              </a:endParaRPr>
            </a:p>
            <a:p>
              <a:pPr indent="0" lvl="0" marL="0" rtl="0" algn="ctr">
                <a:spcBef>
                  <a:spcPts val="0"/>
                </a:spcBef>
                <a:spcAft>
                  <a:spcPts val="0"/>
                </a:spcAft>
                <a:buNone/>
              </a:pPr>
              <a:r>
                <a:rPr i="1" lang="es-419" sz="500">
                  <a:latin typeface="Arvo"/>
                  <a:ea typeface="Arvo"/>
                  <a:cs typeface="Arvo"/>
                  <a:sym typeface="Arvo"/>
                </a:rPr>
                <a:t>&lt;ej: conductor&gt;</a:t>
              </a:r>
              <a:endParaRPr i="1" sz="500">
                <a:latin typeface="Arvo"/>
                <a:ea typeface="Arvo"/>
                <a:cs typeface="Arvo"/>
                <a:sym typeface="Arvo"/>
              </a:endParaRPr>
            </a:p>
          </p:txBody>
        </p:sp>
      </p:grpSp>
      <p:grpSp>
        <p:nvGrpSpPr>
          <p:cNvPr id="16513" name="Google Shape;16513;p290"/>
          <p:cNvGrpSpPr/>
          <p:nvPr/>
        </p:nvGrpSpPr>
        <p:grpSpPr>
          <a:xfrm>
            <a:off x="6815901" y="1192016"/>
            <a:ext cx="2810831" cy="2161925"/>
            <a:chOff x="2640436" y="-87872"/>
            <a:chExt cx="3098700" cy="2874900"/>
          </a:xfrm>
        </p:grpSpPr>
        <p:sp>
          <p:nvSpPr>
            <p:cNvPr id="16514" name="Google Shape;16514;p290"/>
            <p:cNvSpPr/>
            <p:nvPr/>
          </p:nvSpPr>
          <p:spPr>
            <a:xfrm>
              <a:off x="2640436" y="-87872"/>
              <a:ext cx="3098700" cy="2874900"/>
            </a:xfrm>
            <a:prstGeom prst="roundRect">
              <a:avLst>
                <a:gd fmla="val 3233" name="adj"/>
              </a:avLst>
            </a:prstGeom>
            <a:solidFill>
              <a:srgbClr val="FFFFFF"/>
            </a:solidFill>
            <a:ln cap="flat" cmpd="sng" w="9525">
              <a:solidFill>
                <a:srgbClr val="EFEFEF"/>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t" bIns="15400" lIns="15400" spcFirstLastPara="1" rIns="15400" wrap="square" tIns="15400">
              <a:noAutofit/>
            </a:bodyPr>
            <a:lstStyle/>
            <a:p>
              <a:pPr indent="0" lvl="0" marL="0" rtl="0" algn="ctr">
                <a:spcBef>
                  <a:spcPts val="0"/>
                </a:spcBef>
                <a:spcAft>
                  <a:spcPts val="0"/>
                </a:spcAft>
                <a:buNone/>
              </a:pPr>
              <a:r>
                <a:rPr b="1" i="1" lang="es-419" sz="800">
                  <a:solidFill>
                    <a:srgbClr val="434343"/>
                  </a:solidFill>
                </a:rPr>
                <a:t>Puntos de Automatización</a:t>
              </a:r>
              <a:endParaRPr b="1" i="1" sz="800">
                <a:solidFill>
                  <a:srgbClr val="434343"/>
                </a:solidFill>
              </a:endParaRPr>
            </a:p>
          </p:txBody>
        </p:sp>
        <p:sp>
          <p:nvSpPr>
            <p:cNvPr id="16515" name="Google Shape;16515;p290"/>
            <p:cNvSpPr txBox="1"/>
            <p:nvPr/>
          </p:nvSpPr>
          <p:spPr>
            <a:xfrm>
              <a:off x="2820612" y="182753"/>
              <a:ext cx="1098600" cy="232500"/>
            </a:xfrm>
            <a:prstGeom prst="rect">
              <a:avLst/>
            </a:prstGeom>
            <a:noFill/>
            <a:ln>
              <a:noFill/>
            </a:ln>
          </p:spPr>
          <p:txBody>
            <a:bodyPr anchorCtr="0" anchor="ctr" bIns="0" lIns="0" spcFirstLastPara="1" rIns="0" wrap="square" tIns="0">
              <a:noAutofit/>
            </a:bodyPr>
            <a:lstStyle/>
            <a:p>
              <a:pPr indent="0" lvl="0" marL="0" rtl="0" algn="r">
                <a:spcBef>
                  <a:spcPts val="0"/>
                </a:spcBef>
                <a:spcAft>
                  <a:spcPts val="0"/>
                </a:spcAft>
                <a:buNone/>
              </a:pPr>
              <a:r>
                <a:rPr lang="es-419" sz="700">
                  <a:latin typeface="Arvo"/>
                  <a:ea typeface="Arvo"/>
                  <a:cs typeface="Arvo"/>
                  <a:sym typeface="Arvo"/>
                </a:rPr>
                <a:t>Actividad de Negocio</a:t>
              </a:r>
              <a:endParaRPr sz="700">
                <a:latin typeface="Arvo"/>
                <a:ea typeface="Arvo"/>
                <a:cs typeface="Arvo"/>
                <a:sym typeface="Arvo"/>
              </a:endParaRPr>
            </a:p>
            <a:p>
              <a:pPr indent="0" lvl="0" marL="0" rtl="0" algn="r">
                <a:spcBef>
                  <a:spcPts val="0"/>
                </a:spcBef>
                <a:spcAft>
                  <a:spcPts val="0"/>
                </a:spcAft>
                <a:buNone/>
              </a:pPr>
              <a:r>
                <a:rPr i="1" lang="es-419" sz="500">
                  <a:latin typeface="Arvo"/>
                  <a:ea typeface="Arvo"/>
                  <a:cs typeface="Arvo"/>
                  <a:sym typeface="Arvo"/>
                </a:rPr>
                <a:t>&lt;ej: Identificarse&gt;</a:t>
              </a:r>
              <a:endParaRPr i="1" sz="500">
                <a:latin typeface="Arvo"/>
                <a:ea typeface="Arvo"/>
                <a:cs typeface="Arvo"/>
                <a:sym typeface="Arvo"/>
              </a:endParaRPr>
            </a:p>
          </p:txBody>
        </p:sp>
        <p:sp>
          <p:nvSpPr>
            <p:cNvPr id="16516" name="Google Shape;16516;p290"/>
            <p:cNvSpPr/>
            <p:nvPr/>
          </p:nvSpPr>
          <p:spPr>
            <a:xfrm>
              <a:off x="3951036" y="159603"/>
              <a:ext cx="17313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8200" lIns="78200" spcFirstLastPara="1" rIns="78200" wrap="square" tIns="78200">
              <a:noAutofit/>
            </a:bodyPr>
            <a:lstStyle/>
            <a:p>
              <a:pPr indent="0" lvl="0" marL="0" rtl="0" algn="l">
                <a:spcBef>
                  <a:spcPts val="0"/>
                </a:spcBef>
                <a:spcAft>
                  <a:spcPts val="0"/>
                </a:spcAft>
                <a:buNone/>
              </a:pPr>
              <a:r>
                <a:t/>
              </a:r>
              <a:endParaRPr sz="500">
                <a:latin typeface="Roboto"/>
                <a:ea typeface="Roboto"/>
                <a:cs typeface="Roboto"/>
                <a:sym typeface="Roboto"/>
              </a:endParaRPr>
            </a:p>
          </p:txBody>
        </p:sp>
        <p:sp>
          <p:nvSpPr>
            <p:cNvPr id="16517" name="Google Shape;16517;p290"/>
            <p:cNvSpPr txBox="1"/>
            <p:nvPr/>
          </p:nvSpPr>
          <p:spPr>
            <a:xfrm>
              <a:off x="3962886" y="142103"/>
              <a:ext cx="1731300" cy="351900"/>
            </a:xfrm>
            <a:prstGeom prst="rect">
              <a:avLst/>
            </a:prstGeom>
            <a:noFill/>
            <a:ln>
              <a:noFill/>
            </a:ln>
          </p:spPr>
          <p:txBody>
            <a:bodyPr anchorCtr="0" anchor="ctr" bIns="15400" lIns="15400" spcFirstLastPara="1" rIns="15400" wrap="square" tIns="15400">
              <a:noAutofit/>
            </a:bodyPr>
            <a:lstStyle/>
            <a:p>
              <a:pPr indent="0" lvl="0" marL="0" rtl="0" algn="l">
                <a:spcBef>
                  <a:spcPts val="0"/>
                </a:spcBef>
                <a:spcAft>
                  <a:spcPts val="0"/>
                </a:spcAft>
                <a:buNone/>
              </a:pPr>
              <a:r>
                <a:rPr b="1" lang="es-419" sz="700">
                  <a:solidFill>
                    <a:schemeClr val="dk1"/>
                  </a:solidFill>
                </a:rPr>
                <a:t>Calcular el valor total del pedido</a:t>
              </a:r>
              <a:endParaRPr/>
            </a:p>
          </p:txBody>
        </p:sp>
        <p:sp>
          <p:nvSpPr>
            <p:cNvPr id="16518" name="Google Shape;16518;p290"/>
            <p:cNvSpPr/>
            <p:nvPr/>
          </p:nvSpPr>
          <p:spPr>
            <a:xfrm>
              <a:off x="3646236" y="1459973"/>
              <a:ext cx="6333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8200" lIns="78200" spcFirstLastPara="1" rIns="78200" wrap="square" tIns="78200">
              <a:noAutofit/>
            </a:bodyPr>
            <a:lstStyle/>
            <a:p>
              <a:pPr indent="0" lvl="0" marL="0" rtl="0" algn="l">
                <a:spcBef>
                  <a:spcPts val="0"/>
                </a:spcBef>
                <a:spcAft>
                  <a:spcPts val="0"/>
                </a:spcAft>
                <a:buNone/>
              </a:pPr>
              <a:r>
                <a:rPr lang="es-419" sz="600">
                  <a:solidFill>
                    <a:schemeClr val="dk1"/>
                  </a:solidFill>
                </a:rPr>
                <a:t>☁️ Software </a:t>
              </a:r>
              <a:r>
                <a:rPr lang="es-419" sz="600">
                  <a:solidFill>
                    <a:schemeClr val="dk1"/>
                  </a:solidFill>
                </a:rPr>
                <a:t>facturación</a:t>
              </a:r>
              <a:endParaRPr sz="500">
                <a:latin typeface="Roboto"/>
                <a:ea typeface="Roboto"/>
                <a:cs typeface="Roboto"/>
                <a:sym typeface="Roboto"/>
              </a:endParaRPr>
            </a:p>
          </p:txBody>
        </p:sp>
        <p:sp>
          <p:nvSpPr>
            <p:cNvPr id="16519" name="Google Shape;16519;p290"/>
            <p:cNvSpPr/>
            <p:nvPr/>
          </p:nvSpPr>
          <p:spPr>
            <a:xfrm>
              <a:off x="3646236" y="1075527"/>
              <a:ext cx="6333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8200" lIns="78200" spcFirstLastPara="1" rIns="78200" wrap="square" tIns="78200">
              <a:noAutofit/>
            </a:bodyPr>
            <a:lstStyle/>
            <a:p>
              <a:pPr indent="0" lvl="0" marL="0" rtl="0" algn="l">
                <a:spcBef>
                  <a:spcPts val="0"/>
                </a:spcBef>
                <a:spcAft>
                  <a:spcPts val="0"/>
                </a:spcAft>
                <a:buNone/>
              </a:pPr>
              <a:r>
                <a:t/>
              </a:r>
              <a:endParaRPr sz="500">
                <a:latin typeface="Roboto"/>
                <a:ea typeface="Roboto"/>
                <a:cs typeface="Roboto"/>
                <a:sym typeface="Roboto"/>
              </a:endParaRPr>
            </a:p>
          </p:txBody>
        </p:sp>
        <p:sp>
          <p:nvSpPr>
            <p:cNvPr id="16520" name="Google Shape;16520;p290"/>
            <p:cNvSpPr/>
            <p:nvPr/>
          </p:nvSpPr>
          <p:spPr>
            <a:xfrm>
              <a:off x="3646236" y="1853377"/>
              <a:ext cx="6333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8200" lIns="78200" spcFirstLastPara="1" rIns="78200" wrap="square" tIns="78200">
              <a:noAutofit/>
            </a:bodyPr>
            <a:lstStyle/>
            <a:p>
              <a:pPr indent="0" lvl="0" marL="0" rtl="0" algn="l">
                <a:spcBef>
                  <a:spcPts val="0"/>
                </a:spcBef>
                <a:spcAft>
                  <a:spcPts val="0"/>
                </a:spcAft>
                <a:buNone/>
              </a:pPr>
              <a:r>
                <a:t/>
              </a:r>
              <a:endParaRPr sz="500">
                <a:latin typeface="Roboto"/>
                <a:ea typeface="Roboto"/>
                <a:cs typeface="Roboto"/>
                <a:sym typeface="Roboto"/>
              </a:endParaRPr>
            </a:p>
          </p:txBody>
        </p:sp>
        <p:sp>
          <p:nvSpPr>
            <p:cNvPr id="16521" name="Google Shape;16521;p290"/>
            <p:cNvSpPr/>
            <p:nvPr/>
          </p:nvSpPr>
          <p:spPr>
            <a:xfrm>
              <a:off x="3646236" y="2229879"/>
              <a:ext cx="6333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8200" lIns="78200" spcFirstLastPara="1" rIns="78200" wrap="square" tIns="78200">
              <a:noAutofit/>
            </a:bodyPr>
            <a:lstStyle/>
            <a:p>
              <a:pPr indent="0" lvl="0" marL="0" rtl="0" algn="l">
                <a:spcBef>
                  <a:spcPts val="0"/>
                </a:spcBef>
                <a:spcAft>
                  <a:spcPts val="0"/>
                </a:spcAft>
                <a:buNone/>
              </a:pPr>
              <a:r>
                <a:t/>
              </a:r>
              <a:endParaRPr sz="500">
                <a:latin typeface="Roboto"/>
                <a:ea typeface="Roboto"/>
                <a:cs typeface="Roboto"/>
                <a:sym typeface="Roboto"/>
              </a:endParaRPr>
            </a:p>
          </p:txBody>
        </p:sp>
        <p:sp>
          <p:nvSpPr>
            <p:cNvPr id="16522" name="Google Shape;16522;p290"/>
            <p:cNvSpPr/>
            <p:nvPr/>
          </p:nvSpPr>
          <p:spPr>
            <a:xfrm>
              <a:off x="4349786" y="1075528"/>
              <a:ext cx="13251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61600" lIns="61600" spcFirstLastPara="1" rIns="61600" wrap="square" tIns="61600">
              <a:noAutofit/>
            </a:bodyPr>
            <a:lstStyle/>
            <a:p>
              <a:pPr indent="0" lvl="0" marL="0" rtl="0" algn="l">
                <a:spcBef>
                  <a:spcPts val="0"/>
                </a:spcBef>
                <a:spcAft>
                  <a:spcPts val="0"/>
                </a:spcAft>
                <a:buNone/>
              </a:pPr>
              <a:r>
                <a:t/>
              </a:r>
              <a:endParaRPr sz="700">
                <a:latin typeface="Roboto"/>
                <a:ea typeface="Roboto"/>
                <a:cs typeface="Roboto"/>
                <a:sym typeface="Roboto"/>
              </a:endParaRPr>
            </a:p>
          </p:txBody>
        </p:sp>
        <p:sp>
          <p:nvSpPr>
            <p:cNvPr id="16523" name="Google Shape;16523;p290"/>
            <p:cNvSpPr/>
            <p:nvPr/>
          </p:nvSpPr>
          <p:spPr>
            <a:xfrm>
              <a:off x="4349786" y="1459971"/>
              <a:ext cx="13251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61600" lIns="61600" spcFirstLastPara="1" rIns="61600" wrap="square" tIns="61600">
              <a:noAutofit/>
            </a:bodyPr>
            <a:lstStyle/>
            <a:p>
              <a:pPr indent="0" lvl="0" marL="0" rtl="0" algn="l">
                <a:spcBef>
                  <a:spcPts val="0"/>
                </a:spcBef>
                <a:spcAft>
                  <a:spcPts val="0"/>
                </a:spcAft>
                <a:buNone/>
              </a:pPr>
              <a:r>
                <a:rPr lang="es-419" sz="600">
                  <a:solidFill>
                    <a:schemeClr val="dk1"/>
                  </a:solidFill>
                </a:rPr>
                <a:t>General </a:t>
              </a:r>
              <a:r>
                <a:rPr lang="es-419" sz="600">
                  <a:solidFill>
                    <a:schemeClr val="dk1"/>
                  </a:solidFill>
                </a:rPr>
                <a:t>automáticamente</a:t>
              </a:r>
              <a:r>
                <a:rPr lang="es-419" sz="600">
                  <a:solidFill>
                    <a:schemeClr val="dk1"/>
                  </a:solidFill>
                </a:rPr>
                <a:t> subtotal,impuestos y total</a:t>
              </a:r>
              <a:endParaRPr sz="700">
                <a:latin typeface="Roboto"/>
                <a:ea typeface="Roboto"/>
                <a:cs typeface="Roboto"/>
                <a:sym typeface="Roboto"/>
              </a:endParaRPr>
            </a:p>
          </p:txBody>
        </p:sp>
        <p:sp>
          <p:nvSpPr>
            <p:cNvPr id="16524" name="Google Shape;16524;p290"/>
            <p:cNvSpPr/>
            <p:nvPr/>
          </p:nvSpPr>
          <p:spPr>
            <a:xfrm>
              <a:off x="4349786" y="1853372"/>
              <a:ext cx="13251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61600" lIns="61600" spcFirstLastPara="1" rIns="61600" wrap="square" tIns="61600">
              <a:noAutofit/>
            </a:bodyPr>
            <a:lstStyle/>
            <a:p>
              <a:pPr indent="0" lvl="0" marL="0" rtl="0" algn="l">
                <a:spcBef>
                  <a:spcPts val="0"/>
                </a:spcBef>
                <a:spcAft>
                  <a:spcPts val="0"/>
                </a:spcAft>
                <a:buNone/>
              </a:pPr>
              <a:r>
                <a:t/>
              </a:r>
              <a:endParaRPr sz="700">
                <a:latin typeface="Roboto"/>
                <a:ea typeface="Roboto"/>
                <a:cs typeface="Roboto"/>
                <a:sym typeface="Roboto"/>
              </a:endParaRPr>
            </a:p>
          </p:txBody>
        </p:sp>
        <p:sp>
          <p:nvSpPr>
            <p:cNvPr id="16525" name="Google Shape;16525;p290"/>
            <p:cNvSpPr/>
            <p:nvPr/>
          </p:nvSpPr>
          <p:spPr>
            <a:xfrm>
              <a:off x="4349786" y="2239831"/>
              <a:ext cx="13251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61600" lIns="61600" spcFirstLastPara="1" rIns="61600" wrap="square" tIns="61600">
              <a:noAutofit/>
            </a:bodyPr>
            <a:lstStyle/>
            <a:p>
              <a:pPr indent="0" lvl="0" marL="0" rtl="0" algn="l">
                <a:spcBef>
                  <a:spcPts val="0"/>
                </a:spcBef>
                <a:spcAft>
                  <a:spcPts val="0"/>
                </a:spcAft>
                <a:buNone/>
              </a:pPr>
              <a:r>
                <a:rPr lang="es-419" sz="700">
                  <a:latin typeface="Roboto"/>
                  <a:ea typeface="Roboto"/>
                  <a:cs typeface="Roboto"/>
                  <a:sym typeface="Roboto"/>
                </a:rPr>
                <a:t>&lt;...&gt;</a:t>
              </a:r>
              <a:endParaRPr sz="700">
                <a:latin typeface="Roboto"/>
                <a:ea typeface="Roboto"/>
                <a:cs typeface="Roboto"/>
                <a:sym typeface="Roboto"/>
              </a:endParaRPr>
            </a:p>
          </p:txBody>
        </p:sp>
        <p:sp>
          <p:nvSpPr>
            <p:cNvPr id="16526" name="Google Shape;16526;p290"/>
            <p:cNvSpPr/>
            <p:nvPr/>
          </p:nvSpPr>
          <p:spPr>
            <a:xfrm>
              <a:off x="2704756" y="1461628"/>
              <a:ext cx="8817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8200" lIns="78200" spcFirstLastPara="1" rIns="78200" wrap="square" tIns="78200">
              <a:noAutofit/>
            </a:bodyPr>
            <a:lstStyle/>
            <a:p>
              <a:pPr indent="0" lvl="0" marL="0" rtl="0" algn="l">
                <a:spcBef>
                  <a:spcPts val="0"/>
                </a:spcBef>
                <a:spcAft>
                  <a:spcPts val="0"/>
                </a:spcAft>
                <a:buNone/>
              </a:pPr>
              <a:r>
                <a:t/>
              </a:r>
              <a:endParaRPr sz="500">
                <a:latin typeface="Roboto"/>
                <a:ea typeface="Roboto"/>
                <a:cs typeface="Roboto"/>
                <a:sym typeface="Roboto"/>
              </a:endParaRPr>
            </a:p>
          </p:txBody>
        </p:sp>
        <p:sp>
          <p:nvSpPr>
            <p:cNvPr id="16527" name="Google Shape;16527;p290"/>
            <p:cNvSpPr txBox="1"/>
            <p:nvPr/>
          </p:nvSpPr>
          <p:spPr>
            <a:xfrm>
              <a:off x="4463036" y="557328"/>
              <a:ext cx="1098600" cy="4653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b="1" lang="es-419" sz="700">
                  <a:latin typeface="Arvo"/>
                  <a:ea typeface="Arvo"/>
                  <a:cs typeface="Arvo"/>
                  <a:sym typeface="Arvo"/>
                </a:rPr>
                <a:t>Acción interactiva:</a:t>
              </a:r>
              <a:endParaRPr b="1" sz="700">
                <a:latin typeface="Arvo"/>
                <a:ea typeface="Arvo"/>
                <a:cs typeface="Arvo"/>
                <a:sym typeface="Arvo"/>
              </a:endParaRPr>
            </a:p>
            <a:p>
              <a:pPr indent="0" lvl="0" marL="0" rtl="0" algn="ctr">
                <a:spcBef>
                  <a:spcPts val="0"/>
                </a:spcBef>
                <a:spcAft>
                  <a:spcPts val="0"/>
                </a:spcAft>
                <a:buNone/>
              </a:pPr>
              <a:r>
                <a:rPr i="1" lang="es-419" sz="500">
                  <a:latin typeface="Arvo"/>
                  <a:ea typeface="Arvo"/>
                  <a:cs typeface="Arvo"/>
                  <a:sym typeface="Arvo"/>
                </a:rPr>
                <a:t>&lt;ej: </a:t>
              </a:r>
              <a:r>
                <a:rPr i="1" lang="es-419" sz="500">
                  <a:solidFill>
                    <a:srgbClr val="000000"/>
                  </a:solidFill>
                  <a:latin typeface="Roboto"/>
                  <a:ea typeface="Roboto"/>
                  <a:cs typeface="Roboto"/>
                  <a:sym typeface="Roboto"/>
                </a:rPr>
                <a:t>autenticar por huella y cara</a:t>
              </a:r>
              <a:r>
                <a:rPr i="1" lang="es-419" sz="500">
                  <a:latin typeface="Arvo"/>
                  <a:ea typeface="Arvo"/>
                  <a:cs typeface="Arvo"/>
                  <a:sym typeface="Arvo"/>
                </a:rPr>
                <a:t>&gt;</a:t>
              </a:r>
              <a:endParaRPr i="1" sz="500">
                <a:latin typeface="Arvo"/>
                <a:ea typeface="Arvo"/>
                <a:cs typeface="Arvo"/>
                <a:sym typeface="Arvo"/>
              </a:endParaRPr>
            </a:p>
          </p:txBody>
        </p:sp>
        <p:sp>
          <p:nvSpPr>
            <p:cNvPr id="16528" name="Google Shape;16528;p290"/>
            <p:cNvSpPr txBox="1"/>
            <p:nvPr/>
          </p:nvSpPr>
          <p:spPr>
            <a:xfrm>
              <a:off x="3639736" y="557328"/>
              <a:ext cx="702600" cy="4653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b="1" lang="es-419" sz="700">
                  <a:latin typeface="Arvo"/>
                  <a:ea typeface="Arvo"/>
                  <a:cs typeface="Arvo"/>
                  <a:sym typeface="Arvo"/>
                </a:rPr>
                <a:t>Punto de contacto</a:t>
              </a:r>
              <a:endParaRPr sz="700">
                <a:latin typeface="Arvo"/>
                <a:ea typeface="Arvo"/>
                <a:cs typeface="Arvo"/>
                <a:sym typeface="Arvo"/>
              </a:endParaRPr>
            </a:p>
          </p:txBody>
        </p:sp>
        <p:sp>
          <p:nvSpPr>
            <p:cNvPr id="16529" name="Google Shape;16529;p290"/>
            <p:cNvSpPr txBox="1"/>
            <p:nvPr/>
          </p:nvSpPr>
          <p:spPr>
            <a:xfrm>
              <a:off x="2784273" y="568049"/>
              <a:ext cx="702600" cy="4653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b="1" lang="es-419" sz="700">
                  <a:latin typeface="Arvo"/>
                  <a:ea typeface="Arvo"/>
                  <a:cs typeface="Arvo"/>
                  <a:sym typeface="Arvo"/>
                </a:rPr>
                <a:t>Rol</a:t>
              </a:r>
              <a:endParaRPr sz="700">
                <a:latin typeface="Arvo"/>
                <a:ea typeface="Arvo"/>
                <a:cs typeface="Arvo"/>
                <a:sym typeface="Arvo"/>
              </a:endParaRPr>
            </a:p>
          </p:txBody>
        </p:sp>
        <p:pic>
          <p:nvPicPr>
            <p:cNvPr id="16530" name="Google Shape;16530;p290"/>
            <p:cNvPicPr preferRelativeResize="0"/>
            <p:nvPr/>
          </p:nvPicPr>
          <p:blipFill rotWithShape="1">
            <a:blip r:embed="rId3">
              <a:alphaModFix/>
            </a:blip>
            <a:srcRect b="-868" l="16515" r="66426" t="66946"/>
            <a:stretch/>
          </p:blipFill>
          <p:spPr>
            <a:xfrm>
              <a:off x="2782507" y="825772"/>
              <a:ext cx="702701" cy="702700"/>
            </a:xfrm>
            <a:prstGeom prst="rect">
              <a:avLst/>
            </a:prstGeom>
            <a:noFill/>
            <a:ln>
              <a:noFill/>
            </a:ln>
          </p:spPr>
        </p:pic>
        <p:sp>
          <p:nvSpPr>
            <p:cNvPr id="16531" name="Google Shape;16531;p290"/>
            <p:cNvSpPr txBox="1"/>
            <p:nvPr/>
          </p:nvSpPr>
          <p:spPr>
            <a:xfrm>
              <a:off x="2782511" y="1476053"/>
              <a:ext cx="761100" cy="232500"/>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s-419" sz="700">
                  <a:solidFill>
                    <a:schemeClr val="dk1"/>
                  </a:solidFill>
                </a:rPr>
                <a:t>Sistema Automatizado</a:t>
              </a:r>
              <a:endParaRPr/>
            </a:p>
          </p:txBody>
        </p:sp>
        <p:sp>
          <p:nvSpPr>
            <p:cNvPr id="16532" name="Google Shape;16532;p290"/>
            <p:cNvSpPr txBox="1"/>
            <p:nvPr/>
          </p:nvSpPr>
          <p:spPr>
            <a:xfrm>
              <a:off x="2704760" y="1669653"/>
              <a:ext cx="964800" cy="232500"/>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t/>
              </a:r>
              <a:endParaRPr b="1" sz="700">
                <a:latin typeface="Arvo"/>
                <a:ea typeface="Arvo"/>
                <a:cs typeface="Arvo"/>
                <a:sym typeface="Arvo"/>
              </a:endParaRPr>
            </a:p>
            <a:p>
              <a:pPr indent="0" lvl="0" marL="0" rtl="0" algn="ctr">
                <a:spcBef>
                  <a:spcPts val="0"/>
                </a:spcBef>
                <a:spcAft>
                  <a:spcPts val="0"/>
                </a:spcAft>
                <a:buNone/>
              </a:pPr>
              <a:r>
                <a:rPr i="1" lang="es-419" sz="500">
                  <a:latin typeface="Arvo"/>
                  <a:ea typeface="Arvo"/>
                  <a:cs typeface="Arvo"/>
                  <a:sym typeface="Arvo"/>
                </a:rPr>
                <a:t>&lt;ej: conductor&gt;</a:t>
              </a:r>
              <a:endParaRPr i="1" sz="500">
                <a:latin typeface="Arvo"/>
                <a:ea typeface="Arvo"/>
                <a:cs typeface="Arvo"/>
                <a:sym typeface="Arvo"/>
              </a:endParaRPr>
            </a:p>
          </p:txBody>
        </p:sp>
      </p:grpSp>
      <p:grpSp>
        <p:nvGrpSpPr>
          <p:cNvPr id="16533" name="Google Shape;16533;p290"/>
          <p:cNvGrpSpPr/>
          <p:nvPr/>
        </p:nvGrpSpPr>
        <p:grpSpPr>
          <a:xfrm>
            <a:off x="408339" y="4215341"/>
            <a:ext cx="2810831" cy="2161925"/>
            <a:chOff x="2640436" y="-87872"/>
            <a:chExt cx="3098700" cy="2874900"/>
          </a:xfrm>
        </p:grpSpPr>
        <p:sp>
          <p:nvSpPr>
            <p:cNvPr id="16534" name="Google Shape;16534;p290"/>
            <p:cNvSpPr/>
            <p:nvPr/>
          </p:nvSpPr>
          <p:spPr>
            <a:xfrm>
              <a:off x="2640436" y="-87872"/>
              <a:ext cx="3098700" cy="2874900"/>
            </a:xfrm>
            <a:prstGeom prst="roundRect">
              <a:avLst>
                <a:gd fmla="val 3233" name="adj"/>
              </a:avLst>
            </a:prstGeom>
            <a:solidFill>
              <a:srgbClr val="FFFFFF"/>
            </a:solidFill>
            <a:ln cap="flat" cmpd="sng" w="9525">
              <a:solidFill>
                <a:srgbClr val="EFEFEF"/>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t" bIns="15400" lIns="15400" spcFirstLastPara="1" rIns="15400" wrap="square" tIns="15400">
              <a:noAutofit/>
            </a:bodyPr>
            <a:lstStyle/>
            <a:p>
              <a:pPr indent="0" lvl="0" marL="0" rtl="0" algn="ctr">
                <a:spcBef>
                  <a:spcPts val="0"/>
                </a:spcBef>
                <a:spcAft>
                  <a:spcPts val="0"/>
                </a:spcAft>
                <a:buNone/>
              </a:pPr>
              <a:r>
                <a:rPr b="1" i="1" lang="es-419" sz="800">
                  <a:solidFill>
                    <a:srgbClr val="434343"/>
                  </a:solidFill>
                </a:rPr>
                <a:t>Puntos de Automatización</a:t>
              </a:r>
              <a:endParaRPr b="1" i="1" sz="800">
                <a:solidFill>
                  <a:srgbClr val="434343"/>
                </a:solidFill>
              </a:endParaRPr>
            </a:p>
          </p:txBody>
        </p:sp>
        <p:sp>
          <p:nvSpPr>
            <p:cNvPr id="16535" name="Google Shape;16535;p290"/>
            <p:cNvSpPr txBox="1"/>
            <p:nvPr/>
          </p:nvSpPr>
          <p:spPr>
            <a:xfrm>
              <a:off x="2820612" y="182753"/>
              <a:ext cx="1098600" cy="232500"/>
            </a:xfrm>
            <a:prstGeom prst="rect">
              <a:avLst/>
            </a:prstGeom>
            <a:noFill/>
            <a:ln>
              <a:noFill/>
            </a:ln>
          </p:spPr>
          <p:txBody>
            <a:bodyPr anchorCtr="0" anchor="ctr" bIns="0" lIns="0" spcFirstLastPara="1" rIns="0" wrap="square" tIns="0">
              <a:noAutofit/>
            </a:bodyPr>
            <a:lstStyle/>
            <a:p>
              <a:pPr indent="0" lvl="0" marL="0" rtl="0" algn="r">
                <a:spcBef>
                  <a:spcPts val="0"/>
                </a:spcBef>
                <a:spcAft>
                  <a:spcPts val="0"/>
                </a:spcAft>
                <a:buNone/>
              </a:pPr>
              <a:r>
                <a:rPr lang="es-419" sz="700">
                  <a:latin typeface="Arvo"/>
                  <a:ea typeface="Arvo"/>
                  <a:cs typeface="Arvo"/>
                  <a:sym typeface="Arvo"/>
                </a:rPr>
                <a:t>Actividad de Negocio</a:t>
              </a:r>
              <a:endParaRPr sz="700">
                <a:latin typeface="Arvo"/>
                <a:ea typeface="Arvo"/>
                <a:cs typeface="Arvo"/>
                <a:sym typeface="Arvo"/>
              </a:endParaRPr>
            </a:p>
            <a:p>
              <a:pPr indent="0" lvl="0" marL="0" rtl="0" algn="r">
                <a:spcBef>
                  <a:spcPts val="0"/>
                </a:spcBef>
                <a:spcAft>
                  <a:spcPts val="0"/>
                </a:spcAft>
                <a:buNone/>
              </a:pPr>
              <a:r>
                <a:rPr i="1" lang="es-419" sz="500">
                  <a:latin typeface="Arvo"/>
                  <a:ea typeface="Arvo"/>
                  <a:cs typeface="Arvo"/>
                  <a:sym typeface="Arvo"/>
                </a:rPr>
                <a:t>&lt;ej: Identificarse&gt;</a:t>
              </a:r>
              <a:endParaRPr i="1" sz="500">
                <a:latin typeface="Arvo"/>
                <a:ea typeface="Arvo"/>
                <a:cs typeface="Arvo"/>
                <a:sym typeface="Arvo"/>
              </a:endParaRPr>
            </a:p>
          </p:txBody>
        </p:sp>
        <p:sp>
          <p:nvSpPr>
            <p:cNvPr id="16536" name="Google Shape;16536;p290"/>
            <p:cNvSpPr/>
            <p:nvPr/>
          </p:nvSpPr>
          <p:spPr>
            <a:xfrm>
              <a:off x="3951036" y="159603"/>
              <a:ext cx="17313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8200" lIns="78200" spcFirstLastPara="1" rIns="78200" wrap="square" tIns="78200">
              <a:noAutofit/>
            </a:bodyPr>
            <a:lstStyle/>
            <a:p>
              <a:pPr indent="0" lvl="0" marL="0" rtl="0" algn="l">
                <a:spcBef>
                  <a:spcPts val="0"/>
                </a:spcBef>
                <a:spcAft>
                  <a:spcPts val="0"/>
                </a:spcAft>
                <a:buNone/>
              </a:pPr>
              <a:r>
                <a:t/>
              </a:r>
              <a:endParaRPr sz="500">
                <a:latin typeface="Roboto"/>
                <a:ea typeface="Roboto"/>
                <a:cs typeface="Roboto"/>
                <a:sym typeface="Roboto"/>
              </a:endParaRPr>
            </a:p>
          </p:txBody>
        </p:sp>
        <p:sp>
          <p:nvSpPr>
            <p:cNvPr id="16537" name="Google Shape;16537;p290"/>
            <p:cNvSpPr txBox="1"/>
            <p:nvPr/>
          </p:nvSpPr>
          <p:spPr>
            <a:xfrm>
              <a:off x="3962886" y="142103"/>
              <a:ext cx="1731300" cy="351900"/>
            </a:xfrm>
            <a:prstGeom prst="rect">
              <a:avLst/>
            </a:prstGeom>
            <a:noFill/>
            <a:ln>
              <a:noFill/>
            </a:ln>
          </p:spPr>
          <p:txBody>
            <a:bodyPr anchorCtr="0" anchor="ctr" bIns="15400" lIns="15400" spcFirstLastPara="1" rIns="15400" wrap="square" tIns="15400">
              <a:noAutofit/>
            </a:bodyPr>
            <a:lstStyle/>
            <a:p>
              <a:pPr indent="0" lvl="0" marL="0" rtl="0" algn="l">
                <a:spcBef>
                  <a:spcPts val="0"/>
                </a:spcBef>
                <a:spcAft>
                  <a:spcPts val="0"/>
                </a:spcAft>
                <a:buNone/>
              </a:pPr>
              <a:r>
                <a:rPr b="1" lang="es-419" sz="700">
                  <a:solidFill>
                    <a:schemeClr val="dk1"/>
                  </a:solidFill>
                </a:rPr>
                <a:t>Confirmar disponibilidad antes de procesar</a:t>
              </a:r>
              <a:endParaRPr/>
            </a:p>
          </p:txBody>
        </p:sp>
        <p:sp>
          <p:nvSpPr>
            <p:cNvPr id="16538" name="Google Shape;16538;p290"/>
            <p:cNvSpPr/>
            <p:nvPr/>
          </p:nvSpPr>
          <p:spPr>
            <a:xfrm>
              <a:off x="3646236" y="1459973"/>
              <a:ext cx="6333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8200" lIns="78200" spcFirstLastPara="1" rIns="78200" wrap="square" tIns="78200">
              <a:noAutofit/>
            </a:bodyPr>
            <a:lstStyle/>
            <a:p>
              <a:pPr indent="0" lvl="0" marL="0" rtl="0" algn="l">
                <a:spcBef>
                  <a:spcPts val="0"/>
                </a:spcBef>
                <a:spcAft>
                  <a:spcPts val="0"/>
                </a:spcAft>
                <a:buNone/>
              </a:pPr>
              <a:r>
                <a:t/>
              </a:r>
              <a:endParaRPr sz="500">
                <a:latin typeface="Roboto"/>
                <a:ea typeface="Roboto"/>
                <a:cs typeface="Roboto"/>
                <a:sym typeface="Roboto"/>
              </a:endParaRPr>
            </a:p>
          </p:txBody>
        </p:sp>
        <p:sp>
          <p:nvSpPr>
            <p:cNvPr id="16539" name="Google Shape;16539;p290"/>
            <p:cNvSpPr/>
            <p:nvPr/>
          </p:nvSpPr>
          <p:spPr>
            <a:xfrm>
              <a:off x="3646236" y="1075527"/>
              <a:ext cx="6333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8200" lIns="78200" spcFirstLastPara="1" rIns="78200" wrap="square" tIns="78200">
              <a:noAutofit/>
            </a:bodyPr>
            <a:lstStyle/>
            <a:p>
              <a:pPr indent="0" lvl="0" marL="0" rtl="0" algn="l">
                <a:spcBef>
                  <a:spcPts val="0"/>
                </a:spcBef>
                <a:spcAft>
                  <a:spcPts val="0"/>
                </a:spcAft>
                <a:buNone/>
              </a:pPr>
              <a:r>
                <a:t/>
              </a:r>
              <a:endParaRPr sz="500">
                <a:latin typeface="Roboto"/>
                <a:ea typeface="Roboto"/>
                <a:cs typeface="Roboto"/>
                <a:sym typeface="Roboto"/>
              </a:endParaRPr>
            </a:p>
          </p:txBody>
        </p:sp>
        <p:sp>
          <p:nvSpPr>
            <p:cNvPr id="16540" name="Google Shape;16540;p290"/>
            <p:cNvSpPr/>
            <p:nvPr/>
          </p:nvSpPr>
          <p:spPr>
            <a:xfrm>
              <a:off x="3646236" y="2229879"/>
              <a:ext cx="6333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8200" lIns="78200" spcFirstLastPara="1" rIns="78200" wrap="square" tIns="78200">
              <a:noAutofit/>
            </a:bodyPr>
            <a:lstStyle/>
            <a:p>
              <a:pPr indent="0" lvl="0" marL="0" rtl="0" algn="l">
                <a:spcBef>
                  <a:spcPts val="0"/>
                </a:spcBef>
                <a:spcAft>
                  <a:spcPts val="0"/>
                </a:spcAft>
                <a:buNone/>
              </a:pPr>
              <a:r>
                <a:t/>
              </a:r>
              <a:endParaRPr sz="500">
                <a:latin typeface="Roboto"/>
                <a:ea typeface="Roboto"/>
                <a:cs typeface="Roboto"/>
                <a:sym typeface="Roboto"/>
              </a:endParaRPr>
            </a:p>
          </p:txBody>
        </p:sp>
        <p:sp>
          <p:nvSpPr>
            <p:cNvPr id="16541" name="Google Shape;16541;p290"/>
            <p:cNvSpPr/>
            <p:nvPr/>
          </p:nvSpPr>
          <p:spPr>
            <a:xfrm>
              <a:off x="4349786" y="1075528"/>
              <a:ext cx="13251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61600" lIns="61600" spcFirstLastPara="1" rIns="61600" wrap="square" tIns="61600">
              <a:noAutofit/>
            </a:bodyPr>
            <a:lstStyle/>
            <a:p>
              <a:pPr indent="0" lvl="0" marL="0" rtl="0" algn="l">
                <a:spcBef>
                  <a:spcPts val="0"/>
                </a:spcBef>
                <a:spcAft>
                  <a:spcPts val="0"/>
                </a:spcAft>
                <a:buNone/>
              </a:pPr>
              <a:r>
                <a:t/>
              </a:r>
              <a:endParaRPr sz="700">
                <a:latin typeface="Roboto"/>
                <a:ea typeface="Roboto"/>
                <a:cs typeface="Roboto"/>
                <a:sym typeface="Roboto"/>
              </a:endParaRPr>
            </a:p>
          </p:txBody>
        </p:sp>
        <p:sp>
          <p:nvSpPr>
            <p:cNvPr id="16542" name="Google Shape;16542;p290"/>
            <p:cNvSpPr/>
            <p:nvPr/>
          </p:nvSpPr>
          <p:spPr>
            <a:xfrm>
              <a:off x="4349786" y="1459971"/>
              <a:ext cx="13251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61600" lIns="61600" spcFirstLastPara="1" rIns="61600" wrap="square" tIns="61600">
              <a:noAutofit/>
            </a:bodyPr>
            <a:lstStyle/>
            <a:p>
              <a:pPr indent="0" lvl="0" marL="0" rtl="0" algn="l">
                <a:spcBef>
                  <a:spcPts val="0"/>
                </a:spcBef>
                <a:spcAft>
                  <a:spcPts val="0"/>
                </a:spcAft>
                <a:buNone/>
              </a:pPr>
              <a:r>
                <a:t/>
              </a:r>
              <a:endParaRPr sz="700">
                <a:latin typeface="Roboto"/>
                <a:ea typeface="Roboto"/>
                <a:cs typeface="Roboto"/>
                <a:sym typeface="Roboto"/>
              </a:endParaRPr>
            </a:p>
          </p:txBody>
        </p:sp>
        <p:sp>
          <p:nvSpPr>
            <p:cNvPr id="16543" name="Google Shape;16543;p290"/>
            <p:cNvSpPr/>
            <p:nvPr/>
          </p:nvSpPr>
          <p:spPr>
            <a:xfrm>
              <a:off x="4349786" y="1853372"/>
              <a:ext cx="13251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61600" lIns="61600" spcFirstLastPara="1" rIns="61600" wrap="square" tIns="61600">
              <a:noAutofit/>
            </a:bodyPr>
            <a:lstStyle/>
            <a:p>
              <a:pPr indent="0" lvl="0" marL="0" rtl="0" algn="l">
                <a:spcBef>
                  <a:spcPts val="0"/>
                </a:spcBef>
                <a:spcAft>
                  <a:spcPts val="0"/>
                </a:spcAft>
                <a:buNone/>
              </a:pPr>
              <a:r>
                <a:rPr lang="es-419" sz="600">
                  <a:solidFill>
                    <a:schemeClr val="dk1"/>
                  </a:solidFill>
                </a:rPr>
                <a:t>Verificar existencia de los productos seleccionados</a:t>
              </a:r>
              <a:endParaRPr sz="700">
                <a:latin typeface="Roboto"/>
                <a:ea typeface="Roboto"/>
                <a:cs typeface="Roboto"/>
                <a:sym typeface="Roboto"/>
              </a:endParaRPr>
            </a:p>
          </p:txBody>
        </p:sp>
        <p:sp>
          <p:nvSpPr>
            <p:cNvPr id="16544" name="Google Shape;16544;p290"/>
            <p:cNvSpPr/>
            <p:nvPr/>
          </p:nvSpPr>
          <p:spPr>
            <a:xfrm>
              <a:off x="4349786" y="2239831"/>
              <a:ext cx="13251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61600" lIns="61600" spcFirstLastPara="1" rIns="61600" wrap="square" tIns="61600">
              <a:noAutofit/>
            </a:bodyPr>
            <a:lstStyle/>
            <a:p>
              <a:pPr indent="0" lvl="0" marL="0" rtl="0" algn="l">
                <a:spcBef>
                  <a:spcPts val="0"/>
                </a:spcBef>
                <a:spcAft>
                  <a:spcPts val="0"/>
                </a:spcAft>
                <a:buNone/>
              </a:pPr>
              <a:r>
                <a:rPr lang="es-419" sz="700">
                  <a:latin typeface="Roboto"/>
                  <a:ea typeface="Roboto"/>
                  <a:cs typeface="Roboto"/>
                  <a:sym typeface="Roboto"/>
                </a:rPr>
                <a:t>&lt;...&gt;</a:t>
              </a:r>
              <a:endParaRPr sz="700">
                <a:latin typeface="Roboto"/>
                <a:ea typeface="Roboto"/>
                <a:cs typeface="Roboto"/>
                <a:sym typeface="Roboto"/>
              </a:endParaRPr>
            </a:p>
          </p:txBody>
        </p:sp>
        <p:sp>
          <p:nvSpPr>
            <p:cNvPr id="16545" name="Google Shape;16545;p290"/>
            <p:cNvSpPr/>
            <p:nvPr/>
          </p:nvSpPr>
          <p:spPr>
            <a:xfrm>
              <a:off x="2704756" y="1461628"/>
              <a:ext cx="8817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8200" lIns="78200" spcFirstLastPara="1" rIns="78200" wrap="square" tIns="78200">
              <a:noAutofit/>
            </a:bodyPr>
            <a:lstStyle/>
            <a:p>
              <a:pPr indent="0" lvl="0" marL="0" rtl="0" algn="l">
                <a:spcBef>
                  <a:spcPts val="0"/>
                </a:spcBef>
                <a:spcAft>
                  <a:spcPts val="0"/>
                </a:spcAft>
                <a:buNone/>
              </a:pPr>
              <a:r>
                <a:t/>
              </a:r>
              <a:endParaRPr sz="500">
                <a:latin typeface="Roboto"/>
                <a:ea typeface="Roboto"/>
                <a:cs typeface="Roboto"/>
                <a:sym typeface="Roboto"/>
              </a:endParaRPr>
            </a:p>
          </p:txBody>
        </p:sp>
        <p:sp>
          <p:nvSpPr>
            <p:cNvPr id="16546" name="Google Shape;16546;p290"/>
            <p:cNvSpPr txBox="1"/>
            <p:nvPr/>
          </p:nvSpPr>
          <p:spPr>
            <a:xfrm>
              <a:off x="4463036" y="557328"/>
              <a:ext cx="1098600" cy="4653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b="1" lang="es-419" sz="700">
                  <a:latin typeface="Arvo"/>
                  <a:ea typeface="Arvo"/>
                  <a:cs typeface="Arvo"/>
                  <a:sym typeface="Arvo"/>
                </a:rPr>
                <a:t>Acción interactiva:</a:t>
              </a:r>
              <a:endParaRPr b="1" sz="700">
                <a:latin typeface="Arvo"/>
                <a:ea typeface="Arvo"/>
                <a:cs typeface="Arvo"/>
                <a:sym typeface="Arvo"/>
              </a:endParaRPr>
            </a:p>
            <a:p>
              <a:pPr indent="0" lvl="0" marL="0" rtl="0" algn="ctr">
                <a:spcBef>
                  <a:spcPts val="0"/>
                </a:spcBef>
                <a:spcAft>
                  <a:spcPts val="0"/>
                </a:spcAft>
                <a:buNone/>
              </a:pPr>
              <a:r>
                <a:rPr i="1" lang="es-419" sz="500">
                  <a:latin typeface="Arvo"/>
                  <a:ea typeface="Arvo"/>
                  <a:cs typeface="Arvo"/>
                  <a:sym typeface="Arvo"/>
                </a:rPr>
                <a:t>&lt;ej: </a:t>
              </a:r>
              <a:r>
                <a:rPr i="1" lang="es-419" sz="500">
                  <a:solidFill>
                    <a:srgbClr val="000000"/>
                  </a:solidFill>
                  <a:latin typeface="Roboto"/>
                  <a:ea typeface="Roboto"/>
                  <a:cs typeface="Roboto"/>
                  <a:sym typeface="Roboto"/>
                </a:rPr>
                <a:t>autenticar por huella y cara</a:t>
              </a:r>
              <a:r>
                <a:rPr i="1" lang="es-419" sz="500">
                  <a:latin typeface="Arvo"/>
                  <a:ea typeface="Arvo"/>
                  <a:cs typeface="Arvo"/>
                  <a:sym typeface="Arvo"/>
                </a:rPr>
                <a:t>&gt;</a:t>
              </a:r>
              <a:endParaRPr i="1" sz="500">
                <a:latin typeface="Arvo"/>
                <a:ea typeface="Arvo"/>
                <a:cs typeface="Arvo"/>
                <a:sym typeface="Arvo"/>
              </a:endParaRPr>
            </a:p>
          </p:txBody>
        </p:sp>
        <p:sp>
          <p:nvSpPr>
            <p:cNvPr id="16547" name="Google Shape;16547;p290"/>
            <p:cNvSpPr txBox="1"/>
            <p:nvPr/>
          </p:nvSpPr>
          <p:spPr>
            <a:xfrm>
              <a:off x="3639736" y="557328"/>
              <a:ext cx="702600" cy="4653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b="1" lang="es-419" sz="700">
                  <a:latin typeface="Arvo"/>
                  <a:ea typeface="Arvo"/>
                  <a:cs typeface="Arvo"/>
                  <a:sym typeface="Arvo"/>
                </a:rPr>
                <a:t>Punto de contacto</a:t>
              </a:r>
              <a:endParaRPr sz="700">
                <a:latin typeface="Arvo"/>
                <a:ea typeface="Arvo"/>
                <a:cs typeface="Arvo"/>
                <a:sym typeface="Arvo"/>
              </a:endParaRPr>
            </a:p>
          </p:txBody>
        </p:sp>
        <p:sp>
          <p:nvSpPr>
            <p:cNvPr id="16548" name="Google Shape;16548;p290"/>
            <p:cNvSpPr txBox="1"/>
            <p:nvPr/>
          </p:nvSpPr>
          <p:spPr>
            <a:xfrm>
              <a:off x="2784273" y="568049"/>
              <a:ext cx="702600" cy="4653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b="1" lang="es-419" sz="700">
                  <a:latin typeface="Arvo"/>
                  <a:ea typeface="Arvo"/>
                  <a:cs typeface="Arvo"/>
                  <a:sym typeface="Arvo"/>
                </a:rPr>
                <a:t>Rol</a:t>
              </a:r>
              <a:endParaRPr sz="700">
                <a:latin typeface="Arvo"/>
                <a:ea typeface="Arvo"/>
                <a:cs typeface="Arvo"/>
                <a:sym typeface="Arvo"/>
              </a:endParaRPr>
            </a:p>
          </p:txBody>
        </p:sp>
        <p:pic>
          <p:nvPicPr>
            <p:cNvPr id="16549" name="Google Shape;16549;p290"/>
            <p:cNvPicPr preferRelativeResize="0"/>
            <p:nvPr/>
          </p:nvPicPr>
          <p:blipFill rotWithShape="1">
            <a:blip r:embed="rId3">
              <a:alphaModFix/>
            </a:blip>
            <a:srcRect b="-868" l="16515" r="66426" t="66946"/>
            <a:stretch/>
          </p:blipFill>
          <p:spPr>
            <a:xfrm>
              <a:off x="2782507" y="825772"/>
              <a:ext cx="702701" cy="702700"/>
            </a:xfrm>
            <a:prstGeom prst="rect">
              <a:avLst/>
            </a:prstGeom>
            <a:noFill/>
            <a:ln>
              <a:noFill/>
            </a:ln>
          </p:spPr>
        </p:pic>
        <p:sp>
          <p:nvSpPr>
            <p:cNvPr id="16550" name="Google Shape;16550;p290"/>
            <p:cNvSpPr txBox="1"/>
            <p:nvPr/>
          </p:nvSpPr>
          <p:spPr>
            <a:xfrm>
              <a:off x="2782511" y="1476053"/>
              <a:ext cx="761100" cy="232500"/>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s-419" sz="700">
                  <a:solidFill>
                    <a:schemeClr val="dk1"/>
                  </a:solidFill>
                </a:rPr>
                <a:t>Asesor de ventas</a:t>
              </a:r>
              <a:endParaRPr/>
            </a:p>
          </p:txBody>
        </p:sp>
        <p:sp>
          <p:nvSpPr>
            <p:cNvPr id="16551" name="Google Shape;16551;p290"/>
            <p:cNvSpPr txBox="1"/>
            <p:nvPr/>
          </p:nvSpPr>
          <p:spPr>
            <a:xfrm>
              <a:off x="2704760" y="1669653"/>
              <a:ext cx="964800" cy="232500"/>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t/>
              </a:r>
              <a:endParaRPr b="1" sz="700">
                <a:latin typeface="Arvo"/>
                <a:ea typeface="Arvo"/>
                <a:cs typeface="Arvo"/>
                <a:sym typeface="Arvo"/>
              </a:endParaRPr>
            </a:p>
            <a:p>
              <a:pPr indent="0" lvl="0" marL="0" rtl="0" algn="ctr">
                <a:spcBef>
                  <a:spcPts val="0"/>
                </a:spcBef>
                <a:spcAft>
                  <a:spcPts val="0"/>
                </a:spcAft>
                <a:buNone/>
              </a:pPr>
              <a:r>
                <a:rPr i="1" lang="es-419" sz="500">
                  <a:latin typeface="Arvo"/>
                  <a:ea typeface="Arvo"/>
                  <a:cs typeface="Arvo"/>
                  <a:sym typeface="Arvo"/>
                </a:rPr>
                <a:t>&lt;ej: conductor&gt;</a:t>
              </a:r>
              <a:endParaRPr i="1" sz="500">
                <a:latin typeface="Arvo"/>
                <a:ea typeface="Arvo"/>
                <a:cs typeface="Arvo"/>
                <a:sym typeface="Arvo"/>
              </a:endParaRPr>
            </a:p>
          </p:txBody>
        </p:sp>
        <p:sp>
          <p:nvSpPr>
            <p:cNvPr id="16552" name="Google Shape;16552;p290"/>
            <p:cNvSpPr/>
            <p:nvPr/>
          </p:nvSpPr>
          <p:spPr>
            <a:xfrm>
              <a:off x="3646236" y="1853367"/>
              <a:ext cx="761100" cy="232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8200" lIns="78200" spcFirstLastPara="1" rIns="78200" wrap="square" tIns="78200">
              <a:noAutofit/>
            </a:bodyPr>
            <a:lstStyle/>
            <a:p>
              <a:pPr indent="0" lvl="0" marL="0" rtl="0" algn="l">
                <a:spcBef>
                  <a:spcPts val="0"/>
                </a:spcBef>
                <a:spcAft>
                  <a:spcPts val="0"/>
                </a:spcAft>
                <a:buNone/>
              </a:pPr>
              <a:r>
                <a:rPr lang="es-419" sz="600">
                  <a:solidFill>
                    <a:schemeClr val="dk1"/>
                  </a:solidFill>
                </a:rPr>
                <a:t>📧 Sistema de inventario</a:t>
              </a:r>
              <a:endParaRPr sz="500">
                <a:latin typeface="Roboto"/>
                <a:ea typeface="Roboto"/>
                <a:cs typeface="Roboto"/>
                <a:sym typeface="Roboto"/>
              </a:endParaRPr>
            </a:p>
          </p:txBody>
        </p:sp>
      </p:grpSp>
      <p:sp>
        <p:nvSpPr>
          <p:cNvPr id="16553" name="Google Shape;16553;p290"/>
          <p:cNvSpPr txBox="1"/>
          <p:nvPr/>
        </p:nvSpPr>
        <p:spPr>
          <a:xfrm>
            <a:off x="850775" y="482950"/>
            <a:ext cx="1350300" cy="2658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s-419" sz="1100">
                <a:solidFill>
                  <a:schemeClr val="lt1"/>
                </a:solidFill>
              </a:rPr>
              <a:t>Realizar pedido</a:t>
            </a:r>
            <a:endParaRPr sz="1100">
              <a:solidFill>
                <a:schemeClr val="lt1"/>
              </a:solidFill>
            </a:endParaRPr>
          </a:p>
        </p:txBody>
      </p:sp>
    </p:spTree>
  </p:cSld>
  <p:clrMapOvr>
    <a:masterClrMapping/>
  </p:clrMapOvr>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557" name="Shape 16557"/>
        <p:cNvGrpSpPr/>
        <p:nvPr/>
      </p:nvGrpSpPr>
      <p:grpSpPr>
        <a:xfrm>
          <a:off x="0" y="0"/>
          <a:ext cx="0" cy="0"/>
          <a:chOff x="0" y="0"/>
          <a:chExt cx="0" cy="0"/>
        </a:xfrm>
      </p:grpSpPr>
      <p:sp>
        <p:nvSpPr>
          <p:cNvPr id="16558" name="Google Shape;16558;p291"/>
          <p:cNvSpPr txBox="1"/>
          <p:nvPr>
            <p:ph type="title"/>
          </p:nvPr>
        </p:nvSpPr>
        <p:spPr>
          <a:xfrm flipH="1">
            <a:off x="3219174" y="437575"/>
            <a:ext cx="1731300" cy="265800"/>
          </a:xfrm>
          <a:prstGeom prst="rect">
            <a:avLst/>
          </a:prstGeom>
        </p:spPr>
        <p:txBody>
          <a:bodyPr anchorCtr="0" anchor="ctr" bIns="0" lIns="0" spcFirstLastPara="1" rIns="0" wrap="square" tIns="0">
            <a:noAutofit/>
          </a:bodyPr>
          <a:lstStyle/>
          <a:p>
            <a:pPr indent="0" lvl="0" marL="0" rtl="0" algn="l">
              <a:spcBef>
                <a:spcPts val="0"/>
              </a:spcBef>
              <a:spcAft>
                <a:spcPts val="0"/>
              </a:spcAft>
              <a:buNone/>
            </a:pPr>
            <a:r>
              <a:rPr lang="es-419"/>
              <a:t>PM-02</a:t>
            </a:r>
            <a:endParaRPr/>
          </a:p>
        </p:txBody>
      </p:sp>
      <p:sp>
        <p:nvSpPr>
          <p:cNvPr id="16559" name="Google Shape;16559;p291"/>
          <p:cNvSpPr txBox="1"/>
          <p:nvPr>
            <p:ph idx="2" type="title"/>
          </p:nvPr>
        </p:nvSpPr>
        <p:spPr>
          <a:xfrm flipH="1">
            <a:off x="6546263" y="387663"/>
            <a:ext cx="3350100" cy="169200"/>
          </a:xfrm>
          <a:prstGeom prst="rect">
            <a:avLst/>
          </a:prstGeom>
        </p:spPr>
        <p:txBody>
          <a:bodyPr anchorCtr="0" anchor="ctr" bIns="0" lIns="0" spcFirstLastPara="1" rIns="0" wrap="square" tIns="0">
            <a:noAutofit/>
          </a:bodyPr>
          <a:lstStyle/>
          <a:p>
            <a:pPr indent="0" lvl="0" marL="0" rtl="0" algn="l">
              <a:spcBef>
                <a:spcPts val="0"/>
              </a:spcBef>
              <a:spcAft>
                <a:spcPts val="0"/>
              </a:spcAft>
              <a:buNone/>
            </a:pPr>
            <a:r>
              <a:rPr lang="es-419"/>
              <a:t>Garantizar ingreso correcto del paciente.</a:t>
            </a:r>
            <a:endParaRPr/>
          </a:p>
        </p:txBody>
      </p:sp>
      <p:sp>
        <p:nvSpPr>
          <p:cNvPr id="16560" name="Google Shape;16560;p291"/>
          <p:cNvSpPr txBox="1"/>
          <p:nvPr>
            <p:ph idx="3" type="title"/>
          </p:nvPr>
        </p:nvSpPr>
        <p:spPr>
          <a:xfrm flipH="1">
            <a:off x="6546263" y="579538"/>
            <a:ext cx="3350100" cy="169200"/>
          </a:xfrm>
          <a:prstGeom prst="rect">
            <a:avLst/>
          </a:prstGeom>
        </p:spPr>
        <p:txBody>
          <a:bodyPr anchorCtr="0" anchor="ctr" bIns="0" lIns="0" spcFirstLastPara="1" rIns="0" wrap="square" tIns="0">
            <a:noAutofit/>
          </a:bodyPr>
          <a:lstStyle/>
          <a:p>
            <a:pPr indent="0" lvl="0" marL="0" rtl="0" algn="l">
              <a:spcBef>
                <a:spcPts val="0"/>
              </a:spcBef>
              <a:spcAft>
                <a:spcPts val="0"/>
              </a:spcAft>
              <a:buNone/>
            </a:pPr>
            <a:r>
              <a:rPr lang="es-419"/>
              <a:t>Garantizar ingreso correcto del paciente.</a:t>
            </a:r>
            <a:endParaRPr/>
          </a:p>
        </p:txBody>
      </p:sp>
      <p:grpSp>
        <p:nvGrpSpPr>
          <p:cNvPr id="16561" name="Google Shape;16561;p291"/>
          <p:cNvGrpSpPr/>
          <p:nvPr/>
        </p:nvGrpSpPr>
        <p:grpSpPr>
          <a:xfrm>
            <a:off x="408339" y="1304041"/>
            <a:ext cx="2810831" cy="2161925"/>
            <a:chOff x="2640436" y="-87872"/>
            <a:chExt cx="3098700" cy="2874900"/>
          </a:xfrm>
        </p:grpSpPr>
        <p:sp>
          <p:nvSpPr>
            <p:cNvPr id="16562" name="Google Shape;16562;p291"/>
            <p:cNvSpPr/>
            <p:nvPr/>
          </p:nvSpPr>
          <p:spPr>
            <a:xfrm>
              <a:off x="2640436" y="-87872"/>
              <a:ext cx="3098700" cy="2874900"/>
            </a:xfrm>
            <a:prstGeom prst="roundRect">
              <a:avLst>
                <a:gd fmla="val 3233" name="adj"/>
              </a:avLst>
            </a:prstGeom>
            <a:solidFill>
              <a:srgbClr val="FFFFFF"/>
            </a:solidFill>
            <a:ln cap="flat" cmpd="sng" w="9525">
              <a:solidFill>
                <a:srgbClr val="EFEFEF"/>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t" bIns="15400" lIns="15400" spcFirstLastPara="1" rIns="15400" wrap="square" tIns="15400">
              <a:noAutofit/>
            </a:bodyPr>
            <a:lstStyle/>
            <a:p>
              <a:pPr indent="0" lvl="0" marL="0" rtl="0" algn="ctr">
                <a:spcBef>
                  <a:spcPts val="0"/>
                </a:spcBef>
                <a:spcAft>
                  <a:spcPts val="0"/>
                </a:spcAft>
                <a:buNone/>
              </a:pPr>
              <a:r>
                <a:rPr b="1" i="1" lang="es-419" sz="800">
                  <a:solidFill>
                    <a:srgbClr val="434343"/>
                  </a:solidFill>
                </a:rPr>
                <a:t>Puntos de Automatización</a:t>
              </a:r>
              <a:endParaRPr b="1" i="1" sz="800">
                <a:solidFill>
                  <a:srgbClr val="434343"/>
                </a:solidFill>
              </a:endParaRPr>
            </a:p>
          </p:txBody>
        </p:sp>
        <p:sp>
          <p:nvSpPr>
            <p:cNvPr id="16563" name="Google Shape;16563;p291"/>
            <p:cNvSpPr txBox="1"/>
            <p:nvPr/>
          </p:nvSpPr>
          <p:spPr>
            <a:xfrm>
              <a:off x="2820612" y="182753"/>
              <a:ext cx="1098600" cy="232500"/>
            </a:xfrm>
            <a:prstGeom prst="rect">
              <a:avLst/>
            </a:prstGeom>
            <a:noFill/>
            <a:ln>
              <a:noFill/>
            </a:ln>
          </p:spPr>
          <p:txBody>
            <a:bodyPr anchorCtr="0" anchor="ctr" bIns="0" lIns="0" spcFirstLastPara="1" rIns="0" wrap="square" tIns="0">
              <a:noAutofit/>
            </a:bodyPr>
            <a:lstStyle/>
            <a:p>
              <a:pPr indent="0" lvl="0" marL="0" rtl="0" algn="r">
                <a:spcBef>
                  <a:spcPts val="0"/>
                </a:spcBef>
                <a:spcAft>
                  <a:spcPts val="0"/>
                </a:spcAft>
                <a:buNone/>
              </a:pPr>
              <a:r>
                <a:rPr lang="es-419" sz="700">
                  <a:latin typeface="Arvo"/>
                  <a:ea typeface="Arvo"/>
                  <a:cs typeface="Arvo"/>
                  <a:sym typeface="Arvo"/>
                </a:rPr>
                <a:t>Actividad de Negocio</a:t>
              </a:r>
              <a:endParaRPr sz="700">
                <a:latin typeface="Arvo"/>
                <a:ea typeface="Arvo"/>
                <a:cs typeface="Arvo"/>
                <a:sym typeface="Arvo"/>
              </a:endParaRPr>
            </a:p>
            <a:p>
              <a:pPr indent="0" lvl="0" marL="0" rtl="0" algn="r">
                <a:spcBef>
                  <a:spcPts val="0"/>
                </a:spcBef>
                <a:spcAft>
                  <a:spcPts val="0"/>
                </a:spcAft>
                <a:buNone/>
              </a:pPr>
              <a:r>
                <a:rPr i="1" lang="es-419" sz="500">
                  <a:latin typeface="Arvo"/>
                  <a:ea typeface="Arvo"/>
                  <a:cs typeface="Arvo"/>
                  <a:sym typeface="Arvo"/>
                </a:rPr>
                <a:t>&lt;ej: Identificarse&gt;</a:t>
              </a:r>
              <a:endParaRPr i="1" sz="500">
                <a:latin typeface="Arvo"/>
                <a:ea typeface="Arvo"/>
                <a:cs typeface="Arvo"/>
                <a:sym typeface="Arvo"/>
              </a:endParaRPr>
            </a:p>
          </p:txBody>
        </p:sp>
        <p:sp>
          <p:nvSpPr>
            <p:cNvPr id="16564" name="Google Shape;16564;p291"/>
            <p:cNvSpPr/>
            <p:nvPr/>
          </p:nvSpPr>
          <p:spPr>
            <a:xfrm>
              <a:off x="3951036" y="159603"/>
              <a:ext cx="17313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8200" lIns="78200" spcFirstLastPara="1" rIns="78200" wrap="square" tIns="78200">
              <a:noAutofit/>
            </a:bodyPr>
            <a:lstStyle/>
            <a:p>
              <a:pPr indent="0" lvl="0" marL="0" rtl="0" algn="l">
                <a:spcBef>
                  <a:spcPts val="0"/>
                </a:spcBef>
                <a:spcAft>
                  <a:spcPts val="0"/>
                </a:spcAft>
                <a:buNone/>
              </a:pPr>
              <a:r>
                <a:t/>
              </a:r>
              <a:endParaRPr sz="500">
                <a:latin typeface="Roboto"/>
                <a:ea typeface="Roboto"/>
                <a:cs typeface="Roboto"/>
                <a:sym typeface="Roboto"/>
              </a:endParaRPr>
            </a:p>
          </p:txBody>
        </p:sp>
        <p:sp>
          <p:nvSpPr>
            <p:cNvPr id="16565" name="Google Shape;16565;p291"/>
            <p:cNvSpPr txBox="1"/>
            <p:nvPr/>
          </p:nvSpPr>
          <p:spPr>
            <a:xfrm>
              <a:off x="3962886" y="142103"/>
              <a:ext cx="1731300" cy="351900"/>
            </a:xfrm>
            <a:prstGeom prst="rect">
              <a:avLst/>
            </a:prstGeom>
            <a:noFill/>
            <a:ln>
              <a:noFill/>
            </a:ln>
          </p:spPr>
          <p:txBody>
            <a:bodyPr anchorCtr="0" anchor="ctr" bIns="15400" lIns="15400" spcFirstLastPara="1" rIns="15400" wrap="square" tIns="15400">
              <a:noAutofit/>
            </a:bodyPr>
            <a:lstStyle/>
            <a:p>
              <a:pPr indent="0" lvl="0" marL="0" rtl="0" algn="l">
                <a:spcBef>
                  <a:spcPts val="0"/>
                </a:spcBef>
                <a:spcAft>
                  <a:spcPts val="0"/>
                </a:spcAft>
                <a:buNone/>
              </a:pPr>
              <a:r>
                <a:rPr b="1" lang="es-419" sz="700">
                  <a:solidFill>
                    <a:schemeClr val="dk1"/>
                  </a:solidFill>
                </a:rPr>
                <a:t>Enviar orden de retiro a bodega</a:t>
              </a:r>
              <a:endParaRPr/>
            </a:p>
          </p:txBody>
        </p:sp>
        <p:sp>
          <p:nvSpPr>
            <p:cNvPr id="16566" name="Google Shape;16566;p291"/>
            <p:cNvSpPr/>
            <p:nvPr/>
          </p:nvSpPr>
          <p:spPr>
            <a:xfrm>
              <a:off x="3646236" y="1459973"/>
              <a:ext cx="6333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8200" lIns="78200" spcFirstLastPara="1" rIns="78200" wrap="square" tIns="78200">
              <a:noAutofit/>
            </a:bodyPr>
            <a:lstStyle/>
            <a:p>
              <a:pPr indent="0" lvl="0" marL="0" rtl="0" algn="l">
                <a:spcBef>
                  <a:spcPts val="0"/>
                </a:spcBef>
                <a:spcAft>
                  <a:spcPts val="0"/>
                </a:spcAft>
                <a:buNone/>
              </a:pPr>
              <a:r>
                <a:t/>
              </a:r>
              <a:endParaRPr sz="500">
                <a:latin typeface="Roboto"/>
                <a:ea typeface="Roboto"/>
                <a:cs typeface="Roboto"/>
                <a:sym typeface="Roboto"/>
              </a:endParaRPr>
            </a:p>
          </p:txBody>
        </p:sp>
        <p:sp>
          <p:nvSpPr>
            <p:cNvPr id="16567" name="Google Shape;16567;p291"/>
            <p:cNvSpPr/>
            <p:nvPr/>
          </p:nvSpPr>
          <p:spPr>
            <a:xfrm>
              <a:off x="3646236" y="1075527"/>
              <a:ext cx="6333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8200" lIns="78200" spcFirstLastPara="1" rIns="78200" wrap="square" tIns="78200">
              <a:noAutofit/>
            </a:bodyPr>
            <a:lstStyle/>
            <a:p>
              <a:pPr indent="0" lvl="0" marL="0" rtl="0" algn="l">
                <a:spcBef>
                  <a:spcPts val="0"/>
                </a:spcBef>
                <a:spcAft>
                  <a:spcPts val="0"/>
                </a:spcAft>
                <a:buNone/>
              </a:pPr>
              <a:r>
                <a:rPr lang="es-419" sz="700">
                  <a:latin typeface="Roboto"/>
                  <a:ea typeface="Roboto"/>
                  <a:cs typeface="Roboto"/>
                  <a:sym typeface="Roboto"/>
                </a:rPr>
                <a:t>Sistema de </a:t>
              </a:r>
              <a:r>
                <a:rPr lang="es-419" sz="700">
                  <a:latin typeface="Roboto"/>
                  <a:ea typeface="Roboto"/>
                  <a:cs typeface="Roboto"/>
                  <a:sym typeface="Roboto"/>
                </a:rPr>
                <a:t>Logística</a:t>
              </a:r>
              <a:endParaRPr sz="700">
                <a:latin typeface="Roboto"/>
                <a:ea typeface="Roboto"/>
                <a:cs typeface="Roboto"/>
                <a:sym typeface="Roboto"/>
              </a:endParaRPr>
            </a:p>
          </p:txBody>
        </p:sp>
        <p:sp>
          <p:nvSpPr>
            <p:cNvPr id="16568" name="Google Shape;16568;p291"/>
            <p:cNvSpPr/>
            <p:nvPr/>
          </p:nvSpPr>
          <p:spPr>
            <a:xfrm>
              <a:off x="3646236" y="1853377"/>
              <a:ext cx="6333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8200" lIns="78200" spcFirstLastPara="1" rIns="78200" wrap="square" tIns="78200">
              <a:noAutofit/>
            </a:bodyPr>
            <a:lstStyle/>
            <a:p>
              <a:pPr indent="0" lvl="0" marL="0" rtl="0" algn="l">
                <a:spcBef>
                  <a:spcPts val="0"/>
                </a:spcBef>
                <a:spcAft>
                  <a:spcPts val="0"/>
                </a:spcAft>
                <a:buNone/>
              </a:pPr>
              <a:r>
                <a:t/>
              </a:r>
              <a:endParaRPr sz="500">
                <a:latin typeface="Roboto"/>
                <a:ea typeface="Roboto"/>
                <a:cs typeface="Roboto"/>
                <a:sym typeface="Roboto"/>
              </a:endParaRPr>
            </a:p>
          </p:txBody>
        </p:sp>
        <p:sp>
          <p:nvSpPr>
            <p:cNvPr id="16569" name="Google Shape;16569;p291"/>
            <p:cNvSpPr/>
            <p:nvPr/>
          </p:nvSpPr>
          <p:spPr>
            <a:xfrm>
              <a:off x="3646236" y="2229879"/>
              <a:ext cx="6333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8200" lIns="78200" spcFirstLastPara="1" rIns="78200" wrap="square" tIns="78200">
              <a:noAutofit/>
            </a:bodyPr>
            <a:lstStyle/>
            <a:p>
              <a:pPr indent="0" lvl="0" marL="0" rtl="0" algn="l">
                <a:spcBef>
                  <a:spcPts val="0"/>
                </a:spcBef>
                <a:spcAft>
                  <a:spcPts val="0"/>
                </a:spcAft>
                <a:buNone/>
              </a:pPr>
              <a:r>
                <a:t/>
              </a:r>
              <a:endParaRPr sz="500">
                <a:latin typeface="Roboto"/>
                <a:ea typeface="Roboto"/>
                <a:cs typeface="Roboto"/>
                <a:sym typeface="Roboto"/>
              </a:endParaRPr>
            </a:p>
          </p:txBody>
        </p:sp>
        <p:sp>
          <p:nvSpPr>
            <p:cNvPr id="16570" name="Google Shape;16570;p291"/>
            <p:cNvSpPr/>
            <p:nvPr/>
          </p:nvSpPr>
          <p:spPr>
            <a:xfrm>
              <a:off x="4349786" y="1075528"/>
              <a:ext cx="13251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61600" lIns="61600" spcFirstLastPara="1" rIns="61600" wrap="square" tIns="61600">
              <a:noAutofit/>
            </a:bodyPr>
            <a:lstStyle/>
            <a:p>
              <a:pPr indent="0" lvl="0" marL="0" rtl="0" algn="l">
                <a:spcBef>
                  <a:spcPts val="0"/>
                </a:spcBef>
                <a:spcAft>
                  <a:spcPts val="0"/>
                </a:spcAft>
                <a:buNone/>
              </a:pPr>
              <a:r>
                <a:rPr lang="es-419" sz="600">
                  <a:solidFill>
                    <a:schemeClr val="dk1"/>
                  </a:solidFill>
                </a:rPr>
                <a:t>Generar solicitud </a:t>
              </a:r>
              <a:r>
                <a:rPr lang="es-419" sz="600">
                  <a:solidFill>
                    <a:schemeClr val="dk1"/>
                  </a:solidFill>
                </a:rPr>
                <a:t>automática</a:t>
              </a:r>
              <a:r>
                <a:rPr lang="es-419" sz="600">
                  <a:solidFill>
                    <a:schemeClr val="dk1"/>
                  </a:solidFill>
                </a:rPr>
                <a:t> desde el sistema de ventas</a:t>
              </a:r>
              <a:endParaRPr sz="700">
                <a:latin typeface="Roboto"/>
                <a:ea typeface="Roboto"/>
                <a:cs typeface="Roboto"/>
                <a:sym typeface="Roboto"/>
              </a:endParaRPr>
            </a:p>
          </p:txBody>
        </p:sp>
        <p:sp>
          <p:nvSpPr>
            <p:cNvPr id="16571" name="Google Shape;16571;p291"/>
            <p:cNvSpPr/>
            <p:nvPr/>
          </p:nvSpPr>
          <p:spPr>
            <a:xfrm>
              <a:off x="4349786" y="1459971"/>
              <a:ext cx="13251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61600" lIns="61600" spcFirstLastPara="1" rIns="61600" wrap="square" tIns="61600">
              <a:noAutofit/>
            </a:bodyPr>
            <a:lstStyle/>
            <a:p>
              <a:pPr indent="0" lvl="0" marL="0" rtl="0" algn="l">
                <a:spcBef>
                  <a:spcPts val="0"/>
                </a:spcBef>
                <a:spcAft>
                  <a:spcPts val="0"/>
                </a:spcAft>
                <a:buNone/>
              </a:pPr>
              <a:r>
                <a:t/>
              </a:r>
              <a:endParaRPr sz="700">
                <a:latin typeface="Roboto"/>
                <a:ea typeface="Roboto"/>
                <a:cs typeface="Roboto"/>
                <a:sym typeface="Roboto"/>
              </a:endParaRPr>
            </a:p>
          </p:txBody>
        </p:sp>
        <p:sp>
          <p:nvSpPr>
            <p:cNvPr id="16572" name="Google Shape;16572;p291"/>
            <p:cNvSpPr/>
            <p:nvPr/>
          </p:nvSpPr>
          <p:spPr>
            <a:xfrm>
              <a:off x="4349786" y="1853372"/>
              <a:ext cx="13251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61600" lIns="61600" spcFirstLastPara="1" rIns="61600" wrap="square" tIns="61600">
              <a:noAutofit/>
            </a:bodyPr>
            <a:lstStyle/>
            <a:p>
              <a:pPr indent="0" lvl="0" marL="0" rtl="0" algn="l">
                <a:spcBef>
                  <a:spcPts val="0"/>
                </a:spcBef>
                <a:spcAft>
                  <a:spcPts val="0"/>
                </a:spcAft>
                <a:buNone/>
              </a:pPr>
              <a:r>
                <a:t/>
              </a:r>
              <a:endParaRPr sz="700">
                <a:latin typeface="Roboto"/>
                <a:ea typeface="Roboto"/>
                <a:cs typeface="Roboto"/>
                <a:sym typeface="Roboto"/>
              </a:endParaRPr>
            </a:p>
          </p:txBody>
        </p:sp>
        <p:sp>
          <p:nvSpPr>
            <p:cNvPr id="16573" name="Google Shape;16573;p291"/>
            <p:cNvSpPr/>
            <p:nvPr/>
          </p:nvSpPr>
          <p:spPr>
            <a:xfrm>
              <a:off x="4349786" y="2239831"/>
              <a:ext cx="13251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61600" lIns="61600" spcFirstLastPara="1" rIns="61600" wrap="square" tIns="61600">
              <a:noAutofit/>
            </a:bodyPr>
            <a:lstStyle/>
            <a:p>
              <a:pPr indent="0" lvl="0" marL="0" rtl="0" algn="l">
                <a:spcBef>
                  <a:spcPts val="0"/>
                </a:spcBef>
                <a:spcAft>
                  <a:spcPts val="0"/>
                </a:spcAft>
                <a:buNone/>
              </a:pPr>
              <a:r>
                <a:rPr lang="es-419" sz="700">
                  <a:latin typeface="Roboto"/>
                  <a:ea typeface="Roboto"/>
                  <a:cs typeface="Roboto"/>
                  <a:sym typeface="Roboto"/>
                </a:rPr>
                <a:t>&lt;...&gt;</a:t>
              </a:r>
              <a:endParaRPr sz="700">
                <a:latin typeface="Roboto"/>
                <a:ea typeface="Roboto"/>
                <a:cs typeface="Roboto"/>
                <a:sym typeface="Roboto"/>
              </a:endParaRPr>
            </a:p>
          </p:txBody>
        </p:sp>
        <p:sp>
          <p:nvSpPr>
            <p:cNvPr id="16574" name="Google Shape;16574;p291"/>
            <p:cNvSpPr/>
            <p:nvPr/>
          </p:nvSpPr>
          <p:spPr>
            <a:xfrm>
              <a:off x="2704756" y="1461628"/>
              <a:ext cx="8817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8200" lIns="78200" spcFirstLastPara="1" rIns="78200" wrap="square" tIns="78200">
              <a:noAutofit/>
            </a:bodyPr>
            <a:lstStyle/>
            <a:p>
              <a:pPr indent="0" lvl="0" marL="0" rtl="0" algn="l">
                <a:spcBef>
                  <a:spcPts val="0"/>
                </a:spcBef>
                <a:spcAft>
                  <a:spcPts val="0"/>
                </a:spcAft>
                <a:buNone/>
              </a:pPr>
              <a:r>
                <a:t/>
              </a:r>
              <a:endParaRPr sz="500">
                <a:latin typeface="Roboto"/>
                <a:ea typeface="Roboto"/>
                <a:cs typeface="Roboto"/>
                <a:sym typeface="Roboto"/>
              </a:endParaRPr>
            </a:p>
          </p:txBody>
        </p:sp>
        <p:sp>
          <p:nvSpPr>
            <p:cNvPr id="16575" name="Google Shape;16575;p291"/>
            <p:cNvSpPr txBox="1"/>
            <p:nvPr/>
          </p:nvSpPr>
          <p:spPr>
            <a:xfrm>
              <a:off x="4463036" y="557328"/>
              <a:ext cx="1098600" cy="4653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b="1" lang="es-419" sz="700">
                  <a:latin typeface="Arvo"/>
                  <a:ea typeface="Arvo"/>
                  <a:cs typeface="Arvo"/>
                  <a:sym typeface="Arvo"/>
                </a:rPr>
                <a:t>Acción interactiva:</a:t>
              </a:r>
              <a:endParaRPr b="1" sz="700">
                <a:latin typeface="Arvo"/>
                <a:ea typeface="Arvo"/>
                <a:cs typeface="Arvo"/>
                <a:sym typeface="Arvo"/>
              </a:endParaRPr>
            </a:p>
            <a:p>
              <a:pPr indent="0" lvl="0" marL="0" rtl="0" algn="ctr">
                <a:spcBef>
                  <a:spcPts val="0"/>
                </a:spcBef>
                <a:spcAft>
                  <a:spcPts val="0"/>
                </a:spcAft>
                <a:buNone/>
              </a:pPr>
              <a:r>
                <a:rPr i="1" lang="es-419" sz="500">
                  <a:latin typeface="Arvo"/>
                  <a:ea typeface="Arvo"/>
                  <a:cs typeface="Arvo"/>
                  <a:sym typeface="Arvo"/>
                </a:rPr>
                <a:t>&lt;ej: </a:t>
              </a:r>
              <a:r>
                <a:rPr i="1" lang="es-419" sz="500">
                  <a:solidFill>
                    <a:srgbClr val="000000"/>
                  </a:solidFill>
                  <a:latin typeface="Roboto"/>
                  <a:ea typeface="Roboto"/>
                  <a:cs typeface="Roboto"/>
                  <a:sym typeface="Roboto"/>
                </a:rPr>
                <a:t>autenticar por huella y cara</a:t>
              </a:r>
              <a:r>
                <a:rPr i="1" lang="es-419" sz="500">
                  <a:latin typeface="Arvo"/>
                  <a:ea typeface="Arvo"/>
                  <a:cs typeface="Arvo"/>
                  <a:sym typeface="Arvo"/>
                </a:rPr>
                <a:t>&gt;</a:t>
              </a:r>
              <a:endParaRPr i="1" sz="500">
                <a:latin typeface="Arvo"/>
                <a:ea typeface="Arvo"/>
                <a:cs typeface="Arvo"/>
                <a:sym typeface="Arvo"/>
              </a:endParaRPr>
            </a:p>
          </p:txBody>
        </p:sp>
        <p:sp>
          <p:nvSpPr>
            <p:cNvPr id="16576" name="Google Shape;16576;p291"/>
            <p:cNvSpPr txBox="1"/>
            <p:nvPr/>
          </p:nvSpPr>
          <p:spPr>
            <a:xfrm>
              <a:off x="3639736" y="557328"/>
              <a:ext cx="702600" cy="4653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b="1" lang="es-419" sz="700">
                  <a:latin typeface="Arvo"/>
                  <a:ea typeface="Arvo"/>
                  <a:cs typeface="Arvo"/>
                  <a:sym typeface="Arvo"/>
                </a:rPr>
                <a:t>Punto de contacto</a:t>
              </a:r>
              <a:endParaRPr sz="700">
                <a:latin typeface="Arvo"/>
                <a:ea typeface="Arvo"/>
                <a:cs typeface="Arvo"/>
                <a:sym typeface="Arvo"/>
              </a:endParaRPr>
            </a:p>
          </p:txBody>
        </p:sp>
        <p:sp>
          <p:nvSpPr>
            <p:cNvPr id="16577" name="Google Shape;16577;p291"/>
            <p:cNvSpPr txBox="1"/>
            <p:nvPr/>
          </p:nvSpPr>
          <p:spPr>
            <a:xfrm>
              <a:off x="2784273" y="568049"/>
              <a:ext cx="702600" cy="4653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b="1" lang="es-419" sz="700">
                  <a:latin typeface="Arvo"/>
                  <a:ea typeface="Arvo"/>
                  <a:cs typeface="Arvo"/>
                  <a:sym typeface="Arvo"/>
                </a:rPr>
                <a:t>Rol</a:t>
              </a:r>
              <a:endParaRPr sz="700">
                <a:latin typeface="Arvo"/>
                <a:ea typeface="Arvo"/>
                <a:cs typeface="Arvo"/>
                <a:sym typeface="Arvo"/>
              </a:endParaRPr>
            </a:p>
          </p:txBody>
        </p:sp>
        <p:pic>
          <p:nvPicPr>
            <p:cNvPr id="16578" name="Google Shape;16578;p291"/>
            <p:cNvPicPr preferRelativeResize="0"/>
            <p:nvPr/>
          </p:nvPicPr>
          <p:blipFill rotWithShape="1">
            <a:blip r:embed="rId3">
              <a:alphaModFix/>
            </a:blip>
            <a:srcRect b="-868" l="16515" r="66426" t="66946"/>
            <a:stretch/>
          </p:blipFill>
          <p:spPr>
            <a:xfrm>
              <a:off x="2782507" y="825772"/>
              <a:ext cx="702701" cy="702700"/>
            </a:xfrm>
            <a:prstGeom prst="rect">
              <a:avLst/>
            </a:prstGeom>
            <a:noFill/>
            <a:ln>
              <a:noFill/>
            </a:ln>
          </p:spPr>
        </p:pic>
        <p:sp>
          <p:nvSpPr>
            <p:cNvPr id="16579" name="Google Shape;16579;p291"/>
            <p:cNvSpPr txBox="1"/>
            <p:nvPr/>
          </p:nvSpPr>
          <p:spPr>
            <a:xfrm>
              <a:off x="2782511" y="1476053"/>
              <a:ext cx="761100" cy="232500"/>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s-419" sz="700"/>
                <a:t>A</a:t>
              </a:r>
              <a:r>
                <a:rPr b="1" lang="es-419" sz="700"/>
                <a:t>sesor De Venta</a:t>
              </a:r>
              <a:r>
                <a:rPr lang="es-419" sz="700"/>
                <a:t>s</a:t>
              </a:r>
              <a:endParaRPr sz="700"/>
            </a:p>
          </p:txBody>
        </p:sp>
        <p:sp>
          <p:nvSpPr>
            <p:cNvPr id="16580" name="Google Shape;16580;p291"/>
            <p:cNvSpPr txBox="1"/>
            <p:nvPr/>
          </p:nvSpPr>
          <p:spPr>
            <a:xfrm>
              <a:off x="2704760" y="1669653"/>
              <a:ext cx="964800" cy="232500"/>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t/>
              </a:r>
              <a:endParaRPr b="1" sz="700">
                <a:latin typeface="Arvo"/>
                <a:ea typeface="Arvo"/>
                <a:cs typeface="Arvo"/>
                <a:sym typeface="Arvo"/>
              </a:endParaRPr>
            </a:p>
            <a:p>
              <a:pPr indent="0" lvl="0" marL="0" rtl="0" algn="ctr">
                <a:spcBef>
                  <a:spcPts val="0"/>
                </a:spcBef>
                <a:spcAft>
                  <a:spcPts val="0"/>
                </a:spcAft>
                <a:buNone/>
              </a:pPr>
              <a:r>
                <a:rPr i="1" lang="es-419" sz="500">
                  <a:latin typeface="Arvo"/>
                  <a:ea typeface="Arvo"/>
                  <a:cs typeface="Arvo"/>
                  <a:sym typeface="Arvo"/>
                </a:rPr>
                <a:t>&lt;ej: conductor&gt;</a:t>
              </a:r>
              <a:endParaRPr i="1" sz="500">
                <a:latin typeface="Arvo"/>
                <a:ea typeface="Arvo"/>
                <a:cs typeface="Arvo"/>
                <a:sym typeface="Arvo"/>
              </a:endParaRPr>
            </a:p>
          </p:txBody>
        </p:sp>
      </p:grpSp>
      <p:grpSp>
        <p:nvGrpSpPr>
          <p:cNvPr id="16581" name="Google Shape;16581;p291"/>
          <p:cNvGrpSpPr/>
          <p:nvPr/>
        </p:nvGrpSpPr>
        <p:grpSpPr>
          <a:xfrm>
            <a:off x="6815889" y="4215341"/>
            <a:ext cx="2810831" cy="2161925"/>
            <a:chOff x="2640436" y="-87872"/>
            <a:chExt cx="3098700" cy="2874900"/>
          </a:xfrm>
        </p:grpSpPr>
        <p:sp>
          <p:nvSpPr>
            <p:cNvPr id="16582" name="Google Shape;16582;p291"/>
            <p:cNvSpPr/>
            <p:nvPr/>
          </p:nvSpPr>
          <p:spPr>
            <a:xfrm>
              <a:off x="2640436" y="-87872"/>
              <a:ext cx="3098700" cy="2874900"/>
            </a:xfrm>
            <a:prstGeom prst="roundRect">
              <a:avLst>
                <a:gd fmla="val 3233" name="adj"/>
              </a:avLst>
            </a:prstGeom>
            <a:solidFill>
              <a:srgbClr val="FFFFFF"/>
            </a:solidFill>
            <a:ln cap="flat" cmpd="sng" w="9525">
              <a:solidFill>
                <a:srgbClr val="EFEFEF"/>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t" bIns="15400" lIns="15400" spcFirstLastPara="1" rIns="15400" wrap="square" tIns="15400">
              <a:noAutofit/>
            </a:bodyPr>
            <a:lstStyle/>
            <a:p>
              <a:pPr indent="0" lvl="0" marL="0" rtl="0" algn="ctr">
                <a:spcBef>
                  <a:spcPts val="0"/>
                </a:spcBef>
                <a:spcAft>
                  <a:spcPts val="0"/>
                </a:spcAft>
                <a:buNone/>
              </a:pPr>
              <a:r>
                <a:rPr b="1" i="1" lang="es-419" sz="800">
                  <a:solidFill>
                    <a:srgbClr val="434343"/>
                  </a:solidFill>
                </a:rPr>
                <a:t>Puntos de Automatización</a:t>
              </a:r>
              <a:endParaRPr b="1" i="1" sz="800">
                <a:solidFill>
                  <a:srgbClr val="434343"/>
                </a:solidFill>
              </a:endParaRPr>
            </a:p>
          </p:txBody>
        </p:sp>
        <p:sp>
          <p:nvSpPr>
            <p:cNvPr id="16583" name="Google Shape;16583;p291"/>
            <p:cNvSpPr txBox="1"/>
            <p:nvPr/>
          </p:nvSpPr>
          <p:spPr>
            <a:xfrm>
              <a:off x="2820612" y="182753"/>
              <a:ext cx="1098600" cy="232500"/>
            </a:xfrm>
            <a:prstGeom prst="rect">
              <a:avLst/>
            </a:prstGeom>
            <a:noFill/>
            <a:ln>
              <a:noFill/>
            </a:ln>
          </p:spPr>
          <p:txBody>
            <a:bodyPr anchorCtr="0" anchor="ctr" bIns="0" lIns="0" spcFirstLastPara="1" rIns="0" wrap="square" tIns="0">
              <a:noAutofit/>
            </a:bodyPr>
            <a:lstStyle/>
            <a:p>
              <a:pPr indent="0" lvl="0" marL="0" rtl="0" algn="r">
                <a:spcBef>
                  <a:spcPts val="0"/>
                </a:spcBef>
                <a:spcAft>
                  <a:spcPts val="0"/>
                </a:spcAft>
                <a:buNone/>
              </a:pPr>
              <a:r>
                <a:rPr lang="es-419" sz="700">
                  <a:latin typeface="Arvo"/>
                  <a:ea typeface="Arvo"/>
                  <a:cs typeface="Arvo"/>
                  <a:sym typeface="Arvo"/>
                </a:rPr>
                <a:t>Actividad de Negocio</a:t>
              </a:r>
              <a:endParaRPr sz="700">
                <a:latin typeface="Arvo"/>
                <a:ea typeface="Arvo"/>
                <a:cs typeface="Arvo"/>
                <a:sym typeface="Arvo"/>
              </a:endParaRPr>
            </a:p>
            <a:p>
              <a:pPr indent="0" lvl="0" marL="0" rtl="0" algn="r">
                <a:spcBef>
                  <a:spcPts val="0"/>
                </a:spcBef>
                <a:spcAft>
                  <a:spcPts val="0"/>
                </a:spcAft>
                <a:buNone/>
              </a:pPr>
              <a:r>
                <a:rPr i="1" lang="es-419" sz="500">
                  <a:latin typeface="Arvo"/>
                  <a:ea typeface="Arvo"/>
                  <a:cs typeface="Arvo"/>
                  <a:sym typeface="Arvo"/>
                </a:rPr>
                <a:t>&lt;ej: Identificarse&gt;</a:t>
              </a:r>
              <a:endParaRPr i="1" sz="500">
                <a:latin typeface="Arvo"/>
                <a:ea typeface="Arvo"/>
                <a:cs typeface="Arvo"/>
                <a:sym typeface="Arvo"/>
              </a:endParaRPr>
            </a:p>
          </p:txBody>
        </p:sp>
        <p:sp>
          <p:nvSpPr>
            <p:cNvPr id="16584" name="Google Shape;16584;p291"/>
            <p:cNvSpPr/>
            <p:nvPr/>
          </p:nvSpPr>
          <p:spPr>
            <a:xfrm>
              <a:off x="3951036" y="159603"/>
              <a:ext cx="17313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8200" lIns="78200" spcFirstLastPara="1" rIns="78200" wrap="square" tIns="78200">
              <a:noAutofit/>
            </a:bodyPr>
            <a:lstStyle/>
            <a:p>
              <a:pPr indent="0" lvl="0" marL="0" rtl="0" algn="l">
                <a:spcBef>
                  <a:spcPts val="0"/>
                </a:spcBef>
                <a:spcAft>
                  <a:spcPts val="0"/>
                </a:spcAft>
                <a:buNone/>
              </a:pPr>
              <a:r>
                <a:t/>
              </a:r>
              <a:endParaRPr sz="500">
                <a:latin typeface="Roboto"/>
                <a:ea typeface="Roboto"/>
                <a:cs typeface="Roboto"/>
                <a:sym typeface="Roboto"/>
              </a:endParaRPr>
            </a:p>
          </p:txBody>
        </p:sp>
        <p:sp>
          <p:nvSpPr>
            <p:cNvPr id="16585" name="Google Shape;16585;p291"/>
            <p:cNvSpPr txBox="1"/>
            <p:nvPr/>
          </p:nvSpPr>
          <p:spPr>
            <a:xfrm>
              <a:off x="3962886" y="142103"/>
              <a:ext cx="1731300" cy="351900"/>
            </a:xfrm>
            <a:prstGeom prst="rect">
              <a:avLst/>
            </a:prstGeom>
            <a:noFill/>
            <a:ln>
              <a:noFill/>
            </a:ln>
          </p:spPr>
          <p:txBody>
            <a:bodyPr anchorCtr="0" anchor="ctr" bIns="15400" lIns="15400" spcFirstLastPara="1" rIns="15400" wrap="square" tIns="15400">
              <a:noAutofit/>
            </a:bodyPr>
            <a:lstStyle/>
            <a:p>
              <a:pPr indent="0" lvl="0" marL="0" rtl="0" algn="l">
                <a:spcBef>
                  <a:spcPts val="0"/>
                </a:spcBef>
                <a:spcAft>
                  <a:spcPts val="0"/>
                </a:spcAft>
                <a:buNone/>
              </a:pPr>
              <a:r>
                <a:rPr b="1" lang="es-419" sz="700">
                  <a:solidFill>
                    <a:schemeClr val="dk1"/>
                  </a:solidFill>
                </a:rPr>
                <a:t>Notificar al asesor que el producto </a:t>
              </a:r>
              <a:r>
                <a:rPr b="1" lang="es-419" sz="700">
                  <a:solidFill>
                    <a:schemeClr val="dk1"/>
                  </a:solidFill>
                </a:rPr>
                <a:t>está</a:t>
              </a:r>
              <a:r>
                <a:rPr b="1" lang="es-419" sz="700">
                  <a:solidFill>
                    <a:schemeClr val="dk1"/>
                  </a:solidFill>
                </a:rPr>
                <a:t> listo</a:t>
              </a:r>
              <a:r>
                <a:rPr b="1" lang="es-419" sz="700">
                  <a:solidFill>
                    <a:schemeClr val="dk1"/>
                  </a:solidFill>
                </a:rPr>
                <a:t> </a:t>
              </a:r>
              <a:endParaRPr/>
            </a:p>
          </p:txBody>
        </p:sp>
        <p:sp>
          <p:nvSpPr>
            <p:cNvPr id="16586" name="Google Shape;16586;p291"/>
            <p:cNvSpPr/>
            <p:nvPr/>
          </p:nvSpPr>
          <p:spPr>
            <a:xfrm>
              <a:off x="3646236" y="1459979"/>
              <a:ext cx="6333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8200" lIns="78200" spcFirstLastPara="1" rIns="78200" wrap="square" tIns="78200">
              <a:noAutofit/>
            </a:bodyPr>
            <a:lstStyle/>
            <a:p>
              <a:pPr indent="0" lvl="0" marL="0" rtl="0" algn="l">
                <a:spcBef>
                  <a:spcPts val="0"/>
                </a:spcBef>
                <a:spcAft>
                  <a:spcPts val="0"/>
                </a:spcAft>
                <a:buNone/>
              </a:pPr>
              <a:r>
                <a:rPr lang="es-419" sz="600">
                  <a:solidFill>
                    <a:schemeClr val="dk1"/>
                  </a:solidFill>
                </a:rPr>
                <a:t>🖨️ </a:t>
              </a:r>
              <a:r>
                <a:rPr lang="es-419" sz="600">
                  <a:solidFill>
                    <a:schemeClr val="dk1"/>
                  </a:solidFill>
                </a:rPr>
                <a:t>Notificación</a:t>
              </a:r>
              <a:r>
                <a:rPr lang="es-419" sz="600">
                  <a:solidFill>
                    <a:schemeClr val="dk1"/>
                  </a:solidFill>
                </a:rPr>
                <a:t> Interna</a:t>
              </a:r>
              <a:endParaRPr sz="500">
                <a:latin typeface="Roboto"/>
                <a:ea typeface="Roboto"/>
                <a:cs typeface="Roboto"/>
                <a:sym typeface="Roboto"/>
              </a:endParaRPr>
            </a:p>
          </p:txBody>
        </p:sp>
        <p:sp>
          <p:nvSpPr>
            <p:cNvPr id="16587" name="Google Shape;16587;p291"/>
            <p:cNvSpPr/>
            <p:nvPr/>
          </p:nvSpPr>
          <p:spPr>
            <a:xfrm>
              <a:off x="3646236" y="1075527"/>
              <a:ext cx="6333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8200" lIns="78200" spcFirstLastPara="1" rIns="78200" wrap="square" tIns="78200">
              <a:noAutofit/>
            </a:bodyPr>
            <a:lstStyle/>
            <a:p>
              <a:pPr indent="0" lvl="0" marL="0" rtl="0" algn="l">
                <a:spcBef>
                  <a:spcPts val="0"/>
                </a:spcBef>
                <a:spcAft>
                  <a:spcPts val="0"/>
                </a:spcAft>
                <a:buNone/>
              </a:pPr>
              <a:r>
                <a:t/>
              </a:r>
              <a:endParaRPr sz="500">
                <a:latin typeface="Roboto"/>
                <a:ea typeface="Roboto"/>
                <a:cs typeface="Roboto"/>
                <a:sym typeface="Roboto"/>
              </a:endParaRPr>
            </a:p>
          </p:txBody>
        </p:sp>
        <p:sp>
          <p:nvSpPr>
            <p:cNvPr id="16588" name="Google Shape;16588;p291"/>
            <p:cNvSpPr/>
            <p:nvPr/>
          </p:nvSpPr>
          <p:spPr>
            <a:xfrm>
              <a:off x="3646236" y="1853377"/>
              <a:ext cx="6333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8200" lIns="78200" spcFirstLastPara="1" rIns="78200" wrap="square" tIns="78200">
              <a:noAutofit/>
            </a:bodyPr>
            <a:lstStyle/>
            <a:p>
              <a:pPr indent="0" lvl="0" marL="0" rtl="0" algn="l">
                <a:spcBef>
                  <a:spcPts val="0"/>
                </a:spcBef>
                <a:spcAft>
                  <a:spcPts val="0"/>
                </a:spcAft>
                <a:buNone/>
              </a:pPr>
              <a:r>
                <a:t/>
              </a:r>
              <a:endParaRPr sz="500">
                <a:latin typeface="Roboto"/>
                <a:ea typeface="Roboto"/>
                <a:cs typeface="Roboto"/>
                <a:sym typeface="Roboto"/>
              </a:endParaRPr>
            </a:p>
          </p:txBody>
        </p:sp>
        <p:sp>
          <p:nvSpPr>
            <p:cNvPr id="16589" name="Google Shape;16589;p291"/>
            <p:cNvSpPr/>
            <p:nvPr/>
          </p:nvSpPr>
          <p:spPr>
            <a:xfrm>
              <a:off x="3646236" y="2229879"/>
              <a:ext cx="6333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8200" lIns="78200" spcFirstLastPara="1" rIns="78200" wrap="square" tIns="78200">
              <a:noAutofit/>
            </a:bodyPr>
            <a:lstStyle/>
            <a:p>
              <a:pPr indent="0" lvl="0" marL="0" rtl="0" algn="l">
                <a:spcBef>
                  <a:spcPts val="0"/>
                </a:spcBef>
                <a:spcAft>
                  <a:spcPts val="0"/>
                </a:spcAft>
                <a:buNone/>
              </a:pPr>
              <a:r>
                <a:t/>
              </a:r>
              <a:endParaRPr sz="500">
                <a:latin typeface="Roboto"/>
                <a:ea typeface="Roboto"/>
                <a:cs typeface="Roboto"/>
                <a:sym typeface="Roboto"/>
              </a:endParaRPr>
            </a:p>
          </p:txBody>
        </p:sp>
        <p:sp>
          <p:nvSpPr>
            <p:cNvPr id="16590" name="Google Shape;16590;p291"/>
            <p:cNvSpPr/>
            <p:nvPr/>
          </p:nvSpPr>
          <p:spPr>
            <a:xfrm>
              <a:off x="4349786" y="1075528"/>
              <a:ext cx="13251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61600" lIns="61600" spcFirstLastPara="1" rIns="61600" wrap="square" tIns="61600">
              <a:noAutofit/>
            </a:bodyPr>
            <a:lstStyle/>
            <a:p>
              <a:pPr indent="0" lvl="0" marL="0" rtl="0" algn="l">
                <a:spcBef>
                  <a:spcPts val="0"/>
                </a:spcBef>
                <a:spcAft>
                  <a:spcPts val="0"/>
                </a:spcAft>
                <a:buNone/>
              </a:pPr>
              <a:r>
                <a:t/>
              </a:r>
              <a:endParaRPr sz="700">
                <a:latin typeface="Roboto"/>
                <a:ea typeface="Roboto"/>
                <a:cs typeface="Roboto"/>
                <a:sym typeface="Roboto"/>
              </a:endParaRPr>
            </a:p>
          </p:txBody>
        </p:sp>
        <p:sp>
          <p:nvSpPr>
            <p:cNvPr id="16591" name="Google Shape;16591;p291"/>
            <p:cNvSpPr/>
            <p:nvPr/>
          </p:nvSpPr>
          <p:spPr>
            <a:xfrm>
              <a:off x="4349786" y="1459971"/>
              <a:ext cx="13251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61600" lIns="61600" spcFirstLastPara="1" rIns="61600" wrap="square" tIns="61600">
              <a:noAutofit/>
            </a:bodyPr>
            <a:lstStyle/>
            <a:p>
              <a:pPr indent="0" lvl="0" marL="0" rtl="0" algn="l">
                <a:spcBef>
                  <a:spcPts val="0"/>
                </a:spcBef>
                <a:spcAft>
                  <a:spcPts val="0"/>
                </a:spcAft>
                <a:buNone/>
              </a:pPr>
              <a:r>
                <a:rPr lang="es-419" sz="600">
                  <a:solidFill>
                    <a:schemeClr val="dk1"/>
                  </a:solidFill>
                </a:rPr>
                <a:t>Enviar Alerta de disponibilidad para entrega</a:t>
              </a:r>
              <a:endParaRPr sz="700">
                <a:latin typeface="Roboto"/>
                <a:ea typeface="Roboto"/>
                <a:cs typeface="Roboto"/>
                <a:sym typeface="Roboto"/>
              </a:endParaRPr>
            </a:p>
          </p:txBody>
        </p:sp>
        <p:sp>
          <p:nvSpPr>
            <p:cNvPr id="16592" name="Google Shape;16592;p291"/>
            <p:cNvSpPr/>
            <p:nvPr/>
          </p:nvSpPr>
          <p:spPr>
            <a:xfrm>
              <a:off x="4349786" y="1853372"/>
              <a:ext cx="13251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61600" lIns="61600" spcFirstLastPara="1" rIns="61600" wrap="square" tIns="61600">
              <a:noAutofit/>
            </a:bodyPr>
            <a:lstStyle/>
            <a:p>
              <a:pPr indent="0" lvl="0" marL="0" rtl="0" algn="l">
                <a:spcBef>
                  <a:spcPts val="0"/>
                </a:spcBef>
                <a:spcAft>
                  <a:spcPts val="0"/>
                </a:spcAft>
                <a:buNone/>
              </a:pPr>
              <a:r>
                <a:t/>
              </a:r>
              <a:endParaRPr sz="700">
                <a:latin typeface="Roboto"/>
                <a:ea typeface="Roboto"/>
                <a:cs typeface="Roboto"/>
                <a:sym typeface="Roboto"/>
              </a:endParaRPr>
            </a:p>
          </p:txBody>
        </p:sp>
        <p:sp>
          <p:nvSpPr>
            <p:cNvPr id="16593" name="Google Shape;16593;p291"/>
            <p:cNvSpPr/>
            <p:nvPr/>
          </p:nvSpPr>
          <p:spPr>
            <a:xfrm>
              <a:off x="4349786" y="2239831"/>
              <a:ext cx="13251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61600" lIns="61600" spcFirstLastPara="1" rIns="61600" wrap="square" tIns="61600">
              <a:noAutofit/>
            </a:bodyPr>
            <a:lstStyle/>
            <a:p>
              <a:pPr indent="0" lvl="0" marL="0" rtl="0" algn="l">
                <a:spcBef>
                  <a:spcPts val="0"/>
                </a:spcBef>
                <a:spcAft>
                  <a:spcPts val="0"/>
                </a:spcAft>
                <a:buNone/>
              </a:pPr>
              <a:r>
                <a:rPr lang="es-419" sz="700">
                  <a:latin typeface="Roboto"/>
                  <a:ea typeface="Roboto"/>
                  <a:cs typeface="Roboto"/>
                  <a:sym typeface="Roboto"/>
                </a:rPr>
                <a:t>&lt;...&gt;</a:t>
              </a:r>
              <a:endParaRPr sz="700">
                <a:latin typeface="Roboto"/>
                <a:ea typeface="Roboto"/>
                <a:cs typeface="Roboto"/>
                <a:sym typeface="Roboto"/>
              </a:endParaRPr>
            </a:p>
          </p:txBody>
        </p:sp>
        <p:sp>
          <p:nvSpPr>
            <p:cNvPr id="16594" name="Google Shape;16594;p291"/>
            <p:cNvSpPr/>
            <p:nvPr/>
          </p:nvSpPr>
          <p:spPr>
            <a:xfrm>
              <a:off x="2704756" y="1461628"/>
              <a:ext cx="8817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8200" lIns="78200" spcFirstLastPara="1" rIns="78200" wrap="square" tIns="78200">
              <a:noAutofit/>
            </a:bodyPr>
            <a:lstStyle/>
            <a:p>
              <a:pPr indent="0" lvl="0" marL="0" rtl="0" algn="l">
                <a:spcBef>
                  <a:spcPts val="0"/>
                </a:spcBef>
                <a:spcAft>
                  <a:spcPts val="0"/>
                </a:spcAft>
                <a:buNone/>
              </a:pPr>
              <a:r>
                <a:t/>
              </a:r>
              <a:endParaRPr sz="500">
                <a:latin typeface="Roboto"/>
                <a:ea typeface="Roboto"/>
                <a:cs typeface="Roboto"/>
                <a:sym typeface="Roboto"/>
              </a:endParaRPr>
            </a:p>
          </p:txBody>
        </p:sp>
        <p:sp>
          <p:nvSpPr>
            <p:cNvPr id="16595" name="Google Shape;16595;p291"/>
            <p:cNvSpPr txBox="1"/>
            <p:nvPr/>
          </p:nvSpPr>
          <p:spPr>
            <a:xfrm>
              <a:off x="4463036" y="557328"/>
              <a:ext cx="1098600" cy="4653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b="1" lang="es-419" sz="700">
                  <a:latin typeface="Arvo"/>
                  <a:ea typeface="Arvo"/>
                  <a:cs typeface="Arvo"/>
                  <a:sym typeface="Arvo"/>
                </a:rPr>
                <a:t>Acción interactiva:</a:t>
              </a:r>
              <a:endParaRPr b="1" sz="700">
                <a:latin typeface="Arvo"/>
                <a:ea typeface="Arvo"/>
                <a:cs typeface="Arvo"/>
                <a:sym typeface="Arvo"/>
              </a:endParaRPr>
            </a:p>
            <a:p>
              <a:pPr indent="0" lvl="0" marL="0" rtl="0" algn="ctr">
                <a:spcBef>
                  <a:spcPts val="0"/>
                </a:spcBef>
                <a:spcAft>
                  <a:spcPts val="0"/>
                </a:spcAft>
                <a:buNone/>
              </a:pPr>
              <a:r>
                <a:rPr i="1" lang="es-419" sz="500">
                  <a:latin typeface="Arvo"/>
                  <a:ea typeface="Arvo"/>
                  <a:cs typeface="Arvo"/>
                  <a:sym typeface="Arvo"/>
                </a:rPr>
                <a:t>&lt;ej: </a:t>
              </a:r>
              <a:r>
                <a:rPr i="1" lang="es-419" sz="500">
                  <a:solidFill>
                    <a:srgbClr val="000000"/>
                  </a:solidFill>
                  <a:latin typeface="Roboto"/>
                  <a:ea typeface="Roboto"/>
                  <a:cs typeface="Roboto"/>
                  <a:sym typeface="Roboto"/>
                </a:rPr>
                <a:t>autenticar por huella y cara</a:t>
              </a:r>
              <a:r>
                <a:rPr i="1" lang="es-419" sz="500">
                  <a:latin typeface="Arvo"/>
                  <a:ea typeface="Arvo"/>
                  <a:cs typeface="Arvo"/>
                  <a:sym typeface="Arvo"/>
                </a:rPr>
                <a:t>&gt;</a:t>
              </a:r>
              <a:endParaRPr i="1" sz="500">
                <a:latin typeface="Arvo"/>
                <a:ea typeface="Arvo"/>
                <a:cs typeface="Arvo"/>
                <a:sym typeface="Arvo"/>
              </a:endParaRPr>
            </a:p>
          </p:txBody>
        </p:sp>
        <p:sp>
          <p:nvSpPr>
            <p:cNvPr id="16596" name="Google Shape;16596;p291"/>
            <p:cNvSpPr txBox="1"/>
            <p:nvPr/>
          </p:nvSpPr>
          <p:spPr>
            <a:xfrm>
              <a:off x="3639736" y="557328"/>
              <a:ext cx="702600" cy="4653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b="1" lang="es-419" sz="700">
                  <a:latin typeface="Arvo"/>
                  <a:ea typeface="Arvo"/>
                  <a:cs typeface="Arvo"/>
                  <a:sym typeface="Arvo"/>
                </a:rPr>
                <a:t>Punto de contacto</a:t>
              </a:r>
              <a:endParaRPr sz="700">
                <a:latin typeface="Arvo"/>
                <a:ea typeface="Arvo"/>
                <a:cs typeface="Arvo"/>
                <a:sym typeface="Arvo"/>
              </a:endParaRPr>
            </a:p>
          </p:txBody>
        </p:sp>
        <p:sp>
          <p:nvSpPr>
            <p:cNvPr id="16597" name="Google Shape;16597;p291"/>
            <p:cNvSpPr txBox="1"/>
            <p:nvPr/>
          </p:nvSpPr>
          <p:spPr>
            <a:xfrm>
              <a:off x="2784273" y="568049"/>
              <a:ext cx="702600" cy="4653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b="1" lang="es-419" sz="700">
                  <a:latin typeface="Arvo"/>
                  <a:ea typeface="Arvo"/>
                  <a:cs typeface="Arvo"/>
                  <a:sym typeface="Arvo"/>
                </a:rPr>
                <a:t>Rol</a:t>
              </a:r>
              <a:endParaRPr sz="700">
                <a:latin typeface="Arvo"/>
                <a:ea typeface="Arvo"/>
                <a:cs typeface="Arvo"/>
                <a:sym typeface="Arvo"/>
              </a:endParaRPr>
            </a:p>
          </p:txBody>
        </p:sp>
        <p:pic>
          <p:nvPicPr>
            <p:cNvPr id="16598" name="Google Shape;16598;p291"/>
            <p:cNvPicPr preferRelativeResize="0"/>
            <p:nvPr/>
          </p:nvPicPr>
          <p:blipFill rotWithShape="1">
            <a:blip r:embed="rId3">
              <a:alphaModFix/>
            </a:blip>
            <a:srcRect b="-868" l="16515" r="66426" t="66946"/>
            <a:stretch/>
          </p:blipFill>
          <p:spPr>
            <a:xfrm>
              <a:off x="2782507" y="825772"/>
              <a:ext cx="702701" cy="702700"/>
            </a:xfrm>
            <a:prstGeom prst="rect">
              <a:avLst/>
            </a:prstGeom>
            <a:noFill/>
            <a:ln>
              <a:noFill/>
            </a:ln>
          </p:spPr>
        </p:pic>
        <p:sp>
          <p:nvSpPr>
            <p:cNvPr id="16599" name="Google Shape;16599;p291"/>
            <p:cNvSpPr txBox="1"/>
            <p:nvPr/>
          </p:nvSpPr>
          <p:spPr>
            <a:xfrm>
              <a:off x="2782511" y="1476053"/>
              <a:ext cx="761100" cy="232500"/>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b="1" lang="es-419" sz="700">
                  <a:solidFill>
                    <a:schemeClr val="dk1"/>
                  </a:solidFill>
                </a:rPr>
                <a:t>Sistema Automatizado</a:t>
              </a:r>
              <a:endParaRPr/>
            </a:p>
          </p:txBody>
        </p:sp>
        <p:sp>
          <p:nvSpPr>
            <p:cNvPr id="16600" name="Google Shape;16600;p291"/>
            <p:cNvSpPr txBox="1"/>
            <p:nvPr/>
          </p:nvSpPr>
          <p:spPr>
            <a:xfrm>
              <a:off x="2704760" y="1669653"/>
              <a:ext cx="964800" cy="232500"/>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t/>
              </a:r>
              <a:endParaRPr b="1" sz="700">
                <a:latin typeface="Arvo"/>
                <a:ea typeface="Arvo"/>
                <a:cs typeface="Arvo"/>
                <a:sym typeface="Arvo"/>
              </a:endParaRPr>
            </a:p>
            <a:p>
              <a:pPr indent="0" lvl="0" marL="0" rtl="0" algn="ctr">
                <a:spcBef>
                  <a:spcPts val="0"/>
                </a:spcBef>
                <a:spcAft>
                  <a:spcPts val="0"/>
                </a:spcAft>
                <a:buNone/>
              </a:pPr>
              <a:r>
                <a:rPr i="1" lang="es-419" sz="500">
                  <a:latin typeface="Arvo"/>
                  <a:ea typeface="Arvo"/>
                  <a:cs typeface="Arvo"/>
                  <a:sym typeface="Arvo"/>
                </a:rPr>
                <a:t>&lt;ej: conductor&gt;</a:t>
              </a:r>
              <a:endParaRPr i="1" sz="500">
                <a:latin typeface="Arvo"/>
                <a:ea typeface="Arvo"/>
                <a:cs typeface="Arvo"/>
                <a:sym typeface="Arvo"/>
              </a:endParaRPr>
            </a:p>
          </p:txBody>
        </p:sp>
      </p:grpSp>
      <p:grpSp>
        <p:nvGrpSpPr>
          <p:cNvPr id="16601" name="Google Shape;16601;p291"/>
          <p:cNvGrpSpPr/>
          <p:nvPr/>
        </p:nvGrpSpPr>
        <p:grpSpPr>
          <a:xfrm>
            <a:off x="3634576" y="4215341"/>
            <a:ext cx="2810831" cy="2161925"/>
            <a:chOff x="2640436" y="-87872"/>
            <a:chExt cx="3098700" cy="2874900"/>
          </a:xfrm>
        </p:grpSpPr>
        <p:sp>
          <p:nvSpPr>
            <p:cNvPr id="16602" name="Google Shape;16602;p291"/>
            <p:cNvSpPr/>
            <p:nvPr/>
          </p:nvSpPr>
          <p:spPr>
            <a:xfrm>
              <a:off x="2640436" y="-87872"/>
              <a:ext cx="3098700" cy="2874900"/>
            </a:xfrm>
            <a:prstGeom prst="roundRect">
              <a:avLst>
                <a:gd fmla="val 3233" name="adj"/>
              </a:avLst>
            </a:prstGeom>
            <a:solidFill>
              <a:srgbClr val="FFFFFF"/>
            </a:solidFill>
            <a:ln cap="flat" cmpd="sng" w="9525">
              <a:solidFill>
                <a:srgbClr val="EFEFEF"/>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t" bIns="15400" lIns="15400" spcFirstLastPara="1" rIns="15400" wrap="square" tIns="15400">
              <a:noAutofit/>
            </a:bodyPr>
            <a:lstStyle/>
            <a:p>
              <a:pPr indent="0" lvl="0" marL="0" rtl="0" algn="ctr">
                <a:spcBef>
                  <a:spcPts val="0"/>
                </a:spcBef>
                <a:spcAft>
                  <a:spcPts val="0"/>
                </a:spcAft>
                <a:buNone/>
              </a:pPr>
              <a:r>
                <a:rPr b="1" i="1" lang="es-419" sz="800">
                  <a:solidFill>
                    <a:srgbClr val="434343"/>
                  </a:solidFill>
                </a:rPr>
                <a:t>Puntos de Automatización</a:t>
              </a:r>
              <a:endParaRPr b="1" i="1" sz="800">
                <a:solidFill>
                  <a:srgbClr val="434343"/>
                </a:solidFill>
              </a:endParaRPr>
            </a:p>
          </p:txBody>
        </p:sp>
        <p:sp>
          <p:nvSpPr>
            <p:cNvPr id="16603" name="Google Shape;16603;p291"/>
            <p:cNvSpPr txBox="1"/>
            <p:nvPr/>
          </p:nvSpPr>
          <p:spPr>
            <a:xfrm>
              <a:off x="2820612" y="182753"/>
              <a:ext cx="1098600" cy="232500"/>
            </a:xfrm>
            <a:prstGeom prst="rect">
              <a:avLst/>
            </a:prstGeom>
            <a:noFill/>
            <a:ln>
              <a:noFill/>
            </a:ln>
          </p:spPr>
          <p:txBody>
            <a:bodyPr anchorCtr="0" anchor="ctr" bIns="0" lIns="0" spcFirstLastPara="1" rIns="0" wrap="square" tIns="0">
              <a:noAutofit/>
            </a:bodyPr>
            <a:lstStyle/>
            <a:p>
              <a:pPr indent="0" lvl="0" marL="0" rtl="0" algn="r">
                <a:spcBef>
                  <a:spcPts val="0"/>
                </a:spcBef>
                <a:spcAft>
                  <a:spcPts val="0"/>
                </a:spcAft>
                <a:buNone/>
              </a:pPr>
              <a:r>
                <a:rPr lang="es-419" sz="700">
                  <a:latin typeface="Arvo"/>
                  <a:ea typeface="Arvo"/>
                  <a:cs typeface="Arvo"/>
                  <a:sym typeface="Arvo"/>
                </a:rPr>
                <a:t>Actividad de Negocio</a:t>
              </a:r>
              <a:endParaRPr sz="700">
                <a:latin typeface="Arvo"/>
                <a:ea typeface="Arvo"/>
                <a:cs typeface="Arvo"/>
                <a:sym typeface="Arvo"/>
              </a:endParaRPr>
            </a:p>
            <a:p>
              <a:pPr indent="0" lvl="0" marL="0" rtl="0" algn="r">
                <a:spcBef>
                  <a:spcPts val="0"/>
                </a:spcBef>
                <a:spcAft>
                  <a:spcPts val="0"/>
                </a:spcAft>
                <a:buNone/>
              </a:pPr>
              <a:r>
                <a:rPr i="1" lang="es-419" sz="500">
                  <a:latin typeface="Arvo"/>
                  <a:ea typeface="Arvo"/>
                  <a:cs typeface="Arvo"/>
                  <a:sym typeface="Arvo"/>
                </a:rPr>
                <a:t>&lt;ej: Identificarse&gt;</a:t>
              </a:r>
              <a:endParaRPr i="1" sz="500">
                <a:latin typeface="Arvo"/>
                <a:ea typeface="Arvo"/>
                <a:cs typeface="Arvo"/>
                <a:sym typeface="Arvo"/>
              </a:endParaRPr>
            </a:p>
          </p:txBody>
        </p:sp>
        <p:sp>
          <p:nvSpPr>
            <p:cNvPr id="16604" name="Google Shape;16604;p291"/>
            <p:cNvSpPr/>
            <p:nvPr/>
          </p:nvSpPr>
          <p:spPr>
            <a:xfrm>
              <a:off x="3951036" y="159603"/>
              <a:ext cx="17313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8200" lIns="78200" spcFirstLastPara="1" rIns="78200" wrap="square" tIns="78200">
              <a:noAutofit/>
            </a:bodyPr>
            <a:lstStyle/>
            <a:p>
              <a:pPr indent="0" lvl="0" marL="0" rtl="0" algn="l">
                <a:spcBef>
                  <a:spcPts val="0"/>
                </a:spcBef>
                <a:spcAft>
                  <a:spcPts val="0"/>
                </a:spcAft>
                <a:buNone/>
              </a:pPr>
              <a:r>
                <a:t/>
              </a:r>
              <a:endParaRPr sz="500">
                <a:latin typeface="Roboto"/>
                <a:ea typeface="Roboto"/>
                <a:cs typeface="Roboto"/>
                <a:sym typeface="Roboto"/>
              </a:endParaRPr>
            </a:p>
          </p:txBody>
        </p:sp>
        <p:sp>
          <p:nvSpPr>
            <p:cNvPr id="16605" name="Google Shape;16605;p291"/>
            <p:cNvSpPr txBox="1"/>
            <p:nvPr/>
          </p:nvSpPr>
          <p:spPr>
            <a:xfrm>
              <a:off x="3962886" y="142103"/>
              <a:ext cx="1731300" cy="351900"/>
            </a:xfrm>
            <a:prstGeom prst="rect">
              <a:avLst/>
            </a:prstGeom>
            <a:noFill/>
            <a:ln>
              <a:noFill/>
            </a:ln>
          </p:spPr>
          <p:txBody>
            <a:bodyPr anchorCtr="0" anchor="ctr" bIns="15400" lIns="15400" spcFirstLastPara="1" rIns="15400" wrap="square" tIns="15400">
              <a:noAutofit/>
            </a:bodyPr>
            <a:lstStyle/>
            <a:p>
              <a:pPr indent="0" lvl="0" marL="0" rtl="0" algn="l">
                <a:spcBef>
                  <a:spcPts val="0"/>
                </a:spcBef>
                <a:spcAft>
                  <a:spcPts val="0"/>
                </a:spcAft>
                <a:buNone/>
              </a:pPr>
              <a:r>
                <a:rPr b="1" lang="es-419" sz="700">
                  <a:solidFill>
                    <a:schemeClr val="dk1"/>
                  </a:solidFill>
                </a:rPr>
                <a:t>Registrar retiro en el sistema</a:t>
              </a:r>
              <a:endParaRPr/>
            </a:p>
          </p:txBody>
        </p:sp>
        <p:sp>
          <p:nvSpPr>
            <p:cNvPr id="16606" name="Google Shape;16606;p291"/>
            <p:cNvSpPr/>
            <p:nvPr/>
          </p:nvSpPr>
          <p:spPr>
            <a:xfrm>
              <a:off x="3646236" y="1459973"/>
              <a:ext cx="6333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8200" lIns="78200" spcFirstLastPara="1" rIns="78200" wrap="square" tIns="78200">
              <a:noAutofit/>
            </a:bodyPr>
            <a:lstStyle/>
            <a:p>
              <a:pPr indent="0" lvl="0" marL="0" rtl="0" algn="l">
                <a:spcBef>
                  <a:spcPts val="0"/>
                </a:spcBef>
                <a:spcAft>
                  <a:spcPts val="0"/>
                </a:spcAft>
                <a:buNone/>
              </a:pPr>
              <a:r>
                <a:t/>
              </a:r>
              <a:endParaRPr sz="500">
                <a:latin typeface="Roboto"/>
                <a:ea typeface="Roboto"/>
                <a:cs typeface="Roboto"/>
                <a:sym typeface="Roboto"/>
              </a:endParaRPr>
            </a:p>
          </p:txBody>
        </p:sp>
        <p:sp>
          <p:nvSpPr>
            <p:cNvPr id="16607" name="Google Shape;16607;p291"/>
            <p:cNvSpPr/>
            <p:nvPr/>
          </p:nvSpPr>
          <p:spPr>
            <a:xfrm>
              <a:off x="3646236" y="1075527"/>
              <a:ext cx="6333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8200" lIns="78200" spcFirstLastPara="1" rIns="78200" wrap="square" tIns="78200">
              <a:noAutofit/>
            </a:bodyPr>
            <a:lstStyle/>
            <a:p>
              <a:pPr indent="0" lvl="0" marL="0" rtl="0" algn="l">
                <a:spcBef>
                  <a:spcPts val="0"/>
                </a:spcBef>
                <a:spcAft>
                  <a:spcPts val="0"/>
                </a:spcAft>
                <a:buNone/>
              </a:pPr>
              <a:r>
                <a:rPr lang="es-419" sz="600">
                  <a:solidFill>
                    <a:schemeClr val="dk1"/>
                  </a:solidFill>
                </a:rPr>
                <a:t> software de c</a:t>
              </a:r>
              <a:r>
                <a:rPr lang="es-419" sz="600">
                  <a:solidFill>
                    <a:schemeClr val="dk1"/>
                  </a:solidFill>
                </a:rPr>
                <a:t>ontro</a:t>
              </a:r>
              <a:r>
                <a:rPr lang="es-419" sz="600">
                  <a:solidFill>
                    <a:schemeClr val="dk1"/>
                  </a:solidFill>
                </a:rPr>
                <a:t>l de stock</a:t>
              </a:r>
              <a:endParaRPr sz="500">
                <a:latin typeface="Roboto"/>
                <a:ea typeface="Roboto"/>
                <a:cs typeface="Roboto"/>
                <a:sym typeface="Roboto"/>
              </a:endParaRPr>
            </a:p>
          </p:txBody>
        </p:sp>
        <p:sp>
          <p:nvSpPr>
            <p:cNvPr id="16608" name="Google Shape;16608;p291"/>
            <p:cNvSpPr/>
            <p:nvPr/>
          </p:nvSpPr>
          <p:spPr>
            <a:xfrm>
              <a:off x="3646236" y="1853377"/>
              <a:ext cx="6333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8200" lIns="78200" spcFirstLastPara="1" rIns="78200" wrap="square" tIns="78200">
              <a:noAutofit/>
            </a:bodyPr>
            <a:lstStyle/>
            <a:p>
              <a:pPr indent="0" lvl="0" marL="0" rtl="0" algn="l">
                <a:spcBef>
                  <a:spcPts val="0"/>
                </a:spcBef>
                <a:spcAft>
                  <a:spcPts val="0"/>
                </a:spcAft>
                <a:buNone/>
              </a:pPr>
              <a:r>
                <a:t/>
              </a:r>
              <a:endParaRPr sz="500">
                <a:latin typeface="Roboto"/>
                <a:ea typeface="Roboto"/>
                <a:cs typeface="Roboto"/>
                <a:sym typeface="Roboto"/>
              </a:endParaRPr>
            </a:p>
          </p:txBody>
        </p:sp>
        <p:sp>
          <p:nvSpPr>
            <p:cNvPr id="16609" name="Google Shape;16609;p291"/>
            <p:cNvSpPr/>
            <p:nvPr/>
          </p:nvSpPr>
          <p:spPr>
            <a:xfrm>
              <a:off x="3646236" y="2229879"/>
              <a:ext cx="6333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8200" lIns="78200" spcFirstLastPara="1" rIns="78200" wrap="square" tIns="78200">
              <a:noAutofit/>
            </a:bodyPr>
            <a:lstStyle/>
            <a:p>
              <a:pPr indent="0" lvl="0" marL="0" rtl="0" algn="l">
                <a:spcBef>
                  <a:spcPts val="0"/>
                </a:spcBef>
                <a:spcAft>
                  <a:spcPts val="0"/>
                </a:spcAft>
                <a:buNone/>
              </a:pPr>
              <a:r>
                <a:t/>
              </a:r>
              <a:endParaRPr sz="500">
                <a:latin typeface="Roboto"/>
                <a:ea typeface="Roboto"/>
                <a:cs typeface="Roboto"/>
                <a:sym typeface="Roboto"/>
              </a:endParaRPr>
            </a:p>
          </p:txBody>
        </p:sp>
        <p:sp>
          <p:nvSpPr>
            <p:cNvPr id="16610" name="Google Shape;16610;p291"/>
            <p:cNvSpPr/>
            <p:nvPr/>
          </p:nvSpPr>
          <p:spPr>
            <a:xfrm>
              <a:off x="4349786" y="1075528"/>
              <a:ext cx="13251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61600" lIns="61600" spcFirstLastPara="1" rIns="61600" wrap="square" tIns="61600">
              <a:noAutofit/>
            </a:bodyPr>
            <a:lstStyle/>
            <a:p>
              <a:pPr indent="0" lvl="0" marL="0" rtl="0" algn="l">
                <a:spcBef>
                  <a:spcPts val="0"/>
                </a:spcBef>
                <a:spcAft>
                  <a:spcPts val="0"/>
                </a:spcAft>
                <a:buNone/>
              </a:pPr>
              <a:r>
                <a:rPr lang="es-419" sz="600">
                  <a:solidFill>
                    <a:schemeClr val="dk1"/>
                  </a:solidFill>
                </a:rPr>
                <a:t>Actualizar inventario tras retirar el producto</a:t>
              </a:r>
              <a:endParaRPr sz="700">
                <a:latin typeface="Roboto"/>
                <a:ea typeface="Roboto"/>
                <a:cs typeface="Roboto"/>
                <a:sym typeface="Roboto"/>
              </a:endParaRPr>
            </a:p>
          </p:txBody>
        </p:sp>
        <p:sp>
          <p:nvSpPr>
            <p:cNvPr id="16611" name="Google Shape;16611;p291"/>
            <p:cNvSpPr/>
            <p:nvPr/>
          </p:nvSpPr>
          <p:spPr>
            <a:xfrm>
              <a:off x="4349786" y="1459971"/>
              <a:ext cx="13251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61600" lIns="61600" spcFirstLastPara="1" rIns="61600" wrap="square" tIns="61600">
              <a:noAutofit/>
            </a:bodyPr>
            <a:lstStyle/>
            <a:p>
              <a:pPr indent="0" lvl="0" marL="0" rtl="0" algn="l">
                <a:spcBef>
                  <a:spcPts val="0"/>
                </a:spcBef>
                <a:spcAft>
                  <a:spcPts val="0"/>
                </a:spcAft>
                <a:buNone/>
              </a:pPr>
              <a:r>
                <a:t/>
              </a:r>
              <a:endParaRPr sz="700">
                <a:latin typeface="Roboto"/>
                <a:ea typeface="Roboto"/>
                <a:cs typeface="Roboto"/>
                <a:sym typeface="Roboto"/>
              </a:endParaRPr>
            </a:p>
          </p:txBody>
        </p:sp>
        <p:sp>
          <p:nvSpPr>
            <p:cNvPr id="16612" name="Google Shape;16612;p291"/>
            <p:cNvSpPr/>
            <p:nvPr/>
          </p:nvSpPr>
          <p:spPr>
            <a:xfrm>
              <a:off x="4349786" y="1853372"/>
              <a:ext cx="13251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61600" lIns="61600" spcFirstLastPara="1" rIns="61600" wrap="square" tIns="61600">
              <a:noAutofit/>
            </a:bodyPr>
            <a:lstStyle/>
            <a:p>
              <a:pPr indent="0" lvl="0" marL="0" rtl="0" algn="l">
                <a:spcBef>
                  <a:spcPts val="0"/>
                </a:spcBef>
                <a:spcAft>
                  <a:spcPts val="0"/>
                </a:spcAft>
                <a:buNone/>
              </a:pPr>
              <a:r>
                <a:t/>
              </a:r>
              <a:endParaRPr sz="700">
                <a:latin typeface="Roboto"/>
                <a:ea typeface="Roboto"/>
                <a:cs typeface="Roboto"/>
                <a:sym typeface="Roboto"/>
              </a:endParaRPr>
            </a:p>
          </p:txBody>
        </p:sp>
        <p:sp>
          <p:nvSpPr>
            <p:cNvPr id="16613" name="Google Shape;16613;p291"/>
            <p:cNvSpPr/>
            <p:nvPr/>
          </p:nvSpPr>
          <p:spPr>
            <a:xfrm>
              <a:off x="4349786" y="2239831"/>
              <a:ext cx="13251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61600" lIns="61600" spcFirstLastPara="1" rIns="61600" wrap="square" tIns="61600">
              <a:noAutofit/>
            </a:bodyPr>
            <a:lstStyle/>
            <a:p>
              <a:pPr indent="0" lvl="0" marL="0" rtl="0" algn="l">
                <a:spcBef>
                  <a:spcPts val="0"/>
                </a:spcBef>
                <a:spcAft>
                  <a:spcPts val="0"/>
                </a:spcAft>
                <a:buNone/>
              </a:pPr>
              <a:r>
                <a:rPr lang="es-419" sz="700">
                  <a:latin typeface="Roboto"/>
                  <a:ea typeface="Roboto"/>
                  <a:cs typeface="Roboto"/>
                  <a:sym typeface="Roboto"/>
                </a:rPr>
                <a:t>&lt;...&gt;</a:t>
              </a:r>
              <a:endParaRPr sz="700">
                <a:latin typeface="Roboto"/>
                <a:ea typeface="Roboto"/>
                <a:cs typeface="Roboto"/>
                <a:sym typeface="Roboto"/>
              </a:endParaRPr>
            </a:p>
          </p:txBody>
        </p:sp>
        <p:sp>
          <p:nvSpPr>
            <p:cNvPr id="16614" name="Google Shape;16614;p291"/>
            <p:cNvSpPr/>
            <p:nvPr/>
          </p:nvSpPr>
          <p:spPr>
            <a:xfrm>
              <a:off x="2704756" y="1461628"/>
              <a:ext cx="8817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8200" lIns="78200" spcFirstLastPara="1" rIns="78200" wrap="square" tIns="78200">
              <a:noAutofit/>
            </a:bodyPr>
            <a:lstStyle/>
            <a:p>
              <a:pPr indent="0" lvl="0" marL="0" rtl="0" algn="l">
                <a:spcBef>
                  <a:spcPts val="0"/>
                </a:spcBef>
                <a:spcAft>
                  <a:spcPts val="0"/>
                </a:spcAft>
                <a:buNone/>
              </a:pPr>
              <a:r>
                <a:t/>
              </a:r>
              <a:endParaRPr sz="500">
                <a:latin typeface="Roboto"/>
                <a:ea typeface="Roboto"/>
                <a:cs typeface="Roboto"/>
                <a:sym typeface="Roboto"/>
              </a:endParaRPr>
            </a:p>
          </p:txBody>
        </p:sp>
        <p:sp>
          <p:nvSpPr>
            <p:cNvPr id="16615" name="Google Shape;16615;p291"/>
            <p:cNvSpPr txBox="1"/>
            <p:nvPr/>
          </p:nvSpPr>
          <p:spPr>
            <a:xfrm>
              <a:off x="4463036" y="557328"/>
              <a:ext cx="1098600" cy="4653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b="1" lang="es-419" sz="700">
                  <a:latin typeface="Arvo"/>
                  <a:ea typeface="Arvo"/>
                  <a:cs typeface="Arvo"/>
                  <a:sym typeface="Arvo"/>
                </a:rPr>
                <a:t>Acción interactiva:</a:t>
              </a:r>
              <a:endParaRPr b="1" sz="700">
                <a:latin typeface="Arvo"/>
                <a:ea typeface="Arvo"/>
                <a:cs typeface="Arvo"/>
                <a:sym typeface="Arvo"/>
              </a:endParaRPr>
            </a:p>
            <a:p>
              <a:pPr indent="0" lvl="0" marL="0" rtl="0" algn="ctr">
                <a:spcBef>
                  <a:spcPts val="0"/>
                </a:spcBef>
                <a:spcAft>
                  <a:spcPts val="0"/>
                </a:spcAft>
                <a:buNone/>
              </a:pPr>
              <a:r>
                <a:rPr i="1" lang="es-419" sz="500">
                  <a:latin typeface="Arvo"/>
                  <a:ea typeface="Arvo"/>
                  <a:cs typeface="Arvo"/>
                  <a:sym typeface="Arvo"/>
                </a:rPr>
                <a:t>&lt;ej: </a:t>
              </a:r>
              <a:r>
                <a:rPr i="1" lang="es-419" sz="500">
                  <a:solidFill>
                    <a:srgbClr val="000000"/>
                  </a:solidFill>
                  <a:latin typeface="Roboto"/>
                  <a:ea typeface="Roboto"/>
                  <a:cs typeface="Roboto"/>
                  <a:sym typeface="Roboto"/>
                </a:rPr>
                <a:t>autenticar por huella y cara</a:t>
              </a:r>
              <a:r>
                <a:rPr i="1" lang="es-419" sz="500">
                  <a:latin typeface="Arvo"/>
                  <a:ea typeface="Arvo"/>
                  <a:cs typeface="Arvo"/>
                  <a:sym typeface="Arvo"/>
                </a:rPr>
                <a:t>&gt;</a:t>
              </a:r>
              <a:endParaRPr i="1" sz="500">
                <a:latin typeface="Arvo"/>
                <a:ea typeface="Arvo"/>
                <a:cs typeface="Arvo"/>
                <a:sym typeface="Arvo"/>
              </a:endParaRPr>
            </a:p>
          </p:txBody>
        </p:sp>
        <p:sp>
          <p:nvSpPr>
            <p:cNvPr id="16616" name="Google Shape;16616;p291"/>
            <p:cNvSpPr txBox="1"/>
            <p:nvPr/>
          </p:nvSpPr>
          <p:spPr>
            <a:xfrm>
              <a:off x="3639736" y="557328"/>
              <a:ext cx="702600" cy="4653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b="1" lang="es-419" sz="700">
                  <a:latin typeface="Arvo"/>
                  <a:ea typeface="Arvo"/>
                  <a:cs typeface="Arvo"/>
                  <a:sym typeface="Arvo"/>
                </a:rPr>
                <a:t>Punto de contacto</a:t>
              </a:r>
              <a:endParaRPr sz="700">
                <a:latin typeface="Arvo"/>
                <a:ea typeface="Arvo"/>
                <a:cs typeface="Arvo"/>
                <a:sym typeface="Arvo"/>
              </a:endParaRPr>
            </a:p>
          </p:txBody>
        </p:sp>
        <p:sp>
          <p:nvSpPr>
            <p:cNvPr id="16617" name="Google Shape;16617;p291"/>
            <p:cNvSpPr txBox="1"/>
            <p:nvPr/>
          </p:nvSpPr>
          <p:spPr>
            <a:xfrm>
              <a:off x="2784273" y="568049"/>
              <a:ext cx="702600" cy="4653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b="1" lang="es-419" sz="700">
                  <a:latin typeface="Arvo"/>
                  <a:ea typeface="Arvo"/>
                  <a:cs typeface="Arvo"/>
                  <a:sym typeface="Arvo"/>
                </a:rPr>
                <a:t>Rol</a:t>
              </a:r>
              <a:endParaRPr sz="700">
                <a:latin typeface="Arvo"/>
                <a:ea typeface="Arvo"/>
                <a:cs typeface="Arvo"/>
                <a:sym typeface="Arvo"/>
              </a:endParaRPr>
            </a:p>
          </p:txBody>
        </p:sp>
        <p:pic>
          <p:nvPicPr>
            <p:cNvPr id="16618" name="Google Shape;16618;p291"/>
            <p:cNvPicPr preferRelativeResize="0"/>
            <p:nvPr/>
          </p:nvPicPr>
          <p:blipFill rotWithShape="1">
            <a:blip r:embed="rId3">
              <a:alphaModFix/>
            </a:blip>
            <a:srcRect b="-868" l="16515" r="66426" t="66946"/>
            <a:stretch/>
          </p:blipFill>
          <p:spPr>
            <a:xfrm>
              <a:off x="2782507" y="825772"/>
              <a:ext cx="702701" cy="702700"/>
            </a:xfrm>
            <a:prstGeom prst="rect">
              <a:avLst/>
            </a:prstGeom>
            <a:noFill/>
            <a:ln>
              <a:noFill/>
            </a:ln>
          </p:spPr>
        </p:pic>
        <p:sp>
          <p:nvSpPr>
            <p:cNvPr id="16619" name="Google Shape;16619;p291"/>
            <p:cNvSpPr txBox="1"/>
            <p:nvPr/>
          </p:nvSpPr>
          <p:spPr>
            <a:xfrm>
              <a:off x="2782511" y="1476053"/>
              <a:ext cx="761100" cy="232500"/>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s-419" sz="700">
                  <a:solidFill>
                    <a:schemeClr val="dk1"/>
                  </a:solidFill>
                </a:rPr>
                <a:t>Auxiliar de bodega</a:t>
              </a:r>
              <a:endParaRPr/>
            </a:p>
          </p:txBody>
        </p:sp>
        <p:sp>
          <p:nvSpPr>
            <p:cNvPr id="16620" name="Google Shape;16620;p291"/>
            <p:cNvSpPr txBox="1"/>
            <p:nvPr/>
          </p:nvSpPr>
          <p:spPr>
            <a:xfrm>
              <a:off x="2704760" y="1669653"/>
              <a:ext cx="964800" cy="232500"/>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t/>
              </a:r>
              <a:endParaRPr b="1" sz="700">
                <a:latin typeface="Arvo"/>
                <a:ea typeface="Arvo"/>
                <a:cs typeface="Arvo"/>
                <a:sym typeface="Arvo"/>
              </a:endParaRPr>
            </a:p>
            <a:p>
              <a:pPr indent="0" lvl="0" marL="0" rtl="0" algn="ctr">
                <a:spcBef>
                  <a:spcPts val="0"/>
                </a:spcBef>
                <a:spcAft>
                  <a:spcPts val="0"/>
                </a:spcAft>
                <a:buNone/>
              </a:pPr>
              <a:r>
                <a:rPr i="1" lang="es-419" sz="500">
                  <a:latin typeface="Arvo"/>
                  <a:ea typeface="Arvo"/>
                  <a:cs typeface="Arvo"/>
                  <a:sym typeface="Arvo"/>
                </a:rPr>
                <a:t>&lt;ej: conductor&gt;</a:t>
              </a:r>
              <a:endParaRPr i="1" sz="500">
                <a:latin typeface="Arvo"/>
                <a:ea typeface="Arvo"/>
                <a:cs typeface="Arvo"/>
                <a:sym typeface="Arvo"/>
              </a:endParaRPr>
            </a:p>
          </p:txBody>
        </p:sp>
      </p:grpSp>
      <p:grpSp>
        <p:nvGrpSpPr>
          <p:cNvPr id="16621" name="Google Shape;16621;p291"/>
          <p:cNvGrpSpPr/>
          <p:nvPr/>
        </p:nvGrpSpPr>
        <p:grpSpPr>
          <a:xfrm>
            <a:off x="3634576" y="1304054"/>
            <a:ext cx="2810831" cy="2161925"/>
            <a:chOff x="2640436" y="-87872"/>
            <a:chExt cx="3098700" cy="2874900"/>
          </a:xfrm>
        </p:grpSpPr>
        <p:sp>
          <p:nvSpPr>
            <p:cNvPr id="16622" name="Google Shape;16622;p291"/>
            <p:cNvSpPr/>
            <p:nvPr/>
          </p:nvSpPr>
          <p:spPr>
            <a:xfrm>
              <a:off x="2640436" y="-87872"/>
              <a:ext cx="3098700" cy="2874900"/>
            </a:xfrm>
            <a:prstGeom prst="roundRect">
              <a:avLst>
                <a:gd fmla="val 3233" name="adj"/>
              </a:avLst>
            </a:prstGeom>
            <a:solidFill>
              <a:srgbClr val="FFFFFF"/>
            </a:solidFill>
            <a:ln cap="flat" cmpd="sng" w="9525">
              <a:solidFill>
                <a:srgbClr val="EFEFEF"/>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t" bIns="15400" lIns="15400" spcFirstLastPara="1" rIns="15400" wrap="square" tIns="15400">
              <a:noAutofit/>
            </a:bodyPr>
            <a:lstStyle/>
            <a:p>
              <a:pPr indent="0" lvl="0" marL="0" rtl="0" algn="ctr">
                <a:spcBef>
                  <a:spcPts val="0"/>
                </a:spcBef>
                <a:spcAft>
                  <a:spcPts val="0"/>
                </a:spcAft>
                <a:buNone/>
              </a:pPr>
              <a:r>
                <a:rPr b="1" i="1" lang="es-419" sz="800">
                  <a:solidFill>
                    <a:srgbClr val="434343"/>
                  </a:solidFill>
                </a:rPr>
                <a:t>Puntos de Automatización</a:t>
              </a:r>
              <a:endParaRPr b="1" i="1" sz="800">
                <a:solidFill>
                  <a:srgbClr val="434343"/>
                </a:solidFill>
              </a:endParaRPr>
            </a:p>
          </p:txBody>
        </p:sp>
        <p:sp>
          <p:nvSpPr>
            <p:cNvPr id="16623" name="Google Shape;16623;p291"/>
            <p:cNvSpPr txBox="1"/>
            <p:nvPr/>
          </p:nvSpPr>
          <p:spPr>
            <a:xfrm>
              <a:off x="2820612" y="182753"/>
              <a:ext cx="1098600" cy="232500"/>
            </a:xfrm>
            <a:prstGeom prst="rect">
              <a:avLst/>
            </a:prstGeom>
            <a:noFill/>
            <a:ln>
              <a:noFill/>
            </a:ln>
          </p:spPr>
          <p:txBody>
            <a:bodyPr anchorCtr="0" anchor="ctr" bIns="0" lIns="0" spcFirstLastPara="1" rIns="0" wrap="square" tIns="0">
              <a:noAutofit/>
            </a:bodyPr>
            <a:lstStyle/>
            <a:p>
              <a:pPr indent="0" lvl="0" marL="0" rtl="0" algn="r">
                <a:spcBef>
                  <a:spcPts val="0"/>
                </a:spcBef>
                <a:spcAft>
                  <a:spcPts val="0"/>
                </a:spcAft>
                <a:buNone/>
              </a:pPr>
              <a:r>
                <a:rPr lang="es-419" sz="700">
                  <a:latin typeface="Arvo"/>
                  <a:ea typeface="Arvo"/>
                  <a:cs typeface="Arvo"/>
                  <a:sym typeface="Arvo"/>
                </a:rPr>
                <a:t>Actividad de Negocio</a:t>
              </a:r>
              <a:endParaRPr sz="700">
                <a:latin typeface="Arvo"/>
                <a:ea typeface="Arvo"/>
                <a:cs typeface="Arvo"/>
                <a:sym typeface="Arvo"/>
              </a:endParaRPr>
            </a:p>
            <a:p>
              <a:pPr indent="0" lvl="0" marL="0" rtl="0" algn="r">
                <a:spcBef>
                  <a:spcPts val="0"/>
                </a:spcBef>
                <a:spcAft>
                  <a:spcPts val="0"/>
                </a:spcAft>
                <a:buNone/>
              </a:pPr>
              <a:r>
                <a:rPr i="1" lang="es-419" sz="500">
                  <a:latin typeface="Arvo"/>
                  <a:ea typeface="Arvo"/>
                  <a:cs typeface="Arvo"/>
                  <a:sym typeface="Arvo"/>
                </a:rPr>
                <a:t>&lt;ej: Identificarse&gt;</a:t>
              </a:r>
              <a:endParaRPr i="1" sz="500">
                <a:latin typeface="Arvo"/>
                <a:ea typeface="Arvo"/>
                <a:cs typeface="Arvo"/>
                <a:sym typeface="Arvo"/>
              </a:endParaRPr>
            </a:p>
          </p:txBody>
        </p:sp>
        <p:sp>
          <p:nvSpPr>
            <p:cNvPr id="16624" name="Google Shape;16624;p291"/>
            <p:cNvSpPr/>
            <p:nvPr/>
          </p:nvSpPr>
          <p:spPr>
            <a:xfrm>
              <a:off x="3951036" y="159603"/>
              <a:ext cx="17313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8200" lIns="78200" spcFirstLastPara="1" rIns="78200" wrap="square" tIns="78200">
              <a:noAutofit/>
            </a:bodyPr>
            <a:lstStyle/>
            <a:p>
              <a:pPr indent="0" lvl="0" marL="0" rtl="0" algn="l">
                <a:spcBef>
                  <a:spcPts val="0"/>
                </a:spcBef>
                <a:spcAft>
                  <a:spcPts val="0"/>
                </a:spcAft>
                <a:buNone/>
              </a:pPr>
              <a:r>
                <a:t/>
              </a:r>
              <a:endParaRPr sz="500">
                <a:latin typeface="Roboto"/>
                <a:ea typeface="Roboto"/>
                <a:cs typeface="Roboto"/>
                <a:sym typeface="Roboto"/>
              </a:endParaRPr>
            </a:p>
          </p:txBody>
        </p:sp>
        <p:sp>
          <p:nvSpPr>
            <p:cNvPr id="16625" name="Google Shape;16625;p291"/>
            <p:cNvSpPr txBox="1"/>
            <p:nvPr/>
          </p:nvSpPr>
          <p:spPr>
            <a:xfrm>
              <a:off x="3962886" y="142103"/>
              <a:ext cx="1731300" cy="351900"/>
            </a:xfrm>
            <a:prstGeom prst="rect">
              <a:avLst/>
            </a:prstGeom>
            <a:noFill/>
            <a:ln>
              <a:noFill/>
            </a:ln>
          </p:spPr>
          <p:txBody>
            <a:bodyPr anchorCtr="0" anchor="ctr" bIns="15400" lIns="15400" spcFirstLastPara="1" rIns="15400" wrap="square" tIns="15400">
              <a:noAutofit/>
            </a:bodyPr>
            <a:lstStyle/>
            <a:p>
              <a:pPr indent="0" lvl="0" marL="0" rtl="0" algn="l">
                <a:spcBef>
                  <a:spcPts val="0"/>
                </a:spcBef>
                <a:spcAft>
                  <a:spcPts val="0"/>
                </a:spcAft>
                <a:buNone/>
              </a:pPr>
              <a:r>
                <a:rPr b="1" lang="es-419" sz="700">
                  <a:solidFill>
                    <a:schemeClr val="dk1"/>
                  </a:solidFill>
                </a:rPr>
                <a:t>Confirmar </a:t>
              </a:r>
              <a:r>
                <a:rPr b="1" lang="es-419" sz="700">
                  <a:solidFill>
                    <a:schemeClr val="dk1"/>
                  </a:solidFill>
                </a:rPr>
                <a:t>Recepción</a:t>
              </a:r>
              <a:r>
                <a:rPr b="1" lang="es-419" sz="700">
                  <a:solidFill>
                    <a:schemeClr val="dk1"/>
                  </a:solidFill>
                </a:rPr>
                <a:t> de la solicitud</a:t>
              </a:r>
              <a:endParaRPr/>
            </a:p>
          </p:txBody>
        </p:sp>
        <p:sp>
          <p:nvSpPr>
            <p:cNvPr id="16626" name="Google Shape;16626;p291"/>
            <p:cNvSpPr/>
            <p:nvPr/>
          </p:nvSpPr>
          <p:spPr>
            <a:xfrm>
              <a:off x="3646236" y="1459973"/>
              <a:ext cx="6333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8200" lIns="78200" spcFirstLastPara="1" rIns="78200" wrap="square" tIns="78200">
              <a:noAutofit/>
            </a:bodyPr>
            <a:lstStyle/>
            <a:p>
              <a:pPr indent="0" lvl="0" marL="0" rtl="0" algn="l">
                <a:spcBef>
                  <a:spcPts val="0"/>
                </a:spcBef>
                <a:spcAft>
                  <a:spcPts val="0"/>
                </a:spcAft>
                <a:buNone/>
              </a:pPr>
              <a:r>
                <a:t/>
              </a:r>
              <a:endParaRPr sz="500">
                <a:latin typeface="Roboto"/>
                <a:ea typeface="Roboto"/>
                <a:cs typeface="Roboto"/>
                <a:sym typeface="Roboto"/>
              </a:endParaRPr>
            </a:p>
          </p:txBody>
        </p:sp>
        <p:sp>
          <p:nvSpPr>
            <p:cNvPr id="16627" name="Google Shape;16627;p291"/>
            <p:cNvSpPr/>
            <p:nvPr/>
          </p:nvSpPr>
          <p:spPr>
            <a:xfrm>
              <a:off x="3646236" y="1075527"/>
              <a:ext cx="6333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8200" lIns="78200" spcFirstLastPara="1" rIns="78200" wrap="square" tIns="78200">
              <a:noAutofit/>
            </a:bodyPr>
            <a:lstStyle/>
            <a:p>
              <a:pPr indent="0" lvl="0" marL="0" rtl="0" algn="l">
                <a:spcBef>
                  <a:spcPts val="0"/>
                </a:spcBef>
                <a:spcAft>
                  <a:spcPts val="0"/>
                </a:spcAft>
                <a:buNone/>
              </a:pPr>
              <a:r>
                <a:t/>
              </a:r>
              <a:endParaRPr sz="500">
                <a:latin typeface="Roboto"/>
                <a:ea typeface="Roboto"/>
                <a:cs typeface="Roboto"/>
                <a:sym typeface="Roboto"/>
              </a:endParaRPr>
            </a:p>
          </p:txBody>
        </p:sp>
        <p:sp>
          <p:nvSpPr>
            <p:cNvPr id="16628" name="Google Shape;16628;p291"/>
            <p:cNvSpPr/>
            <p:nvPr/>
          </p:nvSpPr>
          <p:spPr>
            <a:xfrm>
              <a:off x="3646222" y="1719570"/>
              <a:ext cx="633300" cy="5817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8200" lIns="78200" spcFirstLastPara="1" rIns="78200" wrap="square" tIns="78200">
              <a:noAutofit/>
            </a:bodyPr>
            <a:lstStyle/>
            <a:p>
              <a:pPr indent="0" lvl="0" marL="0" rtl="0" algn="l">
                <a:spcBef>
                  <a:spcPts val="0"/>
                </a:spcBef>
                <a:spcAft>
                  <a:spcPts val="0"/>
                </a:spcAft>
                <a:buNone/>
              </a:pPr>
              <a:r>
                <a:rPr lang="es-419" sz="600">
                  <a:latin typeface="Roboto"/>
                  <a:ea typeface="Roboto"/>
                  <a:cs typeface="Roboto"/>
                  <a:sym typeface="Roboto"/>
                </a:rPr>
                <a:t>💻 Control de pedidos</a:t>
              </a:r>
              <a:endParaRPr sz="600">
                <a:latin typeface="Roboto"/>
                <a:ea typeface="Roboto"/>
                <a:cs typeface="Roboto"/>
                <a:sym typeface="Roboto"/>
              </a:endParaRPr>
            </a:p>
          </p:txBody>
        </p:sp>
        <p:sp>
          <p:nvSpPr>
            <p:cNvPr id="16629" name="Google Shape;16629;p291"/>
            <p:cNvSpPr/>
            <p:nvPr/>
          </p:nvSpPr>
          <p:spPr>
            <a:xfrm>
              <a:off x="3646222" y="2466603"/>
              <a:ext cx="633300" cy="948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8200" lIns="78200" spcFirstLastPara="1" rIns="78200" wrap="square" tIns="78200">
              <a:noAutofit/>
            </a:bodyPr>
            <a:lstStyle/>
            <a:p>
              <a:pPr indent="0" lvl="0" marL="0" rtl="0" algn="l">
                <a:spcBef>
                  <a:spcPts val="0"/>
                </a:spcBef>
                <a:spcAft>
                  <a:spcPts val="0"/>
                </a:spcAft>
                <a:buNone/>
              </a:pPr>
              <a:r>
                <a:t/>
              </a:r>
              <a:endParaRPr sz="500">
                <a:latin typeface="Roboto"/>
                <a:ea typeface="Roboto"/>
                <a:cs typeface="Roboto"/>
                <a:sym typeface="Roboto"/>
              </a:endParaRPr>
            </a:p>
          </p:txBody>
        </p:sp>
        <p:sp>
          <p:nvSpPr>
            <p:cNvPr id="16630" name="Google Shape;16630;p291"/>
            <p:cNvSpPr/>
            <p:nvPr/>
          </p:nvSpPr>
          <p:spPr>
            <a:xfrm>
              <a:off x="4349786" y="1075528"/>
              <a:ext cx="13251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61600" lIns="61600" spcFirstLastPara="1" rIns="61600" wrap="square" tIns="61600">
              <a:noAutofit/>
            </a:bodyPr>
            <a:lstStyle/>
            <a:p>
              <a:pPr indent="0" lvl="0" marL="0" rtl="0" algn="l">
                <a:spcBef>
                  <a:spcPts val="0"/>
                </a:spcBef>
                <a:spcAft>
                  <a:spcPts val="0"/>
                </a:spcAft>
                <a:buNone/>
              </a:pPr>
              <a:r>
                <a:t/>
              </a:r>
              <a:endParaRPr sz="700">
                <a:latin typeface="Roboto"/>
                <a:ea typeface="Roboto"/>
                <a:cs typeface="Roboto"/>
                <a:sym typeface="Roboto"/>
              </a:endParaRPr>
            </a:p>
          </p:txBody>
        </p:sp>
        <p:sp>
          <p:nvSpPr>
            <p:cNvPr id="16631" name="Google Shape;16631;p291"/>
            <p:cNvSpPr/>
            <p:nvPr/>
          </p:nvSpPr>
          <p:spPr>
            <a:xfrm>
              <a:off x="4349786" y="1459971"/>
              <a:ext cx="13251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61600" lIns="61600" spcFirstLastPara="1" rIns="61600" wrap="square" tIns="61600">
              <a:noAutofit/>
            </a:bodyPr>
            <a:lstStyle/>
            <a:p>
              <a:pPr indent="0" lvl="0" marL="0" rtl="0" algn="l">
                <a:spcBef>
                  <a:spcPts val="0"/>
                </a:spcBef>
                <a:spcAft>
                  <a:spcPts val="0"/>
                </a:spcAft>
                <a:buNone/>
              </a:pPr>
              <a:r>
                <a:t/>
              </a:r>
              <a:endParaRPr sz="700">
                <a:latin typeface="Roboto"/>
                <a:ea typeface="Roboto"/>
                <a:cs typeface="Roboto"/>
                <a:sym typeface="Roboto"/>
              </a:endParaRPr>
            </a:p>
          </p:txBody>
        </p:sp>
        <p:sp>
          <p:nvSpPr>
            <p:cNvPr id="16632" name="Google Shape;16632;p291"/>
            <p:cNvSpPr/>
            <p:nvPr/>
          </p:nvSpPr>
          <p:spPr>
            <a:xfrm>
              <a:off x="4349786" y="1853372"/>
              <a:ext cx="13251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61600" lIns="61600" spcFirstLastPara="1" rIns="61600" wrap="square" tIns="61600">
              <a:noAutofit/>
            </a:bodyPr>
            <a:lstStyle/>
            <a:p>
              <a:pPr indent="0" lvl="0" marL="0" rtl="0" algn="l">
                <a:spcBef>
                  <a:spcPts val="0"/>
                </a:spcBef>
                <a:spcAft>
                  <a:spcPts val="0"/>
                </a:spcAft>
                <a:buNone/>
              </a:pPr>
              <a:r>
                <a:rPr lang="es-419" sz="600">
                  <a:solidFill>
                    <a:schemeClr val="dk1"/>
                  </a:solidFill>
                </a:rPr>
                <a:t>Validar la solicitud recibida en el sistema</a:t>
              </a:r>
              <a:endParaRPr sz="700">
                <a:latin typeface="Roboto"/>
                <a:ea typeface="Roboto"/>
                <a:cs typeface="Roboto"/>
                <a:sym typeface="Roboto"/>
              </a:endParaRPr>
            </a:p>
          </p:txBody>
        </p:sp>
        <p:sp>
          <p:nvSpPr>
            <p:cNvPr id="16633" name="Google Shape;16633;p291"/>
            <p:cNvSpPr/>
            <p:nvPr/>
          </p:nvSpPr>
          <p:spPr>
            <a:xfrm>
              <a:off x="4349786" y="2239831"/>
              <a:ext cx="13251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61600" lIns="61600" spcFirstLastPara="1" rIns="61600" wrap="square" tIns="61600">
              <a:noAutofit/>
            </a:bodyPr>
            <a:lstStyle/>
            <a:p>
              <a:pPr indent="0" lvl="0" marL="0" rtl="0" algn="l">
                <a:spcBef>
                  <a:spcPts val="0"/>
                </a:spcBef>
                <a:spcAft>
                  <a:spcPts val="0"/>
                </a:spcAft>
                <a:buNone/>
              </a:pPr>
              <a:r>
                <a:rPr lang="es-419" sz="700">
                  <a:latin typeface="Roboto"/>
                  <a:ea typeface="Roboto"/>
                  <a:cs typeface="Roboto"/>
                  <a:sym typeface="Roboto"/>
                </a:rPr>
                <a:t>&lt;...&gt;</a:t>
              </a:r>
              <a:endParaRPr sz="700">
                <a:latin typeface="Roboto"/>
                <a:ea typeface="Roboto"/>
                <a:cs typeface="Roboto"/>
                <a:sym typeface="Roboto"/>
              </a:endParaRPr>
            </a:p>
          </p:txBody>
        </p:sp>
        <p:sp>
          <p:nvSpPr>
            <p:cNvPr id="16634" name="Google Shape;16634;p291"/>
            <p:cNvSpPr/>
            <p:nvPr/>
          </p:nvSpPr>
          <p:spPr>
            <a:xfrm>
              <a:off x="2704756" y="1461628"/>
              <a:ext cx="8817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8200" lIns="78200" spcFirstLastPara="1" rIns="78200" wrap="square" tIns="78200">
              <a:noAutofit/>
            </a:bodyPr>
            <a:lstStyle/>
            <a:p>
              <a:pPr indent="0" lvl="0" marL="0" rtl="0" algn="l">
                <a:spcBef>
                  <a:spcPts val="0"/>
                </a:spcBef>
                <a:spcAft>
                  <a:spcPts val="0"/>
                </a:spcAft>
                <a:buNone/>
              </a:pPr>
              <a:r>
                <a:t/>
              </a:r>
              <a:endParaRPr sz="500">
                <a:latin typeface="Roboto"/>
                <a:ea typeface="Roboto"/>
                <a:cs typeface="Roboto"/>
                <a:sym typeface="Roboto"/>
              </a:endParaRPr>
            </a:p>
          </p:txBody>
        </p:sp>
        <p:sp>
          <p:nvSpPr>
            <p:cNvPr id="16635" name="Google Shape;16635;p291"/>
            <p:cNvSpPr txBox="1"/>
            <p:nvPr/>
          </p:nvSpPr>
          <p:spPr>
            <a:xfrm>
              <a:off x="4463036" y="557328"/>
              <a:ext cx="1098600" cy="4653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b="1" lang="es-419" sz="700">
                  <a:latin typeface="Arvo"/>
                  <a:ea typeface="Arvo"/>
                  <a:cs typeface="Arvo"/>
                  <a:sym typeface="Arvo"/>
                </a:rPr>
                <a:t>Acción interactiva:</a:t>
              </a:r>
              <a:endParaRPr b="1" sz="700">
                <a:latin typeface="Arvo"/>
                <a:ea typeface="Arvo"/>
                <a:cs typeface="Arvo"/>
                <a:sym typeface="Arvo"/>
              </a:endParaRPr>
            </a:p>
            <a:p>
              <a:pPr indent="0" lvl="0" marL="0" rtl="0" algn="ctr">
                <a:spcBef>
                  <a:spcPts val="0"/>
                </a:spcBef>
                <a:spcAft>
                  <a:spcPts val="0"/>
                </a:spcAft>
                <a:buNone/>
              </a:pPr>
              <a:r>
                <a:rPr i="1" lang="es-419" sz="500">
                  <a:latin typeface="Arvo"/>
                  <a:ea typeface="Arvo"/>
                  <a:cs typeface="Arvo"/>
                  <a:sym typeface="Arvo"/>
                </a:rPr>
                <a:t>&lt;ej: </a:t>
              </a:r>
              <a:r>
                <a:rPr i="1" lang="es-419" sz="500">
                  <a:solidFill>
                    <a:srgbClr val="000000"/>
                  </a:solidFill>
                  <a:latin typeface="Roboto"/>
                  <a:ea typeface="Roboto"/>
                  <a:cs typeface="Roboto"/>
                  <a:sym typeface="Roboto"/>
                </a:rPr>
                <a:t>autenticar por huella y cara</a:t>
              </a:r>
              <a:r>
                <a:rPr i="1" lang="es-419" sz="500">
                  <a:latin typeface="Arvo"/>
                  <a:ea typeface="Arvo"/>
                  <a:cs typeface="Arvo"/>
                  <a:sym typeface="Arvo"/>
                </a:rPr>
                <a:t>&gt;</a:t>
              </a:r>
              <a:endParaRPr i="1" sz="500">
                <a:latin typeface="Arvo"/>
                <a:ea typeface="Arvo"/>
                <a:cs typeface="Arvo"/>
                <a:sym typeface="Arvo"/>
              </a:endParaRPr>
            </a:p>
          </p:txBody>
        </p:sp>
        <p:sp>
          <p:nvSpPr>
            <p:cNvPr id="16636" name="Google Shape;16636;p291"/>
            <p:cNvSpPr txBox="1"/>
            <p:nvPr/>
          </p:nvSpPr>
          <p:spPr>
            <a:xfrm>
              <a:off x="3639736" y="557328"/>
              <a:ext cx="702600" cy="4653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b="1" lang="es-419" sz="700">
                  <a:latin typeface="Arvo"/>
                  <a:ea typeface="Arvo"/>
                  <a:cs typeface="Arvo"/>
                  <a:sym typeface="Arvo"/>
                </a:rPr>
                <a:t>Punto de contacto</a:t>
              </a:r>
              <a:endParaRPr sz="700">
                <a:latin typeface="Arvo"/>
                <a:ea typeface="Arvo"/>
                <a:cs typeface="Arvo"/>
                <a:sym typeface="Arvo"/>
              </a:endParaRPr>
            </a:p>
          </p:txBody>
        </p:sp>
        <p:sp>
          <p:nvSpPr>
            <p:cNvPr id="16637" name="Google Shape;16637;p291"/>
            <p:cNvSpPr txBox="1"/>
            <p:nvPr/>
          </p:nvSpPr>
          <p:spPr>
            <a:xfrm>
              <a:off x="2784273" y="568049"/>
              <a:ext cx="702600" cy="4653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b="1" lang="es-419" sz="700">
                  <a:latin typeface="Arvo"/>
                  <a:ea typeface="Arvo"/>
                  <a:cs typeface="Arvo"/>
                  <a:sym typeface="Arvo"/>
                </a:rPr>
                <a:t>Rol</a:t>
              </a:r>
              <a:endParaRPr sz="700">
                <a:latin typeface="Arvo"/>
                <a:ea typeface="Arvo"/>
                <a:cs typeface="Arvo"/>
                <a:sym typeface="Arvo"/>
              </a:endParaRPr>
            </a:p>
          </p:txBody>
        </p:sp>
        <p:pic>
          <p:nvPicPr>
            <p:cNvPr id="16638" name="Google Shape;16638;p291"/>
            <p:cNvPicPr preferRelativeResize="0"/>
            <p:nvPr/>
          </p:nvPicPr>
          <p:blipFill rotWithShape="1">
            <a:blip r:embed="rId3">
              <a:alphaModFix/>
            </a:blip>
            <a:srcRect b="-868" l="16515" r="66426" t="66946"/>
            <a:stretch/>
          </p:blipFill>
          <p:spPr>
            <a:xfrm>
              <a:off x="2782507" y="825772"/>
              <a:ext cx="702701" cy="702700"/>
            </a:xfrm>
            <a:prstGeom prst="rect">
              <a:avLst/>
            </a:prstGeom>
            <a:noFill/>
            <a:ln>
              <a:noFill/>
            </a:ln>
          </p:spPr>
        </p:pic>
        <p:sp>
          <p:nvSpPr>
            <p:cNvPr id="16639" name="Google Shape;16639;p291"/>
            <p:cNvSpPr txBox="1"/>
            <p:nvPr/>
          </p:nvSpPr>
          <p:spPr>
            <a:xfrm>
              <a:off x="2782511" y="1476053"/>
              <a:ext cx="761100" cy="2325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b="1" lang="es-419" sz="700">
                  <a:latin typeface="Arvo"/>
                  <a:ea typeface="Arvo"/>
                  <a:cs typeface="Arvo"/>
                  <a:sym typeface="Arvo"/>
                </a:rPr>
                <a:t>Auxiliar de bodega</a:t>
              </a:r>
              <a:endParaRPr b="1" i="1" sz="600">
                <a:solidFill>
                  <a:srgbClr val="666666"/>
                </a:solidFill>
                <a:latin typeface="Arvo"/>
                <a:ea typeface="Arvo"/>
                <a:cs typeface="Arvo"/>
                <a:sym typeface="Arvo"/>
              </a:endParaRPr>
            </a:p>
          </p:txBody>
        </p:sp>
        <p:sp>
          <p:nvSpPr>
            <p:cNvPr id="16640" name="Google Shape;16640;p291"/>
            <p:cNvSpPr txBox="1"/>
            <p:nvPr/>
          </p:nvSpPr>
          <p:spPr>
            <a:xfrm>
              <a:off x="2704760" y="1669653"/>
              <a:ext cx="964800" cy="232500"/>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t/>
              </a:r>
              <a:endParaRPr b="1" sz="700">
                <a:latin typeface="Arvo"/>
                <a:ea typeface="Arvo"/>
                <a:cs typeface="Arvo"/>
                <a:sym typeface="Arvo"/>
              </a:endParaRPr>
            </a:p>
            <a:p>
              <a:pPr indent="0" lvl="0" marL="0" rtl="0" algn="ctr">
                <a:spcBef>
                  <a:spcPts val="0"/>
                </a:spcBef>
                <a:spcAft>
                  <a:spcPts val="0"/>
                </a:spcAft>
                <a:buNone/>
              </a:pPr>
              <a:r>
                <a:rPr i="1" lang="es-419" sz="500">
                  <a:latin typeface="Arvo"/>
                  <a:ea typeface="Arvo"/>
                  <a:cs typeface="Arvo"/>
                  <a:sym typeface="Arvo"/>
                </a:rPr>
                <a:t>&lt;ej: conductor&gt;</a:t>
              </a:r>
              <a:endParaRPr i="1" sz="500">
                <a:latin typeface="Arvo"/>
                <a:ea typeface="Arvo"/>
                <a:cs typeface="Arvo"/>
                <a:sym typeface="Arvo"/>
              </a:endParaRPr>
            </a:p>
          </p:txBody>
        </p:sp>
      </p:grpSp>
      <p:grpSp>
        <p:nvGrpSpPr>
          <p:cNvPr id="16641" name="Google Shape;16641;p291"/>
          <p:cNvGrpSpPr/>
          <p:nvPr/>
        </p:nvGrpSpPr>
        <p:grpSpPr>
          <a:xfrm>
            <a:off x="6815901" y="1192016"/>
            <a:ext cx="2810831" cy="2161925"/>
            <a:chOff x="2640436" y="-87872"/>
            <a:chExt cx="3098700" cy="2874900"/>
          </a:xfrm>
        </p:grpSpPr>
        <p:sp>
          <p:nvSpPr>
            <p:cNvPr id="16642" name="Google Shape;16642;p291"/>
            <p:cNvSpPr/>
            <p:nvPr/>
          </p:nvSpPr>
          <p:spPr>
            <a:xfrm>
              <a:off x="2640436" y="-87872"/>
              <a:ext cx="3098700" cy="2874900"/>
            </a:xfrm>
            <a:prstGeom prst="roundRect">
              <a:avLst>
                <a:gd fmla="val 3233" name="adj"/>
              </a:avLst>
            </a:prstGeom>
            <a:solidFill>
              <a:srgbClr val="FFFFFF"/>
            </a:solidFill>
            <a:ln cap="flat" cmpd="sng" w="9525">
              <a:solidFill>
                <a:srgbClr val="EFEFEF"/>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t" bIns="15400" lIns="15400" spcFirstLastPara="1" rIns="15400" wrap="square" tIns="15400">
              <a:noAutofit/>
            </a:bodyPr>
            <a:lstStyle/>
            <a:p>
              <a:pPr indent="0" lvl="0" marL="0" rtl="0" algn="ctr">
                <a:spcBef>
                  <a:spcPts val="0"/>
                </a:spcBef>
                <a:spcAft>
                  <a:spcPts val="0"/>
                </a:spcAft>
                <a:buNone/>
              </a:pPr>
              <a:r>
                <a:rPr b="1" i="1" lang="es-419" sz="800">
                  <a:solidFill>
                    <a:srgbClr val="434343"/>
                  </a:solidFill>
                </a:rPr>
                <a:t>Puntos de Automatización</a:t>
              </a:r>
              <a:endParaRPr b="1" i="1" sz="800">
                <a:solidFill>
                  <a:srgbClr val="434343"/>
                </a:solidFill>
              </a:endParaRPr>
            </a:p>
          </p:txBody>
        </p:sp>
        <p:sp>
          <p:nvSpPr>
            <p:cNvPr id="16643" name="Google Shape;16643;p291"/>
            <p:cNvSpPr txBox="1"/>
            <p:nvPr/>
          </p:nvSpPr>
          <p:spPr>
            <a:xfrm>
              <a:off x="2820612" y="182753"/>
              <a:ext cx="1098600" cy="232500"/>
            </a:xfrm>
            <a:prstGeom prst="rect">
              <a:avLst/>
            </a:prstGeom>
            <a:noFill/>
            <a:ln>
              <a:noFill/>
            </a:ln>
          </p:spPr>
          <p:txBody>
            <a:bodyPr anchorCtr="0" anchor="ctr" bIns="0" lIns="0" spcFirstLastPara="1" rIns="0" wrap="square" tIns="0">
              <a:noAutofit/>
            </a:bodyPr>
            <a:lstStyle/>
            <a:p>
              <a:pPr indent="0" lvl="0" marL="0" rtl="0" algn="r">
                <a:spcBef>
                  <a:spcPts val="0"/>
                </a:spcBef>
                <a:spcAft>
                  <a:spcPts val="0"/>
                </a:spcAft>
                <a:buNone/>
              </a:pPr>
              <a:r>
                <a:rPr lang="es-419" sz="700">
                  <a:latin typeface="Arvo"/>
                  <a:ea typeface="Arvo"/>
                  <a:cs typeface="Arvo"/>
                  <a:sym typeface="Arvo"/>
                </a:rPr>
                <a:t>Actividad de Negocio</a:t>
              </a:r>
              <a:endParaRPr sz="700">
                <a:latin typeface="Arvo"/>
                <a:ea typeface="Arvo"/>
                <a:cs typeface="Arvo"/>
                <a:sym typeface="Arvo"/>
              </a:endParaRPr>
            </a:p>
            <a:p>
              <a:pPr indent="0" lvl="0" marL="0" rtl="0" algn="r">
                <a:spcBef>
                  <a:spcPts val="0"/>
                </a:spcBef>
                <a:spcAft>
                  <a:spcPts val="0"/>
                </a:spcAft>
                <a:buNone/>
              </a:pPr>
              <a:r>
                <a:rPr i="1" lang="es-419" sz="500">
                  <a:latin typeface="Arvo"/>
                  <a:ea typeface="Arvo"/>
                  <a:cs typeface="Arvo"/>
                  <a:sym typeface="Arvo"/>
                </a:rPr>
                <a:t>&lt;ej: Identificarse&gt;</a:t>
              </a:r>
              <a:endParaRPr i="1" sz="500">
                <a:latin typeface="Arvo"/>
                <a:ea typeface="Arvo"/>
                <a:cs typeface="Arvo"/>
                <a:sym typeface="Arvo"/>
              </a:endParaRPr>
            </a:p>
          </p:txBody>
        </p:sp>
        <p:sp>
          <p:nvSpPr>
            <p:cNvPr id="16644" name="Google Shape;16644;p291"/>
            <p:cNvSpPr/>
            <p:nvPr/>
          </p:nvSpPr>
          <p:spPr>
            <a:xfrm>
              <a:off x="3951036" y="159603"/>
              <a:ext cx="17313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8200" lIns="78200" spcFirstLastPara="1" rIns="78200" wrap="square" tIns="78200">
              <a:noAutofit/>
            </a:bodyPr>
            <a:lstStyle/>
            <a:p>
              <a:pPr indent="0" lvl="0" marL="0" rtl="0" algn="l">
                <a:spcBef>
                  <a:spcPts val="0"/>
                </a:spcBef>
                <a:spcAft>
                  <a:spcPts val="0"/>
                </a:spcAft>
                <a:buNone/>
              </a:pPr>
              <a:r>
                <a:t/>
              </a:r>
              <a:endParaRPr sz="500">
                <a:latin typeface="Roboto"/>
                <a:ea typeface="Roboto"/>
                <a:cs typeface="Roboto"/>
                <a:sym typeface="Roboto"/>
              </a:endParaRPr>
            </a:p>
          </p:txBody>
        </p:sp>
        <p:sp>
          <p:nvSpPr>
            <p:cNvPr id="16645" name="Google Shape;16645;p291"/>
            <p:cNvSpPr txBox="1"/>
            <p:nvPr/>
          </p:nvSpPr>
          <p:spPr>
            <a:xfrm>
              <a:off x="3962886" y="142103"/>
              <a:ext cx="1731300" cy="351900"/>
            </a:xfrm>
            <a:prstGeom prst="rect">
              <a:avLst/>
            </a:prstGeom>
            <a:noFill/>
            <a:ln>
              <a:noFill/>
            </a:ln>
          </p:spPr>
          <p:txBody>
            <a:bodyPr anchorCtr="0" anchor="ctr" bIns="15400" lIns="15400" spcFirstLastPara="1" rIns="15400" wrap="square" tIns="15400">
              <a:noAutofit/>
            </a:bodyPr>
            <a:lstStyle/>
            <a:p>
              <a:pPr indent="0" lvl="0" marL="0" rtl="0" algn="l">
                <a:spcBef>
                  <a:spcPts val="0"/>
                </a:spcBef>
                <a:spcAft>
                  <a:spcPts val="0"/>
                </a:spcAft>
                <a:buNone/>
              </a:pPr>
              <a:r>
                <a:rPr b="1" lang="es-419" sz="700">
                  <a:solidFill>
                    <a:schemeClr val="dk1"/>
                  </a:solidFill>
                </a:rPr>
                <a:t>Identificar </a:t>
              </a:r>
              <a:r>
                <a:rPr b="1" lang="es-419" sz="700">
                  <a:solidFill>
                    <a:schemeClr val="dk1"/>
                  </a:solidFill>
                </a:rPr>
                <a:t>ubicación</a:t>
              </a:r>
              <a:r>
                <a:rPr b="1" lang="es-419" sz="700">
                  <a:solidFill>
                    <a:schemeClr val="dk1"/>
                  </a:solidFill>
                </a:rPr>
                <a:t> del producto</a:t>
              </a:r>
              <a:endParaRPr/>
            </a:p>
          </p:txBody>
        </p:sp>
        <p:sp>
          <p:nvSpPr>
            <p:cNvPr id="16646" name="Google Shape;16646;p291"/>
            <p:cNvSpPr/>
            <p:nvPr/>
          </p:nvSpPr>
          <p:spPr>
            <a:xfrm>
              <a:off x="3646236" y="1459973"/>
              <a:ext cx="6333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8200" lIns="78200" spcFirstLastPara="1" rIns="78200" wrap="square" tIns="78200">
              <a:noAutofit/>
            </a:bodyPr>
            <a:lstStyle/>
            <a:p>
              <a:pPr indent="0" lvl="0" marL="0" rtl="0" algn="l">
                <a:spcBef>
                  <a:spcPts val="0"/>
                </a:spcBef>
                <a:spcAft>
                  <a:spcPts val="0"/>
                </a:spcAft>
                <a:buNone/>
              </a:pPr>
              <a:r>
                <a:rPr lang="es-419" sz="600">
                  <a:solidFill>
                    <a:schemeClr val="dk1"/>
                  </a:solidFill>
                </a:rPr>
                <a:t>☁️ S. almacenamiento</a:t>
              </a:r>
              <a:endParaRPr sz="500">
                <a:latin typeface="Roboto"/>
                <a:ea typeface="Roboto"/>
                <a:cs typeface="Roboto"/>
                <a:sym typeface="Roboto"/>
              </a:endParaRPr>
            </a:p>
          </p:txBody>
        </p:sp>
        <p:sp>
          <p:nvSpPr>
            <p:cNvPr id="16647" name="Google Shape;16647;p291"/>
            <p:cNvSpPr/>
            <p:nvPr/>
          </p:nvSpPr>
          <p:spPr>
            <a:xfrm>
              <a:off x="3646236" y="1075527"/>
              <a:ext cx="6333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8200" lIns="78200" spcFirstLastPara="1" rIns="78200" wrap="square" tIns="78200">
              <a:noAutofit/>
            </a:bodyPr>
            <a:lstStyle/>
            <a:p>
              <a:pPr indent="0" lvl="0" marL="0" rtl="0" algn="l">
                <a:spcBef>
                  <a:spcPts val="0"/>
                </a:spcBef>
                <a:spcAft>
                  <a:spcPts val="0"/>
                </a:spcAft>
                <a:buNone/>
              </a:pPr>
              <a:r>
                <a:t/>
              </a:r>
              <a:endParaRPr sz="500">
                <a:latin typeface="Roboto"/>
                <a:ea typeface="Roboto"/>
                <a:cs typeface="Roboto"/>
                <a:sym typeface="Roboto"/>
              </a:endParaRPr>
            </a:p>
          </p:txBody>
        </p:sp>
        <p:sp>
          <p:nvSpPr>
            <p:cNvPr id="16648" name="Google Shape;16648;p291"/>
            <p:cNvSpPr/>
            <p:nvPr/>
          </p:nvSpPr>
          <p:spPr>
            <a:xfrm>
              <a:off x="3646236" y="1853377"/>
              <a:ext cx="6333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8200" lIns="78200" spcFirstLastPara="1" rIns="78200" wrap="square" tIns="78200">
              <a:noAutofit/>
            </a:bodyPr>
            <a:lstStyle/>
            <a:p>
              <a:pPr indent="0" lvl="0" marL="0" rtl="0" algn="l">
                <a:spcBef>
                  <a:spcPts val="0"/>
                </a:spcBef>
                <a:spcAft>
                  <a:spcPts val="0"/>
                </a:spcAft>
                <a:buNone/>
              </a:pPr>
              <a:r>
                <a:t/>
              </a:r>
              <a:endParaRPr sz="500">
                <a:latin typeface="Roboto"/>
                <a:ea typeface="Roboto"/>
                <a:cs typeface="Roboto"/>
                <a:sym typeface="Roboto"/>
              </a:endParaRPr>
            </a:p>
          </p:txBody>
        </p:sp>
        <p:sp>
          <p:nvSpPr>
            <p:cNvPr id="16649" name="Google Shape;16649;p291"/>
            <p:cNvSpPr/>
            <p:nvPr/>
          </p:nvSpPr>
          <p:spPr>
            <a:xfrm>
              <a:off x="3646236" y="2229879"/>
              <a:ext cx="6333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8200" lIns="78200" spcFirstLastPara="1" rIns="78200" wrap="square" tIns="78200">
              <a:noAutofit/>
            </a:bodyPr>
            <a:lstStyle/>
            <a:p>
              <a:pPr indent="0" lvl="0" marL="0" rtl="0" algn="l">
                <a:spcBef>
                  <a:spcPts val="0"/>
                </a:spcBef>
                <a:spcAft>
                  <a:spcPts val="0"/>
                </a:spcAft>
                <a:buNone/>
              </a:pPr>
              <a:r>
                <a:t/>
              </a:r>
              <a:endParaRPr sz="500">
                <a:latin typeface="Roboto"/>
                <a:ea typeface="Roboto"/>
                <a:cs typeface="Roboto"/>
                <a:sym typeface="Roboto"/>
              </a:endParaRPr>
            </a:p>
          </p:txBody>
        </p:sp>
        <p:sp>
          <p:nvSpPr>
            <p:cNvPr id="16650" name="Google Shape;16650;p291"/>
            <p:cNvSpPr/>
            <p:nvPr/>
          </p:nvSpPr>
          <p:spPr>
            <a:xfrm>
              <a:off x="4349786" y="1075528"/>
              <a:ext cx="13251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61600" lIns="61600" spcFirstLastPara="1" rIns="61600" wrap="square" tIns="61600">
              <a:noAutofit/>
            </a:bodyPr>
            <a:lstStyle/>
            <a:p>
              <a:pPr indent="0" lvl="0" marL="0" rtl="0" algn="l">
                <a:spcBef>
                  <a:spcPts val="0"/>
                </a:spcBef>
                <a:spcAft>
                  <a:spcPts val="0"/>
                </a:spcAft>
                <a:buNone/>
              </a:pPr>
              <a:r>
                <a:t/>
              </a:r>
              <a:endParaRPr sz="700">
                <a:latin typeface="Roboto"/>
                <a:ea typeface="Roboto"/>
                <a:cs typeface="Roboto"/>
                <a:sym typeface="Roboto"/>
              </a:endParaRPr>
            </a:p>
          </p:txBody>
        </p:sp>
        <p:sp>
          <p:nvSpPr>
            <p:cNvPr id="16651" name="Google Shape;16651;p291"/>
            <p:cNvSpPr/>
            <p:nvPr/>
          </p:nvSpPr>
          <p:spPr>
            <a:xfrm>
              <a:off x="4349786" y="1459971"/>
              <a:ext cx="13251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61600" lIns="61600" spcFirstLastPara="1" rIns="61600" wrap="square" tIns="61600">
              <a:noAutofit/>
            </a:bodyPr>
            <a:lstStyle/>
            <a:p>
              <a:pPr indent="0" lvl="0" marL="0" rtl="0" algn="l">
                <a:spcBef>
                  <a:spcPts val="0"/>
                </a:spcBef>
                <a:spcAft>
                  <a:spcPts val="0"/>
                </a:spcAft>
                <a:buNone/>
              </a:pPr>
              <a:r>
                <a:rPr lang="es-419" sz="600">
                  <a:solidFill>
                    <a:schemeClr val="dk1"/>
                  </a:solidFill>
                </a:rPr>
                <a:t>Consultar </a:t>
              </a:r>
              <a:r>
                <a:rPr lang="es-419" sz="600">
                  <a:solidFill>
                    <a:schemeClr val="dk1"/>
                  </a:solidFill>
                </a:rPr>
                <a:t>ubicación</a:t>
              </a:r>
              <a:r>
                <a:rPr lang="es-419" sz="600">
                  <a:solidFill>
                    <a:schemeClr val="dk1"/>
                  </a:solidFill>
                </a:rPr>
                <a:t> exacta mediante lector QR o </a:t>
              </a:r>
              <a:r>
                <a:rPr lang="es-419" sz="600">
                  <a:solidFill>
                    <a:schemeClr val="dk1"/>
                  </a:solidFill>
                </a:rPr>
                <a:t>código</a:t>
              </a:r>
              <a:endParaRPr sz="700">
                <a:latin typeface="Roboto"/>
                <a:ea typeface="Roboto"/>
                <a:cs typeface="Roboto"/>
                <a:sym typeface="Roboto"/>
              </a:endParaRPr>
            </a:p>
          </p:txBody>
        </p:sp>
        <p:sp>
          <p:nvSpPr>
            <p:cNvPr id="16652" name="Google Shape;16652;p291"/>
            <p:cNvSpPr/>
            <p:nvPr/>
          </p:nvSpPr>
          <p:spPr>
            <a:xfrm>
              <a:off x="4349786" y="1853372"/>
              <a:ext cx="13251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61600" lIns="61600" spcFirstLastPara="1" rIns="61600" wrap="square" tIns="61600">
              <a:noAutofit/>
            </a:bodyPr>
            <a:lstStyle/>
            <a:p>
              <a:pPr indent="0" lvl="0" marL="0" rtl="0" algn="l">
                <a:spcBef>
                  <a:spcPts val="0"/>
                </a:spcBef>
                <a:spcAft>
                  <a:spcPts val="0"/>
                </a:spcAft>
                <a:buNone/>
              </a:pPr>
              <a:r>
                <a:t/>
              </a:r>
              <a:endParaRPr sz="700">
                <a:latin typeface="Roboto"/>
                <a:ea typeface="Roboto"/>
                <a:cs typeface="Roboto"/>
                <a:sym typeface="Roboto"/>
              </a:endParaRPr>
            </a:p>
          </p:txBody>
        </p:sp>
        <p:sp>
          <p:nvSpPr>
            <p:cNvPr id="16653" name="Google Shape;16653;p291"/>
            <p:cNvSpPr/>
            <p:nvPr/>
          </p:nvSpPr>
          <p:spPr>
            <a:xfrm>
              <a:off x="4349786" y="2239831"/>
              <a:ext cx="13251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61600" lIns="61600" spcFirstLastPara="1" rIns="61600" wrap="square" tIns="61600">
              <a:noAutofit/>
            </a:bodyPr>
            <a:lstStyle/>
            <a:p>
              <a:pPr indent="0" lvl="0" marL="0" rtl="0" algn="l">
                <a:spcBef>
                  <a:spcPts val="0"/>
                </a:spcBef>
                <a:spcAft>
                  <a:spcPts val="0"/>
                </a:spcAft>
                <a:buNone/>
              </a:pPr>
              <a:r>
                <a:rPr lang="es-419" sz="700">
                  <a:latin typeface="Roboto"/>
                  <a:ea typeface="Roboto"/>
                  <a:cs typeface="Roboto"/>
                  <a:sym typeface="Roboto"/>
                </a:rPr>
                <a:t>&lt;...&gt;</a:t>
              </a:r>
              <a:endParaRPr sz="700">
                <a:latin typeface="Roboto"/>
                <a:ea typeface="Roboto"/>
                <a:cs typeface="Roboto"/>
                <a:sym typeface="Roboto"/>
              </a:endParaRPr>
            </a:p>
          </p:txBody>
        </p:sp>
        <p:sp>
          <p:nvSpPr>
            <p:cNvPr id="16654" name="Google Shape;16654;p291"/>
            <p:cNvSpPr/>
            <p:nvPr/>
          </p:nvSpPr>
          <p:spPr>
            <a:xfrm>
              <a:off x="2704756" y="1461628"/>
              <a:ext cx="8817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8200" lIns="78200" spcFirstLastPara="1" rIns="78200" wrap="square" tIns="78200">
              <a:noAutofit/>
            </a:bodyPr>
            <a:lstStyle/>
            <a:p>
              <a:pPr indent="0" lvl="0" marL="0" rtl="0" algn="l">
                <a:spcBef>
                  <a:spcPts val="0"/>
                </a:spcBef>
                <a:spcAft>
                  <a:spcPts val="0"/>
                </a:spcAft>
                <a:buNone/>
              </a:pPr>
              <a:r>
                <a:t/>
              </a:r>
              <a:endParaRPr sz="500">
                <a:latin typeface="Roboto"/>
                <a:ea typeface="Roboto"/>
                <a:cs typeface="Roboto"/>
                <a:sym typeface="Roboto"/>
              </a:endParaRPr>
            </a:p>
          </p:txBody>
        </p:sp>
        <p:sp>
          <p:nvSpPr>
            <p:cNvPr id="16655" name="Google Shape;16655;p291"/>
            <p:cNvSpPr txBox="1"/>
            <p:nvPr/>
          </p:nvSpPr>
          <p:spPr>
            <a:xfrm>
              <a:off x="4463036" y="557328"/>
              <a:ext cx="1098600" cy="4653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b="1" lang="es-419" sz="700">
                  <a:latin typeface="Arvo"/>
                  <a:ea typeface="Arvo"/>
                  <a:cs typeface="Arvo"/>
                  <a:sym typeface="Arvo"/>
                </a:rPr>
                <a:t>Acción interactiva:</a:t>
              </a:r>
              <a:endParaRPr b="1" sz="700">
                <a:latin typeface="Arvo"/>
                <a:ea typeface="Arvo"/>
                <a:cs typeface="Arvo"/>
                <a:sym typeface="Arvo"/>
              </a:endParaRPr>
            </a:p>
            <a:p>
              <a:pPr indent="0" lvl="0" marL="0" rtl="0" algn="ctr">
                <a:spcBef>
                  <a:spcPts val="0"/>
                </a:spcBef>
                <a:spcAft>
                  <a:spcPts val="0"/>
                </a:spcAft>
                <a:buNone/>
              </a:pPr>
              <a:r>
                <a:rPr i="1" lang="es-419" sz="500">
                  <a:latin typeface="Arvo"/>
                  <a:ea typeface="Arvo"/>
                  <a:cs typeface="Arvo"/>
                  <a:sym typeface="Arvo"/>
                </a:rPr>
                <a:t>&lt;ej: </a:t>
              </a:r>
              <a:r>
                <a:rPr i="1" lang="es-419" sz="500">
                  <a:solidFill>
                    <a:srgbClr val="000000"/>
                  </a:solidFill>
                  <a:latin typeface="Roboto"/>
                  <a:ea typeface="Roboto"/>
                  <a:cs typeface="Roboto"/>
                  <a:sym typeface="Roboto"/>
                </a:rPr>
                <a:t>autenticar por huella y cara</a:t>
              </a:r>
              <a:r>
                <a:rPr i="1" lang="es-419" sz="500">
                  <a:latin typeface="Arvo"/>
                  <a:ea typeface="Arvo"/>
                  <a:cs typeface="Arvo"/>
                  <a:sym typeface="Arvo"/>
                </a:rPr>
                <a:t>&gt;</a:t>
              </a:r>
              <a:endParaRPr i="1" sz="500">
                <a:latin typeface="Arvo"/>
                <a:ea typeface="Arvo"/>
                <a:cs typeface="Arvo"/>
                <a:sym typeface="Arvo"/>
              </a:endParaRPr>
            </a:p>
          </p:txBody>
        </p:sp>
        <p:sp>
          <p:nvSpPr>
            <p:cNvPr id="16656" name="Google Shape;16656;p291"/>
            <p:cNvSpPr txBox="1"/>
            <p:nvPr/>
          </p:nvSpPr>
          <p:spPr>
            <a:xfrm>
              <a:off x="3639736" y="557328"/>
              <a:ext cx="702600" cy="4653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b="1" lang="es-419" sz="700">
                  <a:latin typeface="Arvo"/>
                  <a:ea typeface="Arvo"/>
                  <a:cs typeface="Arvo"/>
                  <a:sym typeface="Arvo"/>
                </a:rPr>
                <a:t>Punto de contacto</a:t>
              </a:r>
              <a:endParaRPr sz="700">
                <a:latin typeface="Arvo"/>
                <a:ea typeface="Arvo"/>
                <a:cs typeface="Arvo"/>
                <a:sym typeface="Arvo"/>
              </a:endParaRPr>
            </a:p>
          </p:txBody>
        </p:sp>
        <p:sp>
          <p:nvSpPr>
            <p:cNvPr id="16657" name="Google Shape;16657;p291"/>
            <p:cNvSpPr txBox="1"/>
            <p:nvPr/>
          </p:nvSpPr>
          <p:spPr>
            <a:xfrm>
              <a:off x="2784273" y="568049"/>
              <a:ext cx="702600" cy="4653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b="1" lang="es-419" sz="700">
                  <a:latin typeface="Arvo"/>
                  <a:ea typeface="Arvo"/>
                  <a:cs typeface="Arvo"/>
                  <a:sym typeface="Arvo"/>
                </a:rPr>
                <a:t>Rol</a:t>
              </a:r>
              <a:endParaRPr sz="700">
                <a:latin typeface="Arvo"/>
                <a:ea typeface="Arvo"/>
                <a:cs typeface="Arvo"/>
                <a:sym typeface="Arvo"/>
              </a:endParaRPr>
            </a:p>
          </p:txBody>
        </p:sp>
        <p:pic>
          <p:nvPicPr>
            <p:cNvPr id="16658" name="Google Shape;16658;p291"/>
            <p:cNvPicPr preferRelativeResize="0"/>
            <p:nvPr/>
          </p:nvPicPr>
          <p:blipFill rotWithShape="1">
            <a:blip r:embed="rId3">
              <a:alphaModFix/>
            </a:blip>
            <a:srcRect b="-868" l="16515" r="66426" t="66946"/>
            <a:stretch/>
          </p:blipFill>
          <p:spPr>
            <a:xfrm>
              <a:off x="2782507" y="825772"/>
              <a:ext cx="702701" cy="702700"/>
            </a:xfrm>
            <a:prstGeom prst="rect">
              <a:avLst/>
            </a:prstGeom>
            <a:noFill/>
            <a:ln>
              <a:noFill/>
            </a:ln>
          </p:spPr>
        </p:pic>
        <p:sp>
          <p:nvSpPr>
            <p:cNvPr id="16659" name="Google Shape;16659;p291"/>
            <p:cNvSpPr txBox="1"/>
            <p:nvPr/>
          </p:nvSpPr>
          <p:spPr>
            <a:xfrm>
              <a:off x="2782511" y="1476053"/>
              <a:ext cx="761100" cy="232500"/>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s-419" sz="700">
                  <a:solidFill>
                    <a:schemeClr val="dk1"/>
                  </a:solidFill>
                </a:rPr>
                <a:t>Auxiliar de bodega</a:t>
              </a:r>
              <a:endParaRPr/>
            </a:p>
          </p:txBody>
        </p:sp>
        <p:sp>
          <p:nvSpPr>
            <p:cNvPr id="16660" name="Google Shape;16660;p291"/>
            <p:cNvSpPr txBox="1"/>
            <p:nvPr/>
          </p:nvSpPr>
          <p:spPr>
            <a:xfrm>
              <a:off x="2704760" y="1669653"/>
              <a:ext cx="964800" cy="232500"/>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t/>
              </a:r>
              <a:endParaRPr b="1" sz="700">
                <a:latin typeface="Arvo"/>
                <a:ea typeface="Arvo"/>
                <a:cs typeface="Arvo"/>
                <a:sym typeface="Arvo"/>
              </a:endParaRPr>
            </a:p>
            <a:p>
              <a:pPr indent="0" lvl="0" marL="0" rtl="0" algn="ctr">
                <a:spcBef>
                  <a:spcPts val="0"/>
                </a:spcBef>
                <a:spcAft>
                  <a:spcPts val="0"/>
                </a:spcAft>
                <a:buNone/>
              </a:pPr>
              <a:r>
                <a:rPr i="1" lang="es-419" sz="500">
                  <a:latin typeface="Arvo"/>
                  <a:ea typeface="Arvo"/>
                  <a:cs typeface="Arvo"/>
                  <a:sym typeface="Arvo"/>
                </a:rPr>
                <a:t>&lt;ej: conductor&gt;</a:t>
              </a:r>
              <a:endParaRPr i="1" sz="500">
                <a:latin typeface="Arvo"/>
                <a:ea typeface="Arvo"/>
                <a:cs typeface="Arvo"/>
                <a:sym typeface="Arvo"/>
              </a:endParaRPr>
            </a:p>
          </p:txBody>
        </p:sp>
      </p:grpSp>
      <p:grpSp>
        <p:nvGrpSpPr>
          <p:cNvPr id="16661" name="Google Shape;16661;p291"/>
          <p:cNvGrpSpPr/>
          <p:nvPr/>
        </p:nvGrpSpPr>
        <p:grpSpPr>
          <a:xfrm>
            <a:off x="408339" y="4215341"/>
            <a:ext cx="2810831" cy="2161925"/>
            <a:chOff x="2640436" y="-87872"/>
            <a:chExt cx="3098700" cy="2874900"/>
          </a:xfrm>
        </p:grpSpPr>
        <p:sp>
          <p:nvSpPr>
            <p:cNvPr id="16662" name="Google Shape;16662;p291"/>
            <p:cNvSpPr/>
            <p:nvPr/>
          </p:nvSpPr>
          <p:spPr>
            <a:xfrm>
              <a:off x="2640436" y="-87872"/>
              <a:ext cx="3098700" cy="2874900"/>
            </a:xfrm>
            <a:prstGeom prst="roundRect">
              <a:avLst>
                <a:gd fmla="val 3233" name="adj"/>
              </a:avLst>
            </a:prstGeom>
            <a:solidFill>
              <a:srgbClr val="FFFFFF"/>
            </a:solidFill>
            <a:ln cap="flat" cmpd="sng" w="9525">
              <a:solidFill>
                <a:srgbClr val="EFEFEF"/>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t" bIns="15400" lIns="15400" spcFirstLastPara="1" rIns="15400" wrap="square" tIns="15400">
              <a:noAutofit/>
            </a:bodyPr>
            <a:lstStyle/>
            <a:p>
              <a:pPr indent="0" lvl="0" marL="0" rtl="0" algn="ctr">
                <a:spcBef>
                  <a:spcPts val="0"/>
                </a:spcBef>
                <a:spcAft>
                  <a:spcPts val="0"/>
                </a:spcAft>
                <a:buNone/>
              </a:pPr>
              <a:r>
                <a:rPr b="1" i="1" lang="es-419" sz="800">
                  <a:solidFill>
                    <a:srgbClr val="434343"/>
                  </a:solidFill>
                </a:rPr>
                <a:t>Puntos de Automatización</a:t>
              </a:r>
              <a:endParaRPr b="1" i="1" sz="800">
                <a:solidFill>
                  <a:srgbClr val="434343"/>
                </a:solidFill>
              </a:endParaRPr>
            </a:p>
          </p:txBody>
        </p:sp>
        <p:sp>
          <p:nvSpPr>
            <p:cNvPr id="16663" name="Google Shape;16663;p291"/>
            <p:cNvSpPr txBox="1"/>
            <p:nvPr/>
          </p:nvSpPr>
          <p:spPr>
            <a:xfrm>
              <a:off x="2820612" y="182753"/>
              <a:ext cx="1098600" cy="232500"/>
            </a:xfrm>
            <a:prstGeom prst="rect">
              <a:avLst/>
            </a:prstGeom>
            <a:noFill/>
            <a:ln>
              <a:noFill/>
            </a:ln>
          </p:spPr>
          <p:txBody>
            <a:bodyPr anchorCtr="0" anchor="ctr" bIns="0" lIns="0" spcFirstLastPara="1" rIns="0" wrap="square" tIns="0">
              <a:noAutofit/>
            </a:bodyPr>
            <a:lstStyle/>
            <a:p>
              <a:pPr indent="0" lvl="0" marL="0" rtl="0" algn="r">
                <a:spcBef>
                  <a:spcPts val="0"/>
                </a:spcBef>
                <a:spcAft>
                  <a:spcPts val="0"/>
                </a:spcAft>
                <a:buNone/>
              </a:pPr>
              <a:r>
                <a:rPr lang="es-419" sz="700">
                  <a:latin typeface="Arvo"/>
                  <a:ea typeface="Arvo"/>
                  <a:cs typeface="Arvo"/>
                  <a:sym typeface="Arvo"/>
                </a:rPr>
                <a:t>Actividad de Negocio</a:t>
              </a:r>
              <a:endParaRPr sz="700">
                <a:latin typeface="Arvo"/>
                <a:ea typeface="Arvo"/>
                <a:cs typeface="Arvo"/>
                <a:sym typeface="Arvo"/>
              </a:endParaRPr>
            </a:p>
            <a:p>
              <a:pPr indent="0" lvl="0" marL="0" rtl="0" algn="r">
                <a:spcBef>
                  <a:spcPts val="0"/>
                </a:spcBef>
                <a:spcAft>
                  <a:spcPts val="0"/>
                </a:spcAft>
                <a:buNone/>
              </a:pPr>
              <a:r>
                <a:rPr i="1" lang="es-419" sz="500">
                  <a:latin typeface="Arvo"/>
                  <a:ea typeface="Arvo"/>
                  <a:cs typeface="Arvo"/>
                  <a:sym typeface="Arvo"/>
                </a:rPr>
                <a:t>&lt;ej: Identificarse&gt;</a:t>
              </a:r>
              <a:endParaRPr i="1" sz="500">
                <a:latin typeface="Arvo"/>
                <a:ea typeface="Arvo"/>
                <a:cs typeface="Arvo"/>
                <a:sym typeface="Arvo"/>
              </a:endParaRPr>
            </a:p>
          </p:txBody>
        </p:sp>
        <p:sp>
          <p:nvSpPr>
            <p:cNvPr id="16664" name="Google Shape;16664;p291"/>
            <p:cNvSpPr/>
            <p:nvPr/>
          </p:nvSpPr>
          <p:spPr>
            <a:xfrm>
              <a:off x="3951036" y="159603"/>
              <a:ext cx="17313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8200" lIns="78200" spcFirstLastPara="1" rIns="78200" wrap="square" tIns="78200">
              <a:noAutofit/>
            </a:bodyPr>
            <a:lstStyle/>
            <a:p>
              <a:pPr indent="0" lvl="0" marL="0" rtl="0" algn="l">
                <a:spcBef>
                  <a:spcPts val="0"/>
                </a:spcBef>
                <a:spcAft>
                  <a:spcPts val="0"/>
                </a:spcAft>
                <a:buNone/>
              </a:pPr>
              <a:r>
                <a:t/>
              </a:r>
              <a:endParaRPr sz="500">
                <a:latin typeface="Roboto"/>
                <a:ea typeface="Roboto"/>
                <a:cs typeface="Roboto"/>
                <a:sym typeface="Roboto"/>
              </a:endParaRPr>
            </a:p>
          </p:txBody>
        </p:sp>
        <p:sp>
          <p:nvSpPr>
            <p:cNvPr id="16665" name="Google Shape;16665;p291"/>
            <p:cNvSpPr txBox="1"/>
            <p:nvPr/>
          </p:nvSpPr>
          <p:spPr>
            <a:xfrm>
              <a:off x="3962886" y="142103"/>
              <a:ext cx="1731300" cy="351900"/>
            </a:xfrm>
            <a:prstGeom prst="rect">
              <a:avLst/>
            </a:prstGeom>
            <a:noFill/>
            <a:ln>
              <a:noFill/>
            </a:ln>
          </p:spPr>
          <p:txBody>
            <a:bodyPr anchorCtr="0" anchor="ctr" bIns="15400" lIns="15400" spcFirstLastPara="1" rIns="15400" wrap="square" tIns="15400">
              <a:noAutofit/>
            </a:bodyPr>
            <a:lstStyle/>
            <a:p>
              <a:pPr indent="0" lvl="0" marL="0" rtl="0" algn="l">
                <a:spcBef>
                  <a:spcPts val="0"/>
                </a:spcBef>
                <a:spcAft>
                  <a:spcPts val="0"/>
                </a:spcAft>
                <a:buNone/>
              </a:pPr>
              <a:r>
                <a:rPr b="1" lang="es-419" sz="700">
                  <a:solidFill>
                    <a:schemeClr val="dk1"/>
                  </a:solidFill>
                </a:rPr>
                <a:t>Prepara producto para la entrega</a:t>
              </a:r>
              <a:endParaRPr/>
            </a:p>
          </p:txBody>
        </p:sp>
        <p:sp>
          <p:nvSpPr>
            <p:cNvPr id="16666" name="Google Shape;16666;p291"/>
            <p:cNvSpPr/>
            <p:nvPr/>
          </p:nvSpPr>
          <p:spPr>
            <a:xfrm>
              <a:off x="3646236" y="1459973"/>
              <a:ext cx="6333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8200" lIns="78200" spcFirstLastPara="1" rIns="78200" wrap="square" tIns="78200">
              <a:noAutofit/>
            </a:bodyPr>
            <a:lstStyle/>
            <a:p>
              <a:pPr indent="0" lvl="0" marL="0" rtl="0" algn="l">
                <a:spcBef>
                  <a:spcPts val="0"/>
                </a:spcBef>
                <a:spcAft>
                  <a:spcPts val="0"/>
                </a:spcAft>
                <a:buNone/>
              </a:pPr>
              <a:r>
                <a:t/>
              </a:r>
              <a:endParaRPr sz="500">
                <a:latin typeface="Roboto"/>
                <a:ea typeface="Roboto"/>
                <a:cs typeface="Roboto"/>
                <a:sym typeface="Roboto"/>
              </a:endParaRPr>
            </a:p>
          </p:txBody>
        </p:sp>
        <p:sp>
          <p:nvSpPr>
            <p:cNvPr id="16667" name="Google Shape;16667;p291"/>
            <p:cNvSpPr/>
            <p:nvPr/>
          </p:nvSpPr>
          <p:spPr>
            <a:xfrm>
              <a:off x="3646236" y="1075527"/>
              <a:ext cx="6333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8200" lIns="78200" spcFirstLastPara="1" rIns="78200" wrap="square" tIns="78200">
              <a:noAutofit/>
            </a:bodyPr>
            <a:lstStyle/>
            <a:p>
              <a:pPr indent="0" lvl="0" marL="0" rtl="0" algn="l">
                <a:spcBef>
                  <a:spcPts val="0"/>
                </a:spcBef>
                <a:spcAft>
                  <a:spcPts val="0"/>
                </a:spcAft>
                <a:buNone/>
              </a:pPr>
              <a:r>
                <a:t/>
              </a:r>
              <a:endParaRPr sz="500">
                <a:latin typeface="Roboto"/>
                <a:ea typeface="Roboto"/>
                <a:cs typeface="Roboto"/>
                <a:sym typeface="Roboto"/>
              </a:endParaRPr>
            </a:p>
          </p:txBody>
        </p:sp>
        <p:sp>
          <p:nvSpPr>
            <p:cNvPr id="16668" name="Google Shape;16668;p291"/>
            <p:cNvSpPr/>
            <p:nvPr/>
          </p:nvSpPr>
          <p:spPr>
            <a:xfrm>
              <a:off x="3646236" y="2229879"/>
              <a:ext cx="6333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8200" lIns="78200" spcFirstLastPara="1" rIns="78200" wrap="square" tIns="78200">
              <a:noAutofit/>
            </a:bodyPr>
            <a:lstStyle/>
            <a:p>
              <a:pPr indent="0" lvl="0" marL="0" rtl="0" algn="l">
                <a:spcBef>
                  <a:spcPts val="0"/>
                </a:spcBef>
                <a:spcAft>
                  <a:spcPts val="0"/>
                </a:spcAft>
                <a:buNone/>
              </a:pPr>
              <a:r>
                <a:t/>
              </a:r>
              <a:endParaRPr sz="500">
                <a:latin typeface="Roboto"/>
                <a:ea typeface="Roboto"/>
                <a:cs typeface="Roboto"/>
                <a:sym typeface="Roboto"/>
              </a:endParaRPr>
            </a:p>
          </p:txBody>
        </p:sp>
        <p:sp>
          <p:nvSpPr>
            <p:cNvPr id="16669" name="Google Shape;16669;p291"/>
            <p:cNvSpPr/>
            <p:nvPr/>
          </p:nvSpPr>
          <p:spPr>
            <a:xfrm>
              <a:off x="4349786" y="1075528"/>
              <a:ext cx="13251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61600" lIns="61600" spcFirstLastPara="1" rIns="61600" wrap="square" tIns="61600">
              <a:noAutofit/>
            </a:bodyPr>
            <a:lstStyle/>
            <a:p>
              <a:pPr indent="0" lvl="0" marL="0" rtl="0" algn="l">
                <a:spcBef>
                  <a:spcPts val="0"/>
                </a:spcBef>
                <a:spcAft>
                  <a:spcPts val="0"/>
                </a:spcAft>
                <a:buNone/>
              </a:pPr>
              <a:r>
                <a:t/>
              </a:r>
              <a:endParaRPr sz="700">
                <a:latin typeface="Roboto"/>
                <a:ea typeface="Roboto"/>
                <a:cs typeface="Roboto"/>
                <a:sym typeface="Roboto"/>
              </a:endParaRPr>
            </a:p>
          </p:txBody>
        </p:sp>
        <p:sp>
          <p:nvSpPr>
            <p:cNvPr id="16670" name="Google Shape;16670;p291"/>
            <p:cNvSpPr/>
            <p:nvPr/>
          </p:nvSpPr>
          <p:spPr>
            <a:xfrm>
              <a:off x="4349786" y="1459971"/>
              <a:ext cx="13251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61600" lIns="61600" spcFirstLastPara="1" rIns="61600" wrap="square" tIns="61600">
              <a:noAutofit/>
            </a:bodyPr>
            <a:lstStyle/>
            <a:p>
              <a:pPr indent="0" lvl="0" marL="0" rtl="0" algn="l">
                <a:spcBef>
                  <a:spcPts val="0"/>
                </a:spcBef>
                <a:spcAft>
                  <a:spcPts val="0"/>
                </a:spcAft>
                <a:buNone/>
              </a:pPr>
              <a:r>
                <a:t/>
              </a:r>
              <a:endParaRPr sz="700">
                <a:latin typeface="Roboto"/>
                <a:ea typeface="Roboto"/>
                <a:cs typeface="Roboto"/>
                <a:sym typeface="Roboto"/>
              </a:endParaRPr>
            </a:p>
          </p:txBody>
        </p:sp>
        <p:sp>
          <p:nvSpPr>
            <p:cNvPr id="16671" name="Google Shape;16671;p291"/>
            <p:cNvSpPr/>
            <p:nvPr/>
          </p:nvSpPr>
          <p:spPr>
            <a:xfrm>
              <a:off x="4349786" y="1853372"/>
              <a:ext cx="13251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61600" lIns="61600" spcFirstLastPara="1" rIns="61600" wrap="square" tIns="61600">
              <a:noAutofit/>
            </a:bodyPr>
            <a:lstStyle/>
            <a:p>
              <a:pPr indent="0" lvl="0" marL="0" rtl="0" algn="l">
                <a:spcBef>
                  <a:spcPts val="0"/>
                </a:spcBef>
                <a:spcAft>
                  <a:spcPts val="0"/>
                </a:spcAft>
                <a:buNone/>
              </a:pPr>
              <a:r>
                <a:rPr lang="es-419" sz="600">
                  <a:solidFill>
                    <a:schemeClr val="dk1"/>
                  </a:solidFill>
                </a:rPr>
                <a:t>Marcar producto como “En </a:t>
              </a:r>
              <a:r>
                <a:rPr lang="es-419" sz="600">
                  <a:solidFill>
                    <a:schemeClr val="dk1"/>
                  </a:solidFill>
                </a:rPr>
                <a:t>Preparación</a:t>
              </a:r>
              <a:r>
                <a:rPr lang="es-419" sz="600">
                  <a:solidFill>
                    <a:schemeClr val="dk1"/>
                  </a:solidFill>
                </a:rPr>
                <a:t>”. </a:t>
              </a:r>
              <a:endParaRPr sz="700">
                <a:latin typeface="Roboto"/>
                <a:ea typeface="Roboto"/>
                <a:cs typeface="Roboto"/>
                <a:sym typeface="Roboto"/>
              </a:endParaRPr>
            </a:p>
          </p:txBody>
        </p:sp>
        <p:sp>
          <p:nvSpPr>
            <p:cNvPr id="16672" name="Google Shape;16672;p291"/>
            <p:cNvSpPr/>
            <p:nvPr/>
          </p:nvSpPr>
          <p:spPr>
            <a:xfrm>
              <a:off x="4349786" y="2239831"/>
              <a:ext cx="13251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61600" lIns="61600" spcFirstLastPara="1" rIns="61600" wrap="square" tIns="61600">
              <a:noAutofit/>
            </a:bodyPr>
            <a:lstStyle/>
            <a:p>
              <a:pPr indent="0" lvl="0" marL="0" rtl="0" algn="l">
                <a:spcBef>
                  <a:spcPts val="0"/>
                </a:spcBef>
                <a:spcAft>
                  <a:spcPts val="0"/>
                </a:spcAft>
                <a:buNone/>
              </a:pPr>
              <a:r>
                <a:rPr lang="es-419" sz="700">
                  <a:latin typeface="Roboto"/>
                  <a:ea typeface="Roboto"/>
                  <a:cs typeface="Roboto"/>
                  <a:sym typeface="Roboto"/>
                </a:rPr>
                <a:t>&lt;...&gt;</a:t>
              </a:r>
              <a:endParaRPr sz="700">
                <a:latin typeface="Roboto"/>
                <a:ea typeface="Roboto"/>
                <a:cs typeface="Roboto"/>
                <a:sym typeface="Roboto"/>
              </a:endParaRPr>
            </a:p>
          </p:txBody>
        </p:sp>
        <p:sp>
          <p:nvSpPr>
            <p:cNvPr id="16673" name="Google Shape;16673;p291"/>
            <p:cNvSpPr/>
            <p:nvPr/>
          </p:nvSpPr>
          <p:spPr>
            <a:xfrm>
              <a:off x="2704756" y="1461628"/>
              <a:ext cx="8817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8200" lIns="78200" spcFirstLastPara="1" rIns="78200" wrap="square" tIns="78200">
              <a:noAutofit/>
            </a:bodyPr>
            <a:lstStyle/>
            <a:p>
              <a:pPr indent="0" lvl="0" marL="0" rtl="0" algn="l">
                <a:spcBef>
                  <a:spcPts val="0"/>
                </a:spcBef>
                <a:spcAft>
                  <a:spcPts val="0"/>
                </a:spcAft>
                <a:buNone/>
              </a:pPr>
              <a:r>
                <a:t/>
              </a:r>
              <a:endParaRPr sz="500">
                <a:latin typeface="Roboto"/>
                <a:ea typeface="Roboto"/>
                <a:cs typeface="Roboto"/>
                <a:sym typeface="Roboto"/>
              </a:endParaRPr>
            </a:p>
          </p:txBody>
        </p:sp>
        <p:sp>
          <p:nvSpPr>
            <p:cNvPr id="16674" name="Google Shape;16674;p291"/>
            <p:cNvSpPr txBox="1"/>
            <p:nvPr/>
          </p:nvSpPr>
          <p:spPr>
            <a:xfrm>
              <a:off x="4463036" y="557328"/>
              <a:ext cx="1098600" cy="4653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b="1" lang="es-419" sz="700">
                  <a:latin typeface="Arvo"/>
                  <a:ea typeface="Arvo"/>
                  <a:cs typeface="Arvo"/>
                  <a:sym typeface="Arvo"/>
                </a:rPr>
                <a:t>Acción interactiva:</a:t>
              </a:r>
              <a:endParaRPr b="1" sz="700">
                <a:latin typeface="Arvo"/>
                <a:ea typeface="Arvo"/>
                <a:cs typeface="Arvo"/>
                <a:sym typeface="Arvo"/>
              </a:endParaRPr>
            </a:p>
            <a:p>
              <a:pPr indent="0" lvl="0" marL="0" rtl="0" algn="ctr">
                <a:spcBef>
                  <a:spcPts val="0"/>
                </a:spcBef>
                <a:spcAft>
                  <a:spcPts val="0"/>
                </a:spcAft>
                <a:buNone/>
              </a:pPr>
              <a:r>
                <a:rPr i="1" lang="es-419" sz="500">
                  <a:latin typeface="Arvo"/>
                  <a:ea typeface="Arvo"/>
                  <a:cs typeface="Arvo"/>
                  <a:sym typeface="Arvo"/>
                </a:rPr>
                <a:t>&lt;ej: </a:t>
              </a:r>
              <a:r>
                <a:rPr i="1" lang="es-419" sz="500">
                  <a:solidFill>
                    <a:srgbClr val="000000"/>
                  </a:solidFill>
                  <a:latin typeface="Roboto"/>
                  <a:ea typeface="Roboto"/>
                  <a:cs typeface="Roboto"/>
                  <a:sym typeface="Roboto"/>
                </a:rPr>
                <a:t>autenticar por huella y cara</a:t>
              </a:r>
              <a:r>
                <a:rPr i="1" lang="es-419" sz="500">
                  <a:latin typeface="Arvo"/>
                  <a:ea typeface="Arvo"/>
                  <a:cs typeface="Arvo"/>
                  <a:sym typeface="Arvo"/>
                </a:rPr>
                <a:t>&gt;</a:t>
              </a:r>
              <a:endParaRPr i="1" sz="500">
                <a:latin typeface="Arvo"/>
                <a:ea typeface="Arvo"/>
                <a:cs typeface="Arvo"/>
                <a:sym typeface="Arvo"/>
              </a:endParaRPr>
            </a:p>
          </p:txBody>
        </p:sp>
        <p:sp>
          <p:nvSpPr>
            <p:cNvPr id="16675" name="Google Shape;16675;p291"/>
            <p:cNvSpPr txBox="1"/>
            <p:nvPr/>
          </p:nvSpPr>
          <p:spPr>
            <a:xfrm>
              <a:off x="3639736" y="557328"/>
              <a:ext cx="702600" cy="4653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b="1" lang="es-419" sz="700">
                  <a:latin typeface="Arvo"/>
                  <a:ea typeface="Arvo"/>
                  <a:cs typeface="Arvo"/>
                  <a:sym typeface="Arvo"/>
                </a:rPr>
                <a:t>Punto de contacto</a:t>
              </a:r>
              <a:endParaRPr sz="700">
                <a:latin typeface="Arvo"/>
                <a:ea typeface="Arvo"/>
                <a:cs typeface="Arvo"/>
                <a:sym typeface="Arvo"/>
              </a:endParaRPr>
            </a:p>
          </p:txBody>
        </p:sp>
        <p:sp>
          <p:nvSpPr>
            <p:cNvPr id="16676" name="Google Shape;16676;p291"/>
            <p:cNvSpPr txBox="1"/>
            <p:nvPr/>
          </p:nvSpPr>
          <p:spPr>
            <a:xfrm>
              <a:off x="2784273" y="568049"/>
              <a:ext cx="702600" cy="4653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b="1" lang="es-419" sz="700">
                  <a:latin typeface="Arvo"/>
                  <a:ea typeface="Arvo"/>
                  <a:cs typeface="Arvo"/>
                  <a:sym typeface="Arvo"/>
                </a:rPr>
                <a:t>Rol</a:t>
              </a:r>
              <a:endParaRPr sz="700">
                <a:latin typeface="Arvo"/>
                <a:ea typeface="Arvo"/>
                <a:cs typeface="Arvo"/>
                <a:sym typeface="Arvo"/>
              </a:endParaRPr>
            </a:p>
          </p:txBody>
        </p:sp>
        <p:pic>
          <p:nvPicPr>
            <p:cNvPr id="16677" name="Google Shape;16677;p291"/>
            <p:cNvPicPr preferRelativeResize="0"/>
            <p:nvPr/>
          </p:nvPicPr>
          <p:blipFill rotWithShape="1">
            <a:blip r:embed="rId3">
              <a:alphaModFix/>
            </a:blip>
            <a:srcRect b="-868" l="16515" r="66426" t="66946"/>
            <a:stretch/>
          </p:blipFill>
          <p:spPr>
            <a:xfrm>
              <a:off x="2782507" y="825772"/>
              <a:ext cx="702701" cy="702700"/>
            </a:xfrm>
            <a:prstGeom prst="rect">
              <a:avLst/>
            </a:prstGeom>
            <a:noFill/>
            <a:ln>
              <a:noFill/>
            </a:ln>
          </p:spPr>
        </p:pic>
        <p:sp>
          <p:nvSpPr>
            <p:cNvPr id="16678" name="Google Shape;16678;p291"/>
            <p:cNvSpPr txBox="1"/>
            <p:nvPr/>
          </p:nvSpPr>
          <p:spPr>
            <a:xfrm>
              <a:off x="2782511" y="1476053"/>
              <a:ext cx="761100" cy="232500"/>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s-419" sz="700">
                  <a:solidFill>
                    <a:schemeClr val="dk1"/>
                  </a:solidFill>
                </a:rPr>
                <a:t>Auxiliar de bodega</a:t>
              </a:r>
              <a:endParaRPr/>
            </a:p>
          </p:txBody>
        </p:sp>
        <p:sp>
          <p:nvSpPr>
            <p:cNvPr id="16679" name="Google Shape;16679;p291"/>
            <p:cNvSpPr txBox="1"/>
            <p:nvPr/>
          </p:nvSpPr>
          <p:spPr>
            <a:xfrm>
              <a:off x="2704760" y="1669653"/>
              <a:ext cx="964800" cy="232500"/>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t/>
              </a:r>
              <a:endParaRPr b="1" sz="700">
                <a:latin typeface="Arvo"/>
                <a:ea typeface="Arvo"/>
                <a:cs typeface="Arvo"/>
                <a:sym typeface="Arvo"/>
              </a:endParaRPr>
            </a:p>
            <a:p>
              <a:pPr indent="0" lvl="0" marL="0" rtl="0" algn="ctr">
                <a:spcBef>
                  <a:spcPts val="0"/>
                </a:spcBef>
                <a:spcAft>
                  <a:spcPts val="0"/>
                </a:spcAft>
                <a:buNone/>
              </a:pPr>
              <a:r>
                <a:rPr i="1" lang="es-419" sz="500">
                  <a:latin typeface="Arvo"/>
                  <a:ea typeface="Arvo"/>
                  <a:cs typeface="Arvo"/>
                  <a:sym typeface="Arvo"/>
                </a:rPr>
                <a:t>&lt;ej: conductor&gt;</a:t>
              </a:r>
              <a:endParaRPr i="1" sz="500">
                <a:latin typeface="Arvo"/>
                <a:ea typeface="Arvo"/>
                <a:cs typeface="Arvo"/>
                <a:sym typeface="Arvo"/>
              </a:endParaRPr>
            </a:p>
          </p:txBody>
        </p:sp>
        <p:sp>
          <p:nvSpPr>
            <p:cNvPr id="16680" name="Google Shape;16680;p291"/>
            <p:cNvSpPr/>
            <p:nvPr/>
          </p:nvSpPr>
          <p:spPr>
            <a:xfrm>
              <a:off x="3646236" y="1853363"/>
              <a:ext cx="6333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8200" lIns="78200" spcFirstLastPara="1" rIns="78200" wrap="square" tIns="78200">
              <a:noAutofit/>
            </a:bodyPr>
            <a:lstStyle/>
            <a:p>
              <a:pPr indent="0" lvl="0" marL="0" rtl="0" algn="l">
                <a:spcBef>
                  <a:spcPts val="0"/>
                </a:spcBef>
                <a:spcAft>
                  <a:spcPts val="0"/>
                </a:spcAft>
                <a:buNone/>
              </a:pPr>
              <a:r>
                <a:rPr lang="es-419" sz="600">
                  <a:solidFill>
                    <a:schemeClr val="dk1"/>
                  </a:solidFill>
                </a:rPr>
                <a:t>📧 </a:t>
              </a:r>
              <a:r>
                <a:rPr lang="es-419" sz="600">
                  <a:solidFill>
                    <a:schemeClr val="dk1"/>
                  </a:solidFill>
                </a:rPr>
                <a:t>Gestión</a:t>
              </a:r>
              <a:r>
                <a:rPr lang="es-419" sz="600">
                  <a:solidFill>
                    <a:schemeClr val="dk1"/>
                  </a:solidFill>
                </a:rPr>
                <a:t> de inventario</a:t>
              </a:r>
              <a:endParaRPr sz="500">
                <a:latin typeface="Roboto"/>
                <a:ea typeface="Roboto"/>
                <a:cs typeface="Roboto"/>
                <a:sym typeface="Roboto"/>
              </a:endParaRPr>
            </a:p>
          </p:txBody>
        </p:sp>
      </p:grpSp>
      <p:sp>
        <p:nvSpPr>
          <p:cNvPr id="16681" name="Google Shape;16681;p291"/>
          <p:cNvSpPr txBox="1"/>
          <p:nvPr/>
        </p:nvSpPr>
        <p:spPr>
          <a:xfrm>
            <a:off x="591850" y="564100"/>
            <a:ext cx="2025300" cy="2220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s-419" sz="700">
                <a:solidFill>
                  <a:schemeClr val="lt1"/>
                </a:solidFill>
                <a:latin typeface="Arvo"/>
                <a:ea typeface="Arvo"/>
                <a:cs typeface="Arvo"/>
                <a:sym typeface="Arvo"/>
              </a:rPr>
              <a:t>Solicitar Retiro Del Producto En Bodega</a:t>
            </a:r>
            <a:endParaRPr sz="700">
              <a:solidFill>
                <a:schemeClr val="lt1"/>
              </a:solidFill>
              <a:latin typeface="Arvo"/>
              <a:ea typeface="Arvo"/>
              <a:cs typeface="Arvo"/>
              <a:sym typeface="Arvo"/>
            </a:endParaRPr>
          </a:p>
          <a:p>
            <a:pPr indent="0" lvl="0" marL="0" rtl="0" algn="l">
              <a:spcBef>
                <a:spcPts val="0"/>
              </a:spcBef>
              <a:spcAft>
                <a:spcPts val="0"/>
              </a:spcAft>
              <a:buNone/>
            </a:pPr>
            <a:r>
              <a:t/>
            </a:r>
            <a:endParaRPr/>
          </a:p>
        </p:txBody>
      </p:sp>
    </p:spTree>
  </p:cSld>
  <p:clrMapOvr>
    <a:masterClrMapping/>
  </p:clrMapOvr>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685" name="Shape 16685"/>
        <p:cNvGrpSpPr/>
        <p:nvPr/>
      </p:nvGrpSpPr>
      <p:grpSpPr>
        <a:xfrm>
          <a:off x="0" y="0"/>
          <a:ext cx="0" cy="0"/>
          <a:chOff x="0" y="0"/>
          <a:chExt cx="0" cy="0"/>
        </a:xfrm>
      </p:grpSpPr>
      <p:sp>
        <p:nvSpPr>
          <p:cNvPr id="16686" name="Google Shape;16686;p292"/>
          <p:cNvSpPr txBox="1"/>
          <p:nvPr>
            <p:ph type="title"/>
          </p:nvPr>
        </p:nvSpPr>
        <p:spPr>
          <a:xfrm flipH="1">
            <a:off x="3219174" y="437575"/>
            <a:ext cx="1731300" cy="265800"/>
          </a:xfrm>
          <a:prstGeom prst="rect">
            <a:avLst/>
          </a:prstGeom>
        </p:spPr>
        <p:txBody>
          <a:bodyPr anchorCtr="0" anchor="ctr" bIns="0" lIns="0" spcFirstLastPara="1" rIns="0" wrap="square" tIns="0">
            <a:noAutofit/>
          </a:bodyPr>
          <a:lstStyle/>
          <a:p>
            <a:pPr indent="0" lvl="0" marL="0" rtl="0" algn="l">
              <a:spcBef>
                <a:spcPts val="0"/>
              </a:spcBef>
              <a:spcAft>
                <a:spcPts val="0"/>
              </a:spcAft>
              <a:buNone/>
            </a:pPr>
            <a:r>
              <a:rPr lang="es-419"/>
              <a:t>PM-02</a:t>
            </a:r>
            <a:endParaRPr/>
          </a:p>
        </p:txBody>
      </p:sp>
      <p:sp>
        <p:nvSpPr>
          <p:cNvPr id="16687" name="Google Shape;16687;p292"/>
          <p:cNvSpPr txBox="1"/>
          <p:nvPr>
            <p:ph idx="2" type="title"/>
          </p:nvPr>
        </p:nvSpPr>
        <p:spPr>
          <a:xfrm flipH="1">
            <a:off x="6546263" y="387663"/>
            <a:ext cx="3350100" cy="169200"/>
          </a:xfrm>
          <a:prstGeom prst="rect">
            <a:avLst/>
          </a:prstGeom>
        </p:spPr>
        <p:txBody>
          <a:bodyPr anchorCtr="0" anchor="ctr" bIns="0" lIns="0" spcFirstLastPara="1" rIns="0" wrap="square" tIns="0">
            <a:noAutofit/>
          </a:bodyPr>
          <a:lstStyle/>
          <a:p>
            <a:pPr indent="0" lvl="0" marL="0" rtl="0" algn="l">
              <a:spcBef>
                <a:spcPts val="0"/>
              </a:spcBef>
              <a:spcAft>
                <a:spcPts val="0"/>
              </a:spcAft>
              <a:buNone/>
            </a:pPr>
            <a:r>
              <a:rPr lang="es-419"/>
              <a:t>Garantizar ingreso correcto del paciente.</a:t>
            </a:r>
            <a:endParaRPr/>
          </a:p>
        </p:txBody>
      </p:sp>
      <p:sp>
        <p:nvSpPr>
          <p:cNvPr id="16688" name="Google Shape;16688;p292"/>
          <p:cNvSpPr txBox="1"/>
          <p:nvPr>
            <p:ph idx="3" type="title"/>
          </p:nvPr>
        </p:nvSpPr>
        <p:spPr>
          <a:xfrm flipH="1">
            <a:off x="6546263" y="579538"/>
            <a:ext cx="3350100" cy="169200"/>
          </a:xfrm>
          <a:prstGeom prst="rect">
            <a:avLst/>
          </a:prstGeom>
        </p:spPr>
        <p:txBody>
          <a:bodyPr anchorCtr="0" anchor="ctr" bIns="0" lIns="0" spcFirstLastPara="1" rIns="0" wrap="square" tIns="0">
            <a:noAutofit/>
          </a:bodyPr>
          <a:lstStyle/>
          <a:p>
            <a:pPr indent="0" lvl="0" marL="0" rtl="0" algn="l">
              <a:spcBef>
                <a:spcPts val="0"/>
              </a:spcBef>
              <a:spcAft>
                <a:spcPts val="0"/>
              </a:spcAft>
              <a:buNone/>
            </a:pPr>
            <a:r>
              <a:rPr lang="es-419"/>
              <a:t>Garantizar ingreso correcto del paciente.</a:t>
            </a:r>
            <a:endParaRPr/>
          </a:p>
        </p:txBody>
      </p:sp>
      <p:grpSp>
        <p:nvGrpSpPr>
          <p:cNvPr id="16689" name="Google Shape;16689;p292"/>
          <p:cNvGrpSpPr/>
          <p:nvPr/>
        </p:nvGrpSpPr>
        <p:grpSpPr>
          <a:xfrm>
            <a:off x="408339" y="1304041"/>
            <a:ext cx="2810831" cy="2161925"/>
            <a:chOff x="2640436" y="-87872"/>
            <a:chExt cx="3098700" cy="2874900"/>
          </a:xfrm>
        </p:grpSpPr>
        <p:sp>
          <p:nvSpPr>
            <p:cNvPr id="16690" name="Google Shape;16690;p292"/>
            <p:cNvSpPr/>
            <p:nvPr/>
          </p:nvSpPr>
          <p:spPr>
            <a:xfrm>
              <a:off x="2640436" y="-87872"/>
              <a:ext cx="3098700" cy="2874900"/>
            </a:xfrm>
            <a:prstGeom prst="roundRect">
              <a:avLst>
                <a:gd fmla="val 3233" name="adj"/>
              </a:avLst>
            </a:prstGeom>
            <a:solidFill>
              <a:srgbClr val="FFFFFF"/>
            </a:solidFill>
            <a:ln cap="flat" cmpd="sng" w="9525">
              <a:solidFill>
                <a:srgbClr val="EFEFEF"/>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t" bIns="15400" lIns="15400" spcFirstLastPara="1" rIns="15400" wrap="square" tIns="15400">
              <a:noAutofit/>
            </a:bodyPr>
            <a:lstStyle/>
            <a:p>
              <a:pPr indent="0" lvl="0" marL="0" rtl="0" algn="ctr">
                <a:spcBef>
                  <a:spcPts val="0"/>
                </a:spcBef>
                <a:spcAft>
                  <a:spcPts val="0"/>
                </a:spcAft>
                <a:buNone/>
              </a:pPr>
              <a:r>
                <a:rPr b="1" i="1" lang="es-419" sz="800">
                  <a:solidFill>
                    <a:srgbClr val="434343"/>
                  </a:solidFill>
                </a:rPr>
                <a:t>Puntos de Automatización</a:t>
              </a:r>
              <a:endParaRPr b="1" i="1" sz="800">
                <a:solidFill>
                  <a:srgbClr val="434343"/>
                </a:solidFill>
              </a:endParaRPr>
            </a:p>
          </p:txBody>
        </p:sp>
        <p:sp>
          <p:nvSpPr>
            <p:cNvPr id="16691" name="Google Shape;16691;p292"/>
            <p:cNvSpPr txBox="1"/>
            <p:nvPr/>
          </p:nvSpPr>
          <p:spPr>
            <a:xfrm>
              <a:off x="2820612" y="182753"/>
              <a:ext cx="1098600" cy="232500"/>
            </a:xfrm>
            <a:prstGeom prst="rect">
              <a:avLst/>
            </a:prstGeom>
            <a:noFill/>
            <a:ln>
              <a:noFill/>
            </a:ln>
          </p:spPr>
          <p:txBody>
            <a:bodyPr anchorCtr="0" anchor="ctr" bIns="0" lIns="0" spcFirstLastPara="1" rIns="0" wrap="square" tIns="0">
              <a:noAutofit/>
            </a:bodyPr>
            <a:lstStyle/>
            <a:p>
              <a:pPr indent="0" lvl="0" marL="0" rtl="0" algn="r">
                <a:spcBef>
                  <a:spcPts val="0"/>
                </a:spcBef>
                <a:spcAft>
                  <a:spcPts val="0"/>
                </a:spcAft>
                <a:buNone/>
              </a:pPr>
              <a:r>
                <a:rPr lang="es-419" sz="700">
                  <a:latin typeface="Arvo"/>
                  <a:ea typeface="Arvo"/>
                  <a:cs typeface="Arvo"/>
                  <a:sym typeface="Arvo"/>
                </a:rPr>
                <a:t>Actividad de Negocio</a:t>
              </a:r>
              <a:endParaRPr sz="700">
                <a:latin typeface="Arvo"/>
                <a:ea typeface="Arvo"/>
                <a:cs typeface="Arvo"/>
                <a:sym typeface="Arvo"/>
              </a:endParaRPr>
            </a:p>
            <a:p>
              <a:pPr indent="0" lvl="0" marL="0" rtl="0" algn="r">
                <a:spcBef>
                  <a:spcPts val="0"/>
                </a:spcBef>
                <a:spcAft>
                  <a:spcPts val="0"/>
                </a:spcAft>
                <a:buNone/>
              </a:pPr>
              <a:r>
                <a:rPr i="1" lang="es-419" sz="500">
                  <a:latin typeface="Arvo"/>
                  <a:ea typeface="Arvo"/>
                  <a:cs typeface="Arvo"/>
                  <a:sym typeface="Arvo"/>
                </a:rPr>
                <a:t>&lt;ej: Identificarse&gt;</a:t>
              </a:r>
              <a:endParaRPr i="1" sz="500">
                <a:latin typeface="Arvo"/>
                <a:ea typeface="Arvo"/>
                <a:cs typeface="Arvo"/>
                <a:sym typeface="Arvo"/>
              </a:endParaRPr>
            </a:p>
          </p:txBody>
        </p:sp>
        <p:sp>
          <p:nvSpPr>
            <p:cNvPr id="16692" name="Google Shape;16692;p292"/>
            <p:cNvSpPr/>
            <p:nvPr/>
          </p:nvSpPr>
          <p:spPr>
            <a:xfrm>
              <a:off x="3951036" y="159603"/>
              <a:ext cx="17313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8200" lIns="78200" spcFirstLastPara="1" rIns="78200" wrap="square" tIns="78200">
              <a:noAutofit/>
            </a:bodyPr>
            <a:lstStyle/>
            <a:p>
              <a:pPr indent="0" lvl="0" marL="0" rtl="0" algn="l">
                <a:spcBef>
                  <a:spcPts val="0"/>
                </a:spcBef>
                <a:spcAft>
                  <a:spcPts val="0"/>
                </a:spcAft>
                <a:buNone/>
              </a:pPr>
              <a:r>
                <a:t/>
              </a:r>
              <a:endParaRPr sz="500">
                <a:latin typeface="Roboto"/>
                <a:ea typeface="Roboto"/>
                <a:cs typeface="Roboto"/>
                <a:sym typeface="Roboto"/>
              </a:endParaRPr>
            </a:p>
          </p:txBody>
        </p:sp>
        <p:sp>
          <p:nvSpPr>
            <p:cNvPr id="16693" name="Google Shape;16693;p292"/>
            <p:cNvSpPr txBox="1"/>
            <p:nvPr/>
          </p:nvSpPr>
          <p:spPr>
            <a:xfrm>
              <a:off x="3962886" y="142103"/>
              <a:ext cx="1731300" cy="351900"/>
            </a:xfrm>
            <a:prstGeom prst="rect">
              <a:avLst/>
            </a:prstGeom>
            <a:noFill/>
            <a:ln>
              <a:noFill/>
            </a:ln>
          </p:spPr>
          <p:txBody>
            <a:bodyPr anchorCtr="0" anchor="ctr" bIns="15400" lIns="15400" spcFirstLastPara="1" rIns="15400" wrap="square" tIns="15400">
              <a:noAutofit/>
            </a:bodyPr>
            <a:lstStyle/>
            <a:p>
              <a:pPr indent="0" lvl="0" marL="0" rtl="0" algn="l">
                <a:spcBef>
                  <a:spcPts val="0"/>
                </a:spcBef>
                <a:spcAft>
                  <a:spcPts val="0"/>
                </a:spcAft>
                <a:buNone/>
              </a:pPr>
              <a:r>
                <a:rPr b="1" lang="es-419" sz="700">
                  <a:solidFill>
                    <a:schemeClr val="dk1"/>
                  </a:solidFill>
                </a:rPr>
                <a:t>Ingresar datos del cliente en el sistema.</a:t>
              </a:r>
              <a:endParaRPr/>
            </a:p>
          </p:txBody>
        </p:sp>
        <p:sp>
          <p:nvSpPr>
            <p:cNvPr id="16694" name="Google Shape;16694;p292"/>
            <p:cNvSpPr/>
            <p:nvPr/>
          </p:nvSpPr>
          <p:spPr>
            <a:xfrm>
              <a:off x="3646236" y="1459973"/>
              <a:ext cx="6333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8200" lIns="78200" spcFirstLastPara="1" rIns="78200" wrap="square" tIns="78200">
              <a:noAutofit/>
            </a:bodyPr>
            <a:lstStyle/>
            <a:p>
              <a:pPr indent="0" lvl="0" marL="0" rtl="0" algn="l">
                <a:spcBef>
                  <a:spcPts val="0"/>
                </a:spcBef>
                <a:spcAft>
                  <a:spcPts val="0"/>
                </a:spcAft>
                <a:buNone/>
              </a:pPr>
              <a:r>
                <a:t/>
              </a:r>
              <a:endParaRPr sz="500">
                <a:latin typeface="Roboto"/>
                <a:ea typeface="Roboto"/>
                <a:cs typeface="Roboto"/>
                <a:sym typeface="Roboto"/>
              </a:endParaRPr>
            </a:p>
          </p:txBody>
        </p:sp>
        <p:sp>
          <p:nvSpPr>
            <p:cNvPr id="16695" name="Google Shape;16695;p292"/>
            <p:cNvSpPr/>
            <p:nvPr/>
          </p:nvSpPr>
          <p:spPr>
            <a:xfrm>
              <a:off x="3646236" y="1075527"/>
              <a:ext cx="6333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8200" lIns="78200" spcFirstLastPara="1" rIns="78200" wrap="square" tIns="78200">
              <a:noAutofit/>
            </a:bodyPr>
            <a:lstStyle/>
            <a:p>
              <a:pPr indent="0" lvl="0" marL="0" rtl="0" algn="l">
                <a:spcBef>
                  <a:spcPts val="0"/>
                </a:spcBef>
                <a:spcAft>
                  <a:spcPts val="0"/>
                </a:spcAft>
                <a:buNone/>
              </a:pPr>
              <a:r>
                <a:rPr lang="es-419" sz="700">
                  <a:latin typeface="Roboto"/>
                  <a:ea typeface="Roboto"/>
                  <a:cs typeface="Roboto"/>
                  <a:sym typeface="Roboto"/>
                </a:rPr>
                <a:t>Software POS</a:t>
              </a:r>
              <a:endParaRPr sz="700">
                <a:latin typeface="Roboto"/>
                <a:ea typeface="Roboto"/>
                <a:cs typeface="Roboto"/>
                <a:sym typeface="Roboto"/>
              </a:endParaRPr>
            </a:p>
          </p:txBody>
        </p:sp>
        <p:sp>
          <p:nvSpPr>
            <p:cNvPr id="16696" name="Google Shape;16696;p292"/>
            <p:cNvSpPr/>
            <p:nvPr/>
          </p:nvSpPr>
          <p:spPr>
            <a:xfrm>
              <a:off x="3646236" y="1853377"/>
              <a:ext cx="6333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8200" lIns="78200" spcFirstLastPara="1" rIns="78200" wrap="square" tIns="78200">
              <a:noAutofit/>
            </a:bodyPr>
            <a:lstStyle/>
            <a:p>
              <a:pPr indent="0" lvl="0" marL="0" rtl="0" algn="l">
                <a:spcBef>
                  <a:spcPts val="0"/>
                </a:spcBef>
                <a:spcAft>
                  <a:spcPts val="0"/>
                </a:spcAft>
                <a:buNone/>
              </a:pPr>
              <a:r>
                <a:t/>
              </a:r>
              <a:endParaRPr sz="500">
                <a:latin typeface="Roboto"/>
                <a:ea typeface="Roboto"/>
                <a:cs typeface="Roboto"/>
                <a:sym typeface="Roboto"/>
              </a:endParaRPr>
            </a:p>
          </p:txBody>
        </p:sp>
        <p:sp>
          <p:nvSpPr>
            <p:cNvPr id="16697" name="Google Shape;16697;p292"/>
            <p:cNvSpPr/>
            <p:nvPr/>
          </p:nvSpPr>
          <p:spPr>
            <a:xfrm>
              <a:off x="3646236" y="2229879"/>
              <a:ext cx="6333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8200" lIns="78200" spcFirstLastPara="1" rIns="78200" wrap="square" tIns="78200">
              <a:noAutofit/>
            </a:bodyPr>
            <a:lstStyle/>
            <a:p>
              <a:pPr indent="0" lvl="0" marL="0" rtl="0" algn="l">
                <a:spcBef>
                  <a:spcPts val="0"/>
                </a:spcBef>
                <a:spcAft>
                  <a:spcPts val="0"/>
                </a:spcAft>
                <a:buNone/>
              </a:pPr>
              <a:r>
                <a:t/>
              </a:r>
              <a:endParaRPr sz="500">
                <a:latin typeface="Roboto"/>
                <a:ea typeface="Roboto"/>
                <a:cs typeface="Roboto"/>
                <a:sym typeface="Roboto"/>
              </a:endParaRPr>
            </a:p>
          </p:txBody>
        </p:sp>
        <p:sp>
          <p:nvSpPr>
            <p:cNvPr id="16698" name="Google Shape;16698;p292"/>
            <p:cNvSpPr/>
            <p:nvPr/>
          </p:nvSpPr>
          <p:spPr>
            <a:xfrm>
              <a:off x="4349786" y="1075528"/>
              <a:ext cx="13251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61600" lIns="61600" spcFirstLastPara="1" rIns="61600" wrap="square" tIns="61600">
              <a:noAutofit/>
            </a:bodyPr>
            <a:lstStyle/>
            <a:p>
              <a:pPr indent="0" lvl="0" marL="0" rtl="0" algn="l">
                <a:spcBef>
                  <a:spcPts val="0"/>
                </a:spcBef>
                <a:spcAft>
                  <a:spcPts val="0"/>
                </a:spcAft>
                <a:buNone/>
              </a:pPr>
              <a:r>
                <a:rPr lang="es-419" sz="600">
                  <a:solidFill>
                    <a:schemeClr val="dk1"/>
                  </a:solidFill>
                </a:rPr>
                <a:t>Registrar </a:t>
              </a:r>
              <a:r>
                <a:rPr lang="es-419" sz="600">
                  <a:solidFill>
                    <a:schemeClr val="dk1"/>
                  </a:solidFill>
                </a:rPr>
                <a:t>información</a:t>
              </a:r>
              <a:r>
                <a:rPr lang="es-419" sz="600">
                  <a:solidFill>
                    <a:schemeClr val="dk1"/>
                  </a:solidFill>
                </a:rPr>
                <a:t> del cliente antes de facturar</a:t>
              </a:r>
              <a:endParaRPr sz="700">
                <a:latin typeface="Roboto"/>
                <a:ea typeface="Roboto"/>
                <a:cs typeface="Roboto"/>
                <a:sym typeface="Roboto"/>
              </a:endParaRPr>
            </a:p>
          </p:txBody>
        </p:sp>
        <p:sp>
          <p:nvSpPr>
            <p:cNvPr id="16699" name="Google Shape;16699;p292"/>
            <p:cNvSpPr/>
            <p:nvPr/>
          </p:nvSpPr>
          <p:spPr>
            <a:xfrm>
              <a:off x="4349786" y="1459971"/>
              <a:ext cx="13251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61600" lIns="61600" spcFirstLastPara="1" rIns="61600" wrap="square" tIns="61600">
              <a:noAutofit/>
            </a:bodyPr>
            <a:lstStyle/>
            <a:p>
              <a:pPr indent="0" lvl="0" marL="0" rtl="0" algn="l">
                <a:spcBef>
                  <a:spcPts val="0"/>
                </a:spcBef>
                <a:spcAft>
                  <a:spcPts val="0"/>
                </a:spcAft>
                <a:buNone/>
              </a:pPr>
              <a:r>
                <a:t/>
              </a:r>
              <a:endParaRPr sz="700">
                <a:latin typeface="Roboto"/>
                <a:ea typeface="Roboto"/>
                <a:cs typeface="Roboto"/>
                <a:sym typeface="Roboto"/>
              </a:endParaRPr>
            </a:p>
          </p:txBody>
        </p:sp>
        <p:sp>
          <p:nvSpPr>
            <p:cNvPr id="16700" name="Google Shape;16700;p292"/>
            <p:cNvSpPr/>
            <p:nvPr/>
          </p:nvSpPr>
          <p:spPr>
            <a:xfrm>
              <a:off x="4349786" y="1853372"/>
              <a:ext cx="13251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61600" lIns="61600" spcFirstLastPara="1" rIns="61600" wrap="square" tIns="61600">
              <a:noAutofit/>
            </a:bodyPr>
            <a:lstStyle/>
            <a:p>
              <a:pPr indent="0" lvl="0" marL="0" rtl="0" algn="l">
                <a:spcBef>
                  <a:spcPts val="0"/>
                </a:spcBef>
                <a:spcAft>
                  <a:spcPts val="0"/>
                </a:spcAft>
                <a:buNone/>
              </a:pPr>
              <a:r>
                <a:t/>
              </a:r>
              <a:endParaRPr sz="700">
                <a:latin typeface="Roboto"/>
                <a:ea typeface="Roboto"/>
                <a:cs typeface="Roboto"/>
                <a:sym typeface="Roboto"/>
              </a:endParaRPr>
            </a:p>
          </p:txBody>
        </p:sp>
        <p:sp>
          <p:nvSpPr>
            <p:cNvPr id="16701" name="Google Shape;16701;p292"/>
            <p:cNvSpPr/>
            <p:nvPr/>
          </p:nvSpPr>
          <p:spPr>
            <a:xfrm>
              <a:off x="4349786" y="2239831"/>
              <a:ext cx="13251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61600" lIns="61600" spcFirstLastPara="1" rIns="61600" wrap="square" tIns="61600">
              <a:noAutofit/>
            </a:bodyPr>
            <a:lstStyle/>
            <a:p>
              <a:pPr indent="0" lvl="0" marL="0" rtl="0" algn="l">
                <a:spcBef>
                  <a:spcPts val="0"/>
                </a:spcBef>
                <a:spcAft>
                  <a:spcPts val="0"/>
                </a:spcAft>
                <a:buNone/>
              </a:pPr>
              <a:r>
                <a:rPr lang="es-419" sz="700">
                  <a:latin typeface="Roboto"/>
                  <a:ea typeface="Roboto"/>
                  <a:cs typeface="Roboto"/>
                  <a:sym typeface="Roboto"/>
                </a:rPr>
                <a:t>&lt;...&gt;</a:t>
              </a:r>
              <a:endParaRPr sz="700">
                <a:latin typeface="Roboto"/>
                <a:ea typeface="Roboto"/>
                <a:cs typeface="Roboto"/>
                <a:sym typeface="Roboto"/>
              </a:endParaRPr>
            </a:p>
          </p:txBody>
        </p:sp>
        <p:sp>
          <p:nvSpPr>
            <p:cNvPr id="16702" name="Google Shape;16702;p292"/>
            <p:cNvSpPr/>
            <p:nvPr/>
          </p:nvSpPr>
          <p:spPr>
            <a:xfrm>
              <a:off x="2704756" y="1461628"/>
              <a:ext cx="8817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8200" lIns="78200" spcFirstLastPara="1" rIns="78200" wrap="square" tIns="78200">
              <a:noAutofit/>
            </a:bodyPr>
            <a:lstStyle/>
            <a:p>
              <a:pPr indent="0" lvl="0" marL="0" rtl="0" algn="l">
                <a:spcBef>
                  <a:spcPts val="0"/>
                </a:spcBef>
                <a:spcAft>
                  <a:spcPts val="0"/>
                </a:spcAft>
                <a:buNone/>
              </a:pPr>
              <a:r>
                <a:t/>
              </a:r>
              <a:endParaRPr sz="500">
                <a:latin typeface="Roboto"/>
                <a:ea typeface="Roboto"/>
                <a:cs typeface="Roboto"/>
                <a:sym typeface="Roboto"/>
              </a:endParaRPr>
            </a:p>
          </p:txBody>
        </p:sp>
        <p:sp>
          <p:nvSpPr>
            <p:cNvPr id="16703" name="Google Shape;16703;p292"/>
            <p:cNvSpPr txBox="1"/>
            <p:nvPr/>
          </p:nvSpPr>
          <p:spPr>
            <a:xfrm>
              <a:off x="4463036" y="557328"/>
              <a:ext cx="1098600" cy="4653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b="1" lang="es-419" sz="700">
                  <a:latin typeface="Arvo"/>
                  <a:ea typeface="Arvo"/>
                  <a:cs typeface="Arvo"/>
                  <a:sym typeface="Arvo"/>
                </a:rPr>
                <a:t>Acción interactiva:</a:t>
              </a:r>
              <a:endParaRPr b="1" sz="700">
                <a:latin typeface="Arvo"/>
                <a:ea typeface="Arvo"/>
                <a:cs typeface="Arvo"/>
                <a:sym typeface="Arvo"/>
              </a:endParaRPr>
            </a:p>
            <a:p>
              <a:pPr indent="0" lvl="0" marL="0" rtl="0" algn="ctr">
                <a:spcBef>
                  <a:spcPts val="0"/>
                </a:spcBef>
                <a:spcAft>
                  <a:spcPts val="0"/>
                </a:spcAft>
                <a:buNone/>
              </a:pPr>
              <a:r>
                <a:rPr i="1" lang="es-419" sz="500">
                  <a:latin typeface="Arvo"/>
                  <a:ea typeface="Arvo"/>
                  <a:cs typeface="Arvo"/>
                  <a:sym typeface="Arvo"/>
                </a:rPr>
                <a:t>&lt;ej: </a:t>
              </a:r>
              <a:r>
                <a:rPr i="1" lang="es-419" sz="500">
                  <a:solidFill>
                    <a:srgbClr val="000000"/>
                  </a:solidFill>
                  <a:latin typeface="Roboto"/>
                  <a:ea typeface="Roboto"/>
                  <a:cs typeface="Roboto"/>
                  <a:sym typeface="Roboto"/>
                </a:rPr>
                <a:t>autenticar por huella y cara</a:t>
              </a:r>
              <a:r>
                <a:rPr i="1" lang="es-419" sz="500">
                  <a:latin typeface="Arvo"/>
                  <a:ea typeface="Arvo"/>
                  <a:cs typeface="Arvo"/>
                  <a:sym typeface="Arvo"/>
                </a:rPr>
                <a:t>&gt;</a:t>
              </a:r>
              <a:endParaRPr i="1" sz="500">
                <a:latin typeface="Arvo"/>
                <a:ea typeface="Arvo"/>
                <a:cs typeface="Arvo"/>
                <a:sym typeface="Arvo"/>
              </a:endParaRPr>
            </a:p>
          </p:txBody>
        </p:sp>
        <p:sp>
          <p:nvSpPr>
            <p:cNvPr id="16704" name="Google Shape;16704;p292"/>
            <p:cNvSpPr txBox="1"/>
            <p:nvPr/>
          </p:nvSpPr>
          <p:spPr>
            <a:xfrm>
              <a:off x="3639736" y="557328"/>
              <a:ext cx="702600" cy="4653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b="1" lang="es-419" sz="700">
                  <a:latin typeface="Arvo"/>
                  <a:ea typeface="Arvo"/>
                  <a:cs typeface="Arvo"/>
                  <a:sym typeface="Arvo"/>
                </a:rPr>
                <a:t>Punto de contacto</a:t>
              </a:r>
              <a:endParaRPr sz="700">
                <a:latin typeface="Arvo"/>
                <a:ea typeface="Arvo"/>
                <a:cs typeface="Arvo"/>
                <a:sym typeface="Arvo"/>
              </a:endParaRPr>
            </a:p>
          </p:txBody>
        </p:sp>
        <p:sp>
          <p:nvSpPr>
            <p:cNvPr id="16705" name="Google Shape;16705;p292"/>
            <p:cNvSpPr txBox="1"/>
            <p:nvPr/>
          </p:nvSpPr>
          <p:spPr>
            <a:xfrm>
              <a:off x="2784273" y="568049"/>
              <a:ext cx="702600" cy="4653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b="1" lang="es-419" sz="700">
                  <a:latin typeface="Arvo"/>
                  <a:ea typeface="Arvo"/>
                  <a:cs typeface="Arvo"/>
                  <a:sym typeface="Arvo"/>
                </a:rPr>
                <a:t>Rol</a:t>
              </a:r>
              <a:endParaRPr sz="700">
                <a:latin typeface="Arvo"/>
                <a:ea typeface="Arvo"/>
                <a:cs typeface="Arvo"/>
                <a:sym typeface="Arvo"/>
              </a:endParaRPr>
            </a:p>
          </p:txBody>
        </p:sp>
        <p:pic>
          <p:nvPicPr>
            <p:cNvPr id="16706" name="Google Shape;16706;p292"/>
            <p:cNvPicPr preferRelativeResize="0"/>
            <p:nvPr/>
          </p:nvPicPr>
          <p:blipFill rotWithShape="1">
            <a:blip r:embed="rId3">
              <a:alphaModFix/>
            </a:blip>
            <a:srcRect b="-868" l="16515" r="66426" t="66946"/>
            <a:stretch/>
          </p:blipFill>
          <p:spPr>
            <a:xfrm>
              <a:off x="2782507" y="825772"/>
              <a:ext cx="702701" cy="702700"/>
            </a:xfrm>
            <a:prstGeom prst="rect">
              <a:avLst/>
            </a:prstGeom>
            <a:noFill/>
            <a:ln>
              <a:noFill/>
            </a:ln>
          </p:spPr>
        </p:pic>
        <p:sp>
          <p:nvSpPr>
            <p:cNvPr id="16707" name="Google Shape;16707;p292"/>
            <p:cNvSpPr txBox="1"/>
            <p:nvPr/>
          </p:nvSpPr>
          <p:spPr>
            <a:xfrm>
              <a:off x="2782511" y="1476053"/>
              <a:ext cx="761100" cy="232500"/>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s-419" sz="700"/>
                <a:t>Cajero</a:t>
              </a:r>
              <a:endParaRPr sz="700"/>
            </a:p>
          </p:txBody>
        </p:sp>
        <p:sp>
          <p:nvSpPr>
            <p:cNvPr id="16708" name="Google Shape;16708;p292"/>
            <p:cNvSpPr txBox="1"/>
            <p:nvPr/>
          </p:nvSpPr>
          <p:spPr>
            <a:xfrm>
              <a:off x="2704760" y="1669653"/>
              <a:ext cx="964800" cy="232500"/>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t/>
              </a:r>
              <a:endParaRPr b="1" sz="700">
                <a:latin typeface="Arvo"/>
                <a:ea typeface="Arvo"/>
                <a:cs typeface="Arvo"/>
                <a:sym typeface="Arvo"/>
              </a:endParaRPr>
            </a:p>
            <a:p>
              <a:pPr indent="0" lvl="0" marL="0" rtl="0" algn="ctr">
                <a:spcBef>
                  <a:spcPts val="0"/>
                </a:spcBef>
                <a:spcAft>
                  <a:spcPts val="0"/>
                </a:spcAft>
                <a:buNone/>
              </a:pPr>
              <a:r>
                <a:rPr i="1" lang="es-419" sz="500">
                  <a:latin typeface="Arvo"/>
                  <a:ea typeface="Arvo"/>
                  <a:cs typeface="Arvo"/>
                  <a:sym typeface="Arvo"/>
                </a:rPr>
                <a:t>&lt;ej: conductor&gt;</a:t>
              </a:r>
              <a:endParaRPr i="1" sz="500">
                <a:latin typeface="Arvo"/>
                <a:ea typeface="Arvo"/>
                <a:cs typeface="Arvo"/>
                <a:sym typeface="Arvo"/>
              </a:endParaRPr>
            </a:p>
          </p:txBody>
        </p:sp>
      </p:grpSp>
      <p:grpSp>
        <p:nvGrpSpPr>
          <p:cNvPr id="16709" name="Google Shape;16709;p292"/>
          <p:cNvGrpSpPr/>
          <p:nvPr/>
        </p:nvGrpSpPr>
        <p:grpSpPr>
          <a:xfrm>
            <a:off x="6815889" y="4215341"/>
            <a:ext cx="2810831" cy="2161925"/>
            <a:chOff x="2640436" y="-87872"/>
            <a:chExt cx="3098700" cy="2874900"/>
          </a:xfrm>
        </p:grpSpPr>
        <p:sp>
          <p:nvSpPr>
            <p:cNvPr id="16710" name="Google Shape;16710;p292"/>
            <p:cNvSpPr/>
            <p:nvPr/>
          </p:nvSpPr>
          <p:spPr>
            <a:xfrm>
              <a:off x="2640436" y="-87872"/>
              <a:ext cx="3098700" cy="2874900"/>
            </a:xfrm>
            <a:prstGeom prst="roundRect">
              <a:avLst>
                <a:gd fmla="val 3233" name="adj"/>
              </a:avLst>
            </a:prstGeom>
            <a:solidFill>
              <a:srgbClr val="FFFFFF"/>
            </a:solidFill>
            <a:ln cap="flat" cmpd="sng" w="9525">
              <a:solidFill>
                <a:srgbClr val="EFEFEF"/>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t" bIns="15400" lIns="15400" spcFirstLastPara="1" rIns="15400" wrap="square" tIns="15400">
              <a:noAutofit/>
            </a:bodyPr>
            <a:lstStyle/>
            <a:p>
              <a:pPr indent="0" lvl="0" marL="0" rtl="0" algn="ctr">
                <a:spcBef>
                  <a:spcPts val="0"/>
                </a:spcBef>
                <a:spcAft>
                  <a:spcPts val="0"/>
                </a:spcAft>
                <a:buNone/>
              </a:pPr>
              <a:r>
                <a:rPr b="1" i="1" lang="es-419" sz="800">
                  <a:solidFill>
                    <a:srgbClr val="434343"/>
                  </a:solidFill>
                </a:rPr>
                <a:t>Puntos de Automatización</a:t>
              </a:r>
              <a:endParaRPr b="1" i="1" sz="800">
                <a:solidFill>
                  <a:srgbClr val="434343"/>
                </a:solidFill>
              </a:endParaRPr>
            </a:p>
          </p:txBody>
        </p:sp>
        <p:sp>
          <p:nvSpPr>
            <p:cNvPr id="16711" name="Google Shape;16711;p292"/>
            <p:cNvSpPr txBox="1"/>
            <p:nvPr/>
          </p:nvSpPr>
          <p:spPr>
            <a:xfrm>
              <a:off x="2820612" y="182753"/>
              <a:ext cx="1098600" cy="232500"/>
            </a:xfrm>
            <a:prstGeom prst="rect">
              <a:avLst/>
            </a:prstGeom>
            <a:noFill/>
            <a:ln>
              <a:noFill/>
            </a:ln>
          </p:spPr>
          <p:txBody>
            <a:bodyPr anchorCtr="0" anchor="ctr" bIns="0" lIns="0" spcFirstLastPara="1" rIns="0" wrap="square" tIns="0">
              <a:noAutofit/>
            </a:bodyPr>
            <a:lstStyle/>
            <a:p>
              <a:pPr indent="0" lvl="0" marL="0" rtl="0" algn="r">
                <a:spcBef>
                  <a:spcPts val="0"/>
                </a:spcBef>
                <a:spcAft>
                  <a:spcPts val="0"/>
                </a:spcAft>
                <a:buNone/>
              </a:pPr>
              <a:r>
                <a:rPr lang="es-419" sz="700">
                  <a:latin typeface="Arvo"/>
                  <a:ea typeface="Arvo"/>
                  <a:cs typeface="Arvo"/>
                  <a:sym typeface="Arvo"/>
                </a:rPr>
                <a:t>Actividad de Negocio</a:t>
              </a:r>
              <a:endParaRPr sz="700">
                <a:latin typeface="Arvo"/>
                <a:ea typeface="Arvo"/>
                <a:cs typeface="Arvo"/>
                <a:sym typeface="Arvo"/>
              </a:endParaRPr>
            </a:p>
            <a:p>
              <a:pPr indent="0" lvl="0" marL="0" rtl="0" algn="r">
                <a:spcBef>
                  <a:spcPts val="0"/>
                </a:spcBef>
                <a:spcAft>
                  <a:spcPts val="0"/>
                </a:spcAft>
                <a:buNone/>
              </a:pPr>
              <a:r>
                <a:rPr i="1" lang="es-419" sz="500">
                  <a:latin typeface="Arvo"/>
                  <a:ea typeface="Arvo"/>
                  <a:cs typeface="Arvo"/>
                  <a:sym typeface="Arvo"/>
                </a:rPr>
                <a:t>&lt;ej: Identificarse&gt;</a:t>
              </a:r>
              <a:endParaRPr i="1" sz="500">
                <a:latin typeface="Arvo"/>
                <a:ea typeface="Arvo"/>
                <a:cs typeface="Arvo"/>
                <a:sym typeface="Arvo"/>
              </a:endParaRPr>
            </a:p>
          </p:txBody>
        </p:sp>
        <p:sp>
          <p:nvSpPr>
            <p:cNvPr id="16712" name="Google Shape;16712;p292"/>
            <p:cNvSpPr/>
            <p:nvPr/>
          </p:nvSpPr>
          <p:spPr>
            <a:xfrm>
              <a:off x="3951036" y="159603"/>
              <a:ext cx="17313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8200" lIns="78200" spcFirstLastPara="1" rIns="78200" wrap="square" tIns="78200">
              <a:noAutofit/>
            </a:bodyPr>
            <a:lstStyle/>
            <a:p>
              <a:pPr indent="0" lvl="0" marL="0" rtl="0" algn="l">
                <a:spcBef>
                  <a:spcPts val="0"/>
                </a:spcBef>
                <a:spcAft>
                  <a:spcPts val="0"/>
                </a:spcAft>
                <a:buNone/>
              </a:pPr>
              <a:r>
                <a:t/>
              </a:r>
              <a:endParaRPr sz="500">
                <a:latin typeface="Roboto"/>
                <a:ea typeface="Roboto"/>
                <a:cs typeface="Roboto"/>
                <a:sym typeface="Roboto"/>
              </a:endParaRPr>
            </a:p>
          </p:txBody>
        </p:sp>
        <p:sp>
          <p:nvSpPr>
            <p:cNvPr id="16713" name="Google Shape;16713;p292"/>
            <p:cNvSpPr txBox="1"/>
            <p:nvPr/>
          </p:nvSpPr>
          <p:spPr>
            <a:xfrm>
              <a:off x="3962886" y="142103"/>
              <a:ext cx="1731300" cy="351900"/>
            </a:xfrm>
            <a:prstGeom prst="rect">
              <a:avLst/>
            </a:prstGeom>
            <a:noFill/>
            <a:ln>
              <a:noFill/>
            </a:ln>
          </p:spPr>
          <p:txBody>
            <a:bodyPr anchorCtr="0" anchor="ctr" bIns="15400" lIns="15400" spcFirstLastPara="1" rIns="15400" wrap="square" tIns="15400">
              <a:noAutofit/>
            </a:bodyPr>
            <a:lstStyle/>
            <a:p>
              <a:pPr indent="0" lvl="0" marL="0" rtl="0" algn="l">
                <a:spcBef>
                  <a:spcPts val="0"/>
                </a:spcBef>
                <a:spcAft>
                  <a:spcPts val="0"/>
                </a:spcAft>
                <a:buNone/>
              </a:pPr>
              <a:r>
                <a:rPr b="1" lang="es-419" sz="700">
                  <a:solidFill>
                    <a:schemeClr val="dk1"/>
                  </a:solidFill>
                </a:rPr>
                <a:t>Actualizar inventario</a:t>
              </a:r>
              <a:r>
                <a:rPr b="1" lang="es-419" sz="700">
                  <a:solidFill>
                    <a:schemeClr val="dk1"/>
                  </a:solidFill>
                </a:rPr>
                <a:t> </a:t>
              </a:r>
              <a:endParaRPr/>
            </a:p>
          </p:txBody>
        </p:sp>
        <p:sp>
          <p:nvSpPr>
            <p:cNvPr id="16714" name="Google Shape;16714;p292"/>
            <p:cNvSpPr/>
            <p:nvPr/>
          </p:nvSpPr>
          <p:spPr>
            <a:xfrm>
              <a:off x="3646236" y="1459979"/>
              <a:ext cx="6333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8200" lIns="78200" spcFirstLastPara="1" rIns="78200" wrap="square" tIns="78200">
              <a:noAutofit/>
            </a:bodyPr>
            <a:lstStyle/>
            <a:p>
              <a:pPr indent="0" lvl="0" marL="0" rtl="0" algn="l">
                <a:spcBef>
                  <a:spcPts val="0"/>
                </a:spcBef>
                <a:spcAft>
                  <a:spcPts val="0"/>
                </a:spcAft>
                <a:buNone/>
              </a:pPr>
              <a:r>
                <a:rPr lang="es-419" sz="600">
                  <a:solidFill>
                    <a:schemeClr val="dk1"/>
                  </a:solidFill>
                </a:rPr>
                <a:t>Módulo</a:t>
              </a:r>
              <a:r>
                <a:rPr lang="es-419" sz="600">
                  <a:solidFill>
                    <a:schemeClr val="dk1"/>
                  </a:solidFill>
                </a:rPr>
                <a:t> de control de stock</a:t>
              </a:r>
              <a:endParaRPr sz="500">
                <a:latin typeface="Roboto"/>
                <a:ea typeface="Roboto"/>
                <a:cs typeface="Roboto"/>
                <a:sym typeface="Roboto"/>
              </a:endParaRPr>
            </a:p>
          </p:txBody>
        </p:sp>
        <p:sp>
          <p:nvSpPr>
            <p:cNvPr id="16715" name="Google Shape;16715;p292"/>
            <p:cNvSpPr/>
            <p:nvPr/>
          </p:nvSpPr>
          <p:spPr>
            <a:xfrm>
              <a:off x="3646236" y="1075527"/>
              <a:ext cx="6333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8200" lIns="78200" spcFirstLastPara="1" rIns="78200" wrap="square" tIns="78200">
              <a:noAutofit/>
            </a:bodyPr>
            <a:lstStyle/>
            <a:p>
              <a:pPr indent="0" lvl="0" marL="0" rtl="0" algn="l">
                <a:spcBef>
                  <a:spcPts val="0"/>
                </a:spcBef>
                <a:spcAft>
                  <a:spcPts val="0"/>
                </a:spcAft>
                <a:buNone/>
              </a:pPr>
              <a:r>
                <a:t/>
              </a:r>
              <a:endParaRPr sz="500">
                <a:latin typeface="Roboto"/>
                <a:ea typeface="Roboto"/>
                <a:cs typeface="Roboto"/>
                <a:sym typeface="Roboto"/>
              </a:endParaRPr>
            </a:p>
          </p:txBody>
        </p:sp>
        <p:sp>
          <p:nvSpPr>
            <p:cNvPr id="16716" name="Google Shape;16716;p292"/>
            <p:cNvSpPr/>
            <p:nvPr/>
          </p:nvSpPr>
          <p:spPr>
            <a:xfrm>
              <a:off x="3646236" y="1853377"/>
              <a:ext cx="6333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8200" lIns="78200" spcFirstLastPara="1" rIns="78200" wrap="square" tIns="78200">
              <a:noAutofit/>
            </a:bodyPr>
            <a:lstStyle/>
            <a:p>
              <a:pPr indent="0" lvl="0" marL="0" rtl="0" algn="l">
                <a:spcBef>
                  <a:spcPts val="0"/>
                </a:spcBef>
                <a:spcAft>
                  <a:spcPts val="0"/>
                </a:spcAft>
                <a:buNone/>
              </a:pPr>
              <a:r>
                <a:t/>
              </a:r>
              <a:endParaRPr sz="500">
                <a:latin typeface="Roboto"/>
                <a:ea typeface="Roboto"/>
                <a:cs typeface="Roboto"/>
                <a:sym typeface="Roboto"/>
              </a:endParaRPr>
            </a:p>
          </p:txBody>
        </p:sp>
        <p:sp>
          <p:nvSpPr>
            <p:cNvPr id="16717" name="Google Shape;16717;p292"/>
            <p:cNvSpPr/>
            <p:nvPr/>
          </p:nvSpPr>
          <p:spPr>
            <a:xfrm>
              <a:off x="3646236" y="2229879"/>
              <a:ext cx="6333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8200" lIns="78200" spcFirstLastPara="1" rIns="78200" wrap="square" tIns="78200">
              <a:noAutofit/>
            </a:bodyPr>
            <a:lstStyle/>
            <a:p>
              <a:pPr indent="0" lvl="0" marL="0" rtl="0" algn="l">
                <a:spcBef>
                  <a:spcPts val="0"/>
                </a:spcBef>
                <a:spcAft>
                  <a:spcPts val="0"/>
                </a:spcAft>
                <a:buNone/>
              </a:pPr>
              <a:r>
                <a:t/>
              </a:r>
              <a:endParaRPr sz="500">
                <a:latin typeface="Roboto"/>
                <a:ea typeface="Roboto"/>
                <a:cs typeface="Roboto"/>
                <a:sym typeface="Roboto"/>
              </a:endParaRPr>
            </a:p>
          </p:txBody>
        </p:sp>
        <p:sp>
          <p:nvSpPr>
            <p:cNvPr id="16718" name="Google Shape;16718;p292"/>
            <p:cNvSpPr/>
            <p:nvPr/>
          </p:nvSpPr>
          <p:spPr>
            <a:xfrm>
              <a:off x="4349786" y="1075528"/>
              <a:ext cx="13251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61600" lIns="61600" spcFirstLastPara="1" rIns="61600" wrap="square" tIns="61600">
              <a:noAutofit/>
            </a:bodyPr>
            <a:lstStyle/>
            <a:p>
              <a:pPr indent="0" lvl="0" marL="0" rtl="0" algn="l">
                <a:spcBef>
                  <a:spcPts val="0"/>
                </a:spcBef>
                <a:spcAft>
                  <a:spcPts val="0"/>
                </a:spcAft>
                <a:buNone/>
              </a:pPr>
              <a:r>
                <a:t/>
              </a:r>
              <a:endParaRPr sz="700">
                <a:latin typeface="Roboto"/>
                <a:ea typeface="Roboto"/>
                <a:cs typeface="Roboto"/>
                <a:sym typeface="Roboto"/>
              </a:endParaRPr>
            </a:p>
          </p:txBody>
        </p:sp>
        <p:sp>
          <p:nvSpPr>
            <p:cNvPr id="16719" name="Google Shape;16719;p292"/>
            <p:cNvSpPr/>
            <p:nvPr/>
          </p:nvSpPr>
          <p:spPr>
            <a:xfrm>
              <a:off x="4349786" y="1459971"/>
              <a:ext cx="13251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61600" lIns="61600" spcFirstLastPara="1" rIns="61600" wrap="square" tIns="61600">
              <a:noAutofit/>
            </a:bodyPr>
            <a:lstStyle/>
            <a:p>
              <a:pPr indent="0" lvl="0" marL="0" rtl="0" algn="l">
                <a:spcBef>
                  <a:spcPts val="0"/>
                </a:spcBef>
                <a:spcAft>
                  <a:spcPts val="0"/>
                </a:spcAft>
                <a:buNone/>
              </a:pPr>
              <a:r>
                <a:rPr lang="es-419" sz="600">
                  <a:solidFill>
                    <a:schemeClr val="dk1"/>
                  </a:solidFill>
                </a:rPr>
                <a:t>Restar </a:t>
              </a:r>
              <a:r>
                <a:rPr lang="es-419" sz="600">
                  <a:solidFill>
                    <a:schemeClr val="dk1"/>
                  </a:solidFill>
                </a:rPr>
                <a:t>automáticamente</a:t>
              </a:r>
              <a:r>
                <a:rPr lang="es-419" sz="600">
                  <a:solidFill>
                    <a:schemeClr val="dk1"/>
                  </a:solidFill>
                </a:rPr>
                <a:t> los productos vendidos del inventario</a:t>
              </a:r>
              <a:endParaRPr sz="700">
                <a:latin typeface="Roboto"/>
                <a:ea typeface="Roboto"/>
                <a:cs typeface="Roboto"/>
                <a:sym typeface="Roboto"/>
              </a:endParaRPr>
            </a:p>
          </p:txBody>
        </p:sp>
        <p:sp>
          <p:nvSpPr>
            <p:cNvPr id="16720" name="Google Shape;16720;p292"/>
            <p:cNvSpPr/>
            <p:nvPr/>
          </p:nvSpPr>
          <p:spPr>
            <a:xfrm>
              <a:off x="4349786" y="1853372"/>
              <a:ext cx="13251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61600" lIns="61600" spcFirstLastPara="1" rIns="61600" wrap="square" tIns="61600">
              <a:noAutofit/>
            </a:bodyPr>
            <a:lstStyle/>
            <a:p>
              <a:pPr indent="0" lvl="0" marL="0" rtl="0" algn="l">
                <a:spcBef>
                  <a:spcPts val="0"/>
                </a:spcBef>
                <a:spcAft>
                  <a:spcPts val="0"/>
                </a:spcAft>
                <a:buNone/>
              </a:pPr>
              <a:r>
                <a:t/>
              </a:r>
              <a:endParaRPr sz="700">
                <a:latin typeface="Roboto"/>
                <a:ea typeface="Roboto"/>
                <a:cs typeface="Roboto"/>
                <a:sym typeface="Roboto"/>
              </a:endParaRPr>
            </a:p>
          </p:txBody>
        </p:sp>
        <p:sp>
          <p:nvSpPr>
            <p:cNvPr id="16721" name="Google Shape;16721;p292"/>
            <p:cNvSpPr/>
            <p:nvPr/>
          </p:nvSpPr>
          <p:spPr>
            <a:xfrm>
              <a:off x="4349786" y="2239831"/>
              <a:ext cx="13251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61600" lIns="61600" spcFirstLastPara="1" rIns="61600" wrap="square" tIns="61600">
              <a:noAutofit/>
            </a:bodyPr>
            <a:lstStyle/>
            <a:p>
              <a:pPr indent="0" lvl="0" marL="0" rtl="0" algn="l">
                <a:spcBef>
                  <a:spcPts val="0"/>
                </a:spcBef>
                <a:spcAft>
                  <a:spcPts val="0"/>
                </a:spcAft>
                <a:buNone/>
              </a:pPr>
              <a:r>
                <a:rPr lang="es-419" sz="700">
                  <a:latin typeface="Roboto"/>
                  <a:ea typeface="Roboto"/>
                  <a:cs typeface="Roboto"/>
                  <a:sym typeface="Roboto"/>
                </a:rPr>
                <a:t>&lt;...&gt;</a:t>
              </a:r>
              <a:endParaRPr sz="700">
                <a:latin typeface="Roboto"/>
                <a:ea typeface="Roboto"/>
                <a:cs typeface="Roboto"/>
                <a:sym typeface="Roboto"/>
              </a:endParaRPr>
            </a:p>
          </p:txBody>
        </p:sp>
        <p:sp>
          <p:nvSpPr>
            <p:cNvPr id="16722" name="Google Shape;16722;p292"/>
            <p:cNvSpPr/>
            <p:nvPr/>
          </p:nvSpPr>
          <p:spPr>
            <a:xfrm>
              <a:off x="2704756" y="1461628"/>
              <a:ext cx="8817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8200" lIns="78200" spcFirstLastPara="1" rIns="78200" wrap="square" tIns="78200">
              <a:noAutofit/>
            </a:bodyPr>
            <a:lstStyle/>
            <a:p>
              <a:pPr indent="0" lvl="0" marL="0" rtl="0" algn="l">
                <a:spcBef>
                  <a:spcPts val="0"/>
                </a:spcBef>
                <a:spcAft>
                  <a:spcPts val="0"/>
                </a:spcAft>
                <a:buNone/>
              </a:pPr>
              <a:r>
                <a:t/>
              </a:r>
              <a:endParaRPr sz="500">
                <a:latin typeface="Roboto"/>
                <a:ea typeface="Roboto"/>
                <a:cs typeface="Roboto"/>
                <a:sym typeface="Roboto"/>
              </a:endParaRPr>
            </a:p>
          </p:txBody>
        </p:sp>
        <p:sp>
          <p:nvSpPr>
            <p:cNvPr id="16723" name="Google Shape;16723;p292"/>
            <p:cNvSpPr txBox="1"/>
            <p:nvPr/>
          </p:nvSpPr>
          <p:spPr>
            <a:xfrm>
              <a:off x="4463036" y="557328"/>
              <a:ext cx="1098600" cy="4653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b="1" lang="es-419" sz="700">
                  <a:latin typeface="Arvo"/>
                  <a:ea typeface="Arvo"/>
                  <a:cs typeface="Arvo"/>
                  <a:sym typeface="Arvo"/>
                </a:rPr>
                <a:t>Acción interactiva:</a:t>
              </a:r>
              <a:endParaRPr b="1" sz="700">
                <a:latin typeface="Arvo"/>
                <a:ea typeface="Arvo"/>
                <a:cs typeface="Arvo"/>
                <a:sym typeface="Arvo"/>
              </a:endParaRPr>
            </a:p>
            <a:p>
              <a:pPr indent="0" lvl="0" marL="0" rtl="0" algn="ctr">
                <a:spcBef>
                  <a:spcPts val="0"/>
                </a:spcBef>
                <a:spcAft>
                  <a:spcPts val="0"/>
                </a:spcAft>
                <a:buNone/>
              </a:pPr>
              <a:r>
                <a:rPr i="1" lang="es-419" sz="500">
                  <a:latin typeface="Arvo"/>
                  <a:ea typeface="Arvo"/>
                  <a:cs typeface="Arvo"/>
                  <a:sym typeface="Arvo"/>
                </a:rPr>
                <a:t>&lt;ej: </a:t>
              </a:r>
              <a:r>
                <a:rPr i="1" lang="es-419" sz="500">
                  <a:solidFill>
                    <a:srgbClr val="000000"/>
                  </a:solidFill>
                  <a:latin typeface="Roboto"/>
                  <a:ea typeface="Roboto"/>
                  <a:cs typeface="Roboto"/>
                  <a:sym typeface="Roboto"/>
                </a:rPr>
                <a:t>autenticar por huella y cara</a:t>
              </a:r>
              <a:r>
                <a:rPr i="1" lang="es-419" sz="500">
                  <a:latin typeface="Arvo"/>
                  <a:ea typeface="Arvo"/>
                  <a:cs typeface="Arvo"/>
                  <a:sym typeface="Arvo"/>
                </a:rPr>
                <a:t>&gt;</a:t>
              </a:r>
              <a:endParaRPr i="1" sz="500">
                <a:latin typeface="Arvo"/>
                <a:ea typeface="Arvo"/>
                <a:cs typeface="Arvo"/>
                <a:sym typeface="Arvo"/>
              </a:endParaRPr>
            </a:p>
          </p:txBody>
        </p:sp>
        <p:sp>
          <p:nvSpPr>
            <p:cNvPr id="16724" name="Google Shape;16724;p292"/>
            <p:cNvSpPr txBox="1"/>
            <p:nvPr/>
          </p:nvSpPr>
          <p:spPr>
            <a:xfrm>
              <a:off x="3639736" y="557328"/>
              <a:ext cx="702600" cy="4653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b="1" lang="es-419" sz="700">
                  <a:latin typeface="Arvo"/>
                  <a:ea typeface="Arvo"/>
                  <a:cs typeface="Arvo"/>
                  <a:sym typeface="Arvo"/>
                </a:rPr>
                <a:t>Punto de contacto</a:t>
              </a:r>
              <a:endParaRPr sz="700">
                <a:latin typeface="Arvo"/>
                <a:ea typeface="Arvo"/>
                <a:cs typeface="Arvo"/>
                <a:sym typeface="Arvo"/>
              </a:endParaRPr>
            </a:p>
          </p:txBody>
        </p:sp>
        <p:sp>
          <p:nvSpPr>
            <p:cNvPr id="16725" name="Google Shape;16725;p292"/>
            <p:cNvSpPr txBox="1"/>
            <p:nvPr/>
          </p:nvSpPr>
          <p:spPr>
            <a:xfrm>
              <a:off x="2784273" y="568049"/>
              <a:ext cx="702600" cy="4653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b="1" lang="es-419" sz="700">
                  <a:latin typeface="Arvo"/>
                  <a:ea typeface="Arvo"/>
                  <a:cs typeface="Arvo"/>
                  <a:sym typeface="Arvo"/>
                </a:rPr>
                <a:t>Rol</a:t>
              </a:r>
              <a:endParaRPr sz="700">
                <a:latin typeface="Arvo"/>
                <a:ea typeface="Arvo"/>
                <a:cs typeface="Arvo"/>
                <a:sym typeface="Arvo"/>
              </a:endParaRPr>
            </a:p>
          </p:txBody>
        </p:sp>
        <p:pic>
          <p:nvPicPr>
            <p:cNvPr id="16726" name="Google Shape;16726;p292"/>
            <p:cNvPicPr preferRelativeResize="0"/>
            <p:nvPr/>
          </p:nvPicPr>
          <p:blipFill rotWithShape="1">
            <a:blip r:embed="rId3">
              <a:alphaModFix/>
            </a:blip>
            <a:srcRect b="-868" l="16515" r="66426" t="66946"/>
            <a:stretch/>
          </p:blipFill>
          <p:spPr>
            <a:xfrm>
              <a:off x="2782507" y="825772"/>
              <a:ext cx="702701" cy="702700"/>
            </a:xfrm>
            <a:prstGeom prst="rect">
              <a:avLst/>
            </a:prstGeom>
            <a:noFill/>
            <a:ln>
              <a:noFill/>
            </a:ln>
          </p:spPr>
        </p:pic>
        <p:sp>
          <p:nvSpPr>
            <p:cNvPr id="16727" name="Google Shape;16727;p292"/>
            <p:cNvSpPr txBox="1"/>
            <p:nvPr/>
          </p:nvSpPr>
          <p:spPr>
            <a:xfrm>
              <a:off x="2782511" y="1476053"/>
              <a:ext cx="761100" cy="232500"/>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b="1" lang="es-419" sz="700">
                  <a:solidFill>
                    <a:schemeClr val="dk1"/>
                  </a:solidFill>
                </a:rPr>
                <a:t>Sistema Automatizado</a:t>
              </a:r>
              <a:endParaRPr/>
            </a:p>
          </p:txBody>
        </p:sp>
        <p:sp>
          <p:nvSpPr>
            <p:cNvPr id="16728" name="Google Shape;16728;p292"/>
            <p:cNvSpPr txBox="1"/>
            <p:nvPr/>
          </p:nvSpPr>
          <p:spPr>
            <a:xfrm>
              <a:off x="2704760" y="1669653"/>
              <a:ext cx="964800" cy="232500"/>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t/>
              </a:r>
              <a:endParaRPr b="1" sz="700">
                <a:latin typeface="Arvo"/>
                <a:ea typeface="Arvo"/>
                <a:cs typeface="Arvo"/>
                <a:sym typeface="Arvo"/>
              </a:endParaRPr>
            </a:p>
            <a:p>
              <a:pPr indent="0" lvl="0" marL="0" rtl="0" algn="ctr">
                <a:spcBef>
                  <a:spcPts val="0"/>
                </a:spcBef>
                <a:spcAft>
                  <a:spcPts val="0"/>
                </a:spcAft>
                <a:buNone/>
              </a:pPr>
              <a:r>
                <a:rPr i="1" lang="es-419" sz="500">
                  <a:latin typeface="Arvo"/>
                  <a:ea typeface="Arvo"/>
                  <a:cs typeface="Arvo"/>
                  <a:sym typeface="Arvo"/>
                </a:rPr>
                <a:t>&lt;ej: conductor&gt;</a:t>
              </a:r>
              <a:endParaRPr i="1" sz="500">
                <a:latin typeface="Arvo"/>
                <a:ea typeface="Arvo"/>
                <a:cs typeface="Arvo"/>
                <a:sym typeface="Arvo"/>
              </a:endParaRPr>
            </a:p>
          </p:txBody>
        </p:sp>
      </p:grpSp>
      <p:grpSp>
        <p:nvGrpSpPr>
          <p:cNvPr id="16729" name="Google Shape;16729;p292"/>
          <p:cNvGrpSpPr/>
          <p:nvPr/>
        </p:nvGrpSpPr>
        <p:grpSpPr>
          <a:xfrm>
            <a:off x="3634576" y="4215341"/>
            <a:ext cx="2810831" cy="2161925"/>
            <a:chOff x="2640436" y="-87872"/>
            <a:chExt cx="3098700" cy="2874900"/>
          </a:xfrm>
        </p:grpSpPr>
        <p:sp>
          <p:nvSpPr>
            <p:cNvPr id="16730" name="Google Shape;16730;p292"/>
            <p:cNvSpPr/>
            <p:nvPr/>
          </p:nvSpPr>
          <p:spPr>
            <a:xfrm>
              <a:off x="2640436" y="-87872"/>
              <a:ext cx="3098700" cy="2874900"/>
            </a:xfrm>
            <a:prstGeom prst="roundRect">
              <a:avLst>
                <a:gd fmla="val 3233" name="adj"/>
              </a:avLst>
            </a:prstGeom>
            <a:solidFill>
              <a:srgbClr val="FFFFFF"/>
            </a:solidFill>
            <a:ln cap="flat" cmpd="sng" w="9525">
              <a:solidFill>
                <a:srgbClr val="EFEFEF"/>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t" bIns="15400" lIns="15400" spcFirstLastPara="1" rIns="15400" wrap="square" tIns="15400">
              <a:noAutofit/>
            </a:bodyPr>
            <a:lstStyle/>
            <a:p>
              <a:pPr indent="0" lvl="0" marL="0" rtl="0" algn="ctr">
                <a:spcBef>
                  <a:spcPts val="0"/>
                </a:spcBef>
                <a:spcAft>
                  <a:spcPts val="0"/>
                </a:spcAft>
                <a:buNone/>
              </a:pPr>
              <a:r>
                <a:rPr b="1" i="1" lang="es-419" sz="800">
                  <a:solidFill>
                    <a:srgbClr val="434343"/>
                  </a:solidFill>
                </a:rPr>
                <a:t>Puntos de Automatización</a:t>
              </a:r>
              <a:endParaRPr b="1" i="1" sz="800">
                <a:solidFill>
                  <a:srgbClr val="434343"/>
                </a:solidFill>
              </a:endParaRPr>
            </a:p>
          </p:txBody>
        </p:sp>
        <p:sp>
          <p:nvSpPr>
            <p:cNvPr id="16731" name="Google Shape;16731;p292"/>
            <p:cNvSpPr txBox="1"/>
            <p:nvPr/>
          </p:nvSpPr>
          <p:spPr>
            <a:xfrm>
              <a:off x="2820612" y="182753"/>
              <a:ext cx="1098600" cy="232500"/>
            </a:xfrm>
            <a:prstGeom prst="rect">
              <a:avLst/>
            </a:prstGeom>
            <a:noFill/>
            <a:ln>
              <a:noFill/>
            </a:ln>
          </p:spPr>
          <p:txBody>
            <a:bodyPr anchorCtr="0" anchor="ctr" bIns="0" lIns="0" spcFirstLastPara="1" rIns="0" wrap="square" tIns="0">
              <a:noAutofit/>
            </a:bodyPr>
            <a:lstStyle/>
            <a:p>
              <a:pPr indent="0" lvl="0" marL="0" rtl="0" algn="r">
                <a:spcBef>
                  <a:spcPts val="0"/>
                </a:spcBef>
                <a:spcAft>
                  <a:spcPts val="0"/>
                </a:spcAft>
                <a:buNone/>
              </a:pPr>
              <a:r>
                <a:rPr lang="es-419" sz="700">
                  <a:latin typeface="Arvo"/>
                  <a:ea typeface="Arvo"/>
                  <a:cs typeface="Arvo"/>
                  <a:sym typeface="Arvo"/>
                </a:rPr>
                <a:t>Actividad de Negocio</a:t>
              </a:r>
              <a:endParaRPr sz="700">
                <a:latin typeface="Arvo"/>
                <a:ea typeface="Arvo"/>
                <a:cs typeface="Arvo"/>
                <a:sym typeface="Arvo"/>
              </a:endParaRPr>
            </a:p>
            <a:p>
              <a:pPr indent="0" lvl="0" marL="0" rtl="0" algn="r">
                <a:spcBef>
                  <a:spcPts val="0"/>
                </a:spcBef>
                <a:spcAft>
                  <a:spcPts val="0"/>
                </a:spcAft>
                <a:buNone/>
              </a:pPr>
              <a:r>
                <a:rPr i="1" lang="es-419" sz="500">
                  <a:latin typeface="Arvo"/>
                  <a:ea typeface="Arvo"/>
                  <a:cs typeface="Arvo"/>
                  <a:sym typeface="Arvo"/>
                </a:rPr>
                <a:t>&lt;ej: Identificarse&gt;</a:t>
              </a:r>
              <a:endParaRPr i="1" sz="500">
                <a:latin typeface="Arvo"/>
                <a:ea typeface="Arvo"/>
                <a:cs typeface="Arvo"/>
                <a:sym typeface="Arvo"/>
              </a:endParaRPr>
            </a:p>
          </p:txBody>
        </p:sp>
        <p:sp>
          <p:nvSpPr>
            <p:cNvPr id="16732" name="Google Shape;16732;p292"/>
            <p:cNvSpPr/>
            <p:nvPr/>
          </p:nvSpPr>
          <p:spPr>
            <a:xfrm>
              <a:off x="3951036" y="159603"/>
              <a:ext cx="17313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8200" lIns="78200" spcFirstLastPara="1" rIns="78200" wrap="square" tIns="78200">
              <a:noAutofit/>
            </a:bodyPr>
            <a:lstStyle/>
            <a:p>
              <a:pPr indent="0" lvl="0" marL="0" rtl="0" algn="l">
                <a:spcBef>
                  <a:spcPts val="0"/>
                </a:spcBef>
                <a:spcAft>
                  <a:spcPts val="0"/>
                </a:spcAft>
                <a:buNone/>
              </a:pPr>
              <a:r>
                <a:t/>
              </a:r>
              <a:endParaRPr sz="500">
                <a:latin typeface="Roboto"/>
                <a:ea typeface="Roboto"/>
                <a:cs typeface="Roboto"/>
                <a:sym typeface="Roboto"/>
              </a:endParaRPr>
            </a:p>
          </p:txBody>
        </p:sp>
        <p:sp>
          <p:nvSpPr>
            <p:cNvPr id="16733" name="Google Shape;16733;p292"/>
            <p:cNvSpPr txBox="1"/>
            <p:nvPr/>
          </p:nvSpPr>
          <p:spPr>
            <a:xfrm>
              <a:off x="3962886" y="142103"/>
              <a:ext cx="1731300" cy="351900"/>
            </a:xfrm>
            <a:prstGeom prst="rect">
              <a:avLst/>
            </a:prstGeom>
            <a:noFill/>
            <a:ln>
              <a:noFill/>
            </a:ln>
          </p:spPr>
          <p:txBody>
            <a:bodyPr anchorCtr="0" anchor="ctr" bIns="15400" lIns="15400" spcFirstLastPara="1" rIns="15400" wrap="square" tIns="15400">
              <a:noAutofit/>
            </a:bodyPr>
            <a:lstStyle/>
            <a:p>
              <a:pPr indent="0" lvl="0" marL="0" rtl="0" algn="l">
                <a:spcBef>
                  <a:spcPts val="0"/>
                </a:spcBef>
                <a:spcAft>
                  <a:spcPts val="0"/>
                </a:spcAft>
                <a:buNone/>
              </a:pPr>
              <a:r>
                <a:rPr b="1" lang="es-419" sz="700">
                  <a:solidFill>
                    <a:schemeClr val="dk1"/>
                  </a:solidFill>
                </a:rPr>
                <a:t>Guardar </a:t>
              </a:r>
              <a:r>
                <a:rPr b="1" lang="es-419" sz="700">
                  <a:solidFill>
                    <a:schemeClr val="dk1"/>
                  </a:solidFill>
                </a:rPr>
                <a:t>transacción</a:t>
              </a:r>
              <a:r>
                <a:rPr b="1" lang="es-419" sz="700">
                  <a:solidFill>
                    <a:schemeClr val="dk1"/>
                  </a:solidFill>
                </a:rPr>
                <a:t> en la base de datos</a:t>
              </a:r>
              <a:endParaRPr/>
            </a:p>
          </p:txBody>
        </p:sp>
        <p:sp>
          <p:nvSpPr>
            <p:cNvPr id="16734" name="Google Shape;16734;p292"/>
            <p:cNvSpPr/>
            <p:nvPr/>
          </p:nvSpPr>
          <p:spPr>
            <a:xfrm>
              <a:off x="3646236" y="1459973"/>
              <a:ext cx="6333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8200" lIns="78200" spcFirstLastPara="1" rIns="78200" wrap="square" tIns="78200">
              <a:noAutofit/>
            </a:bodyPr>
            <a:lstStyle/>
            <a:p>
              <a:pPr indent="0" lvl="0" marL="0" rtl="0" algn="l">
                <a:spcBef>
                  <a:spcPts val="0"/>
                </a:spcBef>
                <a:spcAft>
                  <a:spcPts val="0"/>
                </a:spcAft>
                <a:buNone/>
              </a:pPr>
              <a:r>
                <a:t/>
              </a:r>
              <a:endParaRPr sz="500">
                <a:latin typeface="Roboto"/>
                <a:ea typeface="Roboto"/>
                <a:cs typeface="Roboto"/>
                <a:sym typeface="Roboto"/>
              </a:endParaRPr>
            </a:p>
          </p:txBody>
        </p:sp>
        <p:sp>
          <p:nvSpPr>
            <p:cNvPr id="16735" name="Google Shape;16735;p292"/>
            <p:cNvSpPr/>
            <p:nvPr/>
          </p:nvSpPr>
          <p:spPr>
            <a:xfrm>
              <a:off x="3646236" y="1075527"/>
              <a:ext cx="6333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8200" lIns="78200" spcFirstLastPara="1" rIns="78200" wrap="square" tIns="78200">
              <a:noAutofit/>
            </a:bodyPr>
            <a:lstStyle/>
            <a:p>
              <a:pPr indent="0" lvl="0" marL="0" rtl="0" algn="l">
                <a:spcBef>
                  <a:spcPts val="0"/>
                </a:spcBef>
                <a:spcAft>
                  <a:spcPts val="0"/>
                </a:spcAft>
                <a:buNone/>
              </a:pPr>
              <a:r>
                <a:rPr lang="es-419" sz="600">
                  <a:solidFill>
                    <a:schemeClr val="dk1"/>
                  </a:solidFill>
                </a:rPr>
                <a:t>🧾 Servidor de ventas</a:t>
              </a:r>
              <a:endParaRPr sz="500">
                <a:latin typeface="Roboto"/>
                <a:ea typeface="Roboto"/>
                <a:cs typeface="Roboto"/>
                <a:sym typeface="Roboto"/>
              </a:endParaRPr>
            </a:p>
          </p:txBody>
        </p:sp>
        <p:sp>
          <p:nvSpPr>
            <p:cNvPr id="16736" name="Google Shape;16736;p292"/>
            <p:cNvSpPr/>
            <p:nvPr/>
          </p:nvSpPr>
          <p:spPr>
            <a:xfrm>
              <a:off x="3646236" y="1853377"/>
              <a:ext cx="6333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8200" lIns="78200" spcFirstLastPara="1" rIns="78200" wrap="square" tIns="78200">
              <a:noAutofit/>
            </a:bodyPr>
            <a:lstStyle/>
            <a:p>
              <a:pPr indent="0" lvl="0" marL="0" rtl="0" algn="l">
                <a:spcBef>
                  <a:spcPts val="0"/>
                </a:spcBef>
                <a:spcAft>
                  <a:spcPts val="0"/>
                </a:spcAft>
                <a:buNone/>
              </a:pPr>
              <a:r>
                <a:t/>
              </a:r>
              <a:endParaRPr sz="500">
                <a:latin typeface="Roboto"/>
                <a:ea typeface="Roboto"/>
                <a:cs typeface="Roboto"/>
                <a:sym typeface="Roboto"/>
              </a:endParaRPr>
            </a:p>
          </p:txBody>
        </p:sp>
        <p:sp>
          <p:nvSpPr>
            <p:cNvPr id="16737" name="Google Shape;16737;p292"/>
            <p:cNvSpPr/>
            <p:nvPr/>
          </p:nvSpPr>
          <p:spPr>
            <a:xfrm>
              <a:off x="3646236" y="2229879"/>
              <a:ext cx="6333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8200" lIns="78200" spcFirstLastPara="1" rIns="78200" wrap="square" tIns="78200">
              <a:noAutofit/>
            </a:bodyPr>
            <a:lstStyle/>
            <a:p>
              <a:pPr indent="0" lvl="0" marL="0" rtl="0" algn="l">
                <a:spcBef>
                  <a:spcPts val="0"/>
                </a:spcBef>
                <a:spcAft>
                  <a:spcPts val="0"/>
                </a:spcAft>
                <a:buNone/>
              </a:pPr>
              <a:r>
                <a:t/>
              </a:r>
              <a:endParaRPr sz="500">
                <a:latin typeface="Roboto"/>
                <a:ea typeface="Roboto"/>
                <a:cs typeface="Roboto"/>
                <a:sym typeface="Roboto"/>
              </a:endParaRPr>
            </a:p>
          </p:txBody>
        </p:sp>
        <p:sp>
          <p:nvSpPr>
            <p:cNvPr id="16738" name="Google Shape;16738;p292"/>
            <p:cNvSpPr/>
            <p:nvPr/>
          </p:nvSpPr>
          <p:spPr>
            <a:xfrm>
              <a:off x="4349786" y="1075528"/>
              <a:ext cx="13251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61600" lIns="61600" spcFirstLastPara="1" rIns="61600" wrap="square" tIns="61600">
              <a:noAutofit/>
            </a:bodyPr>
            <a:lstStyle/>
            <a:p>
              <a:pPr indent="0" lvl="0" marL="0" rtl="0" algn="l">
                <a:spcBef>
                  <a:spcPts val="0"/>
                </a:spcBef>
                <a:spcAft>
                  <a:spcPts val="0"/>
                </a:spcAft>
                <a:buNone/>
              </a:pPr>
              <a:r>
                <a:rPr lang="es-419" sz="600">
                  <a:solidFill>
                    <a:schemeClr val="dk1"/>
                  </a:solidFill>
                </a:rPr>
                <a:t>Registrar venta completada y asociarla al cliente</a:t>
              </a:r>
              <a:endParaRPr sz="700">
                <a:latin typeface="Roboto"/>
                <a:ea typeface="Roboto"/>
                <a:cs typeface="Roboto"/>
                <a:sym typeface="Roboto"/>
              </a:endParaRPr>
            </a:p>
          </p:txBody>
        </p:sp>
        <p:sp>
          <p:nvSpPr>
            <p:cNvPr id="16739" name="Google Shape;16739;p292"/>
            <p:cNvSpPr/>
            <p:nvPr/>
          </p:nvSpPr>
          <p:spPr>
            <a:xfrm>
              <a:off x="4349786" y="1459971"/>
              <a:ext cx="13251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61600" lIns="61600" spcFirstLastPara="1" rIns="61600" wrap="square" tIns="61600">
              <a:noAutofit/>
            </a:bodyPr>
            <a:lstStyle/>
            <a:p>
              <a:pPr indent="0" lvl="0" marL="0" rtl="0" algn="l">
                <a:spcBef>
                  <a:spcPts val="0"/>
                </a:spcBef>
                <a:spcAft>
                  <a:spcPts val="0"/>
                </a:spcAft>
                <a:buNone/>
              </a:pPr>
              <a:r>
                <a:t/>
              </a:r>
              <a:endParaRPr sz="700">
                <a:latin typeface="Roboto"/>
                <a:ea typeface="Roboto"/>
                <a:cs typeface="Roboto"/>
                <a:sym typeface="Roboto"/>
              </a:endParaRPr>
            </a:p>
          </p:txBody>
        </p:sp>
        <p:sp>
          <p:nvSpPr>
            <p:cNvPr id="16740" name="Google Shape;16740;p292"/>
            <p:cNvSpPr/>
            <p:nvPr/>
          </p:nvSpPr>
          <p:spPr>
            <a:xfrm>
              <a:off x="4349786" y="1853372"/>
              <a:ext cx="13251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61600" lIns="61600" spcFirstLastPara="1" rIns="61600" wrap="square" tIns="61600">
              <a:noAutofit/>
            </a:bodyPr>
            <a:lstStyle/>
            <a:p>
              <a:pPr indent="0" lvl="0" marL="0" rtl="0" algn="l">
                <a:spcBef>
                  <a:spcPts val="0"/>
                </a:spcBef>
                <a:spcAft>
                  <a:spcPts val="0"/>
                </a:spcAft>
                <a:buNone/>
              </a:pPr>
              <a:r>
                <a:t/>
              </a:r>
              <a:endParaRPr sz="700">
                <a:latin typeface="Roboto"/>
                <a:ea typeface="Roboto"/>
                <a:cs typeface="Roboto"/>
                <a:sym typeface="Roboto"/>
              </a:endParaRPr>
            </a:p>
          </p:txBody>
        </p:sp>
        <p:sp>
          <p:nvSpPr>
            <p:cNvPr id="16741" name="Google Shape;16741;p292"/>
            <p:cNvSpPr/>
            <p:nvPr/>
          </p:nvSpPr>
          <p:spPr>
            <a:xfrm>
              <a:off x="4349786" y="2239831"/>
              <a:ext cx="13251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61600" lIns="61600" spcFirstLastPara="1" rIns="61600" wrap="square" tIns="61600">
              <a:noAutofit/>
            </a:bodyPr>
            <a:lstStyle/>
            <a:p>
              <a:pPr indent="0" lvl="0" marL="0" rtl="0" algn="l">
                <a:spcBef>
                  <a:spcPts val="0"/>
                </a:spcBef>
                <a:spcAft>
                  <a:spcPts val="0"/>
                </a:spcAft>
                <a:buNone/>
              </a:pPr>
              <a:r>
                <a:rPr lang="es-419" sz="700">
                  <a:latin typeface="Roboto"/>
                  <a:ea typeface="Roboto"/>
                  <a:cs typeface="Roboto"/>
                  <a:sym typeface="Roboto"/>
                </a:rPr>
                <a:t>&lt;...&gt;</a:t>
              </a:r>
              <a:endParaRPr sz="700">
                <a:latin typeface="Roboto"/>
                <a:ea typeface="Roboto"/>
                <a:cs typeface="Roboto"/>
                <a:sym typeface="Roboto"/>
              </a:endParaRPr>
            </a:p>
          </p:txBody>
        </p:sp>
        <p:sp>
          <p:nvSpPr>
            <p:cNvPr id="16742" name="Google Shape;16742;p292"/>
            <p:cNvSpPr/>
            <p:nvPr/>
          </p:nvSpPr>
          <p:spPr>
            <a:xfrm>
              <a:off x="2704756" y="1461628"/>
              <a:ext cx="8817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8200" lIns="78200" spcFirstLastPara="1" rIns="78200" wrap="square" tIns="78200">
              <a:noAutofit/>
            </a:bodyPr>
            <a:lstStyle/>
            <a:p>
              <a:pPr indent="0" lvl="0" marL="0" rtl="0" algn="l">
                <a:spcBef>
                  <a:spcPts val="0"/>
                </a:spcBef>
                <a:spcAft>
                  <a:spcPts val="0"/>
                </a:spcAft>
                <a:buNone/>
              </a:pPr>
              <a:r>
                <a:t/>
              </a:r>
              <a:endParaRPr sz="500">
                <a:latin typeface="Roboto"/>
                <a:ea typeface="Roboto"/>
                <a:cs typeface="Roboto"/>
                <a:sym typeface="Roboto"/>
              </a:endParaRPr>
            </a:p>
          </p:txBody>
        </p:sp>
        <p:sp>
          <p:nvSpPr>
            <p:cNvPr id="16743" name="Google Shape;16743;p292"/>
            <p:cNvSpPr txBox="1"/>
            <p:nvPr/>
          </p:nvSpPr>
          <p:spPr>
            <a:xfrm>
              <a:off x="4463036" y="557328"/>
              <a:ext cx="1098600" cy="4653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b="1" lang="es-419" sz="700">
                  <a:latin typeface="Arvo"/>
                  <a:ea typeface="Arvo"/>
                  <a:cs typeface="Arvo"/>
                  <a:sym typeface="Arvo"/>
                </a:rPr>
                <a:t>Acción interactiva:</a:t>
              </a:r>
              <a:endParaRPr b="1" sz="700">
                <a:latin typeface="Arvo"/>
                <a:ea typeface="Arvo"/>
                <a:cs typeface="Arvo"/>
                <a:sym typeface="Arvo"/>
              </a:endParaRPr>
            </a:p>
            <a:p>
              <a:pPr indent="0" lvl="0" marL="0" rtl="0" algn="ctr">
                <a:spcBef>
                  <a:spcPts val="0"/>
                </a:spcBef>
                <a:spcAft>
                  <a:spcPts val="0"/>
                </a:spcAft>
                <a:buNone/>
              </a:pPr>
              <a:r>
                <a:rPr i="1" lang="es-419" sz="500">
                  <a:latin typeface="Arvo"/>
                  <a:ea typeface="Arvo"/>
                  <a:cs typeface="Arvo"/>
                  <a:sym typeface="Arvo"/>
                </a:rPr>
                <a:t>&lt;ej: </a:t>
              </a:r>
              <a:r>
                <a:rPr i="1" lang="es-419" sz="500">
                  <a:solidFill>
                    <a:srgbClr val="000000"/>
                  </a:solidFill>
                  <a:latin typeface="Roboto"/>
                  <a:ea typeface="Roboto"/>
                  <a:cs typeface="Roboto"/>
                  <a:sym typeface="Roboto"/>
                </a:rPr>
                <a:t>autenticar por huella y cara</a:t>
              </a:r>
              <a:r>
                <a:rPr i="1" lang="es-419" sz="500">
                  <a:latin typeface="Arvo"/>
                  <a:ea typeface="Arvo"/>
                  <a:cs typeface="Arvo"/>
                  <a:sym typeface="Arvo"/>
                </a:rPr>
                <a:t>&gt;</a:t>
              </a:r>
              <a:endParaRPr i="1" sz="500">
                <a:latin typeface="Arvo"/>
                <a:ea typeface="Arvo"/>
                <a:cs typeface="Arvo"/>
                <a:sym typeface="Arvo"/>
              </a:endParaRPr>
            </a:p>
          </p:txBody>
        </p:sp>
        <p:sp>
          <p:nvSpPr>
            <p:cNvPr id="16744" name="Google Shape;16744;p292"/>
            <p:cNvSpPr txBox="1"/>
            <p:nvPr/>
          </p:nvSpPr>
          <p:spPr>
            <a:xfrm>
              <a:off x="3639736" y="557328"/>
              <a:ext cx="702600" cy="4653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b="1" lang="es-419" sz="700">
                  <a:latin typeface="Arvo"/>
                  <a:ea typeface="Arvo"/>
                  <a:cs typeface="Arvo"/>
                  <a:sym typeface="Arvo"/>
                </a:rPr>
                <a:t>Punto de contacto</a:t>
              </a:r>
              <a:endParaRPr sz="700">
                <a:latin typeface="Arvo"/>
                <a:ea typeface="Arvo"/>
                <a:cs typeface="Arvo"/>
                <a:sym typeface="Arvo"/>
              </a:endParaRPr>
            </a:p>
          </p:txBody>
        </p:sp>
        <p:sp>
          <p:nvSpPr>
            <p:cNvPr id="16745" name="Google Shape;16745;p292"/>
            <p:cNvSpPr txBox="1"/>
            <p:nvPr/>
          </p:nvSpPr>
          <p:spPr>
            <a:xfrm>
              <a:off x="2784273" y="568049"/>
              <a:ext cx="702600" cy="4653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b="1" lang="es-419" sz="700">
                  <a:latin typeface="Arvo"/>
                  <a:ea typeface="Arvo"/>
                  <a:cs typeface="Arvo"/>
                  <a:sym typeface="Arvo"/>
                </a:rPr>
                <a:t>Rol</a:t>
              </a:r>
              <a:endParaRPr sz="700">
                <a:latin typeface="Arvo"/>
                <a:ea typeface="Arvo"/>
                <a:cs typeface="Arvo"/>
                <a:sym typeface="Arvo"/>
              </a:endParaRPr>
            </a:p>
          </p:txBody>
        </p:sp>
        <p:pic>
          <p:nvPicPr>
            <p:cNvPr id="16746" name="Google Shape;16746;p292"/>
            <p:cNvPicPr preferRelativeResize="0"/>
            <p:nvPr/>
          </p:nvPicPr>
          <p:blipFill rotWithShape="1">
            <a:blip r:embed="rId3">
              <a:alphaModFix/>
            </a:blip>
            <a:srcRect b="-868" l="16515" r="66426" t="66946"/>
            <a:stretch/>
          </p:blipFill>
          <p:spPr>
            <a:xfrm>
              <a:off x="2782507" y="825772"/>
              <a:ext cx="702701" cy="702700"/>
            </a:xfrm>
            <a:prstGeom prst="rect">
              <a:avLst/>
            </a:prstGeom>
            <a:noFill/>
            <a:ln>
              <a:noFill/>
            </a:ln>
          </p:spPr>
        </p:pic>
        <p:sp>
          <p:nvSpPr>
            <p:cNvPr id="16747" name="Google Shape;16747;p292"/>
            <p:cNvSpPr txBox="1"/>
            <p:nvPr/>
          </p:nvSpPr>
          <p:spPr>
            <a:xfrm>
              <a:off x="2782511" y="1476053"/>
              <a:ext cx="761100" cy="232500"/>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s-419" sz="700">
                  <a:solidFill>
                    <a:schemeClr val="dk1"/>
                  </a:solidFill>
                </a:rPr>
                <a:t>Sistema Automatizado</a:t>
              </a:r>
              <a:endParaRPr/>
            </a:p>
          </p:txBody>
        </p:sp>
        <p:sp>
          <p:nvSpPr>
            <p:cNvPr id="16748" name="Google Shape;16748;p292"/>
            <p:cNvSpPr txBox="1"/>
            <p:nvPr/>
          </p:nvSpPr>
          <p:spPr>
            <a:xfrm>
              <a:off x="2704760" y="1669653"/>
              <a:ext cx="964800" cy="232500"/>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t/>
              </a:r>
              <a:endParaRPr b="1" sz="700">
                <a:latin typeface="Arvo"/>
                <a:ea typeface="Arvo"/>
                <a:cs typeface="Arvo"/>
                <a:sym typeface="Arvo"/>
              </a:endParaRPr>
            </a:p>
            <a:p>
              <a:pPr indent="0" lvl="0" marL="0" rtl="0" algn="ctr">
                <a:spcBef>
                  <a:spcPts val="0"/>
                </a:spcBef>
                <a:spcAft>
                  <a:spcPts val="0"/>
                </a:spcAft>
                <a:buNone/>
              </a:pPr>
              <a:r>
                <a:rPr i="1" lang="es-419" sz="500">
                  <a:latin typeface="Arvo"/>
                  <a:ea typeface="Arvo"/>
                  <a:cs typeface="Arvo"/>
                  <a:sym typeface="Arvo"/>
                </a:rPr>
                <a:t>&lt;ej: conductor&gt;</a:t>
              </a:r>
              <a:endParaRPr i="1" sz="500">
                <a:latin typeface="Arvo"/>
                <a:ea typeface="Arvo"/>
                <a:cs typeface="Arvo"/>
                <a:sym typeface="Arvo"/>
              </a:endParaRPr>
            </a:p>
          </p:txBody>
        </p:sp>
      </p:grpSp>
      <p:grpSp>
        <p:nvGrpSpPr>
          <p:cNvPr id="16749" name="Google Shape;16749;p292"/>
          <p:cNvGrpSpPr/>
          <p:nvPr/>
        </p:nvGrpSpPr>
        <p:grpSpPr>
          <a:xfrm>
            <a:off x="3634576" y="1304054"/>
            <a:ext cx="2810831" cy="2161925"/>
            <a:chOff x="2640436" y="-87872"/>
            <a:chExt cx="3098700" cy="2874900"/>
          </a:xfrm>
        </p:grpSpPr>
        <p:sp>
          <p:nvSpPr>
            <p:cNvPr id="16750" name="Google Shape;16750;p292"/>
            <p:cNvSpPr/>
            <p:nvPr/>
          </p:nvSpPr>
          <p:spPr>
            <a:xfrm>
              <a:off x="2640436" y="-87872"/>
              <a:ext cx="3098700" cy="2874900"/>
            </a:xfrm>
            <a:prstGeom prst="roundRect">
              <a:avLst>
                <a:gd fmla="val 3233" name="adj"/>
              </a:avLst>
            </a:prstGeom>
            <a:solidFill>
              <a:srgbClr val="FFFFFF"/>
            </a:solidFill>
            <a:ln cap="flat" cmpd="sng" w="9525">
              <a:solidFill>
                <a:srgbClr val="EFEFEF"/>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t" bIns="15400" lIns="15400" spcFirstLastPara="1" rIns="15400" wrap="square" tIns="15400">
              <a:noAutofit/>
            </a:bodyPr>
            <a:lstStyle/>
            <a:p>
              <a:pPr indent="0" lvl="0" marL="0" rtl="0" algn="ctr">
                <a:spcBef>
                  <a:spcPts val="0"/>
                </a:spcBef>
                <a:spcAft>
                  <a:spcPts val="0"/>
                </a:spcAft>
                <a:buNone/>
              </a:pPr>
              <a:r>
                <a:rPr b="1" i="1" lang="es-419" sz="800">
                  <a:solidFill>
                    <a:srgbClr val="434343"/>
                  </a:solidFill>
                </a:rPr>
                <a:t>Puntos de Automatización</a:t>
              </a:r>
              <a:endParaRPr b="1" i="1" sz="800">
                <a:solidFill>
                  <a:srgbClr val="434343"/>
                </a:solidFill>
              </a:endParaRPr>
            </a:p>
          </p:txBody>
        </p:sp>
        <p:sp>
          <p:nvSpPr>
            <p:cNvPr id="16751" name="Google Shape;16751;p292"/>
            <p:cNvSpPr txBox="1"/>
            <p:nvPr/>
          </p:nvSpPr>
          <p:spPr>
            <a:xfrm>
              <a:off x="2820612" y="182753"/>
              <a:ext cx="1098600" cy="232500"/>
            </a:xfrm>
            <a:prstGeom prst="rect">
              <a:avLst/>
            </a:prstGeom>
            <a:noFill/>
            <a:ln>
              <a:noFill/>
            </a:ln>
          </p:spPr>
          <p:txBody>
            <a:bodyPr anchorCtr="0" anchor="ctr" bIns="0" lIns="0" spcFirstLastPara="1" rIns="0" wrap="square" tIns="0">
              <a:noAutofit/>
            </a:bodyPr>
            <a:lstStyle/>
            <a:p>
              <a:pPr indent="0" lvl="0" marL="0" rtl="0" algn="r">
                <a:spcBef>
                  <a:spcPts val="0"/>
                </a:spcBef>
                <a:spcAft>
                  <a:spcPts val="0"/>
                </a:spcAft>
                <a:buNone/>
              </a:pPr>
              <a:r>
                <a:rPr lang="es-419" sz="700">
                  <a:latin typeface="Arvo"/>
                  <a:ea typeface="Arvo"/>
                  <a:cs typeface="Arvo"/>
                  <a:sym typeface="Arvo"/>
                </a:rPr>
                <a:t>Actividad de Negocio</a:t>
              </a:r>
              <a:endParaRPr sz="700">
                <a:latin typeface="Arvo"/>
                <a:ea typeface="Arvo"/>
                <a:cs typeface="Arvo"/>
                <a:sym typeface="Arvo"/>
              </a:endParaRPr>
            </a:p>
            <a:p>
              <a:pPr indent="0" lvl="0" marL="0" rtl="0" algn="r">
                <a:spcBef>
                  <a:spcPts val="0"/>
                </a:spcBef>
                <a:spcAft>
                  <a:spcPts val="0"/>
                </a:spcAft>
                <a:buNone/>
              </a:pPr>
              <a:r>
                <a:rPr i="1" lang="es-419" sz="500">
                  <a:latin typeface="Arvo"/>
                  <a:ea typeface="Arvo"/>
                  <a:cs typeface="Arvo"/>
                  <a:sym typeface="Arvo"/>
                </a:rPr>
                <a:t>&lt;ej: Identificarse&gt;</a:t>
              </a:r>
              <a:endParaRPr i="1" sz="500">
                <a:latin typeface="Arvo"/>
                <a:ea typeface="Arvo"/>
                <a:cs typeface="Arvo"/>
                <a:sym typeface="Arvo"/>
              </a:endParaRPr>
            </a:p>
          </p:txBody>
        </p:sp>
        <p:sp>
          <p:nvSpPr>
            <p:cNvPr id="16752" name="Google Shape;16752;p292"/>
            <p:cNvSpPr/>
            <p:nvPr/>
          </p:nvSpPr>
          <p:spPr>
            <a:xfrm>
              <a:off x="3951036" y="159603"/>
              <a:ext cx="17313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8200" lIns="78200" spcFirstLastPara="1" rIns="78200" wrap="square" tIns="78200">
              <a:noAutofit/>
            </a:bodyPr>
            <a:lstStyle/>
            <a:p>
              <a:pPr indent="0" lvl="0" marL="0" rtl="0" algn="l">
                <a:spcBef>
                  <a:spcPts val="0"/>
                </a:spcBef>
                <a:spcAft>
                  <a:spcPts val="0"/>
                </a:spcAft>
                <a:buNone/>
              </a:pPr>
              <a:r>
                <a:t/>
              </a:r>
              <a:endParaRPr sz="500">
                <a:latin typeface="Roboto"/>
                <a:ea typeface="Roboto"/>
                <a:cs typeface="Roboto"/>
                <a:sym typeface="Roboto"/>
              </a:endParaRPr>
            </a:p>
          </p:txBody>
        </p:sp>
        <p:sp>
          <p:nvSpPr>
            <p:cNvPr id="16753" name="Google Shape;16753;p292"/>
            <p:cNvSpPr txBox="1"/>
            <p:nvPr/>
          </p:nvSpPr>
          <p:spPr>
            <a:xfrm>
              <a:off x="3962886" y="142103"/>
              <a:ext cx="1731300" cy="351900"/>
            </a:xfrm>
            <a:prstGeom prst="rect">
              <a:avLst/>
            </a:prstGeom>
            <a:noFill/>
            <a:ln>
              <a:noFill/>
            </a:ln>
          </p:spPr>
          <p:txBody>
            <a:bodyPr anchorCtr="0" anchor="ctr" bIns="15400" lIns="15400" spcFirstLastPara="1" rIns="15400" wrap="square" tIns="15400">
              <a:noAutofit/>
            </a:bodyPr>
            <a:lstStyle/>
            <a:p>
              <a:pPr indent="0" lvl="0" marL="0" rtl="0" algn="l">
                <a:spcBef>
                  <a:spcPts val="0"/>
                </a:spcBef>
                <a:spcAft>
                  <a:spcPts val="0"/>
                </a:spcAft>
                <a:buNone/>
              </a:pPr>
              <a:r>
                <a:rPr b="1" lang="es-419" sz="700">
                  <a:solidFill>
                    <a:schemeClr val="dk1"/>
                  </a:solidFill>
                </a:rPr>
                <a:t>Escanear Productos seleccionados</a:t>
              </a:r>
              <a:endParaRPr/>
            </a:p>
          </p:txBody>
        </p:sp>
        <p:sp>
          <p:nvSpPr>
            <p:cNvPr id="16754" name="Google Shape;16754;p292"/>
            <p:cNvSpPr/>
            <p:nvPr/>
          </p:nvSpPr>
          <p:spPr>
            <a:xfrm>
              <a:off x="3646236" y="1459973"/>
              <a:ext cx="6333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8200" lIns="78200" spcFirstLastPara="1" rIns="78200" wrap="square" tIns="78200">
              <a:noAutofit/>
            </a:bodyPr>
            <a:lstStyle/>
            <a:p>
              <a:pPr indent="0" lvl="0" marL="0" rtl="0" algn="l">
                <a:spcBef>
                  <a:spcPts val="0"/>
                </a:spcBef>
                <a:spcAft>
                  <a:spcPts val="0"/>
                </a:spcAft>
                <a:buNone/>
              </a:pPr>
              <a:r>
                <a:t/>
              </a:r>
              <a:endParaRPr sz="500">
                <a:latin typeface="Roboto"/>
                <a:ea typeface="Roboto"/>
                <a:cs typeface="Roboto"/>
                <a:sym typeface="Roboto"/>
              </a:endParaRPr>
            </a:p>
          </p:txBody>
        </p:sp>
        <p:sp>
          <p:nvSpPr>
            <p:cNvPr id="16755" name="Google Shape;16755;p292"/>
            <p:cNvSpPr/>
            <p:nvPr/>
          </p:nvSpPr>
          <p:spPr>
            <a:xfrm>
              <a:off x="3646236" y="1075527"/>
              <a:ext cx="6333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8200" lIns="78200" spcFirstLastPara="1" rIns="78200" wrap="square" tIns="78200">
              <a:noAutofit/>
            </a:bodyPr>
            <a:lstStyle/>
            <a:p>
              <a:pPr indent="0" lvl="0" marL="0" rtl="0" algn="l">
                <a:spcBef>
                  <a:spcPts val="0"/>
                </a:spcBef>
                <a:spcAft>
                  <a:spcPts val="0"/>
                </a:spcAft>
                <a:buNone/>
              </a:pPr>
              <a:r>
                <a:t/>
              </a:r>
              <a:endParaRPr sz="500">
                <a:latin typeface="Roboto"/>
                <a:ea typeface="Roboto"/>
                <a:cs typeface="Roboto"/>
                <a:sym typeface="Roboto"/>
              </a:endParaRPr>
            </a:p>
          </p:txBody>
        </p:sp>
        <p:sp>
          <p:nvSpPr>
            <p:cNvPr id="16756" name="Google Shape;16756;p292"/>
            <p:cNvSpPr/>
            <p:nvPr/>
          </p:nvSpPr>
          <p:spPr>
            <a:xfrm>
              <a:off x="3646222" y="1719570"/>
              <a:ext cx="633300" cy="5817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8200" lIns="78200" spcFirstLastPara="1" rIns="78200" wrap="square" tIns="78200">
              <a:noAutofit/>
            </a:bodyPr>
            <a:lstStyle/>
            <a:p>
              <a:pPr indent="0" lvl="0" marL="0" rtl="0" algn="l">
                <a:spcBef>
                  <a:spcPts val="0"/>
                </a:spcBef>
                <a:spcAft>
                  <a:spcPts val="0"/>
                </a:spcAft>
                <a:buNone/>
              </a:pPr>
              <a:r>
                <a:rPr lang="es-419" sz="600">
                  <a:latin typeface="Roboto"/>
                  <a:ea typeface="Roboto"/>
                  <a:cs typeface="Roboto"/>
                  <a:sym typeface="Roboto"/>
                </a:rPr>
                <a:t>💻 Lector de codigo de barras</a:t>
              </a:r>
              <a:endParaRPr sz="600">
                <a:latin typeface="Roboto"/>
                <a:ea typeface="Roboto"/>
                <a:cs typeface="Roboto"/>
                <a:sym typeface="Roboto"/>
              </a:endParaRPr>
            </a:p>
          </p:txBody>
        </p:sp>
        <p:sp>
          <p:nvSpPr>
            <p:cNvPr id="16757" name="Google Shape;16757;p292"/>
            <p:cNvSpPr/>
            <p:nvPr/>
          </p:nvSpPr>
          <p:spPr>
            <a:xfrm>
              <a:off x="3646222" y="2466603"/>
              <a:ext cx="633300" cy="948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8200" lIns="78200" spcFirstLastPara="1" rIns="78200" wrap="square" tIns="78200">
              <a:noAutofit/>
            </a:bodyPr>
            <a:lstStyle/>
            <a:p>
              <a:pPr indent="0" lvl="0" marL="0" rtl="0" algn="l">
                <a:spcBef>
                  <a:spcPts val="0"/>
                </a:spcBef>
                <a:spcAft>
                  <a:spcPts val="0"/>
                </a:spcAft>
                <a:buNone/>
              </a:pPr>
              <a:r>
                <a:t/>
              </a:r>
              <a:endParaRPr sz="500">
                <a:latin typeface="Roboto"/>
                <a:ea typeface="Roboto"/>
                <a:cs typeface="Roboto"/>
                <a:sym typeface="Roboto"/>
              </a:endParaRPr>
            </a:p>
          </p:txBody>
        </p:sp>
        <p:sp>
          <p:nvSpPr>
            <p:cNvPr id="16758" name="Google Shape;16758;p292"/>
            <p:cNvSpPr/>
            <p:nvPr/>
          </p:nvSpPr>
          <p:spPr>
            <a:xfrm>
              <a:off x="4349786" y="1075528"/>
              <a:ext cx="13251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61600" lIns="61600" spcFirstLastPara="1" rIns="61600" wrap="square" tIns="61600">
              <a:noAutofit/>
            </a:bodyPr>
            <a:lstStyle/>
            <a:p>
              <a:pPr indent="0" lvl="0" marL="0" rtl="0" algn="l">
                <a:spcBef>
                  <a:spcPts val="0"/>
                </a:spcBef>
                <a:spcAft>
                  <a:spcPts val="0"/>
                </a:spcAft>
                <a:buNone/>
              </a:pPr>
              <a:r>
                <a:t/>
              </a:r>
              <a:endParaRPr sz="700">
                <a:latin typeface="Roboto"/>
                <a:ea typeface="Roboto"/>
                <a:cs typeface="Roboto"/>
                <a:sym typeface="Roboto"/>
              </a:endParaRPr>
            </a:p>
          </p:txBody>
        </p:sp>
        <p:sp>
          <p:nvSpPr>
            <p:cNvPr id="16759" name="Google Shape;16759;p292"/>
            <p:cNvSpPr/>
            <p:nvPr/>
          </p:nvSpPr>
          <p:spPr>
            <a:xfrm>
              <a:off x="4349786" y="1459971"/>
              <a:ext cx="13251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61600" lIns="61600" spcFirstLastPara="1" rIns="61600" wrap="square" tIns="61600">
              <a:noAutofit/>
            </a:bodyPr>
            <a:lstStyle/>
            <a:p>
              <a:pPr indent="0" lvl="0" marL="0" rtl="0" algn="l">
                <a:spcBef>
                  <a:spcPts val="0"/>
                </a:spcBef>
                <a:spcAft>
                  <a:spcPts val="0"/>
                </a:spcAft>
                <a:buNone/>
              </a:pPr>
              <a:r>
                <a:t/>
              </a:r>
              <a:endParaRPr sz="700">
                <a:latin typeface="Roboto"/>
                <a:ea typeface="Roboto"/>
                <a:cs typeface="Roboto"/>
                <a:sym typeface="Roboto"/>
              </a:endParaRPr>
            </a:p>
          </p:txBody>
        </p:sp>
        <p:sp>
          <p:nvSpPr>
            <p:cNvPr id="16760" name="Google Shape;16760;p292"/>
            <p:cNvSpPr/>
            <p:nvPr/>
          </p:nvSpPr>
          <p:spPr>
            <a:xfrm>
              <a:off x="4349786" y="1853372"/>
              <a:ext cx="13251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61600" lIns="61600" spcFirstLastPara="1" rIns="61600" wrap="square" tIns="61600">
              <a:noAutofit/>
            </a:bodyPr>
            <a:lstStyle/>
            <a:p>
              <a:pPr indent="0" lvl="0" marL="0" rtl="0" algn="l">
                <a:spcBef>
                  <a:spcPts val="0"/>
                </a:spcBef>
                <a:spcAft>
                  <a:spcPts val="0"/>
                </a:spcAft>
                <a:buNone/>
              </a:pPr>
              <a:r>
                <a:rPr lang="es-419" sz="600">
                  <a:solidFill>
                    <a:schemeClr val="dk1"/>
                  </a:solidFill>
                </a:rPr>
                <a:t>Agregar productos </a:t>
              </a:r>
              <a:r>
                <a:rPr lang="es-419" sz="600">
                  <a:solidFill>
                    <a:schemeClr val="dk1"/>
                  </a:solidFill>
                </a:rPr>
                <a:t>automáticamente</a:t>
              </a:r>
              <a:r>
                <a:rPr lang="es-419" sz="600">
                  <a:solidFill>
                    <a:schemeClr val="dk1"/>
                  </a:solidFill>
                </a:rPr>
                <a:t> al registro de ventas</a:t>
              </a:r>
              <a:endParaRPr sz="700">
                <a:latin typeface="Roboto"/>
                <a:ea typeface="Roboto"/>
                <a:cs typeface="Roboto"/>
                <a:sym typeface="Roboto"/>
              </a:endParaRPr>
            </a:p>
          </p:txBody>
        </p:sp>
        <p:sp>
          <p:nvSpPr>
            <p:cNvPr id="16761" name="Google Shape;16761;p292"/>
            <p:cNvSpPr/>
            <p:nvPr/>
          </p:nvSpPr>
          <p:spPr>
            <a:xfrm>
              <a:off x="4349786" y="2239831"/>
              <a:ext cx="13251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61600" lIns="61600" spcFirstLastPara="1" rIns="61600" wrap="square" tIns="61600">
              <a:noAutofit/>
            </a:bodyPr>
            <a:lstStyle/>
            <a:p>
              <a:pPr indent="0" lvl="0" marL="0" rtl="0" algn="l">
                <a:spcBef>
                  <a:spcPts val="0"/>
                </a:spcBef>
                <a:spcAft>
                  <a:spcPts val="0"/>
                </a:spcAft>
                <a:buNone/>
              </a:pPr>
              <a:r>
                <a:rPr lang="es-419" sz="700">
                  <a:latin typeface="Roboto"/>
                  <a:ea typeface="Roboto"/>
                  <a:cs typeface="Roboto"/>
                  <a:sym typeface="Roboto"/>
                </a:rPr>
                <a:t>&lt;...&gt;</a:t>
              </a:r>
              <a:endParaRPr sz="700">
                <a:latin typeface="Roboto"/>
                <a:ea typeface="Roboto"/>
                <a:cs typeface="Roboto"/>
                <a:sym typeface="Roboto"/>
              </a:endParaRPr>
            </a:p>
          </p:txBody>
        </p:sp>
        <p:sp>
          <p:nvSpPr>
            <p:cNvPr id="16762" name="Google Shape;16762;p292"/>
            <p:cNvSpPr/>
            <p:nvPr/>
          </p:nvSpPr>
          <p:spPr>
            <a:xfrm>
              <a:off x="2704756" y="1461628"/>
              <a:ext cx="8817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8200" lIns="78200" spcFirstLastPara="1" rIns="78200" wrap="square" tIns="78200">
              <a:noAutofit/>
            </a:bodyPr>
            <a:lstStyle/>
            <a:p>
              <a:pPr indent="0" lvl="0" marL="0" rtl="0" algn="l">
                <a:spcBef>
                  <a:spcPts val="0"/>
                </a:spcBef>
                <a:spcAft>
                  <a:spcPts val="0"/>
                </a:spcAft>
                <a:buNone/>
              </a:pPr>
              <a:r>
                <a:t/>
              </a:r>
              <a:endParaRPr sz="500">
                <a:latin typeface="Roboto"/>
                <a:ea typeface="Roboto"/>
                <a:cs typeface="Roboto"/>
                <a:sym typeface="Roboto"/>
              </a:endParaRPr>
            </a:p>
          </p:txBody>
        </p:sp>
        <p:sp>
          <p:nvSpPr>
            <p:cNvPr id="16763" name="Google Shape;16763;p292"/>
            <p:cNvSpPr txBox="1"/>
            <p:nvPr/>
          </p:nvSpPr>
          <p:spPr>
            <a:xfrm>
              <a:off x="4463036" y="557328"/>
              <a:ext cx="1098600" cy="4653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b="1" lang="es-419" sz="700">
                  <a:latin typeface="Arvo"/>
                  <a:ea typeface="Arvo"/>
                  <a:cs typeface="Arvo"/>
                  <a:sym typeface="Arvo"/>
                </a:rPr>
                <a:t>Acción interactiva:</a:t>
              </a:r>
              <a:endParaRPr b="1" sz="700">
                <a:latin typeface="Arvo"/>
                <a:ea typeface="Arvo"/>
                <a:cs typeface="Arvo"/>
                <a:sym typeface="Arvo"/>
              </a:endParaRPr>
            </a:p>
            <a:p>
              <a:pPr indent="0" lvl="0" marL="0" rtl="0" algn="ctr">
                <a:spcBef>
                  <a:spcPts val="0"/>
                </a:spcBef>
                <a:spcAft>
                  <a:spcPts val="0"/>
                </a:spcAft>
                <a:buNone/>
              </a:pPr>
              <a:r>
                <a:rPr i="1" lang="es-419" sz="500">
                  <a:latin typeface="Arvo"/>
                  <a:ea typeface="Arvo"/>
                  <a:cs typeface="Arvo"/>
                  <a:sym typeface="Arvo"/>
                </a:rPr>
                <a:t>&lt;ej: </a:t>
              </a:r>
              <a:r>
                <a:rPr i="1" lang="es-419" sz="500">
                  <a:solidFill>
                    <a:srgbClr val="000000"/>
                  </a:solidFill>
                  <a:latin typeface="Roboto"/>
                  <a:ea typeface="Roboto"/>
                  <a:cs typeface="Roboto"/>
                  <a:sym typeface="Roboto"/>
                </a:rPr>
                <a:t>autenticar por huella y cara</a:t>
              </a:r>
              <a:r>
                <a:rPr i="1" lang="es-419" sz="500">
                  <a:latin typeface="Arvo"/>
                  <a:ea typeface="Arvo"/>
                  <a:cs typeface="Arvo"/>
                  <a:sym typeface="Arvo"/>
                </a:rPr>
                <a:t>&gt;</a:t>
              </a:r>
              <a:endParaRPr i="1" sz="500">
                <a:latin typeface="Arvo"/>
                <a:ea typeface="Arvo"/>
                <a:cs typeface="Arvo"/>
                <a:sym typeface="Arvo"/>
              </a:endParaRPr>
            </a:p>
          </p:txBody>
        </p:sp>
        <p:sp>
          <p:nvSpPr>
            <p:cNvPr id="16764" name="Google Shape;16764;p292"/>
            <p:cNvSpPr txBox="1"/>
            <p:nvPr/>
          </p:nvSpPr>
          <p:spPr>
            <a:xfrm>
              <a:off x="3639736" y="557328"/>
              <a:ext cx="702600" cy="4653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b="1" lang="es-419" sz="700">
                  <a:latin typeface="Arvo"/>
                  <a:ea typeface="Arvo"/>
                  <a:cs typeface="Arvo"/>
                  <a:sym typeface="Arvo"/>
                </a:rPr>
                <a:t>Punto de contacto</a:t>
              </a:r>
              <a:endParaRPr sz="700">
                <a:latin typeface="Arvo"/>
                <a:ea typeface="Arvo"/>
                <a:cs typeface="Arvo"/>
                <a:sym typeface="Arvo"/>
              </a:endParaRPr>
            </a:p>
          </p:txBody>
        </p:sp>
        <p:sp>
          <p:nvSpPr>
            <p:cNvPr id="16765" name="Google Shape;16765;p292"/>
            <p:cNvSpPr txBox="1"/>
            <p:nvPr/>
          </p:nvSpPr>
          <p:spPr>
            <a:xfrm>
              <a:off x="2784273" y="568049"/>
              <a:ext cx="702600" cy="4653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b="1" lang="es-419" sz="700">
                  <a:latin typeface="Arvo"/>
                  <a:ea typeface="Arvo"/>
                  <a:cs typeface="Arvo"/>
                  <a:sym typeface="Arvo"/>
                </a:rPr>
                <a:t>Rol</a:t>
              </a:r>
              <a:endParaRPr sz="700">
                <a:latin typeface="Arvo"/>
                <a:ea typeface="Arvo"/>
                <a:cs typeface="Arvo"/>
                <a:sym typeface="Arvo"/>
              </a:endParaRPr>
            </a:p>
          </p:txBody>
        </p:sp>
        <p:pic>
          <p:nvPicPr>
            <p:cNvPr id="16766" name="Google Shape;16766;p292"/>
            <p:cNvPicPr preferRelativeResize="0"/>
            <p:nvPr/>
          </p:nvPicPr>
          <p:blipFill rotWithShape="1">
            <a:blip r:embed="rId3">
              <a:alphaModFix/>
            </a:blip>
            <a:srcRect b="-868" l="16515" r="66426" t="66946"/>
            <a:stretch/>
          </p:blipFill>
          <p:spPr>
            <a:xfrm>
              <a:off x="2782507" y="825772"/>
              <a:ext cx="702701" cy="702700"/>
            </a:xfrm>
            <a:prstGeom prst="rect">
              <a:avLst/>
            </a:prstGeom>
            <a:noFill/>
            <a:ln>
              <a:noFill/>
            </a:ln>
          </p:spPr>
        </p:pic>
        <p:sp>
          <p:nvSpPr>
            <p:cNvPr id="16767" name="Google Shape;16767;p292"/>
            <p:cNvSpPr txBox="1"/>
            <p:nvPr/>
          </p:nvSpPr>
          <p:spPr>
            <a:xfrm>
              <a:off x="2782511" y="1476053"/>
              <a:ext cx="761100" cy="232500"/>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b="1" lang="es-419" sz="700">
                  <a:latin typeface="Arvo"/>
                  <a:ea typeface="Arvo"/>
                  <a:cs typeface="Arvo"/>
                  <a:sym typeface="Arvo"/>
                </a:rPr>
                <a:t>Cajero</a:t>
              </a:r>
              <a:endParaRPr b="1" i="1" sz="600">
                <a:solidFill>
                  <a:srgbClr val="666666"/>
                </a:solidFill>
                <a:latin typeface="Arvo"/>
                <a:ea typeface="Arvo"/>
                <a:cs typeface="Arvo"/>
                <a:sym typeface="Arvo"/>
              </a:endParaRPr>
            </a:p>
          </p:txBody>
        </p:sp>
        <p:sp>
          <p:nvSpPr>
            <p:cNvPr id="16768" name="Google Shape;16768;p292"/>
            <p:cNvSpPr txBox="1"/>
            <p:nvPr/>
          </p:nvSpPr>
          <p:spPr>
            <a:xfrm>
              <a:off x="2704760" y="1669653"/>
              <a:ext cx="964800" cy="232500"/>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t/>
              </a:r>
              <a:endParaRPr b="1" sz="700">
                <a:latin typeface="Arvo"/>
                <a:ea typeface="Arvo"/>
                <a:cs typeface="Arvo"/>
                <a:sym typeface="Arvo"/>
              </a:endParaRPr>
            </a:p>
            <a:p>
              <a:pPr indent="0" lvl="0" marL="0" rtl="0" algn="ctr">
                <a:spcBef>
                  <a:spcPts val="0"/>
                </a:spcBef>
                <a:spcAft>
                  <a:spcPts val="0"/>
                </a:spcAft>
                <a:buNone/>
              </a:pPr>
              <a:r>
                <a:rPr i="1" lang="es-419" sz="500">
                  <a:latin typeface="Arvo"/>
                  <a:ea typeface="Arvo"/>
                  <a:cs typeface="Arvo"/>
                  <a:sym typeface="Arvo"/>
                </a:rPr>
                <a:t>&lt;ej: conductor&gt;</a:t>
              </a:r>
              <a:endParaRPr i="1" sz="500">
                <a:latin typeface="Arvo"/>
                <a:ea typeface="Arvo"/>
                <a:cs typeface="Arvo"/>
                <a:sym typeface="Arvo"/>
              </a:endParaRPr>
            </a:p>
          </p:txBody>
        </p:sp>
      </p:grpSp>
      <p:grpSp>
        <p:nvGrpSpPr>
          <p:cNvPr id="16769" name="Google Shape;16769;p292"/>
          <p:cNvGrpSpPr/>
          <p:nvPr/>
        </p:nvGrpSpPr>
        <p:grpSpPr>
          <a:xfrm>
            <a:off x="6815901" y="1192016"/>
            <a:ext cx="2810831" cy="2161925"/>
            <a:chOff x="2640436" y="-87872"/>
            <a:chExt cx="3098700" cy="2874900"/>
          </a:xfrm>
        </p:grpSpPr>
        <p:sp>
          <p:nvSpPr>
            <p:cNvPr id="16770" name="Google Shape;16770;p292"/>
            <p:cNvSpPr/>
            <p:nvPr/>
          </p:nvSpPr>
          <p:spPr>
            <a:xfrm>
              <a:off x="2640436" y="-87872"/>
              <a:ext cx="3098700" cy="2874900"/>
            </a:xfrm>
            <a:prstGeom prst="roundRect">
              <a:avLst>
                <a:gd fmla="val 3233" name="adj"/>
              </a:avLst>
            </a:prstGeom>
            <a:solidFill>
              <a:srgbClr val="FFFFFF"/>
            </a:solidFill>
            <a:ln cap="flat" cmpd="sng" w="9525">
              <a:solidFill>
                <a:srgbClr val="EFEFEF"/>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t" bIns="15400" lIns="15400" spcFirstLastPara="1" rIns="15400" wrap="square" tIns="15400">
              <a:noAutofit/>
            </a:bodyPr>
            <a:lstStyle/>
            <a:p>
              <a:pPr indent="0" lvl="0" marL="0" rtl="0" algn="ctr">
                <a:spcBef>
                  <a:spcPts val="0"/>
                </a:spcBef>
                <a:spcAft>
                  <a:spcPts val="0"/>
                </a:spcAft>
                <a:buNone/>
              </a:pPr>
              <a:r>
                <a:rPr b="1" i="1" lang="es-419" sz="800">
                  <a:solidFill>
                    <a:srgbClr val="434343"/>
                  </a:solidFill>
                </a:rPr>
                <a:t>Puntos de Automatización</a:t>
              </a:r>
              <a:endParaRPr b="1" i="1" sz="800">
                <a:solidFill>
                  <a:srgbClr val="434343"/>
                </a:solidFill>
              </a:endParaRPr>
            </a:p>
          </p:txBody>
        </p:sp>
        <p:sp>
          <p:nvSpPr>
            <p:cNvPr id="16771" name="Google Shape;16771;p292"/>
            <p:cNvSpPr txBox="1"/>
            <p:nvPr/>
          </p:nvSpPr>
          <p:spPr>
            <a:xfrm>
              <a:off x="2820612" y="182753"/>
              <a:ext cx="1098600" cy="232500"/>
            </a:xfrm>
            <a:prstGeom prst="rect">
              <a:avLst/>
            </a:prstGeom>
            <a:noFill/>
            <a:ln>
              <a:noFill/>
            </a:ln>
          </p:spPr>
          <p:txBody>
            <a:bodyPr anchorCtr="0" anchor="ctr" bIns="0" lIns="0" spcFirstLastPara="1" rIns="0" wrap="square" tIns="0">
              <a:noAutofit/>
            </a:bodyPr>
            <a:lstStyle/>
            <a:p>
              <a:pPr indent="0" lvl="0" marL="0" rtl="0" algn="r">
                <a:spcBef>
                  <a:spcPts val="0"/>
                </a:spcBef>
                <a:spcAft>
                  <a:spcPts val="0"/>
                </a:spcAft>
                <a:buNone/>
              </a:pPr>
              <a:r>
                <a:rPr lang="es-419" sz="700">
                  <a:latin typeface="Arvo"/>
                  <a:ea typeface="Arvo"/>
                  <a:cs typeface="Arvo"/>
                  <a:sym typeface="Arvo"/>
                </a:rPr>
                <a:t>Actividad de Negocio</a:t>
              </a:r>
              <a:endParaRPr sz="700">
                <a:latin typeface="Arvo"/>
                <a:ea typeface="Arvo"/>
                <a:cs typeface="Arvo"/>
                <a:sym typeface="Arvo"/>
              </a:endParaRPr>
            </a:p>
            <a:p>
              <a:pPr indent="0" lvl="0" marL="0" rtl="0" algn="r">
                <a:spcBef>
                  <a:spcPts val="0"/>
                </a:spcBef>
                <a:spcAft>
                  <a:spcPts val="0"/>
                </a:spcAft>
                <a:buNone/>
              </a:pPr>
              <a:r>
                <a:rPr i="1" lang="es-419" sz="500">
                  <a:latin typeface="Arvo"/>
                  <a:ea typeface="Arvo"/>
                  <a:cs typeface="Arvo"/>
                  <a:sym typeface="Arvo"/>
                </a:rPr>
                <a:t>&lt;ej: Identificarse&gt;</a:t>
              </a:r>
              <a:endParaRPr i="1" sz="500">
                <a:latin typeface="Arvo"/>
                <a:ea typeface="Arvo"/>
                <a:cs typeface="Arvo"/>
                <a:sym typeface="Arvo"/>
              </a:endParaRPr>
            </a:p>
          </p:txBody>
        </p:sp>
        <p:sp>
          <p:nvSpPr>
            <p:cNvPr id="16772" name="Google Shape;16772;p292"/>
            <p:cNvSpPr/>
            <p:nvPr/>
          </p:nvSpPr>
          <p:spPr>
            <a:xfrm>
              <a:off x="3951036" y="159603"/>
              <a:ext cx="17313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8200" lIns="78200" spcFirstLastPara="1" rIns="78200" wrap="square" tIns="78200">
              <a:noAutofit/>
            </a:bodyPr>
            <a:lstStyle/>
            <a:p>
              <a:pPr indent="0" lvl="0" marL="0" rtl="0" algn="l">
                <a:spcBef>
                  <a:spcPts val="0"/>
                </a:spcBef>
                <a:spcAft>
                  <a:spcPts val="0"/>
                </a:spcAft>
                <a:buNone/>
              </a:pPr>
              <a:r>
                <a:t/>
              </a:r>
              <a:endParaRPr sz="500">
                <a:latin typeface="Roboto"/>
                <a:ea typeface="Roboto"/>
                <a:cs typeface="Roboto"/>
                <a:sym typeface="Roboto"/>
              </a:endParaRPr>
            </a:p>
          </p:txBody>
        </p:sp>
        <p:sp>
          <p:nvSpPr>
            <p:cNvPr id="16773" name="Google Shape;16773;p292"/>
            <p:cNvSpPr txBox="1"/>
            <p:nvPr/>
          </p:nvSpPr>
          <p:spPr>
            <a:xfrm>
              <a:off x="3962886" y="142103"/>
              <a:ext cx="1731300" cy="351900"/>
            </a:xfrm>
            <a:prstGeom prst="rect">
              <a:avLst/>
            </a:prstGeom>
            <a:noFill/>
            <a:ln>
              <a:noFill/>
            </a:ln>
          </p:spPr>
          <p:txBody>
            <a:bodyPr anchorCtr="0" anchor="ctr" bIns="15400" lIns="15400" spcFirstLastPara="1" rIns="15400" wrap="square" tIns="15400">
              <a:noAutofit/>
            </a:bodyPr>
            <a:lstStyle/>
            <a:p>
              <a:pPr indent="0" lvl="0" marL="0" rtl="0" algn="l">
                <a:spcBef>
                  <a:spcPts val="0"/>
                </a:spcBef>
                <a:spcAft>
                  <a:spcPts val="0"/>
                </a:spcAft>
                <a:buNone/>
              </a:pPr>
              <a:r>
                <a:rPr b="1" lang="es-419" sz="700">
                  <a:solidFill>
                    <a:schemeClr val="dk1"/>
                  </a:solidFill>
                </a:rPr>
                <a:t>Calcular total de la venta</a:t>
              </a:r>
              <a:endParaRPr/>
            </a:p>
          </p:txBody>
        </p:sp>
        <p:sp>
          <p:nvSpPr>
            <p:cNvPr id="16774" name="Google Shape;16774;p292"/>
            <p:cNvSpPr/>
            <p:nvPr/>
          </p:nvSpPr>
          <p:spPr>
            <a:xfrm>
              <a:off x="3646236" y="1459973"/>
              <a:ext cx="6333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8200" lIns="78200" spcFirstLastPara="1" rIns="78200" wrap="square" tIns="78200">
              <a:noAutofit/>
            </a:bodyPr>
            <a:lstStyle/>
            <a:p>
              <a:pPr indent="0" lvl="0" marL="0" rtl="0" algn="l">
                <a:spcBef>
                  <a:spcPts val="0"/>
                </a:spcBef>
                <a:spcAft>
                  <a:spcPts val="0"/>
                </a:spcAft>
                <a:buNone/>
              </a:pPr>
              <a:r>
                <a:rPr lang="es-419" sz="600">
                  <a:solidFill>
                    <a:schemeClr val="dk1"/>
                  </a:solidFill>
                </a:rPr>
                <a:t>☁️ Software POS</a:t>
              </a:r>
              <a:endParaRPr sz="500">
                <a:latin typeface="Roboto"/>
                <a:ea typeface="Roboto"/>
                <a:cs typeface="Roboto"/>
                <a:sym typeface="Roboto"/>
              </a:endParaRPr>
            </a:p>
          </p:txBody>
        </p:sp>
        <p:sp>
          <p:nvSpPr>
            <p:cNvPr id="16775" name="Google Shape;16775;p292"/>
            <p:cNvSpPr/>
            <p:nvPr/>
          </p:nvSpPr>
          <p:spPr>
            <a:xfrm>
              <a:off x="3646236" y="1075527"/>
              <a:ext cx="6333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8200" lIns="78200" spcFirstLastPara="1" rIns="78200" wrap="square" tIns="78200">
              <a:noAutofit/>
            </a:bodyPr>
            <a:lstStyle/>
            <a:p>
              <a:pPr indent="0" lvl="0" marL="0" rtl="0" algn="l">
                <a:spcBef>
                  <a:spcPts val="0"/>
                </a:spcBef>
                <a:spcAft>
                  <a:spcPts val="0"/>
                </a:spcAft>
                <a:buNone/>
              </a:pPr>
              <a:r>
                <a:t/>
              </a:r>
              <a:endParaRPr sz="500">
                <a:latin typeface="Roboto"/>
                <a:ea typeface="Roboto"/>
                <a:cs typeface="Roboto"/>
                <a:sym typeface="Roboto"/>
              </a:endParaRPr>
            </a:p>
          </p:txBody>
        </p:sp>
        <p:sp>
          <p:nvSpPr>
            <p:cNvPr id="16776" name="Google Shape;16776;p292"/>
            <p:cNvSpPr/>
            <p:nvPr/>
          </p:nvSpPr>
          <p:spPr>
            <a:xfrm>
              <a:off x="3646236" y="1853377"/>
              <a:ext cx="6333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8200" lIns="78200" spcFirstLastPara="1" rIns="78200" wrap="square" tIns="78200">
              <a:noAutofit/>
            </a:bodyPr>
            <a:lstStyle/>
            <a:p>
              <a:pPr indent="0" lvl="0" marL="0" rtl="0" algn="l">
                <a:spcBef>
                  <a:spcPts val="0"/>
                </a:spcBef>
                <a:spcAft>
                  <a:spcPts val="0"/>
                </a:spcAft>
                <a:buNone/>
              </a:pPr>
              <a:r>
                <a:t/>
              </a:r>
              <a:endParaRPr sz="500">
                <a:latin typeface="Roboto"/>
                <a:ea typeface="Roboto"/>
                <a:cs typeface="Roboto"/>
                <a:sym typeface="Roboto"/>
              </a:endParaRPr>
            </a:p>
          </p:txBody>
        </p:sp>
        <p:sp>
          <p:nvSpPr>
            <p:cNvPr id="16777" name="Google Shape;16777;p292"/>
            <p:cNvSpPr/>
            <p:nvPr/>
          </p:nvSpPr>
          <p:spPr>
            <a:xfrm>
              <a:off x="3646236" y="2229879"/>
              <a:ext cx="6333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8200" lIns="78200" spcFirstLastPara="1" rIns="78200" wrap="square" tIns="78200">
              <a:noAutofit/>
            </a:bodyPr>
            <a:lstStyle/>
            <a:p>
              <a:pPr indent="0" lvl="0" marL="0" rtl="0" algn="l">
                <a:spcBef>
                  <a:spcPts val="0"/>
                </a:spcBef>
                <a:spcAft>
                  <a:spcPts val="0"/>
                </a:spcAft>
                <a:buNone/>
              </a:pPr>
              <a:r>
                <a:t/>
              </a:r>
              <a:endParaRPr sz="500">
                <a:latin typeface="Roboto"/>
                <a:ea typeface="Roboto"/>
                <a:cs typeface="Roboto"/>
                <a:sym typeface="Roboto"/>
              </a:endParaRPr>
            </a:p>
          </p:txBody>
        </p:sp>
        <p:sp>
          <p:nvSpPr>
            <p:cNvPr id="16778" name="Google Shape;16778;p292"/>
            <p:cNvSpPr/>
            <p:nvPr/>
          </p:nvSpPr>
          <p:spPr>
            <a:xfrm>
              <a:off x="4349786" y="1075528"/>
              <a:ext cx="13251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61600" lIns="61600" spcFirstLastPara="1" rIns="61600" wrap="square" tIns="61600">
              <a:noAutofit/>
            </a:bodyPr>
            <a:lstStyle/>
            <a:p>
              <a:pPr indent="0" lvl="0" marL="0" rtl="0" algn="l">
                <a:spcBef>
                  <a:spcPts val="0"/>
                </a:spcBef>
                <a:spcAft>
                  <a:spcPts val="0"/>
                </a:spcAft>
                <a:buNone/>
              </a:pPr>
              <a:r>
                <a:t/>
              </a:r>
              <a:endParaRPr sz="700">
                <a:latin typeface="Roboto"/>
                <a:ea typeface="Roboto"/>
                <a:cs typeface="Roboto"/>
                <a:sym typeface="Roboto"/>
              </a:endParaRPr>
            </a:p>
          </p:txBody>
        </p:sp>
        <p:sp>
          <p:nvSpPr>
            <p:cNvPr id="16779" name="Google Shape;16779;p292"/>
            <p:cNvSpPr/>
            <p:nvPr/>
          </p:nvSpPr>
          <p:spPr>
            <a:xfrm>
              <a:off x="4349786" y="1459971"/>
              <a:ext cx="13251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61600" lIns="61600" spcFirstLastPara="1" rIns="61600" wrap="square" tIns="61600">
              <a:noAutofit/>
            </a:bodyPr>
            <a:lstStyle/>
            <a:p>
              <a:pPr indent="0" lvl="0" marL="0" rtl="0" algn="l">
                <a:spcBef>
                  <a:spcPts val="0"/>
                </a:spcBef>
                <a:spcAft>
                  <a:spcPts val="0"/>
                </a:spcAft>
                <a:buNone/>
              </a:pPr>
              <a:r>
                <a:rPr lang="es-419" sz="600">
                  <a:solidFill>
                    <a:schemeClr val="dk1"/>
                  </a:solidFill>
                </a:rPr>
                <a:t>Generar subtotal,impuestos y descuentos</a:t>
              </a:r>
              <a:endParaRPr sz="700">
                <a:latin typeface="Roboto"/>
                <a:ea typeface="Roboto"/>
                <a:cs typeface="Roboto"/>
                <a:sym typeface="Roboto"/>
              </a:endParaRPr>
            </a:p>
          </p:txBody>
        </p:sp>
        <p:sp>
          <p:nvSpPr>
            <p:cNvPr id="16780" name="Google Shape;16780;p292"/>
            <p:cNvSpPr/>
            <p:nvPr/>
          </p:nvSpPr>
          <p:spPr>
            <a:xfrm>
              <a:off x="4349786" y="1853372"/>
              <a:ext cx="13251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61600" lIns="61600" spcFirstLastPara="1" rIns="61600" wrap="square" tIns="61600">
              <a:noAutofit/>
            </a:bodyPr>
            <a:lstStyle/>
            <a:p>
              <a:pPr indent="0" lvl="0" marL="0" rtl="0" algn="l">
                <a:spcBef>
                  <a:spcPts val="0"/>
                </a:spcBef>
                <a:spcAft>
                  <a:spcPts val="0"/>
                </a:spcAft>
                <a:buNone/>
              </a:pPr>
              <a:r>
                <a:t/>
              </a:r>
              <a:endParaRPr sz="700">
                <a:latin typeface="Roboto"/>
                <a:ea typeface="Roboto"/>
                <a:cs typeface="Roboto"/>
                <a:sym typeface="Roboto"/>
              </a:endParaRPr>
            </a:p>
          </p:txBody>
        </p:sp>
        <p:sp>
          <p:nvSpPr>
            <p:cNvPr id="16781" name="Google Shape;16781;p292"/>
            <p:cNvSpPr/>
            <p:nvPr/>
          </p:nvSpPr>
          <p:spPr>
            <a:xfrm>
              <a:off x="4349786" y="2239831"/>
              <a:ext cx="13251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61600" lIns="61600" spcFirstLastPara="1" rIns="61600" wrap="square" tIns="61600">
              <a:noAutofit/>
            </a:bodyPr>
            <a:lstStyle/>
            <a:p>
              <a:pPr indent="0" lvl="0" marL="0" rtl="0" algn="l">
                <a:spcBef>
                  <a:spcPts val="0"/>
                </a:spcBef>
                <a:spcAft>
                  <a:spcPts val="0"/>
                </a:spcAft>
                <a:buNone/>
              </a:pPr>
              <a:r>
                <a:rPr lang="es-419" sz="700">
                  <a:latin typeface="Roboto"/>
                  <a:ea typeface="Roboto"/>
                  <a:cs typeface="Roboto"/>
                  <a:sym typeface="Roboto"/>
                </a:rPr>
                <a:t>&lt;...&gt;</a:t>
              </a:r>
              <a:endParaRPr sz="700">
                <a:latin typeface="Roboto"/>
                <a:ea typeface="Roboto"/>
                <a:cs typeface="Roboto"/>
                <a:sym typeface="Roboto"/>
              </a:endParaRPr>
            </a:p>
          </p:txBody>
        </p:sp>
        <p:sp>
          <p:nvSpPr>
            <p:cNvPr id="16782" name="Google Shape;16782;p292"/>
            <p:cNvSpPr/>
            <p:nvPr/>
          </p:nvSpPr>
          <p:spPr>
            <a:xfrm>
              <a:off x="2704756" y="1461628"/>
              <a:ext cx="8817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8200" lIns="78200" spcFirstLastPara="1" rIns="78200" wrap="square" tIns="78200">
              <a:noAutofit/>
            </a:bodyPr>
            <a:lstStyle/>
            <a:p>
              <a:pPr indent="0" lvl="0" marL="0" rtl="0" algn="l">
                <a:spcBef>
                  <a:spcPts val="0"/>
                </a:spcBef>
                <a:spcAft>
                  <a:spcPts val="0"/>
                </a:spcAft>
                <a:buNone/>
              </a:pPr>
              <a:r>
                <a:t/>
              </a:r>
              <a:endParaRPr sz="500">
                <a:latin typeface="Roboto"/>
                <a:ea typeface="Roboto"/>
                <a:cs typeface="Roboto"/>
                <a:sym typeface="Roboto"/>
              </a:endParaRPr>
            </a:p>
          </p:txBody>
        </p:sp>
        <p:sp>
          <p:nvSpPr>
            <p:cNvPr id="16783" name="Google Shape;16783;p292"/>
            <p:cNvSpPr txBox="1"/>
            <p:nvPr/>
          </p:nvSpPr>
          <p:spPr>
            <a:xfrm>
              <a:off x="4463036" y="557328"/>
              <a:ext cx="1098600" cy="4653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b="1" lang="es-419" sz="700">
                  <a:latin typeface="Arvo"/>
                  <a:ea typeface="Arvo"/>
                  <a:cs typeface="Arvo"/>
                  <a:sym typeface="Arvo"/>
                </a:rPr>
                <a:t>Acción interactiva:</a:t>
              </a:r>
              <a:endParaRPr b="1" sz="700">
                <a:latin typeface="Arvo"/>
                <a:ea typeface="Arvo"/>
                <a:cs typeface="Arvo"/>
                <a:sym typeface="Arvo"/>
              </a:endParaRPr>
            </a:p>
            <a:p>
              <a:pPr indent="0" lvl="0" marL="0" rtl="0" algn="ctr">
                <a:spcBef>
                  <a:spcPts val="0"/>
                </a:spcBef>
                <a:spcAft>
                  <a:spcPts val="0"/>
                </a:spcAft>
                <a:buNone/>
              </a:pPr>
              <a:r>
                <a:rPr i="1" lang="es-419" sz="500">
                  <a:latin typeface="Arvo"/>
                  <a:ea typeface="Arvo"/>
                  <a:cs typeface="Arvo"/>
                  <a:sym typeface="Arvo"/>
                </a:rPr>
                <a:t>&lt;ej: </a:t>
              </a:r>
              <a:r>
                <a:rPr i="1" lang="es-419" sz="500">
                  <a:solidFill>
                    <a:srgbClr val="000000"/>
                  </a:solidFill>
                  <a:latin typeface="Roboto"/>
                  <a:ea typeface="Roboto"/>
                  <a:cs typeface="Roboto"/>
                  <a:sym typeface="Roboto"/>
                </a:rPr>
                <a:t>autenticar por huella y cara</a:t>
              </a:r>
              <a:r>
                <a:rPr i="1" lang="es-419" sz="500">
                  <a:latin typeface="Arvo"/>
                  <a:ea typeface="Arvo"/>
                  <a:cs typeface="Arvo"/>
                  <a:sym typeface="Arvo"/>
                </a:rPr>
                <a:t>&gt;</a:t>
              </a:r>
              <a:endParaRPr i="1" sz="500">
                <a:latin typeface="Arvo"/>
                <a:ea typeface="Arvo"/>
                <a:cs typeface="Arvo"/>
                <a:sym typeface="Arvo"/>
              </a:endParaRPr>
            </a:p>
          </p:txBody>
        </p:sp>
        <p:sp>
          <p:nvSpPr>
            <p:cNvPr id="16784" name="Google Shape;16784;p292"/>
            <p:cNvSpPr txBox="1"/>
            <p:nvPr/>
          </p:nvSpPr>
          <p:spPr>
            <a:xfrm>
              <a:off x="3639736" y="557328"/>
              <a:ext cx="702600" cy="4653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b="1" lang="es-419" sz="700">
                  <a:latin typeface="Arvo"/>
                  <a:ea typeface="Arvo"/>
                  <a:cs typeface="Arvo"/>
                  <a:sym typeface="Arvo"/>
                </a:rPr>
                <a:t>Punto de contacto</a:t>
              </a:r>
              <a:endParaRPr sz="700">
                <a:latin typeface="Arvo"/>
                <a:ea typeface="Arvo"/>
                <a:cs typeface="Arvo"/>
                <a:sym typeface="Arvo"/>
              </a:endParaRPr>
            </a:p>
          </p:txBody>
        </p:sp>
        <p:sp>
          <p:nvSpPr>
            <p:cNvPr id="16785" name="Google Shape;16785;p292"/>
            <p:cNvSpPr txBox="1"/>
            <p:nvPr/>
          </p:nvSpPr>
          <p:spPr>
            <a:xfrm>
              <a:off x="2784273" y="568049"/>
              <a:ext cx="702600" cy="4653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b="1" lang="es-419" sz="700">
                  <a:latin typeface="Arvo"/>
                  <a:ea typeface="Arvo"/>
                  <a:cs typeface="Arvo"/>
                  <a:sym typeface="Arvo"/>
                </a:rPr>
                <a:t>Rol</a:t>
              </a:r>
              <a:endParaRPr sz="700">
                <a:latin typeface="Arvo"/>
                <a:ea typeface="Arvo"/>
                <a:cs typeface="Arvo"/>
                <a:sym typeface="Arvo"/>
              </a:endParaRPr>
            </a:p>
          </p:txBody>
        </p:sp>
        <p:pic>
          <p:nvPicPr>
            <p:cNvPr id="16786" name="Google Shape;16786;p292"/>
            <p:cNvPicPr preferRelativeResize="0"/>
            <p:nvPr/>
          </p:nvPicPr>
          <p:blipFill rotWithShape="1">
            <a:blip r:embed="rId3">
              <a:alphaModFix/>
            </a:blip>
            <a:srcRect b="-868" l="16515" r="66426" t="66946"/>
            <a:stretch/>
          </p:blipFill>
          <p:spPr>
            <a:xfrm>
              <a:off x="2782507" y="825772"/>
              <a:ext cx="702701" cy="702700"/>
            </a:xfrm>
            <a:prstGeom prst="rect">
              <a:avLst/>
            </a:prstGeom>
            <a:noFill/>
            <a:ln>
              <a:noFill/>
            </a:ln>
          </p:spPr>
        </p:pic>
        <p:sp>
          <p:nvSpPr>
            <p:cNvPr id="16787" name="Google Shape;16787;p292"/>
            <p:cNvSpPr txBox="1"/>
            <p:nvPr/>
          </p:nvSpPr>
          <p:spPr>
            <a:xfrm>
              <a:off x="2782511" y="1476053"/>
              <a:ext cx="761100" cy="232500"/>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s-419" sz="700">
                  <a:solidFill>
                    <a:schemeClr val="dk1"/>
                  </a:solidFill>
                </a:rPr>
                <a:t>Sistema automatizado</a:t>
              </a:r>
              <a:endParaRPr/>
            </a:p>
          </p:txBody>
        </p:sp>
        <p:sp>
          <p:nvSpPr>
            <p:cNvPr id="16788" name="Google Shape;16788;p292"/>
            <p:cNvSpPr txBox="1"/>
            <p:nvPr/>
          </p:nvSpPr>
          <p:spPr>
            <a:xfrm>
              <a:off x="2704760" y="1669653"/>
              <a:ext cx="964800" cy="232500"/>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t/>
              </a:r>
              <a:endParaRPr b="1" sz="700">
                <a:latin typeface="Arvo"/>
                <a:ea typeface="Arvo"/>
                <a:cs typeface="Arvo"/>
                <a:sym typeface="Arvo"/>
              </a:endParaRPr>
            </a:p>
            <a:p>
              <a:pPr indent="0" lvl="0" marL="0" rtl="0" algn="ctr">
                <a:spcBef>
                  <a:spcPts val="0"/>
                </a:spcBef>
                <a:spcAft>
                  <a:spcPts val="0"/>
                </a:spcAft>
                <a:buNone/>
              </a:pPr>
              <a:r>
                <a:rPr i="1" lang="es-419" sz="500">
                  <a:latin typeface="Arvo"/>
                  <a:ea typeface="Arvo"/>
                  <a:cs typeface="Arvo"/>
                  <a:sym typeface="Arvo"/>
                </a:rPr>
                <a:t>&lt;ej: conductor&gt;</a:t>
              </a:r>
              <a:endParaRPr i="1" sz="500">
                <a:latin typeface="Arvo"/>
                <a:ea typeface="Arvo"/>
                <a:cs typeface="Arvo"/>
                <a:sym typeface="Arvo"/>
              </a:endParaRPr>
            </a:p>
          </p:txBody>
        </p:sp>
      </p:grpSp>
      <p:grpSp>
        <p:nvGrpSpPr>
          <p:cNvPr id="16789" name="Google Shape;16789;p292"/>
          <p:cNvGrpSpPr/>
          <p:nvPr/>
        </p:nvGrpSpPr>
        <p:grpSpPr>
          <a:xfrm>
            <a:off x="408339" y="4215341"/>
            <a:ext cx="2810831" cy="2161925"/>
            <a:chOff x="2640436" y="-87872"/>
            <a:chExt cx="3098700" cy="2874900"/>
          </a:xfrm>
        </p:grpSpPr>
        <p:sp>
          <p:nvSpPr>
            <p:cNvPr id="16790" name="Google Shape;16790;p292"/>
            <p:cNvSpPr/>
            <p:nvPr/>
          </p:nvSpPr>
          <p:spPr>
            <a:xfrm>
              <a:off x="2640436" y="-87872"/>
              <a:ext cx="3098700" cy="2874900"/>
            </a:xfrm>
            <a:prstGeom prst="roundRect">
              <a:avLst>
                <a:gd fmla="val 3233" name="adj"/>
              </a:avLst>
            </a:prstGeom>
            <a:solidFill>
              <a:srgbClr val="FFFFFF"/>
            </a:solidFill>
            <a:ln cap="flat" cmpd="sng" w="9525">
              <a:solidFill>
                <a:srgbClr val="EFEFEF"/>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t" bIns="15400" lIns="15400" spcFirstLastPara="1" rIns="15400" wrap="square" tIns="15400">
              <a:noAutofit/>
            </a:bodyPr>
            <a:lstStyle/>
            <a:p>
              <a:pPr indent="0" lvl="0" marL="0" rtl="0" algn="ctr">
                <a:spcBef>
                  <a:spcPts val="0"/>
                </a:spcBef>
                <a:spcAft>
                  <a:spcPts val="0"/>
                </a:spcAft>
                <a:buNone/>
              </a:pPr>
              <a:r>
                <a:rPr b="1" i="1" lang="es-419" sz="800">
                  <a:solidFill>
                    <a:srgbClr val="434343"/>
                  </a:solidFill>
                </a:rPr>
                <a:t>Puntos de Automatización</a:t>
              </a:r>
              <a:endParaRPr b="1" i="1" sz="800">
                <a:solidFill>
                  <a:srgbClr val="434343"/>
                </a:solidFill>
              </a:endParaRPr>
            </a:p>
          </p:txBody>
        </p:sp>
        <p:sp>
          <p:nvSpPr>
            <p:cNvPr id="16791" name="Google Shape;16791;p292"/>
            <p:cNvSpPr txBox="1"/>
            <p:nvPr/>
          </p:nvSpPr>
          <p:spPr>
            <a:xfrm>
              <a:off x="2820612" y="182753"/>
              <a:ext cx="1098600" cy="232500"/>
            </a:xfrm>
            <a:prstGeom prst="rect">
              <a:avLst/>
            </a:prstGeom>
            <a:noFill/>
            <a:ln>
              <a:noFill/>
            </a:ln>
          </p:spPr>
          <p:txBody>
            <a:bodyPr anchorCtr="0" anchor="ctr" bIns="0" lIns="0" spcFirstLastPara="1" rIns="0" wrap="square" tIns="0">
              <a:noAutofit/>
            </a:bodyPr>
            <a:lstStyle/>
            <a:p>
              <a:pPr indent="0" lvl="0" marL="0" rtl="0" algn="r">
                <a:spcBef>
                  <a:spcPts val="0"/>
                </a:spcBef>
                <a:spcAft>
                  <a:spcPts val="0"/>
                </a:spcAft>
                <a:buNone/>
              </a:pPr>
              <a:r>
                <a:rPr lang="es-419" sz="700">
                  <a:latin typeface="Arvo"/>
                  <a:ea typeface="Arvo"/>
                  <a:cs typeface="Arvo"/>
                  <a:sym typeface="Arvo"/>
                </a:rPr>
                <a:t>Actividad de Negocio</a:t>
              </a:r>
              <a:endParaRPr sz="700">
                <a:latin typeface="Arvo"/>
                <a:ea typeface="Arvo"/>
                <a:cs typeface="Arvo"/>
                <a:sym typeface="Arvo"/>
              </a:endParaRPr>
            </a:p>
            <a:p>
              <a:pPr indent="0" lvl="0" marL="0" rtl="0" algn="r">
                <a:spcBef>
                  <a:spcPts val="0"/>
                </a:spcBef>
                <a:spcAft>
                  <a:spcPts val="0"/>
                </a:spcAft>
                <a:buNone/>
              </a:pPr>
              <a:r>
                <a:rPr i="1" lang="es-419" sz="500">
                  <a:latin typeface="Arvo"/>
                  <a:ea typeface="Arvo"/>
                  <a:cs typeface="Arvo"/>
                  <a:sym typeface="Arvo"/>
                </a:rPr>
                <a:t>&lt;ej: Identificarse&gt;</a:t>
              </a:r>
              <a:endParaRPr i="1" sz="500">
                <a:latin typeface="Arvo"/>
                <a:ea typeface="Arvo"/>
                <a:cs typeface="Arvo"/>
                <a:sym typeface="Arvo"/>
              </a:endParaRPr>
            </a:p>
          </p:txBody>
        </p:sp>
        <p:sp>
          <p:nvSpPr>
            <p:cNvPr id="16792" name="Google Shape;16792;p292"/>
            <p:cNvSpPr/>
            <p:nvPr/>
          </p:nvSpPr>
          <p:spPr>
            <a:xfrm>
              <a:off x="3951036" y="159603"/>
              <a:ext cx="17313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8200" lIns="78200" spcFirstLastPara="1" rIns="78200" wrap="square" tIns="78200">
              <a:noAutofit/>
            </a:bodyPr>
            <a:lstStyle/>
            <a:p>
              <a:pPr indent="0" lvl="0" marL="0" rtl="0" algn="l">
                <a:spcBef>
                  <a:spcPts val="0"/>
                </a:spcBef>
                <a:spcAft>
                  <a:spcPts val="0"/>
                </a:spcAft>
                <a:buNone/>
              </a:pPr>
              <a:r>
                <a:t/>
              </a:r>
              <a:endParaRPr sz="500">
                <a:latin typeface="Roboto"/>
                <a:ea typeface="Roboto"/>
                <a:cs typeface="Roboto"/>
                <a:sym typeface="Roboto"/>
              </a:endParaRPr>
            </a:p>
          </p:txBody>
        </p:sp>
        <p:sp>
          <p:nvSpPr>
            <p:cNvPr id="16793" name="Google Shape;16793;p292"/>
            <p:cNvSpPr txBox="1"/>
            <p:nvPr/>
          </p:nvSpPr>
          <p:spPr>
            <a:xfrm>
              <a:off x="3962886" y="142103"/>
              <a:ext cx="1731300" cy="351900"/>
            </a:xfrm>
            <a:prstGeom prst="rect">
              <a:avLst/>
            </a:prstGeom>
            <a:noFill/>
            <a:ln>
              <a:noFill/>
            </a:ln>
          </p:spPr>
          <p:txBody>
            <a:bodyPr anchorCtr="0" anchor="ctr" bIns="15400" lIns="15400" spcFirstLastPara="1" rIns="15400" wrap="square" tIns="15400">
              <a:noAutofit/>
            </a:bodyPr>
            <a:lstStyle/>
            <a:p>
              <a:pPr indent="0" lvl="0" marL="0" rtl="0" algn="l">
                <a:spcBef>
                  <a:spcPts val="0"/>
                </a:spcBef>
                <a:spcAft>
                  <a:spcPts val="0"/>
                </a:spcAft>
                <a:buNone/>
              </a:pPr>
              <a:r>
                <a:rPr b="1" lang="es-419" sz="700">
                  <a:solidFill>
                    <a:schemeClr val="dk1"/>
                  </a:solidFill>
                </a:rPr>
                <a:t>Registrar forma de pago</a:t>
              </a:r>
              <a:endParaRPr/>
            </a:p>
          </p:txBody>
        </p:sp>
        <p:sp>
          <p:nvSpPr>
            <p:cNvPr id="16794" name="Google Shape;16794;p292"/>
            <p:cNvSpPr/>
            <p:nvPr/>
          </p:nvSpPr>
          <p:spPr>
            <a:xfrm>
              <a:off x="3646236" y="1459973"/>
              <a:ext cx="6333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8200" lIns="78200" spcFirstLastPara="1" rIns="78200" wrap="square" tIns="78200">
              <a:noAutofit/>
            </a:bodyPr>
            <a:lstStyle/>
            <a:p>
              <a:pPr indent="0" lvl="0" marL="0" rtl="0" algn="l">
                <a:spcBef>
                  <a:spcPts val="0"/>
                </a:spcBef>
                <a:spcAft>
                  <a:spcPts val="0"/>
                </a:spcAft>
                <a:buNone/>
              </a:pPr>
              <a:r>
                <a:t/>
              </a:r>
              <a:endParaRPr sz="500">
                <a:latin typeface="Roboto"/>
                <a:ea typeface="Roboto"/>
                <a:cs typeface="Roboto"/>
                <a:sym typeface="Roboto"/>
              </a:endParaRPr>
            </a:p>
          </p:txBody>
        </p:sp>
        <p:sp>
          <p:nvSpPr>
            <p:cNvPr id="16795" name="Google Shape;16795;p292"/>
            <p:cNvSpPr/>
            <p:nvPr/>
          </p:nvSpPr>
          <p:spPr>
            <a:xfrm>
              <a:off x="3646236" y="1075527"/>
              <a:ext cx="6333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8200" lIns="78200" spcFirstLastPara="1" rIns="78200" wrap="square" tIns="78200">
              <a:noAutofit/>
            </a:bodyPr>
            <a:lstStyle/>
            <a:p>
              <a:pPr indent="0" lvl="0" marL="0" rtl="0" algn="l">
                <a:spcBef>
                  <a:spcPts val="0"/>
                </a:spcBef>
                <a:spcAft>
                  <a:spcPts val="0"/>
                </a:spcAft>
                <a:buNone/>
              </a:pPr>
              <a:r>
                <a:t/>
              </a:r>
              <a:endParaRPr sz="500">
                <a:latin typeface="Roboto"/>
                <a:ea typeface="Roboto"/>
                <a:cs typeface="Roboto"/>
                <a:sym typeface="Roboto"/>
              </a:endParaRPr>
            </a:p>
          </p:txBody>
        </p:sp>
        <p:sp>
          <p:nvSpPr>
            <p:cNvPr id="16796" name="Google Shape;16796;p292"/>
            <p:cNvSpPr/>
            <p:nvPr/>
          </p:nvSpPr>
          <p:spPr>
            <a:xfrm>
              <a:off x="3646236" y="2229879"/>
              <a:ext cx="6333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8200" lIns="78200" spcFirstLastPara="1" rIns="78200" wrap="square" tIns="78200">
              <a:noAutofit/>
            </a:bodyPr>
            <a:lstStyle/>
            <a:p>
              <a:pPr indent="0" lvl="0" marL="0" rtl="0" algn="l">
                <a:spcBef>
                  <a:spcPts val="0"/>
                </a:spcBef>
                <a:spcAft>
                  <a:spcPts val="0"/>
                </a:spcAft>
                <a:buNone/>
              </a:pPr>
              <a:r>
                <a:t/>
              </a:r>
              <a:endParaRPr sz="500">
                <a:latin typeface="Roboto"/>
                <a:ea typeface="Roboto"/>
                <a:cs typeface="Roboto"/>
                <a:sym typeface="Roboto"/>
              </a:endParaRPr>
            </a:p>
          </p:txBody>
        </p:sp>
        <p:sp>
          <p:nvSpPr>
            <p:cNvPr id="16797" name="Google Shape;16797;p292"/>
            <p:cNvSpPr/>
            <p:nvPr/>
          </p:nvSpPr>
          <p:spPr>
            <a:xfrm>
              <a:off x="4349786" y="1075528"/>
              <a:ext cx="13251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61600" lIns="61600" spcFirstLastPara="1" rIns="61600" wrap="square" tIns="61600">
              <a:noAutofit/>
            </a:bodyPr>
            <a:lstStyle/>
            <a:p>
              <a:pPr indent="0" lvl="0" marL="0" rtl="0" algn="l">
                <a:spcBef>
                  <a:spcPts val="0"/>
                </a:spcBef>
                <a:spcAft>
                  <a:spcPts val="0"/>
                </a:spcAft>
                <a:buNone/>
              </a:pPr>
              <a:r>
                <a:t/>
              </a:r>
              <a:endParaRPr sz="700">
                <a:latin typeface="Roboto"/>
                <a:ea typeface="Roboto"/>
                <a:cs typeface="Roboto"/>
                <a:sym typeface="Roboto"/>
              </a:endParaRPr>
            </a:p>
          </p:txBody>
        </p:sp>
        <p:sp>
          <p:nvSpPr>
            <p:cNvPr id="16798" name="Google Shape;16798;p292"/>
            <p:cNvSpPr/>
            <p:nvPr/>
          </p:nvSpPr>
          <p:spPr>
            <a:xfrm>
              <a:off x="4349786" y="1459971"/>
              <a:ext cx="13251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61600" lIns="61600" spcFirstLastPara="1" rIns="61600" wrap="square" tIns="61600">
              <a:noAutofit/>
            </a:bodyPr>
            <a:lstStyle/>
            <a:p>
              <a:pPr indent="0" lvl="0" marL="0" rtl="0" algn="l">
                <a:spcBef>
                  <a:spcPts val="0"/>
                </a:spcBef>
                <a:spcAft>
                  <a:spcPts val="0"/>
                </a:spcAft>
                <a:buNone/>
              </a:pPr>
              <a:r>
                <a:t/>
              </a:r>
              <a:endParaRPr sz="700">
                <a:latin typeface="Roboto"/>
                <a:ea typeface="Roboto"/>
                <a:cs typeface="Roboto"/>
                <a:sym typeface="Roboto"/>
              </a:endParaRPr>
            </a:p>
          </p:txBody>
        </p:sp>
        <p:sp>
          <p:nvSpPr>
            <p:cNvPr id="16799" name="Google Shape;16799;p292"/>
            <p:cNvSpPr/>
            <p:nvPr/>
          </p:nvSpPr>
          <p:spPr>
            <a:xfrm>
              <a:off x="4349786" y="1853372"/>
              <a:ext cx="13251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61600" lIns="61600" spcFirstLastPara="1" rIns="61600" wrap="square" tIns="61600">
              <a:noAutofit/>
            </a:bodyPr>
            <a:lstStyle/>
            <a:p>
              <a:pPr indent="0" lvl="0" marL="0" rtl="0" algn="l">
                <a:spcBef>
                  <a:spcPts val="0"/>
                </a:spcBef>
                <a:spcAft>
                  <a:spcPts val="0"/>
                </a:spcAft>
                <a:buNone/>
              </a:pPr>
              <a:r>
                <a:rPr lang="es-419" sz="600">
                  <a:solidFill>
                    <a:schemeClr val="dk1"/>
                  </a:solidFill>
                </a:rPr>
                <a:t>Seleccionar metodo de pago</a:t>
              </a:r>
              <a:endParaRPr sz="700">
                <a:latin typeface="Roboto"/>
                <a:ea typeface="Roboto"/>
                <a:cs typeface="Roboto"/>
                <a:sym typeface="Roboto"/>
              </a:endParaRPr>
            </a:p>
          </p:txBody>
        </p:sp>
        <p:sp>
          <p:nvSpPr>
            <p:cNvPr id="16800" name="Google Shape;16800;p292"/>
            <p:cNvSpPr/>
            <p:nvPr/>
          </p:nvSpPr>
          <p:spPr>
            <a:xfrm>
              <a:off x="4349786" y="2239831"/>
              <a:ext cx="13251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61600" lIns="61600" spcFirstLastPara="1" rIns="61600" wrap="square" tIns="61600">
              <a:noAutofit/>
            </a:bodyPr>
            <a:lstStyle/>
            <a:p>
              <a:pPr indent="0" lvl="0" marL="0" rtl="0" algn="l">
                <a:spcBef>
                  <a:spcPts val="0"/>
                </a:spcBef>
                <a:spcAft>
                  <a:spcPts val="0"/>
                </a:spcAft>
                <a:buNone/>
              </a:pPr>
              <a:r>
                <a:rPr lang="es-419" sz="700">
                  <a:latin typeface="Roboto"/>
                  <a:ea typeface="Roboto"/>
                  <a:cs typeface="Roboto"/>
                  <a:sym typeface="Roboto"/>
                </a:rPr>
                <a:t>&lt;...&gt;</a:t>
              </a:r>
              <a:endParaRPr sz="700">
                <a:latin typeface="Roboto"/>
                <a:ea typeface="Roboto"/>
                <a:cs typeface="Roboto"/>
                <a:sym typeface="Roboto"/>
              </a:endParaRPr>
            </a:p>
          </p:txBody>
        </p:sp>
        <p:sp>
          <p:nvSpPr>
            <p:cNvPr id="16801" name="Google Shape;16801;p292"/>
            <p:cNvSpPr/>
            <p:nvPr/>
          </p:nvSpPr>
          <p:spPr>
            <a:xfrm>
              <a:off x="2704756" y="1461628"/>
              <a:ext cx="8817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8200" lIns="78200" spcFirstLastPara="1" rIns="78200" wrap="square" tIns="78200">
              <a:noAutofit/>
            </a:bodyPr>
            <a:lstStyle/>
            <a:p>
              <a:pPr indent="0" lvl="0" marL="0" rtl="0" algn="l">
                <a:spcBef>
                  <a:spcPts val="0"/>
                </a:spcBef>
                <a:spcAft>
                  <a:spcPts val="0"/>
                </a:spcAft>
                <a:buNone/>
              </a:pPr>
              <a:r>
                <a:t/>
              </a:r>
              <a:endParaRPr sz="500">
                <a:latin typeface="Roboto"/>
                <a:ea typeface="Roboto"/>
                <a:cs typeface="Roboto"/>
                <a:sym typeface="Roboto"/>
              </a:endParaRPr>
            </a:p>
          </p:txBody>
        </p:sp>
        <p:sp>
          <p:nvSpPr>
            <p:cNvPr id="16802" name="Google Shape;16802;p292"/>
            <p:cNvSpPr txBox="1"/>
            <p:nvPr/>
          </p:nvSpPr>
          <p:spPr>
            <a:xfrm>
              <a:off x="4463036" y="557328"/>
              <a:ext cx="1098600" cy="4653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b="1" lang="es-419" sz="700">
                  <a:latin typeface="Arvo"/>
                  <a:ea typeface="Arvo"/>
                  <a:cs typeface="Arvo"/>
                  <a:sym typeface="Arvo"/>
                </a:rPr>
                <a:t>Acción interactiva:</a:t>
              </a:r>
              <a:endParaRPr b="1" sz="700">
                <a:latin typeface="Arvo"/>
                <a:ea typeface="Arvo"/>
                <a:cs typeface="Arvo"/>
                <a:sym typeface="Arvo"/>
              </a:endParaRPr>
            </a:p>
            <a:p>
              <a:pPr indent="0" lvl="0" marL="0" rtl="0" algn="ctr">
                <a:spcBef>
                  <a:spcPts val="0"/>
                </a:spcBef>
                <a:spcAft>
                  <a:spcPts val="0"/>
                </a:spcAft>
                <a:buNone/>
              </a:pPr>
              <a:r>
                <a:rPr i="1" lang="es-419" sz="500">
                  <a:latin typeface="Arvo"/>
                  <a:ea typeface="Arvo"/>
                  <a:cs typeface="Arvo"/>
                  <a:sym typeface="Arvo"/>
                </a:rPr>
                <a:t>&lt;ej: </a:t>
              </a:r>
              <a:r>
                <a:rPr i="1" lang="es-419" sz="500">
                  <a:solidFill>
                    <a:srgbClr val="000000"/>
                  </a:solidFill>
                  <a:latin typeface="Roboto"/>
                  <a:ea typeface="Roboto"/>
                  <a:cs typeface="Roboto"/>
                  <a:sym typeface="Roboto"/>
                </a:rPr>
                <a:t>autenticar por huella y cara</a:t>
              </a:r>
              <a:r>
                <a:rPr i="1" lang="es-419" sz="500">
                  <a:latin typeface="Arvo"/>
                  <a:ea typeface="Arvo"/>
                  <a:cs typeface="Arvo"/>
                  <a:sym typeface="Arvo"/>
                </a:rPr>
                <a:t>&gt;</a:t>
              </a:r>
              <a:endParaRPr i="1" sz="500">
                <a:latin typeface="Arvo"/>
                <a:ea typeface="Arvo"/>
                <a:cs typeface="Arvo"/>
                <a:sym typeface="Arvo"/>
              </a:endParaRPr>
            </a:p>
          </p:txBody>
        </p:sp>
        <p:sp>
          <p:nvSpPr>
            <p:cNvPr id="16803" name="Google Shape;16803;p292"/>
            <p:cNvSpPr txBox="1"/>
            <p:nvPr/>
          </p:nvSpPr>
          <p:spPr>
            <a:xfrm>
              <a:off x="3639736" y="557328"/>
              <a:ext cx="702600" cy="4653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b="1" lang="es-419" sz="700">
                  <a:latin typeface="Arvo"/>
                  <a:ea typeface="Arvo"/>
                  <a:cs typeface="Arvo"/>
                  <a:sym typeface="Arvo"/>
                </a:rPr>
                <a:t>Punto de contacto</a:t>
              </a:r>
              <a:endParaRPr sz="700">
                <a:latin typeface="Arvo"/>
                <a:ea typeface="Arvo"/>
                <a:cs typeface="Arvo"/>
                <a:sym typeface="Arvo"/>
              </a:endParaRPr>
            </a:p>
          </p:txBody>
        </p:sp>
        <p:sp>
          <p:nvSpPr>
            <p:cNvPr id="16804" name="Google Shape;16804;p292"/>
            <p:cNvSpPr txBox="1"/>
            <p:nvPr/>
          </p:nvSpPr>
          <p:spPr>
            <a:xfrm>
              <a:off x="2784273" y="568049"/>
              <a:ext cx="702600" cy="4653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b="1" lang="es-419" sz="700">
                  <a:latin typeface="Arvo"/>
                  <a:ea typeface="Arvo"/>
                  <a:cs typeface="Arvo"/>
                  <a:sym typeface="Arvo"/>
                </a:rPr>
                <a:t>Rol</a:t>
              </a:r>
              <a:endParaRPr sz="700">
                <a:latin typeface="Arvo"/>
                <a:ea typeface="Arvo"/>
                <a:cs typeface="Arvo"/>
                <a:sym typeface="Arvo"/>
              </a:endParaRPr>
            </a:p>
          </p:txBody>
        </p:sp>
        <p:pic>
          <p:nvPicPr>
            <p:cNvPr id="16805" name="Google Shape;16805;p292"/>
            <p:cNvPicPr preferRelativeResize="0"/>
            <p:nvPr/>
          </p:nvPicPr>
          <p:blipFill rotWithShape="1">
            <a:blip r:embed="rId3">
              <a:alphaModFix/>
            </a:blip>
            <a:srcRect b="-868" l="16515" r="66426" t="66946"/>
            <a:stretch/>
          </p:blipFill>
          <p:spPr>
            <a:xfrm>
              <a:off x="2782507" y="825772"/>
              <a:ext cx="702701" cy="702700"/>
            </a:xfrm>
            <a:prstGeom prst="rect">
              <a:avLst/>
            </a:prstGeom>
            <a:noFill/>
            <a:ln>
              <a:noFill/>
            </a:ln>
          </p:spPr>
        </p:pic>
        <p:sp>
          <p:nvSpPr>
            <p:cNvPr id="16806" name="Google Shape;16806;p292"/>
            <p:cNvSpPr txBox="1"/>
            <p:nvPr/>
          </p:nvSpPr>
          <p:spPr>
            <a:xfrm>
              <a:off x="2782511" y="1476053"/>
              <a:ext cx="761100" cy="232500"/>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s-419" sz="700">
                  <a:solidFill>
                    <a:schemeClr val="dk1"/>
                  </a:solidFill>
                </a:rPr>
                <a:t>Cajero</a:t>
              </a:r>
              <a:endParaRPr/>
            </a:p>
          </p:txBody>
        </p:sp>
        <p:sp>
          <p:nvSpPr>
            <p:cNvPr id="16807" name="Google Shape;16807;p292"/>
            <p:cNvSpPr txBox="1"/>
            <p:nvPr/>
          </p:nvSpPr>
          <p:spPr>
            <a:xfrm>
              <a:off x="2704760" y="1669653"/>
              <a:ext cx="964800" cy="232500"/>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t/>
              </a:r>
              <a:endParaRPr b="1" sz="700">
                <a:latin typeface="Arvo"/>
                <a:ea typeface="Arvo"/>
                <a:cs typeface="Arvo"/>
                <a:sym typeface="Arvo"/>
              </a:endParaRPr>
            </a:p>
            <a:p>
              <a:pPr indent="0" lvl="0" marL="0" rtl="0" algn="ctr">
                <a:spcBef>
                  <a:spcPts val="0"/>
                </a:spcBef>
                <a:spcAft>
                  <a:spcPts val="0"/>
                </a:spcAft>
                <a:buNone/>
              </a:pPr>
              <a:r>
                <a:rPr i="1" lang="es-419" sz="500">
                  <a:latin typeface="Arvo"/>
                  <a:ea typeface="Arvo"/>
                  <a:cs typeface="Arvo"/>
                  <a:sym typeface="Arvo"/>
                </a:rPr>
                <a:t>&lt;ej: conductor&gt;</a:t>
              </a:r>
              <a:endParaRPr i="1" sz="500">
                <a:latin typeface="Arvo"/>
                <a:ea typeface="Arvo"/>
                <a:cs typeface="Arvo"/>
                <a:sym typeface="Arvo"/>
              </a:endParaRPr>
            </a:p>
          </p:txBody>
        </p:sp>
        <p:sp>
          <p:nvSpPr>
            <p:cNvPr id="16808" name="Google Shape;16808;p292"/>
            <p:cNvSpPr/>
            <p:nvPr/>
          </p:nvSpPr>
          <p:spPr>
            <a:xfrm>
              <a:off x="3646236" y="1853362"/>
              <a:ext cx="6333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8200" lIns="78200" spcFirstLastPara="1" rIns="78200" wrap="square" tIns="78200">
              <a:noAutofit/>
            </a:bodyPr>
            <a:lstStyle/>
            <a:p>
              <a:pPr indent="0" lvl="0" marL="0" rtl="0" algn="l">
                <a:spcBef>
                  <a:spcPts val="0"/>
                </a:spcBef>
                <a:spcAft>
                  <a:spcPts val="0"/>
                </a:spcAft>
                <a:buNone/>
              </a:pPr>
              <a:r>
                <a:rPr lang="es-419" sz="600">
                  <a:solidFill>
                    <a:schemeClr val="dk1"/>
                  </a:solidFill>
                </a:rPr>
                <a:t>📧 Sistema de cobro</a:t>
              </a:r>
              <a:endParaRPr sz="500">
                <a:latin typeface="Roboto"/>
                <a:ea typeface="Roboto"/>
                <a:cs typeface="Roboto"/>
                <a:sym typeface="Roboto"/>
              </a:endParaRPr>
            </a:p>
          </p:txBody>
        </p:sp>
      </p:grpSp>
      <p:sp>
        <p:nvSpPr>
          <p:cNvPr id="16809" name="Google Shape;16809;p292"/>
          <p:cNvSpPr txBox="1"/>
          <p:nvPr/>
        </p:nvSpPr>
        <p:spPr>
          <a:xfrm>
            <a:off x="730550" y="544000"/>
            <a:ext cx="1830900" cy="2403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s-419" sz="1100">
                <a:solidFill>
                  <a:schemeClr val="lt1"/>
                </a:solidFill>
              </a:rPr>
              <a:t>Registrar la venta</a:t>
            </a:r>
            <a:endParaRPr sz="1100">
              <a:solidFill>
                <a:schemeClr val="lt1"/>
              </a:solidFill>
            </a:endParaRPr>
          </a:p>
        </p:txBody>
      </p:sp>
    </p:spTree>
  </p:cSld>
  <p:clrMapOvr>
    <a:masterClrMapping/>
  </p:clrMapOvr>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813" name="Shape 16813"/>
        <p:cNvGrpSpPr/>
        <p:nvPr/>
      </p:nvGrpSpPr>
      <p:grpSpPr>
        <a:xfrm>
          <a:off x="0" y="0"/>
          <a:ext cx="0" cy="0"/>
          <a:chOff x="0" y="0"/>
          <a:chExt cx="0" cy="0"/>
        </a:xfrm>
      </p:grpSpPr>
      <p:sp>
        <p:nvSpPr>
          <p:cNvPr id="16814" name="Google Shape;16814;p293"/>
          <p:cNvSpPr txBox="1"/>
          <p:nvPr>
            <p:ph type="title"/>
          </p:nvPr>
        </p:nvSpPr>
        <p:spPr>
          <a:xfrm flipH="1">
            <a:off x="3219174" y="437575"/>
            <a:ext cx="1731300" cy="265800"/>
          </a:xfrm>
          <a:prstGeom prst="rect">
            <a:avLst/>
          </a:prstGeom>
        </p:spPr>
        <p:txBody>
          <a:bodyPr anchorCtr="0" anchor="ctr" bIns="0" lIns="0" spcFirstLastPara="1" rIns="0" wrap="square" tIns="0">
            <a:noAutofit/>
          </a:bodyPr>
          <a:lstStyle/>
          <a:p>
            <a:pPr indent="0" lvl="0" marL="0" rtl="0" algn="l">
              <a:spcBef>
                <a:spcPts val="0"/>
              </a:spcBef>
              <a:spcAft>
                <a:spcPts val="0"/>
              </a:spcAft>
              <a:buNone/>
            </a:pPr>
            <a:r>
              <a:rPr lang="es-419"/>
              <a:t>PM-02</a:t>
            </a:r>
            <a:endParaRPr/>
          </a:p>
        </p:txBody>
      </p:sp>
      <p:sp>
        <p:nvSpPr>
          <p:cNvPr id="16815" name="Google Shape;16815;p293"/>
          <p:cNvSpPr txBox="1"/>
          <p:nvPr>
            <p:ph idx="2" type="title"/>
          </p:nvPr>
        </p:nvSpPr>
        <p:spPr>
          <a:xfrm flipH="1">
            <a:off x="6546263" y="387663"/>
            <a:ext cx="3350100" cy="169200"/>
          </a:xfrm>
          <a:prstGeom prst="rect">
            <a:avLst/>
          </a:prstGeom>
        </p:spPr>
        <p:txBody>
          <a:bodyPr anchorCtr="0" anchor="ctr" bIns="0" lIns="0" spcFirstLastPara="1" rIns="0" wrap="square" tIns="0">
            <a:noAutofit/>
          </a:bodyPr>
          <a:lstStyle/>
          <a:p>
            <a:pPr indent="0" lvl="0" marL="0" rtl="0" algn="l">
              <a:spcBef>
                <a:spcPts val="0"/>
              </a:spcBef>
              <a:spcAft>
                <a:spcPts val="0"/>
              </a:spcAft>
              <a:buNone/>
            </a:pPr>
            <a:r>
              <a:rPr lang="es-419"/>
              <a:t>Garantizar ingreso correcto del paciente.</a:t>
            </a:r>
            <a:endParaRPr/>
          </a:p>
        </p:txBody>
      </p:sp>
      <p:sp>
        <p:nvSpPr>
          <p:cNvPr id="16816" name="Google Shape;16816;p293"/>
          <p:cNvSpPr txBox="1"/>
          <p:nvPr>
            <p:ph idx="3" type="title"/>
          </p:nvPr>
        </p:nvSpPr>
        <p:spPr>
          <a:xfrm flipH="1">
            <a:off x="6546263" y="579538"/>
            <a:ext cx="3350100" cy="169200"/>
          </a:xfrm>
          <a:prstGeom prst="rect">
            <a:avLst/>
          </a:prstGeom>
        </p:spPr>
        <p:txBody>
          <a:bodyPr anchorCtr="0" anchor="ctr" bIns="0" lIns="0" spcFirstLastPara="1" rIns="0" wrap="square" tIns="0">
            <a:noAutofit/>
          </a:bodyPr>
          <a:lstStyle/>
          <a:p>
            <a:pPr indent="0" lvl="0" marL="0" rtl="0" algn="l">
              <a:spcBef>
                <a:spcPts val="0"/>
              </a:spcBef>
              <a:spcAft>
                <a:spcPts val="0"/>
              </a:spcAft>
              <a:buNone/>
            </a:pPr>
            <a:r>
              <a:rPr lang="es-419"/>
              <a:t>Garantizar ingreso correcto del paciente.</a:t>
            </a:r>
            <a:endParaRPr/>
          </a:p>
        </p:txBody>
      </p:sp>
      <p:grpSp>
        <p:nvGrpSpPr>
          <p:cNvPr id="16817" name="Google Shape;16817;p293"/>
          <p:cNvGrpSpPr/>
          <p:nvPr/>
        </p:nvGrpSpPr>
        <p:grpSpPr>
          <a:xfrm>
            <a:off x="408339" y="1304041"/>
            <a:ext cx="2810831" cy="2161925"/>
            <a:chOff x="2640436" y="-87872"/>
            <a:chExt cx="3098700" cy="2874900"/>
          </a:xfrm>
        </p:grpSpPr>
        <p:sp>
          <p:nvSpPr>
            <p:cNvPr id="16818" name="Google Shape;16818;p293"/>
            <p:cNvSpPr/>
            <p:nvPr/>
          </p:nvSpPr>
          <p:spPr>
            <a:xfrm>
              <a:off x="2640436" y="-87872"/>
              <a:ext cx="3098700" cy="2874900"/>
            </a:xfrm>
            <a:prstGeom prst="roundRect">
              <a:avLst>
                <a:gd fmla="val 3233" name="adj"/>
              </a:avLst>
            </a:prstGeom>
            <a:solidFill>
              <a:srgbClr val="FFFFFF"/>
            </a:solidFill>
            <a:ln cap="flat" cmpd="sng" w="9525">
              <a:solidFill>
                <a:srgbClr val="EFEFEF"/>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t" bIns="15400" lIns="15400" spcFirstLastPara="1" rIns="15400" wrap="square" tIns="15400">
              <a:noAutofit/>
            </a:bodyPr>
            <a:lstStyle/>
            <a:p>
              <a:pPr indent="0" lvl="0" marL="0" rtl="0" algn="ctr">
                <a:spcBef>
                  <a:spcPts val="0"/>
                </a:spcBef>
                <a:spcAft>
                  <a:spcPts val="0"/>
                </a:spcAft>
                <a:buNone/>
              </a:pPr>
              <a:r>
                <a:rPr b="1" i="1" lang="es-419" sz="800">
                  <a:solidFill>
                    <a:srgbClr val="434343"/>
                  </a:solidFill>
                </a:rPr>
                <a:t>Puntos de Automatización</a:t>
              </a:r>
              <a:endParaRPr b="1" i="1" sz="800">
                <a:solidFill>
                  <a:srgbClr val="434343"/>
                </a:solidFill>
              </a:endParaRPr>
            </a:p>
          </p:txBody>
        </p:sp>
        <p:sp>
          <p:nvSpPr>
            <p:cNvPr id="16819" name="Google Shape;16819;p293"/>
            <p:cNvSpPr txBox="1"/>
            <p:nvPr/>
          </p:nvSpPr>
          <p:spPr>
            <a:xfrm>
              <a:off x="2820612" y="182753"/>
              <a:ext cx="1098600" cy="232500"/>
            </a:xfrm>
            <a:prstGeom prst="rect">
              <a:avLst/>
            </a:prstGeom>
            <a:noFill/>
            <a:ln>
              <a:noFill/>
            </a:ln>
          </p:spPr>
          <p:txBody>
            <a:bodyPr anchorCtr="0" anchor="ctr" bIns="0" lIns="0" spcFirstLastPara="1" rIns="0" wrap="square" tIns="0">
              <a:noAutofit/>
            </a:bodyPr>
            <a:lstStyle/>
            <a:p>
              <a:pPr indent="0" lvl="0" marL="0" rtl="0" algn="r">
                <a:spcBef>
                  <a:spcPts val="0"/>
                </a:spcBef>
                <a:spcAft>
                  <a:spcPts val="0"/>
                </a:spcAft>
                <a:buNone/>
              </a:pPr>
              <a:r>
                <a:rPr lang="es-419" sz="700">
                  <a:latin typeface="Arvo"/>
                  <a:ea typeface="Arvo"/>
                  <a:cs typeface="Arvo"/>
                  <a:sym typeface="Arvo"/>
                </a:rPr>
                <a:t>Actividad de Negocio</a:t>
              </a:r>
              <a:endParaRPr sz="700">
                <a:latin typeface="Arvo"/>
                <a:ea typeface="Arvo"/>
                <a:cs typeface="Arvo"/>
                <a:sym typeface="Arvo"/>
              </a:endParaRPr>
            </a:p>
            <a:p>
              <a:pPr indent="0" lvl="0" marL="0" rtl="0" algn="r">
                <a:spcBef>
                  <a:spcPts val="0"/>
                </a:spcBef>
                <a:spcAft>
                  <a:spcPts val="0"/>
                </a:spcAft>
                <a:buNone/>
              </a:pPr>
              <a:r>
                <a:rPr i="1" lang="es-419" sz="500">
                  <a:latin typeface="Arvo"/>
                  <a:ea typeface="Arvo"/>
                  <a:cs typeface="Arvo"/>
                  <a:sym typeface="Arvo"/>
                </a:rPr>
                <a:t>&lt;ej: Identificarse&gt;</a:t>
              </a:r>
              <a:endParaRPr i="1" sz="500">
                <a:latin typeface="Arvo"/>
                <a:ea typeface="Arvo"/>
                <a:cs typeface="Arvo"/>
                <a:sym typeface="Arvo"/>
              </a:endParaRPr>
            </a:p>
          </p:txBody>
        </p:sp>
        <p:sp>
          <p:nvSpPr>
            <p:cNvPr id="16820" name="Google Shape;16820;p293"/>
            <p:cNvSpPr/>
            <p:nvPr/>
          </p:nvSpPr>
          <p:spPr>
            <a:xfrm>
              <a:off x="3951036" y="159603"/>
              <a:ext cx="17313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8200" lIns="78200" spcFirstLastPara="1" rIns="78200" wrap="square" tIns="78200">
              <a:noAutofit/>
            </a:bodyPr>
            <a:lstStyle/>
            <a:p>
              <a:pPr indent="0" lvl="0" marL="0" rtl="0" algn="l">
                <a:spcBef>
                  <a:spcPts val="0"/>
                </a:spcBef>
                <a:spcAft>
                  <a:spcPts val="0"/>
                </a:spcAft>
                <a:buNone/>
              </a:pPr>
              <a:r>
                <a:t/>
              </a:r>
              <a:endParaRPr sz="500">
                <a:latin typeface="Roboto"/>
                <a:ea typeface="Roboto"/>
                <a:cs typeface="Roboto"/>
                <a:sym typeface="Roboto"/>
              </a:endParaRPr>
            </a:p>
          </p:txBody>
        </p:sp>
        <p:sp>
          <p:nvSpPr>
            <p:cNvPr id="16821" name="Google Shape;16821;p293"/>
            <p:cNvSpPr txBox="1"/>
            <p:nvPr/>
          </p:nvSpPr>
          <p:spPr>
            <a:xfrm>
              <a:off x="3962886" y="142103"/>
              <a:ext cx="1731300" cy="351900"/>
            </a:xfrm>
            <a:prstGeom prst="rect">
              <a:avLst/>
            </a:prstGeom>
            <a:noFill/>
            <a:ln>
              <a:noFill/>
            </a:ln>
          </p:spPr>
          <p:txBody>
            <a:bodyPr anchorCtr="0" anchor="ctr" bIns="15400" lIns="15400" spcFirstLastPara="1" rIns="15400" wrap="square" tIns="15400">
              <a:noAutofit/>
            </a:bodyPr>
            <a:lstStyle/>
            <a:p>
              <a:pPr indent="0" lvl="0" marL="0" rtl="0" algn="l">
                <a:spcBef>
                  <a:spcPts val="0"/>
                </a:spcBef>
                <a:spcAft>
                  <a:spcPts val="0"/>
                </a:spcAft>
                <a:buNone/>
              </a:pPr>
              <a:r>
                <a:rPr b="1" lang="es-419" sz="700">
                  <a:solidFill>
                    <a:schemeClr val="dk1"/>
                  </a:solidFill>
                </a:rPr>
                <a:t>Registrar Monto Total a pagar</a:t>
              </a:r>
              <a:endParaRPr/>
            </a:p>
          </p:txBody>
        </p:sp>
        <p:sp>
          <p:nvSpPr>
            <p:cNvPr id="16822" name="Google Shape;16822;p293"/>
            <p:cNvSpPr/>
            <p:nvPr/>
          </p:nvSpPr>
          <p:spPr>
            <a:xfrm>
              <a:off x="3646236" y="1459973"/>
              <a:ext cx="6333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8200" lIns="78200" spcFirstLastPara="1" rIns="78200" wrap="square" tIns="78200">
              <a:noAutofit/>
            </a:bodyPr>
            <a:lstStyle/>
            <a:p>
              <a:pPr indent="0" lvl="0" marL="0" rtl="0" algn="l">
                <a:spcBef>
                  <a:spcPts val="0"/>
                </a:spcBef>
                <a:spcAft>
                  <a:spcPts val="0"/>
                </a:spcAft>
                <a:buNone/>
              </a:pPr>
              <a:r>
                <a:t/>
              </a:r>
              <a:endParaRPr sz="500">
                <a:latin typeface="Roboto"/>
                <a:ea typeface="Roboto"/>
                <a:cs typeface="Roboto"/>
                <a:sym typeface="Roboto"/>
              </a:endParaRPr>
            </a:p>
          </p:txBody>
        </p:sp>
        <p:sp>
          <p:nvSpPr>
            <p:cNvPr id="16823" name="Google Shape;16823;p293"/>
            <p:cNvSpPr/>
            <p:nvPr/>
          </p:nvSpPr>
          <p:spPr>
            <a:xfrm>
              <a:off x="3646236" y="1075527"/>
              <a:ext cx="6333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8200" lIns="78200" spcFirstLastPara="1" rIns="78200" wrap="square" tIns="78200">
              <a:noAutofit/>
            </a:bodyPr>
            <a:lstStyle/>
            <a:p>
              <a:pPr indent="0" lvl="0" marL="0" rtl="0" algn="l">
                <a:spcBef>
                  <a:spcPts val="0"/>
                </a:spcBef>
                <a:spcAft>
                  <a:spcPts val="0"/>
                </a:spcAft>
                <a:buNone/>
              </a:pPr>
              <a:r>
                <a:rPr lang="es-419" sz="700">
                  <a:latin typeface="Roboto"/>
                  <a:ea typeface="Roboto"/>
                  <a:cs typeface="Roboto"/>
                  <a:sym typeface="Roboto"/>
                </a:rPr>
                <a:t>Caja Registradora</a:t>
              </a:r>
              <a:endParaRPr sz="700">
                <a:latin typeface="Roboto"/>
                <a:ea typeface="Roboto"/>
                <a:cs typeface="Roboto"/>
                <a:sym typeface="Roboto"/>
              </a:endParaRPr>
            </a:p>
          </p:txBody>
        </p:sp>
        <p:sp>
          <p:nvSpPr>
            <p:cNvPr id="16824" name="Google Shape;16824;p293"/>
            <p:cNvSpPr/>
            <p:nvPr/>
          </p:nvSpPr>
          <p:spPr>
            <a:xfrm>
              <a:off x="3646236" y="1853377"/>
              <a:ext cx="6333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8200" lIns="78200" spcFirstLastPara="1" rIns="78200" wrap="square" tIns="78200">
              <a:noAutofit/>
            </a:bodyPr>
            <a:lstStyle/>
            <a:p>
              <a:pPr indent="0" lvl="0" marL="0" rtl="0" algn="l">
                <a:spcBef>
                  <a:spcPts val="0"/>
                </a:spcBef>
                <a:spcAft>
                  <a:spcPts val="0"/>
                </a:spcAft>
                <a:buNone/>
              </a:pPr>
              <a:r>
                <a:t/>
              </a:r>
              <a:endParaRPr sz="500">
                <a:latin typeface="Roboto"/>
                <a:ea typeface="Roboto"/>
                <a:cs typeface="Roboto"/>
                <a:sym typeface="Roboto"/>
              </a:endParaRPr>
            </a:p>
          </p:txBody>
        </p:sp>
        <p:sp>
          <p:nvSpPr>
            <p:cNvPr id="16825" name="Google Shape;16825;p293"/>
            <p:cNvSpPr/>
            <p:nvPr/>
          </p:nvSpPr>
          <p:spPr>
            <a:xfrm>
              <a:off x="3646236" y="2229879"/>
              <a:ext cx="6333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8200" lIns="78200" spcFirstLastPara="1" rIns="78200" wrap="square" tIns="78200">
              <a:noAutofit/>
            </a:bodyPr>
            <a:lstStyle/>
            <a:p>
              <a:pPr indent="0" lvl="0" marL="0" rtl="0" algn="l">
                <a:spcBef>
                  <a:spcPts val="0"/>
                </a:spcBef>
                <a:spcAft>
                  <a:spcPts val="0"/>
                </a:spcAft>
                <a:buNone/>
              </a:pPr>
              <a:r>
                <a:t/>
              </a:r>
              <a:endParaRPr sz="500">
                <a:latin typeface="Roboto"/>
                <a:ea typeface="Roboto"/>
                <a:cs typeface="Roboto"/>
                <a:sym typeface="Roboto"/>
              </a:endParaRPr>
            </a:p>
          </p:txBody>
        </p:sp>
        <p:sp>
          <p:nvSpPr>
            <p:cNvPr id="16826" name="Google Shape;16826;p293"/>
            <p:cNvSpPr/>
            <p:nvPr/>
          </p:nvSpPr>
          <p:spPr>
            <a:xfrm>
              <a:off x="4349786" y="1075528"/>
              <a:ext cx="13251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61600" lIns="61600" spcFirstLastPara="1" rIns="61600" wrap="square" tIns="61600">
              <a:noAutofit/>
            </a:bodyPr>
            <a:lstStyle/>
            <a:p>
              <a:pPr indent="0" lvl="0" marL="0" rtl="0" algn="l">
                <a:spcBef>
                  <a:spcPts val="0"/>
                </a:spcBef>
                <a:spcAft>
                  <a:spcPts val="0"/>
                </a:spcAft>
                <a:buNone/>
              </a:pPr>
              <a:r>
                <a:rPr lang="es-419" sz="600">
                  <a:solidFill>
                    <a:schemeClr val="dk1"/>
                  </a:solidFill>
                </a:rPr>
                <a:t>Confirmar el total de la venta</a:t>
              </a:r>
              <a:endParaRPr sz="700">
                <a:latin typeface="Roboto"/>
                <a:ea typeface="Roboto"/>
                <a:cs typeface="Roboto"/>
                <a:sym typeface="Roboto"/>
              </a:endParaRPr>
            </a:p>
          </p:txBody>
        </p:sp>
        <p:sp>
          <p:nvSpPr>
            <p:cNvPr id="16827" name="Google Shape;16827;p293"/>
            <p:cNvSpPr/>
            <p:nvPr/>
          </p:nvSpPr>
          <p:spPr>
            <a:xfrm>
              <a:off x="4349786" y="1459971"/>
              <a:ext cx="13251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61600" lIns="61600" spcFirstLastPara="1" rIns="61600" wrap="square" tIns="61600">
              <a:noAutofit/>
            </a:bodyPr>
            <a:lstStyle/>
            <a:p>
              <a:pPr indent="0" lvl="0" marL="0" rtl="0" algn="l">
                <a:spcBef>
                  <a:spcPts val="0"/>
                </a:spcBef>
                <a:spcAft>
                  <a:spcPts val="0"/>
                </a:spcAft>
                <a:buNone/>
              </a:pPr>
              <a:r>
                <a:t/>
              </a:r>
              <a:endParaRPr sz="700">
                <a:latin typeface="Roboto"/>
                <a:ea typeface="Roboto"/>
                <a:cs typeface="Roboto"/>
                <a:sym typeface="Roboto"/>
              </a:endParaRPr>
            </a:p>
          </p:txBody>
        </p:sp>
        <p:sp>
          <p:nvSpPr>
            <p:cNvPr id="16828" name="Google Shape;16828;p293"/>
            <p:cNvSpPr/>
            <p:nvPr/>
          </p:nvSpPr>
          <p:spPr>
            <a:xfrm>
              <a:off x="4349786" y="1853372"/>
              <a:ext cx="13251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61600" lIns="61600" spcFirstLastPara="1" rIns="61600" wrap="square" tIns="61600">
              <a:noAutofit/>
            </a:bodyPr>
            <a:lstStyle/>
            <a:p>
              <a:pPr indent="0" lvl="0" marL="0" rtl="0" algn="l">
                <a:spcBef>
                  <a:spcPts val="0"/>
                </a:spcBef>
                <a:spcAft>
                  <a:spcPts val="0"/>
                </a:spcAft>
                <a:buNone/>
              </a:pPr>
              <a:r>
                <a:t/>
              </a:r>
              <a:endParaRPr sz="700">
                <a:latin typeface="Roboto"/>
                <a:ea typeface="Roboto"/>
                <a:cs typeface="Roboto"/>
                <a:sym typeface="Roboto"/>
              </a:endParaRPr>
            </a:p>
          </p:txBody>
        </p:sp>
        <p:sp>
          <p:nvSpPr>
            <p:cNvPr id="16829" name="Google Shape;16829;p293"/>
            <p:cNvSpPr/>
            <p:nvPr/>
          </p:nvSpPr>
          <p:spPr>
            <a:xfrm>
              <a:off x="4349786" y="2239831"/>
              <a:ext cx="13251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61600" lIns="61600" spcFirstLastPara="1" rIns="61600" wrap="square" tIns="61600">
              <a:noAutofit/>
            </a:bodyPr>
            <a:lstStyle/>
            <a:p>
              <a:pPr indent="0" lvl="0" marL="0" rtl="0" algn="l">
                <a:spcBef>
                  <a:spcPts val="0"/>
                </a:spcBef>
                <a:spcAft>
                  <a:spcPts val="0"/>
                </a:spcAft>
                <a:buNone/>
              </a:pPr>
              <a:r>
                <a:rPr lang="es-419" sz="700">
                  <a:latin typeface="Roboto"/>
                  <a:ea typeface="Roboto"/>
                  <a:cs typeface="Roboto"/>
                  <a:sym typeface="Roboto"/>
                </a:rPr>
                <a:t>&lt;...&gt;</a:t>
              </a:r>
              <a:endParaRPr sz="700">
                <a:latin typeface="Roboto"/>
                <a:ea typeface="Roboto"/>
                <a:cs typeface="Roboto"/>
                <a:sym typeface="Roboto"/>
              </a:endParaRPr>
            </a:p>
          </p:txBody>
        </p:sp>
        <p:sp>
          <p:nvSpPr>
            <p:cNvPr id="16830" name="Google Shape;16830;p293"/>
            <p:cNvSpPr/>
            <p:nvPr/>
          </p:nvSpPr>
          <p:spPr>
            <a:xfrm>
              <a:off x="2704756" y="1461628"/>
              <a:ext cx="8817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8200" lIns="78200" spcFirstLastPara="1" rIns="78200" wrap="square" tIns="78200">
              <a:noAutofit/>
            </a:bodyPr>
            <a:lstStyle/>
            <a:p>
              <a:pPr indent="0" lvl="0" marL="0" rtl="0" algn="l">
                <a:spcBef>
                  <a:spcPts val="0"/>
                </a:spcBef>
                <a:spcAft>
                  <a:spcPts val="0"/>
                </a:spcAft>
                <a:buNone/>
              </a:pPr>
              <a:r>
                <a:t/>
              </a:r>
              <a:endParaRPr sz="500">
                <a:latin typeface="Roboto"/>
                <a:ea typeface="Roboto"/>
                <a:cs typeface="Roboto"/>
                <a:sym typeface="Roboto"/>
              </a:endParaRPr>
            </a:p>
          </p:txBody>
        </p:sp>
        <p:sp>
          <p:nvSpPr>
            <p:cNvPr id="16831" name="Google Shape;16831;p293"/>
            <p:cNvSpPr txBox="1"/>
            <p:nvPr/>
          </p:nvSpPr>
          <p:spPr>
            <a:xfrm>
              <a:off x="4463036" y="557328"/>
              <a:ext cx="1098600" cy="4653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b="1" lang="es-419" sz="700">
                  <a:latin typeface="Arvo"/>
                  <a:ea typeface="Arvo"/>
                  <a:cs typeface="Arvo"/>
                  <a:sym typeface="Arvo"/>
                </a:rPr>
                <a:t>Acción interactiva:</a:t>
              </a:r>
              <a:endParaRPr b="1" sz="700">
                <a:latin typeface="Arvo"/>
                <a:ea typeface="Arvo"/>
                <a:cs typeface="Arvo"/>
                <a:sym typeface="Arvo"/>
              </a:endParaRPr>
            </a:p>
            <a:p>
              <a:pPr indent="0" lvl="0" marL="0" rtl="0" algn="ctr">
                <a:spcBef>
                  <a:spcPts val="0"/>
                </a:spcBef>
                <a:spcAft>
                  <a:spcPts val="0"/>
                </a:spcAft>
                <a:buNone/>
              </a:pPr>
              <a:r>
                <a:rPr i="1" lang="es-419" sz="500">
                  <a:latin typeface="Arvo"/>
                  <a:ea typeface="Arvo"/>
                  <a:cs typeface="Arvo"/>
                  <a:sym typeface="Arvo"/>
                </a:rPr>
                <a:t>&lt;ej: </a:t>
              </a:r>
              <a:r>
                <a:rPr i="1" lang="es-419" sz="500">
                  <a:solidFill>
                    <a:srgbClr val="000000"/>
                  </a:solidFill>
                  <a:latin typeface="Roboto"/>
                  <a:ea typeface="Roboto"/>
                  <a:cs typeface="Roboto"/>
                  <a:sym typeface="Roboto"/>
                </a:rPr>
                <a:t>autenticar por huella y cara</a:t>
              </a:r>
              <a:r>
                <a:rPr i="1" lang="es-419" sz="500">
                  <a:latin typeface="Arvo"/>
                  <a:ea typeface="Arvo"/>
                  <a:cs typeface="Arvo"/>
                  <a:sym typeface="Arvo"/>
                </a:rPr>
                <a:t>&gt;</a:t>
              </a:r>
              <a:endParaRPr i="1" sz="500">
                <a:latin typeface="Arvo"/>
                <a:ea typeface="Arvo"/>
                <a:cs typeface="Arvo"/>
                <a:sym typeface="Arvo"/>
              </a:endParaRPr>
            </a:p>
          </p:txBody>
        </p:sp>
        <p:sp>
          <p:nvSpPr>
            <p:cNvPr id="16832" name="Google Shape;16832;p293"/>
            <p:cNvSpPr txBox="1"/>
            <p:nvPr/>
          </p:nvSpPr>
          <p:spPr>
            <a:xfrm>
              <a:off x="3639736" y="557328"/>
              <a:ext cx="702600" cy="4653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b="1" lang="es-419" sz="700">
                  <a:latin typeface="Arvo"/>
                  <a:ea typeface="Arvo"/>
                  <a:cs typeface="Arvo"/>
                  <a:sym typeface="Arvo"/>
                </a:rPr>
                <a:t>Punto de contacto</a:t>
              </a:r>
              <a:endParaRPr sz="700">
                <a:latin typeface="Arvo"/>
                <a:ea typeface="Arvo"/>
                <a:cs typeface="Arvo"/>
                <a:sym typeface="Arvo"/>
              </a:endParaRPr>
            </a:p>
          </p:txBody>
        </p:sp>
        <p:sp>
          <p:nvSpPr>
            <p:cNvPr id="16833" name="Google Shape;16833;p293"/>
            <p:cNvSpPr txBox="1"/>
            <p:nvPr/>
          </p:nvSpPr>
          <p:spPr>
            <a:xfrm>
              <a:off x="2784273" y="568049"/>
              <a:ext cx="702600" cy="4653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b="1" lang="es-419" sz="700">
                  <a:latin typeface="Arvo"/>
                  <a:ea typeface="Arvo"/>
                  <a:cs typeface="Arvo"/>
                  <a:sym typeface="Arvo"/>
                </a:rPr>
                <a:t>Rol</a:t>
              </a:r>
              <a:endParaRPr sz="700">
                <a:latin typeface="Arvo"/>
                <a:ea typeface="Arvo"/>
                <a:cs typeface="Arvo"/>
                <a:sym typeface="Arvo"/>
              </a:endParaRPr>
            </a:p>
          </p:txBody>
        </p:sp>
        <p:pic>
          <p:nvPicPr>
            <p:cNvPr id="16834" name="Google Shape;16834;p293"/>
            <p:cNvPicPr preferRelativeResize="0"/>
            <p:nvPr/>
          </p:nvPicPr>
          <p:blipFill rotWithShape="1">
            <a:blip r:embed="rId3">
              <a:alphaModFix/>
            </a:blip>
            <a:srcRect b="-868" l="16515" r="66426" t="66946"/>
            <a:stretch/>
          </p:blipFill>
          <p:spPr>
            <a:xfrm>
              <a:off x="2782507" y="825772"/>
              <a:ext cx="702701" cy="702700"/>
            </a:xfrm>
            <a:prstGeom prst="rect">
              <a:avLst/>
            </a:prstGeom>
            <a:noFill/>
            <a:ln>
              <a:noFill/>
            </a:ln>
          </p:spPr>
        </p:pic>
        <p:sp>
          <p:nvSpPr>
            <p:cNvPr id="16835" name="Google Shape;16835;p293"/>
            <p:cNvSpPr txBox="1"/>
            <p:nvPr/>
          </p:nvSpPr>
          <p:spPr>
            <a:xfrm>
              <a:off x="2782511" y="1476053"/>
              <a:ext cx="761100" cy="232500"/>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s-419" sz="700"/>
                <a:t>Cajero</a:t>
              </a:r>
              <a:endParaRPr sz="700"/>
            </a:p>
          </p:txBody>
        </p:sp>
        <p:sp>
          <p:nvSpPr>
            <p:cNvPr id="16836" name="Google Shape;16836;p293"/>
            <p:cNvSpPr txBox="1"/>
            <p:nvPr/>
          </p:nvSpPr>
          <p:spPr>
            <a:xfrm>
              <a:off x="2704760" y="1669653"/>
              <a:ext cx="964800" cy="232500"/>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t/>
              </a:r>
              <a:endParaRPr b="1" sz="700">
                <a:latin typeface="Arvo"/>
                <a:ea typeface="Arvo"/>
                <a:cs typeface="Arvo"/>
                <a:sym typeface="Arvo"/>
              </a:endParaRPr>
            </a:p>
            <a:p>
              <a:pPr indent="0" lvl="0" marL="0" rtl="0" algn="ctr">
                <a:spcBef>
                  <a:spcPts val="0"/>
                </a:spcBef>
                <a:spcAft>
                  <a:spcPts val="0"/>
                </a:spcAft>
                <a:buNone/>
              </a:pPr>
              <a:r>
                <a:rPr i="1" lang="es-419" sz="500">
                  <a:latin typeface="Arvo"/>
                  <a:ea typeface="Arvo"/>
                  <a:cs typeface="Arvo"/>
                  <a:sym typeface="Arvo"/>
                </a:rPr>
                <a:t>&lt;ej: conductor&gt;</a:t>
              </a:r>
              <a:endParaRPr i="1" sz="500">
                <a:latin typeface="Arvo"/>
                <a:ea typeface="Arvo"/>
                <a:cs typeface="Arvo"/>
                <a:sym typeface="Arvo"/>
              </a:endParaRPr>
            </a:p>
          </p:txBody>
        </p:sp>
      </p:grpSp>
      <p:grpSp>
        <p:nvGrpSpPr>
          <p:cNvPr id="16837" name="Google Shape;16837;p293"/>
          <p:cNvGrpSpPr/>
          <p:nvPr/>
        </p:nvGrpSpPr>
        <p:grpSpPr>
          <a:xfrm>
            <a:off x="6815889" y="4215341"/>
            <a:ext cx="2810831" cy="2161925"/>
            <a:chOff x="2640436" y="-87872"/>
            <a:chExt cx="3098700" cy="2874900"/>
          </a:xfrm>
        </p:grpSpPr>
        <p:sp>
          <p:nvSpPr>
            <p:cNvPr id="16838" name="Google Shape;16838;p293"/>
            <p:cNvSpPr/>
            <p:nvPr/>
          </p:nvSpPr>
          <p:spPr>
            <a:xfrm>
              <a:off x="2640436" y="-87872"/>
              <a:ext cx="3098700" cy="2874900"/>
            </a:xfrm>
            <a:prstGeom prst="roundRect">
              <a:avLst>
                <a:gd fmla="val 3233" name="adj"/>
              </a:avLst>
            </a:prstGeom>
            <a:solidFill>
              <a:srgbClr val="FFFFFF"/>
            </a:solidFill>
            <a:ln cap="flat" cmpd="sng" w="9525">
              <a:solidFill>
                <a:srgbClr val="EFEFEF"/>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t" bIns="15400" lIns="15400" spcFirstLastPara="1" rIns="15400" wrap="square" tIns="15400">
              <a:noAutofit/>
            </a:bodyPr>
            <a:lstStyle/>
            <a:p>
              <a:pPr indent="0" lvl="0" marL="0" rtl="0" algn="ctr">
                <a:spcBef>
                  <a:spcPts val="0"/>
                </a:spcBef>
                <a:spcAft>
                  <a:spcPts val="0"/>
                </a:spcAft>
                <a:buNone/>
              </a:pPr>
              <a:r>
                <a:rPr b="1" i="1" lang="es-419" sz="800">
                  <a:solidFill>
                    <a:srgbClr val="434343"/>
                  </a:solidFill>
                </a:rPr>
                <a:t>Puntos de Automatización</a:t>
              </a:r>
              <a:endParaRPr b="1" i="1" sz="800">
                <a:solidFill>
                  <a:srgbClr val="434343"/>
                </a:solidFill>
              </a:endParaRPr>
            </a:p>
          </p:txBody>
        </p:sp>
        <p:sp>
          <p:nvSpPr>
            <p:cNvPr id="16839" name="Google Shape;16839;p293"/>
            <p:cNvSpPr txBox="1"/>
            <p:nvPr/>
          </p:nvSpPr>
          <p:spPr>
            <a:xfrm>
              <a:off x="2820612" y="182753"/>
              <a:ext cx="1098600" cy="232500"/>
            </a:xfrm>
            <a:prstGeom prst="rect">
              <a:avLst/>
            </a:prstGeom>
            <a:noFill/>
            <a:ln>
              <a:noFill/>
            </a:ln>
          </p:spPr>
          <p:txBody>
            <a:bodyPr anchorCtr="0" anchor="ctr" bIns="0" lIns="0" spcFirstLastPara="1" rIns="0" wrap="square" tIns="0">
              <a:noAutofit/>
            </a:bodyPr>
            <a:lstStyle/>
            <a:p>
              <a:pPr indent="0" lvl="0" marL="0" rtl="0" algn="r">
                <a:spcBef>
                  <a:spcPts val="0"/>
                </a:spcBef>
                <a:spcAft>
                  <a:spcPts val="0"/>
                </a:spcAft>
                <a:buNone/>
              </a:pPr>
              <a:r>
                <a:rPr lang="es-419" sz="700">
                  <a:latin typeface="Arvo"/>
                  <a:ea typeface="Arvo"/>
                  <a:cs typeface="Arvo"/>
                  <a:sym typeface="Arvo"/>
                </a:rPr>
                <a:t>Actividad de Negocio</a:t>
              </a:r>
              <a:endParaRPr sz="700">
                <a:latin typeface="Arvo"/>
                <a:ea typeface="Arvo"/>
                <a:cs typeface="Arvo"/>
                <a:sym typeface="Arvo"/>
              </a:endParaRPr>
            </a:p>
            <a:p>
              <a:pPr indent="0" lvl="0" marL="0" rtl="0" algn="r">
                <a:spcBef>
                  <a:spcPts val="0"/>
                </a:spcBef>
                <a:spcAft>
                  <a:spcPts val="0"/>
                </a:spcAft>
                <a:buNone/>
              </a:pPr>
              <a:r>
                <a:rPr i="1" lang="es-419" sz="500">
                  <a:latin typeface="Arvo"/>
                  <a:ea typeface="Arvo"/>
                  <a:cs typeface="Arvo"/>
                  <a:sym typeface="Arvo"/>
                </a:rPr>
                <a:t>&lt;ej: Identificarse&gt;</a:t>
              </a:r>
              <a:endParaRPr i="1" sz="500">
                <a:latin typeface="Arvo"/>
                <a:ea typeface="Arvo"/>
                <a:cs typeface="Arvo"/>
                <a:sym typeface="Arvo"/>
              </a:endParaRPr>
            </a:p>
          </p:txBody>
        </p:sp>
        <p:sp>
          <p:nvSpPr>
            <p:cNvPr id="16840" name="Google Shape;16840;p293"/>
            <p:cNvSpPr/>
            <p:nvPr/>
          </p:nvSpPr>
          <p:spPr>
            <a:xfrm>
              <a:off x="3951036" y="159603"/>
              <a:ext cx="17313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8200" lIns="78200" spcFirstLastPara="1" rIns="78200" wrap="square" tIns="78200">
              <a:noAutofit/>
            </a:bodyPr>
            <a:lstStyle/>
            <a:p>
              <a:pPr indent="0" lvl="0" marL="0" rtl="0" algn="l">
                <a:spcBef>
                  <a:spcPts val="0"/>
                </a:spcBef>
                <a:spcAft>
                  <a:spcPts val="0"/>
                </a:spcAft>
                <a:buNone/>
              </a:pPr>
              <a:r>
                <a:t/>
              </a:r>
              <a:endParaRPr sz="500">
                <a:latin typeface="Roboto"/>
                <a:ea typeface="Roboto"/>
                <a:cs typeface="Roboto"/>
                <a:sym typeface="Roboto"/>
              </a:endParaRPr>
            </a:p>
          </p:txBody>
        </p:sp>
        <p:sp>
          <p:nvSpPr>
            <p:cNvPr id="16841" name="Google Shape;16841;p293"/>
            <p:cNvSpPr txBox="1"/>
            <p:nvPr/>
          </p:nvSpPr>
          <p:spPr>
            <a:xfrm>
              <a:off x="3962886" y="142103"/>
              <a:ext cx="1731300" cy="351900"/>
            </a:xfrm>
            <a:prstGeom prst="rect">
              <a:avLst/>
            </a:prstGeom>
            <a:noFill/>
            <a:ln>
              <a:noFill/>
            </a:ln>
          </p:spPr>
          <p:txBody>
            <a:bodyPr anchorCtr="0" anchor="ctr" bIns="15400" lIns="15400" spcFirstLastPara="1" rIns="15400" wrap="square" tIns="15400">
              <a:noAutofit/>
            </a:bodyPr>
            <a:lstStyle/>
            <a:p>
              <a:pPr indent="0" lvl="0" marL="0" rtl="0" algn="l">
                <a:spcBef>
                  <a:spcPts val="0"/>
                </a:spcBef>
                <a:spcAft>
                  <a:spcPts val="0"/>
                </a:spcAft>
                <a:buNone/>
              </a:pPr>
              <a:r>
                <a:rPr b="1" lang="es-419" sz="700">
                  <a:solidFill>
                    <a:schemeClr val="dk1"/>
                  </a:solidFill>
                </a:rPr>
                <a:t>Registrar pago en el sistema</a:t>
              </a:r>
              <a:r>
                <a:rPr b="1" lang="es-419" sz="700">
                  <a:solidFill>
                    <a:schemeClr val="dk1"/>
                  </a:solidFill>
                </a:rPr>
                <a:t> </a:t>
              </a:r>
              <a:endParaRPr/>
            </a:p>
          </p:txBody>
        </p:sp>
        <p:sp>
          <p:nvSpPr>
            <p:cNvPr id="16842" name="Google Shape;16842;p293"/>
            <p:cNvSpPr/>
            <p:nvPr/>
          </p:nvSpPr>
          <p:spPr>
            <a:xfrm>
              <a:off x="3646236" y="1459979"/>
              <a:ext cx="6333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8200" lIns="78200" spcFirstLastPara="1" rIns="78200" wrap="square" tIns="78200">
              <a:noAutofit/>
            </a:bodyPr>
            <a:lstStyle/>
            <a:p>
              <a:pPr indent="0" lvl="0" marL="0" rtl="0" algn="l">
                <a:spcBef>
                  <a:spcPts val="0"/>
                </a:spcBef>
                <a:spcAft>
                  <a:spcPts val="0"/>
                </a:spcAft>
                <a:buNone/>
              </a:pPr>
              <a:r>
                <a:rPr lang="es-419" sz="600">
                  <a:solidFill>
                    <a:schemeClr val="dk1"/>
                  </a:solidFill>
                </a:rPr>
                <a:t>Módulo de contabilidad</a:t>
              </a:r>
              <a:endParaRPr sz="500">
                <a:latin typeface="Roboto"/>
                <a:ea typeface="Roboto"/>
                <a:cs typeface="Roboto"/>
                <a:sym typeface="Roboto"/>
              </a:endParaRPr>
            </a:p>
          </p:txBody>
        </p:sp>
        <p:sp>
          <p:nvSpPr>
            <p:cNvPr id="16843" name="Google Shape;16843;p293"/>
            <p:cNvSpPr/>
            <p:nvPr/>
          </p:nvSpPr>
          <p:spPr>
            <a:xfrm>
              <a:off x="3646236" y="1075527"/>
              <a:ext cx="6333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8200" lIns="78200" spcFirstLastPara="1" rIns="78200" wrap="square" tIns="78200">
              <a:noAutofit/>
            </a:bodyPr>
            <a:lstStyle/>
            <a:p>
              <a:pPr indent="0" lvl="0" marL="0" rtl="0" algn="l">
                <a:spcBef>
                  <a:spcPts val="0"/>
                </a:spcBef>
                <a:spcAft>
                  <a:spcPts val="0"/>
                </a:spcAft>
                <a:buNone/>
              </a:pPr>
              <a:r>
                <a:t/>
              </a:r>
              <a:endParaRPr sz="500">
                <a:latin typeface="Roboto"/>
                <a:ea typeface="Roboto"/>
                <a:cs typeface="Roboto"/>
                <a:sym typeface="Roboto"/>
              </a:endParaRPr>
            </a:p>
          </p:txBody>
        </p:sp>
        <p:sp>
          <p:nvSpPr>
            <p:cNvPr id="16844" name="Google Shape;16844;p293"/>
            <p:cNvSpPr/>
            <p:nvPr/>
          </p:nvSpPr>
          <p:spPr>
            <a:xfrm>
              <a:off x="3646236" y="1853377"/>
              <a:ext cx="6333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8200" lIns="78200" spcFirstLastPara="1" rIns="78200" wrap="square" tIns="78200">
              <a:noAutofit/>
            </a:bodyPr>
            <a:lstStyle/>
            <a:p>
              <a:pPr indent="0" lvl="0" marL="0" rtl="0" algn="l">
                <a:spcBef>
                  <a:spcPts val="0"/>
                </a:spcBef>
                <a:spcAft>
                  <a:spcPts val="0"/>
                </a:spcAft>
                <a:buNone/>
              </a:pPr>
              <a:r>
                <a:t/>
              </a:r>
              <a:endParaRPr sz="500">
                <a:latin typeface="Roboto"/>
                <a:ea typeface="Roboto"/>
                <a:cs typeface="Roboto"/>
                <a:sym typeface="Roboto"/>
              </a:endParaRPr>
            </a:p>
          </p:txBody>
        </p:sp>
        <p:sp>
          <p:nvSpPr>
            <p:cNvPr id="16845" name="Google Shape;16845;p293"/>
            <p:cNvSpPr/>
            <p:nvPr/>
          </p:nvSpPr>
          <p:spPr>
            <a:xfrm>
              <a:off x="3646236" y="2229879"/>
              <a:ext cx="6333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8200" lIns="78200" spcFirstLastPara="1" rIns="78200" wrap="square" tIns="78200">
              <a:noAutofit/>
            </a:bodyPr>
            <a:lstStyle/>
            <a:p>
              <a:pPr indent="0" lvl="0" marL="0" rtl="0" algn="l">
                <a:spcBef>
                  <a:spcPts val="0"/>
                </a:spcBef>
                <a:spcAft>
                  <a:spcPts val="0"/>
                </a:spcAft>
                <a:buNone/>
              </a:pPr>
              <a:r>
                <a:t/>
              </a:r>
              <a:endParaRPr sz="500">
                <a:latin typeface="Roboto"/>
                <a:ea typeface="Roboto"/>
                <a:cs typeface="Roboto"/>
                <a:sym typeface="Roboto"/>
              </a:endParaRPr>
            </a:p>
          </p:txBody>
        </p:sp>
        <p:sp>
          <p:nvSpPr>
            <p:cNvPr id="16846" name="Google Shape;16846;p293"/>
            <p:cNvSpPr/>
            <p:nvPr/>
          </p:nvSpPr>
          <p:spPr>
            <a:xfrm>
              <a:off x="4349786" y="1075528"/>
              <a:ext cx="13251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61600" lIns="61600" spcFirstLastPara="1" rIns="61600" wrap="square" tIns="61600">
              <a:noAutofit/>
            </a:bodyPr>
            <a:lstStyle/>
            <a:p>
              <a:pPr indent="0" lvl="0" marL="0" rtl="0" algn="l">
                <a:spcBef>
                  <a:spcPts val="0"/>
                </a:spcBef>
                <a:spcAft>
                  <a:spcPts val="0"/>
                </a:spcAft>
                <a:buNone/>
              </a:pPr>
              <a:r>
                <a:t/>
              </a:r>
              <a:endParaRPr sz="700">
                <a:latin typeface="Roboto"/>
                <a:ea typeface="Roboto"/>
                <a:cs typeface="Roboto"/>
                <a:sym typeface="Roboto"/>
              </a:endParaRPr>
            </a:p>
          </p:txBody>
        </p:sp>
        <p:sp>
          <p:nvSpPr>
            <p:cNvPr id="16847" name="Google Shape;16847;p293"/>
            <p:cNvSpPr/>
            <p:nvPr/>
          </p:nvSpPr>
          <p:spPr>
            <a:xfrm>
              <a:off x="4349786" y="1459971"/>
              <a:ext cx="13251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61600" lIns="61600" spcFirstLastPara="1" rIns="61600" wrap="square" tIns="61600">
              <a:noAutofit/>
            </a:bodyPr>
            <a:lstStyle/>
            <a:p>
              <a:pPr indent="0" lvl="0" marL="0" rtl="0" algn="l">
                <a:spcBef>
                  <a:spcPts val="0"/>
                </a:spcBef>
                <a:spcAft>
                  <a:spcPts val="0"/>
                </a:spcAft>
                <a:buNone/>
              </a:pPr>
              <a:r>
                <a:rPr lang="es-419" sz="600">
                  <a:solidFill>
                    <a:schemeClr val="dk1"/>
                  </a:solidFill>
                </a:rPr>
                <a:t>Actualizar libro de ventas y movimientos financieros</a:t>
              </a:r>
              <a:endParaRPr sz="700">
                <a:latin typeface="Roboto"/>
                <a:ea typeface="Roboto"/>
                <a:cs typeface="Roboto"/>
                <a:sym typeface="Roboto"/>
              </a:endParaRPr>
            </a:p>
          </p:txBody>
        </p:sp>
        <p:sp>
          <p:nvSpPr>
            <p:cNvPr id="16848" name="Google Shape;16848;p293"/>
            <p:cNvSpPr/>
            <p:nvPr/>
          </p:nvSpPr>
          <p:spPr>
            <a:xfrm>
              <a:off x="4349786" y="1853372"/>
              <a:ext cx="13251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61600" lIns="61600" spcFirstLastPara="1" rIns="61600" wrap="square" tIns="61600">
              <a:noAutofit/>
            </a:bodyPr>
            <a:lstStyle/>
            <a:p>
              <a:pPr indent="0" lvl="0" marL="0" rtl="0" algn="l">
                <a:spcBef>
                  <a:spcPts val="0"/>
                </a:spcBef>
                <a:spcAft>
                  <a:spcPts val="0"/>
                </a:spcAft>
                <a:buNone/>
              </a:pPr>
              <a:r>
                <a:t/>
              </a:r>
              <a:endParaRPr sz="700">
                <a:latin typeface="Roboto"/>
                <a:ea typeface="Roboto"/>
                <a:cs typeface="Roboto"/>
                <a:sym typeface="Roboto"/>
              </a:endParaRPr>
            </a:p>
          </p:txBody>
        </p:sp>
        <p:sp>
          <p:nvSpPr>
            <p:cNvPr id="16849" name="Google Shape;16849;p293"/>
            <p:cNvSpPr/>
            <p:nvPr/>
          </p:nvSpPr>
          <p:spPr>
            <a:xfrm>
              <a:off x="4349786" y="2239831"/>
              <a:ext cx="13251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61600" lIns="61600" spcFirstLastPara="1" rIns="61600" wrap="square" tIns="61600">
              <a:noAutofit/>
            </a:bodyPr>
            <a:lstStyle/>
            <a:p>
              <a:pPr indent="0" lvl="0" marL="0" rtl="0" algn="l">
                <a:spcBef>
                  <a:spcPts val="0"/>
                </a:spcBef>
                <a:spcAft>
                  <a:spcPts val="0"/>
                </a:spcAft>
                <a:buNone/>
              </a:pPr>
              <a:r>
                <a:rPr lang="es-419" sz="700">
                  <a:latin typeface="Roboto"/>
                  <a:ea typeface="Roboto"/>
                  <a:cs typeface="Roboto"/>
                  <a:sym typeface="Roboto"/>
                </a:rPr>
                <a:t>&lt;...&gt;</a:t>
              </a:r>
              <a:endParaRPr sz="700">
                <a:latin typeface="Roboto"/>
                <a:ea typeface="Roboto"/>
                <a:cs typeface="Roboto"/>
                <a:sym typeface="Roboto"/>
              </a:endParaRPr>
            </a:p>
          </p:txBody>
        </p:sp>
        <p:sp>
          <p:nvSpPr>
            <p:cNvPr id="16850" name="Google Shape;16850;p293"/>
            <p:cNvSpPr/>
            <p:nvPr/>
          </p:nvSpPr>
          <p:spPr>
            <a:xfrm>
              <a:off x="2704756" y="1461628"/>
              <a:ext cx="8817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8200" lIns="78200" spcFirstLastPara="1" rIns="78200" wrap="square" tIns="78200">
              <a:noAutofit/>
            </a:bodyPr>
            <a:lstStyle/>
            <a:p>
              <a:pPr indent="0" lvl="0" marL="0" rtl="0" algn="l">
                <a:spcBef>
                  <a:spcPts val="0"/>
                </a:spcBef>
                <a:spcAft>
                  <a:spcPts val="0"/>
                </a:spcAft>
                <a:buNone/>
              </a:pPr>
              <a:r>
                <a:t/>
              </a:r>
              <a:endParaRPr sz="500">
                <a:latin typeface="Roboto"/>
                <a:ea typeface="Roboto"/>
                <a:cs typeface="Roboto"/>
                <a:sym typeface="Roboto"/>
              </a:endParaRPr>
            </a:p>
          </p:txBody>
        </p:sp>
        <p:sp>
          <p:nvSpPr>
            <p:cNvPr id="16851" name="Google Shape;16851;p293"/>
            <p:cNvSpPr txBox="1"/>
            <p:nvPr/>
          </p:nvSpPr>
          <p:spPr>
            <a:xfrm>
              <a:off x="4463036" y="557328"/>
              <a:ext cx="1098600" cy="4653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b="1" lang="es-419" sz="700">
                  <a:latin typeface="Arvo"/>
                  <a:ea typeface="Arvo"/>
                  <a:cs typeface="Arvo"/>
                  <a:sym typeface="Arvo"/>
                </a:rPr>
                <a:t>Acción interactiva:</a:t>
              </a:r>
              <a:endParaRPr b="1" sz="700">
                <a:latin typeface="Arvo"/>
                <a:ea typeface="Arvo"/>
                <a:cs typeface="Arvo"/>
                <a:sym typeface="Arvo"/>
              </a:endParaRPr>
            </a:p>
            <a:p>
              <a:pPr indent="0" lvl="0" marL="0" rtl="0" algn="ctr">
                <a:spcBef>
                  <a:spcPts val="0"/>
                </a:spcBef>
                <a:spcAft>
                  <a:spcPts val="0"/>
                </a:spcAft>
                <a:buNone/>
              </a:pPr>
              <a:r>
                <a:rPr i="1" lang="es-419" sz="500">
                  <a:latin typeface="Arvo"/>
                  <a:ea typeface="Arvo"/>
                  <a:cs typeface="Arvo"/>
                  <a:sym typeface="Arvo"/>
                </a:rPr>
                <a:t>&lt;ej: </a:t>
              </a:r>
              <a:r>
                <a:rPr i="1" lang="es-419" sz="500">
                  <a:solidFill>
                    <a:srgbClr val="000000"/>
                  </a:solidFill>
                  <a:latin typeface="Roboto"/>
                  <a:ea typeface="Roboto"/>
                  <a:cs typeface="Roboto"/>
                  <a:sym typeface="Roboto"/>
                </a:rPr>
                <a:t>autenticar por huella y cara</a:t>
              </a:r>
              <a:r>
                <a:rPr i="1" lang="es-419" sz="500">
                  <a:latin typeface="Arvo"/>
                  <a:ea typeface="Arvo"/>
                  <a:cs typeface="Arvo"/>
                  <a:sym typeface="Arvo"/>
                </a:rPr>
                <a:t>&gt;</a:t>
              </a:r>
              <a:endParaRPr i="1" sz="500">
                <a:latin typeface="Arvo"/>
                <a:ea typeface="Arvo"/>
                <a:cs typeface="Arvo"/>
                <a:sym typeface="Arvo"/>
              </a:endParaRPr>
            </a:p>
          </p:txBody>
        </p:sp>
        <p:sp>
          <p:nvSpPr>
            <p:cNvPr id="16852" name="Google Shape;16852;p293"/>
            <p:cNvSpPr txBox="1"/>
            <p:nvPr/>
          </p:nvSpPr>
          <p:spPr>
            <a:xfrm>
              <a:off x="3639736" y="557328"/>
              <a:ext cx="702600" cy="4653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b="1" lang="es-419" sz="700">
                  <a:latin typeface="Arvo"/>
                  <a:ea typeface="Arvo"/>
                  <a:cs typeface="Arvo"/>
                  <a:sym typeface="Arvo"/>
                </a:rPr>
                <a:t>Punto de contacto</a:t>
              </a:r>
              <a:endParaRPr sz="700">
                <a:latin typeface="Arvo"/>
                <a:ea typeface="Arvo"/>
                <a:cs typeface="Arvo"/>
                <a:sym typeface="Arvo"/>
              </a:endParaRPr>
            </a:p>
          </p:txBody>
        </p:sp>
        <p:sp>
          <p:nvSpPr>
            <p:cNvPr id="16853" name="Google Shape;16853;p293"/>
            <p:cNvSpPr txBox="1"/>
            <p:nvPr/>
          </p:nvSpPr>
          <p:spPr>
            <a:xfrm>
              <a:off x="2784273" y="568049"/>
              <a:ext cx="702600" cy="4653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b="1" lang="es-419" sz="700">
                  <a:latin typeface="Arvo"/>
                  <a:ea typeface="Arvo"/>
                  <a:cs typeface="Arvo"/>
                  <a:sym typeface="Arvo"/>
                </a:rPr>
                <a:t>Rol</a:t>
              </a:r>
              <a:endParaRPr sz="700">
                <a:latin typeface="Arvo"/>
                <a:ea typeface="Arvo"/>
                <a:cs typeface="Arvo"/>
                <a:sym typeface="Arvo"/>
              </a:endParaRPr>
            </a:p>
          </p:txBody>
        </p:sp>
        <p:pic>
          <p:nvPicPr>
            <p:cNvPr id="16854" name="Google Shape;16854;p293"/>
            <p:cNvPicPr preferRelativeResize="0"/>
            <p:nvPr/>
          </p:nvPicPr>
          <p:blipFill rotWithShape="1">
            <a:blip r:embed="rId3">
              <a:alphaModFix/>
            </a:blip>
            <a:srcRect b="-868" l="16515" r="66426" t="66946"/>
            <a:stretch/>
          </p:blipFill>
          <p:spPr>
            <a:xfrm>
              <a:off x="2782507" y="825772"/>
              <a:ext cx="702701" cy="702700"/>
            </a:xfrm>
            <a:prstGeom prst="rect">
              <a:avLst/>
            </a:prstGeom>
            <a:noFill/>
            <a:ln>
              <a:noFill/>
            </a:ln>
          </p:spPr>
        </p:pic>
        <p:sp>
          <p:nvSpPr>
            <p:cNvPr id="16855" name="Google Shape;16855;p293"/>
            <p:cNvSpPr txBox="1"/>
            <p:nvPr/>
          </p:nvSpPr>
          <p:spPr>
            <a:xfrm>
              <a:off x="2782511" y="1476053"/>
              <a:ext cx="761100" cy="232500"/>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b="1" lang="es-419" sz="700">
                  <a:solidFill>
                    <a:schemeClr val="dk1"/>
                  </a:solidFill>
                </a:rPr>
                <a:t>Sistema Automatizado</a:t>
              </a:r>
              <a:endParaRPr/>
            </a:p>
          </p:txBody>
        </p:sp>
        <p:sp>
          <p:nvSpPr>
            <p:cNvPr id="16856" name="Google Shape;16856;p293"/>
            <p:cNvSpPr txBox="1"/>
            <p:nvPr/>
          </p:nvSpPr>
          <p:spPr>
            <a:xfrm>
              <a:off x="2704760" y="1669653"/>
              <a:ext cx="964800" cy="232500"/>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t/>
              </a:r>
              <a:endParaRPr b="1" sz="700">
                <a:latin typeface="Arvo"/>
                <a:ea typeface="Arvo"/>
                <a:cs typeface="Arvo"/>
                <a:sym typeface="Arvo"/>
              </a:endParaRPr>
            </a:p>
            <a:p>
              <a:pPr indent="0" lvl="0" marL="0" rtl="0" algn="ctr">
                <a:spcBef>
                  <a:spcPts val="0"/>
                </a:spcBef>
                <a:spcAft>
                  <a:spcPts val="0"/>
                </a:spcAft>
                <a:buNone/>
              </a:pPr>
              <a:r>
                <a:rPr i="1" lang="es-419" sz="500">
                  <a:latin typeface="Arvo"/>
                  <a:ea typeface="Arvo"/>
                  <a:cs typeface="Arvo"/>
                  <a:sym typeface="Arvo"/>
                </a:rPr>
                <a:t>&lt;ej: conductor&gt;</a:t>
              </a:r>
              <a:endParaRPr i="1" sz="500">
                <a:latin typeface="Arvo"/>
                <a:ea typeface="Arvo"/>
                <a:cs typeface="Arvo"/>
                <a:sym typeface="Arvo"/>
              </a:endParaRPr>
            </a:p>
          </p:txBody>
        </p:sp>
      </p:grpSp>
      <p:grpSp>
        <p:nvGrpSpPr>
          <p:cNvPr id="16857" name="Google Shape;16857;p293"/>
          <p:cNvGrpSpPr/>
          <p:nvPr/>
        </p:nvGrpSpPr>
        <p:grpSpPr>
          <a:xfrm>
            <a:off x="3634576" y="4215341"/>
            <a:ext cx="2810831" cy="2161925"/>
            <a:chOff x="2640436" y="-87872"/>
            <a:chExt cx="3098700" cy="2874900"/>
          </a:xfrm>
        </p:grpSpPr>
        <p:sp>
          <p:nvSpPr>
            <p:cNvPr id="16858" name="Google Shape;16858;p293"/>
            <p:cNvSpPr/>
            <p:nvPr/>
          </p:nvSpPr>
          <p:spPr>
            <a:xfrm>
              <a:off x="2640436" y="-87872"/>
              <a:ext cx="3098700" cy="2874900"/>
            </a:xfrm>
            <a:prstGeom prst="roundRect">
              <a:avLst>
                <a:gd fmla="val 3233" name="adj"/>
              </a:avLst>
            </a:prstGeom>
            <a:solidFill>
              <a:srgbClr val="FFFFFF"/>
            </a:solidFill>
            <a:ln cap="flat" cmpd="sng" w="9525">
              <a:solidFill>
                <a:srgbClr val="EFEFEF"/>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t" bIns="15400" lIns="15400" spcFirstLastPara="1" rIns="15400" wrap="square" tIns="15400">
              <a:noAutofit/>
            </a:bodyPr>
            <a:lstStyle/>
            <a:p>
              <a:pPr indent="0" lvl="0" marL="0" rtl="0" algn="ctr">
                <a:spcBef>
                  <a:spcPts val="0"/>
                </a:spcBef>
                <a:spcAft>
                  <a:spcPts val="0"/>
                </a:spcAft>
                <a:buNone/>
              </a:pPr>
              <a:r>
                <a:rPr b="1" i="1" lang="es-419" sz="800">
                  <a:solidFill>
                    <a:srgbClr val="434343"/>
                  </a:solidFill>
                </a:rPr>
                <a:t>Puntos de Automatización</a:t>
              </a:r>
              <a:endParaRPr b="1" i="1" sz="800">
                <a:solidFill>
                  <a:srgbClr val="434343"/>
                </a:solidFill>
              </a:endParaRPr>
            </a:p>
          </p:txBody>
        </p:sp>
        <p:sp>
          <p:nvSpPr>
            <p:cNvPr id="16859" name="Google Shape;16859;p293"/>
            <p:cNvSpPr txBox="1"/>
            <p:nvPr/>
          </p:nvSpPr>
          <p:spPr>
            <a:xfrm>
              <a:off x="2820612" y="182753"/>
              <a:ext cx="1098600" cy="232500"/>
            </a:xfrm>
            <a:prstGeom prst="rect">
              <a:avLst/>
            </a:prstGeom>
            <a:noFill/>
            <a:ln>
              <a:noFill/>
            </a:ln>
          </p:spPr>
          <p:txBody>
            <a:bodyPr anchorCtr="0" anchor="ctr" bIns="0" lIns="0" spcFirstLastPara="1" rIns="0" wrap="square" tIns="0">
              <a:noAutofit/>
            </a:bodyPr>
            <a:lstStyle/>
            <a:p>
              <a:pPr indent="0" lvl="0" marL="0" rtl="0" algn="r">
                <a:spcBef>
                  <a:spcPts val="0"/>
                </a:spcBef>
                <a:spcAft>
                  <a:spcPts val="0"/>
                </a:spcAft>
                <a:buNone/>
              </a:pPr>
              <a:r>
                <a:rPr lang="es-419" sz="700">
                  <a:latin typeface="Arvo"/>
                  <a:ea typeface="Arvo"/>
                  <a:cs typeface="Arvo"/>
                  <a:sym typeface="Arvo"/>
                </a:rPr>
                <a:t>Actividad de Negocio</a:t>
              </a:r>
              <a:endParaRPr sz="700">
                <a:latin typeface="Arvo"/>
                <a:ea typeface="Arvo"/>
                <a:cs typeface="Arvo"/>
                <a:sym typeface="Arvo"/>
              </a:endParaRPr>
            </a:p>
            <a:p>
              <a:pPr indent="0" lvl="0" marL="0" rtl="0" algn="r">
                <a:spcBef>
                  <a:spcPts val="0"/>
                </a:spcBef>
                <a:spcAft>
                  <a:spcPts val="0"/>
                </a:spcAft>
                <a:buNone/>
              </a:pPr>
              <a:r>
                <a:rPr i="1" lang="es-419" sz="500">
                  <a:latin typeface="Arvo"/>
                  <a:ea typeface="Arvo"/>
                  <a:cs typeface="Arvo"/>
                  <a:sym typeface="Arvo"/>
                </a:rPr>
                <a:t>&lt;ej: Identificarse&gt;</a:t>
              </a:r>
              <a:endParaRPr i="1" sz="500">
                <a:latin typeface="Arvo"/>
                <a:ea typeface="Arvo"/>
                <a:cs typeface="Arvo"/>
                <a:sym typeface="Arvo"/>
              </a:endParaRPr>
            </a:p>
          </p:txBody>
        </p:sp>
        <p:sp>
          <p:nvSpPr>
            <p:cNvPr id="16860" name="Google Shape;16860;p293"/>
            <p:cNvSpPr/>
            <p:nvPr/>
          </p:nvSpPr>
          <p:spPr>
            <a:xfrm>
              <a:off x="3951036" y="159603"/>
              <a:ext cx="17313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8200" lIns="78200" spcFirstLastPara="1" rIns="78200" wrap="square" tIns="78200">
              <a:noAutofit/>
            </a:bodyPr>
            <a:lstStyle/>
            <a:p>
              <a:pPr indent="0" lvl="0" marL="0" rtl="0" algn="l">
                <a:spcBef>
                  <a:spcPts val="0"/>
                </a:spcBef>
                <a:spcAft>
                  <a:spcPts val="0"/>
                </a:spcAft>
                <a:buNone/>
              </a:pPr>
              <a:r>
                <a:t/>
              </a:r>
              <a:endParaRPr sz="500">
                <a:latin typeface="Roboto"/>
                <a:ea typeface="Roboto"/>
                <a:cs typeface="Roboto"/>
                <a:sym typeface="Roboto"/>
              </a:endParaRPr>
            </a:p>
          </p:txBody>
        </p:sp>
        <p:sp>
          <p:nvSpPr>
            <p:cNvPr id="16861" name="Google Shape;16861;p293"/>
            <p:cNvSpPr txBox="1"/>
            <p:nvPr/>
          </p:nvSpPr>
          <p:spPr>
            <a:xfrm>
              <a:off x="3962886" y="142103"/>
              <a:ext cx="1731300" cy="351900"/>
            </a:xfrm>
            <a:prstGeom prst="rect">
              <a:avLst/>
            </a:prstGeom>
            <a:noFill/>
            <a:ln>
              <a:noFill/>
            </a:ln>
          </p:spPr>
          <p:txBody>
            <a:bodyPr anchorCtr="0" anchor="ctr" bIns="15400" lIns="15400" spcFirstLastPara="1" rIns="15400" wrap="square" tIns="15400">
              <a:noAutofit/>
            </a:bodyPr>
            <a:lstStyle/>
            <a:p>
              <a:pPr indent="0" lvl="0" marL="0" rtl="0" algn="l">
                <a:spcBef>
                  <a:spcPts val="0"/>
                </a:spcBef>
                <a:spcAft>
                  <a:spcPts val="0"/>
                </a:spcAft>
                <a:buNone/>
              </a:pPr>
              <a:r>
                <a:rPr b="1" lang="es-419" sz="700">
                  <a:solidFill>
                    <a:schemeClr val="dk1"/>
                  </a:solidFill>
                </a:rPr>
                <a:t>Entregar recibo al cliente</a:t>
              </a:r>
              <a:endParaRPr/>
            </a:p>
          </p:txBody>
        </p:sp>
        <p:sp>
          <p:nvSpPr>
            <p:cNvPr id="16862" name="Google Shape;16862;p293"/>
            <p:cNvSpPr/>
            <p:nvPr/>
          </p:nvSpPr>
          <p:spPr>
            <a:xfrm>
              <a:off x="3646236" y="1459973"/>
              <a:ext cx="6333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8200" lIns="78200" spcFirstLastPara="1" rIns="78200" wrap="square" tIns="78200">
              <a:noAutofit/>
            </a:bodyPr>
            <a:lstStyle/>
            <a:p>
              <a:pPr indent="0" lvl="0" marL="0" rtl="0" algn="l">
                <a:spcBef>
                  <a:spcPts val="0"/>
                </a:spcBef>
                <a:spcAft>
                  <a:spcPts val="0"/>
                </a:spcAft>
                <a:buNone/>
              </a:pPr>
              <a:r>
                <a:t/>
              </a:r>
              <a:endParaRPr sz="500">
                <a:latin typeface="Roboto"/>
                <a:ea typeface="Roboto"/>
                <a:cs typeface="Roboto"/>
                <a:sym typeface="Roboto"/>
              </a:endParaRPr>
            </a:p>
          </p:txBody>
        </p:sp>
        <p:sp>
          <p:nvSpPr>
            <p:cNvPr id="16863" name="Google Shape;16863;p293"/>
            <p:cNvSpPr/>
            <p:nvPr/>
          </p:nvSpPr>
          <p:spPr>
            <a:xfrm>
              <a:off x="3646236" y="1075527"/>
              <a:ext cx="6333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8200" lIns="78200" spcFirstLastPara="1" rIns="78200" wrap="square" tIns="78200">
              <a:noAutofit/>
            </a:bodyPr>
            <a:lstStyle/>
            <a:p>
              <a:pPr indent="0" lvl="0" marL="0" rtl="0" algn="l">
                <a:spcBef>
                  <a:spcPts val="0"/>
                </a:spcBef>
                <a:spcAft>
                  <a:spcPts val="0"/>
                </a:spcAft>
                <a:buNone/>
              </a:pPr>
              <a:r>
                <a:rPr lang="es-419" sz="600">
                  <a:solidFill>
                    <a:schemeClr val="dk1"/>
                  </a:solidFill>
                </a:rPr>
                <a:t>🧾 Impresora o correo</a:t>
              </a:r>
              <a:endParaRPr sz="500">
                <a:latin typeface="Roboto"/>
                <a:ea typeface="Roboto"/>
                <a:cs typeface="Roboto"/>
                <a:sym typeface="Roboto"/>
              </a:endParaRPr>
            </a:p>
          </p:txBody>
        </p:sp>
        <p:sp>
          <p:nvSpPr>
            <p:cNvPr id="16864" name="Google Shape;16864;p293"/>
            <p:cNvSpPr/>
            <p:nvPr/>
          </p:nvSpPr>
          <p:spPr>
            <a:xfrm>
              <a:off x="3646236" y="1853377"/>
              <a:ext cx="6333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8200" lIns="78200" spcFirstLastPara="1" rIns="78200" wrap="square" tIns="78200">
              <a:noAutofit/>
            </a:bodyPr>
            <a:lstStyle/>
            <a:p>
              <a:pPr indent="0" lvl="0" marL="0" rtl="0" algn="l">
                <a:spcBef>
                  <a:spcPts val="0"/>
                </a:spcBef>
                <a:spcAft>
                  <a:spcPts val="0"/>
                </a:spcAft>
                <a:buNone/>
              </a:pPr>
              <a:r>
                <a:t/>
              </a:r>
              <a:endParaRPr sz="500">
                <a:latin typeface="Roboto"/>
                <a:ea typeface="Roboto"/>
                <a:cs typeface="Roboto"/>
                <a:sym typeface="Roboto"/>
              </a:endParaRPr>
            </a:p>
          </p:txBody>
        </p:sp>
        <p:sp>
          <p:nvSpPr>
            <p:cNvPr id="16865" name="Google Shape;16865;p293"/>
            <p:cNvSpPr/>
            <p:nvPr/>
          </p:nvSpPr>
          <p:spPr>
            <a:xfrm>
              <a:off x="3646236" y="2229879"/>
              <a:ext cx="6333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8200" lIns="78200" spcFirstLastPara="1" rIns="78200" wrap="square" tIns="78200">
              <a:noAutofit/>
            </a:bodyPr>
            <a:lstStyle/>
            <a:p>
              <a:pPr indent="0" lvl="0" marL="0" rtl="0" algn="l">
                <a:spcBef>
                  <a:spcPts val="0"/>
                </a:spcBef>
                <a:spcAft>
                  <a:spcPts val="0"/>
                </a:spcAft>
                <a:buNone/>
              </a:pPr>
              <a:r>
                <a:t/>
              </a:r>
              <a:endParaRPr sz="500">
                <a:latin typeface="Roboto"/>
                <a:ea typeface="Roboto"/>
                <a:cs typeface="Roboto"/>
                <a:sym typeface="Roboto"/>
              </a:endParaRPr>
            </a:p>
          </p:txBody>
        </p:sp>
        <p:sp>
          <p:nvSpPr>
            <p:cNvPr id="16866" name="Google Shape;16866;p293"/>
            <p:cNvSpPr/>
            <p:nvPr/>
          </p:nvSpPr>
          <p:spPr>
            <a:xfrm>
              <a:off x="4349786" y="1075528"/>
              <a:ext cx="13251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61600" lIns="61600" spcFirstLastPara="1" rIns="61600" wrap="square" tIns="61600">
              <a:noAutofit/>
            </a:bodyPr>
            <a:lstStyle/>
            <a:p>
              <a:pPr indent="0" lvl="0" marL="0" rtl="0" algn="l">
                <a:spcBef>
                  <a:spcPts val="0"/>
                </a:spcBef>
                <a:spcAft>
                  <a:spcPts val="0"/>
                </a:spcAft>
                <a:buNone/>
              </a:pPr>
              <a:r>
                <a:rPr lang="es-419" sz="600">
                  <a:solidFill>
                    <a:schemeClr val="dk1"/>
                  </a:solidFill>
                </a:rPr>
                <a:t>imprimir o enviar factura digital al cliente</a:t>
              </a:r>
              <a:endParaRPr sz="700">
                <a:latin typeface="Roboto"/>
                <a:ea typeface="Roboto"/>
                <a:cs typeface="Roboto"/>
                <a:sym typeface="Roboto"/>
              </a:endParaRPr>
            </a:p>
          </p:txBody>
        </p:sp>
        <p:sp>
          <p:nvSpPr>
            <p:cNvPr id="16867" name="Google Shape;16867;p293"/>
            <p:cNvSpPr/>
            <p:nvPr/>
          </p:nvSpPr>
          <p:spPr>
            <a:xfrm>
              <a:off x="4349786" y="1459971"/>
              <a:ext cx="13251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61600" lIns="61600" spcFirstLastPara="1" rIns="61600" wrap="square" tIns="61600">
              <a:noAutofit/>
            </a:bodyPr>
            <a:lstStyle/>
            <a:p>
              <a:pPr indent="0" lvl="0" marL="0" rtl="0" algn="l">
                <a:spcBef>
                  <a:spcPts val="0"/>
                </a:spcBef>
                <a:spcAft>
                  <a:spcPts val="0"/>
                </a:spcAft>
                <a:buNone/>
              </a:pPr>
              <a:r>
                <a:t/>
              </a:r>
              <a:endParaRPr sz="700">
                <a:latin typeface="Roboto"/>
                <a:ea typeface="Roboto"/>
                <a:cs typeface="Roboto"/>
                <a:sym typeface="Roboto"/>
              </a:endParaRPr>
            </a:p>
          </p:txBody>
        </p:sp>
        <p:sp>
          <p:nvSpPr>
            <p:cNvPr id="16868" name="Google Shape;16868;p293"/>
            <p:cNvSpPr/>
            <p:nvPr/>
          </p:nvSpPr>
          <p:spPr>
            <a:xfrm>
              <a:off x="4349786" y="1853372"/>
              <a:ext cx="13251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61600" lIns="61600" spcFirstLastPara="1" rIns="61600" wrap="square" tIns="61600">
              <a:noAutofit/>
            </a:bodyPr>
            <a:lstStyle/>
            <a:p>
              <a:pPr indent="0" lvl="0" marL="0" rtl="0" algn="l">
                <a:spcBef>
                  <a:spcPts val="0"/>
                </a:spcBef>
                <a:spcAft>
                  <a:spcPts val="0"/>
                </a:spcAft>
                <a:buNone/>
              </a:pPr>
              <a:r>
                <a:t/>
              </a:r>
              <a:endParaRPr sz="700">
                <a:latin typeface="Roboto"/>
                <a:ea typeface="Roboto"/>
                <a:cs typeface="Roboto"/>
                <a:sym typeface="Roboto"/>
              </a:endParaRPr>
            </a:p>
          </p:txBody>
        </p:sp>
        <p:sp>
          <p:nvSpPr>
            <p:cNvPr id="16869" name="Google Shape;16869;p293"/>
            <p:cNvSpPr/>
            <p:nvPr/>
          </p:nvSpPr>
          <p:spPr>
            <a:xfrm>
              <a:off x="4349786" y="2239831"/>
              <a:ext cx="13251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61600" lIns="61600" spcFirstLastPara="1" rIns="61600" wrap="square" tIns="61600">
              <a:noAutofit/>
            </a:bodyPr>
            <a:lstStyle/>
            <a:p>
              <a:pPr indent="0" lvl="0" marL="0" rtl="0" algn="l">
                <a:spcBef>
                  <a:spcPts val="0"/>
                </a:spcBef>
                <a:spcAft>
                  <a:spcPts val="0"/>
                </a:spcAft>
                <a:buNone/>
              </a:pPr>
              <a:r>
                <a:rPr lang="es-419" sz="700">
                  <a:latin typeface="Roboto"/>
                  <a:ea typeface="Roboto"/>
                  <a:cs typeface="Roboto"/>
                  <a:sym typeface="Roboto"/>
                </a:rPr>
                <a:t>&lt;...&gt;</a:t>
              </a:r>
              <a:endParaRPr sz="700">
                <a:latin typeface="Roboto"/>
                <a:ea typeface="Roboto"/>
                <a:cs typeface="Roboto"/>
                <a:sym typeface="Roboto"/>
              </a:endParaRPr>
            </a:p>
          </p:txBody>
        </p:sp>
        <p:sp>
          <p:nvSpPr>
            <p:cNvPr id="16870" name="Google Shape;16870;p293"/>
            <p:cNvSpPr/>
            <p:nvPr/>
          </p:nvSpPr>
          <p:spPr>
            <a:xfrm>
              <a:off x="2704756" y="1461628"/>
              <a:ext cx="8817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8200" lIns="78200" spcFirstLastPara="1" rIns="78200" wrap="square" tIns="78200">
              <a:noAutofit/>
            </a:bodyPr>
            <a:lstStyle/>
            <a:p>
              <a:pPr indent="0" lvl="0" marL="0" rtl="0" algn="l">
                <a:spcBef>
                  <a:spcPts val="0"/>
                </a:spcBef>
                <a:spcAft>
                  <a:spcPts val="0"/>
                </a:spcAft>
                <a:buNone/>
              </a:pPr>
              <a:r>
                <a:t/>
              </a:r>
              <a:endParaRPr sz="500">
                <a:latin typeface="Roboto"/>
                <a:ea typeface="Roboto"/>
                <a:cs typeface="Roboto"/>
                <a:sym typeface="Roboto"/>
              </a:endParaRPr>
            </a:p>
          </p:txBody>
        </p:sp>
        <p:sp>
          <p:nvSpPr>
            <p:cNvPr id="16871" name="Google Shape;16871;p293"/>
            <p:cNvSpPr txBox="1"/>
            <p:nvPr/>
          </p:nvSpPr>
          <p:spPr>
            <a:xfrm>
              <a:off x="4463036" y="557328"/>
              <a:ext cx="1098600" cy="4653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b="1" lang="es-419" sz="700">
                  <a:latin typeface="Arvo"/>
                  <a:ea typeface="Arvo"/>
                  <a:cs typeface="Arvo"/>
                  <a:sym typeface="Arvo"/>
                </a:rPr>
                <a:t>Acción interactiva:</a:t>
              </a:r>
              <a:endParaRPr b="1" sz="700">
                <a:latin typeface="Arvo"/>
                <a:ea typeface="Arvo"/>
                <a:cs typeface="Arvo"/>
                <a:sym typeface="Arvo"/>
              </a:endParaRPr>
            </a:p>
            <a:p>
              <a:pPr indent="0" lvl="0" marL="0" rtl="0" algn="ctr">
                <a:spcBef>
                  <a:spcPts val="0"/>
                </a:spcBef>
                <a:spcAft>
                  <a:spcPts val="0"/>
                </a:spcAft>
                <a:buNone/>
              </a:pPr>
              <a:r>
                <a:rPr i="1" lang="es-419" sz="500">
                  <a:latin typeface="Arvo"/>
                  <a:ea typeface="Arvo"/>
                  <a:cs typeface="Arvo"/>
                  <a:sym typeface="Arvo"/>
                </a:rPr>
                <a:t>&lt;ej: </a:t>
              </a:r>
              <a:r>
                <a:rPr i="1" lang="es-419" sz="500">
                  <a:solidFill>
                    <a:srgbClr val="000000"/>
                  </a:solidFill>
                  <a:latin typeface="Roboto"/>
                  <a:ea typeface="Roboto"/>
                  <a:cs typeface="Roboto"/>
                  <a:sym typeface="Roboto"/>
                </a:rPr>
                <a:t>autenticar por huella y cara</a:t>
              </a:r>
              <a:r>
                <a:rPr i="1" lang="es-419" sz="500">
                  <a:latin typeface="Arvo"/>
                  <a:ea typeface="Arvo"/>
                  <a:cs typeface="Arvo"/>
                  <a:sym typeface="Arvo"/>
                </a:rPr>
                <a:t>&gt;</a:t>
              </a:r>
              <a:endParaRPr i="1" sz="500">
                <a:latin typeface="Arvo"/>
                <a:ea typeface="Arvo"/>
                <a:cs typeface="Arvo"/>
                <a:sym typeface="Arvo"/>
              </a:endParaRPr>
            </a:p>
          </p:txBody>
        </p:sp>
        <p:sp>
          <p:nvSpPr>
            <p:cNvPr id="16872" name="Google Shape;16872;p293"/>
            <p:cNvSpPr txBox="1"/>
            <p:nvPr/>
          </p:nvSpPr>
          <p:spPr>
            <a:xfrm>
              <a:off x="3639736" y="557328"/>
              <a:ext cx="702600" cy="4653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b="1" lang="es-419" sz="700">
                  <a:latin typeface="Arvo"/>
                  <a:ea typeface="Arvo"/>
                  <a:cs typeface="Arvo"/>
                  <a:sym typeface="Arvo"/>
                </a:rPr>
                <a:t>Punto de contacto</a:t>
              </a:r>
              <a:endParaRPr sz="700">
                <a:latin typeface="Arvo"/>
                <a:ea typeface="Arvo"/>
                <a:cs typeface="Arvo"/>
                <a:sym typeface="Arvo"/>
              </a:endParaRPr>
            </a:p>
          </p:txBody>
        </p:sp>
        <p:sp>
          <p:nvSpPr>
            <p:cNvPr id="16873" name="Google Shape;16873;p293"/>
            <p:cNvSpPr txBox="1"/>
            <p:nvPr/>
          </p:nvSpPr>
          <p:spPr>
            <a:xfrm>
              <a:off x="2784273" y="568049"/>
              <a:ext cx="702600" cy="4653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b="1" lang="es-419" sz="700">
                  <a:latin typeface="Arvo"/>
                  <a:ea typeface="Arvo"/>
                  <a:cs typeface="Arvo"/>
                  <a:sym typeface="Arvo"/>
                </a:rPr>
                <a:t>Rol</a:t>
              </a:r>
              <a:endParaRPr sz="700">
                <a:latin typeface="Arvo"/>
                <a:ea typeface="Arvo"/>
                <a:cs typeface="Arvo"/>
                <a:sym typeface="Arvo"/>
              </a:endParaRPr>
            </a:p>
          </p:txBody>
        </p:sp>
        <p:pic>
          <p:nvPicPr>
            <p:cNvPr id="16874" name="Google Shape;16874;p293"/>
            <p:cNvPicPr preferRelativeResize="0"/>
            <p:nvPr/>
          </p:nvPicPr>
          <p:blipFill rotWithShape="1">
            <a:blip r:embed="rId3">
              <a:alphaModFix/>
            </a:blip>
            <a:srcRect b="-868" l="16515" r="66426" t="66946"/>
            <a:stretch/>
          </p:blipFill>
          <p:spPr>
            <a:xfrm>
              <a:off x="2782507" y="825772"/>
              <a:ext cx="702701" cy="702700"/>
            </a:xfrm>
            <a:prstGeom prst="rect">
              <a:avLst/>
            </a:prstGeom>
            <a:noFill/>
            <a:ln>
              <a:noFill/>
            </a:ln>
          </p:spPr>
        </p:pic>
        <p:sp>
          <p:nvSpPr>
            <p:cNvPr id="16875" name="Google Shape;16875;p293"/>
            <p:cNvSpPr txBox="1"/>
            <p:nvPr/>
          </p:nvSpPr>
          <p:spPr>
            <a:xfrm>
              <a:off x="2782511" y="1476053"/>
              <a:ext cx="761100" cy="232500"/>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s-419" sz="700">
                  <a:solidFill>
                    <a:schemeClr val="dk1"/>
                  </a:solidFill>
                </a:rPr>
                <a:t>Cajero</a:t>
              </a:r>
              <a:endParaRPr/>
            </a:p>
          </p:txBody>
        </p:sp>
        <p:sp>
          <p:nvSpPr>
            <p:cNvPr id="16876" name="Google Shape;16876;p293"/>
            <p:cNvSpPr txBox="1"/>
            <p:nvPr/>
          </p:nvSpPr>
          <p:spPr>
            <a:xfrm>
              <a:off x="2704760" y="1669653"/>
              <a:ext cx="964800" cy="232500"/>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t/>
              </a:r>
              <a:endParaRPr b="1" sz="700">
                <a:latin typeface="Arvo"/>
                <a:ea typeface="Arvo"/>
                <a:cs typeface="Arvo"/>
                <a:sym typeface="Arvo"/>
              </a:endParaRPr>
            </a:p>
            <a:p>
              <a:pPr indent="0" lvl="0" marL="0" rtl="0" algn="ctr">
                <a:spcBef>
                  <a:spcPts val="0"/>
                </a:spcBef>
                <a:spcAft>
                  <a:spcPts val="0"/>
                </a:spcAft>
                <a:buNone/>
              </a:pPr>
              <a:r>
                <a:rPr i="1" lang="es-419" sz="500">
                  <a:latin typeface="Arvo"/>
                  <a:ea typeface="Arvo"/>
                  <a:cs typeface="Arvo"/>
                  <a:sym typeface="Arvo"/>
                </a:rPr>
                <a:t>&lt;ej: conductor&gt;</a:t>
              </a:r>
              <a:endParaRPr i="1" sz="500">
                <a:latin typeface="Arvo"/>
                <a:ea typeface="Arvo"/>
                <a:cs typeface="Arvo"/>
                <a:sym typeface="Arvo"/>
              </a:endParaRPr>
            </a:p>
          </p:txBody>
        </p:sp>
      </p:grpSp>
      <p:grpSp>
        <p:nvGrpSpPr>
          <p:cNvPr id="16877" name="Google Shape;16877;p293"/>
          <p:cNvGrpSpPr/>
          <p:nvPr/>
        </p:nvGrpSpPr>
        <p:grpSpPr>
          <a:xfrm>
            <a:off x="3634576" y="1304054"/>
            <a:ext cx="2810831" cy="2161925"/>
            <a:chOff x="2640436" y="-87872"/>
            <a:chExt cx="3098700" cy="2874900"/>
          </a:xfrm>
        </p:grpSpPr>
        <p:sp>
          <p:nvSpPr>
            <p:cNvPr id="16878" name="Google Shape;16878;p293"/>
            <p:cNvSpPr/>
            <p:nvPr/>
          </p:nvSpPr>
          <p:spPr>
            <a:xfrm>
              <a:off x="2640436" y="-87872"/>
              <a:ext cx="3098700" cy="2874900"/>
            </a:xfrm>
            <a:prstGeom prst="roundRect">
              <a:avLst>
                <a:gd fmla="val 3233" name="adj"/>
              </a:avLst>
            </a:prstGeom>
            <a:solidFill>
              <a:srgbClr val="FFFFFF"/>
            </a:solidFill>
            <a:ln cap="flat" cmpd="sng" w="9525">
              <a:solidFill>
                <a:srgbClr val="EFEFEF"/>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t" bIns="15400" lIns="15400" spcFirstLastPara="1" rIns="15400" wrap="square" tIns="15400">
              <a:noAutofit/>
            </a:bodyPr>
            <a:lstStyle/>
            <a:p>
              <a:pPr indent="0" lvl="0" marL="0" rtl="0" algn="ctr">
                <a:spcBef>
                  <a:spcPts val="0"/>
                </a:spcBef>
                <a:spcAft>
                  <a:spcPts val="0"/>
                </a:spcAft>
                <a:buNone/>
              </a:pPr>
              <a:r>
                <a:rPr b="1" i="1" lang="es-419" sz="800">
                  <a:solidFill>
                    <a:srgbClr val="434343"/>
                  </a:solidFill>
                </a:rPr>
                <a:t>Puntos de Automatización</a:t>
              </a:r>
              <a:endParaRPr b="1" i="1" sz="800">
                <a:solidFill>
                  <a:srgbClr val="434343"/>
                </a:solidFill>
              </a:endParaRPr>
            </a:p>
          </p:txBody>
        </p:sp>
        <p:sp>
          <p:nvSpPr>
            <p:cNvPr id="16879" name="Google Shape;16879;p293"/>
            <p:cNvSpPr txBox="1"/>
            <p:nvPr/>
          </p:nvSpPr>
          <p:spPr>
            <a:xfrm>
              <a:off x="2820612" y="182753"/>
              <a:ext cx="1098600" cy="232500"/>
            </a:xfrm>
            <a:prstGeom prst="rect">
              <a:avLst/>
            </a:prstGeom>
            <a:noFill/>
            <a:ln>
              <a:noFill/>
            </a:ln>
          </p:spPr>
          <p:txBody>
            <a:bodyPr anchorCtr="0" anchor="ctr" bIns="0" lIns="0" spcFirstLastPara="1" rIns="0" wrap="square" tIns="0">
              <a:noAutofit/>
            </a:bodyPr>
            <a:lstStyle/>
            <a:p>
              <a:pPr indent="0" lvl="0" marL="0" rtl="0" algn="r">
                <a:spcBef>
                  <a:spcPts val="0"/>
                </a:spcBef>
                <a:spcAft>
                  <a:spcPts val="0"/>
                </a:spcAft>
                <a:buNone/>
              </a:pPr>
              <a:r>
                <a:rPr lang="es-419" sz="700">
                  <a:latin typeface="Arvo"/>
                  <a:ea typeface="Arvo"/>
                  <a:cs typeface="Arvo"/>
                  <a:sym typeface="Arvo"/>
                </a:rPr>
                <a:t>Actividad de Negocio</a:t>
              </a:r>
              <a:endParaRPr sz="700">
                <a:latin typeface="Arvo"/>
                <a:ea typeface="Arvo"/>
                <a:cs typeface="Arvo"/>
                <a:sym typeface="Arvo"/>
              </a:endParaRPr>
            </a:p>
            <a:p>
              <a:pPr indent="0" lvl="0" marL="0" rtl="0" algn="r">
                <a:spcBef>
                  <a:spcPts val="0"/>
                </a:spcBef>
                <a:spcAft>
                  <a:spcPts val="0"/>
                </a:spcAft>
                <a:buNone/>
              </a:pPr>
              <a:r>
                <a:rPr i="1" lang="es-419" sz="500">
                  <a:latin typeface="Arvo"/>
                  <a:ea typeface="Arvo"/>
                  <a:cs typeface="Arvo"/>
                  <a:sym typeface="Arvo"/>
                </a:rPr>
                <a:t>&lt;ej: Identificarse&gt;</a:t>
              </a:r>
              <a:endParaRPr i="1" sz="500">
                <a:latin typeface="Arvo"/>
                <a:ea typeface="Arvo"/>
                <a:cs typeface="Arvo"/>
                <a:sym typeface="Arvo"/>
              </a:endParaRPr>
            </a:p>
          </p:txBody>
        </p:sp>
        <p:sp>
          <p:nvSpPr>
            <p:cNvPr id="16880" name="Google Shape;16880;p293"/>
            <p:cNvSpPr/>
            <p:nvPr/>
          </p:nvSpPr>
          <p:spPr>
            <a:xfrm>
              <a:off x="3951036" y="159603"/>
              <a:ext cx="17313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8200" lIns="78200" spcFirstLastPara="1" rIns="78200" wrap="square" tIns="78200">
              <a:noAutofit/>
            </a:bodyPr>
            <a:lstStyle/>
            <a:p>
              <a:pPr indent="0" lvl="0" marL="0" rtl="0" algn="l">
                <a:spcBef>
                  <a:spcPts val="0"/>
                </a:spcBef>
                <a:spcAft>
                  <a:spcPts val="0"/>
                </a:spcAft>
                <a:buNone/>
              </a:pPr>
              <a:r>
                <a:t/>
              </a:r>
              <a:endParaRPr sz="500">
                <a:latin typeface="Roboto"/>
                <a:ea typeface="Roboto"/>
                <a:cs typeface="Roboto"/>
                <a:sym typeface="Roboto"/>
              </a:endParaRPr>
            </a:p>
          </p:txBody>
        </p:sp>
        <p:sp>
          <p:nvSpPr>
            <p:cNvPr id="16881" name="Google Shape;16881;p293"/>
            <p:cNvSpPr txBox="1"/>
            <p:nvPr/>
          </p:nvSpPr>
          <p:spPr>
            <a:xfrm>
              <a:off x="3962886" y="142103"/>
              <a:ext cx="1731300" cy="351900"/>
            </a:xfrm>
            <a:prstGeom prst="rect">
              <a:avLst/>
            </a:prstGeom>
            <a:noFill/>
            <a:ln>
              <a:noFill/>
            </a:ln>
          </p:spPr>
          <p:txBody>
            <a:bodyPr anchorCtr="0" anchor="ctr" bIns="15400" lIns="15400" spcFirstLastPara="1" rIns="15400" wrap="square" tIns="15400">
              <a:noAutofit/>
            </a:bodyPr>
            <a:lstStyle/>
            <a:p>
              <a:pPr indent="0" lvl="0" marL="0" rtl="0" algn="l">
                <a:spcBef>
                  <a:spcPts val="0"/>
                </a:spcBef>
                <a:spcAft>
                  <a:spcPts val="0"/>
                </a:spcAft>
                <a:buNone/>
              </a:pPr>
              <a:r>
                <a:rPr b="1" lang="es-419" sz="700">
                  <a:solidFill>
                    <a:schemeClr val="dk1"/>
                  </a:solidFill>
                </a:rPr>
                <a:t>Seleccionar </a:t>
              </a:r>
              <a:r>
                <a:rPr b="1" lang="es-419" sz="700">
                  <a:solidFill>
                    <a:schemeClr val="dk1"/>
                  </a:solidFill>
                </a:rPr>
                <a:t>método</a:t>
              </a:r>
              <a:r>
                <a:rPr b="1" lang="es-419" sz="700">
                  <a:solidFill>
                    <a:schemeClr val="dk1"/>
                  </a:solidFill>
                </a:rPr>
                <a:t> de pago</a:t>
              </a:r>
              <a:endParaRPr/>
            </a:p>
          </p:txBody>
        </p:sp>
        <p:sp>
          <p:nvSpPr>
            <p:cNvPr id="16882" name="Google Shape;16882;p293"/>
            <p:cNvSpPr/>
            <p:nvPr/>
          </p:nvSpPr>
          <p:spPr>
            <a:xfrm>
              <a:off x="3646236" y="1459973"/>
              <a:ext cx="6333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8200" lIns="78200" spcFirstLastPara="1" rIns="78200" wrap="square" tIns="78200">
              <a:noAutofit/>
            </a:bodyPr>
            <a:lstStyle/>
            <a:p>
              <a:pPr indent="0" lvl="0" marL="0" rtl="0" algn="l">
                <a:spcBef>
                  <a:spcPts val="0"/>
                </a:spcBef>
                <a:spcAft>
                  <a:spcPts val="0"/>
                </a:spcAft>
                <a:buNone/>
              </a:pPr>
              <a:r>
                <a:t/>
              </a:r>
              <a:endParaRPr sz="500">
                <a:latin typeface="Roboto"/>
                <a:ea typeface="Roboto"/>
                <a:cs typeface="Roboto"/>
                <a:sym typeface="Roboto"/>
              </a:endParaRPr>
            </a:p>
          </p:txBody>
        </p:sp>
        <p:sp>
          <p:nvSpPr>
            <p:cNvPr id="16883" name="Google Shape;16883;p293"/>
            <p:cNvSpPr/>
            <p:nvPr/>
          </p:nvSpPr>
          <p:spPr>
            <a:xfrm>
              <a:off x="3646236" y="1075527"/>
              <a:ext cx="6333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8200" lIns="78200" spcFirstLastPara="1" rIns="78200" wrap="square" tIns="78200">
              <a:noAutofit/>
            </a:bodyPr>
            <a:lstStyle/>
            <a:p>
              <a:pPr indent="0" lvl="0" marL="0" rtl="0" algn="l">
                <a:spcBef>
                  <a:spcPts val="0"/>
                </a:spcBef>
                <a:spcAft>
                  <a:spcPts val="0"/>
                </a:spcAft>
                <a:buNone/>
              </a:pPr>
              <a:r>
                <a:t/>
              </a:r>
              <a:endParaRPr sz="500">
                <a:latin typeface="Roboto"/>
                <a:ea typeface="Roboto"/>
                <a:cs typeface="Roboto"/>
                <a:sym typeface="Roboto"/>
              </a:endParaRPr>
            </a:p>
          </p:txBody>
        </p:sp>
        <p:sp>
          <p:nvSpPr>
            <p:cNvPr id="16884" name="Google Shape;16884;p293"/>
            <p:cNvSpPr/>
            <p:nvPr/>
          </p:nvSpPr>
          <p:spPr>
            <a:xfrm>
              <a:off x="3646222" y="1719570"/>
              <a:ext cx="633300" cy="5817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8200" lIns="78200" spcFirstLastPara="1" rIns="78200" wrap="square" tIns="78200">
              <a:noAutofit/>
            </a:bodyPr>
            <a:lstStyle/>
            <a:p>
              <a:pPr indent="0" lvl="0" marL="0" rtl="0" algn="l">
                <a:spcBef>
                  <a:spcPts val="0"/>
                </a:spcBef>
                <a:spcAft>
                  <a:spcPts val="0"/>
                </a:spcAft>
                <a:buNone/>
              </a:pPr>
              <a:r>
                <a:rPr lang="es-419" sz="600">
                  <a:latin typeface="Roboto"/>
                  <a:ea typeface="Roboto"/>
                  <a:cs typeface="Roboto"/>
                  <a:sym typeface="Roboto"/>
                </a:rPr>
                <a:t>💻 Sistema de cobro</a:t>
              </a:r>
              <a:endParaRPr sz="600">
                <a:latin typeface="Roboto"/>
                <a:ea typeface="Roboto"/>
                <a:cs typeface="Roboto"/>
                <a:sym typeface="Roboto"/>
              </a:endParaRPr>
            </a:p>
          </p:txBody>
        </p:sp>
        <p:sp>
          <p:nvSpPr>
            <p:cNvPr id="16885" name="Google Shape;16885;p293"/>
            <p:cNvSpPr/>
            <p:nvPr/>
          </p:nvSpPr>
          <p:spPr>
            <a:xfrm>
              <a:off x="3646222" y="2466603"/>
              <a:ext cx="633300" cy="948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8200" lIns="78200" spcFirstLastPara="1" rIns="78200" wrap="square" tIns="78200">
              <a:noAutofit/>
            </a:bodyPr>
            <a:lstStyle/>
            <a:p>
              <a:pPr indent="0" lvl="0" marL="0" rtl="0" algn="l">
                <a:spcBef>
                  <a:spcPts val="0"/>
                </a:spcBef>
                <a:spcAft>
                  <a:spcPts val="0"/>
                </a:spcAft>
                <a:buNone/>
              </a:pPr>
              <a:r>
                <a:t/>
              </a:r>
              <a:endParaRPr sz="500">
                <a:latin typeface="Roboto"/>
                <a:ea typeface="Roboto"/>
                <a:cs typeface="Roboto"/>
                <a:sym typeface="Roboto"/>
              </a:endParaRPr>
            </a:p>
          </p:txBody>
        </p:sp>
        <p:sp>
          <p:nvSpPr>
            <p:cNvPr id="16886" name="Google Shape;16886;p293"/>
            <p:cNvSpPr/>
            <p:nvPr/>
          </p:nvSpPr>
          <p:spPr>
            <a:xfrm>
              <a:off x="4349786" y="1075528"/>
              <a:ext cx="13251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61600" lIns="61600" spcFirstLastPara="1" rIns="61600" wrap="square" tIns="61600">
              <a:noAutofit/>
            </a:bodyPr>
            <a:lstStyle/>
            <a:p>
              <a:pPr indent="0" lvl="0" marL="0" rtl="0" algn="l">
                <a:spcBef>
                  <a:spcPts val="0"/>
                </a:spcBef>
                <a:spcAft>
                  <a:spcPts val="0"/>
                </a:spcAft>
                <a:buNone/>
              </a:pPr>
              <a:r>
                <a:t/>
              </a:r>
              <a:endParaRPr sz="700">
                <a:latin typeface="Roboto"/>
                <a:ea typeface="Roboto"/>
                <a:cs typeface="Roboto"/>
                <a:sym typeface="Roboto"/>
              </a:endParaRPr>
            </a:p>
          </p:txBody>
        </p:sp>
        <p:sp>
          <p:nvSpPr>
            <p:cNvPr id="16887" name="Google Shape;16887;p293"/>
            <p:cNvSpPr/>
            <p:nvPr/>
          </p:nvSpPr>
          <p:spPr>
            <a:xfrm>
              <a:off x="4349786" y="1459971"/>
              <a:ext cx="13251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61600" lIns="61600" spcFirstLastPara="1" rIns="61600" wrap="square" tIns="61600">
              <a:noAutofit/>
            </a:bodyPr>
            <a:lstStyle/>
            <a:p>
              <a:pPr indent="0" lvl="0" marL="0" rtl="0" algn="l">
                <a:spcBef>
                  <a:spcPts val="0"/>
                </a:spcBef>
                <a:spcAft>
                  <a:spcPts val="0"/>
                </a:spcAft>
                <a:buNone/>
              </a:pPr>
              <a:r>
                <a:t/>
              </a:r>
              <a:endParaRPr sz="700">
                <a:latin typeface="Roboto"/>
                <a:ea typeface="Roboto"/>
                <a:cs typeface="Roboto"/>
                <a:sym typeface="Roboto"/>
              </a:endParaRPr>
            </a:p>
          </p:txBody>
        </p:sp>
        <p:sp>
          <p:nvSpPr>
            <p:cNvPr id="16888" name="Google Shape;16888;p293"/>
            <p:cNvSpPr/>
            <p:nvPr/>
          </p:nvSpPr>
          <p:spPr>
            <a:xfrm>
              <a:off x="4349786" y="1853372"/>
              <a:ext cx="13251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61600" lIns="61600" spcFirstLastPara="1" rIns="61600" wrap="square" tIns="61600">
              <a:noAutofit/>
            </a:bodyPr>
            <a:lstStyle/>
            <a:p>
              <a:pPr indent="0" lvl="0" marL="0" rtl="0" algn="l">
                <a:spcBef>
                  <a:spcPts val="0"/>
                </a:spcBef>
                <a:spcAft>
                  <a:spcPts val="0"/>
                </a:spcAft>
                <a:buNone/>
              </a:pPr>
              <a:r>
                <a:rPr lang="es-419" sz="600">
                  <a:solidFill>
                    <a:schemeClr val="dk1"/>
                  </a:solidFill>
                </a:rPr>
                <a:t>Elegir el medio por el cual desea pagar</a:t>
              </a:r>
              <a:endParaRPr sz="700">
                <a:latin typeface="Roboto"/>
                <a:ea typeface="Roboto"/>
                <a:cs typeface="Roboto"/>
                <a:sym typeface="Roboto"/>
              </a:endParaRPr>
            </a:p>
          </p:txBody>
        </p:sp>
        <p:sp>
          <p:nvSpPr>
            <p:cNvPr id="16889" name="Google Shape;16889;p293"/>
            <p:cNvSpPr/>
            <p:nvPr/>
          </p:nvSpPr>
          <p:spPr>
            <a:xfrm>
              <a:off x="4349786" y="2239831"/>
              <a:ext cx="13251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61600" lIns="61600" spcFirstLastPara="1" rIns="61600" wrap="square" tIns="61600">
              <a:noAutofit/>
            </a:bodyPr>
            <a:lstStyle/>
            <a:p>
              <a:pPr indent="0" lvl="0" marL="0" rtl="0" algn="l">
                <a:spcBef>
                  <a:spcPts val="0"/>
                </a:spcBef>
                <a:spcAft>
                  <a:spcPts val="0"/>
                </a:spcAft>
                <a:buNone/>
              </a:pPr>
              <a:r>
                <a:rPr lang="es-419" sz="700">
                  <a:latin typeface="Roboto"/>
                  <a:ea typeface="Roboto"/>
                  <a:cs typeface="Roboto"/>
                  <a:sym typeface="Roboto"/>
                </a:rPr>
                <a:t>&lt;...&gt;</a:t>
              </a:r>
              <a:endParaRPr sz="700">
                <a:latin typeface="Roboto"/>
                <a:ea typeface="Roboto"/>
                <a:cs typeface="Roboto"/>
                <a:sym typeface="Roboto"/>
              </a:endParaRPr>
            </a:p>
          </p:txBody>
        </p:sp>
        <p:sp>
          <p:nvSpPr>
            <p:cNvPr id="16890" name="Google Shape;16890;p293"/>
            <p:cNvSpPr/>
            <p:nvPr/>
          </p:nvSpPr>
          <p:spPr>
            <a:xfrm>
              <a:off x="2704756" y="1461628"/>
              <a:ext cx="8817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8200" lIns="78200" spcFirstLastPara="1" rIns="78200" wrap="square" tIns="78200">
              <a:noAutofit/>
            </a:bodyPr>
            <a:lstStyle/>
            <a:p>
              <a:pPr indent="0" lvl="0" marL="0" rtl="0" algn="l">
                <a:spcBef>
                  <a:spcPts val="0"/>
                </a:spcBef>
                <a:spcAft>
                  <a:spcPts val="0"/>
                </a:spcAft>
                <a:buNone/>
              </a:pPr>
              <a:r>
                <a:t/>
              </a:r>
              <a:endParaRPr sz="500">
                <a:latin typeface="Roboto"/>
                <a:ea typeface="Roboto"/>
                <a:cs typeface="Roboto"/>
                <a:sym typeface="Roboto"/>
              </a:endParaRPr>
            </a:p>
          </p:txBody>
        </p:sp>
        <p:sp>
          <p:nvSpPr>
            <p:cNvPr id="16891" name="Google Shape;16891;p293"/>
            <p:cNvSpPr txBox="1"/>
            <p:nvPr/>
          </p:nvSpPr>
          <p:spPr>
            <a:xfrm>
              <a:off x="4463036" y="557328"/>
              <a:ext cx="1098600" cy="4653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b="1" lang="es-419" sz="700">
                  <a:latin typeface="Arvo"/>
                  <a:ea typeface="Arvo"/>
                  <a:cs typeface="Arvo"/>
                  <a:sym typeface="Arvo"/>
                </a:rPr>
                <a:t>Acción interactiva:</a:t>
              </a:r>
              <a:endParaRPr b="1" sz="700">
                <a:latin typeface="Arvo"/>
                <a:ea typeface="Arvo"/>
                <a:cs typeface="Arvo"/>
                <a:sym typeface="Arvo"/>
              </a:endParaRPr>
            </a:p>
            <a:p>
              <a:pPr indent="0" lvl="0" marL="0" rtl="0" algn="ctr">
                <a:spcBef>
                  <a:spcPts val="0"/>
                </a:spcBef>
                <a:spcAft>
                  <a:spcPts val="0"/>
                </a:spcAft>
                <a:buNone/>
              </a:pPr>
              <a:r>
                <a:rPr i="1" lang="es-419" sz="500">
                  <a:latin typeface="Arvo"/>
                  <a:ea typeface="Arvo"/>
                  <a:cs typeface="Arvo"/>
                  <a:sym typeface="Arvo"/>
                </a:rPr>
                <a:t>&lt;ej: </a:t>
              </a:r>
              <a:r>
                <a:rPr i="1" lang="es-419" sz="500">
                  <a:solidFill>
                    <a:srgbClr val="000000"/>
                  </a:solidFill>
                  <a:latin typeface="Roboto"/>
                  <a:ea typeface="Roboto"/>
                  <a:cs typeface="Roboto"/>
                  <a:sym typeface="Roboto"/>
                </a:rPr>
                <a:t>autenticar por huella y cara</a:t>
              </a:r>
              <a:r>
                <a:rPr i="1" lang="es-419" sz="500">
                  <a:latin typeface="Arvo"/>
                  <a:ea typeface="Arvo"/>
                  <a:cs typeface="Arvo"/>
                  <a:sym typeface="Arvo"/>
                </a:rPr>
                <a:t>&gt;</a:t>
              </a:r>
              <a:endParaRPr i="1" sz="500">
                <a:latin typeface="Arvo"/>
                <a:ea typeface="Arvo"/>
                <a:cs typeface="Arvo"/>
                <a:sym typeface="Arvo"/>
              </a:endParaRPr>
            </a:p>
          </p:txBody>
        </p:sp>
        <p:sp>
          <p:nvSpPr>
            <p:cNvPr id="16892" name="Google Shape;16892;p293"/>
            <p:cNvSpPr txBox="1"/>
            <p:nvPr/>
          </p:nvSpPr>
          <p:spPr>
            <a:xfrm>
              <a:off x="3639736" y="557328"/>
              <a:ext cx="702600" cy="4653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b="1" lang="es-419" sz="700">
                  <a:latin typeface="Arvo"/>
                  <a:ea typeface="Arvo"/>
                  <a:cs typeface="Arvo"/>
                  <a:sym typeface="Arvo"/>
                </a:rPr>
                <a:t>Punto de contacto</a:t>
              </a:r>
              <a:endParaRPr sz="700">
                <a:latin typeface="Arvo"/>
                <a:ea typeface="Arvo"/>
                <a:cs typeface="Arvo"/>
                <a:sym typeface="Arvo"/>
              </a:endParaRPr>
            </a:p>
          </p:txBody>
        </p:sp>
        <p:sp>
          <p:nvSpPr>
            <p:cNvPr id="16893" name="Google Shape;16893;p293"/>
            <p:cNvSpPr txBox="1"/>
            <p:nvPr/>
          </p:nvSpPr>
          <p:spPr>
            <a:xfrm>
              <a:off x="2784273" y="568049"/>
              <a:ext cx="702600" cy="4653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b="1" lang="es-419" sz="700">
                  <a:latin typeface="Arvo"/>
                  <a:ea typeface="Arvo"/>
                  <a:cs typeface="Arvo"/>
                  <a:sym typeface="Arvo"/>
                </a:rPr>
                <a:t>Rol</a:t>
              </a:r>
              <a:endParaRPr sz="700">
                <a:latin typeface="Arvo"/>
                <a:ea typeface="Arvo"/>
                <a:cs typeface="Arvo"/>
                <a:sym typeface="Arvo"/>
              </a:endParaRPr>
            </a:p>
          </p:txBody>
        </p:sp>
        <p:pic>
          <p:nvPicPr>
            <p:cNvPr id="16894" name="Google Shape;16894;p293"/>
            <p:cNvPicPr preferRelativeResize="0"/>
            <p:nvPr/>
          </p:nvPicPr>
          <p:blipFill rotWithShape="1">
            <a:blip r:embed="rId3">
              <a:alphaModFix/>
            </a:blip>
            <a:srcRect b="-868" l="16515" r="66426" t="66946"/>
            <a:stretch/>
          </p:blipFill>
          <p:spPr>
            <a:xfrm>
              <a:off x="2782507" y="825772"/>
              <a:ext cx="702701" cy="702700"/>
            </a:xfrm>
            <a:prstGeom prst="rect">
              <a:avLst/>
            </a:prstGeom>
            <a:noFill/>
            <a:ln>
              <a:noFill/>
            </a:ln>
          </p:spPr>
        </p:pic>
        <p:sp>
          <p:nvSpPr>
            <p:cNvPr id="16895" name="Google Shape;16895;p293"/>
            <p:cNvSpPr txBox="1"/>
            <p:nvPr/>
          </p:nvSpPr>
          <p:spPr>
            <a:xfrm>
              <a:off x="2782511" y="1476053"/>
              <a:ext cx="761100" cy="232500"/>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b="1" lang="es-419" sz="700">
                  <a:latin typeface="Arvo"/>
                  <a:ea typeface="Arvo"/>
                  <a:cs typeface="Arvo"/>
                  <a:sym typeface="Arvo"/>
                </a:rPr>
                <a:t>Cajero</a:t>
              </a:r>
              <a:endParaRPr b="1" i="1" sz="600">
                <a:solidFill>
                  <a:srgbClr val="666666"/>
                </a:solidFill>
                <a:latin typeface="Arvo"/>
                <a:ea typeface="Arvo"/>
                <a:cs typeface="Arvo"/>
                <a:sym typeface="Arvo"/>
              </a:endParaRPr>
            </a:p>
          </p:txBody>
        </p:sp>
        <p:sp>
          <p:nvSpPr>
            <p:cNvPr id="16896" name="Google Shape;16896;p293"/>
            <p:cNvSpPr txBox="1"/>
            <p:nvPr/>
          </p:nvSpPr>
          <p:spPr>
            <a:xfrm>
              <a:off x="2704760" y="1669653"/>
              <a:ext cx="964800" cy="232500"/>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t/>
              </a:r>
              <a:endParaRPr b="1" sz="700">
                <a:latin typeface="Arvo"/>
                <a:ea typeface="Arvo"/>
                <a:cs typeface="Arvo"/>
                <a:sym typeface="Arvo"/>
              </a:endParaRPr>
            </a:p>
            <a:p>
              <a:pPr indent="0" lvl="0" marL="0" rtl="0" algn="ctr">
                <a:spcBef>
                  <a:spcPts val="0"/>
                </a:spcBef>
                <a:spcAft>
                  <a:spcPts val="0"/>
                </a:spcAft>
                <a:buNone/>
              </a:pPr>
              <a:r>
                <a:rPr i="1" lang="es-419" sz="500">
                  <a:latin typeface="Arvo"/>
                  <a:ea typeface="Arvo"/>
                  <a:cs typeface="Arvo"/>
                  <a:sym typeface="Arvo"/>
                </a:rPr>
                <a:t>&lt;ej: conductor&gt;</a:t>
              </a:r>
              <a:endParaRPr i="1" sz="500">
                <a:latin typeface="Arvo"/>
                <a:ea typeface="Arvo"/>
                <a:cs typeface="Arvo"/>
                <a:sym typeface="Arvo"/>
              </a:endParaRPr>
            </a:p>
          </p:txBody>
        </p:sp>
      </p:grpSp>
      <p:grpSp>
        <p:nvGrpSpPr>
          <p:cNvPr id="16897" name="Google Shape;16897;p293"/>
          <p:cNvGrpSpPr/>
          <p:nvPr/>
        </p:nvGrpSpPr>
        <p:grpSpPr>
          <a:xfrm>
            <a:off x="6815901" y="1192016"/>
            <a:ext cx="2810831" cy="2161925"/>
            <a:chOff x="2640436" y="-87872"/>
            <a:chExt cx="3098700" cy="2874900"/>
          </a:xfrm>
        </p:grpSpPr>
        <p:sp>
          <p:nvSpPr>
            <p:cNvPr id="16898" name="Google Shape;16898;p293"/>
            <p:cNvSpPr/>
            <p:nvPr/>
          </p:nvSpPr>
          <p:spPr>
            <a:xfrm>
              <a:off x="2640436" y="-87872"/>
              <a:ext cx="3098700" cy="2874900"/>
            </a:xfrm>
            <a:prstGeom prst="roundRect">
              <a:avLst>
                <a:gd fmla="val 3233" name="adj"/>
              </a:avLst>
            </a:prstGeom>
            <a:solidFill>
              <a:srgbClr val="FFFFFF"/>
            </a:solidFill>
            <a:ln cap="flat" cmpd="sng" w="9525">
              <a:solidFill>
                <a:srgbClr val="EFEFEF"/>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t" bIns="15400" lIns="15400" spcFirstLastPara="1" rIns="15400" wrap="square" tIns="15400">
              <a:noAutofit/>
            </a:bodyPr>
            <a:lstStyle/>
            <a:p>
              <a:pPr indent="0" lvl="0" marL="0" rtl="0" algn="ctr">
                <a:spcBef>
                  <a:spcPts val="0"/>
                </a:spcBef>
                <a:spcAft>
                  <a:spcPts val="0"/>
                </a:spcAft>
                <a:buNone/>
              </a:pPr>
              <a:r>
                <a:rPr b="1" i="1" lang="es-419" sz="800">
                  <a:solidFill>
                    <a:srgbClr val="434343"/>
                  </a:solidFill>
                </a:rPr>
                <a:t>Puntos de Automatización</a:t>
              </a:r>
              <a:endParaRPr b="1" i="1" sz="800">
                <a:solidFill>
                  <a:srgbClr val="434343"/>
                </a:solidFill>
              </a:endParaRPr>
            </a:p>
          </p:txBody>
        </p:sp>
        <p:sp>
          <p:nvSpPr>
            <p:cNvPr id="16899" name="Google Shape;16899;p293"/>
            <p:cNvSpPr txBox="1"/>
            <p:nvPr/>
          </p:nvSpPr>
          <p:spPr>
            <a:xfrm>
              <a:off x="2820612" y="182753"/>
              <a:ext cx="1098600" cy="232500"/>
            </a:xfrm>
            <a:prstGeom prst="rect">
              <a:avLst/>
            </a:prstGeom>
            <a:noFill/>
            <a:ln>
              <a:noFill/>
            </a:ln>
          </p:spPr>
          <p:txBody>
            <a:bodyPr anchorCtr="0" anchor="ctr" bIns="0" lIns="0" spcFirstLastPara="1" rIns="0" wrap="square" tIns="0">
              <a:noAutofit/>
            </a:bodyPr>
            <a:lstStyle/>
            <a:p>
              <a:pPr indent="0" lvl="0" marL="0" rtl="0" algn="r">
                <a:spcBef>
                  <a:spcPts val="0"/>
                </a:spcBef>
                <a:spcAft>
                  <a:spcPts val="0"/>
                </a:spcAft>
                <a:buNone/>
              </a:pPr>
              <a:r>
                <a:rPr lang="es-419" sz="700">
                  <a:latin typeface="Arvo"/>
                  <a:ea typeface="Arvo"/>
                  <a:cs typeface="Arvo"/>
                  <a:sym typeface="Arvo"/>
                </a:rPr>
                <a:t>Actividad de Negocio</a:t>
              </a:r>
              <a:endParaRPr sz="700">
                <a:latin typeface="Arvo"/>
                <a:ea typeface="Arvo"/>
                <a:cs typeface="Arvo"/>
                <a:sym typeface="Arvo"/>
              </a:endParaRPr>
            </a:p>
            <a:p>
              <a:pPr indent="0" lvl="0" marL="0" rtl="0" algn="r">
                <a:spcBef>
                  <a:spcPts val="0"/>
                </a:spcBef>
                <a:spcAft>
                  <a:spcPts val="0"/>
                </a:spcAft>
                <a:buNone/>
              </a:pPr>
              <a:r>
                <a:rPr i="1" lang="es-419" sz="500">
                  <a:latin typeface="Arvo"/>
                  <a:ea typeface="Arvo"/>
                  <a:cs typeface="Arvo"/>
                  <a:sym typeface="Arvo"/>
                </a:rPr>
                <a:t>&lt;ej: Identificarse&gt;</a:t>
              </a:r>
              <a:endParaRPr i="1" sz="500">
                <a:latin typeface="Arvo"/>
                <a:ea typeface="Arvo"/>
                <a:cs typeface="Arvo"/>
                <a:sym typeface="Arvo"/>
              </a:endParaRPr>
            </a:p>
          </p:txBody>
        </p:sp>
        <p:sp>
          <p:nvSpPr>
            <p:cNvPr id="16900" name="Google Shape;16900;p293"/>
            <p:cNvSpPr/>
            <p:nvPr/>
          </p:nvSpPr>
          <p:spPr>
            <a:xfrm>
              <a:off x="3951036" y="159603"/>
              <a:ext cx="17313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8200" lIns="78200" spcFirstLastPara="1" rIns="78200" wrap="square" tIns="78200">
              <a:noAutofit/>
            </a:bodyPr>
            <a:lstStyle/>
            <a:p>
              <a:pPr indent="0" lvl="0" marL="0" rtl="0" algn="l">
                <a:spcBef>
                  <a:spcPts val="0"/>
                </a:spcBef>
                <a:spcAft>
                  <a:spcPts val="0"/>
                </a:spcAft>
                <a:buNone/>
              </a:pPr>
              <a:r>
                <a:t/>
              </a:r>
              <a:endParaRPr sz="500">
                <a:latin typeface="Roboto"/>
                <a:ea typeface="Roboto"/>
                <a:cs typeface="Roboto"/>
                <a:sym typeface="Roboto"/>
              </a:endParaRPr>
            </a:p>
          </p:txBody>
        </p:sp>
        <p:sp>
          <p:nvSpPr>
            <p:cNvPr id="16901" name="Google Shape;16901;p293"/>
            <p:cNvSpPr txBox="1"/>
            <p:nvPr/>
          </p:nvSpPr>
          <p:spPr>
            <a:xfrm>
              <a:off x="3962886" y="142103"/>
              <a:ext cx="1731300" cy="351900"/>
            </a:xfrm>
            <a:prstGeom prst="rect">
              <a:avLst/>
            </a:prstGeom>
            <a:noFill/>
            <a:ln>
              <a:noFill/>
            </a:ln>
          </p:spPr>
          <p:txBody>
            <a:bodyPr anchorCtr="0" anchor="ctr" bIns="15400" lIns="15400" spcFirstLastPara="1" rIns="15400" wrap="square" tIns="15400">
              <a:noAutofit/>
            </a:bodyPr>
            <a:lstStyle/>
            <a:p>
              <a:pPr indent="0" lvl="0" marL="0" rtl="0" algn="l">
                <a:spcBef>
                  <a:spcPts val="0"/>
                </a:spcBef>
                <a:spcAft>
                  <a:spcPts val="0"/>
                </a:spcAft>
                <a:buNone/>
              </a:pPr>
              <a:r>
                <a:rPr b="1" lang="es-419" sz="700">
                  <a:solidFill>
                    <a:schemeClr val="dk1"/>
                  </a:solidFill>
                </a:rPr>
                <a:t>Procesar la </a:t>
              </a:r>
              <a:r>
                <a:rPr b="1" lang="es-419" sz="700">
                  <a:solidFill>
                    <a:schemeClr val="dk1"/>
                  </a:solidFill>
                </a:rPr>
                <a:t>transacción</a:t>
              </a:r>
              <a:endParaRPr/>
            </a:p>
          </p:txBody>
        </p:sp>
        <p:sp>
          <p:nvSpPr>
            <p:cNvPr id="16902" name="Google Shape;16902;p293"/>
            <p:cNvSpPr/>
            <p:nvPr/>
          </p:nvSpPr>
          <p:spPr>
            <a:xfrm>
              <a:off x="3646236" y="1459973"/>
              <a:ext cx="6333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8200" lIns="78200" spcFirstLastPara="1" rIns="78200" wrap="square" tIns="78200">
              <a:noAutofit/>
            </a:bodyPr>
            <a:lstStyle/>
            <a:p>
              <a:pPr indent="0" lvl="0" marL="0" rtl="0" algn="l">
                <a:spcBef>
                  <a:spcPts val="0"/>
                </a:spcBef>
                <a:spcAft>
                  <a:spcPts val="0"/>
                </a:spcAft>
                <a:buNone/>
              </a:pPr>
              <a:r>
                <a:rPr lang="es-419" sz="600">
                  <a:solidFill>
                    <a:schemeClr val="dk1"/>
                  </a:solidFill>
                </a:rPr>
                <a:t>Plataforma de pagos</a:t>
              </a:r>
              <a:endParaRPr sz="500">
                <a:latin typeface="Roboto"/>
                <a:ea typeface="Roboto"/>
                <a:cs typeface="Roboto"/>
                <a:sym typeface="Roboto"/>
              </a:endParaRPr>
            </a:p>
          </p:txBody>
        </p:sp>
        <p:sp>
          <p:nvSpPr>
            <p:cNvPr id="16903" name="Google Shape;16903;p293"/>
            <p:cNvSpPr/>
            <p:nvPr/>
          </p:nvSpPr>
          <p:spPr>
            <a:xfrm>
              <a:off x="3646236" y="1075527"/>
              <a:ext cx="6333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8200" lIns="78200" spcFirstLastPara="1" rIns="78200" wrap="square" tIns="78200">
              <a:noAutofit/>
            </a:bodyPr>
            <a:lstStyle/>
            <a:p>
              <a:pPr indent="0" lvl="0" marL="0" rtl="0" algn="l">
                <a:spcBef>
                  <a:spcPts val="0"/>
                </a:spcBef>
                <a:spcAft>
                  <a:spcPts val="0"/>
                </a:spcAft>
                <a:buNone/>
              </a:pPr>
              <a:r>
                <a:t/>
              </a:r>
              <a:endParaRPr sz="500">
                <a:latin typeface="Roboto"/>
                <a:ea typeface="Roboto"/>
                <a:cs typeface="Roboto"/>
                <a:sym typeface="Roboto"/>
              </a:endParaRPr>
            </a:p>
          </p:txBody>
        </p:sp>
        <p:sp>
          <p:nvSpPr>
            <p:cNvPr id="16904" name="Google Shape;16904;p293"/>
            <p:cNvSpPr/>
            <p:nvPr/>
          </p:nvSpPr>
          <p:spPr>
            <a:xfrm>
              <a:off x="3646236" y="1853377"/>
              <a:ext cx="6333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8200" lIns="78200" spcFirstLastPara="1" rIns="78200" wrap="square" tIns="78200">
              <a:noAutofit/>
            </a:bodyPr>
            <a:lstStyle/>
            <a:p>
              <a:pPr indent="0" lvl="0" marL="0" rtl="0" algn="l">
                <a:spcBef>
                  <a:spcPts val="0"/>
                </a:spcBef>
                <a:spcAft>
                  <a:spcPts val="0"/>
                </a:spcAft>
                <a:buNone/>
              </a:pPr>
              <a:r>
                <a:t/>
              </a:r>
              <a:endParaRPr sz="500">
                <a:latin typeface="Roboto"/>
                <a:ea typeface="Roboto"/>
                <a:cs typeface="Roboto"/>
                <a:sym typeface="Roboto"/>
              </a:endParaRPr>
            </a:p>
          </p:txBody>
        </p:sp>
        <p:sp>
          <p:nvSpPr>
            <p:cNvPr id="16905" name="Google Shape;16905;p293"/>
            <p:cNvSpPr/>
            <p:nvPr/>
          </p:nvSpPr>
          <p:spPr>
            <a:xfrm>
              <a:off x="3646236" y="2229879"/>
              <a:ext cx="6333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8200" lIns="78200" spcFirstLastPara="1" rIns="78200" wrap="square" tIns="78200">
              <a:noAutofit/>
            </a:bodyPr>
            <a:lstStyle/>
            <a:p>
              <a:pPr indent="0" lvl="0" marL="0" rtl="0" algn="l">
                <a:spcBef>
                  <a:spcPts val="0"/>
                </a:spcBef>
                <a:spcAft>
                  <a:spcPts val="0"/>
                </a:spcAft>
                <a:buNone/>
              </a:pPr>
              <a:r>
                <a:t/>
              </a:r>
              <a:endParaRPr sz="500">
                <a:latin typeface="Roboto"/>
                <a:ea typeface="Roboto"/>
                <a:cs typeface="Roboto"/>
                <a:sym typeface="Roboto"/>
              </a:endParaRPr>
            </a:p>
          </p:txBody>
        </p:sp>
        <p:sp>
          <p:nvSpPr>
            <p:cNvPr id="16906" name="Google Shape;16906;p293"/>
            <p:cNvSpPr/>
            <p:nvPr/>
          </p:nvSpPr>
          <p:spPr>
            <a:xfrm>
              <a:off x="4349786" y="1075528"/>
              <a:ext cx="13251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61600" lIns="61600" spcFirstLastPara="1" rIns="61600" wrap="square" tIns="61600">
              <a:noAutofit/>
            </a:bodyPr>
            <a:lstStyle/>
            <a:p>
              <a:pPr indent="0" lvl="0" marL="0" rtl="0" algn="l">
                <a:spcBef>
                  <a:spcPts val="0"/>
                </a:spcBef>
                <a:spcAft>
                  <a:spcPts val="0"/>
                </a:spcAft>
                <a:buNone/>
              </a:pPr>
              <a:r>
                <a:t/>
              </a:r>
              <a:endParaRPr sz="700">
                <a:latin typeface="Roboto"/>
                <a:ea typeface="Roboto"/>
                <a:cs typeface="Roboto"/>
                <a:sym typeface="Roboto"/>
              </a:endParaRPr>
            </a:p>
          </p:txBody>
        </p:sp>
        <p:sp>
          <p:nvSpPr>
            <p:cNvPr id="16907" name="Google Shape;16907;p293"/>
            <p:cNvSpPr/>
            <p:nvPr/>
          </p:nvSpPr>
          <p:spPr>
            <a:xfrm>
              <a:off x="4349786" y="1459971"/>
              <a:ext cx="13251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61600" lIns="61600" spcFirstLastPara="1" rIns="61600" wrap="square" tIns="61600">
              <a:noAutofit/>
            </a:bodyPr>
            <a:lstStyle/>
            <a:p>
              <a:pPr indent="0" lvl="0" marL="0" rtl="0" algn="l">
                <a:spcBef>
                  <a:spcPts val="0"/>
                </a:spcBef>
                <a:spcAft>
                  <a:spcPts val="0"/>
                </a:spcAft>
                <a:buNone/>
              </a:pPr>
              <a:r>
                <a:rPr lang="es-419" sz="600">
                  <a:solidFill>
                    <a:schemeClr val="dk1"/>
                  </a:solidFill>
                </a:rPr>
                <a:t>validar y aprobar el pago del cliente</a:t>
              </a:r>
              <a:endParaRPr sz="700">
                <a:latin typeface="Roboto"/>
                <a:ea typeface="Roboto"/>
                <a:cs typeface="Roboto"/>
                <a:sym typeface="Roboto"/>
              </a:endParaRPr>
            </a:p>
          </p:txBody>
        </p:sp>
        <p:sp>
          <p:nvSpPr>
            <p:cNvPr id="16908" name="Google Shape;16908;p293"/>
            <p:cNvSpPr/>
            <p:nvPr/>
          </p:nvSpPr>
          <p:spPr>
            <a:xfrm>
              <a:off x="4349786" y="1853372"/>
              <a:ext cx="13251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61600" lIns="61600" spcFirstLastPara="1" rIns="61600" wrap="square" tIns="61600">
              <a:noAutofit/>
            </a:bodyPr>
            <a:lstStyle/>
            <a:p>
              <a:pPr indent="0" lvl="0" marL="0" rtl="0" algn="l">
                <a:spcBef>
                  <a:spcPts val="0"/>
                </a:spcBef>
                <a:spcAft>
                  <a:spcPts val="0"/>
                </a:spcAft>
                <a:buNone/>
              </a:pPr>
              <a:r>
                <a:t/>
              </a:r>
              <a:endParaRPr sz="700">
                <a:latin typeface="Roboto"/>
                <a:ea typeface="Roboto"/>
                <a:cs typeface="Roboto"/>
                <a:sym typeface="Roboto"/>
              </a:endParaRPr>
            </a:p>
          </p:txBody>
        </p:sp>
        <p:sp>
          <p:nvSpPr>
            <p:cNvPr id="16909" name="Google Shape;16909;p293"/>
            <p:cNvSpPr/>
            <p:nvPr/>
          </p:nvSpPr>
          <p:spPr>
            <a:xfrm>
              <a:off x="4349786" y="2239831"/>
              <a:ext cx="13251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61600" lIns="61600" spcFirstLastPara="1" rIns="61600" wrap="square" tIns="61600">
              <a:noAutofit/>
            </a:bodyPr>
            <a:lstStyle/>
            <a:p>
              <a:pPr indent="0" lvl="0" marL="0" rtl="0" algn="l">
                <a:spcBef>
                  <a:spcPts val="0"/>
                </a:spcBef>
                <a:spcAft>
                  <a:spcPts val="0"/>
                </a:spcAft>
                <a:buNone/>
              </a:pPr>
              <a:r>
                <a:rPr lang="es-419" sz="700">
                  <a:latin typeface="Roboto"/>
                  <a:ea typeface="Roboto"/>
                  <a:cs typeface="Roboto"/>
                  <a:sym typeface="Roboto"/>
                </a:rPr>
                <a:t>&lt;...&gt;</a:t>
              </a:r>
              <a:endParaRPr sz="700">
                <a:latin typeface="Roboto"/>
                <a:ea typeface="Roboto"/>
                <a:cs typeface="Roboto"/>
                <a:sym typeface="Roboto"/>
              </a:endParaRPr>
            </a:p>
          </p:txBody>
        </p:sp>
        <p:sp>
          <p:nvSpPr>
            <p:cNvPr id="16910" name="Google Shape;16910;p293"/>
            <p:cNvSpPr/>
            <p:nvPr/>
          </p:nvSpPr>
          <p:spPr>
            <a:xfrm>
              <a:off x="2704756" y="1461628"/>
              <a:ext cx="8817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8200" lIns="78200" spcFirstLastPara="1" rIns="78200" wrap="square" tIns="78200">
              <a:noAutofit/>
            </a:bodyPr>
            <a:lstStyle/>
            <a:p>
              <a:pPr indent="0" lvl="0" marL="0" rtl="0" algn="l">
                <a:spcBef>
                  <a:spcPts val="0"/>
                </a:spcBef>
                <a:spcAft>
                  <a:spcPts val="0"/>
                </a:spcAft>
                <a:buNone/>
              </a:pPr>
              <a:r>
                <a:t/>
              </a:r>
              <a:endParaRPr sz="500">
                <a:latin typeface="Roboto"/>
                <a:ea typeface="Roboto"/>
                <a:cs typeface="Roboto"/>
                <a:sym typeface="Roboto"/>
              </a:endParaRPr>
            </a:p>
          </p:txBody>
        </p:sp>
        <p:sp>
          <p:nvSpPr>
            <p:cNvPr id="16911" name="Google Shape;16911;p293"/>
            <p:cNvSpPr txBox="1"/>
            <p:nvPr/>
          </p:nvSpPr>
          <p:spPr>
            <a:xfrm>
              <a:off x="4463036" y="557328"/>
              <a:ext cx="1098600" cy="4653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b="1" lang="es-419" sz="700">
                  <a:latin typeface="Arvo"/>
                  <a:ea typeface="Arvo"/>
                  <a:cs typeface="Arvo"/>
                  <a:sym typeface="Arvo"/>
                </a:rPr>
                <a:t>Acción interactiva:</a:t>
              </a:r>
              <a:endParaRPr b="1" sz="700">
                <a:latin typeface="Arvo"/>
                <a:ea typeface="Arvo"/>
                <a:cs typeface="Arvo"/>
                <a:sym typeface="Arvo"/>
              </a:endParaRPr>
            </a:p>
            <a:p>
              <a:pPr indent="0" lvl="0" marL="0" rtl="0" algn="ctr">
                <a:spcBef>
                  <a:spcPts val="0"/>
                </a:spcBef>
                <a:spcAft>
                  <a:spcPts val="0"/>
                </a:spcAft>
                <a:buNone/>
              </a:pPr>
              <a:r>
                <a:rPr i="1" lang="es-419" sz="500">
                  <a:latin typeface="Arvo"/>
                  <a:ea typeface="Arvo"/>
                  <a:cs typeface="Arvo"/>
                  <a:sym typeface="Arvo"/>
                </a:rPr>
                <a:t>&lt;ej: </a:t>
              </a:r>
              <a:r>
                <a:rPr i="1" lang="es-419" sz="500">
                  <a:solidFill>
                    <a:srgbClr val="000000"/>
                  </a:solidFill>
                  <a:latin typeface="Roboto"/>
                  <a:ea typeface="Roboto"/>
                  <a:cs typeface="Roboto"/>
                  <a:sym typeface="Roboto"/>
                </a:rPr>
                <a:t>autenticar por huella y cara</a:t>
              </a:r>
              <a:r>
                <a:rPr i="1" lang="es-419" sz="500">
                  <a:latin typeface="Arvo"/>
                  <a:ea typeface="Arvo"/>
                  <a:cs typeface="Arvo"/>
                  <a:sym typeface="Arvo"/>
                </a:rPr>
                <a:t>&gt;</a:t>
              </a:r>
              <a:endParaRPr i="1" sz="500">
                <a:latin typeface="Arvo"/>
                <a:ea typeface="Arvo"/>
                <a:cs typeface="Arvo"/>
                <a:sym typeface="Arvo"/>
              </a:endParaRPr>
            </a:p>
          </p:txBody>
        </p:sp>
        <p:sp>
          <p:nvSpPr>
            <p:cNvPr id="16912" name="Google Shape;16912;p293"/>
            <p:cNvSpPr txBox="1"/>
            <p:nvPr/>
          </p:nvSpPr>
          <p:spPr>
            <a:xfrm>
              <a:off x="3639736" y="557328"/>
              <a:ext cx="702600" cy="4653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b="1" lang="es-419" sz="700">
                  <a:latin typeface="Arvo"/>
                  <a:ea typeface="Arvo"/>
                  <a:cs typeface="Arvo"/>
                  <a:sym typeface="Arvo"/>
                </a:rPr>
                <a:t>Punto de contacto</a:t>
              </a:r>
              <a:endParaRPr sz="700">
                <a:latin typeface="Arvo"/>
                <a:ea typeface="Arvo"/>
                <a:cs typeface="Arvo"/>
                <a:sym typeface="Arvo"/>
              </a:endParaRPr>
            </a:p>
          </p:txBody>
        </p:sp>
        <p:sp>
          <p:nvSpPr>
            <p:cNvPr id="16913" name="Google Shape;16913;p293"/>
            <p:cNvSpPr txBox="1"/>
            <p:nvPr/>
          </p:nvSpPr>
          <p:spPr>
            <a:xfrm>
              <a:off x="2784273" y="568049"/>
              <a:ext cx="702600" cy="4653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b="1" lang="es-419" sz="700">
                  <a:latin typeface="Arvo"/>
                  <a:ea typeface="Arvo"/>
                  <a:cs typeface="Arvo"/>
                  <a:sym typeface="Arvo"/>
                </a:rPr>
                <a:t>Rol</a:t>
              </a:r>
              <a:endParaRPr sz="700">
                <a:latin typeface="Arvo"/>
                <a:ea typeface="Arvo"/>
                <a:cs typeface="Arvo"/>
                <a:sym typeface="Arvo"/>
              </a:endParaRPr>
            </a:p>
          </p:txBody>
        </p:sp>
        <p:pic>
          <p:nvPicPr>
            <p:cNvPr id="16914" name="Google Shape;16914;p293"/>
            <p:cNvPicPr preferRelativeResize="0"/>
            <p:nvPr/>
          </p:nvPicPr>
          <p:blipFill rotWithShape="1">
            <a:blip r:embed="rId3">
              <a:alphaModFix/>
            </a:blip>
            <a:srcRect b="-868" l="16515" r="66426" t="66946"/>
            <a:stretch/>
          </p:blipFill>
          <p:spPr>
            <a:xfrm>
              <a:off x="2782507" y="825772"/>
              <a:ext cx="702701" cy="702700"/>
            </a:xfrm>
            <a:prstGeom prst="rect">
              <a:avLst/>
            </a:prstGeom>
            <a:noFill/>
            <a:ln>
              <a:noFill/>
            </a:ln>
          </p:spPr>
        </p:pic>
        <p:sp>
          <p:nvSpPr>
            <p:cNvPr id="16915" name="Google Shape;16915;p293"/>
            <p:cNvSpPr txBox="1"/>
            <p:nvPr/>
          </p:nvSpPr>
          <p:spPr>
            <a:xfrm>
              <a:off x="2782511" y="1476053"/>
              <a:ext cx="761100" cy="232500"/>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s-419" sz="700">
                  <a:solidFill>
                    <a:schemeClr val="dk1"/>
                  </a:solidFill>
                </a:rPr>
                <a:t>Sistema automatizado</a:t>
              </a:r>
              <a:endParaRPr/>
            </a:p>
          </p:txBody>
        </p:sp>
        <p:sp>
          <p:nvSpPr>
            <p:cNvPr id="16916" name="Google Shape;16916;p293"/>
            <p:cNvSpPr txBox="1"/>
            <p:nvPr/>
          </p:nvSpPr>
          <p:spPr>
            <a:xfrm>
              <a:off x="2704760" y="1669653"/>
              <a:ext cx="964800" cy="232500"/>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t/>
              </a:r>
              <a:endParaRPr b="1" sz="700">
                <a:latin typeface="Arvo"/>
                <a:ea typeface="Arvo"/>
                <a:cs typeface="Arvo"/>
                <a:sym typeface="Arvo"/>
              </a:endParaRPr>
            </a:p>
            <a:p>
              <a:pPr indent="0" lvl="0" marL="0" rtl="0" algn="ctr">
                <a:spcBef>
                  <a:spcPts val="0"/>
                </a:spcBef>
                <a:spcAft>
                  <a:spcPts val="0"/>
                </a:spcAft>
                <a:buNone/>
              </a:pPr>
              <a:r>
                <a:rPr i="1" lang="es-419" sz="500">
                  <a:latin typeface="Arvo"/>
                  <a:ea typeface="Arvo"/>
                  <a:cs typeface="Arvo"/>
                  <a:sym typeface="Arvo"/>
                </a:rPr>
                <a:t>&lt;ej: conductor&gt;</a:t>
              </a:r>
              <a:endParaRPr i="1" sz="500">
                <a:latin typeface="Arvo"/>
                <a:ea typeface="Arvo"/>
                <a:cs typeface="Arvo"/>
                <a:sym typeface="Arvo"/>
              </a:endParaRPr>
            </a:p>
          </p:txBody>
        </p:sp>
      </p:grpSp>
      <p:grpSp>
        <p:nvGrpSpPr>
          <p:cNvPr id="16917" name="Google Shape;16917;p293"/>
          <p:cNvGrpSpPr/>
          <p:nvPr/>
        </p:nvGrpSpPr>
        <p:grpSpPr>
          <a:xfrm>
            <a:off x="408339" y="4215341"/>
            <a:ext cx="2810831" cy="2161925"/>
            <a:chOff x="2640436" y="-87872"/>
            <a:chExt cx="3098700" cy="2874900"/>
          </a:xfrm>
        </p:grpSpPr>
        <p:sp>
          <p:nvSpPr>
            <p:cNvPr id="16918" name="Google Shape;16918;p293"/>
            <p:cNvSpPr/>
            <p:nvPr/>
          </p:nvSpPr>
          <p:spPr>
            <a:xfrm>
              <a:off x="2640436" y="-87872"/>
              <a:ext cx="3098700" cy="2874900"/>
            </a:xfrm>
            <a:prstGeom prst="roundRect">
              <a:avLst>
                <a:gd fmla="val 3233" name="adj"/>
              </a:avLst>
            </a:prstGeom>
            <a:solidFill>
              <a:srgbClr val="FFFFFF"/>
            </a:solidFill>
            <a:ln cap="flat" cmpd="sng" w="9525">
              <a:solidFill>
                <a:srgbClr val="EFEFEF"/>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t" bIns="15400" lIns="15400" spcFirstLastPara="1" rIns="15400" wrap="square" tIns="15400">
              <a:noAutofit/>
            </a:bodyPr>
            <a:lstStyle/>
            <a:p>
              <a:pPr indent="0" lvl="0" marL="0" rtl="0" algn="ctr">
                <a:spcBef>
                  <a:spcPts val="0"/>
                </a:spcBef>
                <a:spcAft>
                  <a:spcPts val="0"/>
                </a:spcAft>
                <a:buNone/>
              </a:pPr>
              <a:r>
                <a:rPr b="1" i="1" lang="es-419" sz="800">
                  <a:solidFill>
                    <a:srgbClr val="434343"/>
                  </a:solidFill>
                </a:rPr>
                <a:t>Puntos de Automatización</a:t>
              </a:r>
              <a:endParaRPr b="1" i="1" sz="800">
                <a:solidFill>
                  <a:srgbClr val="434343"/>
                </a:solidFill>
              </a:endParaRPr>
            </a:p>
          </p:txBody>
        </p:sp>
        <p:sp>
          <p:nvSpPr>
            <p:cNvPr id="16919" name="Google Shape;16919;p293"/>
            <p:cNvSpPr txBox="1"/>
            <p:nvPr/>
          </p:nvSpPr>
          <p:spPr>
            <a:xfrm>
              <a:off x="2820612" y="182753"/>
              <a:ext cx="1098600" cy="232500"/>
            </a:xfrm>
            <a:prstGeom prst="rect">
              <a:avLst/>
            </a:prstGeom>
            <a:noFill/>
            <a:ln>
              <a:noFill/>
            </a:ln>
          </p:spPr>
          <p:txBody>
            <a:bodyPr anchorCtr="0" anchor="ctr" bIns="0" lIns="0" spcFirstLastPara="1" rIns="0" wrap="square" tIns="0">
              <a:noAutofit/>
            </a:bodyPr>
            <a:lstStyle/>
            <a:p>
              <a:pPr indent="0" lvl="0" marL="0" rtl="0" algn="r">
                <a:spcBef>
                  <a:spcPts val="0"/>
                </a:spcBef>
                <a:spcAft>
                  <a:spcPts val="0"/>
                </a:spcAft>
                <a:buNone/>
              </a:pPr>
              <a:r>
                <a:rPr lang="es-419" sz="700">
                  <a:latin typeface="Arvo"/>
                  <a:ea typeface="Arvo"/>
                  <a:cs typeface="Arvo"/>
                  <a:sym typeface="Arvo"/>
                </a:rPr>
                <a:t>Actividad de Negocio</a:t>
              </a:r>
              <a:endParaRPr sz="700">
                <a:latin typeface="Arvo"/>
                <a:ea typeface="Arvo"/>
                <a:cs typeface="Arvo"/>
                <a:sym typeface="Arvo"/>
              </a:endParaRPr>
            </a:p>
            <a:p>
              <a:pPr indent="0" lvl="0" marL="0" rtl="0" algn="r">
                <a:spcBef>
                  <a:spcPts val="0"/>
                </a:spcBef>
                <a:spcAft>
                  <a:spcPts val="0"/>
                </a:spcAft>
                <a:buNone/>
              </a:pPr>
              <a:r>
                <a:rPr i="1" lang="es-419" sz="500">
                  <a:latin typeface="Arvo"/>
                  <a:ea typeface="Arvo"/>
                  <a:cs typeface="Arvo"/>
                  <a:sym typeface="Arvo"/>
                </a:rPr>
                <a:t>&lt;ej: Identificarse&gt;</a:t>
              </a:r>
              <a:endParaRPr i="1" sz="500">
                <a:latin typeface="Arvo"/>
                <a:ea typeface="Arvo"/>
                <a:cs typeface="Arvo"/>
                <a:sym typeface="Arvo"/>
              </a:endParaRPr>
            </a:p>
          </p:txBody>
        </p:sp>
        <p:sp>
          <p:nvSpPr>
            <p:cNvPr id="16920" name="Google Shape;16920;p293"/>
            <p:cNvSpPr/>
            <p:nvPr/>
          </p:nvSpPr>
          <p:spPr>
            <a:xfrm>
              <a:off x="3951036" y="159603"/>
              <a:ext cx="17313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8200" lIns="78200" spcFirstLastPara="1" rIns="78200" wrap="square" tIns="78200">
              <a:noAutofit/>
            </a:bodyPr>
            <a:lstStyle/>
            <a:p>
              <a:pPr indent="0" lvl="0" marL="0" rtl="0" algn="l">
                <a:spcBef>
                  <a:spcPts val="0"/>
                </a:spcBef>
                <a:spcAft>
                  <a:spcPts val="0"/>
                </a:spcAft>
                <a:buNone/>
              </a:pPr>
              <a:r>
                <a:t/>
              </a:r>
              <a:endParaRPr sz="500">
                <a:latin typeface="Roboto"/>
                <a:ea typeface="Roboto"/>
                <a:cs typeface="Roboto"/>
                <a:sym typeface="Roboto"/>
              </a:endParaRPr>
            </a:p>
          </p:txBody>
        </p:sp>
        <p:sp>
          <p:nvSpPr>
            <p:cNvPr id="16921" name="Google Shape;16921;p293"/>
            <p:cNvSpPr txBox="1"/>
            <p:nvPr/>
          </p:nvSpPr>
          <p:spPr>
            <a:xfrm>
              <a:off x="3962886" y="142103"/>
              <a:ext cx="1731300" cy="351900"/>
            </a:xfrm>
            <a:prstGeom prst="rect">
              <a:avLst/>
            </a:prstGeom>
            <a:noFill/>
            <a:ln>
              <a:noFill/>
            </a:ln>
          </p:spPr>
          <p:txBody>
            <a:bodyPr anchorCtr="0" anchor="ctr" bIns="15400" lIns="15400" spcFirstLastPara="1" rIns="15400" wrap="square" tIns="15400">
              <a:noAutofit/>
            </a:bodyPr>
            <a:lstStyle/>
            <a:p>
              <a:pPr indent="0" lvl="0" marL="0" rtl="0" algn="l">
                <a:spcBef>
                  <a:spcPts val="0"/>
                </a:spcBef>
                <a:spcAft>
                  <a:spcPts val="0"/>
                </a:spcAft>
                <a:buNone/>
              </a:pPr>
              <a:r>
                <a:rPr b="1" lang="es-419" sz="700">
                  <a:solidFill>
                    <a:schemeClr val="dk1"/>
                  </a:solidFill>
                </a:rPr>
                <a:t>Generar comprobante de pago</a:t>
              </a:r>
              <a:endParaRPr/>
            </a:p>
          </p:txBody>
        </p:sp>
        <p:sp>
          <p:nvSpPr>
            <p:cNvPr id="16922" name="Google Shape;16922;p293"/>
            <p:cNvSpPr/>
            <p:nvPr/>
          </p:nvSpPr>
          <p:spPr>
            <a:xfrm>
              <a:off x="3646236" y="1459973"/>
              <a:ext cx="6333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8200" lIns="78200" spcFirstLastPara="1" rIns="78200" wrap="square" tIns="78200">
              <a:noAutofit/>
            </a:bodyPr>
            <a:lstStyle/>
            <a:p>
              <a:pPr indent="0" lvl="0" marL="0" rtl="0" algn="l">
                <a:spcBef>
                  <a:spcPts val="0"/>
                </a:spcBef>
                <a:spcAft>
                  <a:spcPts val="0"/>
                </a:spcAft>
                <a:buNone/>
              </a:pPr>
              <a:r>
                <a:t/>
              </a:r>
              <a:endParaRPr sz="500">
                <a:latin typeface="Roboto"/>
                <a:ea typeface="Roboto"/>
                <a:cs typeface="Roboto"/>
                <a:sym typeface="Roboto"/>
              </a:endParaRPr>
            </a:p>
          </p:txBody>
        </p:sp>
        <p:sp>
          <p:nvSpPr>
            <p:cNvPr id="16923" name="Google Shape;16923;p293"/>
            <p:cNvSpPr/>
            <p:nvPr/>
          </p:nvSpPr>
          <p:spPr>
            <a:xfrm>
              <a:off x="3646236" y="1075527"/>
              <a:ext cx="6333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8200" lIns="78200" spcFirstLastPara="1" rIns="78200" wrap="square" tIns="78200">
              <a:noAutofit/>
            </a:bodyPr>
            <a:lstStyle/>
            <a:p>
              <a:pPr indent="0" lvl="0" marL="0" rtl="0" algn="l">
                <a:spcBef>
                  <a:spcPts val="0"/>
                </a:spcBef>
                <a:spcAft>
                  <a:spcPts val="0"/>
                </a:spcAft>
                <a:buNone/>
              </a:pPr>
              <a:r>
                <a:t/>
              </a:r>
              <a:endParaRPr sz="500">
                <a:latin typeface="Roboto"/>
                <a:ea typeface="Roboto"/>
                <a:cs typeface="Roboto"/>
                <a:sym typeface="Roboto"/>
              </a:endParaRPr>
            </a:p>
          </p:txBody>
        </p:sp>
        <p:sp>
          <p:nvSpPr>
            <p:cNvPr id="16924" name="Google Shape;16924;p293"/>
            <p:cNvSpPr/>
            <p:nvPr/>
          </p:nvSpPr>
          <p:spPr>
            <a:xfrm>
              <a:off x="3646236" y="2229879"/>
              <a:ext cx="6333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8200" lIns="78200" spcFirstLastPara="1" rIns="78200" wrap="square" tIns="78200">
              <a:noAutofit/>
            </a:bodyPr>
            <a:lstStyle/>
            <a:p>
              <a:pPr indent="0" lvl="0" marL="0" rtl="0" algn="l">
                <a:spcBef>
                  <a:spcPts val="0"/>
                </a:spcBef>
                <a:spcAft>
                  <a:spcPts val="0"/>
                </a:spcAft>
                <a:buNone/>
              </a:pPr>
              <a:r>
                <a:t/>
              </a:r>
              <a:endParaRPr sz="500">
                <a:latin typeface="Roboto"/>
                <a:ea typeface="Roboto"/>
                <a:cs typeface="Roboto"/>
                <a:sym typeface="Roboto"/>
              </a:endParaRPr>
            </a:p>
          </p:txBody>
        </p:sp>
        <p:sp>
          <p:nvSpPr>
            <p:cNvPr id="16925" name="Google Shape;16925;p293"/>
            <p:cNvSpPr/>
            <p:nvPr/>
          </p:nvSpPr>
          <p:spPr>
            <a:xfrm>
              <a:off x="4349786" y="1075528"/>
              <a:ext cx="13251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61600" lIns="61600" spcFirstLastPara="1" rIns="61600" wrap="square" tIns="61600">
              <a:noAutofit/>
            </a:bodyPr>
            <a:lstStyle/>
            <a:p>
              <a:pPr indent="0" lvl="0" marL="0" rtl="0" algn="l">
                <a:spcBef>
                  <a:spcPts val="0"/>
                </a:spcBef>
                <a:spcAft>
                  <a:spcPts val="0"/>
                </a:spcAft>
                <a:buNone/>
              </a:pPr>
              <a:r>
                <a:t/>
              </a:r>
              <a:endParaRPr sz="700">
                <a:latin typeface="Roboto"/>
                <a:ea typeface="Roboto"/>
                <a:cs typeface="Roboto"/>
                <a:sym typeface="Roboto"/>
              </a:endParaRPr>
            </a:p>
          </p:txBody>
        </p:sp>
        <p:sp>
          <p:nvSpPr>
            <p:cNvPr id="16926" name="Google Shape;16926;p293"/>
            <p:cNvSpPr/>
            <p:nvPr/>
          </p:nvSpPr>
          <p:spPr>
            <a:xfrm>
              <a:off x="4349786" y="1459971"/>
              <a:ext cx="13251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61600" lIns="61600" spcFirstLastPara="1" rIns="61600" wrap="square" tIns="61600">
              <a:noAutofit/>
            </a:bodyPr>
            <a:lstStyle/>
            <a:p>
              <a:pPr indent="0" lvl="0" marL="0" rtl="0" algn="l">
                <a:spcBef>
                  <a:spcPts val="0"/>
                </a:spcBef>
                <a:spcAft>
                  <a:spcPts val="0"/>
                </a:spcAft>
                <a:buNone/>
              </a:pPr>
              <a:r>
                <a:t/>
              </a:r>
              <a:endParaRPr sz="700">
                <a:latin typeface="Roboto"/>
                <a:ea typeface="Roboto"/>
                <a:cs typeface="Roboto"/>
                <a:sym typeface="Roboto"/>
              </a:endParaRPr>
            </a:p>
          </p:txBody>
        </p:sp>
        <p:sp>
          <p:nvSpPr>
            <p:cNvPr id="16927" name="Google Shape;16927;p293"/>
            <p:cNvSpPr/>
            <p:nvPr/>
          </p:nvSpPr>
          <p:spPr>
            <a:xfrm>
              <a:off x="4349786" y="1853372"/>
              <a:ext cx="13251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61600" lIns="61600" spcFirstLastPara="1" rIns="61600" wrap="square" tIns="61600">
              <a:noAutofit/>
            </a:bodyPr>
            <a:lstStyle/>
            <a:p>
              <a:pPr indent="0" lvl="0" marL="0" rtl="0" algn="l">
                <a:spcBef>
                  <a:spcPts val="0"/>
                </a:spcBef>
                <a:spcAft>
                  <a:spcPts val="0"/>
                </a:spcAft>
                <a:buNone/>
              </a:pPr>
              <a:r>
                <a:rPr lang="es-419" sz="600">
                  <a:solidFill>
                    <a:schemeClr val="dk1"/>
                  </a:solidFill>
                </a:rPr>
                <a:t>crear factura o recibo </a:t>
              </a:r>
              <a:r>
                <a:rPr lang="es-419" sz="600">
                  <a:solidFill>
                    <a:schemeClr val="dk1"/>
                  </a:solidFill>
                </a:rPr>
                <a:t>automáticamente</a:t>
              </a:r>
              <a:endParaRPr sz="700">
                <a:latin typeface="Roboto"/>
                <a:ea typeface="Roboto"/>
                <a:cs typeface="Roboto"/>
                <a:sym typeface="Roboto"/>
              </a:endParaRPr>
            </a:p>
          </p:txBody>
        </p:sp>
        <p:sp>
          <p:nvSpPr>
            <p:cNvPr id="16928" name="Google Shape;16928;p293"/>
            <p:cNvSpPr/>
            <p:nvPr/>
          </p:nvSpPr>
          <p:spPr>
            <a:xfrm>
              <a:off x="4349786" y="2239831"/>
              <a:ext cx="13251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61600" lIns="61600" spcFirstLastPara="1" rIns="61600" wrap="square" tIns="61600">
              <a:noAutofit/>
            </a:bodyPr>
            <a:lstStyle/>
            <a:p>
              <a:pPr indent="0" lvl="0" marL="0" rtl="0" algn="l">
                <a:spcBef>
                  <a:spcPts val="0"/>
                </a:spcBef>
                <a:spcAft>
                  <a:spcPts val="0"/>
                </a:spcAft>
                <a:buNone/>
              </a:pPr>
              <a:r>
                <a:rPr lang="es-419" sz="700">
                  <a:latin typeface="Roboto"/>
                  <a:ea typeface="Roboto"/>
                  <a:cs typeface="Roboto"/>
                  <a:sym typeface="Roboto"/>
                </a:rPr>
                <a:t>&lt;...&gt;</a:t>
              </a:r>
              <a:endParaRPr sz="700">
                <a:latin typeface="Roboto"/>
                <a:ea typeface="Roboto"/>
                <a:cs typeface="Roboto"/>
                <a:sym typeface="Roboto"/>
              </a:endParaRPr>
            </a:p>
          </p:txBody>
        </p:sp>
        <p:sp>
          <p:nvSpPr>
            <p:cNvPr id="16929" name="Google Shape;16929;p293"/>
            <p:cNvSpPr/>
            <p:nvPr/>
          </p:nvSpPr>
          <p:spPr>
            <a:xfrm>
              <a:off x="2704756" y="1461628"/>
              <a:ext cx="8817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8200" lIns="78200" spcFirstLastPara="1" rIns="78200" wrap="square" tIns="78200">
              <a:noAutofit/>
            </a:bodyPr>
            <a:lstStyle/>
            <a:p>
              <a:pPr indent="0" lvl="0" marL="0" rtl="0" algn="l">
                <a:spcBef>
                  <a:spcPts val="0"/>
                </a:spcBef>
                <a:spcAft>
                  <a:spcPts val="0"/>
                </a:spcAft>
                <a:buNone/>
              </a:pPr>
              <a:r>
                <a:t/>
              </a:r>
              <a:endParaRPr sz="500">
                <a:latin typeface="Roboto"/>
                <a:ea typeface="Roboto"/>
                <a:cs typeface="Roboto"/>
                <a:sym typeface="Roboto"/>
              </a:endParaRPr>
            </a:p>
          </p:txBody>
        </p:sp>
        <p:sp>
          <p:nvSpPr>
            <p:cNvPr id="16930" name="Google Shape;16930;p293"/>
            <p:cNvSpPr txBox="1"/>
            <p:nvPr/>
          </p:nvSpPr>
          <p:spPr>
            <a:xfrm>
              <a:off x="4463036" y="557328"/>
              <a:ext cx="1098600" cy="4653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b="1" lang="es-419" sz="700">
                  <a:latin typeface="Arvo"/>
                  <a:ea typeface="Arvo"/>
                  <a:cs typeface="Arvo"/>
                  <a:sym typeface="Arvo"/>
                </a:rPr>
                <a:t>Acción interactiva:</a:t>
              </a:r>
              <a:endParaRPr b="1" sz="700">
                <a:latin typeface="Arvo"/>
                <a:ea typeface="Arvo"/>
                <a:cs typeface="Arvo"/>
                <a:sym typeface="Arvo"/>
              </a:endParaRPr>
            </a:p>
            <a:p>
              <a:pPr indent="0" lvl="0" marL="0" rtl="0" algn="ctr">
                <a:spcBef>
                  <a:spcPts val="0"/>
                </a:spcBef>
                <a:spcAft>
                  <a:spcPts val="0"/>
                </a:spcAft>
                <a:buNone/>
              </a:pPr>
              <a:r>
                <a:rPr i="1" lang="es-419" sz="500">
                  <a:latin typeface="Arvo"/>
                  <a:ea typeface="Arvo"/>
                  <a:cs typeface="Arvo"/>
                  <a:sym typeface="Arvo"/>
                </a:rPr>
                <a:t>&lt;ej: </a:t>
              </a:r>
              <a:r>
                <a:rPr i="1" lang="es-419" sz="500">
                  <a:solidFill>
                    <a:srgbClr val="000000"/>
                  </a:solidFill>
                  <a:latin typeface="Roboto"/>
                  <a:ea typeface="Roboto"/>
                  <a:cs typeface="Roboto"/>
                  <a:sym typeface="Roboto"/>
                </a:rPr>
                <a:t>autenticar por huella y cara</a:t>
              </a:r>
              <a:r>
                <a:rPr i="1" lang="es-419" sz="500">
                  <a:latin typeface="Arvo"/>
                  <a:ea typeface="Arvo"/>
                  <a:cs typeface="Arvo"/>
                  <a:sym typeface="Arvo"/>
                </a:rPr>
                <a:t>&gt;</a:t>
              </a:r>
              <a:endParaRPr i="1" sz="500">
                <a:latin typeface="Arvo"/>
                <a:ea typeface="Arvo"/>
                <a:cs typeface="Arvo"/>
                <a:sym typeface="Arvo"/>
              </a:endParaRPr>
            </a:p>
          </p:txBody>
        </p:sp>
        <p:sp>
          <p:nvSpPr>
            <p:cNvPr id="16931" name="Google Shape;16931;p293"/>
            <p:cNvSpPr txBox="1"/>
            <p:nvPr/>
          </p:nvSpPr>
          <p:spPr>
            <a:xfrm>
              <a:off x="3639736" y="557328"/>
              <a:ext cx="702600" cy="4653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b="1" lang="es-419" sz="700">
                  <a:latin typeface="Arvo"/>
                  <a:ea typeface="Arvo"/>
                  <a:cs typeface="Arvo"/>
                  <a:sym typeface="Arvo"/>
                </a:rPr>
                <a:t>Punto de contacto</a:t>
              </a:r>
              <a:endParaRPr sz="700">
                <a:latin typeface="Arvo"/>
                <a:ea typeface="Arvo"/>
                <a:cs typeface="Arvo"/>
                <a:sym typeface="Arvo"/>
              </a:endParaRPr>
            </a:p>
          </p:txBody>
        </p:sp>
        <p:sp>
          <p:nvSpPr>
            <p:cNvPr id="16932" name="Google Shape;16932;p293"/>
            <p:cNvSpPr txBox="1"/>
            <p:nvPr/>
          </p:nvSpPr>
          <p:spPr>
            <a:xfrm>
              <a:off x="2784273" y="568049"/>
              <a:ext cx="702600" cy="4653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b="1" lang="es-419" sz="700">
                  <a:latin typeface="Arvo"/>
                  <a:ea typeface="Arvo"/>
                  <a:cs typeface="Arvo"/>
                  <a:sym typeface="Arvo"/>
                </a:rPr>
                <a:t>Rol</a:t>
              </a:r>
              <a:endParaRPr sz="700">
                <a:latin typeface="Arvo"/>
                <a:ea typeface="Arvo"/>
                <a:cs typeface="Arvo"/>
                <a:sym typeface="Arvo"/>
              </a:endParaRPr>
            </a:p>
          </p:txBody>
        </p:sp>
        <p:pic>
          <p:nvPicPr>
            <p:cNvPr id="16933" name="Google Shape;16933;p293"/>
            <p:cNvPicPr preferRelativeResize="0"/>
            <p:nvPr/>
          </p:nvPicPr>
          <p:blipFill rotWithShape="1">
            <a:blip r:embed="rId3">
              <a:alphaModFix/>
            </a:blip>
            <a:srcRect b="-868" l="16515" r="66426" t="66946"/>
            <a:stretch/>
          </p:blipFill>
          <p:spPr>
            <a:xfrm>
              <a:off x="2782507" y="825772"/>
              <a:ext cx="702701" cy="702700"/>
            </a:xfrm>
            <a:prstGeom prst="rect">
              <a:avLst/>
            </a:prstGeom>
            <a:noFill/>
            <a:ln>
              <a:noFill/>
            </a:ln>
          </p:spPr>
        </p:pic>
        <p:sp>
          <p:nvSpPr>
            <p:cNvPr id="16934" name="Google Shape;16934;p293"/>
            <p:cNvSpPr txBox="1"/>
            <p:nvPr/>
          </p:nvSpPr>
          <p:spPr>
            <a:xfrm>
              <a:off x="2782511" y="1476053"/>
              <a:ext cx="761100" cy="232500"/>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s-419" sz="700">
                  <a:solidFill>
                    <a:schemeClr val="dk1"/>
                  </a:solidFill>
                </a:rPr>
                <a:t>Sistema Automatizado</a:t>
              </a:r>
              <a:endParaRPr/>
            </a:p>
          </p:txBody>
        </p:sp>
        <p:sp>
          <p:nvSpPr>
            <p:cNvPr id="16935" name="Google Shape;16935;p293"/>
            <p:cNvSpPr txBox="1"/>
            <p:nvPr/>
          </p:nvSpPr>
          <p:spPr>
            <a:xfrm>
              <a:off x="2704760" y="1669653"/>
              <a:ext cx="964800" cy="232500"/>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t/>
              </a:r>
              <a:endParaRPr b="1" sz="700">
                <a:latin typeface="Arvo"/>
                <a:ea typeface="Arvo"/>
                <a:cs typeface="Arvo"/>
                <a:sym typeface="Arvo"/>
              </a:endParaRPr>
            </a:p>
            <a:p>
              <a:pPr indent="0" lvl="0" marL="0" rtl="0" algn="ctr">
                <a:spcBef>
                  <a:spcPts val="0"/>
                </a:spcBef>
                <a:spcAft>
                  <a:spcPts val="0"/>
                </a:spcAft>
                <a:buNone/>
              </a:pPr>
              <a:r>
                <a:rPr i="1" lang="es-419" sz="500">
                  <a:latin typeface="Arvo"/>
                  <a:ea typeface="Arvo"/>
                  <a:cs typeface="Arvo"/>
                  <a:sym typeface="Arvo"/>
                </a:rPr>
                <a:t>&lt;ej: conductor&gt;</a:t>
              </a:r>
              <a:endParaRPr i="1" sz="500">
                <a:latin typeface="Arvo"/>
                <a:ea typeface="Arvo"/>
                <a:cs typeface="Arvo"/>
                <a:sym typeface="Arvo"/>
              </a:endParaRPr>
            </a:p>
          </p:txBody>
        </p:sp>
        <p:sp>
          <p:nvSpPr>
            <p:cNvPr id="16936" name="Google Shape;16936;p293"/>
            <p:cNvSpPr/>
            <p:nvPr/>
          </p:nvSpPr>
          <p:spPr>
            <a:xfrm>
              <a:off x="3646236" y="1853362"/>
              <a:ext cx="6333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8200" lIns="78200" spcFirstLastPara="1" rIns="78200" wrap="square" tIns="78200">
              <a:noAutofit/>
            </a:bodyPr>
            <a:lstStyle/>
            <a:p>
              <a:pPr indent="0" lvl="0" marL="0" rtl="0" algn="l">
                <a:spcBef>
                  <a:spcPts val="0"/>
                </a:spcBef>
                <a:spcAft>
                  <a:spcPts val="0"/>
                </a:spcAft>
                <a:buNone/>
              </a:pPr>
              <a:r>
                <a:rPr lang="es-419" sz="600">
                  <a:solidFill>
                    <a:schemeClr val="dk1"/>
                  </a:solidFill>
                </a:rPr>
                <a:t>📧 Software de </a:t>
              </a:r>
              <a:r>
                <a:rPr lang="es-419" sz="600">
                  <a:solidFill>
                    <a:schemeClr val="dk1"/>
                  </a:solidFill>
                </a:rPr>
                <a:t>facturación</a:t>
              </a:r>
              <a:endParaRPr sz="500">
                <a:latin typeface="Roboto"/>
                <a:ea typeface="Roboto"/>
                <a:cs typeface="Roboto"/>
                <a:sym typeface="Roboto"/>
              </a:endParaRPr>
            </a:p>
          </p:txBody>
        </p:sp>
      </p:grpSp>
      <p:sp>
        <p:nvSpPr>
          <p:cNvPr id="16937" name="Google Shape;16937;p293"/>
          <p:cNvSpPr txBox="1"/>
          <p:nvPr/>
        </p:nvSpPr>
        <p:spPr>
          <a:xfrm>
            <a:off x="702825" y="531250"/>
            <a:ext cx="1895700" cy="2658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s-419" sz="1100">
                <a:solidFill>
                  <a:schemeClr val="lt1"/>
                </a:solidFill>
              </a:rPr>
              <a:t>Cobrar y emitir recibo</a:t>
            </a:r>
            <a:endParaRPr sz="1100">
              <a:solidFill>
                <a:schemeClr val="lt1"/>
              </a:solidFill>
            </a:endParaRPr>
          </a:p>
        </p:txBody>
      </p:sp>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941" name="Shape 16941"/>
        <p:cNvGrpSpPr/>
        <p:nvPr/>
      </p:nvGrpSpPr>
      <p:grpSpPr>
        <a:xfrm>
          <a:off x="0" y="0"/>
          <a:ext cx="0" cy="0"/>
          <a:chOff x="0" y="0"/>
          <a:chExt cx="0" cy="0"/>
        </a:xfrm>
      </p:grpSpPr>
      <p:sp>
        <p:nvSpPr>
          <p:cNvPr id="16942" name="Google Shape;16942;p294"/>
          <p:cNvSpPr txBox="1"/>
          <p:nvPr>
            <p:ph type="title"/>
          </p:nvPr>
        </p:nvSpPr>
        <p:spPr>
          <a:xfrm flipH="1">
            <a:off x="3219174" y="437575"/>
            <a:ext cx="1731300" cy="265800"/>
          </a:xfrm>
          <a:prstGeom prst="rect">
            <a:avLst/>
          </a:prstGeom>
        </p:spPr>
        <p:txBody>
          <a:bodyPr anchorCtr="0" anchor="ctr" bIns="0" lIns="0" spcFirstLastPara="1" rIns="0" wrap="square" tIns="0">
            <a:noAutofit/>
          </a:bodyPr>
          <a:lstStyle/>
          <a:p>
            <a:pPr indent="0" lvl="0" marL="0" rtl="0" algn="l">
              <a:spcBef>
                <a:spcPts val="0"/>
              </a:spcBef>
              <a:spcAft>
                <a:spcPts val="0"/>
              </a:spcAft>
              <a:buNone/>
            </a:pPr>
            <a:r>
              <a:rPr lang="es-419"/>
              <a:t>PM-02</a:t>
            </a:r>
            <a:endParaRPr/>
          </a:p>
        </p:txBody>
      </p:sp>
      <p:sp>
        <p:nvSpPr>
          <p:cNvPr id="16943" name="Google Shape;16943;p294"/>
          <p:cNvSpPr txBox="1"/>
          <p:nvPr>
            <p:ph idx="2" type="title"/>
          </p:nvPr>
        </p:nvSpPr>
        <p:spPr>
          <a:xfrm flipH="1">
            <a:off x="6546263" y="387663"/>
            <a:ext cx="3350100" cy="169200"/>
          </a:xfrm>
          <a:prstGeom prst="rect">
            <a:avLst/>
          </a:prstGeom>
        </p:spPr>
        <p:txBody>
          <a:bodyPr anchorCtr="0" anchor="ctr" bIns="0" lIns="0" spcFirstLastPara="1" rIns="0" wrap="square" tIns="0">
            <a:noAutofit/>
          </a:bodyPr>
          <a:lstStyle/>
          <a:p>
            <a:pPr indent="0" lvl="0" marL="0" rtl="0" algn="l">
              <a:spcBef>
                <a:spcPts val="0"/>
              </a:spcBef>
              <a:spcAft>
                <a:spcPts val="0"/>
              </a:spcAft>
              <a:buNone/>
            </a:pPr>
            <a:r>
              <a:rPr lang="es-419"/>
              <a:t>Garantizar ingreso correcto del paciente.</a:t>
            </a:r>
            <a:endParaRPr/>
          </a:p>
        </p:txBody>
      </p:sp>
      <p:sp>
        <p:nvSpPr>
          <p:cNvPr id="16944" name="Google Shape;16944;p294"/>
          <p:cNvSpPr txBox="1"/>
          <p:nvPr>
            <p:ph idx="3" type="title"/>
          </p:nvPr>
        </p:nvSpPr>
        <p:spPr>
          <a:xfrm flipH="1">
            <a:off x="6546263" y="579538"/>
            <a:ext cx="3350100" cy="169200"/>
          </a:xfrm>
          <a:prstGeom prst="rect">
            <a:avLst/>
          </a:prstGeom>
        </p:spPr>
        <p:txBody>
          <a:bodyPr anchorCtr="0" anchor="ctr" bIns="0" lIns="0" spcFirstLastPara="1" rIns="0" wrap="square" tIns="0">
            <a:noAutofit/>
          </a:bodyPr>
          <a:lstStyle/>
          <a:p>
            <a:pPr indent="0" lvl="0" marL="0" rtl="0" algn="l">
              <a:spcBef>
                <a:spcPts val="0"/>
              </a:spcBef>
              <a:spcAft>
                <a:spcPts val="0"/>
              </a:spcAft>
              <a:buNone/>
            </a:pPr>
            <a:r>
              <a:rPr lang="es-419"/>
              <a:t>Garantizar ingreso correcto del paciente.</a:t>
            </a:r>
            <a:endParaRPr/>
          </a:p>
        </p:txBody>
      </p:sp>
      <p:grpSp>
        <p:nvGrpSpPr>
          <p:cNvPr id="16945" name="Google Shape;16945;p294"/>
          <p:cNvGrpSpPr/>
          <p:nvPr/>
        </p:nvGrpSpPr>
        <p:grpSpPr>
          <a:xfrm>
            <a:off x="408339" y="1304041"/>
            <a:ext cx="2810831" cy="2161925"/>
            <a:chOff x="2640436" y="-87872"/>
            <a:chExt cx="3098700" cy="2874900"/>
          </a:xfrm>
        </p:grpSpPr>
        <p:sp>
          <p:nvSpPr>
            <p:cNvPr id="16946" name="Google Shape;16946;p294"/>
            <p:cNvSpPr/>
            <p:nvPr/>
          </p:nvSpPr>
          <p:spPr>
            <a:xfrm>
              <a:off x="2640436" y="-87872"/>
              <a:ext cx="3098700" cy="2874900"/>
            </a:xfrm>
            <a:prstGeom prst="roundRect">
              <a:avLst>
                <a:gd fmla="val 3233" name="adj"/>
              </a:avLst>
            </a:prstGeom>
            <a:solidFill>
              <a:srgbClr val="FFFFFF"/>
            </a:solidFill>
            <a:ln cap="flat" cmpd="sng" w="9525">
              <a:solidFill>
                <a:srgbClr val="EFEFEF"/>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t" bIns="15400" lIns="15400" spcFirstLastPara="1" rIns="15400" wrap="square" tIns="15400">
              <a:noAutofit/>
            </a:bodyPr>
            <a:lstStyle/>
            <a:p>
              <a:pPr indent="0" lvl="0" marL="0" rtl="0" algn="ctr">
                <a:spcBef>
                  <a:spcPts val="0"/>
                </a:spcBef>
                <a:spcAft>
                  <a:spcPts val="0"/>
                </a:spcAft>
                <a:buNone/>
              </a:pPr>
              <a:r>
                <a:rPr b="1" i="1" lang="es-419" sz="800">
                  <a:solidFill>
                    <a:srgbClr val="434343"/>
                  </a:solidFill>
                </a:rPr>
                <a:t>Puntos de Automatización</a:t>
              </a:r>
              <a:endParaRPr b="1" i="1" sz="800">
                <a:solidFill>
                  <a:srgbClr val="434343"/>
                </a:solidFill>
              </a:endParaRPr>
            </a:p>
          </p:txBody>
        </p:sp>
        <p:sp>
          <p:nvSpPr>
            <p:cNvPr id="16947" name="Google Shape;16947;p294"/>
            <p:cNvSpPr txBox="1"/>
            <p:nvPr/>
          </p:nvSpPr>
          <p:spPr>
            <a:xfrm>
              <a:off x="2820612" y="182753"/>
              <a:ext cx="1098600" cy="232500"/>
            </a:xfrm>
            <a:prstGeom prst="rect">
              <a:avLst/>
            </a:prstGeom>
            <a:noFill/>
            <a:ln>
              <a:noFill/>
            </a:ln>
          </p:spPr>
          <p:txBody>
            <a:bodyPr anchorCtr="0" anchor="ctr" bIns="0" lIns="0" spcFirstLastPara="1" rIns="0" wrap="square" tIns="0">
              <a:noAutofit/>
            </a:bodyPr>
            <a:lstStyle/>
            <a:p>
              <a:pPr indent="0" lvl="0" marL="0" rtl="0" algn="r">
                <a:spcBef>
                  <a:spcPts val="0"/>
                </a:spcBef>
                <a:spcAft>
                  <a:spcPts val="0"/>
                </a:spcAft>
                <a:buNone/>
              </a:pPr>
              <a:r>
                <a:rPr lang="es-419" sz="700">
                  <a:latin typeface="Arvo"/>
                  <a:ea typeface="Arvo"/>
                  <a:cs typeface="Arvo"/>
                  <a:sym typeface="Arvo"/>
                </a:rPr>
                <a:t>Actividad de Negocio</a:t>
              </a:r>
              <a:endParaRPr sz="700">
                <a:latin typeface="Arvo"/>
                <a:ea typeface="Arvo"/>
                <a:cs typeface="Arvo"/>
                <a:sym typeface="Arvo"/>
              </a:endParaRPr>
            </a:p>
            <a:p>
              <a:pPr indent="0" lvl="0" marL="0" rtl="0" algn="r">
                <a:spcBef>
                  <a:spcPts val="0"/>
                </a:spcBef>
                <a:spcAft>
                  <a:spcPts val="0"/>
                </a:spcAft>
                <a:buNone/>
              </a:pPr>
              <a:r>
                <a:rPr i="1" lang="es-419" sz="500">
                  <a:latin typeface="Arvo"/>
                  <a:ea typeface="Arvo"/>
                  <a:cs typeface="Arvo"/>
                  <a:sym typeface="Arvo"/>
                </a:rPr>
                <a:t>&lt;ej: Identificarse&gt;</a:t>
              </a:r>
              <a:endParaRPr i="1" sz="500">
                <a:latin typeface="Arvo"/>
                <a:ea typeface="Arvo"/>
                <a:cs typeface="Arvo"/>
                <a:sym typeface="Arvo"/>
              </a:endParaRPr>
            </a:p>
          </p:txBody>
        </p:sp>
        <p:sp>
          <p:nvSpPr>
            <p:cNvPr id="16948" name="Google Shape;16948;p294"/>
            <p:cNvSpPr/>
            <p:nvPr/>
          </p:nvSpPr>
          <p:spPr>
            <a:xfrm>
              <a:off x="3951036" y="159603"/>
              <a:ext cx="17313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8200" lIns="78200" spcFirstLastPara="1" rIns="78200" wrap="square" tIns="78200">
              <a:noAutofit/>
            </a:bodyPr>
            <a:lstStyle/>
            <a:p>
              <a:pPr indent="0" lvl="0" marL="0" rtl="0" algn="l">
                <a:spcBef>
                  <a:spcPts val="0"/>
                </a:spcBef>
                <a:spcAft>
                  <a:spcPts val="0"/>
                </a:spcAft>
                <a:buNone/>
              </a:pPr>
              <a:r>
                <a:t/>
              </a:r>
              <a:endParaRPr sz="500">
                <a:latin typeface="Roboto"/>
                <a:ea typeface="Roboto"/>
                <a:cs typeface="Roboto"/>
                <a:sym typeface="Roboto"/>
              </a:endParaRPr>
            </a:p>
          </p:txBody>
        </p:sp>
        <p:sp>
          <p:nvSpPr>
            <p:cNvPr id="16949" name="Google Shape;16949;p294"/>
            <p:cNvSpPr txBox="1"/>
            <p:nvPr/>
          </p:nvSpPr>
          <p:spPr>
            <a:xfrm>
              <a:off x="3962886" y="142103"/>
              <a:ext cx="1731300" cy="351900"/>
            </a:xfrm>
            <a:prstGeom prst="rect">
              <a:avLst/>
            </a:prstGeom>
            <a:noFill/>
            <a:ln>
              <a:noFill/>
            </a:ln>
          </p:spPr>
          <p:txBody>
            <a:bodyPr anchorCtr="0" anchor="ctr" bIns="15400" lIns="15400" spcFirstLastPara="1" rIns="15400" wrap="square" tIns="15400">
              <a:noAutofit/>
            </a:bodyPr>
            <a:lstStyle/>
            <a:p>
              <a:pPr indent="0" lvl="0" marL="0" rtl="0" algn="l">
                <a:spcBef>
                  <a:spcPts val="0"/>
                </a:spcBef>
                <a:spcAft>
                  <a:spcPts val="0"/>
                </a:spcAft>
                <a:buNone/>
              </a:pPr>
              <a:r>
                <a:rPr b="1" lang="es-419" sz="700">
                  <a:solidFill>
                    <a:schemeClr val="dk1"/>
                  </a:solidFill>
                </a:rPr>
                <a:t>Confirmar producto para entrega</a:t>
              </a:r>
              <a:endParaRPr/>
            </a:p>
          </p:txBody>
        </p:sp>
        <p:sp>
          <p:nvSpPr>
            <p:cNvPr id="16950" name="Google Shape;16950;p294"/>
            <p:cNvSpPr/>
            <p:nvPr/>
          </p:nvSpPr>
          <p:spPr>
            <a:xfrm>
              <a:off x="3646236" y="1459973"/>
              <a:ext cx="6333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8200" lIns="78200" spcFirstLastPara="1" rIns="78200" wrap="square" tIns="78200">
              <a:noAutofit/>
            </a:bodyPr>
            <a:lstStyle/>
            <a:p>
              <a:pPr indent="0" lvl="0" marL="0" rtl="0" algn="l">
                <a:spcBef>
                  <a:spcPts val="0"/>
                </a:spcBef>
                <a:spcAft>
                  <a:spcPts val="0"/>
                </a:spcAft>
                <a:buNone/>
              </a:pPr>
              <a:r>
                <a:t/>
              </a:r>
              <a:endParaRPr sz="500">
                <a:latin typeface="Roboto"/>
                <a:ea typeface="Roboto"/>
                <a:cs typeface="Roboto"/>
                <a:sym typeface="Roboto"/>
              </a:endParaRPr>
            </a:p>
          </p:txBody>
        </p:sp>
        <p:sp>
          <p:nvSpPr>
            <p:cNvPr id="16951" name="Google Shape;16951;p294"/>
            <p:cNvSpPr/>
            <p:nvPr/>
          </p:nvSpPr>
          <p:spPr>
            <a:xfrm>
              <a:off x="3646236" y="1075527"/>
              <a:ext cx="6333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8200" lIns="78200" spcFirstLastPara="1" rIns="78200" wrap="square" tIns="78200">
              <a:noAutofit/>
            </a:bodyPr>
            <a:lstStyle/>
            <a:p>
              <a:pPr indent="0" lvl="0" marL="0" rtl="0" algn="l">
                <a:spcBef>
                  <a:spcPts val="0"/>
                </a:spcBef>
                <a:spcAft>
                  <a:spcPts val="0"/>
                </a:spcAft>
                <a:buNone/>
              </a:pPr>
              <a:r>
                <a:rPr lang="es-419" sz="700">
                  <a:latin typeface="Roboto"/>
                  <a:ea typeface="Roboto"/>
                  <a:cs typeface="Roboto"/>
                  <a:sym typeface="Roboto"/>
                </a:rPr>
                <a:t>S. Control de pedidos</a:t>
              </a:r>
              <a:endParaRPr sz="700">
                <a:latin typeface="Roboto"/>
                <a:ea typeface="Roboto"/>
                <a:cs typeface="Roboto"/>
                <a:sym typeface="Roboto"/>
              </a:endParaRPr>
            </a:p>
          </p:txBody>
        </p:sp>
        <p:sp>
          <p:nvSpPr>
            <p:cNvPr id="16952" name="Google Shape;16952;p294"/>
            <p:cNvSpPr/>
            <p:nvPr/>
          </p:nvSpPr>
          <p:spPr>
            <a:xfrm>
              <a:off x="3646236" y="1853377"/>
              <a:ext cx="6333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8200" lIns="78200" spcFirstLastPara="1" rIns="78200" wrap="square" tIns="78200">
              <a:noAutofit/>
            </a:bodyPr>
            <a:lstStyle/>
            <a:p>
              <a:pPr indent="0" lvl="0" marL="0" rtl="0" algn="l">
                <a:spcBef>
                  <a:spcPts val="0"/>
                </a:spcBef>
                <a:spcAft>
                  <a:spcPts val="0"/>
                </a:spcAft>
                <a:buNone/>
              </a:pPr>
              <a:r>
                <a:t/>
              </a:r>
              <a:endParaRPr sz="500">
                <a:latin typeface="Roboto"/>
                <a:ea typeface="Roboto"/>
                <a:cs typeface="Roboto"/>
                <a:sym typeface="Roboto"/>
              </a:endParaRPr>
            </a:p>
          </p:txBody>
        </p:sp>
        <p:sp>
          <p:nvSpPr>
            <p:cNvPr id="16953" name="Google Shape;16953;p294"/>
            <p:cNvSpPr/>
            <p:nvPr/>
          </p:nvSpPr>
          <p:spPr>
            <a:xfrm>
              <a:off x="3646236" y="2229879"/>
              <a:ext cx="6333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8200" lIns="78200" spcFirstLastPara="1" rIns="78200" wrap="square" tIns="78200">
              <a:noAutofit/>
            </a:bodyPr>
            <a:lstStyle/>
            <a:p>
              <a:pPr indent="0" lvl="0" marL="0" rtl="0" algn="l">
                <a:spcBef>
                  <a:spcPts val="0"/>
                </a:spcBef>
                <a:spcAft>
                  <a:spcPts val="0"/>
                </a:spcAft>
                <a:buNone/>
              </a:pPr>
              <a:r>
                <a:t/>
              </a:r>
              <a:endParaRPr sz="500">
                <a:latin typeface="Roboto"/>
                <a:ea typeface="Roboto"/>
                <a:cs typeface="Roboto"/>
                <a:sym typeface="Roboto"/>
              </a:endParaRPr>
            </a:p>
          </p:txBody>
        </p:sp>
        <p:sp>
          <p:nvSpPr>
            <p:cNvPr id="16954" name="Google Shape;16954;p294"/>
            <p:cNvSpPr/>
            <p:nvPr/>
          </p:nvSpPr>
          <p:spPr>
            <a:xfrm>
              <a:off x="4349786" y="1075528"/>
              <a:ext cx="13251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61600" lIns="61600" spcFirstLastPara="1" rIns="61600" wrap="square" tIns="61600">
              <a:noAutofit/>
            </a:bodyPr>
            <a:lstStyle/>
            <a:p>
              <a:pPr indent="0" lvl="0" marL="0" rtl="0" algn="l">
                <a:spcBef>
                  <a:spcPts val="0"/>
                </a:spcBef>
                <a:spcAft>
                  <a:spcPts val="0"/>
                </a:spcAft>
                <a:buNone/>
              </a:pPr>
              <a:r>
                <a:rPr lang="es-419" sz="600">
                  <a:solidFill>
                    <a:schemeClr val="dk1"/>
                  </a:solidFill>
                </a:rPr>
                <a:t>Verificar </a:t>
              </a:r>
              <a:r>
                <a:rPr lang="es-419" sz="600">
                  <a:solidFill>
                    <a:schemeClr val="dk1"/>
                  </a:solidFill>
                </a:rPr>
                <a:t>código</a:t>
              </a:r>
              <a:r>
                <a:rPr lang="es-419" sz="600">
                  <a:solidFill>
                    <a:schemeClr val="dk1"/>
                  </a:solidFill>
                </a:rPr>
                <a:t> del pedido y producto asignado</a:t>
              </a:r>
              <a:endParaRPr sz="700">
                <a:latin typeface="Roboto"/>
                <a:ea typeface="Roboto"/>
                <a:cs typeface="Roboto"/>
                <a:sym typeface="Roboto"/>
              </a:endParaRPr>
            </a:p>
          </p:txBody>
        </p:sp>
        <p:sp>
          <p:nvSpPr>
            <p:cNvPr id="16955" name="Google Shape;16955;p294"/>
            <p:cNvSpPr/>
            <p:nvPr/>
          </p:nvSpPr>
          <p:spPr>
            <a:xfrm>
              <a:off x="4349786" y="1459971"/>
              <a:ext cx="13251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61600" lIns="61600" spcFirstLastPara="1" rIns="61600" wrap="square" tIns="61600">
              <a:noAutofit/>
            </a:bodyPr>
            <a:lstStyle/>
            <a:p>
              <a:pPr indent="0" lvl="0" marL="0" rtl="0" algn="l">
                <a:spcBef>
                  <a:spcPts val="0"/>
                </a:spcBef>
                <a:spcAft>
                  <a:spcPts val="0"/>
                </a:spcAft>
                <a:buNone/>
              </a:pPr>
              <a:r>
                <a:t/>
              </a:r>
              <a:endParaRPr sz="700">
                <a:latin typeface="Roboto"/>
                <a:ea typeface="Roboto"/>
                <a:cs typeface="Roboto"/>
                <a:sym typeface="Roboto"/>
              </a:endParaRPr>
            </a:p>
          </p:txBody>
        </p:sp>
        <p:sp>
          <p:nvSpPr>
            <p:cNvPr id="16956" name="Google Shape;16956;p294"/>
            <p:cNvSpPr/>
            <p:nvPr/>
          </p:nvSpPr>
          <p:spPr>
            <a:xfrm>
              <a:off x="4349786" y="1853372"/>
              <a:ext cx="13251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61600" lIns="61600" spcFirstLastPara="1" rIns="61600" wrap="square" tIns="61600">
              <a:noAutofit/>
            </a:bodyPr>
            <a:lstStyle/>
            <a:p>
              <a:pPr indent="0" lvl="0" marL="0" rtl="0" algn="l">
                <a:spcBef>
                  <a:spcPts val="0"/>
                </a:spcBef>
                <a:spcAft>
                  <a:spcPts val="0"/>
                </a:spcAft>
                <a:buNone/>
              </a:pPr>
              <a:r>
                <a:t/>
              </a:r>
              <a:endParaRPr sz="700">
                <a:latin typeface="Roboto"/>
                <a:ea typeface="Roboto"/>
                <a:cs typeface="Roboto"/>
                <a:sym typeface="Roboto"/>
              </a:endParaRPr>
            </a:p>
          </p:txBody>
        </p:sp>
        <p:sp>
          <p:nvSpPr>
            <p:cNvPr id="16957" name="Google Shape;16957;p294"/>
            <p:cNvSpPr/>
            <p:nvPr/>
          </p:nvSpPr>
          <p:spPr>
            <a:xfrm>
              <a:off x="4349786" y="2239831"/>
              <a:ext cx="13251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61600" lIns="61600" spcFirstLastPara="1" rIns="61600" wrap="square" tIns="61600">
              <a:noAutofit/>
            </a:bodyPr>
            <a:lstStyle/>
            <a:p>
              <a:pPr indent="0" lvl="0" marL="0" rtl="0" algn="l">
                <a:spcBef>
                  <a:spcPts val="0"/>
                </a:spcBef>
                <a:spcAft>
                  <a:spcPts val="0"/>
                </a:spcAft>
                <a:buNone/>
              </a:pPr>
              <a:r>
                <a:rPr lang="es-419" sz="700">
                  <a:latin typeface="Roboto"/>
                  <a:ea typeface="Roboto"/>
                  <a:cs typeface="Roboto"/>
                  <a:sym typeface="Roboto"/>
                </a:rPr>
                <a:t>&lt;...&gt;</a:t>
              </a:r>
              <a:endParaRPr sz="700">
                <a:latin typeface="Roboto"/>
                <a:ea typeface="Roboto"/>
                <a:cs typeface="Roboto"/>
                <a:sym typeface="Roboto"/>
              </a:endParaRPr>
            </a:p>
          </p:txBody>
        </p:sp>
        <p:sp>
          <p:nvSpPr>
            <p:cNvPr id="16958" name="Google Shape;16958;p294"/>
            <p:cNvSpPr/>
            <p:nvPr/>
          </p:nvSpPr>
          <p:spPr>
            <a:xfrm>
              <a:off x="2704756" y="1461628"/>
              <a:ext cx="8817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8200" lIns="78200" spcFirstLastPara="1" rIns="78200" wrap="square" tIns="78200">
              <a:noAutofit/>
            </a:bodyPr>
            <a:lstStyle/>
            <a:p>
              <a:pPr indent="0" lvl="0" marL="0" rtl="0" algn="l">
                <a:spcBef>
                  <a:spcPts val="0"/>
                </a:spcBef>
                <a:spcAft>
                  <a:spcPts val="0"/>
                </a:spcAft>
                <a:buNone/>
              </a:pPr>
              <a:r>
                <a:t/>
              </a:r>
              <a:endParaRPr sz="500">
                <a:latin typeface="Roboto"/>
                <a:ea typeface="Roboto"/>
                <a:cs typeface="Roboto"/>
                <a:sym typeface="Roboto"/>
              </a:endParaRPr>
            </a:p>
          </p:txBody>
        </p:sp>
        <p:sp>
          <p:nvSpPr>
            <p:cNvPr id="16959" name="Google Shape;16959;p294"/>
            <p:cNvSpPr txBox="1"/>
            <p:nvPr/>
          </p:nvSpPr>
          <p:spPr>
            <a:xfrm>
              <a:off x="4463036" y="557328"/>
              <a:ext cx="1098600" cy="4653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b="1" lang="es-419" sz="700">
                  <a:latin typeface="Arvo"/>
                  <a:ea typeface="Arvo"/>
                  <a:cs typeface="Arvo"/>
                  <a:sym typeface="Arvo"/>
                </a:rPr>
                <a:t>Acción interactiva:</a:t>
              </a:r>
              <a:endParaRPr b="1" sz="700">
                <a:latin typeface="Arvo"/>
                <a:ea typeface="Arvo"/>
                <a:cs typeface="Arvo"/>
                <a:sym typeface="Arvo"/>
              </a:endParaRPr>
            </a:p>
            <a:p>
              <a:pPr indent="0" lvl="0" marL="0" rtl="0" algn="ctr">
                <a:spcBef>
                  <a:spcPts val="0"/>
                </a:spcBef>
                <a:spcAft>
                  <a:spcPts val="0"/>
                </a:spcAft>
                <a:buNone/>
              </a:pPr>
              <a:r>
                <a:rPr i="1" lang="es-419" sz="500">
                  <a:latin typeface="Arvo"/>
                  <a:ea typeface="Arvo"/>
                  <a:cs typeface="Arvo"/>
                  <a:sym typeface="Arvo"/>
                </a:rPr>
                <a:t>&lt;ej: </a:t>
              </a:r>
              <a:r>
                <a:rPr i="1" lang="es-419" sz="500">
                  <a:solidFill>
                    <a:srgbClr val="000000"/>
                  </a:solidFill>
                  <a:latin typeface="Roboto"/>
                  <a:ea typeface="Roboto"/>
                  <a:cs typeface="Roboto"/>
                  <a:sym typeface="Roboto"/>
                </a:rPr>
                <a:t>autenticar por huella y cara</a:t>
              </a:r>
              <a:r>
                <a:rPr i="1" lang="es-419" sz="500">
                  <a:latin typeface="Arvo"/>
                  <a:ea typeface="Arvo"/>
                  <a:cs typeface="Arvo"/>
                  <a:sym typeface="Arvo"/>
                </a:rPr>
                <a:t>&gt;</a:t>
              </a:r>
              <a:endParaRPr i="1" sz="500">
                <a:latin typeface="Arvo"/>
                <a:ea typeface="Arvo"/>
                <a:cs typeface="Arvo"/>
                <a:sym typeface="Arvo"/>
              </a:endParaRPr>
            </a:p>
          </p:txBody>
        </p:sp>
        <p:sp>
          <p:nvSpPr>
            <p:cNvPr id="16960" name="Google Shape;16960;p294"/>
            <p:cNvSpPr txBox="1"/>
            <p:nvPr/>
          </p:nvSpPr>
          <p:spPr>
            <a:xfrm>
              <a:off x="3639736" y="557328"/>
              <a:ext cx="702600" cy="4653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b="1" lang="es-419" sz="700">
                  <a:latin typeface="Arvo"/>
                  <a:ea typeface="Arvo"/>
                  <a:cs typeface="Arvo"/>
                  <a:sym typeface="Arvo"/>
                </a:rPr>
                <a:t>Punto de contacto</a:t>
              </a:r>
              <a:endParaRPr sz="700">
                <a:latin typeface="Arvo"/>
                <a:ea typeface="Arvo"/>
                <a:cs typeface="Arvo"/>
                <a:sym typeface="Arvo"/>
              </a:endParaRPr>
            </a:p>
          </p:txBody>
        </p:sp>
        <p:sp>
          <p:nvSpPr>
            <p:cNvPr id="16961" name="Google Shape;16961;p294"/>
            <p:cNvSpPr txBox="1"/>
            <p:nvPr/>
          </p:nvSpPr>
          <p:spPr>
            <a:xfrm>
              <a:off x="2784273" y="568049"/>
              <a:ext cx="702600" cy="4653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b="1" lang="es-419" sz="700">
                  <a:latin typeface="Arvo"/>
                  <a:ea typeface="Arvo"/>
                  <a:cs typeface="Arvo"/>
                  <a:sym typeface="Arvo"/>
                </a:rPr>
                <a:t>Rol</a:t>
              </a:r>
              <a:endParaRPr sz="700">
                <a:latin typeface="Arvo"/>
                <a:ea typeface="Arvo"/>
                <a:cs typeface="Arvo"/>
                <a:sym typeface="Arvo"/>
              </a:endParaRPr>
            </a:p>
          </p:txBody>
        </p:sp>
        <p:pic>
          <p:nvPicPr>
            <p:cNvPr id="16962" name="Google Shape;16962;p294"/>
            <p:cNvPicPr preferRelativeResize="0"/>
            <p:nvPr/>
          </p:nvPicPr>
          <p:blipFill rotWithShape="1">
            <a:blip r:embed="rId3">
              <a:alphaModFix/>
            </a:blip>
            <a:srcRect b="-868" l="16515" r="66426" t="66946"/>
            <a:stretch/>
          </p:blipFill>
          <p:spPr>
            <a:xfrm>
              <a:off x="2782507" y="825772"/>
              <a:ext cx="702701" cy="702700"/>
            </a:xfrm>
            <a:prstGeom prst="rect">
              <a:avLst/>
            </a:prstGeom>
            <a:noFill/>
            <a:ln>
              <a:noFill/>
            </a:ln>
          </p:spPr>
        </p:pic>
        <p:sp>
          <p:nvSpPr>
            <p:cNvPr id="16963" name="Google Shape;16963;p294"/>
            <p:cNvSpPr txBox="1"/>
            <p:nvPr/>
          </p:nvSpPr>
          <p:spPr>
            <a:xfrm>
              <a:off x="2782511" y="1476053"/>
              <a:ext cx="761100" cy="232500"/>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s-419" sz="700"/>
                <a:t>Auxiliar bodega</a:t>
              </a:r>
              <a:endParaRPr sz="700"/>
            </a:p>
          </p:txBody>
        </p:sp>
        <p:sp>
          <p:nvSpPr>
            <p:cNvPr id="16964" name="Google Shape;16964;p294"/>
            <p:cNvSpPr txBox="1"/>
            <p:nvPr/>
          </p:nvSpPr>
          <p:spPr>
            <a:xfrm>
              <a:off x="2704760" y="1669653"/>
              <a:ext cx="964800" cy="232500"/>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t/>
              </a:r>
              <a:endParaRPr b="1" sz="700">
                <a:latin typeface="Arvo"/>
                <a:ea typeface="Arvo"/>
                <a:cs typeface="Arvo"/>
                <a:sym typeface="Arvo"/>
              </a:endParaRPr>
            </a:p>
            <a:p>
              <a:pPr indent="0" lvl="0" marL="0" rtl="0" algn="ctr">
                <a:spcBef>
                  <a:spcPts val="0"/>
                </a:spcBef>
                <a:spcAft>
                  <a:spcPts val="0"/>
                </a:spcAft>
                <a:buNone/>
              </a:pPr>
              <a:r>
                <a:rPr i="1" lang="es-419" sz="500">
                  <a:latin typeface="Arvo"/>
                  <a:ea typeface="Arvo"/>
                  <a:cs typeface="Arvo"/>
                  <a:sym typeface="Arvo"/>
                </a:rPr>
                <a:t>&lt;ej: conductor&gt;</a:t>
              </a:r>
              <a:endParaRPr i="1" sz="500">
                <a:latin typeface="Arvo"/>
                <a:ea typeface="Arvo"/>
                <a:cs typeface="Arvo"/>
                <a:sym typeface="Arvo"/>
              </a:endParaRPr>
            </a:p>
          </p:txBody>
        </p:sp>
      </p:grpSp>
      <p:grpSp>
        <p:nvGrpSpPr>
          <p:cNvPr id="16965" name="Google Shape;16965;p294"/>
          <p:cNvGrpSpPr/>
          <p:nvPr/>
        </p:nvGrpSpPr>
        <p:grpSpPr>
          <a:xfrm>
            <a:off x="6815889" y="4215341"/>
            <a:ext cx="2810831" cy="2161925"/>
            <a:chOff x="2640436" y="-87872"/>
            <a:chExt cx="3098700" cy="2874900"/>
          </a:xfrm>
        </p:grpSpPr>
        <p:sp>
          <p:nvSpPr>
            <p:cNvPr id="16966" name="Google Shape;16966;p294"/>
            <p:cNvSpPr/>
            <p:nvPr/>
          </p:nvSpPr>
          <p:spPr>
            <a:xfrm>
              <a:off x="2640436" y="-87872"/>
              <a:ext cx="3098700" cy="2874900"/>
            </a:xfrm>
            <a:prstGeom prst="roundRect">
              <a:avLst>
                <a:gd fmla="val 3233" name="adj"/>
              </a:avLst>
            </a:prstGeom>
            <a:solidFill>
              <a:srgbClr val="FFFFFF"/>
            </a:solidFill>
            <a:ln cap="flat" cmpd="sng" w="9525">
              <a:solidFill>
                <a:srgbClr val="EFEFEF"/>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t" bIns="15400" lIns="15400" spcFirstLastPara="1" rIns="15400" wrap="square" tIns="15400">
              <a:noAutofit/>
            </a:bodyPr>
            <a:lstStyle/>
            <a:p>
              <a:pPr indent="0" lvl="0" marL="0" rtl="0" algn="ctr">
                <a:spcBef>
                  <a:spcPts val="0"/>
                </a:spcBef>
                <a:spcAft>
                  <a:spcPts val="0"/>
                </a:spcAft>
                <a:buNone/>
              </a:pPr>
              <a:r>
                <a:rPr b="1" i="1" lang="es-419" sz="800">
                  <a:solidFill>
                    <a:srgbClr val="434343"/>
                  </a:solidFill>
                </a:rPr>
                <a:t>Puntos de Automatización</a:t>
              </a:r>
              <a:endParaRPr b="1" i="1" sz="800">
                <a:solidFill>
                  <a:srgbClr val="434343"/>
                </a:solidFill>
              </a:endParaRPr>
            </a:p>
          </p:txBody>
        </p:sp>
        <p:sp>
          <p:nvSpPr>
            <p:cNvPr id="16967" name="Google Shape;16967;p294"/>
            <p:cNvSpPr txBox="1"/>
            <p:nvPr/>
          </p:nvSpPr>
          <p:spPr>
            <a:xfrm>
              <a:off x="2820612" y="182753"/>
              <a:ext cx="1098600" cy="232500"/>
            </a:xfrm>
            <a:prstGeom prst="rect">
              <a:avLst/>
            </a:prstGeom>
            <a:noFill/>
            <a:ln>
              <a:noFill/>
            </a:ln>
          </p:spPr>
          <p:txBody>
            <a:bodyPr anchorCtr="0" anchor="ctr" bIns="0" lIns="0" spcFirstLastPara="1" rIns="0" wrap="square" tIns="0">
              <a:noAutofit/>
            </a:bodyPr>
            <a:lstStyle/>
            <a:p>
              <a:pPr indent="0" lvl="0" marL="0" rtl="0" algn="r">
                <a:spcBef>
                  <a:spcPts val="0"/>
                </a:spcBef>
                <a:spcAft>
                  <a:spcPts val="0"/>
                </a:spcAft>
                <a:buNone/>
              </a:pPr>
              <a:r>
                <a:rPr lang="es-419" sz="700">
                  <a:latin typeface="Arvo"/>
                  <a:ea typeface="Arvo"/>
                  <a:cs typeface="Arvo"/>
                  <a:sym typeface="Arvo"/>
                </a:rPr>
                <a:t>Actividad de Negocio</a:t>
              </a:r>
              <a:endParaRPr sz="700">
                <a:latin typeface="Arvo"/>
                <a:ea typeface="Arvo"/>
                <a:cs typeface="Arvo"/>
                <a:sym typeface="Arvo"/>
              </a:endParaRPr>
            </a:p>
            <a:p>
              <a:pPr indent="0" lvl="0" marL="0" rtl="0" algn="r">
                <a:spcBef>
                  <a:spcPts val="0"/>
                </a:spcBef>
                <a:spcAft>
                  <a:spcPts val="0"/>
                </a:spcAft>
                <a:buNone/>
              </a:pPr>
              <a:r>
                <a:rPr i="1" lang="es-419" sz="500">
                  <a:latin typeface="Arvo"/>
                  <a:ea typeface="Arvo"/>
                  <a:cs typeface="Arvo"/>
                  <a:sym typeface="Arvo"/>
                </a:rPr>
                <a:t>&lt;ej: Identificarse&gt;</a:t>
              </a:r>
              <a:endParaRPr i="1" sz="500">
                <a:latin typeface="Arvo"/>
                <a:ea typeface="Arvo"/>
                <a:cs typeface="Arvo"/>
                <a:sym typeface="Arvo"/>
              </a:endParaRPr>
            </a:p>
          </p:txBody>
        </p:sp>
        <p:sp>
          <p:nvSpPr>
            <p:cNvPr id="16968" name="Google Shape;16968;p294"/>
            <p:cNvSpPr/>
            <p:nvPr/>
          </p:nvSpPr>
          <p:spPr>
            <a:xfrm>
              <a:off x="3951036" y="159603"/>
              <a:ext cx="17313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8200" lIns="78200" spcFirstLastPara="1" rIns="78200" wrap="square" tIns="78200">
              <a:noAutofit/>
            </a:bodyPr>
            <a:lstStyle/>
            <a:p>
              <a:pPr indent="0" lvl="0" marL="0" rtl="0" algn="l">
                <a:spcBef>
                  <a:spcPts val="0"/>
                </a:spcBef>
                <a:spcAft>
                  <a:spcPts val="0"/>
                </a:spcAft>
                <a:buNone/>
              </a:pPr>
              <a:r>
                <a:t/>
              </a:r>
              <a:endParaRPr sz="500">
                <a:latin typeface="Roboto"/>
                <a:ea typeface="Roboto"/>
                <a:cs typeface="Roboto"/>
                <a:sym typeface="Roboto"/>
              </a:endParaRPr>
            </a:p>
          </p:txBody>
        </p:sp>
        <p:sp>
          <p:nvSpPr>
            <p:cNvPr id="16969" name="Google Shape;16969;p294"/>
            <p:cNvSpPr txBox="1"/>
            <p:nvPr/>
          </p:nvSpPr>
          <p:spPr>
            <a:xfrm>
              <a:off x="3962886" y="142103"/>
              <a:ext cx="1731300" cy="351900"/>
            </a:xfrm>
            <a:prstGeom prst="rect">
              <a:avLst/>
            </a:prstGeom>
            <a:noFill/>
            <a:ln>
              <a:noFill/>
            </a:ln>
          </p:spPr>
          <p:txBody>
            <a:bodyPr anchorCtr="0" anchor="ctr" bIns="15400" lIns="15400" spcFirstLastPara="1" rIns="15400" wrap="square" tIns="15400">
              <a:noAutofit/>
            </a:bodyPr>
            <a:lstStyle/>
            <a:p>
              <a:pPr indent="0" lvl="0" marL="0" rtl="0" algn="l">
                <a:spcBef>
                  <a:spcPts val="0"/>
                </a:spcBef>
                <a:spcAft>
                  <a:spcPts val="0"/>
                </a:spcAft>
                <a:buNone/>
              </a:pPr>
              <a:r>
                <a:rPr b="1" lang="es-419" sz="700">
                  <a:solidFill>
                    <a:schemeClr val="dk1"/>
                  </a:solidFill>
                </a:rPr>
                <a:t>Actualizar estado del pedido</a:t>
              </a:r>
              <a:r>
                <a:rPr b="1" lang="es-419" sz="700">
                  <a:solidFill>
                    <a:schemeClr val="dk1"/>
                  </a:solidFill>
                </a:rPr>
                <a:t> </a:t>
              </a:r>
              <a:endParaRPr/>
            </a:p>
          </p:txBody>
        </p:sp>
        <p:sp>
          <p:nvSpPr>
            <p:cNvPr id="16970" name="Google Shape;16970;p294"/>
            <p:cNvSpPr/>
            <p:nvPr/>
          </p:nvSpPr>
          <p:spPr>
            <a:xfrm>
              <a:off x="3646236" y="1459979"/>
              <a:ext cx="6333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8200" lIns="78200" spcFirstLastPara="1" rIns="78200" wrap="square" tIns="78200">
              <a:noAutofit/>
            </a:bodyPr>
            <a:lstStyle/>
            <a:p>
              <a:pPr indent="0" lvl="0" marL="0" rtl="0" algn="l">
                <a:spcBef>
                  <a:spcPts val="0"/>
                </a:spcBef>
                <a:spcAft>
                  <a:spcPts val="0"/>
                </a:spcAft>
                <a:buNone/>
              </a:pPr>
              <a:r>
                <a:rPr lang="es-419" sz="600">
                  <a:solidFill>
                    <a:schemeClr val="dk1"/>
                  </a:solidFill>
                </a:rPr>
                <a:t>Plataforma de pedidos</a:t>
              </a:r>
              <a:endParaRPr sz="500">
                <a:latin typeface="Roboto"/>
                <a:ea typeface="Roboto"/>
                <a:cs typeface="Roboto"/>
                <a:sym typeface="Roboto"/>
              </a:endParaRPr>
            </a:p>
          </p:txBody>
        </p:sp>
        <p:sp>
          <p:nvSpPr>
            <p:cNvPr id="16971" name="Google Shape;16971;p294"/>
            <p:cNvSpPr/>
            <p:nvPr/>
          </p:nvSpPr>
          <p:spPr>
            <a:xfrm>
              <a:off x="3646236" y="1075527"/>
              <a:ext cx="6333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8200" lIns="78200" spcFirstLastPara="1" rIns="78200" wrap="square" tIns="78200">
              <a:noAutofit/>
            </a:bodyPr>
            <a:lstStyle/>
            <a:p>
              <a:pPr indent="0" lvl="0" marL="0" rtl="0" algn="l">
                <a:spcBef>
                  <a:spcPts val="0"/>
                </a:spcBef>
                <a:spcAft>
                  <a:spcPts val="0"/>
                </a:spcAft>
                <a:buNone/>
              </a:pPr>
              <a:r>
                <a:t/>
              </a:r>
              <a:endParaRPr sz="500">
                <a:latin typeface="Roboto"/>
                <a:ea typeface="Roboto"/>
                <a:cs typeface="Roboto"/>
                <a:sym typeface="Roboto"/>
              </a:endParaRPr>
            </a:p>
          </p:txBody>
        </p:sp>
        <p:sp>
          <p:nvSpPr>
            <p:cNvPr id="16972" name="Google Shape;16972;p294"/>
            <p:cNvSpPr/>
            <p:nvPr/>
          </p:nvSpPr>
          <p:spPr>
            <a:xfrm>
              <a:off x="3646236" y="1853377"/>
              <a:ext cx="6333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8200" lIns="78200" spcFirstLastPara="1" rIns="78200" wrap="square" tIns="78200">
              <a:noAutofit/>
            </a:bodyPr>
            <a:lstStyle/>
            <a:p>
              <a:pPr indent="0" lvl="0" marL="0" rtl="0" algn="l">
                <a:spcBef>
                  <a:spcPts val="0"/>
                </a:spcBef>
                <a:spcAft>
                  <a:spcPts val="0"/>
                </a:spcAft>
                <a:buNone/>
              </a:pPr>
              <a:r>
                <a:t/>
              </a:r>
              <a:endParaRPr sz="500">
                <a:latin typeface="Roboto"/>
                <a:ea typeface="Roboto"/>
                <a:cs typeface="Roboto"/>
                <a:sym typeface="Roboto"/>
              </a:endParaRPr>
            </a:p>
          </p:txBody>
        </p:sp>
        <p:sp>
          <p:nvSpPr>
            <p:cNvPr id="16973" name="Google Shape;16973;p294"/>
            <p:cNvSpPr/>
            <p:nvPr/>
          </p:nvSpPr>
          <p:spPr>
            <a:xfrm>
              <a:off x="3646236" y="2229879"/>
              <a:ext cx="6333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8200" lIns="78200" spcFirstLastPara="1" rIns="78200" wrap="square" tIns="78200">
              <a:noAutofit/>
            </a:bodyPr>
            <a:lstStyle/>
            <a:p>
              <a:pPr indent="0" lvl="0" marL="0" rtl="0" algn="l">
                <a:spcBef>
                  <a:spcPts val="0"/>
                </a:spcBef>
                <a:spcAft>
                  <a:spcPts val="0"/>
                </a:spcAft>
                <a:buNone/>
              </a:pPr>
              <a:r>
                <a:t/>
              </a:r>
              <a:endParaRPr sz="500">
                <a:latin typeface="Roboto"/>
                <a:ea typeface="Roboto"/>
                <a:cs typeface="Roboto"/>
                <a:sym typeface="Roboto"/>
              </a:endParaRPr>
            </a:p>
          </p:txBody>
        </p:sp>
        <p:sp>
          <p:nvSpPr>
            <p:cNvPr id="16974" name="Google Shape;16974;p294"/>
            <p:cNvSpPr/>
            <p:nvPr/>
          </p:nvSpPr>
          <p:spPr>
            <a:xfrm>
              <a:off x="4349786" y="1075528"/>
              <a:ext cx="13251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61600" lIns="61600" spcFirstLastPara="1" rIns="61600" wrap="square" tIns="61600">
              <a:noAutofit/>
            </a:bodyPr>
            <a:lstStyle/>
            <a:p>
              <a:pPr indent="0" lvl="0" marL="0" rtl="0" algn="l">
                <a:spcBef>
                  <a:spcPts val="0"/>
                </a:spcBef>
                <a:spcAft>
                  <a:spcPts val="0"/>
                </a:spcAft>
                <a:buNone/>
              </a:pPr>
              <a:r>
                <a:t/>
              </a:r>
              <a:endParaRPr sz="700">
                <a:latin typeface="Roboto"/>
                <a:ea typeface="Roboto"/>
                <a:cs typeface="Roboto"/>
                <a:sym typeface="Roboto"/>
              </a:endParaRPr>
            </a:p>
          </p:txBody>
        </p:sp>
        <p:sp>
          <p:nvSpPr>
            <p:cNvPr id="16975" name="Google Shape;16975;p294"/>
            <p:cNvSpPr/>
            <p:nvPr/>
          </p:nvSpPr>
          <p:spPr>
            <a:xfrm>
              <a:off x="4349786" y="1459971"/>
              <a:ext cx="13251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61600" lIns="61600" spcFirstLastPara="1" rIns="61600" wrap="square" tIns="61600">
              <a:noAutofit/>
            </a:bodyPr>
            <a:lstStyle/>
            <a:p>
              <a:pPr indent="0" lvl="0" marL="0" rtl="0" algn="l">
                <a:spcBef>
                  <a:spcPts val="0"/>
                </a:spcBef>
                <a:spcAft>
                  <a:spcPts val="0"/>
                </a:spcAft>
                <a:buNone/>
              </a:pPr>
              <a:r>
                <a:rPr lang="es-419" sz="600">
                  <a:solidFill>
                    <a:schemeClr val="dk1"/>
                  </a:solidFill>
                </a:rPr>
                <a:t>Cambiar estado a “ Entregado “</a:t>
              </a:r>
              <a:endParaRPr sz="700">
                <a:latin typeface="Roboto"/>
                <a:ea typeface="Roboto"/>
                <a:cs typeface="Roboto"/>
                <a:sym typeface="Roboto"/>
              </a:endParaRPr>
            </a:p>
          </p:txBody>
        </p:sp>
        <p:sp>
          <p:nvSpPr>
            <p:cNvPr id="16976" name="Google Shape;16976;p294"/>
            <p:cNvSpPr/>
            <p:nvPr/>
          </p:nvSpPr>
          <p:spPr>
            <a:xfrm>
              <a:off x="4349786" y="1853372"/>
              <a:ext cx="13251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61600" lIns="61600" spcFirstLastPara="1" rIns="61600" wrap="square" tIns="61600">
              <a:noAutofit/>
            </a:bodyPr>
            <a:lstStyle/>
            <a:p>
              <a:pPr indent="0" lvl="0" marL="0" rtl="0" algn="l">
                <a:spcBef>
                  <a:spcPts val="0"/>
                </a:spcBef>
                <a:spcAft>
                  <a:spcPts val="0"/>
                </a:spcAft>
                <a:buNone/>
              </a:pPr>
              <a:r>
                <a:t/>
              </a:r>
              <a:endParaRPr sz="700">
                <a:latin typeface="Roboto"/>
                <a:ea typeface="Roboto"/>
                <a:cs typeface="Roboto"/>
                <a:sym typeface="Roboto"/>
              </a:endParaRPr>
            </a:p>
          </p:txBody>
        </p:sp>
        <p:sp>
          <p:nvSpPr>
            <p:cNvPr id="16977" name="Google Shape;16977;p294"/>
            <p:cNvSpPr/>
            <p:nvPr/>
          </p:nvSpPr>
          <p:spPr>
            <a:xfrm>
              <a:off x="4349786" y="2239831"/>
              <a:ext cx="13251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61600" lIns="61600" spcFirstLastPara="1" rIns="61600" wrap="square" tIns="61600">
              <a:noAutofit/>
            </a:bodyPr>
            <a:lstStyle/>
            <a:p>
              <a:pPr indent="0" lvl="0" marL="0" rtl="0" algn="l">
                <a:spcBef>
                  <a:spcPts val="0"/>
                </a:spcBef>
                <a:spcAft>
                  <a:spcPts val="0"/>
                </a:spcAft>
                <a:buNone/>
              </a:pPr>
              <a:r>
                <a:rPr lang="es-419" sz="700">
                  <a:latin typeface="Roboto"/>
                  <a:ea typeface="Roboto"/>
                  <a:cs typeface="Roboto"/>
                  <a:sym typeface="Roboto"/>
                </a:rPr>
                <a:t>&lt;...&gt;</a:t>
              </a:r>
              <a:endParaRPr sz="700">
                <a:latin typeface="Roboto"/>
                <a:ea typeface="Roboto"/>
                <a:cs typeface="Roboto"/>
                <a:sym typeface="Roboto"/>
              </a:endParaRPr>
            </a:p>
          </p:txBody>
        </p:sp>
        <p:sp>
          <p:nvSpPr>
            <p:cNvPr id="16978" name="Google Shape;16978;p294"/>
            <p:cNvSpPr/>
            <p:nvPr/>
          </p:nvSpPr>
          <p:spPr>
            <a:xfrm>
              <a:off x="2704756" y="1461628"/>
              <a:ext cx="8817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8200" lIns="78200" spcFirstLastPara="1" rIns="78200" wrap="square" tIns="78200">
              <a:noAutofit/>
            </a:bodyPr>
            <a:lstStyle/>
            <a:p>
              <a:pPr indent="0" lvl="0" marL="0" rtl="0" algn="l">
                <a:spcBef>
                  <a:spcPts val="0"/>
                </a:spcBef>
                <a:spcAft>
                  <a:spcPts val="0"/>
                </a:spcAft>
                <a:buNone/>
              </a:pPr>
              <a:r>
                <a:t/>
              </a:r>
              <a:endParaRPr sz="500">
                <a:latin typeface="Roboto"/>
                <a:ea typeface="Roboto"/>
                <a:cs typeface="Roboto"/>
                <a:sym typeface="Roboto"/>
              </a:endParaRPr>
            </a:p>
          </p:txBody>
        </p:sp>
        <p:sp>
          <p:nvSpPr>
            <p:cNvPr id="16979" name="Google Shape;16979;p294"/>
            <p:cNvSpPr txBox="1"/>
            <p:nvPr/>
          </p:nvSpPr>
          <p:spPr>
            <a:xfrm>
              <a:off x="4463036" y="557328"/>
              <a:ext cx="1098600" cy="4653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b="1" lang="es-419" sz="700">
                  <a:latin typeface="Arvo"/>
                  <a:ea typeface="Arvo"/>
                  <a:cs typeface="Arvo"/>
                  <a:sym typeface="Arvo"/>
                </a:rPr>
                <a:t>Acción interactiva:</a:t>
              </a:r>
              <a:endParaRPr b="1" sz="700">
                <a:latin typeface="Arvo"/>
                <a:ea typeface="Arvo"/>
                <a:cs typeface="Arvo"/>
                <a:sym typeface="Arvo"/>
              </a:endParaRPr>
            </a:p>
            <a:p>
              <a:pPr indent="0" lvl="0" marL="0" rtl="0" algn="ctr">
                <a:spcBef>
                  <a:spcPts val="0"/>
                </a:spcBef>
                <a:spcAft>
                  <a:spcPts val="0"/>
                </a:spcAft>
                <a:buNone/>
              </a:pPr>
              <a:r>
                <a:rPr i="1" lang="es-419" sz="500">
                  <a:latin typeface="Arvo"/>
                  <a:ea typeface="Arvo"/>
                  <a:cs typeface="Arvo"/>
                  <a:sym typeface="Arvo"/>
                </a:rPr>
                <a:t>&lt;ej: </a:t>
              </a:r>
              <a:r>
                <a:rPr i="1" lang="es-419" sz="500">
                  <a:solidFill>
                    <a:srgbClr val="000000"/>
                  </a:solidFill>
                  <a:latin typeface="Roboto"/>
                  <a:ea typeface="Roboto"/>
                  <a:cs typeface="Roboto"/>
                  <a:sym typeface="Roboto"/>
                </a:rPr>
                <a:t>autenticar por huella y cara</a:t>
              </a:r>
              <a:r>
                <a:rPr i="1" lang="es-419" sz="500">
                  <a:latin typeface="Arvo"/>
                  <a:ea typeface="Arvo"/>
                  <a:cs typeface="Arvo"/>
                  <a:sym typeface="Arvo"/>
                </a:rPr>
                <a:t>&gt;</a:t>
              </a:r>
              <a:endParaRPr i="1" sz="500">
                <a:latin typeface="Arvo"/>
                <a:ea typeface="Arvo"/>
                <a:cs typeface="Arvo"/>
                <a:sym typeface="Arvo"/>
              </a:endParaRPr>
            </a:p>
          </p:txBody>
        </p:sp>
        <p:sp>
          <p:nvSpPr>
            <p:cNvPr id="16980" name="Google Shape;16980;p294"/>
            <p:cNvSpPr txBox="1"/>
            <p:nvPr/>
          </p:nvSpPr>
          <p:spPr>
            <a:xfrm>
              <a:off x="3639736" y="557328"/>
              <a:ext cx="702600" cy="4653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b="1" lang="es-419" sz="700">
                  <a:latin typeface="Arvo"/>
                  <a:ea typeface="Arvo"/>
                  <a:cs typeface="Arvo"/>
                  <a:sym typeface="Arvo"/>
                </a:rPr>
                <a:t>Punto de contacto</a:t>
              </a:r>
              <a:endParaRPr sz="700">
                <a:latin typeface="Arvo"/>
                <a:ea typeface="Arvo"/>
                <a:cs typeface="Arvo"/>
                <a:sym typeface="Arvo"/>
              </a:endParaRPr>
            </a:p>
          </p:txBody>
        </p:sp>
        <p:sp>
          <p:nvSpPr>
            <p:cNvPr id="16981" name="Google Shape;16981;p294"/>
            <p:cNvSpPr txBox="1"/>
            <p:nvPr/>
          </p:nvSpPr>
          <p:spPr>
            <a:xfrm>
              <a:off x="2784273" y="568049"/>
              <a:ext cx="702600" cy="4653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b="1" lang="es-419" sz="700">
                  <a:latin typeface="Arvo"/>
                  <a:ea typeface="Arvo"/>
                  <a:cs typeface="Arvo"/>
                  <a:sym typeface="Arvo"/>
                </a:rPr>
                <a:t>Rol</a:t>
              </a:r>
              <a:endParaRPr sz="700">
                <a:latin typeface="Arvo"/>
                <a:ea typeface="Arvo"/>
                <a:cs typeface="Arvo"/>
                <a:sym typeface="Arvo"/>
              </a:endParaRPr>
            </a:p>
          </p:txBody>
        </p:sp>
        <p:pic>
          <p:nvPicPr>
            <p:cNvPr id="16982" name="Google Shape;16982;p294"/>
            <p:cNvPicPr preferRelativeResize="0"/>
            <p:nvPr/>
          </p:nvPicPr>
          <p:blipFill rotWithShape="1">
            <a:blip r:embed="rId3">
              <a:alphaModFix/>
            </a:blip>
            <a:srcRect b="-868" l="16515" r="66426" t="66946"/>
            <a:stretch/>
          </p:blipFill>
          <p:spPr>
            <a:xfrm>
              <a:off x="2782507" y="825772"/>
              <a:ext cx="702701" cy="702700"/>
            </a:xfrm>
            <a:prstGeom prst="rect">
              <a:avLst/>
            </a:prstGeom>
            <a:noFill/>
            <a:ln>
              <a:noFill/>
            </a:ln>
          </p:spPr>
        </p:pic>
        <p:sp>
          <p:nvSpPr>
            <p:cNvPr id="16983" name="Google Shape;16983;p294"/>
            <p:cNvSpPr txBox="1"/>
            <p:nvPr/>
          </p:nvSpPr>
          <p:spPr>
            <a:xfrm>
              <a:off x="2782511" y="1476053"/>
              <a:ext cx="761100" cy="232500"/>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b="1" lang="es-419" sz="700">
                  <a:solidFill>
                    <a:schemeClr val="dk1"/>
                  </a:solidFill>
                </a:rPr>
                <a:t>Sistema Automatizado</a:t>
              </a:r>
              <a:endParaRPr/>
            </a:p>
          </p:txBody>
        </p:sp>
        <p:sp>
          <p:nvSpPr>
            <p:cNvPr id="16984" name="Google Shape;16984;p294"/>
            <p:cNvSpPr txBox="1"/>
            <p:nvPr/>
          </p:nvSpPr>
          <p:spPr>
            <a:xfrm>
              <a:off x="2704760" y="1669653"/>
              <a:ext cx="964800" cy="232500"/>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t/>
              </a:r>
              <a:endParaRPr b="1" sz="700">
                <a:latin typeface="Arvo"/>
                <a:ea typeface="Arvo"/>
                <a:cs typeface="Arvo"/>
                <a:sym typeface="Arvo"/>
              </a:endParaRPr>
            </a:p>
            <a:p>
              <a:pPr indent="0" lvl="0" marL="0" rtl="0" algn="ctr">
                <a:spcBef>
                  <a:spcPts val="0"/>
                </a:spcBef>
                <a:spcAft>
                  <a:spcPts val="0"/>
                </a:spcAft>
                <a:buNone/>
              </a:pPr>
              <a:r>
                <a:rPr i="1" lang="es-419" sz="500">
                  <a:latin typeface="Arvo"/>
                  <a:ea typeface="Arvo"/>
                  <a:cs typeface="Arvo"/>
                  <a:sym typeface="Arvo"/>
                </a:rPr>
                <a:t>&lt;ej: conductor&gt;</a:t>
              </a:r>
              <a:endParaRPr i="1" sz="500">
                <a:latin typeface="Arvo"/>
                <a:ea typeface="Arvo"/>
                <a:cs typeface="Arvo"/>
                <a:sym typeface="Arvo"/>
              </a:endParaRPr>
            </a:p>
          </p:txBody>
        </p:sp>
      </p:grpSp>
      <p:grpSp>
        <p:nvGrpSpPr>
          <p:cNvPr id="16985" name="Google Shape;16985;p294"/>
          <p:cNvGrpSpPr/>
          <p:nvPr/>
        </p:nvGrpSpPr>
        <p:grpSpPr>
          <a:xfrm>
            <a:off x="3634576" y="4215341"/>
            <a:ext cx="2810831" cy="2161925"/>
            <a:chOff x="2640436" y="-87872"/>
            <a:chExt cx="3098700" cy="2874900"/>
          </a:xfrm>
        </p:grpSpPr>
        <p:sp>
          <p:nvSpPr>
            <p:cNvPr id="16986" name="Google Shape;16986;p294"/>
            <p:cNvSpPr/>
            <p:nvPr/>
          </p:nvSpPr>
          <p:spPr>
            <a:xfrm>
              <a:off x="2640436" y="-87872"/>
              <a:ext cx="3098700" cy="2874900"/>
            </a:xfrm>
            <a:prstGeom prst="roundRect">
              <a:avLst>
                <a:gd fmla="val 3233" name="adj"/>
              </a:avLst>
            </a:prstGeom>
            <a:solidFill>
              <a:srgbClr val="FFFFFF"/>
            </a:solidFill>
            <a:ln cap="flat" cmpd="sng" w="9525">
              <a:solidFill>
                <a:srgbClr val="EFEFEF"/>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t" bIns="15400" lIns="15400" spcFirstLastPara="1" rIns="15400" wrap="square" tIns="15400">
              <a:noAutofit/>
            </a:bodyPr>
            <a:lstStyle/>
            <a:p>
              <a:pPr indent="0" lvl="0" marL="0" rtl="0" algn="ctr">
                <a:spcBef>
                  <a:spcPts val="0"/>
                </a:spcBef>
                <a:spcAft>
                  <a:spcPts val="0"/>
                </a:spcAft>
                <a:buNone/>
              </a:pPr>
              <a:r>
                <a:rPr b="1" i="1" lang="es-419" sz="800">
                  <a:solidFill>
                    <a:srgbClr val="434343"/>
                  </a:solidFill>
                </a:rPr>
                <a:t>Puntos de Automatización</a:t>
              </a:r>
              <a:endParaRPr b="1" i="1" sz="800">
                <a:solidFill>
                  <a:srgbClr val="434343"/>
                </a:solidFill>
              </a:endParaRPr>
            </a:p>
          </p:txBody>
        </p:sp>
        <p:sp>
          <p:nvSpPr>
            <p:cNvPr id="16987" name="Google Shape;16987;p294"/>
            <p:cNvSpPr txBox="1"/>
            <p:nvPr/>
          </p:nvSpPr>
          <p:spPr>
            <a:xfrm>
              <a:off x="2820612" y="182753"/>
              <a:ext cx="1098600" cy="232500"/>
            </a:xfrm>
            <a:prstGeom prst="rect">
              <a:avLst/>
            </a:prstGeom>
            <a:noFill/>
            <a:ln>
              <a:noFill/>
            </a:ln>
          </p:spPr>
          <p:txBody>
            <a:bodyPr anchorCtr="0" anchor="ctr" bIns="0" lIns="0" spcFirstLastPara="1" rIns="0" wrap="square" tIns="0">
              <a:noAutofit/>
            </a:bodyPr>
            <a:lstStyle/>
            <a:p>
              <a:pPr indent="0" lvl="0" marL="0" rtl="0" algn="r">
                <a:spcBef>
                  <a:spcPts val="0"/>
                </a:spcBef>
                <a:spcAft>
                  <a:spcPts val="0"/>
                </a:spcAft>
                <a:buNone/>
              </a:pPr>
              <a:r>
                <a:rPr lang="es-419" sz="700">
                  <a:latin typeface="Arvo"/>
                  <a:ea typeface="Arvo"/>
                  <a:cs typeface="Arvo"/>
                  <a:sym typeface="Arvo"/>
                </a:rPr>
                <a:t>Actividad de Negocio</a:t>
              </a:r>
              <a:endParaRPr sz="700">
                <a:latin typeface="Arvo"/>
                <a:ea typeface="Arvo"/>
                <a:cs typeface="Arvo"/>
                <a:sym typeface="Arvo"/>
              </a:endParaRPr>
            </a:p>
            <a:p>
              <a:pPr indent="0" lvl="0" marL="0" rtl="0" algn="r">
                <a:spcBef>
                  <a:spcPts val="0"/>
                </a:spcBef>
                <a:spcAft>
                  <a:spcPts val="0"/>
                </a:spcAft>
                <a:buNone/>
              </a:pPr>
              <a:r>
                <a:rPr i="1" lang="es-419" sz="500">
                  <a:latin typeface="Arvo"/>
                  <a:ea typeface="Arvo"/>
                  <a:cs typeface="Arvo"/>
                  <a:sym typeface="Arvo"/>
                </a:rPr>
                <a:t>&lt;ej: Identificarse&gt;</a:t>
              </a:r>
              <a:endParaRPr i="1" sz="500">
                <a:latin typeface="Arvo"/>
                <a:ea typeface="Arvo"/>
                <a:cs typeface="Arvo"/>
                <a:sym typeface="Arvo"/>
              </a:endParaRPr>
            </a:p>
          </p:txBody>
        </p:sp>
        <p:sp>
          <p:nvSpPr>
            <p:cNvPr id="16988" name="Google Shape;16988;p294"/>
            <p:cNvSpPr/>
            <p:nvPr/>
          </p:nvSpPr>
          <p:spPr>
            <a:xfrm>
              <a:off x="3951036" y="159603"/>
              <a:ext cx="17313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8200" lIns="78200" spcFirstLastPara="1" rIns="78200" wrap="square" tIns="78200">
              <a:noAutofit/>
            </a:bodyPr>
            <a:lstStyle/>
            <a:p>
              <a:pPr indent="0" lvl="0" marL="0" rtl="0" algn="l">
                <a:spcBef>
                  <a:spcPts val="0"/>
                </a:spcBef>
                <a:spcAft>
                  <a:spcPts val="0"/>
                </a:spcAft>
                <a:buNone/>
              </a:pPr>
              <a:r>
                <a:t/>
              </a:r>
              <a:endParaRPr sz="500">
                <a:latin typeface="Roboto"/>
                <a:ea typeface="Roboto"/>
                <a:cs typeface="Roboto"/>
                <a:sym typeface="Roboto"/>
              </a:endParaRPr>
            </a:p>
          </p:txBody>
        </p:sp>
        <p:sp>
          <p:nvSpPr>
            <p:cNvPr id="16989" name="Google Shape;16989;p294"/>
            <p:cNvSpPr txBox="1"/>
            <p:nvPr/>
          </p:nvSpPr>
          <p:spPr>
            <a:xfrm>
              <a:off x="3962886" y="142103"/>
              <a:ext cx="1731300" cy="351900"/>
            </a:xfrm>
            <a:prstGeom prst="rect">
              <a:avLst/>
            </a:prstGeom>
            <a:noFill/>
            <a:ln>
              <a:noFill/>
            </a:ln>
          </p:spPr>
          <p:txBody>
            <a:bodyPr anchorCtr="0" anchor="ctr" bIns="15400" lIns="15400" spcFirstLastPara="1" rIns="15400" wrap="square" tIns="15400">
              <a:noAutofit/>
            </a:bodyPr>
            <a:lstStyle/>
            <a:p>
              <a:pPr indent="0" lvl="0" marL="0" rtl="0" algn="l">
                <a:spcBef>
                  <a:spcPts val="0"/>
                </a:spcBef>
                <a:spcAft>
                  <a:spcPts val="0"/>
                </a:spcAft>
                <a:buNone/>
              </a:pPr>
              <a:r>
                <a:rPr b="1" lang="es-419" sz="700">
                  <a:solidFill>
                    <a:schemeClr val="dk1"/>
                  </a:solidFill>
                </a:rPr>
                <a:t>Entregar producto al cliente</a:t>
              </a:r>
              <a:endParaRPr/>
            </a:p>
          </p:txBody>
        </p:sp>
        <p:sp>
          <p:nvSpPr>
            <p:cNvPr id="16990" name="Google Shape;16990;p294"/>
            <p:cNvSpPr/>
            <p:nvPr/>
          </p:nvSpPr>
          <p:spPr>
            <a:xfrm>
              <a:off x="3646236" y="1459973"/>
              <a:ext cx="6333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8200" lIns="78200" spcFirstLastPara="1" rIns="78200" wrap="square" tIns="78200">
              <a:noAutofit/>
            </a:bodyPr>
            <a:lstStyle/>
            <a:p>
              <a:pPr indent="0" lvl="0" marL="0" rtl="0" algn="l">
                <a:spcBef>
                  <a:spcPts val="0"/>
                </a:spcBef>
                <a:spcAft>
                  <a:spcPts val="0"/>
                </a:spcAft>
                <a:buNone/>
              </a:pPr>
              <a:r>
                <a:t/>
              </a:r>
              <a:endParaRPr sz="500">
                <a:latin typeface="Roboto"/>
                <a:ea typeface="Roboto"/>
                <a:cs typeface="Roboto"/>
                <a:sym typeface="Roboto"/>
              </a:endParaRPr>
            </a:p>
          </p:txBody>
        </p:sp>
        <p:sp>
          <p:nvSpPr>
            <p:cNvPr id="16991" name="Google Shape;16991;p294"/>
            <p:cNvSpPr/>
            <p:nvPr/>
          </p:nvSpPr>
          <p:spPr>
            <a:xfrm>
              <a:off x="3646236" y="1075527"/>
              <a:ext cx="6333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8200" lIns="78200" spcFirstLastPara="1" rIns="78200" wrap="square" tIns="78200">
              <a:noAutofit/>
            </a:bodyPr>
            <a:lstStyle/>
            <a:p>
              <a:pPr indent="0" lvl="0" marL="0" rtl="0" algn="l">
                <a:spcBef>
                  <a:spcPts val="0"/>
                </a:spcBef>
                <a:spcAft>
                  <a:spcPts val="0"/>
                </a:spcAft>
                <a:buNone/>
              </a:pPr>
              <a:r>
                <a:rPr lang="es-419" sz="600">
                  <a:solidFill>
                    <a:schemeClr val="dk1"/>
                  </a:solidFill>
                </a:rPr>
                <a:t>🧾 Lugar de entrega</a:t>
              </a:r>
              <a:endParaRPr sz="500">
                <a:latin typeface="Roboto"/>
                <a:ea typeface="Roboto"/>
                <a:cs typeface="Roboto"/>
                <a:sym typeface="Roboto"/>
              </a:endParaRPr>
            </a:p>
          </p:txBody>
        </p:sp>
        <p:sp>
          <p:nvSpPr>
            <p:cNvPr id="16992" name="Google Shape;16992;p294"/>
            <p:cNvSpPr/>
            <p:nvPr/>
          </p:nvSpPr>
          <p:spPr>
            <a:xfrm>
              <a:off x="3646236" y="1853377"/>
              <a:ext cx="6333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8200" lIns="78200" spcFirstLastPara="1" rIns="78200" wrap="square" tIns="78200">
              <a:noAutofit/>
            </a:bodyPr>
            <a:lstStyle/>
            <a:p>
              <a:pPr indent="0" lvl="0" marL="0" rtl="0" algn="l">
                <a:spcBef>
                  <a:spcPts val="0"/>
                </a:spcBef>
                <a:spcAft>
                  <a:spcPts val="0"/>
                </a:spcAft>
                <a:buNone/>
              </a:pPr>
              <a:r>
                <a:t/>
              </a:r>
              <a:endParaRPr sz="500">
                <a:latin typeface="Roboto"/>
                <a:ea typeface="Roboto"/>
                <a:cs typeface="Roboto"/>
                <a:sym typeface="Roboto"/>
              </a:endParaRPr>
            </a:p>
          </p:txBody>
        </p:sp>
        <p:sp>
          <p:nvSpPr>
            <p:cNvPr id="16993" name="Google Shape;16993;p294"/>
            <p:cNvSpPr/>
            <p:nvPr/>
          </p:nvSpPr>
          <p:spPr>
            <a:xfrm>
              <a:off x="3646236" y="2229879"/>
              <a:ext cx="6333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8200" lIns="78200" spcFirstLastPara="1" rIns="78200" wrap="square" tIns="78200">
              <a:noAutofit/>
            </a:bodyPr>
            <a:lstStyle/>
            <a:p>
              <a:pPr indent="0" lvl="0" marL="0" rtl="0" algn="l">
                <a:spcBef>
                  <a:spcPts val="0"/>
                </a:spcBef>
                <a:spcAft>
                  <a:spcPts val="0"/>
                </a:spcAft>
                <a:buNone/>
              </a:pPr>
              <a:r>
                <a:t/>
              </a:r>
              <a:endParaRPr sz="500">
                <a:latin typeface="Roboto"/>
                <a:ea typeface="Roboto"/>
                <a:cs typeface="Roboto"/>
                <a:sym typeface="Roboto"/>
              </a:endParaRPr>
            </a:p>
          </p:txBody>
        </p:sp>
        <p:sp>
          <p:nvSpPr>
            <p:cNvPr id="16994" name="Google Shape;16994;p294"/>
            <p:cNvSpPr/>
            <p:nvPr/>
          </p:nvSpPr>
          <p:spPr>
            <a:xfrm>
              <a:off x="4349786" y="1075528"/>
              <a:ext cx="13251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61600" lIns="61600" spcFirstLastPara="1" rIns="61600" wrap="square" tIns="61600">
              <a:noAutofit/>
            </a:bodyPr>
            <a:lstStyle/>
            <a:p>
              <a:pPr indent="0" lvl="0" marL="0" rtl="0" algn="l">
                <a:spcBef>
                  <a:spcPts val="0"/>
                </a:spcBef>
                <a:spcAft>
                  <a:spcPts val="0"/>
                </a:spcAft>
                <a:buNone/>
              </a:pPr>
              <a:r>
                <a:rPr lang="es-419" sz="600">
                  <a:solidFill>
                    <a:schemeClr val="dk1"/>
                  </a:solidFill>
                </a:rPr>
                <a:t>Registrar la entrega con firma o </a:t>
              </a:r>
              <a:r>
                <a:rPr lang="es-419" sz="600">
                  <a:solidFill>
                    <a:schemeClr val="dk1"/>
                  </a:solidFill>
                </a:rPr>
                <a:t>confirmación</a:t>
              </a:r>
              <a:r>
                <a:rPr lang="es-419" sz="600">
                  <a:solidFill>
                    <a:schemeClr val="dk1"/>
                  </a:solidFill>
                </a:rPr>
                <a:t> digital</a:t>
              </a:r>
              <a:endParaRPr sz="700">
                <a:latin typeface="Roboto"/>
                <a:ea typeface="Roboto"/>
                <a:cs typeface="Roboto"/>
                <a:sym typeface="Roboto"/>
              </a:endParaRPr>
            </a:p>
          </p:txBody>
        </p:sp>
        <p:sp>
          <p:nvSpPr>
            <p:cNvPr id="16995" name="Google Shape;16995;p294"/>
            <p:cNvSpPr/>
            <p:nvPr/>
          </p:nvSpPr>
          <p:spPr>
            <a:xfrm>
              <a:off x="4349786" y="1459971"/>
              <a:ext cx="13251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61600" lIns="61600" spcFirstLastPara="1" rIns="61600" wrap="square" tIns="61600">
              <a:noAutofit/>
            </a:bodyPr>
            <a:lstStyle/>
            <a:p>
              <a:pPr indent="0" lvl="0" marL="0" rtl="0" algn="l">
                <a:spcBef>
                  <a:spcPts val="0"/>
                </a:spcBef>
                <a:spcAft>
                  <a:spcPts val="0"/>
                </a:spcAft>
                <a:buNone/>
              </a:pPr>
              <a:r>
                <a:t/>
              </a:r>
              <a:endParaRPr sz="700">
                <a:latin typeface="Roboto"/>
                <a:ea typeface="Roboto"/>
                <a:cs typeface="Roboto"/>
                <a:sym typeface="Roboto"/>
              </a:endParaRPr>
            </a:p>
          </p:txBody>
        </p:sp>
        <p:sp>
          <p:nvSpPr>
            <p:cNvPr id="16996" name="Google Shape;16996;p294"/>
            <p:cNvSpPr/>
            <p:nvPr/>
          </p:nvSpPr>
          <p:spPr>
            <a:xfrm>
              <a:off x="4349786" y="1853372"/>
              <a:ext cx="13251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61600" lIns="61600" spcFirstLastPara="1" rIns="61600" wrap="square" tIns="61600">
              <a:noAutofit/>
            </a:bodyPr>
            <a:lstStyle/>
            <a:p>
              <a:pPr indent="0" lvl="0" marL="0" rtl="0" algn="l">
                <a:spcBef>
                  <a:spcPts val="0"/>
                </a:spcBef>
                <a:spcAft>
                  <a:spcPts val="0"/>
                </a:spcAft>
                <a:buNone/>
              </a:pPr>
              <a:r>
                <a:t/>
              </a:r>
              <a:endParaRPr sz="700">
                <a:latin typeface="Roboto"/>
                <a:ea typeface="Roboto"/>
                <a:cs typeface="Roboto"/>
                <a:sym typeface="Roboto"/>
              </a:endParaRPr>
            </a:p>
          </p:txBody>
        </p:sp>
        <p:sp>
          <p:nvSpPr>
            <p:cNvPr id="16997" name="Google Shape;16997;p294"/>
            <p:cNvSpPr/>
            <p:nvPr/>
          </p:nvSpPr>
          <p:spPr>
            <a:xfrm>
              <a:off x="4349786" y="2239831"/>
              <a:ext cx="13251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61600" lIns="61600" spcFirstLastPara="1" rIns="61600" wrap="square" tIns="61600">
              <a:noAutofit/>
            </a:bodyPr>
            <a:lstStyle/>
            <a:p>
              <a:pPr indent="0" lvl="0" marL="0" rtl="0" algn="l">
                <a:spcBef>
                  <a:spcPts val="0"/>
                </a:spcBef>
                <a:spcAft>
                  <a:spcPts val="0"/>
                </a:spcAft>
                <a:buNone/>
              </a:pPr>
              <a:r>
                <a:rPr lang="es-419" sz="700">
                  <a:latin typeface="Roboto"/>
                  <a:ea typeface="Roboto"/>
                  <a:cs typeface="Roboto"/>
                  <a:sym typeface="Roboto"/>
                </a:rPr>
                <a:t>&lt;...&gt;</a:t>
              </a:r>
              <a:endParaRPr sz="700">
                <a:latin typeface="Roboto"/>
                <a:ea typeface="Roboto"/>
                <a:cs typeface="Roboto"/>
                <a:sym typeface="Roboto"/>
              </a:endParaRPr>
            </a:p>
          </p:txBody>
        </p:sp>
        <p:sp>
          <p:nvSpPr>
            <p:cNvPr id="16998" name="Google Shape;16998;p294"/>
            <p:cNvSpPr/>
            <p:nvPr/>
          </p:nvSpPr>
          <p:spPr>
            <a:xfrm>
              <a:off x="2704756" y="1461628"/>
              <a:ext cx="8817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8200" lIns="78200" spcFirstLastPara="1" rIns="78200" wrap="square" tIns="78200">
              <a:noAutofit/>
            </a:bodyPr>
            <a:lstStyle/>
            <a:p>
              <a:pPr indent="0" lvl="0" marL="0" rtl="0" algn="l">
                <a:spcBef>
                  <a:spcPts val="0"/>
                </a:spcBef>
                <a:spcAft>
                  <a:spcPts val="0"/>
                </a:spcAft>
                <a:buNone/>
              </a:pPr>
              <a:r>
                <a:t/>
              </a:r>
              <a:endParaRPr sz="500">
                <a:latin typeface="Roboto"/>
                <a:ea typeface="Roboto"/>
                <a:cs typeface="Roboto"/>
                <a:sym typeface="Roboto"/>
              </a:endParaRPr>
            </a:p>
          </p:txBody>
        </p:sp>
        <p:sp>
          <p:nvSpPr>
            <p:cNvPr id="16999" name="Google Shape;16999;p294"/>
            <p:cNvSpPr txBox="1"/>
            <p:nvPr/>
          </p:nvSpPr>
          <p:spPr>
            <a:xfrm>
              <a:off x="4463036" y="557328"/>
              <a:ext cx="1098600" cy="4653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b="1" lang="es-419" sz="700">
                  <a:latin typeface="Arvo"/>
                  <a:ea typeface="Arvo"/>
                  <a:cs typeface="Arvo"/>
                  <a:sym typeface="Arvo"/>
                </a:rPr>
                <a:t>Acción interactiva:</a:t>
              </a:r>
              <a:endParaRPr b="1" sz="700">
                <a:latin typeface="Arvo"/>
                <a:ea typeface="Arvo"/>
                <a:cs typeface="Arvo"/>
                <a:sym typeface="Arvo"/>
              </a:endParaRPr>
            </a:p>
            <a:p>
              <a:pPr indent="0" lvl="0" marL="0" rtl="0" algn="ctr">
                <a:spcBef>
                  <a:spcPts val="0"/>
                </a:spcBef>
                <a:spcAft>
                  <a:spcPts val="0"/>
                </a:spcAft>
                <a:buNone/>
              </a:pPr>
              <a:r>
                <a:rPr i="1" lang="es-419" sz="500">
                  <a:latin typeface="Arvo"/>
                  <a:ea typeface="Arvo"/>
                  <a:cs typeface="Arvo"/>
                  <a:sym typeface="Arvo"/>
                </a:rPr>
                <a:t>&lt;ej: </a:t>
              </a:r>
              <a:r>
                <a:rPr i="1" lang="es-419" sz="500">
                  <a:solidFill>
                    <a:srgbClr val="000000"/>
                  </a:solidFill>
                  <a:latin typeface="Roboto"/>
                  <a:ea typeface="Roboto"/>
                  <a:cs typeface="Roboto"/>
                  <a:sym typeface="Roboto"/>
                </a:rPr>
                <a:t>autenticar por huella y cara</a:t>
              </a:r>
              <a:r>
                <a:rPr i="1" lang="es-419" sz="500">
                  <a:latin typeface="Arvo"/>
                  <a:ea typeface="Arvo"/>
                  <a:cs typeface="Arvo"/>
                  <a:sym typeface="Arvo"/>
                </a:rPr>
                <a:t>&gt;</a:t>
              </a:r>
              <a:endParaRPr i="1" sz="500">
                <a:latin typeface="Arvo"/>
                <a:ea typeface="Arvo"/>
                <a:cs typeface="Arvo"/>
                <a:sym typeface="Arvo"/>
              </a:endParaRPr>
            </a:p>
          </p:txBody>
        </p:sp>
        <p:sp>
          <p:nvSpPr>
            <p:cNvPr id="17000" name="Google Shape;17000;p294"/>
            <p:cNvSpPr txBox="1"/>
            <p:nvPr/>
          </p:nvSpPr>
          <p:spPr>
            <a:xfrm>
              <a:off x="3639736" y="557328"/>
              <a:ext cx="702600" cy="4653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b="1" lang="es-419" sz="700">
                  <a:latin typeface="Arvo"/>
                  <a:ea typeface="Arvo"/>
                  <a:cs typeface="Arvo"/>
                  <a:sym typeface="Arvo"/>
                </a:rPr>
                <a:t>Punto de contacto</a:t>
              </a:r>
              <a:endParaRPr sz="700">
                <a:latin typeface="Arvo"/>
                <a:ea typeface="Arvo"/>
                <a:cs typeface="Arvo"/>
                <a:sym typeface="Arvo"/>
              </a:endParaRPr>
            </a:p>
          </p:txBody>
        </p:sp>
        <p:sp>
          <p:nvSpPr>
            <p:cNvPr id="17001" name="Google Shape;17001;p294"/>
            <p:cNvSpPr txBox="1"/>
            <p:nvPr/>
          </p:nvSpPr>
          <p:spPr>
            <a:xfrm>
              <a:off x="2784273" y="568049"/>
              <a:ext cx="702600" cy="4653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b="1" lang="es-419" sz="700">
                  <a:latin typeface="Arvo"/>
                  <a:ea typeface="Arvo"/>
                  <a:cs typeface="Arvo"/>
                  <a:sym typeface="Arvo"/>
                </a:rPr>
                <a:t>Rol</a:t>
              </a:r>
              <a:endParaRPr sz="700">
                <a:latin typeface="Arvo"/>
                <a:ea typeface="Arvo"/>
                <a:cs typeface="Arvo"/>
                <a:sym typeface="Arvo"/>
              </a:endParaRPr>
            </a:p>
          </p:txBody>
        </p:sp>
        <p:pic>
          <p:nvPicPr>
            <p:cNvPr id="17002" name="Google Shape;17002;p294"/>
            <p:cNvPicPr preferRelativeResize="0"/>
            <p:nvPr/>
          </p:nvPicPr>
          <p:blipFill rotWithShape="1">
            <a:blip r:embed="rId3">
              <a:alphaModFix/>
            </a:blip>
            <a:srcRect b="-868" l="16515" r="66426" t="66946"/>
            <a:stretch/>
          </p:blipFill>
          <p:spPr>
            <a:xfrm>
              <a:off x="2782507" y="825772"/>
              <a:ext cx="702701" cy="702700"/>
            </a:xfrm>
            <a:prstGeom prst="rect">
              <a:avLst/>
            </a:prstGeom>
            <a:noFill/>
            <a:ln>
              <a:noFill/>
            </a:ln>
          </p:spPr>
        </p:pic>
        <p:sp>
          <p:nvSpPr>
            <p:cNvPr id="17003" name="Google Shape;17003;p294"/>
            <p:cNvSpPr txBox="1"/>
            <p:nvPr/>
          </p:nvSpPr>
          <p:spPr>
            <a:xfrm>
              <a:off x="2782511" y="1476053"/>
              <a:ext cx="761100" cy="232500"/>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s-419" sz="700">
                  <a:solidFill>
                    <a:schemeClr val="dk1"/>
                  </a:solidFill>
                </a:rPr>
                <a:t>Repartidor</a:t>
              </a:r>
              <a:endParaRPr/>
            </a:p>
          </p:txBody>
        </p:sp>
        <p:sp>
          <p:nvSpPr>
            <p:cNvPr id="17004" name="Google Shape;17004;p294"/>
            <p:cNvSpPr txBox="1"/>
            <p:nvPr/>
          </p:nvSpPr>
          <p:spPr>
            <a:xfrm>
              <a:off x="2704760" y="1669653"/>
              <a:ext cx="964800" cy="232500"/>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t/>
              </a:r>
              <a:endParaRPr b="1" sz="700">
                <a:latin typeface="Arvo"/>
                <a:ea typeface="Arvo"/>
                <a:cs typeface="Arvo"/>
                <a:sym typeface="Arvo"/>
              </a:endParaRPr>
            </a:p>
            <a:p>
              <a:pPr indent="0" lvl="0" marL="0" rtl="0" algn="ctr">
                <a:spcBef>
                  <a:spcPts val="0"/>
                </a:spcBef>
                <a:spcAft>
                  <a:spcPts val="0"/>
                </a:spcAft>
                <a:buNone/>
              </a:pPr>
              <a:r>
                <a:rPr i="1" lang="es-419" sz="500">
                  <a:latin typeface="Arvo"/>
                  <a:ea typeface="Arvo"/>
                  <a:cs typeface="Arvo"/>
                  <a:sym typeface="Arvo"/>
                </a:rPr>
                <a:t>&lt;ej: conductor&gt;</a:t>
              </a:r>
              <a:endParaRPr i="1" sz="500">
                <a:latin typeface="Arvo"/>
                <a:ea typeface="Arvo"/>
                <a:cs typeface="Arvo"/>
                <a:sym typeface="Arvo"/>
              </a:endParaRPr>
            </a:p>
          </p:txBody>
        </p:sp>
      </p:grpSp>
      <p:grpSp>
        <p:nvGrpSpPr>
          <p:cNvPr id="17005" name="Google Shape;17005;p294"/>
          <p:cNvGrpSpPr/>
          <p:nvPr/>
        </p:nvGrpSpPr>
        <p:grpSpPr>
          <a:xfrm>
            <a:off x="3634576" y="1304054"/>
            <a:ext cx="2810831" cy="2161925"/>
            <a:chOff x="2640436" y="-87872"/>
            <a:chExt cx="3098700" cy="2874900"/>
          </a:xfrm>
        </p:grpSpPr>
        <p:sp>
          <p:nvSpPr>
            <p:cNvPr id="17006" name="Google Shape;17006;p294"/>
            <p:cNvSpPr/>
            <p:nvPr/>
          </p:nvSpPr>
          <p:spPr>
            <a:xfrm>
              <a:off x="2640436" y="-87872"/>
              <a:ext cx="3098700" cy="2874900"/>
            </a:xfrm>
            <a:prstGeom prst="roundRect">
              <a:avLst>
                <a:gd fmla="val 3233" name="adj"/>
              </a:avLst>
            </a:prstGeom>
            <a:solidFill>
              <a:srgbClr val="FFFFFF"/>
            </a:solidFill>
            <a:ln cap="flat" cmpd="sng" w="9525">
              <a:solidFill>
                <a:srgbClr val="EFEFEF"/>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t" bIns="15400" lIns="15400" spcFirstLastPara="1" rIns="15400" wrap="square" tIns="15400">
              <a:noAutofit/>
            </a:bodyPr>
            <a:lstStyle/>
            <a:p>
              <a:pPr indent="0" lvl="0" marL="0" rtl="0" algn="ctr">
                <a:spcBef>
                  <a:spcPts val="0"/>
                </a:spcBef>
                <a:spcAft>
                  <a:spcPts val="0"/>
                </a:spcAft>
                <a:buNone/>
              </a:pPr>
              <a:r>
                <a:rPr b="1" i="1" lang="es-419" sz="800">
                  <a:solidFill>
                    <a:srgbClr val="434343"/>
                  </a:solidFill>
                </a:rPr>
                <a:t>Puntos de Automatización</a:t>
              </a:r>
              <a:endParaRPr b="1" i="1" sz="800">
                <a:solidFill>
                  <a:srgbClr val="434343"/>
                </a:solidFill>
              </a:endParaRPr>
            </a:p>
          </p:txBody>
        </p:sp>
        <p:sp>
          <p:nvSpPr>
            <p:cNvPr id="17007" name="Google Shape;17007;p294"/>
            <p:cNvSpPr txBox="1"/>
            <p:nvPr/>
          </p:nvSpPr>
          <p:spPr>
            <a:xfrm>
              <a:off x="2820612" y="182753"/>
              <a:ext cx="1098600" cy="232500"/>
            </a:xfrm>
            <a:prstGeom prst="rect">
              <a:avLst/>
            </a:prstGeom>
            <a:noFill/>
            <a:ln>
              <a:noFill/>
            </a:ln>
          </p:spPr>
          <p:txBody>
            <a:bodyPr anchorCtr="0" anchor="ctr" bIns="0" lIns="0" spcFirstLastPara="1" rIns="0" wrap="square" tIns="0">
              <a:noAutofit/>
            </a:bodyPr>
            <a:lstStyle/>
            <a:p>
              <a:pPr indent="0" lvl="0" marL="0" rtl="0" algn="r">
                <a:spcBef>
                  <a:spcPts val="0"/>
                </a:spcBef>
                <a:spcAft>
                  <a:spcPts val="0"/>
                </a:spcAft>
                <a:buNone/>
              </a:pPr>
              <a:r>
                <a:rPr lang="es-419" sz="700">
                  <a:latin typeface="Arvo"/>
                  <a:ea typeface="Arvo"/>
                  <a:cs typeface="Arvo"/>
                  <a:sym typeface="Arvo"/>
                </a:rPr>
                <a:t>Actividad de Negocio</a:t>
              </a:r>
              <a:endParaRPr sz="700">
                <a:latin typeface="Arvo"/>
                <a:ea typeface="Arvo"/>
                <a:cs typeface="Arvo"/>
                <a:sym typeface="Arvo"/>
              </a:endParaRPr>
            </a:p>
            <a:p>
              <a:pPr indent="0" lvl="0" marL="0" rtl="0" algn="r">
                <a:spcBef>
                  <a:spcPts val="0"/>
                </a:spcBef>
                <a:spcAft>
                  <a:spcPts val="0"/>
                </a:spcAft>
                <a:buNone/>
              </a:pPr>
              <a:r>
                <a:rPr i="1" lang="es-419" sz="500">
                  <a:latin typeface="Arvo"/>
                  <a:ea typeface="Arvo"/>
                  <a:cs typeface="Arvo"/>
                  <a:sym typeface="Arvo"/>
                </a:rPr>
                <a:t>&lt;ej: Identificarse&gt;</a:t>
              </a:r>
              <a:endParaRPr i="1" sz="500">
                <a:latin typeface="Arvo"/>
                <a:ea typeface="Arvo"/>
                <a:cs typeface="Arvo"/>
                <a:sym typeface="Arvo"/>
              </a:endParaRPr>
            </a:p>
          </p:txBody>
        </p:sp>
        <p:sp>
          <p:nvSpPr>
            <p:cNvPr id="17008" name="Google Shape;17008;p294"/>
            <p:cNvSpPr/>
            <p:nvPr/>
          </p:nvSpPr>
          <p:spPr>
            <a:xfrm>
              <a:off x="3951036" y="159603"/>
              <a:ext cx="17313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8200" lIns="78200" spcFirstLastPara="1" rIns="78200" wrap="square" tIns="78200">
              <a:noAutofit/>
            </a:bodyPr>
            <a:lstStyle/>
            <a:p>
              <a:pPr indent="0" lvl="0" marL="0" rtl="0" algn="l">
                <a:spcBef>
                  <a:spcPts val="0"/>
                </a:spcBef>
                <a:spcAft>
                  <a:spcPts val="0"/>
                </a:spcAft>
                <a:buNone/>
              </a:pPr>
              <a:r>
                <a:t/>
              </a:r>
              <a:endParaRPr sz="500">
                <a:latin typeface="Roboto"/>
                <a:ea typeface="Roboto"/>
                <a:cs typeface="Roboto"/>
                <a:sym typeface="Roboto"/>
              </a:endParaRPr>
            </a:p>
          </p:txBody>
        </p:sp>
        <p:sp>
          <p:nvSpPr>
            <p:cNvPr id="17009" name="Google Shape;17009;p294"/>
            <p:cNvSpPr txBox="1"/>
            <p:nvPr/>
          </p:nvSpPr>
          <p:spPr>
            <a:xfrm>
              <a:off x="3962886" y="142103"/>
              <a:ext cx="1731300" cy="351900"/>
            </a:xfrm>
            <a:prstGeom prst="rect">
              <a:avLst/>
            </a:prstGeom>
            <a:noFill/>
            <a:ln>
              <a:noFill/>
            </a:ln>
          </p:spPr>
          <p:txBody>
            <a:bodyPr anchorCtr="0" anchor="ctr" bIns="15400" lIns="15400" spcFirstLastPara="1" rIns="15400" wrap="square" tIns="15400">
              <a:noAutofit/>
            </a:bodyPr>
            <a:lstStyle/>
            <a:p>
              <a:pPr indent="0" lvl="0" marL="0" rtl="0" algn="l">
                <a:spcBef>
                  <a:spcPts val="0"/>
                </a:spcBef>
                <a:spcAft>
                  <a:spcPts val="0"/>
                </a:spcAft>
                <a:buNone/>
              </a:pPr>
              <a:r>
                <a:rPr b="1" lang="es-419" sz="700">
                  <a:solidFill>
                    <a:schemeClr val="dk1"/>
                  </a:solidFill>
                </a:rPr>
                <a:t>Generar guia de entrega</a:t>
              </a:r>
              <a:endParaRPr/>
            </a:p>
          </p:txBody>
        </p:sp>
        <p:sp>
          <p:nvSpPr>
            <p:cNvPr id="17010" name="Google Shape;17010;p294"/>
            <p:cNvSpPr/>
            <p:nvPr/>
          </p:nvSpPr>
          <p:spPr>
            <a:xfrm>
              <a:off x="3646236" y="1459973"/>
              <a:ext cx="6333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8200" lIns="78200" spcFirstLastPara="1" rIns="78200" wrap="square" tIns="78200">
              <a:noAutofit/>
            </a:bodyPr>
            <a:lstStyle/>
            <a:p>
              <a:pPr indent="0" lvl="0" marL="0" rtl="0" algn="l">
                <a:spcBef>
                  <a:spcPts val="0"/>
                </a:spcBef>
                <a:spcAft>
                  <a:spcPts val="0"/>
                </a:spcAft>
                <a:buNone/>
              </a:pPr>
              <a:r>
                <a:t/>
              </a:r>
              <a:endParaRPr sz="500">
                <a:latin typeface="Roboto"/>
                <a:ea typeface="Roboto"/>
                <a:cs typeface="Roboto"/>
                <a:sym typeface="Roboto"/>
              </a:endParaRPr>
            </a:p>
          </p:txBody>
        </p:sp>
        <p:sp>
          <p:nvSpPr>
            <p:cNvPr id="17011" name="Google Shape;17011;p294"/>
            <p:cNvSpPr/>
            <p:nvPr/>
          </p:nvSpPr>
          <p:spPr>
            <a:xfrm>
              <a:off x="3646236" y="1075527"/>
              <a:ext cx="6333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8200" lIns="78200" spcFirstLastPara="1" rIns="78200" wrap="square" tIns="78200">
              <a:noAutofit/>
            </a:bodyPr>
            <a:lstStyle/>
            <a:p>
              <a:pPr indent="0" lvl="0" marL="0" rtl="0" algn="l">
                <a:spcBef>
                  <a:spcPts val="0"/>
                </a:spcBef>
                <a:spcAft>
                  <a:spcPts val="0"/>
                </a:spcAft>
                <a:buNone/>
              </a:pPr>
              <a:r>
                <a:t/>
              </a:r>
              <a:endParaRPr sz="500">
                <a:latin typeface="Roboto"/>
                <a:ea typeface="Roboto"/>
                <a:cs typeface="Roboto"/>
                <a:sym typeface="Roboto"/>
              </a:endParaRPr>
            </a:p>
          </p:txBody>
        </p:sp>
        <p:sp>
          <p:nvSpPr>
            <p:cNvPr id="17012" name="Google Shape;17012;p294"/>
            <p:cNvSpPr/>
            <p:nvPr/>
          </p:nvSpPr>
          <p:spPr>
            <a:xfrm>
              <a:off x="3646222" y="1719570"/>
              <a:ext cx="633300" cy="5817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8200" lIns="78200" spcFirstLastPara="1" rIns="78200" wrap="square" tIns="78200">
              <a:noAutofit/>
            </a:bodyPr>
            <a:lstStyle/>
            <a:p>
              <a:pPr indent="0" lvl="0" marL="0" rtl="0" algn="l">
                <a:spcBef>
                  <a:spcPts val="0"/>
                </a:spcBef>
                <a:spcAft>
                  <a:spcPts val="0"/>
                </a:spcAft>
                <a:buNone/>
              </a:pPr>
              <a:r>
                <a:rPr lang="es-419" sz="600">
                  <a:latin typeface="Roboto"/>
                  <a:ea typeface="Roboto"/>
                  <a:cs typeface="Roboto"/>
                  <a:sym typeface="Roboto"/>
                </a:rPr>
                <a:t>💻 Software </a:t>
              </a:r>
              <a:r>
                <a:rPr lang="es-419" sz="600">
                  <a:latin typeface="Roboto"/>
                  <a:ea typeface="Roboto"/>
                  <a:cs typeface="Roboto"/>
                  <a:sym typeface="Roboto"/>
                </a:rPr>
                <a:t>Logístico</a:t>
              </a:r>
              <a:endParaRPr sz="600">
                <a:latin typeface="Roboto"/>
                <a:ea typeface="Roboto"/>
                <a:cs typeface="Roboto"/>
                <a:sym typeface="Roboto"/>
              </a:endParaRPr>
            </a:p>
          </p:txBody>
        </p:sp>
        <p:sp>
          <p:nvSpPr>
            <p:cNvPr id="17013" name="Google Shape;17013;p294"/>
            <p:cNvSpPr/>
            <p:nvPr/>
          </p:nvSpPr>
          <p:spPr>
            <a:xfrm>
              <a:off x="3646222" y="2466603"/>
              <a:ext cx="633300" cy="948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8200" lIns="78200" spcFirstLastPara="1" rIns="78200" wrap="square" tIns="78200">
              <a:noAutofit/>
            </a:bodyPr>
            <a:lstStyle/>
            <a:p>
              <a:pPr indent="0" lvl="0" marL="0" rtl="0" algn="l">
                <a:spcBef>
                  <a:spcPts val="0"/>
                </a:spcBef>
                <a:spcAft>
                  <a:spcPts val="0"/>
                </a:spcAft>
                <a:buNone/>
              </a:pPr>
              <a:r>
                <a:t/>
              </a:r>
              <a:endParaRPr sz="500">
                <a:latin typeface="Roboto"/>
                <a:ea typeface="Roboto"/>
                <a:cs typeface="Roboto"/>
                <a:sym typeface="Roboto"/>
              </a:endParaRPr>
            </a:p>
          </p:txBody>
        </p:sp>
        <p:sp>
          <p:nvSpPr>
            <p:cNvPr id="17014" name="Google Shape;17014;p294"/>
            <p:cNvSpPr/>
            <p:nvPr/>
          </p:nvSpPr>
          <p:spPr>
            <a:xfrm>
              <a:off x="4349786" y="1075528"/>
              <a:ext cx="13251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61600" lIns="61600" spcFirstLastPara="1" rIns="61600" wrap="square" tIns="61600">
              <a:noAutofit/>
            </a:bodyPr>
            <a:lstStyle/>
            <a:p>
              <a:pPr indent="0" lvl="0" marL="0" rtl="0" algn="l">
                <a:spcBef>
                  <a:spcPts val="0"/>
                </a:spcBef>
                <a:spcAft>
                  <a:spcPts val="0"/>
                </a:spcAft>
                <a:buNone/>
              </a:pPr>
              <a:r>
                <a:t/>
              </a:r>
              <a:endParaRPr sz="700">
                <a:latin typeface="Roboto"/>
                <a:ea typeface="Roboto"/>
                <a:cs typeface="Roboto"/>
                <a:sym typeface="Roboto"/>
              </a:endParaRPr>
            </a:p>
          </p:txBody>
        </p:sp>
        <p:sp>
          <p:nvSpPr>
            <p:cNvPr id="17015" name="Google Shape;17015;p294"/>
            <p:cNvSpPr/>
            <p:nvPr/>
          </p:nvSpPr>
          <p:spPr>
            <a:xfrm>
              <a:off x="4349786" y="1459971"/>
              <a:ext cx="13251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61600" lIns="61600" spcFirstLastPara="1" rIns="61600" wrap="square" tIns="61600">
              <a:noAutofit/>
            </a:bodyPr>
            <a:lstStyle/>
            <a:p>
              <a:pPr indent="0" lvl="0" marL="0" rtl="0" algn="l">
                <a:spcBef>
                  <a:spcPts val="0"/>
                </a:spcBef>
                <a:spcAft>
                  <a:spcPts val="0"/>
                </a:spcAft>
                <a:buNone/>
              </a:pPr>
              <a:r>
                <a:t/>
              </a:r>
              <a:endParaRPr sz="700">
                <a:latin typeface="Roboto"/>
                <a:ea typeface="Roboto"/>
                <a:cs typeface="Roboto"/>
                <a:sym typeface="Roboto"/>
              </a:endParaRPr>
            </a:p>
          </p:txBody>
        </p:sp>
        <p:sp>
          <p:nvSpPr>
            <p:cNvPr id="17016" name="Google Shape;17016;p294"/>
            <p:cNvSpPr/>
            <p:nvPr/>
          </p:nvSpPr>
          <p:spPr>
            <a:xfrm>
              <a:off x="4349786" y="1853372"/>
              <a:ext cx="13251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61600" lIns="61600" spcFirstLastPara="1" rIns="61600" wrap="square" tIns="61600">
              <a:noAutofit/>
            </a:bodyPr>
            <a:lstStyle/>
            <a:p>
              <a:pPr indent="0" lvl="0" marL="0" rtl="0" algn="l">
                <a:spcBef>
                  <a:spcPts val="0"/>
                </a:spcBef>
                <a:spcAft>
                  <a:spcPts val="0"/>
                </a:spcAft>
                <a:buNone/>
              </a:pPr>
              <a:r>
                <a:rPr lang="es-419" sz="600">
                  <a:solidFill>
                    <a:schemeClr val="dk1"/>
                  </a:solidFill>
                </a:rPr>
                <a:t>Generar </a:t>
              </a:r>
              <a:r>
                <a:rPr lang="es-419" sz="600">
                  <a:solidFill>
                    <a:schemeClr val="dk1"/>
                  </a:solidFill>
                </a:rPr>
                <a:t>guía</a:t>
              </a:r>
              <a:r>
                <a:rPr lang="es-419" sz="600">
                  <a:solidFill>
                    <a:schemeClr val="dk1"/>
                  </a:solidFill>
                </a:rPr>
                <a:t> con datos del cliente</a:t>
              </a:r>
              <a:endParaRPr sz="700">
                <a:latin typeface="Roboto"/>
                <a:ea typeface="Roboto"/>
                <a:cs typeface="Roboto"/>
                <a:sym typeface="Roboto"/>
              </a:endParaRPr>
            </a:p>
          </p:txBody>
        </p:sp>
        <p:sp>
          <p:nvSpPr>
            <p:cNvPr id="17017" name="Google Shape;17017;p294"/>
            <p:cNvSpPr/>
            <p:nvPr/>
          </p:nvSpPr>
          <p:spPr>
            <a:xfrm>
              <a:off x="4349786" y="2239831"/>
              <a:ext cx="13251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61600" lIns="61600" spcFirstLastPara="1" rIns="61600" wrap="square" tIns="61600">
              <a:noAutofit/>
            </a:bodyPr>
            <a:lstStyle/>
            <a:p>
              <a:pPr indent="0" lvl="0" marL="0" rtl="0" algn="l">
                <a:spcBef>
                  <a:spcPts val="0"/>
                </a:spcBef>
                <a:spcAft>
                  <a:spcPts val="0"/>
                </a:spcAft>
                <a:buNone/>
              </a:pPr>
              <a:r>
                <a:rPr lang="es-419" sz="700">
                  <a:latin typeface="Roboto"/>
                  <a:ea typeface="Roboto"/>
                  <a:cs typeface="Roboto"/>
                  <a:sym typeface="Roboto"/>
                </a:rPr>
                <a:t>&lt;...&gt;</a:t>
              </a:r>
              <a:endParaRPr sz="700">
                <a:latin typeface="Roboto"/>
                <a:ea typeface="Roboto"/>
                <a:cs typeface="Roboto"/>
                <a:sym typeface="Roboto"/>
              </a:endParaRPr>
            </a:p>
          </p:txBody>
        </p:sp>
        <p:sp>
          <p:nvSpPr>
            <p:cNvPr id="17018" name="Google Shape;17018;p294"/>
            <p:cNvSpPr/>
            <p:nvPr/>
          </p:nvSpPr>
          <p:spPr>
            <a:xfrm>
              <a:off x="2704756" y="1461628"/>
              <a:ext cx="8817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8200" lIns="78200" spcFirstLastPara="1" rIns="78200" wrap="square" tIns="78200">
              <a:noAutofit/>
            </a:bodyPr>
            <a:lstStyle/>
            <a:p>
              <a:pPr indent="0" lvl="0" marL="0" rtl="0" algn="l">
                <a:spcBef>
                  <a:spcPts val="0"/>
                </a:spcBef>
                <a:spcAft>
                  <a:spcPts val="0"/>
                </a:spcAft>
                <a:buNone/>
              </a:pPr>
              <a:r>
                <a:t/>
              </a:r>
              <a:endParaRPr sz="500">
                <a:latin typeface="Roboto"/>
                <a:ea typeface="Roboto"/>
                <a:cs typeface="Roboto"/>
                <a:sym typeface="Roboto"/>
              </a:endParaRPr>
            </a:p>
          </p:txBody>
        </p:sp>
        <p:sp>
          <p:nvSpPr>
            <p:cNvPr id="17019" name="Google Shape;17019;p294"/>
            <p:cNvSpPr txBox="1"/>
            <p:nvPr/>
          </p:nvSpPr>
          <p:spPr>
            <a:xfrm>
              <a:off x="4463036" y="557328"/>
              <a:ext cx="1098600" cy="4653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b="1" lang="es-419" sz="700">
                  <a:latin typeface="Arvo"/>
                  <a:ea typeface="Arvo"/>
                  <a:cs typeface="Arvo"/>
                  <a:sym typeface="Arvo"/>
                </a:rPr>
                <a:t>Acción interactiva:</a:t>
              </a:r>
              <a:endParaRPr b="1" sz="700">
                <a:latin typeface="Arvo"/>
                <a:ea typeface="Arvo"/>
                <a:cs typeface="Arvo"/>
                <a:sym typeface="Arvo"/>
              </a:endParaRPr>
            </a:p>
            <a:p>
              <a:pPr indent="0" lvl="0" marL="0" rtl="0" algn="ctr">
                <a:spcBef>
                  <a:spcPts val="0"/>
                </a:spcBef>
                <a:spcAft>
                  <a:spcPts val="0"/>
                </a:spcAft>
                <a:buNone/>
              </a:pPr>
              <a:r>
                <a:rPr i="1" lang="es-419" sz="500">
                  <a:latin typeface="Arvo"/>
                  <a:ea typeface="Arvo"/>
                  <a:cs typeface="Arvo"/>
                  <a:sym typeface="Arvo"/>
                </a:rPr>
                <a:t>&lt;ej: </a:t>
              </a:r>
              <a:r>
                <a:rPr i="1" lang="es-419" sz="500">
                  <a:solidFill>
                    <a:srgbClr val="000000"/>
                  </a:solidFill>
                  <a:latin typeface="Roboto"/>
                  <a:ea typeface="Roboto"/>
                  <a:cs typeface="Roboto"/>
                  <a:sym typeface="Roboto"/>
                </a:rPr>
                <a:t>autenticar por huella y cara</a:t>
              </a:r>
              <a:r>
                <a:rPr i="1" lang="es-419" sz="500">
                  <a:latin typeface="Arvo"/>
                  <a:ea typeface="Arvo"/>
                  <a:cs typeface="Arvo"/>
                  <a:sym typeface="Arvo"/>
                </a:rPr>
                <a:t>&gt;</a:t>
              </a:r>
              <a:endParaRPr i="1" sz="500">
                <a:latin typeface="Arvo"/>
                <a:ea typeface="Arvo"/>
                <a:cs typeface="Arvo"/>
                <a:sym typeface="Arvo"/>
              </a:endParaRPr>
            </a:p>
          </p:txBody>
        </p:sp>
        <p:sp>
          <p:nvSpPr>
            <p:cNvPr id="17020" name="Google Shape;17020;p294"/>
            <p:cNvSpPr txBox="1"/>
            <p:nvPr/>
          </p:nvSpPr>
          <p:spPr>
            <a:xfrm>
              <a:off x="3639736" y="557328"/>
              <a:ext cx="702600" cy="4653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b="1" lang="es-419" sz="700">
                  <a:latin typeface="Arvo"/>
                  <a:ea typeface="Arvo"/>
                  <a:cs typeface="Arvo"/>
                  <a:sym typeface="Arvo"/>
                </a:rPr>
                <a:t>Punto de contacto</a:t>
              </a:r>
              <a:endParaRPr sz="700">
                <a:latin typeface="Arvo"/>
                <a:ea typeface="Arvo"/>
                <a:cs typeface="Arvo"/>
                <a:sym typeface="Arvo"/>
              </a:endParaRPr>
            </a:p>
          </p:txBody>
        </p:sp>
        <p:sp>
          <p:nvSpPr>
            <p:cNvPr id="17021" name="Google Shape;17021;p294"/>
            <p:cNvSpPr txBox="1"/>
            <p:nvPr/>
          </p:nvSpPr>
          <p:spPr>
            <a:xfrm>
              <a:off x="2784273" y="568049"/>
              <a:ext cx="702600" cy="4653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b="1" lang="es-419" sz="700">
                  <a:latin typeface="Arvo"/>
                  <a:ea typeface="Arvo"/>
                  <a:cs typeface="Arvo"/>
                  <a:sym typeface="Arvo"/>
                </a:rPr>
                <a:t>Rol</a:t>
              </a:r>
              <a:endParaRPr sz="700">
                <a:latin typeface="Arvo"/>
                <a:ea typeface="Arvo"/>
                <a:cs typeface="Arvo"/>
                <a:sym typeface="Arvo"/>
              </a:endParaRPr>
            </a:p>
          </p:txBody>
        </p:sp>
        <p:pic>
          <p:nvPicPr>
            <p:cNvPr id="17022" name="Google Shape;17022;p294"/>
            <p:cNvPicPr preferRelativeResize="0"/>
            <p:nvPr/>
          </p:nvPicPr>
          <p:blipFill rotWithShape="1">
            <a:blip r:embed="rId3">
              <a:alphaModFix/>
            </a:blip>
            <a:srcRect b="-868" l="16515" r="66426" t="66946"/>
            <a:stretch/>
          </p:blipFill>
          <p:spPr>
            <a:xfrm>
              <a:off x="2782507" y="825772"/>
              <a:ext cx="702701" cy="702700"/>
            </a:xfrm>
            <a:prstGeom prst="rect">
              <a:avLst/>
            </a:prstGeom>
            <a:noFill/>
            <a:ln>
              <a:noFill/>
            </a:ln>
          </p:spPr>
        </p:pic>
        <p:sp>
          <p:nvSpPr>
            <p:cNvPr id="17023" name="Google Shape;17023;p294"/>
            <p:cNvSpPr txBox="1"/>
            <p:nvPr/>
          </p:nvSpPr>
          <p:spPr>
            <a:xfrm>
              <a:off x="2782511" y="1476053"/>
              <a:ext cx="761100" cy="232500"/>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b="1" lang="es-419" sz="700">
                  <a:latin typeface="Arvo"/>
                  <a:ea typeface="Arvo"/>
                  <a:cs typeface="Arvo"/>
                  <a:sym typeface="Arvo"/>
                </a:rPr>
                <a:t>Sistema Automatizado</a:t>
              </a:r>
              <a:endParaRPr b="1" i="1" sz="600">
                <a:solidFill>
                  <a:srgbClr val="666666"/>
                </a:solidFill>
                <a:latin typeface="Arvo"/>
                <a:ea typeface="Arvo"/>
                <a:cs typeface="Arvo"/>
                <a:sym typeface="Arvo"/>
              </a:endParaRPr>
            </a:p>
          </p:txBody>
        </p:sp>
        <p:sp>
          <p:nvSpPr>
            <p:cNvPr id="17024" name="Google Shape;17024;p294"/>
            <p:cNvSpPr txBox="1"/>
            <p:nvPr/>
          </p:nvSpPr>
          <p:spPr>
            <a:xfrm>
              <a:off x="2704760" y="1669653"/>
              <a:ext cx="964800" cy="232500"/>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t/>
              </a:r>
              <a:endParaRPr b="1" sz="700">
                <a:latin typeface="Arvo"/>
                <a:ea typeface="Arvo"/>
                <a:cs typeface="Arvo"/>
                <a:sym typeface="Arvo"/>
              </a:endParaRPr>
            </a:p>
            <a:p>
              <a:pPr indent="0" lvl="0" marL="0" rtl="0" algn="ctr">
                <a:spcBef>
                  <a:spcPts val="0"/>
                </a:spcBef>
                <a:spcAft>
                  <a:spcPts val="0"/>
                </a:spcAft>
                <a:buNone/>
              </a:pPr>
              <a:r>
                <a:rPr i="1" lang="es-419" sz="500">
                  <a:latin typeface="Arvo"/>
                  <a:ea typeface="Arvo"/>
                  <a:cs typeface="Arvo"/>
                  <a:sym typeface="Arvo"/>
                </a:rPr>
                <a:t>&lt;ej: conductor&gt;</a:t>
              </a:r>
              <a:endParaRPr i="1" sz="500">
                <a:latin typeface="Arvo"/>
                <a:ea typeface="Arvo"/>
                <a:cs typeface="Arvo"/>
                <a:sym typeface="Arvo"/>
              </a:endParaRPr>
            </a:p>
          </p:txBody>
        </p:sp>
      </p:grpSp>
      <p:grpSp>
        <p:nvGrpSpPr>
          <p:cNvPr id="17025" name="Google Shape;17025;p294"/>
          <p:cNvGrpSpPr/>
          <p:nvPr/>
        </p:nvGrpSpPr>
        <p:grpSpPr>
          <a:xfrm>
            <a:off x="6815901" y="1192016"/>
            <a:ext cx="2810831" cy="2161925"/>
            <a:chOff x="2640436" y="-87872"/>
            <a:chExt cx="3098700" cy="2874900"/>
          </a:xfrm>
        </p:grpSpPr>
        <p:sp>
          <p:nvSpPr>
            <p:cNvPr id="17026" name="Google Shape;17026;p294"/>
            <p:cNvSpPr/>
            <p:nvPr/>
          </p:nvSpPr>
          <p:spPr>
            <a:xfrm>
              <a:off x="2640436" y="-87872"/>
              <a:ext cx="3098700" cy="2874900"/>
            </a:xfrm>
            <a:prstGeom prst="roundRect">
              <a:avLst>
                <a:gd fmla="val 3233" name="adj"/>
              </a:avLst>
            </a:prstGeom>
            <a:solidFill>
              <a:srgbClr val="FFFFFF"/>
            </a:solidFill>
            <a:ln cap="flat" cmpd="sng" w="9525">
              <a:solidFill>
                <a:srgbClr val="EFEFEF"/>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t" bIns="15400" lIns="15400" spcFirstLastPara="1" rIns="15400" wrap="square" tIns="15400">
              <a:noAutofit/>
            </a:bodyPr>
            <a:lstStyle/>
            <a:p>
              <a:pPr indent="0" lvl="0" marL="0" rtl="0" algn="ctr">
                <a:spcBef>
                  <a:spcPts val="0"/>
                </a:spcBef>
                <a:spcAft>
                  <a:spcPts val="0"/>
                </a:spcAft>
                <a:buNone/>
              </a:pPr>
              <a:r>
                <a:rPr b="1" i="1" lang="es-419" sz="800">
                  <a:solidFill>
                    <a:srgbClr val="434343"/>
                  </a:solidFill>
                </a:rPr>
                <a:t>Puntos de Automatización</a:t>
              </a:r>
              <a:endParaRPr b="1" i="1" sz="800">
                <a:solidFill>
                  <a:srgbClr val="434343"/>
                </a:solidFill>
              </a:endParaRPr>
            </a:p>
          </p:txBody>
        </p:sp>
        <p:sp>
          <p:nvSpPr>
            <p:cNvPr id="17027" name="Google Shape;17027;p294"/>
            <p:cNvSpPr txBox="1"/>
            <p:nvPr/>
          </p:nvSpPr>
          <p:spPr>
            <a:xfrm>
              <a:off x="2820612" y="182753"/>
              <a:ext cx="1098600" cy="232500"/>
            </a:xfrm>
            <a:prstGeom prst="rect">
              <a:avLst/>
            </a:prstGeom>
            <a:noFill/>
            <a:ln>
              <a:noFill/>
            </a:ln>
          </p:spPr>
          <p:txBody>
            <a:bodyPr anchorCtr="0" anchor="ctr" bIns="0" lIns="0" spcFirstLastPara="1" rIns="0" wrap="square" tIns="0">
              <a:noAutofit/>
            </a:bodyPr>
            <a:lstStyle/>
            <a:p>
              <a:pPr indent="0" lvl="0" marL="0" rtl="0" algn="r">
                <a:spcBef>
                  <a:spcPts val="0"/>
                </a:spcBef>
                <a:spcAft>
                  <a:spcPts val="0"/>
                </a:spcAft>
                <a:buNone/>
              </a:pPr>
              <a:r>
                <a:rPr lang="es-419" sz="700">
                  <a:latin typeface="Arvo"/>
                  <a:ea typeface="Arvo"/>
                  <a:cs typeface="Arvo"/>
                  <a:sym typeface="Arvo"/>
                </a:rPr>
                <a:t>Actividad de Negocio</a:t>
              </a:r>
              <a:endParaRPr sz="700">
                <a:latin typeface="Arvo"/>
                <a:ea typeface="Arvo"/>
                <a:cs typeface="Arvo"/>
                <a:sym typeface="Arvo"/>
              </a:endParaRPr>
            </a:p>
            <a:p>
              <a:pPr indent="0" lvl="0" marL="0" rtl="0" algn="r">
                <a:spcBef>
                  <a:spcPts val="0"/>
                </a:spcBef>
                <a:spcAft>
                  <a:spcPts val="0"/>
                </a:spcAft>
                <a:buNone/>
              </a:pPr>
              <a:r>
                <a:rPr i="1" lang="es-419" sz="500">
                  <a:latin typeface="Arvo"/>
                  <a:ea typeface="Arvo"/>
                  <a:cs typeface="Arvo"/>
                  <a:sym typeface="Arvo"/>
                </a:rPr>
                <a:t>&lt;ej: Identificarse&gt;</a:t>
              </a:r>
              <a:endParaRPr i="1" sz="500">
                <a:latin typeface="Arvo"/>
                <a:ea typeface="Arvo"/>
                <a:cs typeface="Arvo"/>
                <a:sym typeface="Arvo"/>
              </a:endParaRPr>
            </a:p>
          </p:txBody>
        </p:sp>
        <p:sp>
          <p:nvSpPr>
            <p:cNvPr id="17028" name="Google Shape;17028;p294"/>
            <p:cNvSpPr/>
            <p:nvPr/>
          </p:nvSpPr>
          <p:spPr>
            <a:xfrm>
              <a:off x="3951036" y="159603"/>
              <a:ext cx="17313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8200" lIns="78200" spcFirstLastPara="1" rIns="78200" wrap="square" tIns="78200">
              <a:noAutofit/>
            </a:bodyPr>
            <a:lstStyle/>
            <a:p>
              <a:pPr indent="0" lvl="0" marL="0" rtl="0" algn="l">
                <a:spcBef>
                  <a:spcPts val="0"/>
                </a:spcBef>
                <a:spcAft>
                  <a:spcPts val="0"/>
                </a:spcAft>
                <a:buNone/>
              </a:pPr>
              <a:r>
                <a:t/>
              </a:r>
              <a:endParaRPr sz="500">
                <a:latin typeface="Roboto"/>
                <a:ea typeface="Roboto"/>
                <a:cs typeface="Roboto"/>
                <a:sym typeface="Roboto"/>
              </a:endParaRPr>
            </a:p>
          </p:txBody>
        </p:sp>
        <p:sp>
          <p:nvSpPr>
            <p:cNvPr id="17029" name="Google Shape;17029;p294"/>
            <p:cNvSpPr txBox="1"/>
            <p:nvPr/>
          </p:nvSpPr>
          <p:spPr>
            <a:xfrm>
              <a:off x="3962886" y="142103"/>
              <a:ext cx="1731300" cy="351900"/>
            </a:xfrm>
            <a:prstGeom prst="rect">
              <a:avLst/>
            </a:prstGeom>
            <a:noFill/>
            <a:ln>
              <a:noFill/>
            </a:ln>
          </p:spPr>
          <p:txBody>
            <a:bodyPr anchorCtr="0" anchor="ctr" bIns="15400" lIns="15400" spcFirstLastPara="1" rIns="15400" wrap="square" tIns="15400">
              <a:noAutofit/>
            </a:bodyPr>
            <a:lstStyle/>
            <a:p>
              <a:pPr indent="0" lvl="0" marL="0" rtl="0" algn="l">
                <a:spcBef>
                  <a:spcPts val="0"/>
                </a:spcBef>
                <a:spcAft>
                  <a:spcPts val="0"/>
                </a:spcAft>
                <a:buNone/>
              </a:pPr>
              <a:r>
                <a:rPr b="1" lang="es-419" sz="700">
                  <a:solidFill>
                    <a:schemeClr val="dk1"/>
                  </a:solidFill>
                </a:rPr>
                <a:t>Empaca producto</a:t>
              </a:r>
              <a:endParaRPr/>
            </a:p>
          </p:txBody>
        </p:sp>
        <p:sp>
          <p:nvSpPr>
            <p:cNvPr id="17030" name="Google Shape;17030;p294"/>
            <p:cNvSpPr/>
            <p:nvPr/>
          </p:nvSpPr>
          <p:spPr>
            <a:xfrm>
              <a:off x="3646236" y="1459973"/>
              <a:ext cx="6333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8200" lIns="78200" spcFirstLastPara="1" rIns="78200" wrap="square" tIns="78200">
              <a:noAutofit/>
            </a:bodyPr>
            <a:lstStyle/>
            <a:p>
              <a:pPr indent="0" lvl="0" marL="0" rtl="0" algn="l">
                <a:spcBef>
                  <a:spcPts val="0"/>
                </a:spcBef>
                <a:spcAft>
                  <a:spcPts val="0"/>
                </a:spcAft>
                <a:buNone/>
              </a:pPr>
              <a:r>
                <a:rPr lang="es-419" sz="600">
                  <a:solidFill>
                    <a:schemeClr val="dk1"/>
                  </a:solidFill>
                </a:rPr>
                <a:t>Estación</a:t>
              </a:r>
              <a:r>
                <a:rPr lang="es-419" sz="600">
                  <a:solidFill>
                    <a:schemeClr val="dk1"/>
                  </a:solidFill>
                </a:rPr>
                <a:t> de empaque</a:t>
              </a:r>
              <a:endParaRPr sz="500">
                <a:latin typeface="Roboto"/>
                <a:ea typeface="Roboto"/>
                <a:cs typeface="Roboto"/>
                <a:sym typeface="Roboto"/>
              </a:endParaRPr>
            </a:p>
          </p:txBody>
        </p:sp>
        <p:sp>
          <p:nvSpPr>
            <p:cNvPr id="17031" name="Google Shape;17031;p294"/>
            <p:cNvSpPr/>
            <p:nvPr/>
          </p:nvSpPr>
          <p:spPr>
            <a:xfrm>
              <a:off x="3646236" y="1075527"/>
              <a:ext cx="6333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8200" lIns="78200" spcFirstLastPara="1" rIns="78200" wrap="square" tIns="78200">
              <a:noAutofit/>
            </a:bodyPr>
            <a:lstStyle/>
            <a:p>
              <a:pPr indent="0" lvl="0" marL="0" rtl="0" algn="l">
                <a:spcBef>
                  <a:spcPts val="0"/>
                </a:spcBef>
                <a:spcAft>
                  <a:spcPts val="0"/>
                </a:spcAft>
                <a:buNone/>
              </a:pPr>
              <a:r>
                <a:t/>
              </a:r>
              <a:endParaRPr sz="500">
                <a:latin typeface="Roboto"/>
                <a:ea typeface="Roboto"/>
                <a:cs typeface="Roboto"/>
                <a:sym typeface="Roboto"/>
              </a:endParaRPr>
            </a:p>
          </p:txBody>
        </p:sp>
        <p:sp>
          <p:nvSpPr>
            <p:cNvPr id="17032" name="Google Shape;17032;p294"/>
            <p:cNvSpPr/>
            <p:nvPr/>
          </p:nvSpPr>
          <p:spPr>
            <a:xfrm>
              <a:off x="3646236" y="1853377"/>
              <a:ext cx="6333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8200" lIns="78200" spcFirstLastPara="1" rIns="78200" wrap="square" tIns="78200">
              <a:noAutofit/>
            </a:bodyPr>
            <a:lstStyle/>
            <a:p>
              <a:pPr indent="0" lvl="0" marL="0" rtl="0" algn="l">
                <a:spcBef>
                  <a:spcPts val="0"/>
                </a:spcBef>
                <a:spcAft>
                  <a:spcPts val="0"/>
                </a:spcAft>
                <a:buNone/>
              </a:pPr>
              <a:r>
                <a:t/>
              </a:r>
              <a:endParaRPr sz="500">
                <a:latin typeface="Roboto"/>
                <a:ea typeface="Roboto"/>
                <a:cs typeface="Roboto"/>
                <a:sym typeface="Roboto"/>
              </a:endParaRPr>
            </a:p>
          </p:txBody>
        </p:sp>
        <p:sp>
          <p:nvSpPr>
            <p:cNvPr id="17033" name="Google Shape;17033;p294"/>
            <p:cNvSpPr/>
            <p:nvPr/>
          </p:nvSpPr>
          <p:spPr>
            <a:xfrm>
              <a:off x="3646236" y="2229879"/>
              <a:ext cx="6333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8200" lIns="78200" spcFirstLastPara="1" rIns="78200" wrap="square" tIns="78200">
              <a:noAutofit/>
            </a:bodyPr>
            <a:lstStyle/>
            <a:p>
              <a:pPr indent="0" lvl="0" marL="0" rtl="0" algn="l">
                <a:spcBef>
                  <a:spcPts val="0"/>
                </a:spcBef>
                <a:spcAft>
                  <a:spcPts val="0"/>
                </a:spcAft>
                <a:buNone/>
              </a:pPr>
              <a:r>
                <a:t/>
              </a:r>
              <a:endParaRPr sz="500">
                <a:latin typeface="Roboto"/>
                <a:ea typeface="Roboto"/>
                <a:cs typeface="Roboto"/>
                <a:sym typeface="Roboto"/>
              </a:endParaRPr>
            </a:p>
          </p:txBody>
        </p:sp>
        <p:sp>
          <p:nvSpPr>
            <p:cNvPr id="17034" name="Google Shape;17034;p294"/>
            <p:cNvSpPr/>
            <p:nvPr/>
          </p:nvSpPr>
          <p:spPr>
            <a:xfrm>
              <a:off x="4349786" y="1075528"/>
              <a:ext cx="13251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61600" lIns="61600" spcFirstLastPara="1" rIns="61600" wrap="square" tIns="61600">
              <a:noAutofit/>
            </a:bodyPr>
            <a:lstStyle/>
            <a:p>
              <a:pPr indent="0" lvl="0" marL="0" rtl="0" algn="l">
                <a:spcBef>
                  <a:spcPts val="0"/>
                </a:spcBef>
                <a:spcAft>
                  <a:spcPts val="0"/>
                </a:spcAft>
                <a:buNone/>
              </a:pPr>
              <a:r>
                <a:t/>
              </a:r>
              <a:endParaRPr sz="700">
                <a:latin typeface="Roboto"/>
                <a:ea typeface="Roboto"/>
                <a:cs typeface="Roboto"/>
                <a:sym typeface="Roboto"/>
              </a:endParaRPr>
            </a:p>
          </p:txBody>
        </p:sp>
        <p:sp>
          <p:nvSpPr>
            <p:cNvPr id="17035" name="Google Shape;17035;p294"/>
            <p:cNvSpPr/>
            <p:nvPr/>
          </p:nvSpPr>
          <p:spPr>
            <a:xfrm>
              <a:off x="4349786" y="1459971"/>
              <a:ext cx="13251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61600" lIns="61600" spcFirstLastPara="1" rIns="61600" wrap="square" tIns="61600">
              <a:noAutofit/>
            </a:bodyPr>
            <a:lstStyle/>
            <a:p>
              <a:pPr indent="0" lvl="0" marL="0" rtl="0" algn="l">
                <a:spcBef>
                  <a:spcPts val="0"/>
                </a:spcBef>
                <a:spcAft>
                  <a:spcPts val="0"/>
                </a:spcAft>
                <a:buNone/>
              </a:pPr>
              <a:r>
                <a:rPr lang="es-419" sz="600">
                  <a:solidFill>
                    <a:schemeClr val="dk1"/>
                  </a:solidFill>
                </a:rPr>
                <a:t>Registrar el producto empacado en el sistema</a:t>
              </a:r>
              <a:endParaRPr sz="700">
                <a:latin typeface="Roboto"/>
                <a:ea typeface="Roboto"/>
                <a:cs typeface="Roboto"/>
                <a:sym typeface="Roboto"/>
              </a:endParaRPr>
            </a:p>
          </p:txBody>
        </p:sp>
        <p:sp>
          <p:nvSpPr>
            <p:cNvPr id="17036" name="Google Shape;17036;p294"/>
            <p:cNvSpPr/>
            <p:nvPr/>
          </p:nvSpPr>
          <p:spPr>
            <a:xfrm>
              <a:off x="4349786" y="1853372"/>
              <a:ext cx="13251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61600" lIns="61600" spcFirstLastPara="1" rIns="61600" wrap="square" tIns="61600">
              <a:noAutofit/>
            </a:bodyPr>
            <a:lstStyle/>
            <a:p>
              <a:pPr indent="0" lvl="0" marL="0" rtl="0" algn="l">
                <a:spcBef>
                  <a:spcPts val="0"/>
                </a:spcBef>
                <a:spcAft>
                  <a:spcPts val="0"/>
                </a:spcAft>
                <a:buNone/>
              </a:pPr>
              <a:r>
                <a:t/>
              </a:r>
              <a:endParaRPr sz="700">
                <a:latin typeface="Roboto"/>
                <a:ea typeface="Roboto"/>
                <a:cs typeface="Roboto"/>
                <a:sym typeface="Roboto"/>
              </a:endParaRPr>
            </a:p>
          </p:txBody>
        </p:sp>
        <p:sp>
          <p:nvSpPr>
            <p:cNvPr id="17037" name="Google Shape;17037;p294"/>
            <p:cNvSpPr/>
            <p:nvPr/>
          </p:nvSpPr>
          <p:spPr>
            <a:xfrm>
              <a:off x="4349786" y="2239831"/>
              <a:ext cx="13251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61600" lIns="61600" spcFirstLastPara="1" rIns="61600" wrap="square" tIns="61600">
              <a:noAutofit/>
            </a:bodyPr>
            <a:lstStyle/>
            <a:p>
              <a:pPr indent="0" lvl="0" marL="0" rtl="0" algn="l">
                <a:spcBef>
                  <a:spcPts val="0"/>
                </a:spcBef>
                <a:spcAft>
                  <a:spcPts val="0"/>
                </a:spcAft>
                <a:buNone/>
              </a:pPr>
              <a:r>
                <a:rPr lang="es-419" sz="700">
                  <a:latin typeface="Roboto"/>
                  <a:ea typeface="Roboto"/>
                  <a:cs typeface="Roboto"/>
                  <a:sym typeface="Roboto"/>
                </a:rPr>
                <a:t>&lt;...&gt;</a:t>
              </a:r>
              <a:endParaRPr sz="700">
                <a:latin typeface="Roboto"/>
                <a:ea typeface="Roboto"/>
                <a:cs typeface="Roboto"/>
                <a:sym typeface="Roboto"/>
              </a:endParaRPr>
            </a:p>
          </p:txBody>
        </p:sp>
        <p:sp>
          <p:nvSpPr>
            <p:cNvPr id="17038" name="Google Shape;17038;p294"/>
            <p:cNvSpPr/>
            <p:nvPr/>
          </p:nvSpPr>
          <p:spPr>
            <a:xfrm>
              <a:off x="2704756" y="1461628"/>
              <a:ext cx="8817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8200" lIns="78200" spcFirstLastPara="1" rIns="78200" wrap="square" tIns="78200">
              <a:noAutofit/>
            </a:bodyPr>
            <a:lstStyle/>
            <a:p>
              <a:pPr indent="0" lvl="0" marL="0" rtl="0" algn="l">
                <a:spcBef>
                  <a:spcPts val="0"/>
                </a:spcBef>
                <a:spcAft>
                  <a:spcPts val="0"/>
                </a:spcAft>
                <a:buNone/>
              </a:pPr>
              <a:r>
                <a:t/>
              </a:r>
              <a:endParaRPr sz="500">
                <a:latin typeface="Roboto"/>
                <a:ea typeface="Roboto"/>
                <a:cs typeface="Roboto"/>
                <a:sym typeface="Roboto"/>
              </a:endParaRPr>
            </a:p>
          </p:txBody>
        </p:sp>
        <p:sp>
          <p:nvSpPr>
            <p:cNvPr id="17039" name="Google Shape;17039;p294"/>
            <p:cNvSpPr txBox="1"/>
            <p:nvPr/>
          </p:nvSpPr>
          <p:spPr>
            <a:xfrm>
              <a:off x="4463036" y="557328"/>
              <a:ext cx="1098600" cy="4653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b="1" lang="es-419" sz="700">
                  <a:latin typeface="Arvo"/>
                  <a:ea typeface="Arvo"/>
                  <a:cs typeface="Arvo"/>
                  <a:sym typeface="Arvo"/>
                </a:rPr>
                <a:t>Acción interactiva:</a:t>
              </a:r>
              <a:endParaRPr b="1" sz="700">
                <a:latin typeface="Arvo"/>
                <a:ea typeface="Arvo"/>
                <a:cs typeface="Arvo"/>
                <a:sym typeface="Arvo"/>
              </a:endParaRPr>
            </a:p>
            <a:p>
              <a:pPr indent="0" lvl="0" marL="0" rtl="0" algn="ctr">
                <a:spcBef>
                  <a:spcPts val="0"/>
                </a:spcBef>
                <a:spcAft>
                  <a:spcPts val="0"/>
                </a:spcAft>
                <a:buNone/>
              </a:pPr>
              <a:r>
                <a:rPr i="1" lang="es-419" sz="500">
                  <a:latin typeface="Arvo"/>
                  <a:ea typeface="Arvo"/>
                  <a:cs typeface="Arvo"/>
                  <a:sym typeface="Arvo"/>
                </a:rPr>
                <a:t>&lt;ej: </a:t>
              </a:r>
              <a:r>
                <a:rPr i="1" lang="es-419" sz="500">
                  <a:solidFill>
                    <a:srgbClr val="000000"/>
                  </a:solidFill>
                  <a:latin typeface="Roboto"/>
                  <a:ea typeface="Roboto"/>
                  <a:cs typeface="Roboto"/>
                  <a:sym typeface="Roboto"/>
                </a:rPr>
                <a:t>autenticar por huella y cara</a:t>
              </a:r>
              <a:r>
                <a:rPr i="1" lang="es-419" sz="500">
                  <a:latin typeface="Arvo"/>
                  <a:ea typeface="Arvo"/>
                  <a:cs typeface="Arvo"/>
                  <a:sym typeface="Arvo"/>
                </a:rPr>
                <a:t>&gt;</a:t>
              </a:r>
              <a:endParaRPr i="1" sz="500">
                <a:latin typeface="Arvo"/>
                <a:ea typeface="Arvo"/>
                <a:cs typeface="Arvo"/>
                <a:sym typeface="Arvo"/>
              </a:endParaRPr>
            </a:p>
          </p:txBody>
        </p:sp>
        <p:sp>
          <p:nvSpPr>
            <p:cNvPr id="17040" name="Google Shape;17040;p294"/>
            <p:cNvSpPr txBox="1"/>
            <p:nvPr/>
          </p:nvSpPr>
          <p:spPr>
            <a:xfrm>
              <a:off x="3639736" y="557328"/>
              <a:ext cx="702600" cy="4653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b="1" lang="es-419" sz="700">
                  <a:latin typeface="Arvo"/>
                  <a:ea typeface="Arvo"/>
                  <a:cs typeface="Arvo"/>
                  <a:sym typeface="Arvo"/>
                </a:rPr>
                <a:t>Punto de contacto</a:t>
              </a:r>
              <a:endParaRPr sz="700">
                <a:latin typeface="Arvo"/>
                <a:ea typeface="Arvo"/>
                <a:cs typeface="Arvo"/>
                <a:sym typeface="Arvo"/>
              </a:endParaRPr>
            </a:p>
          </p:txBody>
        </p:sp>
        <p:sp>
          <p:nvSpPr>
            <p:cNvPr id="17041" name="Google Shape;17041;p294"/>
            <p:cNvSpPr txBox="1"/>
            <p:nvPr/>
          </p:nvSpPr>
          <p:spPr>
            <a:xfrm>
              <a:off x="2784273" y="568049"/>
              <a:ext cx="702600" cy="4653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b="1" lang="es-419" sz="700">
                  <a:latin typeface="Arvo"/>
                  <a:ea typeface="Arvo"/>
                  <a:cs typeface="Arvo"/>
                  <a:sym typeface="Arvo"/>
                </a:rPr>
                <a:t>Rol</a:t>
              </a:r>
              <a:endParaRPr sz="700">
                <a:latin typeface="Arvo"/>
                <a:ea typeface="Arvo"/>
                <a:cs typeface="Arvo"/>
                <a:sym typeface="Arvo"/>
              </a:endParaRPr>
            </a:p>
          </p:txBody>
        </p:sp>
        <p:pic>
          <p:nvPicPr>
            <p:cNvPr id="17042" name="Google Shape;17042;p294"/>
            <p:cNvPicPr preferRelativeResize="0"/>
            <p:nvPr/>
          </p:nvPicPr>
          <p:blipFill rotWithShape="1">
            <a:blip r:embed="rId3">
              <a:alphaModFix/>
            </a:blip>
            <a:srcRect b="-868" l="16515" r="66426" t="66946"/>
            <a:stretch/>
          </p:blipFill>
          <p:spPr>
            <a:xfrm>
              <a:off x="2782507" y="825772"/>
              <a:ext cx="702701" cy="702700"/>
            </a:xfrm>
            <a:prstGeom prst="rect">
              <a:avLst/>
            </a:prstGeom>
            <a:noFill/>
            <a:ln>
              <a:noFill/>
            </a:ln>
          </p:spPr>
        </p:pic>
        <p:sp>
          <p:nvSpPr>
            <p:cNvPr id="17043" name="Google Shape;17043;p294"/>
            <p:cNvSpPr txBox="1"/>
            <p:nvPr/>
          </p:nvSpPr>
          <p:spPr>
            <a:xfrm>
              <a:off x="2782511" y="1476053"/>
              <a:ext cx="761100" cy="232500"/>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s-419" sz="700">
                  <a:solidFill>
                    <a:schemeClr val="dk1"/>
                  </a:solidFill>
                </a:rPr>
                <a:t>Auxiliar Bodega</a:t>
              </a:r>
              <a:endParaRPr/>
            </a:p>
          </p:txBody>
        </p:sp>
        <p:sp>
          <p:nvSpPr>
            <p:cNvPr id="17044" name="Google Shape;17044;p294"/>
            <p:cNvSpPr txBox="1"/>
            <p:nvPr/>
          </p:nvSpPr>
          <p:spPr>
            <a:xfrm>
              <a:off x="2704760" y="1669653"/>
              <a:ext cx="964800" cy="232500"/>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t/>
              </a:r>
              <a:endParaRPr b="1" sz="700">
                <a:latin typeface="Arvo"/>
                <a:ea typeface="Arvo"/>
                <a:cs typeface="Arvo"/>
                <a:sym typeface="Arvo"/>
              </a:endParaRPr>
            </a:p>
            <a:p>
              <a:pPr indent="0" lvl="0" marL="0" rtl="0" algn="ctr">
                <a:spcBef>
                  <a:spcPts val="0"/>
                </a:spcBef>
                <a:spcAft>
                  <a:spcPts val="0"/>
                </a:spcAft>
                <a:buNone/>
              </a:pPr>
              <a:r>
                <a:rPr i="1" lang="es-419" sz="500">
                  <a:latin typeface="Arvo"/>
                  <a:ea typeface="Arvo"/>
                  <a:cs typeface="Arvo"/>
                  <a:sym typeface="Arvo"/>
                </a:rPr>
                <a:t>&lt;ej: conductor&gt;</a:t>
              </a:r>
              <a:endParaRPr i="1" sz="500">
                <a:latin typeface="Arvo"/>
                <a:ea typeface="Arvo"/>
                <a:cs typeface="Arvo"/>
                <a:sym typeface="Arvo"/>
              </a:endParaRPr>
            </a:p>
          </p:txBody>
        </p:sp>
      </p:grpSp>
      <p:grpSp>
        <p:nvGrpSpPr>
          <p:cNvPr id="17045" name="Google Shape;17045;p294"/>
          <p:cNvGrpSpPr/>
          <p:nvPr/>
        </p:nvGrpSpPr>
        <p:grpSpPr>
          <a:xfrm>
            <a:off x="408339" y="4215341"/>
            <a:ext cx="2810831" cy="2161925"/>
            <a:chOff x="2640436" y="-87872"/>
            <a:chExt cx="3098700" cy="2874900"/>
          </a:xfrm>
        </p:grpSpPr>
        <p:sp>
          <p:nvSpPr>
            <p:cNvPr id="17046" name="Google Shape;17046;p294"/>
            <p:cNvSpPr/>
            <p:nvPr/>
          </p:nvSpPr>
          <p:spPr>
            <a:xfrm>
              <a:off x="2640436" y="-87872"/>
              <a:ext cx="3098700" cy="2874900"/>
            </a:xfrm>
            <a:prstGeom prst="roundRect">
              <a:avLst>
                <a:gd fmla="val 3233" name="adj"/>
              </a:avLst>
            </a:prstGeom>
            <a:solidFill>
              <a:srgbClr val="FFFFFF"/>
            </a:solidFill>
            <a:ln cap="flat" cmpd="sng" w="9525">
              <a:solidFill>
                <a:srgbClr val="EFEFEF"/>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t" bIns="15400" lIns="15400" spcFirstLastPara="1" rIns="15400" wrap="square" tIns="15400">
              <a:noAutofit/>
            </a:bodyPr>
            <a:lstStyle/>
            <a:p>
              <a:pPr indent="0" lvl="0" marL="0" rtl="0" algn="ctr">
                <a:spcBef>
                  <a:spcPts val="0"/>
                </a:spcBef>
                <a:spcAft>
                  <a:spcPts val="0"/>
                </a:spcAft>
                <a:buNone/>
              </a:pPr>
              <a:r>
                <a:rPr b="1" i="1" lang="es-419" sz="800">
                  <a:solidFill>
                    <a:srgbClr val="434343"/>
                  </a:solidFill>
                </a:rPr>
                <a:t>Puntos de Automatización</a:t>
              </a:r>
              <a:endParaRPr b="1" i="1" sz="800">
                <a:solidFill>
                  <a:srgbClr val="434343"/>
                </a:solidFill>
              </a:endParaRPr>
            </a:p>
          </p:txBody>
        </p:sp>
        <p:sp>
          <p:nvSpPr>
            <p:cNvPr id="17047" name="Google Shape;17047;p294"/>
            <p:cNvSpPr txBox="1"/>
            <p:nvPr/>
          </p:nvSpPr>
          <p:spPr>
            <a:xfrm>
              <a:off x="2820612" y="182753"/>
              <a:ext cx="1098600" cy="232500"/>
            </a:xfrm>
            <a:prstGeom prst="rect">
              <a:avLst/>
            </a:prstGeom>
            <a:noFill/>
            <a:ln>
              <a:noFill/>
            </a:ln>
          </p:spPr>
          <p:txBody>
            <a:bodyPr anchorCtr="0" anchor="ctr" bIns="0" lIns="0" spcFirstLastPara="1" rIns="0" wrap="square" tIns="0">
              <a:noAutofit/>
            </a:bodyPr>
            <a:lstStyle/>
            <a:p>
              <a:pPr indent="0" lvl="0" marL="0" rtl="0" algn="r">
                <a:spcBef>
                  <a:spcPts val="0"/>
                </a:spcBef>
                <a:spcAft>
                  <a:spcPts val="0"/>
                </a:spcAft>
                <a:buNone/>
              </a:pPr>
              <a:r>
                <a:rPr lang="es-419" sz="700">
                  <a:latin typeface="Arvo"/>
                  <a:ea typeface="Arvo"/>
                  <a:cs typeface="Arvo"/>
                  <a:sym typeface="Arvo"/>
                </a:rPr>
                <a:t>Actividad de Negocio</a:t>
              </a:r>
              <a:endParaRPr sz="700">
                <a:latin typeface="Arvo"/>
                <a:ea typeface="Arvo"/>
                <a:cs typeface="Arvo"/>
                <a:sym typeface="Arvo"/>
              </a:endParaRPr>
            </a:p>
            <a:p>
              <a:pPr indent="0" lvl="0" marL="0" rtl="0" algn="r">
                <a:spcBef>
                  <a:spcPts val="0"/>
                </a:spcBef>
                <a:spcAft>
                  <a:spcPts val="0"/>
                </a:spcAft>
                <a:buNone/>
              </a:pPr>
              <a:r>
                <a:rPr i="1" lang="es-419" sz="500">
                  <a:latin typeface="Arvo"/>
                  <a:ea typeface="Arvo"/>
                  <a:cs typeface="Arvo"/>
                  <a:sym typeface="Arvo"/>
                </a:rPr>
                <a:t>&lt;ej: Identificarse&gt;</a:t>
              </a:r>
              <a:endParaRPr i="1" sz="500">
                <a:latin typeface="Arvo"/>
                <a:ea typeface="Arvo"/>
                <a:cs typeface="Arvo"/>
                <a:sym typeface="Arvo"/>
              </a:endParaRPr>
            </a:p>
          </p:txBody>
        </p:sp>
        <p:sp>
          <p:nvSpPr>
            <p:cNvPr id="17048" name="Google Shape;17048;p294"/>
            <p:cNvSpPr/>
            <p:nvPr/>
          </p:nvSpPr>
          <p:spPr>
            <a:xfrm>
              <a:off x="3951036" y="159603"/>
              <a:ext cx="17313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8200" lIns="78200" spcFirstLastPara="1" rIns="78200" wrap="square" tIns="78200">
              <a:noAutofit/>
            </a:bodyPr>
            <a:lstStyle/>
            <a:p>
              <a:pPr indent="0" lvl="0" marL="0" rtl="0" algn="l">
                <a:spcBef>
                  <a:spcPts val="0"/>
                </a:spcBef>
                <a:spcAft>
                  <a:spcPts val="0"/>
                </a:spcAft>
                <a:buNone/>
              </a:pPr>
              <a:r>
                <a:t/>
              </a:r>
              <a:endParaRPr sz="500">
                <a:latin typeface="Roboto"/>
                <a:ea typeface="Roboto"/>
                <a:cs typeface="Roboto"/>
                <a:sym typeface="Roboto"/>
              </a:endParaRPr>
            </a:p>
          </p:txBody>
        </p:sp>
        <p:sp>
          <p:nvSpPr>
            <p:cNvPr id="17049" name="Google Shape;17049;p294"/>
            <p:cNvSpPr txBox="1"/>
            <p:nvPr/>
          </p:nvSpPr>
          <p:spPr>
            <a:xfrm>
              <a:off x="3962886" y="142103"/>
              <a:ext cx="1731300" cy="351900"/>
            </a:xfrm>
            <a:prstGeom prst="rect">
              <a:avLst/>
            </a:prstGeom>
            <a:noFill/>
            <a:ln>
              <a:noFill/>
            </a:ln>
          </p:spPr>
          <p:txBody>
            <a:bodyPr anchorCtr="0" anchor="ctr" bIns="15400" lIns="15400" spcFirstLastPara="1" rIns="15400" wrap="square" tIns="15400">
              <a:noAutofit/>
            </a:bodyPr>
            <a:lstStyle/>
            <a:p>
              <a:pPr indent="0" lvl="0" marL="0" rtl="0" algn="l">
                <a:spcBef>
                  <a:spcPts val="0"/>
                </a:spcBef>
                <a:spcAft>
                  <a:spcPts val="0"/>
                </a:spcAft>
                <a:buNone/>
              </a:pPr>
              <a:r>
                <a:rPr b="1" lang="es-419" sz="700">
                  <a:solidFill>
                    <a:schemeClr val="dk1"/>
                  </a:solidFill>
                </a:rPr>
                <a:t>Confirmar entrega interna o despacho</a:t>
              </a:r>
              <a:endParaRPr/>
            </a:p>
          </p:txBody>
        </p:sp>
        <p:sp>
          <p:nvSpPr>
            <p:cNvPr id="17050" name="Google Shape;17050;p294"/>
            <p:cNvSpPr/>
            <p:nvPr/>
          </p:nvSpPr>
          <p:spPr>
            <a:xfrm>
              <a:off x="3646236" y="1459973"/>
              <a:ext cx="6333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8200" lIns="78200" spcFirstLastPara="1" rIns="78200" wrap="square" tIns="78200">
              <a:noAutofit/>
            </a:bodyPr>
            <a:lstStyle/>
            <a:p>
              <a:pPr indent="0" lvl="0" marL="0" rtl="0" algn="l">
                <a:spcBef>
                  <a:spcPts val="0"/>
                </a:spcBef>
                <a:spcAft>
                  <a:spcPts val="0"/>
                </a:spcAft>
                <a:buNone/>
              </a:pPr>
              <a:r>
                <a:t/>
              </a:r>
              <a:endParaRPr sz="500">
                <a:latin typeface="Roboto"/>
                <a:ea typeface="Roboto"/>
                <a:cs typeface="Roboto"/>
                <a:sym typeface="Roboto"/>
              </a:endParaRPr>
            </a:p>
          </p:txBody>
        </p:sp>
        <p:sp>
          <p:nvSpPr>
            <p:cNvPr id="17051" name="Google Shape;17051;p294"/>
            <p:cNvSpPr/>
            <p:nvPr/>
          </p:nvSpPr>
          <p:spPr>
            <a:xfrm>
              <a:off x="3646236" y="1075527"/>
              <a:ext cx="6333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8200" lIns="78200" spcFirstLastPara="1" rIns="78200" wrap="square" tIns="78200">
              <a:noAutofit/>
            </a:bodyPr>
            <a:lstStyle/>
            <a:p>
              <a:pPr indent="0" lvl="0" marL="0" rtl="0" algn="l">
                <a:spcBef>
                  <a:spcPts val="0"/>
                </a:spcBef>
                <a:spcAft>
                  <a:spcPts val="0"/>
                </a:spcAft>
                <a:buNone/>
              </a:pPr>
              <a:r>
                <a:t/>
              </a:r>
              <a:endParaRPr sz="500">
                <a:latin typeface="Roboto"/>
                <a:ea typeface="Roboto"/>
                <a:cs typeface="Roboto"/>
                <a:sym typeface="Roboto"/>
              </a:endParaRPr>
            </a:p>
          </p:txBody>
        </p:sp>
        <p:sp>
          <p:nvSpPr>
            <p:cNvPr id="17052" name="Google Shape;17052;p294"/>
            <p:cNvSpPr/>
            <p:nvPr/>
          </p:nvSpPr>
          <p:spPr>
            <a:xfrm>
              <a:off x="3646236" y="2229879"/>
              <a:ext cx="6333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8200" lIns="78200" spcFirstLastPara="1" rIns="78200" wrap="square" tIns="78200">
              <a:noAutofit/>
            </a:bodyPr>
            <a:lstStyle/>
            <a:p>
              <a:pPr indent="0" lvl="0" marL="0" rtl="0" algn="l">
                <a:spcBef>
                  <a:spcPts val="0"/>
                </a:spcBef>
                <a:spcAft>
                  <a:spcPts val="0"/>
                </a:spcAft>
                <a:buNone/>
              </a:pPr>
              <a:r>
                <a:t/>
              </a:r>
              <a:endParaRPr sz="500">
                <a:latin typeface="Roboto"/>
                <a:ea typeface="Roboto"/>
                <a:cs typeface="Roboto"/>
                <a:sym typeface="Roboto"/>
              </a:endParaRPr>
            </a:p>
          </p:txBody>
        </p:sp>
        <p:sp>
          <p:nvSpPr>
            <p:cNvPr id="17053" name="Google Shape;17053;p294"/>
            <p:cNvSpPr/>
            <p:nvPr/>
          </p:nvSpPr>
          <p:spPr>
            <a:xfrm>
              <a:off x="4349786" y="1075528"/>
              <a:ext cx="13251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61600" lIns="61600" spcFirstLastPara="1" rIns="61600" wrap="square" tIns="61600">
              <a:noAutofit/>
            </a:bodyPr>
            <a:lstStyle/>
            <a:p>
              <a:pPr indent="0" lvl="0" marL="0" rtl="0" algn="l">
                <a:spcBef>
                  <a:spcPts val="0"/>
                </a:spcBef>
                <a:spcAft>
                  <a:spcPts val="0"/>
                </a:spcAft>
                <a:buNone/>
              </a:pPr>
              <a:r>
                <a:t/>
              </a:r>
              <a:endParaRPr sz="700">
                <a:latin typeface="Roboto"/>
                <a:ea typeface="Roboto"/>
                <a:cs typeface="Roboto"/>
                <a:sym typeface="Roboto"/>
              </a:endParaRPr>
            </a:p>
          </p:txBody>
        </p:sp>
        <p:sp>
          <p:nvSpPr>
            <p:cNvPr id="17054" name="Google Shape;17054;p294"/>
            <p:cNvSpPr/>
            <p:nvPr/>
          </p:nvSpPr>
          <p:spPr>
            <a:xfrm>
              <a:off x="4349786" y="1459971"/>
              <a:ext cx="13251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61600" lIns="61600" spcFirstLastPara="1" rIns="61600" wrap="square" tIns="61600">
              <a:noAutofit/>
            </a:bodyPr>
            <a:lstStyle/>
            <a:p>
              <a:pPr indent="0" lvl="0" marL="0" rtl="0" algn="l">
                <a:spcBef>
                  <a:spcPts val="0"/>
                </a:spcBef>
                <a:spcAft>
                  <a:spcPts val="0"/>
                </a:spcAft>
                <a:buNone/>
              </a:pPr>
              <a:r>
                <a:t/>
              </a:r>
              <a:endParaRPr sz="700">
                <a:latin typeface="Roboto"/>
                <a:ea typeface="Roboto"/>
                <a:cs typeface="Roboto"/>
                <a:sym typeface="Roboto"/>
              </a:endParaRPr>
            </a:p>
          </p:txBody>
        </p:sp>
        <p:sp>
          <p:nvSpPr>
            <p:cNvPr id="17055" name="Google Shape;17055;p294"/>
            <p:cNvSpPr/>
            <p:nvPr/>
          </p:nvSpPr>
          <p:spPr>
            <a:xfrm>
              <a:off x="4349786" y="1853372"/>
              <a:ext cx="13251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61600" lIns="61600" spcFirstLastPara="1" rIns="61600" wrap="square" tIns="61600">
              <a:noAutofit/>
            </a:bodyPr>
            <a:lstStyle/>
            <a:p>
              <a:pPr indent="0" lvl="0" marL="0" rtl="0" algn="l">
                <a:spcBef>
                  <a:spcPts val="0"/>
                </a:spcBef>
                <a:spcAft>
                  <a:spcPts val="0"/>
                </a:spcAft>
                <a:buNone/>
              </a:pPr>
              <a:r>
                <a:rPr lang="es-419" sz="600">
                  <a:solidFill>
                    <a:schemeClr val="dk1"/>
                  </a:solidFill>
                </a:rPr>
                <a:t>Marcar producto como “Listo para entregar”</a:t>
              </a:r>
              <a:endParaRPr sz="700">
                <a:latin typeface="Roboto"/>
                <a:ea typeface="Roboto"/>
                <a:cs typeface="Roboto"/>
                <a:sym typeface="Roboto"/>
              </a:endParaRPr>
            </a:p>
          </p:txBody>
        </p:sp>
        <p:sp>
          <p:nvSpPr>
            <p:cNvPr id="17056" name="Google Shape;17056;p294"/>
            <p:cNvSpPr/>
            <p:nvPr/>
          </p:nvSpPr>
          <p:spPr>
            <a:xfrm>
              <a:off x="4349786" y="2239831"/>
              <a:ext cx="13251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61600" lIns="61600" spcFirstLastPara="1" rIns="61600" wrap="square" tIns="61600">
              <a:noAutofit/>
            </a:bodyPr>
            <a:lstStyle/>
            <a:p>
              <a:pPr indent="0" lvl="0" marL="0" rtl="0" algn="l">
                <a:spcBef>
                  <a:spcPts val="0"/>
                </a:spcBef>
                <a:spcAft>
                  <a:spcPts val="0"/>
                </a:spcAft>
                <a:buNone/>
              </a:pPr>
              <a:r>
                <a:rPr lang="es-419" sz="700">
                  <a:latin typeface="Roboto"/>
                  <a:ea typeface="Roboto"/>
                  <a:cs typeface="Roboto"/>
                  <a:sym typeface="Roboto"/>
                </a:rPr>
                <a:t>&lt;...&gt;</a:t>
              </a:r>
              <a:endParaRPr sz="700">
                <a:latin typeface="Roboto"/>
                <a:ea typeface="Roboto"/>
                <a:cs typeface="Roboto"/>
                <a:sym typeface="Roboto"/>
              </a:endParaRPr>
            </a:p>
          </p:txBody>
        </p:sp>
        <p:sp>
          <p:nvSpPr>
            <p:cNvPr id="17057" name="Google Shape;17057;p294"/>
            <p:cNvSpPr/>
            <p:nvPr/>
          </p:nvSpPr>
          <p:spPr>
            <a:xfrm>
              <a:off x="2704756" y="1461628"/>
              <a:ext cx="8817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8200" lIns="78200" spcFirstLastPara="1" rIns="78200" wrap="square" tIns="78200">
              <a:noAutofit/>
            </a:bodyPr>
            <a:lstStyle/>
            <a:p>
              <a:pPr indent="0" lvl="0" marL="0" rtl="0" algn="l">
                <a:spcBef>
                  <a:spcPts val="0"/>
                </a:spcBef>
                <a:spcAft>
                  <a:spcPts val="0"/>
                </a:spcAft>
                <a:buNone/>
              </a:pPr>
              <a:r>
                <a:t/>
              </a:r>
              <a:endParaRPr sz="500">
                <a:latin typeface="Roboto"/>
                <a:ea typeface="Roboto"/>
                <a:cs typeface="Roboto"/>
                <a:sym typeface="Roboto"/>
              </a:endParaRPr>
            </a:p>
          </p:txBody>
        </p:sp>
        <p:sp>
          <p:nvSpPr>
            <p:cNvPr id="17058" name="Google Shape;17058;p294"/>
            <p:cNvSpPr txBox="1"/>
            <p:nvPr/>
          </p:nvSpPr>
          <p:spPr>
            <a:xfrm>
              <a:off x="4463036" y="557328"/>
              <a:ext cx="1098600" cy="4653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b="1" lang="es-419" sz="700">
                  <a:latin typeface="Arvo"/>
                  <a:ea typeface="Arvo"/>
                  <a:cs typeface="Arvo"/>
                  <a:sym typeface="Arvo"/>
                </a:rPr>
                <a:t>Acción interactiva:</a:t>
              </a:r>
              <a:endParaRPr b="1" sz="700">
                <a:latin typeface="Arvo"/>
                <a:ea typeface="Arvo"/>
                <a:cs typeface="Arvo"/>
                <a:sym typeface="Arvo"/>
              </a:endParaRPr>
            </a:p>
            <a:p>
              <a:pPr indent="0" lvl="0" marL="0" rtl="0" algn="ctr">
                <a:spcBef>
                  <a:spcPts val="0"/>
                </a:spcBef>
                <a:spcAft>
                  <a:spcPts val="0"/>
                </a:spcAft>
                <a:buNone/>
              </a:pPr>
              <a:r>
                <a:rPr i="1" lang="es-419" sz="500">
                  <a:latin typeface="Arvo"/>
                  <a:ea typeface="Arvo"/>
                  <a:cs typeface="Arvo"/>
                  <a:sym typeface="Arvo"/>
                </a:rPr>
                <a:t>&lt;ej: </a:t>
              </a:r>
              <a:r>
                <a:rPr i="1" lang="es-419" sz="500">
                  <a:solidFill>
                    <a:srgbClr val="000000"/>
                  </a:solidFill>
                  <a:latin typeface="Roboto"/>
                  <a:ea typeface="Roboto"/>
                  <a:cs typeface="Roboto"/>
                  <a:sym typeface="Roboto"/>
                </a:rPr>
                <a:t>autenticar por huella y cara</a:t>
              </a:r>
              <a:r>
                <a:rPr i="1" lang="es-419" sz="500">
                  <a:latin typeface="Arvo"/>
                  <a:ea typeface="Arvo"/>
                  <a:cs typeface="Arvo"/>
                  <a:sym typeface="Arvo"/>
                </a:rPr>
                <a:t>&gt;</a:t>
              </a:r>
              <a:endParaRPr i="1" sz="500">
                <a:latin typeface="Arvo"/>
                <a:ea typeface="Arvo"/>
                <a:cs typeface="Arvo"/>
                <a:sym typeface="Arvo"/>
              </a:endParaRPr>
            </a:p>
          </p:txBody>
        </p:sp>
        <p:sp>
          <p:nvSpPr>
            <p:cNvPr id="17059" name="Google Shape;17059;p294"/>
            <p:cNvSpPr txBox="1"/>
            <p:nvPr/>
          </p:nvSpPr>
          <p:spPr>
            <a:xfrm>
              <a:off x="3639736" y="557328"/>
              <a:ext cx="702600" cy="4653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b="1" lang="es-419" sz="700">
                  <a:latin typeface="Arvo"/>
                  <a:ea typeface="Arvo"/>
                  <a:cs typeface="Arvo"/>
                  <a:sym typeface="Arvo"/>
                </a:rPr>
                <a:t>Punto de contacto</a:t>
              </a:r>
              <a:endParaRPr sz="700">
                <a:latin typeface="Arvo"/>
                <a:ea typeface="Arvo"/>
                <a:cs typeface="Arvo"/>
                <a:sym typeface="Arvo"/>
              </a:endParaRPr>
            </a:p>
          </p:txBody>
        </p:sp>
        <p:sp>
          <p:nvSpPr>
            <p:cNvPr id="17060" name="Google Shape;17060;p294"/>
            <p:cNvSpPr txBox="1"/>
            <p:nvPr/>
          </p:nvSpPr>
          <p:spPr>
            <a:xfrm>
              <a:off x="2784273" y="568049"/>
              <a:ext cx="702600" cy="4653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b="1" lang="es-419" sz="700">
                  <a:latin typeface="Arvo"/>
                  <a:ea typeface="Arvo"/>
                  <a:cs typeface="Arvo"/>
                  <a:sym typeface="Arvo"/>
                </a:rPr>
                <a:t>Rol</a:t>
              </a:r>
              <a:endParaRPr sz="700">
                <a:latin typeface="Arvo"/>
                <a:ea typeface="Arvo"/>
                <a:cs typeface="Arvo"/>
                <a:sym typeface="Arvo"/>
              </a:endParaRPr>
            </a:p>
          </p:txBody>
        </p:sp>
        <p:pic>
          <p:nvPicPr>
            <p:cNvPr id="17061" name="Google Shape;17061;p294"/>
            <p:cNvPicPr preferRelativeResize="0"/>
            <p:nvPr/>
          </p:nvPicPr>
          <p:blipFill rotWithShape="1">
            <a:blip r:embed="rId3">
              <a:alphaModFix/>
            </a:blip>
            <a:srcRect b="-868" l="16515" r="66426" t="66946"/>
            <a:stretch/>
          </p:blipFill>
          <p:spPr>
            <a:xfrm>
              <a:off x="2782507" y="825772"/>
              <a:ext cx="702701" cy="702700"/>
            </a:xfrm>
            <a:prstGeom prst="rect">
              <a:avLst/>
            </a:prstGeom>
            <a:noFill/>
            <a:ln>
              <a:noFill/>
            </a:ln>
          </p:spPr>
        </p:pic>
        <p:sp>
          <p:nvSpPr>
            <p:cNvPr id="17062" name="Google Shape;17062;p294"/>
            <p:cNvSpPr txBox="1"/>
            <p:nvPr/>
          </p:nvSpPr>
          <p:spPr>
            <a:xfrm>
              <a:off x="2782511" y="1476053"/>
              <a:ext cx="761100" cy="232500"/>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s-419" sz="700">
                  <a:solidFill>
                    <a:schemeClr val="dk1"/>
                  </a:solidFill>
                </a:rPr>
                <a:t>Auxiliar Bodega</a:t>
              </a:r>
              <a:endParaRPr/>
            </a:p>
          </p:txBody>
        </p:sp>
        <p:sp>
          <p:nvSpPr>
            <p:cNvPr id="17063" name="Google Shape;17063;p294"/>
            <p:cNvSpPr txBox="1"/>
            <p:nvPr/>
          </p:nvSpPr>
          <p:spPr>
            <a:xfrm>
              <a:off x="2704760" y="1669653"/>
              <a:ext cx="964800" cy="232500"/>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t/>
              </a:r>
              <a:endParaRPr b="1" sz="700">
                <a:latin typeface="Arvo"/>
                <a:ea typeface="Arvo"/>
                <a:cs typeface="Arvo"/>
                <a:sym typeface="Arvo"/>
              </a:endParaRPr>
            </a:p>
            <a:p>
              <a:pPr indent="0" lvl="0" marL="0" rtl="0" algn="ctr">
                <a:spcBef>
                  <a:spcPts val="0"/>
                </a:spcBef>
                <a:spcAft>
                  <a:spcPts val="0"/>
                </a:spcAft>
                <a:buNone/>
              </a:pPr>
              <a:r>
                <a:rPr i="1" lang="es-419" sz="500">
                  <a:latin typeface="Arvo"/>
                  <a:ea typeface="Arvo"/>
                  <a:cs typeface="Arvo"/>
                  <a:sym typeface="Arvo"/>
                </a:rPr>
                <a:t>&lt;ej: conductor&gt;</a:t>
              </a:r>
              <a:endParaRPr i="1" sz="500">
                <a:latin typeface="Arvo"/>
                <a:ea typeface="Arvo"/>
                <a:cs typeface="Arvo"/>
                <a:sym typeface="Arvo"/>
              </a:endParaRPr>
            </a:p>
          </p:txBody>
        </p:sp>
        <p:sp>
          <p:nvSpPr>
            <p:cNvPr id="17064" name="Google Shape;17064;p294"/>
            <p:cNvSpPr/>
            <p:nvPr/>
          </p:nvSpPr>
          <p:spPr>
            <a:xfrm>
              <a:off x="3646236" y="1853362"/>
              <a:ext cx="6333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8200" lIns="78200" spcFirstLastPara="1" rIns="78200" wrap="square" tIns="78200">
              <a:noAutofit/>
            </a:bodyPr>
            <a:lstStyle/>
            <a:p>
              <a:pPr indent="0" lvl="0" marL="0" rtl="0" algn="l">
                <a:spcBef>
                  <a:spcPts val="0"/>
                </a:spcBef>
                <a:spcAft>
                  <a:spcPts val="0"/>
                </a:spcAft>
                <a:buNone/>
              </a:pPr>
              <a:r>
                <a:rPr lang="es-419" sz="600">
                  <a:solidFill>
                    <a:schemeClr val="dk1"/>
                  </a:solidFill>
                </a:rPr>
                <a:t>📧 Aplicativo de entregas</a:t>
              </a:r>
              <a:endParaRPr sz="500">
                <a:latin typeface="Roboto"/>
                <a:ea typeface="Roboto"/>
                <a:cs typeface="Roboto"/>
                <a:sym typeface="Roboto"/>
              </a:endParaRPr>
            </a:p>
          </p:txBody>
        </p:sp>
      </p:grpSp>
      <p:sp>
        <p:nvSpPr>
          <p:cNvPr id="17065" name="Google Shape;17065;p294"/>
          <p:cNvSpPr txBox="1"/>
          <p:nvPr/>
        </p:nvSpPr>
        <p:spPr>
          <a:xfrm>
            <a:off x="536350" y="485875"/>
            <a:ext cx="2219400" cy="1692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s-419" sz="1100">
                <a:solidFill>
                  <a:schemeClr val="lt1"/>
                </a:solidFill>
              </a:rPr>
              <a:t>Empacar y entregar producto</a:t>
            </a:r>
            <a:endParaRPr sz="1100">
              <a:solidFill>
                <a:schemeClr val="lt1"/>
              </a:solidFill>
            </a:endParaRPr>
          </a:p>
        </p:txBody>
      </p:sp>
    </p:spTree>
  </p:cSld>
  <p:clrMapOvr>
    <a:masterClrMapping/>
  </p:clrMapOvr>
</p:sld>
</file>

<file path=ppt/slides/slide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069" name="Shape 17069"/>
        <p:cNvGrpSpPr/>
        <p:nvPr/>
      </p:nvGrpSpPr>
      <p:grpSpPr>
        <a:xfrm>
          <a:off x="0" y="0"/>
          <a:ext cx="0" cy="0"/>
          <a:chOff x="0" y="0"/>
          <a:chExt cx="0" cy="0"/>
        </a:xfrm>
      </p:grpSpPr>
      <p:sp>
        <p:nvSpPr>
          <p:cNvPr id="17070" name="Google Shape;17070;p295"/>
          <p:cNvSpPr txBox="1"/>
          <p:nvPr>
            <p:ph type="title"/>
          </p:nvPr>
        </p:nvSpPr>
        <p:spPr>
          <a:xfrm flipH="1">
            <a:off x="3219174" y="437575"/>
            <a:ext cx="1731300" cy="265800"/>
          </a:xfrm>
          <a:prstGeom prst="rect">
            <a:avLst/>
          </a:prstGeom>
        </p:spPr>
        <p:txBody>
          <a:bodyPr anchorCtr="0" anchor="ctr" bIns="0" lIns="0" spcFirstLastPara="1" rIns="0" wrap="square" tIns="0">
            <a:noAutofit/>
          </a:bodyPr>
          <a:lstStyle/>
          <a:p>
            <a:pPr indent="0" lvl="0" marL="0" rtl="0" algn="l">
              <a:spcBef>
                <a:spcPts val="0"/>
              </a:spcBef>
              <a:spcAft>
                <a:spcPts val="0"/>
              </a:spcAft>
              <a:buNone/>
            </a:pPr>
            <a:r>
              <a:rPr lang="es-419"/>
              <a:t>PM-02</a:t>
            </a:r>
            <a:endParaRPr/>
          </a:p>
        </p:txBody>
      </p:sp>
      <p:sp>
        <p:nvSpPr>
          <p:cNvPr id="17071" name="Google Shape;17071;p295"/>
          <p:cNvSpPr txBox="1"/>
          <p:nvPr>
            <p:ph idx="2" type="title"/>
          </p:nvPr>
        </p:nvSpPr>
        <p:spPr>
          <a:xfrm flipH="1">
            <a:off x="6546263" y="387663"/>
            <a:ext cx="3350100" cy="169200"/>
          </a:xfrm>
          <a:prstGeom prst="rect">
            <a:avLst/>
          </a:prstGeom>
        </p:spPr>
        <p:txBody>
          <a:bodyPr anchorCtr="0" anchor="ctr" bIns="0" lIns="0" spcFirstLastPara="1" rIns="0" wrap="square" tIns="0">
            <a:noAutofit/>
          </a:bodyPr>
          <a:lstStyle/>
          <a:p>
            <a:pPr indent="0" lvl="0" marL="0" rtl="0" algn="l">
              <a:spcBef>
                <a:spcPts val="0"/>
              </a:spcBef>
              <a:spcAft>
                <a:spcPts val="0"/>
              </a:spcAft>
              <a:buNone/>
            </a:pPr>
            <a:r>
              <a:rPr lang="es-419"/>
              <a:t>Garantizar ingreso correcto del paciente.</a:t>
            </a:r>
            <a:endParaRPr/>
          </a:p>
        </p:txBody>
      </p:sp>
      <p:sp>
        <p:nvSpPr>
          <p:cNvPr id="17072" name="Google Shape;17072;p295"/>
          <p:cNvSpPr txBox="1"/>
          <p:nvPr>
            <p:ph idx="3" type="title"/>
          </p:nvPr>
        </p:nvSpPr>
        <p:spPr>
          <a:xfrm flipH="1">
            <a:off x="6546263" y="579538"/>
            <a:ext cx="3350100" cy="169200"/>
          </a:xfrm>
          <a:prstGeom prst="rect">
            <a:avLst/>
          </a:prstGeom>
        </p:spPr>
        <p:txBody>
          <a:bodyPr anchorCtr="0" anchor="ctr" bIns="0" lIns="0" spcFirstLastPara="1" rIns="0" wrap="square" tIns="0">
            <a:noAutofit/>
          </a:bodyPr>
          <a:lstStyle/>
          <a:p>
            <a:pPr indent="0" lvl="0" marL="0" rtl="0" algn="l">
              <a:spcBef>
                <a:spcPts val="0"/>
              </a:spcBef>
              <a:spcAft>
                <a:spcPts val="0"/>
              </a:spcAft>
              <a:buNone/>
            </a:pPr>
            <a:r>
              <a:rPr lang="es-419"/>
              <a:t>Garantizar ingreso correcto del paciente.</a:t>
            </a:r>
            <a:endParaRPr/>
          </a:p>
        </p:txBody>
      </p:sp>
      <p:grpSp>
        <p:nvGrpSpPr>
          <p:cNvPr id="17073" name="Google Shape;17073;p295"/>
          <p:cNvGrpSpPr/>
          <p:nvPr/>
        </p:nvGrpSpPr>
        <p:grpSpPr>
          <a:xfrm>
            <a:off x="408339" y="1304041"/>
            <a:ext cx="2810831" cy="2161925"/>
            <a:chOff x="2640436" y="-87872"/>
            <a:chExt cx="3098700" cy="2874900"/>
          </a:xfrm>
        </p:grpSpPr>
        <p:sp>
          <p:nvSpPr>
            <p:cNvPr id="17074" name="Google Shape;17074;p295"/>
            <p:cNvSpPr/>
            <p:nvPr/>
          </p:nvSpPr>
          <p:spPr>
            <a:xfrm>
              <a:off x="2640436" y="-87872"/>
              <a:ext cx="3098700" cy="2874900"/>
            </a:xfrm>
            <a:prstGeom prst="roundRect">
              <a:avLst>
                <a:gd fmla="val 3233" name="adj"/>
              </a:avLst>
            </a:prstGeom>
            <a:solidFill>
              <a:srgbClr val="FFFFFF"/>
            </a:solidFill>
            <a:ln cap="flat" cmpd="sng" w="9525">
              <a:solidFill>
                <a:srgbClr val="EFEFEF"/>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t" bIns="15400" lIns="15400" spcFirstLastPara="1" rIns="15400" wrap="square" tIns="15400">
              <a:noAutofit/>
            </a:bodyPr>
            <a:lstStyle/>
            <a:p>
              <a:pPr indent="0" lvl="0" marL="0" rtl="0" algn="ctr">
                <a:spcBef>
                  <a:spcPts val="0"/>
                </a:spcBef>
                <a:spcAft>
                  <a:spcPts val="0"/>
                </a:spcAft>
                <a:buNone/>
              </a:pPr>
              <a:r>
                <a:rPr b="1" i="1" lang="es-419" sz="800">
                  <a:solidFill>
                    <a:srgbClr val="434343"/>
                  </a:solidFill>
                </a:rPr>
                <a:t>Puntos de Automatización</a:t>
              </a:r>
              <a:endParaRPr b="1" i="1" sz="800">
                <a:solidFill>
                  <a:srgbClr val="434343"/>
                </a:solidFill>
              </a:endParaRPr>
            </a:p>
          </p:txBody>
        </p:sp>
        <p:sp>
          <p:nvSpPr>
            <p:cNvPr id="17075" name="Google Shape;17075;p295"/>
            <p:cNvSpPr txBox="1"/>
            <p:nvPr/>
          </p:nvSpPr>
          <p:spPr>
            <a:xfrm>
              <a:off x="2820612" y="182753"/>
              <a:ext cx="1098600" cy="232500"/>
            </a:xfrm>
            <a:prstGeom prst="rect">
              <a:avLst/>
            </a:prstGeom>
            <a:noFill/>
            <a:ln>
              <a:noFill/>
            </a:ln>
          </p:spPr>
          <p:txBody>
            <a:bodyPr anchorCtr="0" anchor="ctr" bIns="0" lIns="0" spcFirstLastPara="1" rIns="0" wrap="square" tIns="0">
              <a:noAutofit/>
            </a:bodyPr>
            <a:lstStyle/>
            <a:p>
              <a:pPr indent="0" lvl="0" marL="0" rtl="0" algn="r">
                <a:spcBef>
                  <a:spcPts val="0"/>
                </a:spcBef>
                <a:spcAft>
                  <a:spcPts val="0"/>
                </a:spcAft>
                <a:buNone/>
              </a:pPr>
              <a:r>
                <a:rPr lang="es-419" sz="700">
                  <a:latin typeface="Arvo"/>
                  <a:ea typeface="Arvo"/>
                  <a:cs typeface="Arvo"/>
                  <a:sym typeface="Arvo"/>
                </a:rPr>
                <a:t>Actividad de Negocio</a:t>
              </a:r>
              <a:endParaRPr sz="700">
                <a:latin typeface="Arvo"/>
                <a:ea typeface="Arvo"/>
                <a:cs typeface="Arvo"/>
                <a:sym typeface="Arvo"/>
              </a:endParaRPr>
            </a:p>
            <a:p>
              <a:pPr indent="0" lvl="0" marL="0" rtl="0" algn="r">
                <a:spcBef>
                  <a:spcPts val="0"/>
                </a:spcBef>
                <a:spcAft>
                  <a:spcPts val="0"/>
                </a:spcAft>
                <a:buNone/>
              </a:pPr>
              <a:r>
                <a:rPr i="1" lang="es-419" sz="500">
                  <a:latin typeface="Arvo"/>
                  <a:ea typeface="Arvo"/>
                  <a:cs typeface="Arvo"/>
                  <a:sym typeface="Arvo"/>
                </a:rPr>
                <a:t>&lt;ej: Identificarse&gt;</a:t>
              </a:r>
              <a:endParaRPr i="1" sz="500">
                <a:latin typeface="Arvo"/>
                <a:ea typeface="Arvo"/>
                <a:cs typeface="Arvo"/>
                <a:sym typeface="Arvo"/>
              </a:endParaRPr>
            </a:p>
          </p:txBody>
        </p:sp>
        <p:sp>
          <p:nvSpPr>
            <p:cNvPr id="17076" name="Google Shape;17076;p295"/>
            <p:cNvSpPr/>
            <p:nvPr/>
          </p:nvSpPr>
          <p:spPr>
            <a:xfrm>
              <a:off x="3951036" y="159603"/>
              <a:ext cx="17313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8200" lIns="78200" spcFirstLastPara="1" rIns="78200" wrap="square" tIns="78200">
              <a:noAutofit/>
            </a:bodyPr>
            <a:lstStyle/>
            <a:p>
              <a:pPr indent="0" lvl="0" marL="0" rtl="0" algn="l">
                <a:spcBef>
                  <a:spcPts val="0"/>
                </a:spcBef>
                <a:spcAft>
                  <a:spcPts val="0"/>
                </a:spcAft>
                <a:buNone/>
              </a:pPr>
              <a:r>
                <a:t/>
              </a:r>
              <a:endParaRPr sz="500">
                <a:latin typeface="Roboto"/>
                <a:ea typeface="Roboto"/>
                <a:cs typeface="Roboto"/>
                <a:sym typeface="Roboto"/>
              </a:endParaRPr>
            </a:p>
          </p:txBody>
        </p:sp>
        <p:sp>
          <p:nvSpPr>
            <p:cNvPr id="17077" name="Google Shape;17077;p295"/>
            <p:cNvSpPr txBox="1"/>
            <p:nvPr/>
          </p:nvSpPr>
          <p:spPr>
            <a:xfrm>
              <a:off x="3962886" y="142103"/>
              <a:ext cx="1731300" cy="351900"/>
            </a:xfrm>
            <a:prstGeom prst="rect">
              <a:avLst/>
            </a:prstGeom>
            <a:noFill/>
            <a:ln>
              <a:noFill/>
            </a:ln>
          </p:spPr>
          <p:txBody>
            <a:bodyPr anchorCtr="0" anchor="ctr" bIns="15400" lIns="15400" spcFirstLastPara="1" rIns="15400" wrap="square" tIns="15400">
              <a:noAutofit/>
            </a:bodyPr>
            <a:lstStyle/>
            <a:p>
              <a:pPr indent="0" lvl="0" marL="0" rtl="0" algn="l">
                <a:spcBef>
                  <a:spcPts val="0"/>
                </a:spcBef>
                <a:spcAft>
                  <a:spcPts val="0"/>
                </a:spcAft>
                <a:buNone/>
              </a:pPr>
              <a:r>
                <a:rPr b="1" lang="es-419" sz="700">
                  <a:solidFill>
                    <a:schemeClr val="dk1"/>
                  </a:solidFill>
                </a:rPr>
                <a:t>Enviar </a:t>
              </a:r>
              <a:r>
                <a:rPr b="1" lang="es-419" sz="700">
                  <a:solidFill>
                    <a:schemeClr val="dk1"/>
                  </a:solidFill>
                </a:rPr>
                <a:t>encuestas</a:t>
              </a:r>
              <a:r>
                <a:rPr b="1" lang="es-419" sz="700">
                  <a:solidFill>
                    <a:schemeClr val="dk1"/>
                  </a:solidFill>
                </a:rPr>
                <a:t> de </a:t>
              </a:r>
              <a:r>
                <a:rPr b="1" lang="es-419" sz="700">
                  <a:solidFill>
                    <a:schemeClr val="dk1"/>
                  </a:solidFill>
                </a:rPr>
                <a:t>satisfacción</a:t>
              </a:r>
              <a:endParaRPr/>
            </a:p>
          </p:txBody>
        </p:sp>
        <p:sp>
          <p:nvSpPr>
            <p:cNvPr id="17078" name="Google Shape;17078;p295"/>
            <p:cNvSpPr/>
            <p:nvPr/>
          </p:nvSpPr>
          <p:spPr>
            <a:xfrm>
              <a:off x="3646236" y="1459973"/>
              <a:ext cx="6333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8200" lIns="78200" spcFirstLastPara="1" rIns="78200" wrap="square" tIns="78200">
              <a:noAutofit/>
            </a:bodyPr>
            <a:lstStyle/>
            <a:p>
              <a:pPr indent="0" lvl="0" marL="0" rtl="0" algn="l">
                <a:spcBef>
                  <a:spcPts val="0"/>
                </a:spcBef>
                <a:spcAft>
                  <a:spcPts val="0"/>
                </a:spcAft>
                <a:buNone/>
              </a:pPr>
              <a:r>
                <a:t/>
              </a:r>
              <a:endParaRPr sz="500">
                <a:latin typeface="Roboto"/>
                <a:ea typeface="Roboto"/>
                <a:cs typeface="Roboto"/>
                <a:sym typeface="Roboto"/>
              </a:endParaRPr>
            </a:p>
          </p:txBody>
        </p:sp>
        <p:sp>
          <p:nvSpPr>
            <p:cNvPr id="17079" name="Google Shape;17079;p295"/>
            <p:cNvSpPr/>
            <p:nvPr/>
          </p:nvSpPr>
          <p:spPr>
            <a:xfrm>
              <a:off x="3646236" y="1075527"/>
              <a:ext cx="6333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8200" lIns="78200" spcFirstLastPara="1" rIns="78200" wrap="square" tIns="78200">
              <a:noAutofit/>
            </a:bodyPr>
            <a:lstStyle/>
            <a:p>
              <a:pPr indent="0" lvl="0" marL="0" rtl="0" algn="l">
                <a:spcBef>
                  <a:spcPts val="0"/>
                </a:spcBef>
                <a:spcAft>
                  <a:spcPts val="0"/>
                </a:spcAft>
                <a:buNone/>
              </a:pPr>
              <a:r>
                <a:rPr lang="es-419" sz="700">
                  <a:latin typeface="Roboto"/>
                  <a:ea typeface="Roboto"/>
                  <a:cs typeface="Roboto"/>
                  <a:sym typeface="Roboto"/>
                </a:rPr>
                <a:t>Correo o mensaje</a:t>
              </a:r>
              <a:endParaRPr sz="700">
                <a:latin typeface="Roboto"/>
                <a:ea typeface="Roboto"/>
                <a:cs typeface="Roboto"/>
                <a:sym typeface="Roboto"/>
              </a:endParaRPr>
            </a:p>
          </p:txBody>
        </p:sp>
        <p:sp>
          <p:nvSpPr>
            <p:cNvPr id="17080" name="Google Shape;17080;p295"/>
            <p:cNvSpPr/>
            <p:nvPr/>
          </p:nvSpPr>
          <p:spPr>
            <a:xfrm>
              <a:off x="3646236" y="1853377"/>
              <a:ext cx="6333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8200" lIns="78200" spcFirstLastPara="1" rIns="78200" wrap="square" tIns="78200">
              <a:noAutofit/>
            </a:bodyPr>
            <a:lstStyle/>
            <a:p>
              <a:pPr indent="0" lvl="0" marL="0" rtl="0" algn="l">
                <a:spcBef>
                  <a:spcPts val="0"/>
                </a:spcBef>
                <a:spcAft>
                  <a:spcPts val="0"/>
                </a:spcAft>
                <a:buNone/>
              </a:pPr>
              <a:r>
                <a:t/>
              </a:r>
              <a:endParaRPr sz="500">
                <a:latin typeface="Roboto"/>
                <a:ea typeface="Roboto"/>
                <a:cs typeface="Roboto"/>
                <a:sym typeface="Roboto"/>
              </a:endParaRPr>
            </a:p>
          </p:txBody>
        </p:sp>
        <p:sp>
          <p:nvSpPr>
            <p:cNvPr id="17081" name="Google Shape;17081;p295"/>
            <p:cNvSpPr/>
            <p:nvPr/>
          </p:nvSpPr>
          <p:spPr>
            <a:xfrm>
              <a:off x="3646236" y="2229879"/>
              <a:ext cx="6333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8200" lIns="78200" spcFirstLastPara="1" rIns="78200" wrap="square" tIns="78200">
              <a:noAutofit/>
            </a:bodyPr>
            <a:lstStyle/>
            <a:p>
              <a:pPr indent="0" lvl="0" marL="0" rtl="0" algn="l">
                <a:spcBef>
                  <a:spcPts val="0"/>
                </a:spcBef>
                <a:spcAft>
                  <a:spcPts val="0"/>
                </a:spcAft>
                <a:buNone/>
              </a:pPr>
              <a:r>
                <a:t/>
              </a:r>
              <a:endParaRPr sz="500">
                <a:latin typeface="Roboto"/>
                <a:ea typeface="Roboto"/>
                <a:cs typeface="Roboto"/>
                <a:sym typeface="Roboto"/>
              </a:endParaRPr>
            </a:p>
          </p:txBody>
        </p:sp>
        <p:sp>
          <p:nvSpPr>
            <p:cNvPr id="17082" name="Google Shape;17082;p295"/>
            <p:cNvSpPr/>
            <p:nvPr/>
          </p:nvSpPr>
          <p:spPr>
            <a:xfrm>
              <a:off x="4349786" y="1075528"/>
              <a:ext cx="13251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61600" lIns="61600" spcFirstLastPara="1" rIns="61600" wrap="square" tIns="61600">
              <a:noAutofit/>
            </a:bodyPr>
            <a:lstStyle/>
            <a:p>
              <a:pPr indent="0" lvl="0" marL="0" rtl="0" algn="l">
                <a:spcBef>
                  <a:spcPts val="0"/>
                </a:spcBef>
                <a:spcAft>
                  <a:spcPts val="0"/>
                </a:spcAft>
                <a:buNone/>
              </a:pPr>
              <a:r>
                <a:rPr lang="es-419" sz="600">
                  <a:solidFill>
                    <a:schemeClr val="dk1"/>
                  </a:solidFill>
                </a:rPr>
                <a:t>Solicitar la </a:t>
              </a:r>
              <a:r>
                <a:rPr lang="es-419" sz="600">
                  <a:solidFill>
                    <a:schemeClr val="dk1"/>
                  </a:solidFill>
                </a:rPr>
                <a:t>calificación</a:t>
              </a:r>
              <a:r>
                <a:rPr lang="es-419" sz="600">
                  <a:solidFill>
                    <a:schemeClr val="dk1"/>
                  </a:solidFill>
                </a:rPr>
                <a:t> del servicio</a:t>
              </a:r>
              <a:endParaRPr sz="700">
                <a:latin typeface="Roboto"/>
                <a:ea typeface="Roboto"/>
                <a:cs typeface="Roboto"/>
                <a:sym typeface="Roboto"/>
              </a:endParaRPr>
            </a:p>
          </p:txBody>
        </p:sp>
        <p:sp>
          <p:nvSpPr>
            <p:cNvPr id="17083" name="Google Shape;17083;p295"/>
            <p:cNvSpPr/>
            <p:nvPr/>
          </p:nvSpPr>
          <p:spPr>
            <a:xfrm>
              <a:off x="4349786" y="1459971"/>
              <a:ext cx="13251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61600" lIns="61600" spcFirstLastPara="1" rIns="61600" wrap="square" tIns="61600">
              <a:noAutofit/>
            </a:bodyPr>
            <a:lstStyle/>
            <a:p>
              <a:pPr indent="0" lvl="0" marL="0" rtl="0" algn="l">
                <a:spcBef>
                  <a:spcPts val="0"/>
                </a:spcBef>
                <a:spcAft>
                  <a:spcPts val="0"/>
                </a:spcAft>
                <a:buNone/>
              </a:pPr>
              <a:r>
                <a:t/>
              </a:r>
              <a:endParaRPr sz="700">
                <a:latin typeface="Roboto"/>
                <a:ea typeface="Roboto"/>
                <a:cs typeface="Roboto"/>
                <a:sym typeface="Roboto"/>
              </a:endParaRPr>
            </a:p>
          </p:txBody>
        </p:sp>
        <p:sp>
          <p:nvSpPr>
            <p:cNvPr id="17084" name="Google Shape;17084;p295"/>
            <p:cNvSpPr/>
            <p:nvPr/>
          </p:nvSpPr>
          <p:spPr>
            <a:xfrm>
              <a:off x="4349786" y="1853372"/>
              <a:ext cx="13251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61600" lIns="61600" spcFirstLastPara="1" rIns="61600" wrap="square" tIns="61600">
              <a:noAutofit/>
            </a:bodyPr>
            <a:lstStyle/>
            <a:p>
              <a:pPr indent="0" lvl="0" marL="0" rtl="0" algn="l">
                <a:spcBef>
                  <a:spcPts val="0"/>
                </a:spcBef>
                <a:spcAft>
                  <a:spcPts val="0"/>
                </a:spcAft>
                <a:buNone/>
              </a:pPr>
              <a:r>
                <a:t/>
              </a:r>
              <a:endParaRPr sz="700">
                <a:latin typeface="Roboto"/>
                <a:ea typeface="Roboto"/>
                <a:cs typeface="Roboto"/>
                <a:sym typeface="Roboto"/>
              </a:endParaRPr>
            </a:p>
          </p:txBody>
        </p:sp>
        <p:sp>
          <p:nvSpPr>
            <p:cNvPr id="17085" name="Google Shape;17085;p295"/>
            <p:cNvSpPr/>
            <p:nvPr/>
          </p:nvSpPr>
          <p:spPr>
            <a:xfrm>
              <a:off x="4349786" y="2239831"/>
              <a:ext cx="13251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61600" lIns="61600" spcFirstLastPara="1" rIns="61600" wrap="square" tIns="61600">
              <a:noAutofit/>
            </a:bodyPr>
            <a:lstStyle/>
            <a:p>
              <a:pPr indent="0" lvl="0" marL="0" rtl="0" algn="l">
                <a:spcBef>
                  <a:spcPts val="0"/>
                </a:spcBef>
                <a:spcAft>
                  <a:spcPts val="0"/>
                </a:spcAft>
                <a:buNone/>
              </a:pPr>
              <a:r>
                <a:rPr lang="es-419" sz="700">
                  <a:latin typeface="Roboto"/>
                  <a:ea typeface="Roboto"/>
                  <a:cs typeface="Roboto"/>
                  <a:sym typeface="Roboto"/>
                </a:rPr>
                <a:t>&lt;...&gt;</a:t>
              </a:r>
              <a:endParaRPr sz="700">
                <a:latin typeface="Roboto"/>
                <a:ea typeface="Roboto"/>
                <a:cs typeface="Roboto"/>
                <a:sym typeface="Roboto"/>
              </a:endParaRPr>
            </a:p>
          </p:txBody>
        </p:sp>
        <p:sp>
          <p:nvSpPr>
            <p:cNvPr id="17086" name="Google Shape;17086;p295"/>
            <p:cNvSpPr/>
            <p:nvPr/>
          </p:nvSpPr>
          <p:spPr>
            <a:xfrm>
              <a:off x="2704756" y="1461628"/>
              <a:ext cx="8817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8200" lIns="78200" spcFirstLastPara="1" rIns="78200" wrap="square" tIns="78200">
              <a:noAutofit/>
            </a:bodyPr>
            <a:lstStyle/>
            <a:p>
              <a:pPr indent="0" lvl="0" marL="0" rtl="0" algn="l">
                <a:spcBef>
                  <a:spcPts val="0"/>
                </a:spcBef>
                <a:spcAft>
                  <a:spcPts val="0"/>
                </a:spcAft>
                <a:buNone/>
              </a:pPr>
              <a:r>
                <a:t/>
              </a:r>
              <a:endParaRPr sz="500">
                <a:latin typeface="Roboto"/>
                <a:ea typeface="Roboto"/>
                <a:cs typeface="Roboto"/>
                <a:sym typeface="Roboto"/>
              </a:endParaRPr>
            </a:p>
          </p:txBody>
        </p:sp>
        <p:sp>
          <p:nvSpPr>
            <p:cNvPr id="17087" name="Google Shape;17087;p295"/>
            <p:cNvSpPr txBox="1"/>
            <p:nvPr/>
          </p:nvSpPr>
          <p:spPr>
            <a:xfrm>
              <a:off x="4463036" y="557328"/>
              <a:ext cx="1098600" cy="4653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b="1" lang="es-419" sz="700">
                  <a:latin typeface="Arvo"/>
                  <a:ea typeface="Arvo"/>
                  <a:cs typeface="Arvo"/>
                  <a:sym typeface="Arvo"/>
                </a:rPr>
                <a:t>Acción interactiva:</a:t>
              </a:r>
              <a:endParaRPr b="1" sz="700">
                <a:latin typeface="Arvo"/>
                <a:ea typeface="Arvo"/>
                <a:cs typeface="Arvo"/>
                <a:sym typeface="Arvo"/>
              </a:endParaRPr>
            </a:p>
            <a:p>
              <a:pPr indent="0" lvl="0" marL="0" rtl="0" algn="ctr">
                <a:spcBef>
                  <a:spcPts val="0"/>
                </a:spcBef>
                <a:spcAft>
                  <a:spcPts val="0"/>
                </a:spcAft>
                <a:buNone/>
              </a:pPr>
              <a:r>
                <a:rPr i="1" lang="es-419" sz="500">
                  <a:latin typeface="Arvo"/>
                  <a:ea typeface="Arvo"/>
                  <a:cs typeface="Arvo"/>
                  <a:sym typeface="Arvo"/>
                </a:rPr>
                <a:t>&lt;ej: </a:t>
              </a:r>
              <a:r>
                <a:rPr i="1" lang="es-419" sz="500">
                  <a:solidFill>
                    <a:srgbClr val="000000"/>
                  </a:solidFill>
                  <a:latin typeface="Roboto"/>
                  <a:ea typeface="Roboto"/>
                  <a:cs typeface="Roboto"/>
                  <a:sym typeface="Roboto"/>
                </a:rPr>
                <a:t>autenticar por huella y cara</a:t>
              </a:r>
              <a:r>
                <a:rPr i="1" lang="es-419" sz="500">
                  <a:latin typeface="Arvo"/>
                  <a:ea typeface="Arvo"/>
                  <a:cs typeface="Arvo"/>
                  <a:sym typeface="Arvo"/>
                </a:rPr>
                <a:t>&gt;</a:t>
              </a:r>
              <a:endParaRPr i="1" sz="500">
                <a:latin typeface="Arvo"/>
                <a:ea typeface="Arvo"/>
                <a:cs typeface="Arvo"/>
                <a:sym typeface="Arvo"/>
              </a:endParaRPr>
            </a:p>
          </p:txBody>
        </p:sp>
        <p:sp>
          <p:nvSpPr>
            <p:cNvPr id="17088" name="Google Shape;17088;p295"/>
            <p:cNvSpPr txBox="1"/>
            <p:nvPr/>
          </p:nvSpPr>
          <p:spPr>
            <a:xfrm>
              <a:off x="3639736" y="557328"/>
              <a:ext cx="702600" cy="4653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b="1" lang="es-419" sz="700">
                  <a:latin typeface="Arvo"/>
                  <a:ea typeface="Arvo"/>
                  <a:cs typeface="Arvo"/>
                  <a:sym typeface="Arvo"/>
                </a:rPr>
                <a:t>Punto de contacto</a:t>
              </a:r>
              <a:endParaRPr sz="700">
                <a:latin typeface="Arvo"/>
                <a:ea typeface="Arvo"/>
                <a:cs typeface="Arvo"/>
                <a:sym typeface="Arvo"/>
              </a:endParaRPr>
            </a:p>
          </p:txBody>
        </p:sp>
        <p:sp>
          <p:nvSpPr>
            <p:cNvPr id="17089" name="Google Shape;17089;p295"/>
            <p:cNvSpPr txBox="1"/>
            <p:nvPr/>
          </p:nvSpPr>
          <p:spPr>
            <a:xfrm>
              <a:off x="2784273" y="568049"/>
              <a:ext cx="702600" cy="4653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b="1" lang="es-419" sz="700">
                  <a:latin typeface="Arvo"/>
                  <a:ea typeface="Arvo"/>
                  <a:cs typeface="Arvo"/>
                  <a:sym typeface="Arvo"/>
                </a:rPr>
                <a:t>Rol</a:t>
              </a:r>
              <a:endParaRPr sz="700">
                <a:latin typeface="Arvo"/>
                <a:ea typeface="Arvo"/>
                <a:cs typeface="Arvo"/>
                <a:sym typeface="Arvo"/>
              </a:endParaRPr>
            </a:p>
          </p:txBody>
        </p:sp>
        <p:pic>
          <p:nvPicPr>
            <p:cNvPr id="17090" name="Google Shape;17090;p295"/>
            <p:cNvPicPr preferRelativeResize="0"/>
            <p:nvPr/>
          </p:nvPicPr>
          <p:blipFill rotWithShape="1">
            <a:blip r:embed="rId3">
              <a:alphaModFix/>
            </a:blip>
            <a:srcRect b="-868" l="16515" r="66426" t="66946"/>
            <a:stretch/>
          </p:blipFill>
          <p:spPr>
            <a:xfrm>
              <a:off x="2782507" y="825772"/>
              <a:ext cx="702701" cy="702700"/>
            </a:xfrm>
            <a:prstGeom prst="rect">
              <a:avLst/>
            </a:prstGeom>
            <a:noFill/>
            <a:ln>
              <a:noFill/>
            </a:ln>
          </p:spPr>
        </p:pic>
        <p:sp>
          <p:nvSpPr>
            <p:cNvPr id="17091" name="Google Shape;17091;p295"/>
            <p:cNvSpPr txBox="1"/>
            <p:nvPr/>
          </p:nvSpPr>
          <p:spPr>
            <a:xfrm>
              <a:off x="2782511" y="1476053"/>
              <a:ext cx="761100" cy="232500"/>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s-419" sz="700"/>
                <a:t>Sistema Automatizado</a:t>
              </a:r>
              <a:endParaRPr sz="700"/>
            </a:p>
          </p:txBody>
        </p:sp>
        <p:sp>
          <p:nvSpPr>
            <p:cNvPr id="17092" name="Google Shape;17092;p295"/>
            <p:cNvSpPr txBox="1"/>
            <p:nvPr/>
          </p:nvSpPr>
          <p:spPr>
            <a:xfrm>
              <a:off x="2704760" y="1669653"/>
              <a:ext cx="964800" cy="232500"/>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t/>
              </a:r>
              <a:endParaRPr b="1" sz="700">
                <a:latin typeface="Arvo"/>
                <a:ea typeface="Arvo"/>
                <a:cs typeface="Arvo"/>
                <a:sym typeface="Arvo"/>
              </a:endParaRPr>
            </a:p>
            <a:p>
              <a:pPr indent="0" lvl="0" marL="0" rtl="0" algn="ctr">
                <a:spcBef>
                  <a:spcPts val="0"/>
                </a:spcBef>
                <a:spcAft>
                  <a:spcPts val="0"/>
                </a:spcAft>
                <a:buNone/>
              </a:pPr>
              <a:r>
                <a:rPr i="1" lang="es-419" sz="500">
                  <a:latin typeface="Arvo"/>
                  <a:ea typeface="Arvo"/>
                  <a:cs typeface="Arvo"/>
                  <a:sym typeface="Arvo"/>
                </a:rPr>
                <a:t>&lt;ej: conductor&gt;</a:t>
              </a:r>
              <a:endParaRPr i="1" sz="500">
                <a:latin typeface="Arvo"/>
                <a:ea typeface="Arvo"/>
                <a:cs typeface="Arvo"/>
                <a:sym typeface="Arvo"/>
              </a:endParaRPr>
            </a:p>
          </p:txBody>
        </p:sp>
      </p:grpSp>
      <p:grpSp>
        <p:nvGrpSpPr>
          <p:cNvPr id="17093" name="Google Shape;17093;p295"/>
          <p:cNvGrpSpPr/>
          <p:nvPr/>
        </p:nvGrpSpPr>
        <p:grpSpPr>
          <a:xfrm>
            <a:off x="6815889" y="4215341"/>
            <a:ext cx="2810831" cy="2161925"/>
            <a:chOff x="2640436" y="-87872"/>
            <a:chExt cx="3098700" cy="2874900"/>
          </a:xfrm>
        </p:grpSpPr>
        <p:sp>
          <p:nvSpPr>
            <p:cNvPr id="17094" name="Google Shape;17094;p295"/>
            <p:cNvSpPr/>
            <p:nvPr/>
          </p:nvSpPr>
          <p:spPr>
            <a:xfrm>
              <a:off x="2640436" y="-87872"/>
              <a:ext cx="3098700" cy="2874900"/>
            </a:xfrm>
            <a:prstGeom prst="roundRect">
              <a:avLst>
                <a:gd fmla="val 3233" name="adj"/>
              </a:avLst>
            </a:prstGeom>
            <a:solidFill>
              <a:srgbClr val="FFFFFF"/>
            </a:solidFill>
            <a:ln cap="flat" cmpd="sng" w="9525">
              <a:solidFill>
                <a:srgbClr val="EFEFEF"/>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t" bIns="15400" lIns="15400" spcFirstLastPara="1" rIns="15400" wrap="square" tIns="15400">
              <a:noAutofit/>
            </a:bodyPr>
            <a:lstStyle/>
            <a:p>
              <a:pPr indent="0" lvl="0" marL="0" rtl="0" algn="ctr">
                <a:spcBef>
                  <a:spcPts val="0"/>
                </a:spcBef>
                <a:spcAft>
                  <a:spcPts val="0"/>
                </a:spcAft>
                <a:buNone/>
              </a:pPr>
              <a:r>
                <a:rPr b="1" i="1" lang="es-419" sz="800">
                  <a:solidFill>
                    <a:srgbClr val="434343"/>
                  </a:solidFill>
                </a:rPr>
                <a:t>Puntos de Automatización</a:t>
              </a:r>
              <a:endParaRPr b="1" i="1" sz="800">
                <a:solidFill>
                  <a:srgbClr val="434343"/>
                </a:solidFill>
              </a:endParaRPr>
            </a:p>
          </p:txBody>
        </p:sp>
        <p:sp>
          <p:nvSpPr>
            <p:cNvPr id="17095" name="Google Shape;17095;p295"/>
            <p:cNvSpPr txBox="1"/>
            <p:nvPr/>
          </p:nvSpPr>
          <p:spPr>
            <a:xfrm>
              <a:off x="2820612" y="182753"/>
              <a:ext cx="1098600" cy="232500"/>
            </a:xfrm>
            <a:prstGeom prst="rect">
              <a:avLst/>
            </a:prstGeom>
            <a:noFill/>
            <a:ln>
              <a:noFill/>
            </a:ln>
          </p:spPr>
          <p:txBody>
            <a:bodyPr anchorCtr="0" anchor="ctr" bIns="0" lIns="0" spcFirstLastPara="1" rIns="0" wrap="square" tIns="0">
              <a:noAutofit/>
            </a:bodyPr>
            <a:lstStyle/>
            <a:p>
              <a:pPr indent="0" lvl="0" marL="0" rtl="0" algn="r">
                <a:spcBef>
                  <a:spcPts val="0"/>
                </a:spcBef>
                <a:spcAft>
                  <a:spcPts val="0"/>
                </a:spcAft>
                <a:buNone/>
              </a:pPr>
              <a:r>
                <a:rPr lang="es-419" sz="700">
                  <a:latin typeface="Arvo"/>
                  <a:ea typeface="Arvo"/>
                  <a:cs typeface="Arvo"/>
                  <a:sym typeface="Arvo"/>
                </a:rPr>
                <a:t>Actividad de Negocio</a:t>
              </a:r>
              <a:endParaRPr sz="700">
                <a:latin typeface="Arvo"/>
                <a:ea typeface="Arvo"/>
                <a:cs typeface="Arvo"/>
                <a:sym typeface="Arvo"/>
              </a:endParaRPr>
            </a:p>
            <a:p>
              <a:pPr indent="0" lvl="0" marL="0" rtl="0" algn="r">
                <a:spcBef>
                  <a:spcPts val="0"/>
                </a:spcBef>
                <a:spcAft>
                  <a:spcPts val="0"/>
                </a:spcAft>
                <a:buNone/>
              </a:pPr>
              <a:r>
                <a:rPr i="1" lang="es-419" sz="500">
                  <a:latin typeface="Arvo"/>
                  <a:ea typeface="Arvo"/>
                  <a:cs typeface="Arvo"/>
                  <a:sym typeface="Arvo"/>
                </a:rPr>
                <a:t>&lt;ej: Identificarse&gt;</a:t>
              </a:r>
              <a:endParaRPr i="1" sz="500">
                <a:latin typeface="Arvo"/>
                <a:ea typeface="Arvo"/>
                <a:cs typeface="Arvo"/>
                <a:sym typeface="Arvo"/>
              </a:endParaRPr>
            </a:p>
          </p:txBody>
        </p:sp>
        <p:sp>
          <p:nvSpPr>
            <p:cNvPr id="17096" name="Google Shape;17096;p295"/>
            <p:cNvSpPr/>
            <p:nvPr/>
          </p:nvSpPr>
          <p:spPr>
            <a:xfrm>
              <a:off x="3951036" y="159603"/>
              <a:ext cx="17313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8200" lIns="78200" spcFirstLastPara="1" rIns="78200" wrap="square" tIns="78200">
              <a:noAutofit/>
            </a:bodyPr>
            <a:lstStyle/>
            <a:p>
              <a:pPr indent="0" lvl="0" marL="0" rtl="0" algn="l">
                <a:spcBef>
                  <a:spcPts val="0"/>
                </a:spcBef>
                <a:spcAft>
                  <a:spcPts val="0"/>
                </a:spcAft>
                <a:buNone/>
              </a:pPr>
              <a:r>
                <a:t/>
              </a:r>
              <a:endParaRPr sz="500">
                <a:latin typeface="Roboto"/>
                <a:ea typeface="Roboto"/>
                <a:cs typeface="Roboto"/>
                <a:sym typeface="Roboto"/>
              </a:endParaRPr>
            </a:p>
          </p:txBody>
        </p:sp>
        <p:sp>
          <p:nvSpPr>
            <p:cNvPr id="17097" name="Google Shape;17097;p295"/>
            <p:cNvSpPr txBox="1"/>
            <p:nvPr/>
          </p:nvSpPr>
          <p:spPr>
            <a:xfrm>
              <a:off x="3962886" y="142103"/>
              <a:ext cx="1731300" cy="351900"/>
            </a:xfrm>
            <a:prstGeom prst="rect">
              <a:avLst/>
            </a:prstGeom>
            <a:noFill/>
            <a:ln>
              <a:noFill/>
            </a:ln>
          </p:spPr>
          <p:txBody>
            <a:bodyPr anchorCtr="0" anchor="ctr" bIns="15400" lIns="15400" spcFirstLastPara="1" rIns="15400" wrap="square" tIns="15400">
              <a:noAutofit/>
            </a:bodyPr>
            <a:lstStyle/>
            <a:p>
              <a:pPr indent="0" lvl="0" marL="0" rtl="0" algn="l">
                <a:spcBef>
                  <a:spcPts val="0"/>
                </a:spcBef>
                <a:spcAft>
                  <a:spcPts val="0"/>
                </a:spcAft>
                <a:buNone/>
              </a:pPr>
              <a:r>
                <a:rPr b="1" lang="es-419" sz="700">
                  <a:solidFill>
                    <a:schemeClr val="dk1"/>
                  </a:solidFill>
                </a:rPr>
                <a:t>Actualizar perfil del cliente </a:t>
              </a:r>
              <a:endParaRPr/>
            </a:p>
          </p:txBody>
        </p:sp>
        <p:sp>
          <p:nvSpPr>
            <p:cNvPr id="17098" name="Google Shape;17098;p295"/>
            <p:cNvSpPr/>
            <p:nvPr/>
          </p:nvSpPr>
          <p:spPr>
            <a:xfrm>
              <a:off x="3646236" y="1459979"/>
              <a:ext cx="6333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8200" lIns="78200" spcFirstLastPara="1" rIns="78200" wrap="square" tIns="78200">
              <a:noAutofit/>
            </a:bodyPr>
            <a:lstStyle/>
            <a:p>
              <a:pPr indent="0" lvl="0" marL="0" rtl="0" algn="l">
                <a:spcBef>
                  <a:spcPts val="0"/>
                </a:spcBef>
                <a:spcAft>
                  <a:spcPts val="0"/>
                </a:spcAft>
                <a:buNone/>
              </a:pPr>
              <a:r>
                <a:rPr lang="es-419" sz="600">
                  <a:solidFill>
                    <a:schemeClr val="dk1"/>
                  </a:solidFill>
                </a:rPr>
                <a:t>Bases de datos o CRM</a:t>
              </a:r>
              <a:endParaRPr sz="500">
                <a:latin typeface="Roboto"/>
                <a:ea typeface="Roboto"/>
                <a:cs typeface="Roboto"/>
                <a:sym typeface="Roboto"/>
              </a:endParaRPr>
            </a:p>
          </p:txBody>
        </p:sp>
        <p:sp>
          <p:nvSpPr>
            <p:cNvPr id="17099" name="Google Shape;17099;p295"/>
            <p:cNvSpPr/>
            <p:nvPr/>
          </p:nvSpPr>
          <p:spPr>
            <a:xfrm>
              <a:off x="3646236" y="1075527"/>
              <a:ext cx="6333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8200" lIns="78200" spcFirstLastPara="1" rIns="78200" wrap="square" tIns="78200">
              <a:noAutofit/>
            </a:bodyPr>
            <a:lstStyle/>
            <a:p>
              <a:pPr indent="0" lvl="0" marL="0" rtl="0" algn="l">
                <a:spcBef>
                  <a:spcPts val="0"/>
                </a:spcBef>
                <a:spcAft>
                  <a:spcPts val="0"/>
                </a:spcAft>
                <a:buNone/>
              </a:pPr>
              <a:r>
                <a:t/>
              </a:r>
              <a:endParaRPr sz="500">
                <a:latin typeface="Roboto"/>
                <a:ea typeface="Roboto"/>
                <a:cs typeface="Roboto"/>
                <a:sym typeface="Roboto"/>
              </a:endParaRPr>
            </a:p>
          </p:txBody>
        </p:sp>
        <p:sp>
          <p:nvSpPr>
            <p:cNvPr id="17100" name="Google Shape;17100;p295"/>
            <p:cNvSpPr/>
            <p:nvPr/>
          </p:nvSpPr>
          <p:spPr>
            <a:xfrm>
              <a:off x="3646236" y="1853377"/>
              <a:ext cx="6333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8200" lIns="78200" spcFirstLastPara="1" rIns="78200" wrap="square" tIns="78200">
              <a:noAutofit/>
            </a:bodyPr>
            <a:lstStyle/>
            <a:p>
              <a:pPr indent="0" lvl="0" marL="0" rtl="0" algn="l">
                <a:spcBef>
                  <a:spcPts val="0"/>
                </a:spcBef>
                <a:spcAft>
                  <a:spcPts val="0"/>
                </a:spcAft>
                <a:buNone/>
              </a:pPr>
              <a:r>
                <a:t/>
              </a:r>
              <a:endParaRPr sz="500">
                <a:latin typeface="Roboto"/>
                <a:ea typeface="Roboto"/>
                <a:cs typeface="Roboto"/>
                <a:sym typeface="Roboto"/>
              </a:endParaRPr>
            </a:p>
          </p:txBody>
        </p:sp>
        <p:sp>
          <p:nvSpPr>
            <p:cNvPr id="17101" name="Google Shape;17101;p295"/>
            <p:cNvSpPr/>
            <p:nvPr/>
          </p:nvSpPr>
          <p:spPr>
            <a:xfrm>
              <a:off x="3646236" y="2229879"/>
              <a:ext cx="6333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8200" lIns="78200" spcFirstLastPara="1" rIns="78200" wrap="square" tIns="78200">
              <a:noAutofit/>
            </a:bodyPr>
            <a:lstStyle/>
            <a:p>
              <a:pPr indent="0" lvl="0" marL="0" rtl="0" algn="l">
                <a:spcBef>
                  <a:spcPts val="0"/>
                </a:spcBef>
                <a:spcAft>
                  <a:spcPts val="0"/>
                </a:spcAft>
                <a:buNone/>
              </a:pPr>
              <a:r>
                <a:t/>
              </a:r>
              <a:endParaRPr sz="500">
                <a:latin typeface="Roboto"/>
                <a:ea typeface="Roboto"/>
                <a:cs typeface="Roboto"/>
                <a:sym typeface="Roboto"/>
              </a:endParaRPr>
            </a:p>
          </p:txBody>
        </p:sp>
        <p:sp>
          <p:nvSpPr>
            <p:cNvPr id="17102" name="Google Shape;17102;p295"/>
            <p:cNvSpPr/>
            <p:nvPr/>
          </p:nvSpPr>
          <p:spPr>
            <a:xfrm>
              <a:off x="4349786" y="1075528"/>
              <a:ext cx="13251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61600" lIns="61600" spcFirstLastPara="1" rIns="61600" wrap="square" tIns="61600">
              <a:noAutofit/>
            </a:bodyPr>
            <a:lstStyle/>
            <a:p>
              <a:pPr indent="0" lvl="0" marL="0" rtl="0" algn="l">
                <a:spcBef>
                  <a:spcPts val="0"/>
                </a:spcBef>
                <a:spcAft>
                  <a:spcPts val="0"/>
                </a:spcAft>
                <a:buNone/>
              </a:pPr>
              <a:r>
                <a:t/>
              </a:r>
              <a:endParaRPr sz="700">
                <a:latin typeface="Roboto"/>
                <a:ea typeface="Roboto"/>
                <a:cs typeface="Roboto"/>
                <a:sym typeface="Roboto"/>
              </a:endParaRPr>
            </a:p>
          </p:txBody>
        </p:sp>
        <p:sp>
          <p:nvSpPr>
            <p:cNvPr id="17103" name="Google Shape;17103;p295"/>
            <p:cNvSpPr/>
            <p:nvPr/>
          </p:nvSpPr>
          <p:spPr>
            <a:xfrm>
              <a:off x="4349786" y="1459971"/>
              <a:ext cx="13251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61600" lIns="61600" spcFirstLastPara="1" rIns="61600" wrap="square" tIns="61600">
              <a:noAutofit/>
            </a:bodyPr>
            <a:lstStyle/>
            <a:p>
              <a:pPr indent="0" lvl="0" marL="0" rtl="0" algn="l">
                <a:spcBef>
                  <a:spcPts val="0"/>
                </a:spcBef>
                <a:spcAft>
                  <a:spcPts val="0"/>
                </a:spcAft>
                <a:buNone/>
              </a:pPr>
              <a:r>
                <a:rPr lang="es-419" sz="600">
                  <a:solidFill>
                    <a:schemeClr val="dk1"/>
                  </a:solidFill>
                </a:rPr>
                <a:t>Ajustar preferencias y observaciones </a:t>
              </a:r>
              <a:r>
                <a:rPr lang="es-419" sz="600">
                  <a:solidFill>
                    <a:schemeClr val="dk1"/>
                  </a:solidFill>
                </a:rPr>
                <a:t>según</a:t>
              </a:r>
              <a:r>
                <a:rPr lang="es-419" sz="600">
                  <a:solidFill>
                    <a:schemeClr val="dk1"/>
                  </a:solidFill>
                </a:rPr>
                <a:t> </a:t>
              </a:r>
              <a:r>
                <a:rPr lang="es-419" sz="600">
                  <a:solidFill>
                    <a:schemeClr val="dk1"/>
                  </a:solidFill>
                </a:rPr>
                <a:t>retroalimentación</a:t>
              </a:r>
              <a:endParaRPr sz="700">
                <a:latin typeface="Roboto"/>
                <a:ea typeface="Roboto"/>
                <a:cs typeface="Roboto"/>
                <a:sym typeface="Roboto"/>
              </a:endParaRPr>
            </a:p>
          </p:txBody>
        </p:sp>
        <p:sp>
          <p:nvSpPr>
            <p:cNvPr id="17104" name="Google Shape;17104;p295"/>
            <p:cNvSpPr/>
            <p:nvPr/>
          </p:nvSpPr>
          <p:spPr>
            <a:xfrm>
              <a:off x="4349786" y="1853372"/>
              <a:ext cx="13251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61600" lIns="61600" spcFirstLastPara="1" rIns="61600" wrap="square" tIns="61600">
              <a:noAutofit/>
            </a:bodyPr>
            <a:lstStyle/>
            <a:p>
              <a:pPr indent="0" lvl="0" marL="0" rtl="0" algn="l">
                <a:spcBef>
                  <a:spcPts val="0"/>
                </a:spcBef>
                <a:spcAft>
                  <a:spcPts val="0"/>
                </a:spcAft>
                <a:buNone/>
              </a:pPr>
              <a:r>
                <a:t/>
              </a:r>
              <a:endParaRPr sz="700">
                <a:latin typeface="Roboto"/>
                <a:ea typeface="Roboto"/>
                <a:cs typeface="Roboto"/>
                <a:sym typeface="Roboto"/>
              </a:endParaRPr>
            </a:p>
          </p:txBody>
        </p:sp>
        <p:sp>
          <p:nvSpPr>
            <p:cNvPr id="17105" name="Google Shape;17105;p295"/>
            <p:cNvSpPr/>
            <p:nvPr/>
          </p:nvSpPr>
          <p:spPr>
            <a:xfrm>
              <a:off x="4349786" y="2239831"/>
              <a:ext cx="13251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61600" lIns="61600" spcFirstLastPara="1" rIns="61600" wrap="square" tIns="61600">
              <a:noAutofit/>
            </a:bodyPr>
            <a:lstStyle/>
            <a:p>
              <a:pPr indent="0" lvl="0" marL="0" rtl="0" algn="l">
                <a:spcBef>
                  <a:spcPts val="0"/>
                </a:spcBef>
                <a:spcAft>
                  <a:spcPts val="0"/>
                </a:spcAft>
                <a:buNone/>
              </a:pPr>
              <a:r>
                <a:rPr lang="es-419" sz="700">
                  <a:latin typeface="Roboto"/>
                  <a:ea typeface="Roboto"/>
                  <a:cs typeface="Roboto"/>
                  <a:sym typeface="Roboto"/>
                </a:rPr>
                <a:t>&lt;...&gt;</a:t>
              </a:r>
              <a:endParaRPr sz="700">
                <a:latin typeface="Roboto"/>
                <a:ea typeface="Roboto"/>
                <a:cs typeface="Roboto"/>
                <a:sym typeface="Roboto"/>
              </a:endParaRPr>
            </a:p>
          </p:txBody>
        </p:sp>
        <p:sp>
          <p:nvSpPr>
            <p:cNvPr id="17106" name="Google Shape;17106;p295"/>
            <p:cNvSpPr/>
            <p:nvPr/>
          </p:nvSpPr>
          <p:spPr>
            <a:xfrm>
              <a:off x="2704756" y="1461628"/>
              <a:ext cx="8817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8200" lIns="78200" spcFirstLastPara="1" rIns="78200" wrap="square" tIns="78200">
              <a:noAutofit/>
            </a:bodyPr>
            <a:lstStyle/>
            <a:p>
              <a:pPr indent="0" lvl="0" marL="0" rtl="0" algn="l">
                <a:spcBef>
                  <a:spcPts val="0"/>
                </a:spcBef>
                <a:spcAft>
                  <a:spcPts val="0"/>
                </a:spcAft>
                <a:buNone/>
              </a:pPr>
              <a:r>
                <a:t/>
              </a:r>
              <a:endParaRPr sz="500">
                <a:latin typeface="Roboto"/>
                <a:ea typeface="Roboto"/>
                <a:cs typeface="Roboto"/>
                <a:sym typeface="Roboto"/>
              </a:endParaRPr>
            </a:p>
          </p:txBody>
        </p:sp>
        <p:sp>
          <p:nvSpPr>
            <p:cNvPr id="17107" name="Google Shape;17107;p295"/>
            <p:cNvSpPr txBox="1"/>
            <p:nvPr/>
          </p:nvSpPr>
          <p:spPr>
            <a:xfrm>
              <a:off x="4463036" y="557328"/>
              <a:ext cx="1098600" cy="4653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b="1" lang="es-419" sz="700">
                  <a:latin typeface="Arvo"/>
                  <a:ea typeface="Arvo"/>
                  <a:cs typeface="Arvo"/>
                  <a:sym typeface="Arvo"/>
                </a:rPr>
                <a:t>Acción interactiva:</a:t>
              </a:r>
              <a:endParaRPr b="1" sz="700">
                <a:latin typeface="Arvo"/>
                <a:ea typeface="Arvo"/>
                <a:cs typeface="Arvo"/>
                <a:sym typeface="Arvo"/>
              </a:endParaRPr>
            </a:p>
            <a:p>
              <a:pPr indent="0" lvl="0" marL="0" rtl="0" algn="ctr">
                <a:spcBef>
                  <a:spcPts val="0"/>
                </a:spcBef>
                <a:spcAft>
                  <a:spcPts val="0"/>
                </a:spcAft>
                <a:buNone/>
              </a:pPr>
              <a:r>
                <a:rPr i="1" lang="es-419" sz="500">
                  <a:latin typeface="Arvo"/>
                  <a:ea typeface="Arvo"/>
                  <a:cs typeface="Arvo"/>
                  <a:sym typeface="Arvo"/>
                </a:rPr>
                <a:t>&lt;ej: </a:t>
              </a:r>
              <a:r>
                <a:rPr i="1" lang="es-419" sz="500">
                  <a:solidFill>
                    <a:srgbClr val="000000"/>
                  </a:solidFill>
                  <a:latin typeface="Roboto"/>
                  <a:ea typeface="Roboto"/>
                  <a:cs typeface="Roboto"/>
                  <a:sym typeface="Roboto"/>
                </a:rPr>
                <a:t>autenticar por huella y cara</a:t>
              </a:r>
              <a:r>
                <a:rPr i="1" lang="es-419" sz="500">
                  <a:latin typeface="Arvo"/>
                  <a:ea typeface="Arvo"/>
                  <a:cs typeface="Arvo"/>
                  <a:sym typeface="Arvo"/>
                </a:rPr>
                <a:t>&gt;</a:t>
              </a:r>
              <a:endParaRPr i="1" sz="500">
                <a:latin typeface="Arvo"/>
                <a:ea typeface="Arvo"/>
                <a:cs typeface="Arvo"/>
                <a:sym typeface="Arvo"/>
              </a:endParaRPr>
            </a:p>
          </p:txBody>
        </p:sp>
        <p:sp>
          <p:nvSpPr>
            <p:cNvPr id="17108" name="Google Shape;17108;p295"/>
            <p:cNvSpPr txBox="1"/>
            <p:nvPr/>
          </p:nvSpPr>
          <p:spPr>
            <a:xfrm>
              <a:off x="3639736" y="557328"/>
              <a:ext cx="702600" cy="4653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b="1" lang="es-419" sz="700">
                  <a:latin typeface="Arvo"/>
                  <a:ea typeface="Arvo"/>
                  <a:cs typeface="Arvo"/>
                  <a:sym typeface="Arvo"/>
                </a:rPr>
                <a:t>Punto de contacto</a:t>
              </a:r>
              <a:endParaRPr sz="700">
                <a:latin typeface="Arvo"/>
                <a:ea typeface="Arvo"/>
                <a:cs typeface="Arvo"/>
                <a:sym typeface="Arvo"/>
              </a:endParaRPr>
            </a:p>
          </p:txBody>
        </p:sp>
        <p:sp>
          <p:nvSpPr>
            <p:cNvPr id="17109" name="Google Shape;17109;p295"/>
            <p:cNvSpPr txBox="1"/>
            <p:nvPr/>
          </p:nvSpPr>
          <p:spPr>
            <a:xfrm>
              <a:off x="2784273" y="568049"/>
              <a:ext cx="702600" cy="4653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b="1" lang="es-419" sz="700">
                  <a:latin typeface="Arvo"/>
                  <a:ea typeface="Arvo"/>
                  <a:cs typeface="Arvo"/>
                  <a:sym typeface="Arvo"/>
                </a:rPr>
                <a:t>Rol</a:t>
              </a:r>
              <a:endParaRPr sz="700">
                <a:latin typeface="Arvo"/>
                <a:ea typeface="Arvo"/>
                <a:cs typeface="Arvo"/>
                <a:sym typeface="Arvo"/>
              </a:endParaRPr>
            </a:p>
          </p:txBody>
        </p:sp>
        <p:pic>
          <p:nvPicPr>
            <p:cNvPr id="17110" name="Google Shape;17110;p295"/>
            <p:cNvPicPr preferRelativeResize="0"/>
            <p:nvPr/>
          </p:nvPicPr>
          <p:blipFill rotWithShape="1">
            <a:blip r:embed="rId3">
              <a:alphaModFix/>
            </a:blip>
            <a:srcRect b="-868" l="16515" r="66426" t="66946"/>
            <a:stretch/>
          </p:blipFill>
          <p:spPr>
            <a:xfrm>
              <a:off x="2782507" y="825772"/>
              <a:ext cx="702701" cy="702700"/>
            </a:xfrm>
            <a:prstGeom prst="rect">
              <a:avLst/>
            </a:prstGeom>
            <a:noFill/>
            <a:ln>
              <a:noFill/>
            </a:ln>
          </p:spPr>
        </p:pic>
        <p:sp>
          <p:nvSpPr>
            <p:cNvPr id="17111" name="Google Shape;17111;p295"/>
            <p:cNvSpPr txBox="1"/>
            <p:nvPr/>
          </p:nvSpPr>
          <p:spPr>
            <a:xfrm>
              <a:off x="2782511" y="1476053"/>
              <a:ext cx="761100" cy="232500"/>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b="1" lang="es-419" sz="700">
                  <a:solidFill>
                    <a:schemeClr val="dk1"/>
                  </a:solidFill>
                </a:rPr>
                <a:t>Sistema Automatizado</a:t>
              </a:r>
              <a:endParaRPr/>
            </a:p>
          </p:txBody>
        </p:sp>
        <p:sp>
          <p:nvSpPr>
            <p:cNvPr id="17112" name="Google Shape;17112;p295"/>
            <p:cNvSpPr txBox="1"/>
            <p:nvPr/>
          </p:nvSpPr>
          <p:spPr>
            <a:xfrm>
              <a:off x="2704760" y="1669653"/>
              <a:ext cx="964800" cy="232500"/>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t/>
              </a:r>
              <a:endParaRPr b="1" sz="700">
                <a:latin typeface="Arvo"/>
                <a:ea typeface="Arvo"/>
                <a:cs typeface="Arvo"/>
                <a:sym typeface="Arvo"/>
              </a:endParaRPr>
            </a:p>
            <a:p>
              <a:pPr indent="0" lvl="0" marL="0" rtl="0" algn="ctr">
                <a:spcBef>
                  <a:spcPts val="0"/>
                </a:spcBef>
                <a:spcAft>
                  <a:spcPts val="0"/>
                </a:spcAft>
                <a:buNone/>
              </a:pPr>
              <a:r>
                <a:rPr i="1" lang="es-419" sz="500">
                  <a:latin typeface="Arvo"/>
                  <a:ea typeface="Arvo"/>
                  <a:cs typeface="Arvo"/>
                  <a:sym typeface="Arvo"/>
                </a:rPr>
                <a:t>&lt;ej: conductor&gt;</a:t>
              </a:r>
              <a:endParaRPr i="1" sz="500">
                <a:latin typeface="Arvo"/>
                <a:ea typeface="Arvo"/>
                <a:cs typeface="Arvo"/>
                <a:sym typeface="Arvo"/>
              </a:endParaRPr>
            </a:p>
          </p:txBody>
        </p:sp>
      </p:grpSp>
      <p:grpSp>
        <p:nvGrpSpPr>
          <p:cNvPr id="17113" name="Google Shape;17113;p295"/>
          <p:cNvGrpSpPr/>
          <p:nvPr/>
        </p:nvGrpSpPr>
        <p:grpSpPr>
          <a:xfrm>
            <a:off x="3634576" y="4215341"/>
            <a:ext cx="2810831" cy="2161925"/>
            <a:chOff x="2640436" y="-87872"/>
            <a:chExt cx="3098700" cy="2874900"/>
          </a:xfrm>
        </p:grpSpPr>
        <p:sp>
          <p:nvSpPr>
            <p:cNvPr id="17114" name="Google Shape;17114;p295"/>
            <p:cNvSpPr/>
            <p:nvPr/>
          </p:nvSpPr>
          <p:spPr>
            <a:xfrm>
              <a:off x="2640436" y="-87872"/>
              <a:ext cx="3098700" cy="2874900"/>
            </a:xfrm>
            <a:prstGeom prst="roundRect">
              <a:avLst>
                <a:gd fmla="val 3233" name="adj"/>
              </a:avLst>
            </a:prstGeom>
            <a:solidFill>
              <a:srgbClr val="FFFFFF"/>
            </a:solidFill>
            <a:ln cap="flat" cmpd="sng" w="9525">
              <a:solidFill>
                <a:srgbClr val="EFEFEF"/>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t" bIns="15400" lIns="15400" spcFirstLastPara="1" rIns="15400" wrap="square" tIns="15400">
              <a:noAutofit/>
            </a:bodyPr>
            <a:lstStyle/>
            <a:p>
              <a:pPr indent="0" lvl="0" marL="0" rtl="0" algn="ctr">
                <a:spcBef>
                  <a:spcPts val="0"/>
                </a:spcBef>
                <a:spcAft>
                  <a:spcPts val="0"/>
                </a:spcAft>
                <a:buNone/>
              </a:pPr>
              <a:r>
                <a:rPr b="1" i="1" lang="es-419" sz="800">
                  <a:solidFill>
                    <a:srgbClr val="434343"/>
                  </a:solidFill>
                </a:rPr>
                <a:t>Puntos de Automatización</a:t>
              </a:r>
              <a:endParaRPr b="1" i="1" sz="800">
                <a:solidFill>
                  <a:srgbClr val="434343"/>
                </a:solidFill>
              </a:endParaRPr>
            </a:p>
          </p:txBody>
        </p:sp>
        <p:sp>
          <p:nvSpPr>
            <p:cNvPr id="17115" name="Google Shape;17115;p295"/>
            <p:cNvSpPr txBox="1"/>
            <p:nvPr/>
          </p:nvSpPr>
          <p:spPr>
            <a:xfrm>
              <a:off x="2820612" y="182753"/>
              <a:ext cx="1098600" cy="232500"/>
            </a:xfrm>
            <a:prstGeom prst="rect">
              <a:avLst/>
            </a:prstGeom>
            <a:noFill/>
            <a:ln>
              <a:noFill/>
            </a:ln>
          </p:spPr>
          <p:txBody>
            <a:bodyPr anchorCtr="0" anchor="ctr" bIns="0" lIns="0" spcFirstLastPara="1" rIns="0" wrap="square" tIns="0">
              <a:noAutofit/>
            </a:bodyPr>
            <a:lstStyle/>
            <a:p>
              <a:pPr indent="0" lvl="0" marL="0" rtl="0" algn="r">
                <a:spcBef>
                  <a:spcPts val="0"/>
                </a:spcBef>
                <a:spcAft>
                  <a:spcPts val="0"/>
                </a:spcAft>
                <a:buNone/>
              </a:pPr>
              <a:r>
                <a:rPr lang="es-419" sz="700">
                  <a:latin typeface="Arvo"/>
                  <a:ea typeface="Arvo"/>
                  <a:cs typeface="Arvo"/>
                  <a:sym typeface="Arvo"/>
                </a:rPr>
                <a:t>Actividad de Negocio</a:t>
              </a:r>
              <a:endParaRPr sz="700">
                <a:latin typeface="Arvo"/>
                <a:ea typeface="Arvo"/>
                <a:cs typeface="Arvo"/>
                <a:sym typeface="Arvo"/>
              </a:endParaRPr>
            </a:p>
            <a:p>
              <a:pPr indent="0" lvl="0" marL="0" rtl="0" algn="r">
                <a:spcBef>
                  <a:spcPts val="0"/>
                </a:spcBef>
                <a:spcAft>
                  <a:spcPts val="0"/>
                </a:spcAft>
                <a:buNone/>
              </a:pPr>
              <a:r>
                <a:rPr i="1" lang="es-419" sz="500">
                  <a:latin typeface="Arvo"/>
                  <a:ea typeface="Arvo"/>
                  <a:cs typeface="Arvo"/>
                  <a:sym typeface="Arvo"/>
                </a:rPr>
                <a:t>&lt;ej: Identificarse&gt;</a:t>
              </a:r>
              <a:endParaRPr i="1" sz="500">
                <a:latin typeface="Arvo"/>
                <a:ea typeface="Arvo"/>
                <a:cs typeface="Arvo"/>
                <a:sym typeface="Arvo"/>
              </a:endParaRPr>
            </a:p>
          </p:txBody>
        </p:sp>
        <p:sp>
          <p:nvSpPr>
            <p:cNvPr id="17116" name="Google Shape;17116;p295"/>
            <p:cNvSpPr/>
            <p:nvPr/>
          </p:nvSpPr>
          <p:spPr>
            <a:xfrm>
              <a:off x="3951036" y="159603"/>
              <a:ext cx="17313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8200" lIns="78200" spcFirstLastPara="1" rIns="78200" wrap="square" tIns="78200">
              <a:noAutofit/>
            </a:bodyPr>
            <a:lstStyle/>
            <a:p>
              <a:pPr indent="0" lvl="0" marL="0" rtl="0" algn="l">
                <a:spcBef>
                  <a:spcPts val="0"/>
                </a:spcBef>
                <a:spcAft>
                  <a:spcPts val="0"/>
                </a:spcAft>
                <a:buNone/>
              </a:pPr>
              <a:r>
                <a:t/>
              </a:r>
              <a:endParaRPr sz="500">
                <a:latin typeface="Roboto"/>
                <a:ea typeface="Roboto"/>
                <a:cs typeface="Roboto"/>
                <a:sym typeface="Roboto"/>
              </a:endParaRPr>
            </a:p>
          </p:txBody>
        </p:sp>
        <p:sp>
          <p:nvSpPr>
            <p:cNvPr id="17117" name="Google Shape;17117;p295"/>
            <p:cNvSpPr txBox="1"/>
            <p:nvPr/>
          </p:nvSpPr>
          <p:spPr>
            <a:xfrm>
              <a:off x="3962886" y="142103"/>
              <a:ext cx="1731300" cy="351900"/>
            </a:xfrm>
            <a:prstGeom prst="rect">
              <a:avLst/>
            </a:prstGeom>
            <a:noFill/>
            <a:ln>
              <a:noFill/>
            </a:ln>
          </p:spPr>
          <p:txBody>
            <a:bodyPr anchorCtr="0" anchor="ctr" bIns="15400" lIns="15400" spcFirstLastPara="1" rIns="15400" wrap="square" tIns="15400">
              <a:noAutofit/>
            </a:bodyPr>
            <a:lstStyle/>
            <a:p>
              <a:pPr indent="0" lvl="0" marL="0" rtl="0" algn="l">
                <a:spcBef>
                  <a:spcPts val="0"/>
                </a:spcBef>
                <a:spcAft>
                  <a:spcPts val="0"/>
                </a:spcAft>
                <a:buNone/>
              </a:pPr>
              <a:r>
                <a:rPr b="1" lang="es-419" sz="700">
                  <a:solidFill>
                    <a:schemeClr val="dk1"/>
                  </a:solidFill>
                </a:rPr>
                <a:t>Responder quejas o reclamos</a:t>
              </a:r>
              <a:endParaRPr/>
            </a:p>
          </p:txBody>
        </p:sp>
        <p:sp>
          <p:nvSpPr>
            <p:cNvPr id="17118" name="Google Shape;17118;p295"/>
            <p:cNvSpPr/>
            <p:nvPr/>
          </p:nvSpPr>
          <p:spPr>
            <a:xfrm>
              <a:off x="3646236" y="1459973"/>
              <a:ext cx="6333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8200" lIns="78200" spcFirstLastPara="1" rIns="78200" wrap="square" tIns="78200">
              <a:noAutofit/>
            </a:bodyPr>
            <a:lstStyle/>
            <a:p>
              <a:pPr indent="0" lvl="0" marL="0" rtl="0" algn="l">
                <a:spcBef>
                  <a:spcPts val="0"/>
                </a:spcBef>
                <a:spcAft>
                  <a:spcPts val="0"/>
                </a:spcAft>
                <a:buNone/>
              </a:pPr>
              <a:r>
                <a:t/>
              </a:r>
              <a:endParaRPr sz="500">
                <a:latin typeface="Roboto"/>
                <a:ea typeface="Roboto"/>
                <a:cs typeface="Roboto"/>
                <a:sym typeface="Roboto"/>
              </a:endParaRPr>
            </a:p>
          </p:txBody>
        </p:sp>
        <p:sp>
          <p:nvSpPr>
            <p:cNvPr id="17119" name="Google Shape;17119;p295"/>
            <p:cNvSpPr/>
            <p:nvPr/>
          </p:nvSpPr>
          <p:spPr>
            <a:xfrm>
              <a:off x="3646236" y="1075527"/>
              <a:ext cx="6333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8200" lIns="78200" spcFirstLastPara="1" rIns="78200" wrap="square" tIns="78200">
              <a:noAutofit/>
            </a:bodyPr>
            <a:lstStyle/>
            <a:p>
              <a:pPr indent="0" lvl="0" marL="0" rtl="0" algn="l">
                <a:spcBef>
                  <a:spcPts val="0"/>
                </a:spcBef>
                <a:spcAft>
                  <a:spcPts val="0"/>
                </a:spcAft>
                <a:buNone/>
              </a:pPr>
              <a:r>
                <a:rPr lang="es-419" sz="600">
                  <a:solidFill>
                    <a:schemeClr val="dk1"/>
                  </a:solidFill>
                </a:rPr>
                <a:t>🧾 </a:t>
              </a:r>
              <a:r>
                <a:rPr lang="es-419" sz="600">
                  <a:solidFill>
                    <a:schemeClr val="dk1"/>
                  </a:solidFill>
                </a:rPr>
                <a:t>Atención</a:t>
              </a:r>
              <a:r>
                <a:rPr lang="es-419" sz="600">
                  <a:solidFill>
                    <a:schemeClr val="dk1"/>
                  </a:solidFill>
                </a:rPr>
                <a:t> al cliente</a:t>
              </a:r>
              <a:endParaRPr sz="500">
                <a:latin typeface="Roboto"/>
                <a:ea typeface="Roboto"/>
                <a:cs typeface="Roboto"/>
                <a:sym typeface="Roboto"/>
              </a:endParaRPr>
            </a:p>
          </p:txBody>
        </p:sp>
        <p:sp>
          <p:nvSpPr>
            <p:cNvPr id="17120" name="Google Shape;17120;p295"/>
            <p:cNvSpPr/>
            <p:nvPr/>
          </p:nvSpPr>
          <p:spPr>
            <a:xfrm>
              <a:off x="3646236" y="1853377"/>
              <a:ext cx="6333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8200" lIns="78200" spcFirstLastPara="1" rIns="78200" wrap="square" tIns="78200">
              <a:noAutofit/>
            </a:bodyPr>
            <a:lstStyle/>
            <a:p>
              <a:pPr indent="0" lvl="0" marL="0" rtl="0" algn="l">
                <a:spcBef>
                  <a:spcPts val="0"/>
                </a:spcBef>
                <a:spcAft>
                  <a:spcPts val="0"/>
                </a:spcAft>
                <a:buNone/>
              </a:pPr>
              <a:r>
                <a:t/>
              </a:r>
              <a:endParaRPr sz="500">
                <a:latin typeface="Roboto"/>
                <a:ea typeface="Roboto"/>
                <a:cs typeface="Roboto"/>
                <a:sym typeface="Roboto"/>
              </a:endParaRPr>
            </a:p>
          </p:txBody>
        </p:sp>
        <p:sp>
          <p:nvSpPr>
            <p:cNvPr id="17121" name="Google Shape;17121;p295"/>
            <p:cNvSpPr/>
            <p:nvPr/>
          </p:nvSpPr>
          <p:spPr>
            <a:xfrm>
              <a:off x="3646236" y="2229879"/>
              <a:ext cx="6333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8200" lIns="78200" spcFirstLastPara="1" rIns="78200" wrap="square" tIns="78200">
              <a:noAutofit/>
            </a:bodyPr>
            <a:lstStyle/>
            <a:p>
              <a:pPr indent="0" lvl="0" marL="0" rtl="0" algn="l">
                <a:spcBef>
                  <a:spcPts val="0"/>
                </a:spcBef>
                <a:spcAft>
                  <a:spcPts val="0"/>
                </a:spcAft>
                <a:buNone/>
              </a:pPr>
              <a:r>
                <a:t/>
              </a:r>
              <a:endParaRPr sz="500">
                <a:latin typeface="Roboto"/>
                <a:ea typeface="Roboto"/>
                <a:cs typeface="Roboto"/>
                <a:sym typeface="Roboto"/>
              </a:endParaRPr>
            </a:p>
          </p:txBody>
        </p:sp>
        <p:sp>
          <p:nvSpPr>
            <p:cNvPr id="17122" name="Google Shape;17122;p295"/>
            <p:cNvSpPr/>
            <p:nvPr/>
          </p:nvSpPr>
          <p:spPr>
            <a:xfrm>
              <a:off x="4349786" y="1075528"/>
              <a:ext cx="13251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61600" lIns="61600" spcFirstLastPara="1" rIns="61600" wrap="square" tIns="61600">
              <a:noAutofit/>
            </a:bodyPr>
            <a:lstStyle/>
            <a:p>
              <a:pPr indent="0" lvl="0" marL="0" rtl="0" algn="l">
                <a:spcBef>
                  <a:spcPts val="0"/>
                </a:spcBef>
                <a:spcAft>
                  <a:spcPts val="0"/>
                </a:spcAft>
                <a:buNone/>
              </a:pPr>
              <a:r>
                <a:rPr lang="es-419" sz="600">
                  <a:solidFill>
                    <a:schemeClr val="dk1"/>
                  </a:solidFill>
                </a:rPr>
                <a:t>Contactar al cliente que tuvo problemas con el producto</a:t>
              </a:r>
              <a:endParaRPr sz="700">
                <a:latin typeface="Roboto"/>
                <a:ea typeface="Roboto"/>
                <a:cs typeface="Roboto"/>
                <a:sym typeface="Roboto"/>
              </a:endParaRPr>
            </a:p>
          </p:txBody>
        </p:sp>
        <p:sp>
          <p:nvSpPr>
            <p:cNvPr id="17123" name="Google Shape;17123;p295"/>
            <p:cNvSpPr/>
            <p:nvPr/>
          </p:nvSpPr>
          <p:spPr>
            <a:xfrm>
              <a:off x="4349786" y="1459971"/>
              <a:ext cx="13251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61600" lIns="61600" spcFirstLastPara="1" rIns="61600" wrap="square" tIns="61600">
              <a:noAutofit/>
            </a:bodyPr>
            <a:lstStyle/>
            <a:p>
              <a:pPr indent="0" lvl="0" marL="0" rtl="0" algn="l">
                <a:spcBef>
                  <a:spcPts val="0"/>
                </a:spcBef>
                <a:spcAft>
                  <a:spcPts val="0"/>
                </a:spcAft>
                <a:buNone/>
              </a:pPr>
              <a:r>
                <a:t/>
              </a:r>
              <a:endParaRPr sz="700">
                <a:latin typeface="Roboto"/>
                <a:ea typeface="Roboto"/>
                <a:cs typeface="Roboto"/>
                <a:sym typeface="Roboto"/>
              </a:endParaRPr>
            </a:p>
          </p:txBody>
        </p:sp>
        <p:sp>
          <p:nvSpPr>
            <p:cNvPr id="17124" name="Google Shape;17124;p295"/>
            <p:cNvSpPr/>
            <p:nvPr/>
          </p:nvSpPr>
          <p:spPr>
            <a:xfrm>
              <a:off x="4349786" y="1853372"/>
              <a:ext cx="13251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61600" lIns="61600" spcFirstLastPara="1" rIns="61600" wrap="square" tIns="61600">
              <a:noAutofit/>
            </a:bodyPr>
            <a:lstStyle/>
            <a:p>
              <a:pPr indent="0" lvl="0" marL="0" rtl="0" algn="l">
                <a:spcBef>
                  <a:spcPts val="0"/>
                </a:spcBef>
                <a:spcAft>
                  <a:spcPts val="0"/>
                </a:spcAft>
                <a:buNone/>
              </a:pPr>
              <a:r>
                <a:t/>
              </a:r>
              <a:endParaRPr sz="700">
                <a:latin typeface="Roboto"/>
                <a:ea typeface="Roboto"/>
                <a:cs typeface="Roboto"/>
                <a:sym typeface="Roboto"/>
              </a:endParaRPr>
            </a:p>
          </p:txBody>
        </p:sp>
        <p:sp>
          <p:nvSpPr>
            <p:cNvPr id="17125" name="Google Shape;17125;p295"/>
            <p:cNvSpPr/>
            <p:nvPr/>
          </p:nvSpPr>
          <p:spPr>
            <a:xfrm>
              <a:off x="4349786" y="2239831"/>
              <a:ext cx="13251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61600" lIns="61600" spcFirstLastPara="1" rIns="61600" wrap="square" tIns="61600">
              <a:noAutofit/>
            </a:bodyPr>
            <a:lstStyle/>
            <a:p>
              <a:pPr indent="0" lvl="0" marL="0" rtl="0" algn="l">
                <a:spcBef>
                  <a:spcPts val="0"/>
                </a:spcBef>
                <a:spcAft>
                  <a:spcPts val="0"/>
                </a:spcAft>
                <a:buNone/>
              </a:pPr>
              <a:r>
                <a:rPr lang="es-419" sz="700">
                  <a:latin typeface="Roboto"/>
                  <a:ea typeface="Roboto"/>
                  <a:cs typeface="Roboto"/>
                  <a:sym typeface="Roboto"/>
                </a:rPr>
                <a:t>&lt;...&gt;</a:t>
              </a:r>
              <a:endParaRPr sz="700">
                <a:latin typeface="Roboto"/>
                <a:ea typeface="Roboto"/>
                <a:cs typeface="Roboto"/>
                <a:sym typeface="Roboto"/>
              </a:endParaRPr>
            </a:p>
          </p:txBody>
        </p:sp>
        <p:sp>
          <p:nvSpPr>
            <p:cNvPr id="17126" name="Google Shape;17126;p295"/>
            <p:cNvSpPr/>
            <p:nvPr/>
          </p:nvSpPr>
          <p:spPr>
            <a:xfrm>
              <a:off x="2704756" y="1461628"/>
              <a:ext cx="8817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8200" lIns="78200" spcFirstLastPara="1" rIns="78200" wrap="square" tIns="78200">
              <a:noAutofit/>
            </a:bodyPr>
            <a:lstStyle/>
            <a:p>
              <a:pPr indent="0" lvl="0" marL="0" rtl="0" algn="l">
                <a:spcBef>
                  <a:spcPts val="0"/>
                </a:spcBef>
                <a:spcAft>
                  <a:spcPts val="0"/>
                </a:spcAft>
                <a:buNone/>
              </a:pPr>
              <a:r>
                <a:t/>
              </a:r>
              <a:endParaRPr sz="500">
                <a:latin typeface="Roboto"/>
                <a:ea typeface="Roboto"/>
                <a:cs typeface="Roboto"/>
                <a:sym typeface="Roboto"/>
              </a:endParaRPr>
            </a:p>
          </p:txBody>
        </p:sp>
        <p:sp>
          <p:nvSpPr>
            <p:cNvPr id="17127" name="Google Shape;17127;p295"/>
            <p:cNvSpPr txBox="1"/>
            <p:nvPr/>
          </p:nvSpPr>
          <p:spPr>
            <a:xfrm>
              <a:off x="4463036" y="557328"/>
              <a:ext cx="1098600" cy="4653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b="1" lang="es-419" sz="700">
                  <a:latin typeface="Arvo"/>
                  <a:ea typeface="Arvo"/>
                  <a:cs typeface="Arvo"/>
                  <a:sym typeface="Arvo"/>
                </a:rPr>
                <a:t>Acción interactiva:</a:t>
              </a:r>
              <a:endParaRPr b="1" sz="700">
                <a:latin typeface="Arvo"/>
                <a:ea typeface="Arvo"/>
                <a:cs typeface="Arvo"/>
                <a:sym typeface="Arvo"/>
              </a:endParaRPr>
            </a:p>
            <a:p>
              <a:pPr indent="0" lvl="0" marL="0" rtl="0" algn="ctr">
                <a:spcBef>
                  <a:spcPts val="0"/>
                </a:spcBef>
                <a:spcAft>
                  <a:spcPts val="0"/>
                </a:spcAft>
                <a:buNone/>
              </a:pPr>
              <a:r>
                <a:rPr i="1" lang="es-419" sz="500">
                  <a:latin typeface="Arvo"/>
                  <a:ea typeface="Arvo"/>
                  <a:cs typeface="Arvo"/>
                  <a:sym typeface="Arvo"/>
                </a:rPr>
                <a:t>&lt;ej: </a:t>
              </a:r>
              <a:r>
                <a:rPr i="1" lang="es-419" sz="500">
                  <a:solidFill>
                    <a:srgbClr val="000000"/>
                  </a:solidFill>
                  <a:latin typeface="Roboto"/>
                  <a:ea typeface="Roboto"/>
                  <a:cs typeface="Roboto"/>
                  <a:sym typeface="Roboto"/>
                </a:rPr>
                <a:t>autenticar por huella y cara</a:t>
              </a:r>
              <a:r>
                <a:rPr i="1" lang="es-419" sz="500">
                  <a:latin typeface="Arvo"/>
                  <a:ea typeface="Arvo"/>
                  <a:cs typeface="Arvo"/>
                  <a:sym typeface="Arvo"/>
                </a:rPr>
                <a:t>&gt;</a:t>
              </a:r>
              <a:endParaRPr i="1" sz="500">
                <a:latin typeface="Arvo"/>
                <a:ea typeface="Arvo"/>
                <a:cs typeface="Arvo"/>
                <a:sym typeface="Arvo"/>
              </a:endParaRPr>
            </a:p>
          </p:txBody>
        </p:sp>
        <p:sp>
          <p:nvSpPr>
            <p:cNvPr id="17128" name="Google Shape;17128;p295"/>
            <p:cNvSpPr txBox="1"/>
            <p:nvPr/>
          </p:nvSpPr>
          <p:spPr>
            <a:xfrm>
              <a:off x="3639736" y="557328"/>
              <a:ext cx="702600" cy="4653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b="1" lang="es-419" sz="700">
                  <a:latin typeface="Arvo"/>
                  <a:ea typeface="Arvo"/>
                  <a:cs typeface="Arvo"/>
                  <a:sym typeface="Arvo"/>
                </a:rPr>
                <a:t>Punto de contacto</a:t>
              </a:r>
              <a:endParaRPr sz="700">
                <a:latin typeface="Arvo"/>
                <a:ea typeface="Arvo"/>
                <a:cs typeface="Arvo"/>
                <a:sym typeface="Arvo"/>
              </a:endParaRPr>
            </a:p>
          </p:txBody>
        </p:sp>
        <p:sp>
          <p:nvSpPr>
            <p:cNvPr id="17129" name="Google Shape;17129;p295"/>
            <p:cNvSpPr txBox="1"/>
            <p:nvPr/>
          </p:nvSpPr>
          <p:spPr>
            <a:xfrm>
              <a:off x="2784273" y="568049"/>
              <a:ext cx="702600" cy="4653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b="1" lang="es-419" sz="700">
                  <a:latin typeface="Arvo"/>
                  <a:ea typeface="Arvo"/>
                  <a:cs typeface="Arvo"/>
                  <a:sym typeface="Arvo"/>
                </a:rPr>
                <a:t>Rol</a:t>
              </a:r>
              <a:endParaRPr sz="700">
                <a:latin typeface="Arvo"/>
                <a:ea typeface="Arvo"/>
                <a:cs typeface="Arvo"/>
                <a:sym typeface="Arvo"/>
              </a:endParaRPr>
            </a:p>
          </p:txBody>
        </p:sp>
        <p:pic>
          <p:nvPicPr>
            <p:cNvPr id="17130" name="Google Shape;17130;p295"/>
            <p:cNvPicPr preferRelativeResize="0"/>
            <p:nvPr/>
          </p:nvPicPr>
          <p:blipFill rotWithShape="1">
            <a:blip r:embed="rId3">
              <a:alphaModFix/>
            </a:blip>
            <a:srcRect b="-868" l="16515" r="66426" t="66946"/>
            <a:stretch/>
          </p:blipFill>
          <p:spPr>
            <a:xfrm>
              <a:off x="2782507" y="825772"/>
              <a:ext cx="702701" cy="702700"/>
            </a:xfrm>
            <a:prstGeom prst="rect">
              <a:avLst/>
            </a:prstGeom>
            <a:noFill/>
            <a:ln>
              <a:noFill/>
            </a:ln>
          </p:spPr>
        </p:pic>
        <p:sp>
          <p:nvSpPr>
            <p:cNvPr id="17131" name="Google Shape;17131;p295"/>
            <p:cNvSpPr txBox="1"/>
            <p:nvPr/>
          </p:nvSpPr>
          <p:spPr>
            <a:xfrm>
              <a:off x="2782511" y="1476053"/>
              <a:ext cx="761100" cy="232500"/>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s-419" sz="700">
                  <a:solidFill>
                    <a:schemeClr val="dk1"/>
                  </a:solidFill>
                </a:rPr>
                <a:t>Asesor de servicio</a:t>
              </a:r>
              <a:endParaRPr/>
            </a:p>
          </p:txBody>
        </p:sp>
        <p:sp>
          <p:nvSpPr>
            <p:cNvPr id="17132" name="Google Shape;17132;p295"/>
            <p:cNvSpPr txBox="1"/>
            <p:nvPr/>
          </p:nvSpPr>
          <p:spPr>
            <a:xfrm>
              <a:off x="2704760" y="1669653"/>
              <a:ext cx="964800" cy="232500"/>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t/>
              </a:r>
              <a:endParaRPr b="1" sz="700">
                <a:latin typeface="Arvo"/>
                <a:ea typeface="Arvo"/>
                <a:cs typeface="Arvo"/>
                <a:sym typeface="Arvo"/>
              </a:endParaRPr>
            </a:p>
            <a:p>
              <a:pPr indent="0" lvl="0" marL="0" rtl="0" algn="ctr">
                <a:spcBef>
                  <a:spcPts val="0"/>
                </a:spcBef>
                <a:spcAft>
                  <a:spcPts val="0"/>
                </a:spcAft>
                <a:buNone/>
              </a:pPr>
              <a:r>
                <a:rPr i="1" lang="es-419" sz="500">
                  <a:latin typeface="Arvo"/>
                  <a:ea typeface="Arvo"/>
                  <a:cs typeface="Arvo"/>
                  <a:sym typeface="Arvo"/>
                </a:rPr>
                <a:t>&lt;ej: conductor&gt;</a:t>
              </a:r>
              <a:endParaRPr i="1" sz="500">
                <a:latin typeface="Arvo"/>
                <a:ea typeface="Arvo"/>
                <a:cs typeface="Arvo"/>
                <a:sym typeface="Arvo"/>
              </a:endParaRPr>
            </a:p>
          </p:txBody>
        </p:sp>
      </p:grpSp>
      <p:grpSp>
        <p:nvGrpSpPr>
          <p:cNvPr id="17133" name="Google Shape;17133;p295"/>
          <p:cNvGrpSpPr/>
          <p:nvPr/>
        </p:nvGrpSpPr>
        <p:grpSpPr>
          <a:xfrm>
            <a:off x="3634576" y="1304054"/>
            <a:ext cx="2810831" cy="2161925"/>
            <a:chOff x="2640436" y="-87872"/>
            <a:chExt cx="3098700" cy="2874900"/>
          </a:xfrm>
        </p:grpSpPr>
        <p:sp>
          <p:nvSpPr>
            <p:cNvPr id="17134" name="Google Shape;17134;p295"/>
            <p:cNvSpPr/>
            <p:nvPr/>
          </p:nvSpPr>
          <p:spPr>
            <a:xfrm>
              <a:off x="2640436" y="-87872"/>
              <a:ext cx="3098700" cy="2874900"/>
            </a:xfrm>
            <a:prstGeom prst="roundRect">
              <a:avLst>
                <a:gd fmla="val 3233" name="adj"/>
              </a:avLst>
            </a:prstGeom>
            <a:solidFill>
              <a:srgbClr val="FFFFFF"/>
            </a:solidFill>
            <a:ln cap="flat" cmpd="sng" w="9525">
              <a:solidFill>
                <a:srgbClr val="EFEFEF"/>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t" bIns="15400" lIns="15400" spcFirstLastPara="1" rIns="15400" wrap="square" tIns="15400">
              <a:noAutofit/>
            </a:bodyPr>
            <a:lstStyle/>
            <a:p>
              <a:pPr indent="0" lvl="0" marL="0" rtl="0" algn="ctr">
                <a:spcBef>
                  <a:spcPts val="0"/>
                </a:spcBef>
                <a:spcAft>
                  <a:spcPts val="0"/>
                </a:spcAft>
                <a:buNone/>
              </a:pPr>
              <a:r>
                <a:rPr b="1" i="1" lang="es-419" sz="800">
                  <a:solidFill>
                    <a:srgbClr val="434343"/>
                  </a:solidFill>
                </a:rPr>
                <a:t>Puntos de Automatización</a:t>
              </a:r>
              <a:endParaRPr b="1" i="1" sz="800">
                <a:solidFill>
                  <a:srgbClr val="434343"/>
                </a:solidFill>
              </a:endParaRPr>
            </a:p>
          </p:txBody>
        </p:sp>
        <p:sp>
          <p:nvSpPr>
            <p:cNvPr id="17135" name="Google Shape;17135;p295"/>
            <p:cNvSpPr txBox="1"/>
            <p:nvPr/>
          </p:nvSpPr>
          <p:spPr>
            <a:xfrm>
              <a:off x="2820612" y="182753"/>
              <a:ext cx="1098600" cy="232500"/>
            </a:xfrm>
            <a:prstGeom prst="rect">
              <a:avLst/>
            </a:prstGeom>
            <a:noFill/>
            <a:ln>
              <a:noFill/>
            </a:ln>
          </p:spPr>
          <p:txBody>
            <a:bodyPr anchorCtr="0" anchor="ctr" bIns="0" lIns="0" spcFirstLastPara="1" rIns="0" wrap="square" tIns="0">
              <a:noAutofit/>
            </a:bodyPr>
            <a:lstStyle/>
            <a:p>
              <a:pPr indent="0" lvl="0" marL="0" rtl="0" algn="r">
                <a:spcBef>
                  <a:spcPts val="0"/>
                </a:spcBef>
                <a:spcAft>
                  <a:spcPts val="0"/>
                </a:spcAft>
                <a:buNone/>
              </a:pPr>
              <a:r>
                <a:rPr lang="es-419" sz="700">
                  <a:latin typeface="Arvo"/>
                  <a:ea typeface="Arvo"/>
                  <a:cs typeface="Arvo"/>
                  <a:sym typeface="Arvo"/>
                </a:rPr>
                <a:t>Actividad de Negocio</a:t>
              </a:r>
              <a:endParaRPr sz="700">
                <a:latin typeface="Arvo"/>
                <a:ea typeface="Arvo"/>
                <a:cs typeface="Arvo"/>
                <a:sym typeface="Arvo"/>
              </a:endParaRPr>
            </a:p>
            <a:p>
              <a:pPr indent="0" lvl="0" marL="0" rtl="0" algn="r">
                <a:spcBef>
                  <a:spcPts val="0"/>
                </a:spcBef>
                <a:spcAft>
                  <a:spcPts val="0"/>
                </a:spcAft>
                <a:buNone/>
              </a:pPr>
              <a:r>
                <a:rPr i="1" lang="es-419" sz="500">
                  <a:latin typeface="Arvo"/>
                  <a:ea typeface="Arvo"/>
                  <a:cs typeface="Arvo"/>
                  <a:sym typeface="Arvo"/>
                </a:rPr>
                <a:t>&lt;ej: Identificarse&gt;</a:t>
              </a:r>
              <a:endParaRPr i="1" sz="500">
                <a:latin typeface="Arvo"/>
                <a:ea typeface="Arvo"/>
                <a:cs typeface="Arvo"/>
                <a:sym typeface="Arvo"/>
              </a:endParaRPr>
            </a:p>
          </p:txBody>
        </p:sp>
        <p:sp>
          <p:nvSpPr>
            <p:cNvPr id="17136" name="Google Shape;17136;p295"/>
            <p:cNvSpPr/>
            <p:nvPr/>
          </p:nvSpPr>
          <p:spPr>
            <a:xfrm>
              <a:off x="3951036" y="159603"/>
              <a:ext cx="17313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8200" lIns="78200" spcFirstLastPara="1" rIns="78200" wrap="square" tIns="78200">
              <a:noAutofit/>
            </a:bodyPr>
            <a:lstStyle/>
            <a:p>
              <a:pPr indent="0" lvl="0" marL="0" rtl="0" algn="l">
                <a:spcBef>
                  <a:spcPts val="0"/>
                </a:spcBef>
                <a:spcAft>
                  <a:spcPts val="0"/>
                </a:spcAft>
                <a:buNone/>
              </a:pPr>
              <a:r>
                <a:t/>
              </a:r>
              <a:endParaRPr sz="500">
                <a:latin typeface="Roboto"/>
                <a:ea typeface="Roboto"/>
                <a:cs typeface="Roboto"/>
                <a:sym typeface="Roboto"/>
              </a:endParaRPr>
            </a:p>
          </p:txBody>
        </p:sp>
        <p:sp>
          <p:nvSpPr>
            <p:cNvPr id="17137" name="Google Shape;17137;p295"/>
            <p:cNvSpPr txBox="1"/>
            <p:nvPr/>
          </p:nvSpPr>
          <p:spPr>
            <a:xfrm>
              <a:off x="3962886" y="142103"/>
              <a:ext cx="1731300" cy="351900"/>
            </a:xfrm>
            <a:prstGeom prst="rect">
              <a:avLst/>
            </a:prstGeom>
            <a:noFill/>
            <a:ln>
              <a:noFill/>
            </a:ln>
          </p:spPr>
          <p:txBody>
            <a:bodyPr anchorCtr="0" anchor="ctr" bIns="15400" lIns="15400" spcFirstLastPara="1" rIns="15400" wrap="square" tIns="15400">
              <a:noAutofit/>
            </a:bodyPr>
            <a:lstStyle/>
            <a:p>
              <a:pPr indent="0" lvl="0" marL="0" rtl="0" algn="l">
                <a:spcBef>
                  <a:spcPts val="0"/>
                </a:spcBef>
                <a:spcAft>
                  <a:spcPts val="0"/>
                </a:spcAft>
                <a:buNone/>
              </a:pPr>
              <a:r>
                <a:rPr b="1" lang="es-419" sz="700">
                  <a:solidFill>
                    <a:schemeClr val="dk1"/>
                  </a:solidFill>
                </a:rPr>
                <a:t>Registrar respuestas del cliente</a:t>
              </a:r>
              <a:endParaRPr/>
            </a:p>
          </p:txBody>
        </p:sp>
        <p:sp>
          <p:nvSpPr>
            <p:cNvPr id="17138" name="Google Shape;17138;p295"/>
            <p:cNvSpPr/>
            <p:nvPr/>
          </p:nvSpPr>
          <p:spPr>
            <a:xfrm>
              <a:off x="3646236" y="1459973"/>
              <a:ext cx="6333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8200" lIns="78200" spcFirstLastPara="1" rIns="78200" wrap="square" tIns="78200">
              <a:noAutofit/>
            </a:bodyPr>
            <a:lstStyle/>
            <a:p>
              <a:pPr indent="0" lvl="0" marL="0" rtl="0" algn="l">
                <a:spcBef>
                  <a:spcPts val="0"/>
                </a:spcBef>
                <a:spcAft>
                  <a:spcPts val="0"/>
                </a:spcAft>
                <a:buNone/>
              </a:pPr>
              <a:r>
                <a:t/>
              </a:r>
              <a:endParaRPr sz="500">
                <a:latin typeface="Roboto"/>
                <a:ea typeface="Roboto"/>
                <a:cs typeface="Roboto"/>
                <a:sym typeface="Roboto"/>
              </a:endParaRPr>
            </a:p>
          </p:txBody>
        </p:sp>
        <p:sp>
          <p:nvSpPr>
            <p:cNvPr id="17139" name="Google Shape;17139;p295"/>
            <p:cNvSpPr/>
            <p:nvPr/>
          </p:nvSpPr>
          <p:spPr>
            <a:xfrm>
              <a:off x="3646236" y="1075527"/>
              <a:ext cx="6333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8200" lIns="78200" spcFirstLastPara="1" rIns="78200" wrap="square" tIns="78200">
              <a:noAutofit/>
            </a:bodyPr>
            <a:lstStyle/>
            <a:p>
              <a:pPr indent="0" lvl="0" marL="0" rtl="0" algn="l">
                <a:spcBef>
                  <a:spcPts val="0"/>
                </a:spcBef>
                <a:spcAft>
                  <a:spcPts val="0"/>
                </a:spcAft>
                <a:buNone/>
              </a:pPr>
              <a:r>
                <a:t/>
              </a:r>
              <a:endParaRPr sz="500">
                <a:latin typeface="Roboto"/>
                <a:ea typeface="Roboto"/>
                <a:cs typeface="Roboto"/>
                <a:sym typeface="Roboto"/>
              </a:endParaRPr>
            </a:p>
          </p:txBody>
        </p:sp>
        <p:sp>
          <p:nvSpPr>
            <p:cNvPr id="17140" name="Google Shape;17140;p295"/>
            <p:cNvSpPr/>
            <p:nvPr/>
          </p:nvSpPr>
          <p:spPr>
            <a:xfrm>
              <a:off x="3646222" y="1719570"/>
              <a:ext cx="633300" cy="5817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8200" lIns="78200" spcFirstLastPara="1" rIns="78200" wrap="square" tIns="78200">
              <a:noAutofit/>
            </a:bodyPr>
            <a:lstStyle/>
            <a:p>
              <a:pPr indent="0" lvl="0" marL="0" rtl="0" algn="l">
                <a:spcBef>
                  <a:spcPts val="0"/>
                </a:spcBef>
                <a:spcAft>
                  <a:spcPts val="0"/>
                </a:spcAft>
                <a:buNone/>
              </a:pPr>
              <a:r>
                <a:rPr lang="es-419" sz="600">
                  <a:latin typeface="Roboto"/>
                  <a:ea typeface="Roboto"/>
                  <a:cs typeface="Roboto"/>
                  <a:sym typeface="Roboto"/>
                </a:rPr>
                <a:t>💻 Plataforma de </a:t>
              </a:r>
              <a:r>
                <a:rPr lang="es-419" sz="600">
                  <a:latin typeface="Roboto"/>
                  <a:ea typeface="Roboto"/>
                  <a:cs typeface="Roboto"/>
                  <a:sym typeface="Roboto"/>
                </a:rPr>
                <a:t>encuestas</a:t>
              </a:r>
              <a:endParaRPr sz="600">
                <a:latin typeface="Roboto"/>
                <a:ea typeface="Roboto"/>
                <a:cs typeface="Roboto"/>
                <a:sym typeface="Roboto"/>
              </a:endParaRPr>
            </a:p>
          </p:txBody>
        </p:sp>
        <p:sp>
          <p:nvSpPr>
            <p:cNvPr id="17141" name="Google Shape;17141;p295"/>
            <p:cNvSpPr/>
            <p:nvPr/>
          </p:nvSpPr>
          <p:spPr>
            <a:xfrm>
              <a:off x="3646222" y="2466603"/>
              <a:ext cx="633300" cy="948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8200" lIns="78200" spcFirstLastPara="1" rIns="78200" wrap="square" tIns="78200">
              <a:noAutofit/>
            </a:bodyPr>
            <a:lstStyle/>
            <a:p>
              <a:pPr indent="0" lvl="0" marL="0" rtl="0" algn="l">
                <a:spcBef>
                  <a:spcPts val="0"/>
                </a:spcBef>
                <a:spcAft>
                  <a:spcPts val="0"/>
                </a:spcAft>
                <a:buNone/>
              </a:pPr>
              <a:r>
                <a:t/>
              </a:r>
              <a:endParaRPr sz="500">
                <a:latin typeface="Roboto"/>
                <a:ea typeface="Roboto"/>
                <a:cs typeface="Roboto"/>
                <a:sym typeface="Roboto"/>
              </a:endParaRPr>
            </a:p>
          </p:txBody>
        </p:sp>
        <p:sp>
          <p:nvSpPr>
            <p:cNvPr id="17142" name="Google Shape;17142;p295"/>
            <p:cNvSpPr/>
            <p:nvPr/>
          </p:nvSpPr>
          <p:spPr>
            <a:xfrm>
              <a:off x="4349786" y="1075528"/>
              <a:ext cx="13251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61600" lIns="61600" spcFirstLastPara="1" rIns="61600" wrap="square" tIns="61600">
              <a:noAutofit/>
            </a:bodyPr>
            <a:lstStyle/>
            <a:p>
              <a:pPr indent="0" lvl="0" marL="0" rtl="0" algn="l">
                <a:spcBef>
                  <a:spcPts val="0"/>
                </a:spcBef>
                <a:spcAft>
                  <a:spcPts val="0"/>
                </a:spcAft>
                <a:buNone/>
              </a:pPr>
              <a:r>
                <a:t/>
              </a:r>
              <a:endParaRPr sz="700">
                <a:latin typeface="Roboto"/>
                <a:ea typeface="Roboto"/>
                <a:cs typeface="Roboto"/>
                <a:sym typeface="Roboto"/>
              </a:endParaRPr>
            </a:p>
          </p:txBody>
        </p:sp>
        <p:sp>
          <p:nvSpPr>
            <p:cNvPr id="17143" name="Google Shape;17143;p295"/>
            <p:cNvSpPr/>
            <p:nvPr/>
          </p:nvSpPr>
          <p:spPr>
            <a:xfrm>
              <a:off x="4349786" y="1459971"/>
              <a:ext cx="13251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61600" lIns="61600" spcFirstLastPara="1" rIns="61600" wrap="square" tIns="61600">
              <a:noAutofit/>
            </a:bodyPr>
            <a:lstStyle/>
            <a:p>
              <a:pPr indent="0" lvl="0" marL="0" rtl="0" algn="l">
                <a:spcBef>
                  <a:spcPts val="0"/>
                </a:spcBef>
                <a:spcAft>
                  <a:spcPts val="0"/>
                </a:spcAft>
                <a:buNone/>
              </a:pPr>
              <a:r>
                <a:t/>
              </a:r>
              <a:endParaRPr sz="700">
                <a:latin typeface="Roboto"/>
                <a:ea typeface="Roboto"/>
                <a:cs typeface="Roboto"/>
                <a:sym typeface="Roboto"/>
              </a:endParaRPr>
            </a:p>
          </p:txBody>
        </p:sp>
        <p:sp>
          <p:nvSpPr>
            <p:cNvPr id="17144" name="Google Shape;17144;p295"/>
            <p:cNvSpPr/>
            <p:nvPr/>
          </p:nvSpPr>
          <p:spPr>
            <a:xfrm>
              <a:off x="4349786" y="1853372"/>
              <a:ext cx="13251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61600" lIns="61600" spcFirstLastPara="1" rIns="61600" wrap="square" tIns="61600">
              <a:noAutofit/>
            </a:bodyPr>
            <a:lstStyle/>
            <a:p>
              <a:pPr indent="0" lvl="0" marL="0" rtl="0" algn="l">
                <a:spcBef>
                  <a:spcPts val="0"/>
                </a:spcBef>
                <a:spcAft>
                  <a:spcPts val="0"/>
                </a:spcAft>
                <a:buNone/>
              </a:pPr>
              <a:r>
                <a:rPr lang="es-419" sz="600">
                  <a:solidFill>
                    <a:schemeClr val="dk1"/>
                  </a:solidFill>
                </a:rPr>
                <a:t>guardar </a:t>
              </a:r>
              <a:r>
                <a:rPr lang="es-419" sz="600">
                  <a:solidFill>
                    <a:schemeClr val="dk1"/>
                  </a:solidFill>
                </a:rPr>
                <a:t>automáticamente</a:t>
              </a:r>
              <a:r>
                <a:rPr lang="es-419" sz="600">
                  <a:solidFill>
                    <a:schemeClr val="dk1"/>
                  </a:solidFill>
                </a:rPr>
                <a:t> en la base de datos</a:t>
              </a:r>
              <a:endParaRPr sz="700">
                <a:latin typeface="Roboto"/>
                <a:ea typeface="Roboto"/>
                <a:cs typeface="Roboto"/>
                <a:sym typeface="Roboto"/>
              </a:endParaRPr>
            </a:p>
          </p:txBody>
        </p:sp>
        <p:sp>
          <p:nvSpPr>
            <p:cNvPr id="17145" name="Google Shape;17145;p295"/>
            <p:cNvSpPr/>
            <p:nvPr/>
          </p:nvSpPr>
          <p:spPr>
            <a:xfrm>
              <a:off x="4349786" y="2239831"/>
              <a:ext cx="13251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61600" lIns="61600" spcFirstLastPara="1" rIns="61600" wrap="square" tIns="61600">
              <a:noAutofit/>
            </a:bodyPr>
            <a:lstStyle/>
            <a:p>
              <a:pPr indent="0" lvl="0" marL="0" rtl="0" algn="l">
                <a:spcBef>
                  <a:spcPts val="0"/>
                </a:spcBef>
                <a:spcAft>
                  <a:spcPts val="0"/>
                </a:spcAft>
                <a:buNone/>
              </a:pPr>
              <a:r>
                <a:rPr lang="es-419" sz="700">
                  <a:latin typeface="Roboto"/>
                  <a:ea typeface="Roboto"/>
                  <a:cs typeface="Roboto"/>
                  <a:sym typeface="Roboto"/>
                </a:rPr>
                <a:t>&lt;...&gt;</a:t>
              </a:r>
              <a:endParaRPr sz="700">
                <a:latin typeface="Roboto"/>
                <a:ea typeface="Roboto"/>
                <a:cs typeface="Roboto"/>
                <a:sym typeface="Roboto"/>
              </a:endParaRPr>
            </a:p>
          </p:txBody>
        </p:sp>
        <p:sp>
          <p:nvSpPr>
            <p:cNvPr id="17146" name="Google Shape;17146;p295"/>
            <p:cNvSpPr/>
            <p:nvPr/>
          </p:nvSpPr>
          <p:spPr>
            <a:xfrm>
              <a:off x="2704756" y="1461628"/>
              <a:ext cx="8817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8200" lIns="78200" spcFirstLastPara="1" rIns="78200" wrap="square" tIns="78200">
              <a:noAutofit/>
            </a:bodyPr>
            <a:lstStyle/>
            <a:p>
              <a:pPr indent="0" lvl="0" marL="0" rtl="0" algn="l">
                <a:spcBef>
                  <a:spcPts val="0"/>
                </a:spcBef>
                <a:spcAft>
                  <a:spcPts val="0"/>
                </a:spcAft>
                <a:buNone/>
              </a:pPr>
              <a:r>
                <a:t/>
              </a:r>
              <a:endParaRPr sz="500">
                <a:latin typeface="Roboto"/>
                <a:ea typeface="Roboto"/>
                <a:cs typeface="Roboto"/>
                <a:sym typeface="Roboto"/>
              </a:endParaRPr>
            </a:p>
          </p:txBody>
        </p:sp>
        <p:sp>
          <p:nvSpPr>
            <p:cNvPr id="17147" name="Google Shape;17147;p295"/>
            <p:cNvSpPr txBox="1"/>
            <p:nvPr/>
          </p:nvSpPr>
          <p:spPr>
            <a:xfrm>
              <a:off x="4463036" y="557328"/>
              <a:ext cx="1098600" cy="4653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b="1" lang="es-419" sz="700">
                  <a:latin typeface="Arvo"/>
                  <a:ea typeface="Arvo"/>
                  <a:cs typeface="Arvo"/>
                  <a:sym typeface="Arvo"/>
                </a:rPr>
                <a:t>Acción interactiva:</a:t>
              </a:r>
              <a:endParaRPr b="1" sz="700">
                <a:latin typeface="Arvo"/>
                <a:ea typeface="Arvo"/>
                <a:cs typeface="Arvo"/>
                <a:sym typeface="Arvo"/>
              </a:endParaRPr>
            </a:p>
            <a:p>
              <a:pPr indent="0" lvl="0" marL="0" rtl="0" algn="ctr">
                <a:spcBef>
                  <a:spcPts val="0"/>
                </a:spcBef>
                <a:spcAft>
                  <a:spcPts val="0"/>
                </a:spcAft>
                <a:buNone/>
              </a:pPr>
              <a:r>
                <a:rPr i="1" lang="es-419" sz="500">
                  <a:latin typeface="Arvo"/>
                  <a:ea typeface="Arvo"/>
                  <a:cs typeface="Arvo"/>
                  <a:sym typeface="Arvo"/>
                </a:rPr>
                <a:t>&lt;ej: </a:t>
              </a:r>
              <a:r>
                <a:rPr i="1" lang="es-419" sz="500">
                  <a:solidFill>
                    <a:srgbClr val="000000"/>
                  </a:solidFill>
                  <a:latin typeface="Roboto"/>
                  <a:ea typeface="Roboto"/>
                  <a:cs typeface="Roboto"/>
                  <a:sym typeface="Roboto"/>
                </a:rPr>
                <a:t>autenticar por huella y cara</a:t>
              </a:r>
              <a:r>
                <a:rPr i="1" lang="es-419" sz="500">
                  <a:latin typeface="Arvo"/>
                  <a:ea typeface="Arvo"/>
                  <a:cs typeface="Arvo"/>
                  <a:sym typeface="Arvo"/>
                </a:rPr>
                <a:t>&gt;</a:t>
              </a:r>
              <a:endParaRPr i="1" sz="500">
                <a:latin typeface="Arvo"/>
                <a:ea typeface="Arvo"/>
                <a:cs typeface="Arvo"/>
                <a:sym typeface="Arvo"/>
              </a:endParaRPr>
            </a:p>
          </p:txBody>
        </p:sp>
        <p:sp>
          <p:nvSpPr>
            <p:cNvPr id="17148" name="Google Shape;17148;p295"/>
            <p:cNvSpPr txBox="1"/>
            <p:nvPr/>
          </p:nvSpPr>
          <p:spPr>
            <a:xfrm>
              <a:off x="3639736" y="557328"/>
              <a:ext cx="702600" cy="4653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b="1" lang="es-419" sz="700">
                  <a:latin typeface="Arvo"/>
                  <a:ea typeface="Arvo"/>
                  <a:cs typeface="Arvo"/>
                  <a:sym typeface="Arvo"/>
                </a:rPr>
                <a:t>Punto de contacto</a:t>
              </a:r>
              <a:endParaRPr sz="700">
                <a:latin typeface="Arvo"/>
                <a:ea typeface="Arvo"/>
                <a:cs typeface="Arvo"/>
                <a:sym typeface="Arvo"/>
              </a:endParaRPr>
            </a:p>
          </p:txBody>
        </p:sp>
        <p:sp>
          <p:nvSpPr>
            <p:cNvPr id="17149" name="Google Shape;17149;p295"/>
            <p:cNvSpPr txBox="1"/>
            <p:nvPr/>
          </p:nvSpPr>
          <p:spPr>
            <a:xfrm>
              <a:off x="2784273" y="568049"/>
              <a:ext cx="702600" cy="4653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b="1" lang="es-419" sz="700">
                  <a:latin typeface="Arvo"/>
                  <a:ea typeface="Arvo"/>
                  <a:cs typeface="Arvo"/>
                  <a:sym typeface="Arvo"/>
                </a:rPr>
                <a:t>Rol</a:t>
              </a:r>
              <a:endParaRPr sz="700">
                <a:latin typeface="Arvo"/>
                <a:ea typeface="Arvo"/>
                <a:cs typeface="Arvo"/>
                <a:sym typeface="Arvo"/>
              </a:endParaRPr>
            </a:p>
          </p:txBody>
        </p:sp>
        <p:pic>
          <p:nvPicPr>
            <p:cNvPr id="17150" name="Google Shape;17150;p295"/>
            <p:cNvPicPr preferRelativeResize="0"/>
            <p:nvPr/>
          </p:nvPicPr>
          <p:blipFill rotWithShape="1">
            <a:blip r:embed="rId3">
              <a:alphaModFix/>
            </a:blip>
            <a:srcRect b="-868" l="16515" r="66426" t="66946"/>
            <a:stretch/>
          </p:blipFill>
          <p:spPr>
            <a:xfrm>
              <a:off x="2782507" y="825772"/>
              <a:ext cx="702701" cy="702700"/>
            </a:xfrm>
            <a:prstGeom prst="rect">
              <a:avLst/>
            </a:prstGeom>
            <a:noFill/>
            <a:ln>
              <a:noFill/>
            </a:ln>
          </p:spPr>
        </p:pic>
        <p:sp>
          <p:nvSpPr>
            <p:cNvPr id="17151" name="Google Shape;17151;p295"/>
            <p:cNvSpPr txBox="1"/>
            <p:nvPr/>
          </p:nvSpPr>
          <p:spPr>
            <a:xfrm>
              <a:off x="2782511" y="1476053"/>
              <a:ext cx="761100" cy="232500"/>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b="1" lang="es-419" sz="700">
                  <a:latin typeface="Arvo"/>
                  <a:ea typeface="Arvo"/>
                  <a:cs typeface="Arvo"/>
                  <a:sym typeface="Arvo"/>
                </a:rPr>
                <a:t>Sistema Automatizado</a:t>
              </a:r>
              <a:endParaRPr b="1" i="1" sz="600">
                <a:solidFill>
                  <a:srgbClr val="666666"/>
                </a:solidFill>
                <a:latin typeface="Arvo"/>
                <a:ea typeface="Arvo"/>
                <a:cs typeface="Arvo"/>
                <a:sym typeface="Arvo"/>
              </a:endParaRPr>
            </a:p>
          </p:txBody>
        </p:sp>
        <p:sp>
          <p:nvSpPr>
            <p:cNvPr id="17152" name="Google Shape;17152;p295"/>
            <p:cNvSpPr txBox="1"/>
            <p:nvPr/>
          </p:nvSpPr>
          <p:spPr>
            <a:xfrm>
              <a:off x="2704760" y="1669653"/>
              <a:ext cx="964800" cy="232500"/>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t/>
              </a:r>
              <a:endParaRPr b="1" sz="700">
                <a:latin typeface="Arvo"/>
                <a:ea typeface="Arvo"/>
                <a:cs typeface="Arvo"/>
                <a:sym typeface="Arvo"/>
              </a:endParaRPr>
            </a:p>
            <a:p>
              <a:pPr indent="0" lvl="0" marL="0" rtl="0" algn="ctr">
                <a:spcBef>
                  <a:spcPts val="0"/>
                </a:spcBef>
                <a:spcAft>
                  <a:spcPts val="0"/>
                </a:spcAft>
                <a:buNone/>
              </a:pPr>
              <a:r>
                <a:rPr i="1" lang="es-419" sz="500">
                  <a:latin typeface="Arvo"/>
                  <a:ea typeface="Arvo"/>
                  <a:cs typeface="Arvo"/>
                  <a:sym typeface="Arvo"/>
                </a:rPr>
                <a:t>&lt;ej: conductor&gt;</a:t>
              </a:r>
              <a:endParaRPr i="1" sz="500">
                <a:latin typeface="Arvo"/>
                <a:ea typeface="Arvo"/>
                <a:cs typeface="Arvo"/>
                <a:sym typeface="Arvo"/>
              </a:endParaRPr>
            </a:p>
          </p:txBody>
        </p:sp>
      </p:grpSp>
      <p:grpSp>
        <p:nvGrpSpPr>
          <p:cNvPr id="17153" name="Google Shape;17153;p295"/>
          <p:cNvGrpSpPr/>
          <p:nvPr/>
        </p:nvGrpSpPr>
        <p:grpSpPr>
          <a:xfrm>
            <a:off x="6815901" y="1192016"/>
            <a:ext cx="2810831" cy="2161925"/>
            <a:chOff x="2640436" y="-87872"/>
            <a:chExt cx="3098700" cy="2874900"/>
          </a:xfrm>
        </p:grpSpPr>
        <p:sp>
          <p:nvSpPr>
            <p:cNvPr id="17154" name="Google Shape;17154;p295"/>
            <p:cNvSpPr/>
            <p:nvPr/>
          </p:nvSpPr>
          <p:spPr>
            <a:xfrm>
              <a:off x="2640436" y="-87872"/>
              <a:ext cx="3098700" cy="2874900"/>
            </a:xfrm>
            <a:prstGeom prst="roundRect">
              <a:avLst>
                <a:gd fmla="val 3233" name="adj"/>
              </a:avLst>
            </a:prstGeom>
            <a:solidFill>
              <a:srgbClr val="FFFFFF"/>
            </a:solidFill>
            <a:ln cap="flat" cmpd="sng" w="9525">
              <a:solidFill>
                <a:srgbClr val="EFEFEF"/>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t" bIns="15400" lIns="15400" spcFirstLastPara="1" rIns="15400" wrap="square" tIns="15400">
              <a:noAutofit/>
            </a:bodyPr>
            <a:lstStyle/>
            <a:p>
              <a:pPr indent="0" lvl="0" marL="0" rtl="0" algn="ctr">
                <a:spcBef>
                  <a:spcPts val="0"/>
                </a:spcBef>
                <a:spcAft>
                  <a:spcPts val="0"/>
                </a:spcAft>
                <a:buNone/>
              </a:pPr>
              <a:r>
                <a:rPr b="1" i="1" lang="es-419" sz="800">
                  <a:solidFill>
                    <a:srgbClr val="434343"/>
                  </a:solidFill>
                </a:rPr>
                <a:t>Puntos de Automatización</a:t>
              </a:r>
              <a:endParaRPr b="1" i="1" sz="800">
                <a:solidFill>
                  <a:srgbClr val="434343"/>
                </a:solidFill>
              </a:endParaRPr>
            </a:p>
          </p:txBody>
        </p:sp>
        <p:sp>
          <p:nvSpPr>
            <p:cNvPr id="17155" name="Google Shape;17155;p295"/>
            <p:cNvSpPr txBox="1"/>
            <p:nvPr/>
          </p:nvSpPr>
          <p:spPr>
            <a:xfrm>
              <a:off x="2820612" y="182753"/>
              <a:ext cx="1098600" cy="232500"/>
            </a:xfrm>
            <a:prstGeom prst="rect">
              <a:avLst/>
            </a:prstGeom>
            <a:noFill/>
            <a:ln>
              <a:noFill/>
            </a:ln>
          </p:spPr>
          <p:txBody>
            <a:bodyPr anchorCtr="0" anchor="ctr" bIns="0" lIns="0" spcFirstLastPara="1" rIns="0" wrap="square" tIns="0">
              <a:noAutofit/>
            </a:bodyPr>
            <a:lstStyle/>
            <a:p>
              <a:pPr indent="0" lvl="0" marL="0" rtl="0" algn="r">
                <a:spcBef>
                  <a:spcPts val="0"/>
                </a:spcBef>
                <a:spcAft>
                  <a:spcPts val="0"/>
                </a:spcAft>
                <a:buNone/>
              </a:pPr>
              <a:r>
                <a:rPr lang="es-419" sz="700">
                  <a:latin typeface="Arvo"/>
                  <a:ea typeface="Arvo"/>
                  <a:cs typeface="Arvo"/>
                  <a:sym typeface="Arvo"/>
                </a:rPr>
                <a:t>Actividad de Negocio</a:t>
              </a:r>
              <a:endParaRPr sz="700">
                <a:latin typeface="Arvo"/>
                <a:ea typeface="Arvo"/>
                <a:cs typeface="Arvo"/>
                <a:sym typeface="Arvo"/>
              </a:endParaRPr>
            </a:p>
            <a:p>
              <a:pPr indent="0" lvl="0" marL="0" rtl="0" algn="r">
                <a:spcBef>
                  <a:spcPts val="0"/>
                </a:spcBef>
                <a:spcAft>
                  <a:spcPts val="0"/>
                </a:spcAft>
                <a:buNone/>
              </a:pPr>
              <a:r>
                <a:rPr i="1" lang="es-419" sz="500">
                  <a:latin typeface="Arvo"/>
                  <a:ea typeface="Arvo"/>
                  <a:cs typeface="Arvo"/>
                  <a:sym typeface="Arvo"/>
                </a:rPr>
                <a:t>&lt;ej: Identificarse&gt;</a:t>
              </a:r>
              <a:endParaRPr i="1" sz="500">
                <a:latin typeface="Arvo"/>
                <a:ea typeface="Arvo"/>
                <a:cs typeface="Arvo"/>
                <a:sym typeface="Arvo"/>
              </a:endParaRPr>
            </a:p>
          </p:txBody>
        </p:sp>
        <p:sp>
          <p:nvSpPr>
            <p:cNvPr id="17156" name="Google Shape;17156;p295"/>
            <p:cNvSpPr/>
            <p:nvPr/>
          </p:nvSpPr>
          <p:spPr>
            <a:xfrm>
              <a:off x="3951036" y="159603"/>
              <a:ext cx="17313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8200" lIns="78200" spcFirstLastPara="1" rIns="78200" wrap="square" tIns="78200">
              <a:noAutofit/>
            </a:bodyPr>
            <a:lstStyle/>
            <a:p>
              <a:pPr indent="0" lvl="0" marL="0" rtl="0" algn="l">
                <a:spcBef>
                  <a:spcPts val="0"/>
                </a:spcBef>
                <a:spcAft>
                  <a:spcPts val="0"/>
                </a:spcAft>
                <a:buNone/>
              </a:pPr>
              <a:r>
                <a:t/>
              </a:r>
              <a:endParaRPr sz="500">
                <a:latin typeface="Roboto"/>
                <a:ea typeface="Roboto"/>
                <a:cs typeface="Roboto"/>
                <a:sym typeface="Roboto"/>
              </a:endParaRPr>
            </a:p>
          </p:txBody>
        </p:sp>
        <p:sp>
          <p:nvSpPr>
            <p:cNvPr id="17157" name="Google Shape;17157;p295"/>
            <p:cNvSpPr txBox="1"/>
            <p:nvPr/>
          </p:nvSpPr>
          <p:spPr>
            <a:xfrm>
              <a:off x="3962886" y="142103"/>
              <a:ext cx="1731300" cy="351900"/>
            </a:xfrm>
            <a:prstGeom prst="rect">
              <a:avLst/>
            </a:prstGeom>
            <a:noFill/>
            <a:ln>
              <a:noFill/>
            </a:ln>
          </p:spPr>
          <p:txBody>
            <a:bodyPr anchorCtr="0" anchor="ctr" bIns="15400" lIns="15400" spcFirstLastPara="1" rIns="15400" wrap="square" tIns="15400">
              <a:noAutofit/>
            </a:bodyPr>
            <a:lstStyle/>
            <a:p>
              <a:pPr indent="0" lvl="0" marL="0" rtl="0" algn="l">
                <a:spcBef>
                  <a:spcPts val="0"/>
                </a:spcBef>
                <a:spcAft>
                  <a:spcPts val="0"/>
                </a:spcAft>
                <a:buNone/>
              </a:pPr>
              <a:r>
                <a:rPr b="1" lang="es-419" sz="700">
                  <a:solidFill>
                    <a:schemeClr val="dk1"/>
                  </a:solidFill>
                </a:rPr>
                <a:t>Analizar resultado de las encuestas</a:t>
              </a:r>
              <a:endParaRPr/>
            </a:p>
          </p:txBody>
        </p:sp>
        <p:sp>
          <p:nvSpPr>
            <p:cNvPr id="17158" name="Google Shape;17158;p295"/>
            <p:cNvSpPr/>
            <p:nvPr/>
          </p:nvSpPr>
          <p:spPr>
            <a:xfrm>
              <a:off x="3646236" y="1459973"/>
              <a:ext cx="6333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8200" lIns="78200" spcFirstLastPara="1" rIns="78200" wrap="square" tIns="78200">
              <a:noAutofit/>
            </a:bodyPr>
            <a:lstStyle/>
            <a:p>
              <a:pPr indent="0" lvl="0" marL="0" rtl="0" algn="l">
                <a:spcBef>
                  <a:spcPts val="0"/>
                </a:spcBef>
                <a:spcAft>
                  <a:spcPts val="0"/>
                </a:spcAft>
                <a:buNone/>
              </a:pPr>
              <a:r>
                <a:rPr lang="es-419" sz="600">
                  <a:solidFill>
                    <a:schemeClr val="dk1"/>
                  </a:solidFill>
                </a:rPr>
                <a:t>Sistema CRM</a:t>
              </a:r>
              <a:endParaRPr sz="500">
                <a:latin typeface="Roboto"/>
                <a:ea typeface="Roboto"/>
                <a:cs typeface="Roboto"/>
                <a:sym typeface="Roboto"/>
              </a:endParaRPr>
            </a:p>
          </p:txBody>
        </p:sp>
        <p:sp>
          <p:nvSpPr>
            <p:cNvPr id="17159" name="Google Shape;17159;p295"/>
            <p:cNvSpPr/>
            <p:nvPr/>
          </p:nvSpPr>
          <p:spPr>
            <a:xfrm>
              <a:off x="3646236" y="1075527"/>
              <a:ext cx="6333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8200" lIns="78200" spcFirstLastPara="1" rIns="78200" wrap="square" tIns="78200">
              <a:noAutofit/>
            </a:bodyPr>
            <a:lstStyle/>
            <a:p>
              <a:pPr indent="0" lvl="0" marL="0" rtl="0" algn="l">
                <a:spcBef>
                  <a:spcPts val="0"/>
                </a:spcBef>
                <a:spcAft>
                  <a:spcPts val="0"/>
                </a:spcAft>
                <a:buNone/>
              </a:pPr>
              <a:r>
                <a:t/>
              </a:r>
              <a:endParaRPr sz="500">
                <a:latin typeface="Roboto"/>
                <a:ea typeface="Roboto"/>
                <a:cs typeface="Roboto"/>
                <a:sym typeface="Roboto"/>
              </a:endParaRPr>
            </a:p>
          </p:txBody>
        </p:sp>
        <p:sp>
          <p:nvSpPr>
            <p:cNvPr id="17160" name="Google Shape;17160;p295"/>
            <p:cNvSpPr/>
            <p:nvPr/>
          </p:nvSpPr>
          <p:spPr>
            <a:xfrm>
              <a:off x="3646236" y="1853377"/>
              <a:ext cx="6333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8200" lIns="78200" spcFirstLastPara="1" rIns="78200" wrap="square" tIns="78200">
              <a:noAutofit/>
            </a:bodyPr>
            <a:lstStyle/>
            <a:p>
              <a:pPr indent="0" lvl="0" marL="0" rtl="0" algn="l">
                <a:spcBef>
                  <a:spcPts val="0"/>
                </a:spcBef>
                <a:spcAft>
                  <a:spcPts val="0"/>
                </a:spcAft>
                <a:buNone/>
              </a:pPr>
              <a:r>
                <a:t/>
              </a:r>
              <a:endParaRPr sz="500">
                <a:latin typeface="Roboto"/>
                <a:ea typeface="Roboto"/>
                <a:cs typeface="Roboto"/>
                <a:sym typeface="Roboto"/>
              </a:endParaRPr>
            </a:p>
          </p:txBody>
        </p:sp>
        <p:sp>
          <p:nvSpPr>
            <p:cNvPr id="17161" name="Google Shape;17161;p295"/>
            <p:cNvSpPr/>
            <p:nvPr/>
          </p:nvSpPr>
          <p:spPr>
            <a:xfrm>
              <a:off x="3646236" y="2229879"/>
              <a:ext cx="6333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8200" lIns="78200" spcFirstLastPara="1" rIns="78200" wrap="square" tIns="78200">
              <a:noAutofit/>
            </a:bodyPr>
            <a:lstStyle/>
            <a:p>
              <a:pPr indent="0" lvl="0" marL="0" rtl="0" algn="l">
                <a:spcBef>
                  <a:spcPts val="0"/>
                </a:spcBef>
                <a:spcAft>
                  <a:spcPts val="0"/>
                </a:spcAft>
                <a:buNone/>
              </a:pPr>
              <a:r>
                <a:t/>
              </a:r>
              <a:endParaRPr sz="500">
                <a:latin typeface="Roboto"/>
                <a:ea typeface="Roboto"/>
                <a:cs typeface="Roboto"/>
                <a:sym typeface="Roboto"/>
              </a:endParaRPr>
            </a:p>
          </p:txBody>
        </p:sp>
        <p:sp>
          <p:nvSpPr>
            <p:cNvPr id="17162" name="Google Shape;17162;p295"/>
            <p:cNvSpPr/>
            <p:nvPr/>
          </p:nvSpPr>
          <p:spPr>
            <a:xfrm>
              <a:off x="4349786" y="1075528"/>
              <a:ext cx="13251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61600" lIns="61600" spcFirstLastPara="1" rIns="61600" wrap="square" tIns="61600">
              <a:noAutofit/>
            </a:bodyPr>
            <a:lstStyle/>
            <a:p>
              <a:pPr indent="0" lvl="0" marL="0" rtl="0" algn="l">
                <a:spcBef>
                  <a:spcPts val="0"/>
                </a:spcBef>
                <a:spcAft>
                  <a:spcPts val="0"/>
                </a:spcAft>
                <a:buNone/>
              </a:pPr>
              <a:r>
                <a:t/>
              </a:r>
              <a:endParaRPr sz="700">
                <a:latin typeface="Roboto"/>
                <a:ea typeface="Roboto"/>
                <a:cs typeface="Roboto"/>
                <a:sym typeface="Roboto"/>
              </a:endParaRPr>
            </a:p>
          </p:txBody>
        </p:sp>
        <p:sp>
          <p:nvSpPr>
            <p:cNvPr id="17163" name="Google Shape;17163;p295"/>
            <p:cNvSpPr/>
            <p:nvPr/>
          </p:nvSpPr>
          <p:spPr>
            <a:xfrm>
              <a:off x="4349786" y="1459971"/>
              <a:ext cx="13251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61600" lIns="61600" spcFirstLastPara="1" rIns="61600" wrap="square" tIns="61600">
              <a:noAutofit/>
            </a:bodyPr>
            <a:lstStyle/>
            <a:p>
              <a:pPr indent="0" lvl="0" marL="0" rtl="0" algn="l">
                <a:spcBef>
                  <a:spcPts val="0"/>
                </a:spcBef>
                <a:spcAft>
                  <a:spcPts val="0"/>
                </a:spcAft>
                <a:buNone/>
              </a:pPr>
              <a:r>
                <a:rPr lang="es-419" sz="600">
                  <a:solidFill>
                    <a:schemeClr val="dk1"/>
                  </a:solidFill>
                </a:rPr>
                <a:t>Revisar </a:t>
              </a:r>
              <a:r>
                <a:rPr lang="es-419" sz="600">
                  <a:solidFill>
                    <a:schemeClr val="dk1"/>
                  </a:solidFill>
                </a:rPr>
                <a:t>métricas</a:t>
              </a:r>
              <a:r>
                <a:rPr lang="es-419" sz="600">
                  <a:solidFill>
                    <a:schemeClr val="dk1"/>
                  </a:solidFill>
                </a:rPr>
                <a:t> de </a:t>
              </a:r>
              <a:r>
                <a:rPr lang="es-419" sz="600">
                  <a:solidFill>
                    <a:schemeClr val="dk1"/>
                  </a:solidFill>
                </a:rPr>
                <a:t>satisfacción</a:t>
              </a:r>
              <a:endParaRPr sz="700">
                <a:latin typeface="Roboto"/>
                <a:ea typeface="Roboto"/>
                <a:cs typeface="Roboto"/>
                <a:sym typeface="Roboto"/>
              </a:endParaRPr>
            </a:p>
          </p:txBody>
        </p:sp>
        <p:sp>
          <p:nvSpPr>
            <p:cNvPr id="17164" name="Google Shape;17164;p295"/>
            <p:cNvSpPr/>
            <p:nvPr/>
          </p:nvSpPr>
          <p:spPr>
            <a:xfrm>
              <a:off x="4349786" y="1853372"/>
              <a:ext cx="13251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61600" lIns="61600" spcFirstLastPara="1" rIns="61600" wrap="square" tIns="61600">
              <a:noAutofit/>
            </a:bodyPr>
            <a:lstStyle/>
            <a:p>
              <a:pPr indent="0" lvl="0" marL="0" rtl="0" algn="l">
                <a:spcBef>
                  <a:spcPts val="0"/>
                </a:spcBef>
                <a:spcAft>
                  <a:spcPts val="0"/>
                </a:spcAft>
                <a:buNone/>
              </a:pPr>
              <a:r>
                <a:t/>
              </a:r>
              <a:endParaRPr sz="700">
                <a:latin typeface="Roboto"/>
                <a:ea typeface="Roboto"/>
                <a:cs typeface="Roboto"/>
                <a:sym typeface="Roboto"/>
              </a:endParaRPr>
            </a:p>
          </p:txBody>
        </p:sp>
        <p:sp>
          <p:nvSpPr>
            <p:cNvPr id="17165" name="Google Shape;17165;p295"/>
            <p:cNvSpPr/>
            <p:nvPr/>
          </p:nvSpPr>
          <p:spPr>
            <a:xfrm>
              <a:off x="4349786" y="2239831"/>
              <a:ext cx="13251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61600" lIns="61600" spcFirstLastPara="1" rIns="61600" wrap="square" tIns="61600">
              <a:noAutofit/>
            </a:bodyPr>
            <a:lstStyle/>
            <a:p>
              <a:pPr indent="0" lvl="0" marL="0" rtl="0" algn="l">
                <a:spcBef>
                  <a:spcPts val="0"/>
                </a:spcBef>
                <a:spcAft>
                  <a:spcPts val="0"/>
                </a:spcAft>
                <a:buNone/>
              </a:pPr>
              <a:r>
                <a:rPr lang="es-419" sz="700">
                  <a:latin typeface="Roboto"/>
                  <a:ea typeface="Roboto"/>
                  <a:cs typeface="Roboto"/>
                  <a:sym typeface="Roboto"/>
                </a:rPr>
                <a:t>&lt;...&gt;</a:t>
              </a:r>
              <a:endParaRPr sz="700">
                <a:latin typeface="Roboto"/>
                <a:ea typeface="Roboto"/>
                <a:cs typeface="Roboto"/>
                <a:sym typeface="Roboto"/>
              </a:endParaRPr>
            </a:p>
          </p:txBody>
        </p:sp>
        <p:sp>
          <p:nvSpPr>
            <p:cNvPr id="17166" name="Google Shape;17166;p295"/>
            <p:cNvSpPr/>
            <p:nvPr/>
          </p:nvSpPr>
          <p:spPr>
            <a:xfrm>
              <a:off x="2704756" y="1461628"/>
              <a:ext cx="8817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8200" lIns="78200" spcFirstLastPara="1" rIns="78200" wrap="square" tIns="78200">
              <a:noAutofit/>
            </a:bodyPr>
            <a:lstStyle/>
            <a:p>
              <a:pPr indent="0" lvl="0" marL="0" rtl="0" algn="l">
                <a:spcBef>
                  <a:spcPts val="0"/>
                </a:spcBef>
                <a:spcAft>
                  <a:spcPts val="0"/>
                </a:spcAft>
                <a:buNone/>
              </a:pPr>
              <a:r>
                <a:t/>
              </a:r>
              <a:endParaRPr sz="500">
                <a:latin typeface="Roboto"/>
                <a:ea typeface="Roboto"/>
                <a:cs typeface="Roboto"/>
                <a:sym typeface="Roboto"/>
              </a:endParaRPr>
            </a:p>
          </p:txBody>
        </p:sp>
        <p:sp>
          <p:nvSpPr>
            <p:cNvPr id="17167" name="Google Shape;17167;p295"/>
            <p:cNvSpPr txBox="1"/>
            <p:nvPr/>
          </p:nvSpPr>
          <p:spPr>
            <a:xfrm>
              <a:off x="4463036" y="557328"/>
              <a:ext cx="1098600" cy="4653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b="1" lang="es-419" sz="700">
                  <a:latin typeface="Arvo"/>
                  <a:ea typeface="Arvo"/>
                  <a:cs typeface="Arvo"/>
                  <a:sym typeface="Arvo"/>
                </a:rPr>
                <a:t>Acción interactiva:</a:t>
              </a:r>
              <a:endParaRPr b="1" sz="700">
                <a:latin typeface="Arvo"/>
                <a:ea typeface="Arvo"/>
                <a:cs typeface="Arvo"/>
                <a:sym typeface="Arvo"/>
              </a:endParaRPr>
            </a:p>
            <a:p>
              <a:pPr indent="0" lvl="0" marL="0" rtl="0" algn="ctr">
                <a:spcBef>
                  <a:spcPts val="0"/>
                </a:spcBef>
                <a:spcAft>
                  <a:spcPts val="0"/>
                </a:spcAft>
                <a:buNone/>
              </a:pPr>
              <a:r>
                <a:rPr i="1" lang="es-419" sz="500">
                  <a:latin typeface="Arvo"/>
                  <a:ea typeface="Arvo"/>
                  <a:cs typeface="Arvo"/>
                  <a:sym typeface="Arvo"/>
                </a:rPr>
                <a:t>&lt;ej: </a:t>
              </a:r>
              <a:r>
                <a:rPr i="1" lang="es-419" sz="500">
                  <a:solidFill>
                    <a:srgbClr val="000000"/>
                  </a:solidFill>
                  <a:latin typeface="Roboto"/>
                  <a:ea typeface="Roboto"/>
                  <a:cs typeface="Roboto"/>
                  <a:sym typeface="Roboto"/>
                </a:rPr>
                <a:t>autenticar por huella y cara</a:t>
              </a:r>
              <a:r>
                <a:rPr i="1" lang="es-419" sz="500">
                  <a:latin typeface="Arvo"/>
                  <a:ea typeface="Arvo"/>
                  <a:cs typeface="Arvo"/>
                  <a:sym typeface="Arvo"/>
                </a:rPr>
                <a:t>&gt;</a:t>
              </a:r>
              <a:endParaRPr i="1" sz="500">
                <a:latin typeface="Arvo"/>
                <a:ea typeface="Arvo"/>
                <a:cs typeface="Arvo"/>
                <a:sym typeface="Arvo"/>
              </a:endParaRPr>
            </a:p>
          </p:txBody>
        </p:sp>
        <p:sp>
          <p:nvSpPr>
            <p:cNvPr id="17168" name="Google Shape;17168;p295"/>
            <p:cNvSpPr txBox="1"/>
            <p:nvPr/>
          </p:nvSpPr>
          <p:spPr>
            <a:xfrm>
              <a:off x="3639736" y="557328"/>
              <a:ext cx="702600" cy="4653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b="1" lang="es-419" sz="700">
                  <a:latin typeface="Arvo"/>
                  <a:ea typeface="Arvo"/>
                  <a:cs typeface="Arvo"/>
                  <a:sym typeface="Arvo"/>
                </a:rPr>
                <a:t>Punto de contacto</a:t>
              </a:r>
              <a:endParaRPr sz="700">
                <a:latin typeface="Arvo"/>
                <a:ea typeface="Arvo"/>
                <a:cs typeface="Arvo"/>
                <a:sym typeface="Arvo"/>
              </a:endParaRPr>
            </a:p>
          </p:txBody>
        </p:sp>
        <p:sp>
          <p:nvSpPr>
            <p:cNvPr id="17169" name="Google Shape;17169;p295"/>
            <p:cNvSpPr txBox="1"/>
            <p:nvPr/>
          </p:nvSpPr>
          <p:spPr>
            <a:xfrm>
              <a:off x="2784273" y="568049"/>
              <a:ext cx="702600" cy="4653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b="1" lang="es-419" sz="700">
                  <a:latin typeface="Arvo"/>
                  <a:ea typeface="Arvo"/>
                  <a:cs typeface="Arvo"/>
                  <a:sym typeface="Arvo"/>
                </a:rPr>
                <a:t>Rol</a:t>
              </a:r>
              <a:endParaRPr sz="700">
                <a:latin typeface="Arvo"/>
                <a:ea typeface="Arvo"/>
                <a:cs typeface="Arvo"/>
                <a:sym typeface="Arvo"/>
              </a:endParaRPr>
            </a:p>
          </p:txBody>
        </p:sp>
        <p:pic>
          <p:nvPicPr>
            <p:cNvPr id="17170" name="Google Shape;17170;p295"/>
            <p:cNvPicPr preferRelativeResize="0"/>
            <p:nvPr/>
          </p:nvPicPr>
          <p:blipFill rotWithShape="1">
            <a:blip r:embed="rId3">
              <a:alphaModFix/>
            </a:blip>
            <a:srcRect b="-868" l="16515" r="66426" t="66946"/>
            <a:stretch/>
          </p:blipFill>
          <p:spPr>
            <a:xfrm>
              <a:off x="2782507" y="825772"/>
              <a:ext cx="702701" cy="702700"/>
            </a:xfrm>
            <a:prstGeom prst="rect">
              <a:avLst/>
            </a:prstGeom>
            <a:noFill/>
            <a:ln>
              <a:noFill/>
            </a:ln>
          </p:spPr>
        </p:pic>
        <p:sp>
          <p:nvSpPr>
            <p:cNvPr id="17171" name="Google Shape;17171;p295"/>
            <p:cNvSpPr txBox="1"/>
            <p:nvPr/>
          </p:nvSpPr>
          <p:spPr>
            <a:xfrm>
              <a:off x="2782511" y="1476053"/>
              <a:ext cx="761100" cy="232500"/>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s-419" sz="700">
                  <a:solidFill>
                    <a:schemeClr val="dk1"/>
                  </a:solidFill>
                </a:rPr>
                <a:t>Asesor de servicio</a:t>
              </a:r>
              <a:endParaRPr/>
            </a:p>
          </p:txBody>
        </p:sp>
        <p:sp>
          <p:nvSpPr>
            <p:cNvPr id="17172" name="Google Shape;17172;p295"/>
            <p:cNvSpPr txBox="1"/>
            <p:nvPr/>
          </p:nvSpPr>
          <p:spPr>
            <a:xfrm>
              <a:off x="2704760" y="1669653"/>
              <a:ext cx="964800" cy="232500"/>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t/>
              </a:r>
              <a:endParaRPr b="1" sz="700">
                <a:latin typeface="Arvo"/>
                <a:ea typeface="Arvo"/>
                <a:cs typeface="Arvo"/>
                <a:sym typeface="Arvo"/>
              </a:endParaRPr>
            </a:p>
            <a:p>
              <a:pPr indent="0" lvl="0" marL="0" rtl="0" algn="ctr">
                <a:spcBef>
                  <a:spcPts val="0"/>
                </a:spcBef>
                <a:spcAft>
                  <a:spcPts val="0"/>
                </a:spcAft>
                <a:buNone/>
              </a:pPr>
              <a:r>
                <a:rPr i="1" lang="es-419" sz="500">
                  <a:latin typeface="Arvo"/>
                  <a:ea typeface="Arvo"/>
                  <a:cs typeface="Arvo"/>
                  <a:sym typeface="Arvo"/>
                </a:rPr>
                <a:t>&lt;ej: conductor&gt;</a:t>
              </a:r>
              <a:endParaRPr i="1" sz="500">
                <a:latin typeface="Arvo"/>
                <a:ea typeface="Arvo"/>
                <a:cs typeface="Arvo"/>
                <a:sym typeface="Arvo"/>
              </a:endParaRPr>
            </a:p>
          </p:txBody>
        </p:sp>
      </p:grpSp>
      <p:grpSp>
        <p:nvGrpSpPr>
          <p:cNvPr id="17173" name="Google Shape;17173;p295"/>
          <p:cNvGrpSpPr/>
          <p:nvPr/>
        </p:nvGrpSpPr>
        <p:grpSpPr>
          <a:xfrm>
            <a:off x="408339" y="4215341"/>
            <a:ext cx="2810831" cy="2161925"/>
            <a:chOff x="2640436" y="-87872"/>
            <a:chExt cx="3098700" cy="2874900"/>
          </a:xfrm>
        </p:grpSpPr>
        <p:sp>
          <p:nvSpPr>
            <p:cNvPr id="17174" name="Google Shape;17174;p295"/>
            <p:cNvSpPr/>
            <p:nvPr/>
          </p:nvSpPr>
          <p:spPr>
            <a:xfrm>
              <a:off x="2640436" y="-87872"/>
              <a:ext cx="3098700" cy="2874900"/>
            </a:xfrm>
            <a:prstGeom prst="roundRect">
              <a:avLst>
                <a:gd fmla="val 3233" name="adj"/>
              </a:avLst>
            </a:prstGeom>
            <a:solidFill>
              <a:srgbClr val="FFFFFF"/>
            </a:solidFill>
            <a:ln cap="flat" cmpd="sng" w="9525">
              <a:solidFill>
                <a:srgbClr val="EFEFEF"/>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t" bIns="15400" lIns="15400" spcFirstLastPara="1" rIns="15400" wrap="square" tIns="15400">
              <a:noAutofit/>
            </a:bodyPr>
            <a:lstStyle/>
            <a:p>
              <a:pPr indent="0" lvl="0" marL="0" rtl="0" algn="ctr">
                <a:spcBef>
                  <a:spcPts val="0"/>
                </a:spcBef>
                <a:spcAft>
                  <a:spcPts val="0"/>
                </a:spcAft>
                <a:buNone/>
              </a:pPr>
              <a:r>
                <a:rPr b="1" i="1" lang="es-419" sz="800">
                  <a:solidFill>
                    <a:srgbClr val="434343"/>
                  </a:solidFill>
                </a:rPr>
                <a:t>Puntos de Automatización</a:t>
              </a:r>
              <a:endParaRPr b="1" i="1" sz="800">
                <a:solidFill>
                  <a:srgbClr val="434343"/>
                </a:solidFill>
              </a:endParaRPr>
            </a:p>
          </p:txBody>
        </p:sp>
        <p:sp>
          <p:nvSpPr>
            <p:cNvPr id="17175" name="Google Shape;17175;p295"/>
            <p:cNvSpPr txBox="1"/>
            <p:nvPr/>
          </p:nvSpPr>
          <p:spPr>
            <a:xfrm>
              <a:off x="2820612" y="182753"/>
              <a:ext cx="1098600" cy="232500"/>
            </a:xfrm>
            <a:prstGeom prst="rect">
              <a:avLst/>
            </a:prstGeom>
            <a:noFill/>
            <a:ln>
              <a:noFill/>
            </a:ln>
          </p:spPr>
          <p:txBody>
            <a:bodyPr anchorCtr="0" anchor="ctr" bIns="0" lIns="0" spcFirstLastPara="1" rIns="0" wrap="square" tIns="0">
              <a:noAutofit/>
            </a:bodyPr>
            <a:lstStyle/>
            <a:p>
              <a:pPr indent="0" lvl="0" marL="0" rtl="0" algn="r">
                <a:spcBef>
                  <a:spcPts val="0"/>
                </a:spcBef>
                <a:spcAft>
                  <a:spcPts val="0"/>
                </a:spcAft>
                <a:buNone/>
              </a:pPr>
              <a:r>
                <a:rPr lang="es-419" sz="700">
                  <a:latin typeface="Arvo"/>
                  <a:ea typeface="Arvo"/>
                  <a:cs typeface="Arvo"/>
                  <a:sym typeface="Arvo"/>
                </a:rPr>
                <a:t>Actividad de Negocio</a:t>
              </a:r>
              <a:endParaRPr sz="700">
                <a:latin typeface="Arvo"/>
                <a:ea typeface="Arvo"/>
                <a:cs typeface="Arvo"/>
                <a:sym typeface="Arvo"/>
              </a:endParaRPr>
            </a:p>
            <a:p>
              <a:pPr indent="0" lvl="0" marL="0" rtl="0" algn="r">
                <a:spcBef>
                  <a:spcPts val="0"/>
                </a:spcBef>
                <a:spcAft>
                  <a:spcPts val="0"/>
                </a:spcAft>
                <a:buNone/>
              </a:pPr>
              <a:r>
                <a:rPr i="1" lang="es-419" sz="500">
                  <a:latin typeface="Arvo"/>
                  <a:ea typeface="Arvo"/>
                  <a:cs typeface="Arvo"/>
                  <a:sym typeface="Arvo"/>
                </a:rPr>
                <a:t>&lt;ej: Identificarse&gt;</a:t>
              </a:r>
              <a:endParaRPr i="1" sz="500">
                <a:latin typeface="Arvo"/>
                <a:ea typeface="Arvo"/>
                <a:cs typeface="Arvo"/>
                <a:sym typeface="Arvo"/>
              </a:endParaRPr>
            </a:p>
          </p:txBody>
        </p:sp>
        <p:sp>
          <p:nvSpPr>
            <p:cNvPr id="17176" name="Google Shape;17176;p295"/>
            <p:cNvSpPr/>
            <p:nvPr/>
          </p:nvSpPr>
          <p:spPr>
            <a:xfrm>
              <a:off x="3951036" y="159603"/>
              <a:ext cx="17313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8200" lIns="78200" spcFirstLastPara="1" rIns="78200" wrap="square" tIns="78200">
              <a:noAutofit/>
            </a:bodyPr>
            <a:lstStyle/>
            <a:p>
              <a:pPr indent="0" lvl="0" marL="0" rtl="0" algn="l">
                <a:spcBef>
                  <a:spcPts val="0"/>
                </a:spcBef>
                <a:spcAft>
                  <a:spcPts val="0"/>
                </a:spcAft>
                <a:buNone/>
              </a:pPr>
              <a:r>
                <a:t/>
              </a:r>
              <a:endParaRPr sz="500">
                <a:latin typeface="Roboto"/>
                <a:ea typeface="Roboto"/>
                <a:cs typeface="Roboto"/>
                <a:sym typeface="Roboto"/>
              </a:endParaRPr>
            </a:p>
          </p:txBody>
        </p:sp>
        <p:sp>
          <p:nvSpPr>
            <p:cNvPr id="17177" name="Google Shape;17177;p295"/>
            <p:cNvSpPr txBox="1"/>
            <p:nvPr/>
          </p:nvSpPr>
          <p:spPr>
            <a:xfrm>
              <a:off x="3962886" y="142103"/>
              <a:ext cx="1731300" cy="351900"/>
            </a:xfrm>
            <a:prstGeom prst="rect">
              <a:avLst/>
            </a:prstGeom>
            <a:noFill/>
            <a:ln>
              <a:noFill/>
            </a:ln>
          </p:spPr>
          <p:txBody>
            <a:bodyPr anchorCtr="0" anchor="ctr" bIns="15400" lIns="15400" spcFirstLastPara="1" rIns="15400" wrap="square" tIns="15400">
              <a:noAutofit/>
            </a:bodyPr>
            <a:lstStyle/>
            <a:p>
              <a:pPr indent="0" lvl="0" marL="0" rtl="0" algn="l">
                <a:spcBef>
                  <a:spcPts val="0"/>
                </a:spcBef>
                <a:spcAft>
                  <a:spcPts val="0"/>
                </a:spcAft>
                <a:buNone/>
              </a:pPr>
              <a:r>
                <a:rPr b="1" lang="es-419" sz="700">
                  <a:solidFill>
                    <a:schemeClr val="dk1"/>
                  </a:solidFill>
                </a:rPr>
                <a:t>Generar reporte de </a:t>
              </a:r>
              <a:r>
                <a:rPr b="1" lang="es-419" sz="700">
                  <a:solidFill>
                    <a:schemeClr val="dk1"/>
                  </a:solidFill>
                </a:rPr>
                <a:t>satisfacción</a:t>
              </a:r>
              <a:endParaRPr/>
            </a:p>
          </p:txBody>
        </p:sp>
        <p:sp>
          <p:nvSpPr>
            <p:cNvPr id="17178" name="Google Shape;17178;p295"/>
            <p:cNvSpPr/>
            <p:nvPr/>
          </p:nvSpPr>
          <p:spPr>
            <a:xfrm>
              <a:off x="3646236" y="1459973"/>
              <a:ext cx="6333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8200" lIns="78200" spcFirstLastPara="1" rIns="78200" wrap="square" tIns="78200">
              <a:noAutofit/>
            </a:bodyPr>
            <a:lstStyle/>
            <a:p>
              <a:pPr indent="0" lvl="0" marL="0" rtl="0" algn="l">
                <a:spcBef>
                  <a:spcPts val="0"/>
                </a:spcBef>
                <a:spcAft>
                  <a:spcPts val="0"/>
                </a:spcAft>
                <a:buNone/>
              </a:pPr>
              <a:r>
                <a:t/>
              </a:r>
              <a:endParaRPr sz="500">
                <a:latin typeface="Roboto"/>
                <a:ea typeface="Roboto"/>
                <a:cs typeface="Roboto"/>
                <a:sym typeface="Roboto"/>
              </a:endParaRPr>
            </a:p>
          </p:txBody>
        </p:sp>
        <p:sp>
          <p:nvSpPr>
            <p:cNvPr id="17179" name="Google Shape;17179;p295"/>
            <p:cNvSpPr/>
            <p:nvPr/>
          </p:nvSpPr>
          <p:spPr>
            <a:xfrm>
              <a:off x="3646236" y="1075527"/>
              <a:ext cx="6333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8200" lIns="78200" spcFirstLastPara="1" rIns="78200" wrap="square" tIns="78200">
              <a:noAutofit/>
            </a:bodyPr>
            <a:lstStyle/>
            <a:p>
              <a:pPr indent="0" lvl="0" marL="0" rtl="0" algn="l">
                <a:spcBef>
                  <a:spcPts val="0"/>
                </a:spcBef>
                <a:spcAft>
                  <a:spcPts val="0"/>
                </a:spcAft>
                <a:buNone/>
              </a:pPr>
              <a:r>
                <a:t/>
              </a:r>
              <a:endParaRPr sz="500">
                <a:latin typeface="Roboto"/>
                <a:ea typeface="Roboto"/>
                <a:cs typeface="Roboto"/>
                <a:sym typeface="Roboto"/>
              </a:endParaRPr>
            </a:p>
          </p:txBody>
        </p:sp>
        <p:sp>
          <p:nvSpPr>
            <p:cNvPr id="17180" name="Google Shape;17180;p295"/>
            <p:cNvSpPr/>
            <p:nvPr/>
          </p:nvSpPr>
          <p:spPr>
            <a:xfrm>
              <a:off x="3646236" y="2229879"/>
              <a:ext cx="6333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8200" lIns="78200" spcFirstLastPara="1" rIns="78200" wrap="square" tIns="78200">
              <a:noAutofit/>
            </a:bodyPr>
            <a:lstStyle/>
            <a:p>
              <a:pPr indent="0" lvl="0" marL="0" rtl="0" algn="l">
                <a:spcBef>
                  <a:spcPts val="0"/>
                </a:spcBef>
                <a:spcAft>
                  <a:spcPts val="0"/>
                </a:spcAft>
                <a:buNone/>
              </a:pPr>
              <a:r>
                <a:t/>
              </a:r>
              <a:endParaRPr sz="500">
                <a:latin typeface="Roboto"/>
                <a:ea typeface="Roboto"/>
                <a:cs typeface="Roboto"/>
                <a:sym typeface="Roboto"/>
              </a:endParaRPr>
            </a:p>
          </p:txBody>
        </p:sp>
        <p:sp>
          <p:nvSpPr>
            <p:cNvPr id="17181" name="Google Shape;17181;p295"/>
            <p:cNvSpPr/>
            <p:nvPr/>
          </p:nvSpPr>
          <p:spPr>
            <a:xfrm>
              <a:off x="4349786" y="1075528"/>
              <a:ext cx="13251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61600" lIns="61600" spcFirstLastPara="1" rIns="61600" wrap="square" tIns="61600">
              <a:noAutofit/>
            </a:bodyPr>
            <a:lstStyle/>
            <a:p>
              <a:pPr indent="0" lvl="0" marL="0" rtl="0" algn="l">
                <a:spcBef>
                  <a:spcPts val="0"/>
                </a:spcBef>
                <a:spcAft>
                  <a:spcPts val="0"/>
                </a:spcAft>
                <a:buNone/>
              </a:pPr>
              <a:r>
                <a:t/>
              </a:r>
              <a:endParaRPr sz="700">
                <a:latin typeface="Roboto"/>
                <a:ea typeface="Roboto"/>
                <a:cs typeface="Roboto"/>
                <a:sym typeface="Roboto"/>
              </a:endParaRPr>
            </a:p>
          </p:txBody>
        </p:sp>
        <p:sp>
          <p:nvSpPr>
            <p:cNvPr id="17182" name="Google Shape;17182;p295"/>
            <p:cNvSpPr/>
            <p:nvPr/>
          </p:nvSpPr>
          <p:spPr>
            <a:xfrm>
              <a:off x="4349786" y="1459971"/>
              <a:ext cx="13251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61600" lIns="61600" spcFirstLastPara="1" rIns="61600" wrap="square" tIns="61600">
              <a:noAutofit/>
            </a:bodyPr>
            <a:lstStyle/>
            <a:p>
              <a:pPr indent="0" lvl="0" marL="0" rtl="0" algn="l">
                <a:spcBef>
                  <a:spcPts val="0"/>
                </a:spcBef>
                <a:spcAft>
                  <a:spcPts val="0"/>
                </a:spcAft>
                <a:buNone/>
              </a:pPr>
              <a:r>
                <a:t/>
              </a:r>
              <a:endParaRPr sz="700">
                <a:latin typeface="Roboto"/>
                <a:ea typeface="Roboto"/>
                <a:cs typeface="Roboto"/>
                <a:sym typeface="Roboto"/>
              </a:endParaRPr>
            </a:p>
          </p:txBody>
        </p:sp>
        <p:sp>
          <p:nvSpPr>
            <p:cNvPr id="17183" name="Google Shape;17183;p295"/>
            <p:cNvSpPr/>
            <p:nvPr/>
          </p:nvSpPr>
          <p:spPr>
            <a:xfrm>
              <a:off x="4349786" y="1853372"/>
              <a:ext cx="13251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61600" lIns="61600" spcFirstLastPara="1" rIns="61600" wrap="square" tIns="61600">
              <a:noAutofit/>
            </a:bodyPr>
            <a:lstStyle/>
            <a:p>
              <a:pPr indent="0" lvl="0" marL="0" rtl="0" algn="l">
                <a:spcBef>
                  <a:spcPts val="0"/>
                </a:spcBef>
                <a:spcAft>
                  <a:spcPts val="0"/>
                </a:spcAft>
                <a:buNone/>
              </a:pPr>
              <a:r>
                <a:rPr lang="es-419" sz="600">
                  <a:solidFill>
                    <a:schemeClr val="dk1"/>
                  </a:solidFill>
                </a:rPr>
                <a:t>Crear informe semanal de calificaciones</a:t>
              </a:r>
              <a:r>
                <a:rPr lang="es-419" sz="600">
                  <a:solidFill>
                    <a:schemeClr val="dk1"/>
                  </a:solidFill>
                </a:rPr>
                <a:t>”</a:t>
              </a:r>
              <a:endParaRPr sz="700">
                <a:latin typeface="Roboto"/>
                <a:ea typeface="Roboto"/>
                <a:cs typeface="Roboto"/>
                <a:sym typeface="Roboto"/>
              </a:endParaRPr>
            </a:p>
          </p:txBody>
        </p:sp>
        <p:sp>
          <p:nvSpPr>
            <p:cNvPr id="17184" name="Google Shape;17184;p295"/>
            <p:cNvSpPr/>
            <p:nvPr/>
          </p:nvSpPr>
          <p:spPr>
            <a:xfrm>
              <a:off x="4349786" y="2239831"/>
              <a:ext cx="13251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61600" lIns="61600" spcFirstLastPara="1" rIns="61600" wrap="square" tIns="61600">
              <a:noAutofit/>
            </a:bodyPr>
            <a:lstStyle/>
            <a:p>
              <a:pPr indent="0" lvl="0" marL="0" rtl="0" algn="l">
                <a:spcBef>
                  <a:spcPts val="0"/>
                </a:spcBef>
                <a:spcAft>
                  <a:spcPts val="0"/>
                </a:spcAft>
                <a:buNone/>
              </a:pPr>
              <a:r>
                <a:rPr lang="es-419" sz="700">
                  <a:latin typeface="Roboto"/>
                  <a:ea typeface="Roboto"/>
                  <a:cs typeface="Roboto"/>
                  <a:sym typeface="Roboto"/>
                </a:rPr>
                <a:t>&lt;...&gt;</a:t>
              </a:r>
              <a:endParaRPr sz="700">
                <a:latin typeface="Roboto"/>
                <a:ea typeface="Roboto"/>
                <a:cs typeface="Roboto"/>
                <a:sym typeface="Roboto"/>
              </a:endParaRPr>
            </a:p>
          </p:txBody>
        </p:sp>
        <p:sp>
          <p:nvSpPr>
            <p:cNvPr id="17185" name="Google Shape;17185;p295"/>
            <p:cNvSpPr/>
            <p:nvPr/>
          </p:nvSpPr>
          <p:spPr>
            <a:xfrm>
              <a:off x="2704756" y="1461628"/>
              <a:ext cx="8817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8200" lIns="78200" spcFirstLastPara="1" rIns="78200" wrap="square" tIns="78200">
              <a:noAutofit/>
            </a:bodyPr>
            <a:lstStyle/>
            <a:p>
              <a:pPr indent="0" lvl="0" marL="0" rtl="0" algn="l">
                <a:spcBef>
                  <a:spcPts val="0"/>
                </a:spcBef>
                <a:spcAft>
                  <a:spcPts val="0"/>
                </a:spcAft>
                <a:buNone/>
              </a:pPr>
              <a:r>
                <a:t/>
              </a:r>
              <a:endParaRPr sz="500">
                <a:latin typeface="Roboto"/>
                <a:ea typeface="Roboto"/>
                <a:cs typeface="Roboto"/>
                <a:sym typeface="Roboto"/>
              </a:endParaRPr>
            </a:p>
          </p:txBody>
        </p:sp>
        <p:sp>
          <p:nvSpPr>
            <p:cNvPr id="17186" name="Google Shape;17186;p295"/>
            <p:cNvSpPr txBox="1"/>
            <p:nvPr/>
          </p:nvSpPr>
          <p:spPr>
            <a:xfrm>
              <a:off x="4463036" y="557328"/>
              <a:ext cx="1098600" cy="4653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b="1" lang="es-419" sz="700">
                  <a:latin typeface="Arvo"/>
                  <a:ea typeface="Arvo"/>
                  <a:cs typeface="Arvo"/>
                  <a:sym typeface="Arvo"/>
                </a:rPr>
                <a:t>Acción interactiva:</a:t>
              </a:r>
              <a:endParaRPr b="1" sz="700">
                <a:latin typeface="Arvo"/>
                <a:ea typeface="Arvo"/>
                <a:cs typeface="Arvo"/>
                <a:sym typeface="Arvo"/>
              </a:endParaRPr>
            </a:p>
            <a:p>
              <a:pPr indent="0" lvl="0" marL="0" rtl="0" algn="ctr">
                <a:spcBef>
                  <a:spcPts val="0"/>
                </a:spcBef>
                <a:spcAft>
                  <a:spcPts val="0"/>
                </a:spcAft>
                <a:buNone/>
              </a:pPr>
              <a:r>
                <a:rPr i="1" lang="es-419" sz="500">
                  <a:latin typeface="Arvo"/>
                  <a:ea typeface="Arvo"/>
                  <a:cs typeface="Arvo"/>
                  <a:sym typeface="Arvo"/>
                </a:rPr>
                <a:t>&lt;ej: </a:t>
              </a:r>
              <a:r>
                <a:rPr i="1" lang="es-419" sz="500">
                  <a:solidFill>
                    <a:srgbClr val="000000"/>
                  </a:solidFill>
                  <a:latin typeface="Roboto"/>
                  <a:ea typeface="Roboto"/>
                  <a:cs typeface="Roboto"/>
                  <a:sym typeface="Roboto"/>
                </a:rPr>
                <a:t>autenticar por huella y cara</a:t>
              </a:r>
              <a:r>
                <a:rPr i="1" lang="es-419" sz="500">
                  <a:latin typeface="Arvo"/>
                  <a:ea typeface="Arvo"/>
                  <a:cs typeface="Arvo"/>
                  <a:sym typeface="Arvo"/>
                </a:rPr>
                <a:t>&gt;</a:t>
              </a:r>
              <a:endParaRPr i="1" sz="500">
                <a:latin typeface="Arvo"/>
                <a:ea typeface="Arvo"/>
                <a:cs typeface="Arvo"/>
                <a:sym typeface="Arvo"/>
              </a:endParaRPr>
            </a:p>
          </p:txBody>
        </p:sp>
        <p:sp>
          <p:nvSpPr>
            <p:cNvPr id="17187" name="Google Shape;17187;p295"/>
            <p:cNvSpPr txBox="1"/>
            <p:nvPr/>
          </p:nvSpPr>
          <p:spPr>
            <a:xfrm>
              <a:off x="3639736" y="557328"/>
              <a:ext cx="702600" cy="4653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b="1" lang="es-419" sz="700">
                  <a:latin typeface="Arvo"/>
                  <a:ea typeface="Arvo"/>
                  <a:cs typeface="Arvo"/>
                  <a:sym typeface="Arvo"/>
                </a:rPr>
                <a:t>Punto de contacto</a:t>
              </a:r>
              <a:endParaRPr sz="700">
                <a:latin typeface="Arvo"/>
                <a:ea typeface="Arvo"/>
                <a:cs typeface="Arvo"/>
                <a:sym typeface="Arvo"/>
              </a:endParaRPr>
            </a:p>
          </p:txBody>
        </p:sp>
        <p:sp>
          <p:nvSpPr>
            <p:cNvPr id="17188" name="Google Shape;17188;p295"/>
            <p:cNvSpPr txBox="1"/>
            <p:nvPr/>
          </p:nvSpPr>
          <p:spPr>
            <a:xfrm>
              <a:off x="2784273" y="568049"/>
              <a:ext cx="702600" cy="4653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b="1" lang="es-419" sz="700">
                  <a:latin typeface="Arvo"/>
                  <a:ea typeface="Arvo"/>
                  <a:cs typeface="Arvo"/>
                  <a:sym typeface="Arvo"/>
                </a:rPr>
                <a:t>Rol</a:t>
              </a:r>
              <a:endParaRPr sz="700">
                <a:latin typeface="Arvo"/>
                <a:ea typeface="Arvo"/>
                <a:cs typeface="Arvo"/>
                <a:sym typeface="Arvo"/>
              </a:endParaRPr>
            </a:p>
          </p:txBody>
        </p:sp>
        <p:pic>
          <p:nvPicPr>
            <p:cNvPr id="17189" name="Google Shape;17189;p295"/>
            <p:cNvPicPr preferRelativeResize="0"/>
            <p:nvPr/>
          </p:nvPicPr>
          <p:blipFill rotWithShape="1">
            <a:blip r:embed="rId3">
              <a:alphaModFix/>
            </a:blip>
            <a:srcRect b="-868" l="16515" r="66426" t="66946"/>
            <a:stretch/>
          </p:blipFill>
          <p:spPr>
            <a:xfrm>
              <a:off x="2782507" y="825772"/>
              <a:ext cx="702701" cy="702700"/>
            </a:xfrm>
            <a:prstGeom prst="rect">
              <a:avLst/>
            </a:prstGeom>
            <a:noFill/>
            <a:ln>
              <a:noFill/>
            </a:ln>
          </p:spPr>
        </p:pic>
        <p:sp>
          <p:nvSpPr>
            <p:cNvPr id="17190" name="Google Shape;17190;p295"/>
            <p:cNvSpPr txBox="1"/>
            <p:nvPr/>
          </p:nvSpPr>
          <p:spPr>
            <a:xfrm>
              <a:off x="2782511" y="1476053"/>
              <a:ext cx="761100" cy="232500"/>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s-419" sz="700">
                  <a:solidFill>
                    <a:schemeClr val="dk1"/>
                  </a:solidFill>
                </a:rPr>
                <a:t>Sistema Automatizado</a:t>
              </a:r>
              <a:endParaRPr/>
            </a:p>
          </p:txBody>
        </p:sp>
        <p:sp>
          <p:nvSpPr>
            <p:cNvPr id="17191" name="Google Shape;17191;p295"/>
            <p:cNvSpPr txBox="1"/>
            <p:nvPr/>
          </p:nvSpPr>
          <p:spPr>
            <a:xfrm>
              <a:off x="2704760" y="1669653"/>
              <a:ext cx="964800" cy="232500"/>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t/>
              </a:r>
              <a:endParaRPr b="1" sz="700">
                <a:latin typeface="Arvo"/>
                <a:ea typeface="Arvo"/>
                <a:cs typeface="Arvo"/>
                <a:sym typeface="Arvo"/>
              </a:endParaRPr>
            </a:p>
            <a:p>
              <a:pPr indent="0" lvl="0" marL="0" rtl="0" algn="ctr">
                <a:spcBef>
                  <a:spcPts val="0"/>
                </a:spcBef>
                <a:spcAft>
                  <a:spcPts val="0"/>
                </a:spcAft>
                <a:buNone/>
              </a:pPr>
              <a:r>
                <a:rPr i="1" lang="es-419" sz="500">
                  <a:latin typeface="Arvo"/>
                  <a:ea typeface="Arvo"/>
                  <a:cs typeface="Arvo"/>
                  <a:sym typeface="Arvo"/>
                </a:rPr>
                <a:t>&lt;ej: conductor&gt;</a:t>
              </a:r>
              <a:endParaRPr i="1" sz="500">
                <a:latin typeface="Arvo"/>
                <a:ea typeface="Arvo"/>
                <a:cs typeface="Arvo"/>
                <a:sym typeface="Arvo"/>
              </a:endParaRPr>
            </a:p>
          </p:txBody>
        </p:sp>
        <p:sp>
          <p:nvSpPr>
            <p:cNvPr id="17192" name="Google Shape;17192;p295"/>
            <p:cNvSpPr/>
            <p:nvPr/>
          </p:nvSpPr>
          <p:spPr>
            <a:xfrm>
              <a:off x="3646236" y="1853362"/>
              <a:ext cx="633300" cy="331500"/>
            </a:xfrm>
            <a:prstGeom prst="roundRect">
              <a:avLst>
                <a:gd fmla="val 16667" name="adj"/>
              </a:avLst>
            </a:prstGeom>
            <a:solidFill>
              <a:srgbClr val="EFEFEF"/>
            </a:solidFill>
            <a:ln cap="flat" cmpd="sng" w="9525">
              <a:solidFill>
                <a:srgbClr val="F3F3F3"/>
              </a:solidFill>
              <a:prstDash val="solid"/>
              <a:round/>
              <a:headEnd len="sm" w="sm" type="none"/>
              <a:tailEnd len="sm" w="sm" type="none"/>
            </a:ln>
          </p:spPr>
          <p:txBody>
            <a:bodyPr anchorCtr="0" anchor="ctr" bIns="78200" lIns="78200" spcFirstLastPara="1" rIns="78200" wrap="square" tIns="78200">
              <a:noAutofit/>
            </a:bodyPr>
            <a:lstStyle/>
            <a:p>
              <a:pPr indent="0" lvl="0" marL="0" rtl="0" algn="l">
                <a:spcBef>
                  <a:spcPts val="0"/>
                </a:spcBef>
                <a:spcAft>
                  <a:spcPts val="0"/>
                </a:spcAft>
                <a:buNone/>
              </a:pPr>
              <a:r>
                <a:rPr lang="es-419" sz="600">
                  <a:solidFill>
                    <a:schemeClr val="dk1"/>
                  </a:solidFill>
                </a:rPr>
                <a:t>📧 </a:t>
              </a:r>
              <a:r>
                <a:rPr lang="es-419" sz="600">
                  <a:solidFill>
                    <a:schemeClr val="dk1"/>
                  </a:solidFill>
                </a:rPr>
                <a:t>Módulo</a:t>
              </a:r>
              <a:r>
                <a:rPr lang="es-419" sz="600">
                  <a:solidFill>
                    <a:schemeClr val="dk1"/>
                  </a:solidFill>
                </a:rPr>
                <a:t> informes</a:t>
              </a:r>
              <a:endParaRPr sz="500">
                <a:latin typeface="Roboto"/>
                <a:ea typeface="Roboto"/>
                <a:cs typeface="Roboto"/>
                <a:sym typeface="Roboto"/>
              </a:endParaRPr>
            </a:p>
          </p:txBody>
        </p:sp>
      </p:grpSp>
      <p:sp>
        <p:nvSpPr>
          <p:cNvPr id="17193" name="Google Shape;17193;p295"/>
          <p:cNvSpPr txBox="1"/>
          <p:nvPr/>
        </p:nvSpPr>
        <p:spPr>
          <a:xfrm>
            <a:off x="628850" y="556875"/>
            <a:ext cx="1731300" cy="265800"/>
          </a:xfrm>
          <a:prstGeom prst="rect">
            <a:avLst/>
          </a:prstGeom>
          <a:noFill/>
          <a:ln>
            <a:noFill/>
          </a:ln>
        </p:spPr>
        <p:txBody>
          <a:bodyPr anchorCtr="0" anchor="t" bIns="91425" lIns="91425" spcFirstLastPara="1" rIns="91425" wrap="square" tIns="91425">
            <a:noAutofit/>
          </a:bodyPr>
          <a:lstStyle/>
          <a:p>
            <a:pPr indent="0" lvl="0" marL="0" rtl="0" algn="ctr">
              <a:lnSpc>
                <a:spcPct val="90000"/>
              </a:lnSpc>
              <a:spcBef>
                <a:spcPts val="0"/>
              </a:spcBef>
              <a:spcAft>
                <a:spcPts val="0"/>
              </a:spcAft>
              <a:buClr>
                <a:schemeClr val="dk1"/>
              </a:buClr>
              <a:buSzPts val="1100"/>
              <a:buFont typeface="Arial"/>
              <a:buNone/>
            </a:pPr>
            <a:r>
              <a:rPr lang="es-419" sz="700">
                <a:solidFill>
                  <a:schemeClr val="lt1"/>
                </a:solidFill>
                <a:latin typeface="Arvo"/>
                <a:ea typeface="Arvo"/>
                <a:cs typeface="Arvo"/>
                <a:sym typeface="Arvo"/>
              </a:rPr>
              <a:t>Confirmar Satisfacción del cliente</a:t>
            </a:r>
            <a:endParaRPr>
              <a:solidFill>
                <a:schemeClr val="lt1"/>
              </a:solidFill>
            </a:endParaRPr>
          </a:p>
        </p:txBody>
      </p:sp>
    </p:spTree>
  </p:cSld>
  <p:clrMapOvr>
    <a:masterClrMapping/>
  </p:clrMapOvr>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197" name="Shape 17197"/>
        <p:cNvGrpSpPr/>
        <p:nvPr/>
      </p:nvGrpSpPr>
      <p:grpSpPr>
        <a:xfrm>
          <a:off x="0" y="0"/>
          <a:ext cx="0" cy="0"/>
          <a:chOff x="0" y="0"/>
          <a:chExt cx="0" cy="0"/>
        </a:xfrm>
      </p:grpSpPr>
      <p:sp>
        <p:nvSpPr>
          <p:cNvPr id="17198" name="Google Shape;17198;p296"/>
          <p:cNvSpPr txBox="1"/>
          <p:nvPr>
            <p:ph idx="1" type="subTitle"/>
          </p:nvPr>
        </p:nvSpPr>
        <p:spPr>
          <a:xfrm>
            <a:off x="1940624" y="1030947"/>
            <a:ext cx="3027600" cy="342000"/>
          </a:xfrm>
          <a:prstGeom prst="rect">
            <a:avLst/>
          </a:prstGeom>
        </p:spPr>
        <p:txBody>
          <a:bodyPr anchorCtr="0" anchor="ctr" bIns="36000" lIns="36000" spcFirstLastPara="1" rIns="36000" wrap="square" tIns="36000">
            <a:noAutofit/>
          </a:bodyPr>
          <a:lstStyle/>
          <a:p>
            <a:pPr indent="0" lvl="0" marL="0" rtl="0" algn="l">
              <a:spcBef>
                <a:spcPts val="0"/>
              </a:spcBef>
              <a:spcAft>
                <a:spcPts val="0"/>
              </a:spcAft>
              <a:buNone/>
            </a:pPr>
            <a:r>
              <a:rPr lang="es-419"/>
              <a:t>Asistente de ventas</a:t>
            </a:r>
            <a:endParaRPr/>
          </a:p>
        </p:txBody>
      </p:sp>
      <p:sp>
        <p:nvSpPr>
          <p:cNvPr id="17199" name="Google Shape;17199;p296"/>
          <p:cNvSpPr txBox="1"/>
          <p:nvPr>
            <p:ph idx="2" type="subTitle"/>
          </p:nvPr>
        </p:nvSpPr>
        <p:spPr>
          <a:xfrm>
            <a:off x="1940624" y="1538661"/>
            <a:ext cx="3027600" cy="342000"/>
          </a:xfrm>
          <a:prstGeom prst="rect">
            <a:avLst/>
          </a:prstGeom>
        </p:spPr>
        <p:txBody>
          <a:bodyPr anchorCtr="0" anchor="ctr" bIns="36000" lIns="36000" spcFirstLastPara="1" rIns="36000" wrap="square" tIns="36000">
            <a:noAutofit/>
          </a:bodyPr>
          <a:lstStyle/>
          <a:p>
            <a:pPr indent="0" lvl="0" marL="0" rtl="0" algn="l">
              <a:spcBef>
                <a:spcPts val="0"/>
              </a:spcBef>
              <a:spcAft>
                <a:spcPts val="0"/>
              </a:spcAft>
              <a:buNone/>
            </a:pPr>
            <a:r>
              <a:rPr lang="es-419"/>
              <a:t>empleado</a:t>
            </a:r>
            <a:endParaRPr/>
          </a:p>
        </p:txBody>
      </p:sp>
      <p:sp>
        <p:nvSpPr>
          <p:cNvPr id="17200" name="Google Shape;17200;p296"/>
          <p:cNvSpPr txBox="1"/>
          <p:nvPr>
            <p:ph idx="3" type="subTitle"/>
          </p:nvPr>
        </p:nvSpPr>
        <p:spPr>
          <a:xfrm>
            <a:off x="1940924" y="2061325"/>
            <a:ext cx="3027000" cy="1015200"/>
          </a:xfrm>
          <a:prstGeom prst="rect">
            <a:avLst/>
          </a:prstGeom>
        </p:spPr>
        <p:txBody>
          <a:bodyPr anchorCtr="0" anchor="t" bIns="36000" lIns="36000" spcFirstLastPara="1" rIns="36000" wrap="square" tIns="36000">
            <a:noAutofit/>
          </a:bodyPr>
          <a:lstStyle/>
          <a:p>
            <a:pPr indent="0" lvl="0" marL="0" rtl="0" algn="l">
              <a:spcBef>
                <a:spcPts val="0"/>
              </a:spcBef>
              <a:spcAft>
                <a:spcPts val="0"/>
              </a:spcAft>
              <a:buNone/>
            </a:pPr>
            <a:r>
              <a:rPr lang="es-419"/>
              <a:t>gestionar citas, registrar cliente nuevo y confirmar la identidad del cliente</a:t>
            </a:r>
            <a:endParaRPr/>
          </a:p>
        </p:txBody>
      </p:sp>
      <p:sp>
        <p:nvSpPr>
          <p:cNvPr id="17201" name="Google Shape;17201;p296"/>
          <p:cNvSpPr txBox="1"/>
          <p:nvPr>
            <p:ph idx="4" type="subTitle"/>
          </p:nvPr>
        </p:nvSpPr>
        <p:spPr>
          <a:xfrm>
            <a:off x="1940625" y="3256356"/>
            <a:ext cx="3027600" cy="1359900"/>
          </a:xfrm>
          <a:prstGeom prst="rect">
            <a:avLst/>
          </a:prstGeom>
        </p:spPr>
        <p:txBody>
          <a:bodyPr anchorCtr="0" anchor="t" bIns="36000" lIns="36000" spcFirstLastPara="1" rIns="36000" wrap="square" tIns="36000">
            <a:noAutofit/>
          </a:bodyPr>
          <a:lstStyle/>
          <a:p>
            <a:pPr indent="0" lvl="0" marL="0" rtl="0" algn="l">
              <a:spcBef>
                <a:spcPts val="0"/>
              </a:spcBef>
              <a:spcAft>
                <a:spcPts val="0"/>
              </a:spcAft>
              <a:buNone/>
            </a:pPr>
            <a:r>
              <a:rPr lang="es-419"/>
              <a:t>Profesional encargado de la primera interacción con el cliente al llegar a la clínica. Su función principal es recibir cordialmente, verificar la identidad, orientar y asegurar una experiencia de bienvenida eficiente y amigable.</a:t>
            </a:r>
            <a:endParaRPr/>
          </a:p>
        </p:txBody>
      </p:sp>
      <p:sp>
        <p:nvSpPr>
          <p:cNvPr id="17202" name="Google Shape;17202;p296"/>
          <p:cNvSpPr txBox="1"/>
          <p:nvPr>
            <p:ph idx="5" type="subTitle"/>
          </p:nvPr>
        </p:nvSpPr>
        <p:spPr>
          <a:xfrm>
            <a:off x="1940624" y="4798792"/>
            <a:ext cx="3027600" cy="342000"/>
          </a:xfrm>
          <a:prstGeom prst="rect">
            <a:avLst/>
          </a:prstGeom>
        </p:spPr>
        <p:txBody>
          <a:bodyPr anchorCtr="0" anchor="ctr" bIns="36000" lIns="36000" spcFirstLastPara="1" rIns="36000" wrap="square" tIns="36000">
            <a:noAutofit/>
          </a:bodyPr>
          <a:lstStyle/>
          <a:p>
            <a:pPr indent="0" lvl="0" marL="0" rtl="0" algn="l">
              <a:spcBef>
                <a:spcPts val="0"/>
              </a:spcBef>
              <a:spcAft>
                <a:spcPts val="0"/>
              </a:spcAft>
              <a:buNone/>
            </a:pPr>
            <a:r>
              <a:rPr lang="es-419"/>
              <a:t>Humano</a:t>
            </a:r>
            <a:endParaRPr/>
          </a:p>
        </p:txBody>
      </p:sp>
      <p:sp>
        <p:nvSpPr>
          <p:cNvPr id="17203" name="Google Shape;17203;p296"/>
          <p:cNvSpPr txBox="1"/>
          <p:nvPr>
            <p:ph idx="6" type="subTitle"/>
          </p:nvPr>
        </p:nvSpPr>
        <p:spPr>
          <a:xfrm>
            <a:off x="1945875" y="5324100"/>
            <a:ext cx="3027000" cy="1015200"/>
          </a:xfrm>
          <a:prstGeom prst="rect">
            <a:avLst/>
          </a:prstGeom>
        </p:spPr>
        <p:txBody>
          <a:bodyPr anchorCtr="0" anchor="ctr" bIns="36000" lIns="36000" spcFirstLastPara="1" rIns="36000" wrap="square" tIns="36000">
            <a:noAutofit/>
          </a:bodyPr>
          <a:lstStyle/>
          <a:p>
            <a:pPr indent="0" lvl="0" marL="0" rtl="0" algn="l">
              <a:spcBef>
                <a:spcPts val="0"/>
              </a:spcBef>
              <a:spcAft>
                <a:spcPts val="0"/>
              </a:spcAft>
              <a:buNone/>
            </a:pPr>
            <a:r>
              <a:rPr lang="es-419"/>
              <a:t>Datos de cita (hora, servicio), Identificación del cliente, Estado de registro previo.</a:t>
            </a:r>
            <a:endParaRPr/>
          </a:p>
        </p:txBody>
      </p:sp>
      <p:sp>
        <p:nvSpPr>
          <p:cNvPr id="17204" name="Google Shape;17204;p296"/>
          <p:cNvSpPr txBox="1"/>
          <p:nvPr>
            <p:ph idx="7" type="subTitle"/>
          </p:nvPr>
        </p:nvSpPr>
        <p:spPr>
          <a:xfrm>
            <a:off x="6857899" y="1016361"/>
            <a:ext cx="3027600" cy="1359900"/>
          </a:xfrm>
          <a:prstGeom prst="rect">
            <a:avLst/>
          </a:prstGeom>
        </p:spPr>
        <p:txBody>
          <a:bodyPr anchorCtr="0" anchor="t" bIns="36000" lIns="36000" spcFirstLastPara="1" rIns="36000" wrap="square" tIns="36000">
            <a:noAutofit/>
          </a:bodyPr>
          <a:lstStyle/>
          <a:p>
            <a:pPr indent="0" lvl="0" marL="0" rtl="0" algn="l">
              <a:spcBef>
                <a:spcPts val="0"/>
              </a:spcBef>
              <a:spcAft>
                <a:spcPts val="0"/>
              </a:spcAft>
              <a:buNone/>
            </a:pPr>
            <a:r>
              <a:rPr lang="es-419"/>
              <a:t>Confirmación de llegada del cliente, Orientación sobre sala de espera/proceso, Registro de nuevos clientes.</a:t>
            </a:r>
            <a:endParaRPr/>
          </a:p>
        </p:txBody>
      </p:sp>
      <p:sp>
        <p:nvSpPr>
          <p:cNvPr id="17205" name="Google Shape;17205;p296"/>
          <p:cNvSpPr txBox="1"/>
          <p:nvPr>
            <p:ph idx="8" type="subTitle"/>
          </p:nvPr>
        </p:nvSpPr>
        <p:spPr>
          <a:xfrm>
            <a:off x="6857898" y="2543301"/>
            <a:ext cx="3027600" cy="342000"/>
          </a:xfrm>
          <a:prstGeom prst="rect">
            <a:avLst/>
          </a:prstGeom>
        </p:spPr>
        <p:txBody>
          <a:bodyPr anchorCtr="0" anchor="ctr" bIns="36000" lIns="36000" spcFirstLastPara="1" rIns="36000" wrap="square" tIns="36000">
            <a:noAutofit/>
          </a:bodyPr>
          <a:lstStyle/>
          <a:p>
            <a:pPr indent="0" lvl="0" marL="0" rtl="0" algn="l">
              <a:spcBef>
                <a:spcPts val="0"/>
              </a:spcBef>
              <a:spcAft>
                <a:spcPts val="0"/>
              </a:spcAft>
              <a:buNone/>
            </a:pPr>
            <a:r>
              <a:rPr lang="es-419"/>
              <a:t>Cliente recibido, identificado y orientado exitosamente</a:t>
            </a:r>
            <a:endParaRPr/>
          </a:p>
        </p:txBody>
      </p:sp>
      <p:sp>
        <p:nvSpPr>
          <p:cNvPr id="17206" name="Google Shape;17206;p296"/>
          <p:cNvSpPr txBox="1"/>
          <p:nvPr>
            <p:ph idx="9" type="subTitle"/>
          </p:nvPr>
        </p:nvSpPr>
        <p:spPr>
          <a:xfrm>
            <a:off x="6857900" y="3047155"/>
            <a:ext cx="3027600" cy="526200"/>
          </a:xfrm>
          <a:prstGeom prst="rect">
            <a:avLst/>
          </a:prstGeom>
        </p:spPr>
        <p:txBody>
          <a:bodyPr anchorCtr="0" anchor="ctr" bIns="36000" lIns="36000" spcFirstLastPara="1" rIns="36000" wrap="square" tIns="36000">
            <a:noAutofit/>
          </a:bodyPr>
          <a:lstStyle/>
          <a:p>
            <a:pPr indent="0" lvl="0" marL="0" rtl="0" algn="l">
              <a:spcBef>
                <a:spcPts val="0"/>
              </a:spcBef>
              <a:spcAft>
                <a:spcPts val="0"/>
              </a:spcAft>
              <a:buNone/>
            </a:pPr>
            <a:r>
              <a:rPr lang="es-419"/>
              <a:t>Recibir, identificar y guiar al cliente.</a:t>
            </a:r>
            <a:endParaRPr/>
          </a:p>
        </p:txBody>
      </p:sp>
      <p:sp>
        <p:nvSpPr>
          <p:cNvPr id="17207" name="Google Shape;17207;p296"/>
          <p:cNvSpPr txBox="1"/>
          <p:nvPr>
            <p:ph idx="13" type="subTitle"/>
          </p:nvPr>
        </p:nvSpPr>
        <p:spPr>
          <a:xfrm>
            <a:off x="6857900" y="3741282"/>
            <a:ext cx="3027600" cy="526200"/>
          </a:xfrm>
          <a:prstGeom prst="rect">
            <a:avLst/>
          </a:prstGeom>
        </p:spPr>
        <p:txBody>
          <a:bodyPr anchorCtr="0" anchor="ctr" bIns="36000" lIns="36000" spcFirstLastPara="1" rIns="36000" wrap="square" tIns="36000">
            <a:noAutofit/>
          </a:bodyPr>
          <a:lstStyle/>
          <a:p>
            <a:pPr indent="0" lvl="0" marL="0" rtl="0" algn="l">
              <a:spcBef>
                <a:spcPts val="0"/>
              </a:spcBef>
              <a:spcAft>
                <a:spcPts val="0"/>
              </a:spcAft>
              <a:buNone/>
            </a:pPr>
            <a:r>
              <a:rPr lang="es-419"/>
              <a:t>El recepcionista saluda al cliente, solicita su identificación para verificar la cita o registro, y le indica los siguientes pasos a seguir o la sala de espera.</a:t>
            </a:r>
            <a:endParaRPr/>
          </a:p>
        </p:txBody>
      </p:sp>
      <p:sp>
        <p:nvSpPr>
          <p:cNvPr id="17208" name="Google Shape;17208;p296"/>
          <p:cNvSpPr txBox="1"/>
          <p:nvPr>
            <p:ph idx="14" type="subTitle"/>
          </p:nvPr>
        </p:nvSpPr>
        <p:spPr>
          <a:xfrm>
            <a:off x="6857900" y="4798800"/>
            <a:ext cx="3027600" cy="827700"/>
          </a:xfrm>
          <a:prstGeom prst="rect">
            <a:avLst/>
          </a:prstGeom>
        </p:spPr>
        <p:txBody>
          <a:bodyPr anchorCtr="0" anchor="ctr" bIns="36000" lIns="36000" spcFirstLastPara="1" rIns="36000" wrap="square" tIns="36000">
            <a:noAutofit/>
          </a:bodyPr>
          <a:lstStyle/>
          <a:p>
            <a:pPr indent="0" lvl="0" marL="0" rtl="0" algn="l">
              <a:spcBef>
                <a:spcPts val="0"/>
              </a:spcBef>
              <a:spcAft>
                <a:spcPts val="0"/>
              </a:spcAft>
              <a:buNone/>
            </a:pPr>
            <a:r>
              <a:rPr lang="es-419"/>
              <a:t>Saludar y dar la bienvenida, verificar identidad y cita, orientar sobre el proceso de atención, gestionar el flujo de clientes.</a:t>
            </a:r>
            <a:endParaRPr/>
          </a:p>
        </p:txBody>
      </p:sp>
      <p:sp>
        <p:nvSpPr>
          <p:cNvPr id="17209" name="Google Shape;17209;p296"/>
          <p:cNvSpPr txBox="1"/>
          <p:nvPr>
            <p:ph type="title"/>
          </p:nvPr>
        </p:nvSpPr>
        <p:spPr>
          <a:xfrm flipH="1">
            <a:off x="4025374" y="387675"/>
            <a:ext cx="5863200" cy="169200"/>
          </a:xfrm>
          <a:prstGeom prst="rect">
            <a:avLst/>
          </a:prstGeom>
        </p:spPr>
        <p:txBody>
          <a:bodyPr anchorCtr="0" anchor="ctr" bIns="0" lIns="0" spcFirstLastPara="1" rIns="0" wrap="square" tIns="0">
            <a:noAutofit/>
          </a:bodyPr>
          <a:lstStyle/>
          <a:p>
            <a:pPr indent="0" lvl="0" marL="0" rtl="0" algn="l">
              <a:spcBef>
                <a:spcPts val="0"/>
              </a:spcBef>
              <a:spcAft>
                <a:spcPts val="0"/>
              </a:spcAft>
              <a:buNone/>
            </a:pPr>
            <a:r>
              <a:rPr lang="es-419"/>
              <a:t>Recepcion</a:t>
            </a:r>
            <a:endParaRPr/>
          </a:p>
        </p:txBody>
      </p:sp>
      <p:sp>
        <p:nvSpPr>
          <p:cNvPr id="17210" name="Google Shape;17210;p296"/>
          <p:cNvSpPr txBox="1"/>
          <p:nvPr>
            <p:ph idx="15" type="title"/>
          </p:nvPr>
        </p:nvSpPr>
        <p:spPr>
          <a:xfrm flipH="1">
            <a:off x="3208773" y="579550"/>
            <a:ext cx="6679800" cy="169200"/>
          </a:xfrm>
          <a:prstGeom prst="rect">
            <a:avLst/>
          </a:prstGeom>
        </p:spPr>
        <p:txBody>
          <a:bodyPr anchorCtr="0" anchor="ctr" bIns="0" lIns="0" spcFirstLastPara="1" rIns="0" wrap="square" tIns="0">
            <a:noAutofit/>
          </a:bodyPr>
          <a:lstStyle/>
          <a:p>
            <a:pPr indent="0" lvl="0" marL="0" rtl="0" algn="l">
              <a:spcBef>
                <a:spcPts val="0"/>
              </a:spcBef>
              <a:spcAft>
                <a:spcPts val="0"/>
              </a:spcAft>
              <a:buNone/>
            </a:pPr>
            <a:r>
              <a:rPr lang="es-419"/>
              <a:t>Atencion al cliente</a:t>
            </a:r>
            <a:endParaRPr/>
          </a:p>
        </p:txBody>
      </p:sp>
    </p:spTree>
  </p:cSld>
  <p:clrMapOvr>
    <a:masterClrMapping/>
  </p:clrMapOvr>
</p:sld>
</file>

<file path=ppt/slides/slide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214" name="Shape 17214"/>
        <p:cNvGrpSpPr/>
        <p:nvPr/>
      </p:nvGrpSpPr>
      <p:grpSpPr>
        <a:xfrm>
          <a:off x="0" y="0"/>
          <a:ext cx="0" cy="0"/>
          <a:chOff x="0" y="0"/>
          <a:chExt cx="0" cy="0"/>
        </a:xfrm>
      </p:grpSpPr>
      <p:sp>
        <p:nvSpPr>
          <p:cNvPr id="17215" name="Google Shape;17215;p297"/>
          <p:cNvSpPr txBox="1"/>
          <p:nvPr>
            <p:ph idx="1" type="subTitle"/>
          </p:nvPr>
        </p:nvSpPr>
        <p:spPr>
          <a:xfrm>
            <a:off x="1940624" y="1030947"/>
            <a:ext cx="3027600" cy="342000"/>
          </a:xfrm>
          <a:prstGeom prst="rect">
            <a:avLst/>
          </a:prstGeom>
        </p:spPr>
        <p:txBody>
          <a:bodyPr anchorCtr="0" anchor="ctr" bIns="36000" lIns="36000" spcFirstLastPara="1" rIns="36000" wrap="square" tIns="36000">
            <a:noAutofit/>
          </a:bodyPr>
          <a:lstStyle/>
          <a:p>
            <a:pPr indent="0" lvl="0" marL="0" rtl="0" algn="l">
              <a:spcBef>
                <a:spcPts val="0"/>
              </a:spcBef>
              <a:spcAft>
                <a:spcPts val="0"/>
              </a:spcAft>
              <a:buNone/>
            </a:pPr>
            <a:r>
              <a:rPr lang="es-419"/>
              <a:t>Sistema de Gestión de Citas (SGC)</a:t>
            </a:r>
            <a:endParaRPr/>
          </a:p>
        </p:txBody>
      </p:sp>
      <p:sp>
        <p:nvSpPr>
          <p:cNvPr id="17216" name="Google Shape;17216;p297"/>
          <p:cNvSpPr txBox="1"/>
          <p:nvPr>
            <p:ph idx="2" type="subTitle"/>
          </p:nvPr>
        </p:nvSpPr>
        <p:spPr>
          <a:xfrm>
            <a:off x="1940624" y="1538661"/>
            <a:ext cx="3027600" cy="342000"/>
          </a:xfrm>
          <a:prstGeom prst="rect">
            <a:avLst/>
          </a:prstGeom>
        </p:spPr>
        <p:txBody>
          <a:bodyPr anchorCtr="0" anchor="ctr" bIns="36000" lIns="36000" spcFirstLastPara="1" rIns="36000" wrap="square" tIns="36000">
            <a:noAutofit/>
          </a:bodyPr>
          <a:lstStyle/>
          <a:p>
            <a:pPr indent="0" lvl="0" marL="0" rtl="0" algn="l">
              <a:spcBef>
                <a:spcPts val="0"/>
              </a:spcBef>
              <a:spcAft>
                <a:spcPts val="0"/>
              </a:spcAft>
              <a:buNone/>
            </a:pPr>
            <a:r>
              <a:rPr lang="es-419"/>
              <a:t>Máquina (actor interno de la organización)</a:t>
            </a:r>
            <a:endParaRPr/>
          </a:p>
        </p:txBody>
      </p:sp>
      <p:sp>
        <p:nvSpPr>
          <p:cNvPr id="17217" name="Google Shape;17217;p297"/>
          <p:cNvSpPr txBox="1"/>
          <p:nvPr>
            <p:ph idx="3" type="subTitle"/>
          </p:nvPr>
        </p:nvSpPr>
        <p:spPr>
          <a:xfrm>
            <a:off x="1940924" y="2061325"/>
            <a:ext cx="3027000" cy="1015200"/>
          </a:xfrm>
          <a:prstGeom prst="rect">
            <a:avLst/>
          </a:prstGeom>
        </p:spPr>
        <p:txBody>
          <a:bodyPr anchorCtr="0" anchor="t" bIns="36000" lIns="36000" spcFirstLastPara="1" rIns="36000" wrap="square" tIns="36000">
            <a:noAutofit/>
          </a:bodyPr>
          <a:lstStyle/>
          <a:p>
            <a:pPr indent="0" lvl="0" marL="0" rtl="0" algn="l">
              <a:spcBef>
                <a:spcPts val="0"/>
              </a:spcBef>
              <a:spcAft>
                <a:spcPts val="0"/>
              </a:spcAft>
              <a:buNone/>
            </a:pPr>
            <a:r>
              <a:rPr lang="es-419"/>
              <a:t>Programar Citas, Consultar Disponibilidad de Citas, Actualizar Estado de Citas</a:t>
            </a:r>
            <a:endParaRPr/>
          </a:p>
        </p:txBody>
      </p:sp>
      <p:sp>
        <p:nvSpPr>
          <p:cNvPr id="17218" name="Google Shape;17218;p297"/>
          <p:cNvSpPr txBox="1"/>
          <p:nvPr>
            <p:ph idx="4" type="subTitle"/>
          </p:nvPr>
        </p:nvSpPr>
        <p:spPr>
          <a:xfrm>
            <a:off x="1940625" y="3256356"/>
            <a:ext cx="3027600" cy="1359900"/>
          </a:xfrm>
          <a:prstGeom prst="rect">
            <a:avLst/>
          </a:prstGeom>
        </p:spPr>
        <p:txBody>
          <a:bodyPr anchorCtr="0" anchor="t" bIns="36000" lIns="36000" spcFirstLastPara="1" rIns="36000" wrap="square" tIns="36000">
            <a:noAutofit/>
          </a:bodyPr>
          <a:lstStyle/>
          <a:p>
            <a:pPr indent="0" lvl="0" marL="0" rtl="0" algn="l">
              <a:spcBef>
                <a:spcPts val="0"/>
              </a:spcBef>
              <a:spcAft>
                <a:spcPts val="0"/>
              </a:spcAft>
              <a:buNone/>
            </a:pPr>
            <a:r>
              <a:rPr lang="es-419"/>
              <a:t>Herramienta de software que administra y organiza las citas. Proporciona información en tiempo real sobre la agenda, permite registrar la llegada del cliente y actualiza el estado de las citas.</a:t>
            </a:r>
            <a:endParaRPr/>
          </a:p>
        </p:txBody>
      </p:sp>
      <p:sp>
        <p:nvSpPr>
          <p:cNvPr id="17219" name="Google Shape;17219;p297"/>
          <p:cNvSpPr txBox="1"/>
          <p:nvPr>
            <p:ph idx="5" type="subTitle"/>
          </p:nvPr>
        </p:nvSpPr>
        <p:spPr>
          <a:xfrm>
            <a:off x="1940624" y="4798792"/>
            <a:ext cx="3027600" cy="342000"/>
          </a:xfrm>
          <a:prstGeom prst="rect">
            <a:avLst/>
          </a:prstGeom>
        </p:spPr>
        <p:txBody>
          <a:bodyPr anchorCtr="0" anchor="ctr" bIns="36000" lIns="36000" spcFirstLastPara="1" rIns="36000" wrap="square" tIns="36000">
            <a:noAutofit/>
          </a:bodyPr>
          <a:lstStyle/>
          <a:p>
            <a:pPr indent="0" lvl="0" marL="0" rtl="0" algn="l">
              <a:spcBef>
                <a:spcPts val="0"/>
              </a:spcBef>
              <a:spcAft>
                <a:spcPts val="0"/>
              </a:spcAft>
              <a:buNone/>
            </a:pPr>
            <a:r>
              <a:rPr lang="es-419"/>
              <a:t>Máquina</a:t>
            </a:r>
            <a:endParaRPr/>
          </a:p>
        </p:txBody>
      </p:sp>
      <p:sp>
        <p:nvSpPr>
          <p:cNvPr id="17220" name="Google Shape;17220;p297"/>
          <p:cNvSpPr txBox="1"/>
          <p:nvPr>
            <p:ph idx="6" type="subTitle"/>
          </p:nvPr>
        </p:nvSpPr>
        <p:spPr>
          <a:xfrm>
            <a:off x="1945875" y="5324100"/>
            <a:ext cx="3027000" cy="1015200"/>
          </a:xfrm>
          <a:prstGeom prst="rect">
            <a:avLst/>
          </a:prstGeom>
        </p:spPr>
        <p:txBody>
          <a:bodyPr anchorCtr="0" anchor="ctr" bIns="36000" lIns="36000" spcFirstLastPara="1" rIns="36000" wrap="square" tIns="36000">
            <a:noAutofit/>
          </a:bodyPr>
          <a:lstStyle/>
          <a:p>
            <a:pPr indent="0" lvl="0" marL="0" rtl="0" algn="l">
              <a:spcBef>
                <a:spcPts val="0"/>
              </a:spcBef>
              <a:spcAft>
                <a:spcPts val="0"/>
              </a:spcAft>
              <a:buNone/>
            </a:pPr>
            <a:r>
              <a:rPr lang="es-419"/>
              <a:t>Solicitudes de citas (fecha, hora, servicio), Confirmación de llegada del cliente, Modificaciones/Cancelaciones.</a:t>
            </a:r>
            <a:endParaRPr/>
          </a:p>
        </p:txBody>
      </p:sp>
      <p:sp>
        <p:nvSpPr>
          <p:cNvPr id="17221" name="Google Shape;17221;p297"/>
          <p:cNvSpPr txBox="1"/>
          <p:nvPr>
            <p:ph idx="7" type="subTitle"/>
          </p:nvPr>
        </p:nvSpPr>
        <p:spPr>
          <a:xfrm>
            <a:off x="6857899" y="1016361"/>
            <a:ext cx="3027600" cy="1359900"/>
          </a:xfrm>
          <a:prstGeom prst="rect">
            <a:avLst/>
          </a:prstGeom>
        </p:spPr>
        <p:txBody>
          <a:bodyPr anchorCtr="0" anchor="t" bIns="36000" lIns="36000" spcFirstLastPara="1" rIns="36000" wrap="square" tIns="36000">
            <a:noAutofit/>
          </a:bodyPr>
          <a:lstStyle/>
          <a:p>
            <a:pPr indent="0" lvl="0" marL="0" rtl="0" algn="l">
              <a:spcBef>
                <a:spcPts val="0"/>
              </a:spcBef>
              <a:spcAft>
                <a:spcPts val="0"/>
              </a:spcAft>
              <a:buNone/>
            </a:pPr>
            <a:r>
              <a:rPr lang="es-419"/>
              <a:t>Horarios de disponibilidad, Detalles de citas programadas, Confirmaciones de registro/actualizaciones.</a:t>
            </a:r>
            <a:endParaRPr/>
          </a:p>
        </p:txBody>
      </p:sp>
      <p:sp>
        <p:nvSpPr>
          <p:cNvPr id="17222" name="Google Shape;17222;p297"/>
          <p:cNvSpPr txBox="1"/>
          <p:nvPr>
            <p:ph idx="8" type="subTitle"/>
          </p:nvPr>
        </p:nvSpPr>
        <p:spPr>
          <a:xfrm>
            <a:off x="6857898" y="2543301"/>
            <a:ext cx="3027600" cy="342000"/>
          </a:xfrm>
          <a:prstGeom prst="rect">
            <a:avLst/>
          </a:prstGeom>
        </p:spPr>
        <p:txBody>
          <a:bodyPr anchorCtr="0" anchor="ctr" bIns="36000" lIns="36000" spcFirstLastPara="1" rIns="36000" wrap="square" tIns="36000">
            <a:noAutofit/>
          </a:bodyPr>
          <a:lstStyle/>
          <a:p>
            <a:pPr indent="0" lvl="0" marL="0" rtl="0" algn="l">
              <a:spcBef>
                <a:spcPts val="0"/>
              </a:spcBef>
              <a:spcAft>
                <a:spcPts val="0"/>
              </a:spcAft>
              <a:buNone/>
            </a:pPr>
            <a:r>
              <a:rPr lang="es-419"/>
              <a:t>Citas correctamente gestionadas y estado actualizado en tiempo real.</a:t>
            </a:r>
            <a:endParaRPr/>
          </a:p>
        </p:txBody>
      </p:sp>
      <p:sp>
        <p:nvSpPr>
          <p:cNvPr id="17223" name="Google Shape;17223;p297"/>
          <p:cNvSpPr txBox="1"/>
          <p:nvPr>
            <p:ph idx="9" type="subTitle"/>
          </p:nvPr>
        </p:nvSpPr>
        <p:spPr>
          <a:xfrm>
            <a:off x="6857900" y="3047155"/>
            <a:ext cx="3027600" cy="526200"/>
          </a:xfrm>
          <a:prstGeom prst="rect">
            <a:avLst/>
          </a:prstGeom>
        </p:spPr>
        <p:txBody>
          <a:bodyPr anchorCtr="0" anchor="ctr" bIns="36000" lIns="36000" spcFirstLastPara="1" rIns="36000" wrap="square" tIns="36000">
            <a:noAutofit/>
          </a:bodyPr>
          <a:lstStyle/>
          <a:p>
            <a:pPr indent="0" lvl="0" marL="0" rtl="0" algn="l">
              <a:spcBef>
                <a:spcPts val="0"/>
              </a:spcBef>
              <a:spcAft>
                <a:spcPts val="0"/>
              </a:spcAft>
              <a:buNone/>
            </a:pPr>
            <a:r>
              <a:rPr lang="es-419"/>
              <a:t>Mantener la información de citas y clientes actualizada.</a:t>
            </a:r>
            <a:endParaRPr/>
          </a:p>
        </p:txBody>
      </p:sp>
      <p:sp>
        <p:nvSpPr>
          <p:cNvPr id="17224" name="Google Shape;17224;p297"/>
          <p:cNvSpPr txBox="1"/>
          <p:nvPr>
            <p:ph idx="13" type="subTitle"/>
          </p:nvPr>
        </p:nvSpPr>
        <p:spPr>
          <a:xfrm>
            <a:off x="6857900" y="3741282"/>
            <a:ext cx="3027600" cy="526200"/>
          </a:xfrm>
          <a:prstGeom prst="rect">
            <a:avLst/>
          </a:prstGeom>
        </p:spPr>
        <p:txBody>
          <a:bodyPr anchorCtr="0" anchor="ctr" bIns="36000" lIns="36000" spcFirstLastPara="1" rIns="36000" wrap="square" tIns="36000">
            <a:noAutofit/>
          </a:bodyPr>
          <a:lstStyle/>
          <a:p>
            <a:pPr indent="0" lvl="0" marL="0" rtl="0" algn="l">
              <a:spcBef>
                <a:spcPts val="0"/>
              </a:spcBef>
              <a:spcAft>
                <a:spcPts val="0"/>
              </a:spcAft>
              <a:buNone/>
            </a:pPr>
            <a:r>
              <a:rPr lang="es-419"/>
              <a:t>El SGC recibe la confirmación de llegada del cliente, actualiza el estado de la cita a "en espera" y prepara la información para ser consultada por el personal.</a:t>
            </a:r>
            <a:endParaRPr/>
          </a:p>
        </p:txBody>
      </p:sp>
      <p:sp>
        <p:nvSpPr>
          <p:cNvPr id="17225" name="Google Shape;17225;p297"/>
          <p:cNvSpPr txBox="1"/>
          <p:nvPr>
            <p:ph idx="14" type="subTitle"/>
          </p:nvPr>
        </p:nvSpPr>
        <p:spPr>
          <a:xfrm>
            <a:off x="6857900" y="4679850"/>
            <a:ext cx="3027600" cy="1478700"/>
          </a:xfrm>
          <a:prstGeom prst="rect">
            <a:avLst/>
          </a:prstGeom>
        </p:spPr>
        <p:txBody>
          <a:bodyPr anchorCtr="0" anchor="ctr" bIns="36000" lIns="36000" spcFirstLastPara="1" rIns="36000" wrap="square" tIns="36000">
            <a:noAutofit/>
          </a:bodyPr>
          <a:lstStyle/>
          <a:p>
            <a:pPr indent="0" lvl="0" marL="0" rtl="0" algn="l">
              <a:spcBef>
                <a:spcPts val="0"/>
              </a:spcBef>
              <a:spcAft>
                <a:spcPts val="0"/>
              </a:spcAft>
              <a:buNone/>
            </a:pPr>
            <a:r>
              <a:rPr lang="es-419"/>
              <a:t>Registrar nuevas citas, consultar citas existentes, actualizar el estado de las citas, generar reportes de agenda.</a:t>
            </a:r>
            <a:endParaRPr/>
          </a:p>
        </p:txBody>
      </p:sp>
      <p:sp>
        <p:nvSpPr>
          <p:cNvPr id="17226" name="Google Shape;17226;p297"/>
          <p:cNvSpPr txBox="1"/>
          <p:nvPr>
            <p:ph type="title"/>
          </p:nvPr>
        </p:nvSpPr>
        <p:spPr>
          <a:xfrm flipH="1">
            <a:off x="4025374" y="387675"/>
            <a:ext cx="5863200" cy="169200"/>
          </a:xfrm>
          <a:prstGeom prst="rect">
            <a:avLst/>
          </a:prstGeom>
        </p:spPr>
        <p:txBody>
          <a:bodyPr anchorCtr="0" anchor="ctr" bIns="0" lIns="0" spcFirstLastPara="1" rIns="0" wrap="square" tIns="0">
            <a:noAutofit/>
          </a:bodyPr>
          <a:lstStyle/>
          <a:p>
            <a:pPr indent="0" lvl="0" marL="0" rtl="0" algn="l">
              <a:spcBef>
                <a:spcPts val="0"/>
              </a:spcBef>
              <a:spcAft>
                <a:spcPts val="0"/>
              </a:spcAft>
              <a:buNone/>
            </a:pPr>
            <a:r>
              <a:rPr lang="es-419"/>
              <a:t>Tecnologia de la </a:t>
            </a:r>
            <a:r>
              <a:rPr lang="es-419"/>
              <a:t>información</a:t>
            </a:r>
            <a:endParaRPr/>
          </a:p>
        </p:txBody>
      </p:sp>
      <p:sp>
        <p:nvSpPr>
          <p:cNvPr id="17227" name="Google Shape;17227;p297"/>
          <p:cNvSpPr txBox="1"/>
          <p:nvPr>
            <p:ph idx="15" type="title"/>
          </p:nvPr>
        </p:nvSpPr>
        <p:spPr>
          <a:xfrm flipH="1">
            <a:off x="3208773" y="579550"/>
            <a:ext cx="6679800" cy="169200"/>
          </a:xfrm>
          <a:prstGeom prst="rect">
            <a:avLst/>
          </a:prstGeom>
        </p:spPr>
        <p:txBody>
          <a:bodyPr anchorCtr="0" anchor="ctr" bIns="0" lIns="0" spcFirstLastPara="1" rIns="0" wrap="square" tIns="0">
            <a:noAutofit/>
          </a:bodyPr>
          <a:lstStyle/>
          <a:p>
            <a:pPr indent="0" lvl="0" marL="0" rtl="0" algn="l">
              <a:spcBef>
                <a:spcPts val="0"/>
              </a:spcBef>
              <a:spcAft>
                <a:spcPts val="0"/>
              </a:spcAft>
              <a:buNone/>
            </a:pPr>
            <a:r>
              <a:rPr lang="es-419"/>
              <a:t>Gestión</a:t>
            </a:r>
            <a:r>
              <a:rPr lang="es-419"/>
              <a:t> y soporte de citas</a:t>
            </a:r>
            <a:endParaRPr/>
          </a:p>
        </p:txBody>
      </p:sp>
    </p:spTree>
  </p:cSld>
  <p:clrMapOvr>
    <a:masterClrMapping/>
  </p:clrMapOvr>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231" name="Shape 17231"/>
        <p:cNvGrpSpPr/>
        <p:nvPr/>
      </p:nvGrpSpPr>
      <p:grpSpPr>
        <a:xfrm>
          <a:off x="0" y="0"/>
          <a:ext cx="0" cy="0"/>
          <a:chOff x="0" y="0"/>
          <a:chExt cx="0" cy="0"/>
        </a:xfrm>
      </p:grpSpPr>
      <p:sp>
        <p:nvSpPr>
          <p:cNvPr id="17232" name="Google Shape;17232;p298"/>
          <p:cNvSpPr txBox="1"/>
          <p:nvPr>
            <p:ph idx="1" type="subTitle"/>
          </p:nvPr>
        </p:nvSpPr>
        <p:spPr>
          <a:xfrm>
            <a:off x="1940624" y="1030947"/>
            <a:ext cx="3027600" cy="342000"/>
          </a:xfrm>
          <a:prstGeom prst="rect">
            <a:avLst/>
          </a:prstGeom>
        </p:spPr>
        <p:txBody>
          <a:bodyPr anchorCtr="0" anchor="ctr" bIns="36000" lIns="36000" spcFirstLastPara="1" rIns="36000" wrap="square" tIns="36000">
            <a:noAutofit/>
          </a:bodyPr>
          <a:lstStyle/>
          <a:p>
            <a:pPr indent="0" lvl="0" marL="0" rtl="0" algn="l">
              <a:spcBef>
                <a:spcPts val="0"/>
              </a:spcBef>
              <a:spcAft>
                <a:spcPts val="0"/>
              </a:spcAft>
              <a:buNone/>
            </a:pPr>
            <a:r>
              <a:rPr lang="es-419"/>
              <a:t>Cliente de ecovida</a:t>
            </a:r>
            <a:endParaRPr/>
          </a:p>
        </p:txBody>
      </p:sp>
      <p:sp>
        <p:nvSpPr>
          <p:cNvPr id="17233" name="Google Shape;17233;p298"/>
          <p:cNvSpPr txBox="1"/>
          <p:nvPr>
            <p:ph idx="2" type="subTitle"/>
          </p:nvPr>
        </p:nvSpPr>
        <p:spPr>
          <a:xfrm>
            <a:off x="1940624" y="1538661"/>
            <a:ext cx="3027600" cy="342000"/>
          </a:xfrm>
          <a:prstGeom prst="rect">
            <a:avLst/>
          </a:prstGeom>
        </p:spPr>
        <p:txBody>
          <a:bodyPr anchorCtr="0" anchor="ctr" bIns="36000" lIns="36000" spcFirstLastPara="1" rIns="36000" wrap="square" tIns="36000">
            <a:noAutofit/>
          </a:bodyPr>
          <a:lstStyle/>
          <a:p>
            <a:pPr indent="0" lvl="0" marL="0" rtl="0" algn="l">
              <a:spcBef>
                <a:spcPts val="0"/>
              </a:spcBef>
              <a:spcAft>
                <a:spcPts val="0"/>
              </a:spcAft>
              <a:buNone/>
            </a:pPr>
            <a:r>
              <a:rPr lang="es-419"/>
              <a:t>cliente</a:t>
            </a:r>
            <a:endParaRPr/>
          </a:p>
        </p:txBody>
      </p:sp>
      <p:sp>
        <p:nvSpPr>
          <p:cNvPr id="17234" name="Google Shape;17234;p298"/>
          <p:cNvSpPr txBox="1"/>
          <p:nvPr>
            <p:ph idx="3" type="subTitle"/>
          </p:nvPr>
        </p:nvSpPr>
        <p:spPr>
          <a:xfrm>
            <a:off x="1940924" y="2061325"/>
            <a:ext cx="3027000" cy="1015200"/>
          </a:xfrm>
          <a:prstGeom prst="rect">
            <a:avLst/>
          </a:prstGeom>
        </p:spPr>
        <p:txBody>
          <a:bodyPr anchorCtr="0" anchor="t" bIns="36000" lIns="36000" spcFirstLastPara="1" rIns="36000" wrap="square" tIns="36000">
            <a:noAutofit/>
          </a:bodyPr>
          <a:lstStyle/>
          <a:p>
            <a:pPr indent="0" lvl="0" marL="0" rtl="0" algn="l">
              <a:spcBef>
                <a:spcPts val="0"/>
              </a:spcBef>
              <a:spcAft>
                <a:spcPts val="0"/>
              </a:spcAft>
              <a:buNone/>
            </a:pPr>
            <a:r>
              <a:rPr lang="es-419"/>
              <a:t>Solicitar Cita, Recibir Atención Médica, Realizar Pagos</a:t>
            </a:r>
            <a:endParaRPr/>
          </a:p>
        </p:txBody>
      </p:sp>
      <p:sp>
        <p:nvSpPr>
          <p:cNvPr id="17235" name="Google Shape;17235;p298"/>
          <p:cNvSpPr txBox="1"/>
          <p:nvPr>
            <p:ph idx="4" type="subTitle"/>
          </p:nvPr>
        </p:nvSpPr>
        <p:spPr>
          <a:xfrm>
            <a:off x="1940625" y="3256356"/>
            <a:ext cx="3027600" cy="1359900"/>
          </a:xfrm>
          <a:prstGeom prst="rect">
            <a:avLst/>
          </a:prstGeom>
        </p:spPr>
        <p:txBody>
          <a:bodyPr anchorCtr="0" anchor="t" bIns="36000" lIns="36000" spcFirstLastPara="1" rIns="36000" wrap="square" tIns="36000">
            <a:noAutofit/>
          </a:bodyPr>
          <a:lstStyle/>
          <a:p>
            <a:pPr indent="0" lvl="0" marL="0" rtl="0" algn="l">
              <a:spcBef>
                <a:spcPts val="0"/>
              </a:spcBef>
              <a:spcAft>
                <a:spcPts val="0"/>
              </a:spcAft>
              <a:buNone/>
            </a:pPr>
            <a:r>
              <a:rPr lang="es-419"/>
              <a:t>Persona que busca y recibe los servicios de salud de Ecovida. En la actividad, se presenta, se identifica y comunica su necesidad de atención.</a:t>
            </a:r>
            <a:endParaRPr/>
          </a:p>
        </p:txBody>
      </p:sp>
      <p:sp>
        <p:nvSpPr>
          <p:cNvPr id="17236" name="Google Shape;17236;p298"/>
          <p:cNvSpPr txBox="1"/>
          <p:nvPr>
            <p:ph idx="5" type="subTitle"/>
          </p:nvPr>
        </p:nvSpPr>
        <p:spPr>
          <a:xfrm>
            <a:off x="1940624" y="4798792"/>
            <a:ext cx="3027600" cy="342000"/>
          </a:xfrm>
          <a:prstGeom prst="rect">
            <a:avLst/>
          </a:prstGeom>
        </p:spPr>
        <p:txBody>
          <a:bodyPr anchorCtr="0" anchor="ctr" bIns="36000" lIns="36000" spcFirstLastPara="1" rIns="36000" wrap="square" tIns="36000">
            <a:noAutofit/>
          </a:bodyPr>
          <a:lstStyle/>
          <a:p>
            <a:pPr indent="0" lvl="0" marL="0" rtl="0" algn="l">
              <a:spcBef>
                <a:spcPts val="0"/>
              </a:spcBef>
              <a:spcAft>
                <a:spcPts val="0"/>
              </a:spcAft>
              <a:buNone/>
            </a:pPr>
            <a:r>
              <a:rPr lang="es-419"/>
              <a:t>Humano</a:t>
            </a:r>
            <a:endParaRPr/>
          </a:p>
        </p:txBody>
      </p:sp>
      <p:sp>
        <p:nvSpPr>
          <p:cNvPr id="17237" name="Google Shape;17237;p298"/>
          <p:cNvSpPr txBox="1"/>
          <p:nvPr>
            <p:ph idx="6" type="subTitle"/>
          </p:nvPr>
        </p:nvSpPr>
        <p:spPr>
          <a:xfrm>
            <a:off x="1945875" y="5324100"/>
            <a:ext cx="3027000" cy="1015200"/>
          </a:xfrm>
          <a:prstGeom prst="rect">
            <a:avLst/>
          </a:prstGeom>
        </p:spPr>
        <p:txBody>
          <a:bodyPr anchorCtr="0" anchor="ctr" bIns="36000" lIns="36000" spcFirstLastPara="1" rIns="36000" wrap="square" tIns="36000">
            <a:noAutofit/>
          </a:bodyPr>
          <a:lstStyle/>
          <a:p>
            <a:pPr indent="0" lvl="0" marL="0" rtl="0" algn="l">
              <a:spcBef>
                <a:spcPts val="0"/>
              </a:spcBef>
              <a:spcAft>
                <a:spcPts val="0"/>
              </a:spcAft>
              <a:buNone/>
            </a:pPr>
            <a:r>
              <a:rPr lang="es-419"/>
              <a:t>Confirmación de cita, Instrucciones para la visita, Orientación sobre el proceso en la clínica.</a:t>
            </a:r>
            <a:endParaRPr/>
          </a:p>
        </p:txBody>
      </p:sp>
      <p:sp>
        <p:nvSpPr>
          <p:cNvPr id="17238" name="Google Shape;17238;p298"/>
          <p:cNvSpPr txBox="1"/>
          <p:nvPr>
            <p:ph idx="7" type="subTitle"/>
          </p:nvPr>
        </p:nvSpPr>
        <p:spPr>
          <a:xfrm>
            <a:off x="6857899" y="1016361"/>
            <a:ext cx="3027600" cy="1359900"/>
          </a:xfrm>
          <a:prstGeom prst="rect">
            <a:avLst/>
          </a:prstGeom>
        </p:spPr>
        <p:txBody>
          <a:bodyPr anchorCtr="0" anchor="t" bIns="36000" lIns="36000" spcFirstLastPara="1" rIns="36000" wrap="square" tIns="36000">
            <a:noAutofit/>
          </a:bodyPr>
          <a:lstStyle/>
          <a:p>
            <a:pPr indent="0" lvl="0" marL="0" rtl="0" algn="l">
              <a:spcBef>
                <a:spcPts val="0"/>
              </a:spcBef>
              <a:spcAft>
                <a:spcPts val="0"/>
              </a:spcAft>
              <a:buNone/>
            </a:pPr>
            <a:r>
              <a:rPr lang="es-419"/>
              <a:t>Datos de identificación personal, Motivo de la visita (si aplica), Confirmación de su llegada.</a:t>
            </a:r>
            <a:endParaRPr/>
          </a:p>
        </p:txBody>
      </p:sp>
      <p:sp>
        <p:nvSpPr>
          <p:cNvPr id="17239" name="Google Shape;17239;p298"/>
          <p:cNvSpPr txBox="1"/>
          <p:nvPr>
            <p:ph idx="8" type="subTitle"/>
          </p:nvPr>
        </p:nvSpPr>
        <p:spPr>
          <a:xfrm>
            <a:off x="6857898" y="2543301"/>
            <a:ext cx="3027600" cy="342000"/>
          </a:xfrm>
          <a:prstGeom prst="rect">
            <a:avLst/>
          </a:prstGeom>
        </p:spPr>
        <p:txBody>
          <a:bodyPr anchorCtr="0" anchor="ctr" bIns="36000" lIns="36000" spcFirstLastPara="1" rIns="36000" wrap="square" tIns="36000">
            <a:noAutofit/>
          </a:bodyPr>
          <a:lstStyle/>
          <a:p>
            <a:pPr indent="0" lvl="0" marL="0" rtl="0" algn="l">
              <a:spcBef>
                <a:spcPts val="0"/>
              </a:spcBef>
              <a:spcAft>
                <a:spcPts val="0"/>
              </a:spcAft>
              <a:buNone/>
            </a:pPr>
            <a:r>
              <a:rPr lang="es-419"/>
              <a:t>Ser recibido, identificado y dirigido para su atención médica.</a:t>
            </a:r>
            <a:endParaRPr/>
          </a:p>
        </p:txBody>
      </p:sp>
      <p:sp>
        <p:nvSpPr>
          <p:cNvPr id="17240" name="Google Shape;17240;p298"/>
          <p:cNvSpPr txBox="1"/>
          <p:nvPr>
            <p:ph idx="9" type="subTitle"/>
          </p:nvPr>
        </p:nvSpPr>
        <p:spPr>
          <a:xfrm>
            <a:off x="6857900" y="3047155"/>
            <a:ext cx="3027600" cy="526200"/>
          </a:xfrm>
          <a:prstGeom prst="rect">
            <a:avLst/>
          </a:prstGeom>
        </p:spPr>
        <p:txBody>
          <a:bodyPr anchorCtr="0" anchor="ctr" bIns="36000" lIns="36000" spcFirstLastPara="1" rIns="36000" wrap="square" tIns="36000">
            <a:noAutofit/>
          </a:bodyPr>
          <a:lstStyle/>
          <a:p>
            <a:pPr indent="0" lvl="0" marL="0" rtl="0" algn="l">
              <a:spcBef>
                <a:spcPts val="0"/>
              </a:spcBef>
              <a:spcAft>
                <a:spcPts val="0"/>
              </a:spcAft>
              <a:buNone/>
            </a:pPr>
            <a:r>
              <a:rPr lang="es-419"/>
              <a:t>Presentarse y comunicar su llegada.</a:t>
            </a:r>
            <a:endParaRPr/>
          </a:p>
        </p:txBody>
      </p:sp>
      <p:sp>
        <p:nvSpPr>
          <p:cNvPr id="17241" name="Google Shape;17241;p298"/>
          <p:cNvSpPr txBox="1"/>
          <p:nvPr>
            <p:ph idx="13" type="subTitle"/>
          </p:nvPr>
        </p:nvSpPr>
        <p:spPr>
          <a:xfrm>
            <a:off x="6857900" y="3741282"/>
            <a:ext cx="3027600" cy="526200"/>
          </a:xfrm>
          <a:prstGeom prst="rect">
            <a:avLst/>
          </a:prstGeom>
        </p:spPr>
        <p:txBody>
          <a:bodyPr anchorCtr="0" anchor="ctr" bIns="36000" lIns="36000" spcFirstLastPara="1" rIns="36000" wrap="square" tIns="36000">
            <a:noAutofit/>
          </a:bodyPr>
          <a:lstStyle/>
          <a:p>
            <a:pPr indent="0" lvl="0" marL="0" rtl="0" algn="l">
              <a:spcBef>
                <a:spcPts val="0"/>
              </a:spcBef>
              <a:spcAft>
                <a:spcPts val="0"/>
              </a:spcAft>
              <a:buNone/>
            </a:pPr>
            <a:r>
              <a:rPr lang="es-419"/>
              <a:t>El cliente llega, se acerca a la recepción, saluda al personal y proporciona su nombre o identificación para confirmar su cita y ser atendido.</a:t>
            </a:r>
            <a:endParaRPr/>
          </a:p>
        </p:txBody>
      </p:sp>
      <p:sp>
        <p:nvSpPr>
          <p:cNvPr id="17242" name="Google Shape;17242;p298"/>
          <p:cNvSpPr txBox="1"/>
          <p:nvPr>
            <p:ph idx="14" type="subTitle"/>
          </p:nvPr>
        </p:nvSpPr>
        <p:spPr>
          <a:xfrm>
            <a:off x="6857905" y="4611312"/>
            <a:ext cx="3027600" cy="1728000"/>
          </a:xfrm>
          <a:prstGeom prst="rect">
            <a:avLst/>
          </a:prstGeom>
        </p:spPr>
        <p:txBody>
          <a:bodyPr anchorCtr="0" anchor="ctr" bIns="36000" lIns="36000" spcFirstLastPara="1" rIns="36000" wrap="square" tIns="36000">
            <a:noAutofit/>
          </a:bodyPr>
          <a:lstStyle/>
          <a:p>
            <a:pPr indent="0" lvl="0" marL="0" rtl="0" algn="l">
              <a:spcBef>
                <a:spcPts val="0"/>
              </a:spcBef>
              <a:spcAft>
                <a:spcPts val="0"/>
              </a:spcAft>
              <a:buNone/>
            </a:pPr>
            <a:r>
              <a:rPr lang="es-419"/>
              <a:t>Llegar a tiempo para su cita, proporcionar su identificación, comunicar su motivo de visita, seguir las indicaciones del personal.</a:t>
            </a:r>
            <a:endParaRPr/>
          </a:p>
        </p:txBody>
      </p:sp>
      <p:sp>
        <p:nvSpPr>
          <p:cNvPr id="17243" name="Google Shape;17243;p298"/>
          <p:cNvSpPr txBox="1"/>
          <p:nvPr>
            <p:ph type="title"/>
          </p:nvPr>
        </p:nvSpPr>
        <p:spPr>
          <a:xfrm flipH="1">
            <a:off x="4025374" y="387675"/>
            <a:ext cx="5863200" cy="169200"/>
          </a:xfrm>
          <a:prstGeom prst="rect">
            <a:avLst/>
          </a:prstGeom>
        </p:spPr>
        <p:txBody>
          <a:bodyPr anchorCtr="0" anchor="ctr" bIns="0" lIns="0" spcFirstLastPara="1" rIns="0" wrap="square" tIns="0">
            <a:noAutofit/>
          </a:bodyPr>
          <a:lstStyle/>
          <a:p>
            <a:pPr indent="0" lvl="0" marL="0" rtl="0" algn="l">
              <a:spcBef>
                <a:spcPts val="0"/>
              </a:spcBef>
              <a:spcAft>
                <a:spcPts val="0"/>
              </a:spcAft>
              <a:buNone/>
            </a:pPr>
            <a:r>
              <a:rPr lang="es-419"/>
              <a:t>Actor externo</a:t>
            </a:r>
            <a:endParaRPr/>
          </a:p>
        </p:txBody>
      </p:sp>
      <p:sp>
        <p:nvSpPr>
          <p:cNvPr id="17244" name="Google Shape;17244;p298"/>
          <p:cNvSpPr txBox="1"/>
          <p:nvPr>
            <p:ph idx="15" type="title"/>
          </p:nvPr>
        </p:nvSpPr>
        <p:spPr>
          <a:xfrm flipH="1">
            <a:off x="3208773" y="579550"/>
            <a:ext cx="6679800" cy="169200"/>
          </a:xfrm>
          <a:prstGeom prst="rect">
            <a:avLst/>
          </a:prstGeom>
        </p:spPr>
        <p:txBody>
          <a:bodyPr anchorCtr="0" anchor="ctr" bIns="0" lIns="0" spcFirstLastPara="1" rIns="0" wrap="square" tIns="0">
            <a:noAutofit/>
          </a:bodyPr>
          <a:lstStyle/>
          <a:p>
            <a:pPr indent="0" lvl="0" marL="0" rtl="0" algn="l">
              <a:spcBef>
                <a:spcPts val="0"/>
              </a:spcBef>
              <a:spcAft>
                <a:spcPts val="0"/>
              </a:spcAft>
              <a:buNone/>
            </a:pPr>
            <a:r>
              <a:rPr lang="es-419"/>
              <a:t>Interaccion con el servicio</a:t>
            </a:r>
            <a:endParaRPr/>
          </a:p>
        </p:txBody>
      </p:sp>
    </p:spTree>
  </p:cSld>
  <p:clrMapOvr>
    <a:masterClrMapping/>
  </p:clrMapOvr>
</p:sld>
</file>

<file path=ppt/slides/slide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248" name="Shape 17248"/>
        <p:cNvGrpSpPr/>
        <p:nvPr/>
      </p:nvGrpSpPr>
      <p:grpSpPr>
        <a:xfrm>
          <a:off x="0" y="0"/>
          <a:ext cx="0" cy="0"/>
          <a:chOff x="0" y="0"/>
          <a:chExt cx="0" cy="0"/>
        </a:xfrm>
      </p:grpSpPr>
      <p:sp>
        <p:nvSpPr>
          <p:cNvPr id="17249" name="Google Shape;17249;p299"/>
          <p:cNvSpPr txBox="1"/>
          <p:nvPr>
            <p:ph idx="1" type="subTitle"/>
          </p:nvPr>
        </p:nvSpPr>
        <p:spPr>
          <a:xfrm>
            <a:off x="1742676" y="1346206"/>
            <a:ext cx="8028600" cy="313500"/>
          </a:xfrm>
          <a:prstGeom prst="rect">
            <a:avLst/>
          </a:prstGeom>
        </p:spPr>
        <p:txBody>
          <a:bodyPr anchorCtr="0" anchor="ctr" bIns="36000" lIns="54000" spcFirstLastPara="1" rIns="36000" wrap="square" tIns="36000">
            <a:noAutofit/>
          </a:bodyPr>
          <a:lstStyle/>
          <a:p>
            <a:pPr indent="0" lvl="0" marL="0" rtl="0" algn="l">
              <a:spcBef>
                <a:spcPts val="0"/>
              </a:spcBef>
              <a:spcAft>
                <a:spcPts val="0"/>
              </a:spcAft>
              <a:buNone/>
            </a:pPr>
            <a:r>
              <a:rPr lang="es-419" sz="1100">
                <a:solidFill>
                  <a:schemeClr val="dk1"/>
                </a:solidFill>
                <a:latin typeface="Arial"/>
                <a:ea typeface="Arial"/>
                <a:cs typeface="Arial"/>
                <a:sym typeface="Arial"/>
              </a:rPr>
              <a:t>El sistema debe permitir la </a:t>
            </a:r>
            <a:r>
              <a:rPr b="1" lang="es-419" sz="1100">
                <a:solidFill>
                  <a:schemeClr val="dk1"/>
                </a:solidFill>
                <a:latin typeface="Arial"/>
                <a:ea typeface="Arial"/>
                <a:cs typeface="Arial"/>
                <a:sym typeface="Arial"/>
              </a:rPr>
              <a:t>creación de un nuevo perfil</a:t>
            </a:r>
            <a:r>
              <a:rPr lang="es-419" sz="1100">
                <a:solidFill>
                  <a:schemeClr val="dk1"/>
                </a:solidFill>
                <a:latin typeface="Arial"/>
                <a:ea typeface="Arial"/>
                <a:cs typeface="Arial"/>
                <a:sym typeface="Arial"/>
              </a:rPr>
              <a:t> de cliente con datos obligatorios (nombre, identificación, contacto).</a:t>
            </a:r>
            <a:endParaRPr/>
          </a:p>
        </p:txBody>
      </p:sp>
      <p:sp>
        <p:nvSpPr>
          <p:cNvPr id="17250" name="Google Shape;17250;p299"/>
          <p:cNvSpPr txBox="1"/>
          <p:nvPr>
            <p:ph idx="2" type="subTitle"/>
          </p:nvPr>
        </p:nvSpPr>
        <p:spPr>
          <a:xfrm>
            <a:off x="1742676" y="1746593"/>
            <a:ext cx="8028600" cy="313500"/>
          </a:xfrm>
          <a:prstGeom prst="rect">
            <a:avLst/>
          </a:prstGeom>
        </p:spPr>
        <p:txBody>
          <a:bodyPr anchorCtr="0" anchor="ctr" bIns="36000" lIns="54000" spcFirstLastPara="1" rIns="36000" wrap="square" tIns="36000">
            <a:noAutofit/>
          </a:bodyPr>
          <a:lstStyle/>
          <a:p>
            <a:pPr indent="0" lvl="0" marL="0" rtl="0" algn="l">
              <a:spcBef>
                <a:spcPts val="0"/>
              </a:spcBef>
              <a:spcAft>
                <a:spcPts val="0"/>
              </a:spcAft>
              <a:buNone/>
            </a:pPr>
            <a:r>
              <a:rPr lang="es-419" sz="1100">
                <a:solidFill>
                  <a:schemeClr val="dk1"/>
                </a:solidFill>
                <a:latin typeface="Arial"/>
                <a:ea typeface="Arial"/>
                <a:cs typeface="Arial"/>
                <a:sym typeface="Arial"/>
              </a:rPr>
              <a:t>El sistema debe permitir la </a:t>
            </a:r>
            <a:r>
              <a:rPr b="1" lang="es-419" sz="1100">
                <a:solidFill>
                  <a:schemeClr val="dk1"/>
                </a:solidFill>
                <a:latin typeface="Arial"/>
                <a:ea typeface="Arial"/>
                <a:cs typeface="Arial"/>
                <a:sym typeface="Arial"/>
              </a:rPr>
              <a:t>actualización y corrección inmediata</a:t>
            </a:r>
            <a:r>
              <a:rPr lang="es-419" sz="1100">
                <a:solidFill>
                  <a:schemeClr val="dk1"/>
                </a:solidFill>
                <a:latin typeface="Arial"/>
                <a:ea typeface="Arial"/>
                <a:cs typeface="Arial"/>
                <a:sym typeface="Arial"/>
              </a:rPr>
              <a:t> de los datos personales y de contacto del cliente por el recepcionista.</a:t>
            </a:r>
            <a:endParaRPr/>
          </a:p>
        </p:txBody>
      </p:sp>
      <p:sp>
        <p:nvSpPr>
          <p:cNvPr id="17251" name="Google Shape;17251;p299"/>
          <p:cNvSpPr txBox="1"/>
          <p:nvPr>
            <p:ph idx="3" type="subTitle"/>
          </p:nvPr>
        </p:nvSpPr>
        <p:spPr>
          <a:xfrm>
            <a:off x="1742676" y="2126799"/>
            <a:ext cx="8028600" cy="313500"/>
          </a:xfrm>
          <a:prstGeom prst="rect">
            <a:avLst/>
          </a:prstGeom>
        </p:spPr>
        <p:txBody>
          <a:bodyPr anchorCtr="0" anchor="ctr" bIns="36000" lIns="54000" spcFirstLastPara="1" rIns="36000" wrap="square" tIns="36000">
            <a:noAutofit/>
          </a:bodyPr>
          <a:lstStyle/>
          <a:p>
            <a:pPr indent="0" lvl="0" marL="0" rtl="0" algn="l">
              <a:spcBef>
                <a:spcPts val="0"/>
              </a:spcBef>
              <a:spcAft>
                <a:spcPts val="0"/>
              </a:spcAft>
              <a:buNone/>
            </a:pPr>
            <a:r>
              <a:rPr lang="es-419" sz="1100">
                <a:solidFill>
                  <a:schemeClr val="dk1"/>
                </a:solidFill>
                <a:latin typeface="Arial"/>
                <a:ea typeface="Arial"/>
                <a:cs typeface="Arial"/>
                <a:sym typeface="Arial"/>
              </a:rPr>
              <a:t>El sistema debe </a:t>
            </a:r>
            <a:r>
              <a:rPr b="1" lang="es-419" sz="1100">
                <a:solidFill>
                  <a:schemeClr val="dk1"/>
                </a:solidFill>
                <a:latin typeface="Arial"/>
                <a:ea typeface="Arial"/>
                <a:cs typeface="Arial"/>
                <a:sym typeface="Arial"/>
              </a:rPr>
              <a:t>validar que el número de identificación</a:t>
            </a:r>
            <a:r>
              <a:rPr lang="es-419" sz="1100">
                <a:solidFill>
                  <a:schemeClr val="dk1"/>
                </a:solidFill>
                <a:latin typeface="Arial"/>
                <a:ea typeface="Arial"/>
                <a:cs typeface="Arial"/>
                <a:sym typeface="Arial"/>
              </a:rPr>
              <a:t> (DNI/C.C.) no esté duplicado antes de crear un nuevo registro.</a:t>
            </a:r>
            <a:endParaRPr/>
          </a:p>
        </p:txBody>
      </p:sp>
      <p:sp>
        <p:nvSpPr>
          <p:cNvPr id="17252" name="Google Shape;17252;p299"/>
          <p:cNvSpPr txBox="1"/>
          <p:nvPr>
            <p:ph idx="4" type="subTitle"/>
          </p:nvPr>
        </p:nvSpPr>
        <p:spPr>
          <a:xfrm>
            <a:off x="1742676" y="2493767"/>
            <a:ext cx="8028600" cy="313500"/>
          </a:xfrm>
          <a:prstGeom prst="rect">
            <a:avLst/>
          </a:prstGeom>
        </p:spPr>
        <p:txBody>
          <a:bodyPr anchorCtr="0" anchor="ctr" bIns="36000" lIns="54000" spcFirstLastPara="1" rIns="36000" wrap="square" tIns="36000">
            <a:noAutofit/>
          </a:bodyPr>
          <a:lstStyle/>
          <a:p>
            <a:pPr indent="0" lvl="0" marL="0" rtl="0" algn="l">
              <a:spcBef>
                <a:spcPts val="0"/>
              </a:spcBef>
              <a:spcAft>
                <a:spcPts val="0"/>
              </a:spcAft>
              <a:buNone/>
            </a:pPr>
            <a:r>
              <a:rPr lang="es-419" sz="1100">
                <a:solidFill>
                  <a:schemeClr val="dk1"/>
                </a:solidFill>
                <a:latin typeface="Arial"/>
                <a:ea typeface="Arial"/>
                <a:cs typeface="Arial"/>
                <a:sym typeface="Arial"/>
              </a:rPr>
              <a:t>El sistema debe </a:t>
            </a:r>
            <a:r>
              <a:rPr b="1" lang="es-419" sz="1100">
                <a:solidFill>
                  <a:schemeClr val="dk1"/>
                </a:solidFill>
                <a:latin typeface="Arial"/>
                <a:ea typeface="Arial"/>
                <a:cs typeface="Arial"/>
                <a:sym typeface="Arial"/>
              </a:rPr>
              <a:t>clasificar el perfil del cliente</a:t>
            </a:r>
            <a:r>
              <a:rPr lang="es-419" sz="1100">
                <a:solidFill>
                  <a:schemeClr val="dk1"/>
                </a:solidFill>
                <a:latin typeface="Arial"/>
                <a:ea typeface="Arial"/>
                <a:cs typeface="Arial"/>
                <a:sym typeface="Arial"/>
              </a:rPr>
              <a:t> según su origen (ej. particular, convenio, EPS) para la facturación futura.</a:t>
            </a:r>
            <a:endParaRPr/>
          </a:p>
        </p:txBody>
      </p:sp>
      <p:sp>
        <p:nvSpPr>
          <p:cNvPr id="17253" name="Google Shape;17253;p299"/>
          <p:cNvSpPr txBox="1"/>
          <p:nvPr>
            <p:ph idx="5" type="subTitle"/>
          </p:nvPr>
        </p:nvSpPr>
        <p:spPr>
          <a:xfrm>
            <a:off x="1742675" y="2880928"/>
            <a:ext cx="8028600" cy="313500"/>
          </a:xfrm>
          <a:prstGeom prst="rect">
            <a:avLst/>
          </a:prstGeom>
        </p:spPr>
        <p:txBody>
          <a:bodyPr anchorCtr="0" anchor="ctr" bIns="36000" lIns="54000" spcFirstLastPara="1" rIns="36000" wrap="square" tIns="36000">
            <a:noAutofit/>
          </a:bodyPr>
          <a:lstStyle/>
          <a:p>
            <a:pPr indent="0" lvl="0" marL="0" rtl="0" algn="l">
              <a:lnSpc>
                <a:spcPct val="115000"/>
              </a:lnSpc>
              <a:spcBef>
                <a:spcPts val="0"/>
              </a:spcBef>
              <a:spcAft>
                <a:spcPts val="0"/>
              </a:spcAft>
              <a:buNone/>
            </a:pPr>
            <a:r>
              <a:t/>
            </a:r>
            <a:endParaRPr sz="1100">
              <a:latin typeface="Arial"/>
              <a:ea typeface="Arial"/>
              <a:cs typeface="Arial"/>
              <a:sym typeface="Arial"/>
            </a:endParaRPr>
          </a:p>
          <a:p>
            <a:pPr indent="0" lvl="0" marL="0" rtl="0" algn="l">
              <a:lnSpc>
                <a:spcPct val="115000"/>
              </a:lnSpc>
              <a:spcBef>
                <a:spcPts val="2400"/>
              </a:spcBef>
              <a:spcAft>
                <a:spcPts val="0"/>
              </a:spcAft>
              <a:buNone/>
            </a:pPr>
            <a:r>
              <a:rPr lang="es-419" sz="1100">
                <a:latin typeface="Arial"/>
                <a:ea typeface="Arial"/>
                <a:cs typeface="Arial"/>
                <a:sym typeface="Arial"/>
              </a:rPr>
              <a:t>El sistema debe </a:t>
            </a:r>
            <a:r>
              <a:rPr b="1" lang="es-419" sz="1100">
                <a:latin typeface="Arial"/>
                <a:ea typeface="Arial"/>
                <a:cs typeface="Arial"/>
                <a:sym typeface="Arial"/>
              </a:rPr>
              <a:t>asignar un código único</a:t>
            </a:r>
            <a:r>
              <a:rPr lang="es-419" sz="1100">
                <a:latin typeface="Arial"/>
                <a:ea typeface="Arial"/>
                <a:cs typeface="Arial"/>
                <a:sym typeface="Arial"/>
              </a:rPr>
              <a:t> de cliente automáticamente al momento de la creación del perfil.</a:t>
            </a:r>
            <a:endParaRPr sz="1100">
              <a:latin typeface="Arial"/>
              <a:ea typeface="Arial"/>
              <a:cs typeface="Arial"/>
              <a:sym typeface="Arial"/>
            </a:endParaRPr>
          </a:p>
          <a:p>
            <a:pPr indent="0" lvl="0" marL="0" rtl="0" algn="l">
              <a:spcBef>
                <a:spcPts val="2400"/>
              </a:spcBef>
              <a:spcAft>
                <a:spcPts val="0"/>
              </a:spcAft>
              <a:buNone/>
            </a:pPr>
            <a:r>
              <a:t/>
            </a:r>
            <a:endParaRPr/>
          </a:p>
        </p:txBody>
      </p:sp>
      <p:sp>
        <p:nvSpPr>
          <p:cNvPr id="17254" name="Google Shape;17254;p299"/>
          <p:cNvSpPr txBox="1"/>
          <p:nvPr>
            <p:ph idx="6" type="subTitle"/>
          </p:nvPr>
        </p:nvSpPr>
        <p:spPr>
          <a:xfrm>
            <a:off x="1742676" y="3261123"/>
            <a:ext cx="8028600" cy="313500"/>
          </a:xfrm>
          <a:prstGeom prst="rect">
            <a:avLst/>
          </a:prstGeom>
        </p:spPr>
        <p:txBody>
          <a:bodyPr anchorCtr="0" anchor="ctr" bIns="36000" lIns="54000" spcFirstLastPara="1" rIns="36000" wrap="square" tIns="36000">
            <a:noAutofit/>
          </a:bodyPr>
          <a:lstStyle/>
          <a:p>
            <a:pPr indent="0" lvl="0" marL="0" rtl="0" algn="l">
              <a:spcBef>
                <a:spcPts val="0"/>
              </a:spcBef>
              <a:spcAft>
                <a:spcPts val="0"/>
              </a:spcAft>
              <a:buNone/>
            </a:pPr>
            <a:r>
              <a:t/>
            </a:r>
            <a:endParaRPr/>
          </a:p>
        </p:txBody>
      </p:sp>
      <p:sp>
        <p:nvSpPr>
          <p:cNvPr id="17255" name="Google Shape;17255;p299"/>
          <p:cNvSpPr txBox="1"/>
          <p:nvPr>
            <p:ph idx="7" type="subTitle"/>
          </p:nvPr>
        </p:nvSpPr>
        <p:spPr>
          <a:xfrm>
            <a:off x="1742676" y="3661511"/>
            <a:ext cx="8028600" cy="313500"/>
          </a:xfrm>
          <a:prstGeom prst="rect">
            <a:avLst/>
          </a:prstGeom>
        </p:spPr>
        <p:txBody>
          <a:bodyPr anchorCtr="0" anchor="ctr" bIns="36000" lIns="54000" spcFirstLastPara="1" rIns="36000" wrap="square" tIns="36000">
            <a:noAutofit/>
          </a:bodyPr>
          <a:lstStyle/>
          <a:p>
            <a:pPr indent="0" lvl="0" marL="0" rtl="0" algn="l">
              <a:spcBef>
                <a:spcPts val="0"/>
              </a:spcBef>
              <a:spcAft>
                <a:spcPts val="0"/>
              </a:spcAft>
              <a:buNone/>
            </a:pPr>
            <a:r>
              <a:t/>
            </a:r>
            <a:endParaRPr/>
          </a:p>
        </p:txBody>
      </p:sp>
      <p:sp>
        <p:nvSpPr>
          <p:cNvPr id="17256" name="Google Shape;17256;p299"/>
          <p:cNvSpPr txBox="1"/>
          <p:nvPr>
            <p:ph idx="8" type="subTitle"/>
          </p:nvPr>
        </p:nvSpPr>
        <p:spPr>
          <a:xfrm>
            <a:off x="294875" y="1346206"/>
            <a:ext cx="1302600" cy="313500"/>
          </a:xfrm>
          <a:prstGeom prst="rect">
            <a:avLst/>
          </a:prstGeom>
        </p:spPr>
        <p:txBody>
          <a:bodyPr anchorCtr="0" anchor="ctr" bIns="36000" lIns="72000" spcFirstLastPara="1" rIns="72000" wrap="square" tIns="36000">
            <a:noAutofit/>
          </a:bodyPr>
          <a:lstStyle/>
          <a:p>
            <a:pPr indent="0" lvl="0" marL="0" rtl="0" algn="l">
              <a:spcBef>
                <a:spcPts val="0"/>
              </a:spcBef>
              <a:spcAft>
                <a:spcPts val="0"/>
              </a:spcAft>
              <a:buNone/>
            </a:pPr>
            <a:r>
              <a:rPr lang="es-419"/>
              <a:t>RF-01</a:t>
            </a:r>
            <a:endParaRPr/>
          </a:p>
        </p:txBody>
      </p:sp>
      <p:sp>
        <p:nvSpPr>
          <p:cNvPr id="17257" name="Google Shape;17257;p299"/>
          <p:cNvSpPr txBox="1"/>
          <p:nvPr>
            <p:ph idx="9" type="subTitle"/>
          </p:nvPr>
        </p:nvSpPr>
        <p:spPr>
          <a:xfrm>
            <a:off x="294875" y="1739975"/>
            <a:ext cx="1302600" cy="313500"/>
          </a:xfrm>
          <a:prstGeom prst="rect">
            <a:avLst/>
          </a:prstGeom>
        </p:spPr>
        <p:txBody>
          <a:bodyPr anchorCtr="0" anchor="ctr" bIns="36000" lIns="72000" spcFirstLastPara="1" rIns="72000" wrap="square" tIns="36000">
            <a:noAutofit/>
          </a:bodyPr>
          <a:lstStyle/>
          <a:p>
            <a:pPr indent="0" lvl="0" marL="0" rtl="0" algn="l">
              <a:spcBef>
                <a:spcPts val="0"/>
              </a:spcBef>
              <a:spcAft>
                <a:spcPts val="0"/>
              </a:spcAft>
              <a:buNone/>
            </a:pPr>
            <a:r>
              <a:rPr lang="es-419"/>
              <a:t>RF-02</a:t>
            </a:r>
            <a:endParaRPr/>
          </a:p>
        </p:txBody>
      </p:sp>
      <p:sp>
        <p:nvSpPr>
          <p:cNvPr id="17258" name="Google Shape;17258;p299"/>
          <p:cNvSpPr txBox="1"/>
          <p:nvPr>
            <p:ph idx="13" type="subTitle"/>
          </p:nvPr>
        </p:nvSpPr>
        <p:spPr>
          <a:xfrm>
            <a:off x="294875" y="2120180"/>
            <a:ext cx="1302600" cy="313500"/>
          </a:xfrm>
          <a:prstGeom prst="rect">
            <a:avLst/>
          </a:prstGeom>
        </p:spPr>
        <p:txBody>
          <a:bodyPr anchorCtr="0" anchor="ctr" bIns="36000" lIns="72000" spcFirstLastPara="1" rIns="72000" wrap="square" tIns="36000">
            <a:noAutofit/>
          </a:bodyPr>
          <a:lstStyle/>
          <a:p>
            <a:pPr indent="0" lvl="0" marL="0" rtl="0" algn="l">
              <a:spcBef>
                <a:spcPts val="0"/>
              </a:spcBef>
              <a:spcAft>
                <a:spcPts val="0"/>
              </a:spcAft>
              <a:buNone/>
            </a:pPr>
            <a:r>
              <a:rPr lang="es-419"/>
              <a:t>RF-03</a:t>
            </a:r>
            <a:endParaRPr/>
          </a:p>
        </p:txBody>
      </p:sp>
      <p:sp>
        <p:nvSpPr>
          <p:cNvPr id="17259" name="Google Shape;17259;p299"/>
          <p:cNvSpPr txBox="1"/>
          <p:nvPr>
            <p:ph idx="14" type="subTitle"/>
          </p:nvPr>
        </p:nvSpPr>
        <p:spPr>
          <a:xfrm>
            <a:off x="294875" y="2500386"/>
            <a:ext cx="1302600" cy="313500"/>
          </a:xfrm>
          <a:prstGeom prst="rect">
            <a:avLst/>
          </a:prstGeom>
        </p:spPr>
        <p:txBody>
          <a:bodyPr anchorCtr="0" anchor="ctr" bIns="36000" lIns="72000" spcFirstLastPara="1" rIns="72000" wrap="square" tIns="36000">
            <a:noAutofit/>
          </a:bodyPr>
          <a:lstStyle/>
          <a:p>
            <a:pPr indent="0" lvl="0" marL="0" rtl="0" algn="l">
              <a:spcBef>
                <a:spcPts val="0"/>
              </a:spcBef>
              <a:spcAft>
                <a:spcPts val="0"/>
              </a:spcAft>
              <a:buNone/>
            </a:pPr>
            <a:r>
              <a:rPr lang="es-419"/>
              <a:t>RF-04</a:t>
            </a:r>
            <a:endParaRPr/>
          </a:p>
        </p:txBody>
      </p:sp>
      <p:sp>
        <p:nvSpPr>
          <p:cNvPr id="17260" name="Google Shape;17260;p299"/>
          <p:cNvSpPr txBox="1"/>
          <p:nvPr>
            <p:ph idx="15" type="subTitle"/>
          </p:nvPr>
        </p:nvSpPr>
        <p:spPr>
          <a:xfrm>
            <a:off x="294875" y="2873973"/>
            <a:ext cx="1302600" cy="313500"/>
          </a:xfrm>
          <a:prstGeom prst="rect">
            <a:avLst/>
          </a:prstGeom>
        </p:spPr>
        <p:txBody>
          <a:bodyPr anchorCtr="0" anchor="ctr" bIns="36000" lIns="72000" spcFirstLastPara="1" rIns="72000" wrap="square" tIns="36000">
            <a:noAutofit/>
          </a:bodyPr>
          <a:lstStyle/>
          <a:p>
            <a:pPr indent="0" lvl="0" marL="0" rtl="0" algn="l">
              <a:spcBef>
                <a:spcPts val="0"/>
              </a:spcBef>
              <a:spcAft>
                <a:spcPts val="0"/>
              </a:spcAft>
              <a:buNone/>
            </a:pPr>
            <a:r>
              <a:rPr lang="es-419"/>
              <a:t>RF-05</a:t>
            </a:r>
            <a:endParaRPr/>
          </a:p>
        </p:txBody>
      </p:sp>
      <p:sp>
        <p:nvSpPr>
          <p:cNvPr id="17261" name="Google Shape;17261;p299"/>
          <p:cNvSpPr txBox="1"/>
          <p:nvPr>
            <p:ph idx="16" type="subTitle"/>
          </p:nvPr>
        </p:nvSpPr>
        <p:spPr>
          <a:xfrm>
            <a:off x="294875" y="3267742"/>
            <a:ext cx="1302600" cy="313500"/>
          </a:xfrm>
          <a:prstGeom prst="rect">
            <a:avLst/>
          </a:prstGeom>
        </p:spPr>
        <p:txBody>
          <a:bodyPr anchorCtr="0" anchor="ctr" bIns="36000" lIns="72000" spcFirstLastPara="1" rIns="72000" wrap="square" tIns="36000">
            <a:noAutofit/>
          </a:bodyPr>
          <a:lstStyle/>
          <a:p>
            <a:pPr indent="0" lvl="0" marL="0" rtl="0" algn="l">
              <a:spcBef>
                <a:spcPts val="0"/>
              </a:spcBef>
              <a:spcAft>
                <a:spcPts val="0"/>
              </a:spcAft>
              <a:buNone/>
            </a:pPr>
            <a:r>
              <a:t/>
            </a:r>
            <a:endParaRPr/>
          </a:p>
        </p:txBody>
      </p:sp>
      <p:sp>
        <p:nvSpPr>
          <p:cNvPr id="17262" name="Google Shape;17262;p299"/>
          <p:cNvSpPr txBox="1"/>
          <p:nvPr>
            <p:ph idx="17" type="subTitle"/>
          </p:nvPr>
        </p:nvSpPr>
        <p:spPr>
          <a:xfrm>
            <a:off x="294875" y="3661511"/>
            <a:ext cx="1302600" cy="313500"/>
          </a:xfrm>
          <a:prstGeom prst="rect">
            <a:avLst/>
          </a:prstGeom>
        </p:spPr>
        <p:txBody>
          <a:bodyPr anchorCtr="0" anchor="ctr" bIns="36000" lIns="72000" spcFirstLastPara="1" rIns="72000" wrap="square" tIns="36000">
            <a:noAutofit/>
          </a:bodyPr>
          <a:lstStyle/>
          <a:p>
            <a:pPr indent="0" lvl="0" marL="0" rtl="0" algn="l">
              <a:spcBef>
                <a:spcPts val="0"/>
              </a:spcBef>
              <a:spcAft>
                <a:spcPts val="0"/>
              </a:spcAft>
              <a:buNone/>
            </a:pPr>
            <a:r>
              <a:t/>
            </a:r>
            <a:endParaRPr/>
          </a:p>
        </p:txBody>
      </p:sp>
      <p:sp>
        <p:nvSpPr>
          <p:cNvPr id="17263" name="Google Shape;17263;p299"/>
          <p:cNvSpPr txBox="1"/>
          <p:nvPr>
            <p:ph idx="18" type="subTitle"/>
          </p:nvPr>
        </p:nvSpPr>
        <p:spPr>
          <a:xfrm>
            <a:off x="1742676" y="4089406"/>
            <a:ext cx="8028600" cy="313500"/>
          </a:xfrm>
          <a:prstGeom prst="rect">
            <a:avLst/>
          </a:prstGeom>
        </p:spPr>
        <p:txBody>
          <a:bodyPr anchorCtr="0" anchor="ctr" bIns="36000" lIns="54000" spcFirstLastPara="1" rIns="36000" wrap="square" tIns="36000">
            <a:noAutofit/>
          </a:bodyPr>
          <a:lstStyle/>
          <a:p>
            <a:pPr indent="0" lvl="0" marL="0" rtl="0" algn="l">
              <a:spcBef>
                <a:spcPts val="0"/>
              </a:spcBef>
              <a:spcAft>
                <a:spcPts val="0"/>
              </a:spcAft>
              <a:buNone/>
            </a:pPr>
            <a:r>
              <a:t/>
            </a:r>
            <a:endParaRPr/>
          </a:p>
        </p:txBody>
      </p:sp>
      <p:sp>
        <p:nvSpPr>
          <p:cNvPr id="17264" name="Google Shape;17264;p299"/>
          <p:cNvSpPr txBox="1"/>
          <p:nvPr>
            <p:ph idx="19" type="subTitle"/>
          </p:nvPr>
        </p:nvSpPr>
        <p:spPr>
          <a:xfrm>
            <a:off x="1742676" y="4489793"/>
            <a:ext cx="8028600" cy="313500"/>
          </a:xfrm>
          <a:prstGeom prst="rect">
            <a:avLst/>
          </a:prstGeom>
        </p:spPr>
        <p:txBody>
          <a:bodyPr anchorCtr="0" anchor="ctr" bIns="36000" lIns="54000" spcFirstLastPara="1" rIns="36000" wrap="square" tIns="36000">
            <a:noAutofit/>
          </a:bodyPr>
          <a:lstStyle/>
          <a:p>
            <a:pPr indent="0" lvl="0" marL="0" rtl="0" algn="l">
              <a:spcBef>
                <a:spcPts val="0"/>
              </a:spcBef>
              <a:spcAft>
                <a:spcPts val="0"/>
              </a:spcAft>
              <a:buNone/>
            </a:pPr>
            <a:r>
              <a:t/>
            </a:r>
            <a:endParaRPr/>
          </a:p>
        </p:txBody>
      </p:sp>
      <p:sp>
        <p:nvSpPr>
          <p:cNvPr id="17265" name="Google Shape;17265;p299"/>
          <p:cNvSpPr txBox="1"/>
          <p:nvPr>
            <p:ph idx="20" type="subTitle"/>
          </p:nvPr>
        </p:nvSpPr>
        <p:spPr>
          <a:xfrm>
            <a:off x="1742676" y="4869999"/>
            <a:ext cx="8028600" cy="313500"/>
          </a:xfrm>
          <a:prstGeom prst="rect">
            <a:avLst/>
          </a:prstGeom>
        </p:spPr>
        <p:txBody>
          <a:bodyPr anchorCtr="0" anchor="ctr" bIns="36000" lIns="54000" spcFirstLastPara="1" rIns="36000" wrap="square" tIns="36000">
            <a:noAutofit/>
          </a:bodyPr>
          <a:lstStyle/>
          <a:p>
            <a:pPr indent="0" lvl="0" marL="0" rtl="0" algn="l">
              <a:spcBef>
                <a:spcPts val="0"/>
              </a:spcBef>
              <a:spcAft>
                <a:spcPts val="0"/>
              </a:spcAft>
              <a:buNone/>
            </a:pPr>
            <a:r>
              <a:t/>
            </a:r>
            <a:endParaRPr/>
          </a:p>
        </p:txBody>
      </p:sp>
      <p:sp>
        <p:nvSpPr>
          <p:cNvPr id="17266" name="Google Shape;17266;p299"/>
          <p:cNvSpPr txBox="1"/>
          <p:nvPr>
            <p:ph idx="21" type="subTitle"/>
          </p:nvPr>
        </p:nvSpPr>
        <p:spPr>
          <a:xfrm>
            <a:off x="1742676" y="5236967"/>
            <a:ext cx="8028600" cy="313500"/>
          </a:xfrm>
          <a:prstGeom prst="rect">
            <a:avLst/>
          </a:prstGeom>
        </p:spPr>
        <p:txBody>
          <a:bodyPr anchorCtr="0" anchor="ctr" bIns="36000" lIns="54000" spcFirstLastPara="1" rIns="36000" wrap="square" tIns="36000">
            <a:noAutofit/>
          </a:bodyPr>
          <a:lstStyle/>
          <a:p>
            <a:pPr indent="0" lvl="0" marL="0" rtl="0" algn="l">
              <a:spcBef>
                <a:spcPts val="0"/>
              </a:spcBef>
              <a:spcAft>
                <a:spcPts val="0"/>
              </a:spcAft>
              <a:buNone/>
            </a:pPr>
            <a:r>
              <a:t/>
            </a:r>
            <a:endParaRPr/>
          </a:p>
        </p:txBody>
      </p:sp>
      <p:sp>
        <p:nvSpPr>
          <p:cNvPr id="17267" name="Google Shape;17267;p299"/>
          <p:cNvSpPr txBox="1"/>
          <p:nvPr>
            <p:ph idx="22" type="subTitle"/>
          </p:nvPr>
        </p:nvSpPr>
        <p:spPr>
          <a:xfrm>
            <a:off x="1742676" y="5624117"/>
            <a:ext cx="8028600" cy="313500"/>
          </a:xfrm>
          <a:prstGeom prst="rect">
            <a:avLst/>
          </a:prstGeom>
        </p:spPr>
        <p:txBody>
          <a:bodyPr anchorCtr="0" anchor="ctr" bIns="36000" lIns="54000" spcFirstLastPara="1" rIns="36000" wrap="square" tIns="36000">
            <a:noAutofit/>
          </a:bodyPr>
          <a:lstStyle/>
          <a:p>
            <a:pPr indent="0" lvl="0" marL="0" rtl="0" algn="l">
              <a:spcBef>
                <a:spcPts val="0"/>
              </a:spcBef>
              <a:spcAft>
                <a:spcPts val="0"/>
              </a:spcAft>
              <a:buNone/>
            </a:pPr>
            <a:r>
              <a:t/>
            </a:r>
            <a:endParaRPr/>
          </a:p>
        </p:txBody>
      </p:sp>
      <p:sp>
        <p:nvSpPr>
          <p:cNvPr id="17268" name="Google Shape;17268;p299"/>
          <p:cNvSpPr txBox="1"/>
          <p:nvPr>
            <p:ph idx="23" type="subTitle"/>
          </p:nvPr>
        </p:nvSpPr>
        <p:spPr>
          <a:xfrm>
            <a:off x="1742676" y="6004323"/>
            <a:ext cx="8028600" cy="313500"/>
          </a:xfrm>
          <a:prstGeom prst="rect">
            <a:avLst/>
          </a:prstGeom>
        </p:spPr>
        <p:txBody>
          <a:bodyPr anchorCtr="0" anchor="ctr" bIns="36000" lIns="54000" spcFirstLastPara="1" rIns="36000" wrap="square" tIns="36000">
            <a:noAutofit/>
          </a:bodyPr>
          <a:lstStyle/>
          <a:p>
            <a:pPr indent="0" lvl="0" marL="0" rtl="0" algn="l">
              <a:spcBef>
                <a:spcPts val="0"/>
              </a:spcBef>
              <a:spcAft>
                <a:spcPts val="0"/>
              </a:spcAft>
              <a:buNone/>
            </a:pPr>
            <a:r>
              <a:t/>
            </a:r>
            <a:endParaRPr/>
          </a:p>
        </p:txBody>
      </p:sp>
      <p:sp>
        <p:nvSpPr>
          <p:cNvPr id="17269" name="Google Shape;17269;p299"/>
          <p:cNvSpPr txBox="1"/>
          <p:nvPr>
            <p:ph idx="24" type="subTitle"/>
          </p:nvPr>
        </p:nvSpPr>
        <p:spPr>
          <a:xfrm>
            <a:off x="1742676" y="6404711"/>
            <a:ext cx="8028600" cy="313500"/>
          </a:xfrm>
          <a:prstGeom prst="rect">
            <a:avLst/>
          </a:prstGeom>
        </p:spPr>
        <p:txBody>
          <a:bodyPr anchorCtr="0" anchor="ctr" bIns="36000" lIns="54000" spcFirstLastPara="1" rIns="36000" wrap="square" tIns="36000">
            <a:noAutofit/>
          </a:bodyPr>
          <a:lstStyle/>
          <a:p>
            <a:pPr indent="0" lvl="0" marL="0" rtl="0" algn="l">
              <a:spcBef>
                <a:spcPts val="0"/>
              </a:spcBef>
              <a:spcAft>
                <a:spcPts val="0"/>
              </a:spcAft>
              <a:buNone/>
            </a:pPr>
            <a:r>
              <a:t/>
            </a:r>
            <a:endParaRPr/>
          </a:p>
        </p:txBody>
      </p:sp>
      <p:sp>
        <p:nvSpPr>
          <p:cNvPr id="17270" name="Google Shape;17270;p299"/>
          <p:cNvSpPr txBox="1"/>
          <p:nvPr>
            <p:ph idx="25" type="subTitle"/>
          </p:nvPr>
        </p:nvSpPr>
        <p:spPr>
          <a:xfrm>
            <a:off x="294875" y="4089406"/>
            <a:ext cx="1302600" cy="313500"/>
          </a:xfrm>
          <a:prstGeom prst="rect">
            <a:avLst/>
          </a:prstGeom>
        </p:spPr>
        <p:txBody>
          <a:bodyPr anchorCtr="0" anchor="ctr" bIns="36000" lIns="72000" spcFirstLastPara="1" rIns="72000" wrap="square" tIns="36000">
            <a:noAutofit/>
          </a:bodyPr>
          <a:lstStyle/>
          <a:p>
            <a:pPr indent="0" lvl="0" marL="0" rtl="0" algn="l">
              <a:spcBef>
                <a:spcPts val="0"/>
              </a:spcBef>
              <a:spcAft>
                <a:spcPts val="0"/>
              </a:spcAft>
              <a:buNone/>
            </a:pPr>
            <a:r>
              <a:t/>
            </a:r>
            <a:endParaRPr/>
          </a:p>
        </p:txBody>
      </p:sp>
      <p:sp>
        <p:nvSpPr>
          <p:cNvPr id="17271" name="Google Shape;17271;p299"/>
          <p:cNvSpPr txBox="1"/>
          <p:nvPr>
            <p:ph idx="26" type="subTitle"/>
          </p:nvPr>
        </p:nvSpPr>
        <p:spPr>
          <a:xfrm>
            <a:off x="294875" y="4483175"/>
            <a:ext cx="1302600" cy="313500"/>
          </a:xfrm>
          <a:prstGeom prst="rect">
            <a:avLst/>
          </a:prstGeom>
        </p:spPr>
        <p:txBody>
          <a:bodyPr anchorCtr="0" anchor="ctr" bIns="36000" lIns="72000" spcFirstLastPara="1" rIns="72000" wrap="square" tIns="36000">
            <a:noAutofit/>
          </a:bodyPr>
          <a:lstStyle/>
          <a:p>
            <a:pPr indent="0" lvl="0" marL="0" rtl="0" algn="l">
              <a:spcBef>
                <a:spcPts val="0"/>
              </a:spcBef>
              <a:spcAft>
                <a:spcPts val="0"/>
              </a:spcAft>
              <a:buNone/>
            </a:pPr>
            <a:r>
              <a:t/>
            </a:r>
            <a:endParaRPr/>
          </a:p>
        </p:txBody>
      </p:sp>
      <p:sp>
        <p:nvSpPr>
          <p:cNvPr id="17272" name="Google Shape;17272;p299"/>
          <p:cNvSpPr txBox="1"/>
          <p:nvPr>
            <p:ph idx="27" type="subTitle"/>
          </p:nvPr>
        </p:nvSpPr>
        <p:spPr>
          <a:xfrm>
            <a:off x="294875" y="4863380"/>
            <a:ext cx="1302600" cy="313500"/>
          </a:xfrm>
          <a:prstGeom prst="rect">
            <a:avLst/>
          </a:prstGeom>
        </p:spPr>
        <p:txBody>
          <a:bodyPr anchorCtr="0" anchor="ctr" bIns="36000" lIns="72000" spcFirstLastPara="1" rIns="72000" wrap="square" tIns="36000">
            <a:noAutofit/>
          </a:bodyPr>
          <a:lstStyle/>
          <a:p>
            <a:pPr indent="0" lvl="0" marL="0" rtl="0" algn="l">
              <a:spcBef>
                <a:spcPts val="0"/>
              </a:spcBef>
              <a:spcAft>
                <a:spcPts val="0"/>
              </a:spcAft>
              <a:buNone/>
            </a:pPr>
            <a:r>
              <a:t/>
            </a:r>
            <a:endParaRPr/>
          </a:p>
        </p:txBody>
      </p:sp>
      <p:sp>
        <p:nvSpPr>
          <p:cNvPr id="17273" name="Google Shape;17273;p299"/>
          <p:cNvSpPr txBox="1"/>
          <p:nvPr>
            <p:ph idx="28" type="subTitle"/>
          </p:nvPr>
        </p:nvSpPr>
        <p:spPr>
          <a:xfrm>
            <a:off x="294875" y="5243586"/>
            <a:ext cx="1302600" cy="313500"/>
          </a:xfrm>
          <a:prstGeom prst="rect">
            <a:avLst/>
          </a:prstGeom>
        </p:spPr>
        <p:txBody>
          <a:bodyPr anchorCtr="0" anchor="ctr" bIns="36000" lIns="72000" spcFirstLastPara="1" rIns="72000" wrap="square" tIns="36000">
            <a:noAutofit/>
          </a:bodyPr>
          <a:lstStyle/>
          <a:p>
            <a:pPr indent="0" lvl="0" marL="0" rtl="0" algn="l">
              <a:spcBef>
                <a:spcPts val="0"/>
              </a:spcBef>
              <a:spcAft>
                <a:spcPts val="0"/>
              </a:spcAft>
              <a:buNone/>
            </a:pPr>
            <a:r>
              <a:t/>
            </a:r>
            <a:endParaRPr/>
          </a:p>
        </p:txBody>
      </p:sp>
      <p:sp>
        <p:nvSpPr>
          <p:cNvPr id="17274" name="Google Shape;17274;p299"/>
          <p:cNvSpPr txBox="1"/>
          <p:nvPr>
            <p:ph idx="29" type="subTitle"/>
          </p:nvPr>
        </p:nvSpPr>
        <p:spPr>
          <a:xfrm>
            <a:off x="294875" y="5617173"/>
            <a:ext cx="1302600" cy="313500"/>
          </a:xfrm>
          <a:prstGeom prst="rect">
            <a:avLst/>
          </a:prstGeom>
        </p:spPr>
        <p:txBody>
          <a:bodyPr anchorCtr="0" anchor="ctr" bIns="36000" lIns="72000" spcFirstLastPara="1" rIns="72000" wrap="square" tIns="36000">
            <a:noAutofit/>
          </a:bodyPr>
          <a:lstStyle/>
          <a:p>
            <a:pPr indent="0" lvl="0" marL="0" rtl="0" algn="l">
              <a:spcBef>
                <a:spcPts val="0"/>
              </a:spcBef>
              <a:spcAft>
                <a:spcPts val="0"/>
              </a:spcAft>
              <a:buNone/>
            </a:pPr>
            <a:r>
              <a:t/>
            </a:r>
            <a:endParaRPr/>
          </a:p>
        </p:txBody>
      </p:sp>
      <p:sp>
        <p:nvSpPr>
          <p:cNvPr id="17275" name="Google Shape;17275;p299"/>
          <p:cNvSpPr txBox="1"/>
          <p:nvPr>
            <p:ph idx="30" type="subTitle"/>
          </p:nvPr>
        </p:nvSpPr>
        <p:spPr>
          <a:xfrm>
            <a:off x="294875" y="6010942"/>
            <a:ext cx="1302600" cy="313500"/>
          </a:xfrm>
          <a:prstGeom prst="rect">
            <a:avLst/>
          </a:prstGeom>
        </p:spPr>
        <p:txBody>
          <a:bodyPr anchorCtr="0" anchor="ctr" bIns="36000" lIns="72000" spcFirstLastPara="1" rIns="72000" wrap="square" tIns="36000">
            <a:noAutofit/>
          </a:bodyPr>
          <a:lstStyle/>
          <a:p>
            <a:pPr indent="0" lvl="0" marL="0" rtl="0" algn="l">
              <a:spcBef>
                <a:spcPts val="0"/>
              </a:spcBef>
              <a:spcAft>
                <a:spcPts val="0"/>
              </a:spcAft>
              <a:buNone/>
            </a:pPr>
            <a:r>
              <a:t/>
            </a:r>
            <a:endParaRPr/>
          </a:p>
        </p:txBody>
      </p:sp>
      <p:sp>
        <p:nvSpPr>
          <p:cNvPr id="17276" name="Google Shape;17276;p299"/>
          <p:cNvSpPr txBox="1"/>
          <p:nvPr>
            <p:ph idx="31" type="subTitle"/>
          </p:nvPr>
        </p:nvSpPr>
        <p:spPr>
          <a:xfrm>
            <a:off x="294875" y="6404711"/>
            <a:ext cx="1302600" cy="313500"/>
          </a:xfrm>
          <a:prstGeom prst="rect">
            <a:avLst/>
          </a:prstGeom>
        </p:spPr>
        <p:txBody>
          <a:bodyPr anchorCtr="0" anchor="ctr" bIns="36000" lIns="72000" spcFirstLastPara="1" rIns="72000" wrap="square" tIns="36000">
            <a:noAutofit/>
          </a:bodyPr>
          <a:lstStyle/>
          <a:p>
            <a:pPr indent="0" lvl="0" marL="0" rtl="0" algn="l">
              <a:spcBef>
                <a:spcPts val="0"/>
              </a:spcBef>
              <a:spcAft>
                <a:spcPts val="0"/>
              </a:spcAft>
              <a:buNone/>
            </a:pPr>
            <a:r>
              <a:t/>
            </a:r>
            <a:endParaRPr/>
          </a:p>
        </p:txBody>
      </p:sp>
      <p:sp>
        <p:nvSpPr>
          <p:cNvPr id="17277" name="Google Shape;17277;p299"/>
          <p:cNvSpPr txBox="1"/>
          <p:nvPr>
            <p:ph type="title"/>
          </p:nvPr>
        </p:nvSpPr>
        <p:spPr>
          <a:xfrm flipH="1">
            <a:off x="4025374" y="387675"/>
            <a:ext cx="5863200" cy="169200"/>
          </a:xfrm>
          <a:prstGeom prst="rect">
            <a:avLst/>
          </a:prstGeom>
        </p:spPr>
        <p:txBody>
          <a:bodyPr anchorCtr="0" anchor="ctr" bIns="0" lIns="0" spcFirstLastPara="1" rIns="0" wrap="square" tIns="0">
            <a:noAutofit/>
          </a:bodyPr>
          <a:lstStyle/>
          <a:p>
            <a:pPr indent="0" lvl="0" marL="0" rtl="0" algn="l">
              <a:spcBef>
                <a:spcPts val="0"/>
              </a:spcBef>
              <a:spcAft>
                <a:spcPts val="0"/>
              </a:spcAft>
              <a:buNone/>
            </a:pPr>
            <a:r>
              <a:t/>
            </a:r>
            <a:endParaRPr/>
          </a:p>
        </p:txBody>
      </p:sp>
      <p:sp>
        <p:nvSpPr>
          <p:cNvPr id="17278" name="Google Shape;17278;p299"/>
          <p:cNvSpPr txBox="1"/>
          <p:nvPr>
            <p:ph idx="32" type="title"/>
          </p:nvPr>
        </p:nvSpPr>
        <p:spPr>
          <a:xfrm flipH="1">
            <a:off x="3208773" y="579550"/>
            <a:ext cx="6679800" cy="169200"/>
          </a:xfrm>
          <a:prstGeom prst="rect">
            <a:avLst/>
          </a:prstGeom>
        </p:spPr>
        <p:txBody>
          <a:bodyPr anchorCtr="0" anchor="ctr" bIns="0" lIns="0" spcFirstLastPara="1" rIns="0" wrap="square" tIns="0">
            <a:noAutofit/>
          </a:bodyPr>
          <a:lstStyle/>
          <a:p>
            <a:pPr indent="0" lvl="0" marL="0" rtl="0" algn="l">
              <a:spcBef>
                <a:spcPts val="0"/>
              </a:spcBef>
              <a:spcAft>
                <a:spcPts val="0"/>
              </a:spcAft>
              <a:buNone/>
            </a:pPr>
            <a:r>
              <a:t/>
            </a:r>
            <a:endParaRPr/>
          </a:p>
        </p:txBody>
      </p:sp>
      <p:sp>
        <p:nvSpPr>
          <p:cNvPr id="17279" name="Google Shape;17279;p299"/>
          <p:cNvSpPr txBox="1"/>
          <p:nvPr>
            <p:ph idx="33" type="body"/>
          </p:nvPr>
        </p:nvSpPr>
        <p:spPr>
          <a:xfrm>
            <a:off x="641150" y="612125"/>
            <a:ext cx="1770300" cy="160500"/>
          </a:xfrm>
          <a:prstGeom prst="rect">
            <a:avLst/>
          </a:prstGeom>
        </p:spPr>
        <p:txBody>
          <a:bodyPr anchorCtr="0" anchor="t" bIns="0" lIns="0" spcFirstLastPara="1" rIns="0" wrap="square" tIns="0">
            <a:noAutofit/>
          </a:bodyPr>
          <a:lstStyle/>
          <a:p>
            <a:pPr indent="0" lvl="0" marL="0" rtl="0" algn="ctr">
              <a:spcBef>
                <a:spcPts val="0"/>
              </a:spcBef>
              <a:spcAft>
                <a:spcPts val="0"/>
              </a:spcAft>
              <a:buNone/>
            </a:pPr>
            <a:r>
              <a:t/>
            </a:r>
            <a:endParaRPr/>
          </a:p>
        </p:txBody>
      </p:sp>
    </p:spTree>
  </p:cSld>
  <p:clrMapOvr>
    <a:masterClrMapping/>
  </p:clrMapOvr>
</p:sld>
</file>

<file path=ppt/slides/slide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283" name="Shape 17283"/>
        <p:cNvGrpSpPr/>
        <p:nvPr/>
      </p:nvGrpSpPr>
      <p:grpSpPr>
        <a:xfrm>
          <a:off x="0" y="0"/>
          <a:ext cx="0" cy="0"/>
          <a:chOff x="0" y="0"/>
          <a:chExt cx="0" cy="0"/>
        </a:xfrm>
      </p:grpSpPr>
      <p:sp>
        <p:nvSpPr>
          <p:cNvPr id="17284" name="Google Shape;17284;p300"/>
          <p:cNvSpPr txBox="1"/>
          <p:nvPr>
            <p:ph idx="1" type="subTitle"/>
          </p:nvPr>
        </p:nvSpPr>
        <p:spPr>
          <a:xfrm>
            <a:off x="1742676" y="1346206"/>
            <a:ext cx="8028600" cy="313500"/>
          </a:xfrm>
          <a:prstGeom prst="rect">
            <a:avLst/>
          </a:prstGeom>
        </p:spPr>
        <p:txBody>
          <a:bodyPr anchorCtr="0" anchor="ctr" bIns="36000" lIns="54000" spcFirstLastPara="1" rIns="36000" wrap="square" tIns="36000">
            <a:noAutofit/>
          </a:bodyPr>
          <a:lstStyle/>
          <a:p>
            <a:pPr indent="0" lvl="0" marL="0" rtl="0" algn="l">
              <a:spcBef>
                <a:spcPts val="0"/>
              </a:spcBef>
              <a:spcAft>
                <a:spcPts val="0"/>
              </a:spcAft>
              <a:buNone/>
            </a:pPr>
            <a:r>
              <a:rPr lang="es-419" sz="1100">
                <a:solidFill>
                  <a:schemeClr val="dk1"/>
                </a:solidFill>
                <a:latin typeface="Arial"/>
                <a:ea typeface="Arial"/>
                <a:cs typeface="Arial"/>
                <a:sym typeface="Arial"/>
              </a:rPr>
              <a:t>El sistema debe permitir la </a:t>
            </a:r>
            <a:r>
              <a:rPr b="1" lang="es-419" sz="1100">
                <a:solidFill>
                  <a:schemeClr val="dk1"/>
                </a:solidFill>
                <a:latin typeface="Arial"/>
                <a:ea typeface="Arial"/>
                <a:cs typeface="Arial"/>
                <a:sym typeface="Arial"/>
              </a:rPr>
              <a:t>búsqueda de un cliente</a:t>
            </a:r>
            <a:r>
              <a:rPr lang="es-419" sz="1100">
                <a:solidFill>
                  <a:schemeClr val="dk1"/>
                </a:solidFill>
                <a:latin typeface="Arial"/>
                <a:ea typeface="Arial"/>
                <a:cs typeface="Arial"/>
                <a:sym typeface="Arial"/>
              </a:rPr>
              <a:t> utilizando al menos 3 criterios: ID, nombre completo o código de cita.</a:t>
            </a:r>
            <a:endParaRPr/>
          </a:p>
        </p:txBody>
      </p:sp>
      <p:sp>
        <p:nvSpPr>
          <p:cNvPr id="17285" name="Google Shape;17285;p300"/>
          <p:cNvSpPr txBox="1"/>
          <p:nvPr>
            <p:ph idx="2" type="subTitle"/>
          </p:nvPr>
        </p:nvSpPr>
        <p:spPr>
          <a:xfrm>
            <a:off x="1742676" y="1746593"/>
            <a:ext cx="8028600" cy="313500"/>
          </a:xfrm>
          <a:prstGeom prst="rect">
            <a:avLst/>
          </a:prstGeom>
        </p:spPr>
        <p:txBody>
          <a:bodyPr anchorCtr="0" anchor="ctr" bIns="36000" lIns="54000" spcFirstLastPara="1" rIns="36000" wrap="square" tIns="36000">
            <a:noAutofit/>
          </a:bodyPr>
          <a:lstStyle/>
          <a:p>
            <a:pPr indent="0" lvl="0" marL="0" rtl="0" algn="l">
              <a:spcBef>
                <a:spcPts val="0"/>
              </a:spcBef>
              <a:spcAft>
                <a:spcPts val="0"/>
              </a:spcAft>
              <a:buNone/>
            </a:pPr>
            <a:r>
              <a:rPr lang="es-419" sz="1100">
                <a:solidFill>
                  <a:schemeClr val="dk1"/>
                </a:solidFill>
                <a:latin typeface="Arial"/>
                <a:ea typeface="Arial"/>
                <a:cs typeface="Arial"/>
                <a:sym typeface="Arial"/>
              </a:rPr>
              <a:t>El sistema debe </a:t>
            </a:r>
            <a:r>
              <a:rPr b="1" lang="es-419" sz="1100">
                <a:solidFill>
                  <a:schemeClr val="dk1"/>
                </a:solidFill>
                <a:latin typeface="Arial"/>
                <a:ea typeface="Arial"/>
                <a:cs typeface="Arial"/>
                <a:sym typeface="Arial"/>
              </a:rPr>
              <a:t>mostrar en menos de 3 segundos</a:t>
            </a:r>
            <a:r>
              <a:rPr lang="es-419" sz="1100">
                <a:solidFill>
                  <a:schemeClr val="dk1"/>
                </a:solidFill>
                <a:latin typeface="Arial"/>
                <a:ea typeface="Arial"/>
                <a:cs typeface="Arial"/>
                <a:sym typeface="Arial"/>
              </a:rPr>
              <a:t> la información esencial del cliente al ingresar el criterio de búsqueda.</a:t>
            </a:r>
            <a:endParaRPr/>
          </a:p>
        </p:txBody>
      </p:sp>
      <p:sp>
        <p:nvSpPr>
          <p:cNvPr id="17286" name="Google Shape;17286;p300"/>
          <p:cNvSpPr txBox="1"/>
          <p:nvPr>
            <p:ph idx="3" type="subTitle"/>
          </p:nvPr>
        </p:nvSpPr>
        <p:spPr>
          <a:xfrm>
            <a:off x="1742676" y="2126799"/>
            <a:ext cx="8028600" cy="313500"/>
          </a:xfrm>
          <a:prstGeom prst="rect">
            <a:avLst/>
          </a:prstGeom>
        </p:spPr>
        <p:txBody>
          <a:bodyPr anchorCtr="0" anchor="ctr" bIns="36000" lIns="54000" spcFirstLastPara="1" rIns="36000" wrap="square" tIns="36000">
            <a:noAutofit/>
          </a:bodyPr>
          <a:lstStyle/>
          <a:p>
            <a:pPr indent="0" lvl="0" marL="0" rtl="0" algn="l">
              <a:spcBef>
                <a:spcPts val="0"/>
              </a:spcBef>
              <a:spcAft>
                <a:spcPts val="0"/>
              </a:spcAft>
              <a:buNone/>
            </a:pPr>
            <a:r>
              <a:rPr lang="es-419" sz="1100">
                <a:solidFill>
                  <a:schemeClr val="dk1"/>
                </a:solidFill>
                <a:latin typeface="Arial"/>
                <a:ea typeface="Arial"/>
                <a:cs typeface="Arial"/>
                <a:sym typeface="Arial"/>
              </a:rPr>
              <a:t>El sistema debe permitir </a:t>
            </a:r>
            <a:r>
              <a:rPr b="1" lang="es-419" sz="1100">
                <a:solidFill>
                  <a:schemeClr val="dk1"/>
                </a:solidFill>
                <a:latin typeface="Arial"/>
                <a:ea typeface="Arial"/>
                <a:cs typeface="Arial"/>
                <a:sym typeface="Arial"/>
              </a:rPr>
              <a:t>escanear un código QR/código de barras</a:t>
            </a:r>
            <a:r>
              <a:rPr lang="es-419" sz="1100">
                <a:solidFill>
                  <a:schemeClr val="dk1"/>
                </a:solidFill>
                <a:latin typeface="Arial"/>
                <a:ea typeface="Arial"/>
                <a:cs typeface="Arial"/>
                <a:sym typeface="Arial"/>
              </a:rPr>
              <a:t> de una tarjeta o documento para la validación de identidad.</a:t>
            </a:r>
            <a:endParaRPr/>
          </a:p>
        </p:txBody>
      </p:sp>
      <p:sp>
        <p:nvSpPr>
          <p:cNvPr id="17287" name="Google Shape;17287;p300"/>
          <p:cNvSpPr txBox="1"/>
          <p:nvPr>
            <p:ph idx="4" type="subTitle"/>
          </p:nvPr>
        </p:nvSpPr>
        <p:spPr>
          <a:xfrm>
            <a:off x="1742676" y="2493767"/>
            <a:ext cx="8028600" cy="313500"/>
          </a:xfrm>
          <a:prstGeom prst="rect">
            <a:avLst/>
          </a:prstGeom>
        </p:spPr>
        <p:txBody>
          <a:bodyPr anchorCtr="0" anchor="ctr" bIns="36000" lIns="54000" spcFirstLastPara="1" rIns="36000" wrap="square" tIns="36000">
            <a:noAutofit/>
          </a:bodyPr>
          <a:lstStyle/>
          <a:p>
            <a:pPr indent="0" lvl="0" marL="0" rtl="0" algn="l">
              <a:spcBef>
                <a:spcPts val="0"/>
              </a:spcBef>
              <a:spcAft>
                <a:spcPts val="0"/>
              </a:spcAft>
              <a:buNone/>
            </a:pPr>
            <a:r>
              <a:rPr lang="es-419" sz="1100">
                <a:solidFill>
                  <a:schemeClr val="dk1"/>
                </a:solidFill>
                <a:latin typeface="Arial"/>
                <a:ea typeface="Arial"/>
                <a:cs typeface="Arial"/>
                <a:sym typeface="Arial"/>
              </a:rPr>
              <a:t> El sistema debe </a:t>
            </a:r>
            <a:r>
              <a:rPr b="1" lang="es-419" sz="1100">
                <a:solidFill>
                  <a:schemeClr val="dk1"/>
                </a:solidFill>
                <a:latin typeface="Arial"/>
                <a:ea typeface="Arial"/>
                <a:cs typeface="Arial"/>
                <a:sym typeface="Arial"/>
              </a:rPr>
              <a:t>indicar visualmente con un color</a:t>
            </a:r>
            <a:r>
              <a:rPr lang="es-419" sz="1100">
                <a:solidFill>
                  <a:schemeClr val="dk1"/>
                </a:solidFill>
                <a:latin typeface="Arial"/>
                <a:ea typeface="Arial"/>
                <a:cs typeface="Arial"/>
                <a:sym typeface="Arial"/>
              </a:rPr>
              <a:t> si la identidad del cliente coincide con una cita programada.</a:t>
            </a:r>
            <a:endParaRPr/>
          </a:p>
        </p:txBody>
      </p:sp>
      <p:sp>
        <p:nvSpPr>
          <p:cNvPr id="17288" name="Google Shape;17288;p300"/>
          <p:cNvSpPr txBox="1"/>
          <p:nvPr>
            <p:ph idx="5" type="subTitle"/>
          </p:nvPr>
        </p:nvSpPr>
        <p:spPr>
          <a:xfrm>
            <a:off x="1742676" y="2880917"/>
            <a:ext cx="8028600" cy="313500"/>
          </a:xfrm>
          <a:prstGeom prst="rect">
            <a:avLst/>
          </a:prstGeom>
        </p:spPr>
        <p:txBody>
          <a:bodyPr anchorCtr="0" anchor="ctr" bIns="36000" lIns="54000" spcFirstLastPara="1" rIns="36000" wrap="square" tIns="36000">
            <a:noAutofit/>
          </a:bodyPr>
          <a:lstStyle/>
          <a:p>
            <a:pPr indent="0" lvl="0" marL="0" rtl="0" algn="l">
              <a:spcBef>
                <a:spcPts val="0"/>
              </a:spcBef>
              <a:spcAft>
                <a:spcPts val="0"/>
              </a:spcAft>
              <a:buNone/>
            </a:pPr>
            <a:r>
              <a:rPr lang="es-419" sz="1100">
                <a:solidFill>
                  <a:schemeClr val="dk1"/>
                </a:solidFill>
                <a:latin typeface="Arial"/>
                <a:ea typeface="Arial"/>
                <a:cs typeface="Arial"/>
                <a:sym typeface="Arial"/>
              </a:rPr>
              <a:t>El sistema debe </a:t>
            </a:r>
            <a:r>
              <a:rPr b="1" lang="es-419" sz="1100">
                <a:solidFill>
                  <a:schemeClr val="dk1"/>
                </a:solidFill>
                <a:latin typeface="Arial"/>
                <a:ea typeface="Arial"/>
                <a:cs typeface="Arial"/>
                <a:sym typeface="Arial"/>
              </a:rPr>
              <a:t>generar un registro de intento fallido</a:t>
            </a:r>
            <a:r>
              <a:rPr lang="es-419" sz="1100">
                <a:solidFill>
                  <a:schemeClr val="dk1"/>
                </a:solidFill>
                <a:latin typeface="Arial"/>
                <a:ea typeface="Arial"/>
                <a:cs typeface="Arial"/>
                <a:sym typeface="Arial"/>
              </a:rPr>
              <a:t> si la validación de identidad no es exitosa.</a:t>
            </a:r>
            <a:endParaRPr/>
          </a:p>
        </p:txBody>
      </p:sp>
      <p:sp>
        <p:nvSpPr>
          <p:cNvPr id="17289" name="Google Shape;17289;p300"/>
          <p:cNvSpPr txBox="1"/>
          <p:nvPr>
            <p:ph idx="6" type="subTitle"/>
          </p:nvPr>
        </p:nvSpPr>
        <p:spPr>
          <a:xfrm>
            <a:off x="1742676" y="3261123"/>
            <a:ext cx="8028600" cy="313500"/>
          </a:xfrm>
          <a:prstGeom prst="rect">
            <a:avLst/>
          </a:prstGeom>
        </p:spPr>
        <p:txBody>
          <a:bodyPr anchorCtr="0" anchor="ctr" bIns="36000" lIns="54000" spcFirstLastPara="1" rIns="36000" wrap="square" tIns="36000">
            <a:noAutofit/>
          </a:bodyPr>
          <a:lstStyle/>
          <a:p>
            <a:pPr indent="0" lvl="0" marL="0" rtl="0" algn="l">
              <a:spcBef>
                <a:spcPts val="0"/>
              </a:spcBef>
              <a:spcAft>
                <a:spcPts val="0"/>
              </a:spcAft>
              <a:buNone/>
            </a:pPr>
            <a:r>
              <a:t/>
            </a:r>
            <a:endParaRPr/>
          </a:p>
        </p:txBody>
      </p:sp>
      <p:sp>
        <p:nvSpPr>
          <p:cNvPr id="17290" name="Google Shape;17290;p300"/>
          <p:cNvSpPr txBox="1"/>
          <p:nvPr>
            <p:ph idx="7" type="subTitle"/>
          </p:nvPr>
        </p:nvSpPr>
        <p:spPr>
          <a:xfrm>
            <a:off x="1742676" y="3661511"/>
            <a:ext cx="8028600" cy="313500"/>
          </a:xfrm>
          <a:prstGeom prst="rect">
            <a:avLst/>
          </a:prstGeom>
        </p:spPr>
        <p:txBody>
          <a:bodyPr anchorCtr="0" anchor="ctr" bIns="36000" lIns="54000" spcFirstLastPara="1" rIns="36000" wrap="square" tIns="36000">
            <a:noAutofit/>
          </a:bodyPr>
          <a:lstStyle/>
          <a:p>
            <a:pPr indent="0" lvl="0" marL="0" rtl="0" algn="l">
              <a:spcBef>
                <a:spcPts val="0"/>
              </a:spcBef>
              <a:spcAft>
                <a:spcPts val="0"/>
              </a:spcAft>
              <a:buNone/>
            </a:pPr>
            <a:r>
              <a:t/>
            </a:r>
            <a:endParaRPr/>
          </a:p>
        </p:txBody>
      </p:sp>
      <p:sp>
        <p:nvSpPr>
          <p:cNvPr id="17291" name="Google Shape;17291;p300"/>
          <p:cNvSpPr txBox="1"/>
          <p:nvPr>
            <p:ph idx="8" type="subTitle"/>
          </p:nvPr>
        </p:nvSpPr>
        <p:spPr>
          <a:xfrm>
            <a:off x="294875" y="1346206"/>
            <a:ext cx="1302600" cy="313500"/>
          </a:xfrm>
          <a:prstGeom prst="rect">
            <a:avLst/>
          </a:prstGeom>
        </p:spPr>
        <p:txBody>
          <a:bodyPr anchorCtr="0" anchor="ctr" bIns="36000" lIns="72000" spcFirstLastPara="1" rIns="72000" wrap="square" tIns="36000">
            <a:noAutofit/>
          </a:bodyPr>
          <a:lstStyle/>
          <a:p>
            <a:pPr indent="0" lvl="0" marL="0" rtl="0" algn="l">
              <a:spcBef>
                <a:spcPts val="0"/>
              </a:spcBef>
              <a:spcAft>
                <a:spcPts val="0"/>
              </a:spcAft>
              <a:buNone/>
            </a:pPr>
            <a:r>
              <a:rPr lang="es-419"/>
              <a:t>RF-06</a:t>
            </a:r>
            <a:endParaRPr/>
          </a:p>
        </p:txBody>
      </p:sp>
      <p:sp>
        <p:nvSpPr>
          <p:cNvPr id="17292" name="Google Shape;17292;p300"/>
          <p:cNvSpPr txBox="1"/>
          <p:nvPr>
            <p:ph idx="9" type="subTitle"/>
          </p:nvPr>
        </p:nvSpPr>
        <p:spPr>
          <a:xfrm>
            <a:off x="294875" y="1739975"/>
            <a:ext cx="1302600" cy="313500"/>
          </a:xfrm>
          <a:prstGeom prst="rect">
            <a:avLst/>
          </a:prstGeom>
        </p:spPr>
        <p:txBody>
          <a:bodyPr anchorCtr="0" anchor="ctr" bIns="36000" lIns="72000" spcFirstLastPara="1" rIns="72000" wrap="square" tIns="36000">
            <a:noAutofit/>
          </a:bodyPr>
          <a:lstStyle/>
          <a:p>
            <a:pPr indent="0" lvl="0" marL="0" rtl="0" algn="l">
              <a:spcBef>
                <a:spcPts val="0"/>
              </a:spcBef>
              <a:spcAft>
                <a:spcPts val="0"/>
              </a:spcAft>
              <a:buNone/>
            </a:pPr>
            <a:r>
              <a:rPr lang="es-419"/>
              <a:t>RF-07</a:t>
            </a:r>
            <a:endParaRPr/>
          </a:p>
        </p:txBody>
      </p:sp>
      <p:sp>
        <p:nvSpPr>
          <p:cNvPr id="17293" name="Google Shape;17293;p300"/>
          <p:cNvSpPr txBox="1"/>
          <p:nvPr>
            <p:ph idx="13" type="subTitle"/>
          </p:nvPr>
        </p:nvSpPr>
        <p:spPr>
          <a:xfrm>
            <a:off x="294875" y="2120180"/>
            <a:ext cx="1302600" cy="313500"/>
          </a:xfrm>
          <a:prstGeom prst="rect">
            <a:avLst/>
          </a:prstGeom>
        </p:spPr>
        <p:txBody>
          <a:bodyPr anchorCtr="0" anchor="ctr" bIns="36000" lIns="72000" spcFirstLastPara="1" rIns="72000" wrap="square" tIns="36000">
            <a:noAutofit/>
          </a:bodyPr>
          <a:lstStyle/>
          <a:p>
            <a:pPr indent="0" lvl="0" marL="0" rtl="0" algn="l">
              <a:spcBef>
                <a:spcPts val="0"/>
              </a:spcBef>
              <a:spcAft>
                <a:spcPts val="0"/>
              </a:spcAft>
              <a:buNone/>
            </a:pPr>
            <a:r>
              <a:rPr lang="es-419"/>
              <a:t>RF-08</a:t>
            </a:r>
            <a:endParaRPr/>
          </a:p>
        </p:txBody>
      </p:sp>
      <p:sp>
        <p:nvSpPr>
          <p:cNvPr id="17294" name="Google Shape;17294;p300"/>
          <p:cNvSpPr txBox="1"/>
          <p:nvPr>
            <p:ph idx="14" type="subTitle"/>
          </p:nvPr>
        </p:nvSpPr>
        <p:spPr>
          <a:xfrm>
            <a:off x="294875" y="2500386"/>
            <a:ext cx="1302600" cy="313500"/>
          </a:xfrm>
          <a:prstGeom prst="rect">
            <a:avLst/>
          </a:prstGeom>
        </p:spPr>
        <p:txBody>
          <a:bodyPr anchorCtr="0" anchor="ctr" bIns="36000" lIns="72000" spcFirstLastPara="1" rIns="72000" wrap="square" tIns="36000">
            <a:noAutofit/>
          </a:bodyPr>
          <a:lstStyle/>
          <a:p>
            <a:pPr indent="0" lvl="0" marL="0" rtl="0" algn="l">
              <a:spcBef>
                <a:spcPts val="0"/>
              </a:spcBef>
              <a:spcAft>
                <a:spcPts val="0"/>
              </a:spcAft>
              <a:buNone/>
            </a:pPr>
            <a:r>
              <a:rPr lang="es-419"/>
              <a:t>RF-09</a:t>
            </a:r>
            <a:endParaRPr/>
          </a:p>
        </p:txBody>
      </p:sp>
      <p:sp>
        <p:nvSpPr>
          <p:cNvPr id="17295" name="Google Shape;17295;p300"/>
          <p:cNvSpPr txBox="1"/>
          <p:nvPr>
            <p:ph idx="15" type="subTitle"/>
          </p:nvPr>
        </p:nvSpPr>
        <p:spPr>
          <a:xfrm>
            <a:off x="294875" y="2873973"/>
            <a:ext cx="1302600" cy="313500"/>
          </a:xfrm>
          <a:prstGeom prst="rect">
            <a:avLst/>
          </a:prstGeom>
        </p:spPr>
        <p:txBody>
          <a:bodyPr anchorCtr="0" anchor="ctr" bIns="36000" lIns="72000" spcFirstLastPara="1" rIns="72000" wrap="square" tIns="36000">
            <a:noAutofit/>
          </a:bodyPr>
          <a:lstStyle/>
          <a:p>
            <a:pPr indent="0" lvl="0" marL="0" rtl="0" algn="l">
              <a:spcBef>
                <a:spcPts val="0"/>
              </a:spcBef>
              <a:spcAft>
                <a:spcPts val="0"/>
              </a:spcAft>
              <a:buNone/>
            </a:pPr>
            <a:r>
              <a:rPr lang="es-419"/>
              <a:t>RF-10</a:t>
            </a:r>
            <a:endParaRPr/>
          </a:p>
        </p:txBody>
      </p:sp>
      <p:sp>
        <p:nvSpPr>
          <p:cNvPr id="17296" name="Google Shape;17296;p300"/>
          <p:cNvSpPr txBox="1"/>
          <p:nvPr>
            <p:ph idx="16" type="subTitle"/>
          </p:nvPr>
        </p:nvSpPr>
        <p:spPr>
          <a:xfrm>
            <a:off x="294875" y="3267742"/>
            <a:ext cx="1302600" cy="313500"/>
          </a:xfrm>
          <a:prstGeom prst="rect">
            <a:avLst/>
          </a:prstGeom>
        </p:spPr>
        <p:txBody>
          <a:bodyPr anchorCtr="0" anchor="ctr" bIns="36000" lIns="72000" spcFirstLastPara="1" rIns="72000" wrap="square" tIns="36000">
            <a:noAutofit/>
          </a:bodyPr>
          <a:lstStyle/>
          <a:p>
            <a:pPr indent="0" lvl="0" marL="0" rtl="0" algn="l">
              <a:spcBef>
                <a:spcPts val="0"/>
              </a:spcBef>
              <a:spcAft>
                <a:spcPts val="0"/>
              </a:spcAft>
              <a:buNone/>
            </a:pPr>
            <a:r>
              <a:t/>
            </a:r>
            <a:endParaRPr/>
          </a:p>
        </p:txBody>
      </p:sp>
      <p:sp>
        <p:nvSpPr>
          <p:cNvPr id="17297" name="Google Shape;17297;p300"/>
          <p:cNvSpPr txBox="1"/>
          <p:nvPr>
            <p:ph idx="17" type="subTitle"/>
          </p:nvPr>
        </p:nvSpPr>
        <p:spPr>
          <a:xfrm>
            <a:off x="294875" y="3661511"/>
            <a:ext cx="1302600" cy="313500"/>
          </a:xfrm>
          <a:prstGeom prst="rect">
            <a:avLst/>
          </a:prstGeom>
        </p:spPr>
        <p:txBody>
          <a:bodyPr anchorCtr="0" anchor="ctr" bIns="36000" lIns="72000" spcFirstLastPara="1" rIns="72000" wrap="square" tIns="36000">
            <a:noAutofit/>
          </a:bodyPr>
          <a:lstStyle/>
          <a:p>
            <a:pPr indent="0" lvl="0" marL="0" rtl="0" algn="l">
              <a:spcBef>
                <a:spcPts val="0"/>
              </a:spcBef>
              <a:spcAft>
                <a:spcPts val="0"/>
              </a:spcAft>
              <a:buNone/>
            </a:pPr>
            <a:r>
              <a:t/>
            </a:r>
            <a:endParaRPr/>
          </a:p>
        </p:txBody>
      </p:sp>
      <p:sp>
        <p:nvSpPr>
          <p:cNvPr id="17298" name="Google Shape;17298;p300"/>
          <p:cNvSpPr txBox="1"/>
          <p:nvPr>
            <p:ph idx="18" type="subTitle"/>
          </p:nvPr>
        </p:nvSpPr>
        <p:spPr>
          <a:xfrm>
            <a:off x="1742676" y="4089406"/>
            <a:ext cx="8028600" cy="313500"/>
          </a:xfrm>
          <a:prstGeom prst="rect">
            <a:avLst/>
          </a:prstGeom>
        </p:spPr>
        <p:txBody>
          <a:bodyPr anchorCtr="0" anchor="ctr" bIns="36000" lIns="54000" spcFirstLastPara="1" rIns="36000" wrap="square" tIns="36000">
            <a:noAutofit/>
          </a:bodyPr>
          <a:lstStyle/>
          <a:p>
            <a:pPr indent="0" lvl="0" marL="0" rtl="0" algn="l">
              <a:spcBef>
                <a:spcPts val="0"/>
              </a:spcBef>
              <a:spcAft>
                <a:spcPts val="0"/>
              </a:spcAft>
              <a:buNone/>
            </a:pPr>
            <a:r>
              <a:t/>
            </a:r>
            <a:endParaRPr/>
          </a:p>
        </p:txBody>
      </p:sp>
      <p:sp>
        <p:nvSpPr>
          <p:cNvPr id="17299" name="Google Shape;17299;p300"/>
          <p:cNvSpPr txBox="1"/>
          <p:nvPr>
            <p:ph idx="19" type="subTitle"/>
          </p:nvPr>
        </p:nvSpPr>
        <p:spPr>
          <a:xfrm>
            <a:off x="1742676" y="4489793"/>
            <a:ext cx="8028600" cy="313500"/>
          </a:xfrm>
          <a:prstGeom prst="rect">
            <a:avLst/>
          </a:prstGeom>
        </p:spPr>
        <p:txBody>
          <a:bodyPr anchorCtr="0" anchor="ctr" bIns="36000" lIns="54000" spcFirstLastPara="1" rIns="36000" wrap="square" tIns="36000">
            <a:noAutofit/>
          </a:bodyPr>
          <a:lstStyle/>
          <a:p>
            <a:pPr indent="0" lvl="0" marL="0" rtl="0" algn="l">
              <a:spcBef>
                <a:spcPts val="0"/>
              </a:spcBef>
              <a:spcAft>
                <a:spcPts val="0"/>
              </a:spcAft>
              <a:buNone/>
            </a:pPr>
            <a:r>
              <a:t/>
            </a:r>
            <a:endParaRPr/>
          </a:p>
        </p:txBody>
      </p:sp>
      <p:sp>
        <p:nvSpPr>
          <p:cNvPr id="17300" name="Google Shape;17300;p300"/>
          <p:cNvSpPr txBox="1"/>
          <p:nvPr>
            <p:ph idx="20" type="subTitle"/>
          </p:nvPr>
        </p:nvSpPr>
        <p:spPr>
          <a:xfrm>
            <a:off x="1742676" y="4869999"/>
            <a:ext cx="8028600" cy="313500"/>
          </a:xfrm>
          <a:prstGeom prst="rect">
            <a:avLst/>
          </a:prstGeom>
        </p:spPr>
        <p:txBody>
          <a:bodyPr anchorCtr="0" anchor="ctr" bIns="36000" lIns="54000" spcFirstLastPara="1" rIns="36000" wrap="square" tIns="36000">
            <a:noAutofit/>
          </a:bodyPr>
          <a:lstStyle/>
          <a:p>
            <a:pPr indent="0" lvl="0" marL="0" rtl="0" algn="l">
              <a:spcBef>
                <a:spcPts val="0"/>
              </a:spcBef>
              <a:spcAft>
                <a:spcPts val="0"/>
              </a:spcAft>
              <a:buNone/>
            </a:pPr>
            <a:r>
              <a:t/>
            </a:r>
            <a:endParaRPr/>
          </a:p>
        </p:txBody>
      </p:sp>
      <p:sp>
        <p:nvSpPr>
          <p:cNvPr id="17301" name="Google Shape;17301;p300"/>
          <p:cNvSpPr txBox="1"/>
          <p:nvPr>
            <p:ph idx="21" type="subTitle"/>
          </p:nvPr>
        </p:nvSpPr>
        <p:spPr>
          <a:xfrm>
            <a:off x="1742676" y="5236967"/>
            <a:ext cx="8028600" cy="313500"/>
          </a:xfrm>
          <a:prstGeom prst="rect">
            <a:avLst/>
          </a:prstGeom>
        </p:spPr>
        <p:txBody>
          <a:bodyPr anchorCtr="0" anchor="ctr" bIns="36000" lIns="54000" spcFirstLastPara="1" rIns="36000" wrap="square" tIns="36000">
            <a:noAutofit/>
          </a:bodyPr>
          <a:lstStyle/>
          <a:p>
            <a:pPr indent="0" lvl="0" marL="0" rtl="0" algn="l">
              <a:spcBef>
                <a:spcPts val="0"/>
              </a:spcBef>
              <a:spcAft>
                <a:spcPts val="0"/>
              </a:spcAft>
              <a:buNone/>
            </a:pPr>
            <a:r>
              <a:t/>
            </a:r>
            <a:endParaRPr/>
          </a:p>
        </p:txBody>
      </p:sp>
      <p:sp>
        <p:nvSpPr>
          <p:cNvPr id="17302" name="Google Shape;17302;p300"/>
          <p:cNvSpPr txBox="1"/>
          <p:nvPr>
            <p:ph idx="22" type="subTitle"/>
          </p:nvPr>
        </p:nvSpPr>
        <p:spPr>
          <a:xfrm>
            <a:off x="1742676" y="5624117"/>
            <a:ext cx="8028600" cy="313500"/>
          </a:xfrm>
          <a:prstGeom prst="rect">
            <a:avLst/>
          </a:prstGeom>
        </p:spPr>
        <p:txBody>
          <a:bodyPr anchorCtr="0" anchor="ctr" bIns="36000" lIns="54000" spcFirstLastPara="1" rIns="36000" wrap="square" tIns="36000">
            <a:noAutofit/>
          </a:bodyPr>
          <a:lstStyle/>
          <a:p>
            <a:pPr indent="0" lvl="0" marL="0" rtl="0" algn="l">
              <a:spcBef>
                <a:spcPts val="0"/>
              </a:spcBef>
              <a:spcAft>
                <a:spcPts val="0"/>
              </a:spcAft>
              <a:buNone/>
            </a:pPr>
            <a:r>
              <a:t/>
            </a:r>
            <a:endParaRPr/>
          </a:p>
        </p:txBody>
      </p:sp>
      <p:sp>
        <p:nvSpPr>
          <p:cNvPr id="17303" name="Google Shape;17303;p300"/>
          <p:cNvSpPr txBox="1"/>
          <p:nvPr>
            <p:ph idx="23" type="subTitle"/>
          </p:nvPr>
        </p:nvSpPr>
        <p:spPr>
          <a:xfrm>
            <a:off x="1742676" y="6004323"/>
            <a:ext cx="8028600" cy="313500"/>
          </a:xfrm>
          <a:prstGeom prst="rect">
            <a:avLst/>
          </a:prstGeom>
        </p:spPr>
        <p:txBody>
          <a:bodyPr anchorCtr="0" anchor="ctr" bIns="36000" lIns="54000" spcFirstLastPara="1" rIns="36000" wrap="square" tIns="36000">
            <a:noAutofit/>
          </a:bodyPr>
          <a:lstStyle/>
          <a:p>
            <a:pPr indent="0" lvl="0" marL="0" rtl="0" algn="l">
              <a:spcBef>
                <a:spcPts val="0"/>
              </a:spcBef>
              <a:spcAft>
                <a:spcPts val="0"/>
              </a:spcAft>
              <a:buNone/>
            </a:pPr>
            <a:r>
              <a:t/>
            </a:r>
            <a:endParaRPr/>
          </a:p>
        </p:txBody>
      </p:sp>
      <p:sp>
        <p:nvSpPr>
          <p:cNvPr id="17304" name="Google Shape;17304;p300"/>
          <p:cNvSpPr txBox="1"/>
          <p:nvPr>
            <p:ph idx="24" type="subTitle"/>
          </p:nvPr>
        </p:nvSpPr>
        <p:spPr>
          <a:xfrm>
            <a:off x="1742676" y="6404711"/>
            <a:ext cx="8028600" cy="313500"/>
          </a:xfrm>
          <a:prstGeom prst="rect">
            <a:avLst/>
          </a:prstGeom>
        </p:spPr>
        <p:txBody>
          <a:bodyPr anchorCtr="0" anchor="ctr" bIns="36000" lIns="54000" spcFirstLastPara="1" rIns="36000" wrap="square" tIns="36000">
            <a:noAutofit/>
          </a:bodyPr>
          <a:lstStyle/>
          <a:p>
            <a:pPr indent="0" lvl="0" marL="0" rtl="0" algn="l">
              <a:spcBef>
                <a:spcPts val="0"/>
              </a:spcBef>
              <a:spcAft>
                <a:spcPts val="0"/>
              </a:spcAft>
              <a:buNone/>
            </a:pPr>
            <a:r>
              <a:t/>
            </a:r>
            <a:endParaRPr/>
          </a:p>
        </p:txBody>
      </p:sp>
      <p:sp>
        <p:nvSpPr>
          <p:cNvPr id="17305" name="Google Shape;17305;p300"/>
          <p:cNvSpPr txBox="1"/>
          <p:nvPr>
            <p:ph idx="25" type="subTitle"/>
          </p:nvPr>
        </p:nvSpPr>
        <p:spPr>
          <a:xfrm>
            <a:off x="294875" y="4089406"/>
            <a:ext cx="1302600" cy="313500"/>
          </a:xfrm>
          <a:prstGeom prst="rect">
            <a:avLst/>
          </a:prstGeom>
        </p:spPr>
        <p:txBody>
          <a:bodyPr anchorCtr="0" anchor="ctr" bIns="36000" lIns="72000" spcFirstLastPara="1" rIns="72000" wrap="square" tIns="36000">
            <a:noAutofit/>
          </a:bodyPr>
          <a:lstStyle/>
          <a:p>
            <a:pPr indent="0" lvl="0" marL="0" rtl="0" algn="l">
              <a:spcBef>
                <a:spcPts val="0"/>
              </a:spcBef>
              <a:spcAft>
                <a:spcPts val="0"/>
              </a:spcAft>
              <a:buNone/>
            </a:pPr>
            <a:r>
              <a:t/>
            </a:r>
            <a:endParaRPr/>
          </a:p>
        </p:txBody>
      </p:sp>
      <p:sp>
        <p:nvSpPr>
          <p:cNvPr id="17306" name="Google Shape;17306;p300"/>
          <p:cNvSpPr txBox="1"/>
          <p:nvPr>
            <p:ph idx="26" type="subTitle"/>
          </p:nvPr>
        </p:nvSpPr>
        <p:spPr>
          <a:xfrm>
            <a:off x="294875" y="4483175"/>
            <a:ext cx="1302600" cy="313500"/>
          </a:xfrm>
          <a:prstGeom prst="rect">
            <a:avLst/>
          </a:prstGeom>
        </p:spPr>
        <p:txBody>
          <a:bodyPr anchorCtr="0" anchor="ctr" bIns="36000" lIns="72000" spcFirstLastPara="1" rIns="72000" wrap="square" tIns="36000">
            <a:noAutofit/>
          </a:bodyPr>
          <a:lstStyle/>
          <a:p>
            <a:pPr indent="0" lvl="0" marL="0" rtl="0" algn="l">
              <a:spcBef>
                <a:spcPts val="0"/>
              </a:spcBef>
              <a:spcAft>
                <a:spcPts val="0"/>
              </a:spcAft>
              <a:buNone/>
            </a:pPr>
            <a:r>
              <a:t/>
            </a:r>
            <a:endParaRPr/>
          </a:p>
        </p:txBody>
      </p:sp>
      <p:sp>
        <p:nvSpPr>
          <p:cNvPr id="17307" name="Google Shape;17307;p300"/>
          <p:cNvSpPr txBox="1"/>
          <p:nvPr>
            <p:ph idx="27" type="subTitle"/>
          </p:nvPr>
        </p:nvSpPr>
        <p:spPr>
          <a:xfrm>
            <a:off x="294875" y="4863380"/>
            <a:ext cx="1302600" cy="313500"/>
          </a:xfrm>
          <a:prstGeom prst="rect">
            <a:avLst/>
          </a:prstGeom>
        </p:spPr>
        <p:txBody>
          <a:bodyPr anchorCtr="0" anchor="ctr" bIns="36000" lIns="72000" spcFirstLastPara="1" rIns="72000" wrap="square" tIns="36000">
            <a:noAutofit/>
          </a:bodyPr>
          <a:lstStyle/>
          <a:p>
            <a:pPr indent="0" lvl="0" marL="0" rtl="0" algn="l">
              <a:spcBef>
                <a:spcPts val="0"/>
              </a:spcBef>
              <a:spcAft>
                <a:spcPts val="0"/>
              </a:spcAft>
              <a:buNone/>
            </a:pPr>
            <a:r>
              <a:t/>
            </a:r>
            <a:endParaRPr/>
          </a:p>
        </p:txBody>
      </p:sp>
      <p:sp>
        <p:nvSpPr>
          <p:cNvPr id="17308" name="Google Shape;17308;p300"/>
          <p:cNvSpPr txBox="1"/>
          <p:nvPr>
            <p:ph idx="28" type="subTitle"/>
          </p:nvPr>
        </p:nvSpPr>
        <p:spPr>
          <a:xfrm>
            <a:off x="294875" y="5243586"/>
            <a:ext cx="1302600" cy="313500"/>
          </a:xfrm>
          <a:prstGeom prst="rect">
            <a:avLst/>
          </a:prstGeom>
        </p:spPr>
        <p:txBody>
          <a:bodyPr anchorCtr="0" anchor="ctr" bIns="36000" lIns="72000" spcFirstLastPara="1" rIns="72000" wrap="square" tIns="36000">
            <a:noAutofit/>
          </a:bodyPr>
          <a:lstStyle/>
          <a:p>
            <a:pPr indent="0" lvl="0" marL="0" rtl="0" algn="l">
              <a:spcBef>
                <a:spcPts val="0"/>
              </a:spcBef>
              <a:spcAft>
                <a:spcPts val="0"/>
              </a:spcAft>
              <a:buNone/>
            </a:pPr>
            <a:r>
              <a:t/>
            </a:r>
            <a:endParaRPr/>
          </a:p>
        </p:txBody>
      </p:sp>
      <p:sp>
        <p:nvSpPr>
          <p:cNvPr id="17309" name="Google Shape;17309;p300"/>
          <p:cNvSpPr txBox="1"/>
          <p:nvPr>
            <p:ph idx="29" type="subTitle"/>
          </p:nvPr>
        </p:nvSpPr>
        <p:spPr>
          <a:xfrm>
            <a:off x="294875" y="5617173"/>
            <a:ext cx="1302600" cy="313500"/>
          </a:xfrm>
          <a:prstGeom prst="rect">
            <a:avLst/>
          </a:prstGeom>
        </p:spPr>
        <p:txBody>
          <a:bodyPr anchorCtr="0" anchor="ctr" bIns="36000" lIns="72000" spcFirstLastPara="1" rIns="72000" wrap="square" tIns="36000">
            <a:noAutofit/>
          </a:bodyPr>
          <a:lstStyle/>
          <a:p>
            <a:pPr indent="0" lvl="0" marL="0" rtl="0" algn="l">
              <a:spcBef>
                <a:spcPts val="0"/>
              </a:spcBef>
              <a:spcAft>
                <a:spcPts val="0"/>
              </a:spcAft>
              <a:buNone/>
            </a:pPr>
            <a:r>
              <a:t/>
            </a:r>
            <a:endParaRPr/>
          </a:p>
        </p:txBody>
      </p:sp>
      <p:sp>
        <p:nvSpPr>
          <p:cNvPr id="17310" name="Google Shape;17310;p300"/>
          <p:cNvSpPr txBox="1"/>
          <p:nvPr>
            <p:ph idx="30" type="subTitle"/>
          </p:nvPr>
        </p:nvSpPr>
        <p:spPr>
          <a:xfrm>
            <a:off x="294875" y="6010942"/>
            <a:ext cx="1302600" cy="313500"/>
          </a:xfrm>
          <a:prstGeom prst="rect">
            <a:avLst/>
          </a:prstGeom>
        </p:spPr>
        <p:txBody>
          <a:bodyPr anchorCtr="0" anchor="ctr" bIns="36000" lIns="72000" spcFirstLastPara="1" rIns="72000" wrap="square" tIns="36000">
            <a:noAutofit/>
          </a:bodyPr>
          <a:lstStyle/>
          <a:p>
            <a:pPr indent="0" lvl="0" marL="0" rtl="0" algn="l">
              <a:spcBef>
                <a:spcPts val="0"/>
              </a:spcBef>
              <a:spcAft>
                <a:spcPts val="0"/>
              </a:spcAft>
              <a:buNone/>
            </a:pPr>
            <a:r>
              <a:t/>
            </a:r>
            <a:endParaRPr/>
          </a:p>
        </p:txBody>
      </p:sp>
      <p:sp>
        <p:nvSpPr>
          <p:cNvPr id="17311" name="Google Shape;17311;p300"/>
          <p:cNvSpPr txBox="1"/>
          <p:nvPr>
            <p:ph idx="31" type="subTitle"/>
          </p:nvPr>
        </p:nvSpPr>
        <p:spPr>
          <a:xfrm>
            <a:off x="294875" y="6404711"/>
            <a:ext cx="1302600" cy="313500"/>
          </a:xfrm>
          <a:prstGeom prst="rect">
            <a:avLst/>
          </a:prstGeom>
        </p:spPr>
        <p:txBody>
          <a:bodyPr anchorCtr="0" anchor="ctr" bIns="36000" lIns="72000" spcFirstLastPara="1" rIns="72000" wrap="square" tIns="36000">
            <a:noAutofit/>
          </a:bodyPr>
          <a:lstStyle/>
          <a:p>
            <a:pPr indent="0" lvl="0" marL="0" rtl="0" algn="l">
              <a:spcBef>
                <a:spcPts val="0"/>
              </a:spcBef>
              <a:spcAft>
                <a:spcPts val="0"/>
              </a:spcAft>
              <a:buNone/>
            </a:pPr>
            <a:r>
              <a:t/>
            </a:r>
            <a:endParaRPr/>
          </a:p>
        </p:txBody>
      </p:sp>
      <p:sp>
        <p:nvSpPr>
          <p:cNvPr id="17312" name="Google Shape;17312;p300"/>
          <p:cNvSpPr txBox="1"/>
          <p:nvPr>
            <p:ph type="title"/>
          </p:nvPr>
        </p:nvSpPr>
        <p:spPr>
          <a:xfrm flipH="1">
            <a:off x="4025374" y="387675"/>
            <a:ext cx="5863200" cy="169200"/>
          </a:xfrm>
          <a:prstGeom prst="rect">
            <a:avLst/>
          </a:prstGeom>
        </p:spPr>
        <p:txBody>
          <a:bodyPr anchorCtr="0" anchor="ctr" bIns="0" lIns="0" spcFirstLastPara="1" rIns="0" wrap="square" tIns="0">
            <a:noAutofit/>
          </a:bodyPr>
          <a:lstStyle/>
          <a:p>
            <a:pPr indent="0" lvl="0" marL="0" rtl="0" algn="l">
              <a:spcBef>
                <a:spcPts val="0"/>
              </a:spcBef>
              <a:spcAft>
                <a:spcPts val="0"/>
              </a:spcAft>
              <a:buNone/>
            </a:pPr>
            <a:r>
              <a:t/>
            </a:r>
            <a:endParaRPr/>
          </a:p>
        </p:txBody>
      </p:sp>
      <p:sp>
        <p:nvSpPr>
          <p:cNvPr id="17313" name="Google Shape;17313;p300"/>
          <p:cNvSpPr txBox="1"/>
          <p:nvPr>
            <p:ph idx="32" type="title"/>
          </p:nvPr>
        </p:nvSpPr>
        <p:spPr>
          <a:xfrm flipH="1">
            <a:off x="3208773" y="579550"/>
            <a:ext cx="6679800" cy="169200"/>
          </a:xfrm>
          <a:prstGeom prst="rect">
            <a:avLst/>
          </a:prstGeom>
        </p:spPr>
        <p:txBody>
          <a:bodyPr anchorCtr="0" anchor="ctr" bIns="0" lIns="0" spcFirstLastPara="1" rIns="0" wrap="square" tIns="0">
            <a:noAutofit/>
          </a:bodyPr>
          <a:lstStyle/>
          <a:p>
            <a:pPr indent="0" lvl="0" marL="0" rtl="0" algn="l">
              <a:spcBef>
                <a:spcPts val="0"/>
              </a:spcBef>
              <a:spcAft>
                <a:spcPts val="0"/>
              </a:spcAft>
              <a:buNone/>
            </a:pPr>
            <a:r>
              <a:t/>
            </a:r>
            <a:endParaRPr/>
          </a:p>
        </p:txBody>
      </p:sp>
      <p:sp>
        <p:nvSpPr>
          <p:cNvPr id="17314" name="Google Shape;17314;p300"/>
          <p:cNvSpPr txBox="1"/>
          <p:nvPr>
            <p:ph idx="33" type="body"/>
          </p:nvPr>
        </p:nvSpPr>
        <p:spPr>
          <a:xfrm>
            <a:off x="641150" y="612125"/>
            <a:ext cx="1770300" cy="160500"/>
          </a:xfrm>
          <a:prstGeom prst="rect">
            <a:avLst/>
          </a:prstGeom>
        </p:spPr>
        <p:txBody>
          <a:bodyPr anchorCtr="0" anchor="t" bIns="0" lIns="0" spcFirstLastPara="1" rIns="0" wrap="square" tIns="0">
            <a:noAutofit/>
          </a:bodyPr>
          <a:lstStyle/>
          <a:p>
            <a:pPr indent="0" lvl="0" marL="0" rtl="0" algn="ctr">
              <a:spcBef>
                <a:spcPts val="0"/>
              </a:spcBef>
              <a:spcAft>
                <a:spcPts val="0"/>
              </a:spcAft>
              <a:buNone/>
            </a:pPr>
            <a:r>
              <a:t/>
            </a:r>
            <a:endParaRPr/>
          </a:p>
        </p:txBody>
      </p:sp>
    </p:spTree>
  </p:cSld>
  <p:clrMapOvr>
    <a:masterClrMapping/>
  </p:clrMapOvr>
</p:sld>
</file>

<file path=ppt/slides/slide4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318" name="Shape 17318"/>
        <p:cNvGrpSpPr/>
        <p:nvPr/>
      </p:nvGrpSpPr>
      <p:grpSpPr>
        <a:xfrm>
          <a:off x="0" y="0"/>
          <a:ext cx="0" cy="0"/>
          <a:chOff x="0" y="0"/>
          <a:chExt cx="0" cy="0"/>
        </a:xfrm>
      </p:grpSpPr>
      <p:sp>
        <p:nvSpPr>
          <p:cNvPr id="17319" name="Google Shape;17319;p301"/>
          <p:cNvSpPr txBox="1"/>
          <p:nvPr>
            <p:ph idx="1" type="subTitle"/>
          </p:nvPr>
        </p:nvSpPr>
        <p:spPr>
          <a:xfrm>
            <a:off x="1742676" y="1346206"/>
            <a:ext cx="8028600" cy="313500"/>
          </a:xfrm>
          <a:prstGeom prst="rect">
            <a:avLst/>
          </a:prstGeom>
        </p:spPr>
        <p:txBody>
          <a:bodyPr anchorCtr="0" anchor="ctr" bIns="36000" lIns="54000" spcFirstLastPara="1" rIns="36000" wrap="square" tIns="36000">
            <a:noAutofit/>
          </a:bodyPr>
          <a:lstStyle/>
          <a:p>
            <a:pPr indent="0" lvl="0" marL="0" rtl="0" algn="l">
              <a:spcBef>
                <a:spcPts val="0"/>
              </a:spcBef>
              <a:spcAft>
                <a:spcPts val="0"/>
              </a:spcAft>
              <a:buNone/>
            </a:pPr>
            <a:r>
              <a:rPr lang="es-419" sz="1100">
                <a:solidFill>
                  <a:schemeClr val="dk1"/>
                </a:solidFill>
                <a:latin typeface="Arial"/>
                <a:ea typeface="Arial"/>
                <a:cs typeface="Arial"/>
                <a:sym typeface="Arial"/>
              </a:rPr>
              <a:t>Al seleccionar un cliente, el sistema debe </a:t>
            </a:r>
            <a:r>
              <a:rPr b="1" lang="es-419" sz="1100">
                <a:solidFill>
                  <a:schemeClr val="dk1"/>
                </a:solidFill>
                <a:latin typeface="Arial"/>
                <a:ea typeface="Arial"/>
                <a:cs typeface="Arial"/>
                <a:sym typeface="Arial"/>
              </a:rPr>
              <a:t>desplegar una pestaña o sección dedicada</a:t>
            </a:r>
            <a:r>
              <a:rPr lang="es-419" sz="1100">
                <a:solidFill>
                  <a:schemeClr val="dk1"/>
                </a:solidFill>
                <a:latin typeface="Arial"/>
                <a:ea typeface="Arial"/>
                <a:cs typeface="Arial"/>
                <a:sym typeface="Arial"/>
              </a:rPr>
              <a:t> a su historial de visitas.</a:t>
            </a:r>
            <a:endParaRPr/>
          </a:p>
        </p:txBody>
      </p:sp>
      <p:sp>
        <p:nvSpPr>
          <p:cNvPr id="17320" name="Google Shape;17320;p301"/>
          <p:cNvSpPr txBox="1"/>
          <p:nvPr>
            <p:ph idx="2" type="subTitle"/>
          </p:nvPr>
        </p:nvSpPr>
        <p:spPr>
          <a:xfrm>
            <a:off x="1742676" y="1746593"/>
            <a:ext cx="8028600" cy="313500"/>
          </a:xfrm>
          <a:prstGeom prst="rect">
            <a:avLst/>
          </a:prstGeom>
        </p:spPr>
        <p:txBody>
          <a:bodyPr anchorCtr="0" anchor="ctr" bIns="36000" lIns="54000" spcFirstLastPara="1" rIns="36000" wrap="square" tIns="36000">
            <a:noAutofit/>
          </a:bodyPr>
          <a:lstStyle/>
          <a:p>
            <a:pPr indent="0" lvl="0" marL="0" rtl="0" algn="l">
              <a:spcBef>
                <a:spcPts val="0"/>
              </a:spcBef>
              <a:spcAft>
                <a:spcPts val="0"/>
              </a:spcAft>
              <a:buNone/>
            </a:pPr>
            <a:r>
              <a:rPr lang="es-419" sz="1100">
                <a:solidFill>
                  <a:schemeClr val="dk1"/>
                </a:solidFill>
                <a:latin typeface="Arial"/>
                <a:ea typeface="Arial"/>
                <a:cs typeface="Arial"/>
                <a:sym typeface="Arial"/>
              </a:rPr>
              <a:t>El historial de visitas debe </a:t>
            </a:r>
            <a:r>
              <a:rPr b="1" lang="es-419" sz="1100">
                <a:solidFill>
                  <a:schemeClr val="dk1"/>
                </a:solidFill>
                <a:latin typeface="Arial"/>
                <a:ea typeface="Arial"/>
                <a:cs typeface="Arial"/>
                <a:sym typeface="Arial"/>
              </a:rPr>
              <a:t>poder filtrarse</a:t>
            </a:r>
            <a:r>
              <a:rPr lang="es-419" sz="1100">
                <a:solidFill>
                  <a:schemeClr val="dk1"/>
                </a:solidFill>
                <a:latin typeface="Arial"/>
                <a:ea typeface="Arial"/>
                <a:cs typeface="Arial"/>
                <a:sym typeface="Arial"/>
              </a:rPr>
              <a:t> por servicio, médico o rango de fechas.</a:t>
            </a:r>
            <a:endParaRPr/>
          </a:p>
        </p:txBody>
      </p:sp>
      <p:sp>
        <p:nvSpPr>
          <p:cNvPr id="17321" name="Google Shape;17321;p301"/>
          <p:cNvSpPr txBox="1"/>
          <p:nvPr>
            <p:ph idx="3" type="subTitle"/>
          </p:nvPr>
        </p:nvSpPr>
        <p:spPr>
          <a:xfrm>
            <a:off x="1742676" y="2126799"/>
            <a:ext cx="8028600" cy="313500"/>
          </a:xfrm>
          <a:prstGeom prst="rect">
            <a:avLst/>
          </a:prstGeom>
        </p:spPr>
        <p:txBody>
          <a:bodyPr anchorCtr="0" anchor="ctr" bIns="36000" lIns="54000" spcFirstLastPara="1" rIns="36000" wrap="square" tIns="36000">
            <a:noAutofit/>
          </a:bodyPr>
          <a:lstStyle/>
          <a:p>
            <a:pPr indent="0" lvl="0" marL="0" rtl="0" algn="l">
              <a:spcBef>
                <a:spcPts val="0"/>
              </a:spcBef>
              <a:spcAft>
                <a:spcPts val="0"/>
              </a:spcAft>
              <a:buNone/>
            </a:pPr>
            <a:r>
              <a:rPr lang="es-419" sz="1100">
                <a:solidFill>
                  <a:schemeClr val="dk1"/>
                </a:solidFill>
                <a:latin typeface="Arial"/>
                <a:ea typeface="Arial"/>
                <a:cs typeface="Arial"/>
                <a:sym typeface="Arial"/>
              </a:rPr>
              <a:t>El sistema debe </a:t>
            </a:r>
            <a:r>
              <a:rPr b="1" lang="es-419" sz="1100">
                <a:solidFill>
                  <a:schemeClr val="dk1"/>
                </a:solidFill>
                <a:latin typeface="Arial"/>
                <a:ea typeface="Arial"/>
                <a:cs typeface="Arial"/>
                <a:sym typeface="Arial"/>
              </a:rPr>
              <a:t>mostrar la fecha, hora y servicio</a:t>
            </a:r>
            <a:r>
              <a:rPr lang="es-419" sz="1100">
                <a:solidFill>
                  <a:schemeClr val="dk1"/>
                </a:solidFill>
                <a:latin typeface="Arial"/>
                <a:ea typeface="Arial"/>
                <a:cs typeface="Arial"/>
                <a:sym typeface="Arial"/>
              </a:rPr>
              <a:t> de las últimas 5 visitas realizadas.</a:t>
            </a:r>
            <a:endParaRPr/>
          </a:p>
        </p:txBody>
      </p:sp>
      <p:sp>
        <p:nvSpPr>
          <p:cNvPr id="17322" name="Google Shape;17322;p301"/>
          <p:cNvSpPr txBox="1"/>
          <p:nvPr>
            <p:ph idx="4" type="subTitle"/>
          </p:nvPr>
        </p:nvSpPr>
        <p:spPr>
          <a:xfrm>
            <a:off x="1742676" y="2493767"/>
            <a:ext cx="8028600" cy="313500"/>
          </a:xfrm>
          <a:prstGeom prst="rect">
            <a:avLst/>
          </a:prstGeom>
        </p:spPr>
        <p:txBody>
          <a:bodyPr anchorCtr="0" anchor="ctr" bIns="36000" lIns="54000" spcFirstLastPara="1" rIns="36000" wrap="square" tIns="36000">
            <a:noAutofit/>
          </a:bodyPr>
          <a:lstStyle/>
          <a:p>
            <a:pPr indent="0" lvl="0" marL="0" rtl="0" algn="l">
              <a:spcBef>
                <a:spcPts val="0"/>
              </a:spcBef>
              <a:spcAft>
                <a:spcPts val="0"/>
              </a:spcAft>
              <a:buNone/>
            </a:pPr>
            <a:r>
              <a:rPr lang="es-419" sz="1100">
                <a:solidFill>
                  <a:schemeClr val="dk1"/>
                </a:solidFill>
                <a:latin typeface="Arial"/>
                <a:ea typeface="Arial"/>
                <a:cs typeface="Arial"/>
                <a:sym typeface="Arial"/>
              </a:rPr>
              <a:t>El sistema debe </a:t>
            </a:r>
            <a:r>
              <a:rPr b="1" lang="es-419" sz="1100">
                <a:solidFill>
                  <a:schemeClr val="dk1"/>
                </a:solidFill>
                <a:latin typeface="Arial"/>
                <a:ea typeface="Arial"/>
                <a:cs typeface="Arial"/>
                <a:sym typeface="Arial"/>
              </a:rPr>
              <a:t>indicar si el cliente tiene facturas pendientes</a:t>
            </a:r>
            <a:r>
              <a:rPr lang="es-419" sz="1100">
                <a:solidFill>
                  <a:schemeClr val="dk1"/>
                </a:solidFill>
                <a:latin typeface="Arial"/>
                <a:ea typeface="Arial"/>
                <a:cs typeface="Arial"/>
                <a:sym typeface="Arial"/>
              </a:rPr>
              <a:t> de visitas anteriores en una alerta visible.</a:t>
            </a:r>
            <a:endParaRPr/>
          </a:p>
        </p:txBody>
      </p:sp>
      <p:sp>
        <p:nvSpPr>
          <p:cNvPr id="17323" name="Google Shape;17323;p301"/>
          <p:cNvSpPr txBox="1"/>
          <p:nvPr>
            <p:ph idx="5" type="subTitle"/>
          </p:nvPr>
        </p:nvSpPr>
        <p:spPr>
          <a:xfrm>
            <a:off x="1742676" y="2880917"/>
            <a:ext cx="8028600" cy="313500"/>
          </a:xfrm>
          <a:prstGeom prst="rect">
            <a:avLst/>
          </a:prstGeom>
        </p:spPr>
        <p:txBody>
          <a:bodyPr anchorCtr="0" anchor="ctr" bIns="36000" lIns="54000" spcFirstLastPara="1" rIns="36000" wrap="square" tIns="36000">
            <a:noAutofit/>
          </a:bodyPr>
          <a:lstStyle/>
          <a:p>
            <a:pPr indent="0" lvl="0" marL="0" rtl="0" algn="l">
              <a:spcBef>
                <a:spcPts val="0"/>
              </a:spcBef>
              <a:spcAft>
                <a:spcPts val="0"/>
              </a:spcAft>
              <a:buNone/>
            </a:pPr>
            <a:r>
              <a:rPr lang="es-419" sz="1100">
                <a:solidFill>
                  <a:schemeClr val="dk1"/>
                </a:solidFill>
                <a:latin typeface="Arial"/>
                <a:ea typeface="Arial"/>
                <a:cs typeface="Arial"/>
                <a:sym typeface="Arial"/>
              </a:rPr>
              <a:t>El sistema permitir</a:t>
            </a:r>
            <a:r>
              <a:rPr lang="es-419" sz="1100">
                <a:solidFill>
                  <a:schemeClr val="dk1"/>
                </a:solidFill>
                <a:latin typeface="Arial"/>
                <a:ea typeface="Arial"/>
                <a:cs typeface="Arial"/>
                <a:sym typeface="Arial"/>
              </a:rPr>
              <a:t>debe </a:t>
            </a:r>
            <a:r>
              <a:rPr lang="es-419" sz="1100">
                <a:solidFill>
                  <a:schemeClr val="dk1"/>
                </a:solidFill>
                <a:latin typeface="Arial"/>
                <a:ea typeface="Arial"/>
                <a:cs typeface="Arial"/>
                <a:sym typeface="Arial"/>
              </a:rPr>
              <a:t> al recepcionista </a:t>
            </a:r>
            <a:r>
              <a:rPr b="1" lang="es-419" sz="1100">
                <a:solidFill>
                  <a:schemeClr val="dk1"/>
                </a:solidFill>
                <a:latin typeface="Arial"/>
                <a:ea typeface="Arial"/>
                <a:cs typeface="Arial"/>
                <a:sym typeface="Arial"/>
              </a:rPr>
              <a:t>acceder al estado de la última compra o tratamiento</a:t>
            </a:r>
            <a:r>
              <a:rPr lang="es-419" sz="1100">
                <a:solidFill>
                  <a:schemeClr val="dk1"/>
                </a:solidFill>
                <a:latin typeface="Arial"/>
                <a:ea typeface="Arial"/>
                <a:cs typeface="Arial"/>
                <a:sym typeface="Arial"/>
              </a:rPr>
              <a:t> (ej. en curso, finalizado).</a:t>
            </a:r>
            <a:endParaRPr/>
          </a:p>
        </p:txBody>
      </p:sp>
      <p:sp>
        <p:nvSpPr>
          <p:cNvPr id="17324" name="Google Shape;17324;p301"/>
          <p:cNvSpPr txBox="1"/>
          <p:nvPr>
            <p:ph idx="6" type="subTitle"/>
          </p:nvPr>
        </p:nvSpPr>
        <p:spPr>
          <a:xfrm>
            <a:off x="1742676" y="3261123"/>
            <a:ext cx="8028600" cy="313500"/>
          </a:xfrm>
          <a:prstGeom prst="rect">
            <a:avLst/>
          </a:prstGeom>
        </p:spPr>
        <p:txBody>
          <a:bodyPr anchorCtr="0" anchor="ctr" bIns="36000" lIns="54000" spcFirstLastPara="1" rIns="36000" wrap="square" tIns="36000">
            <a:noAutofit/>
          </a:bodyPr>
          <a:lstStyle/>
          <a:p>
            <a:pPr indent="0" lvl="0" marL="0" rtl="0" algn="l">
              <a:spcBef>
                <a:spcPts val="0"/>
              </a:spcBef>
              <a:spcAft>
                <a:spcPts val="0"/>
              </a:spcAft>
              <a:buNone/>
            </a:pPr>
            <a:r>
              <a:t/>
            </a:r>
            <a:endParaRPr/>
          </a:p>
        </p:txBody>
      </p:sp>
      <p:sp>
        <p:nvSpPr>
          <p:cNvPr id="17325" name="Google Shape;17325;p301"/>
          <p:cNvSpPr txBox="1"/>
          <p:nvPr>
            <p:ph idx="7" type="subTitle"/>
          </p:nvPr>
        </p:nvSpPr>
        <p:spPr>
          <a:xfrm>
            <a:off x="1742676" y="3661511"/>
            <a:ext cx="8028600" cy="313500"/>
          </a:xfrm>
          <a:prstGeom prst="rect">
            <a:avLst/>
          </a:prstGeom>
        </p:spPr>
        <p:txBody>
          <a:bodyPr anchorCtr="0" anchor="ctr" bIns="36000" lIns="54000" spcFirstLastPara="1" rIns="36000" wrap="square" tIns="36000">
            <a:noAutofit/>
          </a:bodyPr>
          <a:lstStyle/>
          <a:p>
            <a:pPr indent="0" lvl="0" marL="0" rtl="0" algn="l">
              <a:spcBef>
                <a:spcPts val="0"/>
              </a:spcBef>
              <a:spcAft>
                <a:spcPts val="0"/>
              </a:spcAft>
              <a:buNone/>
            </a:pPr>
            <a:r>
              <a:t/>
            </a:r>
            <a:endParaRPr/>
          </a:p>
        </p:txBody>
      </p:sp>
      <p:sp>
        <p:nvSpPr>
          <p:cNvPr id="17326" name="Google Shape;17326;p301"/>
          <p:cNvSpPr txBox="1"/>
          <p:nvPr>
            <p:ph idx="8" type="subTitle"/>
          </p:nvPr>
        </p:nvSpPr>
        <p:spPr>
          <a:xfrm>
            <a:off x="294875" y="1346206"/>
            <a:ext cx="1302600" cy="313500"/>
          </a:xfrm>
          <a:prstGeom prst="rect">
            <a:avLst/>
          </a:prstGeom>
        </p:spPr>
        <p:txBody>
          <a:bodyPr anchorCtr="0" anchor="ctr" bIns="36000" lIns="72000" spcFirstLastPara="1" rIns="72000" wrap="square" tIns="36000">
            <a:noAutofit/>
          </a:bodyPr>
          <a:lstStyle/>
          <a:p>
            <a:pPr indent="0" lvl="0" marL="0" rtl="0" algn="l">
              <a:spcBef>
                <a:spcPts val="0"/>
              </a:spcBef>
              <a:spcAft>
                <a:spcPts val="0"/>
              </a:spcAft>
              <a:buNone/>
            </a:pPr>
            <a:r>
              <a:rPr lang="es-419"/>
              <a:t>RF-11</a:t>
            </a:r>
            <a:endParaRPr/>
          </a:p>
        </p:txBody>
      </p:sp>
      <p:sp>
        <p:nvSpPr>
          <p:cNvPr id="17327" name="Google Shape;17327;p301"/>
          <p:cNvSpPr txBox="1"/>
          <p:nvPr>
            <p:ph idx="9" type="subTitle"/>
          </p:nvPr>
        </p:nvSpPr>
        <p:spPr>
          <a:xfrm>
            <a:off x="294875" y="1739975"/>
            <a:ext cx="1302600" cy="313500"/>
          </a:xfrm>
          <a:prstGeom prst="rect">
            <a:avLst/>
          </a:prstGeom>
        </p:spPr>
        <p:txBody>
          <a:bodyPr anchorCtr="0" anchor="ctr" bIns="36000" lIns="72000" spcFirstLastPara="1" rIns="72000" wrap="square" tIns="36000">
            <a:noAutofit/>
          </a:bodyPr>
          <a:lstStyle/>
          <a:p>
            <a:pPr indent="0" lvl="0" marL="0" rtl="0" algn="l">
              <a:spcBef>
                <a:spcPts val="0"/>
              </a:spcBef>
              <a:spcAft>
                <a:spcPts val="0"/>
              </a:spcAft>
              <a:buNone/>
            </a:pPr>
            <a:r>
              <a:rPr lang="es-419"/>
              <a:t>RF-12</a:t>
            </a:r>
            <a:endParaRPr/>
          </a:p>
        </p:txBody>
      </p:sp>
      <p:sp>
        <p:nvSpPr>
          <p:cNvPr id="17328" name="Google Shape;17328;p301"/>
          <p:cNvSpPr txBox="1"/>
          <p:nvPr>
            <p:ph idx="13" type="subTitle"/>
          </p:nvPr>
        </p:nvSpPr>
        <p:spPr>
          <a:xfrm>
            <a:off x="294875" y="2120180"/>
            <a:ext cx="1302600" cy="313500"/>
          </a:xfrm>
          <a:prstGeom prst="rect">
            <a:avLst/>
          </a:prstGeom>
        </p:spPr>
        <p:txBody>
          <a:bodyPr anchorCtr="0" anchor="ctr" bIns="36000" lIns="72000" spcFirstLastPara="1" rIns="72000" wrap="square" tIns="36000">
            <a:noAutofit/>
          </a:bodyPr>
          <a:lstStyle/>
          <a:p>
            <a:pPr indent="0" lvl="0" marL="0" rtl="0" algn="l">
              <a:spcBef>
                <a:spcPts val="0"/>
              </a:spcBef>
              <a:spcAft>
                <a:spcPts val="0"/>
              </a:spcAft>
              <a:buNone/>
            </a:pPr>
            <a:r>
              <a:rPr lang="es-419"/>
              <a:t>RF-13</a:t>
            </a:r>
            <a:endParaRPr/>
          </a:p>
        </p:txBody>
      </p:sp>
      <p:sp>
        <p:nvSpPr>
          <p:cNvPr id="17329" name="Google Shape;17329;p301"/>
          <p:cNvSpPr txBox="1"/>
          <p:nvPr>
            <p:ph idx="14" type="subTitle"/>
          </p:nvPr>
        </p:nvSpPr>
        <p:spPr>
          <a:xfrm>
            <a:off x="294875" y="2500386"/>
            <a:ext cx="1302600" cy="313500"/>
          </a:xfrm>
          <a:prstGeom prst="rect">
            <a:avLst/>
          </a:prstGeom>
        </p:spPr>
        <p:txBody>
          <a:bodyPr anchorCtr="0" anchor="ctr" bIns="36000" lIns="72000" spcFirstLastPara="1" rIns="72000" wrap="square" tIns="36000">
            <a:noAutofit/>
          </a:bodyPr>
          <a:lstStyle/>
          <a:p>
            <a:pPr indent="0" lvl="0" marL="0" rtl="0" algn="l">
              <a:spcBef>
                <a:spcPts val="0"/>
              </a:spcBef>
              <a:spcAft>
                <a:spcPts val="0"/>
              </a:spcAft>
              <a:buNone/>
            </a:pPr>
            <a:r>
              <a:rPr lang="es-419"/>
              <a:t>RF-14</a:t>
            </a:r>
            <a:endParaRPr/>
          </a:p>
        </p:txBody>
      </p:sp>
      <p:sp>
        <p:nvSpPr>
          <p:cNvPr id="17330" name="Google Shape;17330;p301"/>
          <p:cNvSpPr txBox="1"/>
          <p:nvPr>
            <p:ph idx="15" type="subTitle"/>
          </p:nvPr>
        </p:nvSpPr>
        <p:spPr>
          <a:xfrm>
            <a:off x="294875" y="2873973"/>
            <a:ext cx="1302600" cy="313500"/>
          </a:xfrm>
          <a:prstGeom prst="rect">
            <a:avLst/>
          </a:prstGeom>
        </p:spPr>
        <p:txBody>
          <a:bodyPr anchorCtr="0" anchor="ctr" bIns="36000" lIns="72000" spcFirstLastPara="1" rIns="72000" wrap="square" tIns="36000">
            <a:noAutofit/>
          </a:bodyPr>
          <a:lstStyle/>
          <a:p>
            <a:pPr indent="0" lvl="0" marL="0" rtl="0" algn="l">
              <a:spcBef>
                <a:spcPts val="0"/>
              </a:spcBef>
              <a:spcAft>
                <a:spcPts val="0"/>
              </a:spcAft>
              <a:buNone/>
            </a:pPr>
            <a:r>
              <a:rPr lang="es-419"/>
              <a:t>RF-15</a:t>
            </a:r>
            <a:endParaRPr/>
          </a:p>
        </p:txBody>
      </p:sp>
      <p:sp>
        <p:nvSpPr>
          <p:cNvPr id="17331" name="Google Shape;17331;p301"/>
          <p:cNvSpPr txBox="1"/>
          <p:nvPr>
            <p:ph idx="16" type="subTitle"/>
          </p:nvPr>
        </p:nvSpPr>
        <p:spPr>
          <a:xfrm>
            <a:off x="294875" y="3267742"/>
            <a:ext cx="1302600" cy="313500"/>
          </a:xfrm>
          <a:prstGeom prst="rect">
            <a:avLst/>
          </a:prstGeom>
        </p:spPr>
        <p:txBody>
          <a:bodyPr anchorCtr="0" anchor="ctr" bIns="36000" lIns="72000" spcFirstLastPara="1" rIns="72000" wrap="square" tIns="36000">
            <a:noAutofit/>
          </a:bodyPr>
          <a:lstStyle/>
          <a:p>
            <a:pPr indent="0" lvl="0" marL="0" rtl="0" algn="l">
              <a:spcBef>
                <a:spcPts val="0"/>
              </a:spcBef>
              <a:spcAft>
                <a:spcPts val="0"/>
              </a:spcAft>
              <a:buNone/>
            </a:pPr>
            <a:r>
              <a:t/>
            </a:r>
            <a:endParaRPr/>
          </a:p>
        </p:txBody>
      </p:sp>
      <p:sp>
        <p:nvSpPr>
          <p:cNvPr id="17332" name="Google Shape;17332;p301"/>
          <p:cNvSpPr txBox="1"/>
          <p:nvPr>
            <p:ph idx="17" type="subTitle"/>
          </p:nvPr>
        </p:nvSpPr>
        <p:spPr>
          <a:xfrm>
            <a:off x="294875" y="3661511"/>
            <a:ext cx="1302600" cy="313500"/>
          </a:xfrm>
          <a:prstGeom prst="rect">
            <a:avLst/>
          </a:prstGeom>
        </p:spPr>
        <p:txBody>
          <a:bodyPr anchorCtr="0" anchor="ctr" bIns="36000" lIns="72000" spcFirstLastPara="1" rIns="72000" wrap="square" tIns="36000">
            <a:noAutofit/>
          </a:bodyPr>
          <a:lstStyle/>
          <a:p>
            <a:pPr indent="0" lvl="0" marL="0" rtl="0" algn="l">
              <a:spcBef>
                <a:spcPts val="0"/>
              </a:spcBef>
              <a:spcAft>
                <a:spcPts val="0"/>
              </a:spcAft>
              <a:buNone/>
            </a:pPr>
            <a:r>
              <a:t/>
            </a:r>
            <a:endParaRPr/>
          </a:p>
        </p:txBody>
      </p:sp>
      <p:sp>
        <p:nvSpPr>
          <p:cNvPr id="17333" name="Google Shape;17333;p301"/>
          <p:cNvSpPr txBox="1"/>
          <p:nvPr>
            <p:ph idx="18" type="subTitle"/>
          </p:nvPr>
        </p:nvSpPr>
        <p:spPr>
          <a:xfrm>
            <a:off x="1742676" y="4089406"/>
            <a:ext cx="8028600" cy="313500"/>
          </a:xfrm>
          <a:prstGeom prst="rect">
            <a:avLst/>
          </a:prstGeom>
        </p:spPr>
        <p:txBody>
          <a:bodyPr anchorCtr="0" anchor="ctr" bIns="36000" lIns="54000" spcFirstLastPara="1" rIns="36000" wrap="square" tIns="36000">
            <a:noAutofit/>
          </a:bodyPr>
          <a:lstStyle/>
          <a:p>
            <a:pPr indent="0" lvl="0" marL="0" rtl="0" algn="l">
              <a:spcBef>
                <a:spcPts val="0"/>
              </a:spcBef>
              <a:spcAft>
                <a:spcPts val="0"/>
              </a:spcAft>
              <a:buNone/>
            </a:pPr>
            <a:r>
              <a:t/>
            </a:r>
            <a:endParaRPr/>
          </a:p>
        </p:txBody>
      </p:sp>
      <p:sp>
        <p:nvSpPr>
          <p:cNvPr id="17334" name="Google Shape;17334;p301"/>
          <p:cNvSpPr txBox="1"/>
          <p:nvPr>
            <p:ph idx="19" type="subTitle"/>
          </p:nvPr>
        </p:nvSpPr>
        <p:spPr>
          <a:xfrm>
            <a:off x="1742676" y="4489793"/>
            <a:ext cx="8028600" cy="313500"/>
          </a:xfrm>
          <a:prstGeom prst="rect">
            <a:avLst/>
          </a:prstGeom>
        </p:spPr>
        <p:txBody>
          <a:bodyPr anchorCtr="0" anchor="ctr" bIns="36000" lIns="54000" spcFirstLastPara="1" rIns="36000" wrap="square" tIns="36000">
            <a:noAutofit/>
          </a:bodyPr>
          <a:lstStyle/>
          <a:p>
            <a:pPr indent="0" lvl="0" marL="0" rtl="0" algn="l">
              <a:spcBef>
                <a:spcPts val="0"/>
              </a:spcBef>
              <a:spcAft>
                <a:spcPts val="0"/>
              </a:spcAft>
              <a:buNone/>
            </a:pPr>
            <a:r>
              <a:t/>
            </a:r>
            <a:endParaRPr/>
          </a:p>
        </p:txBody>
      </p:sp>
      <p:sp>
        <p:nvSpPr>
          <p:cNvPr id="17335" name="Google Shape;17335;p301"/>
          <p:cNvSpPr txBox="1"/>
          <p:nvPr>
            <p:ph idx="20" type="subTitle"/>
          </p:nvPr>
        </p:nvSpPr>
        <p:spPr>
          <a:xfrm>
            <a:off x="1742676" y="4869999"/>
            <a:ext cx="8028600" cy="313500"/>
          </a:xfrm>
          <a:prstGeom prst="rect">
            <a:avLst/>
          </a:prstGeom>
        </p:spPr>
        <p:txBody>
          <a:bodyPr anchorCtr="0" anchor="ctr" bIns="36000" lIns="54000" spcFirstLastPara="1" rIns="36000" wrap="square" tIns="36000">
            <a:noAutofit/>
          </a:bodyPr>
          <a:lstStyle/>
          <a:p>
            <a:pPr indent="0" lvl="0" marL="0" rtl="0" algn="l">
              <a:spcBef>
                <a:spcPts val="0"/>
              </a:spcBef>
              <a:spcAft>
                <a:spcPts val="0"/>
              </a:spcAft>
              <a:buNone/>
            </a:pPr>
            <a:r>
              <a:t/>
            </a:r>
            <a:endParaRPr/>
          </a:p>
        </p:txBody>
      </p:sp>
      <p:sp>
        <p:nvSpPr>
          <p:cNvPr id="17336" name="Google Shape;17336;p301"/>
          <p:cNvSpPr txBox="1"/>
          <p:nvPr>
            <p:ph idx="21" type="subTitle"/>
          </p:nvPr>
        </p:nvSpPr>
        <p:spPr>
          <a:xfrm>
            <a:off x="1742676" y="5236967"/>
            <a:ext cx="8028600" cy="313500"/>
          </a:xfrm>
          <a:prstGeom prst="rect">
            <a:avLst/>
          </a:prstGeom>
        </p:spPr>
        <p:txBody>
          <a:bodyPr anchorCtr="0" anchor="ctr" bIns="36000" lIns="54000" spcFirstLastPara="1" rIns="36000" wrap="square" tIns="36000">
            <a:noAutofit/>
          </a:bodyPr>
          <a:lstStyle/>
          <a:p>
            <a:pPr indent="0" lvl="0" marL="0" rtl="0" algn="l">
              <a:spcBef>
                <a:spcPts val="0"/>
              </a:spcBef>
              <a:spcAft>
                <a:spcPts val="0"/>
              </a:spcAft>
              <a:buNone/>
            </a:pPr>
            <a:r>
              <a:t/>
            </a:r>
            <a:endParaRPr/>
          </a:p>
        </p:txBody>
      </p:sp>
      <p:sp>
        <p:nvSpPr>
          <p:cNvPr id="17337" name="Google Shape;17337;p301"/>
          <p:cNvSpPr txBox="1"/>
          <p:nvPr>
            <p:ph idx="22" type="subTitle"/>
          </p:nvPr>
        </p:nvSpPr>
        <p:spPr>
          <a:xfrm>
            <a:off x="1742676" y="5624117"/>
            <a:ext cx="8028600" cy="313500"/>
          </a:xfrm>
          <a:prstGeom prst="rect">
            <a:avLst/>
          </a:prstGeom>
        </p:spPr>
        <p:txBody>
          <a:bodyPr anchorCtr="0" anchor="ctr" bIns="36000" lIns="54000" spcFirstLastPara="1" rIns="36000" wrap="square" tIns="36000">
            <a:noAutofit/>
          </a:bodyPr>
          <a:lstStyle/>
          <a:p>
            <a:pPr indent="0" lvl="0" marL="0" rtl="0" algn="l">
              <a:spcBef>
                <a:spcPts val="0"/>
              </a:spcBef>
              <a:spcAft>
                <a:spcPts val="0"/>
              </a:spcAft>
              <a:buNone/>
            </a:pPr>
            <a:r>
              <a:t/>
            </a:r>
            <a:endParaRPr/>
          </a:p>
        </p:txBody>
      </p:sp>
      <p:sp>
        <p:nvSpPr>
          <p:cNvPr id="17338" name="Google Shape;17338;p301"/>
          <p:cNvSpPr txBox="1"/>
          <p:nvPr>
            <p:ph idx="23" type="subTitle"/>
          </p:nvPr>
        </p:nvSpPr>
        <p:spPr>
          <a:xfrm>
            <a:off x="1742676" y="6004323"/>
            <a:ext cx="8028600" cy="313500"/>
          </a:xfrm>
          <a:prstGeom prst="rect">
            <a:avLst/>
          </a:prstGeom>
        </p:spPr>
        <p:txBody>
          <a:bodyPr anchorCtr="0" anchor="ctr" bIns="36000" lIns="54000" spcFirstLastPara="1" rIns="36000" wrap="square" tIns="36000">
            <a:noAutofit/>
          </a:bodyPr>
          <a:lstStyle/>
          <a:p>
            <a:pPr indent="0" lvl="0" marL="0" rtl="0" algn="l">
              <a:spcBef>
                <a:spcPts val="0"/>
              </a:spcBef>
              <a:spcAft>
                <a:spcPts val="0"/>
              </a:spcAft>
              <a:buNone/>
            </a:pPr>
            <a:r>
              <a:t/>
            </a:r>
            <a:endParaRPr/>
          </a:p>
        </p:txBody>
      </p:sp>
      <p:sp>
        <p:nvSpPr>
          <p:cNvPr id="17339" name="Google Shape;17339;p301"/>
          <p:cNvSpPr txBox="1"/>
          <p:nvPr>
            <p:ph idx="24" type="subTitle"/>
          </p:nvPr>
        </p:nvSpPr>
        <p:spPr>
          <a:xfrm>
            <a:off x="1742676" y="6404711"/>
            <a:ext cx="8028600" cy="313500"/>
          </a:xfrm>
          <a:prstGeom prst="rect">
            <a:avLst/>
          </a:prstGeom>
        </p:spPr>
        <p:txBody>
          <a:bodyPr anchorCtr="0" anchor="ctr" bIns="36000" lIns="54000" spcFirstLastPara="1" rIns="36000" wrap="square" tIns="36000">
            <a:noAutofit/>
          </a:bodyPr>
          <a:lstStyle/>
          <a:p>
            <a:pPr indent="0" lvl="0" marL="0" rtl="0" algn="l">
              <a:spcBef>
                <a:spcPts val="0"/>
              </a:spcBef>
              <a:spcAft>
                <a:spcPts val="0"/>
              </a:spcAft>
              <a:buNone/>
            </a:pPr>
            <a:r>
              <a:t/>
            </a:r>
            <a:endParaRPr/>
          </a:p>
        </p:txBody>
      </p:sp>
      <p:sp>
        <p:nvSpPr>
          <p:cNvPr id="17340" name="Google Shape;17340;p301"/>
          <p:cNvSpPr txBox="1"/>
          <p:nvPr>
            <p:ph idx="25" type="subTitle"/>
          </p:nvPr>
        </p:nvSpPr>
        <p:spPr>
          <a:xfrm>
            <a:off x="294875" y="4089406"/>
            <a:ext cx="1302600" cy="313500"/>
          </a:xfrm>
          <a:prstGeom prst="rect">
            <a:avLst/>
          </a:prstGeom>
        </p:spPr>
        <p:txBody>
          <a:bodyPr anchorCtr="0" anchor="ctr" bIns="36000" lIns="72000" spcFirstLastPara="1" rIns="72000" wrap="square" tIns="36000">
            <a:noAutofit/>
          </a:bodyPr>
          <a:lstStyle/>
          <a:p>
            <a:pPr indent="0" lvl="0" marL="0" rtl="0" algn="l">
              <a:spcBef>
                <a:spcPts val="0"/>
              </a:spcBef>
              <a:spcAft>
                <a:spcPts val="0"/>
              </a:spcAft>
              <a:buNone/>
            </a:pPr>
            <a:r>
              <a:t/>
            </a:r>
            <a:endParaRPr/>
          </a:p>
        </p:txBody>
      </p:sp>
      <p:sp>
        <p:nvSpPr>
          <p:cNvPr id="17341" name="Google Shape;17341;p301"/>
          <p:cNvSpPr txBox="1"/>
          <p:nvPr>
            <p:ph idx="26" type="subTitle"/>
          </p:nvPr>
        </p:nvSpPr>
        <p:spPr>
          <a:xfrm>
            <a:off x="294875" y="4483175"/>
            <a:ext cx="1302600" cy="313500"/>
          </a:xfrm>
          <a:prstGeom prst="rect">
            <a:avLst/>
          </a:prstGeom>
        </p:spPr>
        <p:txBody>
          <a:bodyPr anchorCtr="0" anchor="ctr" bIns="36000" lIns="72000" spcFirstLastPara="1" rIns="72000" wrap="square" tIns="36000">
            <a:noAutofit/>
          </a:bodyPr>
          <a:lstStyle/>
          <a:p>
            <a:pPr indent="0" lvl="0" marL="0" rtl="0" algn="l">
              <a:spcBef>
                <a:spcPts val="0"/>
              </a:spcBef>
              <a:spcAft>
                <a:spcPts val="0"/>
              </a:spcAft>
              <a:buNone/>
            </a:pPr>
            <a:r>
              <a:t/>
            </a:r>
            <a:endParaRPr/>
          </a:p>
        </p:txBody>
      </p:sp>
      <p:sp>
        <p:nvSpPr>
          <p:cNvPr id="17342" name="Google Shape;17342;p301"/>
          <p:cNvSpPr txBox="1"/>
          <p:nvPr>
            <p:ph idx="27" type="subTitle"/>
          </p:nvPr>
        </p:nvSpPr>
        <p:spPr>
          <a:xfrm>
            <a:off x="294875" y="4863380"/>
            <a:ext cx="1302600" cy="313500"/>
          </a:xfrm>
          <a:prstGeom prst="rect">
            <a:avLst/>
          </a:prstGeom>
        </p:spPr>
        <p:txBody>
          <a:bodyPr anchorCtr="0" anchor="ctr" bIns="36000" lIns="72000" spcFirstLastPara="1" rIns="72000" wrap="square" tIns="36000">
            <a:noAutofit/>
          </a:bodyPr>
          <a:lstStyle/>
          <a:p>
            <a:pPr indent="0" lvl="0" marL="0" rtl="0" algn="l">
              <a:spcBef>
                <a:spcPts val="0"/>
              </a:spcBef>
              <a:spcAft>
                <a:spcPts val="0"/>
              </a:spcAft>
              <a:buNone/>
            </a:pPr>
            <a:r>
              <a:t/>
            </a:r>
            <a:endParaRPr/>
          </a:p>
        </p:txBody>
      </p:sp>
      <p:sp>
        <p:nvSpPr>
          <p:cNvPr id="17343" name="Google Shape;17343;p301"/>
          <p:cNvSpPr txBox="1"/>
          <p:nvPr>
            <p:ph idx="28" type="subTitle"/>
          </p:nvPr>
        </p:nvSpPr>
        <p:spPr>
          <a:xfrm>
            <a:off x="294875" y="5243586"/>
            <a:ext cx="1302600" cy="313500"/>
          </a:xfrm>
          <a:prstGeom prst="rect">
            <a:avLst/>
          </a:prstGeom>
        </p:spPr>
        <p:txBody>
          <a:bodyPr anchorCtr="0" anchor="ctr" bIns="36000" lIns="72000" spcFirstLastPara="1" rIns="72000" wrap="square" tIns="36000">
            <a:noAutofit/>
          </a:bodyPr>
          <a:lstStyle/>
          <a:p>
            <a:pPr indent="0" lvl="0" marL="0" rtl="0" algn="l">
              <a:spcBef>
                <a:spcPts val="0"/>
              </a:spcBef>
              <a:spcAft>
                <a:spcPts val="0"/>
              </a:spcAft>
              <a:buNone/>
            </a:pPr>
            <a:r>
              <a:t/>
            </a:r>
            <a:endParaRPr/>
          </a:p>
        </p:txBody>
      </p:sp>
      <p:sp>
        <p:nvSpPr>
          <p:cNvPr id="17344" name="Google Shape;17344;p301"/>
          <p:cNvSpPr txBox="1"/>
          <p:nvPr>
            <p:ph idx="29" type="subTitle"/>
          </p:nvPr>
        </p:nvSpPr>
        <p:spPr>
          <a:xfrm>
            <a:off x="294875" y="5617173"/>
            <a:ext cx="1302600" cy="313500"/>
          </a:xfrm>
          <a:prstGeom prst="rect">
            <a:avLst/>
          </a:prstGeom>
        </p:spPr>
        <p:txBody>
          <a:bodyPr anchorCtr="0" anchor="ctr" bIns="36000" lIns="72000" spcFirstLastPara="1" rIns="72000" wrap="square" tIns="36000">
            <a:noAutofit/>
          </a:bodyPr>
          <a:lstStyle/>
          <a:p>
            <a:pPr indent="0" lvl="0" marL="0" rtl="0" algn="l">
              <a:spcBef>
                <a:spcPts val="0"/>
              </a:spcBef>
              <a:spcAft>
                <a:spcPts val="0"/>
              </a:spcAft>
              <a:buNone/>
            </a:pPr>
            <a:r>
              <a:t/>
            </a:r>
            <a:endParaRPr/>
          </a:p>
        </p:txBody>
      </p:sp>
      <p:sp>
        <p:nvSpPr>
          <p:cNvPr id="17345" name="Google Shape;17345;p301"/>
          <p:cNvSpPr txBox="1"/>
          <p:nvPr>
            <p:ph idx="30" type="subTitle"/>
          </p:nvPr>
        </p:nvSpPr>
        <p:spPr>
          <a:xfrm>
            <a:off x="294875" y="6010942"/>
            <a:ext cx="1302600" cy="313500"/>
          </a:xfrm>
          <a:prstGeom prst="rect">
            <a:avLst/>
          </a:prstGeom>
        </p:spPr>
        <p:txBody>
          <a:bodyPr anchorCtr="0" anchor="ctr" bIns="36000" lIns="72000" spcFirstLastPara="1" rIns="72000" wrap="square" tIns="36000">
            <a:noAutofit/>
          </a:bodyPr>
          <a:lstStyle/>
          <a:p>
            <a:pPr indent="0" lvl="0" marL="0" rtl="0" algn="l">
              <a:spcBef>
                <a:spcPts val="0"/>
              </a:spcBef>
              <a:spcAft>
                <a:spcPts val="0"/>
              </a:spcAft>
              <a:buNone/>
            </a:pPr>
            <a:r>
              <a:t/>
            </a:r>
            <a:endParaRPr/>
          </a:p>
        </p:txBody>
      </p:sp>
      <p:sp>
        <p:nvSpPr>
          <p:cNvPr id="17346" name="Google Shape;17346;p301"/>
          <p:cNvSpPr txBox="1"/>
          <p:nvPr>
            <p:ph idx="31" type="subTitle"/>
          </p:nvPr>
        </p:nvSpPr>
        <p:spPr>
          <a:xfrm>
            <a:off x="294875" y="6404711"/>
            <a:ext cx="1302600" cy="313500"/>
          </a:xfrm>
          <a:prstGeom prst="rect">
            <a:avLst/>
          </a:prstGeom>
        </p:spPr>
        <p:txBody>
          <a:bodyPr anchorCtr="0" anchor="ctr" bIns="36000" lIns="72000" spcFirstLastPara="1" rIns="72000" wrap="square" tIns="36000">
            <a:noAutofit/>
          </a:bodyPr>
          <a:lstStyle/>
          <a:p>
            <a:pPr indent="0" lvl="0" marL="0" rtl="0" algn="l">
              <a:spcBef>
                <a:spcPts val="0"/>
              </a:spcBef>
              <a:spcAft>
                <a:spcPts val="0"/>
              </a:spcAft>
              <a:buNone/>
            </a:pPr>
            <a:r>
              <a:t/>
            </a:r>
            <a:endParaRPr/>
          </a:p>
        </p:txBody>
      </p:sp>
      <p:sp>
        <p:nvSpPr>
          <p:cNvPr id="17347" name="Google Shape;17347;p301"/>
          <p:cNvSpPr txBox="1"/>
          <p:nvPr>
            <p:ph type="title"/>
          </p:nvPr>
        </p:nvSpPr>
        <p:spPr>
          <a:xfrm flipH="1">
            <a:off x="4025374" y="387675"/>
            <a:ext cx="5863200" cy="169200"/>
          </a:xfrm>
          <a:prstGeom prst="rect">
            <a:avLst/>
          </a:prstGeom>
        </p:spPr>
        <p:txBody>
          <a:bodyPr anchorCtr="0" anchor="ctr" bIns="0" lIns="0" spcFirstLastPara="1" rIns="0" wrap="square" tIns="0">
            <a:noAutofit/>
          </a:bodyPr>
          <a:lstStyle/>
          <a:p>
            <a:pPr indent="0" lvl="0" marL="0" rtl="0" algn="l">
              <a:spcBef>
                <a:spcPts val="0"/>
              </a:spcBef>
              <a:spcAft>
                <a:spcPts val="0"/>
              </a:spcAft>
              <a:buNone/>
            </a:pPr>
            <a:r>
              <a:t/>
            </a:r>
            <a:endParaRPr/>
          </a:p>
        </p:txBody>
      </p:sp>
      <p:sp>
        <p:nvSpPr>
          <p:cNvPr id="17348" name="Google Shape;17348;p301"/>
          <p:cNvSpPr txBox="1"/>
          <p:nvPr>
            <p:ph idx="32" type="title"/>
          </p:nvPr>
        </p:nvSpPr>
        <p:spPr>
          <a:xfrm flipH="1">
            <a:off x="3208773" y="579550"/>
            <a:ext cx="6679800" cy="169200"/>
          </a:xfrm>
          <a:prstGeom prst="rect">
            <a:avLst/>
          </a:prstGeom>
        </p:spPr>
        <p:txBody>
          <a:bodyPr anchorCtr="0" anchor="ctr" bIns="0" lIns="0" spcFirstLastPara="1" rIns="0" wrap="square" tIns="0">
            <a:noAutofit/>
          </a:bodyPr>
          <a:lstStyle/>
          <a:p>
            <a:pPr indent="0" lvl="0" marL="0" rtl="0" algn="l">
              <a:spcBef>
                <a:spcPts val="0"/>
              </a:spcBef>
              <a:spcAft>
                <a:spcPts val="0"/>
              </a:spcAft>
              <a:buNone/>
            </a:pPr>
            <a:r>
              <a:t/>
            </a:r>
            <a:endParaRPr/>
          </a:p>
        </p:txBody>
      </p:sp>
      <p:sp>
        <p:nvSpPr>
          <p:cNvPr id="17349" name="Google Shape;17349;p301"/>
          <p:cNvSpPr txBox="1"/>
          <p:nvPr>
            <p:ph idx="33" type="body"/>
          </p:nvPr>
        </p:nvSpPr>
        <p:spPr>
          <a:xfrm>
            <a:off x="641150" y="612125"/>
            <a:ext cx="1770300" cy="160500"/>
          </a:xfrm>
          <a:prstGeom prst="rect">
            <a:avLst/>
          </a:prstGeom>
        </p:spPr>
        <p:txBody>
          <a:bodyPr anchorCtr="0" anchor="t" bIns="0" lIns="0" spcFirstLastPara="1" rIns="0" wrap="square" tIns="0">
            <a:noAutofit/>
          </a:bodyPr>
          <a:lstStyle/>
          <a:p>
            <a:pPr indent="0" lvl="0" marL="0" rtl="0" algn="ctr">
              <a:spcBef>
                <a:spcPts val="0"/>
              </a:spcBef>
              <a:spcAft>
                <a:spcPts val="0"/>
              </a:spcAft>
              <a:buNone/>
            </a:pPr>
            <a:r>
              <a:t/>
            </a:r>
            <a:endParaRPr/>
          </a:p>
        </p:txBody>
      </p:sp>
    </p:spTree>
  </p:cSld>
  <p:clrMapOvr>
    <a:masterClrMapping/>
  </p:clrMapOvr>
</p:sld>
</file>

<file path=ppt/slides/slide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353" name="Shape 17353"/>
        <p:cNvGrpSpPr/>
        <p:nvPr/>
      </p:nvGrpSpPr>
      <p:grpSpPr>
        <a:xfrm>
          <a:off x="0" y="0"/>
          <a:ext cx="0" cy="0"/>
          <a:chOff x="0" y="0"/>
          <a:chExt cx="0" cy="0"/>
        </a:xfrm>
      </p:grpSpPr>
      <p:sp>
        <p:nvSpPr>
          <p:cNvPr id="17354" name="Google Shape;17354;p302"/>
          <p:cNvSpPr txBox="1"/>
          <p:nvPr>
            <p:ph idx="1" type="subTitle"/>
          </p:nvPr>
        </p:nvSpPr>
        <p:spPr>
          <a:xfrm>
            <a:off x="1742676" y="1346206"/>
            <a:ext cx="8028600" cy="313500"/>
          </a:xfrm>
          <a:prstGeom prst="rect">
            <a:avLst/>
          </a:prstGeom>
        </p:spPr>
        <p:txBody>
          <a:bodyPr anchorCtr="0" anchor="ctr" bIns="36000" lIns="54000" spcFirstLastPara="1" rIns="36000" wrap="square" tIns="36000">
            <a:noAutofit/>
          </a:bodyPr>
          <a:lstStyle/>
          <a:p>
            <a:pPr indent="0" lvl="0" marL="0" rtl="0" algn="l">
              <a:spcBef>
                <a:spcPts val="0"/>
              </a:spcBef>
              <a:spcAft>
                <a:spcPts val="0"/>
              </a:spcAft>
              <a:buNone/>
            </a:pPr>
            <a:r>
              <a:rPr lang="es-419" sz="1100">
                <a:solidFill>
                  <a:schemeClr val="dk1"/>
                </a:solidFill>
                <a:latin typeface="Arial"/>
                <a:ea typeface="Arial"/>
                <a:cs typeface="Arial"/>
                <a:sym typeface="Arial"/>
              </a:rPr>
              <a:t>El sistema debe </a:t>
            </a:r>
            <a:r>
              <a:rPr b="1" lang="es-419" sz="1100">
                <a:solidFill>
                  <a:schemeClr val="dk1"/>
                </a:solidFill>
                <a:latin typeface="Arial"/>
                <a:ea typeface="Arial"/>
                <a:cs typeface="Arial"/>
                <a:sym typeface="Arial"/>
              </a:rPr>
              <a:t>enviar una notificación digital</a:t>
            </a:r>
            <a:r>
              <a:rPr lang="es-419" sz="1100">
                <a:solidFill>
                  <a:schemeClr val="dk1"/>
                </a:solidFill>
                <a:latin typeface="Arial"/>
                <a:ea typeface="Arial"/>
                <a:cs typeface="Arial"/>
                <a:sym typeface="Arial"/>
              </a:rPr>
              <a:t> (ej. </a:t>
            </a:r>
            <a:r>
              <a:rPr i="1" lang="es-419" sz="1100">
                <a:solidFill>
                  <a:schemeClr val="dk1"/>
                </a:solidFill>
                <a:latin typeface="Arial"/>
                <a:ea typeface="Arial"/>
                <a:cs typeface="Arial"/>
                <a:sym typeface="Arial"/>
              </a:rPr>
              <a:t>pop-up</a:t>
            </a:r>
            <a:r>
              <a:rPr lang="es-419" sz="1100">
                <a:solidFill>
                  <a:schemeClr val="dk1"/>
                </a:solidFill>
                <a:latin typeface="Arial"/>
                <a:ea typeface="Arial"/>
                <a:cs typeface="Arial"/>
                <a:sym typeface="Arial"/>
              </a:rPr>
              <a:t> o mensaje) al médico/asesor al registrarse la llegada del cliente.</a:t>
            </a:r>
            <a:endParaRPr/>
          </a:p>
        </p:txBody>
      </p:sp>
      <p:sp>
        <p:nvSpPr>
          <p:cNvPr id="17355" name="Google Shape;17355;p302"/>
          <p:cNvSpPr txBox="1"/>
          <p:nvPr>
            <p:ph idx="2" type="subTitle"/>
          </p:nvPr>
        </p:nvSpPr>
        <p:spPr>
          <a:xfrm>
            <a:off x="1742676" y="1746593"/>
            <a:ext cx="8028600" cy="313500"/>
          </a:xfrm>
          <a:prstGeom prst="rect">
            <a:avLst/>
          </a:prstGeom>
        </p:spPr>
        <p:txBody>
          <a:bodyPr anchorCtr="0" anchor="ctr" bIns="36000" lIns="54000" spcFirstLastPara="1" rIns="36000" wrap="square" tIns="36000">
            <a:noAutofit/>
          </a:bodyPr>
          <a:lstStyle/>
          <a:p>
            <a:pPr indent="0" lvl="0" marL="0" rtl="0" algn="l">
              <a:spcBef>
                <a:spcPts val="0"/>
              </a:spcBef>
              <a:spcAft>
                <a:spcPts val="0"/>
              </a:spcAft>
              <a:buNone/>
            </a:pPr>
            <a:r>
              <a:rPr lang="es-419" sz="1100">
                <a:solidFill>
                  <a:schemeClr val="dk1"/>
                </a:solidFill>
                <a:latin typeface="Arial"/>
                <a:ea typeface="Arial"/>
                <a:cs typeface="Arial"/>
                <a:sym typeface="Arial"/>
              </a:rPr>
              <a:t>La notificación debe incluir el </a:t>
            </a:r>
            <a:r>
              <a:rPr b="1" lang="es-419" sz="1100">
                <a:solidFill>
                  <a:schemeClr val="dk1"/>
                </a:solidFill>
                <a:latin typeface="Arial"/>
                <a:ea typeface="Arial"/>
                <a:cs typeface="Arial"/>
                <a:sym typeface="Arial"/>
              </a:rPr>
              <a:t>nombre del cliente, el motivo de la cita y la hora</a:t>
            </a:r>
            <a:r>
              <a:rPr lang="es-419" sz="1100">
                <a:solidFill>
                  <a:schemeClr val="dk1"/>
                </a:solidFill>
                <a:latin typeface="Arial"/>
                <a:ea typeface="Arial"/>
                <a:cs typeface="Arial"/>
                <a:sym typeface="Arial"/>
              </a:rPr>
              <a:t> de registro de llegada.</a:t>
            </a:r>
            <a:endParaRPr/>
          </a:p>
        </p:txBody>
      </p:sp>
      <p:sp>
        <p:nvSpPr>
          <p:cNvPr id="17356" name="Google Shape;17356;p302"/>
          <p:cNvSpPr txBox="1"/>
          <p:nvPr>
            <p:ph idx="3" type="subTitle"/>
          </p:nvPr>
        </p:nvSpPr>
        <p:spPr>
          <a:xfrm>
            <a:off x="1742676" y="2126799"/>
            <a:ext cx="8028600" cy="313500"/>
          </a:xfrm>
          <a:prstGeom prst="rect">
            <a:avLst/>
          </a:prstGeom>
        </p:spPr>
        <p:txBody>
          <a:bodyPr anchorCtr="0" anchor="ctr" bIns="36000" lIns="54000" spcFirstLastPara="1" rIns="36000" wrap="square" tIns="36000">
            <a:noAutofit/>
          </a:bodyPr>
          <a:lstStyle/>
          <a:p>
            <a:pPr indent="0" lvl="0" marL="0" rtl="0" algn="l">
              <a:spcBef>
                <a:spcPts val="0"/>
              </a:spcBef>
              <a:spcAft>
                <a:spcPts val="0"/>
              </a:spcAft>
              <a:buNone/>
            </a:pPr>
            <a:r>
              <a:rPr lang="es-419" sz="1100">
                <a:solidFill>
                  <a:schemeClr val="dk1"/>
                </a:solidFill>
                <a:latin typeface="Arial"/>
                <a:ea typeface="Arial"/>
                <a:cs typeface="Arial"/>
                <a:sym typeface="Arial"/>
              </a:rPr>
              <a:t> El sistema debe permitir al médico/asesor </a:t>
            </a:r>
            <a:r>
              <a:rPr b="1" lang="es-419" sz="1100">
                <a:solidFill>
                  <a:schemeClr val="dk1"/>
                </a:solidFill>
                <a:latin typeface="Arial"/>
                <a:ea typeface="Arial"/>
                <a:cs typeface="Arial"/>
                <a:sym typeface="Arial"/>
              </a:rPr>
              <a:t>confirmar la recepción de la notificación</a:t>
            </a:r>
            <a:r>
              <a:rPr lang="es-419" sz="1100">
                <a:solidFill>
                  <a:schemeClr val="dk1"/>
                </a:solidFill>
                <a:latin typeface="Arial"/>
                <a:ea typeface="Arial"/>
                <a:cs typeface="Arial"/>
                <a:sym typeface="Arial"/>
              </a:rPr>
              <a:t>.</a:t>
            </a:r>
            <a:endParaRPr/>
          </a:p>
        </p:txBody>
      </p:sp>
      <p:sp>
        <p:nvSpPr>
          <p:cNvPr id="17357" name="Google Shape;17357;p302"/>
          <p:cNvSpPr txBox="1"/>
          <p:nvPr>
            <p:ph idx="4" type="subTitle"/>
          </p:nvPr>
        </p:nvSpPr>
        <p:spPr>
          <a:xfrm>
            <a:off x="1742676" y="2493767"/>
            <a:ext cx="8028600" cy="313500"/>
          </a:xfrm>
          <a:prstGeom prst="rect">
            <a:avLst/>
          </a:prstGeom>
        </p:spPr>
        <p:txBody>
          <a:bodyPr anchorCtr="0" anchor="ctr" bIns="36000" lIns="54000" spcFirstLastPara="1" rIns="36000" wrap="square" tIns="36000">
            <a:noAutofit/>
          </a:bodyPr>
          <a:lstStyle/>
          <a:p>
            <a:pPr indent="0" lvl="0" marL="0" rtl="0" algn="l">
              <a:spcBef>
                <a:spcPts val="0"/>
              </a:spcBef>
              <a:spcAft>
                <a:spcPts val="0"/>
              </a:spcAft>
              <a:buNone/>
            </a:pPr>
            <a:r>
              <a:rPr lang="es-419" sz="1100">
                <a:solidFill>
                  <a:schemeClr val="dk1"/>
                </a:solidFill>
                <a:latin typeface="Arial"/>
                <a:ea typeface="Arial"/>
                <a:cs typeface="Arial"/>
                <a:sym typeface="Arial"/>
              </a:rPr>
              <a:t>Si el cliente es una cita, la notificación debe </a:t>
            </a:r>
            <a:r>
              <a:rPr b="1" lang="es-419" sz="1100">
                <a:solidFill>
                  <a:schemeClr val="dk1"/>
                </a:solidFill>
                <a:latin typeface="Arial"/>
                <a:ea typeface="Arial"/>
                <a:cs typeface="Arial"/>
                <a:sym typeface="Arial"/>
              </a:rPr>
              <a:t>incluir el número de consultorio</a:t>
            </a:r>
            <a:r>
              <a:rPr lang="es-419" sz="1100">
                <a:solidFill>
                  <a:schemeClr val="dk1"/>
                </a:solidFill>
                <a:latin typeface="Arial"/>
                <a:ea typeface="Arial"/>
                <a:cs typeface="Arial"/>
                <a:sym typeface="Arial"/>
              </a:rPr>
              <a:t> asignado.</a:t>
            </a:r>
            <a:endParaRPr/>
          </a:p>
        </p:txBody>
      </p:sp>
      <p:sp>
        <p:nvSpPr>
          <p:cNvPr id="17358" name="Google Shape;17358;p302"/>
          <p:cNvSpPr txBox="1"/>
          <p:nvPr>
            <p:ph idx="5" type="subTitle"/>
          </p:nvPr>
        </p:nvSpPr>
        <p:spPr>
          <a:xfrm>
            <a:off x="1742676" y="2880917"/>
            <a:ext cx="8028600" cy="313500"/>
          </a:xfrm>
          <a:prstGeom prst="rect">
            <a:avLst/>
          </a:prstGeom>
        </p:spPr>
        <p:txBody>
          <a:bodyPr anchorCtr="0" anchor="ctr" bIns="36000" lIns="54000" spcFirstLastPara="1" rIns="36000" wrap="square" tIns="36000">
            <a:noAutofit/>
          </a:bodyPr>
          <a:lstStyle/>
          <a:p>
            <a:pPr indent="0" lvl="0" marL="0" rtl="0" algn="l">
              <a:spcBef>
                <a:spcPts val="0"/>
              </a:spcBef>
              <a:spcAft>
                <a:spcPts val="0"/>
              </a:spcAft>
              <a:buNone/>
            </a:pPr>
            <a:r>
              <a:rPr lang="es-419" sz="1100">
                <a:solidFill>
                  <a:schemeClr val="dk1"/>
                </a:solidFill>
                <a:latin typeface="Arial"/>
                <a:ea typeface="Arial"/>
                <a:cs typeface="Arial"/>
                <a:sym typeface="Arial"/>
              </a:rPr>
              <a:t>El sistema debe </a:t>
            </a:r>
            <a:r>
              <a:rPr b="1" lang="es-419" sz="1100">
                <a:solidFill>
                  <a:schemeClr val="dk1"/>
                </a:solidFill>
                <a:latin typeface="Arial"/>
                <a:ea typeface="Arial"/>
                <a:cs typeface="Arial"/>
                <a:sym typeface="Arial"/>
              </a:rPr>
              <a:t>mantener un registro de tiempo</a:t>
            </a:r>
            <a:r>
              <a:rPr lang="es-419" sz="1100">
                <a:solidFill>
                  <a:schemeClr val="dk1"/>
                </a:solidFill>
                <a:latin typeface="Arial"/>
                <a:ea typeface="Arial"/>
                <a:cs typeface="Arial"/>
                <a:sym typeface="Arial"/>
              </a:rPr>
              <a:t> entre la llegada del cliente y la recepción de la notificación por el asesor.</a:t>
            </a:r>
            <a:endParaRPr/>
          </a:p>
        </p:txBody>
      </p:sp>
      <p:sp>
        <p:nvSpPr>
          <p:cNvPr id="17359" name="Google Shape;17359;p302"/>
          <p:cNvSpPr txBox="1"/>
          <p:nvPr>
            <p:ph idx="6" type="subTitle"/>
          </p:nvPr>
        </p:nvSpPr>
        <p:spPr>
          <a:xfrm>
            <a:off x="1742676" y="3261123"/>
            <a:ext cx="8028600" cy="313500"/>
          </a:xfrm>
          <a:prstGeom prst="rect">
            <a:avLst/>
          </a:prstGeom>
        </p:spPr>
        <p:txBody>
          <a:bodyPr anchorCtr="0" anchor="ctr" bIns="36000" lIns="54000" spcFirstLastPara="1" rIns="36000" wrap="square" tIns="36000">
            <a:noAutofit/>
          </a:bodyPr>
          <a:lstStyle/>
          <a:p>
            <a:pPr indent="0" lvl="0" marL="0" rtl="0" algn="l">
              <a:spcBef>
                <a:spcPts val="0"/>
              </a:spcBef>
              <a:spcAft>
                <a:spcPts val="0"/>
              </a:spcAft>
              <a:buNone/>
            </a:pPr>
            <a:r>
              <a:t/>
            </a:r>
            <a:endParaRPr/>
          </a:p>
        </p:txBody>
      </p:sp>
      <p:sp>
        <p:nvSpPr>
          <p:cNvPr id="17360" name="Google Shape;17360;p302"/>
          <p:cNvSpPr txBox="1"/>
          <p:nvPr>
            <p:ph idx="7" type="subTitle"/>
          </p:nvPr>
        </p:nvSpPr>
        <p:spPr>
          <a:xfrm>
            <a:off x="1742676" y="3641336"/>
            <a:ext cx="8028600" cy="313500"/>
          </a:xfrm>
          <a:prstGeom prst="rect">
            <a:avLst/>
          </a:prstGeom>
        </p:spPr>
        <p:txBody>
          <a:bodyPr anchorCtr="0" anchor="ctr" bIns="36000" lIns="54000" spcFirstLastPara="1" rIns="36000" wrap="square" tIns="36000">
            <a:noAutofit/>
          </a:bodyPr>
          <a:lstStyle/>
          <a:p>
            <a:pPr indent="0" lvl="0" marL="0" rtl="0" algn="l">
              <a:spcBef>
                <a:spcPts val="0"/>
              </a:spcBef>
              <a:spcAft>
                <a:spcPts val="0"/>
              </a:spcAft>
              <a:buNone/>
            </a:pPr>
            <a:r>
              <a:t/>
            </a:r>
            <a:endParaRPr/>
          </a:p>
        </p:txBody>
      </p:sp>
      <p:sp>
        <p:nvSpPr>
          <p:cNvPr id="17361" name="Google Shape;17361;p302"/>
          <p:cNvSpPr txBox="1"/>
          <p:nvPr>
            <p:ph idx="8" type="subTitle"/>
          </p:nvPr>
        </p:nvSpPr>
        <p:spPr>
          <a:xfrm>
            <a:off x="294875" y="1346206"/>
            <a:ext cx="1302600" cy="313500"/>
          </a:xfrm>
          <a:prstGeom prst="rect">
            <a:avLst/>
          </a:prstGeom>
        </p:spPr>
        <p:txBody>
          <a:bodyPr anchorCtr="0" anchor="ctr" bIns="36000" lIns="72000" spcFirstLastPara="1" rIns="72000" wrap="square" tIns="36000">
            <a:noAutofit/>
          </a:bodyPr>
          <a:lstStyle/>
          <a:p>
            <a:pPr indent="0" lvl="0" marL="0" rtl="0" algn="l">
              <a:spcBef>
                <a:spcPts val="0"/>
              </a:spcBef>
              <a:spcAft>
                <a:spcPts val="0"/>
              </a:spcAft>
              <a:buNone/>
            </a:pPr>
            <a:r>
              <a:rPr lang="es-419"/>
              <a:t>RF-16</a:t>
            </a:r>
            <a:endParaRPr/>
          </a:p>
        </p:txBody>
      </p:sp>
      <p:sp>
        <p:nvSpPr>
          <p:cNvPr id="17362" name="Google Shape;17362;p302"/>
          <p:cNvSpPr txBox="1"/>
          <p:nvPr>
            <p:ph idx="9" type="subTitle"/>
          </p:nvPr>
        </p:nvSpPr>
        <p:spPr>
          <a:xfrm>
            <a:off x="294875" y="1739975"/>
            <a:ext cx="1302600" cy="313500"/>
          </a:xfrm>
          <a:prstGeom prst="rect">
            <a:avLst/>
          </a:prstGeom>
        </p:spPr>
        <p:txBody>
          <a:bodyPr anchorCtr="0" anchor="ctr" bIns="36000" lIns="72000" spcFirstLastPara="1" rIns="72000" wrap="square" tIns="36000">
            <a:noAutofit/>
          </a:bodyPr>
          <a:lstStyle/>
          <a:p>
            <a:pPr indent="0" lvl="0" marL="0" rtl="0" algn="l">
              <a:spcBef>
                <a:spcPts val="0"/>
              </a:spcBef>
              <a:spcAft>
                <a:spcPts val="0"/>
              </a:spcAft>
              <a:buNone/>
            </a:pPr>
            <a:r>
              <a:rPr lang="es-419"/>
              <a:t>RF-17</a:t>
            </a:r>
            <a:endParaRPr/>
          </a:p>
        </p:txBody>
      </p:sp>
      <p:sp>
        <p:nvSpPr>
          <p:cNvPr id="17363" name="Google Shape;17363;p302"/>
          <p:cNvSpPr txBox="1"/>
          <p:nvPr>
            <p:ph idx="13" type="subTitle"/>
          </p:nvPr>
        </p:nvSpPr>
        <p:spPr>
          <a:xfrm>
            <a:off x="294875" y="2120180"/>
            <a:ext cx="1302600" cy="313500"/>
          </a:xfrm>
          <a:prstGeom prst="rect">
            <a:avLst/>
          </a:prstGeom>
        </p:spPr>
        <p:txBody>
          <a:bodyPr anchorCtr="0" anchor="ctr" bIns="36000" lIns="72000" spcFirstLastPara="1" rIns="72000" wrap="square" tIns="36000">
            <a:noAutofit/>
          </a:bodyPr>
          <a:lstStyle/>
          <a:p>
            <a:pPr indent="0" lvl="0" marL="0" rtl="0" algn="l">
              <a:spcBef>
                <a:spcPts val="0"/>
              </a:spcBef>
              <a:spcAft>
                <a:spcPts val="0"/>
              </a:spcAft>
              <a:buNone/>
            </a:pPr>
            <a:r>
              <a:rPr lang="es-419"/>
              <a:t>RF-18</a:t>
            </a:r>
            <a:endParaRPr/>
          </a:p>
        </p:txBody>
      </p:sp>
      <p:sp>
        <p:nvSpPr>
          <p:cNvPr id="17364" name="Google Shape;17364;p302"/>
          <p:cNvSpPr txBox="1"/>
          <p:nvPr>
            <p:ph idx="14" type="subTitle"/>
          </p:nvPr>
        </p:nvSpPr>
        <p:spPr>
          <a:xfrm>
            <a:off x="294875" y="2500386"/>
            <a:ext cx="1302600" cy="313500"/>
          </a:xfrm>
          <a:prstGeom prst="rect">
            <a:avLst/>
          </a:prstGeom>
        </p:spPr>
        <p:txBody>
          <a:bodyPr anchorCtr="0" anchor="ctr" bIns="36000" lIns="72000" spcFirstLastPara="1" rIns="72000" wrap="square" tIns="36000">
            <a:noAutofit/>
          </a:bodyPr>
          <a:lstStyle/>
          <a:p>
            <a:pPr indent="0" lvl="0" marL="0" rtl="0" algn="l">
              <a:spcBef>
                <a:spcPts val="0"/>
              </a:spcBef>
              <a:spcAft>
                <a:spcPts val="0"/>
              </a:spcAft>
              <a:buNone/>
            </a:pPr>
            <a:r>
              <a:rPr lang="es-419"/>
              <a:t>RF-19</a:t>
            </a:r>
            <a:endParaRPr/>
          </a:p>
        </p:txBody>
      </p:sp>
      <p:sp>
        <p:nvSpPr>
          <p:cNvPr id="17365" name="Google Shape;17365;p302"/>
          <p:cNvSpPr txBox="1"/>
          <p:nvPr>
            <p:ph idx="15" type="subTitle"/>
          </p:nvPr>
        </p:nvSpPr>
        <p:spPr>
          <a:xfrm>
            <a:off x="294875" y="2873973"/>
            <a:ext cx="1302600" cy="313500"/>
          </a:xfrm>
          <a:prstGeom prst="rect">
            <a:avLst/>
          </a:prstGeom>
        </p:spPr>
        <p:txBody>
          <a:bodyPr anchorCtr="0" anchor="ctr" bIns="36000" lIns="72000" spcFirstLastPara="1" rIns="72000" wrap="square" tIns="36000">
            <a:noAutofit/>
          </a:bodyPr>
          <a:lstStyle/>
          <a:p>
            <a:pPr indent="0" lvl="0" marL="0" rtl="0" algn="l">
              <a:spcBef>
                <a:spcPts val="0"/>
              </a:spcBef>
              <a:spcAft>
                <a:spcPts val="0"/>
              </a:spcAft>
              <a:buNone/>
            </a:pPr>
            <a:r>
              <a:rPr lang="es-419"/>
              <a:t>RF-20</a:t>
            </a:r>
            <a:endParaRPr/>
          </a:p>
        </p:txBody>
      </p:sp>
      <p:sp>
        <p:nvSpPr>
          <p:cNvPr id="17366" name="Google Shape;17366;p302"/>
          <p:cNvSpPr txBox="1"/>
          <p:nvPr>
            <p:ph idx="16" type="subTitle"/>
          </p:nvPr>
        </p:nvSpPr>
        <p:spPr>
          <a:xfrm>
            <a:off x="294875" y="3267742"/>
            <a:ext cx="1302600" cy="313500"/>
          </a:xfrm>
          <a:prstGeom prst="rect">
            <a:avLst/>
          </a:prstGeom>
        </p:spPr>
        <p:txBody>
          <a:bodyPr anchorCtr="0" anchor="ctr" bIns="36000" lIns="72000" spcFirstLastPara="1" rIns="72000" wrap="square" tIns="36000">
            <a:noAutofit/>
          </a:bodyPr>
          <a:lstStyle/>
          <a:p>
            <a:pPr indent="0" lvl="0" marL="0" rtl="0" algn="l">
              <a:spcBef>
                <a:spcPts val="0"/>
              </a:spcBef>
              <a:spcAft>
                <a:spcPts val="0"/>
              </a:spcAft>
              <a:buNone/>
            </a:pPr>
            <a:r>
              <a:t/>
            </a:r>
            <a:endParaRPr/>
          </a:p>
        </p:txBody>
      </p:sp>
      <p:sp>
        <p:nvSpPr>
          <p:cNvPr id="17367" name="Google Shape;17367;p302"/>
          <p:cNvSpPr txBox="1"/>
          <p:nvPr>
            <p:ph idx="17" type="subTitle"/>
          </p:nvPr>
        </p:nvSpPr>
        <p:spPr>
          <a:xfrm>
            <a:off x="294875" y="3661511"/>
            <a:ext cx="1302600" cy="313500"/>
          </a:xfrm>
          <a:prstGeom prst="rect">
            <a:avLst/>
          </a:prstGeom>
        </p:spPr>
        <p:txBody>
          <a:bodyPr anchorCtr="0" anchor="ctr" bIns="36000" lIns="72000" spcFirstLastPara="1" rIns="72000" wrap="square" tIns="36000">
            <a:noAutofit/>
          </a:bodyPr>
          <a:lstStyle/>
          <a:p>
            <a:pPr indent="0" lvl="0" marL="0" rtl="0" algn="l">
              <a:spcBef>
                <a:spcPts val="0"/>
              </a:spcBef>
              <a:spcAft>
                <a:spcPts val="0"/>
              </a:spcAft>
              <a:buNone/>
            </a:pPr>
            <a:r>
              <a:t/>
            </a:r>
            <a:endParaRPr/>
          </a:p>
        </p:txBody>
      </p:sp>
      <p:sp>
        <p:nvSpPr>
          <p:cNvPr id="17368" name="Google Shape;17368;p302"/>
          <p:cNvSpPr txBox="1"/>
          <p:nvPr>
            <p:ph idx="18" type="subTitle"/>
          </p:nvPr>
        </p:nvSpPr>
        <p:spPr>
          <a:xfrm>
            <a:off x="1742676" y="4075656"/>
            <a:ext cx="8028600" cy="313500"/>
          </a:xfrm>
          <a:prstGeom prst="rect">
            <a:avLst/>
          </a:prstGeom>
        </p:spPr>
        <p:txBody>
          <a:bodyPr anchorCtr="0" anchor="ctr" bIns="36000" lIns="54000" spcFirstLastPara="1" rIns="36000" wrap="square" tIns="36000">
            <a:noAutofit/>
          </a:bodyPr>
          <a:lstStyle/>
          <a:p>
            <a:pPr indent="0" lvl="0" marL="0" rtl="0" algn="l">
              <a:spcBef>
                <a:spcPts val="0"/>
              </a:spcBef>
              <a:spcAft>
                <a:spcPts val="0"/>
              </a:spcAft>
              <a:buNone/>
            </a:pPr>
            <a:r>
              <a:t/>
            </a:r>
            <a:endParaRPr/>
          </a:p>
        </p:txBody>
      </p:sp>
      <p:sp>
        <p:nvSpPr>
          <p:cNvPr id="17369" name="Google Shape;17369;p302"/>
          <p:cNvSpPr txBox="1"/>
          <p:nvPr>
            <p:ph idx="19" type="subTitle"/>
          </p:nvPr>
        </p:nvSpPr>
        <p:spPr>
          <a:xfrm>
            <a:off x="1742676" y="4489793"/>
            <a:ext cx="8028600" cy="313500"/>
          </a:xfrm>
          <a:prstGeom prst="rect">
            <a:avLst/>
          </a:prstGeom>
        </p:spPr>
        <p:txBody>
          <a:bodyPr anchorCtr="0" anchor="ctr" bIns="36000" lIns="54000" spcFirstLastPara="1" rIns="36000" wrap="square" tIns="36000">
            <a:noAutofit/>
          </a:bodyPr>
          <a:lstStyle/>
          <a:p>
            <a:pPr indent="0" lvl="0" marL="0" rtl="0" algn="l">
              <a:spcBef>
                <a:spcPts val="0"/>
              </a:spcBef>
              <a:spcAft>
                <a:spcPts val="0"/>
              </a:spcAft>
              <a:buNone/>
            </a:pPr>
            <a:r>
              <a:t/>
            </a:r>
            <a:endParaRPr/>
          </a:p>
        </p:txBody>
      </p:sp>
      <p:sp>
        <p:nvSpPr>
          <p:cNvPr id="17370" name="Google Shape;17370;p302"/>
          <p:cNvSpPr txBox="1"/>
          <p:nvPr>
            <p:ph idx="20" type="subTitle"/>
          </p:nvPr>
        </p:nvSpPr>
        <p:spPr>
          <a:xfrm>
            <a:off x="1742676" y="4869999"/>
            <a:ext cx="8028600" cy="313500"/>
          </a:xfrm>
          <a:prstGeom prst="rect">
            <a:avLst/>
          </a:prstGeom>
        </p:spPr>
        <p:txBody>
          <a:bodyPr anchorCtr="0" anchor="ctr" bIns="36000" lIns="54000" spcFirstLastPara="1" rIns="36000" wrap="square" tIns="36000">
            <a:noAutofit/>
          </a:bodyPr>
          <a:lstStyle/>
          <a:p>
            <a:pPr indent="0" lvl="0" marL="0" rtl="0" algn="l">
              <a:spcBef>
                <a:spcPts val="0"/>
              </a:spcBef>
              <a:spcAft>
                <a:spcPts val="0"/>
              </a:spcAft>
              <a:buNone/>
            </a:pPr>
            <a:r>
              <a:t/>
            </a:r>
            <a:endParaRPr/>
          </a:p>
        </p:txBody>
      </p:sp>
      <p:sp>
        <p:nvSpPr>
          <p:cNvPr id="17371" name="Google Shape;17371;p302"/>
          <p:cNvSpPr txBox="1"/>
          <p:nvPr>
            <p:ph idx="21" type="subTitle"/>
          </p:nvPr>
        </p:nvSpPr>
        <p:spPr>
          <a:xfrm>
            <a:off x="1742676" y="5236967"/>
            <a:ext cx="8028600" cy="313500"/>
          </a:xfrm>
          <a:prstGeom prst="rect">
            <a:avLst/>
          </a:prstGeom>
        </p:spPr>
        <p:txBody>
          <a:bodyPr anchorCtr="0" anchor="ctr" bIns="36000" lIns="54000" spcFirstLastPara="1" rIns="36000" wrap="square" tIns="36000">
            <a:noAutofit/>
          </a:bodyPr>
          <a:lstStyle/>
          <a:p>
            <a:pPr indent="0" lvl="0" marL="0" rtl="0" algn="l">
              <a:spcBef>
                <a:spcPts val="0"/>
              </a:spcBef>
              <a:spcAft>
                <a:spcPts val="0"/>
              </a:spcAft>
              <a:buNone/>
            </a:pPr>
            <a:r>
              <a:t/>
            </a:r>
            <a:endParaRPr/>
          </a:p>
        </p:txBody>
      </p:sp>
      <p:sp>
        <p:nvSpPr>
          <p:cNvPr id="17372" name="Google Shape;17372;p302"/>
          <p:cNvSpPr txBox="1"/>
          <p:nvPr>
            <p:ph idx="22" type="subTitle"/>
          </p:nvPr>
        </p:nvSpPr>
        <p:spPr>
          <a:xfrm>
            <a:off x="1742676" y="5624117"/>
            <a:ext cx="8028600" cy="313500"/>
          </a:xfrm>
          <a:prstGeom prst="rect">
            <a:avLst/>
          </a:prstGeom>
        </p:spPr>
        <p:txBody>
          <a:bodyPr anchorCtr="0" anchor="ctr" bIns="36000" lIns="54000" spcFirstLastPara="1" rIns="36000" wrap="square" tIns="36000">
            <a:noAutofit/>
          </a:bodyPr>
          <a:lstStyle/>
          <a:p>
            <a:pPr indent="0" lvl="0" marL="0" rtl="0" algn="l">
              <a:spcBef>
                <a:spcPts val="0"/>
              </a:spcBef>
              <a:spcAft>
                <a:spcPts val="0"/>
              </a:spcAft>
              <a:buNone/>
            </a:pPr>
            <a:r>
              <a:t/>
            </a:r>
            <a:endParaRPr/>
          </a:p>
        </p:txBody>
      </p:sp>
      <p:sp>
        <p:nvSpPr>
          <p:cNvPr id="17373" name="Google Shape;17373;p302"/>
          <p:cNvSpPr txBox="1"/>
          <p:nvPr>
            <p:ph idx="23" type="subTitle"/>
          </p:nvPr>
        </p:nvSpPr>
        <p:spPr>
          <a:xfrm>
            <a:off x="1742676" y="6004323"/>
            <a:ext cx="8028600" cy="313500"/>
          </a:xfrm>
          <a:prstGeom prst="rect">
            <a:avLst/>
          </a:prstGeom>
        </p:spPr>
        <p:txBody>
          <a:bodyPr anchorCtr="0" anchor="ctr" bIns="36000" lIns="54000" spcFirstLastPara="1" rIns="36000" wrap="square" tIns="36000">
            <a:noAutofit/>
          </a:bodyPr>
          <a:lstStyle/>
          <a:p>
            <a:pPr indent="0" lvl="0" marL="0" rtl="0" algn="l">
              <a:spcBef>
                <a:spcPts val="0"/>
              </a:spcBef>
              <a:spcAft>
                <a:spcPts val="0"/>
              </a:spcAft>
              <a:buNone/>
            </a:pPr>
            <a:r>
              <a:t/>
            </a:r>
            <a:endParaRPr/>
          </a:p>
        </p:txBody>
      </p:sp>
      <p:sp>
        <p:nvSpPr>
          <p:cNvPr id="17374" name="Google Shape;17374;p302"/>
          <p:cNvSpPr txBox="1"/>
          <p:nvPr>
            <p:ph idx="24" type="subTitle"/>
          </p:nvPr>
        </p:nvSpPr>
        <p:spPr>
          <a:xfrm>
            <a:off x="1742676" y="6404711"/>
            <a:ext cx="8028600" cy="313500"/>
          </a:xfrm>
          <a:prstGeom prst="rect">
            <a:avLst/>
          </a:prstGeom>
        </p:spPr>
        <p:txBody>
          <a:bodyPr anchorCtr="0" anchor="ctr" bIns="36000" lIns="54000" spcFirstLastPara="1" rIns="36000" wrap="square" tIns="36000">
            <a:noAutofit/>
          </a:bodyPr>
          <a:lstStyle/>
          <a:p>
            <a:pPr indent="0" lvl="0" marL="0" rtl="0" algn="l">
              <a:spcBef>
                <a:spcPts val="0"/>
              </a:spcBef>
              <a:spcAft>
                <a:spcPts val="0"/>
              </a:spcAft>
              <a:buNone/>
            </a:pPr>
            <a:r>
              <a:t/>
            </a:r>
            <a:endParaRPr/>
          </a:p>
        </p:txBody>
      </p:sp>
      <p:sp>
        <p:nvSpPr>
          <p:cNvPr id="17375" name="Google Shape;17375;p302"/>
          <p:cNvSpPr txBox="1"/>
          <p:nvPr>
            <p:ph idx="25" type="subTitle"/>
          </p:nvPr>
        </p:nvSpPr>
        <p:spPr>
          <a:xfrm>
            <a:off x="294875" y="4089406"/>
            <a:ext cx="1302600" cy="313500"/>
          </a:xfrm>
          <a:prstGeom prst="rect">
            <a:avLst/>
          </a:prstGeom>
        </p:spPr>
        <p:txBody>
          <a:bodyPr anchorCtr="0" anchor="ctr" bIns="36000" lIns="72000" spcFirstLastPara="1" rIns="72000" wrap="square" tIns="36000">
            <a:noAutofit/>
          </a:bodyPr>
          <a:lstStyle/>
          <a:p>
            <a:pPr indent="0" lvl="0" marL="0" rtl="0" algn="l">
              <a:spcBef>
                <a:spcPts val="0"/>
              </a:spcBef>
              <a:spcAft>
                <a:spcPts val="0"/>
              </a:spcAft>
              <a:buNone/>
            </a:pPr>
            <a:r>
              <a:t/>
            </a:r>
            <a:endParaRPr/>
          </a:p>
        </p:txBody>
      </p:sp>
      <p:sp>
        <p:nvSpPr>
          <p:cNvPr id="17376" name="Google Shape;17376;p302"/>
          <p:cNvSpPr txBox="1"/>
          <p:nvPr>
            <p:ph idx="26" type="subTitle"/>
          </p:nvPr>
        </p:nvSpPr>
        <p:spPr>
          <a:xfrm>
            <a:off x="294875" y="4483175"/>
            <a:ext cx="1302600" cy="313500"/>
          </a:xfrm>
          <a:prstGeom prst="rect">
            <a:avLst/>
          </a:prstGeom>
        </p:spPr>
        <p:txBody>
          <a:bodyPr anchorCtr="0" anchor="ctr" bIns="36000" lIns="72000" spcFirstLastPara="1" rIns="72000" wrap="square" tIns="36000">
            <a:noAutofit/>
          </a:bodyPr>
          <a:lstStyle/>
          <a:p>
            <a:pPr indent="0" lvl="0" marL="0" rtl="0" algn="l">
              <a:spcBef>
                <a:spcPts val="0"/>
              </a:spcBef>
              <a:spcAft>
                <a:spcPts val="0"/>
              </a:spcAft>
              <a:buNone/>
            </a:pPr>
            <a:r>
              <a:t/>
            </a:r>
            <a:endParaRPr/>
          </a:p>
        </p:txBody>
      </p:sp>
      <p:sp>
        <p:nvSpPr>
          <p:cNvPr id="17377" name="Google Shape;17377;p302"/>
          <p:cNvSpPr txBox="1"/>
          <p:nvPr>
            <p:ph idx="27" type="subTitle"/>
          </p:nvPr>
        </p:nvSpPr>
        <p:spPr>
          <a:xfrm>
            <a:off x="294875" y="4863380"/>
            <a:ext cx="1302600" cy="313500"/>
          </a:xfrm>
          <a:prstGeom prst="rect">
            <a:avLst/>
          </a:prstGeom>
        </p:spPr>
        <p:txBody>
          <a:bodyPr anchorCtr="0" anchor="ctr" bIns="36000" lIns="72000" spcFirstLastPara="1" rIns="72000" wrap="square" tIns="36000">
            <a:noAutofit/>
          </a:bodyPr>
          <a:lstStyle/>
          <a:p>
            <a:pPr indent="0" lvl="0" marL="0" rtl="0" algn="l">
              <a:spcBef>
                <a:spcPts val="0"/>
              </a:spcBef>
              <a:spcAft>
                <a:spcPts val="0"/>
              </a:spcAft>
              <a:buNone/>
            </a:pPr>
            <a:r>
              <a:t/>
            </a:r>
            <a:endParaRPr/>
          </a:p>
        </p:txBody>
      </p:sp>
      <p:sp>
        <p:nvSpPr>
          <p:cNvPr id="17378" name="Google Shape;17378;p302"/>
          <p:cNvSpPr txBox="1"/>
          <p:nvPr>
            <p:ph idx="28" type="subTitle"/>
          </p:nvPr>
        </p:nvSpPr>
        <p:spPr>
          <a:xfrm>
            <a:off x="294875" y="5243586"/>
            <a:ext cx="1302600" cy="313500"/>
          </a:xfrm>
          <a:prstGeom prst="rect">
            <a:avLst/>
          </a:prstGeom>
        </p:spPr>
        <p:txBody>
          <a:bodyPr anchorCtr="0" anchor="ctr" bIns="36000" lIns="72000" spcFirstLastPara="1" rIns="72000" wrap="square" tIns="36000">
            <a:noAutofit/>
          </a:bodyPr>
          <a:lstStyle/>
          <a:p>
            <a:pPr indent="0" lvl="0" marL="0" rtl="0" algn="l">
              <a:spcBef>
                <a:spcPts val="0"/>
              </a:spcBef>
              <a:spcAft>
                <a:spcPts val="0"/>
              </a:spcAft>
              <a:buNone/>
            </a:pPr>
            <a:r>
              <a:t/>
            </a:r>
            <a:endParaRPr/>
          </a:p>
        </p:txBody>
      </p:sp>
      <p:sp>
        <p:nvSpPr>
          <p:cNvPr id="17379" name="Google Shape;17379;p302"/>
          <p:cNvSpPr txBox="1"/>
          <p:nvPr>
            <p:ph idx="29" type="subTitle"/>
          </p:nvPr>
        </p:nvSpPr>
        <p:spPr>
          <a:xfrm>
            <a:off x="294875" y="5617173"/>
            <a:ext cx="1302600" cy="313500"/>
          </a:xfrm>
          <a:prstGeom prst="rect">
            <a:avLst/>
          </a:prstGeom>
        </p:spPr>
        <p:txBody>
          <a:bodyPr anchorCtr="0" anchor="ctr" bIns="36000" lIns="72000" spcFirstLastPara="1" rIns="72000" wrap="square" tIns="36000">
            <a:noAutofit/>
          </a:bodyPr>
          <a:lstStyle/>
          <a:p>
            <a:pPr indent="0" lvl="0" marL="0" rtl="0" algn="l">
              <a:spcBef>
                <a:spcPts val="0"/>
              </a:spcBef>
              <a:spcAft>
                <a:spcPts val="0"/>
              </a:spcAft>
              <a:buNone/>
            </a:pPr>
            <a:r>
              <a:t/>
            </a:r>
            <a:endParaRPr/>
          </a:p>
        </p:txBody>
      </p:sp>
      <p:sp>
        <p:nvSpPr>
          <p:cNvPr id="17380" name="Google Shape;17380;p302"/>
          <p:cNvSpPr txBox="1"/>
          <p:nvPr>
            <p:ph idx="30" type="subTitle"/>
          </p:nvPr>
        </p:nvSpPr>
        <p:spPr>
          <a:xfrm>
            <a:off x="294875" y="6010942"/>
            <a:ext cx="1302600" cy="313500"/>
          </a:xfrm>
          <a:prstGeom prst="rect">
            <a:avLst/>
          </a:prstGeom>
        </p:spPr>
        <p:txBody>
          <a:bodyPr anchorCtr="0" anchor="ctr" bIns="36000" lIns="72000" spcFirstLastPara="1" rIns="72000" wrap="square" tIns="36000">
            <a:noAutofit/>
          </a:bodyPr>
          <a:lstStyle/>
          <a:p>
            <a:pPr indent="0" lvl="0" marL="0" rtl="0" algn="l">
              <a:spcBef>
                <a:spcPts val="0"/>
              </a:spcBef>
              <a:spcAft>
                <a:spcPts val="0"/>
              </a:spcAft>
              <a:buNone/>
            </a:pPr>
            <a:r>
              <a:t/>
            </a:r>
            <a:endParaRPr/>
          </a:p>
        </p:txBody>
      </p:sp>
      <p:sp>
        <p:nvSpPr>
          <p:cNvPr id="17381" name="Google Shape;17381;p302"/>
          <p:cNvSpPr txBox="1"/>
          <p:nvPr>
            <p:ph idx="31" type="subTitle"/>
          </p:nvPr>
        </p:nvSpPr>
        <p:spPr>
          <a:xfrm>
            <a:off x="294875" y="6404711"/>
            <a:ext cx="1302600" cy="313500"/>
          </a:xfrm>
          <a:prstGeom prst="rect">
            <a:avLst/>
          </a:prstGeom>
        </p:spPr>
        <p:txBody>
          <a:bodyPr anchorCtr="0" anchor="ctr" bIns="36000" lIns="72000" spcFirstLastPara="1" rIns="72000" wrap="square" tIns="36000">
            <a:noAutofit/>
          </a:bodyPr>
          <a:lstStyle/>
          <a:p>
            <a:pPr indent="0" lvl="0" marL="0" rtl="0" algn="l">
              <a:spcBef>
                <a:spcPts val="0"/>
              </a:spcBef>
              <a:spcAft>
                <a:spcPts val="0"/>
              </a:spcAft>
              <a:buNone/>
            </a:pPr>
            <a:r>
              <a:t/>
            </a:r>
            <a:endParaRPr/>
          </a:p>
        </p:txBody>
      </p:sp>
      <p:sp>
        <p:nvSpPr>
          <p:cNvPr id="17382" name="Google Shape;17382;p302"/>
          <p:cNvSpPr txBox="1"/>
          <p:nvPr>
            <p:ph type="title"/>
          </p:nvPr>
        </p:nvSpPr>
        <p:spPr>
          <a:xfrm flipH="1">
            <a:off x="4025374" y="387675"/>
            <a:ext cx="5863200" cy="169200"/>
          </a:xfrm>
          <a:prstGeom prst="rect">
            <a:avLst/>
          </a:prstGeom>
        </p:spPr>
        <p:txBody>
          <a:bodyPr anchorCtr="0" anchor="ctr" bIns="0" lIns="0" spcFirstLastPara="1" rIns="0" wrap="square" tIns="0">
            <a:noAutofit/>
          </a:bodyPr>
          <a:lstStyle/>
          <a:p>
            <a:pPr indent="0" lvl="0" marL="0" rtl="0" algn="l">
              <a:spcBef>
                <a:spcPts val="0"/>
              </a:spcBef>
              <a:spcAft>
                <a:spcPts val="0"/>
              </a:spcAft>
              <a:buNone/>
            </a:pPr>
            <a:r>
              <a:t/>
            </a:r>
            <a:endParaRPr/>
          </a:p>
        </p:txBody>
      </p:sp>
      <p:sp>
        <p:nvSpPr>
          <p:cNvPr id="17383" name="Google Shape;17383;p302"/>
          <p:cNvSpPr txBox="1"/>
          <p:nvPr>
            <p:ph idx="32" type="title"/>
          </p:nvPr>
        </p:nvSpPr>
        <p:spPr>
          <a:xfrm flipH="1">
            <a:off x="3208773" y="579550"/>
            <a:ext cx="6679800" cy="169200"/>
          </a:xfrm>
          <a:prstGeom prst="rect">
            <a:avLst/>
          </a:prstGeom>
        </p:spPr>
        <p:txBody>
          <a:bodyPr anchorCtr="0" anchor="ctr" bIns="0" lIns="0" spcFirstLastPara="1" rIns="0" wrap="square" tIns="0">
            <a:noAutofit/>
          </a:bodyPr>
          <a:lstStyle/>
          <a:p>
            <a:pPr indent="0" lvl="0" marL="0" rtl="0" algn="l">
              <a:spcBef>
                <a:spcPts val="0"/>
              </a:spcBef>
              <a:spcAft>
                <a:spcPts val="0"/>
              </a:spcAft>
              <a:buNone/>
            </a:pPr>
            <a:r>
              <a:t/>
            </a:r>
            <a:endParaRPr/>
          </a:p>
        </p:txBody>
      </p:sp>
      <p:sp>
        <p:nvSpPr>
          <p:cNvPr id="17384" name="Google Shape;17384;p302"/>
          <p:cNvSpPr txBox="1"/>
          <p:nvPr>
            <p:ph idx="33" type="body"/>
          </p:nvPr>
        </p:nvSpPr>
        <p:spPr>
          <a:xfrm>
            <a:off x="641150" y="612125"/>
            <a:ext cx="1770300" cy="160500"/>
          </a:xfrm>
          <a:prstGeom prst="rect">
            <a:avLst/>
          </a:prstGeom>
        </p:spPr>
        <p:txBody>
          <a:bodyPr anchorCtr="0" anchor="t" bIns="0" lIns="0" spcFirstLastPara="1" rIns="0" wrap="square" tIns="0">
            <a:noAutofit/>
          </a:bodyPr>
          <a:lstStyle/>
          <a:p>
            <a:pPr indent="0" lvl="0" marL="0" rtl="0" algn="ctr">
              <a:spcBef>
                <a:spcPts val="0"/>
              </a:spcBef>
              <a:spcAft>
                <a:spcPts val="0"/>
              </a:spcAft>
              <a:buNone/>
            </a:pPr>
            <a:r>
              <a:t/>
            </a:r>
            <a:endParaRPr/>
          </a:p>
        </p:txBody>
      </p:sp>
    </p:spTree>
  </p:cSld>
  <p:clrMapOvr>
    <a:masterClrMapping/>
  </p:clrMapOvr>
</p:sld>
</file>

<file path=ppt/slides/slide4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388" name="Shape 17388"/>
        <p:cNvGrpSpPr/>
        <p:nvPr/>
      </p:nvGrpSpPr>
      <p:grpSpPr>
        <a:xfrm>
          <a:off x="0" y="0"/>
          <a:ext cx="0" cy="0"/>
          <a:chOff x="0" y="0"/>
          <a:chExt cx="0" cy="0"/>
        </a:xfrm>
      </p:grpSpPr>
      <p:sp>
        <p:nvSpPr>
          <p:cNvPr id="17389" name="Google Shape;17389;p303"/>
          <p:cNvSpPr txBox="1"/>
          <p:nvPr>
            <p:ph idx="1" type="subTitle"/>
          </p:nvPr>
        </p:nvSpPr>
        <p:spPr>
          <a:xfrm>
            <a:off x="1742676" y="1346206"/>
            <a:ext cx="8028600" cy="313500"/>
          </a:xfrm>
          <a:prstGeom prst="rect">
            <a:avLst/>
          </a:prstGeom>
        </p:spPr>
        <p:txBody>
          <a:bodyPr anchorCtr="0" anchor="ctr" bIns="36000" lIns="54000" spcFirstLastPara="1" rIns="36000" wrap="square" tIns="36000">
            <a:noAutofit/>
          </a:bodyPr>
          <a:lstStyle/>
          <a:p>
            <a:pPr indent="0" lvl="0" marL="0" rtl="0" algn="l">
              <a:spcBef>
                <a:spcPts val="0"/>
              </a:spcBef>
              <a:spcAft>
                <a:spcPts val="0"/>
              </a:spcAft>
              <a:buNone/>
            </a:pPr>
            <a:r>
              <a:rPr lang="es-419" sz="1100">
                <a:solidFill>
                  <a:schemeClr val="dk1"/>
                </a:solidFill>
                <a:latin typeface="Arial"/>
                <a:ea typeface="Arial"/>
                <a:cs typeface="Arial"/>
                <a:sym typeface="Arial"/>
              </a:rPr>
              <a:t>El sistema debe </a:t>
            </a:r>
            <a:r>
              <a:rPr b="1" lang="es-419" sz="1100">
                <a:solidFill>
                  <a:schemeClr val="dk1"/>
                </a:solidFill>
                <a:latin typeface="Arial"/>
                <a:ea typeface="Arial"/>
                <a:cs typeface="Arial"/>
                <a:sym typeface="Arial"/>
              </a:rPr>
              <a:t>clasificar automáticamente al cliente</a:t>
            </a:r>
            <a:r>
              <a:rPr lang="es-419" sz="1100">
                <a:solidFill>
                  <a:schemeClr val="dk1"/>
                </a:solidFill>
                <a:latin typeface="Arial"/>
                <a:ea typeface="Arial"/>
                <a:cs typeface="Arial"/>
                <a:sym typeface="Arial"/>
              </a:rPr>
              <a:t> como "Nuevo" si no tiene visitas previas registradas.</a:t>
            </a:r>
            <a:endParaRPr/>
          </a:p>
        </p:txBody>
      </p:sp>
      <p:sp>
        <p:nvSpPr>
          <p:cNvPr id="17390" name="Google Shape;17390;p303"/>
          <p:cNvSpPr txBox="1"/>
          <p:nvPr>
            <p:ph idx="2" type="subTitle"/>
          </p:nvPr>
        </p:nvSpPr>
        <p:spPr>
          <a:xfrm>
            <a:off x="1742676" y="1746593"/>
            <a:ext cx="8028600" cy="313500"/>
          </a:xfrm>
          <a:prstGeom prst="rect">
            <a:avLst/>
          </a:prstGeom>
        </p:spPr>
        <p:txBody>
          <a:bodyPr anchorCtr="0" anchor="ctr" bIns="36000" lIns="54000" spcFirstLastPara="1" rIns="36000" wrap="square" tIns="36000">
            <a:noAutofit/>
          </a:bodyPr>
          <a:lstStyle/>
          <a:p>
            <a:pPr indent="0" lvl="0" marL="0" rtl="0" algn="l">
              <a:spcBef>
                <a:spcPts val="0"/>
              </a:spcBef>
              <a:spcAft>
                <a:spcPts val="0"/>
              </a:spcAft>
              <a:buNone/>
            </a:pPr>
            <a:r>
              <a:rPr lang="es-419" sz="1100">
                <a:solidFill>
                  <a:schemeClr val="dk1"/>
                </a:solidFill>
                <a:latin typeface="Arial"/>
                <a:ea typeface="Arial"/>
                <a:cs typeface="Arial"/>
                <a:sym typeface="Arial"/>
              </a:rPr>
              <a:t>El sistema debe permitir al recepcionista </a:t>
            </a:r>
            <a:r>
              <a:rPr b="1" lang="es-419" sz="1100">
                <a:solidFill>
                  <a:schemeClr val="dk1"/>
                </a:solidFill>
                <a:latin typeface="Arial"/>
                <a:ea typeface="Arial"/>
                <a:cs typeface="Arial"/>
                <a:sym typeface="Arial"/>
              </a:rPr>
              <a:t>marcar manualmente al cliente</a:t>
            </a:r>
            <a:r>
              <a:rPr lang="es-419" sz="1100">
                <a:solidFill>
                  <a:schemeClr val="dk1"/>
                </a:solidFill>
                <a:latin typeface="Arial"/>
                <a:ea typeface="Arial"/>
                <a:cs typeface="Arial"/>
                <a:sym typeface="Arial"/>
              </a:rPr>
              <a:t> con etiquetas especiales (ej. VIP, Discapacidad, Seguimiento Urgente).</a:t>
            </a:r>
            <a:endParaRPr/>
          </a:p>
        </p:txBody>
      </p:sp>
      <p:sp>
        <p:nvSpPr>
          <p:cNvPr id="17391" name="Google Shape;17391;p303"/>
          <p:cNvSpPr txBox="1"/>
          <p:nvPr>
            <p:ph idx="3" type="subTitle"/>
          </p:nvPr>
        </p:nvSpPr>
        <p:spPr>
          <a:xfrm>
            <a:off x="1742676" y="2126799"/>
            <a:ext cx="8028600" cy="313500"/>
          </a:xfrm>
          <a:prstGeom prst="rect">
            <a:avLst/>
          </a:prstGeom>
        </p:spPr>
        <p:txBody>
          <a:bodyPr anchorCtr="0" anchor="ctr" bIns="36000" lIns="54000" spcFirstLastPara="1" rIns="36000" wrap="square" tIns="36000">
            <a:noAutofit/>
          </a:bodyPr>
          <a:lstStyle/>
          <a:p>
            <a:pPr indent="0" lvl="0" marL="0" rtl="0" algn="l">
              <a:spcBef>
                <a:spcPts val="0"/>
              </a:spcBef>
              <a:spcAft>
                <a:spcPts val="0"/>
              </a:spcAft>
              <a:buNone/>
            </a:pPr>
            <a:r>
              <a:rPr lang="es-419" sz="1100">
                <a:solidFill>
                  <a:schemeClr val="dk1"/>
                </a:solidFill>
                <a:latin typeface="Arial"/>
                <a:ea typeface="Arial"/>
                <a:cs typeface="Arial"/>
                <a:sym typeface="Arial"/>
              </a:rPr>
              <a:t> La clasificación del cliente debe ser </a:t>
            </a:r>
            <a:r>
              <a:rPr b="1" lang="es-419" sz="1100">
                <a:solidFill>
                  <a:schemeClr val="dk1"/>
                </a:solidFill>
                <a:latin typeface="Arial"/>
                <a:ea typeface="Arial"/>
                <a:cs typeface="Arial"/>
                <a:sym typeface="Arial"/>
              </a:rPr>
              <a:t>visible en la pantalla de bienvenida</a:t>
            </a:r>
            <a:r>
              <a:rPr lang="es-419" sz="1100">
                <a:solidFill>
                  <a:schemeClr val="dk1"/>
                </a:solidFill>
                <a:latin typeface="Arial"/>
                <a:ea typeface="Arial"/>
                <a:cs typeface="Arial"/>
                <a:sym typeface="Arial"/>
              </a:rPr>
              <a:t> de la recepción.</a:t>
            </a:r>
            <a:endParaRPr/>
          </a:p>
        </p:txBody>
      </p:sp>
      <p:sp>
        <p:nvSpPr>
          <p:cNvPr id="17392" name="Google Shape;17392;p303"/>
          <p:cNvSpPr txBox="1"/>
          <p:nvPr>
            <p:ph idx="4" type="subTitle"/>
          </p:nvPr>
        </p:nvSpPr>
        <p:spPr>
          <a:xfrm>
            <a:off x="1742676" y="2493767"/>
            <a:ext cx="8028600" cy="313500"/>
          </a:xfrm>
          <a:prstGeom prst="rect">
            <a:avLst/>
          </a:prstGeom>
        </p:spPr>
        <p:txBody>
          <a:bodyPr anchorCtr="0" anchor="ctr" bIns="36000" lIns="54000" spcFirstLastPara="1" rIns="36000" wrap="square" tIns="36000">
            <a:noAutofit/>
          </a:bodyPr>
          <a:lstStyle/>
          <a:p>
            <a:pPr indent="0" lvl="0" marL="0" rtl="0" algn="l">
              <a:spcBef>
                <a:spcPts val="0"/>
              </a:spcBef>
              <a:spcAft>
                <a:spcPts val="0"/>
              </a:spcAft>
              <a:buNone/>
            </a:pPr>
            <a:r>
              <a:rPr lang="es-419" sz="1100">
                <a:solidFill>
                  <a:schemeClr val="dk1"/>
                </a:solidFill>
                <a:latin typeface="Arial"/>
                <a:ea typeface="Arial"/>
                <a:cs typeface="Arial"/>
                <a:sym typeface="Arial"/>
              </a:rPr>
              <a:t>El sistema debe </a:t>
            </a:r>
            <a:r>
              <a:rPr b="1" lang="es-419" sz="1100">
                <a:solidFill>
                  <a:schemeClr val="dk1"/>
                </a:solidFill>
                <a:latin typeface="Arial"/>
                <a:ea typeface="Arial"/>
                <a:cs typeface="Arial"/>
                <a:sym typeface="Arial"/>
              </a:rPr>
              <a:t>calcular la antigüedad</a:t>
            </a:r>
            <a:r>
              <a:rPr lang="es-419" sz="1100">
                <a:solidFill>
                  <a:schemeClr val="dk1"/>
                </a:solidFill>
                <a:latin typeface="Arial"/>
                <a:ea typeface="Arial"/>
                <a:cs typeface="Arial"/>
                <a:sym typeface="Arial"/>
              </a:rPr>
              <a:t> del cliente (meses/años) desde su primera visita.</a:t>
            </a:r>
            <a:endParaRPr/>
          </a:p>
        </p:txBody>
      </p:sp>
      <p:sp>
        <p:nvSpPr>
          <p:cNvPr id="17393" name="Google Shape;17393;p303"/>
          <p:cNvSpPr txBox="1"/>
          <p:nvPr>
            <p:ph idx="5" type="subTitle"/>
          </p:nvPr>
        </p:nvSpPr>
        <p:spPr>
          <a:xfrm>
            <a:off x="1742676" y="2880917"/>
            <a:ext cx="8028600" cy="313500"/>
          </a:xfrm>
          <a:prstGeom prst="rect">
            <a:avLst/>
          </a:prstGeom>
        </p:spPr>
        <p:txBody>
          <a:bodyPr anchorCtr="0" anchor="ctr" bIns="36000" lIns="54000" spcFirstLastPara="1" rIns="36000" wrap="square" tIns="36000">
            <a:noAutofit/>
          </a:bodyPr>
          <a:lstStyle/>
          <a:p>
            <a:pPr indent="0" lvl="0" marL="0" rtl="0" algn="l">
              <a:spcBef>
                <a:spcPts val="0"/>
              </a:spcBef>
              <a:spcAft>
                <a:spcPts val="0"/>
              </a:spcAft>
              <a:buNone/>
            </a:pPr>
            <a:r>
              <a:rPr lang="es-419" sz="1100">
                <a:solidFill>
                  <a:schemeClr val="dk1"/>
                </a:solidFill>
                <a:latin typeface="Arial"/>
                <a:ea typeface="Arial"/>
                <a:cs typeface="Arial"/>
                <a:sym typeface="Arial"/>
              </a:rPr>
              <a:t>El sistema debe </a:t>
            </a:r>
            <a:r>
              <a:rPr b="1" lang="es-419" sz="1100">
                <a:solidFill>
                  <a:schemeClr val="dk1"/>
                </a:solidFill>
                <a:latin typeface="Arial"/>
                <a:ea typeface="Arial"/>
                <a:cs typeface="Arial"/>
                <a:sym typeface="Arial"/>
              </a:rPr>
              <a:t>sugerir un flujo de proceso diferente</a:t>
            </a:r>
            <a:r>
              <a:rPr lang="es-419" sz="1100">
                <a:solidFill>
                  <a:schemeClr val="dk1"/>
                </a:solidFill>
                <a:latin typeface="Arial"/>
                <a:ea typeface="Arial"/>
                <a:cs typeface="Arial"/>
                <a:sym typeface="Arial"/>
              </a:rPr>
              <a:t> según la etiqueta de clasificación (ej. VIP va directo a sala privada).</a:t>
            </a:r>
            <a:endParaRPr/>
          </a:p>
        </p:txBody>
      </p:sp>
      <p:sp>
        <p:nvSpPr>
          <p:cNvPr id="17394" name="Google Shape;17394;p303"/>
          <p:cNvSpPr txBox="1"/>
          <p:nvPr>
            <p:ph idx="6" type="subTitle"/>
          </p:nvPr>
        </p:nvSpPr>
        <p:spPr>
          <a:xfrm>
            <a:off x="1742676" y="3261123"/>
            <a:ext cx="8028600" cy="313500"/>
          </a:xfrm>
          <a:prstGeom prst="rect">
            <a:avLst/>
          </a:prstGeom>
        </p:spPr>
        <p:txBody>
          <a:bodyPr anchorCtr="0" anchor="ctr" bIns="36000" lIns="54000" spcFirstLastPara="1" rIns="36000" wrap="square" tIns="36000">
            <a:noAutofit/>
          </a:bodyPr>
          <a:lstStyle/>
          <a:p>
            <a:pPr indent="0" lvl="0" marL="0" rtl="0" algn="l">
              <a:spcBef>
                <a:spcPts val="0"/>
              </a:spcBef>
              <a:spcAft>
                <a:spcPts val="0"/>
              </a:spcAft>
              <a:buNone/>
            </a:pPr>
            <a:r>
              <a:t/>
            </a:r>
            <a:endParaRPr/>
          </a:p>
        </p:txBody>
      </p:sp>
      <p:sp>
        <p:nvSpPr>
          <p:cNvPr id="17395" name="Google Shape;17395;p303"/>
          <p:cNvSpPr txBox="1"/>
          <p:nvPr>
            <p:ph idx="7" type="subTitle"/>
          </p:nvPr>
        </p:nvSpPr>
        <p:spPr>
          <a:xfrm>
            <a:off x="1742676" y="3661511"/>
            <a:ext cx="8028600" cy="313500"/>
          </a:xfrm>
          <a:prstGeom prst="rect">
            <a:avLst/>
          </a:prstGeom>
        </p:spPr>
        <p:txBody>
          <a:bodyPr anchorCtr="0" anchor="ctr" bIns="36000" lIns="54000" spcFirstLastPara="1" rIns="36000" wrap="square" tIns="36000">
            <a:noAutofit/>
          </a:bodyPr>
          <a:lstStyle/>
          <a:p>
            <a:pPr indent="0" lvl="0" marL="0" rtl="0" algn="l">
              <a:spcBef>
                <a:spcPts val="0"/>
              </a:spcBef>
              <a:spcAft>
                <a:spcPts val="0"/>
              </a:spcAft>
              <a:buNone/>
            </a:pPr>
            <a:r>
              <a:t/>
            </a:r>
            <a:endParaRPr/>
          </a:p>
        </p:txBody>
      </p:sp>
      <p:sp>
        <p:nvSpPr>
          <p:cNvPr id="17396" name="Google Shape;17396;p303"/>
          <p:cNvSpPr txBox="1"/>
          <p:nvPr>
            <p:ph idx="8" type="subTitle"/>
          </p:nvPr>
        </p:nvSpPr>
        <p:spPr>
          <a:xfrm>
            <a:off x="294875" y="1346206"/>
            <a:ext cx="1302600" cy="313500"/>
          </a:xfrm>
          <a:prstGeom prst="rect">
            <a:avLst/>
          </a:prstGeom>
        </p:spPr>
        <p:txBody>
          <a:bodyPr anchorCtr="0" anchor="ctr" bIns="36000" lIns="72000" spcFirstLastPara="1" rIns="72000" wrap="square" tIns="36000">
            <a:noAutofit/>
          </a:bodyPr>
          <a:lstStyle/>
          <a:p>
            <a:pPr indent="0" lvl="0" marL="0" rtl="0" algn="l">
              <a:spcBef>
                <a:spcPts val="0"/>
              </a:spcBef>
              <a:spcAft>
                <a:spcPts val="0"/>
              </a:spcAft>
              <a:buNone/>
            </a:pPr>
            <a:r>
              <a:rPr lang="es-419"/>
              <a:t>RF-21</a:t>
            </a:r>
            <a:endParaRPr/>
          </a:p>
        </p:txBody>
      </p:sp>
      <p:sp>
        <p:nvSpPr>
          <p:cNvPr id="17397" name="Google Shape;17397;p303"/>
          <p:cNvSpPr txBox="1"/>
          <p:nvPr>
            <p:ph idx="9" type="subTitle"/>
          </p:nvPr>
        </p:nvSpPr>
        <p:spPr>
          <a:xfrm>
            <a:off x="294875" y="1739975"/>
            <a:ext cx="1302600" cy="313500"/>
          </a:xfrm>
          <a:prstGeom prst="rect">
            <a:avLst/>
          </a:prstGeom>
        </p:spPr>
        <p:txBody>
          <a:bodyPr anchorCtr="0" anchor="ctr" bIns="36000" lIns="72000" spcFirstLastPara="1" rIns="72000" wrap="square" tIns="36000">
            <a:noAutofit/>
          </a:bodyPr>
          <a:lstStyle/>
          <a:p>
            <a:pPr indent="0" lvl="0" marL="0" rtl="0" algn="l">
              <a:spcBef>
                <a:spcPts val="0"/>
              </a:spcBef>
              <a:spcAft>
                <a:spcPts val="0"/>
              </a:spcAft>
              <a:buNone/>
            </a:pPr>
            <a:r>
              <a:rPr lang="es-419"/>
              <a:t>RF-22</a:t>
            </a:r>
            <a:endParaRPr/>
          </a:p>
        </p:txBody>
      </p:sp>
      <p:sp>
        <p:nvSpPr>
          <p:cNvPr id="17398" name="Google Shape;17398;p303"/>
          <p:cNvSpPr txBox="1"/>
          <p:nvPr>
            <p:ph idx="13" type="subTitle"/>
          </p:nvPr>
        </p:nvSpPr>
        <p:spPr>
          <a:xfrm>
            <a:off x="294875" y="2120180"/>
            <a:ext cx="1302600" cy="313500"/>
          </a:xfrm>
          <a:prstGeom prst="rect">
            <a:avLst/>
          </a:prstGeom>
        </p:spPr>
        <p:txBody>
          <a:bodyPr anchorCtr="0" anchor="ctr" bIns="36000" lIns="72000" spcFirstLastPara="1" rIns="72000" wrap="square" tIns="36000">
            <a:noAutofit/>
          </a:bodyPr>
          <a:lstStyle/>
          <a:p>
            <a:pPr indent="0" lvl="0" marL="0" rtl="0" algn="l">
              <a:spcBef>
                <a:spcPts val="0"/>
              </a:spcBef>
              <a:spcAft>
                <a:spcPts val="0"/>
              </a:spcAft>
              <a:buNone/>
            </a:pPr>
            <a:r>
              <a:rPr lang="es-419"/>
              <a:t>RF-23</a:t>
            </a:r>
            <a:endParaRPr/>
          </a:p>
        </p:txBody>
      </p:sp>
      <p:sp>
        <p:nvSpPr>
          <p:cNvPr id="17399" name="Google Shape;17399;p303"/>
          <p:cNvSpPr txBox="1"/>
          <p:nvPr>
            <p:ph idx="14" type="subTitle"/>
          </p:nvPr>
        </p:nvSpPr>
        <p:spPr>
          <a:xfrm>
            <a:off x="294875" y="2500386"/>
            <a:ext cx="1302600" cy="313500"/>
          </a:xfrm>
          <a:prstGeom prst="rect">
            <a:avLst/>
          </a:prstGeom>
        </p:spPr>
        <p:txBody>
          <a:bodyPr anchorCtr="0" anchor="ctr" bIns="36000" lIns="72000" spcFirstLastPara="1" rIns="72000" wrap="square" tIns="36000">
            <a:noAutofit/>
          </a:bodyPr>
          <a:lstStyle/>
          <a:p>
            <a:pPr indent="0" lvl="0" marL="0" rtl="0" algn="l">
              <a:spcBef>
                <a:spcPts val="0"/>
              </a:spcBef>
              <a:spcAft>
                <a:spcPts val="0"/>
              </a:spcAft>
              <a:buNone/>
            </a:pPr>
            <a:r>
              <a:rPr lang="es-419"/>
              <a:t>RF-24</a:t>
            </a:r>
            <a:endParaRPr/>
          </a:p>
        </p:txBody>
      </p:sp>
      <p:sp>
        <p:nvSpPr>
          <p:cNvPr id="17400" name="Google Shape;17400;p303"/>
          <p:cNvSpPr txBox="1"/>
          <p:nvPr>
            <p:ph idx="15" type="subTitle"/>
          </p:nvPr>
        </p:nvSpPr>
        <p:spPr>
          <a:xfrm>
            <a:off x="294875" y="2873973"/>
            <a:ext cx="1302600" cy="313500"/>
          </a:xfrm>
          <a:prstGeom prst="rect">
            <a:avLst/>
          </a:prstGeom>
        </p:spPr>
        <p:txBody>
          <a:bodyPr anchorCtr="0" anchor="ctr" bIns="36000" lIns="72000" spcFirstLastPara="1" rIns="72000" wrap="square" tIns="36000">
            <a:noAutofit/>
          </a:bodyPr>
          <a:lstStyle/>
          <a:p>
            <a:pPr indent="0" lvl="0" marL="0" rtl="0" algn="l">
              <a:spcBef>
                <a:spcPts val="0"/>
              </a:spcBef>
              <a:spcAft>
                <a:spcPts val="0"/>
              </a:spcAft>
              <a:buNone/>
            </a:pPr>
            <a:r>
              <a:rPr lang="es-419"/>
              <a:t>RF-25</a:t>
            </a:r>
            <a:endParaRPr/>
          </a:p>
        </p:txBody>
      </p:sp>
      <p:sp>
        <p:nvSpPr>
          <p:cNvPr id="17401" name="Google Shape;17401;p303"/>
          <p:cNvSpPr txBox="1"/>
          <p:nvPr>
            <p:ph idx="16" type="subTitle"/>
          </p:nvPr>
        </p:nvSpPr>
        <p:spPr>
          <a:xfrm>
            <a:off x="294875" y="3267742"/>
            <a:ext cx="1302600" cy="313500"/>
          </a:xfrm>
          <a:prstGeom prst="rect">
            <a:avLst/>
          </a:prstGeom>
        </p:spPr>
        <p:txBody>
          <a:bodyPr anchorCtr="0" anchor="ctr" bIns="36000" lIns="72000" spcFirstLastPara="1" rIns="72000" wrap="square" tIns="36000">
            <a:noAutofit/>
          </a:bodyPr>
          <a:lstStyle/>
          <a:p>
            <a:pPr indent="0" lvl="0" marL="0" rtl="0" algn="l">
              <a:spcBef>
                <a:spcPts val="0"/>
              </a:spcBef>
              <a:spcAft>
                <a:spcPts val="0"/>
              </a:spcAft>
              <a:buNone/>
            </a:pPr>
            <a:r>
              <a:t/>
            </a:r>
            <a:endParaRPr/>
          </a:p>
        </p:txBody>
      </p:sp>
      <p:sp>
        <p:nvSpPr>
          <p:cNvPr id="17402" name="Google Shape;17402;p303"/>
          <p:cNvSpPr txBox="1"/>
          <p:nvPr>
            <p:ph idx="17" type="subTitle"/>
          </p:nvPr>
        </p:nvSpPr>
        <p:spPr>
          <a:xfrm>
            <a:off x="294875" y="3661511"/>
            <a:ext cx="1302600" cy="313500"/>
          </a:xfrm>
          <a:prstGeom prst="rect">
            <a:avLst/>
          </a:prstGeom>
        </p:spPr>
        <p:txBody>
          <a:bodyPr anchorCtr="0" anchor="ctr" bIns="36000" lIns="72000" spcFirstLastPara="1" rIns="72000" wrap="square" tIns="36000">
            <a:noAutofit/>
          </a:bodyPr>
          <a:lstStyle/>
          <a:p>
            <a:pPr indent="0" lvl="0" marL="0" rtl="0" algn="l">
              <a:spcBef>
                <a:spcPts val="0"/>
              </a:spcBef>
              <a:spcAft>
                <a:spcPts val="0"/>
              </a:spcAft>
              <a:buNone/>
            </a:pPr>
            <a:r>
              <a:t/>
            </a:r>
            <a:endParaRPr/>
          </a:p>
        </p:txBody>
      </p:sp>
      <p:sp>
        <p:nvSpPr>
          <p:cNvPr id="17403" name="Google Shape;17403;p303"/>
          <p:cNvSpPr txBox="1"/>
          <p:nvPr>
            <p:ph idx="18" type="subTitle"/>
          </p:nvPr>
        </p:nvSpPr>
        <p:spPr>
          <a:xfrm>
            <a:off x="1742676" y="4089406"/>
            <a:ext cx="8028600" cy="313500"/>
          </a:xfrm>
          <a:prstGeom prst="rect">
            <a:avLst/>
          </a:prstGeom>
        </p:spPr>
        <p:txBody>
          <a:bodyPr anchorCtr="0" anchor="ctr" bIns="36000" lIns="54000" spcFirstLastPara="1" rIns="36000" wrap="square" tIns="36000">
            <a:noAutofit/>
          </a:bodyPr>
          <a:lstStyle/>
          <a:p>
            <a:pPr indent="0" lvl="0" marL="0" rtl="0" algn="l">
              <a:spcBef>
                <a:spcPts val="0"/>
              </a:spcBef>
              <a:spcAft>
                <a:spcPts val="0"/>
              </a:spcAft>
              <a:buNone/>
            </a:pPr>
            <a:r>
              <a:t/>
            </a:r>
            <a:endParaRPr/>
          </a:p>
        </p:txBody>
      </p:sp>
      <p:sp>
        <p:nvSpPr>
          <p:cNvPr id="17404" name="Google Shape;17404;p303"/>
          <p:cNvSpPr txBox="1"/>
          <p:nvPr>
            <p:ph idx="19" type="subTitle"/>
          </p:nvPr>
        </p:nvSpPr>
        <p:spPr>
          <a:xfrm>
            <a:off x="1742676" y="4489793"/>
            <a:ext cx="8028600" cy="313500"/>
          </a:xfrm>
          <a:prstGeom prst="rect">
            <a:avLst/>
          </a:prstGeom>
        </p:spPr>
        <p:txBody>
          <a:bodyPr anchorCtr="0" anchor="ctr" bIns="36000" lIns="54000" spcFirstLastPara="1" rIns="36000" wrap="square" tIns="36000">
            <a:noAutofit/>
          </a:bodyPr>
          <a:lstStyle/>
          <a:p>
            <a:pPr indent="0" lvl="0" marL="0" rtl="0" algn="l">
              <a:spcBef>
                <a:spcPts val="0"/>
              </a:spcBef>
              <a:spcAft>
                <a:spcPts val="0"/>
              </a:spcAft>
              <a:buNone/>
            </a:pPr>
            <a:r>
              <a:t/>
            </a:r>
            <a:endParaRPr/>
          </a:p>
        </p:txBody>
      </p:sp>
      <p:sp>
        <p:nvSpPr>
          <p:cNvPr id="17405" name="Google Shape;17405;p303"/>
          <p:cNvSpPr txBox="1"/>
          <p:nvPr>
            <p:ph idx="20" type="subTitle"/>
          </p:nvPr>
        </p:nvSpPr>
        <p:spPr>
          <a:xfrm>
            <a:off x="1742676" y="4869999"/>
            <a:ext cx="8028600" cy="313500"/>
          </a:xfrm>
          <a:prstGeom prst="rect">
            <a:avLst/>
          </a:prstGeom>
        </p:spPr>
        <p:txBody>
          <a:bodyPr anchorCtr="0" anchor="ctr" bIns="36000" lIns="54000" spcFirstLastPara="1" rIns="36000" wrap="square" tIns="36000">
            <a:noAutofit/>
          </a:bodyPr>
          <a:lstStyle/>
          <a:p>
            <a:pPr indent="0" lvl="0" marL="0" rtl="0" algn="l">
              <a:spcBef>
                <a:spcPts val="0"/>
              </a:spcBef>
              <a:spcAft>
                <a:spcPts val="0"/>
              </a:spcAft>
              <a:buNone/>
            </a:pPr>
            <a:r>
              <a:t/>
            </a:r>
            <a:endParaRPr/>
          </a:p>
        </p:txBody>
      </p:sp>
      <p:sp>
        <p:nvSpPr>
          <p:cNvPr id="17406" name="Google Shape;17406;p303"/>
          <p:cNvSpPr txBox="1"/>
          <p:nvPr>
            <p:ph idx="21" type="subTitle"/>
          </p:nvPr>
        </p:nvSpPr>
        <p:spPr>
          <a:xfrm>
            <a:off x="1742676" y="5236967"/>
            <a:ext cx="8028600" cy="313500"/>
          </a:xfrm>
          <a:prstGeom prst="rect">
            <a:avLst/>
          </a:prstGeom>
        </p:spPr>
        <p:txBody>
          <a:bodyPr anchorCtr="0" anchor="ctr" bIns="36000" lIns="54000" spcFirstLastPara="1" rIns="36000" wrap="square" tIns="36000">
            <a:noAutofit/>
          </a:bodyPr>
          <a:lstStyle/>
          <a:p>
            <a:pPr indent="0" lvl="0" marL="0" rtl="0" algn="l">
              <a:spcBef>
                <a:spcPts val="0"/>
              </a:spcBef>
              <a:spcAft>
                <a:spcPts val="0"/>
              </a:spcAft>
              <a:buNone/>
            </a:pPr>
            <a:r>
              <a:t/>
            </a:r>
            <a:endParaRPr/>
          </a:p>
        </p:txBody>
      </p:sp>
      <p:sp>
        <p:nvSpPr>
          <p:cNvPr id="17407" name="Google Shape;17407;p303"/>
          <p:cNvSpPr txBox="1"/>
          <p:nvPr>
            <p:ph idx="22" type="subTitle"/>
          </p:nvPr>
        </p:nvSpPr>
        <p:spPr>
          <a:xfrm>
            <a:off x="1742676" y="5624117"/>
            <a:ext cx="8028600" cy="313500"/>
          </a:xfrm>
          <a:prstGeom prst="rect">
            <a:avLst/>
          </a:prstGeom>
        </p:spPr>
        <p:txBody>
          <a:bodyPr anchorCtr="0" anchor="ctr" bIns="36000" lIns="54000" spcFirstLastPara="1" rIns="36000" wrap="square" tIns="36000">
            <a:noAutofit/>
          </a:bodyPr>
          <a:lstStyle/>
          <a:p>
            <a:pPr indent="0" lvl="0" marL="0" rtl="0" algn="l">
              <a:spcBef>
                <a:spcPts val="0"/>
              </a:spcBef>
              <a:spcAft>
                <a:spcPts val="0"/>
              </a:spcAft>
              <a:buNone/>
            </a:pPr>
            <a:r>
              <a:t/>
            </a:r>
            <a:endParaRPr/>
          </a:p>
        </p:txBody>
      </p:sp>
      <p:sp>
        <p:nvSpPr>
          <p:cNvPr id="17408" name="Google Shape;17408;p303"/>
          <p:cNvSpPr txBox="1"/>
          <p:nvPr>
            <p:ph idx="23" type="subTitle"/>
          </p:nvPr>
        </p:nvSpPr>
        <p:spPr>
          <a:xfrm>
            <a:off x="1742676" y="6004323"/>
            <a:ext cx="8028600" cy="313500"/>
          </a:xfrm>
          <a:prstGeom prst="rect">
            <a:avLst/>
          </a:prstGeom>
        </p:spPr>
        <p:txBody>
          <a:bodyPr anchorCtr="0" anchor="ctr" bIns="36000" lIns="54000" spcFirstLastPara="1" rIns="36000" wrap="square" tIns="36000">
            <a:noAutofit/>
          </a:bodyPr>
          <a:lstStyle/>
          <a:p>
            <a:pPr indent="0" lvl="0" marL="0" rtl="0" algn="l">
              <a:spcBef>
                <a:spcPts val="0"/>
              </a:spcBef>
              <a:spcAft>
                <a:spcPts val="0"/>
              </a:spcAft>
              <a:buNone/>
            </a:pPr>
            <a:r>
              <a:t/>
            </a:r>
            <a:endParaRPr/>
          </a:p>
        </p:txBody>
      </p:sp>
      <p:sp>
        <p:nvSpPr>
          <p:cNvPr id="17409" name="Google Shape;17409;p303"/>
          <p:cNvSpPr txBox="1"/>
          <p:nvPr>
            <p:ph idx="24" type="subTitle"/>
          </p:nvPr>
        </p:nvSpPr>
        <p:spPr>
          <a:xfrm>
            <a:off x="1742676" y="6404711"/>
            <a:ext cx="8028600" cy="313500"/>
          </a:xfrm>
          <a:prstGeom prst="rect">
            <a:avLst/>
          </a:prstGeom>
        </p:spPr>
        <p:txBody>
          <a:bodyPr anchorCtr="0" anchor="ctr" bIns="36000" lIns="54000" spcFirstLastPara="1" rIns="36000" wrap="square" tIns="36000">
            <a:noAutofit/>
          </a:bodyPr>
          <a:lstStyle/>
          <a:p>
            <a:pPr indent="0" lvl="0" marL="0" rtl="0" algn="l">
              <a:spcBef>
                <a:spcPts val="0"/>
              </a:spcBef>
              <a:spcAft>
                <a:spcPts val="0"/>
              </a:spcAft>
              <a:buNone/>
            </a:pPr>
            <a:r>
              <a:t/>
            </a:r>
            <a:endParaRPr/>
          </a:p>
        </p:txBody>
      </p:sp>
      <p:sp>
        <p:nvSpPr>
          <p:cNvPr id="17410" name="Google Shape;17410;p303"/>
          <p:cNvSpPr txBox="1"/>
          <p:nvPr>
            <p:ph idx="25" type="subTitle"/>
          </p:nvPr>
        </p:nvSpPr>
        <p:spPr>
          <a:xfrm>
            <a:off x="294875" y="4089406"/>
            <a:ext cx="1302600" cy="313500"/>
          </a:xfrm>
          <a:prstGeom prst="rect">
            <a:avLst/>
          </a:prstGeom>
        </p:spPr>
        <p:txBody>
          <a:bodyPr anchorCtr="0" anchor="ctr" bIns="36000" lIns="72000" spcFirstLastPara="1" rIns="72000" wrap="square" tIns="36000">
            <a:noAutofit/>
          </a:bodyPr>
          <a:lstStyle/>
          <a:p>
            <a:pPr indent="0" lvl="0" marL="0" rtl="0" algn="l">
              <a:spcBef>
                <a:spcPts val="0"/>
              </a:spcBef>
              <a:spcAft>
                <a:spcPts val="0"/>
              </a:spcAft>
              <a:buNone/>
            </a:pPr>
            <a:r>
              <a:t/>
            </a:r>
            <a:endParaRPr/>
          </a:p>
        </p:txBody>
      </p:sp>
      <p:sp>
        <p:nvSpPr>
          <p:cNvPr id="17411" name="Google Shape;17411;p303"/>
          <p:cNvSpPr txBox="1"/>
          <p:nvPr>
            <p:ph idx="26" type="subTitle"/>
          </p:nvPr>
        </p:nvSpPr>
        <p:spPr>
          <a:xfrm>
            <a:off x="294875" y="4483175"/>
            <a:ext cx="1302600" cy="313500"/>
          </a:xfrm>
          <a:prstGeom prst="rect">
            <a:avLst/>
          </a:prstGeom>
        </p:spPr>
        <p:txBody>
          <a:bodyPr anchorCtr="0" anchor="ctr" bIns="36000" lIns="72000" spcFirstLastPara="1" rIns="72000" wrap="square" tIns="36000">
            <a:noAutofit/>
          </a:bodyPr>
          <a:lstStyle/>
          <a:p>
            <a:pPr indent="0" lvl="0" marL="0" rtl="0" algn="l">
              <a:spcBef>
                <a:spcPts val="0"/>
              </a:spcBef>
              <a:spcAft>
                <a:spcPts val="0"/>
              </a:spcAft>
              <a:buNone/>
            </a:pPr>
            <a:r>
              <a:t/>
            </a:r>
            <a:endParaRPr/>
          </a:p>
        </p:txBody>
      </p:sp>
      <p:sp>
        <p:nvSpPr>
          <p:cNvPr id="17412" name="Google Shape;17412;p303"/>
          <p:cNvSpPr txBox="1"/>
          <p:nvPr>
            <p:ph idx="27" type="subTitle"/>
          </p:nvPr>
        </p:nvSpPr>
        <p:spPr>
          <a:xfrm>
            <a:off x="294875" y="4863380"/>
            <a:ext cx="1302600" cy="313500"/>
          </a:xfrm>
          <a:prstGeom prst="rect">
            <a:avLst/>
          </a:prstGeom>
        </p:spPr>
        <p:txBody>
          <a:bodyPr anchorCtr="0" anchor="ctr" bIns="36000" lIns="72000" spcFirstLastPara="1" rIns="72000" wrap="square" tIns="36000">
            <a:noAutofit/>
          </a:bodyPr>
          <a:lstStyle/>
          <a:p>
            <a:pPr indent="0" lvl="0" marL="0" rtl="0" algn="l">
              <a:spcBef>
                <a:spcPts val="0"/>
              </a:spcBef>
              <a:spcAft>
                <a:spcPts val="0"/>
              </a:spcAft>
              <a:buNone/>
            </a:pPr>
            <a:r>
              <a:t/>
            </a:r>
            <a:endParaRPr/>
          </a:p>
        </p:txBody>
      </p:sp>
      <p:sp>
        <p:nvSpPr>
          <p:cNvPr id="17413" name="Google Shape;17413;p303"/>
          <p:cNvSpPr txBox="1"/>
          <p:nvPr>
            <p:ph idx="28" type="subTitle"/>
          </p:nvPr>
        </p:nvSpPr>
        <p:spPr>
          <a:xfrm>
            <a:off x="294875" y="5243586"/>
            <a:ext cx="1302600" cy="313500"/>
          </a:xfrm>
          <a:prstGeom prst="rect">
            <a:avLst/>
          </a:prstGeom>
        </p:spPr>
        <p:txBody>
          <a:bodyPr anchorCtr="0" anchor="ctr" bIns="36000" lIns="72000" spcFirstLastPara="1" rIns="72000" wrap="square" tIns="36000">
            <a:noAutofit/>
          </a:bodyPr>
          <a:lstStyle/>
          <a:p>
            <a:pPr indent="0" lvl="0" marL="0" rtl="0" algn="l">
              <a:spcBef>
                <a:spcPts val="0"/>
              </a:spcBef>
              <a:spcAft>
                <a:spcPts val="0"/>
              </a:spcAft>
              <a:buNone/>
            </a:pPr>
            <a:r>
              <a:t/>
            </a:r>
            <a:endParaRPr/>
          </a:p>
        </p:txBody>
      </p:sp>
      <p:sp>
        <p:nvSpPr>
          <p:cNvPr id="17414" name="Google Shape;17414;p303"/>
          <p:cNvSpPr txBox="1"/>
          <p:nvPr>
            <p:ph idx="29" type="subTitle"/>
          </p:nvPr>
        </p:nvSpPr>
        <p:spPr>
          <a:xfrm>
            <a:off x="294875" y="5617173"/>
            <a:ext cx="1302600" cy="313500"/>
          </a:xfrm>
          <a:prstGeom prst="rect">
            <a:avLst/>
          </a:prstGeom>
        </p:spPr>
        <p:txBody>
          <a:bodyPr anchorCtr="0" anchor="ctr" bIns="36000" lIns="72000" spcFirstLastPara="1" rIns="72000" wrap="square" tIns="36000">
            <a:noAutofit/>
          </a:bodyPr>
          <a:lstStyle/>
          <a:p>
            <a:pPr indent="0" lvl="0" marL="0" rtl="0" algn="l">
              <a:spcBef>
                <a:spcPts val="0"/>
              </a:spcBef>
              <a:spcAft>
                <a:spcPts val="0"/>
              </a:spcAft>
              <a:buNone/>
            </a:pPr>
            <a:r>
              <a:t/>
            </a:r>
            <a:endParaRPr/>
          </a:p>
        </p:txBody>
      </p:sp>
      <p:sp>
        <p:nvSpPr>
          <p:cNvPr id="17415" name="Google Shape;17415;p303"/>
          <p:cNvSpPr txBox="1"/>
          <p:nvPr>
            <p:ph idx="30" type="subTitle"/>
          </p:nvPr>
        </p:nvSpPr>
        <p:spPr>
          <a:xfrm>
            <a:off x="294875" y="6010942"/>
            <a:ext cx="1302600" cy="313500"/>
          </a:xfrm>
          <a:prstGeom prst="rect">
            <a:avLst/>
          </a:prstGeom>
        </p:spPr>
        <p:txBody>
          <a:bodyPr anchorCtr="0" anchor="ctr" bIns="36000" lIns="72000" spcFirstLastPara="1" rIns="72000" wrap="square" tIns="36000">
            <a:noAutofit/>
          </a:bodyPr>
          <a:lstStyle/>
          <a:p>
            <a:pPr indent="0" lvl="0" marL="0" rtl="0" algn="l">
              <a:spcBef>
                <a:spcPts val="0"/>
              </a:spcBef>
              <a:spcAft>
                <a:spcPts val="0"/>
              </a:spcAft>
              <a:buNone/>
            </a:pPr>
            <a:r>
              <a:t/>
            </a:r>
            <a:endParaRPr/>
          </a:p>
        </p:txBody>
      </p:sp>
      <p:sp>
        <p:nvSpPr>
          <p:cNvPr id="17416" name="Google Shape;17416;p303"/>
          <p:cNvSpPr txBox="1"/>
          <p:nvPr>
            <p:ph idx="31" type="subTitle"/>
          </p:nvPr>
        </p:nvSpPr>
        <p:spPr>
          <a:xfrm>
            <a:off x="294875" y="6404711"/>
            <a:ext cx="1302600" cy="313500"/>
          </a:xfrm>
          <a:prstGeom prst="rect">
            <a:avLst/>
          </a:prstGeom>
        </p:spPr>
        <p:txBody>
          <a:bodyPr anchorCtr="0" anchor="ctr" bIns="36000" lIns="72000" spcFirstLastPara="1" rIns="72000" wrap="square" tIns="36000">
            <a:noAutofit/>
          </a:bodyPr>
          <a:lstStyle/>
          <a:p>
            <a:pPr indent="0" lvl="0" marL="0" rtl="0" algn="l">
              <a:spcBef>
                <a:spcPts val="0"/>
              </a:spcBef>
              <a:spcAft>
                <a:spcPts val="0"/>
              </a:spcAft>
              <a:buNone/>
            </a:pPr>
            <a:r>
              <a:t/>
            </a:r>
            <a:endParaRPr/>
          </a:p>
        </p:txBody>
      </p:sp>
      <p:sp>
        <p:nvSpPr>
          <p:cNvPr id="17417" name="Google Shape;17417;p303"/>
          <p:cNvSpPr txBox="1"/>
          <p:nvPr>
            <p:ph type="title"/>
          </p:nvPr>
        </p:nvSpPr>
        <p:spPr>
          <a:xfrm flipH="1">
            <a:off x="4025374" y="387675"/>
            <a:ext cx="5863200" cy="169200"/>
          </a:xfrm>
          <a:prstGeom prst="rect">
            <a:avLst/>
          </a:prstGeom>
        </p:spPr>
        <p:txBody>
          <a:bodyPr anchorCtr="0" anchor="ctr" bIns="0" lIns="0" spcFirstLastPara="1" rIns="0" wrap="square" tIns="0">
            <a:noAutofit/>
          </a:bodyPr>
          <a:lstStyle/>
          <a:p>
            <a:pPr indent="0" lvl="0" marL="0" rtl="0" algn="l">
              <a:spcBef>
                <a:spcPts val="0"/>
              </a:spcBef>
              <a:spcAft>
                <a:spcPts val="0"/>
              </a:spcAft>
              <a:buNone/>
            </a:pPr>
            <a:r>
              <a:t/>
            </a:r>
            <a:endParaRPr/>
          </a:p>
        </p:txBody>
      </p:sp>
      <p:sp>
        <p:nvSpPr>
          <p:cNvPr id="17418" name="Google Shape;17418;p303"/>
          <p:cNvSpPr txBox="1"/>
          <p:nvPr>
            <p:ph idx="32" type="title"/>
          </p:nvPr>
        </p:nvSpPr>
        <p:spPr>
          <a:xfrm flipH="1">
            <a:off x="3208773" y="579550"/>
            <a:ext cx="6679800" cy="169200"/>
          </a:xfrm>
          <a:prstGeom prst="rect">
            <a:avLst/>
          </a:prstGeom>
        </p:spPr>
        <p:txBody>
          <a:bodyPr anchorCtr="0" anchor="ctr" bIns="0" lIns="0" spcFirstLastPara="1" rIns="0" wrap="square" tIns="0">
            <a:noAutofit/>
          </a:bodyPr>
          <a:lstStyle/>
          <a:p>
            <a:pPr indent="0" lvl="0" marL="0" rtl="0" algn="l">
              <a:spcBef>
                <a:spcPts val="0"/>
              </a:spcBef>
              <a:spcAft>
                <a:spcPts val="0"/>
              </a:spcAft>
              <a:buNone/>
            </a:pPr>
            <a:r>
              <a:t/>
            </a:r>
            <a:endParaRPr/>
          </a:p>
        </p:txBody>
      </p:sp>
      <p:sp>
        <p:nvSpPr>
          <p:cNvPr id="17419" name="Google Shape;17419;p303"/>
          <p:cNvSpPr txBox="1"/>
          <p:nvPr>
            <p:ph idx="33" type="body"/>
          </p:nvPr>
        </p:nvSpPr>
        <p:spPr>
          <a:xfrm>
            <a:off x="641150" y="612125"/>
            <a:ext cx="1770300" cy="160500"/>
          </a:xfrm>
          <a:prstGeom prst="rect">
            <a:avLst/>
          </a:prstGeom>
        </p:spPr>
        <p:txBody>
          <a:bodyPr anchorCtr="0" anchor="t" bIns="0" lIns="0" spcFirstLastPara="1" rIns="0" wrap="square" tIns="0">
            <a:noAutofit/>
          </a:bodyPr>
          <a:lstStyle/>
          <a:p>
            <a:pPr indent="0" lvl="0" marL="0" rtl="0" algn="ctr">
              <a:spcBef>
                <a:spcPts val="0"/>
              </a:spcBef>
              <a:spcAft>
                <a:spcPts val="0"/>
              </a:spcAft>
              <a:buNone/>
            </a:pPr>
            <a:r>
              <a:t/>
            </a:r>
            <a:endParaRPr/>
          </a:p>
        </p:txBody>
      </p:sp>
    </p:spTree>
  </p:cSld>
  <p:clrMapOvr>
    <a:masterClrMapping/>
  </p:clrMapOvr>
</p:sld>
</file>

<file path=ppt/slides/slide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423" name="Shape 17423"/>
        <p:cNvGrpSpPr/>
        <p:nvPr/>
      </p:nvGrpSpPr>
      <p:grpSpPr>
        <a:xfrm>
          <a:off x="0" y="0"/>
          <a:ext cx="0" cy="0"/>
          <a:chOff x="0" y="0"/>
          <a:chExt cx="0" cy="0"/>
        </a:xfrm>
      </p:grpSpPr>
      <p:sp>
        <p:nvSpPr>
          <p:cNvPr id="17424" name="Google Shape;17424;p304"/>
          <p:cNvSpPr txBox="1"/>
          <p:nvPr>
            <p:ph idx="1" type="subTitle"/>
          </p:nvPr>
        </p:nvSpPr>
        <p:spPr>
          <a:xfrm>
            <a:off x="1742676" y="1346206"/>
            <a:ext cx="8028600" cy="313500"/>
          </a:xfrm>
          <a:prstGeom prst="rect">
            <a:avLst/>
          </a:prstGeom>
        </p:spPr>
        <p:txBody>
          <a:bodyPr anchorCtr="0" anchor="ctr" bIns="36000" lIns="54000" spcFirstLastPara="1" rIns="36000" wrap="square" tIns="36000">
            <a:noAutofit/>
          </a:bodyPr>
          <a:lstStyle/>
          <a:p>
            <a:pPr indent="0" lvl="0" marL="0" rtl="0" algn="l">
              <a:spcBef>
                <a:spcPts val="0"/>
              </a:spcBef>
              <a:spcAft>
                <a:spcPts val="0"/>
              </a:spcAft>
              <a:buNone/>
            </a:pPr>
            <a:r>
              <a:rPr lang="es-419" sz="1100">
                <a:solidFill>
                  <a:schemeClr val="dk1"/>
                </a:solidFill>
                <a:latin typeface="Arial"/>
                <a:ea typeface="Arial"/>
                <a:cs typeface="Arial"/>
                <a:sym typeface="Arial"/>
              </a:rPr>
              <a:t>El sistema debe </a:t>
            </a:r>
            <a:r>
              <a:rPr b="1" lang="es-419" sz="1100">
                <a:solidFill>
                  <a:schemeClr val="dk1"/>
                </a:solidFill>
                <a:latin typeface="Arial"/>
                <a:ea typeface="Arial"/>
                <a:cs typeface="Arial"/>
                <a:sym typeface="Arial"/>
              </a:rPr>
              <a:t>mostrar una lista activa de promociones</a:t>
            </a:r>
            <a:r>
              <a:rPr lang="es-419" sz="1100">
                <a:solidFill>
                  <a:schemeClr val="dk1"/>
                </a:solidFill>
                <a:latin typeface="Arial"/>
                <a:ea typeface="Arial"/>
                <a:cs typeface="Arial"/>
                <a:sym typeface="Arial"/>
              </a:rPr>
              <a:t> aplicables al servicio del cliente en la pantalla de registro.</a:t>
            </a:r>
            <a:endParaRPr/>
          </a:p>
        </p:txBody>
      </p:sp>
      <p:sp>
        <p:nvSpPr>
          <p:cNvPr id="17425" name="Google Shape;17425;p304"/>
          <p:cNvSpPr txBox="1"/>
          <p:nvPr>
            <p:ph idx="2" type="subTitle"/>
          </p:nvPr>
        </p:nvSpPr>
        <p:spPr>
          <a:xfrm>
            <a:off x="1742676" y="1746593"/>
            <a:ext cx="8028600" cy="313500"/>
          </a:xfrm>
          <a:prstGeom prst="rect">
            <a:avLst/>
          </a:prstGeom>
        </p:spPr>
        <p:txBody>
          <a:bodyPr anchorCtr="0" anchor="ctr" bIns="36000" lIns="54000" spcFirstLastPara="1" rIns="36000" wrap="square" tIns="36000">
            <a:noAutofit/>
          </a:bodyPr>
          <a:lstStyle/>
          <a:p>
            <a:pPr indent="0" lvl="0" marL="0" rtl="0" algn="l">
              <a:spcBef>
                <a:spcPts val="0"/>
              </a:spcBef>
              <a:spcAft>
                <a:spcPts val="0"/>
              </a:spcAft>
              <a:buNone/>
            </a:pPr>
            <a:r>
              <a:rPr lang="es-419" sz="1100">
                <a:solidFill>
                  <a:schemeClr val="dk1"/>
                </a:solidFill>
                <a:latin typeface="Arial"/>
                <a:ea typeface="Arial"/>
                <a:cs typeface="Arial"/>
                <a:sym typeface="Arial"/>
              </a:rPr>
              <a:t>El sistema debe </a:t>
            </a:r>
            <a:r>
              <a:rPr b="1" lang="es-419" sz="1100">
                <a:solidFill>
                  <a:schemeClr val="dk1"/>
                </a:solidFill>
                <a:latin typeface="Arial"/>
                <a:ea typeface="Arial"/>
                <a:cs typeface="Arial"/>
                <a:sym typeface="Arial"/>
              </a:rPr>
              <a:t>filtrar automáticamente las promociones</a:t>
            </a:r>
            <a:r>
              <a:rPr lang="es-419" sz="1100">
                <a:solidFill>
                  <a:schemeClr val="dk1"/>
                </a:solidFill>
                <a:latin typeface="Arial"/>
                <a:ea typeface="Arial"/>
                <a:cs typeface="Arial"/>
                <a:sym typeface="Arial"/>
              </a:rPr>
              <a:t> basadas en el tipo de cliente (ej. solo mostrar descuentos para clientes VIP).</a:t>
            </a:r>
            <a:endParaRPr/>
          </a:p>
        </p:txBody>
      </p:sp>
      <p:sp>
        <p:nvSpPr>
          <p:cNvPr id="17426" name="Google Shape;17426;p304"/>
          <p:cNvSpPr txBox="1"/>
          <p:nvPr>
            <p:ph idx="3" type="subTitle"/>
          </p:nvPr>
        </p:nvSpPr>
        <p:spPr>
          <a:xfrm>
            <a:off x="1742676" y="2126799"/>
            <a:ext cx="8028600" cy="313500"/>
          </a:xfrm>
          <a:prstGeom prst="rect">
            <a:avLst/>
          </a:prstGeom>
        </p:spPr>
        <p:txBody>
          <a:bodyPr anchorCtr="0" anchor="ctr" bIns="36000" lIns="54000" spcFirstLastPara="1" rIns="36000" wrap="square" tIns="36000">
            <a:noAutofit/>
          </a:bodyPr>
          <a:lstStyle/>
          <a:p>
            <a:pPr indent="0" lvl="0" marL="0" rtl="0" algn="l">
              <a:spcBef>
                <a:spcPts val="0"/>
              </a:spcBef>
              <a:spcAft>
                <a:spcPts val="0"/>
              </a:spcAft>
              <a:buNone/>
            </a:pPr>
            <a:r>
              <a:rPr lang="es-419" sz="1100">
                <a:solidFill>
                  <a:schemeClr val="dk1"/>
                </a:solidFill>
                <a:latin typeface="Arial"/>
                <a:ea typeface="Arial"/>
                <a:cs typeface="Arial"/>
                <a:sym typeface="Arial"/>
              </a:rPr>
              <a:t>El sistema debe </a:t>
            </a:r>
            <a:r>
              <a:rPr b="1" lang="es-419" sz="1100">
                <a:solidFill>
                  <a:schemeClr val="dk1"/>
                </a:solidFill>
                <a:latin typeface="Arial"/>
                <a:ea typeface="Arial"/>
                <a:cs typeface="Arial"/>
                <a:sym typeface="Arial"/>
              </a:rPr>
              <a:t>permitir al recepcionista seleccionar y aplicar</a:t>
            </a:r>
            <a:r>
              <a:rPr lang="es-419" sz="1100">
                <a:solidFill>
                  <a:schemeClr val="dk1"/>
                </a:solidFill>
                <a:latin typeface="Arial"/>
                <a:ea typeface="Arial"/>
                <a:cs typeface="Arial"/>
                <a:sym typeface="Arial"/>
              </a:rPr>
              <a:t> una promoción de la lista al cliente.</a:t>
            </a:r>
            <a:endParaRPr/>
          </a:p>
        </p:txBody>
      </p:sp>
      <p:sp>
        <p:nvSpPr>
          <p:cNvPr id="17427" name="Google Shape;17427;p304"/>
          <p:cNvSpPr txBox="1"/>
          <p:nvPr>
            <p:ph idx="4" type="subTitle"/>
          </p:nvPr>
        </p:nvSpPr>
        <p:spPr>
          <a:xfrm>
            <a:off x="1742676" y="2493767"/>
            <a:ext cx="8028600" cy="313500"/>
          </a:xfrm>
          <a:prstGeom prst="rect">
            <a:avLst/>
          </a:prstGeom>
        </p:spPr>
        <p:txBody>
          <a:bodyPr anchorCtr="0" anchor="ctr" bIns="36000" lIns="54000" spcFirstLastPara="1" rIns="36000" wrap="square" tIns="36000">
            <a:noAutofit/>
          </a:bodyPr>
          <a:lstStyle/>
          <a:p>
            <a:pPr indent="0" lvl="0" marL="0" rtl="0" algn="l">
              <a:spcBef>
                <a:spcPts val="0"/>
              </a:spcBef>
              <a:spcAft>
                <a:spcPts val="0"/>
              </a:spcAft>
              <a:buNone/>
            </a:pPr>
            <a:r>
              <a:rPr lang="es-419" sz="1100">
                <a:solidFill>
                  <a:schemeClr val="dk1"/>
                </a:solidFill>
                <a:latin typeface="Arial"/>
                <a:ea typeface="Arial"/>
                <a:cs typeface="Arial"/>
                <a:sym typeface="Arial"/>
              </a:rPr>
              <a:t>El sistema debe </a:t>
            </a:r>
            <a:r>
              <a:rPr b="1" lang="es-419" sz="1100">
                <a:solidFill>
                  <a:schemeClr val="dk1"/>
                </a:solidFill>
                <a:latin typeface="Arial"/>
                <a:ea typeface="Arial"/>
                <a:cs typeface="Arial"/>
                <a:sym typeface="Arial"/>
              </a:rPr>
              <a:t>mostrar la fecha de vencimiento</a:t>
            </a:r>
            <a:r>
              <a:rPr lang="es-419" sz="1100">
                <a:solidFill>
                  <a:schemeClr val="dk1"/>
                </a:solidFill>
                <a:latin typeface="Arial"/>
                <a:ea typeface="Arial"/>
                <a:cs typeface="Arial"/>
                <a:sym typeface="Arial"/>
              </a:rPr>
              <a:t> y los términos breves de cada promoción activa.</a:t>
            </a:r>
            <a:endParaRPr/>
          </a:p>
        </p:txBody>
      </p:sp>
      <p:sp>
        <p:nvSpPr>
          <p:cNvPr id="17428" name="Google Shape;17428;p304"/>
          <p:cNvSpPr txBox="1"/>
          <p:nvPr>
            <p:ph idx="5" type="subTitle"/>
          </p:nvPr>
        </p:nvSpPr>
        <p:spPr>
          <a:xfrm>
            <a:off x="1742676" y="2880917"/>
            <a:ext cx="8028600" cy="313500"/>
          </a:xfrm>
          <a:prstGeom prst="rect">
            <a:avLst/>
          </a:prstGeom>
        </p:spPr>
        <p:txBody>
          <a:bodyPr anchorCtr="0" anchor="ctr" bIns="36000" lIns="54000" spcFirstLastPara="1" rIns="36000" wrap="square" tIns="36000">
            <a:noAutofit/>
          </a:bodyPr>
          <a:lstStyle/>
          <a:p>
            <a:pPr indent="0" lvl="0" marL="0" rtl="0" algn="l">
              <a:spcBef>
                <a:spcPts val="0"/>
              </a:spcBef>
              <a:spcAft>
                <a:spcPts val="0"/>
              </a:spcAft>
              <a:buNone/>
            </a:pPr>
            <a:r>
              <a:rPr lang="es-419" sz="1100">
                <a:solidFill>
                  <a:schemeClr val="dk1"/>
                </a:solidFill>
                <a:latin typeface="Arial"/>
                <a:ea typeface="Arial"/>
                <a:cs typeface="Arial"/>
                <a:sym typeface="Arial"/>
              </a:rPr>
              <a:t>El sistema debe </a:t>
            </a:r>
            <a:r>
              <a:rPr b="1" lang="es-419" sz="1100">
                <a:solidFill>
                  <a:schemeClr val="dk1"/>
                </a:solidFill>
                <a:latin typeface="Arial"/>
                <a:ea typeface="Arial"/>
                <a:cs typeface="Arial"/>
                <a:sym typeface="Arial"/>
              </a:rPr>
              <a:t>registrar la promoción aplicada</a:t>
            </a:r>
            <a:r>
              <a:rPr lang="es-419" sz="1100">
                <a:solidFill>
                  <a:schemeClr val="dk1"/>
                </a:solidFill>
                <a:latin typeface="Arial"/>
                <a:ea typeface="Arial"/>
                <a:cs typeface="Arial"/>
                <a:sym typeface="Arial"/>
              </a:rPr>
              <a:t> al historial de la visita actual.</a:t>
            </a:r>
            <a:endParaRPr/>
          </a:p>
        </p:txBody>
      </p:sp>
      <p:sp>
        <p:nvSpPr>
          <p:cNvPr id="17429" name="Google Shape;17429;p304"/>
          <p:cNvSpPr txBox="1"/>
          <p:nvPr>
            <p:ph idx="6" type="subTitle"/>
          </p:nvPr>
        </p:nvSpPr>
        <p:spPr>
          <a:xfrm>
            <a:off x="1742676" y="3261123"/>
            <a:ext cx="8028600" cy="313500"/>
          </a:xfrm>
          <a:prstGeom prst="rect">
            <a:avLst/>
          </a:prstGeom>
        </p:spPr>
        <p:txBody>
          <a:bodyPr anchorCtr="0" anchor="ctr" bIns="36000" lIns="54000" spcFirstLastPara="1" rIns="36000" wrap="square" tIns="36000">
            <a:noAutofit/>
          </a:bodyPr>
          <a:lstStyle/>
          <a:p>
            <a:pPr indent="0" lvl="0" marL="0" rtl="0" algn="l">
              <a:spcBef>
                <a:spcPts val="0"/>
              </a:spcBef>
              <a:spcAft>
                <a:spcPts val="0"/>
              </a:spcAft>
              <a:buNone/>
            </a:pPr>
            <a:r>
              <a:t/>
            </a:r>
            <a:endParaRPr/>
          </a:p>
        </p:txBody>
      </p:sp>
      <p:sp>
        <p:nvSpPr>
          <p:cNvPr id="17430" name="Google Shape;17430;p304"/>
          <p:cNvSpPr txBox="1"/>
          <p:nvPr>
            <p:ph idx="7" type="subTitle"/>
          </p:nvPr>
        </p:nvSpPr>
        <p:spPr>
          <a:xfrm>
            <a:off x="1742676" y="3661511"/>
            <a:ext cx="8028600" cy="313500"/>
          </a:xfrm>
          <a:prstGeom prst="rect">
            <a:avLst/>
          </a:prstGeom>
        </p:spPr>
        <p:txBody>
          <a:bodyPr anchorCtr="0" anchor="ctr" bIns="36000" lIns="54000" spcFirstLastPara="1" rIns="36000" wrap="square" tIns="36000">
            <a:noAutofit/>
          </a:bodyPr>
          <a:lstStyle/>
          <a:p>
            <a:pPr indent="0" lvl="0" marL="0" rtl="0" algn="l">
              <a:spcBef>
                <a:spcPts val="0"/>
              </a:spcBef>
              <a:spcAft>
                <a:spcPts val="0"/>
              </a:spcAft>
              <a:buNone/>
            </a:pPr>
            <a:r>
              <a:t/>
            </a:r>
            <a:endParaRPr/>
          </a:p>
        </p:txBody>
      </p:sp>
      <p:sp>
        <p:nvSpPr>
          <p:cNvPr id="17431" name="Google Shape;17431;p304"/>
          <p:cNvSpPr txBox="1"/>
          <p:nvPr>
            <p:ph idx="8" type="subTitle"/>
          </p:nvPr>
        </p:nvSpPr>
        <p:spPr>
          <a:xfrm>
            <a:off x="294875" y="1346206"/>
            <a:ext cx="1302600" cy="313500"/>
          </a:xfrm>
          <a:prstGeom prst="rect">
            <a:avLst/>
          </a:prstGeom>
        </p:spPr>
        <p:txBody>
          <a:bodyPr anchorCtr="0" anchor="ctr" bIns="36000" lIns="72000" spcFirstLastPara="1" rIns="72000" wrap="square" tIns="36000">
            <a:noAutofit/>
          </a:bodyPr>
          <a:lstStyle/>
          <a:p>
            <a:pPr indent="0" lvl="0" marL="0" rtl="0" algn="l">
              <a:spcBef>
                <a:spcPts val="0"/>
              </a:spcBef>
              <a:spcAft>
                <a:spcPts val="0"/>
              </a:spcAft>
              <a:buNone/>
            </a:pPr>
            <a:r>
              <a:rPr lang="es-419"/>
              <a:t>RF-26</a:t>
            </a:r>
            <a:endParaRPr/>
          </a:p>
        </p:txBody>
      </p:sp>
      <p:sp>
        <p:nvSpPr>
          <p:cNvPr id="17432" name="Google Shape;17432;p304"/>
          <p:cNvSpPr txBox="1"/>
          <p:nvPr>
            <p:ph idx="9" type="subTitle"/>
          </p:nvPr>
        </p:nvSpPr>
        <p:spPr>
          <a:xfrm>
            <a:off x="294875" y="1739975"/>
            <a:ext cx="1302600" cy="313500"/>
          </a:xfrm>
          <a:prstGeom prst="rect">
            <a:avLst/>
          </a:prstGeom>
        </p:spPr>
        <p:txBody>
          <a:bodyPr anchorCtr="0" anchor="ctr" bIns="36000" lIns="72000" spcFirstLastPara="1" rIns="72000" wrap="square" tIns="36000">
            <a:noAutofit/>
          </a:bodyPr>
          <a:lstStyle/>
          <a:p>
            <a:pPr indent="0" lvl="0" marL="0" rtl="0" algn="l">
              <a:spcBef>
                <a:spcPts val="0"/>
              </a:spcBef>
              <a:spcAft>
                <a:spcPts val="0"/>
              </a:spcAft>
              <a:buNone/>
            </a:pPr>
            <a:r>
              <a:rPr lang="es-419"/>
              <a:t>RF-27</a:t>
            </a:r>
            <a:endParaRPr/>
          </a:p>
        </p:txBody>
      </p:sp>
      <p:sp>
        <p:nvSpPr>
          <p:cNvPr id="17433" name="Google Shape;17433;p304"/>
          <p:cNvSpPr txBox="1"/>
          <p:nvPr>
            <p:ph idx="13" type="subTitle"/>
          </p:nvPr>
        </p:nvSpPr>
        <p:spPr>
          <a:xfrm>
            <a:off x="294875" y="2120180"/>
            <a:ext cx="1302600" cy="313500"/>
          </a:xfrm>
          <a:prstGeom prst="rect">
            <a:avLst/>
          </a:prstGeom>
        </p:spPr>
        <p:txBody>
          <a:bodyPr anchorCtr="0" anchor="ctr" bIns="36000" lIns="72000" spcFirstLastPara="1" rIns="72000" wrap="square" tIns="36000">
            <a:noAutofit/>
          </a:bodyPr>
          <a:lstStyle/>
          <a:p>
            <a:pPr indent="0" lvl="0" marL="0" rtl="0" algn="l">
              <a:spcBef>
                <a:spcPts val="0"/>
              </a:spcBef>
              <a:spcAft>
                <a:spcPts val="0"/>
              </a:spcAft>
              <a:buNone/>
            </a:pPr>
            <a:r>
              <a:rPr lang="es-419"/>
              <a:t>RF-28</a:t>
            </a:r>
            <a:endParaRPr/>
          </a:p>
        </p:txBody>
      </p:sp>
      <p:sp>
        <p:nvSpPr>
          <p:cNvPr id="17434" name="Google Shape;17434;p304"/>
          <p:cNvSpPr txBox="1"/>
          <p:nvPr>
            <p:ph idx="14" type="subTitle"/>
          </p:nvPr>
        </p:nvSpPr>
        <p:spPr>
          <a:xfrm>
            <a:off x="294875" y="2500386"/>
            <a:ext cx="1302600" cy="313500"/>
          </a:xfrm>
          <a:prstGeom prst="rect">
            <a:avLst/>
          </a:prstGeom>
        </p:spPr>
        <p:txBody>
          <a:bodyPr anchorCtr="0" anchor="ctr" bIns="36000" lIns="72000" spcFirstLastPara="1" rIns="72000" wrap="square" tIns="36000">
            <a:noAutofit/>
          </a:bodyPr>
          <a:lstStyle/>
          <a:p>
            <a:pPr indent="0" lvl="0" marL="0" rtl="0" algn="l">
              <a:spcBef>
                <a:spcPts val="0"/>
              </a:spcBef>
              <a:spcAft>
                <a:spcPts val="0"/>
              </a:spcAft>
              <a:buNone/>
            </a:pPr>
            <a:r>
              <a:rPr lang="es-419"/>
              <a:t>RF-29</a:t>
            </a:r>
            <a:endParaRPr/>
          </a:p>
        </p:txBody>
      </p:sp>
      <p:sp>
        <p:nvSpPr>
          <p:cNvPr id="17435" name="Google Shape;17435;p304"/>
          <p:cNvSpPr txBox="1"/>
          <p:nvPr>
            <p:ph idx="15" type="subTitle"/>
          </p:nvPr>
        </p:nvSpPr>
        <p:spPr>
          <a:xfrm>
            <a:off x="294875" y="2873973"/>
            <a:ext cx="1302600" cy="313500"/>
          </a:xfrm>
          <a:prstGeom prst="rect">
            <a:avLst/>
          </a:prstGeom>
        </p:spPr>
        <p:txBody>
          <a:bodyPr anchorCtr="0" anchor="ctr" bIns="36000" lIns="72000" spcFirstLastPara="1" rIns="72000" wrap="square" tIns="36000">
            <a:noAutofit/>
          </a:bodyPr>
          <a:lstStyle/>
          <a:p>
            <a:pPr indent="0" lvl="0" marL="0" rtl="0" algn="l">
              <a:spcBef>
                <a:spcPts val="0"/>
              </a:spcBef>
              <a:spcAft>
                <a:spcPts val="0"/>
              </a:spcAft>
              <a:buNone/>
            </a:pPr>
            <a:r>
              <a:rPr lang="es-419"/>
              <a:t>RF-30</a:t>
            </a:r>
            <a:endParaRPr/>
          </a:p>
        </p:txBody>
      </p:sp>
      <p:sp>
        <p:nvSpPr>
          <p:cNvPr id="17436" name="Google Shape;17436;p304"/>
          <p:cNvSpPr txBox="1"/>
          <p:nvPr>
            <p:ph idx="16" type="subTitle"/>
          </p:nvPr>
        </p:nvSpPr>
        <p:spPr>
          <a:xfrm>
            <a:off x="294875" y="3267742"/>
            <a:ext cx="1302600" cy="313500"/>
          </a:xfrm>
          <a:prstGeom prst="rect">
            <a:avLst/>
          </a:prstGeom>
        </p:spPr>
        <p:txBody>
          <a:bodyPr anchorCtr="0" anchor="ctr" bIns="36000" lIns="72000" spcFirstLastPara="1" rIns="72000" wrap="square" tIns="36000">
            <a:noAutofit/>
          </a:bodyPr>
          <a:lstStyle/>
          <a:p>
            <a:pPr indent="0" lvl="0" marL="0" rtl="0" algn="l">
              <a:spcBef>
                <a:spcPts val="0"/>
              </a:spcBef>
              <a:spcAft>
                <a:spcPts val="0"/>
              </a:spcAft>
              <a:buNone/>
            </a:pPr>
            <a:r>
              <a:t/>
            </a:r>
            <a:endParaRPr/>
          </a:p>
        </p:txBody>
      </p:sp>
      <p:sp>
        <p:nvSpPr>
          <p:cNvPr id="17437" name="Google Shape;17437;p304"/>
          <p:cNvSpPr txBox="1"/>
          <p:nvPr>
            <p:ph idx="17" type="subTitle"/>
          </p:nvPr>
        </p:nvSpPr>
        <p:spPr>
          <a:xfrm>
            <a:off x="294875" y="3661511"/>
            <a:ext cx="1302600" cy="313500"/>
          </a:xfrm>
          <a:prstGeom prst="rect">
            <a:avLst/>
          </a:prstGeom>
        </p:spPr>
        <p:txBody>
          <a:bodyPr anchorCtr="0" anchor="ctr" bIns="36000" lIns="72000" spcFirstLastPara="1" rIns="72000" wrap="square" tIns="36000">
            <a:noAutofit/>
          </a:bodyPr>
          <a:lstStyle/>
          <a:p>
            <a:pPr indent="0" lvl="0" marL="0" rtl="0" algn="l">
              <a:spcBef>
                <a:spcPts val="0"/>
              </a:spcBef>
              <a:spcAft>
                <a:spcPts val="0"/>
              </a:spcAft>
              <a:buNone/>
            </a:pPr>
            <a:r>
              <a:t/>
            </a:r>
            <a:endParaRPr/>
          </a:p>
        </p:txBody>
      </p:sp>
      <p:sp>
        <p:nvSpPr>
          <p:cNvPr id="17438" name="Google Shape;17438;p304"/>
          <p:cNvSpPr txBox="1"/>
          <p:nvPr>
            <p:ph idx="18" type="subTitle"/>
          </p:nvPr>
        </p:nvSpPr>
        <p:spPr>
          <a:xfrm>
            <a:off x="1742676" y="4089406"/>
            <a:ext cx="8028600" cy="313500"/>
          </a:xfrm>
          <a:prstGeom prst="rect">
            <a:avLst/>
          </a:prstGeom>
        </p:spPr>
        <p:txBody>
          <a:bodyPr anchorCtr="0" anchor="ctr" bIns="36000" lIns="54000" spcFirstLastPara="1" rIns="36000" wrap="square" tIns="36000">
            <a:noAutofit/>
          </a:bodyPr>
          <a:lstStyle/>
          <a:p>
            <a:pPr indent="0" lvl="0" marL="0" rtl="0" algn="l">
              <a:spcBef>
                <a:spcPts val="0"/>
              </a:spcBef>
              <a:spcAft>
                <a:spcPts val="0"/>
              </a:spcAft>
              <a:buNone/>
            </a:pPr>
            <a:r>
              <a:t/>
            </a:r>
            <a:endParaRPr/>
          </a:p>
        </p:txBody>
      </p:sp>
      <p:sp>
        <p:nvSpPr>
          <p:cNvPr id="17439" name="Google Shape;17439;p304"/>
          <p:cNvSpPr txBox="1"/>
          <p:nvPr>
            <p:ph idx="19" type="subTitle"/>
          </p:nvPr>
        </p:nvSpPr>
        <p:spPr>
          <a:xfrm>
            <a:off x="1742676" y="4489793"/>
            <a:ext cx="8028600" cy="313500"/>
          </a:xfrm>
          <a:prstGeom prst="rect">
            <a:avLst/>
          </a:prstGeom>
        </p:spPr>
        <p:txBody>
          <a:bodyPr anchorCtr="0" anchor="ctr" bIns="36000" lIns="54000" spcFirstLastPara="1" rIns="36000" wrap="square" tIns="36000">
            <a:noAutofit/>
          </a:bodyPr>
          <a:lstStyle/>
          <a:p>
            <a:pPr indent="0" lvl="0" marL="0" rtl="0" algn="l">
              <a:spcBef>
                <a:spcPts val="0"/>
              </a:spcBef>
              <a:spcAft>
                <a:spcPts val="0"/>
              </a:spcAft>
              <a:buNone/>
            </a:pPr>
            <a:r>
              <a:t/>
            </a:r>
            <a:endParaRPr/>
          </a:p>
        </p:txBody>
      </p:sp>
      <p:sp>
        <p:nvSpPr>
          <p:cNvPr id="17440" name="Google Shape;17440;p304"/>
          <p:cNvSpPr txBox="1"/>
          <p:nvPr>
            <p:ph idx="20" type="subTitle"/>
          </p:nvPr>
        </p:nvSpPr>
        <p:spPr>
          <a:xfrm>
            <a:off x="1742676" y="4869999"/>
            <a:ext cx="8028600" cy="313500"/>
          </a:xfrm>
          <a:prstGeom prst="rect">
            <a:avLst/>
          </a:prstGeom>
        </p:spPr>
        <p:txBody>
          <a:bodyPr anchorCtr="0" anchor="ctr" bIns="36000" lIns="54000" spcFirstLastPara="1" rIns="36000" wrap="square" tIns="36000">
            <a:noAutofit/>
          </a:bodyPr>
          <a:lstStyle/>
          <a:p>
            <a:pPr indent="0" lvl="0" marL="0" rtl="0" algn="l">
              <a:spcBef>
                <a:spcPts val="0"/>
              </a:spcBef>
              <a:spcAft>
                <a:spcPts val="0"/>
              </a:spcAft>
              <a:buNone/>
            </a:pPr>
            <a:r>
              <a:t/>
            </a:r>
            <a:endParaRPr/>
          </a:p>
        </p:txBody>
      </p:sp>
      <p:sp>
        <p:nvSpPr>
          <p:cNvPr id="17441" name="Google Shape;17441;p304"/>
          <p:cNvSpPr txBox="1"/>
          <p:nvPr>
            <p:ph idx="21" type="subTitle"/>
          </p:nvPr>
        </p:nvSpPr>
        <p:spPr>
          <a:xfrm>
            <a:off x="1742676" y="5236967"/>
            <a:ext cx="8028600" cy="313500"/>
          </a:xfrm>
          <a:prstGeom prst="rect">
            <a:avLst/>
          </a:prstGeom>
        </p:spPr>
        <p:txBody>
          <a:bodyPr anchorCtr="0" anchor="ctr" bIns="36000" lIns="54000" spcFirstLastPara="1" rIns="36000" wrap="square" tIns="36000">
            <a:noAutofit/>
          </a:bodyPr>
          <a:lstStyle/>
          <a:p>
            <a:pPr indent="0" lvl="0" marL="0" rtl="0" algn="l">
              <a:spcBef>
                <a:spcPts val="0"/>
              </a:spcBef>
              <a:spcAft>
                <a:spcPts val="0"/>
              </a:spcAft>
              <a:buNone/>
            </a:pPr>
            <a:r>
              <a:t/>
            </a:r>
            <a:endParaRPr/>
          </a:p>
        </p:txBody>
      </p:sp>
      <p:sp>
        <p:nvSpPr>
          <p:cNvPr id="17442" name="Google Shape;17442;p304"/>
          <p:cNvSpPr txBox="1"/>
          <p:nvPr>
            <p:ph idx="22" type="subTitle"/>
          </p:nvPr>
        </p:nvSpPr>
        <p:spPr>
          <a:xfrm>
            <a:off x="1742676" y="5624117"/>
            <a:ext cx="8028600" cy="313500"/>
          </a:xfrm>
          <a:prstGeom prst="rect">
            <a:avLst/>
          </a:prstGeom>
        </p:spPr>
        <p:txBody>
          <a:bodyPr anchorCtr="0" anchor="ctr" bIns="36000" lIns="54000" spcFirstLastPara="1" rIns="36000" wrap="square" tIns="36000">
            <a:noAutofit/>
          </a:bodyPr>
          <a:lstStyle/>
          <a:p>
            <a:pPr indent="0" lvl="0" marL="0" rtl="0" algn="l">
              <a:spcBef>
                <a:spcPts val="0"/>
              </a:spcBef>
              <a:spcAft>
                <a:spcPts val="0"/>
              </a:spcAft>
              <a:buNone/>
            </a:pPr>
            <a:r>
              <a:t/>
            </a:r>
            <a:endParaRPr/>
          </a:p>
        </p:txBody>
      </p:sp>
      <p:sp>
        <p:nvSpPr>
          <p:cNvPr id="17443" name="Google Shape;17443;p304"/>
          <p:cNvSpPr txBox="1"/>
          <p:nvPr>
            <p:ph idx="23" type="subTitle"/>
          </p:nvPr>
        </p:nvSpPr>
        <p:spPr>
          <a:xfrm>
            <a:off x="1742676" y="6004323"/>
            <a:ext cx="8028600" cy="313500"/>
          </a:xfrm>
          <a:prstGeom prst="rect">
            <a:avLst/>
          </a:prstGeom>
        </p:spPr>
        <p:txBody>
          <a:bodyPr anchorCtr="0" anchor="ctr" bIns="36000" lIns="54000" spcFirstLastPara="1" rIns="36000" wrap="square" tIns="36000">
            <a:noAutofit/>
          </a:bodyPr>
          <a:lstStyle/>
          <a:p>
            <a:pPr indent="0" lvl="0" marL="0" rtl="0" algn="l">
              <a:spcBef>
                <a:spcPts val="0"/>
              </a:spcBef>
              <a:spcAft>
                <a:spcPts val="0"/>
              </a:spcAft>
              <a:buNone/>
            </a:pPr>
            <a:r>
              <a:t/>
            </a:r>
            <a:endParaRPr/>
          </a:p>
        </p:txBody>
      </p:sp>
      <p:sp>
        <p:nvSpPr>
          <p:cNvPr id="17444" name="Google Shape;17444;p304"/>
          <p:cNvSpPr txBox="1"/>
          <p:nvPr>
            <p:ph idx="24" type="subTitle"/>
          </p:nvPr>
        </p:nvSpPr>
        <p:spPr>
          <a:xfrm>
            <a:off x="1742676" y="6404711"/>
            <a:ext cx="8028600" cy="313500"/>
          </a:xfrm>
          <a:prstGeom prst="rect">
            <a:avLst/>
          </a:prstGeom>
        </p:spPr>
        <p:txBody>
          <a:bodyPr anchorCtr="0" anchor="ctr" bIns="36000" lIns="54000" spcFirstLastPara="1" rIns="36000" wrap="square" tIns="36000">
            <a:noAutofit/>
          </a:bodyPr>
          <a:lstStyle/>
          <a:p>
            <a:pPr indent="0" lvl="0" marL="0" rtl="0" algn="l">
              <a:spcBef>
                <a:spcPts val="0"/>
              </a:spcBef>
              <a:spcAft>
                <a:spcPts val="0"/>
              </a:spcAft>
              <a:buNone/>
            </a:pPr>
            <a:r>
              <a:t/>
            </a:r>
            <a:endParaRPr/>
          </a:p>
        </p:txBody>
      </p:sp>
      <p:sp>
        <p:nvSpPr>
          <p:cNvPr id="17445" name="Google Shape;17445;p304"/>
          <p:cNvSpPr txBox="1"/>
          <p:nvPr>
            <p:ph idx="25" type="subTitle"/>
          </p:nvPr>
        </p:nvSpPr>
        <p:spPr>
          <a:xfrm>
            <a:off x="294875" y="4089406"/>
            <a:ext cx="1302600" cy="313500"/>
          </a:xfrm>
          <a:prstGeom prst="rect">
            <a:avLst/>
          </a:prstGeom>
        </p:spPr>
        <p:txBody>
          <a:bodyPr anchorCtr="0" anchor="ctr" bIns="36000" lIns="72000" spcFirstLastPara="1" rIns="72000" wrap="square" tIns="36000">
            <a:noAutofit/>
          </a:bodyPr>
          <a:lstStyle/>
          <a:p>
            <a:pPr indent="0" lvl="0" marL="0" rtl="0" algn="l">
              <a:spcBef>
                <a:spcPts val="0"/>
              </a:spcBef>
              <a:spcAft>
                <a:spcPts val="0"/>
              </a:spcAft>
              <a:buNone/>
            </a:pPr>
            <a:r>
              <a:t/>
            </a:r>
            <a:endParaRPr/>
          </a:p>
        </p:txBody>
      </p:sp>
      <p:sp>
        <p:nvSpPr>
          <p:cNvPr id="17446" name="Google Shape;17446;p304"/>
          <p:cNvSpPr txBox="1"/>
          <p:nvPr>
            <p:ph idx="26" type="subTitle"/>
          </p:nvPr>
        </p:nvSpPr>
        <p:spPr>
          <a:xfrm>
            <a:off x="294875" y="4483175"/>
            <a:ext cx="1302600" cy="313500"/>
          </a:xfrm>
          <a:prstGeom prst="rect">
            <a:avLst/>
          </a:prstGeom>
        </p:spPr>
        <p:txBody>
          <a:bodyPr anchorCtr="0" anchor="ctr" bIns="36000" lIns="72000" spcFirstLastPara="1" rIns="72000" wrap="square" tIns="36000">
            <a:noAutofit/>
          </a:bodyPr>
          <a:lstStyle/>
          <a:p>
            <a:pPr indent="0" lvl="0" marL="0" rtl="0" algn="l">
              <a:spcBef>
                <a:spcPts val="0"/>
              </a:spcBef>
              <a:spcAft>
                <a:spcPts val="0"/>
              </a:spcAft>
              <a:buNone/>
            </a:pPr>
            <a:r>
              <a:t/>
            </a:r>
            <a:endParaRPr/>
          </a:p>
        </p:txBody>
      </p:sp>
      <p:sp>
        <p:nvSpPr>
          <p:cNvPr id="17447" name="Google Shape;17447;p304"/>
          <p:cNvSpPr txBox="1"/>
          <p:nvPr>
            <p:ph idx="27" type="subTitle"/>
          </p:nvPr>
        </p:nvSpPr>
        <p:spPr>
          <a:xfrm>
            <a:off x="294875" y="4863380"/>
            <a:ext cx="1302600" cy="313500"/>
          </a:xfrm>
          <a:prstGeom prst="rect">
            <a:avLst/>
          </a:prstGeom>
        </p:spPr>
        <p:txBody>
          <a:bodyPr anchorCtr="0" anchor="ctr" bIns="36000" lIns="72000" spcFirstLastPara="1" rIns="72000" wrap="square" tIns="36000">
            <a:noAutofit/>
          </a:bodyPr>
          <a:lstStyle/>
          <a:p>
            <a:pPr indent="0" lvl="0" marL="0" rtl="0" algn="l">
              <a:spcBef>
                <a:spcPts val="0"/>
              </a:spcBef>
              <a:spcAft>
                <a:spcPts val="0"/>
              </a:spcAft>
              <a:buNone/>
            </a:pPr>
            <a:r>
              <a:t/>
            </a:r>
            <a:endParaRPr/>
          </a:p>
        </p:txBody>
      </p:sp>
      <p:sp>
        <p:nvSpPr>
          <p:cNvPr id="17448" name="Google Shape;17448;p304"/>
          <p:cNvSpPr txBox="1"/>
          <p:nvPr>
            <p:ph idx="28" type="subTitle"/>
          </p:nvPr>
        </p:nvSpPr>
        <p:spPr>
          <a:xfrm>
            <a:off x="294875" y="5243586"/>
            <a:ext cx="1302600" cy="313500"/>
          </a:xfrm>
          <a:prstGeom prst="rect">
            <a:avLst/>
          </a:prstGeom>
        </p:spPr>
        <p:txBody>
          <a:bodyPr anchorCtr="0" anchor="ctr" bIns="36000" lIns="72000" spcFirstLastPara="1" rIns="72000" wrap="square" tIns="36000">
            <a:noAutofit/>
          </a:bodyPr>
          <a:lstStyle/>
          <a:p>
            <a:pPr indent="0" lvl="0" marL="0" rtl="0" algn="l">
              <a:spcBef>
                <a:spcPts val="0"/>
              </a:spcBef>
              <a:spcAft>
                <a:spcPts val="0"/>
              </a:spcAft>
              <a:buNone/>
            </a:pPr>
            <a:r>
              <a:t/>
            </a:r>
            <a:endParaRPr/>
          </a:p>
        </p:txBody>
      </p:sp>
      <p:sp>
        <p:nvSpPr>
          <p:cNvPr id="17449" name="Google Shape;17449;p304"/>
          <p:cNvSpPr txBox="1"/>
          <p:nvPr>
            <p:ph idx="29" type="subTitle"/>
          </p:nvPr>
        </p:nvSpPr>
        <p:spPr>
          <a:xfrm>
            <a:off x="294875" y="5617173"/>
            <a:ext cx="1302600" cy="313500"/>
          </a:xfrm>
          <a:prstGeom prst="rect">
            <a:avLst/>
          </a:prstGeom>
        </p:spPr>
        <p:txBody>
          <a:bodyPr anchorCtr="0" anchor="ctr" bIns="36000" lIns="72000" spcFirstLastPara="1" rIns="72000" wrap="square" tIns="36000">
            <a:noAutofit/>
          </a:bodyPr>
          <a:lstStyle/>
          <a:p>
            <a:pPr indent="0" lvl="0" marL="0" rtl="0" algn="l">
              <a:spcBef>
                <a:spcPts val="0"/>
              </a:spcBef>
              <a:spcAft>
                <a:spcPts val="0"/>
              </a:spcAft>
              <a:buNone/>
            </a:pPr>
            <a:r>
              <a:t/>
            </a:r>
            <a:endParaRPr/>
          </a:p>
        </p:txBody>
      </p:sp>
      <p:sp>
        <p:nvSpPr>
          <p:cNvPr id="17450" name="Google Shape;17450;p304"/>
          <p:cNvSpPr txBox="1"/>
          <p:nvPr>
            <p:ph idx="30" type="subTitle"/>
          </p:nvPr>
        </p:nvSpPr>
        <p:spPr>
          <a:xfrm>
            <a:off x="294875" y="6010942"/>
            <a:ext cx="1302600" cy="313500"/>
          </a:xfrm>
          <a:prstGeom prst="rect">
            <a:avLst/>
          </a:prstGeom>
        </p:spPr>
        <p:txBody>
          <a:bodyPr anchorCtr="0" anchor="ctr" bIns="36000" lIns="72000" spcFirstLastPara="1" rIns="72000" wrap="square" tIns="36000">
            <a:noAutofit/>
          </a:bodyPr>
          <a:lstStyle/>
          <a:p>
            <a:pPr indent="0" lvl="0" marL="0" rtl="0" algn="l">
              <a:spcBef>
                <a:spcPts val="0"/>
              </a:spcBef>
              <a:spcAft>
                <a:spcPts val="0"/>
              </a:spcAft>
              <a:buNone/>
            </a:pPr>
            <a:r>
              <a:t/>
            </a:r>
            <a:endParaRPr/>
          </a:p>
        </p:txBody>
      </p:sp>
      <p:sp>
        <p:nvSpPr>
          <p:cNvPr id="17451" name="Google Shape;17451;p304"/>
          <p:cNvSpPr txBox="1"/>
          <p:nvPr>
            <p:ph idx="31" type="subTitle"/>
          </p:nvPr>
        </p:nvSpPr>
        <p:spPr>
          <a:xfrm>
            <a:off x="294875" y="6404711"/>
            <a:ext cx="1302600" cy="313500"/>
          </a:xfrm>
          <a:prstGeom prst="rect">
            <a:avLst/>
          </a:prstGeom>
        </p:spPr>
        <p:txBody>
          <a:bodyPr anchorCtr="0" anchor="ctr" bIns="36000" lIns="72000" spcFirstLastPara="1" rIns="72000" wrap="square" tIns="36000">
            <a:noAutofit/>
          </a:bodyPr>
          <a:lstStyle/>
          <a:p>
            <a:pPr indent="0" lvl="0" marL="0" rtl="0" algn="l">
              <a:spcBef>
                <a:spcPts val="0"/>
              </a:spcBef>
              <a:spcAft>
                <a:spcPts val="0"/>
              </a:spcAft>
              <a:buNone/>
            </a:pPr>
            <a:r>
              <a:t/>
            </a:r>
            <a:endParaRPr/>
          </a:p>
        </p:txBody>
      </p:sp>
      <p:sp>
        <p:nvSpPr>
          <p:cNvPr id="17452" name="Google Shape;17452;p304"/>
          <p:cNvSpPr txBox="1"/>
          <p:nvPr>
            <p:ph type="title"/>
          </p:nvPr>
        </p:nvSpPr>
        <p:spPr>
          <a:xfrm flipH="1">
            <a:off x="4025374" y="387675"/>
            <a:ext cx="5863200" cy="169200"/>
          </a:xfrm>
          <a:prstGeom prst="rect">
            <a:avLst/>
          </a:prstGeom>
        </p:spPr>
        <p:txBody>
          <a:bodyPr anchorCtr="0" anchor="ctr" bIns="0" lIns="0" spcFirstLastPara="1" rIns="0" wrap="square" tIns="0">
            <a:noAutofit/>
          </a:bodyPr>
          <a:lstStyle/>
          <a:p>
            <a:pPr indent="0" lvl="0" marL="0" rtl="0" algn="l">
              <a:spcBef>
                <a:spcPts val="0"/>
              </a:spcBef>
              <a:spcAft>
                <a:spcPts val="0"/>
              </a:spcAft>
              <a:buNone/>
            </a:pPr>
            <a:r>
              <a:t/>
            </a:r>
            <a:endParaRPr/>
          </a:p>
        </p:txBody>
      </p:sp>
      <p:sp>
        <p:nvSpPr>
          <p:cNvPr id="17453" name="Google Shape;17453;p304"/>
          <p:cNvSpPr txBox="1"/>
          <p:nvPr>
            <p:ph idx="32" type="title"/>
          </p:nvPr>
        </p:nvSpPr>
        <p:spPr>
          <a:xfrm flipH="1">
            <a:off x="3208773" y="579550"/>
            <a:ext cx="6679800" cy="169200"/>
          </a:xfrm>
          <a:prstGeom prst="rect">
            <a:avLst/>
          </a:prstGeom>
        </p:spPr>
        <p:txBody>
          <a:bodyPr anchorCtr="0" anchor="ctr" bIns="0" lIns="0" spcFirstLastPara="1" rIns="0" wrap="square" tIns="0">
            <a:noAutofit/>
          </a:bodyPr>
          <a:lstStyle/>
          <a:p>
            <a:pPr indent="0" lvl="0" marL="0" rtl="0" algn="l">
              <a:spcBef>
                <a:spcPts val="0"/>
              </a:spcBef>
              <a:spcAft>
                <a:spcPts val="0"/>
              </a:spcAft>
              <a:buNone/>
            </a:pPr>
            <a:r>
              <a:t/>
            </a:r>
            <a:endParaRPr/>
          </a:p>
        </p:txBody>
      </p:sp>
      <p:sp>
        <p:nvSpPr>
          <p:cNvPr id="17454" name="Google Shape;17454;p304"/>
          <p:cNvSpPr txBox="1"/>
          <p:nvPr>
            <p:ph idx="33" type="body"/>
          </p:nvPr>
        </p:nvSpPr>
        <p:spPr>
          <a:xfrm>
            <a:off x="641150" y="612125"/>
            <a:ext cx="1770300" cy="160500"/>
          </a:xfrm>
          <a:prstGeom prst="rect">
            <a:avLst/>
          </a:prstGeom>
        </p:spPr>
        <p:txBody>
          <a:bodyPr anchorCtr="0" anchor="t" bIns="0" lIns="0" spcFirstLastPara="1" rIns="0" wrap="square" tIns="0">
            <a:noAutofit/>
          </a:bodyPr>
          <a:lstStyle/>
          <a:p>
            <a:pPr indent="0" lvl="0" marL="0" rtl="0" algn="ctr">
              <a:spcBef>
                <a:spcPts val="0"/>
              </a:spcBef>
              <a:spcAft>
                <a:spcPts val="0"/>
              </a:spcAft>
              <a:buNone/>
            </a:pPr>
            <a:r>
              <a:t/>
            </a:r>
            <a:endParaRPr/>
          </a:p>
        </p:txBody>
      </p:sp>
    </p:spTree>
  </p:cSld>
  <p:clrMapOvr>
    <a:masterClrMapping/>
  </p:clrMapOvr>
</p:sld>
</file>

<file path=ppt/slides/slide4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458" name="Shape 17458"/>
        <p:cNvGrpSpPr/>
        <p:nvPr/>
      </p:nvGrpSpPr>
      <p:grpSpPr>
        <a:xfrm>
          <a:off x="0" y="0"/>
          <a:ext cx="0" cy="0"/>
          <a:chOff x="0" y="0"/>
          <a:chExt cx="0" cy="0"/>
        </a:xfrm>
      </p:grpSpPr>
      <p:sp>
        <p:nvSpPr>
          <p:cNvPr id="17459" name="Google Shape;17459;p305"/>
          <p:cNvSpPr txBox="1"/>
          <p:nvPr>
            <p:ph idx="1" type="subTitle"/>
          </p:nvPr>
        </p:nvSpPr>
        <p:spPr>
          <a:xfrm>
            <a:off x="1742676" y="1346206"/>
            <a:ext cx="8028600" cy="313500"/>
          </a:xfrm>
          <a:prstGeom prst="rect">
            <a:avLst/>
          </a:prstGeom>
        </p:spPr>
        <p:txBody>
          <a:bodyPr anchorCtr="0" anchor="ctr" bIns="36000" lIns="54000" spcFirstLastPara="1" rIns="36000" wrap="square" tIns="36000">
            <a:noAutofit/>
          </a:bodyPr>
          <a:lstStyle/>
          <a:p>
            <a:pPr indent="0" lvl="0" marL="0" rtl="0" algn="l">
              <a:spcBef>
                <a:spcPts val="0"/>
              </a:spcBef>
              <a:spcAft>
                <a:spcPts val="0"/>
              </a:spcAft>
              <a:buNone/>
            </a:pPr>
            <a:r>
              <a:rPr lang="es-419" sz="1100">
                <a:solidFill>
                  <a:schemeClr val="dk1"/>
                </a:solidFill>
                <a:latin typeface="Arial"/>
                <a:ea typeface="Arial"/>
                <a:cs typeface="Arial"/>
                <a:sym typeface="Arial"/>
              </a:rPr>
              <a:t>El sistema debe </a:t>
            </a:r>
            <a:r>
              <a:rPr b="1" lang="es-419" sz="1100">
                <a:solidFill>
                  <a:schemeClr val="dk1"/>
                </a:solidFill>
                <a:latin typeface="Arial"/>
                <a:ea typeface="Arial"/>
                <a:cs typeface="Arial"/>
                <a:sym typeface="Arial"/>
              </a:rPr>
              <a:t>registrar la hora y minuto exactos</a:t>
            </a:r>
            <a:r>
              <a:rPr lang="es-419" sz="1100">
                <a:solidFill>
                  <a:schemeClr val="dk1"/>
                </a:solidFill>
                <a:latin typeface="Arial"/>
                <a:ea typeface="Arial"/>
                <a:cs typeface="Arial"/>
                <a:sym typeface="Arial"/>
              </a:rPr>
              <a:t> del </a:t>
            </a:r>
            <a:r>
              <a:rPr i="1" lang="es-419" sz="1100">
                <a:solidFill>
                  <a:schemeClr val="dk1"/>
                </a:solidFill>
                <a:latin typeface="Arial"/>
                <a:ea typeface="Arial"/>
                <a:cs typeface="Arial"/>
                <a:sym typeface="Arial"/>
              </a:rPr>
              <a:t>check-in</a:t>
            </a:r>
            <a:r>
              <a:rPr lang="es-419" sz="1100">
                <a:solidFill>
                  <a:schemeClr val="dk1"/>
                </a:solidFill>
                <a:latin typeface="Arial"/>
                <a:ea typeface="Arial"/>
                <a:cs typeface="Arial"/>
                <a:sym typeface="Arial"/>
              </a:rPr>
              <a:t> del cliente al presionar el botón de "Llegada".</a:t>
            </a:r>
            <a:endParaRPr/>
          </a:p>
        </p:txBody>
      </p:sp>
      <p:sp>
        <p:nvSpPr>
          <p:cNvPr id="17460" name="Google Shape;17460;p305"/>
          <p:cNvSpPr txBox="1"/>
          <p:nvPr>
            <p:ph idx="2" type="subTitle"/>
          </p:nvPr>
        </p:nvSpPr>
        <p:spPr>
          <a:xfrm>
            <a:off x="1742676" y="1746593"/>
            <a:ext cx="8028600" cy="313500"/>
          </a:xfrm>
          <a:prstGeom prst="rect">
            <a:avLst/>
          </a:prstGeom>
        </p:spPr>
        <p:txBody>
          <a:bodyPr anchorCtr="0" anchor="ctr" bIns="36000" lIns="54000" spcFirstLastPara="1" rIns="36000" wrap="square" tIns="36000">
            <a:noAutofit/>
          </a:bodyPr>
          <a:lstStyle/>
          <a:p>
            <a:pPr indent="0" lvl="0" marL="0" rtl="0" algn="l">
              <a:spcBef>
                <a:spcPts val="0"/>
              </a:spcBef>
              <a:spcAft>
                <a:spcPts val="0"/>
              </a:spcAft>
              <a:buNone/>
            </a:pPr>
            <a:r>
              <a:rPr lang="es-419" sz="1100">
                <a:solidFill>
                  <a:schemeClr val="dk1"/>
                </a:solidFill>
                <a:latin typeface="Arial"/>
                <a:ea typeface="Arial"/>
                <a:cs typeface="Arial"/>
                <a:sym typeface="Arial"/>
              </a:rPr>
              <a:t>El sistema debe </a:t>
            </a:r>
            <a:r>
              <a:rPr b="1" lang="es-419" sz="1100">
                <a:solidFill>
                  <a:schemeClr val="dk1"/>
                </a:solidFill>
                <a:latin typeface="Arial"/>
                <a:ea typeface="Arial"/>
                <a:cs typeface="Arial"/>
                <a:sym typeface="Arial"/>
              </a:rPr>
              <a:t>calcular y mostrar la diferencia en minutos</a:t>
            </a:r>
            <a:r>
              <a:rPr lang="es-419" sz="1100">
                <a:solidFill>
                  <a:schemeClr val="dk1"/>
                </a:solidFill>
                <a:latin typeface="Arial"/>
                <a:ea typeface="Arial"/>
                <a:cs typeface="Arial"/>
                <a:sym typeface="Arial"/>
              </a:rPr>
              <a:t> entre la hora de la cita programada y la hora de llegada registrada.</a:t>
            </a:r>
            <a:endParaRPr/>
          </a:p>
        </p:txBody>
      </p:sp>
      <p:sp>
        <p:nvSpPr>
          <p:cNvPr id="17461" name="Google Shape;17461;p305"/>
          <p:cNvSpPr txBox="1"/>
          <p:nvPr>
            <p:ph idx="3" type="subTitle"/>
          </p:nvPr>
        </p:nvSpPr>
        <p:spPr>
          <a:xfrm>
            <a:off x="1742676" y="2126799"/>
            <a:ext cx="8028600" cy="313500"/>
          </a:xfrm>
          <a:prstGeom prst="rect">
            <a:avLst/>
          </a:prstGeom>
        </p:spPr>
        <p:txBody>
          <a:bodyPr anchorCtr="0" anchor="ctr" bIns="36000" lIns="54000" spcFirstLastPara="1" rIns="36000" wrap="square" tIns="36000">
            <a:noAutofit/>
          </a:bodyPr>
          <a:lstStyle/>
          <a:p>
            <a:pPr indent="0" lvl="0" marL="0" rtl="0" algn="l">
              <a:spcBef>
                <a:spcPts val="0"/>
              </a:spcBef>
              <a:spcAft>
                <a:spcPts val="0"/>
              </a:spcAft>
              <a:buNone/>
            </a:pPr>
            <a:r>
              <a:rPr lang="es-419" sz="1100">
                <a:solidFill>
                  <a:schemeClr val="dk1"/>
                </a:solidFill>
                <a:latin typeface="Arial"/>
                <a:ea typeface="Arial"/>
                <a:cs typeface="Arial"/>
                <a:sym typeface="Arial"/>
              </a:rPr>
              <a:t>El sistema debe </a:t>
            </a:r>
            <a:r>
              <a:rPr b="1" lang="es-419" sz="1100">
                <a:solidFill>
                  <a:schemeClr val="dk1"/>
                </a:solidFill>
                <a:latin typeface="Arial"/>
                <a:ea typeface="Arial"/>
                <a:cs typeface="Arial"/>
                <a:sym typeface="Arial"/>
              </a:rPr>
              <a:t>marcar con una alerta</a:t>
            </a:r>
            <a:r>
              <a:rPr lang="es-419" sz="1100">
                <a:solidFill>
                  <a:schemeClr val="dk1"/>
                </a:solidFill>
                <a:latin typeface="Arial"/>
                <a:ea typeface="Arial"/>
                <a:cs typeface="Arial"/>
                <a:sym typeface="Arial"/>
              </a:rPr>
              <a:t> si el cliente llega con más de 15 minutos de retraso.</a:t>
            </a:r>
            <a:endParaRPr/>
          </a:p>
        </p:txBody>
      </p:sp>
      <p:sp>
        <p:nvSpPr>
          <p:cNvPr id="17462" name="Google Shape;17462;p305"/>
          <p:cNvSpPr txBox="1"/>
          <p:nvPr>
            <p:ph idx="4" type="subTitle"/>
          </p:nvPr>
        </p:nvSpPr>
        <p:spPr>
          <a:xfrm>
            <a:off x="1742676" y="2493767"/>
            <a:ext cx="8028600" cy="313500"/>
          </a:xfrm>
          <a:prstGeom prst="rect">
            <a:avLst/>
          </a:prstGeom>
        </p:spPr>
        <p:txBody>
          <a:bodyPr anchorCtr="0" anchor="ctr" bIns="36000" lIns="54000" spcFirstLastPara="1" rIns="36000" wrap="square" tIns="36000">
            <a:noAutofit/>
          </a:bodyPr>
          <a:lstStyle/>
          <a:p>
            <a:pPr indent="0" lvl="0" marL="0" rtl="0" algn="l">
              <a:spcBef>
                <a:spcPts val="0"/>
              </a:spcBef>
              <a:spcAft>
                <a:spcPts val="0"/>
              </a:spcAft>
              <a:buNone/>
            </a:pPr>
            <a:r>
              <a:rPr lang="es-419" sz="1100">
                <a:solidFill>
                  <a:schemeClr val="dk1"/>
                </a:solidFill>
                <a:latin typeface="Arial"/>
                <a:ea typeface="Arial"/>
                <a:cs typeface="Arial"/>
                <a:sym typeface="Arial"/>
              </a:rPr>
              <a:t>El sistema debe </a:t>
            </a:r>
            <a:r>
              <a:rPr b="1" lang="es-419" sz="1100">
                <a:solidFill>
                  <a:schemeClr val="dk1"/>
                </a:solidFill>
                <a:latin typeface="Arial"/>
                <a:ea typeface="Arial"/>
                <a:cs typeface="Arial"/>
                <a:sym typeface="Arial"/>
              </a:rPr>
              <a:t>almacenar esta información</a:t>
            </a:r>
            <a:r>
              <a:rPr lang="es-419" sz="1100">
                <a:solidFill>
                  <a:schemeClr val="dk1"/>
                </a:solidFill>
                <a:latin typeface="Arial"/>
                <a:ea typeface="Arial"/>
                <a:cs typeface="Arial"/>
                <a:sym typeface="Arial"/>
              </a:rPr>
              <a:t> para la generación de reportes de puntualidad.</a:t>
            </a:r>
            <a:endParaRPr/>
          </a:p>
        </p:txBody>
      </p:sp>
      <p:sp>
        <p:nvSpPr>
          <p:cNvPr id="17463" name="Google Shape;17463;p305"/>
          <p:cNvSpPr txBox="1"/>
          <p:nvPr>
            <p:ph idx="5" type="subTitle"/>
          </p:nvPr>
        </p:nvSpPr>
        <p:spPr>
          <a:xfrm>
            <a:off x="1742676" y="2880917"/>
            <a:ext cx="8028600" cy="313500"/>
          </a:xfrm>
          <a:prstGeom prst="rect">
            <a:avLst/>
          </a:prstGeom>
        </p:spPr>
        <p:txBody>
          <a:bodyPr anchorCtr="0" anchor="ctr" bIns="36000" lIns="54000" spcFirstLastPara="1" rIns="36000" wrap="square" tIns="36000">
            <a:noAutofit/>
          </a:bodyPr>
          <a:lstStyle/>
          <a:p>
            <a:pPr indent="0" lvl="0" marL="0" rtl="0" algn="l">
              <a:spcBef>
                <a:spcPts val="0"/>
              </a:spcBef>
              <a:spcAft>
                <a:spcPts val="0"/>
              </a:spcAft>
              <a:buNone/>
            </a:pPr>
            <a:r>
              <a:rPr lang="es-419" sz="1100">
                <a:solidFill>
                  <a:schemeClr val="dk1"/>
                </a:solidFill>
                <a:latin typeface="Arial"/>
                <a:ea typeface="Arial"/>
                <a:cs typeface="Arial"/>
                <a:sym typeface="Arial"/>
              </a:rPr>
              <a:t>El sistema debe </a:t>
            </a:r>
            <a:r>
              <a:rPr b="1" lang="es-419" sz="1100">
                <a:solidFill>
                  <a:schemeClr val="dk1"/>
                </a:solidFill>
                <a:latin typeface="Arial"/>
                <a:ea typeface="Arial"/>
                <a:cs typeface="Arial"/>
                <a:sym typeface="Arial"/>
              </a:rPr>
              <a:t>proponer una hora de atención estimada</a:t>
            </a:r>
            <a:r>
              <a:rPr lang="es-419" sz="1100">
                <a:solidFill>
                  <a:schemeClr val="dk1"/>
                </a:solidFill>
                <a:latin typeface="Arial"/>
                <a:ea typeface="Arial"/>
                <a:cs typeface="Arial"/>
                <a:sym typeface="Arial"/>
              </a:rPr>
              <a:t> basada en la hora de llegada y la carga actual de pacientes.</a:t>
            </a:r>
            <a:endParaRPr/>
          </a:p>
        </p:txBody>
      </p:sp>
      <p:sp>
        <p:nvSpPr>
          <p:cNvPr id="17464" name="Google Shape;17464;p305"/>
          <p:cNvSpPr txBox="1"/>
          <p:nvPr>
            <p:ph idx="6" type="subTitle"/>
          </p:nvPr>
        </p:nvSpPr>
        <p:spPr>
          <a:xfrm>
            <a:off x="1742676" y="3261123"/>
            <a:ext cx="8028600" cy="313500"/>
          </a:xfrm>
          <a:prstGeom prst="rect">
            <a:avLst/>
          </a:prstGeom>
        </p:spPr>
        <p:txBody>
          <a:bodyPr anchorCtr="0" anchor="ctr" bIns="36000" lIns="54000" spcFirstLastPara="1" rIns="36000" wrap="square" tIns="36000">
            <a:noAutofit/>
          </a:bodyPr>
          <a:lstStyle/>
          <a:p>
            <a:pPr indent="0" lvl="0" marL="0" rtl="0" algn="l">
              <a:spcBef>
                <a:spcPts val="0"/>
              </a:spcBef>
              <a:spcAft>
                <a:spcPts val="0"/>
              </a:spcAft>
              <a:buNone/>
            </a:pPr>
            <a:r>
              <a:t/>
            </a:r>
            <a:endParaRPr/>
          </a:p>
        </p:txBody>
      </p:sp>
      <p:sp>
        <p:nvSpPr>
          <p:cNvPr id="17465" name="Google Shape;17465;p305"/>
          <p:cNvSpPr txBox="1"/>
          <p:nvPr>
            <p:ph idx="7" type="subTitle"/>
          </p:nvPr>
        </p:nvSpPr>
        <p:spPr>
          <a:xfrm>
            <a:off x="1742676" y="3661511"/>
            <a:ext cx="8028600" cy="313500"/>
          </a:xfrm>
          <a:prstGeom prst="rect">
            <a:avLst/>
          </a:prstGeom>
        </p:spPr>
        <p:txBody>
          <a:bodyPr anchorCtr="0" anchor="ctr" bIns="36000" lIns="54000" spcFirstLastPara="1" rIns="36000" wrap="square" tIns="36000">
            <a:noAutofit/>
          </a:bodyPr>
          <a:lstStyle/>
          <a:p>
            <a:pPr indent="0" lvl="0" marL="0" rtl="0" algn="l">
              <a:spcBef>
                <a:spcPts val="0"/>
              </a:spcBef>
              <a:spcAft>
                <a:spcPts val="0"/>
              </a:spcAft>
              <a:buNone/>
            </a:pPr>
            <a:r>
              <a:t/>
            </a:r>
            <a:endParaRPr/>
          </a:p>
        </p:txBody>
      </p:sp>
      <p:sp>
        <p:nvSpPr>
          <p:cNvPr id="17466" name="Google Shape;17466;p305"/>
          <p:cNvSpPr txBox="1"/>
          <p:nvPr>
            <p:ph idx="8" type="subTitle"/>
          </p:nvPr>
        </p:nvSpPr>
        <p:spPr>
          <a:xfrm>
            <a:off x="294875" y="1346206"/>
            <a:ext cx="1302600" cy="313500"/>
          </a:xfrm>
          <a:prstGeom prst="rect">
            <a:avLst/>
          </a:prstGeom>
        </p:spPr>
        <p:txBody>
          <a:bodyPr anchorCtr="0" anchor="ctr" bIns="36000" lIns="72000" spcFirstLastPara="1" rIns="72000" wrap="square" tIns="36000">
            <a:noAutofit/>
          </a:bodyPr>
          <a:lstStyle/>
          <a:p>
            <a:pPr indent="0" lvl="0" marL="0" rtl="0" algn="l">
              <a:spcBef>
                <a:spcPts val="0"/>
              </a:spcBef>
              <a:spcAft>
                <a:spcPts val="0"/>
              </a:spcAft>
              <a:buNone/>
            </a:pPr>
            <a:r>
              <a:rPr lang="es-419"/>
              <a:t>RF-31</a:t>
            </a:r>
            <a:endParaRPr/>
          </a:p>
        </p:txBody>
      </p:sp>
      <p:sp>
        <p:nvSpPr>
          <p:cNvPr id="17467" name="Google Shape;17467;p305"/>
          <p:cNvSpPr txBox="1"/>
          <p:nvPr>
            <p:ph idx="9" type="subTitle"/>
          </p:nvPr>
        </p:nvSpPr>
        <p:spPr>
          <a:xfrm>
            <a:off x="294875" y="1739975"/>
            <a:ext cx="1302600" cy="313500"/>
          </a:xfrm>
          <a:prstGeom prst="rect">
            <a:avLst/>
          </a:prstGeom>
        </p:spPr>
        <p:txBody>
          <a:bodyPr anchorCtr="0" anchor="ctr" bIns="36000" lIns="72000" spcFirstLastPara="1" rIns="72000" wrap="square" tIns="36000">
            <a:noAutofit/>
          </a:bodyPr>
          <a:lstStyle/>
          <a:p>
            <a:pPr indent="0" lvl="0" marL="0" rtl="0" algn="l">
              <a:spcBef>
                <a:spcPts val="0"/>
              </a:spcBef>
              <a:spcAft>
                <a:spcPts val="0"/>
              </a:spcAft>
              <a:buNone/>
            </a:pPr>
            <a:r>
              <a:rPr lang="es-419"/>
              <a:t>RF-32</a:t>
            </a:r>
            <a:endParaRPr/>
          </a:p>
        </p:txBody>
      </p:sp>
      <p:sp>
        <p:nvSpPr>
          <p:cNvPr id="17468" name="Google Shape;17468;p305"/>
          <p:cNvSpPr txBox="1"/>
          <p:nvPr>
            <p:ph idx="13" type="subTitle"/>
          </p:nvPr>
        </p:nvSpPr>
        <p:spPr>
          <a:xfrm>
            <a:off x="294875" y="2120180"/>
            <a:ext cx="1302600" cy="313500"/>
          </a:xfrm>
          <a:prstGeom prst="rect">
            <a:avLst/>
          </a:prstGeom>
        </p:spPr>
        <p:txBody>
          <a:bodyPr anchorCtr="0" anchor="ctr" bIns="36000" lIns="72000" spcFirstLastPara="1" rIns="72000" wrap="square" tIns="36000">
            <a:noAutofit/>
          </a:bodyPr>
          <a:lstStyle/>
          <a:p>
            <a:pPr indent="0" lvl="0" marL="0" rtl="0" algn="l">
              <a:spcBef>
                <a:spcPts val="0"/>
              </a:spcBef>
              <a:spcAft>
                <a:spcPts val="0"/>
              </a:spcAft>
              <a:buNone/>
            </a:pPr>
            <a:r>
              <a:rPr lang="es-419"/>
              <a:t>RF-33</a:t>
            </a:r>
            <a:endParaRPr/>
          </a:p>
        </p:txBody>
      </p:sp>
      <p:sp>
        <p:nvSpPr>
          <p:cNvPr id="17469" name="Google Shape;17469;p305"/>
          <p:cNvSpPr txBox="1"/>
          <p:nvPr>
            <p:ph idx="14" type="subTitle"/>
          </p:nvPr>
        </p:nvSpPr>
        <p:spPr>
          <a:xfrm>
            <a:off x="294875" y="2500386"/>
            <a:ext cx="1302600" cy="313500"/>
          </a:xfrm>
          <a:prstGeom prst="rect">
            <a:avLst/>
          </a:prstGeom>
        </p:spPr>
        <p:txBody>
          <a:bodyPr anchorCtr="0" anchor="ctr" bIns="36000" lIns="72000" spcFirstLastPara="1" rIns="72000" wrap="square" tIns="36000">
            <a:noAutofit/>
          </a:bodyPr>
          <a:lstStyle/>
          <a:p>
            <a:pPr indent="0" lvl="0" marL="0" rtl="0" algn="l">
              <a:spcBef>
                <a:spcPts val="0"/>
              </a:spcBef>
              <a:spcAft>
                <a:spcPts val="0"/>
              </a:spcAft>
              <a:buNone/>
            </a:pPr>
            <a:r>
              <a:rPr lang="es-419"/>
              <a:t>RF-34</a:t>
            </a:r>
            <a:endParaRPr/>
          </a:p>
        </p:txBody>
      </p:sp>
      <p:sp>
        <p:nvSpPr>
          <p:cNvPr id="17470" name="Google Shape;17470;p305"/>
          <p:cNvSpPr txBox="1"/>
          <p:nvPr>
            <p:ph idx="15" type="subTitle"/>
          </p:nvPr>
        </p:nvSpPr>
        <p:spPr>
          <a:xfrm>
            <a:off x="294875" y="2873973"/>
            <a:ext cx="1302600" cy="313500"/>
          </a:xfrm>
          <a:prstGeom prst="rect">
            <a:avLst/>
          </a:prstGeom>
        </p:spPr>
        <p:txBody>
          <a:bodyPr anchorCtr="0" anchor="ctr" bIns="36000" lIns="72000" spcFirstLastPara="1" rIns="72000" wrap="square" tIns="36000">
            <a:noAutofit/>
          </a:bodyPr>
          <a:lstStyle/>
          <a:p>
            <a:pPr indent="0" lvl="0" marL="0" rtl="0" algn="l">
              <a:spcBef>
                <a:spcPts val="0"/>
              </a:spcBef>
              <a:spcAft>
                <a:spcPts val="0"/>
              </a:spcAft>
              <a:buNone/>
            </a:pPr>
            <a:r>
              <a:rPr lang="es-419"/>
              <a:t>RF-35</a:t>
            </a:r>
            <a:endParaRPr/>
          </a:p>
        </p:txBody>
      </p:sp>
      <p:sp>
        <p:nvSpPr>
          <p:cNvPr id="17471" name="Google Shape;17471;p305"/>
          <p:cNvSpPr txBox="1"/>
          <p:nvPr>
            <p:ph idx="16" type="subTitle"/>
          </p:nvPr>
        </p:nvSpPr>
        <p:spPr>
          <a:xfrm>
            <a:off x="294875" y="3267742"/>
            <a:ext cx="1302600" cy="313500"/>
          </a:xfrm>
          <a:prstGeom prst="rect">
            <a:avLst/>
          </a:prstGeom>
        </p:spPr>
        <p:txBody>
          <a:bodyPr anchorCtr="0" anchor="ctr" bIns="36000" lIns="72000" spcFirstLastPara="1" rIns="72000" wrap="square" tIns="36000">
            <a:noAutofit/>
          </a:bodyPr>
          <a:lstStyle/>
          <a:p>
            <a:pPr indent="0" lvl="0" marL="0" rtl="0" algn="l">
              <a:spcBef>
                <a:spcPts val="0"/>
              </a:spcBef>
              <a:spcAft>
                <a:spcPts val="0"/>
              </a:spcAft>
              <a:buNone/>
            </a:pPr>
            <a:r>
              <a:t/>
            </a:r>
            <a:endParaRPr/>
          </a:p>
        </p:txBody>
      </p:sp>
      <p:sp>
        <p:nvSpPr>
          <p:cNvPr id="17472" name="Google Shape;17472;p305"/>
          <p:cNvSpPr txBox="1"/>
          <p:nvPr>
            <p:ph idx="17" type="subTitle"/>
          </p:nvPr>
        </p:nvSpPr>
        <p:spPr>
          <a:xfrm>
            <a:off x="294875" y="3661511"/>
            <a:ext cx="1302600" cy="313500"/>
          </a:xfrm>
          <a:prstGeom prst="rect">
            <a:avLst/>
          </a:prstGeom>
        </p:spPr>
        <p:txBody>
          <a:bodyPr anchorCtr="0" anchor="ctr" bIns="36000" lIns="72000" spcFirstLastPara="1" rIns="72000" wrap="square" tIns="36000">
            <a:noAutofit/>
          </a:bodyPr>
          <a:lstStyle/>
          <a:p>
            <a:pPr indent="0" lvl="0" marL="0" rtl="0" algn="l">
              <a:spcBef>
                <a:spcPts val="0"/>
              </a:spcBef>
              <a:spcAft>
                <a:spcPts val="0"/>
              </a:spcAft>
              <a:buNone/>
            </a:pPr>
            <a:r>
              <a:t/>
            </a:r>
            <a:endParaRPr/>
          </a:p>
        </p:txBody>
      </p:sp>
      <p:sp>
        <p:nvSpPr>
          <p:cNvPr id="17473" name="Google Shape;17473;p305"/>
          <p:cNvSpPr txBox="1"/>
          <p:nvPr>
            <p:ph idx="18" type="subTitle"/>
          </p:nvPr>
        </p:nvSpPr>
        <p:spPr>
          <a:xfrm>
            <a:off x="1742676" y="4089406"/>
            <a:ext cx="8028600" cy="313500"/>
          </a:xfrm>
          <a:prstGeom prst="rect">
            <a:avLst/>
          </a:prstGeom>
        </p:spPr>
        <p:txBody>
          <a:bodyPr anchorCtr="0" anchor="ctr" bIns="36000" lIns="54000" spcFirstLastPara="1" rIns="36000" wrap="square" tIns="36000">
            <a:noAutofit/>
          </a:bodyPr>
          <a:lstStyle/>
          <a:p>
            <a:pPr indent="0" lvl="0" marL="0" rtl="0" algn="l">
              <a:spcBef>
                <a:spcPts val="0"/>
              </a:spcBef>
              <a:spcAft>
                <a:spcPts val="0"/>
              </a:spcAft>
              <a:buNone/>
            </a:pPr>
            <a:r>
              <a:t/>
            </a:r>
            <a:endParaRPr/>
          </a:p>
        </p:txBody>
      </p:sp>
      <p:sp>
        <p:nvSpPr>
          <p:cNvPr id="17474" name="Google Shape;17474;p305"/>
          <p:cNvSpPr txBox="1"/>
          <p:nvPr>
            <p:ph idx="19" type="subTitle"/>
          </p:nvPr>
        </p:nvSpPr>
        <p:spPr>
          <a:xfrm>
            <a:off x="1742676" y="4489793"/>
            <a:ext cx="8028600" cy="313500"/>
          </a:xfrm>
          <a:prstGeom prst="rect">
            <a:avLst/>
          </a:prstGeom>
        </p:spPr>
        <p:txBody>
          <a:bodyPr anchorCtr="0" anchor="ctr" bIns="36000" lIns="54000" spcFirstLastPara="1" rIns="36000" wrap="square" tIns="36000">
            <a:noAutofit/>
          </a:bodyPr>
          <a:lstStyle/>
          <a:p>
            <a:pPr indent="0" lvl="0" marL="0" rtl="0" algn="l">
              <a:spcBef>
                <a:spcPts val="0"/>
              </a:spcBef>
              <a:spcAft>
                <a:spcPts val="0"/>
              </a:spcAft>
              <a:buNone/>
            </a:pPr>
            <a:r>
              <a:t/>
            </a:r>
            <a:endParaRPr/>
          </a:p>
        </p:txBody>
      </p:sp>
      <p:sp>
        <p:nvSpPr>
          <p:cNvPr id="17475" name="Google Shape;17475;p305"/>
          <p:cNvSpPr txBox="1"/>
          <p:nvPr>
            <p:ph idx="20" type="subTitle"/>
          </p:nvPr>
        </p:nvSpPr>
        <p:spPr>
          <a:xfrm>
            <a:off x="1742676" y="4869999"/>
            <a:ext cx="8028600" cy="313500"/>
          </a:xfrm>
          <a:prstGeom prst="rect">
            <a:avLst/>
          </a:prstGeom>
        </p:spPr>
        <p:txBody>
          <a:bodyPr anchorCtr="0" anchor="ctr" bIns="36000" lIns="54000" spcFirstLastPara="1" rIns="36000" wrap="square" tIns="36000">
            <a:noAutofit/>
          </a:bodyPr>
          <a:lstStyle/>
          <a:p>
            <a:pPr indent="0" lvl="0" marL="0" rtl="0" algn="l">
              <a:spcBef>
                <a:spcPts val="0"/>
              </a:spcBef>
              <a:spcAft>
                <a:spcPts val="0"/>
              </a:spcAft>
              <a:buNone/>
            </a:pPr>
            <a:r>
              <a:t/>
            </a:r>
            <a:endParaRPr/>
          </a:p>
        </p:txBody>
      </p:sp>
      <p:sp>
        <p:nvSpPr>
          <p:cNvPr id="17476" name="Google Shape;17476;p305"/>
          <p:cNvSpPr txBox="1"/>
          <p:nvPr>
            <p:ph idx="21" type="subTitle"/>
          </p:nvPr>
        </p:nvSpPr>
        <p:spPr>
          <a:xfrm>
            <a:off x="1742676" y="5236967"/>
            <a:ext cx="8028600" cy="313500"/>
          </a:xfrm>
          <a:prstGeom prst="rect">
            <a:avLst/>
          </a:prstGeom>
        </p:spPr>
        <p:txBody>
          <a:bodyPr anchorCtr="0" anchor="ctr" bIns="36000" lIns="54000" spcFirstLastPara="1" rIns="36000" wrap="square" tIns="36000">
            <a:noAutofit/>
          </a:bodyPr>
          <a:lstStyle/>
          <a:p>
            <a:pPr indent="0" lvl="0" marL="0" rtl="0" algn="l">
              <a:spcBef>
                <a:spcPts val="0"/>
              </a:spcBef>
              <a:spcAft>
                <a:spcPts val="0"/>
              </a:spcAft>
              <a:buNone/>
            </a:pPr>
            <a:r>
              <a:t/>
            </a:r>
            <a:endParaRPr/>
          </a:p>
        </p:txBody>
      </p:sp>
      <p:sp>
        <p:nvSpPr>
          <p:cNvPr id="17477" name="Google Shape;17477;p305"/>
          <p:cNvSpPr txBox="1"/>
          <p:nvPr>
            <p:ph idx="22" type="subTitle"/>
          </p:nvPr>
        </p:nvSpPr>
        <p:spPr>
          <a:xfrm>
            <a:off x="1742676" y="5624117"/>
            <a:ext cx="8028600" cy="313500"/>
          </a:xfrm>
          <a:prstGeom prst="rect">
            <a:avLst/>
          </a:prstGeom>
        </p:spPr>
        <p:txBody>
          <a:bodyPr anchorCtr="0" anchor="ctr" bIns="36000" lIns="54000" spcFirstLastPara="1" rIns="36000" wrap="square" tIns="36000">
            <a:noAutofit/>
          </a:bodyPr>
          <a:lstStyle/>
          <a:p>
            <a:pPr indent="0" lvl="0" marL="0" rtl="0" algn="l">
              <a:spcBef>
                <a:spcPts val="0"/>
              </a:spcBef>
              <a:spcAft>
                <a:spcPts val="0"/>
              </a:spcAft>
              <a:buNone/>
            </a:pPr>
            <a:r>
              <a:t/>
            </a:r>
            <a:endParaRPr/>
          </a:p>
        </p:txBody>
      </p:sp>
      <p:sp>
        <p:nvSpPr>
          <p:cNvPr id="17478" name="Google Shape;17478;p305"/>
          <p:cNvSpPr txBox="1"/>
          <p:nvPr>
            <p:ph idx="23" type="subTitle"/>
          </p:nvPr>
        </p:nvSpPr>
        <p:spPr>
          <a:xfrm>
            <a:off x="1742676" y="6004323"/>
            <a:ext cx="8028600" cy="313500"/>
          </a:xfrm>
          <a:prstGeom prst="rect">
            <a:avLst/>
          </a:prstGeom>
        </p:spPr>
        <p:txBody>
          <a:bodyPr anchorCtr="0" anchor="ctr" bIns="36000" lIns="54000" spcFirstLastPara="1" rIns="36000" wrap="square" tIns="36000">
            <a:noAutofit/>
          </a:bodyPr>
          <a:lstStyle/>
          <a:p>
            <a:pPr indent="0" lvl="0" marL="0" rtl="0" algn="l">
              <a:spcBef>
                <a:spcPts val="0"/>
              </a:spcBef>
              <a:spcAft>
                <a:spcPts val="0"/>
              </a:spcAft>
              <a:buNone/>
            </a:pPr>
            <a:r>
              <a:t/>
            </a:r>
            <a:endParaRPr/>
          </a:p>
        </p:txBody>
      </p:sp>
      <p:sp>
        <p:nvSpPr>
          <p:cNvPr id="17479" name="Google Shape;17479;p305"/>
          <p:cNvSpPr txBox="1"/>
          <p:nvPr>
            <p:ph idx="24" type="subTitle"/>
          </p:nvPr>
        </p:nvSpPr>
        <p:spPr>
          <a:xfrm>
            <a:off x="1742676" y="6404711"/>
            <a:ext cx="8028600" cy="313500"/>
          </a:xfrm>
          <a:prstGeom prst="rect">
            <a:avLst/>
          </a:prstGeom>
        </p:spPr>
        <p:txBody>
          <a:bodyPr anchorCtr="0" anchor="ctr" bIns="36000" lIns="54000" spcFirstLastPara="1" rIns="36000" wrap="square" tIns="36000">
            <a:noAutofit/>
          </a:bodyPr>
          <a:lstStyle/>
          <a:p>
            <a:pPr indent="0" lvl="0" marL="0" rtl="0" algn="l">
              <a:spcBef>
                <a:spcPts val="0"/>
              </a:spcBef>
              <a:spcAft>
                <a:spcPts val="0"/>
              </a:spcAft>
              <a:buNone/>
            </a:pPr>
            <a:r>
              <a:t/>
            </a:r>
            <a:endParaRPr/>
          </a:p>
        </p:txBody>
      </p:sp>
      <p:sp>
        <p:nvSpPr>
          <p:cNvPr id="17480" name="Google Shape;17480;p305"/>
          <p:cNvSpPr txBox="1"/>
          <p:nvPr>
            <p:ph idx="25" type="subTitle"/>
          </p:nvPr>
        </p:nvSpPr>
        <p:spPr>
          <a:xfrm>
            <a:off x="294875" y="4089406"/>
            <a:ext cx="1302600" cy="313500"/>
          </a:xfrm>
          <a:prstGeom prst="rect">
            <a:avLst/>
          </a:prstGeom>
        </p:spPr>
        <p:txBody>
          <a:bodyPr anchorCtr="0" anchor="ctr" bIns="36000" lIns="72000" spcFirstLastPara="1" rIns="72000" wrap="square" tIns="36000">
            <a:noAutofit/>
          </a:bodyPr>
          <a:lstStyle/>
          <a:p>
            <a:pPr indent="0" lvl="0" marL="0" rtl="0" algn="l">
              <a:spcBef>
                <a:spcPts val="0"/>
              </a:spcBef>
              <a:spcAft>
                <a:spcPts val="0"/>
              </a:spcAft>
              <a:buNone/>
            </a:pPr>
            <a:r>
              <a:t/>
            </a:r>
            <a:endParaRPr/>
          </a:p>
        </p:txBody>
      </p:sp>
      <p:sp>
        <p:nvSpPr>
          <p:cNvPr id="17481" name="Google Shape;17481;p305"/>
          <p:cNvSpPr txBox="1"/>
          <p:nvPr>
            <p:ph idx="26" type="subTitle"/>
          </p:nvPr>
        </p:nvSpPr>
        <p:spPr>
          <a:xfrm>
            <a:off x="294875" y="4483175"/>
            <a:ext cx="1302600" cy="313500"/>
          </a:xfrm>
          <a:prstGeom prst="rect">
            <a:avLst/>
          </a:prstGeom>
        </p:spPr>
        <p:txBody>
          <a:bodyPr anchorCtr="0" anchor="ctr" bIns="36000" lIns="72000" spcFirstLastPara="1" rIns="72000" wrap="square" tIns="36000">
            <a:noAutofit/>
          </a:bodyPr>
          <a:lstStyle/>
          <a:p>
            <a:pPr indent="0" lvl="0" marL="0" rtl="0" algn="l">
              <a:spcBef>
                <a:spcPts val="0"/>
              </a:spcBef>
              <a:spcAft>
                <a:spcPts val="0"/>
              </a:spcAft>
              <a:buNone/>
            </a:pPr>
            <a:r>
              <a:t/>
            </a:r>
            <a:endParaRPr/>
          </a:p>
        </p:txBody>
      </p:sp>
      <p:sp>
        <p:nvSpPr>
          <p:cNvPr id="17482" name="Google Shape;17482;p305"/>
          <p:cNvSpPr txBox="1"/>
          <p:nvPr>
            <p:ph idx="27" type="subTitle"/>
          </p:nvPr>
        </p:nvSpPr>
        <p:spPr>
          <a:xfrm>
            <a:off x="294875" y="4863380"/>
            <a:ext cx="1302600" cy="313500"/>
          </a:xfrm>
          <a:prstGeom prst="rect">
            <a:avLst/>
          </a:prstGeom>
        </p:spPr>
        <p:txBody>
          <a:bodyPr anchorCtr="0" anchor="ctr" bIns="36000" lIns="72000" spcFirstLastPara="1" rIns="72000" wrap="square" tIns="36000">
            <a:noAutofit/>
          </a:bodyPr>
          <a:lstStyle/>
          <a:p>
            <a:pPr indent="0" lvl="0" marL="0" rtl="0" algn="l">
              <a:spcBef>
                <a:spcPts val="0"/>
              </a:spcBef>
              <a:spcAft>
                <a:spcPts val="0"/>
              </a:spcAft>
              <a:buNone/>
            </a:pPr>
            <a:r>
              <a:t/>
            </a:r>
            <a:endParaRPr/>
          </a:p>
        </p:txBody>
      </p:sp>
      <p:sp>
        <p:nvSpPr>
          <p:cNvPr id="17483" name="Google Shape;17483;p305"/>
          <p:cNvSpPr txBox="1"/>
          <p:nvPr>
            <p:ph idx="28" type="subTitle"/>
          </p:nvPr>
        </p:nvSpPr>
        <p:spPr>
          <a:xfrm>
            <a:off x="294875" y="5243586"/>
            <a:ext cx="1302600" cy="313500"/>
          </a:xfrm>
          <a:prstGeom prst="rect">
            <a:avLst/>
          </a:prstGeom>
        </p:spPr>
        <p:txBody>
          <a:bodyPr anchorCtr="0" anchor="ctr" bIns="36000" lIns="72000" spcFirstLastPara="1" rIns="72000" wrap="square" tIns="36000">
            <a:noAutofit/>
          </a:bodyPr>
          <a:lstStyle/>
          <a:p>
            <a:pPr indent="0" lvl="0" marL="0" rtl="0" algn="l">
              <a:spcBef>
                <a:spcPts val="0"/>
              </a:spcBef>
              <a:spcAft>
                <a:spcPts val="0"/>
              </a:spcAft>
              <a:buNone/>
            </a:pPr>
            <a:r>
              <a:t/>
            </a:r>
            <a:endParaRPr/>
          </a:p>
        </p:txBody>
      </p:sp>
      <p:sp>
        <p:nvSpPr>
          <p:cNvPr id="17484" name="Google Shape;17484;p305"/>
          <p:cNvSpPr txBox="1"/>
          <p:nvPr>
            <p:ph idx="29" type="subTitle"/>
          </p:nvPr>
        </p:nvSpPr>
        <p:spPr>
          <a:xfrm>
            <a:off x="294875" y="5617173"/>
            <a:ext cx="1302600" cy="313500"/>
          </a:xfrm>
          <a:prstGeom prst="rect">
            <a:avLst/>
          </a:prstGeom>
        </p:spPr>
        <p:txBody>
          <a:bodyPr anchorCtr="0" anchor="ctr" bIns="36000" lIns="72000" spcFirstLastPara="1" rIns="72000" wrap="square" tIns="36000">
            <a:noAutofit/>
          </a:bodyPr>
          <a:lstStyle/>
          <a:p>
            <a:pPr indent="0" lvl="0" marL="0" rtl="0" algn="l">
              <a:spcBef>
                <a:spcPts val="0"/>
              </a:spcBef>
              <a:spcAft>
                <a:spcPts val="0"/>
              </a:spcAft>
              <a:buNone/>
            </a:pPr>
            <a:r>
              <a:t/>
            </a:r>
            <a:endParaRPr/>
          </a:p>
        </p:txBody>
      </p:sp>
      <p:sp>
        <p:nvSpPr>
          <p:cNvPr id="17485" name="Google Shape;17485;p305"/>
          <p:cNvSpPr txBox="1"/>
          <p:nvPr>
            <p:ph idx="30" type="subTitle"/>
          </p:nvPr>
        </p:nvSpPr>
        <p:spPr>
          <a:xfrm>
            <a:off x="294875" y="6010942"/>
            <a:ext cx="1302600" cy="313500"/>
          </a:xfrm>
          <a:prstGeom prst="rect">
            <a:avLst/>
          </a:prstGeom>
        </p:spPr>
        <p:txBody>
          <a:bodyPr anchorCtr="0" anchor="ctr" bIns="36000" lIns="72000" spcFirstLastPara="1" rIns="72000" wrap="square" tIns="36000">
            <a:noAutofit/>
          </a:bodyPr>
          <a:lstStyle/>
          <a:p>
            <a:pPr indent="0" lvl="0" marL="0" rtl="0" algn="l">
              <a:spcBef>
                <a:spcPts val="0"/>
              </a:spcBef>
              <a:spcAft>
                <a:spcPts val="0"/>
              </a:spcAft>
              <a:buNone/>
            </a:pPr>
            <a:r>
              <a:t/>
            </a:r>
            <a:endParaRPr/>
          </a:p>
        </p:txBody>
      </p:sp>
      <p:sp>
        <p:nvSpPr>
          <p:cNvPr id="17486" name="Google Shape;17486;p305"/>
          <p:cNvSpPr txBox="1"/>
          <p:nvPr>
            <p:ph idx="31" type="subTitle"/>
          </p:nvPr>
        </p:nvSpPr>
        <p:spPr>
          <a:xfrm>
            <a:off x="294875" y="6404711"/>
            <a:ext cx="1302600" cy="313500"/>
          </a:xfrm>
          <a:prstGeom prst="rect">
            <a:avLst/>
          </a:prstGeom>
        </p:spPr>
        <p:txBody>
          <a:bodyPr anchorCtr="0" anchor="ctr" bIns="36000" lIns="72000" spcFirstLastPara="1" rIns="72000" wrap="square" tIns="36000">
            <a:noAutofit/>
          </a:bodyPr>
          <a:lstStyle/>
          <a:p>
            <a:pPr indent="0" lvl="0" marL="0" rtl="0" algn="l">
              <a:spcBef>
                <a:spcPts val="0"/>
              </a:spcBef>
              <a:spcAft>
                <a:spcPts val="0"/>
              </a:spcAft>
              <a:buNone/>
            </a:pPr>
            <a:r>
              <a:t/>
            </a:r>
            <a:endParaRPr/>
          </a:p>
        </p:txBody>
      </p:sp>
      <p:sp>
        <p:nvSpPr>
          <p:cNvPr id="17487" name="Google Shape;17487;p305"/>
          <p:cNvSpPr txBox="1"/>
          <p:nvPr>
            <p:ph type="title"/>
          </p:nvPr>
        </p:nvSpPr>
        <p:spPr>
          <a:xfrm flipH="1">
            <a:off x="4025374" y="387675"/>
            <a:ext cx="5863200" cy="169200"/>
          </a:xfrm>
          <a:prstGeom prst="rect">
            <a:avLst/>
          </a:prstGeom>
        </p:spPr>
        <p:txBody>
          <a:bodyPr anchorCtr="0" anchor="ctr" bIns="0" lIns="0" spcFirstLastPara="1" rIns="0" wrap="square" tIns="0">
            <a:noAutofit/>
          </a:bodyPr>
          <a:lstStyle/>
          <a:p>
            <a:pPr indent="0" lvl="0" marL="0" rtl="0" algn="l">
              <a:spcBef>
                <a:spcPts val="0"/>
              </a:spcBef>
              <a:spcAft>
                <a:spcPts val="0"/>
              </a:spcAft>
              <a:buNone/>
            </a:pPr>
            <a:r>
              <a:t/>
            </a:r>
            <a:endParaRPr/>
          </a:p>
        </p:txBody>
      </p:sp>
      <p:sp>
        <p:nvSpPr>
          <p:cNvPr id="17488" name="Google Shape;17488;p305"/>
          <p:cNvSpPr txBox="1"/>
          <p:nvPr>
            <p:ph idx="32" type="title"/>
          </p:nvPr>
        </p:nvSpPr>
        <p:spPr>
          <a:xfrm flipH="1">
            <a:off x="3208773" y="579550"/>
            <a:ext cx="6679800" cy="169200"/>
          </a:xfrm>
          <a:prstGeom prst="rect">
            <a:avLst/>
          </a:prstGeom>
        </p:spPr>
        <p:txBody>
          <a:bodyPr anchorCtr="0" anchor="ctr" bIns="0" lIns="0" spcFirstLastPara="1" rIns="0" wrap="square" tIns="0">
            <a:noAutofit/>
          </a:bodyPr>
          <a:lstStyle/>
          <a:p>
            <a:pPr indent="0" lvl="0" marL="0" rtl="0" algn="l">
              <a:spcBef>
                <a:spcPts val="0"/>
              </a:spcBef>
              <a:spcAft>
                <a:spcPts val="0"/>
              </a:spcAft>
              <a:buNone/>
            </a:pPr>
            <a:r>
              <a:t/>
            </a:r>
            <a:endParaRPr/>
          </a:p>
        </p:txBody>
      </p:sp>
      <p:sp>
        <p:nvSpPr>
          <p:cNvPr id="17489" name="Google Shape;17489;p305"/>
          <p:cNvSpPr txBox="1"/>
          <p:nvPr>
            <p:ph idx="33" type="body"/>
          </p:nvPr>
        </p:nvSpPr>
        <p:spPr>
          <a:xfrm>
            <a:off x="641150" y="612125"/>
            <a:ext cx="1770300" cy="160500"/>
          </a:xfrm>
          <a:prstGeom prst="rect">
            <a:avLst/>
          </a:prstGeom>
        </p:spPr>
        <p:txBody>
          <a:bodyPr anchorCtr="0" anchor="t" bIns="0" lIns="0" spcFirstLastPara="1" rIns="0" wrap="square" tIns="0">
            <a:noAutofit/>
          </a:bodyPr>
          <a:lstStyle/>
          <a:p>
            <a:pPr indent="0" lvl="0" marL="0" rtl="0" algn="ctr">
              <a:spcBef>
                <a:spcPts val="0"/>
              </a:spcBef>
              <a:spcAft>
                <a:spcPts val="0"/>
              </a:spcAft>
              <a:buNone/>
            </a:pPr>
            <a:r>
              <a:t/>
            </a:r>
            <a:endParaRPr/>
          </a:p>
        </p:txBody>
      </p:sp>
    </p:spTree>
  </p:cSld>
  <p:clrMapOvr>
    <a:masterClrMapping/>
  </p:clrMapOvr>
</p:sld>
</file>

<file path=ppt/slides/slide4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493" name="Shape 17493"/>
        <p:cNvGrpSpPr/>
        <p:nvPr/>
      </p:nvGrpSpPr>
      <p:grpSpPr>
        <a:xfrm>
          <a:off x="0" y="0"/>
          <a:ext cx="0" cy="0"/>
          <a:chOff x="0" y="0"/>
          <a:chExt cx="0" cy="0"/>
        </a:xfrm>
      </p:grpSpPr>
      <p:sp>
        <p:nvSpPr>
          <p:cNvPr id="17494" name="Google Shape;17494;p306"/>
          <p:cNvSpPr txBox="1"/>
          <p:nvPr>
            <p:ph idx="1" type="subTitle"/>
          </p:nvPr>
        </p:nvSpPr>
        <p:spPr>
          <a:xfrm>
            <a:off x="1742676" y="1346206"/>
            <a:ext cx="8028600" cy="313500"/>
          </a:xfrm>
          <a:prstGeom prst="rect">
            <a:avLst/>
          </a:prstGeom>
        </p:spPr>
        <p:txBody>
          <a:bodyPr anchorCtr="0" anchor="ctr" bIns="36000" lIns="54000" spcFirstLastPara="1" rIns="36000" wrap="square" tIns="36000">
            <a:noAutofit/>
          </a:bodyPr>
          <a:lstStyle/>
          <a:p>
            <a:pPr indent="0" lvl="0" marL="0" rtl="0" algn="l">
              <a:spcBef>
                <a:spcPts val="0"/>
              </a:spcBef>
              <a:spcAft>
                <a:spcPts val="0"/>
              </a:spcAft>
              <a:buNone/>
            </a:pPr>
            <a:r>
              <a:rPr lang="es-419" sz="1100">
                <a:solidFill>
                  <a:schemeClr val="dk1"/>
                </a:solidFill>
                <a:latin typeface="Arial"/>
                <a:ea typeface="Arial"/>
                <a:cs typeface="Arial"/>
                <a:sym typeface="Arial"/>
              </a:rPr>
              <a:t>El sistema debe </a:t>
            </a:r>
            <a:r>
              <a:rPr b="1" lang="es-419" sz="1100">
                <a:solidFill>
                  <a:schemeClr val="dk1"/>
                </a:solidFill>
                <a:latin typeface="Arial"/>
                <a:ea typeface="Arial"/>
                <a:cs typeface="Arial"/>
                <a:sym typeface="Arial"/>
              </a:rPr>
              <a:t>generar e imprimir un comprobante físico</a:t>
            </a:r>
            <a:r>
              <a:rPr lang="es-419" sz="1100">
                <a:solidFill>
                  <a:schemeClr val="dk1"/>
                </a:solidFill>
                <a:latin typeface="Arial"/>
                <a:ea typeface="Arial"/>
                <a:cs typeface="Arial"/>
                <a:sym typeface="Arial"/>
              </a:rPr>
              <a:t> (ficha) con el número de turno del cliente.</a:t>
            </a:r>
            <a:endParaRPr/>
          </a:p>
        </p:txBody>
      </p:sp>
      <p:sp>
        <p:nvSpPr>
          <p:cNvPr id="17495" name="Google Shape;17495;p306"/>
          <p:cNvSpPr txBox="1"/>
          <p:nvPr>
            <p:ph idx="2" type="subTitle"/>
          </p:nvPr>
        </p:nvSpPr>
        <p:spPr>
          <a:xfrm>
            <a:off x="1742676" y="1746593"/>
            <a:ext cx="8028600" cy="313500"/>
          </a:xfrm>
          <a:prstGeom prst="rect">
            <a:avLst/>
          </a:prstGeom>
        </p:spPr>
        <p:txBody>
          <a:bodyPr anchorCtr="0" anchor="ctr" bIns="36000" lIns="54000" spcFirstLastPara="1" rIns="36000" wrap="square" tIns="36000">
            <a:noAutofit/>
          </a:bodyPr>
          <a:lstStyle/>
          <a:p>
            <a:pPr indent="0" lvl="0" marL="0" rtl="0" algn="l">
              <a:spcBef>
                <a:spcPts val="0"/>
              </a:spcBef>
              <a:spcAft>
                <a:spcPts val="0"/>
              </a:spcAft>
              <a:buNone/>
            </a:pPr>
            <a:r>
              <a:rPr lang="es-419" sz="1100">
                <a:solidFill>
                  <a:schemeClr val="dk1"/>
                </a:solidFill>
                <a:latin typeface="Arial"/>
                <a:ea typeface="Arial"/>
                <a:cs typeface="Arial"/>
                <a:sym typeface="Arial"/>
              </a:rPr>
              <a:t>El sistema debe </a:t>
            </a:r>
            <a:r>
              <a:rPr b="1" lang="es-419" sz="1100">
                <a:solidFill>
                  <a:schemeClr val="dk1"/>
                </a:solidFill>
                <a:latin typeface="Arial"/>
                <a:ea typeface="Arial"/>
                <a:cs typeface="Arial"/>
                <a:sym typeface="Arial"/>
              </a:rPr>
              <a:t>asignar la prioridad de atención</a:t>
            </a:r>
            <a:r>
              <a:rPr lang="es-419" sz="1100">
                <a:solidFill>
                  <a:schemeClr val="dk1"/>
                </a:solidFill>
                <a:latin typeface="Arial"/>
                <a:ea typeface="Arial"/>
                <a:cs typeface="Arial"/>
                <a:sym typeface="Arial"/>
              </a:rPr>
              <a:t> (Normal, Preferencial, Urgente) basada en la clasificación del cliente.</a:t>
            </a:r>
            <a:endParaRPr/>
          </a:p>
        </p:txBody>
      </p:sp>
      <p:sp>
        <p:nvSpPr>
          <p:cNvPr id="17496" name="Google Shape;17496;p306"/>
          <p:cNvSpPr txBox="1"/>
          <p:nvPr>
            <p:ph idx="3" type="subTitle"/>
          </p:nvPr>
        </p:nvSpPr>
        <p:spPr>
          <a:xfrm>
            <a:off x="1742676" y="2126799"/>
            <a:ext cx="8028600" cy="313500"/>
          </a:xfrm>
          <a:prstGeom prst="rect">
            <a:avLst/>
          </a:prstGeom>
        </p:spPr>
        <p:txBody>
          <a:bodyPr anchorCtr="0" anchor="ctr" bIns="36000" lIns="54000" spcFirstLastPara="1" rIns="36000" wrap="square" tIns="36000">
            <a:noAutofit/>
          </a:bodyPr>
          <a:lstStyle/>
          <a:p>
            <a:pPr indent="0" lvl="0" marL="0" rtl="0" algn="l">
              <a:spcBef>
                <a:spcPts val="0"/>
              </a:spcBef>
              <a:spcAft>
                <a:spcPts val="0"/>
              </a:spcAft>
              <a:buNone/>
            </a:pPr>
            <a:r>
              <a:rPr lang="es-419" sz="1100">
                <a:solidFill>
                  <a:schemeClr val="dk1"/>
                </a:solidFill>
                <a:latin typeface="Arial"/>
                <a:ea typeface="Arial"/>
                <a:cs typeface="Arial"/>
                <a:sym typeface="Arial"/>
              </a:rPr>
              <a:t>El sistema debe </a:t>
            </a:r>
            <a:r>
              <a:rPr b="1" lang="es-419" sz="1100">
                <a:solidFill>
                  <a:schemeClr val="dk1"/>
                </a:solidFill>
                <a:latin typeface="Arial"/>
                <a:ea typeface="Arial"/>
                <a:cs typeface="Arial"/>
                <a:sym typeface="Arial"/>
              </a:rPr>
              <a:t>mostrar el número de personas en espera</a:t>
            </a:r>
            <a:r>
              <a:rPr lang="es-419" sz="1100">
                <a:solidFill>
                  <a:schemeClr val="dk1"/>
                </a:solidFill>
                <a:latin typeface="Arial"/>
                <a:ea typeface="Arial"/>
                <a:cs typeface="Arial"/>
                <a:sym typeface="Arial"/>
              </a:rPr>
              <a:t> antes del turno del cliente actual.</a:t>
            </a:r>
            <a:endParaRPr/>
          </a:p>
        </p:txBody>
      </p:sp>
      <p:sp>
        <p:nvSpPr>
          <p:cNvPr id="17497" name="Google Shape;17497;p306"/>
          <p:cNvSpPr txBox="1"/>
          <p:nvPr>
            <p:ph idx="4" type="subTitle"/>
          </p:nvPr>
        </p:nvSpPr>
        <p:spPr>
          <a:xfrm>
            <a:off x="1742676" y="2493767"/>
            <a:ext cx="8028600" cy="313500"/>
          </a:xfrm>
          <a:prstGeom prst="rect">
            <a:avLst/>
          </a:prstGeom>
        </p:spPr>
        <p:txBody>
          <a:bodyPr anchorCtr="0" anchor="ctr" bIns="36000" lIns="54000" spcFirstLastPara="1" rIns="36000" wrap="square" tIns="36000">
            <a:noAutofit/>
          </a:bodyPr>
          <a:lstStyle/>
          <a:p>
            <a:pPr indent="0" lvl="0" marL="0" rtl="0" algn="l">
              <a:spcBef>
                <a:spcPts val="0"/>
              </a:spcBef>
              <a:spcAft>
                <a:spcPts val="0"/>
              </a:spcAft>
              <a:buNone/>
            </a:pPr>
            <a:r>
              <a:rPr lang="es-419" sz="1100">
                <a:solidFill>
                  <a:schemeClr val="dk1"/>
                </a:solidFill>
                <a:latin typeface="Arial"/>
                <a:ea typeface="Arial"/>
                <a:cs typeface="Arial"/>
                <a:sym typeface="Arial"/>
              </a:rPr>
              <a:t>El sistema debe </a:t>
            </a:r>
            <a:r>
              <a:rPr b="1" lang="es-419" sz="1100">
                <a:solidFill>
                  <a:schemeClr val="dk1"/>
                </a:solidFill>
                <a:latin typeface="Arial"/>
                <a:ea typeface="Arial"/>
                <a:cs typeface="Arial"/>
                <a:sym typeface="Arial"/>
              </a:rPr>
              <a:t>permitir la reasignación manual</a:t>
            </a:r>
            <a:r>
              <a:rPr lang="es-419" sz="1100">
                <a:solidFill>
                  <a:schemeClr val="dk1"/>
                </a:solidFill>
                <a:latin typeface="Arial"/>
                <a:ea typeface="Arial"/>
                <a:cs typeface="Arial"/>
                <a:sym typeface="Arial"/>
              </a:rPr>
              <a:t> de un turno en caso de emergencia.</a:t>
            </a:r>
            <a:endParaRPr/>
          </a:p>
        </p:txBody>
      </p:sp>
      <p:sp>
        <p:nvSpPr>
          <p:cNvPr id="17498" name="Google Shape;17498;p306"/>
          <p:cNvSpPr txBox="1"/>
          <p:nvPr>
            <p:ph idx="5" type="subTitle"/>
          </p:nvPr>
        </p:nvSpPr>
        <p:spPr>
          <a:xfrm>
            <a:off x="1742676" y="2880917"/>
            <a:ext cx="8028600" cy="313500"/>
          </a:xfrm>
          <a:prstGeom prst="rect">
            <a:avLst/>
          </a:prstGeom>
        </p:spPr>
        <p:txBody>
          <a:bodyPr anchorCtr="0" anchor="ctr" bIns="36000" lIns="54000" spcFirstLastPara="1" rIns="36000" wrap="square" tIns="36000">
            <a:noAutofit/>
          </a:bodyPr>
          <a:lstStyle/>
          <a:p>
            <a:pPr indent="0" lvl="0" marL="0" rtl="0" algn="l">
              <a:spcBef>
                <a:spcPts val="0"/>
              </a:spcBef>
              <a:spcAft>
                <a:spcPts val="0"/>
              </a:spcAft>
              <a:buNone/>
            </a:pPr>
            <a:r>
              <a:rPr lang="es-419" sz="1100">
                <a:solidFill>
                  <a:schemeClr val="dk1"/>
                </a:solidFill>
                <a:latin typeface="Arial"/>
                <a:ea typeface="Arial"/>
                <a:cs typeface="Arial"/>
                <a:sym typeface="Arial"/>
              </a:rPr>
              <a:t>La ficha de turno debe </a:t>
            </a:r>
            <a:r>
              <a:rPr b="1" lang="es-419" sz="1100">
                <a:solidFill>
                  <a:schemeClr val="dk1"/>
                </a:solidFill>
                <a:latin typeface="Arial"/>
                <a:ea typeface="Arial"/>
                <a:cs typeface="Arial"/>
                <a:sym typeface="Arial"/>
              </a:rPr>
              <a:t>incluir un código para seguimiento</a:t>
            </a:r>
            <a:r>
              <a:rPr lang="es-419" sz="1100">
                <a:solidFill>
                  <a:schemeClr val="dk1"/>
                </a:solidFill>
                <a:latin typeface="Arial"/>
                <a:ea typeface="Arial"/>
                <a:cs typeface="Arial"/>
                <a:sym typeface="Arial"/>
              </a:rPr>
              <a:t> en las pantallas de la sala de espera.</a:t>
            </a:r>
            <a:endParaRPr/>
          </a:p>
        </p:txBody>
      </p:sp>
      <p:sp>
        <p:nvSpPr>
          <p:cNvPr id="17499" name="Google Shape;17499;p306"/>
          <p:cNvSpPr txBox="1"/>
          <p:nvPr>
            <p:ph idx="6" type="subTitle"/>
          </p:nvPr>
        </p:nvSpPr>
        <p:spPr>
          <a:xfrm>
            <a:off x="1742676" y="3261123"/>
            <a:ext cx="8028600" cy="313500"/>
          </a:xfrm>
          <a:prstGeom prst="rect">
            <a:avLst/>
          </a:prstGeom>
        </p:spPr>
        <p:txBody>
          <a:bodyPr anchorCtr="0" anchor="ctr" bIns="36000" lIns="54000" spcFirstLastPara="1" rIns="36000" wrap="square" tIns="36000">
            <a:noAutofit/>
          </a:bodyPr>
          <a:lstStyle/>
          <a:p>
            <a:pPr indent="0" lvl="0" marL="0" rtl="0" algn="l">
              <a:spcBef>
                <a:spcPts val="0"/>
              </a:spcBef>
              <a:spcAft>
                <a:spcPts val="0"/>
              </a:spcAft>
              <a:buNone/>
            </a:pPr>
            <a:r>
              <a:t/>
            </a:r>
            <a:endParaRPr/>
          </a:p>
        </p:txBody>
      </p:sp>
      <p:sp>
        <p:nvSpPr>
          <p:cNvPr id="17500" name="Google Shape;17500;p306"/>
          <p:cNvSpPr txBox="1"/>
          <p:nvPr>
            <p:ph idx="7" type="subTitle"/>
          </p:nvPr>
        </p:nvSpPr>
        <p:spPr>
          <a:xfrm>
            <a:off x="1742676" y="3661511"/>
            <a:ext cx="8028600" cy="313500"/>
          </a:xfrm>
          <a:prstGeom prst="rect">
            <a:avLst/>
          </a:prstGeom>
        </p:spPr>
        <p:txBody>
          <a:bodyPr anchorCtr="0" anchor="ctr" bIns="36000" lIns="54000" spcFirstLastPara="1" rIns="36000" wrap="square" tIns="36000">
            <a:noAutofit/>
          </a:bodyPr>
          <a:lstStyle/>
          <a:p>
            <a:pPr indent="0" lvl="0" marL="0" rtl="0" algn="l">
              <a:spcBef>
                <a:spcPts val="0"/>
              </a:spcBef>
              <a:spcAft>
                <a:spcPts val="0"/>
              </a:spcAft>
              <a:buNone/>
            </a:pPr>
            <a:r>
              <a:t/>
            </a:r>
            <a:endParaRPr/>
          </a:p>
        </p:txBody>
      </p:sp>
      <p:sp>
        <p:nvSpPr>
          <p:cNvPr id="17501" name="Google Shape;17501;p306"/>
          <p:cNvSpPr txBox="1"/>
          <p:nvPr>
            <p:ph idx="8" type="subTitle"/>
          </p:nvPr>
        </p:nvSpPr>
        <p:spPr>
          <a:xfrm>
            <a:off x="294875" y="1346206"/>
            <a:ext cx="1302600" cy="313500"/>
          </a:xfrm>
          <a:prstGeom prst="rect">
            <a:avLst/>
          </a:prstGeom>
        </p:spPr>
        <p:txBody>
          <a:bodyPr anchorCtr="0" anchor="ctr" bIns="36000" lIns="72000" spcFirstLastPara="1" rIns="72000" wrap="square" tIns="36000">
            <a:noAutofit/>
          </a:bodyPr>
          <a:lstStyle/>
          <a:p>
            <a:pPr indent="0" lvl="0" marL="0" rtl="0" algn="l">
              <a:spcBef>
                <a:spcPts val="0"/>
              </a:spcBef>
              <a:spcAft>
                <a:spcPts val="0"/>
              </a:spcAft>
              <a:buNone/>
            </a:pPr>
            <a:r>
              <a:rPr lang="es-419"/>
              <a:t>RF-36</a:t>
            </a:r>
            <a:endParaRPr/>
          </a:p>
        </p:txBody>
      </p:sp>
      <p:sp>
        <p:nvSpPr>
          <p:cNvPr id="17502" name="Google Shape;17502;p306"/>
          <p:cNvSpPr txBox="1"/>
          <p:nvPr>
            <p:ph idx="9" type="subTitle"/>
          </p:nvPr>
        </p:nvSpPr>
        <p:spPr>
          <a:xfrm>
            <a:off x="294875" y="1739975"/>
            <a:ext cx="1302600" cy="313500"/>
          </a:xfrm>
          <a:prstGeom prst="rect">
            <a:avLst/>
          </a:prstGeom>
        </p:spPr>
        <p:txBody>
          <a:bodyPr anchorCtr="0" anchor="ctr" bIns="36000" lIns="72000" spcFirstLastPara="1" rIns="72000" wrap="square" tIns="36000">
            <a:noAutofit/>
          </a:bodyPr>
          <a:lstStyle/>
          <a:p>
            <a:pPr indent="0" lvl="0" marL="0" rtl="0" algn="l">
              <a:spcBef>
                <a:spcPts val="0"/>
              </a:spcBef>
              <a:spcAft>
                <a:spcPts val="0"/>
              </a:spcAft>
              <a:buNone/>
            </a:pPr>
            <a:r>
              <a:rPr lang="es-419"/>
              <a:t>RF-37</a:t>
            </a:r>
            <a:endParaRPr/>
          </a:p>
        </p:txBody>
      </p:sp>
      <p:sp>
        <p:nvSpPr>
          <p:cNvPr id="17503" name="Google Shape;17503;p306"/>
          <p:cNvSpPr txBox="1"/>
          <p:nvPr>
            <p:ph idx="13" type="subTitle"/>
          </p:nvPr>
        </p:nvSpPr>
        <p:spPr>
          <a:xfrm>
            <a:off x="294875" y="2120180"/>
            <a:ext cx="1302600" cy="313500"/>
          </a:xfrm>
          <a:prstGeom prst="rect">
            <a:avLst/>
          </a:prstGeom>
        </p:spPr>
        <p:txBody>
          <a:bodyPr anchorCtr="0" anchor="ctr" bIns="36000" lIns="72000" spcFirstLastPara="1" rIns="72000" wrap="square" tIns="36000">
            <a:noAutofit/>
          </a:bodyPr>
          <a:lstStyle/>
          <a:p>
            <a:pPr indent="0" lvl="0" marL="0" rtl="0" algn="l">
              <a:spcBef>
                <a:spcPts val="0"/>
              </a:spcBef>
              <a:spcAft>
                <a:spcPts val="0"/>
              </a:spcAft>
              <a:buNone/>
            </a:pPr>
            <a:r>
              <a:rPr lang="es-419"/>
              <a:t>RF-38</a:t>
            </a:r>
            <a:endParaRPr/>
          </a:p>
        </p:txBody>
      </p:sp>
      <p:sp>
        <p:nvSpPr>
          <p:cNvPr id="17504" name="Google Shape;17504;p306"/>
          <p:cNvSpPr txBox="1"/>
          <p:nvPr>
            <p:ph idx="14" type="subTitle"/>
          </p:nvPr>
        </p:nvSpPr>
        <p:spPr>
          <a:xfrm>
            <a:off x="294875" y="2500386"/>
            <a:ext cx="1302600" cy="313500"/>
          </a:xfrm>
          <a:prstGeom prst="rect">
            <a:avLst/>
          </a:prstGeom>
        </p:spPr>
        <p:txBody>
          <a:bodyPr anchorCtr="0" anchor="ctr" bIns="36000" lIns="72000" spcFirstLastPara="1" rIns="72000" wrap="square" tIns="36000">
            <a:noAutofit/>
          </a:bodyPr>
          <a:lstStyle/>
          <a:p>
            <a:pPr indent="0" lvl="0" marL="0" rtl="0" algn="l">
              <a:spcBef>
                <a:spcPts val="0"/>
              </a:spcBef>
              <a:spcAft>
                <a:spcPts val="0"/>
              </a:spcAft>
              <a:buNone/>
            </a:pPr>
            <a:r>
              <a:rPr lang="es-419"/>
              <a:t>RF-39</a:t>
            </a:r>
            <a:endParaRPr/>
          </a:p>
        </p:txBody>
      </p:sp>
      <p:sp>
        <p:nvSpPr>
          <p:cNvPr id="17505" name="Google Shape;17505;p306"/>
          <p:cNvSpPr txBox="1"/>
          <p:nvPr>
            <p:ph idx="15" type="subTitle"/>
          </p:nvPr>
        </p:nvSpPr>
        <p:spPr>
          <a:xfrm>
            <a:off x="294875" y="2873973"/>
            <a:ext cx="1302600" cy="313500"/>
          </a:xfrm>
          <a:prstGeom prst="rect">
            <a:avLst/>
          </a:prstGeom>
        </p:spPr>
        <p:txBody>
          <a:bodyPr anchorCtr="0" anchor="ctr" bIns="36000" lIns="72000" spcFirstLastPara="1" rIns="72000" wrap="square" tIns="36000">
            <a:noAutofit/>
          </a:bodyPr>
          <a:lstStyle/>
          <a:p>
            <a:pPr indent="0" lvl="0" marL="0" rtl="0" algn="l">
              <a:spcBef>
                <a:spcPts val="0"/>
              </a:spcBef>
              <a:spcAft>
                <a:spcPts val="0"/>
              </a:spcAft>
              <a:buNone/>
            </a:pPr>
            <a:r>
              <a:rPr lang="es-419"/>
              <a:t>RF-40</a:t>
            </a:r>
            <a:endParaRPr/>
          </a:p>
        </p:txBody>
      </p:sp>
      <p:sp>
        <p:nvSpPr>
          <p:cNvPr id="17506" name="Google Shape;17506;p306"/>
          <p:cNvSpPr txBox="1"/>
          <p:nvPr>
            <p:ph idx="16" type="subTitle"/>
          </p:nvPr>
        </p:nvSpPr>
        <p:spPr>
          <a:xfrm>
            <a:off x="294875" y="3267742"/>
            <a:ext cx="1302600" cy="313500"/>
          </a:xfrm>
          <a:prstGeom prst="rect">
            <a:avLst/>
          </a:prstGeom>
        </p:spPr>
        <p:txBody>
          <a:bodyPr anchorCtr="0" anchor="ctr" bIns="36000" lIns="72000" spcFirstLastPara="1" rIns="72000" wrap="square" tIns="36000">
            <a:noAutofit/>
          </a:bodyPr>
          <a:lstStyle/>
          <a:p>
            <a:pPr indent="0" lvl="0" marL="0" rtl="0" algn="l">
              <a:spcBef>
                <a:spcPts val="0"/>
              </a:spcBef>
              <a:spcAft>
                <a:spcPts val="0"/>
              </a:spcAft>
              <a:buNone/>
            </a:pPr>
            <a:r>
              <a:t/>
            </a:r>
            <a:endParaRPr/>
          </a:p>
        </p:txBody>
      </p:sp>
      <p:sp>
        <p:nvSpPr>
          <p:cNvPr id="17507" name="Google Shape;17507;p306"/>
          <p:cNvSpPr txBox="1"/>
          <p:nvPr>
            <p:ph idx="17" type="subTitle"/>
          </p:nvPr>
        </p:nvSpPr>
        <p:spPr>
          <a:xfrm>
            <a:off x="294875" y="3661511"/>
            <a:ext cx="1302600" cy="313500"/>
          </a:xfrm>
          <a:prstGeom prst="rect">
            <a:avLst/>
          </a:prstGeom>
        </p:spPr>
        <p:txBody>
          <a:bodyPr anchorCtr="0" anchor="ctr" bIns="36000" lIns="72000" spcFirstLastPara="1" rIns="72000" wrap="square" tIns="36000">
            <a:noAutofit/>
          </a:bodyPr>
          <a:lstStyle/>
          <a:p>
            <a:pPr indent="0" lvl="0" marL="0" rtl="0" algn="l">
              <a:spcBef>
                <a:spcPts val="0"/>
              </a:spcBef>
              <a:spcAft>
                <a:spcPts val="0"/>
              </a:spcAft>
              <a:buNone/>
            </a:pPr>
            <a:r>
              <a:t/>
            </a:r>
            <a:endParaRPr/>
          </a:p>
        </p:txBody>
      </p:sp>
      <p:sp>
        <p:nvSpPr>
          <p:cNvPr id="17508" name="Google Shape;17508;p306"/>
          <p:cNvSpPr txBox="1"/>
          <p:nvPr>
            <p:ph idx="18" type="subTitle"/>
          </p:nvPr>
        </p:nvSpPr>
        <p:spPr>
          <a:xfrm>
            <a:off x="1742676" y="4089406"/>
            <a:ext cx="8028600" cy="313500"/>
          </a:xfrm>
          <a:prstGeom prst="rect">
            <a:avLst/>
          </a:prstGeom>
        </p:spPr>
        <p:txBody>
          <a:bodyPr anchorCtr="0" anchor="ctr" bIns="36000" lIns="54000" spcFirstLastPara="1" rIns="36000" wrap="square" tIns="36000">
            <a:noAutofit/>
          </a:bodyPr>
          <a:lstStyle/>
          <a:p>
            <a:pPr indent="0" lvl="0" marL="0" rtl="0" algn="l">
              <a:spcBef>
                <a:spcPts val="0"/>
              </a:spcBef>
              <a:spcAft>
                <a:spcPts val="0"/>
              </a:spcAft>
              <a:buNone/>
            </a:pPr>
            <a:r>
              <a:t/>
            </a:r>
            <a:endParaRPr/>
          </a:p>
        </p:txBody>
      </p:sp>
      <p:sp>
        <p:nvSpPr>
          <p:cNvPr id="17509" name="Google Shape;17509;p306"/>
          <p:cNvSpPr txBox="1"/>
          <p:nvPr>
            <p:ph idx="19" type="subTitle"/>
          </p:nvPr>
        </p:nvSpPr>
        <p:spPr>
          <a:xfrm>
            <a:off x="1742676" y="4489793"/>
            <a:ext cx="8028600" cy="313500"/>
          </a:xfrm>
          <a:prstGeom prst="rect">
            <a:avLst/>
          </a:prstGeom>
        </p:spPr>
        <p:txBody>
          <a:bodyPr anchorCtr="0" anchor="ctr" bIns="36000" lIns="54000" spcFirstLastPara="1" rIns="36000" wrap="square" tIns="36000">
            <a:noAutofit/>
          </a:bodyPr>
          <a:lstStyle/>
          <a:p>
            <a:pPr indent="0" lvl="0" marL="0" rtl="0" algn="l">
              <a:spcBef>
                <a:spcPts val="0"/>
              </a:spcBef>
              <a:spcAft>
                <a:spcPts val="0"/>
              </a:spcAft>
              <a:buNone/>
            </a:pPr>
            <a:r>
              <a:t/>
            </a:r>
            <a:endParaRPr/>
          </a:p>
        </p:txBody>
      </p:sp>
      <p:sp>
        <p:nvSpPr>
          <p:cNvPr id="17510" name="Google Shape;17510;p306"/>
          <p:cNvSpPr txBox="1"/>
          <p:nvPr>
            <p:ph idx="20" type="subTitle"/>
          </p:nvPr>
        </p:nvSpPr>
        <p:spPr>
          <a:xfrm>
            <a:off x="1742676" y="4869999"/>
            <a:ext cx="8028600" cy="313500"/>
          </a:xfrm>
          <a:prstGeom prst="rect">
            <a:avLst/>
          </a:prstGeom>
        </p:spPr>
        <p:txBody>
          <a:bodyPr anchorCtr="0" anchor="ctr" bIns="36000" lIns="54000" spcFirstLastPara="1" rIns="36000" wrap="square" tIns="36000">
            <a:noAutofit/>
          </a:bodyPr>
          <a:lstStyle/>
          <a:p>
            <a:pPr indent="0" lvl="0" marL="0" rtl="0" algn="l">
              <a:spcBef>
                <a:spcPts val="0"/>
              </a:spcBef>
              <a:spcAft>
                <a:spcPts val="0"/>
              </a:spcAft>
              <a:buNone/>
            </a:pPr>
            <a:r>
              <a:t/>
            </a:r>
            <a:endParaRPr/>
          </a:p>
        </p:txBody>
      </p:sp>
      <p:sp>
        <p:nvSpPr>
          <p:cNvPr id="17511" name="Google Shape;17511;p306"/>
          <p:cNvSpPr txBox="1"/>
          <p:nvPr>
            <p:ph idx="21" type="subTitle"/>
          </p:nvPr>
        </p:nvSpPr>
        <p:spPr>
          <a:xfrm>
            <a:off x="1742676" y="5236967"/>
            <a:ext cx="8028600" cy="313500"/>
          </a:xfrm>
          <a:prstGeom prst="rect">
            <a:avLst/>
          </a:prstGeom>
        </p:spPr>
        <p:txBody>
          <a:bodyPr anchorCtr="0" anchor="ctr" bIns="36000" lIns="54000" spcFirstLastPara="1" rIns="36000" wrap="square" tIns="36000">
            <a:noAutofit/>
          </a:bodyPr>
          <a:lstStyle/>
          <a:p>
            <a:pPr indent="0" lvl="0" marL="0" rtl="0" algn="l">
              <a:spcBef>
                <a:spcPts val="0"/>
              </a:spcBef>
              <a:spcAft>
                <a:spcPts val="0"/>
              </a:spcAft>
              <a:buNone/>
            </a:pPr>
            <a:r>
              <a:t/>
            </a:r>
            <a:endParaRPr/>
          </a:p>
        </p:txBody>
      </p:sp>
      <p:sp>
        <p:nvSpPr>
          <p:cNvPr id="17512" name="Google Shape;17512;p306"/>
          <p:cNvSpPr txBox="1"/>
          <p:nvPr>
            <p:ph idx="22" type="subTitle"/>
          </p:nvPr>
        </p:nvSpPr>
        <p:spPr>
          <a:xfrm>
            <a:off x="1742676" y="5624117"/>
            <a:ext cx="8028600" cy="313500"/>
          </a:xfrm>
          <a:prstGeom prst="rect">
            <a:avLst/>
          </a:prstGeom>
        </p:spPr>
        <p:txBody>
          <a:bodyPr anchorCtr="0" anchor="ctr" bIns="36000" lIns="54000" spcFirstLastPara="1" rIns="36000" wrap="square" tIns="36000">
            <a:noAutofit/>
          </a:bodyPr>
          <a:lstStyle/>
          <a:p>
            <a:pPr indent="0" lvl="0" marL="0" rtl="0" algn="l">
              <a:spcBef>
                <a:spcPts val="0"/>
              </a:spcBef>
              <a:spcAft>
                <a:spcPts val="0"/>
              </a:spcAft>
              <a:buNone/>
            </a:pPr>
            <a:r>
              <a:t/>
            </a:r>
            <a:endParaRPr/>
          </a:p>
        </p:txBody>
      </p:sp>
      <p:sp>
        <p:nvSpPr>
          <p:cNvPr id="17513" name="Google Shape;17513;p306"/>
          <p:cNvSpPr txBox="1"/>
          <p:nvPr>
            <p:ph idx="23" type="subTitle"/>
          </p:nvPr>
        </p:nvSpPr>
        <p:spPr>
          <a:xfrm>
            <a:off x="1742676" y="6004323"/>
            <a:ext cx="8028600" cy="313500"/>
          </a:xfrm>
          <a:prstGeom prst="rect">
            <a:avLst/>
          </a:prstGeom>
        </p:spPr>
        <p:txBody>
          <a:bodyPr anchorCtr="0" anchor="ctr" bIns="36000" lIns="54000" spcFirstLastPara="1" rIns="36000" wrap="square" tIns="36000">
            <a:noAutofit/>
          </a:bodyPr>
          <a:lstStyle/>
          <a:p>
            <a:pPr indent="0" lvl="0" marL="0" rtl="0" algn="l">
              <a:spcBef>
                <a:spcPts val="0"/>
              </a:spcBef>
              <a:spcAft>
                <a:spcPts val="0"/>
              </a:spcAft>
              <a:buNone/>
            </a:pPr>
            <a:r>
              <a:t/>
            </a:r>
            <a:endParaRPr/>
          </a:p>
        </p:txBody>
      </p:sp>
      <p:sp>
        <p:nvSpPr>
          <p:cNvPr id="17514" name="Google Shape;17514;p306"/>
          <p:cNvSpPr txBox="1"/>
          <p:nvPr>
            <p:ph idx="24" type="subTitle"/>
          </p:nvPr>
        </p:nvSpPr>
        <p:spPr>
          <a:xfrm>
            <a:off x="1742676" y="6404711"/>
            <a:ext cx="8028600" cy="313500"/>
          </a:xfrm>
          <a:prstGeom prst="rect">
            <a:avLst/>
          </a:prstGeom>
        </p:spPr>
        <p:txBody>
          <a:bodyPr anchorCtr="0" anchor="ctr" bIns="36000" lIns="54000" spcFirstLastPara="1" rIns="36000" wrap="square" tIns="36000">
            <a:noAutofit/>
          </a:bodyPr>
          <a:lstStyle/>
          <a:p>
            <a:pPr indent="0" lvl="0" marL="0" rtl="0" algn="l">
              <a:spcBef>
                <a:spcPts val="0"/>
              </a:spcBef>
              <a:spcAft>
                <a:spcPts val="0"/>
              </a:spcAft>
              <a:buNone/>
            </a:pPr>
            <a:r>
              <a:t/>
            </a:r>
            <a:endParaRPr/>
          </a:p>
        </p:txBody>
      </p:sp>
      <p:sp>
        <p:nvSpPr>
          <p:cNvPr id="17515" name="Google Shape;17515;p306"/>
          <p:cNvSpPr txBox="1"/>
          <p:nvPr>
            <p:ph idx="25" type="subTitle"/>
          </p:nvPr>
        </p:nvSpPr>
        <p:spPr>
          <a:xfrm>
            <a:off x="294875" y="4089406"/>
            <a:ext cx="1302600" cy="313500"/>
          </a:xfrm>
          <a:prstGeom prst="rect">
            <a:avLst/>
          </a:prstGeom>
        </p:spPr>
        <p:txBody>
          <a:bodyPr anchorCtr="0" anchor="ctr" bIns="36000" lIns="72000" spcFirstLastPara="1" rIns="72000" wrap="square" tIns="36000">
            <a:noAutofit/>
          </a:bodyPr>
          <a:lstStyle/>
          <a:p>
            <a:pPr indent="0" lvl="0" marL="0" rtl="0" algn="l">
              <a:spcBef>
                <a:spcPts val="0"/>
              </a:spcBef>
              <a:spcAft>
                <a:spcPts val="0"/>
              </a:spcAft>
              <a:buNone/>
            </a:pPr>
            <a:r>
              <a:t/>
            </a:r>
            <a:endParaRPr/>
          </a:p>
        </p:txBody>
      </p:sp>
      <p:sp>
        <p:nvSpPr>
          <p:cNvPr id="17516" name="Google Shape;17516;p306"/>
          <p:cNvSpPr txBox="1"/>
          <p:nvPr>
            <p:ph idx="26" type="subTitle"/>
          </p:nvPr>
        </p:nvSpPr>
        <p:spPr>
          <a:xfrm>
            <a:off x="294875" y="4483175"/>
            <a:ext cx="1302600" cy="313500"/>
          </a:xfrm>
          <a:prstGeom prst="rect">
            <a:avLst/>
          </a:prstGeom>
        </p:spPr>
        <p:txBody>
          <a:bodyPr anchorCtr="0" anchor="ctr" bIns="36000" lIns="72000" spcFirstLastPara="1" rIns="72000" wrap="square" tIns="36000">
            <a:noAutofit/>
          </a:bodyPr>
          <a:lstStyle/>
          <a:p>
            <a:pPr indent="0" lvl="0" marL="0" rtl="0" algn="l">
              <a:spcBef>
                <a:spcPts val="0"/>
              </a:spcBef>
              <a:spcAft>
                <a:spcPts val="0"/>
              </a:spcAft>
              <a:buNone/>
            </a:pPr>
            <a:r>
              <a:t/>
            </a:r>
            <a:endParaRPr/>
          </a:p>
        </p:txBody>
      </p:sp>
      <p:sp>
        <p:nvSpPr>
          <p:cNvPr id="17517" name="Google Shape;17517;p306"/>
          <p:cNvSpPr txBox="1"/>
          <p:nvPr>
            <p:ph idx="27" type="subTitle"/>
          </p:nvPr>
        </p:nvSpPr>
        <p:spPr>
          <a:xfrm>
            <a:off x="294875" y="4863380"/>
            <a:ext cx="1302600" cy="313500"/>
          </a:xfrm>
          <a:prstGeom prst="rect">
            <a:avLst/>
          </a:prstGeom>
        </p:spPr>
        <p:txBody>
          <a:bodyPr anchorCtr="0" anchor="ctr" bIns="36000" lIns="72000" spcFirstLastPara="1" rIns="72000" wrap="square" tIns="36000">
            <a:noAutofit/>
          </a:bodyPr>
          <a:lstStyle/>
          <a:p>
            <a:pPr indent="0" lvl="0" marL="0" rtl="0" algn="l">
              <a:spcBef>
                <a:spcPts val="0"/>
              </a:spcBef>
              <a:spcAft>
                <a:spcPts val="0"/>
              </a:spcAft>
              <a:buNone/>
            </a:pPr>
            <a:r>
              <a:t/>
            </a:r>
            <a:endParaRPr/>
          </a:p>
        </p:txBody>
      </p:sp>
      <p:sp>
        <p:nvSpPr>
          <p:cNvPr id="17518" name="Google Shape;17518;p306"/>
          <p:cNvSpPr txBox="1"/>
          <p:nvPr>
            <p:ph idx="28" type="subTitle"/>
          </p:nvPr>
        </p:nvSpPr>
        <p:spPr>
          <a:xfrm>
            <a:off x="294875" y="5243586"/>
            <a:ext cx="1302600" cy="313500"/>
          </a:xfrm>
          <a:prstGeom prst="rect">
            <a:avLst/>
          </a:prstGeom>
        </p:spPr>
        <p:txBody>
          <a:bodyPr anchorCtr="0" anchor="ctr" bIns="36000" lIns="72000" spcFirstLastPara="1" rIns="72000" wrap="square" tIns="36000">
            <a:noAutofit/>
          </a:bodyPr>
          <a:lstStyle/>
          <a:p>
            <a:pPr indent="0" lvl="0" marL="0" rtl="0" algn="l">
              <a:spcBef>
                <a:spcPts val="0"/>
              </a:spcBef>
              <a:spcAft>
                <a:spcPts val="0"/>
              </a:spcAft>
              <a:buNone/>
            </a:pPr>
            <a:r>
              <a:t/>
            </a:r>
            <a:endParaRPr/>
          </a:p>
        </p:txBody>
      </p:sp>
      <p:sp>
        <p:nvSpPr>
          <p:cNvPr id="17519" name="Google Shape;17519;p306"/>
          <p:cNvSpPr txBox="1"/>
          <p:nvPr>
            <p:ph idx="29" type="subTitle"/>
          </p:nvPr>
        </p:nvSpPr>
        <p:spPr>
          <a:xfrm>
            <a:off x="294875" y="5617173"/>
            <a:ext cx="1302600" cy="313500"/>
          </a:xfrm>
          <a:prstGeom prst="rect">
            <a:avLst/>
          </a:prstGeom>
        </p:spPr>
        <p:txBody>
          <a:bodyPr anchorCtr="0" anchor="ctr" bIns="36000" lIns="72000" spcFirstLastPara="1" rIns="72000" wrap="square" tIns="36000">
            <a:noAutofit/>
          </a:bodyPr>
          <a:lstStyle/>
          <a:p>
            <a:pPr indent="0" lvl="0" marL="0" rtl="0" algn="l">
              <a:spcBef>
                <a:spcPts val="0"/>
              </a:spcBef>
              <a:spcAft>
                <a:spcPts val="0"/>
              </a:spcAft>
              <a:buNone/>
            </a:pPr>
            <a:r>
              <a:t/>
            </a:r>
            <a:endParaRPr/>
          </a:p>
        </p:txBody>
      </p:sp>
      <p:sp>
        <p:nvSpPr>
          <p:cNvPr id="17520" name="Google Shape;17520;p306"/>
          <p:cNvSpPr txBox="1"/>
          <p:nvPr>
            <p:ph idx="30" type="subTitle"/>
          </p:nvPr>
        </p:nvSpPr>
        <p:spPr>
          <a:xfrm>
            <a:off x="294875" y="6010942"/>
            <a:ext cx="1302600" cy="313500"/>
          </a:xfrm>
          <a:prstGeom prst="rect">
            <a:avLst/>
          </a:prstGeom>
        </p:spPr>
        <p:txBody>
          <a:bodyPr anchorCtr="0" anchor="ctr" bIns="36000" lIns="72000" spcFirstLastPara="1" rIns="72000" wrap="square" tIns="36000">
            <a:noAutofit/>
          </a:bodyPr>
          <a:lstStyle/>
          <a:p>
            <a:pPr indent="0" lvl="0" marL="0" rtl="0" algn="l">
              <a:spcBef>
                <a:spcPts val="0"/>
              </a:spcBef>
              <a:spcAft>
                <a:spcPts val="0"/>
              </a:spcAft>
              <a:buNone/>
            </a:pPr>
            <a:r>
              <a:t/>
            </a:r>
            <a:endParaRPr/>
          </a:p>
        </p:txBody>
      </p:sp>
      <p:sp>
        <p:nvSpPr>
          <p:cNvPr id="17521" name="Google Shape;17521;p306"/>
          <p:cNvSpPr txBox="1"/>
          <p:nvPr>
            <p:ph idx="31" type="subTitle"/>
          </p:nvPr>
        </p:nvSpPr>
        <p:spPr>
          <a:xfrm>
            <a:off x="294875" y="6404711"/>
            <a:ext cx="1302600" cy="313500"/>
          </a:xfrm>
          <a:prstGeom prst="rect">
            <a:avLst/>
          </a:prstGeom>
        </p:spPr>
        <p:txBody>
          <a:bodyPr anchorCtr="0" anchor="ctr" bIns="36000" lIns="72000" spcFirstLastPara="1" rIns="72000" wrap="square" tIns="36000">
            <a:noAutofit/>
          </a:bodyPr>
          <a:lstStyle/>
          <a:p>
            <a:pPr indent="0" lvl="0" marL="0" rtl="0" algn="l">
              <a:spcBef>
                <a:spcPts val="0"/>
              </a:spcBef>
              <a:spcAft>
                <a:spcPts val="0"/>
              </a:spcAft>
              <a:buNone/>
            </a:pPr>
            <a:r>
              <a:t/>
            </a:r>
            <a:endParaRPr/>
          </a:p>
        </p:txBody>
      </p:sp>
      <p:sp>
        <p:nvSpPr>
          <p:cNvPr id="17522" name="Google Shape;17522;p306"/>
          <p:cNvSpPr txBox="1"/>
          <p:nvPr>
            <p:ph type="title"/>
          </p:nvPr>
        </p:nvSpPr>
        <p:spPr>
          <a:xfrm flipH="1">
            <a:off x="4025374" y="387675"/>
            <a:ext cx="5863200" cy="169200"/>
          </a:xfrm>
          <a:prstGeom prst="rect">
            <a:avLst/>
          </a:prstGeom>
        </p:spPr>
        <p:txBody>
          <a:bodyPr anchorCtr="0" anchor="ctr" bIns="0" lIns="0" spcFirstLastPara="1" rIns="0" wrap="square" tIns="0">
            <a:noAutofit/>
          </a:bodyPr>
          <a:lstStyle/>
          <a:p>
            <a:pPr indent="0" lvl="0" marL="0" rtl="0" algn="l">
              <a:spcBef>
                <a:spcPts val="0"/>
              </a:spcBef>
              <a:spcAft>
                <a:spcPts val="0"/>
              </a:spcAft>
              <a:buNone/>
            </a:pPr>
            <a:r>
              <a:t/>
            </a:r>
            <a:endParaRPr/>
          </a:p>
        </p:txBody>
      </p:sp>
      <p:sp>
        <p:nvSpPr>
          <p:cNvPr id="17523" name="Google Shape;17523;p306"/>
          <p:cNvSpPr txBox="1"/>
          <p:nvPr>
            <p:ph idx="32" type="title"/>
          </p:nvPr>
        </p:nvSpPr>
        <p:spPr>
          <a:xfrm flipH="1">
            <a:off x="3208773" y="579550"/>
            <a:ext cx="6679800" cy="169200"/>
          </a:xfrm>
          <a:prstGeom prst="rect">
            <a:avLst/>
          </a:prstGeom>
        </p:spPr>
        <p:txBody>
          <a:bodyPr anchorCtr="0" anchor="ctr" bIns="0" lIns="0" spcFirstLastPara="1" rIns="0" wrap="square" tIns="0">
            <a:noAutofit/>
          </a:bodyPr>
          <a:lstStyle/>
          <a:p>
            <a:pPr indent="0" lvl="0" marL="0" rtl="0" algn="l">
              <a:spcBef>
                <a:spcPts val="0"/>
              </a:spcBef>
              <a:spcAft>
                <a:spcPts val="0"/>
              </a:spcAft>
              <a:buNone/>
            </a:pPr>
            <a:r>
              <a:t/>
            </a:r>
            <a:endParaRPr/>
          </a:p>
        </p:txBody>
      </p:sp>
      <p:sp>
        <p:nvSpPr>
          <p:cNvPr id="17524" name="Google Shape;17524;p306"/>
          <p:cNvSpPr txBox="1"/>
          <p:nvPr>
            <p:ph idx="33" type="body"/>
          </p:nvPr>
        </p:nvSpPr>
        <p:spPr>
          <a:xfrm>
            <a:off x="641150" y="612125"/>
            <a:ext cx="1770300" cy="160500"/>
          </a:xfrm>
          <a:prstGeom prst="rect">
            <a:avLst/>
          </a:prstGeom>
        </p:spPr>
        <p:txBody>
          <a:bodyPr anchorCtr="0" anchor="t" bIns="0" lIns="0" spcFirstLastPara="1" rIns="0" wrap="square" tIns="0">
            <a:noAutofit/>
          </a:bodyPr>
          <a:lstStyle/>
          <a:p>
            <a:pPr indent="0" lvl="0" marL="0" rtl="0" algn="ctr">
              <a:spcBef>
                <a:spcPts val="0"/>
              </a:spcBef>
              <a:spcAft>
                <a:spcPts val="0"/>
              </a:spcAft>
              <a:buNone/>
            </a:pPr>
            <a:r>
              <a:t/>
            </a:r>
            <a:endParaRPr/>
          </a:p>
        </p:txBody>
      </p:sp>
    </p:spTree>
  </p:cSld>
  <p:clrMapOvr>
    <a:masterClrMapping/>
  </p:clrMapOvr>
</p:sld>
</file>

<file path=ppt/slides/slide4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528" name="Shape 17528"/>
        <p:cNvGrpSpPr/>
        <p:nvPr/>
      </p:nvGrpSpPr>
      <p:grpSpPr>
        <a:xfrm>
          <a:off x="0" y="0"/>
          <a:ext cx="0" cy="0"/>
          <a:chOff x="0" y="0"/>
          <a:chExt cx="0" cy="0"/>
        </a:xfrm>
      </p:grpSpPr>
      <p:sp>
        <p:nvSpPr>
          <p:cNvPr id="17529" name="Google Shape;17529;p307"/>
          <p:cNvSpPr txBox="1"/>
          <p:nvPr>
            <p:ph idx="1" type="subTitle"/>
          </p:nvPr>
        </p:nvSpPr>
        <p:spPr>
          <a:xfrm>
            <a:off x="1742676" y="1346206"/>
            <a:ext cx="8028600" cy="313500"/>
          </a:xfrm>
          <a:prstGeom prst="rect">
            <a:avLst/>
          </a:prstGeom>
        </p:spPr>
        <p:txBody>
          <a:bodyPr anchorCtr="0" anchor="ctr" bIns="36000" lIns="54000" spcFirstLastPara="1" rIns="36000" wrap="square" tIns="36000">
            <a:noAutofit/>
          </a:bodyPr>
          <a:lstStyle/>
          <a:p>
            <a:pPr indent="0" lvl="0" marL="0" rtl="0" algn="l">
              <a:spcBef>
                <a:spcPts val="0"/>
              </a:spcBef>
              <a:spcAft>
                <a:spcPts val="0"/>
              </a:spcAft>
              <a:buNone/>
            </a:pPr>
            <a:r>
              <a:rPr lang="es-419" sz="1100">
                <a:solidFill>
                  <a:schemeClr val="dk1"/>
                </a:solidFill>
                <a:latin typeface="Arial"/>
                <a:ea typeface="Arial"/>
                <a:cs typeface="Arial"/>
                <a:sym typeface="Arial"/>
              </a:rPr>
              <a:t>El sistema debe </a:t>
            </a:r>
            <a:r>
              <a:rPr b="1" lang="es-419" sz="1100">
                <a:solidFill>
                  <a:schemeClr val="dk1"/>
                </a:solidFill>
                <a:latin typeface="Arial"/>
                <a:ea typeface="Arial"/>
                <a:cs typeface="Arial"/>
                <a:sym typeface="Arial"/>
              </a:rPr>
              <a:t>proyectar el número de turno y el consultorio</a:t>
            </a:r>
            <a:r>
              <a:rPr lang="es-419" sz="1100">
                <a:solidFill>
                  <a:schemeClr val="dk1"/>
                </a:solidFill>
                <a:latin typeface="Arial"/>
                <a:ea typeface="Arial"/>
                <a:cs typeface="Arial"/>
                <a:sym typeface="Arial"/>
              </a:rPr>
              <a:t> asignado en una pantalla visible de la sala de espera.</a:t>
            </a:r>
            <a:endParaRPr/>
          </a:p>
        </p:txBody>
      </p:sp>
      <p:sp>
        <p:nvSpPr>
          <p:cNvPr id="17530" name="Google Shape;17530;p307"/>
          <p:cNvSpPr txBox="1"/>
          <p:nvPr>
            <p:ph idx="2" type="subTitle"/>
          </p:nvPr>
        </p:nvSpPr>
        <p:spPr>
          <a:xfrm>
            <a:off x="1742676" y="1746593"/>
            <a:ext cx="8028600" cy="313500"/>
          </a:xfrm>
          <a:prstGeom prst="rect">
            <a:avLst/>
          </a:prstGeom>
        </p:spPr>
        <p:txBody>
          <a:bodyPr anchorCtr="0" anchor="ctr" bIns="36000" lIns="54000" spcFirstLastPara="1" rIns="36000" wrap="square" tIns="36000">
            <a:noAutofit/>
          </a:bodyPr>
          <a:lstStyle/>
          <a:p>
            <a:pPr indent="0" lvl="0" marL="0" rtl="0" algn="l">
              <a:spcBef>
                <a:spcPts val="0"/>
              </a:spcBef>
              <a:spcAft>
                <a:spcPts val="0"/>
              </a:spcAft>
              <a:buNone/>
            </a:pPr>
            <a:r>
              <a:rPr lang="es-419" sz="1100">
                <a:solidFill>
                  <a:schemeClr val="dk1"/>
                </a:solidFill>
                <a:latin typeface="Arial"/>
                <a:ea typeface="Arial"/>
                <a:cs typeface="Arial"/>
                <a:sym typeface="Arial"/>
              </a:rPr>
              <a:t>El sistema debe </a:t>
            </a:r>
            <a:r>
              <a:rPr b="1" lang="es-419" sz="1100">
                <a:solidFill>
                  <a:schemeClr val="dk1"/>
                </a:solidFill>
                <a:latin typeface="Arial"/>
                <a:ea typeface="Arial"/>
                <a:cs typeface="Arial"/>
                <a:sym typeface="Arial"/>
              </a:rPr>
              <a:t>emitir una alerta sonora breve</a:t>
            </a:r>
            <a:r>
              <a:rPr lang="es-419" sz="1100">
                <a:solidFill>
                  <a:schemeClr val="dk1"/>
                </a:solidFill>
                <a:latin typeface="Arial"/>
                <a:ea typeface="Arial"/>
                <a:cs typeface="Arial"/>
                <a:sym typeface="Arial"/>
              </a:rPr>
              <a:t> al llamar al siguiente turno.</a:t>
            </a:r>
            <a:endParaRPr/>
          </a:p>
        </p:txBody>
      </p:sp>
      <p:sp>
        <p:nvSpPr>
          <p:cNvPr id="17531" name="Google Shape;17531;p307"/>
          <p:cNvSpPr txBox="1"/>
          <p:nvPr>
            <p:ph idx="3" type="subTitle"/>
          </p:nvPr>
        </p:nvSpPr>
        <p:spPr>
          <a:xfrm>
            <a:off x="1742676" y="2126799"/>
            <a:ext cx="8028600" cy="313500"/>
          </a:xfrm>
          <a:prstGeom prst="rect">
            <a:avLst/>
          </a:prstGeom>
        </p:spPr>
        <p:txBody>
          <a:bodyPr anchorCtr="0" anchor="ctr" bIns="36000" lIns="54000" spcFirstLastPara="1" rIns="36000" wrap="square" tIns="36000">
            <a:noAutofit/>
          </a:bodyPr>
          <a:lstStyle/>
          <a:p>
            <a:pPr indent="0" lvl="0" marL="0" rtl="0" algn="l">
              <a:spcBef>
                <a:spcPts val="0"/>
              </a:spcBef>
              <a:spcAft>
                <a:spcPts val="0"/>
              </a:spcAft>
              <a:buNone/>
            </a:pPr>
            <a:r>
              <a:rPr lang="es-419" sz="1100">
                <a:solidFill>
                  <a:schemeClr val="dk1"/>
                </a:solidFill>
                <a:latin typeface="Arial"/>
                <a:ea typeface="Arial"/>
                <a:cs typeface="Arial"/>
                <a:sym typeface="Arial"/>
              </a:rPr>
              <a:t>La información de la pantalla debe </a:t>
            </a:r>
            <a:r>
              <a:rPr b="1" lang="es-419" sz="1100">
                <a:solidFill>
                  <a:schemeClr val="dk1"/>
                </a:solidFill>
                <a:latin typeface="Arial"/>
                <a:ea typeface="Arial"/>
                <a:cs typeface="Arial"/>
                <a:sym typeface="Arial"/>
              </a:rPr>
              <a:t>actualizarse en tiempo real</a:t>
            </a:r>
            <a:r>
              <a:rPr lang="es-419" sz="1100">
                <a:solidFill>
                  <a:schemeClr val="dk1"/>
                </a:solidFill>
                <a:latin typeface="Arial"/>
                <a:ea typeface="Arial"/>
                <a:cs typeface="Arial"/>
                <a:sym typeface="Arial"/>
              </a:rPr>
              <a:t> (en menos de 1 segundo) al pasar un cliente.</a:t>
            </a:r>
            <a:endParaRPr/>
          </a:p>
        </p:txBody>
      </p:sp>
      <p:sp>
        <p:nvSpPr>
          <p:cNvPr id="17532" name="Google Shape;17532;p307"/>
          <p:cNvSpPr txBox="1"/>
          <p:nvPr>
            <p:ph idx="4" type="subTitle"/>
          </p:nvPr>
        </p:nvSpPr>
        <p:spPr>
          <a:xfrm>
            <a:off x="1742676" y="2493767"/>
            <a:ext cx="8028600" cy="313500"/>
          </a:xfrm>
          <a:prstGeom prst="rect">
            <a:avLst/>
          </a:prstGeom>
        </p:spPr>
        <p:txBody>
          <a:bodyPr anchorCtr="0" anchor="ctr" bIns="36000" lIns="54000" spcFirstLastPara="1" rIns="36000" wrap="square" tIns="36000">
            <a:noAutofit/>
          </a:bodyPr>
          <a:lstStyle/>
          <a:p>
            <a:pPr indent="0" lvl="0" marL="0" rtl="0" algn="l">
              <a:spcBef>
                <a:spcPts val="0"/>
              </a:spcBef>
              <a:spcAft>
                <a:spcPts val="0"/>
              </a:spcAft>
              <a:buNone/>
            </a:pPr>
            <a:r>
              <a:rPr lang="es-419" sz="1100">
                <a:solidFill>
                  <a:schemeClr val="dk1"/>
                </a:solidFill>
                <a:latin typeface="Arial"/>
                <a:ea typeface="Arial"/>
                <a:cs typeface="Arial"/>
                <a:sym typeface="Arial"/>
              </a:rPr>
              <a:t>El sistema debe </a:t>
            </a:r>
            <a:r>
              <a:rPr b="1" lang="es-419" sz="1100">
                <a:solidFill>
                  <a:schemeClr val="dk1"/>
                </a:solidFill>
                <a:latin typeface="Arial"/>
                <a:ea typeface="Arial"/>
                <a:cs typeface="Arial"/>
                <a:sym typeface="Arial"/>
              </a:rPr>
              <a:t>permitir la personalización del mensaje</a:t>
            </a:r>
            <a:r>
              <a:rPr lang="es-419" sz="1100">
                <a:solidFill>
                  <a:schemeClr val="dk1"/>
                </a:solidFill>
                <a:latin typeface="Arial"/>
                <a:ea typeface="Arial"/>
                <a:cs typeface="Arial"/>
                <a:sym typeface="Arial"/>
              </a:rPr>
              <a:t> que aparece en la pantalla de la sala de espera (ej. "¡Bienvenido a Ecovida!").</a:t>
            </a:r>
            <a:endParaRPr/>
          </a:p>
        </p:txBody>
      </p:sp>
      <p:sp>
        <p:nvSpPr>
          <p:cNvPr id="17533" name="Google Shape;17533;p307"/>
          <p:cNvSpPr txBox="1"/>
          <p:nvPr>
            <p:ph idx="5" type="subTitle"/>
          </p:nvPr>
        </p:nvSpPr>
        <p:spPr>
          <a:xfrm>
            <a:off x="1742676" y="2880917"/>
            <a:ext cx="8028600" cy="313500"/>
          </a:xfrm>
          <a:prstGeom prst="rect">
            <a:avLst/>
          </a:prstGeom>
        </p:spPr>
        <p:txBody>
          <a:bodyPr anchorCtr="0" anchor="ctr" bIns="36000" lIns="54000" spcFirstLastPara="1" rIns="36000" wrap="square" tIns="36000">
            <a:noAutofit/>
          </a:bodyPr>
          <a:lstStyle/>
          <a:p>
            <a:pPr indent="0" lvl="0" marL="0" rtl="0" algn="l">
              <a:spcBef>
                <a:spcPts val="0"/>
              </a:spcBef>
              <a:spcAft>
                <a:spcPts val="0"/>
              </a:spcAft>
              <a:buNone/>
            </a:pPr>
            <a:r>
              <a:rPr lang="es-419" sz="1100">
                <a:solidFill>
                  <a:schemeClr val="dk1"/>
                </a:solidFill>
                <a:latin typeface="Arial"/>
                <a:ea typeface="Arial"/>
                <a:cs typeface="Arial"/>
                <a:sym typeface="Arial"/>
              </a:rPr>
              <a:t>El sistema debe </a:t>
            </a:r>
            <a:r>
              <a:rPr b="1" lang="es-419" sz="1100">
                <a:solidFill>
                  <a:schemeClr val="dk1"/>
                </a:solidFill>
                <a:latin typeface="Arial"/>
                <a:ea typeface="Arial"/>
                <a:cs typeface="Arial"/>
                <a:sym typeface="Arial"/>
              </a:rPr>
              <a:t>indicar el tiempo de espera estimado</a:t>
            </a:r>
            <a:r>
              <a:rPr lang="es-419" sz="1100">
                <a:solidFill>
                  <a:schemeClr val="dk1"/>
                </a:solidFill>
                <a:latin typeface="Arial"/>
                <a:ea typeface="Arial"/>
                <a:cs typeface="Arial"/>
                <a:sym typeface="Arial"/>
              </a:rPr>
              <a:t> restante para los siguientes 5 turnos.</a:t>
            </a:r>
            <a:endParaRPr/>
          </a:p>
        </p:txBody>
      </p:sp>
      <p:sp>
        <p:nvSpPr>
          <p:cNvPr id="17534" name="Google Shape;17534;p307"/>
          <p:cNvSpPr txBox="1"/>
          <p:nvPr>
            <p:ph idx="6" type="subTitle"/>
          </p:nvPr>
        </p:nvSpPr>
        <p:spPr>
          <a:xfrm>
            <a:off x="1742676" y="3261123"/>
            <a:ext cx="8028600" cy="313500"/>
          </a:xfrm>
          <a:prstGeom prst="rect">
            <a:avLst/>
          </a:prstGeom>
        </p:spPr>
        <p:txBody>
          <a:bodyPr anchorCtr="0" anchor="ctr" bIns="36000" lIns="54000" spcFirstLastPara="1" rIns="36000" wrap="square" tIns="36000">
            <a:noAutofit/>
          </a:bodyPr>
          <a:lstStyle/>
          <a:p>
            <a:pPr indent="0" lvl="0" marL="0" rtl="0" algn="l">
              <a:spcBef>
                <a:spcPts val="0"/>
              </a:spcBef>
              <a:spcAft>
                <a:spcPts val="0"/>
              </a:spcAft>
              <a:buNone/>
            </a:pPr>
            <a:r>
              <a:t/>
            </a:r>
            <a:endParaRPr/>
          </a:p>
        </p:txBody>
      </p:sp>
      <p:sp>
        <p:nvSpPr>
          <p:cNvPr id="17535" name="Google Shape;17535;p307"/>
          <p:cNvSpPr txBox="1"/>
          <p:nvPr>
            <p:ph idx="7" type="subTitle"/>
          </p:nvPr>
        </p:nvSpPr>
        <p:spPr>
          <a:xfrm>
            <a:off x="1742676" y="3661511"/>
            <a:ext cx="8028600" cy="313500"/>
          </a:xfrm>
          <a:prstGeom prst="rect">
            <a:avLst/>
          </a:prstGeom>
        </p:spPr>
        <p:txBody>
          <a:bodyPr anchorCtr="0" anchor="ctr" bIns="36000" lIns="54000" spcFirstLastPara="1" rIns="36000" wrap="square" tIns="36000">
            <a:noAutofit/>
          </a:bodyPr>
          <a:lstStyle/>
          <a:p>
            <a:pPr indent="0" lvl="0" marL="0" rtl="0" algn="l">
              <a:spcBef>
                <a:spcPts val="0"/>
              </a:spcBef>
              <a:spcAft>
                <a:spcPts val="0"/>
              </a:spcAft>
              <a:buNone/>
            </a:pPr>
            <a:r>
              <a:t/>
            </a:r>
            <a:endParaRPr/>
          </a:p>
        </p:txBody>
      </p:sp>
      <p:sp>
        <p:nvSpPr>
          <p:cNvPr id="17536" name="Google Shape;17536;p307"/>
          <p:cNvSpPr txBox="1"/>
          <p:nvPr>
            <p:ph idx="8" type="subTitle"/>
          </p:nvPr>
        </p:nvSpPr>
        <p:spPr>
          <a:xfrm>
            <a:off x="294875" y="1346206"/>
            <a:ext cx="1302600" cy="313500"/>
          </a:xfrm>
          <a:prstGeom prst="rect">
            <a:avLst/>
          </a:prstGeom>
        </p:spPr>
        <p:txBody>
          <a:bodyPr anchorCtr="0" anchor="ctr" bIns="36000" lIns="72000" spcFirstLastPara="1" rIns="72000" wrap="square" tIns="36000">
            <a:noAutofit/>
          </a:bodyPr>
          <a:lstStyle/>
          <a:p>
            <a:pPr indent="0" lvl="0" marL="0" rtl="0" algn="l">
              <a:spcBef>
                <a:spcPts val="0"/>
              </a:spcBef>
              <a:spcAft>
                <a:spcPts val="0"/>
              </a:spcAft>
              <a:buNone/>
            </a:pPr>
            <a:r>
              <a:rPr lang="es-419"/>
              <a:t>RF-41</a:t>
            </a:r>
            <a:endParaRPr/>
          </a:p>
        </p:txBody>
      </p:sp>
      <p:sp>
        <p:nvSpPr>
          <p:cNvPr id="17537" name="Google Shape;17537;p307"/>
          <p:cNvSpPr txBox="1"/>
          <p:nvPr>
            <p:ph idx="9" type="subTitle"/>
          </p:nvPr>
        </p:nvSpPr>
        <p:spPr>
          <a:xfrm>
            <a:off x="294875" y="1739975"/>
            <a:ext cx="1302600" cy="313500"/>
          </a:xfrm>
          <a:prstGeom prst="rect">
            <a:avLst/>
          </a:prstGeom>
        </p:spPr>
        <p:txBody>
          <a:bodyPr anchorCtr="0" anchor="ctr" bIns="36000" lIns="72000" spcFirstLastPara="1" rIns="72000" wrap="square" tIns="36000">
            <a:noAutofit/>
          </a:bodyPr>
          <a:lstStyle/>
          <a:p>
            <a:pPr indent="0" lvl="0" marL="0" rtl="0" algn="l">
              <a:spcBef>
                <a:spcPts val="0"/>
              </a:spcBef>
              <a:spcAft>
                <a:spcPts val="0"/>
              </a:spcAft>
              <a:buNone/>
            </a:pPr>
            <a:r>
              <a:rPr lang="es-419"/>
              <a:t>RF-42</a:t>
            </a:r>
            <a:endParaRPr/>
          </a:p>
        </p:txBody>
      </p:sp>
      <p:sp>
        <p:nvSpPr>
          <p:cNvPr id="17538" name="Google Shape;17538;p307"/>
          <p:cNvSpPr txBox="1"/>
          <p:nvPr>
            <p:ph idx="13" type="subTitle"/>
          </p:nvPr>
        </p:nvSpPr>
        <p:spPr>
          <a:xfrm>
            <a:off x="294875" y="2120180"/>
            <a:ext cx="1302600" cy="313500"/>
          </a:xfrm>
          <a:prstGeom prst="rect">
            <a:avLst/>
          </a:prstGeom>
        </p:spPr>
        <p:txBody>
          <a:bodyPr anchorCtr="0" anchor="ctr" bIns="36000" lIns="72000" spcFirstLastPara="1" rIns="72000" wrap="square" tIns="36000">
            <a:noAutofit/>
          </a:bodyPr>
          <a:lstStyle/>
          <a:p>
            <a:pPr indent="0" lvl="0" marL="0" rtl="0" algn="l">
              <a:spcBef>
                <a:spcPts val="0"/>
              </a:spcBef>
              <a:spcAft>
                <a:spcPts val="0"/>
              </a:spcAft>
              <a:buNone/>
            </a:pPr>
            <a:r>
              <a:rPr lang="es-419"/>
              <a:t>RF-43</a:t>
            </a:r>
            <a:endParaRPr/>
          </a:p>
        </p:txBody>
      </p:sp>
      <p:sp>
        <p:nvSpPr>
          <p:cNvPr id="17539" name="Google Shape;17539;p307"/>
          <p:cNvSpPr txBox="1"/>
          <p:nvPr>
            <p:ph idx="14" type="subTitle"/>
          </p:nvPr>
        </p:nvSpPr>
        <p:spPr>
          <a:xfrm>
            <a:off x="294875" y="2500386"/>
            <a:ext cx="1302600" cy="313500"/>
          </a:xfrm>
          <a:prstGeom prst="rect">
            <a:avLst/>
          </a:prstGeom>
        </p:spPr>
        <p:txBody>
          <a:bodyPr anchorCtr="0" anchor="ctr" bIns="36000" lIns="72000" spcFirstLastPara="1" rIns="72000" wrap="square" tIns="36000">
            <a:noAutofit/>
          </a:bodyPr>
          <a:lstStyle/>
          <a:p>
            <a:pPr indent="0" lvl="0" marL="0" rtl="0" algn="l">
              <a:spcBef>
                <a:spcPts val="0"/>
              </a:spcBef>
              <a:spcAft>
                <a:spcPts val="0"/>
              </a:spcAft>
              <a:buNone/>
            </a:pPr>
            <a:r>
              <a:rPr lang="es-419"/>
              <a:t>RF-44</a:t>
            </a:r>
            <a:endParaRPr/>
          </a:p>
        </p:txBody>
      </p:sp>
      <p:sp>
        <p:nvSpPr>
          <p:cNvPr id="17540" name="Google Shape;17540;p307"/>
          <p:cNvSpPr txBox="1"/>
          <p:nvPr>
            <p:ph idx="15" type="subTitle"/>
          </p:nvPr>
        </p:nvSpPr>
        <p:spPr>
          <a:xfrm>
            <a:off x="294875" y="2873973"/>
            <a:ext cx="1302600" cy="313500"/>
          </a:xfrm>
          <a:prstGeom prst="rect">
            <a:avLst/>
          </a:prstGeom>
        </p:spPr>
        <p:txBody>
          <a:bodyPr anchorCtr="0" anchor="ctr" bIns="36000" lIns="72000" spcFirstLastPara="1" rIns="72000" wrap="square" tIns="36000">
            <a:noAutofit/>
          </a:bodyPr>
          <a:lstStyle/>
          <a:p>
            <a:pPr indent="0" lvl="0" marL="0" rtl="0" algn="l">
              <a:spcBef>
                <a:spcPts val="0"/>
              </a:spcBef>
              <a:spcAft>
                <a:spcPts val="0"/>
              </a:spcAft>
              <a:buNone/>
            </a:pPr>
            <a:r>
              <a:rPr lang="es-419"/>
              <a:t>RF-45</a:t>
            </a:r>
            <a:endParaRPr/>
          </a:p>
        </p:txBody>
      </p:sp>
      <p:sp>
        <p:nvSpPr>
          <p:cNvPr id="17541" name="Google Shape;17541;p307"/>
          <p:cNvSpPr txBox="1"/>
          <p:nvPr>
            <p:ph idx="16" type="subTitle"/>
          </p:nvPr>
        </p:nvSpPr>
        <p:spPr>
          <a:xfrm>
            <a:off x="294875" y="3267742"/>
            <a:ext cx="1302600" cy="313500"/>
          </a:xfrm>
          <a:prstGeom prst="rect">
            <a:avLst/>
          </a:prstGeom>
        </p:spPr>
        <p:txBody>
          <a:bodyPr anchorCtr="0" anchor="ctr" bIns="36000" lIns="72000" spcFirstLastPara="1" rIns="72000" wrap="square" tIns="36000">
            <a:noAutofit/>
          </a:bodyPr>
          <a:lstStyle/>
          <a:p>
            <a:pPr indent="0" lvl="0" marL="0" rtl="0" algn="l">
              <a:spcBef>
                <a:spcPts val="0"/>
              </a:spcBef>
              <a:spcAft>
                <a:spcPts val="0"/>
              </a:spcAft>
              <a:buNone/>
            </a:pPr>
            <a:r>
              <a:t/>
            </a:r>
            <a:endParaRPr/>
          </a:p>
        </p:txBody>
      </p:sp>
      <p:sp>
        <p:nvSpPr>
          <p:cNvPr id="17542" name="Google Shape;17542;p307"/>
          <p:cNvSpPr txBox="1"/>
          <p:nvPr>
            <p:ph idx="17" type="subTitle"/>
          </p:nvPr>
        </p:nvSpPr>
        <p:spPr>
          <a:xfrm>
            <a:off x="294875" y="3661511"/>
            <a:ext cx="1302600" cy="313500"/>
          </a:xfrm>
          <a:prstGeom prst="rect">
            <a:avLst/>
          </a:prstGeom>
        </p:spPr>
        <p:txBody>
          <a:bodyPr anchorCtr="0" anchor="ctr" bIns="36000" lIns="72000" spcFirstLastPara="1" rIns="72000" wrap="square" tIns="36000">
            <a:noAutofit/>
          </a:bodyPr>
          <a:lstStyle/>
          <a:p>
            <a:pPr indent="0" lvl="0" marL="0" rtl="0" algn="l">
              <a:spcBef>
                <a:spcPts val="0"/>
              </a:spcBef>
              <a:spcAft>
                <a:spcPts val="0"/>
              </a:spcAft>
              <a:buNone/>
            </a:pPr>
            <a:r>
              <a:t/>
            </a:r>
            <a:endParaRPr/>
          </a:p>
        </p:txBody>
      </p:sp>
      <p:sp>
        <p:nvSpPr>
          <p:cNvPr id="17543" name="Google Shape;17543;p307"/>
          <p:cNvSpPr txBox="1"/>
          <p:nvPr>
            <p:ph idx="18" type="subTitle"/>
          </p:nvPr>
        </p:nvSpPr>
        <p:spPr>
          <a:xfrm>
            <a:off x="1742676" y="4089406"/>
            <a:ext cx="8028600" cy="313500"/>
          </a:xfrm>
          <a:prstGeom prst="rect">
            <a:avLst/>
          </a:prstGeom>
        </p:spPr>
        <p:txBody>
          <a:bodyPr anchorCtr="0" anchor="ctr" bIns="36000" lIns="54000" spcFirstLastPara="1" rIns="36000" wrap="square" tIns="36000">
            <a:noAutofit/>
          </a:bodyPr>
          <a:lstStyle/>
          <a:p>
            <a:pPr indent="0" lvl="0" marL="0" rtl="0" algn="l">
              <a:spcBef>
                <a:spcPts val="0"/>
              </a:spcBef>
              <a:spcAft>
                <a:spcPts val="0"/>
              </a:spcAft>
              <a:buNone/>
            </a:pPr>
            <a:r>
              <a:t/>
            </a:r>
            <a:endParaRPr/>
          </a:p>
        </p:txBody>
      </p:sp>
      <p:sp>
        <p:nvSpPr>
          <p:cNvPr id="17544" name="Google Shape;17544;p307"/>
          <p:cNvSpPr txBox="1"/>
          <p:nvPr>
            <p:ph idx="19" type="subTitle"/>
          </p:nvPr>
        </p:nvSpPr>
        <p:spPr>
          <a:xfrm>
            <a:off x="1742676" y="4489793"/>
            <a:ext cx="8028600" cy="313500"/>
          </a:xfrm>
          <a:prstGeom prst="rect">
            <a:avLst/>
          </a:prstGeom>
        </p:spPr>
        <p:txBody>
          <a:bodyPr anchorCtr="0" anchor="ctr" bIns="36000" lIns="54000" spcFirstLastPara="1" rIns="36000" wrap="square" tIns="36000">
            <a:noAutofit/>
          </a:bodyPr>
          <a:lstStyle/>
          <a:p>
            <a:pPr indent="0" lvl="0" marL="0" rtl="0" algn="l">
              <a:spcBef>
                <a:spcPts val="0"/>
              </a:spcBef>
              <a:spcAft>
                <a:spcPts val="0"/>
              </a:spcAft>
              <a:buNone/>
            </a:pPr>
            <a:r>
              <a:t/>
            </a:r>
            <a:endParaRPr/>
          </a:p>
        </p:txBody>
      </p:sp>
      <p:sp>
        <p:nvSpPr>
          <p:cNvPr id="17545" name="Google Shape;17545;p307"/>
          <p:cNvSpPr txBox="1"/>
          <p:nvPr>
            <p:ph idx="20" type="subTitle"/>
          </p:nvPr>
        </p:nvSpPr>
        <p:spPr>
          <a:xfrm>
            <a:off x="1742676" y="4869999"/>
            <a:ext cx="8028600" cy="313500"/>
          </a:xfrm>
          <a:prstGeom prst="rect">
            <a:avLst/>
          </a:prstGeom>
        </p:spPr>
        <p:txBody>
          <a:bodyPr anchorCtr="0" anchor="ctr" bIns="36000" lIns="54000" spcFirstLastPara="1" rIns="36000" wrap="square" tIns="36000">
            <a:noAutofit/>
          </a:bodyPr>
          <a:lstStyle/>
          <a:p>
            <a:pPr indent="0" lvl="0" marL="0" rtl="0" algn="l">
              <a:spcBef>
                <a:spcPts val="0"/>
              </a:spcBef>
              <a:spcAft>
                <a:spcPts val="0"/>
              </a:spcAft>
              <a:buNone/>
            </a:pPr>
            <a:r>
              <a:t/>
            </a:r>
            <a:endParaRPr/>
          </a:p>
        </p:txBody>
      </p:sp>
      <p:sp>
        <p:nvSpPr>
          <p:cNvPr id="17546" name="Google Shape;17546;p307"/>
          <p:cNvSpPr txBox="1"/>
          <p:nvPr>
            <p:ph idx="21" type="subTitle"/>
          </p:nvPr>
        </p:nvSpPr>
        <p:spPr>
          <a:xfrm>
            <a:off x="1742676" y="5236967"/>
            <a:ext cx="8028600" cy="313500"/>
          </a:xfrm>
          <a:prstGeom prst="rect">
            <a:avLst/>
          </a:prstGeom>
        </p:spPr>
        <p:txBody>
          <a:bodyPr anchorCtr="0" anchor="ctr" bIns="36000" lIns="54000" spcFirstLastPara="1" rIns="36000" wrap="square" tIns="36000">
            <a:noAutofit/>
          </a:bodyPr>
          <a:lstStyle/>
          <a:p>
            <a:pPr indent="0" lvl="0" marL="0" rtl="0" algn="l">
              <a:spcBef>
                <a:spcPts val="0"/>
              </a:spcBef>
              <a:spcAft>
                <a:spcPts val="0"/>
              </a:spcAft>
              <a:buNone/>
            </a:pPr>
            <a:r>
              <a:t/>
            </a:r>
            <a:endParaRPr/>
          </a:p>
        </p:txBody>
      </p:sp>
      <p:sp>
        <p:nvSpPr>
          <p:cNvPr id="17547" name="Google Shape;17547;p307"/>
          <p:cNvSpPr txBox="1"/>
          <p:nvPr>
            <p:ph idx="22" type="subTitle"/>
          </p:nvPr>
        </p:nvSpPr>
        <p:spPr>
          <a:xfrm>
            <a:off x="1742676" y="5624117"/>
            <a:ext cx="8028600" cy="313500"/>
          </a:xfrm>
          <a:prstGeom prst="rect">
            <a:avLst/>
          </a:prstGeom>
        </p:spPr>
        <p:txBody>
          <a:bodyPr anchorCtr="0" anchor="ctr" bIns="36000" lIns="54000" spcFirstLastPara="1" rIns="36000" wrap="square" tIns="36000">
            <a:noAutofit/>
          </a:bodyPr>
          <a:lstStyle/>
          <a:p>
            <a:pPr indent="0" lvl="0" marL="0" rtl="0" algn="l">
              <a:spcBef>
                <a:spcPts val="0"/>
              </a:spcBef>
              <a:spcAft>
                <a:spcPts val="0"/>
              </a:spcAft>
              <a:buNone/>
            </a:pPr>
            <a:r>
              <a:t/>
            </a:r>
            <a:endParaRPr/>
          </a:p>
        </p:txBody>
      </p:sp>
      <p:sp>
        <p:nvSpPr>
          <p:cNvPr id="17548" name="Google Shape;17548;p307"/>
          <p:cNvSpPr txBox="1"/>
          <p:nvPr>
            <p:ph idx="23" type="subTitle"/>
          </p:nvPr>
        </p:nvSpPr>
        <p:spPr>
          <a:xfrm>
            <a:off x="1742676" y="6004323"/>
            <a:ext cx="8028600" cy="313500"/>
          </a:xfrm>
          <a:prstGeom prst="rect">
            <a:avLst/>
          </a:prstGeom>
        </p:spPr>
        <p:txBody>
          <a:bodyPr anchorCtr="0" anchor="ctr" bIns="36000" lIns="54000" spcFirstLastPara="1" rIns="36000" wrap="square" tIns="36000">
            <a:noAutofit/>
          </a:bodyPr>
          <a:lstStyle/>
          <a:p>
            <a:pPr indent="0" lvl="0" marL="0" rtl="0" algn="l">
              <a:spcBef>
                <a:spcPts val="0"/>
              </a:spcBef>
              <a:spcAft>
                <a:spcPts val="0"/>
              </a:spcAft>
              <a:buNone/>
            </a:pPr>
            <a:r>
              <a:t/>
            </a:r>
            <a:endParaRPr/>
          </a:p>
        </p:txBody>
      </p:sp>
      <p:sp>
        <p:nvSpPr>
          <p:cNvPr id="17549" name="Google Shape;17549;p307"/>
          <p:cNvSpPr txBox="1"/>
          <p:nvPr>
            <p:ph idx="24" type="subTitle"/>
          </p:nvPr>
        </p:nvSpPr>
        <p:spPr>
          <a:xfrm>
            <a:off x="1742676" y="6404711"/>
            <a:ext cx="8028600" cy="313500"/>
          </a:xfrm>
          <a:prstGeom prst="rect">
            <a:avLst/>
          </a:prstGeom>
        </p:spPr>
        <p:txBody>
          <a:bodyPr anchorCtr="0" anchor="ctr" bIns="36000" lIns="54000" spcFirstLastPara="1" rIns="36000" wrap="square" tIns="36000">
            <a:noAutofit/>
          </a:bodyPr>
          <a:lstStyle/>
          <a:p>
            <a:pPr indent="0" lvl="0" marL="0" rtl="0" algn="l">
              <a:spcBef>
                <a:spcPts val="0"/>
              </a:spcBef>
              <a:spcAft>
                <a:spcPts val="0"/>
              </a:spcAft>
              <a:buNone/>
            </a:pPr>
            <a:r>
              <a:t/>
            </a:r>
            <a:endParaRPr/>
          </a:p>
        </p:txBody>
      </p:sp>
      <p:sp>
        <p:nvSpPr>
          <p:cNvPr id="17550" name="Google Shape;17550;p307"/>
          <p:cNvSpPr txBox="1"/>
          <p:nvPr>
            <p:ph idx="25" type="subTitle"/>
          </p:nvPr>
        </p:nvSpPr>
        <p:spPr>
          <a:xfrm>
            <a:off x="294875" y="4089406"/>
            <a:ext cx="1302600" cy="313500"/>
          </a:xfrm>
          <a:prstGeom prst="rect">
            <a:avLst/>
          </a:prstGeom>
        </p:spPr>
        <p:txBody>
          <a:bodyPr anchorCtr="0" anchor="ctr" bIns="36000" lIns="72000" spcFirstLastPara="1" rIns="72000" wrap="square" tIns="36000">
            <a:noAutofit/>
          </a:bodyPr>
          <a:lstStyle/>
          <a:p>
            <a:pPr indent="0" lvl="0" marL="0" rtl="0" algn="l">
              <a:spcBef>
                <a:spcPts val="0"/>
              </a:spcBef>
              <a:spcAft>
                <a:spcPts val="0"/>
              </a:spcAft>
              <a:buNone/>
            </a:pPr>
            <a:r>
              <a:t/>
            </a:r>
            <a:endParaRPr/>
          </a:p>
        </p:txBody>
      </p:sp>
      <p:sp>
        <p:nvSpPr>
          <p:cNvPr id="17551" name="Google Shape;17551;p307"/>
          <p:cNvSpPr txBox="1"/>
          <p:nvPr>
            <p:ph idx="26" type="subTitle"/>
          </p:nvPr>
        </p:nvSpPr>
        <p:spPr>
          <a:xfrm>
            <a:off x="294875" y="4483175"/>
            <a:ext cx="1302600" cy="313500"/>
          </a:xfrm>
          <a:prstGeom prst="rect">
            <a:avLst/>
          </a:prstGeom>
        </p:spPr>
        <p:txBody>
          <a:bodyPr anchorCtr="0" anchor="ctr" bIns="36000" lIns="72000" spcFirstLastPara="1" rIns="72000" wrap="square" tIns="36000">
            <a:noAutofit/>
          </a:bodyPr>
          <a:lstStyle/>
          <a:p>
            <a:pPr indent="0" lvl="0" marL="0" rtl="0" algn="l">
              <a:spcBef>
                <a:spcPts val="0"/>
              </a:spcBef>
              <a:spcAft>
                <a:spcPts val="0"/>
              </a:spcAft>
              <a:buNone/>
            </a:pPr>
            <a:r>
              <a:t/>
            </a:r>
            <a:endParaRPr/>
          </a:p>
        </p:txBody>
      </p:sp>
      <p:sp>
        <p:nvSpPr>
          <p:cNvPr id="17552" name="Google Shape;17552;p307"/>
          <p:cNvSpPr txBox="1"/>
          <p:nvPr>
            <p:ph idx="27" type="subTitle"/>
          </p:nvPr>
        </p:nvSpPr>
        <p:spPr>
          <a:xfrm>
            <a:off x="294875" y="4863380"/>
            <a:ext cx="1302600" cy="313500"/>
          </a:xfrm>
          <a:prstGeom prst="rect">
            <a:avLst/>
          </a:prstGeom>
        </p:spPr>
        <p:txBody>
          <a:bodyPr anchorCtr="0" anchor="ctr" bIns="36000" lIns="72000" spcFirstLastPara="1" rIns="72000" wrap="square" tIns="36000">
            <a:noAutofit/>
          </a:bodyPr>
          <a:lstStyle/>
          <a:p>
            <a:pPr indent="0" lvl="0" marL="0" rtl="0" algn="l">
              <a:spcBef>
                <a:spcPts val="0"/>
              </a:spcBef>
              <a:spcAft>
                <a:spcPts val="0"/>
              </a:spcAft>
              <a:buNone/>
            </a:pPr>
            <a:r>
              <a:t/>
            </a:r>
            <a:endParaRPr/>
          </a:p>
        </p:txBody>
      </p:sp>
      <p:sp>
        <p:nvSpPr>
          <p:cNvPr id="17553" name="Google Shape;17553;p307"/>
          <p:cNvSpPr txBox="1"/>
          <p:nvPr>
            <p:ph idx="28" type="subTitle"/>
          </p:nvPr>
        </p:nvSpPr>
        <p:spPr>
          <a:xfrm>
            <a:off x="294875" y="5243586"/>
            <a:ext cx="1302600" cy="313500"/>
          </a:xfrm>
          <a:prstGeom prst="rect">
            <a:avLst/>
          </a:prstGeom>
        </p:spPr>
        <p:txBody>
          <a:bodyPr anchorCtr="0" anchor="ctr" bIns="36000" lIns="72000" spcFirstLastPara="1" rIns="72000" wrap="square" tIns="36000">
            <a:noAutofit/>
          </a:bodyPr>
          <a:lstStyle/>
          <a:p>
            <a:pPr indent="0" lvl="0" marL="0" rtl="0" algn="l">
              <a:spcBef>
                <a:spcPts val="0"/>
              </a:spcBef>
              <a:spcAft>
                <a:spcPts val="0"/>
              </a:spcAft>
              <a:buNone/>
            </a:pPr>
            <a:r>
              <a:t/>
            </a:r>
            <a:endParaRPr/>
          </a:p>
        </p:txBody>
      </p:sp>
      <p:sp>
        <p:nvSpPr>
          <p:cNvPr id="17554" name="Google Shape;17554;p307"/>
          <p:cNvSpPr txBox="1"/>
          <p:nvPr>
            <p:ph idx="29" type="subTitle"/>
          </p:nvPr>
        </p:nvSpPr>
        <p:spPr>
          <a:xfrm>
            <a:off x="294875" y="5617173"/>
            <a:ext cx="1302600" cy="313500"/>
          </a:xfrm>
          <a:prstGeom prst="rect">
            <a:avLst/>
          </a:prstGeom>
        </p:spPr>
        <p:txBody>
          <a:bodyPr anchorCtr="0" anchor="ctr" bIns="36000" lIns="72000" spcFirstLastPara="1" rIns="72000" wrap="square" tIns="36000">
            <a:noAutofit/>
          </a:bodyPr>
          <a:lstStyle/>
          <a:p>
            <a:pPr indent="0" lvl="0" marL="0" rtl="0" algn="l">
              <a:spcBef>
                <a:spcPts val="0"/>
              </a:spcBef>
              <a:spcAft>
                <a:spcPts val="0"/>
              </a:spcAft>
              <a:buNone/>
            </a:pPr>
            <a:r>
              <a:t/>
            </a:r>
            <a:endParaRPr/>
          </a:p>
        </p:txBody>
      </p:sp>
      <p:sp>
        <p:nvSpPr>
          <p:cNvPr id="17555" name="Google Shape;17555;p307"/>
          <p:cNvSpPr txBox="1"/>
          <p:nvPr>
            <p:ph idx="30" type="subTitle"/>
          </p:nvPr>
        </p:nvSpPr>
        <p:spPr>
          <a:xfrm>
            <a:off x="294875" y="6010942"/>
            <a:ext cx="1302600" cy="313500"/>
          </a:xfrm>
          <a:prstGeom prst="rect">
            <a:avLst/>
          </a:prstGeom>
        </p:spPr>
        <p:txBody>
          <a:bodyPr anchorCtr="0" anchor="ctr" bIns="36000" lIns="72000" spcFirstLastPara="1" rIns="72000" wrap="square" tIns="36000">
            <a:noAutofit/>
          </a:bodyPr>
          <a:lstStyle/>
          <a:p>
            <a:pPr indent="0" lvl="0" marL="0" rtl="0" algn="l">
              <a:spcBef>
                <a:spcPts val="0"/>
              </a:spcBef>
              <a:spcAft>
                <a:spcPts val="0"/>
              </a:spcAft>
              <a:buNone/>
            </a:pPr>
            <a:r>
              <a:t/>
            </a:r>
            <a:endParaRPr/>
          </a:p>
        </p:txBody>
      </p:sp>
      <p:sp>
        <p:nvSpPr>
          <p:cNvPr id="17556" name="Google Shape;17556;p307"/>
          <p:cNvSpPr txBox="1"/>
          <p:nvPr>
            <p:ph idx="31" type="subTitle"/>
          </p:nvPr>
        </p:nvSpPr>
        <p:spPr>
          <a:xfrm>
            <a:off x="294875" y="6404711"/>
            <a:ext cx="1302600" cy="313500"/>
          </a:xfrm>
          <a:prstGeom prst="rect">
            <a:avLst/>
          </a:prstGeom>
        </p:spPr>
        <p:txBody>
          <a:bodyPr anchorCtr="0" anchor="ctr" bIns="36000" lIns="72000" spcFirstLastPara="1" rIns="72000" wrap="square" tIns="36000">
            <a:noAutofit/>
          </a:bodyPr>
          <a:lstStyle/>
          <a:p>
            <a:pPr indent="0" lvl="0" marL="0" rtl="0" algn="l">
              <a:spcBef>
                <a:spcPts val="0"/>
              </a:spcBef>
              <a:spcAft>
                <a:spcPts val="0"/>
              </a:spcAft>
              <a:buNone/>
            </a:pPr>
            <a:r>
              <a:t/>
            </a:r>
            <a:endParaRPr/>
          </a:p>
        </p:txBody>
      </p:sp>
      <p:sp>
        <p:nvSpPr>
          <p:cNvPr id="17557" name="Google Shape;17557;p307"/>
          <p:cNvSpPr txBox="1"/>
          <p:nvPr>
            <p:ph type="title"/>
          </p:nvPr>
        </p:nvSpPr>
        <p:spPr>
          <a:xfrm flipH="1">
            <a:off x="4025374" y="387675"/>
            <a:ext cx="5863200" cy="169200"/>
          </a:xfrm>
          <a:prstGeom prst="rect">
            <a:avLst/>
          </a:prstGeom>
        </p:spPr>
        <p:txBody>
          <a:bodyPr anchorCtr="0" anchor="ctr" bIns="0" lIns="0" spcFirstLastPara="1" rIns="0" wrap="square" tIns="0">
            <a:noAutofit/>
          </a:bodyPr>
          <a:lstStyle/>
          <a:p>
            <a:pPr indent="0" lvl="0" marL="0" rtl="0" algn="l">
              <a:spcBef>
                <a:spcPts val="0"/>
              </a:spcBef>
              <a:spcAft>
                <a:spcPts val="0"/>
              </a:spcAft>
              <a:buNone/>
            </a:pPr>
            <a:r>
              <a:t/>
            </a:r>
            <a:endParaRPr/>
          </a:p>
        </p:txBody>
      </p:sp>
      <p:sp>
        <p:nvSpPr>
          <p:cNvPr id="17558" name="Google Shape;17558;p307"/>
          <p:cNvSpPr txBox="1"/>
          <p:nvPr>
            <p:ph idx="32" type="title"/>
          </p:nvPr>
        </p:nvSpPr>
        <p:spPr>
          <a:xfrm flipH="1">
            <a:off x="3208773" y="579550"/>
            <a:ext cx="6679800" cy="169200"/>
          </a:xfrm>
          <a:prstGeom prst="rect">
            <a:avLst/>
          </a:prstGeom>
        </p:spPr>
        <p:txBody>
          <a:bodyPr anchorCtr="0" anchor="ctr" bIns="0" lIns="0" spcFirstLastPara="1" rIns="0" wrap="square" tIns="0">
            <a:noAutofit/>
          </a:bodyPr>
          <a:lstStyle/>
          <a:p>
            <a:pPr indent="0" lvl="0" marL="0" rtl="0" algn="l">
              <a:spcBef>
                <a:spcPts val="0"/>
              </a:spcBef>
              <a:spcAft>
                <a:spcPts val="0"/>
              </a:spcAft>
              <a:buNone/>
            </a:pPr>
            <a:r>
              <a:t/>
            </a:r>
            <a:endParaRPr/>
          </a:p>
        </p:txBody>
      </p:sp>
      <p:sp>
        <p:nvSpPr>
          <p:cNvPr id="17559" name="Google Shape;17559;p307"/>
          <p:cNvSpPr txBox="1"/>
          <p:nvPr>
            <p:ph idx="33" type="body"/>
          </p:nvPr>
        </p:nvSpPr>
        <p:spPr>
          <a:xfrm>
            <a:off x="641150" y="612125"/>
            <a:ext cx="1770300" cy="160500"/>
          </a:xfrm>
          <a:prstGeom prst="rect">
            <a:avLst/>
          </a:prstGeom>
        </p:spPr>
        <p:txBody>
          <a:bodyPr anchorCtr="0" anchor="t" bIns="0" lIns="0" spcFirstLastPara="1" rIns="0" wrap="square" tIns="0">
            <a:noAutofit/>
          </a:bodyPr>
          <a:lstStyle/>
          <a:p>
            <a:pPr indent="0" lvl="0" marL="0" rtl="0" algn="ctr">
              <a:spcBef>
                <a:spcPts val="0"/>
              </a:spcBef>
              <a:spcAft>
                <a:spcPts val="0"/>
              </a:spcAft>
              <a:buNone/>
            </a:pPr>
            <a:r>
              <a:t/>
            </a:r>
            <a:endParaRPr/>
          </a:p>
        </p:txBody>
      </p:sp>
    </p:spTree>
  </p:cSld>
  <p:clrMapOvr>
    <a:masterClrMapping/>
  </p:clrMapOvr>
</p:sld>
</file>

<file path=ppt/slides/slide4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563" name="Shape 17563"/>
        <p:cNvGrpSpPr/>
        <p:nvPr/>
      </p:nvGrpSpPr>
      <p:grpSpPr>
        <a:xfrm>
          <a:off x="0" y="0"/>
          <a:ext cx="0" cy="0"/>
          <a:chOff x="0" y="0"/>
          <a:chExt cx="0" cy="0"/>
        </a:xfrm>
      </p:grpSpPr>
      <p:sp>
        <p:nvSpPr>
          <p:cNvPr id="17564" name="Google Shape;17564;p308"/>
          <p:cNvSpPr txBox="1"/>
          <p:nvPr>
            <p:ph idx="1" type="subTitle"/>
          </p:nvPr>
        </p:nvSpPr>
        <p:spPr>
          <a:xfrm>
            <a:off x="1742676" y="1346206"/>
            <a:ext cx="8028600" cy="313500"/>
          </a:xfrm>
          <a:prstGeom prst="rect">
            <a:avLst/>
          </a:prstGeom>
        </p:spPr>
        <p:txBody>
          <a:bodyPr anchorCtr="0" anchor="ctr" bIns="36000" lIns="54000" spcFirstLastPara="1" rIns="36000" wrap="square" tIns="36000">
            <a:noAutofit/>
          </a:bodyPr>
          <a:lstStyle/>
          <a:p>
            <a:pPr indent="0" lvl="0" marL="0" rtl="0" algn="l">
              <a:spcBef>
                <a:spcPts val="0"/>
              </a:spcBef>
              <a:spcAft>
                <a:spcPts val="0"/>
              </a:spcAft>
              <a:buNone/>
            </a:pPr>
            <a:r>
              <a:rPr lang="es-419" sz="1100">
                <a:solidFill>
                  <a:schemeClr val="dk1"/>
                </a:solidFill>
                <a:latin typeface="Arial"/>
                <a:ea typeface="Arial"/>
                <a:cs typeface="Arial"/>
                <a:sym typeface="Arial"/>
              </a:rPr>
              <a:t>El sistema debe </a:t>
            </a:r>
            <a:r>
              <a:rPr b="1" lang="es-419" sz="1100">
                <a:solidFill>
                  <a:schemeClr val="dk1"/>
                </a:solidFill>
                <a:latin typeface="Arial"/>
                <a:ea typeface="Arial"/>
                <a:cs typeface="Arial"/>
                <a:sym typeface="Arial"/>
              </a:rPr>
              <a:t>mostrar un campo de texto</a:t>
            </a:r>
            <a:r>
              <a:rPr lang="es-419" sz="1100">
                <a:solidFill>
                  <a:schemeClr val="dk1"/>
                </a:solidFill>
                <a:latin typeface="Arial"/>
                <a:ea typeface="Arial"/>
                <a:cs typeface="Arial"/>
                <a:sym typeface="Arial"/>
              </a:rPr>
              <a:t> para que el recepcionista ingrese comentarios al momento del </a:t>
            </a:r>
            <a:r>
              <a:rPr i="1" lang="es-419" sz="1100">
                <a:solidFill>
                  <a:schemeClr val="dk1"/>
                </a:solidFill>
                <a:latin typeface="Arial"/>
                <a:ea typeface="Arial"/>
                <a:cs typeface="Arial"/>
                <a:sym typeface="Arial"/>
              </a:rPr>
              <a:t>check-in</a:t>
            </a:r>
            <a:r>
              <a:rPr lang="es-419" sz="1100">
                <a:solidFill>
                  <a:schemeClr val="dk1"/>
                </a:solidFill>
                <a:latin typeface="Arial"/>
                <a:ea typeface="Arial"/>
                <a:cs typeface="Arial"/>
                <a:sym typeface="Arial"/>
              </a:rPr>
              <a:t>.</a:t>
            </a:r>
            <a:endParaRPr/>
          </a:p>
        </p:txBody>
      </p:sp>
      <p:sp>
        <p:nvSpPr>
          <p:cNvPr id="17565" name="Google Shape;17565;p308"/>
          <p:cNvSpPr txBox="1"/>
          <p:nvPr>
            <p:ph idx="2" type="subTitle"/>
          </p:nvPr>
        </p:nvSpPr>
        <p:spPr>
          <a:xfrm>
            <a:off x="1742676" y="1746593"/>
            <a:ext cx="8028600" cy="313500"/>
          </a:xfrm>
          <a:prstGeom prst="rect">
            <a:avLst/>
          </a:prstGeom>
        </p:spPr>
        <p:txBody>
          <a:bodyPr anchorCtr="0" anchor="ctr" bIns="36000" lIns="54000" spcFirstLastPara="1" rIns="36000" wrap="square" tIns="36000">
            <a:noAutofit/>
          </a:bodyPr>
          <a:lstStyle/>
          <a:p>
            <a:pPr indent="0" lvl="0" marL="0" rtl="0" algn="l">
              <a:spcBef>
                <a:spcPts val="0"/>
              </a:spcBef>
              <a:spcAft>
                <a:spcPts val="0"/>
              </a:spcAft>
              <a:buNone/>
            </a:pPr>
            <a:r>
              <a:rPr lang="es-419" sz="1100">
                <a:solidFill>
                  <a:schemeClr val="dk1"/>
                </a:solidFill>
                <a:latin typeface="Arial"/>
                <a:ea typeface="Arial"/>
                <a:cs typeface="Arial"/>
                <a:sym typeface="Arial"/>
              </a:rPr>
              <a:t>Los comentarios ingresados deben </a:t>
            </a:r>
            <a:r>
              <a:rPr b="1" lang="es-419" sz="1100">
                <a:solidFill>
                  <a:schemeClr val="dk1"/>
                </a:solidFill>
                <a:latin typeface="Arial"/>
                <a:ea typeface="Arial"/>
                <a:cs typeface="Arial"/>
                <a:sym typeface="Arial"/>
              </a:rPr>
              <a:t>ser visibles para el médico/asesor</a:t>
            </a:r>
            <a:r>
              <a:rPr lang="es-419" sz="1100">
                <a:solidFill>
                  <a:schemeClr val="dk1"/>
                </a:solidFill>
                <a:latin typeface="Arial"/>
                <a:ea typeface="Arial"/>
                <a:cs typeface="Arial"/>
                <a:sym typeface="Arial"/>
              </a:rPr>
              <a:t> al momento de atender al cliente.</a:t>
            </a:r>
            <a:endParaRPr/>
          </a:p>
        </p:txBody>
      </p:sp>
      <p:sp>
        <p:nvSpPr>
          <p:cNvPr id="17566" name="Google Shape;17566;p308"/>
          <p:cNvSpPr txBox="1"/>
          <p:nvPr>
            <p:ph idx="3" type="subTitle"/>
          </p:nvPr>
        </p:nvSpPr>
        <p:spPr>
          <a:xfrm>
            <a:off x="1742676" y="2126799"/>
            <a:ext cx="8028600" cy="313500"/>
          </a:xfrm>
          <a:prstGeom prst="rect">
            <a:avLst/>
          </a:prstGeom>
        </p:spPr>
        <p:txBody>
          <a:bodyPr anchorCtr="0" anchor="ctr" bIns="36000" lIns="54000" spcFirstLastPara="1" rIns="36000" wrap="square" tIns="36000">
            <a:noAutofit/>
          </a:bodyPr>
          <a:lstStyle/>
          <a:p>
            <a:pPr indent="0" lvl="0" marL="0" rtl="0" algn="l">
              <a:spcBef>
                <a:spcPts val="0"/>
              </a:spcBef>
              <a:spcAft>
                <a:spcPts val="0"/>
              </a:spcAft>
              <a:buNone/>
            </a:pPr>
            <a:r>
              <a:rPr lang="es-419" sz="1100">
                <a:solidFill>
                  <a:schemeClr val="dk1"/>
                </a:solidFill>
                <a:latin typeface="Arial"/>
                <a:ea typeface="Arial"/>
                <a:cs typeface="Arial"/>
                <a:sym typeface="Arial"/>
              </a:rPr>
              <a:t>El campo de comentarios debe tener un </a:t>
            </a:r>
            <a:r>
              <a:rPr b="1" lang="es-419" sz="1100">
                <a:solidFill>
                  <a:schemeClr val="dk1"/>
                </a:solidFill>
                <a:latin typeface="Arial"/>
                <a:ea typeface="Arial"/>
                <a:cs typeface="Arial"/>
                <a:sym typeface="Arial"/>
              </a:rPr>
              <a:t>límite de 250 caracteres</a:t>
            </a:r>
            <a:r>
              <a:rPr lang="es-419" sz="1100">
                <a:solidFill>
                  <a:schemeClr val="dk1"/>
                </a:solidFill>
                <a:latin typeface="Arial"/>
                <a:ea typeface="Arial"/>
                <a:cs typeface="Arial"/>
                <a:sym typeface="Arial"/>
              </a:rPr>
              <a:t>.</a:t>
            </a:r>
            <a:endParaRPr/>
          </a:p>
        </p:txBody>
      </p:sp>
      <p:sp>
        <p:nvSpPr>
          <p:cNvPr id="17567" name="Google Shape;17567;p308"/>
          <p:cNvSpPr txBox="1"/>
          <p:nvPr>
            <p:ph idx="4" type="subTitle"/>
          </p:nvPr>
        </p:nvSpPr>
        <p:spPr>
          <a:xfrm>
            <a:off x="1742676" y="2493767"/>
            <a:ext cx="8028600" cy="313500"/>
          </a:xfrm>
          <a:prstGeom prst="rect">
            <a:avLst/>
          </a:prstGeom>
        </p:spPr>
        <p:txBody>
          <a:bodyPr anchorCtr="0" anchor="ctr" bIns="36000" lIns="54000" spcFirstLastPara="1" rIns="36000" wrap="square" tIns="36000">
            <a:noAutofit/>
          </a:bodyPr>
          <a:lstStyle/>
          <a:p>
            <a:pPr indent="0" lvl="0" marL="0" rtl="0" algn="l">
              <a:spcBef>
                <a:spcPts val="0"/>
              </a:spcBef>
              <a:spcAft>
                <a:spcPts val="0"/>
              </a:spcAft>
              <a:buNone/>
            </a:pPr>
            <a:r>
              <a:rPr lang="es-419" sz="1100">
                <a:solidFill>
                  <a:schemeClr val="dk1"/>
                </a:solidFill>
                <a:latin typeface="Arial"/>
                <a:ea typeface="Arial"/>
                <a:cs typeface="Arial"/>
                <a:sym typeface="Arial"/>
              </a:rPr>
              <a:t>El sistema debe </a:t>
            </a:r>
            <a:r>
              <a:rPr b="1" lang="es-419" sz="1100">
                <a:solidFill>
                  <a:schemeClr val="dk1"/>
                </a:solidFill>
                <a:latin typeface="Arial"/>
                <a:ea typeface="Arial"/>
                <a:cs typeface="Arial"/>
                <a:sym typeface="Arial"/>
              </a:rPr>
              <a:t>permitir guardar la información</a:t>
            </a:r>
            <a:r>
              <a:rPr lang="es-419" sz="1100">
                <a:solidFill>
                  <a:schemeClr val="dk1"/>
                </a:solidFill>
                <a:latin typeface="Arial"/>
                <a:ea typeface="Arial"/>
                <a:cs typeface="Arial"/>
                <a:sym typeface="Arial"/>
              </a:rPr>
              <a:t> sin interrumpir el proceso de registro del cliente.</a:t>
            </a:r>
            <a:endParaRPr/>
          </a:p>
        </p:txBody>
      </p:sp>
      <p:sp>
        <p:nvSpPr>
          <p:cNvPr id="17568" name="Google Shape;17568;p308"/>
          <p:cNvSpPr txBox="1"/>
          <p:nvPr>
            <p:ph idx="5" type="subTitle"/>
          </p:nvPr>
        </p:nvSpPr>
        <p:spPr>
          <a:xfrm>
            <a:off x="1742676" y="2880917"/>
            <a:ext cx="8028600" cy="313500"/>
          </a:xfrm>
          <a:prstGeom prst="rect">
            <a:avLst/>
          </a:prstGeom>
        </p:spPr>
        <p:txBody>
          <a:bodyPr anchorCtr="0" anchor="ctr" bIns="36000" lIns="54000" spcFirstLastPara="1" rIns="36000" wrap="square" tIns="36000">
            <a:noAutofit/>
          </a:bodyPr>
          <a:lstStyle/>
          <a:p>
            <a:pPr indent="0" lvl="0" marL="0" rtl="0" algn="l">
              <a:spcBef>
                <a:spcPts val="0"/>
              </a:spcBef>
              <a:spcAft>
                <a:spcPts val="0"/>
              </a:spcAft>
              <a:buNone/>
            </a:pPr>
            <a:r>
              <a:rPr lang="es-419" sz="1100">
                <a:solidFill>
                  <a:schemeClr val="dk1"/>
                </a:solidFill>
                <a:latin typeface="Arial"/>
                <a:ea typeface="Arial"/>
                <a:cs typeface="Arial"/>
                <a:sym typeface="Arial"/>
              </a:rPr>
              <a:t> El sistema debe </a:t>
            </a:r>
            <a:r>
              <a:rPr b="1" lang="es-419" sz="1100">
                <a:solidFill>
                  <a:schemeClr val="dk1"/>
                </a:solidFill>
                <a:latin typeface="Arial"/>
                <a:ea typeface="Arial"/>
                <a:cs typeface="Arial"/>
                <a:sym typeface="Arial"/>
              </a:rPr>
              <a:t>registrar la fecha, hora y el usuario</a:t>
            </a:r>
            <a:r>
              <a:rPr lang="es-419" sz="1100">
                <a:solidFill>
                  <a:schemeClr val="dk1"/>
                </a:solidFill>
                <a:latin typeface="Arial"/>
                <a:ea typeface="Arial"/>
                <a:cs typeface="Arial"/>
                <a:sym typeface="Arial"/>
              </a:rPr>
              <a:t> (recepcionista) que ingresó el comentario inicial.</a:t>
            </a:r>
            <a:endParaRPr/>
          </a:p>
        </p:txBody>
      </p:sp>
      <p:sp>
        <p:nvSpPr>
          <p:cNvPr id="17569" name="Google Shape;17569;p308"/>
          <p:cNvSpPr txBox="1"/>
          <p:nvPr>
            <p:ph idx="6" type="subTitle"/>
          </p:nvPr>
        </p:nvSpPr>
        <p:spPr>
          <a:xfrm>
            <a:off x="1742676" y="3261123"/>
            <a:ext cx="8028600" cy="313500"/>
          </a:xfrm>
          <a:prstGeom prst="rect">
            <a:avLst/>
          </a:prstGeom>
        </p:spPr>
        <p:txBody>
          <a:bodyPr anchorCtr="0" anchor="ctr" bIns="36000" lIns="54000" spcFirstLastPara="1" rIns="36000" wrap="square" tIns="36000">
            <a:noAutofit/>
          </a:bodyPr>
          <a:lstStyle/>
          <a:p>
            <a:pPr indent="0" lvl="0" marL="0" rtl="0" algn="l">
              <a:spcBef>
                <a:spcPts val="0"/>
              </a:spcBef>
              <a:spcAft>
                <a:spcPts val="0"/>
              </a:spcAft>
              <a:buNone/>
            </a:pPr>
            <a:r>
              <a:t/>
            </a:r>
            <a:endParaRPr/>
          </a:p>
        </p:txBody>
      </p:sp>
      <p:sp>
        <p:nvSpPr>
          <p:cNvPr id="17570" name="Google Shape;17570;p308"/>
          <p:cNvSpPr txBox="1"/>
          <p:nvPr>
            <p:ph idx="7" type="subTitle"/>
          </p:nvPr>
        </p:nvSpPr>
        <p:spPr>
          <a:xfrm>
            <a:off x="1742676" y="3661511"/>
            <a:ext cx="8028600" cy="313500"/>
          </a:xfrm>
          <a:prstGeom prst="rect">
            <a:avLst/>
          </a:prstGeom>
        </p:spPr>
        <p:txBody>
          <a:bodyPr anchorCtr="0" anchor="ctr" bIns="36000" lIns="54000" spcFirstLastPara="1" rIns="36000" wrap="square" tIns="36000">
            <a:noAutofit/>
          </a:bodyPr>
          <a:lstStyle/>
          <a:p>
            <a:pPr indent="0" lvl="0" marL="0" rtl="0" algn="l">
              <a:spcBef>
                <a:spcPts val="0"/>
              </a:spcBef>
              <a:spcAft>
                <a:spcPts val="0"/>
              </a:spcAft>
              <a:buNone/>
            </a:pPr>
            <a:r>
              <a:t/>
            </a:r>
            <a:endParaRPr/>
          </a:p>
        </p:txBody>
      </p:sp>
      <p:sp>
        <p:nvSpPr>
          <p:cNvPr id="17571" name="Google Shape;17571;p308"/>
          <p:cNvSpPr txBox="1"/>
          <p:nvPr>
            <p:ph idx="8" type="subTitle"/>
          </p:nvPr>
        </p:nvSpPr>
        <p:spPr>
          <a:xfrm>
            <a:off x="294875" y="1346206"/>
            <a:ext cx="1302600" cy="313500"/>
          </a:xfrm>
          <a:prstGeom prst="rect">
            <a:avLst/>
          </a:prstGeom>
        </p:spPr>
        <p:txBody>
          <a:bodyPr anchorCtr="0" anchor="ctr" bIns="36000" lIns="72000" spcFirstLastPara="1" rIns="72000" wrap="square" tIns="36000">
            <a:noAutofit/>
          </a:bodyPr>
          <a:lstStyle/>
          <a:p>
            <a:pPr indent="0" lvl="0" marL="0" rtl="0" algn="l">
              <a:spcBef>
                <a:spcPts val="0"/>
              </a:spcBef>
              <a:spcAft>
                <a:spcPts val="0"/>
              </a:spcAft>
              <a:buNone/>
            </a:pPr>
            <a:r>
              <a:rPr lang="es-419"/>
              <a:t>RF-46</a:t>
            </a:r>
            <a:endParaRPr/>
          </a:p>
        </p:txBody>
      </p:sp>
      <p:sp>
        <p:nvSpPr>
          <p:cNvPr id="17572" name="Google Shape;17572;p308"/>
          <p:cNvSpPr txBox="1"/>
          <p:nvPr>
            <p:ph idx="9" type="subTitle"/>
          </p:nvPr>
        </p:nvSpPr>
        <p:spPr>
          <a:xfrm>
            <a:off x="294875" y="1739975"/>
            <a:ext cx="1302600" cy="313500"/>
          </a:xfrm>
          <a:prstGeom prst="rect">
            <a:avLst/>
          </a:prstGeom>
        </p:spPr>
        <p:txBody>
          <a:bodyPr anchorCtr="0" anchor="ctr" bIns="36000" lIns="72000" spcFirstLastPara="1" rIns="72000" wrap="square" tIns="36000">
            <a:noAutofit/>
          </a:bodyPr>
          <a:lstStyle/>
          <a:p>
            <a:pPr indent="0" lvl="0" marL="0" rtl="0" algn="l">
              <a:spcBef>
                <a:spcPts val="0"/>
              </a:spcBef>
              <a:spcAft>
                <a:spcPts val="0"/>
              </a:spcAft>
              <a:buNone/>
            </a:pPr>
            <a:r>
              <a:rPr lang="es-419"/>
              <a:t>RF-47</a:t>
            </a:r>
            <a:endParaRPr/>
          </a:p>
        </p:txBody>
      </p:sp>
      <p:sp>
        <p:nvSpPr>
          <p:cNvPr id="17573" name="Google Shape;17573;p308"/>
          <p:cNvSpPr txBox="1"/>
          <p:nvPr>
            <p:ph idx="13" type="subTitle"/>
          </p:nvPr>
        </p:nvSpPr>
        <p:spPr>
          <a:xfrm>
            <a:off x="294875" y="2120180"/>
            <a:ext cx="1302600" cy="313500"/>
          </a:xfrm>
          <a:prstGeom prst="rect">
            <a:avLst/>
          </a:prstGeom>
        </p:spPr>
        <p:txBody>
          <a:bodyPr anchorCtr="0" anchor="ctr" bIns="36000" lIns="72000" spcFirstLastPara="1" rIns="72000" wrap="square" tIns="36000">
            <a:noAutofit/>
          </a:bodyPr>
          <a:lstStyle/>
          <a:p>
            <a:pPr indent="0" lvl="0" marL="0" rtl="0" algn="l">
              <a:spcBef>
                <a:spcPts val="0"/>
              </a:spcBef>
              <a:spcAft>
                <a:spcPts val="0"/>
              </a:spcAft>
              <a:buNone/>
            </a:pPr>
            <a:r>
              <a:rPr lang="es-419"/>
              <a:t>RF-48</a:t>
            </a:r>
            <a:endParaRPr/>
          </a:p>
        </p:txBody>
      </p:sp>
      <p:sp>
        <p:nvSpPr>
          <p:cNvPr id="17574" name="Google Shape;17574;p308"/>
          <p:cNvSpPr txBox="1"/>
          <p:nvPr>
            <p:ph idx="14" type="subTitle"/>
          </p:nvPr>
        </p:nvSpPr>
        <p:spPr>
          <a:xfrm>
            <a:off x="294875" y="2500386"/>
            <a:ext cx="1302600" cy="313500"/>
          </a:xfrm>
          <a:prstGeom prst="rect">
            <a:avLst/>
          </a:prstGeom>
        </p:spPr>
        <p:txBody>
          <a:bodyPr anchorCtr="0" anchor="ctr" bIns="36000" lIns="72000" spcFirstLastPara="1" rIns="72000" wrap="square" tIns="36000">
            <a:noAutofit/>
          </a:bodyPr>
          <a:lstStyle/>
          <a:p>
            <a:pPr indent="0" lvl="0" marL="0" rtl="0" algn="l">
              <a:spcBef>
                <a:spcPts val="0"/>
              </a:spcBef>
              <a:spcAft>
                <a:spcPts val="0"/>
              </a:spcAft>
              <a:buNone/>
            </a:pPr>
            <a:r>
              <a:rPr lang="es-419"/>
              <a:t>RF-49</a:t>
            </a:r>
            <a:endParaRPr/>
          </a:p>
        </p:txBody>
      </p:sp>
      <p:sp>
        <p:nvSpPr>
          <p:cNvPr id="17575" name="Google Shape;17575;p308"/>
          <p:cNvSpPr txBox="1"/>
          <p:nvPr>
            <p:ph idx="15" type="subTitle"/>
          </p:nvPr>
        </p:nvSpPr>
        <p:spPr>
          <a:xfrm>
            <a:off x="294875" y="2873973"/>
            <a:ext cx="1302600" cy="313500"/>
          </a:xfrm>
          <a:prstGeom prst="rect">
            <a:avLst/>
          </a:prstGeom>
        </p:spPr>
        <p:txBody>
          <a:bodyPr anchorCtr="0" anchor="ctr" bIns="36000" lIns="72000" spcFirstLastPara="1" rIns="72000" wrap="square" tIns="36000">
            <a:noAutofit/>
          </a:bodyPr>
          <a:lstStyle/>
          <a:p>
            <a:pPr indent="0" lvl="0" marL="0" rtl="0" algn="l">
              <a:spcBef>
                <a:spcPts val="0"/>
              </a:spcBef>
              <a:spcAft>
                <a:spcPts val="0"/>
              </a:spcAft>
              <a:buNone/>
            </a:pPr>
            <a:r>
              <a:rPr lang="es-419"/>
              <a:t>RF-50</a:t>
            </a:r>
            <a:endParaRPr/>
          </a:p>
        </p:txBody>
      </p:sp>
      <p:sp>
        <p:nvSpPr>
          <p:cNvPr id="17576" name="Google Shape;17576;p308"/>
          <p:cNvSpPr txBox="1"/>
          <p:nvPr>
            <p:ph idx="16" type="subTitle"/>
          </p:nvPr>
        </p:nvSpPr>
        <p:spPr>
          <a:xfrm>
            <a:off x="294875" y="3267742"/>
            <a:ext cx="1302600" cy="313500"/>
          </a:xfrm>
          <a:prstGeom prst="rect">
            <a:avLst/>
          </a:prstGeom>
        </p:spPr>
        <p:txBody>
          <a:bodyPr anchorCtr="0" anchor="ctr" bIns="36000" lIns="72000" spcFirstLastPara="1" rIns="72000" wrap="square" tIns="36000">
            <a:noAutofit/>
          </a:bodyPr>
          <a:lstStyle/>
          <a:p>
            <a:pPr indent="0" lvl="0" marL="0" rtl="0" algn="l">
              <a:spcBef>
                <a:spcPts val="0"/>
              </a:spcBef>
              <a:spcAft>
                <a:spcPts val="0"/>
              </a:spcAft>
              <a:buNone/>
            </a:pPr>
            <a:r>
              <a:t/>
            </a:r>
            <a:endParaRPr/>
          </a:p>
        </p:txBody>
      </p:sp>
      <p:sp>
        <p:nvSpPr>
          <p:cNvPr id="17577" name="Google Shape;17577;p308"/>
          <p:cNvSpPr txBox="1"/>
          <p:nvPr>
            <p:ph idx="17" type="subTitle"/>
          </p:nvPr>
        </p:nvSpPr>
        <p:spPr>
          <a:xfrm>
            <a:off x="294875" y="3661511"/>
            <a:ext cx="1302600" cy="313500"/>
          </a:xfrm>
          <a:prstGeom prst="rect">
            <a:avLst/>
          </a:prstGeom>
        </p:spPr>
        <p:txBody>
          <a:bodyPr anchorCtr="0" anchor="ctr" bIns="36000" lIns="72000" spcFirstLastPara="1" rIns="72000" wrap="square" tIns="36000">
            <a:noAutofit/>
          </a:bodyPr>
          <a:lstStyle/>
          <a:p>
            <a:pPr indent="0" lvl="0" marL="0" rtl="0" algn="l">
              <a:spcBef>
                <a:spcPts val="0"/>
              </a:spcBef>
              <a:spcAft>
                <a:spcPts val="0"/>
              </a:spcAft>
              <a:buNone/>
            </a:pPr>
            <a:r>
              <a:t/>
            </a:r>
            <a:endParaRPr/>
          </a:p>
        </p:txBody>
      </p:sp>
      <p:sp>
        <p:nvSpPr>
          <p:cNvPr id="17578" name="Google Shape;17578;p308"/>
          <p:cNvSpPr txBox="1"/>
          <p:nvPr>
            <p:ph idx="18" type="subTitle"/>
          </p:nvPr>
        </p:nvSpPr>
        <p:spPr>
          <a:xfrm>
            <a:off x="1742676" y="4089406"/>
            <a:ext cx="8028600" cy="313500"/>
          </a:xfrm>
          <a:prstGeom prst="rect">
            <a:avLst/>
          </a:prstGeom>
        </p:spPr>
        <p:txBody>
          <a:bodyPr anchorCtr="0" anchor="ctr" bIns="36000" lIns="54000" spcFirstLastPara="1" rIns="36000" wrap="square" tIns="36000">
            <a:noAutofit/>
          </a:bodyPr>
          <a:lstStyle/>
          <a:p>
            <a:pPr indent="0" lvl="0" marL="0" rtl="0" algn="l">
              <a:spcBef>
                <a:spcPts val="0"/>
              </a:spcBef>
              <a:spcAft>
                <a:spcPts val="0"/>
              </a:spcAft>
              <a:buNone/>
            </a:pPr>
            <a:r>
              <a:t/>
            </a:r>
            <a:endParaRPr/>
          </a:p>
        </p:txBody>
      </p:sp>
      <p:sp>
        <p:nvSpPr>
          <p:cNvPr id="17579" name="Google Shape;17579;p308"/>
          <p:cNvSpPr txBox="1"/>
          <p:nvPr>
            <p:ph idx="19" type="subTitle"/>
          </p:nvPr>
        </p:nvSpPr>
        <p:spPr>
          <a:xfrm>
            <a:off x="1742676" y="4489793"/>
            <a:ext cx="8028600" cy="313500"/>
          </a:xfrm>
          <a:prstGeom prst="rect">
            <a:avLst/>
          </a:prstGeom>
        </p:spPr>
        <p:txBody>
          <a:bodyPr anchorCtr="0" anchor="ctr" bIns="36000" lIns="54000" spcFirstLastPara="1" rIns="36000" wrap="square" tIns="36000">
            <a:noAutofit/>
          </a:bodyPr>
          <a:lstStyle/>
          <a:p>
            <a:pPr indent="0" lvl="0" marL="0" rtl="0" algn="l">
              <a:spcBef>
                <a:spcPts val="0"/>
              </a:spcBef>
              <a:spcAft>
                <a:spcPts val="0"/>
              </a:spcAft>
              <a:buNone/>
            </a:pPr>
            <a:r>
              <a:t/>
            </a:r>
            <a:endParaRPr/>
          </a:p>
        </p:txBody>
      </p:sp>
      <p:sp>
        <p:nvSpPr>
          <p:cNvPr id="17580" name="Google Shape;17580;p308"/>
          <p:cNvSpPr txBox="1"/>
          <p:nvPr>
            <p:ph idx="20" type="subTitle"/>
          </p:nvPr>
        </p:nvSpPr>
        <p:spPr>
          <a:xfrm>
            <a:off x="1742676" y="4869999"/>
            <a:ext cx="8028600" cy="313500"/>
          </a:xfrm>
          <a:prstGeom prst="rect">
            <a:avLst/>
          </a:prstGeom>
        </p:spPr>
        <p:txBody>
          <a:bodyPr anchorCtr="0" anchor="ctr" bIns="36000" lIns="54000" spcFirstLastPara="1" rIns="36000" wrap="square" tIns="36000">
            <a:noAutofit/>
          </a:bodyPr>
          <a:lstStyle/>
          <a:p>
            <a:pPr indent="0" lvl="0" marL="0" rtl="0" algn="l">
              <a:spcBef>
                <a:spcPts val="0"/>
              </a:spcBef>
              <a:spcAft>
                <a:spcPts val="0"/>
              </a:spcAft>
              <a:buNone/>
            </a:pPr>
            <a:r>
              <a:t/>
            </a:r>
            <a:endParaRPr/>
          </a:p>
        </p:txBody>
      </p:sp>
      <p:sp>
        <p:nvSpPr>
          <p:cNvPr id="17581" name="Google Shape;17581;p308"/>
          <p:cNvSpPr txBox="1"/>
          <p:nvPr>
            <p:ph idx="21" type="subTitle"/>
          </p:nvPr>
        </p:nvSpPr>
        <p:spPr>
          <a:xfrm>
            <a:off x="1742676" y="5236967"/>
            <a:ext cx="8028600" cy="313500"/>
          </a:xfrm>
          <a:prstGeom prst="rect">
            <a:avLst/>
          </a:prstGeom>
        </p:spPr>
        <p:txBody>
          <a:bodyPr anchorCtr="0" anchor="ctr" bIns="36000" lIns="54000" spcFirstLastPara="1" rIns="36000" wrap="square" tIns="36000">
            <a:noAutofit/>
          </a:bodyPr>
          <a:lstStyle/>
          <a:p>
            <a:pPr indent="0" lvl="0" marL="0" rtl="0" algn="l">
              <a:spcBef>
                <a:spcPts val="0"/>
              </a:spcBef>
              <a:spcAft>
                <a:spcPts val="0"/>
              </a:spcAft>
              <a:buNone/>
            </a:pPr>
            <a:r>
              <a:t/>
            </a:r>
            <a:endParaRPr/>
          </a:p>
        </p:txBody>
      </p:sp>
      <p:sp>
        <p:nvSpPr>
          <p:cNvPr id="17582" name="Google Shape;17582;p308"/>
          <p:cNvSpPr txBox="1"/>
          <p:nvPr>
            <p:ph idx="22" type="subTitle"/>
          </p:nvPr>
        </p:nvSpPr>
        <p:spPr>
          <a:xfrm>
            <a:off x="1742676" y="5624117"/>
            <a:ext cx="8028600" cy="313500"/>
          </a:xfrm>
          <a:prstGeom prst="rect">
            <a:avLst/>
          </a:prstGeom>
        </p:spPr>
        <p:txBody>
          <a:bodyPr anchorCtr="0" anchor="ctr" bIns="36000" lIns="54000" spcFirstLastPara="1" rIns="36000" wrap="square" tIns="36000">
            <a:noAutofit/>
          </a:bodyPr>
          <a:lstStyle/>
          <a:p>
            <a:pPr indent="0" lvl="0" marL="0" rtl="0" algn="l">
              <a:spcBef>
                <a:spcPts val="0"/>
              </a:spcBef>
              <a:spcAft>
                <a:spcPts val="0"/>
              </a:spcAft>
              <a:buNone/>
            </a:pPr>
            <a:r>
              <a:t/>
            </a:r>
            <a:endParaRPr/>
          </a:p>
        </p:txBody>
      </p:sp>
      <p:sp>
        <p:nvSpPr>
          <p:cNvPr id="17583" name="Google Shape;17583;p308"/>
          <p:cNvSpPr txBox="1"/>
          <p:nvPr>
            <p:ph idx="23" type="subTitle"/>
          </p:nvPr>
        </p:nvSpPr>
        <p:spPr>
          <a:xfrm>
            <a:off x="1742676" y="6004323"/>
            <a:ext cx="8028600" cy="313500"/>
          </a:xfrm>
          <a:prstGeom prst="rect">
            <a:avLst/>
          </a:prstGeom>
        </p:spPr>
        <p:txBody>
          <a:bodyPr anchorCtr="0" anchor="ctr" bIns="36000" lIns="54000" spcFirstLastPara="1" rIns="36000" wrap="square" tIns="36000">
            <a:noAutofit/>
          </a:bodyPr>
          <a:lstStyle/>
          <a:p>
            <a:pPr indent="0" lvl="0" marL="0" rtl="0" algn="l">
              <a:spcBef>
                <a:spcPts val="0"/>
              </a:spcBef>
              <a:spcAft>
                <a:spcPts val="0"/>
              </a:spcAft>
              <a:buNone/>
            </a:pPr>
            <a:r>
              <a:t/>
            </a:r>
            <a:endParaRPr/>
          </a:p>
        </p:txBody>
      </p:sp>
      <p:sp>
        <p:nvSpPr>
          <p:cNvPr id="17584" name="Google Shape;17584;p308"/>
          <p:cNvSpPr txBox="1"/>
          <p:nvPr>
            <p:ph idx="24" type="subTitle"/>
          </p:nvPr>
        </p:nvSpPr>
        <p:spPr>
          <a:xfrm>
            <a:off x="1742676" y="6404711"/>
            <a:ext cx="8028600" cy="313500"/>
          </a:xfrm>
          <a:prstGeom prst="rect">
            <a:avLst/>
          </a:prstGeom>
        </p:spPr>
        <p:txBody>
          <a:bodyPr anchorCtr="0" anchor="ctr" bIns="36000" lIns="54000" spcFirstLastPara="1" rIns="36000" wrap="square" tIns="36000">
            <a:noAutofit/>
          </a:bodyPr>
          <a:lstStyle/>
          <a:p>
            <a:pPr indent="0" lvl="0" marL="0" rtl="0" algn="l">
              <a:spcBef>
                <a:spcPts val="0"/>
              </a:spcBef>
              <a:spcAft>
                <a:spcPts val="0"/>
              </a:spcAft>
              <a:buNone/>
            </a:pPr>
            <a:r>
              <a:t/>
            </a:r>
            <a:endParaRPr/>
          </a:p>
        </p:txBody>
      </p:sp>
      <p:sp>
        <p:nvSpPr>
          <p:cNvPr id="17585" name="Google Shape;17585;p308"/>
          <p:cNvSpPr txBox="1"/>
          <p:nvPr>
            <p:ph idx="25" type="subTitle"/>
          </p:nvPr>
        </p:nvSpPr>
        <p:spPr>
          <a:xfrm>
            <a:off x="294875" y="4089406"/>
            <a:ext cx="1302600" cy="313500"/>
          </a:xfrm>
          <a:prstGeom prst="rect">
            <a:avLst/>
          </a:prstGeom>
        </p:spPr>
        <p:txBody>
          <a:bodyPr anchorCtr="0" anchor="ctr" bIns="36000" lIns="72000" spcFirstLastPara="1" rIns="72000" wrap="square" tIns="36000">
            <a:noAutofit/>
          </a:bodyPr>
          <a:lstStyle/>
          <a:p>
            <a:pPr indent="0" lvl="0" marL="0" rtl="0" algn="l">
              <a:spcBef>
                <a:spcPts val="0"/>
              </a:spcBef>
              <a:spcAft>
                <a:spcPts val="0"/>
              </a:spcAft>
              <a:buNone/>
            </a:pPr>
            <a:r>
              <a:t/>
            </a:r>
            <a:endParaRPr/>
          </a:p>
        </p:txBody>
      </p:sp>
      <p:sp>
        <p:nvSpPr>
          <p:cNvPr id="17586" name="Google Shape;17586;p308"/>
          <p:cNvSpPr txBox="1"/>
          <p:nvPr>
            <p:ph idx="26" type="subTitle"/>
          </p:nvPr>
        </p:nvSpPr>
        <p:spPr>
          <a:xfrm>
            <a:off x="294875" y="4483175"/>
            <a:ext cx="1302600" cy="313500"/>
          </a:xfrm>
          <a:prstGeom prst="rect">
            <a:avLst/>
          </a:prstGeom>
        </p:spPr>
        <p:txBody>
          <a:bodyPr anchorCtr="0" anchor="ctr" bIns="36000" lIns="72000" spcFirstLastPara="1" rIns="72000" wrap="square" tIns="36000">
            <a:noAutofit/>
          </a:bodyPr>
          <a:lstStyle/>
          <a:p>
            <a:pPr indent="0" lvl="0" marL="0" rtl="0" algn="l">
              <a:spcBef>
                <a:spcPts val="0"/>
              </a:spcBef>
              <a:spcAft>
                <a:spcPts val="0"/>
              </a:spcAft>
              <a:buNone/>
            </a:pPr>
            <a:r>
              <a:t/>
            </a:r>
            <a:endParaRPr/>
          </a:p>
        </p:txBody>
      </p:sp>
      <p:sp>
        <p:nvSpPr>
          <p:cNvPr id="17587" name="Google Shape;17587;p308"/>
          <p:cNvSpPr txBox="1"/>
          <p:nvPr>
            <p:ph idx="27" type="subTitle"/>
          </p:nvPr>
        </p:nvSpPr>
        <p:spPr>
          <a:xfrm>
            <a:off x="294875" y="4863380"/>
            <a:ext cx="1302600" cy="313500"/>
          </a:xfrm>
          <a:prstGeom prst="rect">
            <a:avLst/>
          </a:prstGeom>
        </p:spPr>
        <p:txBody>
          <a:bodyPr anchorCtr="0" anchor="ctr" bIns="36000" lIns="72000" spcFirstLastPara="1" rIns="72000" wrap="square" tIns="36000">
            <a:noAutofit/>
          </a:bodyPr>
          <a:lstStyle/>
          <a:p>
            <a:pPr indent="0" lvl="0" marL="0" rtl="0" algn="l">
              <a:spcBef>
                <a:spcPts val="0"/>
              </a:spcBef>
              <a:spcAft>
                <a:spcPts val="0"/>
              </a:spcAft>
              <a:buNone/>
            </a:pPr>
            <a:r>
              <a:t/>
            </a:r>
            <a:endParaRPr/>
          </a:p>
        </p:txBody>
      </p:sp>
      <p:sp>
        <p:nvSpPr>
          <p:cNvPr id="17588" name="Google Shape;17588;p308"/>
          <p:cNvSpPr txBox="1"/>
          <p:nvPr>
            <p:ph idx="28" type="subTitle"/>
          </p:nvPr>
        </p:nvSpPr>
        <p:spPr>
          <a:xfrm>
            <a:off x="294875" y="5243586"/>
            <a:ext cx="1302600" cy="313500"/>
          </a:xfrm>
          <a:prstGeom prst="rect">
            <a:avLst/>
          </a:prstGeom>
        </p:spPr>
        <p:txBody>
          <a:bodyPr anchorCtr="0" anchor="ctr" bIns="36000" lIns="72000" spcFirstLastPara="1" rIns="72000" wrap="square" tIns="36000">
            <a:noAutofit/>
          </a:bodyPr>
          <a:lstStyle/>
          <a:p>
            <a:pPr indent="0" lvl="0" marL="0" rtl="0" algn="l">
              <a:spcBef>
                <a:spcPts val="0"/>
              </a:spcBef>
              <a:spcAft>
                <a:spcPts val="0"/>
              </a:spcAft>
              <a:buNone/>
            </a:pPr>
            <a:r>
              <a:t/>
            </a:r>
            <a:endParaRPr/>
          </a:p>
        </p:txBody>
      </p:sp>
      <p:sp>
        <p:nvSpPr>
          <p:cNvPr id="17589" name="Google Shape;17589;p308"/>
          <p:cNvSpPr txBox="1"/>
          <p:nvPr>
            <p:ph idx="29" type="subTitle"/>
          </p:nvPr>
        </p:nvSpPr>
        <p:spPr>
          <a:xfrm>
            <a:off x="294875" y="5617173"/>
            <a:ext cx="1302600" cy="313500"/>
          </a:xfrm>
          <a:prstGeom prst="rect">
            <a:avLst/>
          </a:prstGeom>
        </p:spPr>
        <p:txBody>
          <a:bodyPr anchorCtr="0" anchor="ctr" bIns="36000" lIns="72000" spcFirstLastPara="1" rIns="72000" wrap="square" tIns="36000">
            <a:noAutofit/>
          </a:bodyPr>
          <a:lstStyle/>
          <a:p>
            <a:pPr indent="0" lvl="0" marL="0" rtl="0" algn="l">
              <a:spcBef>
                <a:spcPts val="0"/>
              </a:spcBef>
              <a:spcAft>
                <a:spcPts val="0"/>
              </a:spcAft>
              <a:buNone/>
            </a:pPr>
            <a:r>
              <a:t/>
            </a:r>
            <a:endParaRPr/>
          </a:p>
        </p:txBody>
      </p:sp>
      <p:sp>
        <p:nvSpPr>
          <p:cNvPr id="17590" name="Google Shape;17590;p308"/>
          <p:cNvSpPr txBox="1"/>
          <p:nvPr>
            <p:ph idx="30" type="subTitle"/>
          </p:nvPr>
        </p:nvSpPr>
        <p:spPr>
          <a:xfrm>
            <a:off x="294875" y="6010942"/>
            <a:ext cx="1302600" cy="313500"/>
          </a:xfrm>
          <a:prstGeom prst="rect">
            <a:avLst/>
          </a:prstGeom>
        </p:spPr>
        <p:txBody>
          <a:bodyPr anchorCtr="0" anchor="ctr" bIns="36000" lIns="72000" spcFirstLastPara="1" rIns="72000" wrap="square" tIns="36000">
            <a:noAutofit/>
          </a:bodyPr>
          <a:lstStyle/>
          <a:p>
            <a:pPr indent="0" lvl="0" marL="0" rtl="0" algn="l">
              <a:spcBef>
                <a:spcPts val="0"/>
              </a:spcBef>
              <a:spcAft>
                <a:spcPts val="0"/>
              </a:spcAft>
              <a:buNone/>
            </a:pPr>
            <a:r>
              <a:t/>
            </a:r>
            <a:endParaRPr/>
          </a:p>
        </p:txBody>
      </p:sp>
      <p:sp>
        <p:nvSpPr>
          <p:cNvPr id="17591" name="Google Shape;17591;p308"/>
          <p:cNvSpPr txBox="1"/>
          <p:nvPr>
            <p:ph idx="31" type="subTitle"/>
          </p:nvPr>
        </p:nvSpPr>
        <p:spPr>
          <a:xfrm>
            <a:off x="294875" y="6404711"/>
            <a:ext cx="1302600" cy="313500"/>
          </a:xfrm>
          <a:prstGeom prst="rect">
            <a:avLst/>
          </a:prstGeom>
        </p:spPr>
        <p:txBody>
          <a:bodyPr anchorCtr="0" anchor="ctr" bIns="36000" lIns="72000" spcFirstLastPara="1" rIns="72000" wrap="square" tIns="36000">
            <a:noAutofit/>
          </a:bodyPr>
          <a:lstStyle/>
          <a:p>
            <a:pPr indent="0" lvl="0" marL="0" rtl="0" algn="l">
              <a:spcBef>
                <a:spcPts val="0"/>
              </a:spcBef>
              <a:spcAft>
                <a:spcPts val="0"/>
              </a:spcAft>
              <a:buNone/>
            </a:pPr>
            <a:r>
              <a:t/>
            </a:r>
            <a:endParaRPr/>
          </a:p>
        </p:txBody>
      </p:sp>
      <p:sp>
        <p:nvSpPr>
          <p:cNvPr id="17592" name="Google Shape;17592;p308"/>
          <p:cNvSpPr txBox="1"/>
          <p:nvPr>
            <p:ph type="title"/>
          </p:nvPr>
        </p:nvSpPr>
        <p:spPr>
          <a:xfrm flipH="1">
            <a:off x="4025374" y="387675"/>
            <a:ext cx="5863200" cy="169200"/>
          </a:xfrm>
          <a:prstGeom prst="rect">
            <a:avLst/>
          </a:prstGeom>
        </p:spPr>
        <p:txBody>
          <a:bodyPr anchorCtr="0" anchor="ctr" bIns="0" lIns="0" spcFirstLastPara="1" rIns="0" wrap="square" tIns="0">
            <a:noAutofit/>
          </a:bodyPr>
          <a:lstStyle/>
          <a:p>
            <a:pPr indent="0" lvl="0" marL="0" rtl="0" algn="l">
              <a:spcBef>
                <a:spcPts val="0"/>
              </a:spcBef>
              <a:spcAft>
                <a:spcPts val="0"/>
              </a:spcAft>
              <a:buNone/>
            </a:pPr>
            <a:r>
              <a:t/>
            </a:r>
            <a:endParaRPr/>
          </a:p>
        </p:txBody>
      </p:sp>
      <p:sp>
        <p:nvSpPr>
          <p:cNvPr id="17593" name="Google Shape;17593;p308"/>
          <p:cNvSpPr txBox="1"/>
          <p:nvPr>
            <p:ph idx="32" type="title"/>
          </p:nvPr>
        </p:nvSpPr>
        <p:spPr>
          <a:xfrm flipH="1">
            <a:off x="3208773" y="579550"/>
            <a:ext cx="6679800" cy="169200"/>
          </a:xfrm>
          <a:prstGeom prst="rect">
            <a:avLst/>
          </a:prstGeom>
        </p:spPr>
        <p:txBody>
          <a:bodyPr anchorCtr="0" anchor="ctr" bIns="0" lIns="0" spcFirstLastPara="1" rIns="0" wrap="square" tIns="0">
            <a:noAutofit/>
          </a:bodyPr>
          <a:lstStyle/>
          <a:p>
            <a:pPr indent="0" lvl="0" marL="0" rtl="0" algn="l">
              <a:spcBef>
                <a:spcPts val="0"/>
              </a:spcBef>
              <a:spcAft>
                <a:spcPts val="0"/>
              </a:spcAft>
              <a:buNone/>
            </a:pPr>
            <a:r>
              <a:t/>
            </a:r>
            <a:endParaRPr/>
          </a:p>
        </p:txBody>
      </p:sp>
      <p:sp>
        <p:nvSpPr>
          <p:cNvPr id="17594" name="Google Shape;17594;p308"/>
          <p:cNvSpPr txBox="1"/>
          <p:nvPr>
            <p:ph idx="33" type="body"/>
          </p:nvPr>
        </p:nvSpPr>
        <p:spPr>
          <a:xfrm>
            <a:off x="641150" y="612125"/>
            <a:ext cx="1770300" cy="160500"/>
          </a:xfrm>
          <a:prstGeom prst="rect">
            <a:avLst/>
          </a:prstGeom>
        </p:spPr>
        <p:txBody>
          <a:bodyPr anchorCtr="0" anchor="t" bIns="0" lIns="0" spcFirstLastPara="1" rIns="0" wrap="square" tIns="0">
            <a:noAutofit/>
          </a:bodyPr>
          <a:lstStyle/>
          <a:p>
            <a:pPr indent="0" lvl="0" marL="0" rtl="0" algn="ctr">
              <a:spcBef>
                <a:spcPts val="0"/>
              </a:spcBef>
              <a:spcAft>
                <a:spcPts val="0"/>
              </a:spcAft>
              <a:buNone/>
            </a:pPr>
            <a:r>
              <a:t/>
            </a:r>
            <a:endParaRPr/>
          </a:p>
        </p:txBody>
      </p:sp>
    </p:spTree>
  </p:cSld>
  <p:clrMapOvr>
    <a:masterClrMapping/>
  </p:clrMapOvr>
</p:sld>
</file>

<file path=ppt/slides/slide5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598" name="Shape 17598"/>
        <p:cNvGrpSpPr/>
        <p:nvPr/>
      </p:nvGrpSpPr>
      <p:grpSpPr>
        <a:xfrm>
          <a:off x="0" y="0"/>
          <a:ext cx="0" cy="0"/>
          <a:chOff x="0" y="0"/>
          <a:chExt cx="0" cy="0"/>
        </a:xfrm>
      </p:grpSpPr>
      <p:sp>
        <p:nvSpPr>
          <p:cNvPr id="17599" name="Google Shape;17599;p309"/>
          <p:cNvSpPr txBox="1"/>
          <p:nvPr>
            <p:ph idx="1" type="subTitle"/>
          </p:nvPr>
        </p:nvSpPr>
        <p:spPr>
          <a:xfrm>
            <a:off x="832100" y="1493107"/>
            <a:ext cx="1750500" cy="450300"/>
          </a:xfrm>
          <a:prstGeom prst="rect">
            <a:avLst/>
          </a:prstGeom>
        </p:spPr>
        <p:txBody>
          <a:bodyPr anchorCtr="0" anchor="ctr" bIns="54000" lIns="54000" spcFirstLastPara="1" rIns="54000" wrap="square" tIns="54000">
            <a:noAutofit/>
          </a:bodyPr>
          <a:lstStyle/>
          <a:p>
            <a:pPr indent="0" lvl="0" marL="0" rtl="0" algn="l">
              <a:spcBef>
                <a:spcPts val="0"/>
              </a:spcBef>
              <a:spcAft>
                <a:spcPts val="0"/>
              </a:spcAft>
              <a:buNone/>
            </a:pPr>
            <a:r>
              <a:rPr lang="es-419"/>
              <a:t>RF-01</a:t>
            </a:r>
            <a:endParaRPr/>
          </a:p>
        </p:txBody>
      </p:sp>
      <p:sp>
        <p:nvSpPr>
          <p:cNvPr id="17600" name="Google Shape;17600;p309"/>
          <p:cNvSpPr txBox="1"/>
          <p:nvPr>
            <p:ph idx="2" type="subTitle"/>
          </p:nvPr>
        </p:nvSpPr>
        <p:spPr>
          <a:xfrm>
            <a:off x="2631389" y="1493107"/>
            <a:ext cx="3605700" cy="450300"/>
          </a:xfrm>
          <a:prstGeom prst="rect">
            <a:avLst/>
          </a:prstGeom>
        </p:spPr>
        <p:txBody>
          <a:bodyPr anchorCtr="0" anchor="ctr" bIns="54000" lIns="54000" spcFirstLastPara="1" rIns="54000" wrap="square" tIns="54000">
            <a:noAutofit/>
          </a:bodyPr>
          <a:lstStyle/>
          <a:p>
            <a:pPr indent="0" lvl="0" marL="0" rtl="0" algn="l">
              <a:spcBef>
                <a:spcPts val="0"/>
              </a:spcBef>
              <a:spcAft>
                <a:spcPts val="0"/>
              </a:spcAft>
              <a:buNone/>
            </a:pPr>
            <a:r>
              <a:rPr lang="es-419"/>
              <a:t>Registro y </a:t>
            </a:r>
            <a:r>
              <a:rPr lang="es-419"/>
              <a:t>gestión</a:t>
            </a:r>
            <a:r>
              <a:rPr lang="es-419"/>
              <a:t> del cliente</a:t>
            </a:r>
            <a:endParaRPr/>
          </a:p>
        </p:txBody>
      </p:sp>
      <p:sp>
        <p:nvSpPr>
          <p:cNvPr id="17601" name="Google Shape;17601;p309"/>
          <p:cNvSpPr txBox="1"/>
          <p:nvPr>
            <p:ph idx="3" type="subTitle"/>
          </p:nvPr>
        </p:nvSpPr>
        <p:spPr>
          <a:xfrm>
            <a:off x="6269361" y="1493107"/>
            <a:ext cx="3536400" cy="450300"/>
          </a:xfrm>
          <a:prstGeom prst="rect">
            <a:avLst/>
          </a:prstGeom>
        </p:spPr>
        <p:txBody>
          <a:bodyPr anchorCtr="0" anchor="ctr" bIns="54000" lIns="54000" spcFirstLastPara="1" rIns="54000" wrap="square" tIns="54000">
            <a:noAutofit/>
          </a:bodyPr>
          <a:lstStyle/>
          <a:p>
            <a:pPr indent="0" lvl="0" marL="0" rtl="0" algn="l">
              <a:spcBef>
                <a:spcPts val="0"/>
              </a:spcBef>
              <a:spcAft>
                <a:spcPts val="0"/>
              </a:spcAft>
              <a:buNone/>
            </a:pPr>
            <a:r>
              <a:rPr lang="es-419"/>
              <a:t>CUS-01</a:t>
            </a:r>
            <a:endParaRPr/>
          </a:p>
        </p:txBody>
      </p:sp>
      <p:sp>
        <p:nvSpPr>
          <p:cNvPr id="17602" name="Google Shape;17602;p309"/>
          <p:cNvSpPr txBox="1"/>
          <p:nvPr>
            <p:ph idx="4" type="subTitle"/>
          </p:nvPr>
        </p:nvSpPr>
        <p:spPr>
          <a:xfrm>
            <a:off x="832100" y="2026281"/>
            <a:ext cx="1750500" cy="450300"/>
          </a:xfrm>
          <a:prstGeom prst="rect">
            <a:avLst/>
          </a:prstGeom>
        </p:spPr>
        <p:txBody>
          <a:bodyPr anchorCtr="0" anchor="ctr" bIns="54000" lIns="54000" spcFirstLastPara="1" rIns="54000" wrap="square" tIns="54000">
            <a:noAutofit/>
          </a:bodyPr>
          <a:lstStyle/>
          <a:p>
            <a:pPr indent="0" lvl="0" marL="0" rtl="0" algn="l">
              <a:spcBef>
                <a:spcPts val="0"/>
              </a:spcBef>
              <a:spcAft>
                <a:spcPts val="0"/>
              </a:spcAft>
              <a:buNone/>
            </a:pPr>
            <a:r>
              <a:rPr lang="es-419"/>
              <a:t>RF-02</a:t>
            </a:r>
            <a:endParaRPr/>
          </a:p>
        </p:txBody>
      </p:sp>
      <p:sp>
        <p:nvSpPr>
          <p:cNvPr id="17603" name="Google Shape;17603;p309"/>
          <p:cNvSpPr txBox="1"/>
          <p:nvPr>
            <p:ph idx="5" type="subTitle"/>
          </p:nvPr>
        </p:nvSpPr>
        <p:spPr>
          <a:xfrm>
            <a:off x="2631389" y="2026281"/>
            <a:ext cx="3605700" cy="450300"/>
          </a:xfrm>
          <a:prstGeom prst="rect">
            <a:avLst/>
          </a:prstGeom>
        </p:spPr>
        <p:txBody>
          <a:bodyPr anchorCtr="0" anchor="ctr" bIns="54000" lIns="54000" spcFirstLastPara="1" rIns="54000" wrap="square" tIns="54000">
            <a:noAutofit/>
          </a:bodyPr>
          <a:lstStyle/>
          <a:p>
            <a:pPr indent="0" lvl="0" marL="0" rtl="0" algn="l">
              <a:spcBef>
                <a:spcPts val="0"/>
              </a:spcBef>
              <a:spcAft>
                <a:spcPts val="0"/>
              </a:spcAft>
              <a:buClr>
                <a:schemeClr val="dk1"/>
              </a:buClr>
              <a:buSzPts val="1100"/>
              <a:buFont typeface="Arial"/>
              <a:buNone/>
            </a:pPr>
            <a:r>
              <a:rPr lang="es-419">
                <a:solidFill>
                  <a:schemeClr val="dk1"/>
                </a:solidFill>
              </a:rPr>
              <a:t>Registro y gestión del cliente</a:t>
            </a:r>
            <a:endParaRPr/>
          </a:p>
        </p:txBody>
      </p:sp>
      <p:sp>
        <p:nvSpPr>
          <p:cNvPr id="17604" name="Google Shape;17604;p309"/>
          <p:cNvSpPr txBox="1"/>
          <p:nvPr>
            <p:ph idx="6" type="subTitle"/>
          </p:nvPr>
        </p:nvSpPr>
        <p:spPr>
          <a:xfrm>
            <a:off x="6269361" y="2026281"/>
            <a:ext cx="3536400" cy="450300"/>
          </a:xfrm>
          <a:prstGeom prst="rect">
            <a:avLst/>
          </a:prstGeom>
        </p:spPr>
        <p:txBody>
          <a:bodyPr anchorCtr="0" anchor="ctr" bIns="54000" lIns="54000" spcFirstLastPara="1" rIns="54000" wrap="square" tIns="54000">
            <a:noAutofit/>
          </a:bodyPr>
          <a:lstStyle/>
          <a:p>
            <a:pPr indent="0" lvl="0" marL="0" rtl="0" algn="l">
              <a:spcBef>
                <a:spcPts val="0"/>
              </a:spcBef>
              <a:spcAft>
                <a:spcPts val="0"/>
              </a:spcAft>
              <a:buNone/>
            </a:pPr>
            <a:r>
              <a:rPr lang="es-419"/>
              <a:t>CUS-01</a:t>
            </a:r>
            <a:endParaRPr/>
          </a:p>
        </p:txBody>
      </p:sp>
      <p:sp>
        <p:nvSpPr>
          <p:cNvPr id="17605" name="Google Shape;17605;p309"/>
          <p:cNvSpPr txBox="1"/>
          <p:nvPr>
            <p:ph idx="7" type="subTitle"/>
          </p:nvPr>
        </p:nvSpPr>
        <p:spPr>
          <a:xfrm>
            <a:off x="832100" y="2534273"/>
            <a:ext cx="1750500" cy="450300"/>
          </a:xfrm>
          <a:prstGeom prst="rect">
            <a:avLst/>
          </a:prstGeom>
        </p:spPr>
        <p:txBody>
          <a:bodyPr anchorCtr="0" anchor="ctr" bIns="54000" lIns="54000" spcFirstLastPara="1" rIns="54000" wrap="square" tIns="54000">
            <a:noAutofit/>
          </a:bodyPr>
          <a:lstStyle/>
          <a:p>
            <a:pPr indent="0" lvl="0" marL="0" rtl="0" algn="l">
              <a:spcBef>
                <a:spcPts val="0"/>
              </a:spcBef>
              <a:spcAft>
                <a:spcPts val="0"/>
              </a:spcAft>
              <a:buNone/>
            </a:pPr>
            <a:r>
              <a:rPr lang="es-419"/>
              <a:t>RF-03</a:t>
            </a:r>
            <a:endParaRPr/>
          </a:p>
        </p:txBody>
      </p:sp>
      <p:sp>
        <p:nvSpPr>
          <p:cNvPr id="17606" name="Google Shape;17606;p309"/>
          <p:cNvSpPr txBox="1"/>
          <p:nvPr>
            <p:ph idx="8" type="subTitle"/>
          </p:nvPr>
        </p:nvSpPr>
        <p:spPr>
          <a:xfrm>
            <a:off x="2631389" y="2534273"/>
            <a:ext cx="3605700" cy="450300"/>
          </a:xfrm>
          <a:prstGeom prst="rect">
            <a:avLst/>
          </a:prstGeom>
        </p:spPr>
        <p:txBody>
          <a:bodyPr anchorCtr="0" anchor="ctr" bIns="54000" lIns="54000" spcFirstLastPara="1" rIns="54000" wrap="square" tIns="54000">
            <a:noAutofit/>
          </a:bodyPr>
          <a:lstStyle/>
          <a:p>
            <a:pPr indent="0" lvl="0" marL="0" rtl="0" algn="l">
              <a:spcBef>
                <a:spcPts val="0"/>
              </a:spcBef>
              <a:spcAft>
                <a:spcPts val="0"/>
              </a:spcAft>
              <a:buClr>
                <a:schemeClr val="dk1"/>
              </a:buClr>
              <a:buSzPts val="1100"/>
              <a:buFont typeface="Arial"/>
              <a:buNone/>
            </a:pPr>
            <a:r>
              <a:rPr lang="es-419">
                <a:solidFill>
                  <a:schemeClr val="dk1"/>
                </a:solidFill>
              </a:rPr>
              <a:t>Registro y gestión del cliente</a:t>
            </a:r>
            <a:endParaRPr/>
          </a:p>
        </p:txBody>
      </p:sp>
      <p:sp>
        <p:nvSpPr>
          <p:cNvPr id="17607" name="Google Shape;17607;p309"/>
          <p:cNvSpPr txBox="1"/>
          <p:nvPr>
            <p:ph idx="9" type="subTitle"/>
          </p:nvPr>
        </p:nvSpPr>
        <p:spPr>
          <a:xfrm>
            <a:off x="6269361" y="2534273"/>
            <a:ext cx="3536400" cy="450300"/>
          </a:xfrm>
          <a:prstGeom prst="rect">
            <a:avLst/>
          </a:prstGeom>
        </p:spPr>
        <p:txBody>
          <a:bodyPr anchorCtr="0" anchor="ctr" bIns="54000" lIns="54000" spcFirstLastPara="1" rIns="54000" wrap="square" tIns="54000">
            <a:noAutofit/>
          </a:bodyPr>
          <a:lstStyle/>
          <a:p>
            <a:pPr indent="0" lvl="0" marL="0" rtl="0" algn="l">
              <a:spcBef>
                <a:spcPts val="0"/>
              </a:spcBef>
              <a:spcAft>
                <a:spcPts val="0"/>
              </a:spcAft>
              <a:buNone/>
            </a:pPr>
            <a:r>
              <a:rPr lang="es-419"/>
              <a:t>CUS-01</a:t>
            </a:r>
            <a:endParaRPr/>
          </a:p>
        </p:txBody>
      </p:sp>
      <p:sp>
        <p:nvSpPr>
          <p:cNvPr id="17608" name="Google Shape;17608;p309"/>
          <p:cNvSpPr txBox="1"/>
          <p:nvPr>
            <p:ph idx="13" type="subTitle"/>
          </p:nvPr>
        </p:nvSpPr>
        <p:spPr>
          <a:xfrm>
            <a:off x="832100" y="3054546"/>
            <a:ext cx="1750500" cy="450300"/>
          </a:xfrm>
          <a:prstGeom prst="rect">
            <a:avLst/>
          </a:prstGeom>
        </p:spPr>
        <p:txBody>
          <a:bodyPr anchorCtr="0" anchor="ctr" bIns="54000" lIns="54000" spcFirstLastPara="1" rIns="54000" wrap="square" tIns="54000">
            <a:noAutofit/>
          </a:bodyPr>
          <a:lstStyle/>
          <a:p>
            <a:pPr indent="0" lvl="0" marL="0" rtl="0" algn="l">
              <a:spcBef>
                <a:spcPts val="0"/>
              </a:spcBef>
              <a:spcAft>
                <a:spcPts val="0"/>
              </a:spcAft>
              <a:buNone/>
            </a:pPr>
            <a:r>
              <a:rPr lang="es-419"/>
              <a:t>RF-04</a:t>
            </a:r>
            <a:endParaRPr/>
          </a:p>
        </p:txBody>
      </p:sp>
      <p:sp>
        <p:nvSpPr>
          <p:cNvPr id="17609" name="Google Shape;17609;p309"/>
          <p:cNvSpPr txBox="1"/>
          <p:nvPr>
            <p:ph idx="14" type="subTitle"/>
          </p:nvPr>
        </p:nvSpPr>
        <p:spPr>
          <a:xfrm>
            <a:off x="2631389" y="3054546"/>
            <a:ext cx="3605700" cy="450300"/>
          </a:xfrm>
          <a:prstGeom prst="rect">
            <a:avLst/>
          </a:prstGeom>
        </p:spPr>
        <p:txBody>
          <a:bodyPr anchorCtr="0" anchor="ctr" bIns="54000" lIns="54000" spcFirstLastPara="1" rIns="54000" wrap="square" tIns="54000">
            <a:noAutofit/>
          </a:bodyPr>
          <a:lstStyle/>
          <a:p>
            <a:pPr indent="0" lvl="0" marL="0" rtl="0" algn="l">
              <a:spcBef>
                <a:spcPts val="0"/>
              </a:spcBef>
              <a:spcAft>
                <a:spcPts val="0"/>
              </a:spcAft>
              <a:buClr>
                <a:schemeClr val="dk1"/>
              </a:buClr>
              <a:buSzPts val="1100"/>
              <a:buFont typeface="Arial"/>
              <a:buNone/>
            </a:pPr>
            <a:r>
              <a:rPr lang="es-419">
                <a:solidFill>
                  <a:schemeClr val="dk1"/>
                </a:solidFill>
              </a:rPr>
              <a:t>Registro y gestión del cliente</a:t>
            </a:r>
            <a:endParaRPr/>
          </a:p>
        </p:txBody>
      </p:sp>
      <p:sp>
        <p:nvSpPr>
          <p:cNvPr id="17610" name="Google Shape;17610;p309"/>
          <p:cNvSpPr txBox="1"/>
          <p:nvPr>
            <p:ph idx="15" type="subTitle"/>
          </p:nvPr>
        </p:nvSpPr>
        <p:spPr>
          <a:xfrm>
            <a:off x="6269361" y="3054546"/>
            <a:ext cx="3536400" cy="450300"/>
          </a:xfrm>
          <a:prstGeom prst="rect">
            <a:avLst/>
          </a:prstGeom>
        </p:spPr>
        <p:txBody>
          <a:bodyPr anchorCtr="0" anchor="ctr" bIns="54000" lIns="54000" spcFirstLastPara="1" rIns="54000" wrap="square" tIns="54000">
            <a:noAutofit/>
          </a:bodyPr>
          <a:lstStyle/>
          <a:p>
            <a:pPr indent="0" lvl="0" marL="0" rtl="0" algn="l">
              <a:spcBef>
                <a:spcPts val="0"/>
              </a:spcBef>
              <a:spcAft>
                <a:spcPts val="0"/>
              </a:spcAft>
              <a:buNone/>
            </a:pPr>
            <a:r>
              <a:rPr lang="es-419"/>
              <a:t>CUS-01</a:t>
            </a:r>
            <a:endParaRPr/>
          </a:p>
        </p:txBody>
      </p:sp>
      <p:sp>
        <p:nvSpPr>
          <p:cNvPr id="17611" name="Google Shape;17611;p309"/>
          <p:cNvSpPr txBox="1"/>
          <p:nvPr>
            <p:ph idx="16" type="subTitle"/>
          </p:nvPr>
        </p:nvSpPr>
        <p:spPr>
          <a:xfrm>
            <a:off x="832100" y="3587721"/>
            <a:ext cx="1750500" cy="450300"/>
          </a:xfrm>
          <a:prstGeom prst="rect">
            <a:avLst/>
          </a:prstGeom>
        </p:spPr>
        <p:txBody>
          <a:bodyPr anchorCtr="0" anchor="ctr" bIns="54000" lIns="54000" spcFirstLastPara="1" rIns="54000" wrap="square" tIns="54000">
            <a:noAutofit/>
          </a:bodyPr>
          <a:lstStyle/>
          <a:p>
            <a:pPr indent="0" lvl="0" marL="0" rtl="0" algn="l">
              <a:spcBef>
                <a:spcPts val="0"/>
              </a:spcBef>
              <a:spcAft>
                <a:spcPts val="0"/>
              </a:spcAft>
              <a:buNone/>
            </a:pPr>
            <a:r>
              <a:rPr lang="es-419"/>
              <a:t>RF-05</a:t>
            </a:r>
            <a:endParaRPr/>
          </a:p>
        </p:txBody>
      </p:sp>
      <p:sp>
        <p:nvSpPr>
          <p:cNvPr id="17612" name="Google Shape;17612;p309"/>
          <p:cNvSpPr txBox="1"/>
          <p:nvPr>
            <p:ph idx="17" type="subTitle"/>
          </p:nvPr>
        </p:nvSpPr>
        <p:spPr>
          <a:xfrm>
            <a:off x="2631389" y="3587721"/>
            <a:ext cx="3605700" cy="450300"/>
          </a:xfrm>
          <a:prstGeom prst="rect">
            <a:avLst/>
          </a:prstGeom>
        </p:spPr>
        <p:txBody>
          <a:bodyPr anchorCtr="0" anchor="ctr" bIns="54000" lIns="54000" spcFirstLastPara="1" rIns="54000" wrap="square" tIns="54000">
            <a:noAutofit/>
          </a:bodyPr>
          <a:lstStyle/>
          <a:p>
            <a:pPr indent="0" lvl="0" marL="0" rtl="0" algn="l">
              <a:spcBef>
                <a:spcPts val="0"/>
              </a:spcBef>
              <a:spcAft>
                <a:spcPts val="0"/>
              </a:spcAft>
              <a:buClr>
                <a:schemeClr val="dk1"/>
              </a:buClr>
              <a:buSzPts val="1100"/>
              <a:buFont typeface="Arial"/>
              <a:buNone/>
            </a:pPr>
            <a:r>
              <a:rPr lang="es-419">
                <a:solidFill>
                  <a:schemeClr val="dk1"/>
                </a:solidFill>
              </a:rPr>
              <a:t>Registro y gestión del cliente</a:t>
            </a:r>
            <a:endParaRPr/>
          </a:p>
        </p:txBody>
      </p:sp>
      <p:sp>
        <p:nvSpPr>
          <p:cNvPr id="17613" name="Google Shape;17613;p309"/>
          <p:cNvSpPr txBox="1"/>
          <p:nvPr>
            <p:ph idx="18" type="subTitle"/>
          </p:nvPr>
        </p:nvSpPr>
        <p:spPr>
          <a:xfrm>
            <a:off x="6269361" y="3587721"/>
            <a:ext cx="3536400" cy="450300"/>
          </a:xfrm>
          <a:prstGeom prst="rect">
            <a:avLst/>
          </a:prstGeom>
        </p:spPr>
        <p:txBody>
          <a:bodyPr anchorCtr="0" anchor="ctr" bIns="54000" lIns="54000" spcFirstLastPara="1" rIns="54000" wrap="square" tIns="54000">
            <a:noAutofit/>
          </a:bodyPr>
          <a:lstStyle/>
          <a:p>
            <a:pPr indent="0" lvl="0" marL="0" rtl="0" algn="l">
              <a:spcBef>
                <a:spcPts val="0"/>
              </a:spcBef>
              <a:spcAft>
                <a:spcPts val="0"/>
              </a:spcAft>
              <a:buNone/>
            </a:pPr>
            <a:r>
              <a:rPr lang="es-419"/>
              <a:t>CUS-01</a:t>
            </a:r>
            <a:endParaRPr/>
          </a:p>
        </p:txBody>
      </p:sp>
      <p:sp>
        <p:nvSpPr>
          <p:cNvPr id="17614" name="Google Shape;17614;p309"/>
          <p:cNvSpPr txBox="1"/>
          <p:nvPr>
            <p:ph idx="19" type="subTitle"/>
          </p:nvPr>
        </p:nvSpPr>
        <p:spPr>
          <a:xfrm>
            <a:off x="832100" y="4083907"/>
            <a:ext cx="1750500" cy="450300"/>
          </a:xfrm>
          <a:prstGeom prst="rect">
            <a:avLst/>
          </a:prstGeom>
        </p:spPr>
        <p:txBody>
          <a:bodyPr anchorCtr="0" anchor="ctr" bIns="54000" lIns="54000" spcFirstLastPara="1" rIns="54000" wrap="square" tIns="54000">
            <a:noAutofit/>
          </a:bodyPr>
          <a:lstStyle/>
          <a:p>
            <a:pPr indent="0" lvl="0" marL="0" rtl="0" algn="l">
              <a:spcBef>
                <a:spcPts val="0"/>
              </a:spcBef>
              <a:spcAft>
                <a:spcPts val="0"/>
              </a:spcAft>
              <a:buNone/>
            </a:pPr>
            <a:r>
              <a:t/>
            </a:r>
            <a:endParaRPr/>
          </a:p>
        </p:txBody>
      </p:sp>
      <p:sp>
        <p:nvSpPr>
          <p:cNvPr id="17615" name="Google Shape;17615;p309"/>
          <p:cNvSpPr txBox="1"/>
          <p:nvPr>
            <p:ph idx="20" type="subTitle"/>
          </p:nvPr>
        </p:nvSpPr>
        <p:spPr>
          <a:xfrm>
            <a:off x="2631389" y="4083907"/>
            <a:ext cx="3605700" cy="450300"/>
          </a:xfrm>
          <a:prstGeom prst="rect">
            <a:avLst/>
          </a:prstGeom>
        </p:spPr>
        <p:txBody>
          <a:bodyPr anchorCtr="0" anchor="ctr" bIns="54000" lIns="54000" spcFirstLastPara="1" rIns="54000" wrap="square" tIns="54000">
            <a:noAutofit/>
          </a:bodyPr>
          <a:lstStyle/>
          <a:p>
            <a:pPr indent="0" lvl="0" marL="0" rtl="0" algn="l">
              <a:spcBef>
                <a:spcPts val="0"/>
              </a:spcBef>
              <a:spcAft>
                <a:spcPts val="0"/>
              </a:spcAft>
              <a:buNone/>
            </a:pPr>
            <a:r>
              <a:t/>
            </a:r>
            <a:endParaRPr/>
          </a:p>
        </p:txBody>
      </p:sp>
      <p:sp>
        <p:nvSpPr>
          <p:cNvPr id="17616" name="Google Shape;17616;p309"/>
          <p:cNvSpPr txBox="1"/>
          <p:nvPr>
            <p:ph idx="21" type="subTitle"/>
          </p:nvPr>
        </p:nvSpPr>
        <p:spPr>
          <a:xfrm>
            <a:off x="6269361" y="4083907"/>
            <a:ext cx="3536400" cy="450300"/>
          </a:xfrm>
          <a:prstGeom prst="rect">
            <a:avLst/>
          </a:prstGeom>
        </p:spPr>
        <p:txBody>
          <a:bodyPr anchorCtr="0" anchor="ctr" bIns="54000" lIns="54000" spcFirstLastPara="1" rIns="54000" wrap="square" tIns="54000">
            <a:noAutofit/>
          </a:bodyPr>
          <a:lstStyle/>
          <a:p>
            <a:pPr indent="0" lvl="0" marL="0" rtl="0" algn="l">
              <a:spcBef>
                <a:spcPts val="0"/>
              </a:spcBef>
              <a:spcAft>
                <a:spcPts val="0"/>
              </a:spcAft>
              <a:buNone/>
            </a:pPr>
            <a:r>
              <a:t/>
            </a:r>
            <a:endParaRPr/>
          </a:p>
        </p:txBody>
      </p:sp>
      <p:sp>
        <p:nvSpPr>
          <p:cNvPr id="17617" name="Google Shape;17617;p309"/>
          <p:cNvSpPr txBox="1"/>
          <p:nvPr>
            <p:ph idx="22" type="subTitle"/>
          </p:nvPr>
        </p:nvSpPr>
        <p:spPr>
          <a:xfrm>
            <a:off x="832100" y="4617081"/>
            <a:ext cx="1750500" cy="450300"/>
          </a:xfrm>
          <a:prstGeom prst="rect">
            <a:avLst/>
          </a:prstGeom>
        </p:spPr>
        <p:txBody>
          <a:bodyPr anchorCtr="0" anchor="ctr" bIns="54000" lIns="54000" spcFirstLastPara="1" rIns="54000" wrap="square" tIns="54000">
            <a:noAutofit/>
          </a:bodyPr>
          <a:lstStyle/>
          <a:p>
            <a:pPr indent="0" lvl="0" marL="0" rtl="0" algn="l">
              <a:spcBef>
                <a:spcPts val="0"/>
              </a:spcBef>
              <a:spcAft>
                <a:spcPts val="0"/>
              </a:spcAft>
              <a:buNone/>
            </a:pPr>
            <a:r>
              <a:t/>
            </a:r>
            <a:endParaRPr/>
          </a:p>
        </p:txBody>
      </p:sp>
      <p:sp>
        <p:nvSpPr>
          <p:cNvPr id="17618" name="Google Shape;17618;p309"/>
          <p:cNvSpPr txBox="1"/>
          <p:nvPr>
            <p:ph idx="23" type="subTitle"/>
          </p:nvPr>
        </p:nvSpPr>
        <p:spPr>
          <a:xfrm>
            <a:off x="2631389" y="4617081"/>
            <a:ext cx="3605700" cy="450300"/>
          </a:xfrm>
          <a:prstGeom prst="rect">
            <a:avLst/>
          </a:prstGeom>
        </p:spPr>
        <p:txBody>
          <a:bodyPr anchorCtr="0" anchor="ctr" bIns="54000" lIns="54000" spcFirstLastPara="1" rIns="54000" wrap="square" tIns="54000">
            <a:noAutofit/>
          </a:bodyPr>
          <a:lstStyle/>
          <a:p>
            <a:pPr indent="0" lvl="0" marL="0" rtl="0" algn="l">
              <a:spcBef>
                <a:spcPts val="0"/>
              </a:spcBef>
              <a:spcAft>
                <a:spcPts val="0"/>
              </a:spcAft>
              <a:buNone/>
            </a:pPr>
            <a:r>
              <a:t/>
            </a:r>
            <a:endParaRPr/>
          </a:p>
        </p:txBody>
      </p:sp>
      <p:sp>
        <p:nvSpPr>
          <p:cNvPr id="17619" name="Google Shape;17619;p309"/>
          <p:cNvSpPr txBox="1"/>
          <p:nvPr>
            <p:ph idx="24" type="subTitle"/>
          </p:nvPr>
        </p:nvSpPr>
        <p:spPr>
          <a:xfrm>
            <a:off x="6269361" y="4617081"/>
            <a:ext cx="3536400" cy="450300"/>
          </a:xfrm>
          <a:prstGeom prst="rect">
            <a:avLst/>
          </a:prstGeom>
        </p:spPr>
        <p:txBody>
          <a:bodyPr anchorCtr="0" anchor="ctr" bIns="54000" lIns="54000" spcFirstLastPara="1" rIns="54000" wrap="square" tIns="54000">
            <a:noAutofit/>
          </a:bodyPr>
          <a:lstStyle/>
          <a:p>
            <a:pPr indent="0" lvl="0" marL="0" rtl="0" algn="l">
              <a:spcBef>
                <a:spcPts val="0"/>
              </a:spcBef>
              <a:spcAft>
                <a:spcPts val="0"/>
              </a:spcAft>
              <a:buNone/>
            </a:pPr>
            <a:r>
              <a:t/>
            </a:r>
            <a:endParaRPr/>
          </a:p>
        </p:txBody>
      </p:sp>
      <p:sp>
        <p:nvSpPr>
          <p:cNvPr id="17620" name="Google Shape;17620;p309"/>
          <p:cNvSpPr txBox="1"/>
          <p:nvPr>
            <p:ph idx="25" type="subTitle"/>
          </p:nvPr>
        </p:nvSpPr>
        <p:spPr>
          <a:xfrm>
            <a:off x="832100" y="5125073"/>
            <a:ext cx="1750500" cy="450300"/>
          </a:xfrm>
          <a:prstGeom prst="rect">
            <a:avLst/>
          </a:prstGeom>
        </p:spPr>
        <p:txBody>
          <a:bodyPr anchorCtr="0" anchor="ctr" bIns="54000" lIns="54000" spcFirstLastPara="1" rIns="54000" wrap="square" tIns="54000">
            <a:noAutofit/>
          </a:bodyPr>
          <a:lstStyle/>
          <a:p>
            <a:pPr indent="0" lvl="0" marL="0" rtl="0" algn="l">
              <a:spcBef>
                <a:spcPts val="0"/>
              </a:spcBef>
              <a:spcAft>
                <a:spcPts val="0"/>
              </a:spcAft>
              <a:buNone/>
            </a:pPr>
            <a:r>
              <a:t/>
            </a:r>
            <a:endParaRPr/>
          </a:p>
        </p:txBody>
      </p:sp>
      <p:sp>
        <p:nvSpPr>
          <p:cNvPr id="17621" name="Google Shape;17621;p309"/>
          <p:cNvSpPr txBox="1"/>
          <p:nvPr>
            <p:ph idx="26" type="subTitle"/>
          </p:nvPr>
        </p:nvSpPr>
        <p:spPr>
          <a:xfrm>
            <a:off x="2631389" y="5125073"/>
            <a:ext cx="3605700" cy="450300"/>
          </a:xfrm>
          <a:prstGeom prst="rect">
            <a:avLst/>
          </a:prstGeom>
        </p:spPr>
        <p:txBody>
          <a:bodyPr anchorCtr="0" anchor="ctr" bIns="54000" lIns="54000" spcFirstLastPara="1" rIns="54000" wrap="square" tIns="54000">
            <a:noAutofit/>
          </a:bodyPr>
          <a:lstStyle/>
          <a:p>
            <a:pPr indent="0" lvl="0" marL="0" rtl="0" algn="l">
              <a:spcBef>
                <a:spcPts val="0"/>
              </a:spcBef>
              <a:spcAft>
                <a:spcPts val="0"/>
              </a:spcAft>
              <a:buNone/>
            </a:pPr>
            <a:r>
              <a:t/>
            </a:r>
            <a:endParaRPr/>
          </a:p>
        </p:txBody>
      </p:sp>
      <p:sp>
        <p:nvSpPr>
          <p:cNvPr id="17622" name="Google Shape;17622;p309"/>
          <p:cNvSpPr txBox="1"/>
          <p:nvPr>
            <p:ph idx="27" type="subTitle"/>
          </p:nvPr>
        </p:nvSpPr>
        <p:spPr>
          <a:xfrm>
            <a:off x="6269361" y="5125073"/>
            <a:ext cx="3536400" cy="450300"/>
          </a:xfrm>
          <a:prstGeom prst="rect">
            <a:avLst/>
          </a:prstGeom>
        </p:spPr>
        <p:txBody>
          <a:bodyPr anchorCtr="0" anchor="ctr" bIns="54000" lIns="54000" spcFirstLastPara="1" rIns="54000" wrap="square" tIns="54000">
            <a:noAutofit/>
          </a:bodyPr>
          <a:lstStyle/>
          <a:p>
            <a:pPr indent="0" lvl="0" marL="0" rtl="0" algn="l">
              <a:spcBef>
                <a:spcPts val="0"/>
              </a:spcBef>
              <a:spcAft>
                <a:spcPts val="0"/>
              </a:spcAft>
              <a:buNone/>
            </a:pPr>
            <a:r>
              <a:t/>
            </a:r>
            <a:endParaRPr/>
          </a:p>
        </p:txBody>
      </p:sp>
      <p:sp>
        <p:nvSpPr>
          <p:cNvPr id="17623" name="Google Shape;17623;p309"/>
          <p:cNvSpPr txBox="1"/>
          <p:nvPr>
            <p:ph idx="28" type="subTitle"/>
          </p:nvPr>
        </p:nvSpPr>
        <p:spPr>
          <a:xfrm>
            <a:off x="832100" y="5645346"/>
            <a:ext cx="1750500" cy="450300"/>
          </a:xfrm>
          <a:prstGeom prst="rect">
            <a:avLst/>
          </a:prstGeom>
        </p:spPr>
        <p:txBody>
          <a:bodyPr anchorCtr="0" anchor="ctr" bIns="54000" lIns="54000" spcFirstLastPara="1" rIns="54000" wrap="square" tIns="54000">
            <a:noAutofit/>
          </a:bodyPr>
          <a:lstStyle/>
          <a:p>
            <a:pPr indent="0" lvl="0" marL="0" rtl="0" algn="l">
              <a:spcBef>
                <a:spcPts val="0"/>
              </a:spcBef>
              <a:spcAft>
                <a:spcPts val="0"/>
              </a:spcAft>
              <a:buNone/>
            </a:pPr>
            <a:r>
              <a:t/>
            </a:r>
            <a:endParaRPr/>
          </a:p>
        </p:txBody>
      </p:sp>
      <p:sp>
        <p:nvSpPr>
          <p:cNvPr id="17624" name="Google Shape;17624;p309"/>
          <p:cNvSpPr txBox="1"/>
          <p:nvPr>
            <p:ph idx="29" type="subTitle"/>
          </p:nvPr>
        </p:nvSpPr>
        <p:spPr>
          <a:xfrm>
            <a:off x="2631389" y="5645346"/>
            <a:ext cx="3605700" cy="450300"/>
          </a:xfrm>
          <a:prstGeom prst="rect">
            <a:avLst/>
          </a:prstGeom>
        </p:spPr>
        <p:txBody>
          <a:bodyPr anchorCtr="0" anchor="ctr" bIns="54000" lIns="54000" spcFirstLastPara="1" rIns="54000" wrap="square" tIns="54000">
            <a:noAutofit/>
          </a:bodyPr>
          <a:lstStyle/>
          <a:p>
            <a:pPr indent="0" lvl="0" marL="0" rtl="0" algn="l">
              <a:spcBef>
                <a:spcPts val="0"/>
              </a:spcBef>
              <a:spcAft>
                <a:spcPts val="0"/>
              </a:spcAft>
              <a:buNone/>
            </a:pPr>
            <a:r>
              <a:t/>
            </a:r>
            <a:endParaRPr/>
          </a:p>
        </p:txBody>
      </p:sp>
      <p:sp>
        <p:nvSpPr>
          <p:cNvPr id="17625" name="Google Shape;17625;p309"/>
          <p:cNvSpPr txBox="1"/>
          <p:nvPr>
            <p:ph idx="30" type="subTitle"/>
          </p:nvPr>
        </p:nvSpPr>
        <p:spPr>
          <a:xfrm>
            <a:off x="6269361" y="5645346"/>
            <a:ext cx="3536400" cy="450300"/>
          </a:xfrm>
          <a:prstGeom prst="rect">
            <a:avLst/>
          </a:prstGeom>
        </p:spPr>
        <p:txBody>
          <a:bodyPr anchorCtr="0" anchor="ctr" bIns="54000" lIns="54000" spcFirstLastPara="1" rIns="54000" wrap="square" tIns="54000">
            <a:noAutofit/>
          </a:bodyPr>
          <a:lstStyle/>
          <a:p>
            <a:pPr indent="0" lvl="0" marL="0" rtl="0" algn="l">
              <a:spcBef>
                <a:spcPts val="0"/>
              </a:spcBef>
              <a:spcAft>
                <a:spcPts val="0"/>
              </a:spcAft>
              <a:buNone/>
            </a:pPr>
            <a:r>
              <a:t/>
            </a:r>
            <a:endParaRPr/>
          </a:p>
        </p:txBody>
      </p:sp>
      <p:sp>
        <p:nvSpPr>
          <p:cNvPr id="17626" name="Google Shape;17626;p309"/>
          <p:cNvSpPr txBox="1"/>
          <p:nvPr>
            <p:ph idx="31" type="subTitle"/>
          </p:nvPr>
        </p:nvSpPr>
        <p:spPr>
          <a:xfrm>
            <a:off x="832100" y="6178521"/>
            <a:ext cx="1750500" cy="450300"/>
          </a:xfrm>
          <a:prstGeom prst="rect">
            <a:avLst/>
          </a:prstGeom>
        </p:spPr>
        <p:txBody>
          <a:bodyPr anchorCtr="0" anchor="ctr" bIns="54000" lIns="54000" spcFirstLastPara="1" rIns="54000" wrap="square" tIns="54000">
            <a:noAutofit/>
          </a:bodyPr>
          <a:lstStyle/>
          <a:p>
            <a:pPr indent="0" lvl="0" marL="0" rtl="0" algn="l">
              <a:spcBef>
                <a:spcPts val="0"/>
              </a:spcBef>
              <a:spcAft>
                <a:spcPts val="0"/>
              </a:spcAft>
              <a:buNone/>
            </a:pPr>
            <a:r>
              <a:t/>
            </a:r>
            <a:endParaRPr/>
          </a:p>
        </p:txBody>
      </p:sp>
      <p:sp>
        <p:nvSpPr>
          <p:cNvPr id="17627" name="Google Shape;17627;p309"/>
          <p:cNvSpPr txBox="1"/>
          <p:nvPr>
            <p:ph idx="32" type="subTitle"/>
          </p:nvPr>
        </p:nvSpPr>
        <p:spPr>
          <a:xfrm>
            <a:off x="2631389" y="6178521"/>
            <a:ext cx="3605700" cy="450300"/>
          </a:xfrm>
          <a:prstGeom prst="rect">
            <a:avLst/>
          </a:prstGeom>
        </p:spPr>
        <p:txBody>
          <a:bodyPr anchorCtr="0" anchor="ctr" bIns="54000" lIns="54000" spcFirstLastPara="1" rIns="54000" wrap="square" tIns="54000">
            <a:noAutofit/>
          </a:bodyPr>
          <a:lstStyle/>
          <a:p>
            <a:pPr indent="0" lvl="0" marL="0" rtl="0" algn="l">
              <a:spcBef>
                <a:spcPts val="0"/>
              </a:spcBef>
              <a:spcAft>
                <a:spcPts val="0"/>
              </a:spcAft>
              <a:buNone/>
            </a:pPr>
            <a:r>
              <a:t/>
            </a:r>
            <a:endParaRPr/>
          </a:p>
        </p:txBody>
      </p:sp>
      <p:sp>
        <p:nvSpPr>
          <p:cNvPr id="17628" name="Google Shape;17628;p309"/>
          <p:cNvSpPr txBox="1"/>
          <p:nvPr>
            <p:ph idx="33" type="subTitle"/>
          </p:nvPr>
        </p:nvSpPr>
        <p:spPr>
          <a:xfrm>
            <a:off x="6269361" y="6178521"/>
            <a:ext cx="3536400" cy="450300"/>
          </a:xfrm>
          <a:prstGeom prst="rect">
            <a:avLst/>
          </a:prstGeom>
        </p:spPr>
        <p:txBody>
          <a:bodyPr anchorCtr="0" anchor="ctr" bIns="54000" lIns="54000" spcFirstLastPara="1" rIns="54000" wrap="square" tIns="54000">
            <a:noAutofit/>
          </a:bodyPr>
          <a:lstStyle/>
          <a:p>
            <a:pPr indent="0" lvl="0" marL="0" rtl="0" algn="l">
              <a:spcBef>
                <a:spcPts val="0"/>
              </a:spcBef>
              <a:spcAft>
                <a:spcPts val="0"/>
              </a:spcAft>
              <a:buNone/>
            </a:pPr>
            <a:r>
              <a:t/>
            </a:r>
            <a:endParaRPr/>
          </a:p>
        </p:txBody>
      </p:sp>
      <p:sp>
        <p:nvSpPr>
          <p:cNvPr id="17629" name="Google Shape;17629;p309"/>
          <p:cNvSpPr txBox="1"/>
          <p:nvPr>
            <p:ph type="title"/>
          </p:nvPr>
        </p:nvSpPr>
        <p:spPr>
          <a:xfrm flipH="1">
            <a:off x="4025374" y="387675"/>
            <a:ext cx="5863200" cy="169200"/>
          </a:xfrm>
          <a:prstGeom prst="rect">
            <a:avLst/>
          </a:prstGeom>
        </p:spPr>
        <p:txBody>
          <a:bodyPr anchorCtr="0" anchor="ctr" bIns="0" lIns="0" spcFirstLastPara="1" rIns="0" wrap="square" tIns="0">
            <a:noAutofit/>
          </a:bodyPr>
          <a:lstStyle/>
          <a:p>
            <a:pPr indent="0" lvl="0" marL="0" rtl="0" algn="l">
              <a:spcBef>
                <a:spcPts val="0"/>
              </a:spcBef>
              <a:spcAft>
                <a:spcPts val="0"/>
              </a:spcAft>
              <a:buNone/>
            </a:pPr>
            <a:r>
              <a:t/>
            </a:r>
            <a:endParaRPr/>
          </a:p>
        </p:txBody>
      </p:sp>
      <p:sp>
        <p:nvSpPr>
          <p:cNvPr id="17630" name="Google Shape;17630;p309"/>
          <p:cNvSpPr txBox="1"/>
          <p:nvPr>
            <p:ph idx="34" type="title"/>
          </p:nvPr>
        </p:nvSpPr>
        <p:spPr>
          <a:xfrm flipH="1">
            <a:off x="3208773" y="579550"/>
            <a:ext cx="6679800" cy="169200"/>
          </a:xfrm>
          <a:prstGeom prst="rect">
            <a:avLst/>
          </a:prstGeom>
        </p:spPr>
        <p:txBody>
          <a:bodyPr anchorCtr="0" anchor="ctr" bIns="0" lIns="0" spcFirstLastPara="1" rIns="0" wrap="square" tIns="0">
            <a:noAutofit/>
          </a:bodyPr>
          <a:lstStyle/>
          <a:p>
            <a:pPr indent="0" lvl="0" marL="0" rtl="0" algn="l">
              <a:spcBef>
                <a:spcPts val="0"/>
              </a:spcBef>
              <a:spcAft>
                <a:spcPts val="0"/>
              </a:spcAft>
              <a:buNone/>
            </a:pPr>
            <a:r>
              <a:t/>
            </a:r>
            <a:endParaRPr/>
          </a:p>
        </p:txBody>
      </p:sp>
      <p:sp>
        <p:nvSpPr>
          <p:cNvPr id="17631" name="Google Shape;17631;p309"/>
          <p:cNvSpPr txBox="1"/>
          <p:nvPr>
            <p:ph idx="35" type="body"/>
          </p:nvPr>
        </p:nvSpPr>
        <p:spPr>
          <a:xfrm>
            <a:off x="641150" y="612125"/>
            <a:ext cx="1770300" cy="160500"/>
          </a:xfrm>
          <a:prstGeom prst="rect">
            <a:avLst/>
          </a:prstGeom>
        </p:spPr>
        <p:txBody>
          <a:bodyPr anchorCtr="0" anchor="t" bIns="0" lIns="0" spcFirstLastPara="1" rIns="0" wrap="square" tIns="0">
            <a:noAutofit/>
          </a:bodyPr>
          <a:lstStyle/>
          <a:p>
            <a:pPr indent="0" lvl="0" marL="0" rtl="0" algn="ctr">
              <a:spcBef>
                <a:spcPts val="0"/>
              </a:spcBef>
              <a:spcAft>
                <a:spcPts val="0"/>
              </a:spcAft>
              <a:buNone/>
            </a:pPr>
            <a:r>
              <a:t/>
            </a:r>
            <a:endParaRPr/>
          </a:p>
        </p:txBody>
      </p:sp>
    </p:spTree>
  </p:cSld>
  <p:clrMapOvr>
    <a:masterClrMapping/>
  </p:clrMapOvr>
</p:sld>
</file>

<file path=ppt/slides/slide5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635" name="Shape 17635"/>
        <p:cNvGrpSpPr/>
        <p:nvPr/>
      </p:nvGrpSpPr>
      <p:grpSpPr>
        <a:xfrm>
          <a:off x="0" y="0"/>
          <a:ext cx="0" cy="0"/>
          <a:chOff x="0" y="0"/>
          <a:chExt cx="0" cy="0"/>
        </a:xfrm>
      </p:grpSpPr>
      <p:sp>
        <p:nvSpPr>
          <p:cNvPr id="17636" name="Google Shape;17636;p310"/>
          <p:cNvSpPr txBox="1"/>
          <p:nvPr>
            <p:ph idx="1" type="subTitle"/>
          </p:nvPr>
        </p:nvSpPr>
        <p:spPr>
          <a:xfrm>
            <a:off x="832100" y="1493107"/>
            <a:ext cx="1750500" cy="450300"/>
          </a:xfrm>
          <a:prstGeom prst="rect">
            <a:avLst/>
          </a:prstGeom>
        </p:spPr>
        <p:txBody>
          <a:bodyPr anchorCtr="0" anchor="ctr" bIns="54000" lIns="54000" spcFirstLastPara="1" rIns="54000" wrap="square" tIns="54000">
            <a:noAutofit/>
          </a:bodyPr>
          <a:lstStyle/>
          <a:p>
            <a:pPr indent="0" lvl="0" marL="0" rtl="0" algn="l">
              <a:spcBef>
                <a:spcPts val="0"/>
              </a:spcBef>
              <a:spcAft>
                <a:spcPts val="0"/>
              </a:spcAft>
              <a:buNone/>
            </a:pPr>
            <a:r>
              <a:rPr lang="es-419"/>
              <a:t>RF-06</a:t>
            </a:r>
            <a:endParaRPr/>
          </a:p>
        </p:txBody>
      </p:sp>
      <p:sp>
        <p:nvSpPr>
          <p:cNvPr id="17637" name="Google Shape;17637;p310"/>
          <p:cNvSpPr txBox="1"/>
          <p:nvPr>
            <p:ph idx="2" type="subTitle"/>
          </p:nvPr>
        </p:nvSpPr>
        <p:spPr>
          <a:xfrm>
            <a:off x="2631389" y="1493107"/>
            <a:ext cx="3605700" cy="450300"/>
          </a:xfrm>
          <a:prstGeom prst="rect">
            <a:avLst/>
          </a:prstGeom>
        </p:spPr>
        <p:txBody>
          <a:bodyPr anchorCtr="0" anchor="ctr" bIns="54000" lIns="54000" spcFirstLastPara="1" rIns="54000" wrap="square" tIns="54000">
            <a:noAutofit/>
          </a:bodyPr>
          <a:lstStyle/>
          <a:p>
            <a:pPr indent="0" lvl="0" marL="0" rtl="0" algn="l">
              <a:spcBef>
                <a:spcPts val="0"/>
              </a:spcBef>
              <a:spcAft>
                <a:spcPts val="0"/>
              </a:spcAft>
              <a:buNone/>
            </a:pPr>
            <a:r>
              <a:rPr lang="es-419"/>
              <a:t>Validacion de identidad</a:t>
            </a:r>
            <a:endParaRPr/>
          </a:p>
        </p:txBody>
      </p:sp>
      <p:sp>
        <p:nvSpPr>
          <p:cNvPr id="17638" name="Google Shape;17638;p310"/>
          <p:cNvSpPr txBox="1"/>
          <p:nvPr>
            <p:ph idx="3" type="subTitle"/>
          </p:nvPr>
        </p:nvSpPr>
        <p:spPr>
          <a:xfrm>
            <a:off x="6269361" y="1493107"/>
            <a:ext cx="3536400" cy="450300"/>
          </a:xfrm>
          <a:prstGeom prst="rect">
            <a:avLst/>
          </a:prstGeom>
        </p:spPr>
        <p:txBody>
          <a:bodyPr anchorCtr="0" anchor="ctr" bIns="54000" lIns="54000" spcFirstLastPara="1" rIns="54000" wrap="square" tIns="54000">
            <a:noAutofit/>
          </a:bodyPr>
          <a:lstStyle/>
          <a:p>
            <a:pPr indent="0" lvl="0" marL="0" rtl="0" algn="l">
              <a:spcBef>
                <a:spcPts val="0"/>
              </a:spcBef>
              <a:spcAft>
                <a:spcPts val="0"/>
              </a:spcAft>
              <a:buNone/>
            </a:pPr>
            <a:r>
              <a:rPr lang="es-419"/>
              <a:t>CUS-02</a:t>
            </a:r>
            <a:endParaRPr/>
          </a:p>
        </p:txBody>
      </p:sp>
      <p:sp>
        <p:nvSpPr>
          <p:cNvPr id="17639" name="Google Shape;17639;p310"/>
          <p:cNvSpPr txBox="1"/>
          <p:nvPr>
            <p:ph idx="4" type="subTitle"/>
          </p:nvPr>
        </p:nvSpPr>
        <p:spPr>
          <a:xfrm>
            <a:off x="832100" y="2026281"/>
            <a:ext cx="1750500" cy="450300"/>
          </a:xfrm>
          <a:prstGeom prst="rect">
            <a:avLst/>
          </a:prstGeom>
        </p:spPr>
        <p:txBody>
          <a:bodyPr anchorCtr="0" anchor="ctr" bIns="54000" lIns="54000" spcFirstLastPara="1" rIns="54000" wrap="square" tIns="54000">
            <a:noAutofit/>
          </a:bodyPr>
          <a:lstStyle/>
          <a:p>
            <a:pPr indent="0" lvl="0" marL="0" rtl="0" algn="l">
              <a:spcBef>
                <a:spcPts val="0"/>
              </a:spcBef>
              <a:spcAft>
                <a:spcPts val="0"/>
              </a:spcAft>
              <a:buNone/>
            </a:pPr>
            <a:r>
              <a:rPr lang="es-419"/>
              <a:t>RF-07</a:t>
            </a:r>
            <a:endParaRPr/>
          </a:p>
        </p:txBody>
      </p:sp>
      <p:sp>
        <p:nvSpPr>
          <p:cNvPr id="17640" name="Google Shape;17640;p310"/>
          <p:cNvSpPr txBox="1"/>
          <p:nvPr>
            <p:ph idx="5" type="subTitle"/>
          </p:nvPr>
        </p:nvSpPr>
        <p:spPr>
          <a:xfrm>
            <a:off x="2631389" y="2026281"/>
            <a:ext cx="3605700" cy="450300"/>
          </a:xfrm>
          <a:prstGeom prst="rect">
            <a:avLst/>
          </a:prstGeom>
        </p:spPr>
        <p:txBody>
          <a:bodyPr anchorCtr="0" anchor="ctr" bIns="54000" lIns="54000" spcFirstLastPara="1" rIns="54000" wrap="square" tIns="54000">
            <a:noAutofit/>
          </a:bodyPr>
          <a:lstStyle/>
          <a:p>
            <a:pPr indent="0" lvl="0" marL="0" rtl="0" algn="l">
              <a:spcBef>
                <a:spcPts val="0"/>
              </a:spcBef>
              <a:spcAft>
                <a:spcPts val="0"/>
              </a:spcAft>
              <a:buClr>
                <a:schemeClr val="dk1"/>
              </a:buClr>
              <a:buSzPts val="1100"/>
              <a:buFont typeface="Arial"/>
              <a:buNone/>
            </a:pPr>
            <a:r>
              <a:rPr lang="es-419">
                <a:solidFill>
                  <a:schemeClr val="dk1"/>
                </a:solidFill>
              </a:rPr>
              <a:t>Validacion de identidad</a:t>
            </a:r>
            <a:endParaRPr/>
          </a:p>
        </p:txBody>
      </p:sp>
      <p:sp>
        <p:nvSpPr>
          <p:cNvPr id="17641" name="Google Shape;17641;p310"/>
          <p:cNvSpPr txBox="1"/>
          <p:nvPr>
            <p:ph idx="6" type="subTitle"/>
          </p:nvPr>
        </p:nvSpPr>
        <p:spPr>
          <a:xfrm>
            <a:off x="6269361" y="2026281"/>
            <a:ext cx="3536400" cy="450300"/>
          </a:xfrm>
          <a:prstGeom prst="rect">
            <a:avLst/>
          </a:prstGeom>
        </p:spPr>
        <p:txBody>
          <a:bodyPr anchorCtr="0" anchor="ctr" bIns="54000" lIns="54000" spcFirstLastPara="1" rIns="54000" wrap="square" tIns="54000">
            <a:noAutofit/>
          </a:bodyPr>
          <a:lstStyle/>
          <a:p>
            <a:pPr indent="0" lvl="0" marL="0" rtl="0" algn="l">
              <a:spcBef>
                <a:spcPts val="0"/>
              </a:spcBef>
              <a:spcAft>
                <a:spcPts val="0"/>
              </a:spcAft>
              <a:buClr>
                <a:schemeClr val="dk1"/>
              </a:buClr>
              <a:buSzPts val="1100"/>
              <a:buFont typeface="Arial"/>
              <a:buNone/>
            </a:pPr>
            <a:r>
              <a:rPr lang="es-419">
                <a:solidFill>
                  <a:schemeClr val="dk1"/>
                </a:solidFill>
              </a:rPr>
              <a:t>CUS-02</a:t>
            </a:r>
            <a:endParaRPr/>
          </a:p>
        </p:txBody>
      </p:sp>
      <p:sp>
        <p:nvSpPr>
          <p:cNvPr id="17642" name="Google Shape;17642;p310"/>
          <p:cNvSpPr txBox="1"/>
          <p:nvPr>
            <p:ph idx="7" type="subTitle"/>
          </p:nvPr>
        </p:nvSpPr>
        <p:spPr>
          <a:xfrm>
            <a:off x="832100" y="2534273"/>
            <a:ext cx="1750500" cy="450300"/>
          </a:xfrm>
          <a:prstGeom prst="rect">
            <a:avLst/>
          </a:prstGeom>
        </p:spPr>
        <p:txBody>
          <a:bodyPr anchorCtr="0" anchor="ctr" bIns="54000" lIns="54000" spcFirstLastPara="1" rIns="54000" wrap="square" tIns="54000">
            <a:noAutofit/>
          </a:bodyPr>
          <a:lstStyle/>
          <a:p>
            <a:pPr indent="0" lvl="0" marL="0" rtl="0" algn="l">
              <a:spcBef>
                <a:spcPts val="0"/>
              </a:spcBef>
              <a:spcAft>
                <a:spcPts val="0"/>
              </a:spcAft>
              <a:buNone/>
            </a:pPr>
            <a:r>
              <a:rPr lang="es-419"/>
              <a:t>RF-08</a:t>
            </a:r>
            <a:endParaRPr/>
          </a:p>
        </p:txBody>
      </p:sp>
      <p:sp>
        <p:nvSpPr>
          <p:cNvPr id="17643" name="Google Shape;17643;p310"/>
          <p:cNvSpPr txBox="1"/>
          <p:nvPr>
            <p:ph idx="8" type="subTitle"/>
          </p:nvPr>
        </p:nvSpPr>
        <p:spPr>
          <a:xfrm>
            <a:off x="2631389" y="2534273"/>
            <a:ext cx="3605700" cy="450300"/>
          </a:xfrm>
          <a:prstGeom prst="rect">
            <a:avLst/>
          </a:prstGeom>
        </p:spPr>
        <p:txBody>
          <a:bodyPr anchorCtr="0" anchor="ctr" bIns="54000" lIns="54000" spcFirstLastPara="1" rIns="54000" wrap="square" tIns="54000">
            <a:noAutofit/>
          </a:bodyPr>
          <a:lstStyle/>
          <a:p>
            <a:pPr indent="0" lvl="0" marL="0" rtl="0" algn="l">
              <a:spcBef>
                <a:spcPts val="0"/>
              </a:spcBef>
              <a:spcAft>
                <a:spcPts val="0"/>
              </a:spcAft>
              <a:buClr>
                <a:schemeClr val="dk1"/>
              </a:buClr>
              <a:buSzPts val="1100"/>
              <a:buFont typeface="Arial"/>
              <a:buNone/>
            </a:pPr>
            <a:r>
              <a:rPr lang="es-419">
                <a:solidFill>
                  <a:schemeClr val="dk1"/>
                </a:solidFill>
              </a:rPr>
              <a:t>Validación de identidad</a:t>
            </a:r>
            <a:endParaRPr/>
          </a:p>
        </p:txBody>
      </p:sp>
      <p:sp>
        <p:nvSpPr>
          <p:cNvPr id="17644" name="Google Shape;17644;p310"/>
          <p:cNvSpPr txBox="1"/>
          <p:nvPr>
            <p:ph idx="9" type="subTitle"/>
          </p:nvPr>
        </p:nvSpPr>
        <p:spPr>
          <a:xfrm>
            <a:off x="6269361" y="2534273"/>
            <a:ext cx="3536400" cy="450300"/>
          </a:xfrm>
          <a:prstGeom prst="rect">
            <a:avLst/>
          </a:prstGeom>
        </p:spPr>
        <p:txBody>
          <a:bodyPr anchorCtr="0" anchor="ctr" bIns="54000" lIns="54000" spcFirstLastPara="1" rIns="54000" wrap="square" tIns="54000">
            <a:noAutofit/>
          </a:bodyPr>
          <a:lstStyle/>
          <a:p>
            <a:pPr indent="0" lvl="0" marL="0" rtl="0" algn="l">
              <a:spcBef>
                <a:spcPts val="0"/>
              </a:spcBef>
              <a:spcAft>
                <a:spcPts val="0"/>
              </a:spcAft>
              <a:buClr>
                <a:schemeClr val="dk1"/>
              </a:buClr>
              <a:buSzPts val="1100"/>
              <a:buFont typeface="Arial"/>
              <a:buNone/>
            </a:pPr>
            <a:r>
              <a:rPr lang="es-419">
                <a:solidFill>
                  <a:schemeClr val="dk1"/>
                </a:solidFill>
              </a:rPr>
              <a:t>CUS-02</a:t>
            </a:r>
            <a:endParaRPr/>
          </a:p>
        </p:txBody>
      </p:sp>
      <p:sp>
        <p:nvSpPr>
          <p:cNvPr id="17645" name="Google Shape;17645;p310"/>
          <p:cNvSpPr txBox="1"/>
          <p:nvPr>
            <p:ph idx="13" type="subTitle"/>
          </p:nvPr>
        </p:nvSpPr>
        <p:spPr>
          <a:xfrm>
            <a:off x="832100" y="3054546"/>
            <a:ext cx="1750500" cy="450300"/>
          </a:xfrm>
          <a:prstGeom prst="rect">
            <a:avLst/>
          </a:prstGeom>
        </p:spPr>
        <p:txBody>
          <a:bodyPr anchorCtr="0" anchor="ctr" bIns="54000" lIns="54000" spcFirstLastPara="1" rIns="54000" wrap="square" tIns="54000">
            <a:noAutofit/>
          </a:bodyPr>
          <a:lstStyle/>
          <a:p>
            <a:pPr indent="0" lvl="0" marL="0" rtl="0" algn="l">
              <a:spcBef>
                <a:spcPts val="0"/>
              </a:spcBef>
              <a:spcAft>
                <a:spcPts val="0"/>
              </a:spcAft>
              <a:buNone/>
            </a:pPr>
            <a:r>
              <a:rPr lang="es-419"/>
              <a:t>RF-09</a:t>
            </a:r>
            <a:endParaRPr/>
          </a:p>
        </p:txBody>
      </p:sp>
      <p:sp>
        <p:nvSpPr>
          <p:cNvPr id="17646" name="Google Shape;17646;p310"/>
          <p:cNvSpPr txBox="1"/>
          <p:nvPr>
            <p:ph idx="14" type="subTitle"/>
          </p:nvPr>
        </p:nvSpPr>
        <p:spPr>
          <a:xfrm>
            <a:off x="2631389" y="3054546"/>
            <a:ext cx="3605700" cy="450300"/>
          </a:xfrm>
          <a:prstGeom prst="rect">
            <a:avLst/>
          </a:prstGeom>
        </p:spPr>
        <p:txBody>
          <a:bodyPr anchorCtr="0" anchor="ctr" bIns="54000" lIns="54000" spcFirstLastPara="1" rIns="54000" wrap="square" tIns="54000">
            <a:noAutofit/>
          </a:bodyPr>
          <a:lstStyle/>
          <a:p>
            <a:pPr indent="0" lvl="0" marL="0" rtl="0" algn="l">
              <a:spcBef>
                <a:spcPts val="0"/>
              </a:spcBef>
              <a:spcAft>
                <a:spcPts val="0"/>
              </a:spcAft>
              <a:buClr>
                <a:schemeClr val="dk1"/>
              </a:buClr>
              <a:buSzPts val="1100"/>
              <a:buFont typeface="Arial"/>
              <a:buNone/>
            </a:pPr>
            <a:r>
              <a:rPr lang="es-419">
                <a:solidFill>
                  <a:schemeClr val="dk1"/>
                </a:solidFill>
              </a:rPr>
              <a:t>Validacion de identidad</a:t>
            </a:r>
            <a:endParaRPr/>
          </a:p>
        </p:txBody>
      </p:sp>
      <p:sp>
        <p:nvSpPr>
          <p:cNvPr id="17647" name="Google Shape;17647;p310"/>
          <p:cNvSpPr txBox="1"/>
          <p:nvPr>
            <p:ph idx="15" type="subTitle"/>
          </p:nvPr>
        </p:nvSpPr>
        <p:spPr>
          <a:xfrm>
            <a:off x="6269361" y="3054546"/>
            <a:ext cx="3536400" cy="450300"/>
          </a:xfrm>
          <a:prstGeom prst="rect">
            <a:avLst/>
          </a:prstGeom>
        </p:spPr>
        <p:txBody>
          <a:bodyPr anchorCtr="0" anchor="ctr" bIns="54000" lIns="54000" spcFirstLastPara="1" rIns="54000" wrap="square" tIns="54000">
            <a:noAutofit/>
          </a:bodyPr>
          <a:lstStyle/>
          <a:p>
            <a:pPr indent="0" lvl="0" marL="0" rtl="0" algn="l">
              <a:spcBef>
                <a:spcPts val="0"/>
              </a:spcBef>
              <a:spcAft>
                <a:spcPts val="0"/>
              </a:spcAft>
              <a:buClr>
                <a:schemeClr val="dk1"/>
              </a:buClr>
              <a:buSzPts val="1100"/>
              <a:buFont typeface="Arial"/>
              <a:buNone/>
            </a:pPr>
            <a:r>
              <a:rPr lang="es-419">
                <a:solidFill>
                  <a:schemeClr val="dk1"/>
                </a:solidFill>
              </a:rPr>
              <a:t>CUS-02</a:t>
            </a:r>
            <a:endParaRPr/>
          </a:p>
        </p:txBody>
      </p:sp>
      <p:sp>
        <p:nvSpPr>
          <p:cNvPr id="17648" name="Google Shape;17648;p310"/>
          <p:cNvSpPr txBox="1"/>
          <p:nvPr>
            <p:ph idx="16" type="subTitle"/>
          </p:nvPr>
        </p:nvSpPr>
        <p:spPr>
          <a:xfrm>
            <a:off x="832100" y="3587721"/>
            <a:ext cx="1750500" cy="450300"/>
          </a:xfrm>
          <a:prstGeom prst="rect">
            <a:avLst/>
          </a:prstGeom>
        </p:spPr>
        <p:txBody>
          <a:bodyPr anchorCtr="0" anchor="ctr" bIns="54000" lIns="54000" spcFirstLastPara="1" rIns="54000" wrap="square" tIns="54000">
            <a:noAutofit/>
          </a:bodyPr>
          <a:lstStyle/>
          <a:p>
            <a:pPr indent="0" lvl="0" marL="0" rtl="0" algn="l">
              <a:spcBef>
                <a:spcPts val="0"/>
              </a:spcBef>
              <a:spcAft>
                <a:spcPts val="0"/>
              </a:spcAft>
              <a:buNone/>
            </a:pPr>
            <a:r>
              <a:rPr lang="es-419"/>
              <a:t>RF-10</a:t>
            </a:r>
            <a:endParaRPr/>
          </a:p>
        </p:txBody>
      </p:sp>
      <p:sp>
        <p:nvSpPr>
          <p:cNvPr id="17649" name="Google Shape;17649;p310"/>
          <p:cNvSpPr txBox="1"/>
          <p:nvPr>
            <p:ph idx="17" type="subTitle"/>
          </p:nvPr>
        </p:nvSpPr>
        <p:spPr>
          <a:xfrm>
            <a:off x="2631389" y="3587721"/>
            <a:ext cx="3605700" cy="450300"/>
          </a:xfrm>
          <a:prstGeom prst="rect">
            <a:avLst/>
          </a:prstGeom>
        </p:spPr>
        <p:txBody>
          <a:bodyPr anchorCtr="0" anchor="ctr" bIns="54000" lIns="54000" spcFirstLastPara="1" rIns="54000" wrap="square" tIns="54000">
            <a:noAutofit/>
          </a:bodyPr>
          <a:lstStyle/>
          <a:p>
            <a:pPr indent="0" lvl="0" marL="0" rtl="0" algn="l">
              <a:spcBef>
                <a:spcPts val="0"/>
              </a:spcBef>
              <a:spcAft>
                <a:spcPts val="0"/>
              </a:spcAft>
              <a:buClr>
                <a:schemeClr val="dk1"/>
              </a:buClr>
              <a:buSzPts val="1100"/>
              <a:buFont typeface="Arial"/>
              <a:buNone/>
            </a:pPr>
            <a:r>
              <a:rPr lang="es-419">
                <a:solidFill>
                  <a:schemeClr val="dk1"/>
                </a:solidFill>
              </a:rPr>
              <a:t>Validacion de identidad</a:t>
            </a:r>
            <a:endParaRPr/>
          </a:p>
        </p:txBody>
      </p:sp>
      <p:sp>
        <p:nvSpPr>
          <p:cNvPr id="17650" name="Google Shape;17650;p310"/>
          <p:cNvSpPr txBox="1"/>
          <p:nvPr>
            <p:ph idx="18" type="subTitle"/>
          </p:nvPr>
        </p:nvSpPr>
        <p:spPr>
          <a:xfrm>
            <a:off x="6269361" y="3587721"/>
            <a:ext cx="3536400" cy="450300"/>
          </a:xfrm>
          <a:prstGeom prst="rect">
            <a:avLst/>
          </a:prstGeom>
        </p:spPr>
        <p:txBody>
          <a:bodyPr anchorCtr="0" anchor="ctr" bIns="54000" lIns="54000" spcFirstLastPara="1" rIns="54000" wrap="square" tIns="54000">
            <a:noAutofit/>
          </a:bodyPr>
          <a:lstStyle/>
          <a:p>
            <a:pPr indent="0" lvl="0" marL="0" rtl="0" algn="l">
              <a:spcBef>
                <a:spcPts val="0"/>
              </a:spcBef>
              <a:spcAft>
                <a:spcPts val="0"/>
              </a:spcAft>
              <a:buClr>
                <a:schemeClr val="dk1"/>
              </a:buClr>
              <a:buSzPts val="1100"/>
              <a:buFont typeface="Arial"/>
              <a:buNone/>
            </a:pPr>
            <a:r>
              <a:rPr lang="es-419">
                <a:solidFill>
                  <a:schemeClr val="dk1"/>
                </a:solidFill>
              </a:rPr>
              <a:t>CUS-02</a:t>
            </a:r>
            <a:endParaRPr/>
          </a:p>
        </p:txBody>
      </p:sp>
      <p:sp>
        <p:nvSpPr>
          <p:cNvPr id="17651" name="Google Shape;17651;p310"/>
          <p:cNvSpPr txBox="1"/>
          <p:nvPr>
            <p:ph idx="19" type="subTitle"/>
          </p:nvPr>
        </p:nvSpPr>
        <p:spPr>
          <a:xfrm>
            <a:off x="832100" y="4083907"/>
            <a:ext cx="1750500" cy="450300"/>
          </a:xfrm>
          <a:prstGeom prst="rect">
            <a:avLst/>
          </a:prstGeom>
        </p:spPr>
        <p:txBody>
          <a:bodyPr anchorCtr="0" anchor="ctr" bIns="54000" lIns="54000" spcFirstLastPara="1" rIns="54000" wrap="square" tIns="54000">
            <a:noAutofit/>
          </a:bodyPr>
          <a:lstStyle/>
          <a:p>
            <a:pPr indent="0" lvl="0" marL="0" rtl="0" algn="l">
              <a:spcBef>
                <a:spcPts val="0"/>
              </a:spcBef>
              <a:spcAft>
                <a:spcPts val="0"/>
              </a:spcAft>
              <a:buNone/>
            </a:pPr>
            <a:r>
              <a:t/>
            </a:r>
            <a:endParaRPr/>
          </a:p>
        </p:txBody>
      </p:sp>
      <p:sp>
        <p:nvSpPr>
          <p:cNvPr id="17652" name="Google Shape;17652;p310"/>
          <p:cNvSpPr txBox="1"/>
          <p:nvPr>
            <p:ph idx="20" type="subTitle"/>
          </p:nvPr>
        </p:nvSpPr>
        <p:spPr>
          <a:xfrm>
            <a:off x="2631389" y="4083907"/>
            <a:ext cx="3605700" cy="450300"/>
          </a:xfrm>
          <a:prstGeom prst="rect">
            <a:avLst/>
          </a:prstGeom>
        </p:spPr>
        <p:txBody>
          <a:bodyPr anchorCtr="0" anchor="ctr" bIns="54000" lIns="54000" spcFirstLastPara="1" rIns="54000" wrap="square" tIns="54000">
            <a:noAutofit/>
          </a:bodyPr>
          <a:lstStyle/>
          <a:p>
            <a:pPr indent="0" lvl="0" marL="0" rtl="0" algn="l">
              <a:spcBef>
                <a:spcPts val="0"/>
              </a:spcBef>
              <a:spcAft>
                <a:spcPts val="0"/>
              </a:spcAft>
              <a:buNone/>
            </a:pPr>
            <a:r>
              <a:t/>
            </a:r>
            <a:endParaRPr/>
          </a:p>
        </p:txBody>
      </p:sp>
      <p:sp>
        <p:nvSpPr>
          <p:cNvPr id="17653" name="Google Shape;17653;p310"/>
          <p:cNvSpPr txBox="1"/>
          <p:nvPr>
            <p:ph idx="21" type="subTitle"/>
          </p:nvPr>
        </p:nvSpPr>
        <p:spPr>
          <a:xfrm>
            <a:off x="6269361" y="4083907"/>
            <a:ext cx="3536400" cy="450300"/>
          </a:xfrm>
          <a:prstGeom prst="rect">
            <a:avLst/>
          </a:prstGeom>
        </p:spPr>
        <p:txBody>
          <a:bodyPr anchorCtr="0" anchor="ctr" bIns="54000" lIns="54000" spcFirstLastPara="1" rIns="54000" wrap="square" tIns="54000">
            <a:noAutofit/>
          </a:bodyPr>
          <a:lstStyle/>
          <a:p>
            <a:pPr indent="0" lvl="0" marL="0" rtl="0" algn="l">
              <a:spcBef>
                <a:spcPts val="0"/>
              </a:spcBef>
              <a:spcAft>
                <a:spcPts val="0"/>
              </a:spcAft>
              <a:buNone/>
            </a:pPr>
            <a:r>
              <a:t/>
            </a:r>
            <a:endParaRPr/>
          </a:p>
        </p:txBody>
      </p:sp>
      <p:sp>
        <p:nvSpPr>
          <p:cNvPr id="17654" name="Google Shape;17654;p310"/>
          <p:cNvSpPr txBox="1"/>
          <p:nvPr>
            <p:ph idx="22" type="subTitle"/>
          </p:nvPr>
        </p:nvSpPr>
        <p:spPr>
          <a:xfrm>
            <a:off x="832100" y="4617081"/>
            <a:ext cx="1750500" cy="450300"/>
          </a:xfrm>
          <a:prstGeom prst="rect">
            <a:avLst/>
          </a:prstGeom>
        </p:spPr>
        <p:txBody>
          <a:bodyPr anchorCtr="0" anchor="ctr" bIns="54000" lIns="54000" spcFirstLastPara="1" rIns="54000" wrap="square" tIns="54000">
            <a:noAutofit/>
          </a:bodyPr>
          <a:lstStyle/>
          <a:p>
            <a:pPr indent="0" lvl="0" marL="0" rtl="0" algn="l">
              <a:spcBef>
                <a:spcPts val="0"/>
              </a:spcBef>
              <a:spcAft>
                <a:spcPts val="0"/>
              </a:spcAft>
              <a:buNone/>
            </a:pPr>
            <a:r>
              <a:t/>
            </a:r>
            <a:endParaRPr/>
          </a:p>
        </p:txBody>
      </p:sp>
      <p:sp>
        <p:nvSpPr>
          <p:cNvPr id="17655" name="Google Shape;17655;p310"/>
          <p:cNvSpPr txBox="1"/>
          <p:nvPr>
            <p:ph idx="23" type="subTitle"/>
          </p:nvPr>
        </p:nvSpPr>
        <p:spPr>
          <a:xfrm>
            <a:off x="2631389" y="4617081"/>
            <a:ext cx="3605700" cy="450300"/>
          </a:xfrm>
          <a:prstGeom prst="rect">
            <a:avLst/>
          </a:prstGeom>
        </p:spPr>
        <p:txBody>
          <a:bodyPr anchorCtr="0" anchor="ctr" bIns="54000" lIns="54000" spcFirstLastPara="1" rIns="54000" wrap="square" tIns="54000">
            <a:noAutofit/>
          </a:bodyPr>
          <a:lstStyle/>
          <a:p>
            <a:pPr indent="0" lvl="0" marL="0" rtl="0" algn="l">
              <a:spcBef>
                <a:spcPts val="0"/>
              </a:spcBef>
              <a:spcAft>
                <a:spcPts val="0"/>
              </a:spcAft>
              <a:buNone/>
            </a:pPr>
            <a:r>
              <a:t/>
            </a:r>
            <a:endParaRPr/>
          </a:p>
        </p:txBody>
      </p:sp>
      <p:sp>
        <p:nvSpPr>
          <p:cNvPr id="17656" name="Google Shape;17656;p310"/>
          <p:cNvSpPr txBox="1"/>
          <p:nvPr>
            <p:ph idx="24" type="subTitle"/>
          </p:nvPr>
        </p:nvSpPr>
        <p:spPr>
          <a:xfrm>
            <a:off x="6269361" y="4617081"/>
            <a:ext cx="3536400" cy="450300"/>
          </a:xfrm>
          <a:prstGeom prst="rect">
            <a:avLst/>
          </a:prstGeom>
        </p:spPr>
        <p:txBody>
          <a:bodyPr anchorCtr="0" anchor="ctr" bIns="54000" lIns="54000" spcFirstLastPara="1" rIns="54000" wrap="square" tIns="54000">
            <a:noAutofit/>
          </a:bodyPr>
          <a:lstStyle/>
          <a:p>
            <a:pPr indent="0" lvl="0" marL="0" rtl="0" algn="l">
              <a:spcBef>
                <a:spcPts val="0"/>
              </a:spcBef>
              <a:spcAft>
                <a:spcPts val="0"/>
              </a:spcAft>
              <a:buNone/>
            </a:pPr>
            <a:r>
              <a:t/>
            </a:r>
            <a:endParaRPr/>
          </a:p>
        </p:txBody>
      </p:sp>
      <p:sp>
        <p:nvSpPr>
          <p:cNvPr id="17657" name="Google Shape;17657;p310"/>
          <p:cNvSpPr txBox="1"/>
          <p:nvPr>
            <p:ph idx="25" type="subTitle"/>
          </p:nvPr>
        </p:nvSpPr>
        <p:spPr>
          <a:xfrm>
            <a:off x="832100" y="5125073"/>
            <a:ext cx="1750500" cy="450300"/>
          </a:xfrm>
          <a:prstGeom prst="rect">
            <a:avLst/>
          </a:prstGeom>
        </p:spPr>
        <p:txBody>
          <a:bodyPr anchorCtr="0" anchor="ctr" bIns="54000" lIns="54000" spcFirstLastPara="1" rIns="54000" wrap="square" tIns="54000">
            <a:noAutofit/>
          </a:bodyPr>
          <a:lstStyle/>
          <a:p>
            <a:pPr indent="0" lvl="0" marL="0" rtl="0" algn="l">
              <a:spcBef>
                <a:spcPts val="0"/>
              </a:spcBef>
              <a:spcAft>
                <a:spcPts val="0"/>
              </a:spcAft>
              <a:buNone/>
            </a:pPr>
            <a:r>
              <a:t/>
            </a:r>
            <a:endParaRPr/>
          </a:p>
        </p:txBody>
      </p:sp>
      <p:sp>
        <p:nvSpPr>
          <p:cNvPr id="17658" name="Google Shape;17658;p310"/>
          <p:cNvSpPr txBox="1"/>
          <p:nvPr>
            <p:ph idx="26" type="subTitle"/>
          </p:nvPr>
        </p:nvSpPr>
        <p:spPr>
          <a:xfrm>
            <a:off x="2631389" y="5125073"/>
            <a:ext cx="3605700" cy="450300"/>
          </a:xfrm>
          <a:prstGeom prst="rect">
            <a:avLst/>
          </a:prstGeom>
        </p:spPr>
        <p:txBody>
          <a:bodyPr anchorCtr="0" anchor="ctr" bIns="54000" lIns="54000" spcFirstLastPara="1" rIns="54000" wrap="square" tIns="54000">
            <a:noAutofit/>
          </a:bodyPr>
          <a:lstStyle/>
          <a:p>
            <a:pPr indent="0" lvl="0" marL="0" rtl="0" algn="l">
              <a:spcBef>
                <a:spcPts val="0"/>
              </a:spcBef>
              <a:spcAft>
                <a:spcPts val="0"/>
              </a:spcAft>
              <a:buNone/>
            </a:pPr>
            <a:r>
              <a:t/>
            </a:r>
            <a:endParaRPr/>
          </a:p>
        </p:txBody>
      </p:sp>
      <p:sp>
        <p:nvSpPr>
          <p:cNvPr id="17659" name="Google Shape;17659;p310"/>
          <p:cNvSpPr txBox="1"/>
          <p:nvPr>
            <p:ph idx="27" type="subTitle"/>
          </p:nvPr>
        </p:nvSpPr>
        <p:spPr>
          <a:xfrm>
            <a:off x="6269361" y="5125073"/>
            <a:ext cx="3536400" cy="450300"/>
          </a:xfrm>
          <a:prstGeom prst="rect">
            <a:avLst/>
          </a:prstGeom>
        </p:spPr>
        <p:txBody>
          <a:bodyPr anchorCtr="0" anchor="ctr" bIns="54000" lIns="54000" spcFirstLastPara="1" rIns="54000" wrap="square" tIns="54000">
            <a:noAutofit/>
          </a:bodyPr>
          <a:lstStyle/>
          <a:p>
            <a:pPr indent="0" lvl="0" marL="0" rtl="0" algn="l">
              <a:spcBef>
                <a:spcPts val="0"/>
              </a:spcBef>
              <a:spcAft>
                <a:spcPts val="0"/>
              </a:spcAft>
              <a:buNone/>
            </a:pPr>
            <a:r>
              <a:t/>
            </a:r>
            <a:endParaRPr/>
          </a:p>
        </p:txBody>
      </p:sp>
      <p:sp>
        <p:nvSpPr>
          <p:cNvPr id="17660" name="Google Shape;17660;p310"/>
          <p:cNvSpPr txBox="1"/>
          <p:nvPr>
            <p:ph idx="28" type="subTitle"/>
          </p:nvPr>
        </p:nvSpPr>
        <p:spPr>
          <a:xfrm>
            <a:off x="832100" y="5645346"/>
            <a:ext cx="1750500" cy="450300"/>
          </a:xfrm>
          <a:prstGeom prst="rect">
            <a:avLst/>
          </a:prstGeom>
        </p:spPr>
        <p:txBody>
          <a:bodyPr anchorCtr="0" anchor="ctr" bIns="54000" lIns="54000" spcFirstLastPara="1" rIns="54000" wrap="square" tIns="54000">
            <a:noAutofit/>
          </a:bodyPr>
          <a:lstStyle/>
          <a:p>
            <a:pPr indent="0" lvl="0" marL="0" rtl="0" algn="l">
              <a:spcBef>
                <a:spcPts val="0"/>
              </a:spcBef>
              <a:spcAft>
                <a:spcPts val="0"/>
              </a:spcAft>
              <a:buNone/>
            </a:pPr>
            <a:r>
              <a:t/>
            </a:r>
            <a:endParaRPr/>
          </a:p>
        </p:txBody>
      </p:sp>
      <p:sp>
        <p:nvSpPr>
          <p:cNvPr id="17661" name="Google Shape;17661;p310"/>
          <p:cNvSpPr txBox="1"/>
          <p:nvPr>
            <p:ph idx="29" type="subTitle"/>
          </p:nvPr>
        </p:nvSpPr>
        <p:spPr>
          <a:xfrm>
            <a:off x="2631389" y="5645346"/>
            <a:ext cx="3605700" cy="450300"/>
          </a:xfrm>
          <a:prstGeom prst="rect">
            <a:avLst/>
          </a:prstGeom>
        </p:spPr>
        <p:txBody>
          <a:bodyPr anchorCtr="0" anchor="ctr" bIns="54000" lIns="54000" spcFirstLastPara="1" rIns="54000" wrap="square" tIns="54000">
            <a:noAutofit/>
          </a:bodyPr>
          <a:lstStyle/>
          <a:p>
            <a:pPr indent="0" lvl="0" marL="0" rtl="0" algn="l">
              <a:spcBef>
                <a:spcPts val="0"/>
              </a:spcBef>
              <a:spcAft>
                <a:spcPts val="0"/>
              </a:spcAft>
              <a:buNone/>
            </a:pPr>
            <a:r>
              <a:t/>
            </a:r>
            <a:endParaRPr/>
          </a:p>
        </p:txBody>
      </p:sp>
      <p:sp>
        <p:nvSpPr>
          <p:cNvPr id="17662" name="Google Shape;17662;p310"/>
          <p:cNvSpPr txBox="1"/>
          <p:nvPr>
            <p:ph idx="30" type="subTitle"/>
          </p:nvPr>
        </p:nvSpPr>
        <p:spPr>
          <a:xfrm>
            <a:off x="6269361" y="5645346"/>
            <a:ext cx="3536400" cy="450300"/>
          </a:xfrm>
          <a:prstGeom prst="rect">
            <a:avLst/>
          </a:prstGeom>
        </p:spPr>
        <p:txBody>
          <a:bodyPr anchorCtr="0" anchor="ctr" bIns="54000" lIns="54000" spcFirstLastPara="1" rIns="54000" wrap="square" tIns="54000">
            <a:noAutofit/>
          </a:bodyPr>
          <a:lstStyle/>
          <a:p>
            <a:pPr indent="0" lvl="0" marL="0" rtl="0" algn="l">
              <a:spcBef>
                <a:spcPts val="0"/>
              </a:spcBef>
              <a:spcAft>
                <a:spcPts val="0"/>
              </a:spcAft>
              <a:buNone/>
            </a:pPr>
            <a:r>
              <a:t/>
            </a:r>
            <a:endParaRPr/>
          </a:p>
        </p:txBody>
      </p:sp>
      <p:sp>
        <p:nvSpPr>
          <p:cNvPr id="17663" name="Google Shape;17663;p310"/>
          <p:cNvSpPr txBox="1"/>
          <p:nvPr>
            <p:ph idx="31" type="subTitle"/>
          </p:nvPr>
        </p:nvSpPr>
        <p:spPr>
          <a:xfrm>
            <a:off x="832100" y="6178521"/>
            <a:ext cx="1750500" cy="450300"/>
          </a:xfrm>
          <a:prstGeom prst="rect">
            <a:avLst/>
          </a:prstGeom>
        </p:spPr>
        <p:txBody>
          <a:bodyPr anchorCtr="0" anchor="ctr" bIns="54000" lIns="54000" spcFirstLastPara="1" rIns="54000" wrap="square" tIns="54000">
            <a:noAutofit/>
          </a:bodyPr>
          <a:lstStyle/>
          <a:p>
            <a:pPr indent="0" lvl="0" marL="0" rtl="0" algn="l">
              <a:spcBef>
                <a:spcPts val="0"/>
              </a:spcBef>
              <a:spcAft>
                <a:spcPts val="0"/>
              </a:spcAft>
              <a:buNone/>
            </a:pPr>
            <a:r>
              <a:t/>
            </a:r>
            <a:endParaRPr/>
          </a:p>
        </p:txBody>
      </p:sp>
      <p:sp>
        <p:nvSpPr>
          <p:cNvPr id="17664" name="Google Shape;17664;p310"/>
          <p:cNvSpPr txBox="1"/>
          <p:nvPr>
            <p:ph idx="32" type="subTitle"/>
          </p:nvPr>
        </p:nvSpPr>
        <p:spPr>
          <a:xfrm>
            <a:off x="2631389" y="6178521"/>
            <a:ext cx="3605700" cy="450300"/>
          </a:xfrm>
          <a:prstGeom prst="rect">
            <a:avLst/>
          </a:prstGeom>
        </p:spPr>
        <p:txBody>
          <a:bodyPr anchorCtr="0" anchor="ctr" bIns="54000" lIns="54000" spcFirstLastPara="1" rIns="54000" wrap="square" tIns="54000">
            <a:noAutofit/>
          </a:bodyPr>
          <a:lstStyle/>
          <a:p>
            <a:pPr indent="0" lvl="0" marL="0" rtl="0" algn="l">
              <a:spcBef>
                <a:spcPts val="0"/>
              </a:spcBef>
              <a:spcAft>
                <a:spcPts val="0"/>
              </a:spcAft>
              <a:buNone/>
            </a:pPr>
            <a:r>
              <a:t/>
            </a:r>
            <a:endParaRPr/>
          </a:p>
        </p:txBody>
      </p:sp>
      <p:sp>
        <p:nvSpPr>
          <p:cNvPr id="17665" name="Google Shape;17665;p310"/>
          <p:cNvSpPr txBox="1"/>
          <p:nvPr>
            <p:ph idx="33" type="subTitle"/>
          </p:nvPr>
        </p:nvSpPr>
        <p:spPr>
          <a:xfrm>
            <a:off x="6269361" y="6178521"/>
            <a:ext cx="3536400" cy="450300"/>
          </a:xfrm>
          <a:prstGeom prst="rect">
            <a:avLst/>
          </a:prstGeom>
        </p:spPr>
        <p:txBody>
          <a:bodyPr anchorCtr="0" anchor="ctr" bIns="54000" lIns="54000" spcFirstLastPara="1" rIns="54000" wrap="square" tIns="54000">
            <a:noAutofit/>
          </a:bodyPr>
          <a:lstStyle/>
          <a:p>
            <a:pPr indent="0" lvl="0" marL="0" rtl="0" algn="l">
              <a:spcBef>
                <a:spcPts val="0"/>
              </a:spcBef>
              <a:spcAft>
                <a:spcPts val="0"/>
              </a:spcAft>
              <a:buNone/>
            </a:pPr>
            <a:r>
              <a:t/>
            </a:r>
            <a:endParaRPr/>
          </a:p>
        </p:txBody>
      </p:sp>
      <p:sp>
        <p:nvSpPr>
          <p:cNvPr id="17666" name="Google Shape;17666;p310"/>
          <p:cNvSpPr txBox="1"/>
          <p:nvPr>
            <p:ph type="title"/>
          </p:nvPr>
        </p:nvSpPr>
        <p:spPr>
          <a:xfrm flipH="1">
            <a:off x="4025374" y="387675"/>
            <a:ext cx="5863200" cy="169200"/>
          </a:xfrm>
          <a:prstGeom prst="rect">
            <a:avLst/>
          </a:prstGeom>
        </p:spPr>
        <p:txBody>
          <a:bodyPr anchorCtr="0" anchor="ctr" bIns="0" lIns="0" spcFirstLastPara="1" rIns="0" wrap="square" tIns="0">
            <a:noAutofit/>
          </a:bodyPr>
          <a:lstStyle/>
          <a:p>
            <a:pPr indent="0" lvl="0" marL="0" rtl="0" algn="l">
              <a:spcBef>
                <a:spcPts val="0"/>
              </a:spcBef>
              <a:spcAft>
                <a:spcPts val="0"/>
              </a:spcAft>
              <a:buNone/>
            </a:pPr>
            <a:r>
              <a:t/>
            </a:r>
            <a:endParaRPr/>
          </a:p>
        </p:txBody>
      </p:sp>
      <p:sp>
        <p:nvSpPr>
          <p:cNvPr id="17667" name="Google Shape;17667;p310"/>
          <p:cNvSpPr txBox="1"/>
          <p:nvPr>
            <p:ph idx="34" type="title"/>
          </p:nvPr>
        </p:nvSpPr>
        <p:spPr>
          <a:xfrm flipH="1">
            <a:off x="3208773" y="579550"/>
            <a:ext cx="6679800" cy="169200"/>
          </a:xfrm>
          <a:prstGeom prst="rect">
            <a:avLst/>
          </a:prstGeom>
        </p:spPr>
        <p:txBody>
          <a:bodyPr anchorCtr="0" anchor="ctr" bIns="0" lIns="0" spcFirstLastPara="1" rIns="0" wrap="square" tIns="0">
            <a:noAutofit/>
          </a:bodyPr>
          <a:lstStyle/>
          <a:p>
            <a:pPr indent="0" lvl="0" marL="0" rtl="0" algn="l">
              <a:spcBef>
                <a:spcPts val="0"/>
              </a:spcBef>
              <a:spcAft>
                <a:spcPts val="0"/>
              </a:spcAft>
              <a:buNone/>
            </a:pPr>
            <a:r>
              <a:t/>
            </a:r>
            <a:endParaRPr/>
          </a:p>
        </p:txBody>
      </p:sp>
      <p:sp>
        <p:nvSpPr>
          <p:cNvPr id="17668" name="Google Shape;17668;p310"/>
          <p:cNvSpPr txBox="1"/>
          <p:nvPr>
            <p:ph idx="35" type="body"/>
          </p:nvPr>
        </p:nvSpPr>
        <p:spPr>
          <a:xfrm>
            <a:off x="641150" y="612125"/>
            <a:ext cx="1770300" cy="160500"/>
          </a:xfrm>
          <a:prstGeom prst="rect">
            <a:avLst/>
          </a:prstGeom>
        </p:spPr>
        <p:txBody>
          <a:bodyPr anchorCtr="0" anchor="t" bIns="0" lIns="0" spcFirstLastPara="1" rIns="0" wrap="square" tIns="0">
            <a:noAutofit/>
          </a:bodyPr>
          <a:lstStyle/>
          <a:p>
            <a:pPr indent="0" lvl="0" marL="0" rtl="0" algn="ctr">
              <a:spcBef>
                <a:spcPts val="0"/>
              </a:spcBef>
              <a:spcAft>
                <a:spcPts val="0"/>
              </a:spcAft>
              <a:buNone/>
            </a:pPr>
            <a:r>
              <a:t/>
            </a:r>
            <a:endParaRPr/>
          </a:p>
        </p:txBody>
      </p:sp>
    </p:spTree>
  </p:cSld>
  <p:clrMapOvr>
    <a:masterClrMapping/>
  </p:clrMapOvr>
</p:sld>
</file>

<file path=ppt/slides/slide5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672" name="Shape 17672"/>
        <p:cNvGrpSpPr/>
        <p:nvPr/>
      </p:nvGrpSpPr>
      <p:grpSpPr>
        <a:xfrm>
          <a:off x="0" y="0"/>
          <a:ext cx="0" cy="0"/>
          <a:chOff x="0" y="0"/>
          <a:chExt cx="0" cy="0"/>
        </a:xfrm>
      </p:grpSpPr>
      <p:sp>
        <p:nvSpPr>
          <p:cNvPr id="17673" name="Google Shape;17673;p311"/>
          <p:cNvSpPr txBox="1"/>
          <p:nvPr>
            <p:ph idx="1" type="subTitle"/>
          </p:nvPr>
        </p:nvSpPr>
        <p:spPr>
          <a:xfrm>
            <a:off x="832100" y="1493107"/>
            <a:ext cx="1750500" cy="450300"/>
          </a:xfrm>
          <a:prstGeom prst="rect">
            <a:avLst/>
          </a:prstGeom>
        </p:spPr>
        <p:txBody>
          <a:bodyPr anchorCtr="0" anchor="ctr" bIns="54000" lIns="54000" spcFirstLastPara="1" rIns="54000" wrap="square" tIns="54000">
            <a:noAutofit/>
          </a:bodyPr>
          <a:lstStyle/>
          <a:p>
            <a:pPr indent="0" lvl="0" marL="0" rtl="0" algn="l">
              <a:spcBef>
                <a:spcPts val="0"/>
              </a:spcBef>
              <a:spcAft>
                <a:spcPts val="0"/>
              </a:spcAft>
              <a:buNone/>
            </a:pPr>
            <a:r>
              <a:rPr lang="es-419"/>
              <a:t>RF-11</a:t>
            </a:r>
            <a:endParaRPr/>
          </a:p>
        </p:txBody>
      </p:sp>
      <p:sp>
        <p:nvSpPr>
          <p:cNvPr id="17674" name="Google Shape;17674;p311"/>
          <p:cNvSpPr txBox="1"/>
          <p:nvPr>
            <p:ph idx="2" type="subTitle"/>
          </p:nvPr>
        </p:nvSpPr>
        <p:spPr>
          <a:xfrm>
            <a:off x="2631389" y="1493107"/>
            <a:ext cx="3605700" cy="450300"/>
          </a:xfrm>
          <a:prstGeom prst="rect">
            <a:avLst/>
          </a:prstGeom>
        </p:spPr>
        <p:txBody>
          <a:bodyPr anchorCtr="0" anchor="ctr" bIns="54000" lIns="54000" spcFirstLastPara="1" rIns="54000" wrap="square" tIns="54000">
            <a:noAutofit/>
          </a:bodyPr>
          <a:lstStyle/>
          <a:p>
            <a:pPr indent="0" lvl="0" marL="0" rtl="0" algn="l">
              <a:spcBef>
                <a:spcPts val="0"/>
              </a:spcBef>
              <a:spcAft>
                <a:spcPts val="0"/>
              </a:spcAft>
              <a:buNone/>
            </a:pPr>
            <a:r>
              <a:rPr lang="es-419"/>
              <a:t>Acceso inmediato al historial</a:t>
            </a:r>
            <a:endParaRPr/>
          </a:p>
        </p:txBody>
      </p:sp>
      <p:sp>
        <p:nvSpPr>
          <p:cNvPr id="17675" name="Google Shape;17675;p311"/>
          <p:cNvSpPr txBox="1"/>
          <p:nvPr>
            <p:ph idx="3" type="subTitle"/>
          </p:nvPr>
        </p:nvSpPr>
        <p:spPr>
          <a:xfrm>
            <a:off x="6269361" y="1493107"/>
            <a:ext cx="3536400" cy="450300"/>
          </a:xfrm>
          <a:prstGeom prst="rect">
            <a:avLst/>
          </a:prstGeom>
        </p:spPr>
        <p:txBody>
          <a:bodyPr anchorCtr="0" anchor="ctr" bIns="54000" lIns="54000" spcFirstLastPara="1" rIns="54000" wrap="square" tIns="54000">
            <a:noAutofit/>
          </a:bodyPr>
          <a:lstStyle/>
          <a:p>
            <a:pPr indent="0" lvl="0" marL="0" rtl="0" algn="l">
              <a:spcBef>
                <a:spcPts val="0"/>
              </a:spcBef>
              <a:spcAft>
                <a:spcPts val="0"/>
              </a:spcAft>
              <a:buNone/>
            </a:pPr>
            <a:r>
              <a:rPr lang="es-419"/>
              <a:t>CUS-03</a:t>
            </a:r>
            <a:endParaRPr/>
          </a:p>
        </p:txBody>
      </p:sp>
      <p:sp>
        <p:nvSpPr>
          <p:cNvPr id="17676" name="Google Shape;17676;p311"/>
          <p:cNvSpPr txBox="1"/>
          <p:nvPr>
            <p:ph idx="4" type="subTitle"/>
          </p:nvPr>
        </p:nvSpPr>
        <p:spPr>
          <a:xfrm>
            <a:off x="832100" y="2026281"/>
            <a:ext cx="1750500" cy="450300"/>
          </a:xfrm>
          <a:prstGeom prst="rect">
            <a:avLst/>
          </a:prstGeom>
        </p:spPr>
        <p:txBody>
          <a:bodyPr anchorCtr="0" anchor="ctr" bIns="54000" lIns="54000" spcFirstLastPara="1" rIns="54000" wrap="square" tIns="54000">
            <a:noAutofit/>
          </a:bodyPr>
          <a:lstStyle/>
          <a:p>
            <a:pPr indent="0" lvl="0" marL="0" rtl="0" algn="l">
              <a:spcBef>
                <a:spcPts val="0"/>
              </a:spcBef>
              <a:spcAft>
                <a:spcPts val="0"/>
              </a:spcAft>
              <a:buNone/>
            </a:pPr>
            <a:r>
              <a:rPr lang="es-419"/>
              <a:t>RF-12</a:t>
            </a:r>
            <a:endParaRPr/>
          </a:p>
        </p:txBody>
      </p:sp>
      <p:sp>
        <p:nvSpPr>
          <p:cNvPr id="17677" name="Google Shape;17677;p311"/>
          <p:cNvSpPr txBox="1"/>
          <p:nvPr>
            <p:ph idx="5" type="subTitle"/>
          </p:nvPr>
        </p:nvSpPr>
        <p:spPr>
          <a:xfrm>
            <a:off x="2631389" y="2026281"/>
            <a:ext cx="3605700" cy="450300"/>
          </a:xfrm>
          <a:prstGeom prst="rect">
            <a:avLst/>
          </a:prstGeom>
        </p:spPr>
        <p:txBody>
          <a:bodyPr anchorCtr="0" anchor="ctr" bIns="54000" lIns="54000" spcFirstLastPara="1" rIns="54000" wrap="square" tIns="54000">
            <a:noAutofit/>
          </a:bodyPr>
          <a:lstStyle/>
          <a:p>
            <a:pPr indent="0" lvl="0" marL="0" rtl="0" algn="l">
              <a:spcBef>
                <a:spcPts val="0"/>
              </a:spcBef>
              <a:spcAft>
                <a:spcPts val="0"/>
              </a:spcAft>
              <a:buClr>
                <a:schemeClr val="dk1"/>
              </a:buClr>
              <a:buSzPts val="1100"/>
              <a:buFont typeface="Arial"/>
              <a:buNone/>
            </a:pPr>
            <a:r>
              <a:rPr lang="es-419">
                <a:solidFill>
                  <a:schemeClr val="dk1"/>
                </a:solidFill>
              </a:rPr>
              <a:t>Acceso inmediato al historial</a:t>
            </a:r>
            <a:endParaRPr/>
          </a:p>
        </p:txBody>
      </p:sp>
      <p:sp>
        <p:nvSpPr>
          <p:cNvPr id="17678" name="Google Shape;17678;p311"/>
          <p:cNvSpPr txBox="1"/>
          <p:nvPr>
            <p:ph idx="6" type="subTitle"/>
          </p:nvPr>
        </p:nvSpPr>
        <p:spPr>
          <a:xfrm>
            <a:off x="6269361" y="2026281"/>
            <a:ext cx="3536400" cy="450300"/>
          </a:xfrm>
          <a:prstGeom prst="rect">
            <a:avLst/>
          </a:prstGeom>
        </p:spPr>
        <p:txBody>
          <a:bodyPr anchorCtr="0" anchor="ctr" bIns="54000" lIns="54000" spcFirstLastPara="1" rIns="54000" wrap="square" tIns="54000">
            <a:noAutofit/>
          </a:bodyPr>
          <a:lstStyle/>
          <a:p>
            <a:pPr indent="0" lvl="0" marL="0" rtl="0" algn="l">
              <a:spcBef>
                <a:spcPts val="0"/>
              </a:spcBef>
              <a:spcAft>
                <a:spcPts val="0"/>
              </a:spcAft>
              <a:buClr>
                <a:schemeClr val="dk1"/>
              </a:buClr>
              <a:buSzPts val="1100"/>
              <a:buFont typeface="Arial"/>
              <a:buNone/>
            </a:pPr>
            <a:r>
              <a:rPr lang="es-419">
                <a:solidFill>
                  <a:schemeClr val="dk1"/>
                </a:solidFill>
              </a:rPr>
              <a:t>CUS-03</a:t>
            </a:r>
            <a:endParaRPr/>
          </a:p>
        </p:txBody>
      </p:sp>
      <p:sp>
        <p:nvSpPr>
          <p:cNvPr id="17679" name="Google Shape;17679;p311"/>
          <p:cNvSpPr txBox="1"/>
          <p:nvPr>
            <p:ph idx="7" type="subTitle"/>
          </p:nvPr>
        </p:nvSpPr>
        <p:spPr>
          <a:xfrm>
            <a:off x="832100" y="2534273"/>
            <a:ext cx="1750500" cy="450300"/>
          </a:xfrm>
          <a:prstGeom prst="rect">
            <a:avLst/>
          </a:prstGeom>
        </p:spPr>
        <p:txBody>
          <a:bodyPr anchorCtr="0" anchor="ctr" bIns="54000" lIns="54000" spcFirstLastPara="1" rIns="54000" wrap="square" tIns="54000">
            <a:noAutofit/>
          </a:bodyPr>
          <a:lstStyle/>
          <a:p>
            <a:pPr indent="0" lvl="0" marL="0" rtl="0" algn="l">
              <a:spcBef>
                <a:spcPts val="0"/>
              </a:spcBef>
              <a:spcAft>
                <a:spcPts val="0"/>
              </a:spcAft>
              <a:buNone/>
            </a:pPr>
            <a:r>
              <a:rPr lang="es-419"/>
              <a:t>RF-13</a:t>
            </a:r>
            <a:endParaRPr/>
          </a:p>
        </p:txBody>
      </p:sp>
      <p:sp>
        <p:nvSpPr>
          <p:cNvPr id="17680" name="Google Shape;17680;p311"/>
          <p:cNvSpPr txBox="1"/>
          <p:nvPr>
            <p:ph idx="8" type="subTitle"/>
          </p:nvPr>
        </p:nvSpPr>
        <p:spPr>
          <a:xfrm>
            <a:off x="2631389" y="2534273"/>
            <a:ext cx="3605700" cy="450300"/>
          </a:xfrm>
          <a:prstGeom prst="rect">
            <a:avLst/>
          </a:prstGeom>
        </p:spPr>
        <p:txBody>
          <a:bodyPr anchorCtr="0" anchor="ctr" bIns="54000" lIns="54000" spcFirstLastPara="1" rIns="54000" wrap="square" tIns="54000">
            <a:noAutofit/>
          </a:bodyPr>
          <a:lstStyle/>
          <a:p>
            <a:pPr indent="0" lvl="0" marL="0" rtl="0" algn="l">
              <a:spcBef>
                <a:spcPts val="0"/>
              </a:spcBef>
              <a:spcAft>
                <a:spcPts val="0"/>
              </a:spcAft>
              <a:buClr>
                <a:schemeClr val="dk1"/>
              </a:buClr>
              <a:buSzPts val="1100"/>
              <a:buFont typeface="Arial"/>
              <a:buNone/>
            </a:pPr>
            <a:r>
              <a:rPr lang="es-419">
                <a:solidFill>
                  <a:schemeClr val="dk1"/>
                </a:solidFill>
              </a:rPr>
              <a:t>Acceso inmediato al historial</a:t>
            </a:r>
            <a:endParaRPr/>
          </a:p>
        </p:txBody>
      </p:sp>
      <p:sp>
        <p:nvSpPr>
          <p:cNvPr id="17681" name="Google Shape;17681;p311"/>
          <p:cNvSpPr txBox="1"/>
          <p:nvPr>
            <p:ph idx="9" type="subTitle"/>
          </p:nvPr>
        </p:nvSpPr>
        <p:spPr>
          <a:xfrm>
            <a:off x="6269361" y="2534273"/>
            <a:ext cx="3536400" cy="450300"/>
          </a:xfrm>
          <a:prstGeom prst="rect">
            <a:avLst/>
          </a:prstGeom>
        </p:spPr>
        <p:txBody>
          <a:bodyPr anchorCtr="0" anchor="ctr" bIns="54000" lIns="54000" spcFirstLastPara="1" rIns="54000" wrap="square" tIns="54000">
            <a:noAutofit/>
          </a:bodyPr>
          <a:lstStyle/>
          <a:p>
            <a:pPr indent="0" lvl="0" marL="0" rtl="0" algn="l">
              <a:spcBef>
                <a:spcPts val="0"/>
              </a:spcBef>
              <a:spcAft>
                <a:spcPts val="0"/>
              </a:spcAft>
              <a:buClr>
                <a:schemeClr val="dk1"/>
              </a:buClr>
              <a:buSzPts val="1100"/>
              <a:buFont typeface="Arial"/>
              <a:buNone/>
            </a:pPr>
            <a:r>
              <a:rPr lang="es-419">
                <a:solidFill>
                  <a:schemeClr val="dk1"/>
                </a:solidFill>
              </a:rPr>
              <a:t>CUS-03</a:t>
            </a:r>
            <a:endParaRPr/>
          </a:p>
        </p:txBody>
      </p:sp>
      <p:sp>
        <p:nvSpPr>
          <p:cNvPr id="17682" name="Google Shape;17682;p311"/>
          <p:cNvSpPr txBox="1"/>
          <p:nvPr>
            <p:ph idx="13" type="subTitle"/>
          </p:nvPr>
        </p:nvSpPr>
        <p:spPr>
          <a:xfrm>
            <a:off x="832100" y="3054546"/>
            <a:ext cx="1750500" cy="450300"/>
          </a:xfrm>
          <a:prstGeom prst="rect">
            <a:avLst/>
          </a:prstGeom>
        </p:spPr>
        <p:txBody>
          <a:bodyPr anchorCtr="0" anchor="ctr" bIns="54000" lIns="54000" spcFirstLastPara="1" rIns="54000" wrap="square" tIns="54000">
            <a:noAutofit/>
          </a:bodyPr>
          <a:lstStyle/>
          <a:p>
            <a:pPr indent="0" lvl="0" marL="0" rtl="0" algn="l">
              <a:spcBef>
                <a:spcPts val="0"/>
              </a:spcBef>
              <a:spcAft>
                <a:spcPts val="0"/>
              </a:spcAft>
              <a:buNone/>
            </a:pPr>
            <a:r>
              <a:rPr lang="es-419"/>
              <a:t>RF-14</a:t>
            </a:r>
            <a:endParaRPr/>
          </a:p>
        </p:txBody>
      </p:sp>
      <p:sp>
        <p:nvSpPr>
          <p:cNvPr id="17683" name="Google Shape;17683;p311"/>
          <p:cNvSpPr txBox="1"/>
          <p:nvPr>
            <p:ph idx="14" type="subTitle"/>
          </p:nvPr>
        </p:nvSpPr>
        <p:spPr>
          <a:xfrm>
            <a:off x="2631389" y="3054546"/>
            <a:ext cx="3605700" cy="450300"/>
          </a:xfrm>
          <a:prstGeom prst="rect">
            <a:avLst/>
          </a:prstGeom>
        </p:spPr>
        <p:txBody>
          <a:bodyPr anchorCtr="0" anchor="ctr" bIns="54000" lIns="54000" spcFirstLastPara="1" rIns="54000" wrap="square" tIns="54000">
            <a:noAutofit/>
          </a:bodyPr>
          <a:lstStyle/>
          <a:p>
            <a:pPr indent="0" lvl="0" marL="0" rtl="0" algn="l">
              <a:spcBef>
                <a:spcPts val="0"/>
              </a:spcBef>
              <a:spcAft>
                <a:spcPts val="0"/>
              </a:spcAft>
              <a:buClr>
                <a:schemeClr val="dk1"/>
              </a:buClr>
              <a:buSzPts val="1100"/>
              <a:buFont typeface="Arial"/>
              <a:buNone/>
            </a:pPr>
            <a:r>
              <a:rPr lang="es-419">
                <a:solidFill>
                  <a:schemeClr val="dk1"/>
                </a:solidFill>
              </a:rPr>
              <a:t>Acceso inmediato al historial</a:t>
            </a:r>
            <a:endParaRPr/>
          </a:p>
        </p:txBody>
      </p:sp>
      <p:sp>
        <p:nvSpPr>
          <p:cNvPr id="17684" name="Google Shape;17684;p311"/>
          <p:cNvSpPr txBox="1"/>
          <p:nvPr>
            <p:ph idx="15" type="subTitle"/>
          </p:nvPr>
        </p:nvSpPr>
        <p:spPr>
          <a:xfrm>
            <a:off x="6269361" y="3054546"/>
            <a:ext cx="3536400" cy="450300"/>
          </a:xfrm>
          <a:prstGeom prst="rect">
            <a:avLst/>
          </a:prstGeom>
        </p:spPr>
        <p:txBody>
          <a:bodyPr anchorCtr="0" anchor="ctr" bIns="54000" lIns="54000" spcFirstLastPara="1" rIns="54000" wrap="square" tIns="54000">
            <a:noAutofit/>
          </a:bodyPr>
          <a:lstStyle/>
          <a:p>
            <a:pPr indent="0" lvl="0" marL="0" rtl="0" algn="l">
              <a:spcBef>
                <a:spcPts val="0"/>
              </a:spcBef>
              <a:spcAft>
                <a:spcPts val="0"/>
              </a:spcAft>
              <a:buClr>
                <a:schemeClr val="dk1"/>
              </a:buClr>
              <a:buSzPts val="1100"/>
              <a:buFont typeface="Arial"/>
              <a:buNone/>
            </a:pPr>
            <a:r>
              <a:rPr lang="es-419">
                <a:solidFill>
                  <a:schemeClr val="dk1"/>
                </a:solidFill>
              </a:rPr>
              <a:t>CUS-03</a:t>
            </a:r>
            <a:endParaRPr/>
          </a:p>
        </p:txBody>
      </p:sp>
      <p:sp>
        <p:nvSpPr>
          <p:cNvPr id="17685" name="Google Shape;17685;p311"/>
          <p:cNvSpPr txBox="1"/>
          <p:nvPr>
            <p:ph idx="16" type="subTitle"/>
          </p:nvPr>
        </p:nvSpPr>
        <p:spPr>
          <a:xfrm>
            <a:off x="832100" y="3587721"/>
            <a:ext cx="1750500" cy="450300"/>
          </a:xfrm>
          <a:prstGeom prst="rect">
            <a:avLst/>
          </a:prstGeom>
        </p:spPr>
        <p:txBody>
          <a:bodyPr anchorCtr="0" anchor="ctr" bIns="54000" lIns="54000" spcFirstLastPara="1" rIns="54000" wrap="square" tIns="54000">
            <a:noAutofit/>
          </a:bodyPr>
          <a:lstStyle/>
          <a:p>
            <a:pPr indent="0" lvl="0" marL="0" rtl="0" algn="l">
              <a:spcBef>
                <a:spcPts val="0"/>
              </a:spcBef>
              <a:spcAft>
                <a:spcPts val="0"/>
              </a:spcAft>
              <a:buNone/>
            </a:pPr>
            <a:r>
              <a:rPr lang="es-419"/>
              <a:t>RF-15</a:t>
            </a:r>
            <a:endParaRPr/>
          </a:p>
        </p:txBody>
      </p:sp>
      <p:sp>
        <p:nvSpPr>
          <p:cNvPr id="17686" name="Google Shape;17686;p311"/>
          <p:cNvSpPr txBox="1"/>
          <p:nvPr>
            <p:ph idx="17" type="subTitle"/>
          </p:nvPr>
        </p:nvSpPr>
        <p:spPr>
          <a:xfrm>
            <a:off x="2631389" y="3587721"/>
            <a:ext cx="3605700" cy="450300"/>
          </a:xfrm>
          <a:prstGeom prst="rect">
            <a:avLst/>
          </a:prstGeom>
        </p:spPr>
        <p:txBody>
          <a:bodyPr anchorCtr="0" anchor="ctr" bIns="54000" lIns="54000" spcFirstLastPara="1" rIns="54000" wrap="square" tIns="54000">
            <a:noAutofit/>
          </a:bodyPr>
          <a:lstStyle/>
          <a:p>
            <a:pPr indent="0" lvl="0" marL="0" rtl="0" algn="l">
              <a:spcBef>
                <a:spcPts val="0"/>
              </a:spcBef>
              <a:spcAft>
                <a:spcPts val="0"/>
              </a:spcAft>
              <a:buClr>
                <a:schemeClr val="dk1"/>
              </a:buClr>
              <a:buSzPts val="1100"/>
              <a:buFont typeface="Arial"/>
              <a:buNone/>
            </a:pPr>
            <a:r>
              <a:rPr lang="es-419">
                <a:solidFill>
                  <a:schemeClr val="dk1"/>
                </a:solidFill>
              </a:rPr>
              <a:t>Acceso inmediato al historial</a:t>
            </a:r>
            <a:endParaRPr/>
          </a:p>
        </p:txBody>
      </p:sp>
      <p:sp>
        <p:nvSpPr>
          <p:cNvPr id="17687" name="Google Shape;17687;p311"/>
          <p:cNvSpPr txBox="1"/>
          <p:nvPr>
            <p:ph idx="18" type="subTitle"/>
          </p:nvPr>
        </p:nvSpPr>
        <p:spPr>
          <a:xfrm>
            <a:off x="6269361" y="3587721"/>
            <a:ext cx="3536400" cy="450300"/>
          </a:xfrm>
          <a:prstGeom prst="rect">
            <a:avLst/>
          </a:prstGeom>
        </p:spPr>
        <p:txBody>
          <a:bodyPr anchorCtr="0" anchor="ctr" bIns="54000" lIns="54000" spcFirstLastPara="1" rIns="54000" wrap="square" tIns="54000">
            <a:noAutofit/>
          </a:bodyPr>
          <a:lstStyle/>
          <a:p>
            <a:pPr indent="0" lvl="0" marL="0" rtl="0" algn="l">
              <a:spcBef>
                <a:spcPts val="0"/>
              </a:spcBef>
              <a:spcAft>
                <a:spcPts val="0"/>
              </a:spcAft>
              <a:buClr>
                <a:schemeClr val="dk1"/>
              </a:buClr>
              <a:buSzPts val="1100"/>
              <a:buFont typeface="Arial"/>
              <a:buNone/>
            </a:pPr>
            <a:r>
              <a:rPr lang="es-419">
                <a:solidFill>
                  <a:schemeClr val="dk1"/>
                </a:solidFill>
              </a:rPr>
              <a:t>CUS-03</a:t>
            </a:r>
            <a:endParaRPr/>
          </a:p>
        </p:txBody>
      </p:sp>
      <p:sp>
        <p:nvSpPr>
          <p:cNvPr id="17688" name="Google Shape;17688;p311"/>
          <p:cNvSpPr txBox="1"/>
          <p:nvPr>
            <p:ph idx="19" type="subTitle"/>
          </p:nvPr>
        </p:nvSpPr>
        <p:spPr>
          <a:xfrm>
            <a:off x="832100" y="4083907"/>
            <a:ext cx="1750500" cy="450300"/>
          </a:xfrm>
          <a:prstGeom prst="rect">
            <a:avLst/>
          </a:prstGeom>
        </p:spPr>
        <p:txBody>
          <a:bodyPr anchorCtr="0" anchor="ctr" bIns="54000" lIns="54000" spcFirstLastPara="1" rIns="54000" wrap="square" tIns="54000">
            <a:noAutofit/>
          </a:bodyPr>
          <a:lstStyle/>
          <a:p>
            <a:pPr indent="0" lvl="0" marL="0" rtl="0" algn="l">
              <a:spcBef>
                <a:spcPts val="0"/>
              </a:spcBef>
              <a:spcAft>
                <a:spcPts val="0"/>
              </a:spcAft>
              <a:buNone/>
            </a:pPr>
            <a:r>
              <a:t/>
            </a:r>
            <a:endParaRPr/>
          </a:p>
        </p:txBody>
      </p:sp>
      <p:sp>
        <p:nvSpPr>
          <p:cNvPr id="17689" name="Google Shape;17689;p311"/>
          <p:cNvSpPr txBox="1"/>
          <p:nvPr>
            <p:ph idx="20" type="subTitle"/>
          </p:nvPr>
        </p:nvSpPr>
        <p:spPr>
          <a:xfrm>
            <a:off x="2631389" y="4083907"/>
            <a:ext cx="3605700" cy="450300"/>
          </a:xfrm>
          <a:prstGeom prst="rect">
            <a:avLst/>
          </a:prstGeom>
        </p:spPr>
        <p:txBody>
          <a:bodyPr anchorCtr="0" anchor="ctr" bIns="54000" lIns="54000" spcFirstLastPara="1" rIns="54000" wrap="square" tIns="54000">
            <a:noAutofit/>
          </a:bodyPr>
          <a:lstStyle/>
          <a:p>
            <a:pPr indent="0" lvl="0" marL="0" rtl="0" algn="l">
              <a:spcBef>
                <a:spcPts val="0"/>
              </a:spcBef>
              <a:spcAft>
                <a:spcPts val="0"/>
              </a:spcAft>
              <a:buNone/>
            </a:pPr>
            <a:r>
              <a:t/>
            </a:r>
            <a:endParaRPr/>
          </a:p>
        </p:txBody>
      </p:sp>
      <p:sp>
        <p:nvSpPr>
          <p:cNvPr id="17690" name="Google Shape;17690;p311"/>
          <p:cNvSpPr txBox="1"/>
          <p:nvPr>
            <p:ph idx="21" type="subTitle"/>
          </p:nvPr>
        </p:nvSpPr>
        <p:spPr>
          <a:xfrm>
            <a:off x="6269361" y="4083907"/>
            <a:ext cx="3536400" cy="450300"/>
          </a:xfrm>
          <a:prstGeom prst="rect">
            <a:avLst/>
          </a:prstGeom>
        </p:spPr>
        <p:txBody>
          <a:bodyPr anchorCtr="0" anchor="ctr" bIns="54000" lIns="54000" spcFirstLastPara="1" rIns="54000" wrap="square" tIns="54000">
            <a:noAutofit/>
          </a:bodyPr>
          <a:lstStyle/>
          <a:p>
            <a:pPr indent="0" lvl="0" marL="0" rtl="0" algn="l">
              <a:spcBef>
                <a:spcPts val="0"/>
              </a:spcBef>
              <a:spcAft>
                <a:spcPts val="0"/>
              </a:spcAft>
              <a:buNone/>
            </a:pPr>
            <a:r>
              <a:t/>
            </a:r>
            <a:endParaRPr/>
          </a:p>
        </p:txBody>
      </p:sp>
      <p:sp>
        <p:nvSpPr>
          <p:cNvPr id="17691" name="Google Shape;17691;p311"/>
          <p:cNvSpPr txBox="1"/>
          <p:nvPr>
            <p:ph idx="22" type="subTitle"/>
          </p:nvPr>
        </p:nvSpPr>
        <p:spPr>
          <a:xfrm>
            <a:off x="832100" y="4617081"/>
            <a:ext cx="1750500" cy="450300"/>
          </a:xfrm>
          <a:prstGeom prst="rect">
            <a:avLst/>
          </a:prstGeom>
        </p:spPr>
        <p:txBody>
          <a:bodyPr anchorCtr="0" anchor="ctr" bIns="54000" lIns="54000" spcFirstLastPara="1" rIns="54000" wrap="square" tIns="54000">
            <a:noAutofit/>
          </a:bodyPr>
          <a:lstStyle/>
          <a:p>
            <a:pPr indent="0" lvl="0" marL="0" rtl="0" algn="l">
              <a:spcBef>
                <a:spcPts val="0"/>
              </a:spcBef>
              <a:spcAft>
                <a:spcPts val="0"/>
              </a:spcAft>
              <a:buNone/>
            </a:pPr>
            <a:r>
              <a:t/>
            </a:r>
            <a:endParaRPr/>
          </a:p>
        </p:txBody>
      </p:sp>
      <p:sp>
        <p:nvSpPr>
          <p:cNvPr id="17692" name="Google Shape;17692;p311"/>
          <p:cNvSpPr txBox="1"/>
          <p:nvPr>
            <p:ph idx="23" type="subTitle"/>
          </p:nvPr>
        </p:nvSpPr>
        <p:spPr>
          <a:xfrm>
            <a:off x="2631389" y="4617081"/>
            <a:ext cx="3605700" cy="450300"/>
          </a:xfrm>
          <a:prstGeom prst="rect">
            <a:avLst/>
          </a:prstGeom>
        </p:spPr>
        <p:txBody>
          <a:bodyPr anchorCtr="0" anchor="ctr" bIns="54000" lIns="54000" spcFirstLastPara="1" rIns="54000" wrap="square" tIns="54000">
            <a:noAutofit/>
          </a:bodyPr>
          <a:lstStyle/>
          <a:p>
            <a:pPr indent="0" lvl="0" marL="0" rtl="0" algn="l">
              <a:spcBef>
                <a:spcPts val="0"/>
              </a:spcBef>
              <a:spcAft>
                <a:spcPts val="0"/>
              </a:spcAft>
              <a:buNone/>
            </a:pPr>
            <a:r>
              <a:t/>
            </a:r>
            <a:endParaRPr/>
          </a:p>
        </p:txBody>
      </p:sp>
      <p:sp>
        <p:nvSpPr>
          <p:cNvPr id="17693" name="Google Shape;17693;p311"/>
          <p:cNvSpPr txBox="1"/>
          <p:nvPr>
            <p:ph idx="24" type="subTitle"/>
          </p:nvPr>
        </p:nvSpPr>
        <p:spPr>
          <a:xfrm>
            <a:off x="6269361" y="4617081"/>
            <a:ext cx="3536400" cy="450300"/>
          </a:xfrm>
          <a:prstGeom prst="rect">
            <a:avLst/>
          </a:prstGeom>
        </p:spPr>
        <p:txBody>
          <a:bodyPr anchorCtr="0" anchor="ctr" bIns="54000" lIns="54000" spcFirstLastPara="1" rIns="54000" wrap="square" tIns="54000">
            <a:noAutofit/>
          </a:bodyPr>
          <a:lstStyle/>
          <a:p>
            <a:pPr indent="0" lvl="0" marL="0" rtl="0" algn="l">
              <a:spcBef>
                <a:spcPts val="0"/>
              </a:spcBef>
              <a:spcAft>
                <a:spcPts val="0"/>
              </a:spcAft>
              <a:buNone/>
            </a:pPr>
            <a:r>
              <a:t/>
            </a:r>
            <a:endParaRPr/>
          </a:p>
        </p:txBody>
      </p:sp>
      <p:sp>
        <p:nvSpPr>
          <p:cNvPr id="17694" name="Google Shape;17694;p311"/>
          <p:cNvSpPr txBox="1"/>
          <p:nvPr>
            <p:ph idx="25" type="subTitle"/>
          </p:nvPr>
        </p:nvSpPr>
        <p:spPr>
          <a:xfrm>
            <a:off x="832100" y="5125073"/>
            <a:ext cx="1750500" cy="450300"/>
          </a:xfrm>
          <a:prstGeom prst="rect">
            <a:avLst/>
          </a:prstGeom>
        </p:spPr>
        <p:txBody>
          <a:bodyPr anchorCtr="0" anchor="ctr" bIns="54000" lIns="54000" spcFirstLastPara="1" rIns="54000" wrap="square" tIns="54000">
            <a:noAutofit/>
          </a:bodyPr>
          <a:lstStyle/>
          <a:p>
            <a:pPr indent="0" lvl="0" marL="0" rtl="0" algn="l">
              <a:spcBef>
                <a:spcPts val="0"/>
              </a:spcBef>
              <a:spcAft>
                <a:spcPts val="0"/>
              </a:spcAft>
              <a:buNone/>
            </a:pPr>
            <a:r>
              <a:t/>
            </a:r>
            <a:endParaRPr/>
          </a:p>
        </p:txBody>
      </p:sp>
      <p:sp>
        <p:nvSpPr>
          <p:cNvPr id="17695" name="Google Shape;17695;p311"/>
          <p:cNvSpPr txBox="1"/>
          <p:nvPr>
            <p:ph idx="26" type="subTitle"/>
          </p:nvPr>
        </p:nvSpPr>
        <p:spPr>
          <a:xfrm>
            <a:off x="2631389" y="5125073"/>
            <a:ext cx="3605700" cy="450300"/>
          </a:xfrm>
          <a:prstGeom prst="rect">
            <a:avLst/>
          </a:prstGeom>
        </p:spPr>
        <p:txBody>
          <a:bodyPr anchorCtr="0" anchor="ctr" bIns="54000" lIns="54000" spcFirstLastPara="1" rIns="54000" wrap="square" tIns="54000">
            <a:noAutofit/>
          </a:bodyPr>
          <a:lstStyle/>
          <a:p>
            <a:pPr indent="0" lvl="0" marL="0" rtl="0" algn="l">
              <a:spcBef>
                <a:spcPts val="0"/>
              </a:spcBef>
              <a:spcAft>
                <a:spcPts val="0"/>
              </a:spcAft>
              <a:buNone/>
            </a:pPr>
            <a:r>
              <a:t/>
            </a:r>
            <a:endParaRPr/>
          </a:p>
        </p:txBody>
      </p:sp>
      <p:sp>
        <p:nvSpPr>
          <p:cNvPr id="17696" name="Google Shape;17696;p311"/>
          <p:cNvSpPr txBox="1"/>
          <p:nvPr>
            <p:ph idx="27" type="subTitle"/>
          </p:nvPr>
        </p:nvSpPr>
        <p:spPr>
          <a:xfrm>
            <a:off x="6269361" y="5125073"/>
            <a:ext cx="3536400" cy="450300"/>
          </a:xfrm>
          <a:prstGeom prst="rect">
            <a:avLst/>
          </a:prstGeom>
        </p:spPr>
        <p:txBody>
          <a:bodyPr anchorCtr="0" anchor="ctr" bIns="54000" lIns="54000" spcFirstLastPara="1" rIns="54000" wrap="square" tIns="54000">
            <a:noAutofit/>
          </a:bodyPr>
          <a:lstStyle/>
          <a:p>
            <a:pPr indent="0" lvl="0" marL="0" rtl="0" algn="l">
              <a:spcBef>
                <a:spcPts val="0"/>
              </a:spcBef>
              <a:spcAft>
                <a:spcPts val="0"/>
              </a:spcAft>
              <a:buNone/>
            </a:pPr>
            <a:r>
              <a:t/>
            </a:r>
            <a:endParaRPr/>
          </a:p>
        </p:txBody>
      </p:sp>
      <p:sp>
        <p:nvSpPr>
          <p:cNvPr id="17697" name="Google Shape;17697;p311"/>
          <p:cNvSpPr txBox="1"/>
          <p:nvPr>
            <p:ph idx="28" type="subTitle"/>
          </p:nvPr>
        </p:nvSpPr>
        <p:spPr>
          <a:xfrm>
            <a:off x="832100" y="5645346"/>
            <a:ext cx="1750500" cy="450300"/>
          </a:xfrm>
          <a:prstGeom prst="rect">
            <a:avLst/>
          </a:prstGeom>
        </p:spPr>
        <p:txBody>
          <a:bodyPr anchorCtr="0" anchor="ctr" bIns="54000" lIns="54000" spcFirstLastPara="1" rIns="54000" wrap="square" tIns="54000">
            <a:noAutofit/>
          </a:bodyPr>
          <a:lstStyle/>
          <a:p>
            <a:pPr indent="0" lvl="0" marL="0" rtl="0" algn="l">
              <a:spcBef>
                <a:spcPts val="0"/>
              </a:spcBef>
              <a:spcAft>
                <a:spcPts val="0"/>
              </a:spcAft>
              <a:buNone/>
            </a:pPr>
            <a:r>
              <a:t/>
            </a:r>
            <a:endParaRPr/>
          </a:p>
        </p:txBody>
      </p:sp>
      <p:sp>
        <p:nvSpPr>
          <p:cNvPr id="17698" name="Google Shape;17698;p311"/>
          <p:cNvSpPr txBox="1"/>
          <p:nvPr>
            <p:ph idx="29" type="subTitle"/>
          </p:nvPr>
        </p:nvSpPr>
        <p:spPr>
          <a:xfrm>
            <a:off x="2631389" y="5645346"/>
            <a:ext cx="3605700" cy="450300"/>
          </a:xfrm>
          <a:prstGeom prst="rect">
            <a:avLst/>
          </a:prstGeom>
        </p:spPr>
        <p:txBody>
          <a:bodyPr anchorCtr="0" anchor="ctr" bIns="54000" lIns="54000" spcFirstLastPara="1" rIns="54000" wrap="square" tIns="54000">
            <a:noAutofit/>
          </a:bodyPr>
          <a:lstStyle/>
          <a:p>
            <a:pPr indent="0" lvl="0" marL="0" rtl="0" algn="l">
              <a:spcBef>
                <a:spcPts val="0"/>
              </a:spcBef>
              <a:spcAft>
                <a:spcPts val="0"/>
              </a:spcAft>
              <a:buNone/>
            </a:pPr>
            <a:r>
              <a:t/>
            </a:r>
            <a:endParaRPr/>
          </a:p>
        </p:txBody>
      </p:sp>
      <p:sp>
        <p:nvSpPr>
          <p:cNvPr id="17699" name="Google Shape;17699;p311"/>
          <p:cNvSpPr txBox="1"/>
          <p:nvPr>
            <p:ph idx="30" type="subTitle"/>
          </p:nvPr>
        </p:nvSpPr>
        <p:spPr>
          <a:xfrm>
            <a:off x="6269361" y="5645346"/>
            <a:ext cx="3536400" cy="450300"/>
          </a:xfrm>
          <a:prstGeom prst="rect">
            <a:avLst/>
          </a:prstGeom>
        </p:spPr>
        <p:txBody>
          <a:bodyPr anchorCtr="0" anchor="ctr" bIns="54000" lIns="54000" spcFirstLastPara="1" rIns="54000" wrap="square" tIns="54000">
            <a:noAutofit/>
          </a:bodyPr>
          <a:lstStyle/>
          <a:p>
            <a:pPr indent="0" lvl="0" marL="0" rtl="0" algn="l">
              <a:spcBef>
                <a:spcPts val="0"/>
              </a:spcBef>
              <a:spcAft>
                <a:spcPts val="0"/>
              </a:spcAft>
              <a:buNone/>
            </a:pPr>
            <a:r>
              <a:t/>
            </a:r>
            <a:endParaRPr/>
          </a:p>
        </p:txBody>
      </p:sp>
      <p:sp>
        <p:nvSpPr>
          <p:cNvPr id="17700" name="Google Shape;17700;p311"/>
          <p:cNvSpPr txBox="1"/>
          <p:nvPr>
            <p:ph idx="31" type="subTitle"/>
          </p:nvPr>
        </p:nvSpPr>
        <p:spPr>
          <a:xfrm>
            <a:off x="832100" y="6178521"/>
            <a:ext cx="1750500" cy="450300"/>
          </a:xfrm>
          <a:prstGeom prst="rect">
            <a:avLst/>
          </a:prstGeom>
        </p:spPr>
        <p:txBody>
          <a:bodyPr anchorCtr="0" anchor="ctr" bIns="54000" lIns="54000" spcFirstLastPara="1" rIns="54000" wrap="square" tIns="54000">
            <a:noAutofit/>
          </a:bodyPr>
          <a:lstStyle/>
          <a:p>
            <a:pPr indent="0" lvl="0" marL="0" rtl="0" algn="l">
              <a:spcBef>
                <a:spcPts val="0"/>
              </a:spcBef>
              <a:spcAft>
                <a:spcPts val="0"/>
              </a:spcAft>
              <a:buNone/>
            </a:pPr>
            <a:r>
              <a:t/>
            </a:r>
            <a:endParaRPr/>
          </a:p>
        </p:txBody>
      </p:sp>
      <p:sp>
        <p:nvSpPr>
          <p:cNvPr id="17701" name="Google Shape;17701;p311"/>
          <p:cNvSpPr txBox="1"/>
          <p:nvPr>
            <p:ph idx="32" type="subTitle"/>
          </p:nvPr>
        </p:nvSpPr>
        <p:spPr>
          <a:xfrm>
            <a:off x="2631389" y="6178521"/>
            <a:ext cx="3605700" cy="450300"/>
          </a:xfrm>
          <a:prstGeom prst="rect">
            <a:avLst/>
          </a:prstGeom>
        </p:spPr>
        <p:txBody>
          <a:bodyPr anchorCtr="0" anchor="ctr" bIns="54000" lIns="54000" spcFirstLastPara="1" rIns="54000" wrap="square" tIns="54000">
            <a:noAutofit/>
          </a:bodyPr>
          <a:lstStyle/>
          <a:p>
            <a:pPr indent="0" lvl="0" marL="0" rtl="0" algn="l">
              <a:spcBef>
                <a:spcPts val="0"/>
              </a:spcBef>
              <a:spcAft>
                <a:spcPts val="0"/>
              </a:spcAft>
              <a:buNone/>
            </a:pPr>
            <a:r>
              <a:t/>
            </a:r>
            <a:endParaRPr/>
          </a:p>
        </p:txBody>
      </p:sp>
      <p:sp>
        <p:nvSpPr>
          <p:cNvPr id="17702" name="Google Shape;17702;p311"/>
          <p:cNvSpPr txBox="1"/>
          <p:nvPr>
            <p:ph idx="33" type="subTitle"/>
          </p:nvPr>
        </p:nvSpPr>
        <p:spPr>
          <a:xfrm>
            <a:off x="6269361" y="6178521"/>
            <a:ext cx="3536400" cy="450300"/>
          </a:xfrm>
          <a:prstGeom prst="rect">
            <a:avLst/>
          </a:prstGeom>
        </p:spPr>
        <p:txBody>
          <a:bodyPr anchorCtr="0" anchor="ctr" bIns="54000" lIns="54000" spcFirstLastPara="1" rIns="54000" wrap="square" tIns="54000">
            <a:noAutofit/>
          </a:bodyPr>
          <a:lstStyle/>
          <a:p>
            <a:pPr indent="0" lvl="0" marL="0" rtl="0" algn="l">
              <a:spcBef>
                <a:spcPts val="0"/>
              </a:spcBef>
              <a:spcAft>
                <a:spcPts val="0"/>
              </a:spcAft>
              <a:buNone/>
            </a:pPr>
            <a:r>
              <a:t/>
            </a:r>
            <a:endParaRPr/>
          </a:p>
        </p:txBody>
      </p:sp>
      <p:sp>
        <p:nvSpPr>
          <p:cNvPr id="17703" name="Google Shape;17703;p311"/>
          <p:cNvSpPr txBox="1"/>
          <p:nvPr>
            <p:ph type="title"/>
          </p:nvPr>
        </p:nvSpPr>
        <p:spPr>
          <a:xfrm flipH="1">
            <a:off x="4025374" y="387675"/>
            <a:ext cx="5863200" cy="169200"/>
          </a:xfrm>
          <a:prstGeom prst="rect">
            <a:avLst/>
          </a:prstGeom>
        </p:spPr>
        <p:txBody>
          <a:bodyPr anchorCtr="0" anchor="ctr" bIns="0" lIns="0" spcFirstLastPara="1" rIns="0" wrap="square" tIns="0">
            <a:noAutofit/>
          </a:bodyPr>
          <a:lstStyle/>
          <a:p>
            <a:pPr indent="0" lvl="0" marL="0" rtl="0" algn="l">
              <a:spcBef>
                <a:spcPts val="0"/>
              </a:spcBef>
              <a:spcAft>
                <a:spcPts val="0"/>
              </a:spcAft>
              <a:buNone/>
            </a:pPr>
            <a:r>
              <a:t/>
            </a:r>
            <a:endParaRPr/>
          </a:p>
        </p:txBody>
      </p:sp>
      <p:sp>
        <p:nvSpPr>
          <p:cNvPr id="17704" name="Google Shape;17704;p311"/>
          <p:cNvSpPr txBox="1"/>
          <p:nvPr>
            <p:ph idx="34" type="title"/>
          </p:nvPr>
        </p:nvSpPr>
        <p:spPr>
          <a:xfrm flipH="1">
            <a:off x="3208773" y="579550"/>
            <a:ext cx="6679800" cy="169200"/>
          </a:xfrm>
          <a:prstGeom prst="rect">
            <a:avLst/>
          </a:prstGeom>
        </p:spPr>
        <p:txBody>
          <a:bodyPr anchorCtr="0" anchor="ctr" bIns="0" lIns="0" spcFirstLastPara="1" rIns="0" wrap="square" tIns="0">
            <a:noAutofit/>
          </a:bodyPr>
          <a:lstStyle/>
          <a:p>
            <a:pPr indent="0" lvl="0" marL="0" rtl="0" algn="l">
              <a:spcBef>
                <a:spcPts val="0"/>
              </a:spcBef>
              <a:spcAft>
                <a:spcPts val="0"/>
              </a:spcAft>
              <a:buNone/>
            </a:pPr>
            <a:r>
              <a:t/>
            </a:r>
            <a:endParaRPr/>
          </a:p>
        </p:txBody>
      </p:sp>
      <p:sp>
        <p:nvSpPr>
          <p:cNvPr id="17705" name="Google Shape;17705;p311"/>
          <p:cNvSpPr txBox="1"/>
          <p:nvPr>
            <p:ph idx="35" type="body"/>
          </p:nvPr>
        </p:nvSpPr>
        <p:spPr>
          <a:xfrm>
            <a:off x="641150" y="612125"/>
            <a:ext cx="1770300" cy="160500"/>
          </a:xfrm>
          <a:prstGeom prst="rect">
            <a:avLst/>
          </a:prstGeom>
        </p:spPr>
        <p:txBody>
          <a:bodyPr anchorCtr="0" anchor="t" bIns="0" lIns="0" spcFirstLastPara="1" rIns="0" wrap="square" tIns="0">
            <a:noAutofit/>
          </a:bodyPr>
          <a:lstStyle/>
          <a:p>
            <a:pPr indent="0" lvl="0" marL="0" rtl="0" algn="ctr">
              <a:spcBef>
                <a:spcPts val="0"/>
              </a:spcBef>
              <a:spcAft>
                <a:spcPts val="0"/>
              </a:spcAft>
              <a:buNone/>
            </a:pPr>
            <a:r>
              <a:t/>
            </a:r>
            <a:endParaRPr/>
          </a:p>
        </p:txBody>
      </p:sp>
    </p:spTree>
  </p:cSld>
  <p:clrMapOvr>
    <a:masterClrMapping/>
  </p:clrMapOvr>
</p:sld>
</file>

<file path=ppt/slides/slide5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709" name="Shape 17709"/>
        <p:cNvGrpSpPr/>
        <p:nvPr/>
      </p:nvGrpSpPr>
      <p:grpSpPr>
        <a:xfrm>
          <a:off x="0" y="0"/>
          <a:ext cx="0" cy="0"/>
          <a:chOff x="0" y="0"/>
          <a:chExt cx="0" cy="0"/>
        </a:xfrm>
      </p:grpSpPr>
      <p:sp>
        <p:nvSpPr>
          <p:cNvPr id="17710" name="Google Shape;17710;p312"/>
          <p:cNvSpPr txBox="1"/>
          <p:nvPr>
            <p:ph idx="1" type="subTitle"/>
          </p:nvPr>
        </p:nvSpPr>
        <p:spPr>
          <a:xfrm>
            <a:off x="832100" y="1493107"/>
            <a:ext cx="1750500" cy="450300"/>
          </a:xfrm>
          <a:prstGeom prst="rect">
            <a:avLst/>
          </a:prstGeom>
        </p:spPr>
        <p:txBody>
          <a:bodyPr anchorCtr="0" anchor="ctr" bIns="54000" lIns="54000" spcFirstLastPara="1" rIns="54000" wrap="square" tIns="54000">
            <a:noAutofit/>
          </a:bodyPr>
          <a:lstStyle/>
          <a:p>
            <a:pPr indent="0" lvl="0" marL="0" rtl="0" algn="l">
              <a:spcBef>
                <a:spcPts val="0"/>
              </a:spcBef>
              <a:spcAft>
                <a:spcPts val="0"/>
              </a:spcAft>
              <a:buNone/>
            </a:pPr>
            <a:r>
              <a:rPr lang="es-419"/>
              <a:t>RF-16</a:t>
            </a:r>
            <a:endParaRPr/>
          </a:p>
        </p:txBody>
      </p:sp>
      <p:sp>
        <p:nvSpPr>
          <p:cNvPr id="17711" name="Google Shape;17711;p312"/>
          <p:cNvSpPr txBox="1"/>
          <p:nvPr>
            <p:ph idx="2" type="subTitle"/>
          </p:nvPr>
        </p:nvSpPr>
        <p:spPr>
          <a:xfrm>
            <a:off x="2631389" y="1493107"/>
            <a:ext cx="3605700" cy="450300"/>
          </a:xfrm>
          <a:prstGeom prst="rect">
            <a:avLst/>
          </a:prstGeom>
        </p:spPr>
        <p:txBody>
          <a:bodyPr anchorCtr="0" anchor="ctr" bIns="54000" lIns="54000" spcFirstLastPara="1" rIns="54000" wrap="square" tIns="54000">
            <a:noAutofit/>
          </a:bodyPr>
          <a:lstStyle/>
          <a:p>
            <a:pPr indent="0" lvl="0" marL="0" rtl="0" algn="l">
              <a:spcBef>
                <a:spcPts val="0"/>
              </a:spcBef>
              <a:spcAft>
                <a:spcPts val="0"/>
              </a:spcAft>
              <a:buNone/>
            </a:pPr>
            <a:r>
              <a:rPr lang="es-419"/>
              <a:t>Notificación</a:t>
            </a:r>
            <a:r>
              <a:rPr lang="es-419"/>
              <a:t> </a:t>
            </a:r>
            <a:r>
              <a:rPr lang="es-419"/>
              <a:t>automática</a:t>
            </a:r>
            <a:r>
              <a:rPr lang="es-419"/>
              <a:t> al asesor</a:t>
            </a:r>
            <a:endParaRPr/>
          </a:p>
        </p:txBody>
      </p:sp>
      <p:sp>
        <p:nvSpPr>
          <p:cNvPr id="17712" name="Google Shape;17712;p312"/>
          <p:cNvSpPr txBox="1"/>
          <p:nvPr>
            <p:ph idx="3" type="subTitle"/>
          </p:nvPr>
        </p:nvSpPr>
        <p:spPr>
          <a:xfrm>
            <a:off x="6269361" y="1493107"/>
            <a:ext cx="3536400" cy="450300"/>
          </a:xfrm>
          <a:prstGeom prst="rect">
            <a:avLst/>
          </a:prstGeom>
        </p:spPr>
        <p:txBody>
          <a:bodyPr anchorCtr="0" anchor="ctr" bIns="54000" lIns="54000" spcFirstLastPara="1" rIns="54000" wrap="square" tIns="54000">
            <a:noAutofit/>
          </a:bodyPr>
          <a:lstStyle/>
          <a:p>
            <a:pPr indent="0" lvl="0" marL="0" rtl="0" algn="l">
              <a:spcBef>
                <a:spcPts val="0"/>
              </a:spcBef>
              <a:spcAft>
                <a:spcPts val="0"/>
              </a:spcAft>
              <a:buNone/>
            </a:pPr>
            <a:r>
              <a:rPr lang="es-419"/>
              <a:t>CUS-04</a:t>
            </a:r>
            <a:endParaRPr/>
          </a:p>
        </p:txBody>
      </p:sp>
      <p:sp>
        <p:nvSpPr>
          <p:cNvPr id="17713" name="Google Shape;17713;p312"/>
          <p:cNvSpPr txBox="1"/>
          <p:nvPr>
            <p:ph idx="4" type="subTitle"/>
          </p:nvPr>
        </p:nvSpPr>
        <p:spPr>
          <a:xfrm>
            <a:off x="832100" y="2026281"/>
            <a:ext cx="1750500" cy="450300"/>
          </a:xfrm>
          <a:prstGeom prst="rect">
            <a:avLst/>
          </a:prstGeom>
        </p:spPr>
        <p:txBody>
          <a:bodyPr anchorCtr="0" anchor="ctr" bIns="54000" lIns="54000" spcFirstLastPara="1" rIns="54000" wrap="square" tIns="54000">
            <a:noAutofit/>
          </a:bodyPr>
          <a:lstStyle/>
          <a:p>
            <a:pPr indent="0" lvl="0" marL="0" rtl="0" algn="l">
              <a:spcBef>
                <a:spcPts val="0"/>
              </a:spcBef>
              <a:spcAft>
                <a:spcPts val="0"/>
              </a:spcAft>
              <a:buNone/>
            </a:pPr>
            <a:r>
              <a:rPr lang="es-419"/>
              <a:t>RF-17</a:t>
            </a:r>
            <a:endParaRPr/>
          </a:p>
        </p:txBody>
      </p:sp>
      <p:sp>
        <p:nvSpPr>
          <p:cNvPr id="17714" name="Google Shape;17714;p312"/>
          <p:cNvSpPr txBox="1"/>
          <p:nvPr>
            <p:ph idx="5" type="subTitle"/>
          </p:nvPr>
        </p:nvSpPr>
        <p:spPr>
          <a:xfrm>
            <a:off x="2631389" y="2026281"/>
            <a:ext cx="3605700" cy="450300"/>
          </a:xfrm>
          <a:prstGeom prst="rect">
            <a:avLst/>
          </a:prstGeom>
        </p:spPr>
        <p:txBody>
          <a:bodyPr anchorCtr="0" anchor="ctr" bIns="54000" lIns="54000" spcFirstLastPara="1" rIns="54000" wrap="square" tIns="54000">
            <a:noAutofit/>
          </a:bodyPr>
          <a:lstStyle/>
          <a:p>
            <a:pPr indent="0" lvl="0" marL="0" rtl="0" algn="l">
              <a:spcBef>
                <a:spcPts val="0"/>
              </a:spcBef>
              <a:spcAft>
                <a:spcPts val="0"/>
              </a:spcAft>
              <a:buClr>
                <a:schemeClr val="dk1"/>
              </a:buClr>
              <a:buSzPts val="1100"/>
              <a:buFont typeface="Arial"/>
              <a:buNone/>
            </a:pPr>
            <a:r>
              <a:rPr lang="es-419">
                <a:solidFill>
                  <a:schemeClr val="dk1"/>
                </a:solidFill>
              </a:rPr>
              <a:t>Notificación automática al asesor</a:t>
            </a:r>
            <a:endParaRPr/>
          </a:p>
        </p:txBody>
      </p:sp>
      <p:sp>
        <p:nvSpPr>
          <p:cNvPr id="17715" name="Google Shape;17715;p312"/>
          <p:cNvSpPr txBox="1"/>
          <p:nvPr>
            <p:ph idx="6" type="subTitle"/>
          </p:nvPr>
        </p:nvSpPr>
        <p:spPr>
          <a:xfrm>
            <a:off x="6269361" y="2026281"/>
            <a:ext cx="3536400" cy="450300"/>
          </a:xfrm>
          <a:prstGeom prst="rect">
            <a:avLst/>
          </a:prstGeom>
        </p:spPr>
        <p:txBody>
          <a:bodyPr anchorCtr="0" anchor="ctr" bIns="54000" lIns="54000" spcFirstLastPara="1" rIns="54000" wrap="square" tIns="54000">
            <a:noAutofit/>
          </a:bodyPr>
          <a:lstStyle/>
          <a:p>
            <a:pPr indent="0" lvl="0" marL="0" rtl="0" algn="l">
              <a:spcBef>
                <a:spcPts val="0"/>
              </a:spcBef>
              <a:spcAft>
                <a:spcPts val="0"/>
              </a:spcAft>
              <a:buNone/>
            </a:pPr>
            <a:r>
              <a:rPr lang="es-419"/>
              <a:t>CUS-04</a:t>
            </a:r>
            <a:endParaRPr/>
          </a:p>
        </p:txBody>
      </p:sp>
      <p:sp>
        <p:nvSpPr>
          <p:cNvPr id="17716" name="Google Shape;17716;p312"/>
          <p:cNvSpPr txBox="1"/>
          <p:nvPr>
            <p:ph idx="7" type="subTitle"/>
          </p:nvPr>
        </p:nvSpPr>
        <p:spPr>
          <a:xfrm>
            <a:off x="832100" y="2534273"/>
            <a:ext cx="1750500" cy="450300"/>
          </a:xfrm>
          <a:prstGeom prst="rect">
            <a:avLst/>
          </a:prstGeom>
        </p:spPr>
        <p:txBody>
          <a:bodyPr anchorCtr="0" anchor="ctr" bIns="54000" lIns="54000" spcFirstLastPara="1" rIns="54000" wrap="square" tIns="54000">
            <a:noAutofit/>
          </a:bodyPr>
          <a:lstStyle/>
          <a:p>
            <a:pPr indent="0" lvl="0" marL="0" rtl="0" algn="l">
              <a:spcBef>
                <a:spcPts val="0"/>
              </a:spcBef>
              <a:spcAft>
                <a:spcPts val="0"/>
              </a:spcAft>
              <a:buNone/>
            </a:pPr>
            <a:r>
              <a:rPr lang="es-419"/>
              <a:t>RF-18</a:t>
            </a:r>
            <a:endParaRPr/>
          </a:p>
        </p:txBody>
      </p:sp>
      <p:sp>
        <p:nvSpPr>
          <p:cNvPr id="17717" name="Google Shape;17717;p312"/>
          <p:cNvSpPr txBox="1"/>
          <p:nvPr>
            <p:ph idx="8" type="subTitle"/>
          </p:nvPr>
        </p:nvSpPr>
        <p:spPr>
          <a:xfrm>
            <a:off x="2631389" y="2534273"/>
            <a:ext cx="3605700" cy="450300"/>
          </a:xfrm>
          <a:prstGeom prst="rect">
            <a:avLst/>
          </a:prstGeom>
        </p:spPr>
        <p:txBody>
          <a:bodyPr anchorCtr="0" anchor="ctr" bIns="54000" lIns="54000" spcFirstLastPara="1" rIns="54000" wrap="square" tIns="54000">
            <a:noAutofit/>
          </a:bodyPr>
          <a:lstStyle/>
          <a:p>
            <a:pPr indent="0" lvl="0" marL="0" rtl="0" algn="l">
              <a:spcBef>
                <a:spcPts val="0"/>
              </a:spcBef>
              <a:spcAft>
                <a:spcPts val="0"/>
              </a:spcAft>
              <a:buClr>
                <a:schemeClr val="dk1"/>
              </a:buClr>
              <a:buSzPts val="1100"/>
              <a:buFont typeface="Arial"/>
              <a:buNone/>
            </a:pPr>
            <a:r>
              <a:rPr lang="es-419">
                <a:solidFill>
                  <a:schemeClr val="dk1"/>
                </a:solidFill>
              </a:rPr>
              <a:t>Notificación automática al asesor</a:t>
            </a:r>
            <a:endParaRPr/>
          </a:p>
        </p:txBody>
      </p:sp>
      <p:sp>
        <p:nvSpPr>
          <p:cNvPr id="17718" name="Google Shape;17718;p312"/>
          <p:cNvSpPr txBox="1"/>
          <p:nvPr>
            <p:ph idx="9" type="subTitle"/>
          </p:nvPr>
        </p:nvSpPr>
        <p:spPr>
          <a:xfrm>
            <a:off x="6269361" y="2534273"/>
            <a:ext cx="3536400" cy="450300"/>
          </a:xfrm>
          <a:prstGeom prst="rect">
            <a:avLst/>
          </a:prstGeom>
        </p:spPr>
        <p:txBody>
          <a:bodyPr anchorCtr="0" anchor="ctr" bIns="54000" lIns="54000" spcFirstLastPara="1" rIns="54000" wrap="square" tIns="54000">
            <a:noAutofit/>
          </a:bodyPr>
          <a:lstStyle/>
          <a:p>
            <a:pPr indent="0" lvl="0" marL="0" rtl="0" algn="l">
              <a:spcBef>
                <a:spcPts val="0"/>
              </a:spcBef>
              <a:spcAft>
                <a:spcPts val="0"/>
              </a:spcAft>
              <a:buNone/>
            </a:pPr>
            <a:r>
              <a:rPr lang="es-419"/>
              <a:t>CUS-04</a:t>
            </a:r>
            <a:endParaRPr/>
          </a:p>
        </p:txBody>
      </p:sp>
      <p:sp>
        <p:nvSpPr>
          <p:cNvPr id="17719" name="Google Shape;17719;p312"/>
          <p:cNvSpPr txBox="1"/>
          <p:nvPr>
            <p:ph idx="13" type="subTitle"/>
          </p:nvPr>
        </p:nvSpPr>
        <p:spPr>
          <a:xfrm>
            <a:off x="832100" y="3054546"/>
            <a:ext cx="1750500" cy="450300"/>
          </a:xfrm>
          <a:prstGeom prst="rect">
            <a:avLst/>
          </a:prstGeom>
        </p:spPr>
        <p:txBody>
          <a:bodyPr anchorCtr="0" anchor="ctr" bIns="54000" lIns="54000" spcFirstLastPara="1" rIns="54000" wrap="square" tIns="54000">
            <a:noAutofit/>
          </a:bodyPr>
          <a:lstStyle/>
          <a:p>
            <a:pPr indent="0" lvl="0" marL="0" rtl="0" algn="l">
              <a:spcBef>
                <a:spcPts val="0"/>
              </a:spcBef>
              <a:spcAft>
                <a:spcPts val="0"/>
              </a:spcAft>
              <a:buNone/>
            </a:pPr>
            <a:r>
              <a:rPr lang="es-419"/>
              <a:t>RF-19</a:t>
            </a:r>
            <a:endParaRPr/>
          </a:p>
        </p:txBody>
      </p:sp>
      <p:sp>
        <p:nvSpPr>
          <p:cNvPr id="17720" name="Google Shape;17720;p312"/>
          <p:cNvSpPr txBox="1"/>
          <p:nvPr>
            <p:ph idx="14" type="subTitle"/>
          </p:nvPr>
        </p:nvSpPr>
        <p:spPr>
          <a:xfrm>
            <a:off x="2631389" y="3054546"/>
            <a:ext cx="3605700" cy="450300"/>
          </a:xfrm>
          <a:prstGeom prst="rect">
            <a:avLst/>
          </a:prstGeom>
        </p:spPr>
        <p:txBody>
          <a:bodyPr anchorCtr="0" anchor="ctr" bIns="54000" lIns="54000" spcFirstLastPara="1" rIns="54000" wrap="square" tIns="54000">
            <a:noAutofit/>
          </a:bodyPr>
          <a:lstStyle/>
          <a:p>
            <a:pPr indent="0" lvl="0" marL="0" rtl="0" algn="l">
              <a:spcBef>
                <a:spcPts val="0"/>
              </a:spcBef>
              <a:spcAft>
                <a:spcPts val="0"/>
              </a:spcAft>
              <a:buClr>
                <a:schemeClr val="dk1"/>
              </a:buClr>
              <a:buSzPts val="1100"/>
              <a:buFont typeface="Arial"/>
              <a:buNone/>
            </a:pPr>
            <a:r>
              <a:rPr lang="es-419">
                <a:solidFill>
                  <a:schemeClr val="dk1"/>
                </a:solidFill>
              </a:rPr>
              <a:t>Notificación automática al asesor</a:t>
            </a:r>
            <a:endParaRPr/>
          </a:p>
        </p:txBody>
      </p:sp>
      <p:sp>
        <p:nvSpPr>
          <p:cNvPr id="17721" name="Google Shape;17721;p312"/>
          <p:cNvSpPr txBox="1"/>
          <p:nvPr>
            <p:ph idx="15" type="subTitle"/>
          </p:nvPr>
        </p:nvSpPr>
        <p:spPr>
          <a:xfrm>
            <a:off x="6269361" y="3054546"/>
            <a:ext cx="3536400" cy="450300"/>
          </a:xfrm>
          <a:prstGeom prst="rect">
            <a:avLst/>
          </a:prstGeom>
        </p:spPr>
        <p:txBody>
          <a:bodyPr anchorCtr="0" anchor="ctr" bIns="54000" lIns="54000" spcFirstLastPara="1" rIns="54000" wrap="square" tIns="54000">
            <a:noAutofit/>
          </a:bodyPr>
          <a:lstStyle/>
          <a:p>
            <a:pPr indent="0" lvl="0" marL="0" rtl="0" algn="l">
              <a:spcBef>
                <a:spcPts val="0"/>
              </a:spcBef>
              <a:spcAft>
                <a:spcPts val="0"/>
              </a:spcAft>
              <a:buNone/>
            </a:pPr>
            <a:r>
              <a:rPr lang="es-419"/>
              <a:t>CUS-04</a:t>
            </a:r>
            <a:endParaRPr/>
          </a:p>
        </p:txBody>
      </p:sp>
      <p:sp>
        <p:nvSpPr>
          <p:cNvPr id="17722" name="Google Shape;17722;p312"/>
          <p:cNvSpPr txBox="1"/>
          <p:nvPr>
            <p:ph idx="16" type="subTitle"/>
          </p:nvPr>
        </p:nvSpPr>
        <p:spPr>
          <a:xfrm>
            <a:off x="832100" y="3587721"/>
            <a:ext cx="1750500" cy="450300"/>
          </a:xfrm>
          <a:prstGeom prst="rect">
            <a:avLst/>
          </a:prstGeom>
        </p:spPr>
        <p:txBody>
          <a:bodyPr anchorCtr="0" anchor="ctr" bIns="54000" lIns="54000" spcFirstLastPara="1" rIns="54000" wrap="square" tIns="54000">
            <a:noAutofit/>
          </a:bodyPr>
          <a:lstStyle/>
          <a:p>
            <a:pPr indent="0" lvl="0" marL="0" rtl="0" algn="l">
              <a:spcBef>
                <a:spcPts val="0"/>
              </a:spcBef>
              <a:spcAft>
                <a:spcPts val="0"/>
              </a:spcAft>
              <a:buNone/>
            </a:pPr>
            <a:r>
              <a:rPr lang="es-419"/>
              <a:t>RF-20</a:t>
            </a:r>
            <a:endParaRPr/>
          </a:p>
        </p:txBody>
      </p:sp>
      <p:sp>
        <p:nvSpPr>
          <p:cNvPr id="17723" name="Google Shape;17723;p312"/>
          <p:cNvSpPr txBox="1"/>
          <p:nvPr>
            <p:ph idx="17" type="subTitle"/>
          </p:nvPr>
        </p:nvSpPr>
        <p:spPr>
          <a:xfrm>
            <a:off x="2631389" y="3587721"/>
            <a:ext cx="3605700" cy="450300"/>
          </a:xfrm>
          <a:prstGeom prst="rect">
            <a:avLst/>
          </a:prstGeom>
        </p:spPr>
        <p:txBody>
          <a:bodyPr anchorCtr="0" anchor="ctr" bIns="54000" lIns="54000" spcFirstLastPara="1" rIns="54000" wrap="square" tIns="54000">
            <a:noAutofit/>
          </a:bodyPr>
          <a:lstStyle/>
          <a:p>
            <a:pPr indent="0" lvl="0" marL="0" rtl="0" algn="l">
              <a:spcBef>
                <a:spcPts val="0"/>
              </a:spcBef>
              <a:spcAft>
                <a:spcPts val="0"/>
              </a:spcAft>
              <a:buClr>
                <a:schemeClr val="dk1"/>
              </a:buClr>
              <a:buSzPts val="1100"/>
              <a:buFont typeface="Arial"/>
              <a:buNone/>
            </a:pPr>
            <a:r>
              <a:rPr lang="es-419">
                <a:solidFill>
                  <a:schemeClr val="dk1"/>
                </a:solidFill>
              </a:rPr>
              <a:t>Notificación automática al asesor</a:t>
            </a:r>
            <a:endParaRPr/>
          </a:p>
        </p:txBody>
      </p:sp>
      <p:sp>
        <p:nvSpPr>
          <p:cNvPr id="17724" name="Google Shape;17724;p312"/>
          <p:cNvSpPr txBox="1"/>
          <p:nvPr>
            <p:ph idx="18" type="subTitle"/>
          </p:nvPr>
        </p:nvSpPr>
        <p:spPr>
          <a:xfrm>
            <a:off x="6269361" y="3587721"/>
            <a:ext cx="3536400" cy="450300"/>
          </a:xfrm>
          <a:prstGeom prst="rect">
            <a:avLst/>
          </a:prstGeom>
        </p:spPr>
        <p:txBody>
          <a:bodyPr anchorCtr="0" anchor="ctr" bIns="54000" lIns="54000" spcFirstLastPara="1" rIns="54000" wrap="square" tIns="54000">
            <a:noAutofit/>
          </a:bodyPr>
          <a:lstStyle/>
          <a:p>
            <a:pPr indent="0" lvl="0" marL="0" rtl="0" algn="l">
              <a:spcBef>
                <a:spcPts val="0"/>
              </a:spcBef>
              <a:spcAft>
                <a:spcPts val="0"/>
              </a:spcAft>
              <a:buNone/>
            </a:pPr>
            <a:r>
              <a:rPr lang="es-419"/>
              <a:t>CUS-04</a:t>
            </a:r>
            <a:endParaRPr/>
          </a:p>
        </p:txBody>
      </p:sp>
      <p:sp>
        <p:nvSpPr>
          <p:cNvPr id="17725" name="Google Shape;17725;p312"/>
          <p:cNvSpPr txBox="1"/>
          <p:nvPr>
            <p:ph idx="19" type="subTitle"/>
          </p:nvPr>
        </p:nvSpPr>
        <p:spPr>
          <a:xfrm>
            <a:off x="832100" y="4083907"/>
            <a:ext cx="1750500" cy="450300"/>
          </a:xfrm>
          <a:prstGeom prst="rect">
            <a:avLst/>
          </a:prstGeom>
        </p:spPr>
        <p:txBody>
          <a:bodyPr anchorCtr="0" anchor="ctr" bIns="54000" lIns="54000" spcFirstLastPara="1" rIns="54000" wrap="square" tIns="54000">
            <a:noAutofit/>
          </a:bodyPr>
          <a:lstStyle/>
          <a:p>
            <a:pPr indent="0" lvl="0" marL="0" rtl="0" algn="l">
              <a:spcBef>
                <a:spcPts val="0"/>
              </a:spcBef>
              <a:spcAft>
                <a:spcPts val="0"/>
              </a:spcAft>
              <a:buNone/>
            </a:pPr>
            <a:r>
              <a:t/>
            </a:r>
            <a:endParaRPr/>
          </a:p>
        </p:txBody>
      </p:sp>
      <p:sp>
        <p:nvSpPr>
          <p:cNvPr id="17726" name="Google Shape;17726;p312"/>
          <p:cNvSpPr txBox="1"/>
          <p:nvPr>
            <p:ph idx="20" type="subTitle"/>
          </p:nvPr>
        </p:nvSpPr>
        <p:spPr>
          <a:xfrm>
            <a:off x="2631389" y="4083907"/>
            <a:ext cx="3605700" cy="450300"/>
          </a:xfrm>
          <a:prstGeom prst="rect">
            <a:avLst/>
          </a:prstGeom>
        </p:spPr>
        <p:txBody>
          <a:bodyPr anchorCtr="0" anchor="ctr" bIns="54000" lIns="54000" spcFirstLastPara="1" rIns="54000" wrap="square" tIns="54000">
            <a:noAutofit/>
          </a:bodyPr>
          <a:lstStyle/>
          <a:p>
            <a:pPr indent="0" lvl="0" marL="0" rtl="0" algn="l">
              <a:spcBef>
                <a:spcPts val="0"/>
              </a:spcBef>
              <a:spcAft>
                <a:spcPts val="0"/>
              </a:spcAft>
              <a:buNone/>
            </a:pPr>
            <a:r>
              <a:t/>
            </a:r>
            <a:endParaRPr/>
          </a:p>
        </p:txBody>
      </p:sp>
      <p:sp>
        <p:nvSpPr>
          <p:cNvPr id="17727" name="Google Shape;17727;p312"/>
          <p:cNvSpPr txBox="1"/>
          <p:nvPr>
            <p:ph idx="21" type="subTitle"/>
          </p:nvPr>
        </p:nvSpPr>
        <p:spPr>
          <a:xfrm>
            <a:off x="6269361" y="4083907"/>
            <a:ext cx="3536400" cy="450300"/>
          </a:xfrm>
          <a:prstGeom prst="rect">
            <a:avLst/>
          </a:prstGeom>
        </p:spPr>
        <p:txBody>
          <a:bodyPr anchorCtr="0" anchor="ctr" bIns="54000" lIns="54000" spcFirstLastPara="1" rIns="54000" wrap="square" tIns="54000">
            <a:noAutofit/>
          </a:bodyPr>
          <a:lstStyle/>
          <a:p>
            <a:pPr indent="0" lvl="0" marL="0" rtl="0" algn="l">
              <a:spcBef>
                <a:spcPts val="0"/>
              </a:spcBef>
              <a:spcAft>
                <a:spcPts val="0"/>
              </a:spcAft>
              <a:buNone/>
            </a:pPr>
            <a:r>
              <a:t/>
            </a:r>
            <a:endParaRPr/>
          </a:p>
        </p:txBody>
      </p:sp>
      <p:sp>
        <p:nvSpPr>
          <p:cNvPr id="17728" name="Google Shape;17728;p312"/>
          <p:cNvSpPr txBox="1"/>
          <p:nvPr>
            <p:ph idx="22" type="subTitle"/>
          </p:nvPr>
        </p:nvSpPr>
        <p:spPr>
          <a:xfrm>
            <a:off x="832100" y="4617081"/>
            <a:ext cx="1750500" cy="450300"/>
          </a:xfrm>
          <a:prstGeom prst="rect">
            <a:avLst/>
          </a:prstGeom>
        </p:spPr>
        <p:txBody>
          <a:bodyPr anchorCtr="0" anchor="ctr" bIns="54000" lIns="54000" spcFirstLastPara="1" rIns="54000" wrap="square" tIns="54000">
            <a:noAutofit/>
          </a:bodyPr>
          <a:lstStyle/>
          <a:p>
            <a:pPr indent="0" lvl="0" marL="0" rtl="0" algn="l">
              <a:spcBef>
                <a:spcPts val="0"/>
              </a:spcBef>
              <a:spcAft>
                <a:spcPts val="0"/>
              </a:spcAft>
              <a:buNone/>
            </a:pPr>
            <a:r>
              <a:t/>
            </a:r>
            <a:endParaRPr/>
          </a:p>
        </p:txBody>
      </p:sp>
      <p:sp>
        <p:nvSpPr>
          <p:cNvPr id="17729" name="Google Shape;17729;p312"/>
          <p:cNvSpPr txBox="1"/>
          <p:nvPr>
            <p:ph idx="23" type="subTitle"/>
          </p:nvPr>
        </p:nvSpPr>
        <p:spPr>
          <a:xfrm>
            <a:off x="2631389" y="4617081"/>
            <a:ext cx="3605700" cy="450300"/>
          </a:xfrm>
          <a:prstGeom prst="rect">
            <a:avLst/>
          </a:prstGeom>
        </p:spPr>
        <p:txBody>
          <a:bodyPr anchorCtr="0" anchor="ctr" bIns="54000" lIns="54000" spcFirstLastPara="1" rIns="54000" wrap="square" tIns="54000">
            <a:noAutofit/>
          </a:bodyPr>
          <a:lstStyle/>
          <a:p>
            <a:pPr indent="0" lvl="0" marL="0" rtl="0" algn="l">
              <a:spcBef>
                <a:spcPts val="0"/>
              </a:spcBef>
              <a:spcAft>
                <a:spcPts val="0"/>
              </a:spcAft>
              <a:buNone/>
            </a:pPr>
            <a:r>
              <a:t/>
            </a:r>
            <a:endParaRPr/>
          </a:p>
        </p:txBody>
      </p:sp>
      <p:sp>
        <p:nvSpPr>
          <p:cNvPr id="17730" name="Google Shape;17730;p312"/>
          <p:cNvSpPr txBox="1"/>
          <p:nvPr>
            <p:ph idx="24" type="subTitle"/>
          </p:nvPr>
        </p:nvSpPr>
        <p:spPr>
          <a:xfrm>
            <a:off x="6269361" y="4617081"/>
            <a:ext cx="3536400" cy="450300"/>
          </a:xfrm>
          <a:prstGeom prst="rect">
            <a:avLst/>
          </a:prstGeom>
        </p:spPr>
        <p:txBody>
          <a:bodyPr anchorCtr="0" anchor="ctr" bIns="54000" lIns="54000" spcFirstLastPara="1" rIns="54000" wrap="square" tIns="54000">
            <a:noAutofit/>
          </a:bodyPr>
          <a:lstStyle/>
          <a:p>
            <a:pPr indent="0" lvl="0" marL="0" rtl="0" algn="l">
              <a:spcBef>
                <a:spcPts val="0"/>
              </a:spcBef>
              <a:spcAft>
                <a:spcPts val="0"/>
              </a:spcAft>
              <a:buNone/>
            </a:pPr>
            <a:r>
              <a:t/>
            </a:r>
            <a:endParaRPr/>
          </a:p>
        </p:txBody>
      </p:sp>
      <p:sp>
        <p:nvSpPr>
          <p:cNvPr id="17731" name="Google Shape;17731;p312"/>
          <p:cNvSpPr txBox="1"/>
          <p:nvPr>
            <p:ph idx="25" type="subTitle"/>
          </p:nvPr>
        </p:nvSpPr>
        <p:spPr>
          <a:xfrm>
            <a:off x="832100" y="5125073"/>
            <a:ext cx="1750500" cy="450300"/>
          </a:xfrm>
          <a:prstGeom prst="rect">
            <a:avLst/>
          </a:prstGeom>
        </p:spPr>
        <p:txBody>
          <a:bodyPr anchorCtr="0" anchor="ctr" bIns="54000" lIns="54000" spcFirstLastPara="1" rIns="54000" wrap="square" tIns="54000">
            <a:noAutofit/>
          </a:bodyPr>
          <a:lstStyle/>
          <a:p>
            <a:pPr indent="0" lvl="0" marL="0" rtl="0" algn="l">
              <a:spcBef>
                <a:spcPts val="0"/>
              </a:spcBef>
              <a:spcAft>
                <a:spcPts val="0"/>
              </a:spcAft>
              <a:buNone/>
            </a:pPr>
            <a:r>
              <a:t/>
            </a:r>
            <a:endParaRPr/>
          </a:p>
        </p:txBody>
      </p:sp>
      <p:sp>
        <p:nvSpPr>
          <p:cNvPr id="17732" name="Google Shape;17732;p312"/>
          <p:cNvSpPr txBox="1"/>
          <p:nvPr>
            <p:ph idx="26" type="subTitle"/>
          </p:nvPr>
        </p:nvSpPr>
        <p:spPr>
          <a:xfrm>
            <a:off x="2631389" y="5125073"/>
            <a:ext cx="3605700" cy="450300"/>
          </a:xfrm>
          <a:prstGeom prst="rect">
            <a:avLst/>
          </a:prstGeom>
        </p:spPr>
        <p:txBody>
          <a:bodyPr anchorCtr="0" anchor="ctr" bIns="54000" lIns="54000" spcFirstLastPara="1" rIns="54000" wrap="square" tIns="54000">
            <a:noAutofit/>
          </a:bodyPr>
          <a:lstStyle/>
          <a:p>
            <a:pPr indent="0" lvl="0" marL="0" rtl="0" algn="l">
              <a:spcBef>
                <a:spcPts val="0"/>
              </a:spcBef>
              <a:spcAft>
                <a:spcPts val="0"/>
              </a:spcAft>
              <a:buNone/>
            </a:pPr>
            <a:r>
              <a:t/>
            </a:r>
            <a:endParaRPr/>
          </a:p>
        </p:txBody>
      </p:sp>
      <p:sp>
        <p:nvSpPr>
          <p:cNvPr id="17733" name="Google Shape;17733;p312"/>
          <p:cNvSpPr txBox="1"/>
          <p:nvPr>
            <p:ph idx="27" type="subTitle"/>
          </p:nvPr>
        </p:nvSpPr>
        <p:spPr>
          <a:xfrm>
            <a:off x="6269361" y="5125073"/>
            <a:ext cx="3536400" cy="450300"/>
          </a:xfrm>
          <a:prstGeom prst="rect">
            <a:avLst/>
          </a:prstGeom>
        </p:spPr>
        <p:txBody>
          <a:bodyPr anchorCtr="0" anchor="ctr" bIns="54000" lIns="54000" spcFirstLastPara="1" rIns="54000" wrap="square" tIns="54000">
            <a:noAutofit/>
          </a:bodyPr>
          <a:lstStyle/>
          <a:p>
            <a:pPr indent="0" lvl="0" marL="0" rtl="0" algn="l">
              <a:spcBef>
                <a:spcPts val="0"/>
              </a:spcBef>
              <a:spcAft>
                <a:spcPts val="0"/>
              </a:spcAft>
              <a:buNone/>
            </a:pPr>
            <a:r>
              <a:t/>
            </a:r>
            <a:endParaRPr/>
          </a:p>
        </p:txBody>
      </p:sp>
      <p:sp>
        <p:nvSpPr>
          <p:cNvPr id="17734" name="Google Shape;17734;p312"/>
          <p:cNvSpPr txBox="1"/>
          <p:nvPr>
            <p:ph idx="28" type="subTitle"/>
          </p:nvPr>
        </p:nvSpPr>
        <p:spPr>
          <a:xfrm>
            <a:off x="832100" y="5645346"/>
            <a:ext cx="1750500" cy="450300"/>
          </a:xfrm>
          <a:prstGeom prst="rect">
            <a:avLst/>
          </a:prstGeom>
        </p:spPr>
        <p:txBody>
          <a:bodyPr anchorCtr="0" anchor="ctr" bIns="54000" lIns="54000" spcFirstLastPara="1" rIns="54000" wrap="square" tIns="54000">
            <a:noAutofit/>
          </a:bodyPr>
          <a:lstStyle/>
          <a:p>
            <a:pPr indent="0" lvl="0" marL="0" rtl="0" algn="l">
              <a:spcBef>
                <a:spcPts val="0"/>
              </a:spcBef>
              <a:spcAft>
                <a:spcPts val="0"/>
              </a:spcAft>
              <a:buNone/>
            </a:pPr>
            <a:r>
              <a:t/>
            </a:r>
            <a:endParaRPr/>
          </a:p>
        </p:txBody>
      </p:sp>
      <p:sp>
        <p:nvSpPr>
          <p:cNvPr id="17735" name="Google Shape;17735;p312"/>
          <p:cNvSpPr txBox="1"/>
          <p:nvPr>
            <p:ph idx="29" type="subTitle"/>
          </p:nvPr>
        </p:nvSpPr>
        <p:spPr>
          <a:xfrm>
            <a:off x="2631389" y="5645346"/>
            <a:ext cx="3605700" cy="450300"/>
          </a:xfrm>
          <a:prstGeom prst="rect">
            <a:avLst/>
          </a:prstGeom>
        </p:spPr>
        <p:txBody>
          <a:bodyPr anchorCtr="0" anchor="ctr" bIns="54000" lIns="54000" spcFirstLastPara="1" rIns="54000" wrap="square" tIns="54000">
            <a:noAutofit/>
          </a:bodyPr>
          <a:lstStyle/>
          <a:p>
            <a:pPr indent="0" lvl="0" marL="0" rtl="0" algn="l">
              <a:spcBef>
                <a:spcPts val="0"/>
              </a:spcBef>
              <a:spcAft>
                <a:spcPts val="0"/>
              </a:spcAft>
              <a:buNone/>
            </a:pPr>
            <a:r>
              <a:t/>
            </a:r>
            <a:endParaRPr/>
          </a:p>
        </p:txBody>
      </p:sp>
      <p:sp>
        <p:nvSpPr>
          <p:cNvPr id="17736" name="Google Shape;17736;p312"/>
          <p:cNvSpPr txBox="1"/>
          <p:nvPr>
            <p:ph idx="30" type="subTitle"/>
          </p:nvPr>
        </p:nvSpPr>
        <p:spPr>
          <a:xfrm>
            <a:off x="6269361" y="5645346"/>
            <a:ext cx="3536400" cy="450300"/>
          </a:xfrm>
          <a:prstGeom prst="rect">
            <a:avLst/>
          </a:prstGeom>
        </p:spPr>
        <p:txBody>
          <a:bodyPr anchorCtr="0" anchor="ctr" bIns="54000" lIns="54000" spcFirstLastPara="1" rIns="54000" wrap="square" tIns="54000">
            <a:noAutofit/>
          </a:bodyPr>
          <a:lstStyle/>
          <a:p>
            <a:pPr indent="0" lvl="0" marL="0" rtl="0" algn="l">
              <a:spcBef>
                <a:spcPts val="0"/>
              </a:spcBef>
              <a:spcAft>
                <a:spcPts val="0"/>
              </a:spcAft>
              <a:buNone/>
            </a:pPr>
            <a:r>
              <a:t/>
            </a:r>
            <a:endParaRPr/>
          </a:p>
        </p:txBody>
      </p:sp>
      <p:sp>
        <p:nvSpPr>
          <p:cNvPr id="17737" name="Google Shape;17737;p312"/>
          <p:cNvSpPr txBox="1"/>
          <p:nvPr>
            <p:ph idx="31" type="subTitle"/>
          </p:nvPr>
        </p:nvSpPr>
        <p:spPr>
          <a:xfrm>
            <a:off x="832100" y="6178521"/>
            <a:ext cx="1750500" cy="450300"/>
          </a:xfrm>
          <a:prstGeom prst="rect">
            <a:avLst/>
          </a:prstGeom>
        </p:spPr>
        <p:txBody>
          <a:bodyPr anchorCtr="0" anchor="ctr" bIns="54000" lIns="54000" spcFirstLastPara="1" rIns="54000" wrap="square" tIns="54000">
            <a:noAutofit/>
          </a:bodyPr>
          <a:lstStyle/>
          <a:p>
            <a:pPr indent="0" lvl="0" marL="0" rtl="0" algn="l">
              <a:spcBef>
                <a:spcPts val="0"/>
              </a:spcBef>
              <a:spcAft>
                <a:spcPts val="0"/>
              </a:spcAft>
              <a:buNone/>
            </a:pPr>
            <a:r>
              <a:t/>
            </a:r>
            <a:endParaRPr/>
          </a:p>
        </p:txBody>
      </p:sp>
      <p:sp>
        <p:nvSpPr>
          <p:cNvPr id="17738" name="Google Shape;17738;p312"/>
          <p:cNvSpPr txBox="1"/>
          <p:nvPr>
            <p:ph idx="32" type="subTitle"/>
          </p:nvPr>
        </p:nvSpPr>
        <p:spPr>
          <a:xfrm>
            <a:off x="2631389" y="6178521"/>
            <a:ext cx="3605700" cy="450300"/>
          </a:xfrm>
          <a:prstGeom prst="rect">
            <a:avLst/>
          </a:prstGeom>
        </p:spPr>
        <p:txBody>
          <a:bodyPr anchorCtr="0" anchor="ctr" bIns="54000" lIns="54000" spcFirstLastPara="1" rIns="54000" wrap="square" tIns="54000">
            <a:noAutofit/>
          </a:bodyPr>
          <a:lstStyle/>
          <a:p>
            <a:pPr indent="0" lvl="0" marL="0" rtl="0" algn="l">
              <a:spcBef>
                <a:spcPts val="0"/>
              </a:spcBef>
              <a:spcAft>
                <a:spcPts val="0"/>
              </a:spcAft>
              <a:buNone/>
            </a:pPr>
            <a:r>
              <a:t/>
            </a:r>
            <a:endParaRPr/>
          </a:p>
        </p:txBody>
      </p:sp>
      <p:sp>
        <p:nvSpPr>
          <p:cNvPr id="17739" name="Google Shape;17739;p312"/>
          <p:cNvSpPr txBox="1"/>
          <p:nvPr>
            <p:ph idx="33" type="subTitle"/>
          </p:nvPr>
        </p:nvSpPr>
        <p:spPr>
          <a:xfrm>
            <a:off x="6269361" y="6178521"/>
            <a:ext cx="3536400" cy="450300"/>
          </a:xfrm>
          <a:prstGeom prst="rect">
            <a:avLst/>
          </a:prstGeom>
        </p:spPr>
        <p:txBody>
          <a:bodyPr anchorCtr="0" anchor="ctr" bIns="54000" lIns="54000" spcFirstLastPara="1" rIns="54000" wrap="square" tIns="54000">
            <a:noAutofit/>
          </a:bodyPr>
          <a:lstStyle/>
          <a:p>
            <a:pPr indent="0" lvl="0" marL="0" rtl="0" algn="l">
              <a:spcBef>
                <a:spcPts val="0"/>
              </a:spcBef>
              <a:spcAft>
                <a:spcPts val="0"/>
              </a:spcAft>
              <a:buNone/>
            </a:pPr>
            <a:r>
              <a:t/>
            </a:r>
            <a:endParaRPr/>
          </a:p>
        </p:txBody>
      </p:sp>
      <p:sp>
        <p:nvSpPr>
          <p:cNvPr id="17740" name="Google Shape;17740;p312"/>
          <p:cNvSpPr txBox="1"/>
          <p:nvPr>
            <p:ph type="title"/>
          </p:nvPr>
        </p:nvSpPr>
        <p:spPr>
          <a:xfrm flipH="1">
            <a:off x="4025374" y="387675"/>
            <a:ext cx="5863200" cy="169200"/>
          </a:xfrm>
          <a:prstGeom prst="rect">
            <a:avLst/>
          </a:prstGeom>
        </p:spPr>
        <p:txBody>
          <a:bodyPr anchorCtr="0" anchor="ctr" bIns="0" lIns="0" spcFirstLastPara="1" rIns="0" wrap="square" tIns="0">
            <a:noAutofit/>
          </a:bodyPr>
          <a:lstStyle/>
          <a:p>
            <a:pPr indent="0" lvl="0" marL="0" rtl="0" algn="l">
              <a:spcBef>
                <a:spcPts val="0"/>
              </a:spcBef>
              <a:spcAft>
                <a:spcPts val="0"/>
              </a:spcAft>
              <a:buNone/>
            </a:pPr>
            <a:r>
              <a:t/>
            </a:r>
            <a:endParaRPr/>
          </a:p>
        </p:txBody>
      </p:sp>
      <p:sp>
        <p:nvSpPr>
          <p:cNvPr id="17741" name="Google Shape;17741;p312"/>
          <p:cNvSpPr txBox="1"/>
          <p:nvPr>
            <p:ph idx="34" type="title"/>
          </p:nvPr>
        </p:nvSpPr>
        <p:spPr>
          <a:xfrm flipH="1">
            <a:off x="3208773" y="579550"/>
            <a:ext cx="6679800" cy="169200"/>
          </a:xfrm>
          <a:prstGeom prst="rect">
            <a:avLst/>
          </a:prstGeom>
        </p:spPr>
        <p:txBody>
          <a:bodyPr anchorCtr="0" anchor="ctr" bIns="0" lIns="0" spcFirstLastPara="1" rIns="0" wrap="square" tIns="0">
            <a:noAutofit/>
          </a:bodyPr>
          <a:lstStyle/>
          <a:p>
            <a:pPr indent="0" lvl="0" marL="0" rtl="0" algn="l">
              <a:spcBef>
                <a:spcPts val="0"/>
              </a:spcBef>
              <a:spcAft>
                <a:spcPts val="0"/>
              </a:spcAft>
              <a:buNone/>
            </a:pPr>
            <a:r>
              <a:t/>
            </a:r>
            <a:endParaRPr/>
          </a:p>
        </p:txBody>
      </p:sp>
      <p:sp>
        <p:nvSpPr>
          <p:cNvPr id="17742" name="Google Shape;17742;p312"/>
          <p:cNvSpPr txBox="1"/>
          <p:nvPr>
            <p:ph idx="35" type="body"/>
          </p:nvPr>
        </p:nvSpPr>
        <p:spPr>
          <a:xfrm>
            <a:off x="641150" y="612125"/>
            <a:ext cx="1770300" cy="160500"/>
          </a:xfrm>
          <a:prstGeom prst="rect">
            <a:avLst/>
          </a:prstGeom>
        </p:spPr>
        <p:txBody>
          <a:bodyPr anchorCtr="0" anchor="t" bIns="0" lIns="0" spcFirstLastPara="1" rIns="0" wrap="square" tIns="0">
            <a:noAutofit/>
          </a:bodyPr>
          <a:lstStyle/>
          <a:p>
            <a:pPr indent="0" lvl="0" marL="0" rtl="0" algn="ctr">
              <a:spcBef>
                <a:spcPts val="0"/>
              </a:spcBef>
              <a:spcAft>
                <a:spcPts val="0"/>
              </a:spcAft>
              <a:buNone/>
            </a:pPr>
            <a:r>
              <a:t/>
            </a:r>
            <a:endParaRPr/>
          </a:p>
        </p:txBody>
      </p:sp>
    </p:spTree>
  </p:cSld>
  <p:clrMapOvr>
    <a:masterClrMapping/>
  </p:clrMapOvr>
</p:sld>
</file>

<file path=ppt/slides/slide5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746" name="Shape 17746"/>
        <p:cNvGrpSpPr/>
        <p:nvPr/>
      </p:nvGrpSpPr>
      <p:grpSpPr>
        <a:xfrm>
          <a:off x="0" y="0"/>
          <a:ext cx="0" cy="0"/>
          <a:chOff x="0" y="0"/>
          <a:chExt cx="0" cy="0"/>
        </a:xfrm>
      </p:grpSpPr>
      <p:sp>
        <p:nvSpPr>
          <p:cNvPr id="17747" name="Google Shape;17747;p313"/>
          <p:cNvSpPr txBox="1"/>
          <p:nvPr>
            <p:ph idx="1" type="subTitle"/>
          </p:nvPr>
        </p:nvSpPr>
        <p:spPr>
          <a:xfrm>
            <a:off x="832100" y="1493107"/>
            <a:ext cx="1750500" cy="450300"/>
          </a:xfrm>
          <a:prstGeom prst="rect">
            <a:avLst/>
          </a:prstGeom>
        </p:spPr>
        <p:txBody>
          <a:bodyPr anchorCtr="0" anchor="ctr" bIns="54000" lIns="54000" spcFirstLastPara="1" rIns="54000" wrap="square" tIns="54000">
            <a:noAutofit/>
          </a:bodyPr>
          <a:lstStyle/>
          <a:p>
            <a:pPr indent="0" lvl="0" marL="0" rtl="0" algn="l">
              <a:spcBef>
                <a:spcPts val="0"/>
              </a:spcBef>
              <a:spcAft>
                <a:spcPts val="0"/>
              </a:spcAft>
              <a:buNone/>
            </a:pPr>
            <a:r>
              <a:rPr lang="es-419"/>
              <a:t>RF-21</a:t>
            </a:r>
            <a:endParaRPr/>
          </a:p>
        </p:txBody>
      </p:sp>
      <p:sp>
        <p:nvSpPr>
          <p:cNvPr id="17748" name="Google Shape;17748;p313"/>
          <p:cNvSpPr txBox="1"/>
          <p:nvPr>
            <p:ph idx="2" type="subTitle"/>
          </p:nvPr>
        </p:nvSpPr>
        <p:spPr>
          <a:xfrm>
            <a:off x="2631389" y="1493107"/>
            <a:ext cx="3605700" cy="450300"/>
          </a:xfrm>
          <a:prstGeom prst="rect">
            <a:avLst/>
          </a:prstGeom>
        </p:spPr>
        <p:txBody>
          <a:bodyPr anchorCtr="0" anchor="ctr" bIns="54000" lIns="54000" spcFirstLastPara="1" rIns="54000" wrap="square" tIns="54000">
            <a:noAutofit/>
          </a:bodyPr>
          <a:lstStyle/>
          <a:p>
            <a:pPr indent="0" lvl="0" marL="0" rtl="0" algn="l">
              <a:spcBef>
                <a:spcPts val="0"/>
              </a:spcBef>
              <a:spcAft>
                <a:spcPts val="0"/>
              </a:spcAft>
              <a:buNone/>
            </a:pPr>
            <a:r>
              <a:rPr lang="es-419"/>
              <a:t>Identificación</a:t>
            </a:r>
            <a:r>
              <a:rPr lang="es-419"/>
              <a:t> y </a:t>
            </a:r>
            <a:r>
              <a:rPr lang="es-419"/>
              <a:t>clasificación</a:t>
            </a:r>
            <a:r>
              <a:rPr lang="es-419"/>
              <a:t> cliente</a:t>
            </a:r>
            <a:endParaRPr/>
          </a:p>
        </p:txBody>
      </p:sp>
      <p:sp>
        <p:nvSpPr>
          <p:cNvPr id="17749" name="Google Shape;17749;p313"/>
          <p:cNvSpPr txBox="1"/>
          <p:nvPr>
            <p:ph idx="3" type="subTitle"/>
          </p:nvPr>
        </p:nvSpPr>
        <p:spPr>
          <a:xfrm>
            <a:off x="6269361" y="1493107"/>
            <a:ext cx="3536400" cy="450300"/>
          </a:xfrm>
          <a:prstGeom prst="rect">
            <a:avLst/>
          </a:prstGeom>
        </p:spPr>
        <p:txBody>
          <a:bodyPr anchorCtr="0" anchor="ctr" bIns="54000" lIns="54000" spcFirstLastPara="1" rIns="54000" wrap="square" tIns="54000">
            <a:noAutofit/>
          </a:bodyPr>
          <a:lstStyle/>
          <a:p>
            <a:pPr indent="0" lvl="0" marL="0" rtl="0" algn="l">
              <a:spcBef>
                <a:spcPts val="0"/>
              </a:spcBef>
              <a:spcAft>
                <a:spcPts val="0"/>
              </a:spcAft>
              <a:buNone/>
            </a:pPr>
            <a:r>
              <a:rPr lang="es-419"/>
              <a:t>CUS-05</a:t>
            </a:r>
            <a:endParaRPr/>
          </a:p>
        </p:txBody>
      </p:sp>
      <p:sp>
        <p:nvSpPr>
          <p:cNvPr id="17750" name="Google Shape;17750;p313"/>
          <p:cNvSpPr txBox="1"/>
          <p:nvPr>
            <p:ph idx="4" type="subTitle"/>
          </p:nvPr>
        </p:nvSpPr>
        <p:spPr>
          <a:xfrm>
            <a:off x="832100" y="2026281"/>
            <a:ext cx="1750500" cy="450300"/>
          </a:xfrm>
          <a:prstGeom prst="rect">
            <a:avLst/>
          </a:prstGeom>
        </p:spPr>
        <p:txBody>
          <a:bodyPr anchorCtr="0" anchor="ctr" bIns="54000" lIns="54000" spcFirstLastPara="1" rIns="54000" wrap="square" tIns="54000">
            <a:noAutofit/>
          </a:bodyPr>
          <a:lstStyle/>
          <a:p>
            <a:pPr indent="0" lvl="0" marL="0" rtl="0" algn="l">
              <a:spcBef>
                <a:spcPts val="0"/>
              </a:spcBef>
              <a:spcAft>
                <a:spcPts val="0"/>
              </a:spcAft>
              <a:buNone/>
            </a:pPr>
            <a:r>
              <a:rPr lang="es-419"/>
              <a:t>RF-22</a:t>
            </a:r>
            <a:endParaRPr/>
          </a:p>
        </p:txBody>
      </p:sp>
      <p:sp>
        <p:nvSpPr>
          <p:cNvPr id="17751" name="Google Shape;17751;p313"/>
          <p:cNvSpPr txBox="1"/>
          <p:nvPr>
            <p:ph idx="5" type="subTitle"/>
          </p:nvPr>
        </p:nvSpPr>
        <p:spPr>
          <a:xfrm>
            <a:off x="2631389" y="2026281"/>
            <a:ext cx="3605700" cy="450300"/>
          </a:xfrm>
          <a:prstGeom prst="rect">
            <a:avLst/>
          </a:prstGeom>
        </p:spPr>
        <p:txBody>
          <a:bodyPr anchorCtr="0" anchor="ctr" bIns="54000" lIns="54000" spcFirstLastPara="1" rIns="54000" wrap="square" tIns="54000">
            <a:noAutofit/>
          </a:bodyPr>
          <a:lstStyle/>
          <a:p>
            <a:pPr indent="0" lvl="0" marL="0" rtl="0" algn="l">
              <a:spcBef>
                <a:spcPts val="0"/>
              </a:spcBef>
              <a:spcAft>
                <a:spcPts val="0"/>
              </a:spcAft>
              <a:buClr>
                <a:schemeClr val="dk1"/>
              </a:buClr>
              <a:buSzPts val="1100"/>
              <a:buFont typeface="Arial"/>
              <a:buNone/>
            </a:pPr>
            <a:r>
              <a:rPr lang="es-419">
                <a:solidFill>
                  <a:schemeClr val="dk1"/>
                </a:solidFill>
              </a:rPr>
              <a:t>Identificación y clasificación cliente</a:t>
            </a:r>
            <a:endParaRPr>
              <a:solidFill>
                <a:schemeClr val="dk1"/>
              </a:solidFill>
            </a:endParaRPr>
          </a:p>
          <a:p>
            <a:pPr indent="0" lvl="0" marL="0" rtl="0" algn="l">
              <a:spcBef>
                <a:spcPts val="0"/>
              </a:spcBef>
              <a:spcAft>
                <a:spcPts val="0"/>
              </a:spcAft>
              <a:buNone/>
            </a:pPr>
            <a:r>
              <a:t/>
            </a:r>
            <a:endParaRPr/>
          </a:p>
        </p:txBody>
      </p:sp>
      <p:sp>
        <p:nvSpPr>
          <p:cNvPr id="17752" name="Google Shape;17752;p313"/>
          <p:cNvSpPr txBox="1"/>
          <p:nvPr>
            <p:ph idx="6" type="subTitle"/>
          </p:nvPr>
        </p:nvSpPr>
        <p:spPr>
          <a:xfrm>
            <a:off x="6269361" y="2026281"/>
            <a:ext cx="3536400" cy="450300"/>
          </a:xfrm>
          <a:prstGeom prst="rect">
            <a:avLst/>
          </a:prstGeom>
        </p:spPr>
        <p:txBody>
          <a:bodyPr anchorCtr="0" anchor="ctr" bIns="54000" lIns="54000" spcFirstLastPara="1" rIns="54000" wrap="square" tIns="54000">
            <a:noAutofit/>
          </a:bodyPr>
          <a:lstStyle/>
          <a:p>
            <a:pPr indent="0" lvl="0" marL="0" rtl="0" algn="l">
              <a:spcBef>
                <a:spcPts val="0"/>
              </a:spcBef>
              <a:spcAft>
                <a:spcPts val="0"/>
              </a:spcAft>
              <a:buClr>
                <a:schemeClr val="dk1"/>
              </a:buClr>
              <a:buSzPts val="1100"/>
              <a:buFont typeface="Arial"/>
              <a:buNone/>
            </a:pPr>
            <a:r>
              <a:rPr lang="es-419">
                <a:solidFill>
                  <a:schemeClr val="dk1"/>
                </a:solidFill>
              </a:rPr>
              <a:t>CUS-05</a:t>
            </a:r>
            <a:endParaRPr/>
          </a:p>
        </p:txBody>
      </p:sp>
      <p:sp>
        <p:nvSpPr>
          <p:cNvPr id="17753" name="Google Shape;17753;p313"/>
          <p:cNvSpPr txBox="1"/>
          <p:nvPr>
            <p:ph idx="7" type="subTitle"/>
          </p:nvPr>
        </p:nvSpPr>
        <p:spPr>
          <a:xfrm>
            <a:off x="832100" y="2534273"/>
            <a:ext cx="1750500" cy="450300"/>
          </a:xfrm>
          <a:prstGeom prst="rect">
            <a:avLst/>
          </a:prstGeom>
        </p:spPr>
        <p:txBody>
          <a:bodyPr anchorCtr="0" anchor="ctr" bIns="54000" lIns="54000" spcFirstLastPara="1" rIns="54000" wrap="square" tIns="54000">
            <a:noAutofit/>
          </a:bodyPr>
          <a:lstStyle/>
          <a:p>
            <a:pPr indent="0" lvl="0" marL="0" rtl="0" algn="l">
              <a:spcBef>
                <a:spcPts val="0"/>
              </a:spcBef>
              <a:spcAft>
                <a:spcPts val="0"/>
              </a:spcAft>
              <a:buNone/>
            </a:pPr>
            <a:r>
              <a:rPr lang="es-419"/>
              <a:t>RF-23</a:t>
            </a:r>
            <a:endParaRPr/>
          </a:p>
        </p:txBody>
      </p:sp>
      <p:sp>
        <p:nvSpPr>
          <p:cNvPr id="17754" name="Google Shape;17754;p313"/>
          <p:cNvSpPr txBox="1"/>
          <p:nvPr>
            <p:ph idx="8" type="subTitle"/>
          </p:nvPr>
        </p:nvSpPr>
        <p:spPr>
          <a:xfrm>
            <a:off x="2631389" y="2534273"/>
            <a:ext cx="3605700" cy="450300"/>
          </a:xfrm>
          <a:prstGeom prst="rect">
            <a:avLst/>
          </a:prstGeom>
        </p:spPr>
        <p:txBody>
          <a:bodyPr anchorCtr="0" anchor="ctr" bIns="54000" lIns="54000" spcFirstLastPara="1" rIns="54000" wrap="square" tIns="54000">
            <a:noAutofit/>
          </a:bodyPr>
          <a:lstStyle/>
          <a:p>
            <a:pPr indent="0" lvl="0" marL="0" rtl="0" algn="l">
              <a:spcBef>
                <a:spcPts val="0"/>
              </a:spcBef>
              <a:spcAft>
                <a:spcPts val="0"/>
              </a:spcAft>
              <a:buClr>
                <a:schemeClr val="dk1"/>
              </a:buClr>
              <a:buSzPts val="1100"/>
              <a:buFont typeface="Arial"/>
              <a:buNone/>
            </a:pPr>
            <a:r>
              <a:rPr lang="es-419">
                <a:solidFill>
                  <a:schemeClr val="dk1"/>
                </a:solidFill>
              </a:rPr>
              <a:t>Identificación y clasificación cliente</a:t>
            </a:r>
            <a:endParaRPr>
              <a:solidFill>
                <a:schemeClr val="dk1"/>
              </a:solidFill>
            </a:endParaRPr>
          </a:p>
          <a:p>
            <a:pPr indent="0" lvl="0" marL="0" rtl="0" algn="l">
              <a:spcBef>
                <a:spcPts val="0"/>
              </a:spcBef>
              <a:spcAft>
                <a:spcPts val="0"/>
              </a:spcAft>
              <a:buNone/>
            </a:pPr>
            <a:r>
              <a:t/>
            </a:r>
            <a:endParaRPr/>
          </a:p>
        </p:txBody>
      </p:sp>
      <p:sp>
        <p:nvSpPr>
          <p:cNvPr id="17755" name="Google Shape;17755;p313"/>
          <p:cNvSpPr txBox="1"/>
          <p:nvPr>
            <p:ph idx="9" type="subTitle"/>
          </p:nvPr>
        </p:nvSpPr>
        <p:spPr>
          <a:xfrm>
            <a:off x="6269361" y="2534273"/>
            <a:ext cx="3536400" cy="450300"/>
          </a:xfrm>
          <a:prstGeom prst="rect">
            <a:avLst/>
          </a:prstGeom>
        </p:spPr>
        <p:txBody>
          <a:bodyPr anchorCtr="0" anchor="ctr" bIns="54000" lIns="54000" spcFirstLastPara="1" rIns="54000" wrap="square" tIns="54000">
            <a:noAutofit/>
          </a:bodyPr>
          <a:lstStyle/>
          <a:p>
            <a:pPr indent="0" lvl="0" marL="0" rtl="0" algn="l">
              <a:spcBef>
                <a:spcPts val="0"/>
              </a:spcBef>
              <a:spcAft>
                <a:spcPts val="0"/>
              </a:spcAft>
              <a:buClr>
                <a:schemeClr val="dk1"/>
              </a:buClr>
              <a:buSzPts val="1100"/>
              <a:buFont typeface="Arial"/>
              <a:buNone/>
            </a:pPr>
            <a:r>
              <a:rPr lang="es-419">
                <a:solidFill>
                  <a:schemeClr val="dk1"/>
                </a:solidFill>
              </a:rPr>
              <a:t>CUS-05</a:t>
            </a:r>
            <a:endParaRPr/>
          </a:p>
        </p:txBody>
      </p:sp>
      <p:sp>
        <p:nvSpPr>
          <p:cNvPr id="17756" name="Google Shape;17756;p313"/>
          <p:cNvSpPr txBox="1"/>
          <p:nvPr>
            <p:ph idx="13" type="subTitle"/>
          </p:nvPr>
        </p:nvSpPr>
        <p:spPr>
          <a:xfrm>
            <a:off x="832100" y="3054546"/>
            <a:ext cx="1750500" cy="450300"/>
          </a:xfrm>
          <a:prstGeom prst="rect">
            <a:avLst/>
          </a:prstGeom>
        </p:spPr>
        <p:txBody>
          <a:bodyPr anchorCtr="0" anchor="ctr" bIns="54000" lIns="54000" spcFirstLastPara="1" rIns="54000" wrap="square" tIns="54000">
            <a:noAutofit/>
          </a:bodyPr>
          <a:lstStyle/>
          <a:p>
            <a:pPr indent="0" lvl="0" marL="0" rtl="0" algn="l">
              <a:spcBef>
                <a:spcPts val="0"/>
              </a:spcBef>
              <a:spcAft>
                <a:spcPts val="0"/>
              </a:spcAft>
              <a:buNone/>
            </a:pPr>
            <a:r>
              <a:rPr lang="es-419"/>
              <a:t>RF-24</a:t>
            </a:r>
            <a:endParaRPr/>
          </a:p>
        </p:txBody>
      </p:sp>
      <p:sp>
        <p:nvSpPr>
          <p:cNvPr id="17757" name="Google Shape;17757;p313"/>
          <p:cNvSpPr txBox="1"/>
          <p:nvPr>
            <p:ph idx="14" type="subTitle"/>
          </p:nvPr>
        </p:nvSpPr>
        <p:spPr>
          <a:xfrm>
            <a:off x="2631389" y="3054546"/>
            <a:ext cx="3605700" cy="450300"/>
          </a:xfrm>
          <a:prstGeom prst="rect">
            <a:avLst/>
          </a:prstGeom>
        </p:spPr>
        <p:txBody>
          <a:bodyPr anchorCtr="0" anchor="ctr" bIns="54000" lIns="54000" spcFirstLastPara="1" rIns="54000" wrap="square" tIns="54000">
            <a:noAutofit/>
          </a:bodyPr>
          <a:lstStyle/>
          <a:p>
            <a:pPr indent="0" lvl="0" marL="0" rtl="0" algn="l">
              <a:spcBef>
                <a:spcPts val="0"/>
              </a:spcBef>
              <a:spcAft>
                <a:spcPts val="0"/>
              </a:spcAft>
              <a:buClr>
                <a:schemeClr val="dk1"/>
              </a:buClr>
              <a:buSzPts val="1100"/>
              <a:buFont typeface="Arial"/>
              <a:buNone/>
            </a:pPr>
            <a:r>
              <a:rPr lang="es-419">
                <a:solidFill>
                  <a:schemeClr val="dk1"/>
                </a:solidFill>
              </a:rPr>
              <a:t>Identificación y clasificación cliente</a:t>
            </a:r>
            <a:endParaRPr>
              <a:solidFill>
                <a:schemeClr val="dk1"/>
              </a:solidFill>
            </a:endParaRPr>
          </a:p>
          <a:p>
            <a:pPr indent="0" lvl="0" marL="0" rtl="0" algn="l">
              <a:spcBef>
                <a:spcPts val="0"/>
              </a:spcBef>
              <a:spcAft>
                <a:spcPts val="0"/>
              </a:spcAft>
              <a:buNone/>
            </a:pPr>
            <a:r>
              <a:t/>
            </a:r>
            <a:endParaRPr/>
          </a:p>
        </p:txBody>
      </p:sp>
      <p:sp>
        <p:nvSpPr>
          <p:cNvPr id="17758" name="Google Shape;17758;p313"/>
          <p:cNvSpPr txBox="1"/>
          <p:nvPr>
            <p:ph idx="15" type="subTitle"/>
          </p:nvPr>
        </p:nvSpPr>
        <p:spPr>
          <a:xfrm>
            <a:off x="6269361" y="3054546"/>
            <a:ext cx="3536400" cy="450300"/>
          </a:xfrm>
          <a:prstGeom prst="rect">
            <a:avLst/>
          </a:prstGeom>
        </p:spPr>
        <p:txBody>
          <a:bodyPr anchorCtr="0" anchor="ctr" bIns="54000" lIns="54000" spcFirstLastPara="1" rIns="54000" wrap="square" tIns="54000">
            <a:noAutofit/>
          </a:bodyPr>
          <a:lstStyle/>
          <a:p>
            <a:pPr indent="0" lvl="0" marL="0" rtl="0" algn="l">
              <a:spcBef>
                <a:spcPts val="0"/>
              </a:spcBef>
              <a:spcAft>
                <a:spcPts val="0"/>
              </a:spcAft>
              <a:buClr>
                <a:schemeClr val="dk1"/>
              </a:buClr>
              <a:buSzPts val="1100"/>
              <a:buFont typeface="Arial"/>
              <a:buNone/>
            </a:pPr>
            <a:r>
              <a:rPr lang="es-419">
                <a:solidFill>
                  <a:schemeClr val="dk1"/>
                </a:solidFill>
              </a:rPr>
              <a:t>CUS-05</a:t>
            </a:r>
            <a:endParaRPr/>
          </a:p>
        </p:txBody>
      </p:sp>
      <p:sp>
        <p:nvSpPr>
          <p:cNvPr id="17759" name="Google Shape;17759;p313"/>
          <p:cNvSpPr txBox="1"/>
          <p:nvPr>
            <p:ph idx="16" type="subTitle"/>
          </p:nvPr>
        </p:nvSpPr>
        <p:spPr>
          <a:xfrm>
            <a:off x="832100" y="3587721"/>
            <a:ext cx="1750500" cy="450300"/>
          </a:xfrm>
          <a:prstGeom prst="rect">
            <a:avLst/>
          </a:prstGeom>
        </p:spPr>
        <p:txBody>
          <a:bodyPr anchorCtr="0" anchor="ctr" bIns="54000" lIns="54000" spcFirstLastPara="1" rIns="54000" wrap="square" tIns="54000">
            <a:noAutofit/>
          </a:bodyPr>
          <a:lstStyle/>
          <a:p>
            <a:pPr indent="0" lvl="0" marL="0" rtl="0" algn="l">
              <a:spcBef>
                <a:spcPts val="0"/>
              </a:spcBef>
              <a:spcAft>
                <a:spcPts val="0"/>
              </a:spcAft>
              <a:buNone/>
            </a:pPr>
            <a:r>
              <a:rPr lang="es-419"/>
              <a:t>RF-25</a:t>
            </a:r>
            <a:endParaRPr/>
          </a:p>
        </p:txBody>
      </p:sp>
      <p:sp>
        <p:nvSpPr>
          <p:cNvPr id="17760" name="Google Shape;17760;p313"/>
          <p:cNvSpPr txBox="1"/>
          <p:nvPr>
            <p:ph idx="17" type="subTitle"/>
          </p:nvPr>
        </p:nvSpPr>
        <p:spPr>
          <a:xfrm>
            <a:off x="2631389" y="3587721"/>
            <a:ext cx="3605700" cy="450300"/>
          </a:xfrm>
          <a:prstGeom prst="rect">
            <a:avLst/>
          </a:prstGeom>
        </p:spPr>
        <p:txBody>
          <a:bodyPr anchorCtr="0" anchor="ctr" bIns="54000" lIns="54000" spcFirstLastPara="1" rIns="54000" wrap="square" tIns="54000">
            <a:noAutofit/>
          </a:bodyPr>
          <a:lstStyle/>
          <a:p>
            <a:pPr indent="0" lvl="0" marL="0" rtl="0" algn="l">
              <a:spcBef>
                <a:spcPts val="0"/>
              </a:spcBef>
              <a:spcAft>
                <a:spcPts val="0"/>
              </a:spcAft>
              <a:buClr>
                <a:schemeClr val="dk1"/>
              </a:buClr>
              <a:buSzPts val="1100"/>
              <a:buFont typeface="Arial"/>
              <a:buNone/>
            </a:pPr>
            <a:r>
              <a:rPr lang="es-419">
                <a:solidFill>
                  <a:schemeClr val="dk1"/>
                </a:solidFill>
              </a:rPr>
              <a:t>Identificación y clasificación cliente</a:t>
            </a:r>
            <a:endParaRPr>
              <a:solidFill>
                <a:schemeClr val="dk1"/>
              </a:solidFill>
            </a:endParaRPr>
          </a:p>
          <a:p>
            <a:pPr indent="0" lvl="0" marL="0" rtl="0" algn="l">
              <a:spcBef>
                <a:spcPts val="0"/>
              </a:spcBef>
              <a:spcAft>
                <a:spcPts val="0"/>
              </a:spcAft>
              <a:buNone/>
            </a:pPr>
            <a:r>
              <a:t/>
            </a:r>
            <a:endParaRPr/>
          </a:p>
        </p:txBody>
      </p:sp>
      <p:sp>
        <p:nvSpPr>
          <p:cNvPr id="17761" name="Google Shape;17761;p313"/>
          <p:cNvSpPr txBox="1"/>
          <p:nvPr>
            <p:ph idx="18" type="subTitle"/>
          </p:nvPr>
        </p:nvSpPr>
        <p:spPr>
          <a:xfrm>
            <a:off x="6269361" y="3587721"/>
            <a:ext cx="3536400" cy="450300"/>
          </a:xfrm>
          <a:prstGeom prst="rect">
            <a:avLst/>
          </a:prstGeom>
        </p:spPr>
        <p:txBody>
          <a:bodyPr anchorCtr="0" anchor="ctr" bIns="54000" lIns="54000" spcFirstLastPara="1" rIns="54000" wrap="square" tIns="54000">
            <a:noAutofit/>
          </a:bodyPr>
          <a:lstStyle/>
          <a:p>
            <a:pPr indent="0" lvl="0" marL="0" rtl="0" algn="l">
              <a:spcBef>
                <a:spcPts val="0"/>
              </a:spcBef>
              <a:spcAft>
                <a:spcPts val="0"/>
              </a:spcAft>
              <a:buClr>
                <a:schemeClr val="dk1"/>
              </a:buClr>
              <a:buSzPts val="1100"/>
              <a:buFont typeface="Arial"/>
              <a:buNone/>
            </a:pPr>
            <a:r>
              <a:rPr lang="es-419">
                <a:solidFill>
                  <a:schemeClr val="dk1"/>
                </a:solidFill>
              </a:rPr>
              <a:t>CUS-05</a:t>
            </a:r>
            <a:endParaRPr/>
          </a:p>
        </p:txBody>
      </p:sp>
      <p:sp>
        <p:nvSpPr>
          <p:cNvPr id="17762" name="Google Shape;17762;p313"/>
          <p:cNvSpPr txBox="1"/>
          <p:nvPr>
            <p:ph idx="19" type="subTitle"/>
          </p:nvPr>
        </p:nvSpPr>
        <p:spPr>
          <a:xfrm>
            <a:off x="832100" y="4083907"/>
            <a:ext cx="1750500" cy="450300"/>
          </a:xfrm>
          <a:prstGeom prst="rect">
            <a:avLst/>
          </a:prstGeom>
        </p:spPr>
        <p:txBody>
          <a:bodyPr anchorCtr="0" anchor="ctr" bIns="54000" lIns="54000" spcFirstLastPara="1" rIns="54000" wrap="square" tIns="54000">
            <a:noAutofit/>
          </a:bodyPr>
          <a:lstStyle/>
          <a:p>
            <a:pPr indent="0" lvl="0" marL="0" rtl="0" algn="l">
              <a:spcBef>
                <a:spcPts val="0"/>
              </a:spcBef>
              <a:spcAft>
                <a:spcPts val="0"/>
              </a:spcAft>
              <a:buNone/>
            </a:pPr>
            <a:r>
              <a:t/>
            </a:r>
            <a:endParaRPr/>
          </a:p>
        </p:txBody>
      </p:sp>
      <p:sp>
        <p:nvSpPr>
          <p:cNvPr id="17763" name="Google Shape;17763;p313"/>
          <p:cNvSpPr txBox="1"/>
          <p:nvPr>
            <p:ph idx="20" type="subTitle"/>
          </p:nvPr>
        </p:nvSpPr>
        <p:spPr>
          <a:xfrm>
            <a:off x="2631389" y="4083907"/>
            <a:ext cx="3605700" cy="450300"/>
          </a:xfrm>
          <a:prstGeom prst="rect">
            <a:avLst/>
          </a:prstGeom>
        </p:spPr>
        <p:txBody>
          <a:bodyPr anchorCtr="0" anchor="ctr" bIns="54000" lIns="54000" spcFirstLastPara="1" rIns="54000" wrap="square" tIns="54000">
            <a:noAutofit/>
          </a:bodyPr>
          <a:lstStyle/>
          <a:p>
            <a:pPr indent="0" lvl="0" marL="0" rtl="0" algn="l">
              <a:spcBef>
                <a:spcPts val="0"/>
              </a:spcBef>
              <a:spcAft>
                <a:spcPts val="0"/>
              </a:spcAft>
              <a:buNone/>
            </a:pPr>
            <a:r>
              <a:t/>
            </a:r>
            <a:endParaRPr/>
          </a:p>
        </p:txBody>
      </p:sp>
      <p:sp>
        <p:nvSpPr>
          <p:cNvPr id="17764" name="Google Shape;17764;p313"/>
          <p:cNvSpPr txBox="1"/>
          <p:nvPr>
            <p:ph idx="21" type="subTitle"/>
          </p:nvPr>
        </p:nvSpPr>
        <p:spPr>
          <a:xfrm>
            <a:off x="6269361" y="4083907"/>
            <a:ext cx="3536400" cy="450300"/>
          </a:xfrm>
          <a:prstGeom prst="rect">
            <a:avLst/>
          </a:prstGeom>
        </p:spPr>
        <p:txBody>
          <a:bodyPr anchorCtr="0" anchor="ctr" bIns="54000" lIns="54000" spcFirstLastPara="1" rIns="54000" wrap="square" tIns="54000">
            <a:noAutofit/>
          </a:bodyPr>
          <a:lstStyle/>
          <a:p>
            <a:pPr indent="0" lvl="0" marL="0" rtl="0" algn="l">
              <a:spcBef>
                <a:spcPts val="0"/>
              </a:spcBef>
              <a:spcAft>
                <a:spcPts val="0"/>
              </a:spcAft>
              <a:buNone/>
            </a:pPr>
            <a:r>
              <a:t/>
            </a:r>
            <a:endParaRPr/>
          </a:p>
        </p:txBody>
      </p:sp>
      <p:sp>
        <p:nvSpPr>
          <p:cNvPr id="17765" name="Google Shape;17765;p313"/>
          <p:cNvSpPr txBox="1"/>
          <p:nvPr>
            <p:ph idx="22" type="subTitle"/>
          </p:nvPr>
        </p:nvSpPr>
        <p:spPr>
          <a:xfrm>
            <a:off x="832100" y="4617081"/>
            <a:ext cx="1750500" cy="450300"/>
          </a:xfrm>
          <a:prstGeom prst="rect">
            <a:avLst/>
          </a:prstGeom>
        </p:spPr>
        <p:txBody>
          <a:bodyPr anchorCtr="0" anchor="ctr" bIns="54000" lIns="54000" spcFirstLastPara="1" rIns="54000" wrap="square" tIns="54000">
            <a:noAutofit/>
          </a:bodyPr>
          <a:lstStyle/>
          <a:p>
            <a:pPr indent="0" lvl="0" marL="0" rtl="0" algn="l">
              <a:spcBef>
                <a:spcPts val="0"/>
              </a:spcBef>
              <a:spcAft>
                <a:spcPts val="0"/>
              </a:spcAft>
              <a:buNone/>
            </a:pPr>
            <a:r>
              <a:t/>
            </a:r>
            <a:endParaRPr/>
          </a:p>
        </p:txBody>
      </p:sp>
      <p:sp>
        <p:nvSpPr>
          <p:cNvPr id="17766" name="Google Shape;17766;p313"/>
          <p:cNvSpPr txBox="1"/>
          <p:nvPr>
            <p:ph idx="23" type="subTitle"/>
          </p:nvPr>
        </p:nvSpPr>
        <p:spPr>
          <a:xfrm>
            <a:off x="2631389" y="4617081"/>
            <a:ext cx="3605700" cy="450300"/>
          </a:xfrm>
          <a:prstGeom prst="rect">
            <a:avLst/>
          </a:prstGeom>
        </p:spPr>
        <p:txBody>
          <a:bodyPr anchorCtr="0" anchor="ctr" bIns="54000" lIns="54000" spcFirstLastPara="1" rIns="54000" wrap="square" tIns="54000">
            <a:noAutofit/>
          </a:bodyPr>
          <a:lstStyle/>
          <a:p>
            <a:pPr indent="0" lvl="0" marL="0" rtl="0" algn="l">
              <a:spcBef>
                <a:spcPts val="0"/>
              </a:spcBef>
              <a:spcAft>
                <a:spcPts val="0"/>
              </a:spcAft>
              <a:buNone/>
            </a:pPr>
            <a:r>
              <a:t/>
            </a:r>
            <a:endParaRPr/>
          </a:p>
        </p:txBody>
      </p:sp>
      <p:sp>
        <p:nvSpPr>
          <p:cNvPr id="17767" name="Google Shape;17767;p313"/>
          <p:cNvSpPr txBox="1"/>
          <p:nvPr>
            <p:ph idx="24" type="subTitle"/>
          </p:nvPr>
        </p:nvSpPr>
        <p:spPr>
          <a:xfrm>
            <a:off x="6269361" y="4617081"/>
            <a:ext cx="3536400" cy="450300"/>
          </a:xfrm>
          <a:prstGeom prst="rect">
            <a:avLst/>
          </a:prstGeom>
        </p:spPr>
        <p:txBody>
          <a:bodyPr anchorCtr="0" anchor="ctr" bIns="54000" lIns="54000" spcFirstLastPara="1" rIns="54000" wrap="square" tIns="54000">
            <a:noAutofit/>
          </a:bodyPr>
          <a:lstStyle/>
          <a:p>
            <a:pPr indent="0" lvl="0" marL="0" rtl="0" algn="l">
              <a:spcBef>
                <a:spcPts val="0"/>
              </a:spcBef>
              <a:spcAft>
                <a:spcPts val="0"/>
              </a:spcAft>
              <a:buNone/>
            </a:pPr>
            <a:r>
              <a:t/>
            </a:r>
            <a:endParaRPr/>
          </a:p>
        </p:txBody>
      </p:sp>
      <p:sp>
        <p:nvSpPr>
          <p:cNvPr id="17768" name="Google Shape;17768;p313"/>
          <p:cNvSpPr txBox="1"/>
          <p:nvPr>
            <p:ph idx="25" type="subTitle"/>
          </p:nvPr>
        </p:nvSpPr>
        <p:spPr>
          <a:xfrm>
            <a:off x="832100" y="5125073"/>
            <a:ext cx="1750500" cy="450300"/>
          </a:xfrm>
          <a:prstGeom prst="rect">
            <a:avLst/>
          </a:prstGeom>
        </p:spPr>
        <p:txBody>
          <a:bodyPr anchorCtr="0" anchor="ctr" bIns="54000" lIns="54000" spcFirstLastPara="1" rIns="54000" wrap="square" tIns="54000">
            <a:noAutofit/>
          </a:bodyPr>
          <a:lstStyle/>
          <a:p>
            <a:pPr indent="0" lvl="0" marL="0" rtl="0" algn="l">
              <a:spcBef>
                <a:spcPts val="0"/>
              </a:spcBef>
              <a:spcAft>
                <a:spcPts val="0"/>
              </a:spcAft>
              <a:buNone/>
            </a:pPr>
            <a:r>
              <a:t/>
            </a:r>
            <a:endParaRPr/>
          </a:p>
        </p:txBody>
      </p:sp>
      <p:sp>
        <p:nvSpPr>
          <p:cNvPr id="17769" name="Google Shape;17769;p313"/>
          <p:cNvSpPr txBox="1"/>
          <p:nvPr>
            <p:ph idx="26" type="subTitle"/>
          </p:nvPr>
        </p:nvSpPr>
        <p:spPr>
          <a:xfrm>
            <a:off x="2631389" y="5125073"/>
            <a:ext cx="3605700" cy="450300"/>
          </a:xfrm>
          <a:prstGeom prst="rect">
            <a:avLst/>
          </a:prstGeom>
        </p:spPr>
        <p:txBody>
          <a:bodyPr anchorCtr="0" anchor="ctr" bIns="54000" lIns="54000" spcFirstLastPara="1" rIns="54000" wrap="square" tIns="54000">
            <a:noAutofit/>
          </a:bodyPr>
          <a:lstStyle/>
          <a:p>
            <a:pPr indent="0" lvl="0" marL="0" rtl="0" algn="l">
              <a:spcBef>
                <a:spcPts val="0"/>
              </a:spcBef>
              <a:spcAft>
                <a:spcPts val="0"/>
              </a:spcAft>
              <a:buNone/>
            </a:pPr>
            <a:r>
              <a:t/>
            </a:r>
            <a:endParaRPr/>
          </a:p>
        </p:txBody>
      </p:sp>
      <p:sp>
        <p:nvSpPr>
          <p:cNvPr id="17770" name="Google Shape;17770;p313"/>
          <p:cNvSpPr txBox="1"/>
          <p:nvPr>
            <p:ph idx="27" type="subTitle"/>
          </p:nvPr>
        </p:nvSpPr>
        <p:spPr>
          <a:xfrm>
            <a:off x="6269361" y="5125073"/>
            <a:ext cx="3536400" cy="450300"/>
          </a:xfrm>
          <a:prstGeom prst="rect">
            <a:avLst/>
          </a:prstGeom>
        </p:spPr>
        <p:txBody>
          <a:bodyPr anchorCtr="0" anchor="ctr" bIns="54000" lIns="54000" spcFirstLastPara="1" rIns="54000" wrap="square" tIns="54000">
            <a:noAutofit/>
          </a:bodyPr>
          <a:lstStyle/>
          <a:p>
            <a:pPr indent="0" lvl="0" marL="0" rtl="0" algn="l">
              <a:spcBef>
                <a:spcPts val="0"/>
              </a:spcBef>
              <a:spcAft>
                <a:spcPts val="0"/>
              </a:spcAft>
              <a:buNone/>
            </a:pPr>
            <a:r>
              <a:t/>
            </a:r>
            <a:endParaRPr/>
          </a:p>
        </p:txBody>
      </p:sp>
      <p:sp>
        <p:nvSpPr>
          <p:cNvPr id="17771" name="Google Shape;17771;p313"/>
          <p:cNvSpPr txBox="1"/>
          <p:nvPr>
            <p:ph idx="28" type="subTitle"/>
          </p:nvPr>
        </p:nvSpPr>
        <p:spPr>
          <a:xfrm>
            <a:off x="832100" y="5645346"/>
            <a:ext cx="1750500" cy="450300"/>
          </a:xfrm>
          <a:prstGeom prst="rect">
            <a:avLst/>
          </a:prstGeom>
        </p:spPr>
        <p:txBody>
          <a:bodyPr anchorCtr="0" anchor="ctr" bIns="54000" lIns="54000" spcFirstLastPara="1" rIns="54000" wrap="square" tIns="54000">
            <a:noAutofit/>
          </a:bodyPr>
          <a:lstStyle/>
          <a:p>
            <a:pPr indent="0" lvl="0" marL="0" rtl="0" algn="l">
              <a:spcBef>
                <a:spcPts val="0"/>
              </a:spcBef>
              <a:spcAft>
                <a:spcPts val="0"/>
              </a:spcAft>
              <a:buNone/>
            </a:pPr>
            <a:r>
              <a:t/>
            </a:r>
            <a:endParaRPr/>
          </a:p>
        </p:txBody>
      </p:sp>
      <p:sp>
        <p:nvSpPr>
          <p:cNvPr id="17772" name="Google Shape;17772;p313"/>
          <p:cNvSpPr txBox="1"/>
          <p:nvPr>
            <p:ph idx="29" type="subTitle"/>
          </p:nvPr>
        </p:nvSpPr>
        <p:spPr>
          <a:xfrm>
            <a:off x="2631389" y="5645346"/>
            <a:ext cx="3605700" cy="450300"/>
          </a:xfrm>
          <a:prstGeom prst="rect">
            <a:avLst/>
          </a:prstGeom>
        </p:spPr>
        <p:txBody>
          <a:bodyPr anchorCtr="0" anchor="ctr" bIns="54000" lIns="54000" spcFirstLastPara="1" rIns="54000" wrap="square" tIns="54000">
            <a:noAutofit/>
          </a:bodyPr>
          <a:lstStyle/>
          <a:p>
            <a:pPr indent="0" lvl="0" marL="0" rtl="0" algn="l">
              <a:spcBef>
                <a:spcPts val="0"/>
              </a:spcBef>
              <a:spcAft>
                <a:spcPts val="0"/>
              </a:spcAft>
              <a:buNone/>
            </a:pPr>
            <a:r>
              <a:t/>
            </a:r>
            <a:endParaRPr/>
          </a:p>
        </p:txBody>
      </p:sp>
      <p:sp>
        <p:nvSpPr>
          <p:cNvPr id="17773" name="Google Shape;17773;p313"/>
          <p:cNvSpPr txBox="1"/>
          <p:nvPr>
            <p:ph idx="30" type="subTitle"/>
          </p:nvPr>
        </p:nvSpPr>
        <p:spPr>
          <a:xfrm>
            <a:off x="6269361" y="5645346"/>
            <a:ext cx="3536400" cy="450300"/>
          </a:xfrm>
          <a:prstGeom prst="rect">
            <a:avLst/>
          </a:prstGeom>
        </p:spPr>
        <p:txBody>
          <a:bodyPr anchorCtr="0" anchor="ctr" bIns="54000" lIns="54000" spcFirstLastPara="1" rIns="54000" wrap="square" tIns="54000">
            <a:noAutofit/>
          </a:bodyPr>
          <a:lstStyle/>
          <a:p>
            <a:pPr indent="0" lvl="0" marL="0" rtl="0" algn="l">
              <a:spcBef>
                <a:spcPts val="0"/>
              </a:spcBef>
              <a:spcAft>
                <a:spcPts val="0"/>
              </a:spcAft>
              <a:buNone/>
            </a:pPr>
            <a:r>
              <a:t/>
            </a:r>
            <a:endParaRPr/>
          </a:p>
        </p:txBody>
      </p:sp>
      <p:sp>
        <p:nvSpPr>
          <p:cNvPr id="17774" name="Google Shape;17774;p313"/>
          <p:cNvSpPr txBox="1"/>
          <p:nvPr>
            <p:ph idx="31" type="subTitle"/>
          </p:nvPr>
        </p:nvSpPr>
        <p:spPr>
          <a:xfrm>
            <a:off x="832100" y="6178521"/>
            <a:ext cx="1750500" cy="450300"/>
          </a:xfrm>
          <a:prstGeom prst="rect">
            <a:avLst/>
          </a:prstGeom>
        </p:spPr>
        <p:txBody>
          <a:bodyPr anchorCtr="0" anchor="ctr" bIns="54000" lIns="54000" spcFirstLastPara="1" rIns="54000" wrap="square" tIns="54000">
            <a:noAutofit/>
          </a:bodyPr>
          <a:lstStyle/>
          <a:p>
            <a:pPr indent="0" lvl="0" marL="0" rtl="0" algn="l">
              <a:spcBef>
                <a:spcPts val="0"/>
              </a:spcBef>
              <a:spcAft>
                <a:spcPts val="0"/>
              </a:spcAft>
              <a:buNone/>
            </a:pPr>
            <a:r>
              <a:t/>
            </a:r>
            <a:endParaRPr/>
          </a:p>
        </p:txBody>
      </p:sp>
      <p:sp>
        <p:nvSpPr>
          <p:cNvPr id="17775" name="Google Shape;17775;p313"/>
          <p:cNvSpPr txBox="1"/>
          <p:nvPr>
            <p:ph idx="32" type="subTitle"/>
          </p:nvPr>
        </p:nvSpPr>
        <p:spPr>
          <a:xfrm>
            <a:off x="2631389" y="6178521"/>
            <a:ext cx="3605700" cy="450300"/>
          </a:xfrm>
          <a:prstGeom prst="rect">
            <a:avLst/>
          </a:prstGeom>
        </p:spPr>
        <p:txBody>
          <a:bodyPr anchorCtr="0" anchor="ctr" bIns="54000" lIns="54000" spcFirstLastPara="1" rIns="54000" wrap="square" tIns="54000">
            <a:noAutofit/>
          </a:bodyPr>
          <a:lstStyle/>
          <a:p>
            <a:pPr indent="0" lvl="0" marL="0" rtl="0" algn="l">
              <a:spcBef>
                <a:spcPts val="0"/>
              </a:spcBef>
              <a:spcAft>
                <a:spcPts val="0"/>
              </a:spcAft>
              <a:buNone/>
            </a:pPr>
            <a:r>
              <a:t/>
            </a:r>
            <a:endParaRPr/>
          </a:p>
        </p:txBody>
      </p:sp>
      <p:sp>
        <p:nvSpPr>
          <p:cNvPr id="17776" name="Google Shape;17776;p313"/>
          <p:cNvSpPr txBox="1"/>
          <p:nvPr>
            <p:ph idx="33" type="subTitle"/>
          </p:nvPr>
        </p:nvSpPr>
        <p:spPr>
          <a:xfrm>
            <a:off x="6269361" y="6178521"/>
            <a:ext cx="3536400" cy="450300"/>
          </a:xfrm>
          <a:prstGeom prst="rect">
            <a:avLst/>
          </a:prstGeom>
        </p:spPr>
        <p:txBody>
          <a:bodyPr anchorCtr="0" anchor="ctr" bIns="54000" lIns="54000" spcFirstLastPara="1" rIns="54000" wrap="square" tIns="54000">
            <a:noAutofit/>
          </a:bodyPr>
          <a:lstStyle/>
          <a:p>
            <a:pPr indent="0" lvl="0" marL="0" rtl="0" algn="l">
              <a:spcBef>
                <a:spcPts val="0"/>
              </a:spcBef>
              <a:spcAft>
                <a:spcPts val="0"/>
              </a:spcAft>
              <a:buNone/>
            </a:pPr>
            <a:r>
              <a:t/>
            </a:r>
            <a:endParaRPr/>
          </a:p>
        </p:txBody>
      </p:sp>
      <p:sp>
        <p:nvSpPr>
          <p:cNvPr id="17777" name="Google Shape;17777;p313"/>
          <p:cNvSpPr txBox="1"/>
          <p:nvPr>
            <p:ph type="title"/>
          </p:nvPr>
        </p:nvSpPr>
        <p:spPr>
          <a:xfrm flipH="1">
            <a:off x="4025374" y="387675"/>
            <a:ext cx="5863200" cy="169200"/>
          </a:xfrm>
          <a:prstGeom prst="rect">
            <a:avLst/>
          </a:prstGeom>
        </p:spPr>
        <p:txBody>
          <a:bodyPr anchorCtr="0" anchor="ctr" bIns="0" lIns="0" spcFirstLastPara="1" rIns="0" wrap="square" tIns="0">
            <a:noAutofit/>
          </a:bodyPr>
          <a:lstStyle/>
          <a:p>
            <a:pPr indent="0" lvl="0" marL="0" rtl="0" algn="l">
              <a:spcBef>
                <a:spcPts val="0"/>
              </a:spcBef>
              <a:spcAft>
                <a:spcPts val="0"/>
              </a:spcAft>
              <a:buNone/>
            </a:pPr>
            <a:r>
              <a:t/>
            </a:r>
            <a:endParaRPr/>
          </a:p>
        </p:txBody>
      </p:sp>
      <p:sp>
        <p:nvSpPr>
          <p:cNvPr id="17778" name="Google Shape;17778;p313"/>
          <p:cNvSpPr txBox="1"/>
          <p:nvPr>
            <p:ph idx="34" type="title"/>
          </p:nvPr>
        </p:nvSpPr>
        <p:spPr>
          <a:xfrm flipH="1">
            <a:off x="3208773" y="579550"/>
            <a:ext cx="6679800" cy="169200"/>
          </a:xfrm>
          <a:prstGeom prst="rect">
            <a:avLst/>
          </a:prstGeom>
        </p:spPr>
        <p:txBody>
          <a:bodyPr anchorCtr="0" anchor="ctr" bIns="0" lIns="0" spcFirstLastPara="1" rIns="0" wrap="square" tIns="0">
            <a:noAutofit/>
          </a:bodyPr>
          <a:lstStyle/>
          <a:p>
            <a:pPr indent="0" lvl="0" marL="0" rtl="0" algn="l">
              <a:spcBef>
                <a:spcPts val="0"/>
              </a:spcBef>
              <a:spcAft>
                <a:spcPts val="0"/>
              </a:spcAft>
              <a:buNone/>
            </a:pPr>
            <a:r>
              <a:t/>
            </a:r>
            <a:endParaRPr/>
          </a:p>
        </p:txBody>
      </p:sp>
      <p:sp>
        <p:nvSpPr>
          <p:cNvPr id="17779" name="Google Shape;17779;p313"/>
          <p:cNvSpPr txBox="1"/>
          <p:nvPr>
            <p:ph idx="35" type="body"/>
          </p:nvPr>
        </p:nvSpPr>
        <p:spPr>
          <a:xfrm>
            <a:off x="641150" y="612125"/>
            <a:ext cx="1770300" cy="160500"/>
          </a:xfrm>
          <a:prstGeom prst="rect">
            <a:avLst/>
          </a:prstGeom>
        </p:spPr>
        <p:txBody>
          <a:bodyPr anchorCtr="0" anchor="t" bIns="0" lIns="0" spcFirstLastPara="1" rIns="0" wrap="square" tIns="0">
            <a:noAutofit/>
          </a:bodyPr>
          <a:lstStyle/>
          <a:p>
            <a:pPr indent="0" lvl="0" marL="0" rtl="0" algn="ctr">
              <a:spcBef>
                <a:spcPts val="0"/>
              </a:spcBef>
              <a:spcAft>
                <a:spcPts val="0"/>
              </a:spcAft>
              <a:buNone/>
            </a:pPr>
            <a:r>
              <a:t/>
            </a:r>
            <a:endParaRPr/>
          </a:p>
        </p:txBody>
      </p:sp>
    </p:spTree>
  </p:cSld>
  <p:clrMapOvr>
    <a:masterClrMapping/>
  </p:clrMapOvr>
</p:sld>
</file>

<file path=ppt/slides/slide5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783" name="Shape 17783"/>
        <p:cNvGrpSpPr/>
        <p:nvPr/>
      </p:nvGrpSpPr>
      <p:grpSpPr>
        <a:xfrm>
          <a:off x="0" y="0"/>
          <a:ext cx="0" cy="0"/>
          <a:chOff x="0" y="0"/>
          <a:chExt cx="0" cy="0"/>
        </a:xfrm>
      </p:grpSpPr>
      <p:sp>
        <p:nvSpPr>
          <p:cNvPr id="17784" name="Google Shape;17784;p314"/>
          <p:cNvSpPr txBox="1"/>
          <p:nvPr>
            <p:ph idx="1" type="subTitle"/>
          </p:nvPr>
        </p:nvSpPr>
        <p:spPr>
          <a:xfrm>
            <a:off x="832100" y="1493107"/>
            <a:ext cx="1750500" cy="450300"/>
          </a:xfrm>
          <a:prstGeom prst="rect">
            <a:avLst/>
          </a:prstGeom>
        </p:spPr>
        <p:txBody>
          <a:bodyPr anchorCtr="0" anchor="ctr" bIns="54000" lIns="54000" spcFirstLastPara="1" rIns="54000" wrap="square" tIns="54000">
            <a:noAutofit/>
          </a:bodyPr>
          <a:lstStyle/>
          <a:p>
            <a:pPr indent="0" lvl="0" marL="0" rtl="0" algn="l">
              <a:spcBef>
                <a:spcPts val="0"/>
              </a:spcBef>
              <a:spcAft>
                <a:spcPts val="0"/>
              </a:spcAft>
              <a:buNone/>
            </a:pPr>
            <a:r>
              <a:rPr lang="es-419"/>
              <a:t>RF-26</a:t>
            </a:r>
            <a:endParaRPr/>
          </a:p>
        </p:txBody>
      </p:sp>
      <p:sp>
        <p:nvSpPr>
          <p:cNvPr id="17785" name="Google Shape;17785;p314"/>
          <p:cNvSpPr txBox="1"/>
          <p:nvPr>
            <p:ph idx="2" type="subTitle"/>
          </p:nvPr>
        </p:nvSpPr>
        <p:spPr>
          <a:xfrm>
            <a:off x="2631389" y="1493107"/>
            <a:ext cx="3605700" cy="450300"/>
          </a:xfrm>
          <a:prstGeom prst="rect">
            <a:avLst/>
          </a:prstGeom>
        </p:spPr>
        <p:txBody>
          <a:bodyPr anchorCtr="0" anchor="ctr" bIns="54000" lIns="54000" spcFirstLastPara="1" rIns="54000" wrap="square" tIns="54000">
            <a:noAutofit/>
          </a:bodyPr>
          <a:lstStyle/>
          <a:p>
            <a:pPr indent="0" lvl="0" marL="0" rtl="0" algn="l">
              <a:spcBef>
                <a:spcPts val="0"/>
              </a:spcBef>
              <a:spcAft>
                <a:spcPts val="0"/>
              </a:spcAft>
              <a:buNone/>
            </a:pPr>
            <a:r>
              <a:rPr lang="es-419"/>
              <a:t>VIsualización</a:t>
            </a:r>
            <a:r>
              <a:rPr lang="es-419"/>
              <a:t> de promociones o beneficios</a:t>
            </a:r>
            <a:endParaRPr/>
          </a:p>
        </p:txBody>
      </p:sp>
      <p:sp>
        <p:nvSpPr>
          <p:cNvPr id="17786" name="Google Shape;17786;p314"/>
          <p:cNvSpPr txBox="1"/>
          <p:nvPr>
            <p:ph idx="3" type="subTitle"/>
          </p:nvPr>
        </p:nvSpPr>
        <p:spPr>
          <a:xfrm>
            <a:off x="6269361" y="1493107"/>
            <a:ext cx="3536400" cy="450300"/>
          </a:xfrm>
          <a:prstGeom prst="rect">
            <a:avLst/>
          </a:prstGeom>
        </p:spPr>
        <p:txBody>
          <a:bodyPr anchorCtr="0" anchor="ctr" bIns="54000" lIns="54000" spcFirstLastPara="1" rIns="54000" wrap="square" tIns="54000">
            <a:noAutofit/>
          </a:bodyPr>
          <a:lstStyle/>
          <a:p>
            <a:pPr indent="0" lvl="0" marL="0" rtl="0" algn="l">
              <a:spcBef>
                <a:spcPts val="0"/>
              </a:spcBef>
              <a:spcAft>
                <a:spcPts val="0"/>
              </a:spcAft>
              <a:buNone/>
            </a:pPr>
            <a:r>
              <a:rPr lang="es-419"/>
              <a:t>CUS-06</a:t>
            </a:r>
            <a:endParaRPr/>
          </a:p>
        </p:txBody>
      </p:sp>
      <p:sp>
        <p:nvSpPr>
          <p:cNvPr id="17787" name="Google Shape;17787;p314"/>
          <p:cNvSpPr txBox="1"/>
          <p:nvPr>
            <p:ph idx="4" type="subTitle"/>
          </p:nvPr>
        </p:nvSpPr>
        <p:spPr>
          <a:xfrm>
            <a:off x="832100" y="2026281"/>
            <a:ext cx="1750500" cy="450300"/>
          </a:xfrm>
          <a:prstGeom prst="rect">
            <a:avLst/>
          </a:prstGeom>
        </p:spPr>
        <p:txBody>
          <a:bodyPr anchorCtr="0" anchor="ctr" bIns="54000" lIns="54000" spcFirstLastPara="1" rIns="54000" wrap="square" tIns="54000">
            <a:noAutofit/>
          </a:bodyPr>
          <a:lstStyle/>
          <a:p>
            <a:pPr indent="0" lvl="0" marL="0" rtl="0" algn="l">
              <a:spcBef>
                <a:spcPts val="0"/>
              </a:spcBef>
              <a:spcAft>
                <a:spcPts val="0"/>
              </a:spcAft>
              <a:buNone/>
            </a:pPr>
            <a:r>
              <a:rPr lang="es-419"/>
              <a:t>RF-27</a:t>
            </a:r>
            <a:endParaRPr/>
          </a:p>
        </p:txBody>
      </p:sp>
      <p:sp>
        <p:nvSpPr>
          <p:cNvPr id="17788" name="Google Shape;17788;p314"/>
          <p:cNvSpPr txBox="1"/>
          <p:nvPr>
            <p:ph idx="5" type="subTitle"/>
          </p:nvPr>
        </p:nvSpPr>
        <p:spPr>
          <a:xfrm>
            <a:off x="2631389" y="2026281"/>
            <a:ext cx="3605700" cy="450300"/>
          </a:xfrm>
          <a:prstGeom prst="rect">
            <a:avLst/>
          </a:prstGeom>
        </p:spPr>
        <p:txBody>
          <a:bodyPr anchorCtr="0" anchor="ctr" bIns="54000" lIns="54000" spcFirstLastPara="1" rIns="54000" wrap="square" tIns="54000">
            <a:noAutofit/>
          </a:bodyPr>
          <a:lstStyle/>
          <a:p>
            <a:pPr indent="0" lvl="0" marL="0" rtl="0" algn="l">
              <a:spcBef>
                <a:spcPts val="0"/>
              </a:spcBef>
              <a:spcAft>
                <a:spcPts val="0"/>
              </a:spcAft>
              <a:buClr>
                <a:schemeClr val="dk1"/>
              </a:buClr>
              <a:buSzPts val="1100"/>
              <a:buFont typeface="Arial"/>
              <a:buNone/>
            </a:pPr>
            <a:r>
              <a:rPr lang="es-419">
                <a:solidFill>
                  <a:schemeClr val="dk1"/>
                </a:solidFill>
              </a:rPr>
              <a:t>VIsualización de promociones o beneficios</a:t>
            </a:r>
            <a:endParaRPr>
              <a:solidFill>
                <a:schemeClr val="dk1"/>
              </a:solidFill>
            </a:endParaRPr>
          </a:p>
          <a:p>
            <a:pPr indent="0" lvl="0" marL="0" rtl="0" algn="l">
              <a:spcBef>
                <a:spcPts val="0"/>
              </a:spcBef>
              <a:spcAft>
                <a:spcPts val="0"/>
              </a:spcAft>
              <a:buNone/>
            </a:pPr>
            <a:r>
              <a:t/>
            </a:r>
            <a:endParaRPr/>
          </a:p>
        </p:txBody>
      </p:sp>
      <p:sp>
        <p:nvSpPr>
          <p:cNvPr id="17789" name="Google Shape;17789;p314"/>
          <p:cNvSpPr txBox="1"/>
          <p:nvPr>
            <p:ph idx="6" type="subTitle"/>
          </p:nvPr>
        </p:nvSpPr>
        <p:spPr>
          <a:xfrm>
            <a:off x="6269361" y="2026281"/>
            <a:ext cx="3536400" cy="450300"/>
          </a:xfrm>
          <a:prstGeom prst="rect">
            <a:avLst/>
          </a:prstGeom>
        </p:spPr>
        <p:txBody>
          <a:bodyPr anchorCtr="0" anchor="ctr" bIns="54000" lIns="54000" spcFirstLastPara="1" rIns="54000" wrap="square" tIns="54000">
            <a:noAutofit/>
          </a:bodyPr>
          <a:lstStyle/>
          <a:p>
            <a:pPr indent="0" lvl="0" marL="0" rtl="0" algn="l">
              <a:spcBef>
                <a:spcPts val="0"/>
              </a:spcBef>
              <a:spcAft>
                <a:spcPts val="0"/>
              </a:spcAft>
              <a:buClr>
                <a:schemeClr val="dk1"/>
              </a:buClr>
              <a:buSzPts val="1100"/>
              <a:buFont typeface="Arial"/>
              <a:buNone/>
            </a:pPr>
            <a:r>
              <a:rPr lang="es-419">
                <a:solidFill>
                  <a:schemeClr val="dk1"/>
                </a:solidFill>
              </a:rPr>
              <a:t>CUS-06</a:t>
            </a:r>
            <a:endParaRPr/>
          </a:p>
        </p:txBody>
      </p:sp>
      <p:sp>
        <p:nvSpPr>
          <p:cNvPr id="17790" name="Google Shape;17790;p314"/>
          <p:cNvSpPr txBox="1"/>
          <p:nvPr>
            <p:ph idx="7" type="subTitle"/>
          </p:nvPr>
        </p:nvSpPr>
        <p:spPr>
          <a:xfrm>
            <a:off x="832100" y="2534273"/>
            <a:ext cx="1750500" cy="450300"/>
          </a:xfrm>
          <a:prstGeom prst="rect">
            <a:avLst/>
          </a:prstGeom>
        </p:spPr>
        <p:txBody>
          <a:bodyPr anchorCtr="0" anchor="ctr" bIns="54000" lIns="54000" spcFirstLastPara="1" rIns="54000" wrap="square" tIns="54000">
            <a:noAutofit/>
          </a:bodyPr>
          <a:lstStyle/>
          <a:p>
            <a:pPr indent="0" lvl="0" marL="0" rtl="0" algn="l">
              <a:spcBef>
                <a:spcPts val="0"/>
              </a:spcBef>
              <a:spcAft>
                <a:spcPts val="0"/>
              </a:spcAft>
              <a:buNone/>
            </a:pPr>
            <a:r>
              <a:rPr lang="es-419"/>
              <a:t>RF-28</a:t>
            </a:r>
            <a:endParaRPr/>
          </a:p>
        </p:txBody>
      </p:sp>
      <p:sp>
        <p:nvSpPr>
          <p:cNvPr id="17791" name="Google Shape;17791;p314"/>
          <p:cNvSpPr txBox="1"/>
          <p:nvPr>
            <p:ph idx="8" type="subTitle"/>
          </p:nvPr>
        </p:nvSpPr>
        <p:spPr>
          <a:xfrm>
            <a:off x="2631389" y="2534273"/>
            <a:ext cx="3605700" cy="450300"/>
          </a:xfrm>
          <a:prstGeom prst="rect">
            <a:avLst/>
          </a:prstGeom>
        </p:spPr>
        <p:txBody>
          <a:bodyPr anchorCtr="0" anchor="ctr" bIns="54000" lIns="54000" spcFirstLastPara="1" rIns="54000" wrap="square" tIns="54000">
            <a:noAutofit/>
          </a:bodyPr>
          <a:lstStyle/>
          <a:p>
            <a:pPr indent="0" lvl="0" marL="0" rtl="0" algn="l">
              <a:spcBef>
                <a:spcPts val="0"/>
              </a:spcBef>
              <a:spcAft>
                <a:spcPts val="0"/>
              </a:spcAft>
              <a:buClr>
                <a:schemeClr val="dk1"/>
              </a:buClr>
              <a:buSzPts val="1100"/>
              <a:buFont typeface="Arial"/>
              <a:buNone/>
            </a:pPr>
            <a:r>
              <a:rPr lang="es-419">
                <a:solidFill>
                  <a:schemeClr val="dk1"/>
                </a:solidFill>
              </a:rPr>
              <a:t>VIsualización de promociones o beneficios</a:t>
            </a:r>
            <a:endParaRPr>
              <a:solidFill>
                <a:schemeClr val="dk1"/>
              </a:solidFill>
            </a:endParaRPr>
          </a:p>
          <a:p>
            <a:pPr indent="0" lvl="0" marL="0" rtl="0" algn="l">
              <a:spcBef>
                <a:spcPts val="0"/>
              </a:spcBef>
              <a:spcAft>
                <a:spcPts val="0"/>
              </a:spcAft>
              <a:buNone/>
            </a:pPr>
            <a:r>
              <a:t/>
            </a:r>
            <a:endParaRPr/>
          </a:p>
        </p:txBody>
      </p:sp>
      <p:sp>
        <p:nvSpPr>
          <p:cNvPr id="17792" name="Google Shape;17792;p314"/>
          <p:cNvSpPr txBox="1"/>
          <p:nvPr>
            <p:ph idx="9" type="subTitle"/>
          </p:nvPr>
        </p:nvSpPr>
        <p:spPr>
          <a:xfrm>
            <a:off x="6269361" y="2534273"/>
            <a:ext cx="3536400" cy="450300"/>
          </a:xfrm>
          <a:prstGeom prst="rect">
            <a:avLst/>
          </a:prstGeom>
        </p:spPr>
        <p:txBody>
          <a:bodyPr anchorCtr="0" anchor="ctr" bIns="54000" lIns="54000" spcFirstLastPara="1" rIns="54000" wrap="square" tIns="54000">
            <a:noAutofit/>
          </a:bodyPr>
          <a:lstStyle/>
          <a:p>
            <a:pPr indent="0" lvl="0" marL="0" rtl="0" algn="l">
              <a:spcBef>
                <a:spcPts val="0"/>
              </a:spcBef>
              <a:spcAft>
                <a:spcPts val="0"/>
              </a:spcAft>
              <a:buClr>
                <a:schemeClr val="dk1"/>
              </a:buClr>
              <a:buSzPts val="1100"/>
              <a:buFont typeface="Arial"/>
              <a:buNone/>
            </a:pPr>
            <a:r>
              <a:rPr lang="es-419">
                <a:solidFill>
                  <a:schemeClr val="dk1"/>
                </a:solidFill>
              </a:rPr>
              <a:t>CUS-06</a:t>
            </a:r>
            <a:endParaRPr/>
          </a:p>
        </p:txBody>
      </p:sp>
      <p:sp>
        <p:nvSpPr>
          <p:cNvPr id="17793" name="Google Shape;17793;p314"/>
          <p:cNvSpPr txBox="1"/>
          <p:nvPr>
            <p:ph idx="13" type="subTitle"/>
          </p:nvPr>
        </p:nvSpPr>
        <p:spPr>
          <a:xfrm>
            <a:off x="832100" y="3054546"/>
            <a:ext cx="1750500" cy="450300"/>
          </a:xfrm>
          <a:prstGeom prst="rect">
            <a:avLst/>
          </a:prstGeom>
        </p:spPr>
        <p:txBody>
          <a:bodyPr anchorCtr="0" anchor="ctr" bIns="54000" lIns="54000" spcFirstLastPara="1" rIns="54000" wrap="square" tIns="54000">
            <a:noAutofit/>
          </a:bodyPr>
          <a:lstStyle/>
          <a:p>
            <a:pPr indent="0" lvl="0" marL="0" rtl="0" algn="l">
              <a:spcBef>
                <a:spcPts val="0"/>
              </a:spcBef>
              <a:spcAft>
                <a:spcPts val="0"/>
              </a:spcAft>
              <a:buNone/>
            </a:pPr>
            <a:r>
              <a:rPr lang="es-419"/>
              <a:t>RF-29</a:t>
            </a:r>
            <a:endParaRPr/>
          </a:p>
        </p:txBody>
      </p:sp>
      <p:sp>
        <p:nvSpPr>
          <p:cNvPr id="17794" name="Google Shape;17794;p314"/>
          <p:cNvSpPr txBox="1"/>
          <p:nvPr>
            <p:ph idx="14" type="subTitle"/>
          </p:nvPr>
        </p:nvSpPr>
        <p:spPr>
          <a:xfrm>
            <a:off x="2631389" y="3054546"/>
            <a:ext cx="3605700" cy="450300"/>
          </a:xfrm>
          <a:prstGeom prst="rect">
            <a:avLst/>
          </a:prstGeom>
        </p:spPr>
        <p:txBody>
          <a:bodyPr anchorCtr="0" anchor="ctr" bIns="54000" lIns="54000" spcFirstLastPara="1" rIns="54000" wrap="square" tIns="54000">
            <a:noAutofit/>
          </a:bodyPr>
          <a:lstStyle/>
          <a:p>
            <a:pPr indent="0" lvl="0" marL="0" rtl="0" algn="l">
              <a:spcBef>
                <a:spcPts val="0"/>
              </a:spcBef>
              <a:spcAft>
                <a:spcPts val="0"/>
              </a:spcAft>
              <a:buClr>
                <a:schemeClr val="dk1"/>
              </a:buClr>
              <a:buSzPts val="1100"/>
              <a:buFont typeface="Arial"/>
              <a:buNone/>
            </a:pPr>
            <a:r>
              <a:rPr lang="es-419">
                <a:solidFill>
                  <a:schemeClr val="dk1"/>
                </a:solidFill>
              </a:rPr>
              <a:t>VIsualización de promociones o beneficios</a:t>
            </a:r>
            <a:endParaRPr>
              <a:solidFill>
                <a:schemeClr val="dk1"/>
              </a:solidFill>
            </a:endParaRPr>
          </a:p>
          <a:p>
            <a:pPr indent="0" lvl="0" marL="0" rtl="0" algn="l">
              <a:spcBef>
                <a:spcPts val="0"/>
              </a:spcBef>
              <a:spcAft>
                <a:spcPts val="0"/>
              </a:spcAft>
              <a:buNone/>
            </a:pPr>
            <a:r>
              <a:t/>
            </a:r>
            <a:endParaRPr/>
          </a:p>
        </p:txBody>
      </p:sp>
      <p:sp>
        <p:nvSpPr>
          <p:cNvPr id="17795" name="Google Shape;17795;p314"/>
          <p:cNvSpPr txBox="1"/>
          <p:nvPr>
            <p:ph idx="15" type="subTitle"/>
          </p:nvPr>
        </p:nvSpPr>
        <p:spPr>
          <a:xfrm>
            <a:off x="6269361" y="3054546"/>
            <a:ext cx="3536400" cy="450300"/>
          </a:xfrm>
          <a:prstGeom prst="rect">
            <a:avLst/>
          </a:prstGeom>
        </p:spPr>
        <p:txBody>
          <a:bodyPr anchorCtr="0" anchor="ctr" bIns="54000" lIns="54000" spcFirstLastPara="1" rIns="54000" wrap="square" tIns="54000">
            <a:noAutofit/>
          </a:bodyPr>
          <a:lstStyle/>
          <a:p>
            <a:pPr indent="0" lvl="0" marL="0" rtl="0" algn="l">
              <a:spcBef>
                <a:spcPts val="0"/>
              </a:spcBef>
              <a:spcAft>
                <a:spcPts val="0"/>
              </a:spcAft>
              <a:buClr>
                <a:schemeClr val="dk1"/>
              </a:buClr>
              <a:buSzPts val="1100"/>
              <a:buFont typeface="Arial"/>
              <a:buNone/>
            </a:pPr>
            <a:r>
              <a:rPr lang="es-419">
                <a:solidFill>
                  <a:schemeClr val="dk1"/>
                </a:solidFill>
              </a:rPr>
              <a:t>CUS-06</a:t>
            </a:r>
            <a:endParaRPr/>
          </a:p>
        </p:txBody>
      </p:sp>
      <p:sp>
        <p:nvSpPr>
          <p:cNvPr id="17796" name="Google Shape;17796;p314"/>
          <p:cNvSpPr txBox="1"/>
          <p:nvPr>
            <p:ph idx="16" type="subTitle"/>
          </p:nvPr>
        </p:nvSpPr>
        <p:spPr>
          <a:xfrm>
            <a:off x="832100" y="3587721"/>
            <a:ext cx="1750500" cy="450300"/>
          </a:xfrm>
          <a:prstGeom prst="rect">
            <a:avLst/>
          </a:prstGeom>
        </p:spPr>
        <p:txBody>
          <a:bodyPr anchorCtr="0" anchor="ctr" bIns="54000" lIns="54000" spcFirstLastPara="1" rIns="54000" wrap="square" tIns="54000">
            <a:noAutofit/>
          </a:bodyPr>
          <a:lstStyle/>
          <a:p>
            <a:pPr indent="0" lvl="0" marL="0" rtl="0" algn="l">
              <a:spcBef>
                <a:spcPts val="0"/>
              </a:spcBef>
              <a:spcAft>
                <a:spcPts val="0"/>
              </a:spcAft>
              <a:buNone/>
            </a:pPr>
            <a:r>
              <a:rPr lang="es-419"/>
              <a:t>RF-30</a:t>
            </a:r>
            <a:endParaRPr/>
          </a:p>
        </p:txBody>
      </p:sp>
      <p:sp>
        <p:nvSpPr>
          <p:cNvPr id="17797" name="Google Shape;17797;p314"/>
          <p:cNvSpPr txBox="1"/>
          <p:nvPr>
            <p:ph idx="17" type="subTitle"/>
          </p:nvPr>
        </p:nvSpPr>
        <p:spPr>
          <a:xfrm>
            <a:off x="2631389" y="3587721"/>
            <a:ext cx="3605700" cy="450300"/>
          </a:xfrm>
          <a:prstGeom prst="rect">
            <a:avLst/>
          </a:prstGeom>
        </p:spPr>
        <p:txBody>
          <a:bodyPr anchorCtr="0" anchor="ctr" bIns="54000" lIns="54000" spcFirstLastPara="1" rIns="54000" wrap="square" tIns="54000">
            <a:noAutofit/>
          </a:bodyPr>
          <a:lstStyle/>
          <a:p>
            <a:pPr indent="0" lvl="0" marL="0" rtl="0" algn="l">
              <a:spcBef>
                <a:spcPts val="0"/>
              </a:spcBef>
              <a:spcAft>
                <a:spcPts val="0"/>
              </a:spcAft>
              <a:buClr>
                <a:schemeClr val="dk1"/>
              </a:buClr>
              <a:buSzPts val="1100"/>
              <a:buFont typeface="Arial"/>
              <a:buNone/>
            </a:pPr>
            <a:r>
              <a:rPr lang="es-419">
                <a:solidFill>
                  <a:schemeClr val="dk1"/>
                </a:solidFill>
              </a:rPr>
              <a:t>VIsualización de promociones o beneficios</a:t>
            </a:r>
            <a:endParaRPr>
              <a:solidFill>
                <a:schemeClr val="dk1"/>
              </a:solidFill>
            </a:endParaRPr>
          </a:p>
          <a:p>
            <a:pPr indent="0" lvl="0" marL="0" rtl="0" algn="l">
              <a:spcBef>
                <a:spcPts val="0"/>
              </a:spcBef>
              <a:spcAft>
                <a:spcPts val="0"/>
              </a:spcAft>
              <a:buNone/>
            </a:pPr>
            <a:r>
              <a:t/>
            </a:r>
            <a:endParaRPr/>
          </a:p>
        </p:txBody>
      </p:sp>
      <p:sp>
        <p:nvSpPr>
          <p:cNvPr id="17798" name="Google Shape;17798;p314"/>
          <p:cNvSpPr txBox="1"/>
          <p:nvPr>
            <p:ph idx="18" type="subTitle"/>
          </p:nvPr>
        </p:nvSpPr>
        <p:spPr>
          <a:xfrm>
            <a:off x="6269361" y="3587721"/>
            <a:ext cx="3536400" cy="450300"/>
          </a:xfrm>
          <a:prstGeom prst="rect">
            <a:avLst/>
          </a:prstGeom>
        </p:spPr>
        <p:txBody>
          <a:bodyPr anchorCtr="0" anchor="ctr" bIns="54000" lIns="54000" spcFirstLastPara="1" rIns="54000" wrap="square" tIns="54000">
            <a:noAutofit/>
          </a:bodyPr>
          <a:lstStyle/>
          <a:p>
            <a:pPr indent="0" lvl="0" marL="0" rtl="0" algn="l">
              <a:spcBef>
                <a:spcPts val="0"/>
              </a:spcBef>
              <a:spcAft>
                <a:spcPts val="0"/>
              </a:spcAft>
              <a:buClr>
                <a:schemeClr val="dk1"/>
              </a:buClr>
              <a:buSzPts val="1100"/>
              <a:buFont typeface="Arial"/>
              <a:buNone/>
            </a:pPr>
            <a:r>
              <a:rPr lang="es-419">
                <a:solidFill>
                  <a:schemeClr val="dk1"/>
                </a:solidFill>
              </a:rPr>
              <a:t>CUS-06</a:t>
            </a:r>
            <a:endParaRPr/>
          </a:p>
        </p:txBody>
      </p:sp>
      <p:sp>
        <p:nvSpPr>
          <p:cNvPr id="17799" name="Google Shape;17799;p314"/>
          <p:cNvSpPr txBox="1"/>
          <p:nvPr>
            <p:ph idx="19" type="subTitle"/>
          </p:nvPr>
        </p:nvSpPr>
        <p:spPr>
          <a:xfrm>
            <a:off x="832100" y="4083907"/>
            <a:ext cx="1750500" cy="450300"/>
          </a:xfrm>
          <a:prstGeom prst="rect">
            <a:avLst/>
          </a:prstGeom>
        </p:spPr>
        <p:txBody>
          <a:bodyPr anchorCtr="0" anchor="ctr" bIns="54000" lIns="54000" spcFirstLastPara="1" rIns="54000" wrap="square" tIns="54000">
            <a:noAutofit/>
          </a:bodyPr>
          <a:lstStyle/>
          <a:p>
            <a:pPr indent="0" lvl="0" marL="0" rtl="0" algn="l">
              <a:spcBef>
                <a:spcPts val="0"/>
              </a:spcBef>
              <a:spcAft>
                <a:spcPts val="0"/>
              </a:spcAft>
              <a:buNone/>
            </a:pPr>
            <a:r>
              <a:t/>
            </a:r>
            <a:endParaRPr/>
          </a:p>
        </p:txBody>
      </p:sp>
      <p:sp>
        <p:nvSpPr>
          <p:cNvPr id="17800" name="Google Shape;17800;p314"/>
          <p:cNvSpPr txBox="1"/>
          <p:nvPr>
            <p:ph idx="20" type="subTitle"/>
          </p:nvPr>
        </p:nvSpPr>
        <p:spPr>
          <a:xfrm>
            <a:off x="2631389" y="4083907"/>
            <a:ext cx="3605700" cy="450300"/>
          </a:xfrm>
          <a:prstGeom prst="rect">
            <a:avLst/>
          </a:prstGeom>
        </p:spPr>
        <p:txBody>
          <a:bodyPr anchorCtr="0" anchor="ctr" bIns="54000" lIns="54000" spcFirstLastPara="1" rIns="54000" wrap="square" tIns="54000">
            <a:noAutofit/>
          </a:bodyPr>
          <a:lstStyle/>
          <a:p>
            <a:pPr indent="0" lvl="0" marL="0" rtl="0" algn="l">
              <a:spcBef>
                <a:spcPts val="0"/>
              </a:spcBef>
              <a:spcAft>
                <a:spcPts val="0"/>
              </a:spcAft>
              <a:buNone/>
            </a:pPr>
            <a:r>
              <a:t/>
            </a:r>
            <a:endParaRPr/>
          </a:p>
        </p:txBody>
      </p:sp>
      <p:sp>
        <p:nvSpPr>
          <p:cNvPr id="17801" name="Google Shape;17801;p314"/>
          <p:cNvSpPr txBox="1"/>
          <p:nvPr>
            <p:ph idx="21" type="subTitle"/>
          </p:nvPr>
        </p:nvSpPr>
        <p:spPr>
          <a:xfrm>
            <a:off x="6269361" y="4083907"/>
            <a:ext cx="3536400" cy="450300"/>
          </a:xfrm>
          <a:prstGeom prst="rect">
            <a:avLst/>
          </a:prstGeom>
        </p:spPr>
        <p:txBody>
          <a:bodyPr anchorCtr="0" anchor="ctr" bIns="54000" lIns="54000" spcFirstLastPara="1" rIns="54000" wrap="square" tIns="54000">
            <a:noAutofit/>
          </a:bodyPr>
          <a:lstStyle/>
          <a:p>
            <a:pPr indent="0" lvl="0" marL="0" rtl="0" algn="l">
              <a:spcBef>
                <a:spcPts val="0"/>
              </a:spcBef>
              <a:spcAft>
                <a:spcPts val="0"/>
              </a:spcAft>
              <a:buNone/>
            </a:pPr>
            <a:r>
              <a:t/>
            </a:r>
            <a:endParaRPr/>
          </a:p>
        </p:txBody>
      </p:sp>
      <p:sp>
        <p:nvSpPr>
          <p:cNvPr id="17802" name="Google Shape;17802;p314"/>
          <p:cNvSpPr txBox="1"/>
          <p:nvPr>
            <p:ph idx="22" type="subTitle"/>
          </p:nvPr>
        </p:nvSpPr>
        <p:spPr>
          <a:xfrm>
            <a:off x="832100" y="4617081"/>
            <a:ext cx="1750500" cy="450300"/>
          </a:xfrm>
          <a:prstGeom prst="rect">
            <a:avLst/>
          </a:prstGeom>
        </p:spPr>
        <p:txBody>
          <a:bodyPr anchorCtr="0" anchor="ctr" bIns="54000" lIns="54000" spcFirstLastPara="1" rIns="54000" wrap="square" tIns="54000">
            <a:noAutofit/>
          </a:bodyPr>
          <a:lstStyle/>
          <a:p>
            <a:pPr indent="0" lvl="0" marL="0" rtl="0" algn="l">
              <a:spcBef>
                <a:spcPts val="0"/>
              </a:spcBef>
              <a:spcAft>
                <a:spcPts val="0"/>
              </a:spcAft>
              <a:buNone/>
            </a:pPr>
            <a:r>
              <a:t/>
            </a:r>
            <a:endParaRPr/>
          </a:p>
        </p:txBody>
      </p:sp>
      <p:sp>
        <p:nvSpPr>
          <p:cNvPr id="17803" name="Google Shape;17803;p314"/>
          <p:cNvSpPr txBox="1"/>
          <p:nvPr>
            <p:ph idx="23" type="subTitle"/>
          </p:nvPr>
        </p:nvSpPr>
        <p:spPr>
          <a:xfrm>
            <a:off x="2631389" y="4617081"/>
            <a:ext cx="3605700" cy="450300"/>
          </a:xfrm>
          <a:prstGeom prst="rect">
            <a:avLst/>
          </a:prstGeom>
        </p:spPr>
        <p:txBody>
          <a:bodyPr anchorCtr="0" anchor="ctr" bIns="54000" lIns="54000" spcFirstLastPara="1" rIns="54000" wrap="square" tIns="54000">
            <a:noAutofit/>
          </a:bodyPr>
          <a:lstStyle/>
          <a:p>
            <a:pPr indent="0" lvl="0" marL="0" rtl="0" algn="l">
              <a:spcBef>
                <a:spcPts val="0"/>
              </a:spcBef>
              <a:spcAft>
                <a:spcPts val="0"/>
              </a:spcAft>
              <a:buNone/>
            </a:pPr>
            <a:r>
              <a:t/>
            </a:r>
            <a:endParaRPr/>
          </a:p>
        </p:txBody>
      </p:sp>
      <p:sp>
        <p:nvSpPr>
          <p:cNvPr id="17804" name="Google Shape;17804;p314"/>
          <p:cNvSpPr txBox="1"/>
          <p:nvPr>
            <p:ph idx="24" type="subTitle"/>
          </p:nvPr>
        </p:nvSpPr>
        <p:spPr>
          <a:xfrm>
            <a:off x="6269361" y="4617081"/>
            <a:ext cx="3536400" cy="450300"/>
          </a:xfrm>
          <a:prstGeom prst="rect">
            <a:avLst/>
          </a:prstGeom>
        </p:spPr>
        <p:txBody>
          <a:bodyPr anchorCtr="0" anchor="ctr" bIns="54000" lIns="54000" spcFirstLastPara="1" rIns="54000" wrap="square" tIns="54000">
            <a:noAutofit/>
          </a:bodyPr>
          <a:lstStyle/>
          <a:p>
            <a:pPr indent="0" lvl="0" marL="0" rtl="0" algn="l">
              <a:spcBef>
                <a:spcPts val="0"/>
              </a:spcBef>
              <a:spcAft>
                <a:spcPts val="0"/>
              </a:spcAft>
              <a:buNone/>
            </a:pPr>
            <a:r>
              <a:t/>
            </a:r>
            <a:endParaRPr/>
          </a:p>
        </p:txBody>
      </p:sp>
      <p:sp>
        <p:nvSpPr>
          <p:cNvPr id="17805" name="Google Shape;17805;p314"/>
          <p:cNvSpPr txBox="1"/>
          <p:nvPr>
            <p:ph idx="25" type="subTitle"/>
          </p:nvPr>
        </p:nvSpPr>
        <p:spPr>
          <a:xfrm>
            <a:off x="832100" y="5125073"/>
            <a:ext cx="1750500" cy="450300"/>
          </a:xfrm>
          <a:prstGeom prst="rect">
            <a:avLst/>
          </a:prstGeom>
        </p:spPr>
        <p:txBody>
          <a:bodyPr anchorCtr="0" anchor="ctr" bIns="54000" lIns="54000" spcFirstLastPara="1" rIns="54000" wrap="square" tIns="54000">
            <a:noAutofit/>
          </a:bodyPr>
          <a:lstStyle/>
          <a:p>
            <a:pPr indent="0" lvl="0" marL="0" rtl="0" algn="l">
              <a:spcBef>
                <a:spcPts val="0"/>
              </a:spcBef>
              <a:spcAft>
                <a:spcPts val="0"/>
              </a:spcAft>
              <a:buNone/>
            </a:pPr>
            <a:r>
              <a:t/>
            </a:r>
            <a:endParaRPr/>
          </a:p>
        </p:txBody>
      </p:sp>
      <p:sp>
        <p:nvSpPr>
          <p:cNvPr id="17806" name="Google Shape;17806;p314"/>
          <p:cNvSpPr txBox="1"/>
          <p:nvPr>
            <p:ph idx="26" type="subTitle"/>
          </p:nvPr>
        </p:nvSpPr>
        <p:spPr>
          <a:xfrm>
            <a:off x="2631389" y="5125073"/>
            <a:ext cx="3605700" cy="450300"/>
          </a:xfrm>
          <a:prstGeom prst="rect">
            <a:avLst/>
          </a:prstGeom>
        </p:spPr>
        <p:txBody>
          <a:bodyPr anchorCtr="0" anchor="ctr" bIns="54000" lIns="54000" spcFirstLastPara="1" rIns="54000" wrap="square" tIns="54000">
            <a:noAutofit/>
          </a:bodyPr>
          <a:lstStyle/>
          <a:p>
            <a:pPr indent="0" lvl="0" marL="0" rtl="0" algn="l">
              <a:spcBef>
                <a:spcPts val="0"/>
              </a:spcBef>
              <a:spcAft>
                <a:spcPts val="0"/>
              </a:spcAft>
              <a:buNone/>
            </a:pPr>
            <a:r>
              <a:t/>
            </a:r>
            <a:endParaRPr/>
          </a:p>
        </p:txBody>
      </p:sp>
      <p:sp>
        <p:nvSpPr>
          <p:cNvPr id="17807" name="Google Shape;17807;p314"/>
          <p:cNvSpPr txBox="1"/>
          <p:nvPr>
            <p:ph idx="27" type="subTitle"/>
          </p:nvPr>
        </p:nvSpPr>
        <p:spPr>
          <a:xfrm>
            <a:off x="6269361" y="5125073"/>
            <a:ext cx="3536400" cy="450300"/>
          </a:xfrm>
          <a:prstGeom prst="rect">
            <a:avLst/>
          </a:prstGeom>
        </p:spPr>
        <p:txBody>
          <a:bodyPr anchorCtr="0" anchor="ctr" bIns="54000" lIns="54000" spcFirstLastPara="1" rIns="54000" wrap="square" tIns="54000">
            <a:noAutofit/>
          </a:bodyPr>
          <a:lstStyle/>
          <a:p>
            <a:pPr indent="0" lvl="0" marL="0" rtl="0" algn="l">
              <a:spcBef>
                <a:spcPts val="0"/>
              </a:spcBef>
              <a:spcAft>
                <a:spcPts val="0"/>
              </a:spcAft>
              <a:buNone/>
            </a:pPr>
            <a:r>
              <a:t/>
            </a:r>
            <a:endParaRPr/>
          </a:p>
        </p:txBody>
      </p:sp>
      <p:sp>
        <p:nvSpPr>
          <p:cNvPr id="17808" name="Google Shape;17808;p314"/>
          <p:cNvSpPr txBox="1"/>
          <p:nvPr>
            <p:ph idx="28" type="subTitle"/>
          </p:nvPr>
        </p:nvSpPr>
        <p:spPr>
          <a:xfrm>
            <a:off x="832100" y="5645346"/>
            <a:ext cx="1750500" cy="450300"/>
          </a:xfrm>
          <a:prstGeom prst="rect">
            <a:avLst/>
          </a:prstGeom>
        </p:spPr>
        <p:txBody>
          <a:bodyPr anchorCtr="0" anchor="ctr" bIns="54000" lIns="54000" spcFirstLastPara="1" rIns="54000" wrap="square" tIns="54000">
            <a:noAutofit/>
          </a:bodyPr>
          <a:lstStyle/>
          <a:p>
            <a:pPr indent="0" lvl="0" marL="0" rtl="0" algn="l">
              <a:spcBef>
                <a:spcPts val="0"/>
              </a:spcBef>
              <a:spcAft>
                <a:spcPts val="0"/>
              </a:spcAft>
              <a:buNone/>
            </a:pPr>
            <a:r>
              <a:t/>
            </a:r>
            <a:endParaRPr/>
          </a:p>
        </p:txBody>
      </p:sp>
      <p:sp>
        <p:nvSpPr>
          <p:cNvPr id="17809" name="Google Shape;17809;p314"/>
          <p:cNvSpPr txBox="1"/>
          <p:nvPr>
            <p:ph idx="29" type="subTitle"/>
          </p:nvPr>
        </p:nvSpPr>
        <p:spPr>
          <a:xfrm>
            <a:off x="2631389" y="5645346"/>
            <a:ext cx="3605700" cy="450300"/>
          </a:xfrm>
          <a:prstGeom prst="rect">
            <a:avLst/>
          </a:prstGeom>
        </p:spPr>
        <p:txBody>
          <a:bodyPr anchorCtr="0" anchor="ctr" bIns="54000" lIns="54000" spcFirstLastPara="1" rIns="54000" wrap="square" tIns="54000">
            <a:noAutofit/>
          </a:bodyPr>
          <a:lstStyle/>
          <a:p>
            <a:pPr indent="0" lvl="0" marL="0" rtl="0" algn="l">
              <a:spcBef>
                <a:spcPts val="0"/>
              </a:spcBef>
              <a:spcAft>
                <a:spcPts val="0"/>
              </a:spcAft>
              <a:buNone/>
            </a:pPr>
            <a:r>
              <a:t/>
            </a:r>
            <a:endParaRPr/>
          </a:p>
        </p:txBody>
      </p:sp>
      <p:sp>
        <p:nvSpPr>
          <p:cNvPr id="17810" name="Google Shape;17810;p314"/>
          <p:cNvSpPr txBox="1"/>
          <p:nvPr>
            <p:ph idx="30" type="subTitle"/>
          </p:nvPr>
        </p:nvSpPr>
        <p:spPr>
          <a:xfrm>
            <a:off x="6269361" y="5645346"/>
            <a:ext cx="3536400" cy="450300"/>
          </a:xfrm>
          <a:prstGeom prst="rect">
            <a:avLst/>
          </a:prstGeom>
        </p:spPr>
        <p:txBody>
          <a:bodyPr anchorCtr="0" anchor="ctr" bIns="54000" lIns="54000" spcFirstLastPara="1" rIns="54000" wrap="square" tIns="54000">
            <a:noAutofit/>
          </a:bodyPr>
          <a:lstStyle/>
          <a:p>
            <a:pPr indent="0" lvl="0" marL="0" rtl="0" algn="l">
              <a:spcBef>
                <a:spcPts val="0"/>
              </a:spcBef>
              <a:spcAft>
                <a:spcPts val="0"/>
              </a:spcAft>
              <a:buNone/>
            </a:pPr>
            <a:r>
              <a:t/>
            </a:r>
            <a:endParaRPr/>
          </a:p>
        </p:txBody>
      </p:sp>
      <p:sp>
        <p:nvSpPr>
          <p:cNvPr id="17811" name="Google Shape;17811;p314"/>
          <p:cNvSpPr txBox="1"/>
          <p:nvPr>
            <p:ph idx="31" type="subTitle"/>
          </p:nvPr>
        </p:nvSpPr>
        <p:spPr>
          <a:xfrm>
            <a:off x="832100" y="6178521"/>
            <a:ext cx="1750500" cy="450300"/>
          </a:xfrm>
          <a:prstGeom prst="rect">
            <a:avLst/>
          </a:prstGeom>
        </p:spPr>
        <p:txBody>
          <a:bodyPr anchorCtr="0" anchor="ctr" bIns="54000" lIns="54000" spcFirstLastPara="1" rIns="54000" wrap="square" tIns="54000">
            <a:noAutofit/>
          </a:bodyPr>
          <a:lstStyle/>
          <a:p>
            <a:pPr indent="0" lvl="0" marL="0" rtl="0" algn="l">
              <a:spcBef>
                <a:spcPts val="0"/>
              </a:spcBef>
              <a:spcAft>
                <a:spcPts val="0"/>
              </a:spcAft>
              <a:buNone/>
            </a:pPr>
            <a:r>
              <a:t/>
            </a:r>
            <a:endParaRPr/>
          </a:p>
        </p:txBody>
      </p:sp>
      <p:sp>
        <p:nvSpPr>
          <p:cNvPr id="17812" name="Google Shape;17812;p314"/>
          <p:cNvSpPr txBox="1"/>
          <p:nvPr>
            <p:ph idx="32" type="subTitle"/>
          </p:nvPr>
        </p:nvSpPr>
        <p:spPr>
          <a:xfrm>
            <a:off x="2631389" y="6178521"/>
            <a:ext cx="3605700" cy="450300"/>
          </a:xfrm>
          <a:prstGeom prst="rect">
            <a:avLst/>
          </a:prstGeom>
        </p:spPr>
        <p:txBody>
          <a:bodyPr anchorCtr="0" anchor="ctr" bIns="54000" lIns="54000" spcFirstLastPara="1" rIns="54000" wrap="square" tIns="54000">
            <a:noAutofit/>
          </a:bodyPr>
          <a:lstStyle/>
          <a:p>
            <a:pPr indent="0" lvl="0" marL="0" rtl="0" algn="l">
              <a:spcBef>
                <a:spcPts val="0"/>
              </a:spcBef>
              <a:spcAft>
                <a:spcPts val="0"/>
              </a:spcAft>
              <a:buNone/>
            </a:pPr>
            <a:r>
              <a:t/>
            </a:r>
            <a:endParaRPr/>
          </a:p>
        </p:txBody>
      </p:sp>
      <p:sp>
        <p:nvSpPr>
          <p:cNvPr id="17813" name="Google Shape;17813;p314"/>
          <p:cNvSpPr txBox="1"/>
          <p:nvPr>
            <p:ph idx="33" type="subTitle"/>
          </p:nvPr>
        </p:nvSpPr>
        <p:spPr>
          <a:xfrm>
            <a:off x="6269361" y="6178521"/>
            <a:ext cx="3536400" cy="450300"/>
          </a:xfrm>
          <a:prstGeom prst="rect">
            <a:avLst/>
          </a:prstGeom>
        </p:spPr>
        <p:txBody>
          <a:bodyPr anchorCtr="0" anchor="ctr" bIns="54000" lIns="54000" spcFirstLastPara="1" rIns="54000" wrap="square" tIns="54000">
            <a:noAutofit/>
          </a:bodyPr>
          <a:lstStyle/>
          <a:p>
            <a:pPr indent="0" lvl="0" marL="0" rtl="0" algn="l">
              <a:spcBef>
                <a:spcPts val="0"/>
              </a:spcBef>
              <a:spcAft>
                <a:spcPts val="0"/>
              </a:spcAft>
              <a:buNone/>
            </a:pPr>
            <a:r>
              <a:t/>
            </a:r>
            <a:endParaRPr/>
          </a:p>
        </p:txBody>
      </p:sp>
      <p:sp>
        <p:nvSpPr>
          <p:cNvPr id="17814" name="Google Shape;17814;p314"/>
          <p:cNvSpPr txBox="1"/>
          <p:nvPr>
            <p:ph type="title"/>
          </p:nvPr>
        </p:nvSpPr>
        <p:spPr>
          <a:xfrm flipH="1">
            <a:off x="4025374" y="387675"/>
            <a:ext cx="5863200" cy="169200"/>
          </a:xfrm>
          <a:prstGeom prst="rect">
            <a:avLst/>
          </a:prstGeom>
        </p:spPr>
        <p:txBody>
          <a:bodyPr anchorCtr="0" anchor="ctr" bIns="0" lIns="0" spcFirstLastPara="1" rIns="0" wrap="square" tIns="0">
            <a:noAutofit/>
          </a:bodyPr>
          <a:lstStyle/>
          <a:p>
            <a:pPr indent="0" lvl="0" marL="0" rtl="0" algn="l">
              <a:spcBef>
                <a:spcPts val="0"/>
              </a:spcBef>
              <a:spcAft>
                <a:spcPts val="0"/>
              </a:spcAft>
              <a:buNone/>
            </a:pPr>
            <a:r>
              <a:t/>
            </a:r>
            <a:endParaRPr/>
          </a:p>
        </p:txBody>
      </p:sp>
      <p:sp>
        <p:nvSpPr>
          <p:cNvPr id="17815" name="Google Shape;17815;p314"/>
          <p:cNvSpPr txBox="1"/>
          <p:nvPr>
            <p:ph idx="34" type="title"/>
          </p:nvPr>
        </p:nvSpPr>
        <p:spPr>
          <a:xfrm flipH="1">
            <a:off x="3208773" y="579550"/>
            <a:ext cx="6679800" cy="169200"/>
          </a:xfrm>
          <a:prstGeom prst="rect">
            <a:avLst/>
          </a:prstGeom>
        </p:spPr>
        <p:txBody>
          <a:bodyPr anchorCtr="0" anchor="ctr" bIns="0" lIns="0" spcFirstLastPara="1" rIns="0" wrap="square" tIns="0">
            <a:noAutofit/>
          </a:bodyPr>
          <a:lstStyle/>
          <a:p>
            <a:pPr indent="0" lvl="0" marL="0" rtl="0" algn="l">
              <a:spcBef>
                <a:spcPts val="0"/>
              </a:spcBef>
              <a:spcAft>
                <a:spcPts val="0"/>
              </a:spcAft>
              <a:buNone/>
            </a:pPr>
            <a:r>
              <a:t/>
            </a:r>
            <a:endParaRPr/>
          </a:p>
        </p:txBody>
      </p:sp>
      <p:sp>
        <p:nvSpPr>
          <p:cNvPr id="17816" name="Google Shape;17816;p314"/>
          <p:cNvSpPr txBox="1"/>
          <p:nvPr>
            <p:ph idx="35" type="body"/>
          </p:nvPr>
        </p:nvSpPr>
        <p:spPr>
          <a:xfrm>
            <a:off x="641150" y="612125"/>
            <a:ext cx="1770300" cy="160500"/>
          </a:xfrm>
          <a:prstGeom prst="rect">
            <a:avLst/>
          </a:prstGeom>
        </p:spPr>
        <p:txBody>
          <a:bodyPr anchorCtr="0" anchor="t" bIns="0" lIns="0" spcFirstLastPara="1" rIns="0" wrap="square" tIns="0">
            <a:noAutofit/>
          </a:bodyPr>
          <a:lstStyle/>
          <a:p>
            <a:pPr indent="0" lvl="0" marL="0" rtl="0" algn="ctr">
              <a:spcBef>
                <a:spcPts val="0"/>
              </a:spcBef>
              <a:spcAft>
                <a:spcPts val="0"/>
              </a:spcAft>
              <a:buNone/>
            </a:pPr>
            <a:r>
              <a:t/>
            </a:r>
            <a:endParaRPr/>
          </a:p>
        </p:txBody>
      </p:sp>
    </p:spTree>
  </p:cSld>
  <p:clrMapOvr>
    <a:masterClrMapping/>
  </p:clrMapOvr>
</p:sld>
</file>

<file path=ppt/slides/slide5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820" name="Shape 17820"/>
        <p:cNvGrpSpPr/>
        <p:nvPr/>
      </p:nvGrpSpPr>
      <p:grpSpPr>
        <a:xfrm>
          <a:off x="0" y="0"/>
          <a:ext cx="0" cy="0"/>
          <a:chOff x="0" y="0"/>
          <a:chExt cx="0" cy="0"/>
        </a:xfrm>
      </p:grpSpPr>
      <p:sp>
        <p:nvSpPr>
          <p:cNvPr id="17821" name="Google Shape;17821;p315"/>
          <p:cNvSpPr txBox="1"/>
          <p:nvPr>
            <p:ph idx="1" type="subTitle"/>
          </p:nvPr>
        </p:nvSpPr>
        <p:spPr>
          <a:xfrm>
            <a:off x="832100" y="1493107"/>
            <a:ext cx="1750500" cy="450300"/>
          </a:xfrm>
          <a:prstGeom prst="rect">
            <a:avLst/>
          </a:prstGeom>
        </p:spPr>
        <p:txBody>
          <a:bodyPr anchorCtr="0" anchor="ctr" bIns="54000" lIns="54000" spcFirstLastPara="1" rIns="54000" wrap="square" tIns="54000">
            <a:noAutofit/>
          </a:bodyPr>
          <a:lstStyle/>
          <a:p>
            <a:pPr indent="0" lvl="0" marL="0" rtl="0" algn="l">
              <a:spcBef>
                <a:spcPts val="0"/>
              </a:spcBef>
              <a:spcAft>
                <a:spcPts val="0"/>
              </a:spcAft>
              <a:buNone/>
            </a:pPr>
            <a:r>
              <a:rPr lang="es-419"/>
              <a:t>RF-31</a:t>
            </a:r>
            <a:endParaRPr/>
          </a:p>
        </p:txBody>
      </p:sp>
      <p:sp>
        <p:nvSpPr>
          <p:cNvPr id="17822" name="Google Shape;17822;p315"/>
          <p:cNvSpPr txBox="1"/>
          <p:nvPr>
            <p:ph idx="2" type="subTitle"/>
          </p:nvPr>
        </p:nvSpPr>
        <p:spPr>
          <a:xfrm>
            <a:off x="2631389" y="1493107"/>
            <a:ext cx="3605700" cy="450300"/>
          </a:xfrm>
          <a:prstGeom prst="rect">
            <a:avLst/>
          </a:prstGeom>
        </p:spPr>
        <p:txBody>
          <a:bodyPr anchorCtr="0" anchor="ctr" bIns="54000" lIns="54000" spcFirstLastPara="1" rIns="54000" wrap="square" tIns="54000">
            <a:noAutofit/>
          </a:bodyPr>
          <a:lstStyle/>
          <a:p>
            <a:pPr indent="0" lvl="0" marL="0" rtl="0" algn="l">
              <a:spcBef>
                <a:spcPts val="0"/>
              </a:spcBef>
              <a:spcAft>
                <a:spcPts val="0"/>
              </a:spcAft>
              <a:buNone/>
            </a:pPr>
            <a:r>
              <a:rPr lang="es-419"/>
              <a:t>Registro de hora de llegada</a:t>
            </a:r>
            <a:endParaRPr/>
          </a:p>
        </p:txBody>
      </p:sp>
      <p:sp>
        <p:nvSpPr>
          <p:cNvPr id="17823" name="Google Shape;17823;p315"/>
          <p:cNvSpPr txBox="1"/>
          <p:nvPr>
            <p:ph idx="3" type="subTitle"/>
          </p:nvPr>
        </p:nvSpPr>
        <p:spPr>
          <a:xfrm>
            <a:off x="6269361" y="1493107"/>
            <a:ext cx="3536400" cy="450300"/>
          </a:xfrm>
          <a:prstGeom prst="rect">
            <a:avLst/>
          </a:prstGeom>
        </p:spPr>
        <p:txBody>
          <a:bodyPr anchorCtr="0" anchor="ctr" bIns="54000" lIns="54000" spcFirstLastPara="1" rIns="54000" wrap="square" tIns="54000">
            <a:noAutofit/>
          </a:bodyPr>
          <a:lstStyle/>
          <a:p>
            <a:pPr indent="0" lvl="0" marL="0" rtl="0" algn="l">
              <a:spcBef>
                <a:spcPts val="0"/>
              </a:spcBef>
              <a:spcAft>
                <a:spcPts val="0"/>
              </a:spcAft>
              <a:buNone/>
            </a:pPr>
            <a:r>
              <a:rPr lang="es-419"/>
              <a:t>CUS-07</a:t>
            </a:r>
            <a:endParaRPr/>
          </a:p>
        </p:txBody>
      </p:sp>
      <p:sp>
        <p:nvSpPr>
          <p:cNvPr id="17824" name="Google Shape;17824;p315"/>
          <p:cNvSpPr txBox="1"/>
          <p:nvPr>
            <p:ph idx="4" type="subTitle"/>
          </p:nvPr>
        </p:nvSpPr>
        <p:spPr>
          <a:xfrm>
            <a:off x="832100" y="2026281"/>
            <a:ext cx="1750500" cy="450300"/>
          </a:xfrm>
          <a:prstGeom prst="rect">
            <a:avLst/>
          </a:prstGeom>
        </p:spPr>
        <p:txBody>
          <a:bodyPr anchorCtr="0" anchor="ctr" bIns="54000" lIns="54000" spcFirstLastPara="1" rIns="54000" wrap="square" tIns="54000">
            <a:noAutofit/>
          </a:bodyPr>
          <a:lstStyle/>
          <a:p>
            <a:pPr indent="0" lvl="0" marL="0" rtl="0" algn="l">
              <a:spcBef>
                <a:spcPts val="0"/>
              </a:spcBef>
              <a:spcAft>
                <a:spcPts val="0"/>
              </a:spcAft>
              <a:buNone/>
            </a:pPr>
            <a:r>
              <a:rPr lang="es-419"/>
              <a:t>RF-32</a:t>
            </a:r>
            <a:endParaRPr/>
          </a:p>
        </p:txBody>
      </p:sp>
      <p:sp>
        <p:nvSpPr>
          <p:cNvPr id="17825" name="Google Shape;17825;p315"/>
          <p:cNvSpPr txBox="1"/>
          <p:nvPr>
            <p:ph idx="5" type="subTitle"/>
          </p:nvPr>
        </p:nvSpPr>
        <p:spPr>
          <a:xfrm>
            <a:off x="2631389" y="2026281"/>
            <a:ext cx="3605700" cy="450300"/>
          </a:xfrm>
          <a:prstGeom prst="rect">
            <a:avLst/>
          </a:prstGeom>
        </p:spPr>
        <p:txBody>
          <a:bodyPr anchorCtr="0" anchor="ctr" bIns="54000" lIns="54000" spcFirstLastPara="1" rIns="54000" wrap="square" tIns="54000">
            <a:noAutofit/>
          </a:bodyPr>
          <a:lstStyle/>
          <a:p>
            <a:pPr indent="0" lvl="0" marL="0" rtl="0" algn="l">
              <a:spcBef>
                <a:spcPts val="0"/>
              </a:spcBef>
              <a:spcAft>
                <a:spcPts val="0"/>
              </a:spcAft>
              <a:buClr>
                <a:schemeClr val="dk1"/>
              </a:buClr>
              <a:buSzPts val="1100"/>
              <a:buFont typeface="Arial"/>
              <a:buNone/>
            </a:pPr>
            <a:r>
              <a:rPr lang="es-419">
                <a:solidFill>
                  <a:schemeClr val="dk1"/>
                </a:solidFill>
              </a:rPr>
              <a:t>Registro de hora de llegada</a:t>
            </a:r>
            <a:endParaRPr/>
          </a:p>
        </p:txBody>
      </p:sp>
      <p:sp>
        <p:nvSpPr>
          <p:cNvPr id="17826" name="Google Shape;17826;p315"/>
          <p:cNvSpPr txBox="1"/>
          <p:nvPr>
            <p:ph idx="6" type="subTitle"/>
          </p:nvPr>
        </p:nvSpPr>
        <p:spPr>
          <a:xfrm>
            <a:off x="6269361" y="2026281"/>
            <a:ext cx="3536400" cy="450300"/>
          </a:xfrm>
          <a:prstGeom prst="rect">
            <a:avLst/>
          </a:prstGeom>
        </p:spPr>
        <p:txBody>
          <a:bodyPr anchorCtr="0" anchor="ctr" bIns="54000" lIns="54000" spcFirstLastPara="1" rIns="54000" wrap="square" tIns="54000">
            <a:noAutofit/>
          </a:bodyPr>
          <a:lstStyle/>
          <a:p>
            <a:pPr indent="0" lvl="0" marL="0" rtl="0" algn="l">
              <a:spcBef>
                <a:spcPts val="0"/>
              </a:spcBef>
              <a:spcAft>
                <a:spcPts val="0"/>
              </a:spcAft>
              <a:buClr>
                <a:schemeClr val="dk1"/>
              </a:buClr>
              <a:buSzPts val="1100"/>
              <a:buFont typeface="Arial"/>
              <a:buNone/>
            </a:pPr>
            <a:r>
              <a:rPr lang="es-419">
                <a:solidFill>
                  <a:schemeClr val="dk1"/>
                </a:solidFill>
              </a:rPr>
              <a:t>CUS-07</a:t>
            </a:r>
            <a:endParaRPr/>
          </a:p>
        </p:txBody>
      </p:sp>
      <p:sp>
        <p:nvSpPr>
          <p:cNvPr id="17827" name="Google Shape;17827;p315"/>
          <p:cNvSpPr txBox="1"/>
          <p:nvPr>
            <p:ph idx="7" type="subTitle"/>
          </p:nvPr>
        </p:nvSpPr>
        <p:spPr>
          <a:xfrm>
            <a:off x="832100" y="2534273"/>
            <a:ext cx="1750500" cy="450300"/>
          </a:xfrm>
          <a:prstGeom prst="rect">
            <a:avLst/>
          </a:prstGeom>
        </p:spPr>
        <p:txBody>
          <a:bodyPr anchorCtr="0" anchor="ctr" bIns="54000" lIns="54000" spcFirstLastPara="1" rIns="54000" wrap="square" tIns="54000">
            <a:noAutofit/>
          </a:bodyPr>
          <a:lstStyle/>
          <a:p>
            <a:pPr indent="0" lvl="0" marL="0" rtl="0" algn="l">
              <a:spcBef>
                <a:spcPts val="0"/>
              </a:spcBef>
              <a:spcAft>
                <a:spcPts val="0"/>
              </a:spcAft>
              <a:buNone/>
            </a:pPr>
            <a:r>
              <a:rPr lang="es-419"/>
              <a:t>RF-33</a:t>
            </a:r>
            <a:endParaRPr/>
          </a:p>
        </p:txBody>
      </p:sp>
      <p:sp>
        <p:nvSpPr>
          <p:cNvPr id="17828" name="Google Shape;17828;p315"/>
          <p:cNvSpPr txBox="1"/>
          <p:nvPr>
            <p:ph idx="8" type="subTitle"/>
          </p:nvPr>
        </p:nvSpPr>
        <p:spPr>
          <a:xfrm>
            <a:off x="2631389" y="2534273"/>
            <a:ext cx="3605700" cy="450300"/>
          </a:xfrm>
          <a:prstGeom prst="rect">
            <a:avLst/>
          </a:prstGeom>
        </p:spPr>
        <p:txBody>
          <a:bodyPr anchorCtr="0" anchor="ctr" bIns="54000" lIns="54000" spcFirstLastPara="1" rIns="54000" wrap="square" tIns="54000">
            <a:noAutofit/>
          </a:bodyPr>
          <a:lstStyle/>
          <a:p>
            <a:pPr indent="0" lvl="0" marL="0" rtl="0" algn="l">
              <a:spcBef>
                <a:spcPts val="0"/>
              </a:spcBef>
              <a:spcAft>
                <a:spcPts val="0"/>
              </a:spcAft>
              <a:buClr>
                <a:schemeClr val="dk1"/>
              </a:buClr>
              <a:buSzPts val="1100"/>
              <a:buFont typeface="Arial"/>
              <a:buNone/>
            </a:pPr>
            <a:r>
              <a:rPr lang="es-419">
                <a:solidFill>
                  <a:schemeClr val="dk1"/>
                </a:solidFill>
              </a:rPr>
              <a:t>Registro de hora de llegada</a:t>
            </a:r>
            <a:endParaRPr/>
          </a:p>
        </p:txBody>
      </p:sp>
      <p:sp>
        <p:nvSpPr>
          <p:cNvPr id="17829" name="Google Shape;17829;p315"/>
          <p:cNvSpPr txBox="1"/>
          <p:nvPr>
            <p:ph idx="9" type="subTitle"/>
          </p:nvPr>
        </p:nvSpPr>
        <p:spPr>
          <a:xfrm>
            <a:off x="6269361" y="2534273"/>
            <a:ext cx="3536400" cy="450300"/>
          </a:xfrm>
          <a:prstGeom prst="rect">
            <a:avLst/>
          </a:prstGeom>
        </p:spPr>
        <p:txBody>
          <a:bodyPr anchorCtr="0" anchor="ctr" bIns="54000" lIns="54000" spcFirstLastPara="1" rIns="54000" wrap="square" tIns="54000">
            <a:noAutofit/>
          </a:bodyPr>
          <a:lstStyle/>
          <a:p>
            <a:pPr indent="0" lvl="0" marL="0" rtl="0" algn="l">
              <a:spcBef>
                <a:spcPts val="0"/>
              </a:spcBef>
              <a:spcAft>
                <a:spcPts val="0"/>
              </a:spcAft>
              <a:buClr>
                <a:schemeClr val="dk1"/>
              </a:buClr>
              <a:buSzPts val="1100"/>
              <a:buFont typeface="Arial"/>
              <a:buNone/>
            </a:pPr>
            <a:r>
              <a:rPr lang="es-419">
                <a:solidFill>
                  <a:schemeClr val="dk1"/>
                </a:solidFill>
              </a:rPr>
              <a:t>CUS-07</a:t>
            </a:r>
            <a:endParaRPr/>
          </a:p>
        </p:txBody>
      </p:sp>
      <p:sp>
        <p:nvSpPr>
          <p:cNvPr id="17830" name="Google Shape;17830;p315"/>
          <p:cNvSpPr txBox="1"/>
          <p:nvPr>
            <p:ph idx="13" type="subTitle"/>
          </p:nvPr>
        </p:nvSpPr>
        <p:spPr>
          <a:xfrm>
            <a:off x="832100" y="3054546"/>
            <a:ext cx="1750500" cy="450300"/>
          </a:xfrm>
          <a:prstGeom prst="rect">
            <a:avLst/>
          </a:prstGeom>
        </p:spPr>
        <p:txBody>
          <a:bodyPr anchorCtr="0" anchor="ctr" bIns="54000" lIns="54000" spcFirstLastPara="1" rIns="54000" wrap="square" tIns="54000">
            <a:noAutofit/>
          </a:bodyPr>
          <a:lstStyle/>
          <a:p>
            <a:pPr indent="0" lvl="0" marL="0" rtl="0" algn="l">
              <a:spcBef>
                <a:spcPts val="0"/>
              </a:spcBef>
              <a:spcAft>
                <a:spcPts val="0"/>
              </a:spcAft>
              <a:buNone/>
            </a:pPr>
            <a:r>
              <a:rPr lang="es-419"/>
              <a:t>RF-34</a:t>
            </a:r>
            <a:endParaRPr/>
          </a:p>
        </p:txBody>
      </p:sp>
      <p:sp>
        <p:nvSpPr>
          <p:cNvPr id="17831" name="Google Shape;17831;p315"/>
          <p:cNvSpPr txBox="1"/>
          <p:nvPr>
            <p:ph idx="14" type="subTitle"/>
          </p:nvPr>
        </p:nvSpPr>
        <p:spPr>
          <a:xfrm>
            <a:off x="2631389" y="3054546"/>
            <a:ext cx="3605700" cy="450300"/>
          </a:xfrm>
          <a:prstGeom prst="rect">
            <a:avLst/>
          </a:prstGeom>
        </p:spPr>
        <p:txBody>
          <a:bodyPr anchorCtr="0" anchor="ctr" bIns="54000" lIns="54000" spcFirstLastPara="1" rIns="54000" wrap="square" tIns="54000">
            <a:noAutofit/>
          </a:bodyPr>
          <a:lstStyle/>
          <a:p>
            <a:pPr indent="0" lvl="0" marL="0" rtl="0" algn="l">
              <a:spcBef>
                <a:spcPts val="0"/>
              </a:spcBef>
              <a:spcAft>
                <a:spcPts val="0"/>
              </a:spcAft>
              <a:buClr>
                <a:schemeClr val="dk1"/>
              </a:buClr>
              <a:buSzPts val="1100"/>
              <a:buFont typeface="Arial"/>
              <a:buNone/>
            </a:pPr>
            <a:r>
              <a:rPr lang="es-419">
                <a:solidFill>
                  <a:schemeClr val="dk1"/>
                </a:solidFill>
              </a:rPr>
              <a:t>Registro de hora de llegada</a:t>
            </a:r>
            <a:endParaRPr/>
          </a:p>
        </p:txBody>
      </p:sp>
      <p:sp>
        <p:nvSpPr>
          <p:cNvPr id="17832" name="Google Shape;17832;p315"/>
          <p:cNvSpPr txBox="1"/>
          <p:nvPr>
            <p:ph idx="15" type="subTitle"/>
          </p:nvPr>
        </p:nvSpPr>
        <p:spPr>
          <a:xfrm>
            <a:off x="6269361" y="3054546"/>
            <a:ext cx="3536400" cy="450300"/>
          </a:xfrm>
          <a:prstGeom prst="rect">
            <a:avLst/>
          </a:prstGeom>
        </p:spPr>
        <p:txBody>
          <a:bodyPr anchorCtr="0" anchor="ctr" bIns="54000" lIns="54000" spcFirstLastPara="1" rIns="54000" wrap="square" tIns="54000">
            <a:noAutofit/>
          </a:bodyPr>
          <a:lstStyle/>
          <a:p>
            <a:pPr indent="0" lvl="0" marL="0" rtl="0" algn="l">
              <a:spcBef>
                <a:spcPts val="0"/>
              </a:spcBef>
              <a:spcAft>
                <a:spcPts val="0"/>
              </a:spcAft>
              <a:buClr>
                <a:schemeClr val="dk1"/>
              </a:buClr>
              <a:buSzPts val="1100"/>
              <a:buFont typeface="Arial"/>
              <a:buNone/>
            </a:pPr>
            <a:r>
              <a:rPr lang="es-419">
                <a:solidFill>
                  <a:schemeClr val="dk1"/>
                </a:solidFill>
              </a:rPr>
              <a:t>CUS-07</a:t>
            </a:r>
            <a:endParaRPr/>
          </a:p>
        </p:txBody>
      </p:sp>
      <p:sp>
        <p:nvSpPr>
          <p:cNvPr id="17833" name="Google Shape;17833;p315"/>
          <p:cNvSpPr txBox="1"/>
          <p:nvPr>
            <p:ph idx="16" type="subTitle"/>
          </p:nvPr>
        </p:nvSpPr>
        <p:spPr>
          <a:xfrm>
            <a:off x="832100" y="3587721"/>
            <a:ext cx="1750500" cy="450300"/>
          </a:xfrm>
          <a:prstGeom prst="rect">
            <a:avLst/>
          </a:prstGeom>
        </p:spPr>
        <p:txBody>
          <a:bodyPr anchorCtr="0" anchor="ctr" bIns="54000" lIns="54000" spcFirstLastPara="1" rIns="54000" wrap="square" tIns="54000">
            <a:noAutofit/>
          </a:bodyPr>
          <a:lstStyle/>
          <a:p>
            <a:pPr indent="0" lvl="0" marL="0" rtl="0" algn="l">
              <a:spcBef>
                <a:spcPts val="0"/>
              </a:spcBef>
              <a:spcAft>
                <a:spcPts val="0"/>
              </a:spcAft>
              <a:buNone/>
            </a:pPr>
            <a:r>
              <a:rPr lang="es-419"/>
              <a:t>RF-35</a:t>
            </a:r>
            <a:endParaRPr/>
          </a:p>
        </p:txBody>
      </p:sp>
      <p:sp>
        <p:nvSpPr>
          <p:cNvPr id="17834" name="Google Shape;17834;p315"/>
          <p:cNvSpPr txBox="1"/>
          <p:nvPr>
            <p:ph idx="17" type="subTitle"/>
          </p:nvPr>
        </p:nvSpPr>
        <p:spPr>
          <a:xfrm>
            <a:off x="2631389" y="3587721"/>
            <a:ext cx="3605700" cy="450300"/>
          </a:xfrm>
          <a:prstGeom prst="rect">
            <a:avLst/>
          </a:prstGeom>
        </p:spPr>
        <p:txBody>
          <a:bodyPr anchorCtr="0" anchor="ctr" bIns="54000" lIns="54000" spcFirstLastPara="1" rIns="54000" wrap="square" tIns="54000">
            <a:noAutofit/>
          </a:bodyPr>
          <a:lstStyle/>
          <a:p>
            <a:pPr indent="0" lvl="0" marL="0" rtl="0" algn="l">
              <a:spcBef>
                <a:spcPts val="0"/>
              </a:spcBef>
              <a:spcAft>
                <a:spcPts val="0"/>
              </a:spcAft>
              <a:buClr>
                <a:schemeClr val="dk1"/>
              </a:buClr>
              <a:buSzPts val="1100"/>
              <a:buFont typeface="Arial"/>
              <a:buNone/>
            </a:pPr>
            <a:r>
              <a:rPr lang="es-419">
                <a:solidFill>
                  <a:schemeClr val="dk1"/>
                </a:solidFill>
              </a:rPr>
              <a:t>Registro de hora de llegada</a:t>
            </a:r>
            <a:endParaRPr/>
          </a:p>
        </p:txBody>
      </p:sp>
      <p:sp>
        <p:nvSpPr>
          <p:cNvPr id="17835" name="Google Shape;17835;p315"/>
          <p:cNvSpPr txBox="1"/>
          <p:nvPr>
            <p:ph idx="18" type="subTitle"/>
          </p:nvPr>
        </p:nvSpPr>
        <p:spPr>
          <a:xfrm>
            <a:off x="6269361" y="3587721"/>
            <a:ext cx="3536400" cy="450300"/>
          </a:xfrm>
          <a:prstGeom prst="rect">
            <a:avLst/>
          </a:prstGeom>
        </p:spPr>
        <p:txBody>
          <a:bodyPr anchorCtr="0" anchor="ctr" bIns="54000" lIns="54000" spcFirstLastPara="1" rIns="54000" wrap="square" tIns="54000">
            <a:noAutofit/>
          </a:bodyPr>
          <a:lstStyle/>
          <a:p>
            <a:pPr indent="0" lvl="0" marL="0" rtl="0" algn="l">
              <a:spcBef>
                <a:spcPts val="0"/>
              </a:spcBef>
              <a:spcAft>
                <a:spcPts val="0"/>
              </a:spcAft>
              <a:buClr>
                <a:schemeClr val="dk1"/>
              </a:buClr>
              <a:buSzPts val="1100"/>
              <a:buFont typeface="Arial"/>
              <a:buNone/>
            </a:pPr>
            <a:r>
              <a:rPr lang="es-419">
                <a:solidFill>
                  <a:schemeClr val="dk1"/>
                </a:solidFill>
              </a:rPr>
              <a:t>CUS-07</a:t>
            </a:r>
            <a:endParaRPr/>
          </a:p>
        </p:txBody>
      </p:sp>
      <p:sp>
        <p:nvSpPr>
          <p:cNvPr id="17836" name="Google Shape;17836;p315"/>
          <p:cNvSpPr txBox="1"/>
          <p:nvPr>
            <p:ph idx="19" type="subTitle"/>
          </p:nvPr>
        </p:nvSpPr>
        <p:spPr>
          <a:xfrm>
            <a:off x="832100" y="4083907"/>
            <a:ext cx="1750500" cy="450300"/>
          </a:xfrm>
          <a:prstGeom prst="rect">
            <a:avLst/>
          </a:prstGeom>
        </p:spPr>
        <p:txBody>
          <a:bodyPr anchorCtr="0" anchor="ctr" bIns="54000" lIns="54000" spcFirstLastPara="1" rIns="54000" wrap="square" tIns="54000">
            <a:noAutofit/>
          </a:bodyPr>
          <a:lstStyle/>
          <a:p>
            <a:pPr indent="0" lvl="0" marL="0" rtl="0" algn="l">
              <a:spcBef>
                <a:spcPts val="0"/>
              </a:spcBef>
              <a:spcAft>
                <a:spcPts val="0"/>
              </a:spcAft>
              <a:buNone/>
            </a:pPr>
            <a:r>
              <a:t/>
            </a:r>
            <a:endParaRPr/>
          </a:p>
        </p:txBody>
      </p:sp>
      <p:sp>
        <p:nvSpPr>
          <p:cNvPr id="17837" name="Google Shape;17837;p315"/>
          <p:cNvSpPr txBox="1"/>
          <p:nvPr>
            <p:ph idx="20" type="subTitle"/>
          </p:nvPr>
        </p:nvSpPr>
        <p:spPr>
          <a:xfrm>
            <a:off x="2631389" y="4083907"/>
            <a:ext cx="3605700" cy="450300"/>
          </a:xfrm>
          <a:prstGeom prst="rect">
            <a:avLst/>
          </a:prstGeom>
        </p:spPr>
        <p:txBody>
          <a:bodyPr anchorCtr="0" anchor="ctr" bIns="54000" lIns="54000" spcFirstLastPara="1" rIns="54000" wrap="square" tIns="54000">
            <a:noAutofit/>
          </a:bodyPr>
          <a:lstStyle/>
          <a:p>
            <a:pPr indent="0" lvl="0" marL="0" rtl="0" algn="l">
              <a:spcBef>
                <a:spcPts val="0"/>
              </a:spcBef>
              <a:spcAft>
                <a:spcPts val="0"/>
              </a:spcAft>
              <a:buNone/>
            </a:pPr>
            <a:r>
              <a:t/>
            </a:r>
            <a:endParaRPr/>
          </a:p>
        </p:txBody>
      </p:sp>
      <p:sp>
        <p:nvSpPr>
          <p:cNvPr id="17838" name="Google Shape;17838;p315"/>
          <p:cNvSpPr txBox="1"/>
          <p:nvPr>
            <p:ph idx="21" type="subTitle"/>
          </p:nvPr>
        </p:nvSpPr>
        <p:spPr>
          <a:xfrm>
            <a:off x="6269361" y="4083907"/>
            <a:ext cx="3536400" cy="450300"/>
          </a:xfrm>
          <a:prstGeom prst="rect">
            <a:avLst/>
          </a:prstGeom>
        </p:spPr>
        <p:txBody>
          <a:bodyPr anchorCtr="0" anchor="ctr" bIns="54000" lIns="54000" spcFirstLastPara="1" rIns="54000" wrap="square" tIns="54000">
            <a:noAutofit/>
          </a:bodyPr>
          <a:lstStyle/>
          <a:p>
            <a:pPr indent="0" lvl="0" marL="0" rtl="0" algn="l">
              <a:spcBef>
                <a:spcPts val="0"/>
              </a:spcBef>
              <a:spcAft>
                <a:spcPts val="0"/>
              </a:spcAft>
              <a:buNone/>
            </a:pPr>
            <a:r>
              <a:t/>
            </a:r>
            <a:endParaRPr/>
          </a:p>
        </p:txBody>
      </p:sp>
      <p:sp>
        <p:nvSpPr>
          <p:cNvPr id="17839" name="Google Shape;17839;p315"/>
          <p:cNvSpPr txBox="1"/>
          <p:nvPr>
            <p:ph idx="22" type="subTitle"/>
          </p:nvPr>
        </p:nvSpPr>
        <p:spPr>
          <a:xfrm>
            <a:off x="832100" y="4617081"/>
            <a:ext cx="1750500" cy="450300"/>
          </a:xfrm>
          <a:prstGeom prst="rect">
            <a:avLst/>
          </a:prstGeom>
        </p:spPr>
        <p:txBody>
          <a:bodyPr anchorCtr="0" anchor="ctr" bIns="54000" lIns="54000" spcFirstLastPara="1" rIns="54000" wrap="square" tIns="54000">
            <a:noAutofit/>
          </a:bodyPr>
          <a:lstStyle/>
          <a:p>
            <a:pPr indent="0" lvl="0" marL="0" rtl="0" algn="l">
              <a:spcBef>
                <a:spcPts val="0"/>
              </a:spcBef>
              <a:spcAft>
                <a:spcPts val="0"/>
              </a:spcAft>
              <a:buNone/>
            </a:pPr>
            <a:r>
              <a:t/>
            </a:r>
            <a:endParaRPr/>
          </a:p>
        </p:txBody>
      </p:sp>
      <p:sp>
        <p:nvSpPr>
          <p:cNvPr id="17840" name="Google Shape;17840;p315"/>
          <p:cNvSpPr txBox="1"/>
          <p:nvPr>
            <p:ph idx="23" type="subTitle"/>
          </p:nvPr>
        </p:nvSpPr>
        <p:spPr>
          <a:xfrm>
            <a:off x="2631389" y="4617081"/>
            <a:ext cx="3605700" cy="450300"/>
          </a:xfrm>
          <a:prstGeom prst="rect">
            <a:avLst/>
          </a:prstGeom>
        </p:spPr>
        <p:txBody>
          <a:bodyPr anchorCtr="0" anchor="ctr" bIns="54000" lIns="54000" spcFirstLastPara="1" rIns="54000" wrap="square" tIns="54000">
            <a:noAutofit/>
          </a:bodyPr>
          <a:lstStyle/>
          <a:p>
            <a:pPr indent="0" lvl="0" marL="0" rtl="0" algn="l">
              <a:spcBef>
                <a:spcPts val="0"/>
              </a:spcBef>
              <a:spcAft>
                <a:spcPts val="0"/>
              </a:spcAft>
              <a:buNone/>
            </a:pPr>
            <a:r>
              <a:t/>
            </a:r>
            <a:endParaRPr/>
          </a:p>
        </p:txBody>
      </p:sp>
      <p:sp>
        <p:nvSpPr>
          <p:cNvPr id="17841" name="Google Shape;17841;p315"/>
          <p:cNvSpPr txBox="1"/>
          <p:nvPr>
            <p:ph idx="24" type="subTitle"/>
          </p:nvPr>
        </p:nvSpPr>
        <p:spPr>
          <a:xfrm>
            <a:off x="6269361" y="4617081"/>
            <a:ext cx="3536400" cy="450300"/>
          </a:xfrm>
          <a:prstGeom prst="rect">
            <a:avLst/>
          </a:prstGeom>
        </p:spPr>
        <p:txBody>
          <a:bodyPr anchorCtr="0" anchor="ctr" bIns="54000" lIns="54000" spcFirstLastPara="1" rIns="54000" wrap="square" tIns="54000">
            <a:noAutofit/>
          </a:bodyPr>
          <a:lstStyle/>
          <a:p>
            <a:pPr indent="0" lvl="0" marL="0" rtl="0" algn="l">
              <a:spcBef>
                <a:spcPts val="0"/>
              </a:spcBef>
              <a:spcAft>
                <a:spcPts val="0"/>
              </a:spcAft>
              <a:buNone/>
            </a:pPr>
            <a:r>
              <a:t/>
            </a:r>
            <a:endParaRPr/>
          </a:p>
        </p:txBody>
      </p:sp>
      <p:sp>
        <p:nvSpPr>
          <p:cNvPr id="17842" name="Google Shape;17842;p315"/>
          <p:cNvSpPr txBox="1"/>
          <p:nvPr>
            <p:ph idx="25" type="subTitle"/>
          </p:nvPr>
        </p:nvSpPr>
        <p:spPr>
          <a:xfrm>
            <a:off x="832100" y="5125073"/>
            <a:ext cx="1750500" cy="450300"/>
          </a:xfrm>
          <a:prstGeom prst="rect">
            <a:avLst/>
          </a:prstGeom>
        </p:spPr>
        <p:txBody>
          <a:bodyPr anchorCtr="0" anchor="ctr" bIns="54000" lIns="54000" spcFirstLastPara="1" rIns="54000" wrap="square" tIns="54000">
            <a:noAutofit/>
          </a:bodyPr>
          <a:lstStyle/>
          <a:p>
            <a:pPr indent="0" lvl="0" marL="0" rtl="0" algn="l">
              <a:spcBef>
                <a:spcPts val="0"/>
              </a:spcBef>
              <a:spcAft>
                <a:spcPts val="0"/>
              </a:spcAft>
              <a:buNone/>
            </a:pPr>
            <a:r>
              <a:t/>
            </a:r>
            <a:endParaRPr/>
          </a:p>
        </p:txBody>
      </p:sp>
      <p:sp>
        <p:nvSpPr>
          <p:cNvPr id="17843" name="Google Shape;17843;p315"/>
          <p:cNvSpPr txBox="1"/>
          <p:nvPr>
            <p:ph idx="26" type="subTitle"/>
          </p:nvPr>
        </p:nvSpPr>
        <p:spPr>
          <a:xfrm>
            <a:off x="2631389" y="5125073"/>
            <a:ext cx="3605700" cy="450300"/>
          </a:xfrm>
          <a:prstGeom prst="rect">
            <a:avLst/>
          </a:prstGeom>
        </p:spPr>
        <p:txBody>
          <a:bodyPr anchorCtr="0" anchor="ctr" bIns="54000" lIns="54000" spcFirstLastPara="1" rIns="54000" wrap="square" tIns="54000">
            <a:noAutofit/>
          </a:bodyPr>
          <a:lstStyle/>
          <a:p>
            <a:pPr indent="0" lvl="0" marL="0" rtl="0" algn="l">
              <a:spcBef>
                <a:spcPts val="0"/>
              </a:spcBef>
              <a:spcAft>
                <a:spcPts val="0"/>
              </a:spcAft>
              <a:buNone/>
            </a:pPr>
            <a:r>
              <a:t/>
            </a:r>
            <a:endParaRPr/>
          </a:p>
        </p:txBody>
      </p:sp>
      <p:sp>
        <p:nvSpPr>
          <p:cNvPr id="17844" name="Google Shape;17844;p315"/>
          <p:cNvSpPr txBox="1"/>
          <p:nvPr>
            <p:ph idx="27" type="subTitle"/>
          </p:nvPr>
        </p:nvSpPr>
        <p:spPr>
          <a:xfrm>
            <a:off x="6269361" y="5125073"/>
            <a:ext cx="3536400" cy="450300"/>
          </a:xfrm>
          <a:prstGeom prst="rect">
            <a:avLst/>
          </a:prstGeom>
        </p:spPr>
        <p:txBody>
          <a:bodyPr anchorCtr="0" anchor="ctr" bIns="54000" lIns="54000" spcFirstLastPara="1" rIns="54000" wrap="square" tIns="54000">
            <a:noAutofit/>
          </a:bodyPr>
          <a:lstStyle/>
          <a:p>
            <a:pPr indent="0" lvl="0" marL="0" rtl="0" algn="l">
              <a:spcBef>
                <a:spcPts val="0"/>
              </a:spcBef>
              <a:spcAft>
                <a:spcPts val="0"/>
              </a:spcAft>
              <a:buNone/>
            </a:pPr>
            <a:r>
              <a:t/>
            </a:r>
            <a:endParaRPr/>
          </a:p>
        </p:txBody>
      </p:sp>
      <p:sp>
        <p:nvSpPr>
          <p:cNvPr id="17845" name="Google Shape;17845;p315"/>
          <p:cNvSpPr txBox="1"/>
          <p:nvPr>
            <p:ph idx="28" type="subTitle"/>
          </p:nvPr>
        </p:nvSpPr>
        <p:spPr>
          <a:xfrm>
            <a:off x="832100" y="5645346"/>
            <a:ext cx="1750500" cy="450300"/>
          </a:xfrm>
          <a:prstGeom prst="rect">
            <a:avLst/>
          </a:prstGeom>
        </p:spPr>
        <p:txBody>
          <a:bodyPr anchorCtr="0" anchor="ctr" bIns="54000" lIns="54000" spcFirstLastPara="1" rIns="54000" wrap="square" tIns="54000">
            <a:noAutofit/>
          </a:bodyPr>
          <a:lstStyle/>
          <a:p>
            <a:pPr indent="0" lvl="0" marL="0" rtl="0" algn="l">
              <a:spcBef>
                <a:spcPts val="0"/>
              </a:spcBef>
              <a:spcAft>
                <a:spcPts val="0"/>
              </a:spcAft>
              <a:buNone/>
            </a:pPr>
            <a:r>
              <a:t/>
            </a:r>
            <a:endParaRPr/>
          </a:p>
        </p:txBody>
      </p:sp>
      <p:sp>
        <p:nvSpPr>
          <p:cNvPr id="17846" name="Google Shape;17846;p315"/>
          <p:cNvSpPr txBox="1"/>
          <p:nvPr>
            <p:ph idx="29" type="subTitle"/>
          </p:nvPr>
        </p:nvSpPr>
        <p:spPr>
          <a:xfrm>
            <a:off x="2631389" y="5645346"/>
            <a:ext cx="3605700" cy="450300"/>
          </a:xfrm>
          <a:prstGeom prst="rect">
            <a:avLst/>
          </a:prstGeom>
        </p:spPr>
        <p:txBody>
          <a:bodyPr anchorCtr="0" anchor="ctr" bIns="54000" lIns="54000" spcFirstLastPara="1" rIns="54000" wrap="square" tIns="54000">
            <a:noAutofit/>
          </a:bodyPr>
          <a:lstStyle/>
          <a:p>
            <a:pPr indent="0" lvl="0" marL="0" rtl="0" algn="l">
              <a:spcBef>
                <a:spcPts val="0"/>
              </a:spcBef>
              <a:spcAft>
                <a:spcPts val="0"/>
              </a:spcAft>
              <a:buNone/>
            </a:pPr>
            <a:r>
              <a:t/>
            </a:r>
            <a:endParaRPr/>
          </a:p>
        </p:txBody>
      </p:sp>
      <p:sp>
        <p:nvSpPr>
          <p:cNvPr id="17847" name="Google Shape;17847;p315"/>
          <p:cNvSpPr txBox="1"/>
          <p:nvPr>
            <p:ph idx="30" type="subTitle"/>
          </p:nvPr>
        </p:nvSpPr>
        <p:spPr>
          <a:xfrm>
            <a:off x="6269361" y="5645346"/>
            <a:ext cx="3536400" cy="450300"/>
          </a:xfrm>
          <a:prstGeom prst="rect">
            <a:avLst/>
          </a:prstGeom>
        </p:spPr>
        <p:txBody>
          <a:bodyPr anchorCtr="0" anchor="ctr" bIns="54000" lIns="54000" spcFirstLastPara="1" rIns="54000" wrap="square" tIns="54000">
            <a:noAutofit/>
          </a:bodyPr>
          <a:lstStyle/>
          <a:p>
            <a:pPr indent="0" lvl="0" marL="0" rtl="0" algn="l">
              <a:spcBef>
                <a:spcPts val="0"/>
              </a:spcBef>
              <a:spcAft>
                <a:spcPts val="0"/>
              </a:spcAft>
              <a:buNone/>
            </a:pPr>
            <a:r>
              <a:t/>
            </a:r>
            <a:endParaRPr/>
          </a:p>
        </p:txBody>
      </p:sp>
      <p:sp>
        <p:nvSpPr>
          <p:cNvPr id="17848" name="Google Shape;17848;p315"/>
          <p:cNvSpPr txBox="1"/>
          <p:nvPr>
            <p:ph idx="31" type="subTitle"/>
          </p:nvPr>
        </p:nvSpPr>
        <p:spPr>
          <a:xfrm>
            <a:off x="832100" y="6178521"/>
            <a:ext cx="1750500" cy="450300"/>
          </a:xfrm>
          <a:prstGeom prst="rect">
            <a:avLst/>
          </a:prstGeom>
        </p:spPr>
        <p:txBody>
          <a:bodyPr anchorCtr="0" anchor="ctr" bIns="54000" lIns="54000" spcFirstLastPara="1" rIns="54000" wrap="square" tIns="54000">
            <a:noAutofit/>
          </a:bodyPr>
          <a:lstStyle/>
          <a:p>
            <a:pPr indent="0" lvl="0" marL="0" rtl="0" algn="l">
              <a:spcBef>
                <a:spcPts val="0"/>
              </a:spcBef>
              <a:spcAft>
                <a:spcPts val="0"/>
              </a:spcAft>
              <a:buNone/>
            </a:pPr>
            <a:r>
              <a:t/>
            </a:r>
            <a:endParaRPr/>
          </a:p>
        </p:txBody>
      </p:sp>
      <p:sp>
        <p:nvSpPr>
          <p:cNvPr id="17849" name="Google Shape;17849;p315"/>
          <p:cNvSpPr txBox="1"/>
          <p:nvPr>
            <p:ph idx="32" type="subTitle"/>
          </p:nvPr>
        </p:nvSpPr>
        <p:spPr>
          <a:xfrm>
            <a:off x="2631389" y="6178521"/>
            <a:ext cx="3605700" cy="450300"/>
          </a:xfrm>
          <a:prstGeom prst="rect">
            <a:avLst/>
          </a:prstGeom>
        </p:spPr>
        <p:txBody>
          <a:bodyPr anchorCtr="0" anchor="ctr" bIns="54000" lIns="54000" spcFirstLastPara="1" rIns="54000" wrap="square" tIns="54000">
            <a:noAutofit/>
          </a:bodyPr>
          <a:lstStyle/>
          <a:p>
            <a:pPr indent="0" lvl="0" marL="0" rtl="0" algn="l">
              <a:spcBef>
                <a:spcPts val="0"/>
              </a:spcBef>
              <a:spcAft>
                <a:spcPts val="0"/>
              </a:spcAft>
              <a:buNone/>
            </a:pPr>
            <a:r>
              <a:t/>
            </a:r>
            <a:endParaRPr/>
          </a:p>
        </p:txBody>
      </p:sp>
      <p:sp>
        <p:nvSpPr>
          <p:cNvPr id="17850" name="Google Shape;17850;p315"/>
          <p:cNvSpPr txBox="1"/>
          <p:nvPr>
            <p:ph idx="33" type="subTitle"/>
          </p:nvPr>
        </p:nvSpPr>
        <p:spPr>
          <a:xfrm>
            <a:off x="6269361" y="6178521"/>
            <a:ext cx="3536400" cy="450300"/>
          </a:xfrm>
          <a:prstGeom prst="rect">
            <a:avLst/>
          </a:prstGeom>
        </p:spPr>
        <p:txBody>
          <a:bodyPr anchorCtr="0" anchor="ctr" bIns="54000" lIns="54000" spcFirstLastPara="1" rIns="54000" wrap="square" tIns="54000">
            <a:noAutofit/>
          </a:bodyPr>
          <a:lstStyle/>
          <a:p>
            <a:pPr indent="0" lvl="0" marL="0" rtl="0" algn="l">
              <a:spcBef>
                <a:spcPts val="0"/>
              </a:spcBef>
              <a:spcAft>
                <a:spcPts val="0"/>
              </a:spcAft>
              <a:buNone/>
            </a:pPr>
            <a:r>
              <a:t/>
            </a:r>
            <a:endParaRPr/>
          </a:p>
        </p:txBody>
      </p:sp>
      <p:sp>
        <p:nvSpPr>
          <p:cNvPr id="17851" name="Google Shape;17851;p315"/>
          <p:cNvSpPr txBox="1"/>
          <p:nvPr>
            <p:ph type="title"/>
          </p:nvPr>
        </p:nvSpPr>
        <p:spPr>
          <a:xfrm flipH="1">
            <a:off x="4025374" y="387675"/>
            <a:ext cx="5863200" cy="169200"/>
          </a:xfrm>
          <a:prstGeom prst="rect">
            <a:avLst/>
          </a:prstGeom>
        </p:spPr>
        <p:txBody>
          <a:bodyPr anchorCtr="0" anchor="ctr" bIns="0" lIns="0" spcFirstLastPara="1" rIns="0" wrap="square" tIns="0">
            <a:noAutofit/>
          </a:bodyPr>
          <a:lstStyle/>
          <a:p>
            <a:pPr indent="0" lvl="0" marL="0" rtl="0" algn="l">
              <a:spcBef>
                <a:spcPts val="0"/>
              </a:spcBef>
              <a:spcAft>
                <a:spcPts val="0"/>
              </a:spcAft>
              <a:buNone/>
            </a:pPr>
            <a:r>
              <a:t/>
            </a:r>
            <a:endParaRPr/>
          </a:p>
        </p:txBody>
      </p:sp>
      <p:sp>
        <p:nvSpPr>
          <p:cNvPr id="17852" name="Google Shape;17852;p315"/>
          <p:cNvSpPr txBox="1"/>
          <p:nvPr>
            <p:ph idx="34" type="title"/>
          </p:nvPr>
        </p:nvSpPr>
        <p:spPr>
          <a:xfrm flipH="1">
            <a:off x="3208773" y="579550"/>
            <a:ext cx="6679800" cy="169200"/>
          </a:xfrm>
          <a:prstGeom prst="rect">
            <a:avLst/>
          </a:prstGeom>
        </p:spPr>
        <p:txBody>
          <a:bodyPr anchorCtr="0" anchor="ctr" bIns="0" lIns="0" spcFirstLastPara="1" rIns="0" wrap="square" tIns="0">
            <a:noAutofit/>
          </a:bodyPr>
          <a:lstStyle/>
          <a:p>
            <a:pPr indent="0" lvl="0" marL="0" rtl="0" algn="l">
              <a:spcBef>
                <a:spcPts val="0"/>
              </a:spcBef>
              <a:spcAft>
                <a:spcPts val="0"/>
              </a:spcAft>
              <a:buNone/>
            </a:pPr>
            <a:r>
              <a:t/>
            </a:r>
            <a:endParaRPr/>
          </a:p>
        </p:txBody>
      </p:sp>
      <p:sp>
        <p:nvSpPr>
          <p:cNvPr id="17853" name="Google Shape;17853;p315"/>
          <p:cNvSpPr txBox="1"/>
          <p:nvPr>
            <p:ph idx="35" type="body"/>
          </p:nvPr>
        </p:nvSpPr>
        <p:spPr>
          <a:xfrm>
            <a:off x="641150" y="612125"/>
            <a:ext cx="1770300" cy="160500"/>
          </a:xfrm>
          <a:prstGeom prst="rect">
            <a:avLst/>
          </a:prstGeom>
        </p:spPr>
        <p:txBody>
          <a:bodyPr anchorCtr="0" anchor="t" bIns="0" lIns="0" spcFirstLastPara="1" rIns="0" wrap="square" tIns="0">
            <a:noAutofit/>
          </a:bodyPr>
          <a:lstStyle/>
          <a:p>
            <a:pPr indent="0" lvl="0" marL="0" rtl="0" algn="ctr">
              <a:spcBef>
                <a:spcPts val="0"/>
              </a:spcBef>
              <a:spcAft>
                <a:spcPts val="0"/>
              </a:spcAft>
              <a:buNone/>
            </a:pPr>
            <a:r>
              <a:t/>
            </a:r>
            <a:endParaRPr/>
          </a:p>
        </p:txBody>
      </p:sp>
    </p:spTree>
  </p:cSld>
  <p:clrMapOvr>
    <a:masterClrMapping/>
  </p:clrMapOvr>
</p:sld>
</file>

<file path=ppt/slides/slide5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857" name="Shape 17857"/>
        <p:cNvGrpSpPr/>
        <p:nvPr/>
      </p:nvGrpSpPr>
      <p:grpSpPr>
        <a:xfrm>
          <a:off x="0" y="0"/>
          <a:ext cx="0" cy="0"/>
          <a:chOff x="0" y="0"/>
          <a:chExt cx="0" cy="0"/>
        </a:xfrm>
      </p:grpSpPr>
      <p:sp>
        <p:nvSpPr>
          <p:cNvPr id="17858" name="Google Shape;17858;p316"/>
          <p:cNvSpPr txBox="1"/>
          <p:nvPr>
            <p:ph idx="1" type="subTitle"/>
          </p:nvPr>
        </p:nvSpPr>
        <p:spPr>
          <a:xfrm>
            <a:off x="832100" y="1493107"/>
            <a:ext cx="1750500" cy="450300"/>
          </a:xfrm>
          <a:prstGeom prst="rect">
            <a:avLst/>
          </a:prstGeom>
        </p:spPr>
        <p:txBody>
          <a:bodyPr anchorCtr="0" anchor="ctr" bIns="54000" lIns="54000" spcFirstLastPara="1" rIns="54000" wrap="square" tIns="54000">
            <a:noAutofit/>
          </a:bodyPr>
          <a:lstStyle/>
          <a:p>
            <a:pPr indent="0" lvl="0" marL="0" rtl="0" algn="l">
              <a:spcBef>
                <a:spcPts val="0"/>
              </a:spcBef>
              <a:spcAft>
                <a:spcPts val="0"/>
              </a:spcAft>
              <a:buNone/>
            </a:pPr>
            <a:r>
              <a:rPr lang="es-419"/>
              <a:t>RF-36</a:t>
            </a:r>
            <a:endParaRPr/>
          </a:p>
        </p:txBody>
      </p:sp>
      <p:sp>
        <p:nvSpPr>
          <p:cNvPr id="17859" name="Google Shape;17859;p316"/>
          <p:cNvSpPr txBox="1"/>
          <p:nvPr>
            <p:ph idx="2" type="subTitle"/>
          </p:nvPr>
        </p:nvSpPr>
        <p:spPr>
          <a:xfrm>
            <a:off x="2631389" y="1493107"/>
            <a:ext cx="3605700" cy="450300"/>
          </a:xfrm>
          <a:prstGeom prst="rect">
            <a:avLst/>
          </a:prstGeom>
        </p:spPr>
        <p:txBody>
          <a:bodyPr anchorCtr="0" anchor="ctr" bIns="54000" lIns="54000" spcFirstLastPara="1" rIns="54000" wrap="square" tIns="54000">
            <a:noAutofit/>
          </a:bodyPr>
          <a:lstStyle/>
          <a:p>
            <a:pPr indent="0" lvl="0" marL="0" rtl="0" algn="l">
              <a:spcBef>
                <a:spcPts val="0"/>
              </a:spcBef>
              <a:spcAft>
                <a:spcPts val="0"/>
              </a:spcAft>
              <a:buNone/>
            </a:pPr>
            <a:r>
              <a:rPr lang="es-419"/>
              <a:t>Generación</a:t>
            </a:r>
            <a:r>
              <a:rPr lang="es-419"/>
              <a:t> de ficha de turno </a:t>
            </a:r>
            <a:endParaRPr/>
          </a:p>
        </p:txBody>
      </p:sp>
      <p:sp>
        <p:nvSpPr>
          <p:cNvPr id="17860" name="Google Shape;17860;p316"/>
          <p:cNvSpPr txBox="1"/>
          <p:nvPr>
            <p:ph idx="3" type="subTitle"/>
          </p:nvPr>
        </p:nvSpPr>
        <p:spPr>
          <a:xfrm>
            <a:off x="6269361" y="1493107"/>
            <a:ext cx="3536400" cy="450300"/>
          </a:xfrm>
          <a:prstGeom prst="rect">
            <a:avLst/>
          </a:prstGeom>
        </p:spPr>
        <p:txBody>
          <a:bodyPr anchorCtr="0" anchor="ctr" bIns="54000" lIns="54000" spcFirstLastPara="1" rIns="54000" wrap="square" tIns="54000">
            <a:noAutofit/>
          </a:bodyPr>
          <a:lstStyle/>
          <a:p>
            <a:pPr indent="0" lvl="0" marL="0" rtl="0" algn="l">
              <a:spcBef>
                <a:spcPts val="0"/>
              </a:spcBef>
              <a:spcAft>
                <a:spcPts val="0"/>
              </a:spcAft>
              <a:buNone/>
            </a:pPr>
            <a:r>
              <a:rPr lang="es-419"/>
              <a:t>CUS-08</a:t>
            </a:r>
            <a:endParaRPr/>
          </a:p>
        </p:txBody>
      </p:sp>
      <p:sp>
        <p:nvSpPr>
          <p:cNvPr id="17861" name="Google Shape;17861;p316"/>
          <p:cNvSpPr txBox="1"/>
          <p:nvPr>
            <p:ph idx="4" type="subTitle"/>
          </p:nvPr>
        </p:nvSpPr>
        <p:spPr>
          <a:xfrm>
            <a:off x="832100" y="2026281"/>
            <a:ext cx="1750500" cy="450300"/>
          </a:xfrm>
          <a:prstGeom prst="rect">
            <a:avLst/>
          </a:prstGeom>
        </p:spPr>
        <p:txBody>
          <a:bodyPr anchorCtr="0" anchor="ctr" bIns="54000" lIns="54000" spcFirstLastPara="1" rIns="54000" wrap="square" tIns="54000">
            <a:noAutofit/>
          </a:bodyPr>
          <a:lstStyle/>
          <a:p>
            <a:pPr indent="0" lvl="0" marL="0" rtl="0" algn="l">
              <a:spcBef>
                <a:spcPts val="0"/>
              </a:spcBef>
              <a:spcAft>
                <a:spcPts val="0"/>
              </a:spcAft>
              <a:buNone/>
            </a:pPr>
            <a:r>
              <a:rPr lang="es-419"/>
              <a:t>RF-37</a:t>
            </a:r>
            <a:endParaRPr/>
          </a:p>
        </p:txBody>
      </p:sp>
      <p:sp>
        <p:nvSpPr>
          <p:cNvPr id="17862" name="Google Shape;17862;p316"/>
          <p:cNvSpPr txBox="1"/>
          <p:nvPr>
            <p:ph idx="5" type="subTitle"/>
          </p:nvPr>
        </p:nvSpPr>
        <p:spPr>
          <a:xfrm>
            <a:off x="2631389" y="2026281"/>
            <a:ext cx="3605700" cy="450300"/>
          </a:xfrm>
          <a:prstGeom prst="rect">
            <a:avLst/>
          </a:prstGeom>
        </p:spPr>
        <p:txBody>
          <a:bodyPr anchorCtr="0" anchor="ctr" bIns="54000" lIns="54000" spcFirstLastPara="1" rIns="54000" wrap="square" tIns="54000">
            <a:noAutofit/>
          </a:bodyPr>
          <a:lstStyle/>
          <a:p>
            <a:pPr indent="0" lvl="0" marL="0" rtl="0" algn="l">
              <a:spcBef>
                <a:spcPts val="0"/>
              </a:spcBef>
              <a:spcAft>
                <a:spcPts val="0"/>
              </a:spcAft>
              <a:buClr>
                <a:schemeClr val="dk1"/>
              </a:buClr>
              <a:buSzPts val="1100"/>
              <a:buFont typeface="Arial"/>
              <a:buNone/>
            </a:pPr>
            <a:r>
              <a:rPr lang="es-419">
                <a:solidFill>
                  <a:schemeClr val="dk1"/>
                </a:solidFill>
              </a:rPr>
              <a:t>Generación de ficha de turno </a:t>
            </a:r>
            <a:endParaRPr/>
          </a:p>
        </p:txBody>
      </p:sp>
      <p:sp>
        <p:nvSpPr>
          <p:cNvPr id="17863" name="Google Shape;17863;p316"/>
          <p:cNvSpPr txBox="1"/>
          <p:nvPr>
            <p:ph idx="6" type="subTitle"/>
          </p:nvPr>
        </p:nvSpPr>
        <p:spPr>
          <a:xfrm>
            <a:off x="6269361" y="2026281"/>
            <a:ext cx="3536400" cy="450300"/>
          </a:xfrm>
          <a:prstGeom prst="rect">
            <a:avLst/>
          </a:prstGeom>
        </p:spPr>
        <p:txBody>
          <a:bodyPr anchorCtr="0" anchor="ctr" bIns="54000" lIns="54000" spcFirstLastPara="1" rIns="54000" wrap="square" tIns="54000">
            <a:noAutofit/>
          </a:bodyPr>
          <a:lstStyle/>
          <a:p>
            <a:pPr indent="0" lvl="0" marL="0" rtl="0" algn="l">
              <a:spcBef>
                <a:spcPts val="0"/>
              </a:spcBef>
              <a:spcAft>
                <a:spcPts val="0"/>
              </a:spcAft>
              <a:buClr>
                <a:schemeClr val="dk1"/>
              </a:buClr>
              <a:buSzPts val="1100"/>
              <a:buFont typeface="Arial"/>
              <a:buNone/>
            </a:pPr>
            <a:r>
              <a:rPr lang="es-419">
                <a:solidFill>
                  <a:schemeClr val="dk1"/>
                </a:solidFill>
              </a:rPr>
              <a:t>CUS-08</a:t>
            </a:r>
            <a:endParaRPr/>
          </a:p>
        </p:txBody>
      </p:sp>
      <p:sp>
        <p:nvSpPr>
          <p:cNvPr id="17864" name="Google Shape;17864;p316"/>
          <p:cNvSpPr txBox="1"/>
          <p:nvPr>
            <p:ph idx="7" type="subTitle"/>
          </p:nvPr>
        </p:nvSpPr>
        <p:spPr>
          <a:xfrm>
            <a:off x="832100" y="2534273"/>
            <a:ext cx="1750500" cy="450300"/>
          </a:xfrm>
          <a:prstGeom prst="rect">
            <a:avLst/>
          </a:prstGeom>
        </p:spPr>
        <p:txBody>
          <a:bodyPr anchorCtr="0" anchor="ctr" bIns="54000" lIns="54000" spcFirstLastPara="1" rIns="54000" wrap="square" tIns="54000">
            <a:noAutofit/>
          </a:bodyPr>
          <a:lstStyle/>
          <a:p>
            <a:pPr indent="0" lvl="0" marL="0" rtl="0" algn="l">
              <a:spcBef>
                <a:spcPts val="0"/>
              </a:spcBef>
              <a:spcAft>
                <a:spcPts val="0"/>
              </a:spcAft>
              <a:buNone/>
            </a:pPr>
            <a:r>
              <a:rPr lang="es-419"/>
              <a:t>RF-38</a:t>
            </a:r>
            <a:endParaRPr/>
          </a:p>
        </p:txBody>
      </p:sp>
      <p:sp>
        <p:nvSpPr>
          <p:cNvPr id="17865" name="Google Shape;17865;p316"/>
          <p:cNvSpPr txBox="1"/>
          <p:nvPr>
            <p:ph idx="8" type="subTitle"/>
          </p:nvPr>
        </p:nvSpPr>
        <p:spPr>
          <a:xfrm>
            <a:off x="2631389" y="2534273"/>
            <a:ext cx="3605700" cy="450300"/>
          </a:xfrm>
          <a:prstGeom prst="rect">
            <a:avLst/>
          </a:prstGeom>
        </p:spPr>
        <p:txBody>
          <a:bodyPr anchorCtr="0" anchor="ctr" bIns="54000" lIns="54000" spcFirstLastPara="1" rIns="54000" wrap="square" tIns="54000">
            <a:noAutofit/>
          </a:bodyPr>
          <a:lstStyle/>
          <a:p>
            <a:pPr indent="0" lvl="0" marL="0" rtl="0" algn="l">
              <a:spcBef>
                <a:spcPts val="0"/>
              </a:spcBef>
              <a:spcAft>
                <a:spcPts val="0"/>
              </a:spcAft>
              <a:buClr>
                <a:schemeClr val="dk1"/>
              </a:buClr>
              <a:buSzPts val="1100"/>
              <a:buFont typeface="Arial"/>
              <a:buNone/>
            </a:pPr>
            <a:r>
              <a:rPr lang="es-419">
                <a:solidFill>
                  <a:schemeClr val="dk1"/>
                </a:solidFill>
              </a:rPr>
              <a:t>Generación de ficha de turno </a:t>
            </a:r>
            <a:endParaRPr/>
          </a:p>
        </p:txBody>
      </p:sp>
      <p:sp>
        <p:nvSpPr>
          <p:cNvPr id="17866" name="Google Shape;17866;p316"/>
          <p:cNvSpPr txBox="1"/>
          <p:nvPr>
            <p:ph idx="9" type="subTitle"/>
          </p:nvPr>
        </p:nvSpPr>
        <p:spPr>
          <a:xfrm>
            <a:off x="6269361" y="2534273"/>
            <a:ext cx="3536400" cy="450300"/>
          </a:xfrm>
          <a:prstGeom prst="rect">
            <a:avLst/>
          </a:prstGeom>
        </p:spPr>
        <p:txBody>
          <a:bodyPr anchorCtr="0" anchor="ctr" bIns="54000" lIns="54000" spcFirstLastPara="1" rIns="54000" wrap="square" tIns="54000">
            <a:noAutofit/>
          </a:bodyPr>
          <a:lstStyle/>
          <a:p>
            <a:pPr indent="0" lvl="0" marL="0" rtl="0" algn="l">
              <a:spcBef>
                <a:spcPts val="0"/>
              </a:spcBef>
              <a:spcAft>
                <a:spcPts val="0"/>
              </a:spcAft>
              <a:buClr>
                <a:schemeClr val="dk1"/>
              </a:buClr>
              <a:buSzPts val="1100"/>
              <a:buFont typeface="Arial"/>
              <a:buNone/>
            </a:pPr>
            <a:r>
              <a:rPr lang="es-419">
                <a:solidFill>
                  <a:schemeClr val="dk1"/>
                </a:solidFill>
              </a:rPr>
              <a:t>CUS-08</a:t>
            </a:r>
            <a:endParaRPr/>
          </a:p>
        </p:txBody>
      </p:sp>
      <p:sp>
        <p:nvSpPr>
          <p:cNvPr id="17867" name="Google Shape;17867;p316"/>
          <p:cNvSpPr txBox="1"/>
          <p:nvPr>
            <p:ph idx="13" type="subTitle"/>
          </p:nvPr>
        </p:nvSpPr>
        <p:spPr>
          <a:xfrm>
            <a:off x="832100" y="3054546"/>
            <a:ext cx="1750500" cy="450300"/>
          </a:xfrm>
          <a:prstGeom prst="rect">
            <a:avLst/>
          </a:prstGeom>
        </p:spPr>
        <p:txBody>
          <a:bodyPr anchorCtr="0" anchor="ctr" bIns="54000" lIns="54000" spcFirstLastPara="1" rIns="54000" wrap="square" tIns="54000">
            <a:noAutofit/>
          </a:bodyPr>
          <a:lstStyle/>
          <a:p>
            <a:pPr indent="0" lvl="0" marL="0" rtl="0" algn="l">
              <a:spcBef>
                <a:spcPts val="0"/>
              </a:spcBef>
              <a:spcAft>
                <a:spcPts val="0"/>
              </a:spcAft>
              <a:buNone/>
            </a:pPr>
            <a:r>
              <a:rPr lang="es-419"/>
              <a:t>RF-38</a:t>
            </a:r>
            <a:endParaRPr/>
          </a:p>
        </p:txBody>
      </p:sp>
      <p:sp>
        <p:nvSpPr>
          <p:cNvPr id="17868" name="Google Shape;17868;p316"/>
          <p:cNvSpPr txBox="1"/>
          <p:nvPr>
            <p:ph idx="14" type="subTitle"/>
          </p:nvPr>
        </p:nvSpPr>
        <p:spPr>
          <a:xfrm>
            <a:off x="2631389" y="3054546"/>
            <a:ext cx="3605700" cy="450300"/>
          </a:xfrm>
          <a:prstGeom prst="rect">
            <a:avLst/>
          </a:prstGeom>
        </p:spPr>
        <p:txBody>
          <a:bodyPr anchorCtr="0" anchor="ctr" bIns="54000" lIns="54000" spcFirstLastPara="1" rIns="54000" wrap="square" tIns="54000">
            <a:noAutofit/>
          </a:bodyPr>
          <a:lstStyle/>
          <a:p>
            <a:pPr indent="0" lvl="0" marL="0" rtl="0" algn="l">
              <a:spcBef>
                <a:spcPts val="0"/>
              </a:spcBef>
              <a:spcAft>
                <a:spcPts val="0"/>
              </a:spcAft>
              <a:buClr>
                <a:schemeClr val="dk1"/>
              </a:buClr>
              <a:buSzPts val="1100"/>
              <a:buFont typeface="Arial"/>
              <a:buNone/>
            </a:pPr>
            <a:r>
              <a:rPr lang="es-419">
                <a:solidFill>
                  <a:schemeClr val="dk1"/>
                </a:solidFill>
              </a:rPr>
              <a:t>Generación de ficha de turno </a:t>
            </a:r>
            <a:endParaRPr/>
          </a:p>
        </p:txBody>
      </p:sp>
      <p:sp>
        <p:nvSpPr>
          <p:cNvPr id="17869" name="Google Shape;17869;p316"/>
          <p:cNvSpPr txBox="1"/>
          <p:nvPr>
            <p:ph idx="15" type="subTitle"/>
          </p:nvPr>
        </p:nvSpPr>
        <p:spPr>
          <a:xfrm>
            <a:off x="6269361" y="3054546"/>
            <a:ext cx="3536400" cy="450300"/>
          </a:xfrm>
          <a:prstGeom prst="rect">
            <a:avLst/>
          </a:prstGeom>
        </p:spPr>
        <p:txBody>
          <a:bodyPr anchorCtr="0" anchor="ctr" bIns="54000" lIns="54000" spcFirstLastPara="1" rIns="54000" wrap="square" tIns="54000">
            <a:noAutofit/>
          </a:bodyPr>
          <a:lstStyle/>
          <a:p>
            <a:pPr indent="0" lvl="0" marL="0" rtl="0" algn="l">
              <a:spcBef>
                <a:spcPts val="0"/>
              </a:spcBef>
              <a:spcAft>
                <a:spcPts val="0"/>
              </a:spcAft>
              <a:buClr>
                <a:schemeClr val="dk1"/>
              </a:buClr>
              <a:buSzPts val="1100"/>
              <a:buFont typeface="Arial"/>
              <a:buNone/>
            </a:pPr>
            <a:r>
              <a:rPr lang="es-419">
                <a:solidFill>
                  <a:schemeClr val="dk1"/>
                </a:solidFill>
              </a:rPr>
              <a:t>CUS-08</a:t>
            </a:r>
            <a:endParaRPr/>
          </a:p>
        </p:txBody>
      </p:sp>
      <p:sp>
        <p:nvSpPr>
          <p:cNvPr id="17870" name="Google Shape;17870;p316"/>
          <p:cNvSpPr txBox="1"/>
          <p:nvPr>
            <p:ph idx="16" type="subTitle"/>
          </p:nvPr>
        </p:nvSpPr>
        <p:spPr>
          <a:xfrm>
            <a:off x="832100" y="3587721"/>
            <a:ext cx="1750500" cy="450300"/>
          </a:xfrm>
          <a:prstGeom prst="rect">
            <a:avLst/>
          </a:prstGeom>
        </p:spPr>
        <p:txBody>
          <a:bodyPr anchorCtr="0" anchor="ctr" bIns="54000" lIns="54000" spcFirstLastPara="1" rIns="54000" wrap="square" tIns="54000">
            <a:noAutofit/>
          </a:bodyPr>
          <a:lstStyle/>
          <a:p>
            <a:pPr indent="0" lvl="0" marL="0" rtl="0" algn="l">
              <a:spcBef>
                <a:spcPts val="0"/>
              </a:spcBef>
              <a:spcAft>
                <a:spcPts val="0"/>
              </a:spcAft>
              <a:buNone/>
            </a:pPr>
            <a:r>
              <a:rPr lang="es-419"/>
              <a:t>RF-40</a:t>
            </a:r>
            <a:endParaRPr/>
          </a:p>
        </p:txBody>
      </p:sp>
      <p:sp>
        <p:nvSpPr>
          <p:cNvPr id="17871" name="Google Shape;17871;p316"/>
          <p:cNvSpPr txBox="1"/>
          <p:nvPr>
            <p:ph idx="17" type="subTitle"/>
          </p:nvPr>
        </p:nvSpPr>
        <p:spPr>
          <a:xfrm>
            <a:off x="2631389" y="3587721"/>
            <a:ext cx="3605700" cy="450300"/>
          </a:xfrm>
          <a:prstGeom prst="rect">
            <a:avLst/>
          </a:prstGeom>
        </p:spPr>
        <p:txBody>
          <a:bodyPr anchorCtr="0" anchor="ctr" bIns="54000" lIns="54000" spcFirstLastPara="1" rIns="54000" wrap="square" tIns="54000">
            <a:noAutofit/>
          </a:bodyPr>
          <a:lstStyle/>
          <a:p>
            <a:pPr indent="0" lvl="0" marL="0" rtl="0" algn="l">
              <a:spcBef>
                <a:spcPts val="0"/>
              </a:spcBef>
              <a:spcAft>
                <a:spcPts val="0"/>
              </a:spcAft>
              <a:buClr>
                <a:schemeClr val="dk1"/>
              </a:buClr>
              <a:buSzPts val="1100"/>
              <a:buFont typeface="Arial"/>
              <a:buNone/>
            </a:pPr>
            <a:r>
              <a:rPr lang="es-419">
                <a:solidFill>
                  <a:schemeClr val="dk1"/>
                </a:solidFill>
              </a:rPr>
              <a:t>Generación de ficha de turno </a:t>
            </a:r>
            <a:endParaRPr/>
          </a:p>
        </p:txBody>
      </p:sp>
      <p:sp>
        <p:nvSpPr>
          <p:cNvPr id="17872" name="Google Shape;17872;p316"/>
          <p:cNvSpPr txBox="1"/>
          <p:nvPr>
            <p:ph idx="18" type="subTitle"/>
          </p:nvPr>
        </p:nvSpPr>
        <p:spPr>
          <a:xfrm>
            <a:off x="6269361" y="3587721"/>
            <a:ext cx="3536400" cy="450300"/>
          </a:xfrm>
          <a:prstGeom prst="rect">
            <a:avLst/>
          </a:prstGeom>
        </p:spPr>
        <p:txBody>
          <a:bodyPr anchorCtr="0" anchor="ctr" bIns="54000" lIns="54000" spcFirstLastPara="1" rIns="54000" wrap="square" tIns="54000">
            <a:noAutofit/>
          </a:bodyPr>
          <a:lstStyle/>
          <a:p>
            <a:pPr indent="0" lvl="0" marL="0" rtl="0" algn="l">
              <a:spcBef>
                <a:spcPts val="0"/>
              </a:spcBef>
              <a:spcAft>
                <a:spcPts val="0"/>
              </a:spcAft>
              <a:buClr>
                <a:schemeClr val="dk1"/>
              </a:buClr>
              <a:buSzPts val="1100"/>
              <a:buFont typeface="Arial"/>
              <a:buNone/>
            </a:pPr>
            <a:r>
              <a:rPr lang="es-419">
                <a:solidFill>
                  <a:schemeClr val="dk1"/>
                </a:solidFill>
              </a:rPr>
              <a:t>CUS-08</a:t>
            </a:r>
            <a:endParaRPr/>
          </a:p>
        </p:txBody>
      </p:sp>
      <p:sp>
        <p:nvSpPr>
          <p:cNvPr id="17873" name="Google Shape;17873;p316"/>
          <p:cNvSpPr txBox="1"/>
          <p:nvPr>
            <p:ph idx="19" type="subTitle"/>
          </p:nvPr>
        </p:nvSpPr>
        <p:spPr>
          <a:xfrm>
            <a:off x="832100" y="4083907"/>
            <a:ext cx="1750500" cy="450300"/>
          </a:xfrm>
          <a:prstGeom prst="rect">
            <a:avLst/>
          </a:prstGeom>
        </p:spPr>
        <p:txBody>
          <a:bodyPr anchorCtr="0" anchor="ctr" bIns="54000" lIns="54000" spcFirstLastPara="1" rIns="54000" wrap="square" tIns="54000">
            <a:noAutofit/>
          </a:bodyPr>
          <a:lstStyle/>
          <a:p>
            <a:pPr indent="0" lvl="0" marL="0" rtl="0" algn="l">
              <a:spcBef>
                <a:spcPts val="0"/>
              </a:spcBef>
              <a:spcAft>
                <a:spcPts val="0"/>
              </a:spcAft>
              <a:buNone/>
            </a:pPr>
            <a:r>
              <a:t/>
            </a:r>
            <a:endParaRPr/>
          </a:p>
        </p:txBody>
      </p:sp>
      <p:sp>
        <p:nvSpPr>
          <p:cNvPr id="17874" name="Google Shape;17874;p316"/>
          <p:cNvSpPr txBox="1"/>
          <p:nvPr>
            <p:ph idx="20" type="subTitle"/>
          </p:nvPr>
        </p:nvSpPr>
        <p:spPr>
          <a:xfrm>
            <a:off x="2631389" y="4083907"/>
            <a:ext cx="3605700" cy="450300"/>
          </a:xfrm>
          <a:prstGeom prst="rect">
            <a:avLst/>
          </a:prstGeom>
        </p:spPr>
        <p:txBody>
          <a:bodyPr anchorCtr="0" anchor="ctr" bIns="54000" lIns="54000" spcFirstLastPara="1" rIns="54000" wrap="square" tIns="54000">
            <a:noAutofit/>
          </a:bodyPr>
          <a:lstStyle/>
          <a:p>
            <a:pPr indent="0" lvl="0" marL="0" rtl="0" algn="l">
              <a:spcBef>
                <a:spcPts val="0"/>
              </a:spcBef>
              <a:spcAft>
                <a:spcPts val="0"/>
              </a:spcAft>
              <a:buNone/>
            </a:pPr>
            <a:r>
              <a:t/>
            </a:r>
            <a:endParaRPr/>
          </a:p>
        </p:txBody>
      </p:sp>
      <p:sp>
        <p:nvSpPr>
          <p:cNvPr id="17875" name="Google Shape;17875;p316"/>
          <p:cNvSpPr txBox="1"/>
          <p:nvPr>
            <p:ph idx="21" type="subTitle"/>
          </p:nvPr>
        </p:nvSpPr>
        <p:spPr>
          <a:xfrm>
            <a:off x="6269361" y="4083907"/>
            <a:ext cx="3536400" cy="450300"/>
          </a:xfrm>
          <a:prstGeom prst="rect">
            <a:avLst/>
          </a:prstGeom>
        </p:spPr>
        <p:txBody>
          <a:bodyPr anchorCtr="0" anchor="ctr" bIns="54000" lIns="54000" spcFirstLastPara="1" rIns="54000" wrap="square" tIns="54000">
            <a:noAutofit/>
          </a:bodyPr>
          <a:lstStyle/>
          <a:p>
            <a:pPr indent="0" lvl="0" marL="0" rtl="0" algn="l">
              <a:spcBef>
                <a:spcPts val="0"/>
              </a:spcBef>
              <a:spcAft>
                <a:spcPts val="0"/>
              </a:spcAft>
              <a:buNone/>
            </a:pPr>
            <a:r>
              <a:t/>
            </a:r>
            <a:endParaRPr/>
          </a:p>
        </p:txBody>
      </p:sp>
      <p:sp>
        <p:nvSpPr>
          <p:cNvPr id="17876" name="Google Shape;17876;p316"/>
          <p:cNvSpPr txBox="1"/>
          <p:nvPr>
            <p:ph idx="22" type="subTitle"/>
          </p:nvPr>
        </p:nvSpPr>
        <p:spPr>
          <a:xfrm>
            <a:off x="832100" y="4617081"/>
            <a:ext cx="1750500" cy="450300"/>
          </a:xfrm>
          <a:prstGeom prst="rect">
            <a:avLst/>
          </a:prstGeom>
        </p:spPr>
        <p:txBody>
          <a:bodyPr anchorCtr="0" anchor="ctr" bIns="54000" lIns="54000" spcFirstLastPara="1" rIns="54000" wrap="square" tIns="54000">
            <a:noAutofit/>
          </a:bodyPr>
          <a:lstStyle/>
          <a:p>
            <a:pPr indent="0" lvl="0" marL="0" rtl="0" algn="l">
              <a:spcBef>
                <a:spcPts val="0"/>
              </a:spcBef>
              <a:spcAft>
                <a:spcPts val="0"/>
              </a:spcAft>
              <a:buNone/>
            </a:pPr>
            <a:r>
              <a:t/>
            </a:r>
            <a:endParaRPr/>
          </a:p>
        </p:txBody>
      </p:sp>
      <p:sp>
        <p:nvSpPr>
          <p:cNvPr id="17877" name="Google Shape;17877;p316"/>
          <p:cNvSpPr txBox="1"/>
          <p:nvPr>
            <p:ph idx="23" type="subTitle"/>
          </p:nvPr>
        </p:nvSpPr>
        <p:spPr>
          <a:xfrm>
            <a:off x="2631389" y="4617081"/>
            <a:ext cx="3605700" cy="450300"/>
          </a:xfrm>
          <a:prstGeom prst="rect">
            <a:avLst/>
          </a:prstGeom>
        </p:spPr>
        <p:txBody>
          <a:bodyPr anchorCtr="0" anchor="ctr" bIns="54000" lIns="54000" spcFirstLastPara="1" rIns="54000" wrap="square" tIns="54000">
            <a:noAutofit/>
          </a:bodyPr>
          <a:lstStyle/>
          <a:p>
            <a:pPr indent="0" lvl="0" marL="0" rtl="0" algn="l">
              <a:spcBef>
                <a:spcPts val="0"/>
              </a:spcBef>
              <a:spcAft>
                <a:spcPts val="0"/>
              </a:spcAft>
              <a:buNone/>
            </a:pPr>
            <a:r>
              <a:t/>
            </a:r>
            <a:endParaRPr/>
          </a:p>
        </p:txBody>
      </p:sp>
      <p:sp>
        <p:nvSpPr>
          <p:cNvPr id="17878" name="Google Shape;17878;p316"/>
          <p:cNvSpPr txBox="1"/>
          <p:nvPr>
            <p:ph idx="24" type="subTitle"/>
          </p:nvPr>
        </p:nvSpPr>
        <p:spPr>
          <a:xfrm>
            <a:off x="6269361" y="4617081"/>
            <a:ext cx="3536400" cy="450300"/>
          </a:xfrm>
          <a:prstGeom prst="rect">
            <a:avLst/>
          </a:prstGeom>
        </p:spPr>
        <p:txBody>
          <a:bodyPr anchorCtr="0" anchor="ctr" bIns="54000" lIns="54000" spcFirstLastPara="1" rIns="54000" wrap="square" tIns="54000">
            <a:noAutofit/>
          </a:bodyPr>
          <a:lstStyle/>
          <a:p>
            <a:pPr indent="0" lvl="0" marL="0" rtl="0" algn="l">
              <a:spcBef>
                <a:spcPts val="0"/>
              </a:spcBef>
              <a:spcAft>
                <a:spcPts val="0"/>
              </a:spcAft>
              <a:buNone/>
            </a:pPr>
            <a:r>
              <a:t/>
            </a:r>
            <a:endParaRPr/>
          </a:p>
        </p:txBody>
      </p:sp>
      <p:sp>
        <p:nvSpPr>
          <p:cNvPr id="17879" name="Google Shape;17879;p316"/>
          <p:cNvSpPr txBox="1"/>
          <p:nvPr>
            <p:ph idx="25" type="subTitle"/>
          </p:nvPr>
        </p:nvSpPr>
        <p:spPr>
          <a:xfrm>
            <a:off x="832100" y="5125073"/>
            <a:ext cx="1750500" cy="450300"/>
          </a:xfrm>
          <a:prstGeom prst="rect">
            <a:avLst/>
          </a:prstGeom>
        </p:spPr>
        <p:txBody>
          <a:bodyPr anchorCtr="0" anchor="ctr" bIns="54000" lIns="54000" spcFirstLastPara="1" rIns="54000" wrap="square" tIns="54000">
            <a:noAutofit/>
          </a:bodyPr>
          <a:lstStyle/>
          <a:p>
            <a:pPr indent="0" lvl="0" marL="0" rtl="0" algn="l">
              <a:spcBef>
                <a:spcPts val="0"/>
              </a:spcBef>
              <a:spcAft>
                <a:spcPts val="0"/>
              </a:spcAft>
              <a:buNone/>
            </a:pPr>
            <a:r>
              <a:t/>
            </a:r>
            <a:endParaRPr/>
          </a:p>
        </p:txBody>
      </p:sp>
      <p:sp>
        <p:nvSpPr>
          <p:cNvPr id="17880" name="Google Shape;17880;p316"/>
          <p:cNvSpPr txBox="1"/>
          <p:nvPr>
            <p:ph idx="26" type="subTitle"/>
          </p:nvPr>
        </p:nvSpPr>
        <p:spPr>
          <a:xfrm>
            <a:off x="2631389" y="5125073"/>
            <a:ext cx="3605700" cy="450300"/>
          </a:xfrm>
          <a:prstGeom prst="rect">
            <a:avLst/>
          </a:prstGeom>
        </p:spPr>
        <p:txBody>
          <a:bodyPr anchorCtr="0" anchor="ctr" bIns="54000" lIns="54000" spcFirstLastPara="1" rIns="54000" wrap="square" tIns="54000">
            <a:noAutofit/>
          </a:bodyPr>
          <a:lstStyle/>
          <a:p>
            <a:pPr indent="0" lvl="0" marL="0" rtl="0" algn="l">
              <a:spcBef>
                <a:spcPts val="0"/>
              </a:spcBef>
              <a:spcAft>
                <a:spcPts val="0"/>
              </a:spcAft>
              <a:buNone/>
            </a:pPr>
            <a:r>
              <a:t/>
            </a:r>
            <a:endParaRPr/>
          </a:p>
        </p:txBody>
      </p:sp>
      <p:sp>
        <p:nvSpPr>
          <p:cNvPr id="17881" name="Google Shape;17881;p316"/>
          <p:cNvSpPr txBox="1"/>
          <p:nvPr>
            <p:ph idx="27" type="subTitle"/>
          </p:nvPr>
        </p:nvSpPr>
        <p:spPr>
          <a:xfrm>
            <a:off x="6269361" y="5125073"/>
            <a:ext cx="3536400" cy="450300"/>
          </a:xfrm>
          <a:prstGeom prst="rect">
            <a:avLst/>
          </a:prstGeom>
        </p:spPr>
        <p:txBody>
          <a:bodyPr anchorCtr="0" anchor="ctr" bIns="54000" lIns="54000" spcFirstLastPara="1" rIns="54000" wrap="square" tIns="54000">
            <a:noAutofit/>
          </a:bodyPr>
          <a:lstStyle/>
          <a:p>
            <a:pPr indent="0" lvl="0" marL="0" rtl="0" algn="l">
              <a:spcBef>
                <a:spcPts val="0"/>
              </a:spcBef>
              <a:spcAft>
                <a:spcPts val="0"/>
              </a:spcAft>
              <a:buNone/>
            </a:pPr>
            <a:r>
              <a:t/>
            </a:r>
            <a:endParaRPr/>
          </a:p>
        </p:txBody>
      </p:sp>
      <p:sp>
        <p:nvSpPr>
          <p:cNvPr id="17882" name="Google Shape;17882;p316"/>
          <p:cNvSpPr txBox="1"/>
          <p:nvPr>
            <p:ph idx="28" type="subTitle"/>
          </p:nvPr>
        </p:nvSpPr>
        <p:spPr>
          <a:xfrm>
            <a:off x="832100" y="5645346"/>
            <a:ext cx="1750500" cy="450300"/>
          </a:xfrm>
          <a:prstGeom prst="rect">
            <a:avLst/>
          </a:prstGeom>
        </p:spPr>
        <p:txBody>
          <a:bodyPr anchorCtr="0" anchor="ctr" bIns="54000" lIns="54000" spcFirstLastPara="1" rIns="54000" wrap="square" tIns="54000">
            <a:noAutofit/>
          </a:bodyPr>
          <a:lstStyle/>
          <a:p>
            <a:pPr indent="0" lvl="0" marL="0" rtl="0" algn="l">
              <a:spcBef>
                <a:spcPts val="0"/>
              </a:spcBef>
              <a:spcAft>
                <a:spcPts val="0"/>
              </a:spcAft>
              <a:buNone/>
            </a:pPr>
            <a:r>
              <a:t/>
            </a:r>
            <a:endParaRPr/>
          </a:p>
        </p:txBody>
      </p:sp>
      <p:sp>
        <p:nvSpPr>
          <p:cNvPr id="17883" name="Google Shape;17883;p316"/>
          <p:cNvSpPr txBox="1"/>
          <p:nvPr>
            <p:ph idx="29" type="subTitle"/>
          </p:nvPr>
        </p:nvSpPr>
        <p:spPr>
          <a:xfrm>
            <a:off x="2631389" y="5645346"/>
            <a:ext cx="3605700" cy="450300"/>
          </a:xfrm>
          <a:prstGeom prst="rect">
            <a:avLst/>
          </a:prstGeom>
        </p:spPr>
        <p:txBody>
          <a:bodyPr anchorCtr="0" anchor="ctr" bIns="54000" lIns="54000" spcFirstLastPara="1" rIns="54000" wrap="square" tIns="54000">
            <a:noAutofit/>
          </a:bodyPr>
          <a:lstStyle/>
          <a:p>
            <a:pPr indent="0" lvl="0" marL="0" rtl="0" algn="l">
              <a:spcBef>
                <a:spcPts val="0"/>
              </a:spcBef>
              <a:spcAft>
                <a:spcPts val="0"/>
              </a:spcAft>
              <a:buNone/>
            </a:pPr>
            <a:r>
              <a:t/>
            </a:r>
            <a:endParaRPr/>
          </a:p>
        </p:txBody>
      </p:sp>
      <p:sp>
        <p:nvSpPr>
          <p:cNvPr id="17884" name="Google Shape;17884;p316"/>
          <p:cNvSpPr txBox="1"/>
          <p:nvPr>
            <p:ph idx="30" type="subTitle"/>
          </p:nvPr>
        </p:nvSpPr>
        <p:spPr>
          <a:xfrm>
            <a:off x="6269361" y="5645346"/>
            <a:ext cx="3536400" cy="450300"/>
          </a:xfrm>
          <a:prstGeom prst="rect">
            <a:avLst/>
          </a:prstGeom>
        </p:spPr>
        <p:txBody>
          <a:bodyPr anchorCtr="0" anchor="ctr" bIns="54000" lIns="54000" spcFirstLastPara="1" rIns="54000" wrap="square" tIns="54000">
            <a:noAutofit/>
          </a:bodyPr>
          <a:lstStyle/>
          <a:p>
            <a:pPr indent="0" lvl="0" marL="0" rtl="0" algn="l">
              <a:spcBef>
                <a:spcPts val="0"/>
              </a:spcBef>
              <a:spcAft>
                <a:spcPts val="0"/>
              </a:spcAft>
              <a:buNone/>
            </a:pPr>
            <a:r>
              <a:t/>
            </a:r>
            <a:endParaRPr/>
          </a:p>
        </p:txBody>
      </p:sp>
      <p:sp>
        <p:nvSpPr>
          <p:cNvPr id="17885" name="Google Shape;17885;p316"/>
          <p:cNvSpPr txBox="1"/>
          <p:nvPr>
            <p:ph idx="31" type="subTitle"/>
          </p:nvPr>
        </p:nvSpPr>
        <p:spPr>
          <a:xfrm>
            <a:off x="832100" y="6178521"/>
            <a:ext cx="1750500" cy="450300"/>
          </a:xfrm>
          <a:prstGeom prst="rect">
            <a:avLst/>
          </a:prstGeom>
        </p:spPr>
        <p:txBody>
          <a:bodyPr anchorCtr="0" anchor="ctr" bIns="54000" lIns="54000" spcFirstLastPara="1" rIns="54000" wrap="square" tIns="54000">
            <a:noAutofit/>
          </a:bodyPr>
          <a:lstStyle/>
          <a:p>
            <a:pPr indent="0" lvl="0" marL="0" rtl="0" algn="l">
              <a:spcBef>
                <a:spcPts val="0"/>
              </a:spcBef>
              <a:spcAft>
                <a:spcPts val="0"/>
              </a:spcAft>
              <a:buNone/>
            </a:pPr>
            <a:r>
              <a:t/>
            </a:r>
            <a:endParaRPr/>
          </a:p>
        </p:txBody>
      </p:sp>
      <p:sp>
        <p:nvSpPr>
          <p:cNvPr id="17886" name="Google Shape;17886;p316"/>
          <p:cNvSpPr txBox="1"/>
          <p:nvPr>
            <p:ph idx="32" type="subTitle"/>
          </p:nvPr>
        </p:nvSpPr>
        <p:spPr>
          <a:xfrm>
            <a:off x="2631389" y="6178521"/>
            <a:ext cx="3605700" cy="450300"/>
          </a:xfrm>
          <a:prstGeom prst="rect">
            <a:avLst/>
          </a:prstGeom>
        </p:spPr>
        <p:txBody>
          <a:bodyPr anchorCtr="0" anchor="ctr" bIns="54000" lIns="54000" spcFirstLastPara="1" rIns="54000" wrap="square" tIns="54000">
            <a:noAutofit/>
          </a:bodyPr>
          <a:lstStyle/>
          <a:p>
            <a:pPr indent="0" lvl="0" marL="0" rtl="0" algn="l">
              <a:spcBef>
                <a:spcPts val="0"/>
              </a:spcBef>
              <a:spcAft>
                <a:spcPts val="0"/>
              </a:spcAft>
              <a:buNone/>
            </a:pPr>
            <a:r>
              <a:t/>
            </a:r>
            <a:endParaRPr/>
          </a:p>
        </p:txBody>
      </p:sp>
      <p:sp>
        <p:nvSpPr>
          <p:cNvPr id="17887" name="Google Shape;17887;p316"/>
          <p:cNvSpPr txBox="1"/>
          <p:nvPr>
            <p:ph idx="33" type="subTitle"/>
          </p:nvPr>
        </p:nvSpPr>
        <p:spPr>
          <a:xfrm>
            <a:off x="6269361" y="6178521"/>
            <a:ext cx="3536400" cy="450300"/>
          </a:xfrm>
          <a:prstGeom prst="rect">
            <a:avLst/>
          </a:prstGeom>
        </p:spPr>
        <p:txBody>
          <a:bodyPr anchorCtr="0" anchor="ctr" bIns="54000" lIns="54000" spcFirstLastPara="1" rIns="54000" wrap="square" tIns="54000">
            <a:noAutofit/>
          </a:bodyPr>
          <a:lstStyle/>
          <a:p>
            <a:pPr indent="0" lvl="0" marL="0" rtl="0" algn="l">
              <a:spcBef>
                <a:spcPts val="0"/>
              </a:spcBef>
              <a:spcAft>
                <a:spcPts val="0"/>
              </a:spcAft>
              <a:buNone/>
            </a:pPr>
            <a:r>
              <a:t/>
            </a:r>
            <a:endParaRPr/>
          </a:p>
        </p:txBody>
      </p:sp>
      <p:sp>
        <p:nvSpPr>
          <p:cNvPr id="17888" name="Google Shape;17888;p316"/>
          <p:cNvSpPr txBox="1"/>
          <p:nvPr>
            <p:ph type="title"/>
          </p:nvPr>
        </p:nvSpPr>
        <p:spPr>
          <a:xfrm flipH="1">
            <a:off x="4025374" y="387675"/>
            <a:ext cx="5863200" cy="169200"/>
          </a:xfrm>
          <a:prstGeom prst="rect">
            <a:avLst/>
          </a:prstGeom>
        </p:spPr>
        <p:txBody>
          <a:bodyPr anchorCtr="0" anchor="ctr" bIns="0" lIns="0" spcFirstLastPara="1" rIns="0" wrap="square" tIns="0">
            <a:noAutofit/>
          </a:bodyPr>
          <a:lstStyle/>
          <a:p>
            <a:pPr indent="0" lvl="0" marL="0" rtl="0" algn="l">
              <a:spcBef>
                <a:spcPts val="0"/>
              </a:spcBef>
              <a:spcAft>
                <a:spcPts val="0"/>
              </a:spcAft>
              <a:buNone/>
            </a:pPr>
            <a:r>
              <a:t/>
            </a:r>
            <a:endParaRPr/>
          </a:p>
        </p:txBody>
      </p:sp>
      <p:sp>
        <p:nvSpPr>
          <p:cNvPr id="17889" name="Google Shape;17889;p316"/>
          <p:cNvSpPr txBox="1"/>
          <p:nvPr>
            <p:ph idx="34" type="title"/>
          </p:nvPr>
        </p:nvSpPr>
        <p:spPr>
          <a:xfrm flipH="1">
            <a:off x="3208773" y="579550"/>
            <a:ext cx="6679800" cy="169200"/>
          </a:xfrm>
          <a:prstGeom prst="rect">
            <a:avLst/>
          </a:prstGeom>
        </p:spPr>
        <p:txBody>
          <a:bodyPr anchorCtr="0" anchor="ctr" bIns="0" lIns="0" spcFirstLastPara="1" rIns="0" wrap="square" tIns="0">
            <a:noAutofit/>
          </a:bodyPr>
          <a:lstStyle/>
          <a:p>
            <a:pPr indent="0" lvl="0" marL="0" rtl="0" algn="l">
              <a:spcBef>
                <a:spcPts val="0"/>
              </a:spcBef>
              <a:spcAft>
                <a:spcPts val="0"/>
              </a:spcAft>
              <a:buNone/>
            </a:pPr>
            <a:r>
              <a:t/>
            </a:r>
            <a:endParaRPr/>
          </a:p>
        </p:txBody>
      </p:sp>
      <p:sp>
        <p:nvSpPr>
          <p:cNvPr id="17890" name="Google Shape;17890;p316"/>
          <p:cNvSpPr txBox="1"/>
          <p:nvPr>
            <p:ph idx="35" type="body"/>
          </p:nvPr>
        </p:nvSpPr>
        <p:spPr>
          <a:xfrm>
            <a:off x="641150" y="612125"/>
            <a:ext cx="1770300" cy="160500"/>
          </a:xfrm>
          <a:prstGeom prst="rect">
            <a:avLst/>
          </a:prstGeom>
        </p:spPr>
        <p:txBody>
          <a:bodyPr anchorCtr="0" anchor="t" bIns="0" lIns="0" spcFirstLastPara="1" rIns="0" wrap="square" tIns="0">
            <a:noAutofit/>
          </a:bodyPr>
          <a:lstStyle/>
          <a:p>
            <a:pPr indent="0" lvl="0" marL="0" rtl="0" algn="ctr">
              <a:spcBef>
                <a:spcPts val="0"/>
              </a:spcBef>
              <a:spcAft>
                <a:spcPts val="0"/>
              </a:spcAft>
              <a:buNone/>
            </a:pPr>
            <a:r>
              <a:t/>
            </a:r>
            <a:endParaRPr/>
          </a:p>
        </p:txBody>
      </p:sp>
    </p:spTree>
  </p:cSld>
  <p:clrMapOvr>
    <a:masterClrMapping/>
  </p:clrMapOvr>
</p:sld>
</file>

<file path=ppt/slides/slide5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894" name="Shape 17894"/>
        <p:cNvGrpSpPr/>
        <p:nvPr/>
      </p:nvGrpSpPr>
      <p:grpSpPr>
        <a:xfrm>
          <a:off x="0" y="0"/>
          <a:ext cx="0" cy="0"/>
          <a:chOff x="0" y="0"/>
          <a:chExt cx="0" cy="0"/>
        </a:xfrm>
      </p:grpSpPr>
      <p:sp>
        <p:nvSpPr>
          <p:cNvPr id="17895" name="Google Shape;17895;p317"/>
          <p:cNvSpPr txBox="1"/>
          <p:nvPr>
            <p:ph idx="1" type="subTitle"/>
          </p:nvPr>
        </p:nvSpPr>
        <p:spPr>
          <a:xfrm>
            <a:off x="832100" y="1493107"/>
            <a:ext cx="1750500" cy="450300"/>
          </a:xfrm>
          <a:prstGeom prst="rect">
            <a:avLst/>
          </a:prstGeom>
        </p:spPr>
        <p:txBody>
          <a:bodyPr anchorCtr="0" anchor="ctr" bIns="54000" lIns="54000" spcFirstLastPara="1" rIns="54000" wrap="square" tIns="54000">
            <a:noAutofit/>
          </a:bodyPr>
          <a:lstStyle/>
          <a:p>
            <a:pPr indent="0" lvl="0" marL="0" rtl="0" algn="l">
              <a:spcBef>
                <a:spcPts val="0"/>
              </a:spcBef>
              <a:spcAft>
                <a:spcPts val="0"/>
              </a:spcAft>
              <a:buNone/>
            </a:pPr>
            <a:r>
              <a:rPr lang="es-419"/>
              <a:t>RF-41</a:t>
            </a:r>
            <a:endParaRPr/>
          </a:p>
        </p:txBody>
      </p:sp>
      <p:sp>
        <p:nvSpPr>
          <p:cNvPr id="17896" name="Google Shape;17896;p317"/>
          <p:cNvSpPr txBox="1"/>
          <p:nvPr>
            <p:ph idx="2" type="subTitle"/>
          </p:nvPr>
        </p:nvSpPr>
        <p:spPr>
          <a:xfrm>
            <a:off x="2631389" y="1493107"/>
            <a:ext cx="3605700" cy="450300"/>
          </a:xfrm>
          <a:prstGeom prst="rect">
            <a:avLst/>
          </a:prstGeom>
        </p:spPr>
        <p:txBody>
          <a:bodyPr anchorCtr="0" anchor="ctr" bIns="54000" lIns="54000" spcFirstLastPara="1" rIns="54000" wrap="square" tIns="54000">
            <a:noAutofit/>
          </a:bodyPr>
          <a:lstStyle/>
          <a:p>
            <a:pPr indent="0" lvl="0" marL="0" rtl="0" algn="l">
              <a:spcBef>
                <a:spcPts val="0"/>
              </a:spcBef>
              <a:spcAft>
                <a:spcPts val="0"/>
              </a:spcAft>
              <a:buNone/>
            </a:pPr>
            <a:r>
              <a:rPr lang="es-419"/>
              <a:t>Sistema de alerta visual o sonora</a:t>
            </a:r>
            <a:endParaRPr/>
          </a:p>
        </p:txBody>
      </p:sp>
      <p:sp>
        <p:nvSpPr>
          <p:cNvPr id="17897" name="Google Shape;17897;p317"/>
          <p:cNvSpPr txBox="1"/>
          <p:nvPr>
            <p:ph idx="3" type="subTitle"/>
          </p:nvPr>
        </p:nvSpPr>
        <p:spPr>
          <a:xfrm>
            <a:off x="6269361" y="1493107"/>
            <a:ext cx="3536400" cy="450300"/>
          </a:xfrm>
          <a:prstGeom prst="rect">
            <a:avLst/>
          </a:prstGeom>
        </p:spPr>
        <p:txBody>
          <a:bodyPr anchorCtr="0" anchor="ctr" bIns="54000" lIns="54000" spcFirstLastPara="1" rIns="54000" wrap="square" tIns="54000">
            <a:noAutofit/>
          </a:bodyPr>
          <a:lstStyle/>
          <a:p>
            <a:pPr indent="0" lvl="0" marL="0" rtl="0" algn="l">
              <a:spcBef>
                <a:spcPts val="0"/>
              </a:spcBef>
              <a:spcAft>
                <a:spcPts val="0"/>
              </a:spcAft>
              <a:buNone/>
            </a:pPr>
            <a:r>
              <a:rPr lang="es-419"/>
              <a:t>CUS-09</a:t>
            </a:r>
            <a:endParaRPr/>
          </a:p>
        </p:txBody>
      </p:sp>
      <p:sp>
        <p:nvSpPr>
          <p:cNvPr id="17898" name="Google Shape;17898;p317"/>
          <p:cNvSpPr txBox="1"/>
          <p:nvPr>
            <p:ph idx="4" type="subTitle"/>
          </p:nvPr>
        </p:nvSpPr>
        <p:spPr>
          <a:xfrm>
            <a:off x="832100" y="2026281"/>
            <a:ext cx="1750500" cy="450300"/>
          </a:xfrm>
          <a:prstGeom prst="rect">
            <a:avLst/>
          </a:prstGeom>
        </p:spPr>
        <p:txBody>
          <a:bodyPr anchorCtr="0" anchor="ctr" bIns="54000" lIns="54000" spcFirstLastPara="1" rIns="54000" wrap="square" tIns="54000">
            <a:noAutofit/>
          </a:bodyPr>
          <a:lstStyle/>
          <a:p>
            <a:pPr indent="0" lvl="0" marL="0" rtl="0" algn="l">
              <a:spcBef>
                <a:spcPts val="0"/>
              </a:spcBef>
              <a:spcAft>
                <a:spcPts val="0"/>
              </a:spcAft>
              <a:buNone/>
            </a:pPr>
            <a:r>
              <a:rPr lang="es-419"/>
              <a:t>RF-42</a:t>
            </a:r>
            <a:endParaRPr/>
          </a:p>
        </p:txBody>
      </p:sp>
      <p:sp>
        <p:nvSpPr>
          <p:cNvPr id="17899" name="Google Shape;17899;p317"/>
          <p:cNvSpPr txBox="1"/>
          <p:nvPr>
            <p:ph idx="5" type="subTitle"/>
          </p:nvPr>
        </p:nvSpPr>
        <p:spPr>
          <a:xfrm>
            <a:off x="2631389" y="2026281"/>
            <a:ext cx="3605700" cy="450300"/>
          </a:xfrm>
          <a:prstGeom prst="rect">
            <a:avLst/>
          </a:prstGeom>
        </p:spPr>
        <p:txBody>
          <a:bodyPr anchorCtr="0" anchor="ctr" bIns="54000" lIns="54000" spcFirstLastPara="1" rIns="54000" wrap="square" tIns="54000">
            <a:noAutofit/>
          </a:bodyPr>
          <a:lstStyle/>
          <a:p>
            <a:pPr indent="0" lvl="0" marL="0" rtl="0" algn="l">
              <a:spcBef>
                <a:spcPts val="0"/>
              </a:spcBef>
              <a:spcAft>
                <a:spcPts val="0"/>
              </a:spcAft>
              <a:buClr>
                <a:schemeClr val="dk1"/>
              </a:buClr>
              <a:buSzPts val="1100"/>
              <a:buFont typeface="Arial"/>
              <a:buNone/>
            </a:pPr>
            <a:r>
              <a:rPr lang="es-419">
                <a:solidFill>
                  <a:schemeClr val="dk1"/>
                </a:solidFill>
              </a:rPr>
              <a:t>Sistema de alerta visual o sonora</a:t>
            </a:r>
            <a:endParaRPr>
              <a:solidFill>
                <a:schemeClr val="dk1"/>
              </a:solidFill>
            </a:endParaRPr>
          </a:p>
          <a:p>
            <a:pPr indent="0" lvl="0" marL="0" rtl="0" algn="l">
              <a:spcBef>
                <a:spcPts val="0"/>
              </a:spcBef>
              <a:spcAft>
                <a:spcPts val="0"/>
              </a:spcAft>
              <a:buNone/>
            </a:pPr>
            <a:r>
              <a:t/>
            </a:r>
            <a:endParaRPr/>
          </a:p>
        </p:txBody>
      </p:sp>
      <p:sp>
        <p:nvSpPr>
          <p:cNvPr id="17900" name="Google Shape;17900;p317"/>
          <p:cNvSpPr txBox="1"/>
          <p:nvPr>
            <p:ph idx="6" type="subTitle"/>
          </p:nvPr>
        </p:nvSpPr>
        <p:spPr>
          <a:xfrm>
            <a:off x="6269361" y="2026281"/>
            <a:ext cx="3536400" cy="450300"/>
          </a:xfrm>
          <a:prstGeom prst="rect">
            <a:avLst/>
          </a:prstGeom>
        </p:spPr>
        <p:txBody>
          <a:bodyPr anchorCtr="0" anchor="ctr" bIns="54000" lIns="54000" spcFirstLastPara="1" rIns="54000" wrap="square" tIns="54000">
            <a:noAutofit/>
          </a:bodyPr>
          <a:lstStyle/>
          <a:p>
            <a:pPr indent="0" lvl="0" marL="0" rtl="0" algn="l">
              <a:spcBef>
                <a:spcPts val="0"/>
              </a:spcBef>
              <a:spcAft>
                <a:spcPts val="0"/>
              </a:spcAft>
              <a:buClr>
                <a:schemeClr val="dk1"/>
              </a:buClr>
              <a:buSzPts val="1100"/>
              <a:buFont typeface="Arial"/>
              <a:buNone/>
            </a:pPr>
            <a:r>
              <a:rPr lang="es-419">
                <a:solidFill>
                  <a:schemeClr val="dk1"/>
                </a:solidFill>
              </a:rPr>
              <a:t>CUS-09</a:t>
            </a:r>
            <a:endParaRPr/>
          </a:p>
        </p:txBody>
      </p:sp>
      <p:sp>
        <p:nvSpPr>
          <p:cNvPr id="17901" name="Google Shape;17901;p317"/>
          <p:cNvSpPr txBox="1"/>
          <p:nvPr>
            <p:ph idx="7" type="subTitle"/>
          </p:nvPr>
        </p:nvSpPr>
        <p:spPr>
          <a:xfrm>
            <a:off x="832100" y="2534273"/>
            <a:ext cx="1750500" cy="450300"/>
          </a:xfrm>
          <a:prstGeom prst="rect">
            <a:avLst/>
          </a:prstGeom>
        </p:spPr>
        <p:txBody>
          <a:bodyPr anchorCtr="0" anchor="ctr" bIns="54000" lIns="54000" spcFirstLastPara="1" rIns="54000" wrap="square" tIns="54000">
            <a:noAutofit/>
          </a:bodyPr>
          <a:lstStyle/>
          <a:p>
            <a:pPr indent="0" lvl="0" marL="0" rtl="0" algn="l">
              <a:spcBef>
                <a:spcPts val="0"/>
              </a:spcBef>
              <a:spcAft>
                <a:spcPts val="0"/>
              </a:spcAft>
              <a:buNone/>
            </a:pPr>
            <a:r>
              <a:rPr lang="es-419"/>
              <a:t>RF-43</a:t>
            </a:r>
            <a:endParaRPr/>
          </a:p>
        </p:txBody>
      </p:sp>
      <p:sp>
        <p:nvSpPr>
          <p:cNvPr id="17902" name="Google Shape;17902;p317"/>
          <p:cNvSpPr txBox="1"/>
          <p:nvPr>
            <p:ph idx="8" type="subTitle"/>
          </p:nvPr>
        </p:nvSpPr>
        <p:spPr>
          <a:xfrm>
            <a:off x="2631389" y="2534273"/>
            <a:ext cx="3605700" cy="450300"/>
          </a:xfrm>
          <a:prstGeom prst="rect">
            <a:avLst/>
          </a:prstGeom>
        </p:spPr>
        <p:txBody>
          <a:bodyPr anchorCtr="0" anchor="ctr" bIns="54000" lIns="54000" spcFirstLastPara="1" rIns="54000" wrap="square" tIns="54000">
            <a:noAutofit/>
          </a:bodyPr>
          <a:lstStyle/>
          <a:p>
            <a:pPr indent="0" lvl="0" marL="0" rtl="0" algn="l">
              <a:spcBef>
                <a:spcPts val="0"/>
              </a:spcBef>
              <a:spcAft>
                <a:spcPts val="0"/>
              </a:spcAft>
              <a:buClr>
                <a:schemeClr val="dk1"/>
              </a:buClr>
              <a:buSzPts val="1100"/>
              <a:buFont typeface="Arial"/>
              <a:buNone/>
            </a:pPr>
            <a:r>
              <a:rPr lang="es-419">
                <a:solidFill>
                  <a:schemeClr val="dk1"/>
                </a:solidFill>
              </a:rPr>
              <a:t>Sistema de alerta visual o sonora</a:t>
            </a:r>
            <a:endParaRPr>
              <a:solidFill>
                <a:schemeClr val="dk1"/>
              </a:solidFill>
            </a:endParaRPr>
          </a:p>
          <a:p>
            <a:pPr indent="0" lvl="0" marL="0" rtl="0" algn="l">
              <a:spcBef>
                <a:spcPts val="0"/>
              </a:spcBef>
              <a:spcAft>
                <a:spcPts val="0"/>
              </a:spcAft>
              <a:buNone/>
            </a:pPr>
            <a:r>
              <a:t/>
            </a:r>
            <a:endParaRPr/>
          </a:p>
        </p:txBody>
      </p:sp>
      <p:sp>
        <p:nvSpPr>
          <p:cNvPr id="17903" name="Google Shape;17903;p317"/>
          <p:cNvSpPr txBox="1"/>
          <p:nvPr>
            <p:ph idx="9" type="subTitle"/>
          </p:nvPr>
        </p:nvSpPr>
        <p:spPr>
          <a:xfrm>
            <a:off x="6269361" y="2534273"/>
            <a:ext cx="3536400" cy="450300"/>
          </a:xfrm>
          <a:prstGeom prst="rect">
            <a:avLst/>
          </a:prstGeom>
        </p:spPr>
        <p:txBody>
          <a:bodyPr anchorCtr="0" anchor="ctr" bIns="54000" lIns="54000" spcFirstLastPara="1" rIns="54000" wrap="square" tIns="54000">
            <a:noAutofit/>
          </a:bodyPr>
          <a:lstStyle/>
          <a:p>
            <a:pPr indent="0" lvl="0" marL="0" rtl="0" algn="l">
              <a:spcBef>
                <a:spcPts val="0"/>
              </a:spcBef>
              <a:spcAft>
                <a:spcPts val="0"/>
              </a:spcAft>
              <a:buClr>
                <a:schemeClr val="dk1"/>
              </a:buClr>
              <a:buSzPts val="1100"/>
              <a:buFont typeface="Arial"/>
              <a:buNone/>
            </a:pPr>
            <a:r>
              <a:rPr lang="es-419">
                <a:solidFill>
                  <a:schemeClr val="dk1"/>
                </a:solidFill>
              </a:rPr>
              <a:t>CUS-09</a:t>
            </a:r>
            <a:endParaRPr/>
          </a:p>
        </p:txBody>
      </p:sp>
      <p:sp>
        <p:nvSpPr>
          <p:cNvPr id="17904" name="Google Shape;17904;p317"/>
          <p:cNvSpPr txBox="1"/>
          <p:nvPr>
            <p:ph idx="13" type="subTitle"/>
          </p:nvPr>
        </p:nvSpPr>
        <p:spPr>
          <a:xfrm>
            <a:off x="832100" y="3054546"/>
            <a:ext cx="1750500" cy="450300"/>
          </a:xfrm>
          <a:prstGeom prst="rect">
            <a:avLst/>
          </a:prstGeom>
        </p:spPr>
        <p:txBody>
          <a:bodyPr anchorCtr="0" anchor="ctr" bIns="54000" lIns="54000" spcFirstLastPara="1" rIns="54000" wrap="square" tIns="54000">
            <a:noAutofit/>
          </a:bodyPr>
          <a:lstStyle/>
          <a:p>
            <a:pPr indent="0" lvl="0" marL="0" rtl="0" algn="l">
              <a:spcBef>
                <a:spcPts val="0"/>
              </a:spcBef>
              <a:spcAft>
                <a:spcPts val="0"/>
              </a:spcAft>
              <a:buNone/>
            </a:pPr>
            <a:r>
              <a:rPr lang="es-419"/>
              <a:t>RF-44</a:t>
            </a:r>
            <a:endParaRPr/>
          </a:p>
        </p:txBody>
      </p:sp>
      <p:sp>
        <p:nvSpPr>
          <p:cNvPr id="17905" name="Google Shape;17905;p317"/>
          <p:cNvSpPr txBox="1"/>
          <p:nvPr>
            <p:ph idx="14" type="subTitle"/>
          </p:nvPr>
        </p:nvSpPr>
        <p:spPr>
          <a:xfrm>
            <a:off x="2631389" y="3054546"/>
            <a:ext cx="3605700" cy="450300"/>
          </a:xfrm>
          <a:prstGeom prst="rect">
            <a:avLst/>
          </a:prstGeom>
        </p:spPr>
        <p:txBody>
          <a:bodyPr anchorCtr="0" anchor="ctr" bIns="54000" lIns="54000" spcFirstLastPara="1" rIns="54000" wrap="square" tIns="54000">
            <a:noAutofit/>
          </a:bodyPr>
          <a:lstStyle/>
          <a:p>
            <a:pPr indent="0" lvl="0" marL="0" rtl="0" algn="l">
              <a:spcBef>
                <a:spcPts val="0"/>
              </a:spcBef>
              <a:spcAft>
                <a:spcPts val="0"/>
              </a:spcAft>
              <a:buClr>
                <a:schemeClr val="dk1"/>
              </a:buClr>
              <a:buSzPts val="1100"/>
              <a:buFont typeface="Arial"/>
              <a:buNone/>
            </a:pPr>
            <a:r>
              <a:rPr lang="es-419">
                <a:solidFill>
                  <a:schemeClr val="dk1"/>
                </a:solidFill>
              </a:rPr>
              <a:t>Sistema de alerta visual o sonora</a:t>
            </a:r>
            <a:endParaRPr>
              <a:solidFill>
                <a:schemeClr val="dk1"/>
              </a:solidFill>
            </a:endParaRPr>
          </a:p>
          <a:p>
            <a:pPr indent="0" lvl="0" marL="0" rtl="0" algn="l">
              <a:spcBef>
                <a:spcPts val="0"/>
              </a:spcBef>
              <a:spcAft>
                <a:spcPts val="0"/>
              </a:spcAft>
              <a:buNone/>
            </a:pPr>
            <a:r>
              <a:t/>
            </a:r>
            <a:endParaRPr/>
          </a:p>
        </p:txBody>
      </p:sp>
      <p:sp>
        <p:nvSpPr>
          <p:cNvPr id="17906" name="Google Shape;17906;p317"/>
          <p:cNvSpPr txBox="1"/>
          <p:nvPr>
            <p:ph idx="15" type="subTitle"/>
          </p:nvPr>
        </p:nvSpPr>
        <p:spPr>
          <a:xfrm>
            <a:off x="6269361" y="3054546"/>
            <a:ext cx="3536400" cy="450300"/>
          </a:xfrm>
          <a:prstGeom prst="rect">
            <a:avLst/>
          </a:prstGeom>
        </p:spPr>
        <p:txBody>
          <a:bodyPr anchorCtr="0" anchor="ctr" bIns="54000" lIns="54000" spcFirstLastPara="1" rIns="54000" wrap="square" tIns="54000">
            <a:noAutofit/>
          </a:bodyPr>
          <a:lstStyle/>
          <a:p>
            <a:pPr indent="0" lvl="0" marL="0" rtl="0" algn="l">
              <a:spcBef>
                <a:spcPts val="0"/>
              </a:spcBef>
              <a:spcAft>
                <a:spcPts val="0"/>
              </a:spcAft>
              <a:buClr>
                <a:schemeClr val="dk1"/>
              </a:buClr>
              <a:buSzPts val="1100"/>
              <a:buFont typeface="Arial"/>
              <a:buNone/>
            </a:pPr>
            <a:r>
              <a:rPr lang="es-419">
                <a:solidFill>
                  <a:schemeClr val="dk1"/>
                </a:solidFill>
              </a:rPr>
              <a:t>CUS-09</a:t>
            </a:r>
            <a:endParaRPr/>
          </a:p>
        </p:txBody>
      </p:sp>
      <p:sp>
        <p:nvSpPr>
          <p:cNvPr id="17907" name="Google Shape;17907;p317"/>
          <p:cNvSpPr txBox="1"/>
          <p:nvPr>
            <p:ph idx="16" type="subTitle"/>
          </p:nvPr>
        </p:nvSpPr>
        <p:spPr>
          <a:xfrm>
            <a:off x="832100" y="3587721"/>
            <a:ext cx="1750500" cy="450300"/>
          </a:xfrm>
          <a:prstGeom prst="rect">
            <a:avLst/>
          </a:prstGeom>
        </p:spPr>
        <p:txBody>
          <a:bodyPr anchorCtr="0" anchor="ctr" bIns="54000" lIns="54000" spcFirstLastPara="1" rIns="54000" wrap="square" tIns="54000">
            <a:noAutofit/>
          </a:bodyPr>
          <a:lstStyle/>
          <a:p>
            <a:pPr indent="0" lvl="0" marL="0" rtl="0" algn="l">
              <a:spcBef>
                <a:spcPts val="0"/>
              </a:spcBef>
              <a:spcAft>
                <a:spcPts val="0"/>
              </a:spcAft>
              <a:buNone/>
            </a:pPr>
            <a:r>
              <a:rPr lang="es-419"/>
              <a:t>RF-45</a:t>
            </a:r>
            <a:endParaRPr/>
          </a:p>
        </p:txBody>
      </p:sp>
      <p:sp>
        <p:nvSpPr>
          <p:cNvPr id="17908" name="Google Shape;17908;p317"/>
          <p:cNvSpPr txBox="1"/>
          <p:nvPr>
            <p:ph idx="17" type="subTitle"/>
          </p:nvPr>
        </p:nvSpPr>
        <p:spPr>
          <a:xfrm>
            <a:off x="2631389" y="3587721"/>
            <a:ext cx="3605700" cy="450300"/>
          </a:xfrm>
          <a:prstGeom prst="rect">
            <a:avLst/>
          </a:prstGeom>
        </p:spPr>
        <p:txBody>
          <a:bodyPr anchorCtr="0" anchor="ctr" bIns="54000" lIns="54000" spcFirstLastPara="1" rIns="54000" wrap="square" tIns="54000">
            <a:noAutofit/>
          </a:bodyPr>
          <a:lstStyle/>
          <a:p>
            <a:pPr indent="0" lvl="0" marL="0" rtl="0" algn="l">
              <a:spcBef>
                <a:spcPts val="0"/>
              </a:spcBef>
              <a:spcAft>
                <a:spcPts val="0"/>
              </a:spcAft>
              <a:buClr>
                <a:schemeClr val="dk1"/>
              </a:buClr>
              <a:buSzPts val="1100"/>
              <a:buFont typeface="Arial"/>
              <a:buNone/>
            </a:pPr>
            <a:r>
              <a:rPr lang="es-419">
                <a:solidFill>
                  <a:schemeClr val="dk1"/>
                </a:solidFill>
              </a:rPr>
              <a:t>Sistema de alerta visual o sonora</a:t>
            </a:r>
            <a:endParaRPr>
              <a:solidFill>
                <a:schemeClr val="dk1"/>
              </a:solidFill>
            </a:endParaRPr>
          </a:p>
          <a:p>
            <a:pPr indent="0" lvl="0" marL="0" rtl="0" algn="l">
              <a:spcBef>
                <a:spcPts val="0"/>
              </a:spcBef>
              <a:spcAft>
                <a:spcPts val="0"/>
              </a:spcAft>
              <a:buNone/>
            </a:pPr>
            <a:r>
              <a:t/>
            </a:r>
            <a:endParaRPr/>
          </a:p>
        </p:txBody>
      </p:sp>
      <p:sp>
        <p:nvSpPr>
          <p:cNvPr id="17909" name="Google Shape;17909;p317"/>
          <p:cNvSpPr txBox="1"/>
          <p:nvPr>
            <p:ph idx="18" type="subTitle"/>
          </p:nvPr>
        </p:nvSpPr>
        <p:spPr>
          <a:xfrm>
            <a:off x="6269361" y="3587721"/>
            <a:ext cx="3536400" cy="450300"/>
          </a:xfrm>
          <a:prstGeom prst="rect">
            <a:avLst/>
          </a:prstGeom>
        </p:spPr>
        <p:txBody>
          <a:bodyPr anchorCtr="0" anchor="ctr" bIns="54000" lIns="54000" spcFirstLastPara="1" rIns="54000" wrap="square" tIns="54000">
            <a:noAutofit/>
          </a:bodyPr>
          <a:lstStyle/>
          <a:p>
            <a:pPr indent="0" lvl="0" marL="0" rtl="0" algn="l">
              <a:spcBef>
                <a:spcPts val="0"/>
              </a:spcBef>
              <a:spcAft>
                <a:spcPts val="0"/>
              </a:spcAft>
              <a:buClr>
                <a:schemeClr val="dk1"/>
              </a:buClr>
              <a:buSzPts val="1100"/>
              <a:buFont typeface="Arial"/>
              <a:buNone/>
            </a:pPr>
            <a:r>
              <a:rPr lang="es-419">
                <a:solidFill>
                  <a:schemeClr val="dk1"/>
                </a:solidFill>
              </a:rPr>
              <a:t>CUS-09</a:t>
            </a:r>
            <a:endParaRPr/>
          </a:p>
        </p:txBody>
      </p:sp>
      <p:sp>
        <p:nvSpPr>
          <p:cNvPr id="17910" name="Google Shape;17910;p317"/>
          <p:cNvSpPr txBox="1"/>
          <p:nvPr>
            <p:ph idx="19" type="subTitle"/>
          </p:nvPr>
        </p:nvSpPr>
        <p:spPr>
          <a:xfrm>
            <a:off x="832100" y="4083907"/>
            <a:ext cx="1750500" cy="450300"/>
          </a:xfrm>
          <a:prstGeom prst="rect">
            <a:avLst/>
          </a:prstGeom>
        </p:spPr>
        <p:txBody>
          <a:bodyPr anchorCtr="0" anchor="ctr" bIns="54000" lIns="54000" spcFirstLastPara="1" rIns="54000" wrap="square" tIns="54000">
            <a:noAutofit/>
          </a:bodyPr>
          <a:lstStyle/>
          <a:p>
            <a:pPr indent="0" lvl="0" marL="0" rtl="0" algn="l">
              <a:spcBef>
                <a:spcPts val="0"/>
              </a:spcBef>
              <a:spcAft>
                <a:spcPts val="0"/>
              </a:spcAft>
              <a:buNone/>
            </a:pPr>
            <a:r>
              <a:t/>
            </a:r>
            <a:endParaRPr/>
          </a:p>
        </p:txBody>
      </p:sp>
      <p:sp>
        <p:nvSpPr>
          <p:cNvPr id="17911" name="Google Shape;17911;p317"/>
          <p:cNvSpPr txBox="1"/>
          <p:nvPr>
            <p:ph idx="20" type="subTitle"/>
          </p:nvPr>
        </p:nvSpPr>
        <p:spPr>
          <a:xfrm>
            <a:off x="2631389" y="4083907"/>
            <a:ext cx="3605700" cy="450300"/>
          </a:xfrm>
          <a:prstGeom prst="rect">
            <a:avLst/>
          </a:prstGeom>
        </p:spPr>
        <p:txBody>
          <a:bodyPr anchorCtr="0" anchor="ctr" bIns="54000" lIns="54000" spcFirstLastPara="1" rIns="54000" wrap="square" tIns="54000">
            <a:noAutofit/>
          </a:bodyPr>
          <a:lstStyle/>
          <a:p>
            <a:pPr indent="0" lvl="0" marL="0" rtl="0" algn="l">
              <a:spcBef>
                <a:spcPts val="0"/>
              </a:spcBef>
              <a:spcAft>
                <a:spcPts val="0"/>
              </a:spcAft>
              <a:buNone/>
            </a:pPr>
            <a:r>
              <a:t/>
            </a:r>
            <a:endParaRPr/>
          </a:p>
        </p:txBody>
      </p:sp>
      <p:sp>
        <p:nvSpPr>
          <p:cNvPr id="17912" name="Google Shape;17912;p317"/>
          <p:cNvSpPr txBox="1"/>
          <p:nvPr>
            <p:ph idx="21" type="subTitle"/>
          </p:nvPr>
        </p:nvSpPr>
        <p:spPr>
          <a:xfrm>
            <a:off x="6269361" y="4083907"/>
            <a:ext cx="3536400" cy="450300"/>
          </a:xfrm>
          <a:prstGeom prst="rect">
            <a:avLst/>
          </a:prstGeom>
        </p:spPr>
        <p:txBody>
          <a:bodyPr anchorCtr="0" anchor="ctr" bIns="54000" lIns="54000" spcFirstLastPara="1" rIns="54000" wrap="square" tIns="54000">
            <a:noAutofit/>
          </a:bodyPr>
          <a:lstStyle/>
          <a:p>
            <a:pPr indent="0" lvl="0" marL="0" rtl="0" algn="l">
              <a:spcBef>
                <a:spcPts val="0"/>
              </a:spcBef>
              <a:spcAft>
                <a:spcPts val="0"/>
              </a:spcAft>
              <a:buNone/>
            </a:pPr>
            <a:r>
              <a:t/>
            </a:r>
            <a:endParaRPr/>
          </a:p>
        </p:txBody>
      </p:sp>
      <p:sp>
        <p:nvSpPr>
          <p:cNvPr id="17913" name="Google Shape;17913;p317"/>
          <p:cNvSpPr txBox="1"/>
          <p:nvPr>
            <p:ph idx="22" type="subTitle"/>
          </p:nvPr>
        </p:nvSpPr>
        <p:spPr>
          <a:xfrm>
            <a:off x="832100" y="4617081"/>
            <a:ext cx="1750500" cy="450300"/>
          </a:xfrm>
          <a:prstGeom prst="rect">
            <a:avLst/>
          </a:prstGeom>
        </p:spPr>
        <p:txBody>
          <a:bodyPr anchorCtr="0" anchor="ctr" bIns="54000" lIns="54000" spcFirstLastPara="1" rIns="54000" wrap="square" tIns="54000">
            <a:noAutofit/>
          </a:bodyPr>
          <a:lstStyle/>
          <a:p>
            <a:pPr indent="0" lvl="0" marL="0" rtl="0" algn="l">
              <a:spcBef>
                <a:spcPts val="0"/>
              </a:spcBef>
              <a:spcAft>
                <a:spcPts val="0"/>
              </a:spcAft>
              <a:buNone/>
            </a:pPr>
            <a:r>
              <a:t/>
            </a:r>
            <a:endParaRPr/>
          </a:p>
        </p:txBody>
      </p:sp>
      <p:sp>
        <p:nvSpPr>
          <p:cNvPr id="17914" name="Google Shape;17914;p317"/>
          <p:cNvSpPr txBox="1"/>
          <p:nvPr>
            <p:ph idx="23" type="subTitle"/>
          </p:nvPr>
        </p:nvSpPr>
        <p:spPr>
          <a:xfrm>
            <a:off x="2631389" y="4617081"/>
            <a:ext cx="3605700" cy="450300"/>
          </a:xfrm>
          <a:prstGeom prst="rect">
            <a:avLst/>
          </a:prstGeom>
        </p:spPr>
        <p:txBody>
          <a:bodyPr anchorCtr="0" anchor="ctr" bIns="54000" lIns="54000" spcFirstLastPara="1" rIns="54000" wrap="square" tIns="54000">
            <a:noAutofit/>
          </a:bodyPr>
          <a:lstStyle/>
          <a:p>
            <a:pPr indent="0" lvl="0" marL="0" rtl="0" algn="l">
              <a:spcBef>
                <a:spcPts val="0"/>
              </a:spcBef>
              <a:spcAft>
                <a:spcPts val="0"/>
              </a:spcAft>
              <a:buNone/>
            </a:pPr>
            <a:r>
              <a:t/>
            </a:r>
            <a:endParaRPr/>
          </a:p>
        </p:txBody>
      </p:sp>
      <p:sp>
        <p:nvSpPr>
          <p:cNvPr id="17915" name="Google Shape;17915;p317"/>
          <p:cNvSpPr txBox="1"/>
          <p:nvPr>
            <p:ph idx="24" type="subTitle"/>
          </p:nvPr>
        </p:nvSpPr>
        <p:spPr>
          <a:xfrm>
            <a:off x="6269361" y="4617081"/>
            <a:ext cx="3536400" cy="450300"/>
          </a:xfrm>
          <a:prstGeom prst="rect">
            <a:avLst/>
          </a:prstGeom>
        </p:spPr>
        <p:txBody>
          <a:bodyPr anchorCtr="0" anchor="ctr" bIns="54000" lIns="54000" spcFirstLastPara="1" rIns="54000" wrap="square" tIns="54000">
            <a:noAutofit/>
          </a:bodyPr>
          <a:lstStyle/>
          <a:p>
            <a:pPr indent="0" lvl="0" marL="0" rtl="0" algn="l">
              <a:spcBef>
                <a:spcPts val="0"/>
              </a:spcBef>
              <a:spcAft>
                <a:spcPts val="0"/>
              </a:spcAft>
              <a:buNone/>
            </a:pPr>
            <a:r>
              <a:t/>
            </a:r>
            <a:endParaRPr/>
          </a:p>
        </p:txBody>
      </p:sp>
      <p:sp>
        <p:nvSpPr>
          <p:cNvPr id="17916" name="Google Shape;17916;p317"/>
          <p:cNvSpPr txBox="1"/>
          <p:nvPr>
            <p:ph idx="25" type="subTitle"/>
          </p:nvPr>
        </p:nvSpPr>
        <p:spPr>
          <a:xfrm>
            <a:off x="832100" y="5125073"/>
            <a:ext cx="1750500" cy="450300"/>
          </a:xfrm>
          <a:prstGeom prst="rect">
            <a:avLst/>
          </a:prstGeom>
        </p:spPr>
        <p:txBody>
          <a:bodyPr anchorCtr="0" anchor="ctr" bIns="54000" lIns="54000" spcFirstLastPara="1" rIns="54000" wrap="square" tIns="54000">
            <a:noAutofit/>
          </a:bodyPr>
          <a:lstStyle/>
          <a:p>
            <a:pPr indent="0" lvl="0" marL="0" rtl="0" algn="l">
              <a:spcBef>
                <a:spcPts val="0"/>
              </a:spcBef>
              <a:spcAft>
                <a:spcPts val="0"/>
              </a:spcAft>
              <a:buNone/>
            </a:pPr>
            <a:r>
              <a:t/>
            </a:r>
            <a:endParaRPr/>
          </a:p>
        </p:txBody>
      </p:sp>
      <p:sp>
        <p:nvSpPr>
          <p:cNvPr id="17917" name="Google Shape;17917;p317"/>
          <p:cNvSpPr txBox="1"/>
          <p:nvPr>
            <p:ph idx="26" type="subTitle"/>
          </p:nvPr>
        </p:nvSpPr>
        <p:spPr>
          <a:xfrm>
            <a:off x="2631389" y="5125073"/>
            <a:ext cx="3605700" cy="450300"/>
          </a:xfrm>
          <a:prstGeom prst="rect">
            <a:avLst/>
          </a:prstGeom>
        </p:spPr>
        <p:txBody>
          <a:bodyPr anchorCtr="0" anchor="ctr" bIns="54000" lIns="54000" spcFirstLastPara="1" rIns="54000" wrap="square" tIns="54000">
            <a:noAutofit/>
          </a:bodyPr>
          <a:lstStyle/>
          <a:p>
            <a:pPr indent="0" lvl="0" marL="0" rtl="0" algn="l">
              <a:spcBef>
                <a:spcPts val="0"/>
              </a:spcBef>
              <a:spcAft>
                <a:spcPts val="0"/>
              </a:spcAft>
              <a:buNone/>
            </a:pPr>
            <a:r>
              <a:t/>
            </a:r>
            <a:endParaRPr/>
          </a:p>
        </p:txBody>
      </p:sp>
      <p:sp>
        <p:nvSpPr>
          <p:cNvPr id="17918" name="Google Shape;17918;p317"/>
          <p:cNvSpPr txBox="1"/>
          <p:nvPr>
            <p:ph idx="27" type="subTitle"/>
          </p:nvPr>
        </p:nvSpPr>
        <p:spPr>
          <a:xfrm>
            <a:off x="6269361" y="5125073"/>
            <a:ext cx="3536400" cy="450300"/>
          </a:xfrm>
          <a:prstGeom prst="rect">
            <a:avLst/>
          </a:prstGeom>
        </p:spPr>
        <p:txBody>
          <a:bodyPr anchorCtr="0" anchor="ctr" bIns="54000" lIns="54000" spcFirstLastPara="1" rIns="54000" wrap="square" tIns="54000">
            <a:noAutofit/>
          </a:bodyPr>
          <a:lstStyle/>
          <a:p>
            <a:pPr indent="0" lvl="0" marL="0" rtl="0" algn="l">
              <a:spcBef>
                <a:spcPts val="0"/>
              </a:spcBef>
              <a:spcAft>
                <a:spcPts val="0"/>
              </a:spcAft>
              <a:buNone/>
            </a:pPr>
            <a:r>
              <a:t/>
            </a:r>
            <a:endParaRPr/>
          </a:p>
        </p:txBody>
      </p:sp>
      <p:sp>
        <p:nvSpPr>
          <p:cNvPr id="17919" name="Google Shape;17919;p317"/>
          <p:cNvSpPr txBox="1"/>
          <p:nvPr>
            <p:ph idx="28" type="subTitle"/>
          </p:nvPr>
        </p:nvSpPr>
        <p:spPr>
          <a:xfrm>
            <a:off x="832100" y="5645346"/>
            <a:ext cx="1750500" cy="450300"/>
          </a:xfrm>
          <a:prstGeom prst="rect">
            <a:avLst/>
          </a:prstGeom>
        </p:spPr>
        <p:txBody>
          <a:bodyPr anchorCtr="0" anchor="ctr" bIns="54000" lIns="54000" spcFirstLastPara="1" rIns="54000" wrap="square" tIns="54000">
            <a:noAutofit/>
          </a:bodyPr>
          <a:lstStyle/>
          <a:p>
            <a:pPr indent="0" lvl="0" marL="0" rtl="0" algn="l">
              <a:spcBef>
                <a:spcPts val="0"/>
              </a:spcBef>
              <a:spcAft>
                <a:spcPts val="0"/>
              </a:spcAft>
              <a:buNone/>
            </a:pPr>
            <a:r>
              <a:t/>
            </a:r>
            <a:endParaRPr/>
          </a:p>
        </p:txBody>
      </p:sp>
      <p:sp>
        <p:nvSpPr>
          <p:cNvPr id="17920" name="Google Shape;17920;p317"/>
          <p:cNvSpPr txBox="1"/>
          <p:nvPr>
            <p:ph idx="29" type="subTitle"/>
          </p:nvPr>
        </p:nvSpPr>
        <p:spPr>
          <a:xfrm>
            <a:off x="2631389" y="5645346"/>
            <a:ext cx="3605700" cy="450300"/>
          </a:xfrm>
          <a:prstGeom prst="rect">
            <a:avLst/>
          </a:prstGeom>
        </p:spPr>
        <p:txBody>
          <a:bodyPr anchorCtr="0" anchor="ctr" bIns="54000" lIns="54000" spcFirstLastPara="1" rIns="54000" wrap="square" tIns="54000">
            <a:noAutofit/>
          </a:bodyPr>
          <a:lstStyle/>
          <a:p>
            <a:pPr indent="0" lvl="0" marL="0" rtl="0" algn="l">
              <a:spcBef>
                <a:spcPts val="0"/>
              </a:spcBef>
              <a:spcAft>
                <a:spcPts val="0"/>
              </a:spcAft>
              <a:buNone/>
            </a:pPr>
            <a:r>
              <a:t/>
            </a:r>
            <a:endParaRPr/>
          </a:p>
        </p:txBody>
      </p:sp>
      <p:sp>
        <p:nvSpPr>
          <p:cNvPr id="17921" name="Google Shape;17921;p317"/>
          <p:cNvSpPr txBox="1"/>
          <p:nvPr>
            <p:ph idx="30" type="subTitle"/>
          </p:nvPr>
        </p:nvSpPr>
        <p:spPr>
          <a:xfrm>
            <a:off x="6269361" y="5645346"/>
            <a:ext cx="3536400" cy="450300"/>
          </a:xfrm>
          <a:prstGeom prst="rect">
            <a:avLst/>
          </a:prstGeom>
        </p:spPr>
        <p:txBody>
          <a:bodyPr anchorCtr="0" anchor="ctr" bIns="54000" lIns="54000" spcFirstLastPara="1" rIns="54000" wrap="square" tIns="54000">
            <a:noAutofit/>
          </a:bodyPr>
          <a:lstStyle/>
          <a:p>
            <a:pPr indent="0" lvl="0" marL="0" rtl="0" algn="l">
              <a:spcBef>
                <a:spcPts val="0"/>
              </a:spcBef>
              <a:spcAft>
                <a:spcPts val="0"/>
              </a:spcAft>
              <a:buNone/>
            </a:pPr>
            <a:r>
              <a:t/>
            </a:r>
            <a:endParaRPr/>
          </a:p>
        </p:txBody>
      </p:sp>
      <p:sp>
        <p:nvSpPr>
          <p:cNvPr id="17922" name="Google Shape;17922;p317"/>
          <p:cNvSpPr txBox="1"/>
          <p:nvPr>
            <p:ph idx="31" type="subTitle"/>
          </p:nvPr>
        </p:nvSpPr>
        <p:spPr>
          <a:xfrm>
            <a:off x="832100" y="6178521"/>
            <a:ext cx="1750500" cy="450300"/>
          </a:xfrm>
          <a:prstGeom prst="rect">
            <a:avLst/>
          </a:prstGeom>
        </p:spPr>
        <p:txBody>
          <a:bodyPr anchorCtr="0" anchor="ctr" bIns="54000" lIns="54000" spcFirstLastPara="1" rIns="54000" wrap="square" tIns="54000">
            <a:noAutofit/>
          </a:bodyPr>
          <a:lstStyle/>
          <a:p>
            <a:pPr indent="0" lvl="0" marL="0" rtl="0" algn="l">
              <a:spcBef>
                <a:spcPts val="0"/>
              </a:spcBef>
              <a:spcAft>
                <a:spcPts val="0"/>
              </a:spcAft>
              <a:buNone/>
            </a:pPr>
            <a:r>
              <a:t/>
            </a:r>
            <a:endParaRPr/>
          </a:p>
        </p:txBody>
      </p:sp>
      <p:sp>
        <p:nvSpPr>
          <p:cNvPr id="17923" name="Google Shape;17923;p317"/>
          <p:cNvSpPr txBox="1"/>
          <p:nvPr>
            <p:ph idx="32" type="subTitle"/>
          </p:nvPr>
        </p:nvSpPr>
        <p:spPr>
          <a:xfrm>
            <a:off x="2631389" y="6178521"/>
            <a:ext cx="3605700" cy="450300"/>
          </a:xfrm>
          <a:prstGeom prst="rect">
            <a:avLst/>
          </a:prstGeom>
        </p:spPr>
        <p:txBody>
          <a:bodyPr anchorCtr="0" anchor="ctr" bIns="54000" lIns="54000" spcFirstLastPara="1" rIns="54000" wrap="square" tIns="54000">
            <a:noAutofit/>
          </a:bodyPr>
          <a:lstStyle/>
          <a:p>
            <a:pPr indent="0" lvl="0" marL="0" rtl="0" algn="l">
              <a:spcBef>
                <a:spcPts val="0"/>
              </a:spcBef>
              <a:spcAft>
                <a:spcPts val="0"/>
              </a:spcAft>
              <a:buNone/>
            </a:pPr>
            <a:r>
              <a:t/>
            </a:r>
            <a:endParaRPr/>
          </a:p>
        </p:txBody>
      </p:sp>
      <p:sp>
        <p:nvSpPr>
          <p:cNvPr id="17924" name="Google Shape;17924;p317"/>
          <p:cNvSpPr txBox="1"/>
          <p:nvPr>
            <p:ph idx="33" type="subTitle"/>
          </p:nvPr>
        </p:nvSpPr>
        <p:spPr>
          <a:xfrm>
            <a:off x="6269361" y="6178521"/>
            <a:ext cx="3536400" cy="450300"/>
          </a:xfrm>
          <a:prstGeom prst="rect">
            <a:avLst/>
          </a:prstGeom>
        </p:spPr>
        <p:txBody>
          <a:bodyPr anchorCtr="0" anchor="ctr" bIns="54000" lIns="54000" spcFirstLastPara="1" rIns="54000" wrap="square" tIns="54000">
            <a:noAutofit/>
          </a:bodyPr>
          <a:lstStyle/>
          <a:p>
            <a:pPr indent="0" lvl="0" marL="0" rtl="0" algn="l">
              <a:spcBef>
                <a:spcPts val="0"/>
              </a:spcBef>
              <a:spcAft>
                <a:spcPts val="0"/>
              </a:spcAft>
              <a:buNone/>
            </a:pPr>
            <a:r>
              <a:t/>
            </a:r>
            <a:endParaRPr/>
          </a:p>
        </p:txBody>
      </p:sp>
      <p:sp>
        <p:nvSpPr>
          <p:cNvPr id="17925" name="Google Shape;17925;p317"/>
          <p:cNvSpPr txBox="1"/>
          <p:nvPr>
            <p:ph type="title"/>
          </p:nvPr>
        </p:nvSpPr>
        <p:spPr>
          <a:xfrm flipH="1">
            <a:off x="4025374" y="387675"/>
            <a:ext cx="5863200" cy="169200"/>
          </a:xfrm>
          <a:prstGeom prst="rect">
            <a:avLst/>
          </a:prstGeom>
        </p:spPr>
        <p:txBody>
          <a:bodyPr anchorCtr="0" anchor="ctr" bIns="0" lIns="0" spcFirstLastPara="1" rIns="0" wrap="square" tIns="0">
            <a:noAutofit/>
          </a:bodyPr>
          <a:lstStyle/>
          <a:p>
            <a:pPr indent="0" lvl="0" marL="0" rtl="0" algn="l">
              <a:spcBef>
                <a:spcPts val="0"/>
              </a:spcBef>
              <a:spcAft>
                <a:spcPts val="0"/>
              </a:spcAft>
              <a:buNone/>
            </a:pPr>
            <a:r>
              <a:t/>
            </a:r>
            <a:endParaRPr/>
          </a:p>
        </p:txBody>
      </p:sp>
      <p:sp>
        <p:nvSpPr>
          <p:cNvPr id="17926" name="Google Shape;17926;p317"/>
          <p:cNvSpPr txBox="1"/>
          <p:nvPr>
            <p:ph idx="34" type="title"/>
          </p:nvPr>
        </p:nvSpPr>
        <p:spPr>
          <a:xfrm flipH="1">
            <a:off x="3208773" y="579550"/>
            <a:ext cx="6679800" cy="169200"/>
          </a:xfrm>
          <a:prstGeom prst="rect">
            <a:avLst/>
          </a:prstGeom>
        </p:spPr>
        <p:txBody>
          <a:bodyPr anchorCtr="0" anchor="ctr" bIns="0" lIns="0" spcFirstLastPara="1" rIns="0" wrap="square" tIns="0">
            <a:noAutofit/>
          </a:bodyPr>
          <a:lstStyle/>
          <a:p>
            <a:pPr indent="0" lvl="0" marL="0" rtl="0" algn="l">
              <a:spcBef>
                <a:spcPts val="0"/>
              </a:spcBef>
              <a:spcAft>
                <a:spcPts val="0"/>
              </a:spcAft>
              <a:buNone/>
            </a:pPr>
            <a:r>
              <a:t/>
            </a:r>
            <a:endParaRPr/>
          </a:p>
        </p:txBody>
      </p:sp>
      <p:sp>
        <p:nvSpPr>
          <p:cNvPr id="17927" name="Google Shape;17927;p317"/>
          <p:cNvSpPr txBox="1"/>
          <p:nvPr>
            <p:ph idx="35" type="body"/>
          </p:nvPr>
        </p:nvSpPr>
        <p:spPr>
          <a:xfrm>
            <a:off x="641150" y="612125"/>
            <a:ext cx="1770300" cy="160500"/>
          </a:xfrm>
          <a:prstGeom prst="rect">
            <a:avLst/>
          </a:prstGeom>
        </p:spPr>
        <p:txBody>
          <a:bodyPr anchorCtr="0" anchor="t" bIns="0" lIns="0" spcFirstLastPara="1" rIns="0" wrap="square" tIns="0">
            <a:noAutofit/>
          </a:bodyPr>
          <a:lstStyle/>
          <a:p>
            <a:pPr indent="0" lvl="0" marL="0" rtl="0" algn="ctr">
              <a:spcBef>
                <a:spcPts val="0"/>
              </a:spcBef>
              <a:spcAft>
                <a:spcPts val="0"/>
              </a:spcAft>
              <a:buNone/>
            </a:pPr>
            <a:r>
              <a:t/>
            </a:r>
            <a:endParaRPr/>
          </a:p>
        </p:txBody>
      </p:sp>
    </p:spTree>
  </p:cSld>
  <p:clrMapOvr>
    <a:masterClrMapping/>
  </p:clrMapOvr>
</p:sld>
</file>

<file path=ppt/slides/slide5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931" name="Shape 17931"/>
        <p:cNvGrpSpPr/>
        <p:nvPr/>
      </p:nvGrpSpPr>
      <p:grpSpPr>
        <a:xfrm>
          <a:off x="0" y="0"/>
          <a:ext cx="0" cy="0"/>
          <a:chOff x="0" y="0"/>
          <a:chExt cx="0" cy="0"/>
        </a:xfrm>
      </p:grpSpPr>
      <p:sp>
        <p:nvSpPr>
          <p:cNvPr id="17932" name="Google Shape;17932;p318"/>
          <p:cNvSpPr txBox="1"/>
          <p:nvPr>
            <p:ph idx="1" type="subTitle"/>
          </p:nvPr>
        </p:nvSpPr>
        <p:spPr>
          <a:xfrm>
            <a:off x="832100" y="1493107"/>
            <a:ext cx="1750500" cy="450300"/>
          </a:xfrm>
          <a:prstGeom prst="rect">
            <a:avLst/>
          </a:prstGeom>
        </p:spPr>
        <p:txBody>
          <a:bodyPr anchorCtr="0" anchor="ctr" bIns="54000" lIns="54000" spcFirstLastPara="1" rIns="54000" wrap="square" tIns="54000">
            <a:noAutofit/>
          </a:bodyPr>
          <a:lstStyle/>
          <a:p>
            <a:pPr indent="0" lvl="0" marL="0" rtl="0" algn="l">
              <a:spcBef>
                <a:spcPts val="0"/>
              </a:spcBef>
              <a:spcAft>
                <a:spcPts val="0"/>
              </a:spcAft>
              <a:buNone/>
            </a:pPr>
            <a:r>
              <a:rPr lang="es-419"/>
              <a:t>RF-46</a:t>
            </a:r>
            <a:endParaRPr/>
          </a:p>
        </p:txBody>
      </p:sp>
      <p:sp>
        <p:nvSpPr>
          <p:cNvPr id="17933" name="Google Shape;17933;p318"/>
          <p:cNvSpPr txBox="1"/>
          <p:nvPr>
            <p:ph idx="2" type="subTitle"/>
          </p:nvPr>
        </p:nvSpPr>
        <p:spPr>
          <a:xfrm>
            <a:off x="2631389" y="1493107"/>
            <a:ext cx="3605700" cy="450300"/>
          </a:xfrm>
          <a:prstGeom prst="rect">
            <a:avLst/>
          </a:prstGeom>
        </p:spPr>
        <p:txBody>
          <a:bodyPr anchorCtr="0" anchor="ctr" bIns="54000" lIns="54000" spcFirstLastPara="1" rIns="54000" wrap="square" tIns="54000">
            <a:noAutofit/>
          </a:bodyPr>
          <a:lstStyle/>
          <a:p>
            <a:pPr indent="0" lvl="0" marL="0" rtl="0" algn="l">
              <a:spcBef>
                <a:spcPts val="0"/>
              </a:spcBef>
              <a:spcAft>
                <a:spcPts val="0"/>
              </a:spcAft>
              <a:buNone/>
            </a:pPr>
            <a:r>
              <a:rPr lang="es-419"/>
              <a:t>Registro de comentarios iniciales</a:t>
            </a:r>
            <a:endParaRPr/>
          </a:p>
        </p:txBody>
      </p:sp>
      <p:sp>
        <p:nvSpPr>
          <p:cNvPr id="17934" name="Google Shape;17934;p318"/>
          <p:cNvSpPr txBox="1"/>
          <p:nvPr>
            <p:ph idx="3" type="subTitle"/>
          </p:nvPr>
        </p:nvSpPr>
        <p:spPr>
          <a:xfrm>
            <a:off x="6269361" y="1493107"/>
            <a:ext cx="3536400" cy="450300"/>
          </a:xfrm>
          <a:prstGeom prst="rect">
            <a:avLst/>
          </a:prstGeom>
        </p:spPr>
        <p:txBody>
          <a:bodyPr anchorCtr="0" anchor="ctr" bIns="54000" lIns="54000" spcFirstLastPara="1" rIns="54000" wrap="square" tIns="54000">
            <a:noAutofit/>
          </a:bodyPr>
          <a:lstStyle/>
          <a:p>
            <a:pPr indent="0" lvl="0" marL="0" rtl="0" algn="l">
              <a:spcBef>
                <a:spcPts val="0"/>
              </a:spcBef>
              <a:spcAft>
                <a:spcPts val="0"/>
              </a:spcAft>
              <a:buNone/>
            </a:pPr>
            <a:r>
              <a:rPr lang="es-419"/>
              <a:t>CUS-10</a:t>
            </a:r>
            <a:endParaRPr/>
          </a:p>
        </p:txBody>
      </p:sp>
      <p:sp>
        <p:nvSpPr>
          <p:cNvPr id="17935" name="Google Shape;17935;p318"/>
          <p:cNvSpPr txBox="1"/>
          <p:nvPr>
            <p:ph idx="4" type="subTitle"/>
          </p:nvPr>
        </p:nvSpPr>
        <p:spPr>
          <a:xfrm>
            <a:off x="832100" y="2026281"/>
            <a:ext cx="1750500" cy="450300"/>
          </a:xfrm>
          <a:prstGeom prst="rect">
            <a:avLst/>
          </a:prstGeom>
        </p:spPr>
        <p:txBody>
          <a:bodyPr anchorCtr="0" anchor="ctr" bIns="54000" lIns="54000" spcFirstLastPara="1" rIns="54000" wrap="square" tIns="54000">
            <a:noAutofit/>
          </a:bodyPr>
          <a:lstStyle/>
          <a:p>
            <a:pPr indent="0" lvl="0" marL="0" rtl="0" algn="l">
              <a:spcBef>
                <a:spcPts val="0"/>
              </a:spcBef>
              <a:spcAft>
                <a:spcPts val="0"/>
              </a:spcAft>
              <a:buNone/>
            </a:pPr>
            <a:r>
              <a:rPr lang="es-419"/>
              <a:t>RF-47</a:t>
            </a:r>
            <a:endParaRPr/>
          </a:p>
        </p:txBody>
      </p:sp>
      <p:sp>
        <p:nvSpPr>
          <p:cNvPr id="17936" name="Google Shape;17936;p318"/>
          <p:cNvSpPr txBox="1"/>
          <p:nvPr>
            <p:ph idx="5" type="subTitle"/>
          </p:nvPr>
        </p:nvSpPr>
        <p:spPr>
          <a:xfrm>
            <a:off x="2631389" y="2026281"/>
            <a:ext cx="3605700" cy="450300"/>
          </a:xfrm>
          <a:prstGeom prst="rect">
            <a:avLst/>
          </a:prstGeom>
        </p:spPr>
        <p:txBody>
          <a:bodyPr anchorCtr="0" anchor="ctr" bIns="54000" lIns="54000" spcFirstLastPara="1" rIns="54000" wrap="square" tIns="54000">
            <a:noAutofit/>
          </a:bodyPr>
          <a:lstStyle/>
          <a:p>
            <a:pPr indent="0" lvl="0" marL="0" rtl="0" algn="l">
              <a:spcBef>
                <a:spcPts val="0"/>
              </a:spcBef>
              <a:spcAft>
                <a:spcPts val="0"/>
              </a:spcAft>
              <a:buClr>
                <a:schemeClr val="dk1"/>
              </a:buClr>
              <a:buSzPts val="1100"/>
              <a:buFont typeface="Arial"/>
              <a:buNone/>
            </a:pPr>
            <a:r>
              <a:rPr lang="es-419">
                <a:solidFill>
                  <a:schemeClr val="dk1"/>
                </a:solidFill>
              </a:rPr>
              <a:t>Registro de comentarios iniciales</a:t>
            </a:r>
            <a:endParaRPr/>
          </a:p>
        </p:txBody>
      </p:sp>
      <p:sp>
        <p:nvSpPr>
          <p:cNvPr id="17937" name="Google Shape;17937;p318"/>
          <p:cNvSpPr txBox="1"/>
          <p:nvPr>
            <p:ph idx="6" type="subTitle"/>
          </p:nvPr>
        </p:nvSpPr>
        <p:spPr>
          <a:xfrm>
            <a:off x="6269361" y="2026281"/>
            <a:ext cx="3536400" cy="450300"/>
          </a:xfrm>
          <a:prstGeom prst="rect">
            <a:avLst/>
          </a:prstGeom>
        </p:spPr>
        <p:txBody>
          <a:bodyPr anchorCtr="0" anchor="ctr" bIns="54000" lIns="54000" spcFirstLastPara="1" rIns="54000" wrap="square" tIns="54000">
            <a:noAutofit/>
          </a:bodyPr>
          <a:lstStyle/>
          <a:p>
            <a:pPr indent="0" lvl="0" marL="0" rtl="0" algn="l">
              <a:spcBef>
                <a:spcPts val="0"/>
              </a:spcBef>
              <a:spcAft>
                <a:spcPts val="0"/>
              </a:spcAft>
              <a:buClr>
                <a:schemeClr val="dk1"/>
              </a:buClr>
              <a:buSzPts val="1100"/>
              <a:buFont typeface="Arial"/>
              <a:buNone/>
            </a:pPr>
            <a:r>
              <a:rPr lang="es-419">
                <a:solidFill>
                  <a:schemeClr val="dk1"/>
                </a:solidFill>
              </a:rPr>
              <a:t>CUS-10</a:t>
            </a:r>
            <a:endParaRPr/>
          </a:p>
        </p:txBody>
      </p:sp>
      <p:sp>
        <p:nvSpPr>
          <p:cNvPr id="17938" name="Google Shape;17938;p318"/>
          <p:cNvSpPr txBox="1"/>
          <p:nvPr>
            <p:ph idx="7" type="subTitle"/>
          </p:nvPr>
        </p:nvSpPr>
        <p:spPr>
          <a:xfrm>
            <a:off x="832100" y="2534273"/>
            <a:ext cx="1750500" cy="450300"/>
          </a:xfrm>
          <a:prstGeom prst="rect">
            <a:avLst/>
          </a:prstGeom>
        </p:spPr>
        <p:txBody>
          <a:bodyPr anchorCtr="0" anchor="ctr" bIns="54000" lIns="54000" spcFirstLastPara="1" rIns="54000" wrap="square" tIns="54000">
            <a:noAutofit/>
          </a:bodyPr>
          <a:lstStyle/>
          <a:p>
            <a:pPr indent="0" lvl="0" marL="0" rtl="0" algn="l">
              <a:spcBef>
                <a:spcPts val="0"/>
              </a:spcBef>
              <a:spcAft>
                <a:spcPts val="0"/>
              </a:spcAft>
              <a:buNone/>
            </a:pPr>
            <a:r>
              <a:rPr lang="es-419"/>
              <a:t>RF-48</a:t>
            </a:r>
            <a:endParaRPr/>
          </a:p>
        </p:txBody>
      </p:sp>
      <p:sp>
        <p:nvSpPr>
          <p:cNvPr id="17939" name="Google Shape;17939;p318"/>
          <p:cNvSpPr txBox="1"/>
          <p:nvPr>
            <p:ph idx="8" type="subTitle"/>
          </p:nvPr>
        </p:nvSpPr>
        <p:spPr>
          <a:xfrm>
            <a:off x="2631389" y="2534273"/>
            <a:ext cx="3605700" cy="450300"/>
          </a:xfrm>
          <a:prstGeom prst="rect">
            <a:avLst/>
          </a:prstGeom>
        </p:spPr>
        <p:txBody>
          <a:bodyPr anchorCtr="0" anchor="ctr" bIns="54000" lIns="54000" spcFirstLastPara="1" rIns="54000" wrap="square" tIns="54000">
            <a:noAutofit/>
          </a:bodyPr>
          <a:lstStyle/>
          <a:p>
            <a:pPr indent="0" lvl="0" marL="0" rtl="0" algn="l">
              <a:spcBef>
                <a:spcPts val="0"/>
              </a:spcBef>
              <a:spcAft>
                <a:spcPts val="0"/>
              </a:spcAft>
              <a:buClr>
                <a:schemeClr val="dk1"/>
              </a:buClr>
              <a:buSzPts val="1100"/>
              <a:buFont typeface="Arial"/>
              <a:buNone/>
            </a:pPr>
            <a:r>
              <a:rPr lang="es-419">
                <a:solidFill>
                  <a:schemeClr val="dk1"/>
                </a:solidFill>
              </a:rPr>
              <a:t>Registro de comentarios iniciales</a:t>
            </a:r>
            <a:endParaRPr/>
          </a:p>
        </p:txBody>
      </p:sp>
      <p:sp>
        <p:nvSpPr>
          <p:cNvPr id="17940" name="Google Shape;17940;p318"/>
          <p:cNvSpPr txBox="1"/>
          <p:nvPr>
            <p:ph idx="9" type="subTitle"/>
          </p:nvPr>
        </p:nvSpPr>
        <p:spPr>
          <a:xfrm>
            <a:off x="6269361" y="2534273"/>
            <a:ext cx="3536400" cy="450300"/>
          </a:xfrm>
          <a:prstGeom prst="rect">
            <a:avLst/>
          </a:prstGeom>
        </p:spPr>
        <p:txBody>
          <a:bodyPr anchorCtr="0" anchor="ctr" bIns="54000" lIns="54000" spcFirstLastPara="1" rIns="54000" wrap="square" tIns="54000">
            <a:noAutofit/>
          </a:bodyPr>
          <a:lstStyle/>
          <a:p>
            <a:pPr indent="0" lvl="0" marL="0" rtl="0" algn="l">
              <a:spcBef>
                <a:spcPts val="0"/>
              </a:spcBef>
              <a:spcAft>
                <a:spcPts val="0"/>
              </a:spcAft>
              <a:buClr>
                <a:schemeClr val="dk1"/>
              </a:buClr>
              <a:buSzPts val="1100"/>
              <a:buFont typeface="Arial"/>
              <a:buNone/>
            </a:pPr>
            <a:r>
              <a:rPr lang="es-419">
                <a:solidFill>
                  <a:schemeClr val="dk1"/>
                </a:solidFill>
              </a:rPr>
              <a:t>CUS-10</a:t>
            </a:r>
            <a:endParaRPr/>
          </a:p>
        </p:txBody>
      </p:sp>
      <p:sp>
        <p:nvSpPr>
          <p:cNvPr id="17941" name="Google Shape;17941;p318"/>
          <p:cNvSpPr txBox="1"/>
          <p:nvPr>
            <p:ph idx="13" type="subTitle"/>
          </p:nvPr>
        </p:nvSpPr>
        <p:spPr>
          <a:xfrm>
            <a:off x="832100" y="3054546"/>
            <a:ext cx="1750500" cy="450300"/>
          </a:xfrm>
          <a:prstGeom prst="rect">
            <a:avLst/>
          </a:prstGeom>
        </p:spPr>
        <p:txBody>
          <a:bodyPr anchorCtr="0" anchor="ctr" bIns="54000" lIns="54000" spcFirstLastPara="1" rIns="54000" wrap="square" tIns="54000">
            <a:noAutofit/>
          </a:bodyPr>
          <a:lstStyle/>
          <a:p>
            <a:pPr indent="0" lvl="0" marL="0" rtl="0" algn="l">
              <a:spcBef>
                <a:spcPts val="0"/>
              </a:spcBef>
              <a:spcAft>
                <a:spcPts val="0"/>
              </a:spcAft>
              <a:buNone/>
            </a:pPr>
            <a:r>
              <a:rPr lang="es-419"/>
              <a:t>RF-49</a:t>
            </a:r>
            <a:endParaRPr/>
          </a:p>
        </p:txBody>
      </p:sp>
      <p:sp>
        <p:nvSpPr>
          <p:cNvPr id="17942" name="Google Shape;17942;p318"/>
          <p:cNvSpPr txBox="1"/>
          <p:nvPr>
            <p:ph idx="14" type="subTitle"/>
          </p:nvPr>
        </p:nvSpPr>
        <p:spPr>
          <a:xfrm>
            <a:off x="2631389" y="3054546"/>
            <a:ext cx="3605700" cy="450300"/>
          </a:xfrm>
          <a:prstGeom prst="rect">
            <a:avLst/>
          </a:prstGeom>
        </p:spPr>
        <p:txBody>
          <a:bodyPr anchorCtr="0" anchor="ctr" bIns="54000" lIns="54000" spcFirstLastPara="1" rIns="54000" wrap="square" tIns="54000">
            <a:noAutofit/>
          </a:bodyPr>
          <a:lstStyle/>
          <a:p>
            <a:pPr indent="0" lvl="0" marL="0" rtl="0" algn="l">
              <a:spcBef>
                <a:spcPts val="0"/>
              </a:spcBef>
              <a:spcAft>
                <a:spcPts val="0"/>
              </a:spcAft>
              <a:buClr>
                <a:schemeClr val="dk1"/>
              </a:buClr>
              <a:buSzPts val="1100"/>
              <a:buFont typeface="Arial"/>
              <a:buNone/>
            </a:pPr>
            <a:r>
              <a:rPr lang="es-419">
                <a:solidFill>
                  <a:schemeClr val="dk1"/>
                </a:solidFill>
              </a:rPr>
              <a:t>Registro de comentarios iniciales</a:t>
            </a:r>
            <a:endParaRPr/>
          </a:p>
        </p:txBody>
      </p:sp>
      <p:sp>
        <p:nvSpPr>
          <p:cNvPr id="17943" name="Google Shape;17943;p318"/>
          <p:cNvSpPr txBox="1"/>
          <p:nvPr>
            <p:ph idx="15" type="subTitle"/>
          </p:nvPr>
        </p:nvSpPr>
        <p:spPr>
          <a:xfrm>
            <a:off x="6269361" y="3054546"/>
            <a:ext cx="3536400" cy="450300"/>
          </a:xfrm>
          <a:prstGeom prst="rect">
            <a:avLst/>
          </a:prstGeom>
        </p:spPr>
        <p:txBody>
          <a:bodyPr anchorCtr="0" anchor="ctr" bIns="54000" lIns="54000" spcFirstLastPara="1" rIns="54000" wrap="square" tIns="54000">
            <a:noAutofit/>
          </a:bodyPr>
          <a:lstStyle/>
          <a:p>
            <a:pPr indent="0" lvl="0" marL="0" rtl="0" algn="l">
              <a:spcBef>
                <a:spcPts val="0"/>
              </a:spcBef>
              <a:spcAft>
                <a:spcPts val="0"/>
              </a:spcAft>
              <a:buClr>
                <a:schemeClr val="dk1"/>
              </a:buClr>
              <a:buSzPts val="1100"/>
              <a:buFont typeface="Arial"/>
              <a:buNone/>
            </a:pPr>
            <a:r>
              <a:rPr lang="es-419">
                <a:solidFill>
                  <a:schemeClr val="dk1"/>
                </a:solidFill>
              </a:rPr>
              <a:t>CUS-10</a:t>
            </a:r>
            <a:endParaRPr/>
          </a:p>
        </p:txBody>
      </p:sp>
      <p:sp>
        <p:nvSpPr>
          <p:cNvPr id="17944" name="Google Shape;17944;p318"/>
          <p:cNvSpPr txBox="1"/>
          <p:nvPr>
            <p:ph idx="16" type="subTitle"/>
          </p:nvPr>
        </p:nvSpPr>
        <p:spPr>
          <a:xfrm>
            <a:off x="832100" y="3587721"/>
            <a:ext cx="1750500" cy="450300"/>
          </a:xfrm>
          <a:prstGeom prst="rect">
            <a:avLst/>
          </a:prstGeom>
        </p:spPr>
        <p:txBody>
          <a:bodyPr anchorCtr="0" anchor="ctr" bIns="54000" lIns="54000" spcFirstLastPara="1" rIns="54000" wrap="square" tIns="54000">
            <a:noAutofit/>
          </a:bodyPr>
          <a:lstStyle/>
          <a:p>
            <a:pPr indent="0" lvl="0" marL="0" rtl="0" algn="l">
              <a:spcBef>
                <a:spcPts val="0"/>
              </a:spcBef>
              <a:spcAft>
                <a:spcPts val="0"/>
              </a:spcAft>
              <a:buNone/>
            </a:pPr>
            <a:r>
              <a:rPr lang="es-419"/>
              <a:t>RF-50</a:t>
            </a:r>
            <a:endParaRPr/>
          </a:p>
        </p:txBody>
      </p:sp>
      <p:sp>
        <p:nvSpPr>
          <p:cNvPr id="17945" name="Google Shape;17945;p318"/>
          <p:cNvSpPr txBox="1"/>
          <p:nvPr>
            <p:ph idx="17" type="subTitle"/>
          </p:nvPr>
        </p:nvSpPr>
        <p:spPr>
          <a:xfrm>
            <a:off x="2631389" y="3587721"/>
            <a:ext cx="3605700" cy="450300"/>
          </a:xfrm>
          <a:prstGeom prst="rect">
            <a:avLst/>
          </a:prstGeom>
        </p:spPr>
        <p:txBody>
          <a:bodyPr anchorCtr="0" anchor="ctr" bIns="54000" lIns="54000" spcFirstLastPara="1" rIns="54000" wrap="square" tIns="54000">
            <a:noAutofit/>
          </a:bodyPr>
          <a:lstStyle/>
          <a:p>
            <a:pPr indent="0" lvl="0" marL="0" rtl="0" algn="l">
              <a:spcBef>
                <a:spcPts val="0"/>
              </a:spcBef>
              <a:spcAft>
                <a:spcPts val="0"/>
              </a:spcAft>
              <a:buClr>
                <a:schemeClr val="dk1"/>
              </a:buClr>
              <a:buSzPts val="1100"/>
              <a:buFont typeface="Arial"/>
              <a:buNone/>
            </a:pPr>
            <a:r>
              <a:rPr lang="es-419">
                <a:solidFill>
                  <a:schemeClr val="dk1"/>
                </a:solidFill>
              </a:rPr>
              <a:t>Registro de comentarios iniciales</a:t>
            </a:r>
            <a:endParaRPr/>
          </a:p>
        </p:txBody>
      </p:sp>
      <p:sp>
        <p:nvSpPr>
          <p:cNvPr id="17946" name="Google Shape;17946;p318"/>
          <p:cNvSpPr txBox="1"/>
          <p:nvPr>
            <p:ph idx="18" type="subTitle"/>
          </p:nvPr>
        </p:nvSpPr>
        <p:spPr>
          <a:xfrm>
            <a:off x="6269361" y="3587721"/>
            <a:ext cx="3536400" cy="450300"/>
          </a:xfrm>
          <a:prstGeom prst="rect">
            <a:avLst/>
          </a:prstGeom>
        </p:spPr>
        <p:txBody>
          <a:bodyPr anchorCtr="0" anchor="ctr" bIns="54000" lIns="54000" spcFirstLastPara="1" rIns="54000" wrap="square" tIns="54000">
            <a:noAutofit/>
          </a:bodyPr>
          <a:lstStyle/>
          <a:p>
            <a:pPr indent="0" lvl="0" marL="0" rtl="0" algn="l">
              <a:spcBef>
                <a:spcPts val="0"/>
              </a:spcBef>
              <a:spcAft>
                <a:spcPts val="0"/>
              </a:spcAft>
              <a:buClr>
                <a:schemeClr val="dk1"/>
              </a:buClr>
              <a:buSzPts val="1100"/>
              <a:buFont typeface="Arial"/>
              <a:buNone/>
            </a:pPr>
            <a:r>
              <a:rPr lang="es-419">
                <a:solidFill>
                  <a:schemeClr val="dk1"/>
                </a:solidFill>
              </a:rPr>
              <a:t>CUS-10</a:t>
            </a:r>
            <a:endParaRPr/>
          </a:p>
        </p:txBody>
      </p:sp>
      <p:sp>
        <p:nvSpPr>
          <p:cNvPr id="17947" name="Google Shape;17947;p318"/>
          <p:cNvSpPr txBox="1"/>
          <p:nvPr>
            <p:ph idx="19" type="subTitle"/>
          </p:nvPr>
        </p:nvSpPr>
        <p:spPr>
          <a:xfrm>
            <a:off x="832100" y="4083907"/>
            <a:ext cx="1750500" cy="450300"/>
          </a:xfrm>
          <a:prstGeom prst="rect">
            <a:avLst/>
          </a:prstGeom>
        </p:spPr>
        <p:txBody>
          <a:bodyPr anchorCtr="0" anchor="ctr" bIns="54000" lIns="54000" spcFirstLastPara="1" rIns="54000" wrap="square" tIns="54000">
            <a:noAutofit/>
          </a:bodyPr>
          <a:lstStyle/>
          <a:p>
            <a:pPr indent="0" lvl="0" marL="0" rtl="0" algn="l">
              <a:spcBef>
                <a:spcPts val="0"/>
              </a:spcBef>
              <a:spcAft>
                <a:spcPts val="0"/>
              </a:spcAft>
              <a:buNone/>
            </a:pPr>
            <a:r>
              <a:t/>
            </a:r>
            <a:endParaRPr/>
          </a:p>
        </p:txBody>
      </p:sp>
      <p:sp>
        <p:nvSpPr>
          <p:cNvPr id="17948" name="Google Shape;17948;p318"/>
          <p:cNvSpPr txBox="1"/>
          <p:nvPr>
            <p:ph idx="20" type="subTitle"/>
          </p:nvPr>
        </p:nvSpPr>
        <p:spPr>
          <a:xfrm>
            <a:off x="2631389" y="4083907"/>
            <a:ext cx="3605700" cy="450300"/>
          </a:xfrm>
          <a:prstGeom prst="rect">
            <a:avLst/>
          </a:prstGeom>
        </p:spPr>
        <p:txBody>
          <a:bodyPr anchorCtr="0" anchor="ctr" bIns="54000" lIns="54000" spcFirstLastPara="1" rIns="54000" wrap="square" tIns="54000">
            <a:noAutofit/>
          </a:bodyPr>
          <a:lstStyle/>
          <a:p>
            <a:pPr indent="0" lvl="0" marL="0" rtl="0" algn="l">
              <a:spcBef>
                <a:spcPts val="0"/>
              </a:spcBef>
              <a:spcAft>
                <a:spcPts val="0"/>
              </a:spcAft>
              <a:buNone/>
            </a:pPr>
            <a:r>
              <a:t/>
            </a:r>
            <a:endParaRPr/>
          </a:p>
        </p:txBody>
      </p:sp>
      <p:sp>
        <p:nvSpPr>
          <p:cNvPr id="17949" name="Google Shape;17949;p318"/>
          <p:cNvSpPr txBox="1"/>
          <p:nvPr>
            <p:ph idx="21" type="subTitle"/>
          </p:nvPr>
        </p:nvSpPr>
        <p:spPr>
          <a:xfrm>
            <a:off x="6269361" y="4083907"/>
            <a:ext cx="3536400" cy="450300"/>
          </a:xfrm>
          <a:prstGeom prst="rect">
            <a:avLst/>
          </a:prstGeom>
        </p:spPr>
        <p:txBody>
          <a:bodyPr anchorCtr="0" anchor="ctr" bIns="54000" lIns="54000" spcFirstLastPara="1" rIns="54000" wrap="square" tIns="54000">
            <a:noAutofit/>
          </a:bodyPr>
          <a:lstStyle/>
          <a:p>
            <a:pPr indent="0" lvl="0" marL="0" rtl="0" algn="l">
              <a:spcBef>
                <a:spcPts val="0"/>
              </a:spcBef>
              <a:spcAft>
                <a:spcPts val="0"/>
              </a:spcAft>
              <a:buNone/>
            </a:pPr>
            <a:r>
              <a:t/>
            </a:r>
            <a:endParaRPr/>
          </a:p>
        </p:txBody>
      </p:sp>
      <p:sp>
        <p:nvSpPr>
          <p:cNvPr id="17950" name="Google Shape;17950;p318"/>
          <p:cNvSpPr txBox="1"/>
          <p:nvPr>
            <p:ph idx="22" type="subTitle"/>
          </p:nvPr>
        </p:nvSpPr>
        <p:spPr>
          <a:xfrm>
            <a:off x="832100" y="4617081"/>
            <a:ext cx="1750500" cy="450300"/>
          </a:xfrm>
          <a:prstGeom prst="rect">
            <a:avLst/>
          </a:prstGeom>
        </p:spPr>
        <p:txBody>
          <a:bodyPr anchorCtr="0" anchor="ctr" bIns="54000" lIns="54000" spcFirstLastPara="1" rIns="54000" wrap="square" tIns="54000">
            <a:noAutofit/>
          </a:bodyPr>
          <a:lstStyle/>
          <a:p>
            <a:pPr indent="0" lvl="0" marL="0" rtl="0" algn="l">
              <a:spcBef>
                <a:spcPts val="0"/>
              </a:spcBef>
              <a:spcAft>
                <a:spcPts val="0"/>
              </a:spcAft>
              <a:buNone/>
            </a:pPr>
            <a:r>
              <a:t/>
            </a:r>
            <a:endParaRPr/>
          </a:p>
        </p:txBody>
      </p:sp>
      <p:sp>
        <p:nvSpPr>
          <p:cNvPr id="17951" name="Google Shape;17951;p318"/>
          <p:cNvSpPr txBox="1"/>
          <p:nvPr>
            <p:ph idx="23" type="subTitle"/>
          </p:nvPr>
        </p:nvSpPr>
        <p:spPr>
          <a:xfrm>
            <a:off x="2631389" y="4617081"/>
            <a:ext cx="3605700" cy="450300"/>
          </a:xfrm>
          <a:prstGeom prst="rect">
            <a:avLst/>
          </a:prstGeom>
        </p:spPr>
        <p:txBody>
          <a:bodyPr anchorCtr="0" anchor="ctr" bIns="54000" lIns="54000" spcFirstLastPara="1" rIns="54000" wrap="square" tIns="54000">
            <a:noAutofit/>
          </a:bodyPr>
          <a:lstStyle/>
          <a:p>
            <a:pPr indent="0" lvl="0" marL="0" rtl="0" algn="l">
              <a:spcBef>
                <a:spcPts val="0"/>
              </a:spcBef>
              <a:spcAft>
                <a:spcPts val="0"/>
              </a:spcAft>
              <a:buNone/>
            </a:pPr>
            <a:r>
              <a:t/>
            </a:r>
            <a:endParaRPr/>
          </a:p>
        </p:txBody>
      </p:sp>
      <p:sp>
        <p:nvSpPr>
          <p:cNvPr id="17952" name="Google Shape;17952;p318"/>
          <p:cNvSpPr txBox="1"/>
          <p:nvPr>
            <p:ph idx="24" type="subTitle"/>
          </p:nvPr>
        </p:nvSpPr>
        <p:spPr>
          <a:xfrm>
            <a:off x="6269361" y="4617081"/>
            <a:ext cx="3536400" cy="450300"/>
          </a:xfrm>
          <a:prstGeom prst="rect">
            <a:avLst/>
          </a:prstGeom>
        </p:spPr>
        <p:txBody>
          <a:bodyPr anchorCtr="0" anchor="ctr" bIns="54000" lIns="54000" spcFirstLastPara="1" rIns="54000" wrap="square" tIns="54000">
            <a:noAutofit/>
          </a:bodyPr>
          <a:lstStyle/>
          <a:p>
            <a:pPr indent="0" lvl="0" marL="0" rtl="0" algn="l">
              <a:spcBef>
                <a:spcPts val="0"/>
              </a:spcBef>
              <a:spcAft>
                <a:spcPts val="0"/>
              </a:spcAft>
              <a:buNone/>
            </a:pPr>
            <a:r>
              <a:t/>
            </a:r>
            <a:endParaRPr/>
          </a:p>
        </p:txBody>
      </p:sp>
      <p:sp>
        <p:nvSpPr>
          <p:cNvPr id="17953" name="Google Shape;17953;p318"/>
          <p:cNvSpPr txBox="1"/>
          <p:nvPr>
            <p:ph idx="25" type="subTitle"/>
          </p:nvPr>
        </p:nvSpPr>
        <p:spPr>
          <a:xfrm>
            <a:off x="832100" y="5125073"/>
            <a:ext cx="1750500" cy="450300"/>
          </a:xfrm>
          <a:prstGeom prst="rect">
            <a:avLst/>
          </a:prstGeom>
        </p:spPr>
        <p:txBody>
          <a:bodyPr anchorCtr="0" anchor="ctr" bIns="54000" lIns="54000" spcFirstLastPara="1" rIns="54000" wrap="square" tIns="54000">
            <a:noAutofit/>
          </a:bodyPr>
          <a:lstStyle/>
          <a:p>
            <a:pPr indent="0" lvl="0" marL="0" rtl="0" algn="l">
              <a:spcBef>
                <a:spcPts val="0"/>
              </a:spcBef>
              <a:spcAft>
                <a:spcPts val="0"/>
              </a:spcAft>
              <a:buNone/>
            </a:pPr>
            <a:r>
              <a:t/>
            </a:r>
            <a:endParaRPr/>
          </a:p>
        </p:txBody>
      </p:sp>
      <p:sp>
        <p:nvSpPr>
          <p:cNvPr id="17954" name="Google Shape;17954;p318"/>
          <p:cNvSpPr txBox="1"/>
          <p:nvPr>
            <p:ph idx="26" type="subTitle"/>
          </p:nvPr>
        </p:nvSpPr>
        <p:spPr>
          <a:xfrm>
            <a:off x="2631389" y="5125073"/>
            <a:ext cx="3605700" cy="450300"/>
          </a:xfrm>
          <a:prstGeom prst="rect">
            <a:avLst/>
          </a:prstGeom>
        </p:spPr>
        <p:txBody>
          <a:bodyPr anchorCtr="0" anchor="ctr" bIns="54000" lIns="54000" spcFirstLastPara="1" rIns="54000" wrap="square" tIns="54000">
            <a:noAutofit/>
          </a:bodyPr>
          <a:lstStyle/>
          <a:p>
            <a:pPr indent="0" lvl="0" marL="0" rtl="0" algn="l">
              <a:spcBef>
                <a:spcPts val="0"/>
              </a:spcBef>
              <a:spcAft>
                <a:spcPts val="0"/>
              </a:spcAft>
              <a:buNone/>
            </a:pPr>
            <a:r>
              <a:t/>
            </a:r>
            <a:endParaRPr/>
          </a:p>
        </p:txBody>
      </p:sp>
      <p:sp>
        <p:nvSpPr>
          <p:cNvPr id="17955" name="Google Shape;17955;p318"/>
          <p:cNvSpPr txBox="1"/>
          <p:nvPr>
            <p:ph idx="27" type="subTitle"/>
          </p:nvPr>
        </p:nvSpPr>
        <p:spPr>
          <a:xfrm>
            <a:off x="6269361" y="5125073"/>
            <a:ext cx="3536400" cy="450300"/>
          </a:xfrm>
          <a:prstGeom prst="rect">
            <a:avLst/>
          </a:prstGeom>
        </p:spPr>
        <p:txBody>
          <a:bodyPr anchorCtr="0" anchor="ctr" bIns="54000" lIns="54000" spcFirstLastPara="1" rIns="54000" wrap="square" tIns="54000">
            <a:noAutofit/>
          </a:bodyPr>
          <a:lstStyle/>
          <a:p>
            <a:pPr indent="0" lvl="0" marL="0" rtl="0" algn="l">
              <a:spcBef>
                <a:spcPts val="0"/>
              </a:spcBef>
              <a:spcAft>
                <a:spcPts val="0"/>
              </a:spcAft>
              <a:buNone/>
            </a:pPr>
            <a:r>
              <a:t/>
            </a:r>
            <a:endParaRPr/>
          </a:p>
        </p:txBody>
      </p:sp>
      <p:sp>
        <p:nvSpPr>
          <p:cNvPr id="17956" name="Google Shape;17956;p318"/>
          <p:cNvSpPr txBox="1"/>
          <p:nvPr>
            <p:ph idx="28" type="subTitle"/>
          </p:nvPr>
        </p:nvSpPr>
        <p:spPr>
          <a:xfrm>
            <a:off x="832100" y="5645346"/>
            <a:ext cx="1750500" cy="450300"/>
          </a:xfrm>
          <a:prstGeom prst="rect">
            <a:avLst/>
          </a:prstGeom>
        </p:spPr>
        <p:txBody>
          <a:bodyPr anchorCtr="0" anchor="ctr" bIns="54000" lIns="54000" spcFirstLastPara="1" rIns="54000" wrap="square" tIns="54000">
            <a:noAutofit/>
          </a:bodyPr>
          <a:lstStyle/>
          <a:p>
            <a:pPr indent="0" lvl="0" marL="0" rtl="0" algn="l">
              <a:spcBef>
                <a:spcPts val="0"/>
              </a:spcBef>
              <a:spcAft>
                <a:spcPts val="0"/>
              </a:spcAft>
              <a:buNone/>
            </a:pPr>
            <a:r>
              <a:t/>
            </a:r>
            <a:endParaRPr/>
          </a:p>
        </p:txBody>
      </p:sp>
      <p:sp>
        <p:nvSpPr>
          <p:cNvPr id="17957" name="Google Shape;17957;p318"/>
          <p:cNvSpPr txBox="1"/>
          <p:nvPr>
            <p:ph idx="29" type="subTitle"/>
          </p:nvPr>
        </p:nvSpPr>
        <p:spPr>
          <a:xfrm>
            <a:off x="2631389" y="5645346"/>
            <a:ext cx="3605700" cy="450300"/>
          </a:xfrm>
          <a:prstGeom prst="rect">
            <a:avLst/>
          </a:prstGeom>
        </p:spPr>
        <p:txBody>
          <a:bodyPr anchorCtr="0" anchor="ctr" bIns="54000" lIns="54000" spcFirstLastPara="1" rIns="54000" wrap="square" tIns="54000">
            <a:noAutofit/>
          </a:bodyPr>
          <a:lstStyle/>
          <a:p>
            <a:pPr indent="0" lvl="0" marL="0" rtl="0" algn="l">
              <a:spcBef>
                <a:spcPts val="0"/>
              </a:spcBef>
              <a:spcAft>
                <a:spcPts val="0"/>
              </a:spcAft>
              <a:buNone/>
            </a:pPr>
            <a:r>
              <a:t/>
            </a:r>
            <a:endParaRPr/>
          </a:p>
        </p:txBody>
      </p:sp>
      <p:sp>
        <p:nvSpPr>
          <p:cNvPr id="17958" name="Google Shape;17958;p318"/>
          <p:cNvSpPr txBox="1"/>
          <p:nvPr>
            <p:ph idx="30" type="subTitle"/>
          </p:nvPr>
        </p:nvSpPr>
        <p:spPr>
          <a:xfrm>
            <a:off x="6269361" y="5645346"/>
            <a:ext cx="3536400" cy="450300"/>
          </a:xfrm>
          <a:prstGeom prst="rect">
            <a:avLst/>
          </a:prstGeom>
        </p:spPr>
        <p:txBody>
          <a:bodyPr anchorCtr="0" anchor="ctr" bIns="54000" lIns="54000" spcFirstLastPara="1" rIns="54000" wrap="square" tIns="54000">
            <a:noAutofit/>
          </a:bodyPr>
          <a:lstStyle/>
          <a:p>
            <a:pPr indent="0" lvl="0" marL="0" rtl="0" algn="l">
              <a:spcBef>
                <a:spcPts val="0"/>
              </a:spcBef>
              <a:spcAft>
                <a:spcPts val="0"/>
              </a:spcAft>
              <a:buNone/>
            </a:pPr>
            <a:r>
              <a:t/>
            </a:r>
            <a:endParaRPr/>
          </a:p>
        </p:txBody>
      </p:sp>
      <p:sp>
        <p:nvSpPr>
          <p:cNvPr id="17959" name="Google Shape;17959;p318"/>
          <p:cNvSpPr txBox="1"/>
          <p:nvPr>
            <p:ph idx="31" type="subTitle"/>
          </p:nvPr>
        </p:nvSpPr>
        <p:spPr>
          <a:xfrm>
            <a:off x="832100" y="6178521"/>
            <a:ext cx="1750500" cy="450300"/>
          </a:xfrm>
          <a:prstGeom prst="rect">
            <a:avLst/>
          </a:prstGeom>
        </p:spPr>
        <p:txBody>
          <a:bodyPr anchorCtr="0" anchor="ctr" bIns="54000" lIns="54000" spcFirstLastPara="1" rIns="54000" wrap="square" tIns="54000">
            <a:noAutofit/>
          </a:bodyPr>
          <a:lstStyle/>
          <a:p>
            <a:pPr indent="0" lvl="0" marL="0" rtl="0" algn="l">
              <a:spcBef>
                <a:spcPts val="0"/>
              </a:spcBef>
              <a:spcAft>
                <a:spcPts val="0"/>
              </a:spcAft>
              <a:buNone/>
            </a:pPr>
            <a:r>
              <a:t/>
            </a:r>
            <a:endParaRPr/>
          </a:p>
        </p:txBody>
      </p:sp>
      <p:sp>
        <p:nvSpPr>
          <p:cNvPr id="17960" name="Google Shape;17960;p318"/>
          <p:cNvSpPr txBox="1"/>
          <p:nvPr>
            <p:ph idx="32" type="subTitle"/>
          </p:nvPr>
        </p:nvSpPr>
        <p:spPr>
          <a:xfrm>
            <a:off x="2631389" y="6178521"/>
            <a:ext cx="3605700" cy="450300"/>
          </a:xfrm>
          <a:prstGeom prst="rect">
            <a:avLst/>
          </a:prstGeom>
        </p:spPr>
        <p:txBody>
          <a:bodyPr anchorCtr="0" anchor="ctr" bIns="54000" lIns="54000" spcFirstLastPara="1" rIns="54000" wrap="square" tIns="54000">
            <a:noAutofit/>
          </a:bodyPr>
          <a:lstStyle/>
          <a:p>
            <a:pPr indent="0" lvl="0" marL="0" rtl="0" algn="l">
              <a:spcBef>
                <a:spcPts val="0"/>
              </a:spcBef>
              <a:spcAft>
                <a:spcPts val="0"/>
              </a:spcAft>
              <a:buNone/>
            </a:pPr>
            <a:r>
              <a:t/>
            </a:r>
            <a:endParaRPr/>
          </a:p>
        </p:txBody>
      </p:sp>
      <p:sp>
        <p:nvSpPr>
          <p:cNvPr id="17961" name="Google Shape;17961;p318"/>
          <p:cNvSpPr txBox="1"/>
          <p:nvPr>
            <p:ph idx="33" type="subTitle"/>
          </p:nvPr>
        </p:nvSpPr>
        <p:spPr>
          <a:xfrm>
            <a:off x="6269361" y="6178521"/>
            <a:ext cx="3536400" cy="450300"/>
          </a:xfrm>
          <a:prstGeom prst="rect">
            <a:avLst/>
          </a:prstGeom>
        </p:spPr>
        <p:txBody>
          <a:bodyPr anchorCtr="0" anchor="ctr" bIns="54000" lIns="54000" spcFirstLastPara="1" rIns="54000" wrap="square" tIns="54000">
            <a:noAutofit/>
          </a:bodyPr>
          <a:lstStyle/>
          <a:p>
            <a:pPr indent="0" lvl="0" marL="0" rtl="0" algn="l">
              <a:spcBef>
                <a:spcPts val="0"/>
              </a:spcBef>
              <a:spcAft>
                <a:spcPts val="0"/>
              </a:spcAft>
              <a:buNone/>
            </a:pPr>
            <a:r>
              <a:t/>
            </a:r>
            <a:endParaRPr/>
          </a:p>
        </p:txBody>
      </p:sp>
      <p:sp>
        <p:nvSpPr>
          <p:cNvPr id="17962" name="Google Shape;17962;p318"/>
          <p:cNvSpPr txBox="1"/>
          <p:nvPr>
            <p:ph type="title"/>
          </p:nvPr>
        </p:nvSpPr>
        <p:spPr>
          <a:xfrm flipH="1">
            <a:off x="4025374" y="387675"/>
            <a:ext cx="5863200" cy="169200"/>
          </a:xfrm>
          <a:prstGeom prst="rect">
            <a:avLst/>
          </a:prstGeom>
        </p:spPr>
        <p:txBody>
          <a:bodyPr anchorCtr="0" anchor="ctr" bIns="0" lIns="0" spcFirstLastPara="1" rIns="0" wrap="square" tIns="0">
            <a:noAutofit/>
          </a:bodyPr>
          <a:lstStyle/>
          <a:p>
            <a:pPr indent="0" lvl="0" marL="0" rtl="0" algn="l">
              <a:spcBef>
                <a:spcPts val="0"/>
              </a:spcBef>
              <a:spcAft>
                <a:spcPts val="0"/>
              </a:spcAft>
              <a:buNone/>
            </a:pPr>
            <a:r>
              <a:t/>
            </a:r>
            <a:endParaRPr/>
          </a:p>
        </p:txBody>
      </p:sp>
      <p:sp>
        <p:nvSpPr>
          <p:cNvPr id="17963" name="Google Shape;17963;p318"/>
          <p:cNvSpPr txBox="1"/>
          <p:nvPr>
            <p:ph idx="34" type="title"/>
          </p:nvPr>
        </p:nvSpPr>
        <p:spPr>
          <a:xfrm flipH="1">
            <a:off x="3208773" y="579550"/>
            <a:ext cx="6679800" cy="169200"/>
          </a:xfrm>
          <a:prstGeom prst="rect">
            <a:avLst/>
          </a:prstGeom>
        </p:spPr>
        <p:txBody>
          <a:bodyPr anchorCtr="0" anchor="ctr" bIns="0" lIns="0" spcFirstLastPara="1" rIns="0" wrap="square" tIns="0">
            <a:noAutofit/>
          </a:bodyPr>
          <a:lstStyle/>
          <a:p>
            <a:pPr indent="0" lvl="0" marL="0" rtl="0" algn="l">
              <a:spcBef>
                <a:spcPts val="0"/>
              </a:spcBef>
              <a:spcAft>
                <a:spcPts val="0"/>
              </a:spcAft>
              <a:buNone/>
            </a:pPr>
            <a:r>
              <a:t/>
            </a:r>
            <a:endParaRPr/>
          </a:p>
        </p:txBody>
      </p:sp>
      <p:sp>
        <p:nvSpPr>
          <p:cNvPr id="17964" name="Google Shape;17964;p318"/>
          <p:cNvSpPr txBox="1"/>
          <p:nvPr>
            <p:ph idx="35" type="body"/>
          </p:nvPr>
        </p:nvSpPr>
        <p:spPr>
          <a:xfrm>
            <a:off x="641150" y="612125"/>
            <a:ext cx="1770300" cy="160500"/>
          </a:xfrm>
          <a:prstGeom prst="rect">
            <a:avLst/>
          </a:prstGeom>
        </p:spPr>
        <p:txBody>
          <a:bodyPr anchorCtr="0" anchor="t" bIns="0" lIns="0" spcFirstLastPara="1" rIns="0" wrap="square" tIns="0">
            <a:noAutofit/>
          </a:bodyPr>
          <a:lstStyle/>
          <a:p>
            <a:pPr indent="0" lvl="0" marL="0" rtl="0" algn="ctr">
              <a:spcBef>
                <a:spcPts val="0"/>
              </a:spcBef>
              <a:spcAft>
                <a:spcPts val="0"/>
              </a:spcAft>
              <a:buNone/>
            </a:pPr>
            <a:r>
              <a:t/>
            </a:r>
            <a:endParaRPr/>
          </a:p>
        </p:txBody>
      </p:sp>
    </p:spTree>
  </p:cSld>
  <p:clrMapOvr>
    <a:masterClrMapping/>
  </p:clrMapOvr>
</p:sld>
</file>

<file path=ppt/slides/slide6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968" name="Shape 17968"/>
        <p:cNvGrpSpPr/>
        <p:nvPr/>
      </p:nvGrpSpPr>
      <p:grpSpPr>
        <a:xfrm>
          <a:off x="0" y="0"/>
          <a:ext cx="0" cy="0"/>
          <a:chOff x="0" y="0"/>
          <a:chExt cx="0" cy="0"/>
        </a:xfrm>
      </p:grpSpPr>
      <p:pic>
        <p:nvPicPr>
          <p:cNvPr id="17969" name="Google Shape;17969;p319"/>
          <p:cNvPicPr preferRelativeResize="0"/>
          <p:nvPr/>
        </p:nvPicPr>
        <p:blipFill>
          <a:blip r:embed="rId3">
            <a:alphaModFix/>
          </a:blip>
          <a:stretch>
            <a:fillRect/>
          </a:stretch>
        </p:blipFill>
        <p:spPr>
          <a:xfrm>
            <a:off x="0" y="1003351"/>
            <a:ext cx="9775199" cy="4531000"/>
          </a:xfrm>
          <a:prstGeom prst="rect">
            <a:avLst/>
          </a:prstGeom>
          <a:noFill/>
          <a:ln>
            <a:noFill/>
          </a:ln>
        </p:spPr>
      </p:pic>
      <p:sp>
        <p:nvSpPr>
          <p:cNvPr id="17970" name="Google Shape;17970;p319"/>
          <p:cNvSpPr txBox="1"/>
          <p:nvPr/>
        </p:nvSpPr>
        <p:spPr>
          <a:xfrm>
            <a:off x="1987100" y="16425"/>
            <a:ext cx="5058000" cy="689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b="1" lang="es-419" sz="1650">
                <a:solidFill>
                  <a:schemeClr val="dk1"/>
                </a:solidFill>
                <a:latin typeface="Roboto"/>
                <a:ea typeface="Roboto"/>
                <a:cs typeface="Roboto"/>
                <a:sym typeface="Roboto"/>
              </a:rPr>
              <a:t>Requisitos de software de la actividad seleccionada para el seguimiento 4</a:t>
            </a:r>
            <a:endParaRPr b="1" sz="2000">
              <a:solidFill>
                <a:schemeClr val="dk1"/>
              </a:solidFill>
            </a:endParaRPr>
          </a:p>
          <a:p>
            <a:pPr indent="0" lvl="0" marL="0" rtl="0" algn="l">
              <a:spcBef>
                <a:spcPts val="0"/>
              </a:spcBef>
              <a:spcAft>
                <a:spcPts val="0"/>
              </a:spcAft>
              <a:buNone/>
            </a:pPr>
            <a:r>
              <a:t/>
            </a:r>
            <a:endParaRPr/>
          </a:p>
        </p:txBody>
      </p:sp>
    </p:spTree>
  </p:cSld>
  <p:clrMapOvr>
    <a:masterClrMapping/>
  </p:clrMapOvr>
</p:sld>
</file>

<file path=ppt/theme/theme1.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name="Simple Light">
  <a:themeElements>
    <a:clrScheme name="Simple Light">
      <a:dk1>
        <a:srgbClr val="000000"/>
      </a:dk1>
      <a:lt1>
        <a:srgbClr val="FFFFFF"/>
      </a:lt1>
      <a:dk2>
        <a:srgbClr val="595959"/>
      </a:dk2>
      <a:lt2>
        <a:srgbClr val="A86D6D"/>
      </a:lt2>
      <a:accent1>
        <a:srgbClr val="FFB540"/>
      </a:accent1>
      <a:accent2>
        <a:srgbClr val="212121"/>
      </a:accent2>
      <a:accent3>
        <a:srgbClr val="78909C"/>
      </a:accent3>
      <a:accent4>
        <a:srgbClr val="FFAB40"/>
      </a:accent4>
      <a:accent5>
        <a:srgbClr val="0097A7"/>
      </a:accent5>
      <a:accent6>
        <a:srgbClr val="A5A784"/>
      </a:accent6>
      <a:hlink>
        <a:srgbClr val="0000FF"/>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name="Simple Light">
  <a:themeElements>
    <a:clrScheme name="Simple Light">
      <a:dk1>
        <a:srgbClr val="000000"/>
      </a:dk1>
      <a:lt1>
        <a:srgbClr val="FFFFFF"/>
      </a:lt1>
      <a:dk2>
        <a:srgbClr val="595959"/>
      </a:dk2>
      <a:lt2>
        <a:srgbClr val="A86D6D"/>
      </a:lt2>
      <a:accent1>
        <a:srgbClr val="FFB540"/>
      </a:accent1>
      <a:accent2>
        <a:srgbClr val="212121"/>
      </a:accent2>
      <a:accent3>
        <a:srgbClr val="78909C"/>
      </a:accent3>
      <a:accent4>
        <a:srgbClr val="FFAB40"/>
      </a:accent4>
      <a:accent5>
        <a:srgbClr val="0097A7"/>
      </a:accent5>
      <a:accent6>
        <a:srgbClr val="A5A784"/>
      </a:accent6>
      <a:hlink>
        <a:srgbClr val="0000FF"/>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4.xml><?xml version="1.0" encoding="utf-8"?>
<a:theme xmlns:a="http://schemas.openxmlformats.org/drawingml/2006/main" xmlns:r="http://schemas.openxmlformats.org/officeDocument/2006/relationships" name="Simple Light">
  <a:themeElements>
    <a:clrScheme name="Simple Light">
      <a:dk1>
        <a:srgbClr val="000000"/>
      </a:dk1>
      <a:lt1>
        <a:srgbClr val="FFFFFF"/>
      </a:lt1>
      <a:dk2>
        <a:srgbClr val="595959"/>
      </a:dk2>
      <a:lt2>
        <a:srgbClr val="A86D6D"/>
      </a:lt2>
      <a:accent1>
        <a:srgbClr val="FFB540"/>
      </a:accent1>
      <a:accent2>
        <a:srgbClr val="212121"/>
      </a:accent2>
      <a:accent3>
        <a:srgbClr val="78909C"/>
      </a:accent3>
      <a:accent4>
        <a:srgbClr val="FFAB40"/>
      </a:accent4>
      <a:accent5>
        <a:srgbClr val="0097A7"/>
      </a:accent5>
      <a:accent6>
        <a:srgbClr val="A5A784"/>
      </a:accent6>
      <a:hlink>
        <a:srgbClr val="0000FF"/>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5.xml><?xml version="1.0" encoding="utf-8"?>
<a:theme xmlns:a="http://schemas.openxmlformats.org/drawingml/2006/main" xmlns:r="http://schemas.openxmlformats.org/officeDocument/2006/relationships" name="Simple Light">
  <a:themeElements>
    <a:clrScheme name="Simple Light">
      <a:dk1>
        <a:srgbClr val="000000"/>
      </a:dk1>
      <a:lt1>
        <a:srgbClr val="FFFFFF"/>
      </a:lt1>
      <a:dk2>
        <a:srgbClr val="595959"/>
      </a:dk2>
      <a:lt2>
        <a:srgbClr val="A86D6D"/>
      </a:lt2>
      <a:accent1>
        <a:srgbClr val="FFB540"/>
      </a:accent1>
      <a:accent2>
        <a:srgbClr val="212121"/>
      </a:accent2>
      <a:accent3>
        <a:srgbClr val="78909C"/>
      </a:accent3>
      <a:accent4>
        <a:srgbClr val="FFAB40"/>
      </a:accent4>
      <a:accent5>
        <a:srgbClr val="0097A7"/>
      </a:accent5>
      <a:accent6>
        <a:srgbClr val="A5A784"/>
      </a:accent6>
      <a:hlink>
        <a:srgbClr val="0000FF"/>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6.xml><?xml version="1.0" encoding="utf-8"?>
<a:theme xmlns:a="http://schemas.openxmlformats.org/drawingml/2006/main" xmlns:r="http://schemas.openxmlformats.org/officeDocument/2006/relationships" name="Simple Light">
  <a:themeElements>
    <a:clrScheme name="Simple Light">
      <a:dk1>
        <a:srgbClr val="000000"/>
      </a:dk1>
      <a:lt1>
        <a:srgbClr val="FFFFFF"/>
      </a:lt1>
      <a:dk2>
        <a:srgbClr val="595959"/>
      </a:dk2>
      <a:lt2>
        <a:srgbClr val="A86D6D"/>
      </a:lt2>
      <a:accent1>
        <a:srgbClr val="FFB540"/>
      </a:accent1>
      <a:accent2>
        <a:srgbClr val="212121"/>
      </a:accent2>
      <a:accent3>
        <a:srgbClr val="78909C"/>
      </a:accent3>
      <a:accent4>
        <a:srgbClr val="FFAB40"/>
      </a:accent4>
      <a:accent5>
        <a:srgbClr val="0097A7"/>
      </a:accent5>
      <a:accent6>
        <a:srgbClr val="A5A784"/>
      </a:accent6>
      <a:hlink>
        <a:srgbClr val="0000FF"/>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7.xml><?xml version="1.0" encoding="utf-8"?>
<a:theme xmlns:a="http://schemas.openxmlformats.org/drawingml/2006/main" xmlns:r="http://schemas.openxmlformats.org/officeDocument/2006/relationships" name="Simple Light">
  <a:themeElements>
    <a:clrScheme name="Simple Light">
      <a:dk1>
        <a:srgbClr val="000000"/>
      </a:dk1>
      <a:lt1>
        <a:srgbClr val="FFFFFF"/>
      </a:lt1>
      <a:dk2>
        <a:srgbClr val="595959"/>
      </a:dk2>
      <a:lt2>
        <a:srgbClr val="A86D6D"/>
      </a:lt2>
      <a:accent1>
        <a:srgbClr val="FFB540"/>
      </a:accent1>
      <a:accent2>
        <a:srgbClr val="212121"/>
      </a:accent2>
      <a:accent3>
        <a:srgbClr val="78909C"/>
      </a:accent3>
      <a:accent4>
        <a:srgbClr val="FFAB40"/>
      </a:accent4>
      <a:accent5>
        <a:srgbClr val="0097A7"/>
      </a:accent5>
      <a:accent6>
        <a:srgbClr val="A5A784"/>
      </a:accent6>
      <a:hlink>
        <a:srgbClr val="0000FF"/>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